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</p:sldIdLst>
  <p:sldSz cy="5143500" cx="9144000"/>
  <p:notesSz cx="6858000" cy="9144000"/>
  <p:embeddedFontLst>
    <p:embeddedFont>
      <p:font typeface="Gloria Hallelujah"/>
      <p:regular r:id="rId62"/>
    </p:embeddedFont>
    <p:embeddedFont>
      <p:font typeface="Oswald Light"/>
      <p:regular r:id="rId63"/>
      <p:bold r:id="rId64"/>
    </p:embeddedFont>
    <p:embeddedFont>
      <p:font typeface="Shadows Into Light Two"/>
      <p:regular r:id="rId65"/>
    </p:embeddedFont>
    <p:embeddedFont>
      <p:font typeface="Oswald"/>
      <p:regular r:id="rId66"/>
      <p:bold r:id="rId67"/>
    </p:embeddedFont>
    <p:embeddedFont>
      <p:font typeface="Tinos"/>
      <p:regular r:id="rId68"/>
      <p:bold r:id="rId69"/>
      <p:italic r:id="rId70"/>
      <p:boldItalic r:id="rId71"/>
    </p:embeddedFont>
    <p:embeddedFont>
      <p:font typeface="Roboto Mono"/>
      <p:regular r:id="rId72"/>
      <p:bold r:id="rId73"/>
      <p:italic r:id="rId74"/>
      <p:boldItalic r:id="rId7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73" Type="http://schemas.openxmlformats.org/officeDocument/2006/relationships/font" Target="fonts/RobotoMono-bold.fntdata"/><Relationship Id="rId72" Type="http://schemas.openxmlformats.org/officeDocument/2006/relationships/font" Target="fonts/RobotoMono-regular.fntdata"/><Relationship Id="rId31" Type="http://schemas.openxmlformats.org/officeDocument/2006/relationships/slide" Target="slides/slide27.xml"/><Relationship Id="rId75" Type="http://schemas.openxmlformats.org/officeDocument/2006/relationships/font" Target="fonts/RobotoMono-boldItalic.fntdata"/><Relationship Id="rId30" Type="http://schemas.openxmlformats.org/officeDocument/2006/relationships/slide" Target="slides/slide26.xml"/><Relationship Id="rId74" Type="http://schemas.openxmlformats.org/officeDocument/2006/relationships/font" Target="fonts/RobotoMono-italic.fntdata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71" Type="http://schemas.openxmlformats.org/officeDocument/2006/relationships/font" Target="fonts/Tinos-boldItalic.fntdata"/><Relationship Id="rId70" Type="http://schemas.openxmlformats.org/officeDocument/2006/relationships/font" Target="fonts/Tinos-italic.fntdata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font" Target="fonts/GloriaHallelujah-regular.fntdata"/><Relationship Id="rId61" Type="http://schemas.openxmlformats.org/officeDocument/2006/relationships/slide" Target="slides/slide57.xml"/><Relationship Id="rId20" Type="http://schemas.openxmlformats.org/officeDocument/2006/relationships/slide" Target="slides/slide16.xml"/><Relationship Id="rId64" Type="http://schemas.openxmlformats.org/officeDocument/2006/relationships/font" Target="fonts/OswaldLight-bold.fntdata"/><Relationship Id="rId63" Type="http://schemas.openxmlformats.org/officeDocument/2006/relationships/font" Target="fonts/OswaldLight-regular.fntdata"/><Relationship Id="rId22" Type="http://schemas.openxmlformats.org/officeDocument/2006/relationships/slide" Target="slides/slide18.xml"/><Relationship Id="rId66" Type="http://schemas.openxmlformats.org/officeDocument/2006/relationships/font" Target="fonts/Oswald-regular.fntdata"/><Relationship Id="rId21" Type="http://schemas.openxmlformats.org/officeDocument/2006/relationships/slide" Target="slides/slide17.xml"/><Relationship Id="rId65" Type="http://schemas.openxmlformats.org/officeDocument/2006/relationships/font" Target="fonts/ShadowsIntoLightTwo-regular.fntdata"/><Relationship Id="rId24" Type="http://schemas.openxmlformats.org/officeDocument/2006/relationships/slide" Target="slides/slide20.xml"/><Relationship Id="rId68" Type="http://schemas.openxmlformats.org/officeDocument/2006/relationships/font" Target="fonts/Tinos-regular.fntdata"/><Relationship Id="rId23" Type="http://schemas.openxmlformats.org/officeDocument/2006/relationships/slide" Target="slides/slide19.xml"/><Relationship Id="rId67" Type="http://schemas.openxmlformats.org/officeDocument/2006/relationships/font" Target="fonts/Oswald-bold.fntdata"/><Relationship Id="rId60" Type="http://schemas.openxmlformats.org/officeDocument/2006/relationships/slide" Target="slides/slide56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69" Type="http://schemas.openxmlformats.org/officeDocument/2006/relationships/font" Target="fonts/Tinos-bold.fntdata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5f391192_0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5f391192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06f1c2d_3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606f1c2d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5f391192_02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5f391192_0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5d8239b129_0_7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5d8239b129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5d8239b129_0_9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5d8239b129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5d8239b129_0_14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5d8239b129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5d8239b129_0_20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5d8239b129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5d8239b129_2_7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5d8239b129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5d8239b129_2_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5d8239b129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5d8239b129_0_7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5d8239b129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5ed752f674_0_1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5ed752f674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5ed752f674_0_6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5ed752f674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5ed752f674_0_8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5ed752f674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5ed752f674_0_7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5ed752f674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5ed752f674_0_22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5ed752f674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5ed752f674_0_18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5ed752f674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5ed752f674_0_25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5ed752f674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5ed752f674_0_33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5ed752f674_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5ed752f674_0_34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7" name="Google Shape;647;g5ed752f674_0_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5f391192_0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4" name="Google Shape;654;g35f391192_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5ed752f674_1_25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5ed752f674_1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5ed752f674_0_36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5ed752f674_0_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6" name="Google Shape;76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35ed75ccf_01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35ed75ccf_0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5ed752f674_1_1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1" name="Google Shape;791;g5ed752f674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5ed752f674_1_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9" name="Google Shape;799;g5ed752f674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5ed752f674_1_3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1" name="Google Shape;811;g5ed752f674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5ed752f674_1_9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1" name="Google Shape;851;g5ed752f674_1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5ed752f674_1_13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2" name="Google Shape;872;g5ed752f674_1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5ed752f674_2_2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5ed752f674_2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g5ed752f674_1_1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1" name="Google Shape;901;g5ed752f674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g5ed752f674_1_5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5" name="Google Shape;915;g5ed752f674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g5ed752f674_1_15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2" name="Google Shape;922;g5ed752f674_1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g35f391192_05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0" name="Google Shape;930;g35f391192_0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g5ed752f674_1_17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3" name="Google Shape;943;g5ed752f674_1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5ed752f674_1_18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0" name="Google Shape;950;g5ed752f674_1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g5ed752f674_1_19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0" name="Google Shape;960;g5ed752f674_1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g35ed75ccf_04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3" name="Google Shape;973;g35ed75ccf_0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g5ed752f674_1_21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4" name="Google Shape;984;g5ed752f674_1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g35f391192_01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2" name="Google Shape;992;g35f391192_0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g5ed752f674_2_6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4" name="Google Shape;1014;g5ed752f674_2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g35f391192_06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5" name="Google Shape;1045;g35f391192_0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g5ed752f674_2_16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1" name="Google Shape;1051;g5ed752f674_2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g5ed752f674_2_17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9" name="Google Shape;1059;g5ed752f674_2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g5ed752f674_2_5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0" name="Google Shape;1090;g5ed752f674_2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g5ed752f674_2_20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7" name="Google Shape;1097;g5ed752f674_2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g5ed752f674_2_13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5" name="Google Shape;1105;g5ed752f674_2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g5ed752f674_2_16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6" name="Google Shape;1136;g5ed752f674_2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g5ed752f674_2_21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2" name="Google Shape;1142;g5ed752f674_2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g35ed75ccf_05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0" name="Google Shape;1150;g35ed75ccf_0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g5ed752f674_2_23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4" name="Google Shape;1164;g5ed752f674_2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g5edfefb633_0_1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6" name="Google Shape;1176;g5edfefb633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g5ee4b72d55_0_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5" name="Google Shape;1185;g5ee4b72d55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g35f391192_07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3" name="Google Shape;1193;g35f391192_0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5edfefb633_0_3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3" name="Google Shape;1203;g5edfefb633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g35ed75ccf_02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1" name="Google Shape;1221;g35ed75ccf_0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g35ed75ccf_013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7" name="Google Shape;1237;g35ed75ccf_0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ctrTitle"/>
          </p:nvPr>
        </p:nvSpPr>
        <p:spPr>
          <a:xfrm>
            <a:off x="2195400" y="1915625"/>
            <a:ext cx="5307900" cy="11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1912025" y="2116750"/>
            <a:ext cx="58026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912025" y="3144851"/>
            <a:ext cx="58026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None/>
              <a:defRPr i="1" sz="1800">
                <a:solidFill>
                  <a:srgbClr val="66666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None/>
              <a:defRPr i="1" sz="1800">
                <a:solidFill>
                  <a:srgbClr val="66666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None/>
              <a:defRPr i="1" sz="1800">
                <a:solidFill>
                  <a:srgbClr val="66666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None/>
              <a:defRPr i="1">
                <a:solidFill>
                  <a:srgbClr val="66666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None/>
              <a:defRPr i="1">
                <a:solidFill>
                  <a:srgbClr val="66666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None/>
              <a:defRPr i="1">
                <a:solidFill>
                  <a:srgbClr val="66666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None/>
              <a:defRPr i="1">
                <a:solidFill>
                  <a:srgbClr val="66666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None/>
              <a:defRPr i="1">
                <a:solidFill>
                  <a:srgbClr val="66666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None/>
              <a:defRPr i="1">
                <a:solidFill>
                  <a:srgbClr val="666666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7899350" y="409842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idx="1" type="body"/>
          </p:nvPr>
        </p:nvSpPr>
        <p:spPr>
          <a:xfrm>
            <a:off x="1809500" y="1476000"/>
            <a:ext cx="6128100" cy="8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◈"/>
              <a:defRPr b="1" i="1"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◆"/>
              <a:defRPr b="1" i="1"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◇"/>
              <a:defRPr b="1" i="1"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⬥"/>
              <a:defRPr b="1" i="1"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⬦"/>
              <a:defRPr b="1" i="1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⬦"/>
              <a:defRPr b="1" i="1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⬦"/>
              <a:defRPr b="1" i="1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⬦"/>
              <a:defRPr b="1" i="1"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⬦"/>
              <a:defRPr b="1" i="1"/>
            </a:lvl9pPr>
          </a:lstStyle>
          <a:p/>
        </p:txBody>
      </p:sp>
      <p:sp>
        <p:nvSpPr>
          <p:cNvPr id="21" name="Google Shape;21;p4"/>
          <p:cNvSpPr txBox="1"/>
          <p:nvPr/>
        </p:nvSpPr>
        <p:spPr>
          <a:xfrm>
            <a:off x="1705475" y="975394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600">
                <a:solidFill>
                  <a:srgbClr val="25212A"/>
                </a:solidFill>
                <a:latin typeface="Oswald"/>
                <a:ea typeface="Oswald"/>
                <a:cs typeface="Oswald"/>
                <a:sym typeface="Oswald"/>
              </a:rPr>
              <a:t>“</a:t>
            </a:r>
            <a:endParaRPr b="1" sz="9600">
              <a:solidFill>
                <a:srgbClr val="25212A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7899350" y="409842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1556175" y="719375"/>
            <a:ext cx="66168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1556175" y="1378821"/>
            <a:ext cx="6616800" cy="30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>
              <a:spcBef>
                <a:spcPts val="600"/>
              </a:spcBef>
              <a:spcAft>
                <a:spcPts val="0"/>
              </a:spcAft>
              <a:buSzPts val="2600"/>
              <a:buChar char="◈"/>
              <a:defRPr sz="2600"/>
            </a:lvl1pPr>
            <a:lvl2pPr indent="-393700" lvl="1" marL="914400">
              <a:spcBef>
                <a:spcPts val="0"/>
              </a:spcBef>
              <a:spcAft>
                <a:spcPts val="0"/>
              </a:spcAft>
              <a:buSzPts val="2600"/>
              <a:buChar char="◆"/>
              <a:defRPr sz="2600"/>
            </a:lvl2pPr>
            <a:lvl3pPr indent="-393700" lvl="2" marL="1371600">
              <a:spcBef>
                <a:spcPts val="0"/>
              </a:spcBef>
              <a:spcAft>
                <a:spcPts val="0"/>
              </a:spcAft>
              <a:buSzPts val="2600"/>
              <a:buChar char="◇"/>
              <a:defRPr sz="2600"/>
            </a:lvl3pPr>
            <a:lvl4pPr indent="-393700" lvl="3" marL="1828800">
              <a:spcBef>
                <a:spcPts val="0"/>
              </a:spcBef>
              <a:spcAft>
                <a:spcPts val="0"/>
              </a:spcAft>
              <a:buSzPts val="2600"/>
              <a:buChar char="⬥"/>
              <a:defRPr sz="2600"/>
            </a:lvl4pPr>
            <a:lvl5pPr indent="-393700" lvl="4" marL="2286000">
              <a:spcBef>
                <a:spcPts val="0"/>
              </a:spcBef>
              <a:spcAft>
                <a:spcPts val="0"/>
              </a:spcAft>
              <a:buSzPts val="2600"/>
              <a:buChar char="⬦"/>
              <a:defRPr sz="2600"/>
            </a:lvl5pPr>
            <a:lvl6pPr indent="-393700" lvl="5" marL="2743200">
              <a:spcBef>
                <a:spcPts val="0"/>
              </a:spcBef>
              <a:spcAft>
                <a:spcPts val="0"/>
              </a:spcAft>
              <a:buSzPts val="2600"/>
              <a:buChar char="⬦"/>
              <a:defRPr sz="2600"/>
            </a:lvl6pPr>
            <a:lvl7pPr indent="-393700" lvl="6" marL="3200400">
              <a:spcBef>
                <a:spcPts val="0"/>
              </a:spcBef>
              <a:spcAft>
                <a:spcPts val="0"/>
              </a:spcAft>
              <a:buSzPts val="2600"/>
              <a:buChar char="⬦"/>
              <a:defRPr sz="2600"/>
            </a:lvl7pPr>
            <a:lvl8pPr indent="-393700" lvl="7" marL="3657600">
              <a:spcBef>
                <a:spcPts val="0"/>
              </a:spcBef>
              <a:spcAft>
                <a:spcPts val="0"/>
              </a:spcAft>
              <a:buSzPts val="2600"/>
              <a:buChar char="⬦"/>
              <a:defRPr sz="2600"/>
            </a:lvl8pPr>
            <a:lvl9pPr indent="-393700" lvl="8" marL="4114800">
              <a:spcBef>
                <a:spcPts val="0"/>
              </a:spcBef>
              <a:spcAft>
                <a:spcPts val="0"/>
              </a:spcAft>
              <a:buSzPts val="2600"/>
              <a:buChar char="⬦"/>
              <a:defRPr sz="26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7899350" y="409842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7" name="Google Shape;27;p5"/>
          <p:cNvCxnSpPr/>
          <p:nvPr/>
        </p:nvCxnSpPr>
        <p:spPr>
          <a:xfrm>
            <a:off x="1664750" y="1357125"/>
            <a:ext cx="65262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1556175" y="719375"/>
            <a:ext cx="66168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" type="body"/>
          </p:nvPr>
        </p:nvSpPr>
        <p:spPr>
          <a:xfrm>
            <a:off x="1556175" y="1479375"/>
            <a:ext cx="3211800" cy="3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>
              <a:spcBef>
                <a:spcPts val="600"/>
              </a:spcBef>
              <a:spcAft>
                <a:spcPts val="0"/>
              </a:spcAft>
              <a:buSzPts val="2200"/>
              <a:buChar char="◈"/>
              <a:defRPr sz="2200"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◆"/>
              <a:defRPr sz="2200"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◇"/>
              <a:defRPr sz="2200"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⬥"/>
              <a:defRPr sz="2200"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⬦"/>
              <a:defRPr sz="2200"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⬦"/>
              <a:defRPr sz="2200"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⬦"/>
              <a:defRPr sz="2200"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⬦"/>
              <a:defRPr sz="2200"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⬦"/>
              <a:defRPr sz="2200"/>
            </a:lvl9pPr>
          </a:lstStyle>
          <a:p/>
        </p:txBody>
      </p:sp>
      <p:sp>
        <p:nvSpPr>
          <p:cNvPr id="31" name="Google Shape;31;p6"/>
          <p:cNvSpPr txBox="1"/>
          <p:nvPr>
            <p:ph idx="2" type="body"/>
          </p:nvPr>
        </p:nvSpPr>
        <p:spPr>
          <a:xfrm>
            <a:off x="4961272" y="1479375"/>
            <a:ext cx="3211800" cy="3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>
              <a:spcBef>
                <a:spcPts val="600"/>
              </a:spcBef>
              <a:spcAft>
                <a:spcPts val="0"/>
              </a:spcAft>
              <a:buSzPts val="2200"/>
              <a:buChar char="◈"/>
              <a:defRPr sz="2200"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◆"/>
              <a:defRPr sz="2200"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◇"/>
              <a:defRPr sz="2200"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⬥"/>
              <a:defRPr sz="2200"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⬦"/>
              <a:defRPr sz="2200"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⬦"/>
              <a:defRPr sz="2200"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⬦"/>
              <a:defRPr sz="2200"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⬦"/>
              <a:defRPr sz="2200"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⬦"/>
              <a:defRPr sz="2200"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7899350" y="409842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3" name="Google Shape;33;p6"/>
          <p:cNvCxnSpPr/>
          <p:nvPr/>
        </p:nvCxnSpPr>
        <p:spPr>
          <a:xfrm>
            <a:off x="1664750" y="1357125"/>
            <a:ext cx="65262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/>
          <p:nvPr>
            <p:ph type="title"/>
          </p:nvPr>
        </p:nvSpPr>
        <p:spPr>
          <a:xfrm>
            <a:off x="1556175" y="719375"/>
            <a:ext cx="66168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" type="body"/>
          </p:nvPr>
        </p:nvSpPr>
        <p:spPr>
          <a:xfrm>
            <a:off x="1556175" y="1419658"/>
            <a:ext cx="2132700" cy="34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◈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◆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◇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⬥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⬦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⬦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⬦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⬦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⬦"/>
              <a:defRPr sz="1600"/>
            </a:lvl9pPr>
          </a:lstStyle>
          <a:p/>
        </p:txBody>
      </p:sp>
      <p:sp>
        <p:nvSpPr>
          <p:cNvPr id="37" name="Google Shape;37;p7"/>
          <p:cNvSpPr txBox="1"/>
          <p:nvPr>
            <p:ph idx="2" type="body"/>
          </p:nvPr>
        </p:nvSpPr>
        <p:spPr>
          <a:xfrm>
            <a:off x="3798226" y="1419658"/>
            <a:ext cx="2132700" cy="34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◈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◆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◇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⬥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⬦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⬦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⬦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⬦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⬦"/>
              <a:defRPr sz="1600"/>
            </a:lvl9pPr>
          </a:lstStyle>
          <a:p/>
        </p:txBody>
      </p:sp>
      <p:sp>
        <p:nvSpPr>
          <p:cNvPr id="38" name="Google Shape;38;p7"/>
          <p:cNvSpPr txBox="1"/>
          <p:nvPr>
            <p:ph idx="3" type="body"/>
          </p:nvPr>
        </p:nvSpPr>
        <p:spPr>
          <a:xfrm>
            <a:off x="6040277" y="1419658"/>
            <a:ext cx="2132700" cy="34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◈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◆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◇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⬥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⬦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⬦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⬦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⬦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⬦"/>
              <a:defRPr sz="1600"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7899350" y="409842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0" name="Google Shape;40;p7"/>
          <p:cNvCxnSpPr/>
          <p:nvPr/>
        </p:nvCxnSpPr>
        <p:spPr>
          <a:xfrm>
            <a:off x="1664750" y="1357125"/>
            <a:ext cx="65262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1556175" y="719375"/>
            <a:ext cx="66168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7899350" y="409842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4" name="Google Shape;44;p8"/>
          <p:cNvCxnSpPr/>
          <p:nvPr/>
        </p:nvCxnSpPr>
        <p:spPr>
          <a:xfrm>
            <a:off x="1664750" y="1357125"/>
            <a:ext cx="65262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idx="1" type="body"/>
          </p:nvPr>
        </p:nvSpPr>
        <p:spPr>
          <a:xfrm>
            <a:off x="1592350" y="3640275"/>
            <a:ext cx="6562500" cy="5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i="1" sz="1600">
                <a:solidFill>
                  <a:srgbClr val="666666"/>
                </a:solidFill>
              </a:defRPr>
            </a:lvl1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7899350" y="409842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8" name="Google Shape;48;p9"/>
          <p:cNvCxnSpPr/>
          <p:nvPr/>
        </p:nvCxnSpPr>
        <p:spPr>
          <a:xfrm>
            <a:off x="1706950" y="3643125"/>
            <a:ext cx="63213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right">
  <p:cSld name="CAPTION_ONLY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6657400" y="838500"/>
            <a:ext cx="1497600" cy="332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i="1" sz="1600">
                <a:solidFill>
                  <a:srgbClr val="666666"/>
                </a:solidFill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7899350" y="409842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2" name="Google Shape;52;p10"/>
          <p:cNvCxnSpPr/>
          <p:nvPr/>
        </p:nvCxnSpPr>
        <p:spPr>
          <a:xfrm>
            <a:off x="6428800" y="990300"/>
            <a:ext cx="0" cy="31227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idx="12" type="sldNum"/>
          </p:nvPr>
        </p:nvSpPr>
        <p:spPr>
          <a:xfrm>
            <a:off x="7899350" y="409842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5.xml"/><Relationship Id="rId10" Type="http://schemas.openxmlformats.org/officeDocument/2006/relationships/slideLayout" Target="../slideLayouts/slideLayout4.xml"/><Relationship Id="rId13" Type="http://schemas.openxmlformats.org/officeDocument/2006/relationships/slideLayout" Target="../slideLayouts/slideLayout7.xml"/><Relationship Id="rId12" Type="http://schemas.openxmlformats.org/officeDocument/2006/relationships/slideLayout" Target="../slideLayouts/slideLayout6.xml"/><Relationship Id="rId1" Type="http://schemas.openxmlformats.org/officeDocument/2006/relationships/image" Target="../media/image21.jpg"/><Relationship Id="rId2" Type="http://schemas.openxmlformats.org/officeDocument/2006/relationships/image" Target="../media/image5.png"/><Relationship Id="rId3" Type="http://schemas.openxmlformats.org/officeDocument/2006/relationships/hyperlink" Target="https://www.redhat.com" TargetMode="External"/><Relationship Id="rId4" Type="http://schemas.openxmlformats.org/officeDocument/2006/relationships/image" Target="../media/image1.png"/><Relationship Id="rId9" Type="http://schemas.openxmlformats.org/officeDocument/2006/relationships/slideLayout" Target="../slideLayouts/slideLayout3.xml"/><Relationship Id="rId15" Type="http://schemas.openxmlformats.org/officeDocument/2006/relationships/slideLayout" Target="../slideLayouts/slideLayout9.xml"/><Relationship Id="rId14" Type="http://schemas.openxmlformats.org/officeDocument/2006/relationships/slideLayout" Target="../slideLayouts/slideLayout8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0.xml"/><Relationship Id="rId5" Type="http://schemas.openxmlformats.org/officeDocument/2006/relationships/hyperlink" Target="https://twitter.com/phillipkruger" TargetMode="External"/><Relationship Id="rId6" Type="http://schemas.openxmlformats.org/officeDocument/2006/relationships/hyperlink" Target="https://twitter.com/phillipkruger" TargetMode="External"/><Relationship Id="rId7" Type="http://schemas.openxmlformats.org/officeDocument/2006/relationships/slideLayout" Target="../slideLayouts/slideLayout1.xml"/><Relationship Id="rId8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ibro.png" id="6" name="Google Shape;6;p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1556175" y="719375"/>
            <a:ext cx="66168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5212A"/>
              </a:buClr>
              <a:buSzPts val="2400"/>
              <a:buFont typeface="Oswald"/>
              <a:buNone/>
              <a:defRPr b="1" sz="2400">
                <a:solidFill>
                  <a:srgbClr val="25212A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5212A"/>
              </a:buClr>
              <a:buSzPts val="2400"/>
              <a:buFont typeface="Oswald"/>
              <a:buNone/>
              <a:defRPr b="1" sz="2400">
                <a:solidFill>
                  <a:srgbClr val="25212A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5212A"/>
              </a:buClr>
              <a:buSzPts val="2400"/>
              <a:buFont typeface="Oswald"/>
              <a:buNone/>
              <a:defRPr b="1" sz="2400">
                <a:solidFill>
                  <a:srgbClr val="25212A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5212A"/>
              </a:buClr>
              <a:buSzPts val="2400"/>
              <a:buFont typeface="Oswald"/>
              <a:buNone/>
              <a:defRPr b="1" sz="2400">
                <a:solidFill>
                  <a:srgbClr val="25212A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5212A"/>
              </a:buClr>
              <a:buSzPts val="2400"/>
              <a:buFont typeface="Oswald"/>
              <a:buNone/>
              <a:defRPr b="1" sz="2400">
                <a:solidFill>
                  <a:srgbClr val="25212A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5212A"/>
              </a:buClr>
              <a:buSzPts val="2400"/>
              <a:buFont typeface="Oswald"/>
              <a:buNone/>
              <a:defRPr b="1" sz="2400">
                <a:solidFill>
                  <a:srgbClr val="25212A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5212A"/>
              </a:buClr>
              <a:buSzPts val="2400"/>
              <a:buFont typeface="Oswald"/>
              <a:buNone/>
              <a:defRPr b="1" sz="2400">
                <a:solidFill>
                  <a:srgbClr val="25212A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5212A"/>
              </a:buClr>
              <a:buSzPts val="2400"/>
              <a:buFont typeface="Oswald"/>
              <a:buNone/>
              <a:defRPr b="1" sz="2400">
                <a:solidFill>
                  <a:srgbClr val="25212A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5212A"/>
              </a:buClr>
              <a:buSzPts val="2400"/>
              <a:buFont typeface="Oswald"/>
              <a:buNone/>
              <a:defRPr b="1" sz="2400">
                <a:solidFill>
                  <a:srgbClr val="25212A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1556175" y="1378821"/>
            <a:ext cx="6616800" cy="30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Clr>
                <a:srgbClr val="25212A"/>
              </a:buClr>
              <a:buSzPts val="3000"/>
              <a:buFont typeface="Tinos"/>
              <a:buChar char="◈"/>
              <a:defRPr sz="3000">
                <a:solidFill>
                  <a:srgbClr val="25212A"/>
                </a:solidFill>
                <a:latin typeface="Tinos"/>
                <a:ea typeface="Tinos"/>
                <a:cs typeface="Tinos"/>
                <a:sym typeface="Tinos"/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rgbClr val="25212A"/>
              </a:buClr>
              <a:buSzPts val="2400"/>
              <a:buFont typeface="Tinos"/>
              <a:buChar char="◆"/>
              <a:defRPr sz="2400">
                <a:solidFill>
                  <a:srgbClr val="25212A"/>
                </a:solidFill>
                <a:latin typeface="Tinos"/>
                <a:ea typeface="Tinos"/>
                <a:cs typeface="Tinos"/>
                <a:sym typeface="Tinos"/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rgbClr val="25212A"/>
              </a:buClr>
              <a:buSzPts val="2400"/>
              <a:buFont typeface="Tinos"/>
              <a:buChar char="◇"/>
              <a:defRPr sz="2400">
                <a:solidFill>
                  <a:srgbClr val="25212A"/>
                </a:solidFill>
                <a:latin typeface="Tinos"/>
                <a:ea typeface="Tinos"/>
                <a:cs typeface="Tinos"/>
                <a:sym typeface="Tinos"/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rgbClr val="25212A"/>
              </a:buClr>
              <a:buSzPts val="1800"/>
              <a:buFont typeface="Tinos"/>
              <a:buChar char="⬥"/>
              <a:defRPr sz="1800">
                <a:solidFill>
                  <a:srgbClr val="25212A"/>
                </a:solidFill>
                <a:latin typeface="Tinos"/>
                <a:ea typeface="Tinos"/>
                <a:cs typeface="Tinos"/>
                <a:sym typeface="Tinos"/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rgbClr val="25212A"/>
              </a:buClr>
              <a:buSzPts val="1800"/>
              <a:buFont typeface="Tinos"/>
              <a:buChar char="⬦"/>
              <a:defRPr sz="1800">
                <a:solidFill>
                  <a:srgbClr val="25212A"/>
                </a:solidFill>
                <a:latin typeface="Tinos"/>
                <a:ea typeface="Tinos"/>
                <a:cs typeface="Tinos"/>
                <a:sym typeface="Tinos"/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rgbClr val="25212A"/>
              </a:buClr>
              <a:buSzPts val="1800"/>
              <a:buFont typeface="Tinos"/>
              <a:buChar char="⬦"/>
              <a:defRPr sz="1800">
                <a:solidFill>
                  <a:srgbClr val="25212A"/>
                </a:solidFill>
                <a:latin typeface="Tinos"/>
                <a:ea typeface="Tinos"/>
                <a:cs typeface="Tinos"/>
                <a:sym typeface="Tinos"/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rgbClr val="25212A"/>
              </a:buClr>
              <a:buSzPts val="1800"/>
              <a:buFont typeface="Tinos"/>
              <a:buChar char="⬦"/>
              <a:defRPr sz="1800">
                <a:solidFill>
                  <a:srgbClr val="25212A"/>
                </a:solidFill>
                <a:latin typeface="Tinos"/>
                <a:ea typeface="Tinos"/>
                <a:cs typeface="Tinos"/>
                <a:sym typeface="Tinos"/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rgbClr val="25212A"/>
              </a:buClr>
              <a:buSzPts val="1800"/>
              <a:buFont typeface="Tinos"/>
              <a:buChar char="⬦"/>
              <a:defRPr sz="1800">
                <a:solidFill>
                  <a:srgbClr val="25212A"/>
                </a:solidFill>
                <a:latin typeface="Tinos"/>
                <a:ea typeface="Tinos"/>
                <a:cs typeface="Tinos"/>
                <a:sym typeface="Tinos"/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rgbClr val="25212A"/>
              </a:buClr>
              <a:buSzPts val="1800"/>
              <a:buFont typeface="Tinos"/>
              <a:buChar char="⬦"/>
              <a:defRPr sz="1800">
                <a:solidFill>
                  <a:srgbClr val="25212A"/>
                </a:solidFill>
                <a:latin typeface="Tinos"/>
                <a:ea typeface="Tinos"/>
                <a:cs typeface="Tinos"/>
                <a:sym typeface="Tinos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7899350" y="40984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200">
                <a:solidFill>
                  <a:srgbClr val="666666"/>
                </a:solidFill>
                <a:latin typeface="Tinos"/>
                <a:ea typeface="Tinos"/>
                <a:cs typeface="Tinos"/>
                <a:sym typeface="Tinos"/>
              </a:defRPr>
            </a:lvl1pPr>
            <a:lvl2pPr lvl="1" algn="r">
              <a:buNone/>
              <a:defRPr sz="1200">
                <a:solidFill>
                  <a:srgbClr val="666666"/>
                </a:solidFill>
                <a:latin typeface="Tinos"/>
                <a:ea typeface="Tinos"/>
                <a:cs typeface="Tinos"/>
                <a:sym typeface="Tinos"/>
              </a:defRPr>
            </a:lvl2pPr>
            <a:lvl3pPr lvl="2" algn="r">
              <a:buNone/>
              <a:defRPr sz="1200">
                <a:solidFill>
                  <a:srgbClr val="666666"/>
                </a:solidFill>
                <a:latin typeface="Tinos"/>
                <a:ea typeface="Tinos"/>
                <a:cs typeface="Tinos"/>
                <a:sym typeface="Tinos"/>
              </a:defRPr>
            </a:lvl3pPr>
            <a:lvl4pPr lvl="3" algn="r">
              <a:buNone/>
              <a:defRPr sz="1200">
                <a:solidFill>
                  <a:srgbClr val="666666"/>
                </a:solidFill>
                <a:latin typeface="Tinos"/>
                <a:ea typeface="Tinos"/>
                <a:cs typeface="Tinos"/>
                <a:sym typeface="Tinos"/>
              </a:defRPr>
            </a:lvl4pPr>
            <a:lvl5pPr lvl="4" algn="r">
              <a:buNone/>
              <a:defRPr sz="1200">
                <a:solidFill>
                  <a:srgbClr val="666666"/>
                </a:solidFill>
                <a:latin typeface="Tinos"/>
                <a:ea typeface="Tinos"/>
                <a:cs typeface="Tinos"/>
                <a:sym typeface="Tinos"/>
              </a:defRPr>
            </a:lvl5pPr>
            <a:lvl6pPr lvl="5" algn="r">
              <a:buNone/>
              <a:defRPr sz="1200">
                <a:solidFill>
                  <a:srgbClr val="666666"/>
                </a:solidFill>
                <a:latin typeface="Tinos"/>
                <a:ea typeface="Tinos"/>
                <a:cs typeface="Tinos"/>
                <a:sym typeface="Tinos"/>
              </a:defRPr>
            </a:lvl6pPr>
            <a:lvl7pPr lvl="6" algn="r">
              <a:buNone/>
              <a:defRPr sz="1200">
                <a:solidFill>
                  <a:srgbClr val="666666"/>
                </a:solidFill>
                <a:latin typeface="Tinos"/>
                <a:ea typeface="Tinos"/>
                <a:cs typeface="Tinos"/>
                <a:sym typeface="Tinos"/>
              </a:defRPr>
            </a:lvl7pPr>
            <a:lvl8pPr lvl="7" algn="r">
              <a:buNone/>
              <a:defRPr sz="1200">
                <a:solidFill>
                  <a:srgbClr val="666666"/>
                </a:solidFill>
                <a:latin typeface="Tinos"/>
                <a:ea typeface="Tinos"/>
                <a:cs typeface="Tinos"/>
                <a:sym typeface="Tinos"/>
              </a:defRPr>
            </a:lvl8pPr>
            <a:lvl9pPr lvl="8" algn="r">
              <a:buNone/>
              <a:defRPr sz="1200">
                <a:solidFill>
                  <a:srgbClr val="666666"/>
                </a:solidFill>
                <a:latin typeface="Tinos"/>
                <a:ea typeface="Tinos"/>
                <a:cs typeface="Tinos"/>
                <a:sym typeface="Tino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" name="Google Shape;10;p1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475" y="4841225"/>
            <a:ext cx="1099149" cy="2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>
            <a:hlinkClick r:id="rId5"/>
          </p:cNvPr>
          <p:cNvSpPr txBox="1"/>
          <p:nvPr/>
        </p:nvSpPr>
        <p:spPr>
          <a:xfrm>
            <a:off x="7693325" y="4778425"/>
            <a:ext cx="1277400" cy="2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@phillipkruger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2" name="Google Shape;12;p1">
            <a:hlinkClick r:id="rId6"/>
          </p:cNvPr>
          <p:cNvSpPr/>
          <p:nvPr/>
        </p:nvSpPr>
        <p:spPr>
          <a:xfrm>
            <a:off x="7548964" y="4868288"/>
            <a:ext cx="240577" cy="205876"/>
          </a:xfrm>
          <a:custGeom>
            <a:rect b="b" l="l" r="r" t="t"/>
            <a:pathLst>
              <a:path extrusionOk="0" h="7618" w="8902">
                <a:moveTo>
                  <a:pt x="7703" y="942"/>
                </a:moveTo>
                <a:lnTo>
                  <a:pt x="7660" y="1092"/>
                </a:lnTo>
                <a:lnTo>
                  <a:pt x="7618" y="1178"/>
                </a:lnTo>
                <a:lnTo>
                  <a:pt x="7553" y="1221"/>
                </a:lnTo>
                <a:lnTo>
                  <a:pt x="7446" y="1221"/>
                </a:lnTo>
                <a:lnTo>
                  <a:pt x="7425" y="1178"/>
                </a:lnTo>
                <a:lnTo>
                  <a:pt x="7446" y="1114"/>
                </a:lnTo>
                <a:lnTo>
                  <a:pt x="7511" y="1071"/>
                </a:lnTo>
                <a:lnTo>
                  <a:pt x="7596" y="1007"/>
                </a:lnTo>
                <a:lnTo>
                  <a:pt x="7703" y="942"/>
                </a:lnTo>
                <a:close/>
                <a:moveTo>
                  <a:pt x="1306" y="1007"/>
                </a:moveTo>
                <a:lnTo>
                  <a:pt x="1349" y="1049"/>
                </a:lnTo>
                <a:lnTo>
                  <a:pt x="1434" y="1178"/>
                </a:lnTo>
                <a:lnTo>
                  <a:pt x="1563" y="1392"/>
                </a:lnTo>
                <a:lnTo>
                  <a:pt x="1777" y="1584"/>
                </a:lnTo>
                <a:lnTo>
                  <a:pt x="1990" y="1777"/>
                </a:lnTo>
                <a:lnTo>
                  <a:pt x="2483" y="2098"/>
                </a:lnTo>
                <a:lnTo>
                  <a:pt x="2739" y="2248"/>
                </a:lnTo>
                <a:lnTo>
                  <a:pt x="2975" y="2376"/>
                </a:lnTo>
                <a:lnTo>
                  <a:pt x="3231" y="2504"/>
                </a:lnTo>
                <a:lnTo>
                  <a:pt x="3488" y="2654"/>
                </a:lnTo>
                <a:lnTo>
                  <a:pt x="3745" y="2761"/>
                </a:lnTo>
                <a:lnTo>
                  <a:pt x="3873" y="2825"/>
                </a:lnTo>
                <a:lnTo>
                  <a:pt x="4002" y="2847"/>
                </a:lnTo>
                <a:lnTo>
                  <a:pt x="4109" y="2868"/>
                </a:lnTo>
                <a:lnTo>
                  <a:pt x="4216" y="2868"/>
                </a:lnTo>
                <a:lnTo>
                  <a:pt x="4280" y="2847"/>
                </a:lnTo>
                <a:lnTo>
                  <a:pt x="4344" y="2804"/>
                </a:lnTo>
                <a:lnTo>
                  <a:pt x="4387" y="2782"/>
                </a:lnTo>
                <a:lnTo>
                  <a:pt x="4408" y="2718"/>
                </a:lnTo>
                <a:lnTo>
                  <a:pt x="4451" y="2611"/>
                </a:lnTo>
                <a:lnTo>
                  <a:pt x="4472" y="2312"/>
                </a:lnTo>
                <a:lnTo>
                  <a:pt x="4494" y="2162"/>
                </a:lnTo>
                <a:lnTo>
                  <a:pt x="4558" y="2034"/>
                </a:lnTo>
                <a:lnTo>
                  <a:pt x="4622" y="1905"/>
                </a:lnTo>
                <a:lnTo>
                  <a:pt x="4708" y="1777"/>
                </a:lnTo>
                <a:lnTo>
                  <a:pt x="4815" y="1670"/>
                </a:lnTo>
                <a:lnTo>
                  <a:pt x="4922" y="1584"/>
                </a:lnTo>
                <a:lnTo>
                  <a:pt x="5050" y="1499"/>
                </a:lnTo>
                <a:lnTo>
                  <a:pt x="5178" y="1413"/>
                </a:lnTo>
                <a:lnTo>
                  <a:pt x="5457" y="1306"/>
                </a:lnTo>
                <a:lnTo>
                  <a:pt x="5735" y="1221"/>
                </a:lnTo>
                <a:lnTo>
                  <a:pt x="6034" y="1178"/>
                </a:lnTo>
                <a:lnTo>
                  <a:pt x="6334" y="1156"/>
                </a:lnTo>
                <a:lnTo>
                  <a:pt x="6612" y="1199"/>
                </a:lnTo>
                <a:lnTo>
                  <a:pt x="6762" y="1221"/>
                </a:lnTo>
                <a:lnTo>
                  <a:pt x="6911" y="1285"/>
                </a:lnTo>
                <a:lnTo>
                  <a:pt x="7018" y="1349"/>
                </a:lnTo>
                <a:lnTo>
                  <a:pt x="7125" y="1435"/>
                </a:lnTo>
                <a:lnTo>
                  <a:pt x="7232" y="1541"/>
                </a:lnTo>
                <a:lnTo>
                  <a:pt x="7318" y="1648"/>
                </a:lnTo>
                <a:lnTo>
                  <a:pt x="7382" y="1777"/>
                </a:lnTo>
                <a:lnTo>
                  <a:pt x="7446" y="1927"/>
                </a:lnTo>
                <a:lnTo>
                  <a:pt x="7532" y="2205"/>
                </a:lnTo>
                <a:lnTo>
                  <a:pt x="7575" y="2504"/>
                </a:lnTo>
                <a:lnTo>
                  <a:pt x="7596" y="2804"/>
                </a:lnTo>
                <a:lnTo>
                  <a:pt x="7596" y="3082"/>
                </a:lnTo>
                <a:lnTo>
                  <a:pt x="7553" y="3210"/>
                </a:lnTo>
                <a:lnTo>
                  <a:pt x="7511" y="3317"/>
                </a:lnTo>
                <a:lnTo>
                  <a:pt x="7382" y="3553"/>
                </a:lnTo>
                <a:lnTo>
                  <a:pt x="7254" y="3767"/>
                </a:lnTo>
                <a:lnTo>
                  <a:pt x="7211" y="3895"/>
                </a:lnTo>
                <a:lnTo>
                  <a:pt x="7190" y="4002"/>
                </a:lnTo>
                <a:lnTo>
                  <a:pt x="7147" y="4237"/>
                </a:lnTo>
                <a:lnTo>
                  <a:pt x="7061" y="4473"/>
                </a:lnTo>
                <a:lnTo>
                  <a:pt x="6954" y="4708"/>
                </a:lnTo>
                <a:lnTo>
                  <a:pt x="6826" y="4901"/>
                </a:lnTo>
                <a:lnTo>
                  <a:pt x="6676" y="5136"/>
                </a:lnTo>
                <a:lnTo>
                  <a:pt x="6505" y="5371"/>
                </a:lnTo>
                <a:lnTo>
                  <a:pt x="6141" y="5778"/>
                </a:lnTo>
                <a:lnTo>
                  <a:pt x="5735" y="6206"/>
                </a:lnTo>
                <a:lnTo>
                  <a:pt x="5521" y="6420"/>
                </a:lnTo>
                <a:lnTo>
                  <a:pt x="5285" y="6591"/>
                </a:lnTo>
                <a:lnTo>
                  <a:pt x="4879" y="6805"/>
                </a:lnTo>
                <a:lnTo>
                  <a:pt x="4665" y="6912"/>
                </a:lnTo>
                <a:lnTo>
                  <a:pt x="4430" y="6997"/>
                </a:lnTo>
                <a:lnTo>
                  <a:pt x="4301" y="7040"/>
                </a:lnTo>
                <a:lnTo>
                  <a:pt x="4151" y="7062"/>
                </a:lnTo>
                <a:lnTo>
                  <a:pt x="3873" y="7104"/>
                </a:lnTo>
                <a:lnTo>
                  <a:pt x="2953" y="7104"/>
                </a:lnTo>
                <a:lnTo>
                  <a:pt x="2611" y="7062"/>
                </a:lnTo>
                <a:lnTo>
                  <a:pt x="2290" y="7040"/>
                </a:lnTo>
                <a:lnTo>
                  <a:pt x="1969" y="6976"/>
                </a:lnTo>
                <a:lnTo>
                  <a:pt x="1712" y="6912"/>
                </a:lnTo>
                <a:lnTo>
                  <a:pt x="1477" y="6805"/>
                </a:lnTo>
                <a:lnTo>
                  <a:pt x="1242" y="6676"/>
                </a:lnTo>
                <a:lnTo>
                  <a:pt x="985" y="6569"/>
                </a:lnTo>
                <a:lnTo>
                  <a:pt x="1028" y="6527"/>
                </a:lnTo>
                <a:lnTo>
                  <a:pt x="1070" y="6505"/>
                </a:lnTo>
                <a:lnTo>
                  <a:pt x="1177" y="6484"/>
                </a:lnTo>
                <a:lnTo>
                  <a:pt x="1413" y="6441"/>
                </a:lnTo>
                <a:lnTo>
                  <a:pt x="1819" y="6356"/>
                </a:lnTo>
                <a:lnTo>
                  <a:pt x="2119" y="6270"/>
                </a:lnTo>
                <a:lnTo>
                  <a:pt x="2269" y="6206"/>
                </a:lnTo>
                <a:lnTo>
                  <a:pt x="2397" y="6142"/>
                </a:lnTo>
                <a:lnTo>
                  <a:pt x="2504" y="6056"/>
                </a:lnTo>
                <a:lnTo>
                  <a:pt x="2590" y="5949"/>
                </a:lnTo>
                <a:lnTo>
                  <a:pt x="2675" y="5821"/>
                </a:lnTo>
                <a:lnTo>
                  <a:pt x="2739" y="5671"/>
                </a:lnTo>
                <a:lnTo>
                  <a:pt x="2825" y="5393"/>
                </a:lnTo>
                <a:lnTo>
                  <a:pt x="2846" y="5243"/>
                </a:lnTo>
                <a:lnTo>
                  <a:pt x="2846" y="5179"/>
                </a:lnTo>
                <a:lnTo>
                  <a:pt x="2825" y="5136"/>
                </a:lnTo>
                <a:lnTo>
                  <a:pt x="2761" y="5072"/>
                </a:lnTo>
                <a:lnTo>
                  <a:pt x="2675" y="5029"/>
                </a:lnTo>
                <a:lnTo>
                  <a:pt x="2504" y="4986"/>
                </a:lnTo>
                <a:lnTo>
                  <a:pt x="2226" y="4943"/>
                </a:lnTo>
                <a:lnTo>
                  <a:pt x="1969" y="4879"/>
                </a:lnTo>
                <a:lnTo>
                  <a:pt x="1734" y="4772"/>
                </a:lnTo>
                <a:lnTo>
                  <a:pt x="1456" y="4644"/>
                </a:lnTo>
                <a:lnTo>
                  <a:pt x="1798" y="4473"/>
                </a:lnTo>
                <a:lnTo>
                  <a:pt x="2140" y="4344"/>
                </a:lnTo>
                <a:lnTo>
                  <a:pt x="2269" y="4280"/>
                </a:lnTo>
                <a:lnTo>
                  <a:pt x="2333" y="4216"/>
                </a:lnTo>
                <a:lnTo>
                  <a:pt x="2376" y="4173"/>
                </a:lnTo>
                <a:lnTo>
                  <a:pt x="2397" y="4109"/>
                </a:lnTo>
                <a:lnTo>
                  <a:pt x="2376" y="4045"/>
                </a:lnTo>
                <a:lnTo>
                  <a:pt x="2354" y="3981"/>
                </a:lnTo>
                <a:lnTo>
                  <a:pt x="2290" y="3916"/>
                </a:lnTo>
                <a:lnTo>
                  <a:pt x="2226" y="3874"/>
                </a:lnTo>
                <a:lnTo>
                  <a:pt x="2140" y="3874"/>
                </a:lnTo>
                <a:lnTo>
                  <a:pt x="1990" y="3831"/>
                </a:lnTo>
                <a:lnTo>
                  <a:pt x="1905" y="3788"/>
                </a:lnTo>
                <a:lnTo>
                  <a:pt x="1841" y="3745"/>
                </a:lnTo>
                <a:lnTo>
                  <a:pt x="1712" y="3617"/>
                </a:lnTo>
                <a:lnTo>
                  <a:pt x="1563" y="3446"/>
                </a:lnTo>
                <a:lnTo>
                  <a:pt x="1456" y="3253"/>
                </a:lnTo>
                <a:lnTo>
                  <a:pt x="1220" y="2847"/>
                </a:lnTo>
                <a:lnTo>
                  <a:pt x="1434" y="2740"/>
                </a:lnTo>
                <a:lnTo>
                  <a:pt x="1541" y="2697"/>
                </a:lnTo>
                <a:lnTo>
                  <a:pt x="1648" y="2633"/>
                </a:lnTo>
                <a:lnTo>
                  <a:pt x="1712" y="2547"/>
                </a:lnTo>
                <a:lnTo>
                  <a:pt x="1734" y="2526"/>
                </a:lnTo>
                <a:lnTo>
                  <a:pt x="1734" y="2483"/>
                </a:lnTo>
                <a:lnTo>
                  <a:pt x="1734" y="2419"/>
                </a:lnTo>
                <a:lnTo>
                  <a:pt x="1712" y="2376"/>
                </a:lnTo>
                <a:lnTo>
                  <a:pt x="1605" y="2248"/>
                </a:lnTo>
                <a:lnTo>
                  <a:pt x="1413" y="2055"/>
                </a:lnTo>
                <a:lnTo>
                  <a:pt x="1327" y="1969"/>
                </a:lnTo>
                <a:lnTo>
                  <a:pt x="1284" y="1905"/>
                </a:lnTo>
                <a:lnTo>
                  <a:pt x="1263" y="1841"/>
                </a:lnTo>
                <a:lnTo>
                  <a:pt x="1242" y="1627"/>
                </a:lnTo>
                <a:lnTo>
                  <a:pt x="1242" y="1413"/>
                </a:lnTo>
                <a:lnTo>
                  <a:pt x="1306" y="1007"/>
                </a:lnTo>
                <a:close/>
                <a:moveTo>
                  <a:pt x="8152" y="1"/>
                </a:moveTo>
                <a:lnTo>
                  <a:pt x="8067" y="44"/>
                </a:lnTo>
                <a:lnTo>
                  <a:pt x="8003" y="87"/>
                </a:lnTo>
                <a:lnTo>
                  <a:pt x="7874" y="215"/>
                </a:lnTo>
                <a:lnTo>
                  <a:pt x="7767" y="343"/>
                </a:lnTo>
                <a:lnTo>
                  <a:pt x="7660" y="472"/>
                </a:lnTo>
                <a:lnTo>
                  <a:pt x="7532" y="579"/>
                </a:lnTo>
                <a:lnTo>
                  <a:pt x="7361" y="707"/>
                </a:lnTo>
                <a:lnTo>
                  <a:pt x="7254" y="771"/>
                </a:lnTo>
                <a:lnTo>
                  <a:pt x="7168" y="835"/>
                </a:lnTo>
                <a:lnTo>
                  <a:pt x="7083" y="857"/>
                </a:lnTo>
                <a:lnTo>
                  <a:pt x="6997" y="857"/>
                </a:lnTo>
                <a:lnTo>
                  <a:pt x="6826" y="835"/>
                </a:lnTo>
                <a:lnTo>
                  <a:pt x="6633" y="793"/>
                </a:lnTo>
                <a:lnTo>
                  <a:pt x="6462" y="750"/>
                </a:lnTo>
                <a:lnTo>
                  <a:pt x="6098" y="750"/>
                </a:lnTo>
                <a:lnTo>
                  <a:pt x="5927" y="771"/>
                </a:lnTo>
                <a:lnTo>
                  <a:pt x="5735" y="814"/>
                </a:lnTo>
                <a:lnTo>
                  <a:pt x="5392" y="921"/>
                </a:lnTo>
                <a:lnTo>
                  <a:pt x="5071" y="1071"/>
                </a:lnTo>
                <a:lnTo>
                  <a:pt x="4815" y="1242"/>
                </a:lnTo>
                <a:lnTo>
                  <a:pt x="4579" y="1435"/>
                </a:lnTo>
                <a:lnTo>
                  <a:pt x="4451" y="1541"/>
                </a:lnTo>
                <a:lnTo>
                  <a:pt x="4365" y="1670"/>
                </a:lnTo>
                <a:lnTo>
                  <a:pt x="4280" y="1798"/>
                </a:lnTo>
                <a:lnTo>
                  <a:pt x="4216" y="1927"/>
                </a:lnTo>
                <a:lnTo>
                  <a:pt x="4216" y="2012"/>
                </a:lnTo>
                <a:lnTo>
                  <a:pt x="4194" y="2098"/>
                </a:lnTo>
                <a:lnTo>
                  <a:pt x="4194" y="2183"/>
                </a:lnTo>
                <a:lnTo>
                  <a:pt x="4194" y="2248"/>
                </a:lnTo>
                <a:lnTo>
                  <a:pt x="4151" y="2312"/>
                </a:lnTo>
                <a:lnTo>
                  <a:pt x="4130" y="2333"/>
                </a:lnTo>
                <a:lnTo>
                  <a:pt x="4087" y="2333"/>
                </a:lnTo>
                <a:lnTo>
                  <a:pt x="4002" y="2312"/>
                </a:lnTo>
                <a:lnTo>
                  <a:pt x="3809" y="2226"/>
                </a:lnTo>
                <a:lnTo>
                  <a:pt x="3638" y="2141"/>
                </a:lnTo>
                <a:lnTo>
                  <a:pt x="3039" y="1820"/>
                </a:lnTo>
                <a:lnTo>
                  <a:pt x="2739" y="1670"/>
                </a:lnTo>
                <a:lnTo>
                  <a:pt x="2461" y="1499"/>
                </a:lnTo>
                <a:lnTo>
                  <a:pt x="2183" y="1306"/>
                </a:lnTo>
                <a:lnTo>
                  <a:pt x="1948" y="1092"/>
                </a:lnTo>
                <a:lnTo>
                  <a:pt x="1712" y="835"/>
                </a:lnTo>
                <a:lnTo>
                  <a:pt x="1627" y="707"/>
                </a:lnTo>
                <a:lnTo>
                  <a:pt x="1520" y="557"/>
                </a:lnTo>
                <a:lnTo>
                  <a:pt x="1456" y="450"/>
                </a:lnTo>
                <a:lnTo>
                  <a:pt x="1391" y="408"/>
                </a:lnTo>
                <a:lnTo>
                  <a:pt x="1306" y="408"/>
                </a:lnTo>
                <a:lnTo>
                  <a:pt x="1242" y="450"/>
                </a:lnTo>
                <a:lnTo>
                  <a:pt x="1177" y="493"/>
                </a:lnTo>
                <a:lnTo>
                  <a:pt x="1113" y="579"/>
                </a:lnTo>
                <a:lnTo>
                  <a:pt x="1006" y="750"/>
                </a:lnTo>
                <a:lnTo>
                  <a:pt x="963" y="921"/>
                </a:lnTo>
                <a:lnTo>
                  <a:pt x="921" y="1114"/>
                </a:lnTo>
                <a:lnTo>
                  <a:pt x="856" y="1499"/>
                </a:lnTo>
                <a:lnTo>
                  <a:pt x="835" y="1755"/>
                </a:lnTo>
                <a:lnTo>
                  <a:pt x="835" y="1969"/>
                </a:lnTo>
                <a:lnTo>
                  <a:pt x="878" y="2076"/>
                </a:lnTo>
                <a:lnTo>
                  <a:pt x="899" y="2162"/>
                </a:lnTo>
                <a:lnTo>
                  <a:pt x="963" y="2269"/>
                </a:lnTo>
                <a:lnTo>
                  <a:pt x="1049" y="2376"/>
                </a:lnTo>
                <a:lnTo>
                  <a:pt x="899" y="2419"/>
                </a:lnTo>
                <a:lnTo>
                  <a:pt x="814" y="2462"/>
                </a:lnTo>
                <a:lnTo>
                  <a:pt x="750" y="2547"/>
                </a:lnTo>
                <a:lnTo>
                  <a:pt x="707" y="2654"/>
                </a:lnTo>
                <a:lnTo>
                  <a:pt x="707" y="2761"/>
                </a:lnTo>
                <a:lnTo>
                  <a:pt x="728" y="2889"/>
                </a:lnTo>
                <a:lnTo>
                  <a:pt x="771" y="3039"/>
                </a:lnTo>
                <a:lnTo>
                  <a:pt x="835" y="3168"/>
                </a:lnTo>
                <a:lnTo>
                  <a:pt x="985" y="3467"/>
                </a:lnTo>
                <a:lnTo>
                  <a:pt x="1156" y="3745"/>
                </a:lnTo>
                <a:lnTo>
                  <a:pt x="1434" y="4130"/>
                </a:lnTo>
                <a:lnTo>
                  <a:pt x="1349" y="4130"/>
                </a:lnTo>
                <a:lnTo>
                  <a:pt x="1199" y="4173"/>
                </a:lnTo>
                <a:lnTo>
                  <a:pt x="1028" y="4237"/>
                </a:lnTo>
                <a:lnTo>
                  <a:pt x="942" y="4280"/>
                </a:lnTo>
                <a:lnTo>
                  <a:pt x="899" y="4344"/>
                </a:lnTo>
                <a:lnTo>
                  <a:pt x="878" y="4409"/>
                </a:lnTo>
                <a:lnTo>
                  <a:pt x="899" y="4558"/>
                </a:lnTo>
                <a:lnTo>
                  <a:pt x="942" y="4687"/>
                </a:lnTo>
                <a:lnTo>
                  <a:pt x="985" y="4815"/>
                </a:lnTo>
                <a:lnTo>
                  <a:pt x="1113" y="4965"/>
                </a:lnTo>
                <a:lnTo>
                  <a:pt x="1263" y="5093"/>
                </a:lnTo>
                <a:lnTo>
                  <a:pt x="1413" y="5200"/>
                </a:lnTo>
                <a:lnTo>
                  <a:pt x="1605" y="5286"/>
                </a:lnTo>
                <a:lnTo>
                  <a:pt x="1798" y="5350"/>
                </a:lnTo>
                <a:lnTo>
                  <a:pt x="1990" y="5393"/>
                </a:lnTo>
                <a:lnTo>
                  <a:pt x="2376" y="5478"/>
                </a:lnTo>
                <a:lnTo>
                  <a:pt x="2333" y="5564"/>
                </a:lnTo>
                <a:lnTo>
                  <a:pt x="2269" y="5628"/>
                </a:lnTo>
                <a:lnTo>
                  <a:pt x="2204" y="5714"/>
                </a:lnTo>
                <a:lnTo>
                  <a:pt x="2119" y="5756"/>
                </a:lnTo>
                <a:lnTo>
                  <a:pt x="1926" y="5863"/>
                </a:lnTo>
                <a:lnTo>
                  <a:pt x="1691" y="5928"/>
                </a:lnTo>
                <a:lnTo>
                  <a:pt x="1456" y="5992"/>
                </a:lnTo>
                <a:lnTo>
                  <a:pt x="1220" y="6013"/>
                </a:lnTo>
                <a:lnTo>
                  <a:pt x="814" y="6077"/>
                </a:lnTo>
                <a:lnTo>
                  <a:pt x="643" y="6099"/>
                </a:lnTo>
                <a:lnTo>
                  <a:pt x="450" y="6099"/>
                </a:lnTo>
                <a:lnTo>
                  <a:pt x="236" y="6142"/>
                </a:lnTo>
                <a:lnTo>
                  <a:pt x="150" y="6163"/>
                </a:lnTo>
                <a:lnTo>
                  <a:pt x="86" y="6206"/>
                </a:lnTo>
                <a:lnTo>
                  <a:pt x="22" y="6270"/>
                </a:lnTo>
                <a:lnTo>
                  <a:pt x="1" y="6334"/>
                </a:lnTo>
                <a:lnTo>
                  <a:pt x="1" y="6398"/>
                </a:lnTo>
                <a:lnTo>
                  <a:pt x="22" y="6463"/>
                </a:lnTo>
                <a:lnTo>
                  <a:pt x="86" y="6591"/>
                </a:lnTo>
                <a:lnTo>
                  <a:pt x="193" y="6698"/>
                </a:lnTo>
                <a:lnTo>
                  <a:pt x="364" y="6826"/>
                </a:lnTo>
                <a:lnTo>
                  <a:pt x="536" y="6955"/>
                </a:lnTo>
                <a:lnTo>
                  <a:pt x="707" y="7062"/>
                </a:lnTo>
                <a:lnTo>
                  <a:pt x="899" y="7169"/>
                </a:lnTo>
                <a:lnTo>
                  <a:pt x="1092" y="7254"/>
                </a:lnTo>
                <a:lnTo>
                  <a:pt x="1306" y="7318"/>
                </a:lnTo>
                <a:lnTo>
                  <a:pt x="1712" y="7447"/>
                </a:lnTo>
                <a:lnTo>
                  <a:pt x="2140" y="7532"/>
                </a:lnTo>
                <a:lnTo>
                  <a:pt x="2568" y="7575"/>
                </a:lnTo>
                <a:lnTo>
                  <a:pt x="2996" y="7596"/>
                </a:lnTo>
                <a:lnTo>
                  <a:pt x="3424" y="7596"/>
                </a:lnTo>
                <a:lnTo>
                  <a:pt x="3852" y="7618"/>
                </a:lnTo>
                <a:lnTo>
                  <a:pt x="4258" y="7596"/>
                </a:lnTo>
                <a:lnTo>
                  <a:pt x="4451" y="7575"/>
                </a:lnTo>
                <a:lnTo>
                  <a:pt x="4644" y="7532"/>
                </a:lnTo>
                <a:lnTo>
                  <a:pt x="4836" y="7468"/>
                </a:lnTo>
                <a:lnTo>
                  <a:pt x="5050" y="7383"/>
                </a:lnTo>
                <a:lnTo>
                  <a:pt x="5414" y="7169"/>
                </a:lnTo>
                <a:lnTo>
                  <a:pt x="5778" y="6933"/>
                </a:lnTo>
                <a:lnTo>
                  <a:pt x="6120" y="6676"/>
                </a:lnTo>
                <a:lnTo>
                  <a:pt x="6441" y="6398"/>
                </a:lnTo>
                <a:lnTo>
                  <a:pt x="6569" y="6249"/>
                </a:lnTo>
                <a:lnTo>
                  <a:pt x="6676" y="6077"/>
                </a:lnTo>
                <a:lnTo>
                  <a:pt x="6890" y="5756"/>
                </a:lnTo>
                <a:lnTo>
                  <a:pt x="7147" y="5436"/>
                </a:lnTo>
                <a:lnTo>
                  <a:pt x="7382" y="5115"/>
                </a:lnTo>
                <a:lnTo>
                  <a:pt x="7575" y="4815"/>
                </a:lnTo>
                <a:lnTo>
                  <a:pt x="7746" y="4494"/>
                </a:lnTo>
                <a:lnTo>
                  <a:pt x="7896" y="4173"/>
                </a:lnTo>
                <a:lnTo>
                  <a:pt x="8003" y="3831"/>
                </a:lnTo>
                <a:lnTo>
                  <a:pt x="8045" y="3617"/>
                </a:lnTo>
                <a:lnTo>
                  <a:pt x="8067" y="3403"/>
                </a:lnTo>
                <a:lnTo>
                  <a:pt x="8067" y="3189"/>
                </a:lnTo>
                <a:lnTo>
                  <a:pt x="8067" y="2954"/>
                </a:lnTo>
                <a:lnTo>
                  <a:pt x="8045" y="2697"/>
                </a:lnTo>
                <a:lnTo>
                  <a:pt x="8003" y="2440"/>
                </a:lnTo>
                <a:lnTo>
                  <a:pt x="7981" y="2312"/>
                </a:lnTo>
                <a:lnTo>
                  <a:pt x="8003" y="2248"/>
                </a:lnTo>
                <a:lnTo>
                  <a:pt x="8067" y="2205"/>
                </a:lnTo>
                <a:lnTo>
                  <a:pt x="8174" y="2183"/>
                </a:lnTo>
                <a:lnTo>
                  <a:pt x="8366" y="2119"/>
                </a:lnTo>
                <a:lnTo>
                  <a:pt x="8602" y="2034"/>
                </a:lnTo>
                <a:lnTo>
                  <a:pt x="8687" y="1969"/>
                </a:lnTo>
                <a:lnTo>
                  <a:pt x="8773" y="1905"/>
                </a:lnTo>
                <a:lnTo>
                  <a:pt x="8837" y="1820"/>
                </a:lnTo>
                <a:lnTo>
                  <a:pt x="8880" y="1734"/>
                </a:lnTo>
                <a:lnTo>
                  <a:pt x="8901" y="1606"/>
                </a:lnTo>
                <a:lnTo>
                  <a:pt x="8880" y="1541"/>
                </a:lnTo>
                <a:lnTo>
                  <a:pt x="8816" y="1477"/>
                </a:lnTo>
                <a:lnTo>
                  <a:pt x="8730" y="1435"/>
                </a:lnTo>
                <a:lnTo>
                  <a:pt x="8538" y="1413"/>
                </a:lnTo>
                <a:lnTo>
                  <a:pt x="8345" y="1392"/>
                </a:lnTo>
                <a:lnTo>
                  <a:pt x="7938" y="1392"/>
                </a:lnTo>
                <a:lnTo>
                  <a:pt x="8067" y="1114"/>
                </a:lnTo>
                <a:lnTo>
                  <a:pt x="8131" y="964"/>
                </a:lnTo>
                <a:lnTo>
                  <a:pt x="8174" y="793"/>
                </a:lnTo>
                <a:lnTo>
                  <a:pt x="8195" y="664"/>
                </a:lnTo>
                <a:lnTo>
                  <a:pt x="8238" y="514"/>
                </a:lnTo>
                <a:lnTo>
                  <a:pt x="8302" y="386"/>
                </a:lnTo>
                <a:lnTo>
                  <a:pt x="8345" y="322"/>
                </a:lnTo>
                <a:lnTo>
                  <a:pt x="8366" y="258"/>
                </a:lnTo>
                <a:lnTo>
                  <a:pt x="8366" y="151"/>
                </a:lnTo>
                <a:lnTo>
                  <a:pt x="8345" y="87"/>
                </a:lnTo>
                <a:lnTo>
                  <a:pt x="8324" y="44"/>
                </a:lnTo>
                <a:lnTo>
                  <a:pt x="8281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7"/>
    <p:sldLayoutId id="2147483649" r:id="rId8"/>
    <p:sldLayoutId id="2147483650" r:id="rId9"/>
    <p:sldLayoutId id="2147483651" r:id="rId10"/>
    <p:sldLayoutId id="2147483652" r:id="rId11"/>
    <p:sldLayoutId id="2147483653" r:id="rId12"/>
    <p:sldLayoutId id="2147483654" r:id="rId13"/>
    <p:sldLayoutId id="2147483655" r:id="rId14"/>
    <p:sldLayoutId id="2147483656" r:id="rId15"/>
    <p:sldLayoutId id="2147483657" r:id="rId1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://facebook.github.io/graphql" TargetMode="External"/><Relationship Id="rId4" Type="http://schemas.openxmlformats.org/officeDocument/2006/relationships/image" Target="../media/image2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www.howtographql.com/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www.howtographql.com/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www.howtographql.com/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www.graphql-java.com/" TargetMode="External"/><Relationship Id="rId4" Type="http://schemas.openxmlformats.org/officeDocument/2006/relationships/hyperlink" Target="https://github.com/leangen/graphql-spqr" TargetMode="External"/><Relationship Id="rId9" Type="http://schemas.openxmlformats.org/officeDocument/2006/relationships/image" Target="../media/image15.png"/><Relationship Id="rId5" Type="http://schemas.openxmlformats.org/officeDocument/2006/relationships/hyperlink" Target="https://twitter.com/andimarek" TargetMode="External"/><Relationship Id="rId6" Type="http://schemas.openxmlformats.org/officeDocument/2006/relationships/hyperlink" Target="https://twitter.com/kaqqao" TargetMode="External"/><Relationship Id="rId7" Type="http://schemas.openxmlformats.org/officeDocument/2006/relationships/hyperlink" Target="https://twitter.com/kaqqao" TargetMode="External"/><Relationship Id="rId8" Type="http://schemas.openxmlformats.org/officeDocument/2006/relationships/image" Target="../media/image2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www.howtographql.com/graphql-java/0-introduction/" TargetMode="External"/><Relationship Id="rId4" Type="http://schemas.openxmlformats.org/officeDocument/2006/relationships/hyperlink" Target="https://www.graphql-java.com/" TargetMode="External"/><Relationship Id="rId5" Type="http://schemas.openxmlformats.org/officeDocument/2006/relationships/hyperlink" Target="https://github.com/leangen/graphql-spqr" TargetMode="External"/><Relationship Id="rId6" Type="http://schemas.openxmlformats.org/officeDocument/2006/relationships/hyperlink" Target="https://www.phillip-kruger.com/post/graphql_on_wildfly_swarm/" TargetMode="External"/><Relationship Id="rId7" Type="http://schemas.openxmlformats.org/officeDocument/2006/relationships/hyperlink" Target="https://github.com/phillip-kruger/membership" TargetMode="External"/><Relationship Id="rId8" Type="http://schemas.openxmlformats.org/officeDocument/2006/relationships/hyperlink" Target="https://jefrajames.wordpress.com/2019/03/08/graphql-with-kumuluzee/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30.png"/><Relationship Id="rId6" Type="http://schemas.openxmlformats.org/officeDocument/2006/relationships/image" Target="../media/image1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7.png"/><Relationship Id="rId4" Type="http://schemas.openxmlformats.org/officeDocument/2006/relationships/hyperlink" Target="https://groups.google.com/forum/#!forum/microprofile" TargetMode="Externa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5.png"/><Relationship Id="rId4" Type="http://schemas.openxmlformats.org/officeDocument/2006/relationships/image" Target="../media/image10.png"/><Relationship Id="rId5" Type="http://schemas.openxmlformats.org/officeDocument/2006/relationships/image" Target="../media/image22.png"/><Relationship Id="rId6" Type="http://schemas.openxmlformats.org/officeDocument/2006/relationships/image" Target="../media/image18.png"/><Relationship Id="rId7" Type="http://schemas.openxmlformats.org/officeDocument/2006/relationships/image" Target="../media/image39.png"/><Relationship Id="rId8" Type="http://schemas.openxmlformats.org/officeDocument/2006/relationships/image" Target="../media/image2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github.com/eclipse/microprofile-graphql" TargetMode="External"/><Relationship Id="rId4" Type="http://schemas.openxmlformats.org/officeDocument/2006/relationships/image" Target="../media/image16.png"/><Relationship Id="rId5" Type="http://schemas.openxmlformats.org/officeDocument/2006/relationships/image" Target="../media/image14.png"/><Relationship Id="rId6" Type="http://schemas.openxmlformats.org/officeDocument/2006/relationships/image" Target="../media/image19.png"/><Relationship Id="rId7" Type="http://schemas.openxmlformats.org/officeDocument/2006/relationships/image" Target="../media/image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github.com/phillip-kruger/graphql-example" TargetMode="Externa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6.xml"/><Relationship Id="rId3" Type="http://schemas.openxmlformats.org/officeDocument/2006/relationships/hyperlink" Target="https://github.com/phillip-kruger/graphql-example" TargetMode="Externa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9.xml"/><Relationship Id="rId3" Type="http://schemas.openxmlformats.org/officeDocument/2006/relationships/hyperlink" Target="https://github.com/phillip-kruger/graphql-example" TargetMode="Externa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2.png"/><Relationship Id="rId4" Type="http://schemas.openxmlformats.org/officeDocument/2006/relationships/image" Target="../media/image26.png"/><Relationship Id="rId5" Type="http://schemas.openxmlformats.org/officeDocument/2006/relationships/image" Target="../media/image28.png"/><Relationship Id="rId6" Type="http://schemas.openxmlformats.org/officeDocument/2006/relationships/image" Target="../media/image3.png"/></Relationships>
</file>

<file path=ppt/slides/_rels/slide55.xml.rels><?xml version="1.0" encoding="UTF-8" standalone="yes"?><Relationships xmlns="http://schemas.openxmlformats.org/package/2006/relationships"><Relationship Id="rId20" Type="http://schemas.openxmlformats.org/officeDocument/2006/relationships/image" Target="../media/image37.png"/><Relationship Id="rId11" Type="http://schemas.openxmlformats.org/officeDocument/2006/relationships/image" Target="../media/image35.png"/><Relationship Id="rId10" Type="http://schemas.openxmlformats.org/officeDocument/2006/relationships/image" Target="../media/image29.png"/><Relationship Id="rId13" Type="http://schemas.openxmlformats.org/officeDocument/2006/relationships/image" Target="../media/image38.png"/><Relationship Id="rId12" Type="http://schemas.openxmlformats.org/officeDocument/2006/relationships/hyperlink" Target="https://ee.kumuluz.com/" TargetMode="External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2.png"/><Relationship Id="rId4" Type="http://schemas.openxmlformats.org/officeDocument/2006/relationships/image" Target="../media/image26.png"/><Relationship Id="rId9" Type="http://schemas.openxmlformats.org/officeDocument/2006/relationships/hyperlink" Target="https://thorntail.io/" TargetMode="External"/><Relationship Id="rId15" Type="http://schemas.openxmlformats.org/officeDocument/2006/relationships/image" Target="../media/image40.png"/><Relationship Id="rId14" Type="http://schemas.openxmlformats.org/officeDocument/2006/relationships/hyperlink" Target="https://hammock-project.github.io/" TargetMode="External"/><Relationship Id="rId17" Type="http://schemas.openxmlformats.org/officeDocument/2006/relationships/image" Target="../media/image36.png"/><Relationship Id="rId16" Type="http://schemas.openxmlformats.org/officeDocument/2006/relationships/hyperlink" Target="https://github.com/fujitsu/launcher" TargetMode="External"/><Relationship Id="rId5" Type="http://schemas.openxmlformats.org/officeDocument/2006/relationships/image" Target="../media/image28.png"/><Relationship Id="rId19" Type="http://schemas.openxmlformats.org/officeDocument/2006/relationships/image" Target="../media/image34.png"/><Relationship Id="rId6" Type="http://schemas.openxmlformats.org/officeDocument/2006/relationships/image" Target="../media/image3.png"/><Relationship Id="rId18" Type="http://schemas.openxmlformats.org/officeDocument/2006/relationships/hyperlink" Target="https://www.payara.fish/payara_micro" TargetMode="External"/><Relationship Id="rId7" Type="http://schemas.openxmlformats.org/officeDocument/2006/relationships/hyperlink" Target="https://www.payara.fish/payara_micro" TargetMode="External"/><Relationship Id="rId8" Type="http://schemas.openxmlformats.org/officeDocument/2006/relationships/image" Target="../media/image25.png"/></Relationships>
</file>

<file path=ppt/slides/_rels/slide56.xml.rels><?xml version="1.0" encoding="UTF-8" standalone="yes"?><Relationships xmlns="http://schemas.openxmlformats.org/package/2006/relationships"><Relationship Id="rId10" Type="http://schemas.openxmlformats.org/officeDocument/2006/relationships/hyperlink" Target="http://bit.ly/mp-graphql-example" TargetMode="External"/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6.xml"/><Relationship Id="rId3" Type="http://schemas.openxmlformats.org/officeDocument/2006/relationships/hyperlink" Target="http://www.phillip-kruger.com" TargetMode="External"/><Relationship Id="rId4" Type="http://schemas.openxmlformats.org/officeDocument/2006/relationships/hyperlink" Target="https://twitter.com/phillipkruger" TargetMode="External"/><Relationship Id="rId9" Type="http://schemas.openxmlformats.org/officeDocument/2006/relationships/hyperlink" Target="http://bit.ly/mp-graphql-presentation" TargetMode="External"/><Relationship Id="rId5" Type="http://schemas.openxmlformats.org/officeDocument/2006/relationships/hyperlink" Target="https://twitter.com/phillipkruger" TargetMode="External"/><Relationship Id="rId6" Type="http://schemas.openxmlformats.org/officeDocument/2006/relationships/image" Target="../media/image33.png"/><Relationship Id="rId7" Type="http://schemas.openxmlformats.org/officeDocument/2006/relationships/image" Target="../media/image32.png"/><Relationship Id="rId8" Type="http://schemas.openxmlformats.org/officeDocument/2006/relationships/image" Target="../media/image1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7.xml"/><Relationship Id="rId3" Type="http://schemas.openxmlformats.org/officeDocument/2006/relationships/hyperlink" Target="http://www.slidescarnival.com/" TargetMode="External"/><Relationship Id="rId4" Type="http://schemas.openxmlformats.org/officeDocument/2006/relationships/hyperlink" Target="http://handdrawngoods.com" TargetMode="External"/><Relationship Id="rId5" Type="http://schemas.openxmlformats.org/officeDocument/2006/relationships/hyperlink" Target="https://romannurik.github.io/SlidesCodeHighlighter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type="ctrTitle"/>
          </p:nvPr>
        </p:nvSpPr>
        <p:spPr>
          <a:xfrm>
            <a:off x="2210650" y="1649325"/>
            <a:ext cx="5307900" cy="11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Writing better APIs with MicroProfile</a:t>
            </a:r>
            <a:r>
              <a:rPr lang="en"/>
              <a:t> </a:t>
            </a:r>
            <a:r>
              <a:rPr lang="en"/>
              <a:t>GraphQL</a:t>
            </a:r>
            <a:endParaRPr/>
          </a:p>
        </p:txBody>
      </p:sp>
      <p:sp>
        <p:nvSpPr>
          <p:cNvPr id="60" name="Google Shape;60;p12"/>
          <p:cNvSpPr txBox="1"/>
          <p:nvPr>
            <p:ph type="ctrTitle"/>
          </p:nvPr>
        </p:nvSpPr>
        <p:spPr>
          <a:xfrm>
            <a:off x="1564075" y="3780425"/>
            <a:ext cx="1897800" cy="7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/>
              <a:t>Phillip Krüger</a:t>
            </a:r>
            <a:endParaRPr b="0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/>
              <a:t>July 2019</a:t>
            </a:r>
            <a:endParaRPr b="0" sz="1400"/>
          </a:p>
        </p:txBody>
      </p:sp>
      <p:pic>
        <p:nvPicPr>
          <p:cNvPr descr="MP-Mark-gold-web.png" id="61" name="Google Shape;6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38150" y="2708700"/>
            <a:ext cx="2522875" cy="157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idx="2" type="body"/>
          </p:nvPr>
        </p:nvSpPr>
        <p:spPr>
          <a:xfrm>
            <a:off x="5117300" y="1419150"/>
            <a:ext cx="3292500" cy="29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Playing around</a:t>
            </a:r>
            <a:endParaRPr b="1"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Specification</a:t>
            </a:r>
            <a:endParaRPr b="1"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</p:txBody>
      </p:sp>
      <p:sp>
        <p:nvSpPr>
          <p:cNvPr id="67" name="Google Shape;67;p13"/>
          <p:cNvSpPr txBox="1"/>
          <p:nvPr>
            <p:ph type="title"/>
          </p:nvPr>
        </p:nvSpPr>
        <p:spPr>
          <a:xfrm>
            <a:off x="1556175" y="719375"/>
            <a:ext cx="66168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Story</a:t>
            </a:r>
            <a:endParaRPr/>
          </a:p>
        </p:txBody>
      </p:sp>
      <p:sp>
        <p:nvSpPr>
          <p:cNvPr id="68" name="Google Shape;68;p13"/>
          <p:cNvSpPr txBox="1"/>
          <p:nvPr>
            <p:ph idx="2" type="body"/>
          </p:nvPr>
        </p:nvSpPr>
        <p:spPr>
          <a:xfrm>
            <a:off x="1824800" y="1419150"/>
            <a:ext cx="3292500" cy="29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200"/>
              <a:t>How did I get here</a:t>
            </a:r>
            <a:endParaRPr sz="1200">
              <a:solidFill>
                <a:srgbClr val="25212A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Testing the waters</a:t>
            </a:r>
            <a:endParaRPr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</p:txBody>
      </p:sp>
      <p:sp>
        <p:nvSpPr>
          <p:cNvPr id="69" name="Google Shape;69;p13"/>
          <p:cNvSpPr txBox="1"/>
          <p:nvPr>
            <p:ph idx="12" type="sldNum"/>
          </p:nvPr>
        </p:nvSpPr>
        <p:spPr>
          <a:xfrm>
            <a:off x="7899350" y="409842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" name="Google Shape;70;p13"/>
          <p:cNvSpPr/>
          <p:nvPr/>
        </p:nvSpPr>
        <p:spPr>
          <a:xfrm>
            <a:off x="2104678" y="1852750"/>
            <a:ext cx="1410610" cy="944453"/>
          </a:xfrm>
          <a:custGeom>
            <a:rect b="b" l="l" r="r" t="t"/>
            <a:pathLst>
              <a:path extrusionOk="0" h="15647" w="17714">
                <a:moveTo>
                  <a:pt x="9806" y="2118"/>
                </a:moveTo>
                <a:lnTo>
                  <a:pt x="9782" y="2166"/>
                </a:lnTo>
                <a:lnTo>
                  <a:pt x="9757" y="2239"/>
                </a:lnTo>
                <a:lnTo>
                  <a:pt x="9757" y="2312"/>
                </a:lnTo>
                <a:lnTo>
                  <a:pt x="9782" y="2483"/>
                </a:lnTo>
                <a:lnTo>
                  <a:pt x="9855" y="2677"/>
                </a:lnTo>
                <a:lnTo>
                  <a:pt x="9903" y="2872"/>
                </a:lnTo>
                <a:lnTo>
                  <a:pt x="9952" y="2945"/>
                </a:lnTo>
                <a:lnTo>
                  <a:pt x="10001" y="2969"/>
                </a:lnTo>
                <a:lnTo>
                  <a:pt x="10049" y="2994"/>
                </a:lnTo>
                <a:lnTo>
                  <a:pt x="10122" y="3018"/>
                </a:lnTo>
                <a:lnTo>
                  <a:pt x="10195" y="2994"/>
                </a:lnTo>
                <a:lnTo>
                  <a:pt x="10244" y="2945"/>
                </a:lnTo>
                <a:lnTo>
                  <a:pt x="10293" y="2896"/>
                </a:lnTo>
                <a:lnTo>
                  <a:pt x="10293" y="2823"/>
                </a:lnTo>
                <a:lnTo>
                  <a:pt x="10293" y="2702"/>
                </a:lnTo>
                <a:lnTo>
                  <a:pt x="10244" y="2580"/>
                </a:lnTo>
                <a:lnTo>
                  <a:pt x="10171" y="2361"/>
                </a:lnTo>
                <a:lnTo>
                  <a:pt x="10122" y="2264"/>
                </a:lnTo>
                <a:lnTo>
                  <a:pt x="10049" y="2191"/>
                </a:lnTo>
                <a:lnTo>
                  <a:pt x="9952" y="2118"/>
                </a:lnTo>
                <a:close/>
                <a:moveTo>
                  <a:pt x="13821" y="2312"/>
                </a:moveTo>
                <a:lnTo>
                  <a:pt x="13748" y="2385"/>
                </a:lnTo>
                <a:lnTo>
                  <a:pt x="13602" y="2531"/>
                </a:lnTo>
                <a:lnTo>
                  <a:pt x="13456" y="2677"/>
                </a:lnTo>
                <a:lnTo>
                  <a:pt x="13407" y="2775"/>
                </a:lnTo>
                <a:lnTo>
                  <a:pt x="13383" y="2872"/>
                </a:lnTo>
                <a:lnTo>
                  <a:pt x="13407" y="2921"/>
                </a:lnTo>
                <a:lnTo>
                  <a:pt x="13431" y="2945"/>
                </a:lnTo>
                <a:lnTo>
                  <a:pt x="13456" y="2994"/>
                </a:lnTo>
                <a:lnTo>
                  <a:pt x="13504" y="3018"/>
                </a:lnTo>
                <a:lnTo>
                  <a:pt x="13602" y="3018"/>
                </a:lnTo>
                <a:lnTo>
                  <a:pt x="13699" y="2969"/>
                </a:lnTo>
                <a:lnTo>
                  <a:pt x="13796" y="2921"/>
                </a:lnTo>
                <a:lnTo>
                  <a:pt x="13894" y="2848"/>
                </a:lnTo>
                <a:lnTo>
                  <a:pt x="14040" y="2702"/>
                </a:lnTo>
                <a:lnTo>
                  <a:pt x="14113" y="2604"/>
                </a:lnTo>
                <a:lnTo>
                  <a:pt x="14137" y="2507"/>
                </a:lnTo>
                <a:lnTo>
                  <a:pt x="14113" y="2434"/>
                </a:lnTo>
                <a:lnTo>
                  <a:pt x="14064" y="2361"/>
                </a:lnTo>
                <a:lnTo>
                  <a:pt x="13991" y="2312"/>
                </a:lnTo>
                <a:close/>
                <a:moveTo>
                  <a:pt x="15232" y="4600"/>
                </a:moveTo>
                <a:lnTo>
                  <a:pt x="15037" y="4648"/>
                </a:lnTo>
                <a:lnTo>
                  <a:pt x="14867" y="4697"/>
                </a:lnTo>
                <a:lnTo>
                  <a:pt x="14672" y="4770"/>
                </a:lnTo>
                <a:lnTo>
                  <a:pt x="14575" y="4794"/>
                </a:lnTo>
                <a:lnTo>
                  <a:pt x="14478" y="4843"/>
                </a:lnTo>
                <a:lnTo>
                  <a:pt x="14429" y="4916"/>
                </a:lnTo>
                <a:lnTo>
                  <a:pt x="14429" y="4965"/>
                </a:lnTo>
                <a:lnTo>
                  <a:pt x="14453" y="5038"/>
                </a:lnTo>
                <a:lnTo>
                  <a:pt x="14502" y="5086"/>
                </a:lnTo>
                <a:lnTo>
                  <a:pt x="14721" y="5135"/>
                </a:lnTo>
                <a:lnTo>
                  <a:pt x="14964" y="5135"/>
                </a:lnTo>
                <a:lnTo>
                  <a:pt x="15086" y="5111"/>
                </a:lnTo>
                <a:lnTo>
                  <a:pt x="15183" y="5086"/>
                </a:lnTo>
                <a:lnTo>
                  <a:pt x="15281" y="5038"/>
                </a:lnTo>
                <a:lnTo>
                  <a:pt x="15378" y="4965"/>
                </a:lnTo>
                <a:lnTo>
                  <a:pt x="15402" y="4916"/>
                </a:lnTo>
                <a:lnTo>
                  <a:pt x="15427" y="4867"/>
                </a:lnTo>
                <a:lnTo>
                  <a:pt x="15427" y="4794"/>
                </a:lnTo>
                <a:lnTo>
                  <a:pt x="15427" y="4746"/>
                </a:lnTo>
                <a:lnTo>
                  <a:pt x="15402" y="4673"/>
                </a:lnTo>
                <a:lnTo>
                  <a:pt x="15354" y="4648"/>
                </a:lnTo>
                <a:lnTo>
                  <a:pt x="15305" y="4624"/>
                </a:lnTo>
                <a:lnTo>
                  <a:pt x="15232" y="4600"/>
                </a:lnTo>
                <a:close/>
                <a:moveTo>
                  <a:pt x="9052" y="4721"/>
                </a:moveTo>
                <a:lnTo>
                  <a:pt x="8954" y="4746"/>
                </a:lnTo>
                <a:lnTo>
                  <a:pt x="8711" y="4794"/>
                </a:lnTo>
                <a:lnTo>
                  <a:pt x="8516" y="4819"/>
                </a:lnTo>
                <a:lnTo>
                  <a:pt x="8419" y="4867"/>
                </a:lnTo>
                <a:lnTo>
                  <a:pt x="8346" y="4916"/>
                </a:lnTo>
                <a:lnTo>
                  <a:pt x="8273" y="4989"/>
                </a:lnTo>
                <a:lnTo>
                  <a:pt x="8249" y="5062"/>
                </a:lnTo>
                <a:lnTo>
                  <a:pt x="8273" y="5159"/>
                </a:lnTo>
                <a:lnTo>
                  <a:pt x="8297" y="5184"/>
                </a:lnTo>
                <a:lnTo>
                  <a:pt x="8346" y="5208"/>
                </a:lnTo>
                <a:lnTo>
                  <a:pt x="8443" y="5257"/>
                </a:lnTo>
                <a:lnTo>
                  <a:pt x="8930" y="5257"/>
                </a:lnTo>
                <a:lnTo>
                  <a:pt x="9076" y="5232"/>
                </a:lnTo>
                <a:lnTo>
                  <a:pt x="9198" y="5184"/>
                </a:lnTo>
                <a:lnTo>
                  <a:pt x="9319" y="5086"/>
                </a:lnTo>
                <a:lnTo>
                  <a:pt x="9344" y="5038"/>
                </a:lnTo>
                <a:lnTo>
                  <a:pt x="9344" y="4989"/>
                </a:lnTo>
                <a:lnTo>
                  <a:pt x="9319" y="4892"/>
                </a:lnTo>
                <a:lnTo>
                  <a:pt x="9246" y="4794"/>
                </a:lnTo>
                <a:lnTo>
                  <a:pt x="9173" y="4746"/>
                </a:lnTo>
                <a:lnTo>
                  <a:pt x="9052" y="4721"/>
                </a:lnTo>
                <a:close/>
                <a:moveTo>
                  <a:pt x="11801" y="3505"/>
                </a:moveTo>
                <a:lnTo>
                  <a:pt x="12020" y="3529"/>
                </a:lnTo>
                <a:lnTo>
                  <a:pt x="12263" y="3578"/>
                </a:lnTo>
                <a:lnTo>
                  <a:pt x="12482" y="3651"/>
                </a:lnTo>
                <a:lnTo>
                  <a:pt x="12701" y="3772"/>
                </a:lnTo>
                <a:lnTo>
                  <a:pt x="12872" y="3918"/>
                </a:lnTo>
                <a:lnTo>
                  <a:pt x="13042" y="4089"/>
                </a:lnTo>
                <a:lnTo>
                  <a:pt x="13212" y="4283"/>
                </a:lnTo>
                <a:lnTo>
                  <a:pt x="13334" y="4478"/>
                </a:lnTo>
                <a:lnTo>
                  <a:pt x="13431" y="4697"/>
                </a:lnTo>
                <a:lnTo>
                  <a:pt x="13480" y="4867"/>
                </a:lnTo>
                <a:lnTo>
                  <a:pt x="13504" y="5038"/>
                </a:lnTo>
                <a:lnTo>
                  <a:pt x="13504" y="5208"/>
                </a:lnTo>
                <a:lnTo>
                  <a:pt x="13480" y="5378"/>
                </a:lnTo>
                <a:lnTo>
                  <a:pt x="13456" y="5549"/>
                </a:lnTo>
                <a:lnTo>
                  <a:pt x="13407" y="5719"/>
                </a:lnTo>
                <a:lnTo>
                  <a:pt x="13334" y="5889"/>
                </a:lnTo>
                <a:lnTo>
                  <a:pt x="13237" y="6035"/>
                </a:lnTo>
                <a:lnTo>
                  <a:pt x="13139" y="6181"/>
                </a:lnTo>
                <a:lnTo>
                  <a:pt x="13042" y="6303"/>
                </a:lnTo>
                <a:lnTo>
                  <a:pt x="12920" y="6425"/>
                </a:lnTo>
                <a:lnTo>
                  <a:pt x="12774" y="6546"/>
                </a:lnTo>
                <a:lnTo>
                  <a:pt x="12628" y="6644"/>
                </a:lnTo>
                <a:lnTo>
                  <a:pt x="12482" y="6741"/>
                </a:lnTo>
                <a:lnTo>
                  <a:pt x="12336" y="6814"/>
                </a:lnTo>
                <a:lnTo>
                  <a:pt x="12166" y="6863"/>
                </a:lnTo>
                <a:lnTo>
                  <a:pt x="11996" y="6911"/>
                </a:lnTo>
                <a:lnTo>
                  <a:pt x="11801" y="6936"/>
                </a:lnTo>
                <a:lnTo>
                  <a:pt x="11631" y="6936"/>
                </a:lnTo>
                <a:lnTo>
                  <a:pt x="11485" y="6911"/>
                </a:lnTo>
                <a:lnTo>
                  <a:pt x="11315" y="6863"/>
                </a:lnTo>
                <a:lnTo>
                  <a:pt x="11169" y="6814"/>
                </a:lnTo>
                <a:lnTo>
                  <a:pt x="11023" y="6741"/>
                </a:lnTo>
                <a:lnTo>
                  <a:pt x="10901" y="6644"/>
                </a:lnTo>
                <a:lnTo>
                  <a:pt x="10779" y="6546"/>
                </a:lnTo>
                <a:lnTo>
                  <a:pt x="10658" y="6425"/>
                </a:lnTo>
                <a:lnTo>
                  <a:pt x="10560" y="6303"/>
                </a:lnTo>
                <a:lnTo>
                  <a:pt x="10463" y="6157"/>
                </a:lnTo>
                <a:lnTo>
                  <a:pt x="10317" y="5865"/>
                </a:lnTo>
                <a:lnTo>
                  <a:pt x="10195" y="5524"/>
                </a:lnTo>
                <a:lnTo>
                  <a:pt x="10147" y="5208"/>
                </a:lnTo>
                <a:lnTo>
                  <a:pt x="10147" y="4892"/>
                </a:lnTo>
                <a:lnTo>
                  <a:pt x="10195" y="4575"/>
                </a:lnTo>
                <a:lnTo>
                  <a:pt x="10244" y="4405"/>
                </a:lnTo>
                <a:lnTo>
                  <a:pt x="10317" y="4259"/>
                </a:lnTo>
                <a:lnTo>
                  <a:pt x="10414" y="4089"/>
                </a:lnTo>
                <a:lnTo>
                  <a:pt x="10560" y="3943"/>
                </a:lnTo>
                <a:lnTo>
                  <a:pt x="10901" y="3772"/>
                </a:lnTo>
                <a:lnTo>
                  <a:pt x="11242" y="3602"/>
                </a:lnTo>
                <a:lnTo>
                  <a:pt x="11436" y="3553"/>
                </a:lnTo>
                <a:lnTo>
                  <a:pt x="11607" y="3529"/>
                </a:lnTo>
                <a:lnTo>
                  <a:pt x="11801" y="3505"/>
                </a:lnTo>
                <a:close/>
                <a:moveTo>
                  <a:pt x="11753" y="2969"/>
                </a:moveTo>
                <a:lnTo>
                  <a:pt x="11461" y="2994"/>
                </a:lnTo>
                <a:lnTo>
                  <a:pt x="11169" y="3042"/>
                </a:lnTo>
                <a:lnTo>
                  <a:pt x="10901" y="3115"/>
                </a:lnTo>
                <a:lnTo>
                  <a:pt x="10633" y="3237"/>
                </a:lnTo>
                <a:lnTo>
                  <a:pt x="10390" y="3407"/>
                </a:lnTo>
                <a:lnTo>
                  <a:pt x="10195" y="3578"/>
                </a:lnTo>
                <a:lnTo>
                  <a:pt x="10074" y="3724"/>
                </a:lnTo>
                <a:lnTo>
                  <a:pt x="9952" y="3845"/>
                </a:lnTo>
                <a:lnTo>
                  <a:pt x="9830" y="4040"/>
                </a:lnTo>
                <a:lnTo>
                  <a:pt x="9757" y="4235"/>
                </a:lnTo>
                <a:lnTo>
                  <a:pt x="9684" y="4429"/>
                </a:lnTo>
                <a:lnTo>
                  <a:pt x="9636" y="4648"/>
                </a:lnTo>
                <a:lnTo>
                  <a:pt x="9611" y="4843"/>
                </a:lnTo>
                <a:lnTo>
                  <a:pt x="9611" y="5062"/>
                </a:lnTo>
                <a:lnTo>
                  <a:pt x="9611" y="5281"/>
                </a:lnTo>
                <a:lnTo>
                  <a:pt x="9636" y="5476"/>
                </a:lnTo>
                <a:lnTo>
                  <a:pt x="9684" y="5719"/>
                </a:lnTo>
                <a:lnTo>
                  <a:pt x="9757" y="5962"/>
                </a:lnTo>
                <a:lnTo>
                  <a:pt x="9830" y="6181"/>
                </a:lnTo>
                <a:lnTo>
                  <a:pt x="9952" y="6376"/>
                </a:lnTo>
                <a:lnTo>
                  <a:pt x="10074" y="6571"/>
                </a:lnTo>
                <a:lnTo>
                  <a:pt x="10220" y="6765"/>
                </a:lnTo>
                <a:lnTo>
                  <a:pt x="10366" y="6911"/>
                </a:lnTo>
                <a:lnTo>
                  <a:pt x="10536" y="7057"/>
                </a:lnTo>
                <a:lnTo>
                  <a:pt x="10731" y="7203"/>
                </a:lnTo>
                <a:lnTo>
                  <a:pt x="10925" y="7301"/>
                </a:lnTo>
                <a:lnTo>
                  <a:pt x="11120" y="7374"/>
                </a:lnTo>
                <a:lnTo>
                  <a:pt x="11363" y="7447"/>
                </a:lnTo>
                <a:lnTo>
                  <a:pt x="11582" y="7471"/>
                </a:lnTo>
                <a:lnTo>
                  <a:pt x="11826" y="7471"/>
                </a:lnTo>
                <a:lnTo>
                  <a:pt x="12069" y="7447"/>
                </a:lnTo>
                <a:lnTo>
                  <a:pt x="12312" y="7398"/>
                </a:lnTo>
                <a:lnTo>
                  <a:pt x="12531" y="7349"/>
                </a:lnTo>
                <a:lnTo>
                  <a:pt x="12750" y="7252"/>
                </a:lnTo>
                <a:lnTo>
                  <a:pt x="12945" y="7130"/>
                </a:lnTo>
                <a:lnTo>
                  <a:pt x="13139" y="6984"/>
                </a:lnTo>
                <a:lnTo>
                  <a:pt x="13310" y="6838"/>
                </a:lnTo>
                <a:lnTo>
                  <a:pt x="13480" y="6644"/>
                </a:lnTo>
                <a:lnTo>
                  <a:pt x="13602" y="6473"/>
                </a:lnTo>
                <a:lnTo>
                  <a:pt x="13723" y="6254"/>
                </a:lnTo>
                <a:lnTo>
                  <a:pt x="13821" y="6060"/>
                </a:lnTo>
                <a:lnTo>
                  <a:pt x="13894" y="5841"/>
                </a:lnTo>
                <a:lnTo>
                  <a:pt x="13967" y="5597"/>
                </a:lnTo>
                <a:lnTo>
                  <a:pt x="13991" y="5378"/>
                </a:lnTo>
                <a:lnTo>
                  <a:pt x="14015" y="5135"/>
                </a:lnTo>
                <a:lnTo>
                  <a:pt x="13991" y="4916"/>
                </a:lnTo>
                <a:lnTo>
                  <a:pt x="13942" y="4673"/>
                </a:lnTo>
                <a:lnTo>
                  <a:pt x="13894" y="4454"/>
                </a:lnTo>
                <a:lnTo>
                  <a:pt x="13772" y="4210"/>
                </a:lnTo>
                <a:lnTo>
                  <a:pt x="13626" y="3967"/>
                </a:lnTo>
                <a:lnTo>
                  <a:pt x="13456" y="3748"/>
                </a:lnTo>
                <a:lnTo>
                  <a:pt x="13261" y="3553"/>
                </a:lnTo>
                <a:lnTo>
                  <a:pt x="13042" y="3383"/>
                </a:lnTo>
                <a:lnTo>
                  <a:pt x="12799" y="3237"/>
                </a:lnTo>
                <a:lnTo>
                  <a:pt x="12555" y="3115"/>
                </a:lnTo>
                <a:lnTo>
                  <a:pt x="12288" y="3042"/>
                </a:lnTo>
                <a:lnTo>
                  <a:pt x="12045" y="2994"/>
                </a:lnTo>
                <a:lnTo>
                  <a:pt x="11753" y="2969"/>
                </a:lnTo>
                <a:close/>
                <a:moveTo>
                  <a:pt x="9903" y="7057"/>
                </a:moveTo>
                <a:lnTo>
                  <a:pt x="9806" y="7082"/>
                </a:lnTo>
                <a:lnTo>
                  <a:pt x="9733" y="7130"/>
                </a:lnTo>
                <a:lnTo>
                  <a:pt x="9587" y="7276"/>
                </a:lnTo>
                <a:lnTo>
                  <a:pt x="9465" y="7471"/>
                </a:lnTo>
                <a:lnTo>
                  <a:pt x="9392" y="7641"/>
                </a:lnTo>
                <a:lnTo>
                  <a:pt x="9368" y="7739"/>
                </a:lnTo>
                <a:lnTo>
                  <a:pt x="9392" y="7836"/>
                </a:lnTo>
                <a:lnTo>
                  <a:pt x="9441" y="7909"/>
                </a:lnTo>
                <a:lnTo>
                  <a:pt x="9514" y="7958"/>
                </a:lnTo>
                <a:lnTo>
                  <a:pt x="9587" y="7982"/>
                </a:lnTo>
                <a:lnTo>
                  <a:pt x="9684" y="7958"/>
                </a:lnTo>
                <a:lnTo>
                  <a:pt x="9757" y="7909"/>
                </a:lnTo>
                <a:lnTo>
                  <a:pt x="9806" y="7812"/>
                </a:lnTo>
                <a:lnTo>
                  <a:pt x="9879" y="7690"/>
                </a:lnTo>
                <a:lnTo>
                  <a:pt x="9952" y="7568"/>
                </a:lnTo>
                <a:lnTo>
                  <a:pt x="10098" y="7301"/>
                </a:lnTo>
                <a:lnTo>
                  <a:pt x="10098" y="7252"/>
                </a:lnTo>
                <a:lnTo>
                  <a:pt x="10098" y="7203"/>
                </a:lnTo>
                <a:lnTo>
                  <a:pt x="10074" y="7106"/>
                </a:lnTo>
                <a:lnTo>
                  <a:pt x="10001" y="7057"/>
                </a:lnTo>
                <a:close/>
                <a:moveTo>
                  <a:pt x="13504" y="7276"/>
                </a:moveTo>
                <a:lnTo>
                  <a:pt x="13456" y="7301"/>
                </a:lnTo>
                <a:lnTo>
                  <a:pt x="13407" y="7349"/>
                </a:lnTo>
                <a:lnTo>
                  <a:pt x="13383" y="7422"/>
                </a:lnTo>
                <a:lnTo>
                  <a:pt x="13383" y="7544"/>
                </a:lnTo>
                <a:lnTo>
                  <a:pt x="13407" y="7666"/>
                </a:lnTo>
                <a:lnTo>
                  <a:pt x="13456" y="7787"/>
                </a:lnTo>
                <a:lnTo>
                  <a:pt x="13504" y="7909"/>
                </a:lnTo>
                <a:lnTo>
                  <a:pt x="13602" y="8006"/>
                </a:lnTo>
                <a:lnTo>
                  <a:pt x="13723" y="8104"/>
                </a:lnTo>
                <a:lnTo>
                  <a:pt x="13821" y="8177"/>
                </a:lnTo>
                <a:lnTo>
                  <a:pt x="13918" y="8201"/>
                </a:lnTo>
                <a:lnTo>
                  <a:pt x="14015" y="8201"/>
                </a:lnTo>
                <a:lnTo>
                  <a:pt x="14088" y="8152"/>
                </a:lnTo>
                <a:lnTo>
                  <a:pt x="14137" y="8079"/>
                </a:lnTo>
                <a:lnTo>
                  <a:pt x="14161" y="8006"/>
                </a:lnTo>
                <a:lnTo>
                  <a:pt x="14161" y="7909"/>
                </a:lnTo>
                <a:lnTo>
                  <a:pt x="14137" y="7836"/>
                </a:lnTo>
                <a:lnTo>
                  <a:pt x="14064" y="7763"/>
                </a:lnTo>
                <a:lnTo>
                  <a:pt x="13918" y="7666"/>
                </a:lnTo>
                <a:lnTo>
                  <a:pt x="13821" y="7520"/>
                </a:lnTo>
                <a:lnTo>
                  <a:pt x="13699" y="7374"/>
                </a:lnTo>
                <a:lnTo>
                  <a:pt x="13650" y="7325"/>
                </a:lnTo>
                <a:lnTo>
                  <a:pt x="13553" y="7276"/>
                </a:lnTo>
                <a:close/>
                <a:moveTo>
                  <a:pt x="2312" y="11242"/>
                </a:moveTo>
                <a:lnTo>
                  <a:pt x="2287" y="11267"/>
                </a:lnTo>
                <a:lnTo>
                  <a:pt x="2263" y="11291"/>
                </a:lnTo>
                <a:lnTo>
                  <a:pt x="2287" y="11437"/>
                </a:lnTo>
                <a:lnTo>
                  <a:pt x="2312" y="11559"/>
                </a:lnTo>
                <a:lnTo>
                  <a:pt x="2360" y="11705"/>
                </a:lnTo>
                <a:lnTo>
                  <a:pt x="2409" y="11826"/>
                </a:lnTo>
                <a:lnTo>
                  <a:pt x="2555" y="12070"/>
                </a:lnTo>
                <a:lnTo>
                  <a:pt x="2701" y="12313"/>
                </a:lnTo>
                <a:lnTo>
                  <a:pt x="2871" y="12556"/>
                </a:lnTo>
                <a:lnTo>
                  <a:pt x="3042" y="12800"/>
                </a:lnTo>
                <a:lnTo>
                  <a:pt x="3236" y="13019"/>
                </a:lnTo>
                <a:lnTo>
                  <a:pt x="3455" y="13238"/>
                </a:lnTo>
                <a:lnTo>
                  <a:pt x="3528" y="13262"/>
                </a:lnTo>
                <a:lnTo>
                  <a:pt x="3650" y="13262"/>
                </a:lnTo>
                <a:lnTo>
                  <a:pt x="3699" y="13213"/>
                </a:lnTo>
                <a:lnTo>
                  <a:pt x="3747" y="13165"/>
                </a:lnTo>
                <a:lnTo>
                  <a:pt x="3772" y="13092"/>
                </a:lnTo>
                <a:lnTo>
                  <a:pt x="3747" y="13043"/>
                </a:lnTo>
                <a:lnTo>
                  <a:pt x="3699" y="12970"/>
                </a:lnTo>
                <a:lnTo>
                  <a:pt x="3504" y="12751"/>
                </a:lnTo>
                <a:lnTo>
                  <a:pt x="3309" y="12532"/>
                </a:lnTo>
                <a:lnTo>
                  <a:pt x="2944" y="12045"/>
                </a:lnTo>
                <a:lnTo>
                  <a:pt x="2652" y="11632"/>
                </a:lnTo>
                <a:lnTo>
                  <a:pt x="2506" y="11437"/>
                </a:lnTo>
                <a:lnTo>
                  <a:pt x="2336" y="11267"/>
                </a:lnTo>
                <a:lnTo>
                  <a:pt x="2312" y="11242"/>
                </a:lnTo>
                <a:close/>
                <a:moveTo>
                  <a:pt x="2336" y="12678"/>
                </a:moveTo>
                <a:lnTo>
                  <a:pt x="2287" y="12702"/>
                </a:lnTo>
                <a:lnTo>
                  <a:pt x="2263" y="12751"/>
                </a:lnTo>
                <a:lnTo>
                  <a:pt x="2239" y="12800"/>
                </a:lnTo>
                <a:lnTo>
                  <a:pt x="2287" y="12897"/>
                </a:lnTo>
                <a:lnTo>
                  <a:pt x="2360" y="13019"/>
                </a:lnTo>
                <a:lnTo>
                  <a:pt x="2531" y="13213"/>
                </a:lnTo>
                <a:lnTo>
                  <a:pt x="2604" y="13286"/>
                </a:lnTo>
                <a:lnTo>
                  <a:pt x="2725" y="13384"/>
                </a:lnTo>
                <a:lnTo>
                  <a:pt x="2823" y="13432"/>
                </a:lnTo>
                <a:lnTo>
                  <a:pt x="2896" y="13457"/>
                </a:lnTo>
                <a:lnTo>
                  <a:pt x="2944" y="13457"/>
                </a:lnTo>
                <a:lnTo>
                  <a:pt x="3017" y="13408"/>
                </a:lnTo>
                <a:lnTo>
                  <a:pt x="3042" y="13359"/>
                </a:lnTo>
                <a:lnTo>
                  <a:pt x="3066" y="13286"/>
                </a:lnTo>
                <a:lnTo>
                  <a:pt x="3042" y="13238"/>
                </a:lnTo>
                <a:lnTo>
                  <a:pt x="2969" y="13165"/>
                </a:lnTo>
                <a:lnTo>
                  <a:pt x="2896" y="13116"/>
                </a:lnTo>
                <a:lnTo>
                  <a:pt x="2750" y="12994"/>
                </a:lnTo>
                <a:lnTo>
                  <a:pt x="2579" y="12824"/>
                </a:lnTo>
                <a:lnTo>
                  <a:pt x="2482" y="12727"/>
                </a:lnTo>
                <a:lnTo>
                  <a:pt x="2385" y="12678"/>
                </a:lnTo>
                <a:close/>
                <a:moveTo>
                  <a:pt x="5645" y="6084"/>
                </a:moveTo>
                <a:lnTo>
                  <a:pt x="5499" y="6108"/>
                </a:lnTo>
                <a:lnTo>
                  <a:pt x="5353" y="6157"/>
                </a:lnTo>
                <a:lnTo>
                  <a:pt x="5231" y="6230"/>
                </a:lnTo>
                <a:lnTo>
                  <a:pt x="5085" y="6327"/>
                </a:lnTo>
                <a:lnTo>
                  <a:pt x="4818" y="6546"/>
                </a:lnTo>
                <a:lnTo>
                  <a:pt x="4599" y="6790"/>
                </a:lnTo>
                <a:lnTo>
                  <a:pt x="4355" y="7082"/>
                </a:lnTo>
                <a:lnTo>
                  <a:pt x="4161" y="7349"/>
                </a:lnTo>
                <a:lnTo>
                  <a:pt x="3796" y="7860"/>
                </a:lnTo>
                <a:lnTo>
                  <a:pt x="3382" y="8420"/>
                </a:lnTo>
                <a:lnTo>
                  <a:pt x="3163" y="8688"/>
                </a:lnTo>
                <a:lnTo>
                  <a:pt x="2920" y="8931"/>
                </a:lnTo>
                <a:lnTo>
                  <a:pt x="2433" y="9393"/>
                </a:lnTo>
                <a:lnTo>
                  <a:pt x="2190" y="9636"/>
                </a:lnTo>
                <a:lnTo>
                  <a:pt x="1971" y="9880"/>
                </a:lnTo>
                <a:lnTo>
                  <a:pt x="1922" y="9953"/>
                </a:lnTo>
                <a:lnTo>
                  <a:pt x="1922" y="10050"/>
                </a:lnTo>
                <a:lnTo>
                  <a:pt x="1922" y="10123"/>
                </a:lnTo>
                <a:lnTo>
                  <a:pt x="1971" y="10172"/>
                </a:lnTo>
                <a:lnTo>
                  <a:pt x="2044" y="10220"/>
                </a:lnTo>
                <a:lnTo>
                  <a:pt x="2117" y="10245"/>
                </a:lnTo>
                <a:lnTo>
                  <a:pt x="2190" y="10245"/>
                </a:lnTo>
                <a:lnTo>
                  <a:pt x="2263" y="10196"/>
                </a:lnTo>
                <a:lnTo>
                  <a:pt x="2312" y="10147"/>
                </a:lnTo>
                <a:lnTo>
                  <a:pt x="2360" y="10293"/>
                </a:lnTo>
                <a:lnTo>
                  <a:pt x="2409" y="10439"/>
                </a:lnTo>
                <a:lnTo>
                  <a:pt x="2555" y="10756"/>
                </a:lnTo>
                <a:lnTo>
                  <a:pt x="2823" y="11169"/>
                </a:lnTo>
                <a:lnTo>
                  <a:pt x="3042" y="11583"/>
                </a:lnTo>
                <a:lnTo>
                  <a:pt x="3309" y="12021"/>
                </a:lnTo>
                <a:lnTo>
                  <a:pt x="3455" y="12240"/>
                </a:lnTo>
                <a:lnTo>
                  <a:pt x="3601" y="12435"/>
                </a:lnTo>
                <a:lnTo>
                  <a:pt x="3772" y="12605"/>
                </a:lnTo>
                <a:lnTo>
                  <a:pt x="3942" y="12751"/>
                </a:lnTo>
                <a:lnTo>
                  <a:pt x="4015" y="12775"/>
                </a:lnTo>
                <a:lnTo>
                  <a:pt x="4088" y="12775"/>
                </a:lnTo>
                <a:lnTo>
                  <a:pt x="4161" y="12751"/>
                </a:lnTo>
                <a:lnTo>
                  <a:pt x="4209" y="12727"/>
                </a:lnTo>
                <a:lnTo>
                  <a:pt x="4282" y="12629"/>
                </a:lnTo>
                <a:lnTo>
                  <a:pt x="4282" y="12556"/>
                </a:lnTo>
                <a:lnTo>
                  <a:pt x="4282" y="12508"/>
                </a:lnTo>
                <a:lnTo>
                  <a:pt x="4258" y="12459"/>
                </a:lnTo>
                <a:lnTo>
                  <a:pt x="4209" y="12410"/>
                </a:lnTo>
                <a:lnTo>
                  <a:pt x="4039" y="12240"/>
                </a:lnTo>
                <a:lnTo>
                  <a:pt x="3893" y="12070"/>
                </a:lnTo>
                <a:lnTo>
                  <a:pt x="3626" y="11680"/>
                </a:lnTo>
                <a:lnTo>
                  <a:pt x="3358" y="11291"/>
                </a:lnTo>
                <a:lnTo>
                  <a:pt x="3139" y="10877"/>
                </a:lnTo>
                <a:lnTo>
                  <a:pt x="2920" y="10464"/>
                </a:lnTo>
                <a:lnTo>
                  <a:pt x="2750" y="10172"/>
                </a:lnTo>
                <a:lnTo>
                  <a:pt x="2579" y="9928"/>
                </a:lnTo>
                <a:lnTo>
                  <a:pt x="2920" y="9612"/>
                </a:lnTo>
                <a:lnTo>
                  <a:pt x="3066" y="9904"/>
                </a:lnTo>
                <a:lnTo>
                  <a:pt x="3212" y="10172"/>
                </a:lnTo>
                <a:lnTo>
                  <a:pt x="3528" y="10658"/>
                </a:lnTo>
                <a:lnTo>
                  <a:pt x="3747" y="10999"/>
                </a:lnTo>
                <a:lnTo>
                  <a:pt x="3966" y="11340"/>
                </a:lnTo>
                <a:lnTo>
                  <a:pt x="4112" y="11510"/>
                </a:lnTo>
                <a:lnTo>
                  <a:pt x="4234" y="11656"/>
                </a:lnTo>
                <a:lnTo>
                  <a:pt x="4380" y="11778"/>
                </a:lnTo>
                <a:lnTo>
                  <a:pt x="4550" y="11875"/>
                </a:lnTo>
                <a:lnTo>
                  <a:pt x="4623" y="11899"/>
                </a:lnTo>
                <a:lnTo>
                  <a:pt x="4672" y="11899"/>
                </a:lnTo>
                <a:lnTo>
                  <a:pt x="4745" y="11875"/>
                </a:lnTo>
                <a:lnTo>
                  <a:pt x="4793" y="11851"/>
                </a:lnTo>
                <a:lnTo>
                  <a:pt x="4842" y="11778"/>
                </a:lnTo>
                <a:lnTo>
                  <a:pt x="4866" y="11729"/>
                </a:lnTo>
                <a:lnTo>
                  <a:pt x="4866" y="11656"/>
                </a:lnTo>
                <a:lnTo>
                  <a:pt x="4842" y="11607"/>
                </a:lnTo>
                <a:lnTo>
                  <a:pt x="4599" y="11267"/>
                </a:lnTo>
                <a:lnTo>
                  <a:pt x="4331" y="10950"/>
                </a:lnTo>
                <a:lnTo>
                  <a:pt x="4088" y="10634"/>
                </a:lnTo>
                <a:lnTo>
                  <a:pt x="3845" y="10318"/>
                </a:lnTo>
                <a:lnTo>
                  <a:pt x="3528" y="9855"/>
                </a:lnTo>
                <a:lnTo>
                  <a:pt x="3334" y="9612"/>
                </a:lnTo>
                <a:lnTo>
                  <a:pt x="3139" y="9417"/>
                </a:lnTo>
                <a:lnTo>
                  <a:pt x="3480" y="9077"/>
                </a:lnTo>
                <a:lnTo>
                  <a:pt x="3577" y="9223"/>
                </a:lnTo>
                <a:lnTo>
                  <a:pt x="3674" y="9344"/>
                </a:lnTo>
                <a:lnTo>
                  <a:pt x="3893" y="9661"/>
                </a:lnTo>
                <a:lnTo>
                  <a:pt x="4112" y="9977"/>
                </a:lnTo>
                <a:lnTo>
                  <a:pt x="4282" y="10196"/>
                </a:lnTo>
                <a:lnTo>
                  <a:pt x="4501" y="10415"/>
                </a:lnTo>
                <a:lnTo>
                  <a:pt x="4599" y="10512"/>
                </a:lnTo>
                <a:lnTo>
                  <a:pt x="4720" y="10610"/>
                </a:lnTo>
                <a:lnTo>
                  <a:pt x="4866" y="10658"/>
                </a:lnTo>
                <a:lnTo>
                  <a:pt x="4988" y="10707"/>
                </a:lnTo>
                <a:lnTo>
                  <a:pt x="5085" y="10707"/>
                </a:lnTo>
                <a:lnTo>
                  <a:pt x="5183" y="10683"/>
                </a:lnTo>
                <a:lnTo>
                  <a:pt x="5231" y="10610"/>
                </a:lnTo>
                <a:lnTo>
                  <a:pt x="5256" y="10537"/>
                </a:lnTo>
                <a:lnTo>
                  <a:pt x="5280" y="10464"/>
                </a:lnTo>
                <a:lnTo>
                  <a:pt x="5256" y="10391"/>
                </a:lnTo>
                <a:lnTo>
                  <a:pt x="5207" y="10318"/>
                </a:lnTo>
                <a:lnTo>
                  <a:pt x="5110" y="10269"/>
                </a:lnTo>
                <a:lnTo>
                  <a:pt x="4988" y="10220"/>
                </a:lnTo>
                <a:lnTo>
                  <a:pt x="4866" y="10147"/>
                </a:lnTo>
                <a:lnTo>
                  <a:pt x="4745" y="10050"/>
                </a:lnTo>
                <a:lnTo>
                  <a:pt x="4647" y="9953"/>
                </a:lnTo>
                <a:lnTo>
                  <a:pt x="4453" y="9734"/>
                </a:lnTo>
                <a:lnTo>
                  <a:pt x="4282" y="9515"/>
                </a:lnTo>
                <a:lnTo>
                  <a:pt x="3991" y="9174"/>
                </a:lnTo>
                <a:lnTo>
                  <a:pt x="3845" y="9004"/>
                </a:lnTo>
                <a:lnTo>
                  <a:pt x="3747" y="8931"/>
                </a:lnTo>
                <a:lnTo>
                  <a:pt x="3650" y="8882"/>
                </a:lnTo>
                <a:lnTo>
                  <a:pt x="3966" y="8517"/>
                </a:lnTo>
                <a:lnTo>
                  <a:pt x="4039" y="8420"/>
                </a:lnTo>
                <a:lnTo>
                  <a:pt x="4185" y="8615"/>
                </a:lnTo>
                <a:lnTo>
                  <a:pt x="4331" y="8809"/>
                </a:lnTo>
                <a:lnTo>
                  <a:pt x="4647" y="9150"/>
                </a:lnTo>
                <a:lnTo>
                  <a:pt x="5183" y="9709"/>
                </a:lnTo>
                <a:lnTo>
                  <a:pt x="5304" y="9807"/>
                </a:lnTo>
                <a:lnTo>
                  <a:pt x="5426" y="9904"/>
                </a:lnTo>
                <a:lnTo>
                  <a:pt x="5548" y="9977"/>
                </a:lnTo>
                <a:lnTo>
                  <a:pt x="5718" y="9977"/>
                </a:lnTo>
                <a:lnTo>
                  <a:pt x="5767" y="9953"/>
                </a:lnTo>
                <a:lnTo>
                  <a:pt x="5791" y="9904"/>
                </a:lnTo>
                <a:lnTo>
                  <a:pt x="5840" y="9855"/>
                </a:lnTo>
                <a:lnTo>
                  <a:pt x="5840" y="9807"/>
                </a:lnTo>
                <a:lnTo>
                  <a:pt x="5815" y="9685"/>
                </a:lnTo>
                <a:lnTo>
                  <a:pt x="5767" y="9588"/>
                </a:lnTo>
                <a:lnTo>
                  <a:pt x="5669" y="9515"/>
                </a:lnTo>
                <a:lnTo>
                  <a:pt x="5572" y="9417"/>
                </a:lnTo>
                <a:lnTo>
                  <a:pt x="5304" y="9174"/>
                </a:lnTo>
                <a:lnTo>
                  <a:pt x="5012" y="8907"/>
                </a:lnTo>
                <a:lnTo>
                  <a:pt x="4647" y="8542"/>
                </a:lnTo>
                <a:lnTo>
                  <a:pt x="4282" y="8201"/>
                </a:lnTo>
                <a:lnTo>
                  <a:pt x="4234" y="8152"/>
                </a:lnTo>
                <a:lnTo>
                  <a:pt x="4599" y="7690"/>
                </a:lnTo>
                <a:lnTo>
                  <a:pt x="4696" y="7885"/>
                </a:lnTo>
                <a:lnTo>
                  <a:pt x="4842" y="8079"/>
                </a:lnTo>
                <a:lnTo>
                  <a:pt x="5134" y="8396"/>
                </a:lnTo>
                <a:lnTo>
                  <a:pt x="5329" y="8590"/>
                </a:lnTo>
                <a:lnTo>
                  <a:pt x="5548" y="8809"/>
                </a:lnTo>
                <a:lnTo>
                  <a:pt x="5791" y="9004"/>
                </a:lnTo>
                <a:lnTo>
                  <a:pt x="5913" y="9077"/>
                </a:lnTo>
                <a:lnTo>
                  <a:pt x="6034" y="9150"/>
                </a:lnTo>
                <a:lnTo>
                  <a:pt x="6180" y="9150"/>
                </a:lnTo>
                <a:lnTo>
                  <a:pt x="6205" y="9101"/>
                </a:lnTo>
                <a:lnTo>
                  <a:pt x="6253" y="9052"/>
                </a:lnTo>
                <a:lnTo>
                  <a:pt x="6278" y="9004"/>
                </a:lnTo>
                <a:lnTo>
                  <a:pt x="6278" y="8931"/>
                </a:lnTo>
                <a:lnTo>
                  <a:pt x="6253" y="8882"/>
                </a:lnTo>
                <a:lnTo>
                  <a:pt x="6229" y="8834"/>
                </a:lnTo>
                <a:lnTo>
                  <a:pt x="6034" y="8639"/>
                </a:lnTo>
                <a:lnTo>
                  <a:pt x="5840" y="8469"/>
                </a:lnTo>
                <a:lnTo>
                  <a:pt x="5621" y="8298"/>
                </a:lnTo>
                <a:lnTo>
                  <a:pt x="5402" y="8104"/>
                </a:lnTo>
                <a:lnTo>
                  <a:pt x="5110" y="7787"/>
                </a:lnTo>
                <a:lnTo>
                  <a:pt x="4939" y="7641"/>
                </a:lnTo>
                <a:lnTo>
                  <a:pt x="4745" y="7495"/>
                </a:lnTo>
                <a:lnTo>
                  <a:pt x="4915" y="7301"/>
                </a:lnTo>
                <a:lnTo>
                  <a:pt x="5061" y="7155"/>
                </a:lnTo>
                <a:lnTo>
                  <a:pt x="5402" y="7495"/>
                </a:lnTo>
                <a:lnTo>
                  <a:pt x="5718" y="7885"/>
                </a:lnTo>
                <a:lnTo>
                  <a:pt x="5888" y="8104"/>
                </a:lnTo>
                <a:lnTo>
                  <a:pt x="6132" y="8323"/>
                </a:lnTo>
                <a:lnTo>
                  <a:pt x="6253" y="8420"/>
                </a:lnTo>
                <a:lnTo>
                  <a:pt x="6375" y="8469"/>
                </a:lnTo>
                <a:lnTo>
                  <a:pt x="6497" y="8493"/>
                </a:lnTo>
                <a:lnTo>
                  <a:pt x="6643" y="8493"/>
                </a:lnTo>
                <a:lnTo>
                  <a:pt x="6716" y="8444"/>
                </a:lnTo>
                <a:lnTo>
                  <a:pt x="6764" y="8371"/>
                </a:lnTo>
                <a:lnTo>
                  <a:pt x="6764" y="8298"/>
                </a:lnTo>
                <a:lnTo>
                  <a:pt x="6740" y="8225"/>
                </a:lnTo>
                <a:lnTo>
                  <a:pt x="6643" y="8128"/>
                </a:lnTo>
                <a:lnTo>
                  <a:pt x="6545" y="8055"/>
                </a:lnTo>
                <a:lnTo>
                  <a:pt x="6424" y="7982"/>
                </a:lnTo>
                <a:lnTo>
                  <a:pt x="6326" y="7885"/>
                </a:lnTo>
                <a:lnTo>
                  <a:pt x="6205" y="7787"/>
                </a:lnTo>
                <a:lnTo>
                  <a:pt x="6083" y="7641"/>
                </a:lnTo>
                <a:lnTo>
                  <a:pt x="5864" y="7398"/>
                </a:lnTo>
                <a:lnTo>
                  <a:pt x="5742" y="7252"/>
                </a:lnTo>
                <a:lnTo>
                  <a:pt x="5621" y="7130"/>
                </a:lnTo>
                <a:lnTo>
                  <a:pt x="5450" y="7009"/>
                </a:lnTo>
                <a:lnTo>
                  <a:pt x="5304" y="6936"/>
                </a:lnTo>
                <a:lnTo>
                  <a:pt x="5718" y="6595"/>
                </a:lnTo>
                <a:lnTo>
                  <a:pt x="6326" y="7203"/>
                </a:lnTo>
                <a:lnTo>
                  <a:pt x="6643" y="7520"/>
                </a:lnTo>
                <a:lnTo>
                  <a:pt x="6910" y="7860"/>
                </a:lnTo>
                <a:lnTo>
                  <a:pt x="7251" y="8274"/>
                </a:lnTo>
                <a:lnTo>
                  <a:pt x="7543" y="8688"/>
                </a:lnTo>
                <a:lnTo>
                  <a:pt x="8176" y="9539"/>
                </a:lnTo>
                <a:lnTo>
                  <a:pt x="8954" y="10512"/>
                </a:lnTo>
                <a:lnTo>
                  <a:pt x="9733" y="11486"/>
                </a:lnTo>
                <a:lnTo>
                  <a:pt x="10098" y="11997"/>
                </a:lnTo>
                <a:lnTo>
                  <a:pt x="10463" y="12508"/>
                </a:lnTo>
                <a:lnTo>
                  <a:pt x="10828" y="13019"/>
                </a:lnTo>
                <a:lnTo>
                  <a:pt x="11023" y="13262"/>
                </a:lnTo>
                <a:lnTo>
                  <a:pt x="11242" y="13481"/>
                </a:lnTo>
                <a:lnTo>
                  <a:pt x="11339" y="13554"/>
                </a:lnTo>
                <a:lnTo>
                  <a:pt x="11436" y="13578"/>
                </a:lnTo>
                <a:lnTo>
                  <a:pt x="11509" y="13554"/>
                </a:lnTo>
                <a:lnTo>
                  <a:pt x="11582" y="13505"/>
                </a:lnTo>
                <a:lnTo>
                  <a:pt x="11655" y="13432"/>
                </a:lnTo>
                <a:lnTo>
                  <a:pt x="11680" y="13359"/>
                </a:lnTo>
                <a:lnTo>
                  <a:pt x="11704" y="13238"/>
                </a:lnTo>
                <a:lnTo>
                  <a:pt x="11680" y="13140"/>
                </a:lnTo>
                <a:lnTo>
                  <a:pt x="11558" y="12897"/>
                </a:lnTo>
                <a:lnTo>
                  <a:pt x="11388" y="12629"/>
                </a:lnTo>
                <a:lnTo>
                  <a:pt x="11217" y="12386"/>
                </a:lnTo>
                <a:lnTo>
                  <a:pt x="11047" y="12143"/>
                </a:lnTo>
                <a:lnTo>
                  <a:pt x="10268" y="11194"/>
                </a:lnTo>
                <a:lnTo>
                  <a:pt x="10001" y="10853"/>
                </a:lnTo>
                <a:lnTo>
                  <a:pt x="10147" y="10756"/>
                </a:lnTo>
                <a:lnTo>
                  <a:pt x="10220" y="10877"/>
                </a:lnTo>
                <a:lnTo>
                  <a:pt x="10317" y="10999"/>
                </a:lnTo>
                <a:lnTo>
                  <a:pt x="10463" y="11169"/>
                </a:lnTo>
                <a:lnTo>
                  <a:pt x="10633" y="11364"/>
                </a:lnTo>
                <a:lnTo>
                  <a:pt x="10828" y="11510"/>
                </a:lnTo>
                <a:lnTo>
                  <a:pt x="11023" y="11656"/>
                </a:lnTo>
                <a:lnTo>
                  <a:pt x="11071" y="11680"/>
                </a:lnTo>
                <a:lnTo>
                  <a:pt x="11144" y="11680"/>
                </a:lnTo>
                <a:lnTo>
                  <a:pt x="11217" y="11656"/>
                </a:lnTo>
                <a:lnTo>
                  <a:pt x="11266" y="11632"/>
                </a:lnTo>
                <a:lnTo>
                  <a:pt x="11315" y="11559"/>
                </a:lnTo>
                <a:lnTo>
                  <a:pt x="11339" y="11510"/>
                </a:lnTo>
                <a:lnTo>
                  <a:pt x="11339" y="11437"/>
                </a:lnTo>
                <a:lnTo>
                  <a:pt x="11315" y="11364"/>
                </a:lnTo>
                <a:lnTo>
                  <a:pt x="11169" y="11218"/>
                </a:lnTo>
                <a:lnTo>
                  <a:pt x="11023" y="11072"/>
                </a:lnTo>
                <a:lnTo>
                  <a:pt x="10682" y="10804"/>
                </a:lnTo>
                <a:lnTo>
                  <a:pt x="10390" y="10512"/>
                </a:lnTo>
                <a:lnTo>
                  <a:pt x="10390" y="10488"/>
                </a:lnTo>
                <a:lnTo>
                  <a:pt x="10731" y="10026"/>
                </a:lnTo>
                <a:lnTo>
                  <a:pt x="10828" y="10172"/>
                </a:lnTo>
                <a:lnTo>
                  <a:pt x="10901" y="10293"/>
                </a:lnTo>
                <a:lnTo>
                  <a:pt x="11023" y="10439"/>
                </a:lnTo>
                <a:lnTo>
                  <a:pt x="11169" y="10610"/>
                </a:lnTo>
                <a:lnTo>
                  <a:pt x="11315" y="10756"/>
                </a:lnTo>
                <a:lnTo>
                  <a:pt x="11412" y="10926"/>
                </a:lnTo>
                <a:lnTo>
                  <a:pt x="11485" y="10999"/>
                </a:lnTo>
                <a:lnTo>
                  <a:pt x="11534" y="11048"/>
                </a:lnTo>
                <a:lnTo>
                  <a:pt x="11607" y="11048"/>
                </a:lnTo>
                <a:lnTo>
                  <a:pt x="11680" y="11023"/>
                </a:lnTo>
                <a:lnTo>
                  <a:pt x="11753" y="10975"/>
                </a:lnTo>
                <a:lnTo>
                  <a:pt x="11777" y="10902"/>
                </a:lnTo>
                <a:lnTo>
                  <a:pt x="11801" y="10829"/>
                </a:lnTo>
                <a:lnTo>
                  <a:pt x="11777" y="10731"/>
                </a:lnTo>
                <a:lnTo>
                  <a:pt x="11680" y="10585"/>
                </a:lnTo>
                <a:lnTo>
                  <a:pt x="11582" y="10439"/>
                </a:lnTo>
                <a:lnTo>
                  <a:pt x="11315" y="10196"/>
                </a:lnTo>
                <a:lnTo>
                  <a:pt x="11169" y="10050"/>
                </a:lnTo>
                <a:lnTo>
                  <a:pt x="11023" y="9904"/>
                </a:lnTo>
                <a:lnTo>
                  <a:pt x="10925" y="9807"/>
                </a:lnTo>
                <a:lnTo>
                  <a:pt x="11217" y="9539"/>
                </a:lnTo>
                <a:lnTo>
                  <a:pt x="11315" y="9636"/>
                </a:lnTo>
                <a:lnTo>
                  <a:pt x="11412" y="9782"/>
                </a:lnTo>
                <a:lnTo>
                  <a:pt x="11582" y="10026"/>
                </a:lnTo>
                <a:lnTo>
                  <a:pt x="11655" y="10172"/>
                </a:lnTo>
                <a:lnTo>
                  <a:pt x="11753" y="10293"/>
                </a:lnTo>
                <a:lnTo>
                  <a:pt x="11874" y="10391"/>
                </a:lnTo>
                <a:lnTo>
                  <a:pt x="11996" y="10488"/>
                </a:lnTo>
                <a:lnTo>
                  <a:pt x="12093" y="10512"/>
                </a:lnTo>
                <a:lnTo>
                  <a:pt x="12190" y="10512"/>
                </a:lnTo>
                <a:lnTo>
                  <a:pt x="12239" y="10464"/>
                </a:lnTo>
                <a:lnTo>
                  <a:pt x="12312" y="10391"/>
                </a:lnTo>
                <a:lnTo>
                  <a:pt x="12336" y="10318"/>
                </a:lnTo>
                <a:lnTo>
                  <a:pt x="12336" y="10245"/>
                </a:lnTo>
                <a:lnTo>
                  <a:pt x="12288" y="10172"/>
                </a:lnTo>
                <a:lnTo>
                  <a:pt x="12215" y="10099"/>
                </a:lnTo>
                <a:lnTo>
                  <a:pt x="12117" y="10026"/>
                </a:lnTo>
                <a:lnTo>
                  <a:pt x="12020" y="9928"/>
                </a:lnTo>
                <a:lnTo>
                  <a:pt x="11850" y="9709"/>
                </a:lnTo>
                <a:lnTo>
                  <a:pt x="11680" y="9466"/>
                </a:lnTo>
                <a:lnTo>
                  <a:pt x="11607" y="9369"/>
                </a:lnTo>
                <a:lnTo>
                  <a:pt x="11485" y="9271"/>
                </a:lnTo>
                <a:lnTo>
                  <a:pt x="11704" y="9077"/>
                </a:lnTo>
                <a:lnTo>
                  <a:pt x="11972" y="9223"/>
                </a:lnTo>
                <a:lnTo>
                  <a:pt x="12215" y="9417"/>
                </a:lnTo>
                <a:lnTo>
                  <a:pt x="12409" y="9636"/>
                </a:lnTo>
                <a:lnTo>
                  <a:pt x="12628" y="9880"/>
                </a:lnTo>
                <a:lnTo>
                  <a:pt x="12993" y="10415"/>
                </a:lnTo>
                <a:lnTo>
                  <a:pt x="13334" y="10902"/>
                </a:lnTo>
                <a:lnTo>
                  <a:pt x="13845" y="11559"/>
                </a:lnTo>
                <a:lnTo>
                  <a:pt x="14356" y="12240"/>
                </a:lnTo>
                <a:lnTo>
                  <a:pt x="14551" y="12556"/>
                </a:lnTo>
                <a:lnTo>
                  <a:pt x="14770" y="12921"/>
                </a:lnTo>
                <a:lnTo>
                  <a:pt x="14891" y="13092"/>
                </a:lnTo>
                <a:lnTo>
                  <a:pt x="15037" y="13262"/>
                </a:lnTo>
                <a:lnTo>
                  <a:pt x="15159" y="13384"/>
                </a:lnTo>
                <a:lnTo>
                  <a:pt x="15305" y="13481"/>
                </a:lnTo>
                <a:lnTo>
                  <a:pt x="15427" y="13505"/>
                </a:lnTo>
                <a:lnTo>
                  <a:pt x="15548" y="13481"/>
                </a:lnTo>
                <a:lnTo>
                  <a:pt x="15597" y="13432"/>
                </a:lnTo>
                <a:lnTo>
                  <a:pt x="15621" y="13408"/>
                </a:lnTo>
                <a:lnTo>
                  <a:pt x="15646" y="13359"/>
                </a:lnTo>
                <a:lnTo>
                  <a:pt x="15646" y="13286"/>
                </a:lnTo>
                <a:lnTo>
                  <a:pt x="15597" y="13092"/>
                </a:lnTo>
                <a:lnTo>
                  <a:pt x="15524" y="12897"/>
                </a:lnTo>
                <a:lnTo>
                  <a:pt x="15427" y="12702"/>
                </a:lnTo>
                <a:lnTo>
                  <a:pt x="15281" y="12532"/>
                </a:lnTo>
                <a:lnTo>
                  <a:pt x="15013" y="12167"/>
                </a:lnTo>
                <a:lnTo>
                  <a:pt x="14745" y="11826"/>
                </a:lnTo>
                <a:lnTo>
                  <a:pt x="14478" y="11461"/>
                </a:lnTo>
                <a:lnTo>
                  <a:pt x="14210" y="11121"/>
                </a:lnTo>
                <a:lnTo>
                  <a:pt x="13650" y="10415"/>
                </a:lnTo>
                <a:lnTo>
                  <a:pt x="13310" y="9880"/>
                </a:lnTo>
                <a:lnTo>
                  <a:pt x="13091" y="9588"/>
                </a:lnTo>
                <a:lnTo>
                  <a:pt x="12872" y="9296"/>
                </a:lnTo>
                <a:lnTo>
                  <a:pt x="12604" y="9052"/>
                </a:lnTo>
                <a:lnTo>
                  <a:pt x="12482" y="8931"/>
                </a:lnTo>
                <a:lnTo>
                  <a:pt x="12336" y="8834"/>
                </a:lnTo>
                <a:lnTo>
                  <a:pt x="12215" y="8761"/>
                </a:lnTo>
                <a:lnTo>
                  <a:pt x="12069" y="8688"/>
                </a:lnTo>
                <a:lnTo>
                  <a:pt x="11899" y="8663"/>
                </a:lnTo>
                <a:lnTo>
                  <a:pt x="11753" y="8663"/>
                </a:lnTo>
                <a:lnTo>
                  <a:pt x="11655" y="8615"/>
                </a:lnTo>
                <a:lnTo>
                  <a:pt x="11558" y="8615"/>
                </a:lnTo>
                <a:lnTo>
                  <a:pt x="11388" y="8688"/>
                </a:lnTo>
                <a:lnTo>
                  <a:pt x="11242" y="8785"/>
                </a:lnTo>
                <a:lnTo>
                  <a:pt x="11071" y="8907"/>
                </a:lnTo>
                <a:lnTo>
                  <a:pt x="10950" y="9028"/>
                </a:lnTo>
                <a:lnTo>
                  <a:pt x="10682" y="9320"/>
                </a:lnTo>
                <a:lnTo>
                  <a:pt x="10463" y="9612"/>
                </a:lnTo>
                <a:lnTo>
                  <a:pt x="10074" y="10050"/>
                </a:lnTo>
                <a:lnTo>
                  <a:pt x="9903" y="10318"/>
                </a:lnTo>
                <a:lnTo>
                  <a:pt x="9830" y="10464"/>
                </a:lnTo>
                <a:lnTo>
                  <a:pt x="9782" y="10585"/>
                </a:lnTo>
                <a:lnTo>
                  <a:pt x="8589" y="9125"/>
                </a:lnTo>
                <a:lnTo>
                  <a:pt x="8249" y="8688"/>
                </a:lnTo>
                <a:lnTo>
                  <a:pt x="7908" y="8225"/>
                </a:lnTo>
                <a:lnTo>
                  <a:pt x="7567" y="7787"/>
                </a:lnTo>
                <a:lnTo>
                  <a:pt x="7227" y="7349"/>
                </a:lnTo>
                <a:lnTo>
                  <a:pt x="6935" y="7009"/>
                </a:lnTo>
                <a:lnTo>
                  <a:pt x="6594" y="6668"/>
                </a:lnTo>
                <a:lnTo>
                  <a:pt x="6424" y="6498"/>
                </a:lnTo>
                <a:lnTo>
                  <a:pt x="6229" y="6376"/>
                </a:lnTo>
                <a:lnTo>
                  <a:pt x="6034" y="6254"/>
                </a:lnTo>
                <a:lnTo>
                  <a:pt x="5815" y="6157"/>
                </a:lnTo>
                <a:lnTo>
                  <a:pt x="5742" y="6108"/>
                </a:lnTo>
                <a:lnTo>
                  <a:pt x="5645" y="6084"/>
                </a:lnTo>
                <a:close/>
                <a:moveTo>
                  <a:pt x="5864" y="1388"/>
                </a:moveTo>
                <a:lnTo>
                  <a:pt x="6837" y="1412"/>
                </a:lnTo>
                <a:lnTo>
                  <a:pt x="7811" y="1436"/>
                </a:lnTo>
                <a:lnTo>
                  <a:pt x="8784" y="1485"/>
                </a:lnTo>
                <a:lnTo>
                  <a:pt x="9757" y="1534"/>
                </a:lnTo>
                <a:lnTo>
                  <a:pt x="10755" y="1558"/>
                </a:lnTo>
                <a:lnTo>
                  <a:pt x="12726" y="1558"/>
                </a:lnTo>
                <a:lnTo>
                  <a:pt x="14429" y="1485"/>
                </a:lnTo>
                <a:lnTo>
                  <a:pt x="16181" y="1485"/>
                </a:lnTo>
                <a:lnTo>
                  <a:pt x="16181" y="1558"/>
                </a:lnTo>
                <a:lnTo>
                  <a:pt x="16157" y="1801"/>
                </a:lnTo>
                <a:lnTo>
                  <a:pt x="16132" y="2045"/>
                </a:lnTo>
                <a:lnTo>
                  <a:pt x="16132" y="2507"/>
                </a:lnTo>
                <a:lnTo>
                  <a:pt x="16132" y="2945"/>
                </a:lnTo>
                <a:lnTo>
                  <a:pt x="16181" y="3821"/>
                </a:lnTo>
                <a:lnTo>
                  <a:pt x="16181" y="5062"/>
                </a:lnTo>
                <a:lnTo>
                  <a:pt x="16132" y="6303"/>
                </a:lnTo>
                <a:lnTo>
                  <a:pt x="16059" y="8809"/>
                </a:lnTo>
                <a:lnTo>
                  <a:pt x="16059" y="10561"/>
                </a:lnTo>
                <a:lnTo>
                  <a:pt x="16084" y="12313"/>
                </a:lnTo>
                <a:lnTo>
                  <a:pt x="16108" y="12946"/>
                </a:lnTo>
                <a:lnTo>
                  <a:pt x="16132" y="13603"/>
                </a:lnTo>
                <a:lnTo>
                  <a:pt x="16157" y="13724"/>
                </a:lnTo>
                <a:lnTo>
                  <a:pt x="15524" y="13773"/>
                </a:lnTo>
                <a:lnTo>
                  <a:pt x="14916" y="13797"/>
                </a:lnTo>
                <a:lnTo>
                  <a:pt x="13675" y="13822"/>
                </a:lnTo>
                <a:lnTo>
                  <a:pt x="11193" y="13822"/>
                </a:lnTo>
                <a:lnTo>
                  <a:pt x="8614" y="13846"/>
                </a:lnTo>
                <a:lnTo>
                  <a:pt x="6010" y="13895"/>
                </a:lnTo>
                <a:lnTo>
                  <a:pt x="4793" y="13895"/>
                </a:lnTo>
                <a:lnTo>
                  <a:pt x="3577" y="13870"/>
                </a:lnTo>
                <a:lnTo>
                  <a:pt x="2263" y="13846"/>
                </a:lnTo>
                <a:lnTo>
                  <a:pt x="1801" y="13846"/>
                </a:lnTo>
                <a:lnTo>
                  <a:pt x="1728" y="12873"/>
                </a:lnTo>
                <a:lnTo>
                  <a:pt x="1655" y="11899"/>
                </a:lnTo>
                <a:lnTo>
                  <a:pt x="1606" y="10950"/>
                </a:lnTo>
                <a:lnTo>
                  <a:pt x="1582" y="9977"/>
                </a:lnTo>
                <a:lnTo>
                  <a:pt x="1582" y="8882"/>
                </a:lnTo>
                <a:lnTo>
                  <a:pt x="1606" y="7787"/>
                </a:lnTo>
                <a:lnTo>
                  <a:pt x="1606" y="6668"/>
                </a:lnTo>
                <a:lnTo>
                  <a:pt x="1582" y="5573"/>
                </a:lnTo>
                <a:lnTo>
                  <a:pt x="1533" y="4356"/>
                </a:lnTo>
                <a:lnTo>
                  <a:pt x="1484" y="3115"/>
                </a:lnTo>
                <a:lnTo>
                  <a:pt x="1460" y="2483"/>
                </a:lnTo>
                <a:lnTo>
                  <a:pt x="1460" y="1850"/>
                </a:lnTo>
                <a:lnTo>
                  <a:pt x="1436" y="1631"/>
                </a:lnTo>
                <a:lnTo>
                  <a:pt x="1411" y="1412"/>
                </a:lnTo>
                <a:lnTo>
                  <a:pt x="1557" y="1412"/>
                </a:lnTo>
                <a:lnTo>
                  <a:pt x="1703" y="1436"/>
                </a:lnTo>
                <a:lnTo>
                  <a:pt x="1849" y="1485"/>
                </a:lnTo>
                <a:lnTo>
                  <a:pt x="1995" y="1509"/>
                </a:lnTo>
                <a:lnTo>
                  <a:pt x="2433" y="1558"/>
                </a:lnTo>
                <a:lnTo>
                  <a:pt x="2871" y="1558"/>
                </a:lnTo>
                <a:lnTo>
                  <a:pt x="3358" y="1534"/>
                </a:lnTo>
                <a:lnTo>
                  <a:pt x="3869" y="1485"/>
                </a:lnTo>
                <a:lnTo>
                  <a:pt x="4866" y="1412"/>
                </a:lnTo>
                <a:lnTo>
                  <a:pt x="5864" y="1388"/>
                </a:lnTo>
                <a:close/>
                <a:moveTo>
                  <a:pt x="6375" y="925"/>
                </a:moveTo>
                <a:lnTo>
                  <a:pt x="5353" y="950"/>
                </a:lnTo>
                <a:lnTo>
                  <a:pt x="4331" y="998"/>
                </a:lnTo>
                <a:lnTo>
                  <a:pt x="3334" y="1071"/>
                </a:lnTo>
                <a:lnTo>
                  <a:pt x="2823" y="1096"/>
                </a:lnTo>
                <a:lnTo>
                  <a:pt x="2190" y="1096"/>
                </a:lnTo>
                <a:lnTo>
                  <a:pt x="2020" y="1071"/>
                </a:lnTo>
                <a:lnTo>
                  <a:pt x="1728" y="1023"/>
                </a:lnTo>
                <a:lnTo>
                  <a:pt x="1582" y="1023"/>
                </a:lnTo>
                <a:lnTo>
                  <a:pt x="1436" y="1047"/>
                </a:lnTo>
                <a:lnTo>
                  <a:pt x="1314" y="1120"/>
                </a:lnTo>
                <a:lnTo>
                  <a:pt x="1241" y="1242"/>
                </a:lnTo>
                <a:lnTo>
                  <a:pt x="1192" y="1290"/>
                </a:lnTo>
                <a:lnTo>
                  <a:pt x="1144" y="1339"/>
                </a:lnTo>
                <a:lnTo>
                  <a:pt x="1095" y="1509"/>
                </a:lnTo>
                <a:lnTo>
                  <a:pt x="1071" y="1680"/>
                </a:lnTo>
                <a:lnTo>
                  <a:pt x="1046" y="1899"/>
                </a:lnTo>
                <a:lnTo>
                  <a:pt x="1046" y="2288"/>
                </a:lnTo>
                <a:lnTo>
                  <a:pt x="1046" y="2531"/>
                </a:lnTo>
                <a:lnTo>
                  <a:pt x="1046" y="3213"/>
                </a:lnTo>
                <a:lnTo>
                  <a:pt x="1071" y="3918"/>
                </a:lnTo>
                <a:lnTo>
                  <a:pt x="1119" y="5330"/>
                </a:lnTo>
                <a:lnTo>
                  <a:pt x="1144" y="6352"/>
                </a:lnTo>
                <a:lnTo>
                  <a:pt x="1144" y="7374"/>
                </a:lnTo>
                <a:lnTo>
                  <a:pt x="1119" y="9417"/>
                </a:lnTo>
                <a:lnTo>
                  <a:pt x="1144" y="10634"/>
                </a:lnTo>
                <a:lnTo>
                  <a:pt x="1192" y="11851"/>
                </a:lnTo>
                <a:lnTo>
                  <a:pt x="1290" y="13043"/>
                </a:lnTo>
                <a:lnTo>
                  <a:pt x="1387" y="14260"/>
                </a:lnTo>
                <a:lnTo>
                  <a:pt x="1411" y="14357"/>
                </a:lnTo>
                <a:lnTo>
                  <a:pt x="1460" y="14406"/>
                </a:lnTo>
                <a:lnTo>
                  <a:pt x="1533" y="14454"/>
                </a:lnTo>
                <a:lnTo>
                  <a:pt x="1606" y="14479"/>
                </a:lnTo>
                <a:lnTo>
                  <a:pt x="1679" y="14479"/>
                </a:lnTo>
                <a:lnTo>
                  <a:pt x="1752" y="14430"/>
                </a:lnTo>
                <a:lnTo>
                  <a:pt x="1801" y="14381"/>
                </a:lnTo>
                <a:lnTo>
                  <a:pt x="1825" y="14308"/>
                </a:lnTo>
                <a:lnTo>
                  <a:pt x="2141" y="14357"/>
                </a:lnTo>
                <a:lnTo>
                  <a:pt x="2969" y="14357"/>
                </a:lnTo>
                <a:lnTo>
                  <a:pt x="4282" y="14406"/>
                </a:lnTo>
                <a:lnTo>
                  <a:pt x="5572" y="14430"/>
                </a:lnTo>
                <a:lnTo>
                  <a:pt x="6837" y="14406"/>
                </a:lnTo>
                <a:lnTo>
                  <a:pt x="8103" y="14406"/>
                </a:lnTo>
                <a:lnTo>
                  <a:pt x="10633" y="14357"/>
                </a:lnTo>
                <a:lnTo>
                  <a:pt x="12045" y="14333"/>
                </a:lnTo>
                <a:lnTo>
                  <a:pt x="13480" y="14333"/>
                </a:lnTo>
                <a:lnTo>
                  <a:pt x="14891" y="14308"/>
                </a:lnTo>
                <a:lnTo>
                  <a:pt x="15597" y="14284"/>
                </a:lnTo>
                <a:lnTo>
                  <a:pt x="16303" y="14235"/>
                </a:lnTo>
                <a:lnTo>
                  <a:pt x="16400" y="14211"/>
                </a:lnTo>
                <a:lnTo>
                  <a:pt x="16473" y="14211"/>
                </a:lnTo>
                <a:lnTo>
                  <a:pt x="16546" y="14187"/>
                </a:lnTo>
                <a:lnTo>
                  <a:pt x="16619" y="14138"/>
                </a:lnTo>
                <a:lnTo>
                  <a:pt x="16643" y="14065"/>
                </a:lnTo>
                <a:lnTo>
                  <a:pt x="16668" y="13992"/>
                </a:lnTo>
                <a:lnTo>
                  <a:pt x="16668" y="13895"/>
                </a:lnTo>
                <a:lnTo>
                  <a:pt x="16643" y="13822"/>
                </a:lnTo>
                <a:lnTo>
                  <a:pt x="16570" y="13773"/>
                </a:lnTo>
                <a:lnTo>
                  <a:pt x="16570" y="13773"/>
                </a:lnTo>
                <a:lnTo>
                  <a:pt x="16643" y="13797"/>
                </a:lnTo>
                <a:lnTo>
                  <a:pt x="16668" y="13797"/>
                </a:lnTo>
                <a:lnTo>
                  <a:pt x="16643" y="13700"/>
                </a:lnTo>
                <a:lnTo>
                  <a:pt x="16619" y="13603"/>
                </a:lnTo>
                <a:lnTo>
                  <a:pt x="16595" y="13043"/>
                </a:lnTo>
                <a:lnTo>
                  <a:pt x="16546" y="11729"/>
                </a:lnTo>
                <a:lnTo>
                  <a:pt x="16546" y="9685"/>
                </a:lnTo>
                <a:lnTo>
                  <a:pt x="16570" y="7666"/>
                </a:lnTo>
                <a:lnTo>
                  <a:pt x="16643" y="5184"/>
                </a:lnTo>
                <a:lnTo>
                  <a:pt x="16643" y="3943"/>
                </a:lnTo>
                <a:lnTo>
                  <a:pt x="16595" y="2702"/>
                </a:lnTo>
                <a:lnTo>
                  <a:pt x="16619" y="2312"/>
                </a:lnTo>
                <a:lnTo>
                  <a:pt x="16619" y="2045"/>
                </a:lnTo>
                <a:lnTo>
                  <a:pt x="16643" y="1753"/>
                </a:lnTo>
                <a:lnTo>
                  <a:pt x="16619" y="1485"/>
                </a:lnTo>
                <a:lnTo>
                  <a:pt x="16546" y="1266"/>
                </a:lnTo>
                <a:lnTo>
                  <a:pt x="16522" y="1169"/>
                </a:lnTo>
                <a:lnTo>
                  <a:pt x="16449" y="1120"/>
                </a:lnTo>
                <a:lnTo>
                  <a:pt x="16400" y="1071"/>
                </a:lnTo>
                <a:lnTo>
                  <a:pt x="16278" y="1071"/>
                </a:lnTo>
                <a:lnTo>
                  <a:pt x="16205" y="1047"/>
                </a:lnTo>
                <a:lnTo>
                  <a:pt x="15792" y="974"/>
                </a:lnTo>
                <a:lnTo>
                  <a:pt x="15354" y="950"/>
                </a:lnTo>
                <a:lnTo>
                  <a:pt x="14916" y="925"/>
                </a:lnTo>
                <a:lnTo>
                  <a:pt x="14478" y="950"/>
                </a:lnTo>
                <a:lnTo>
                  <a:pt x="13577" y="998"/>
                </a:lnTo>
                <a:lnTo>
                  <a:pt x="12726" y="1071"/>
                </a:lnTo>
                <a:lnTo>
                  <a:pt x="11631" y="1096"/>
                </a:lnTo>
                <a:lnTo>
                  <a:pt x="10560" y="1096"/>
                </a:lnTo>
                <a:lnTo>
                  <a:pt x="9490" y="1047"/>
                </a:lnTo>
                <a:lnTo>
                  <a:pt x="8395" y="998"/>
                </a:lnTo>
                <a:lnTo>
                  <a:pt x="7373" y="950"/>
                </a:lnTo>
                <a:lnTo>
                  <a:pt x="6375" y="925"/>
                </a:lnTo>
                <a:close/>
                <a:moveTo>
                  <a:pt x="3480" y="415"/>
                </a:moveTo>
                <a:lnTo>
                  <a:pt x="4647" y="463"/>
                </a:lnTo>
                <a:lnTo>
                  <a:pt x="8200" y="463"/>
                </a:lnTo>
                <a:lnTo>
                  <a:pt x="10390" y="439"/>
                </a:lnTo>
                <a:lnTo>
                  <a:pt x="12604" y="439"/>
                </a:lnTo>
                <a:lnTo>
                  <a:pt x="17033" y="463"/>
                </a:lnTo>
                <a:lnTo>
                  <a:pt x="16935" y="731"/>
                </a:lnTo>
                <a:lnTo>
                  <a:pt x="16887" y="1023"/>
                </a:lnTo>
                <a:lnTo>
                  <a:pt x="16862" y="1315"/>
                </a:lnTo>
                <a:lnTo>
                  <a:pt x="16862" y="1631"/>
                </a:lnTo>
                <a:lnTo>
                  <a:pt x="16887" y="2239"/>
                </a:lnTo>
                <a:lnTo>
                  <a:pt x="16960" y="2799"/>
                </a:lnTo>
                <a:lnTo>
                  <a:pt x="17057" y="3797"/>
                </a:lnTo>
                <a:lnTo>
                  <a:pt x="17154" y="4770"/>
                </a:lnTo>
                <a:lnTo>
                  <a:pt x="17179" y="5768"/>
                </a:lnTo>
                <a:lnTo>
                  <a:pt x="17203" y="6765"/>
                </a:lnTo>
                <a:lnTo>
                  <a:pt x="17154" y="8031"/>
                </a:lnTo>
                <a:lnTo>
                  <a:pt x="17106" y="9296"/>
                </a:lnTo>
                <a:lnTo>
                  <a:pt x="17033" y="10561"/>
                </a:lnTo>
                <a:lnTo>
                  <a:pt x="16960" y="11802"/>
                </a:lnTo>
                <a:lnTo>
                  <a:pt x="16960" y="12289"/>
                </a:lnTo>
                <a:lnTo>
                  <a:pt x="16960" y="12775"/>
                </a:lnTo>
                <a:lnTo>
                  <a:pt x="16984" y="13749"/>
                </a:lnTo>
                <a:lnTo>
                  <a:pt x="16960" y="14187"/>
                </a:lnTo>
                <a:lnTo>
                  <a:pt x="16960" y="14406"/>
                </a:lnTo>
                <a:lnTo>
                  <a:pt x="16984" y="14625"/>
                </a:lnTo>
                <a:lnTo>
                  <a:pt x="16497" y="14722"/>
                </a:lnTo>
                <a:lnTo>
                  <a:pt x="15986" y="14771"/>
                </a:lnTo>
                <a:lnTo>
                  <a:pt x="15500" y="14795"/>
                </a:lnTo>
                <a:lnTo>
                  <a:pt x="14989" y="14819"/>
                </a:lnTo>
                <a:lnTo>
                  <a:pt x="13991" y="14795"/>
                </a:lnTo>
                <a:lnTo>
                  <a:pt x="12969" y="14771"/>
                </a:lnTo>
                <a:lnTo>
                  <a:pt x="11874" y="14771"/>
                </a:lnTo>
                <a:lnTo>
                  <a:pt x="10779" y="14795"/>
                </a:lnTo>
                <a:lnTo>
                  <a:pt x="9684" y="14844"/>
                </a:lnTo>
                <a:lnTo>
                  <a:pt x="8589" y="14941"/>
                </a:lnTo>
                <a:lnTo>
                  <a:pt x="7470" y="15038"/>
                </a:lnTo>
                <a:lnTo>
                  <a:pt x="6375" y="15160"/>
                </a:lnTo>
                <a:lnTo>
                  <a:pt x="5815" y="15184"/>
                </a:lnTo>
                <a:lnTo>
                  <a:pt x="5256" y="15184"/>
                </a:lnTo>
                <a:lnTo>
                  <a:pt x="4696" y="15160"/>
                </a:lnTo>
                <a:lnTo>
                  <a:pt x="4136" y="15111"/>
                </a:lnTo>
                <a:lnTo>
                  <a:pt x="3212" y="15014"/>
                </a:lnTo>
                <a:lnTo>
                  <a:pt x="2750" y="14965"/>
                </a:lnTo>
                <a:lnTo>
                  <a:pt x="2287" y="14965"/>
                </a:lnTo>
                <a:lnTo>
                  <a:pt x="1192" y="15014"/>
                </a:lnTo>
                <a:lnTo>
                  <a:pt x="633" y="15087"/>
                </a:lnTo>
                <a:lnTo>
                  <a:pt x="633" y="15038"/>
                </a:lnTo>
                <a:lnTo>
                  <a:pt x="657" y="14990"/>
                </a:lnTo>
                <a:lnTo>
                  <a:pt x="633" y="14941"/>
                </a:lnTo>
                <a:lnTo>
                  <a:pt x="633" y="14892"/>
                </a:lnTo>
                <a:lnTo>
                  <a:pt x="584" y="14844"/>
                </a:lnTo>
                <a:lnTo>
                  <a:pt x="608" y="14600"/>
                </a:lnTo>
                <a:lnTo>
                  <a:pt x="608" y="14381"/>
                </a:lnTo>
                <a:lnTo>
                  <a:pt x="584" y="14162"/>
                </a:lnTo>
                <a:lnTo>
                  <a:pt x="535" y="13749"/>
                </a:lnTo>
                <a:lnTo>
                  <a:pt x="511" y="13262"/>
                </a:lnTo>
                <a:lnTo>
                  <a:pt x="511" y="12751"/>
                </a:lnTo>
                <a:lnTo>
                  <a:pt x="511" y="11753"/>
                </a:lnTo>
                <a:lnTo>
                  <a:pt x="560" y="9709"/>
                </a:lnTo>
                <a:lnTo>
                  <a:pt x="584" y="8688"/>
                </a:lnTo>
                <a:lnTo>
                  <a:pt x="560" y="7666"/>
                </a:lnTo>
                <a:lnTo>
                  <a:pt x="535" y="5695"/>
                </a:lnTo>
                <a:lnTo>
                  <a:pt x="462" y="3724"/>
                </a:lnTo>
                <a:lnTo>
                  <a:pt x="438" y="2799"/>
                </a:lnTo>
                <a:lnTo>
                  <a:pt x="414" y="1874"/>
                </a:lnTo>
                <a:lnTo>
                  <a:pt x="414" y="1534"/>
                </a:lnTo>
                <a:lnTo>
                  <a:pt x="438" y="1193"/>
                </a:lnTo>
                <a:lnTo>
                  <a:pt x="462" y="828"/>
                </a:lnTo>
                <a:lnTo>
                  <a:pt x="438" y="488"/>
                </a:lnTo>
                <a:lnTo>
                  <a:pt x="706" y="536"/>
                </a:lnTo>
                <a:lnTo>
                  <a:pt x="998" y="536"/>
                </a:lnTo>
                <a:lnTo>
                  <a:pt x="1582" y="463"/>
                </a:lnTo>
                <a:lnTo>
                  <a:pt x="2044" y="439"/>
                </a:lnTo>
                <a:lnTo>
                  <a:pt x="2531" y="415"/>
                </a:lnTo>
                <a:close/>
                <a:moveTo>
                  <a:pt x="2360" y="1"/>
                </a:moveTo>
                <a:lnTo>
                  <a:pt x="1874" y="50"/>
                </a:lnTo>
                <a:lnTo>
                  <a:pt x="1071" y="123"/>
                </a:lnTo>
                <a:lnTo>
                  <a:pt x="681" y="147"/>
                </a:lnTo>
                <a:lnTo>
                  <a:pt x="243" y="147"/>
                </a:lnTo>
                <a:lnTo>
                  <a:pt x="195" y="171"/>
                </a:lnTo>
                <a:lnTo>
                  <a:pt x="146" y="244"/>
                </a:lnTo>
                <a:lnTo>
                  <a:pt x="146" y="342"/>
                </a:lnTo>
                <a:lnTo>
                  <a:pt x="170" y="390"/>
                </a:lnTo>
                <a:lnTo>
                  <a:pt x="219" y="415"/>
                </a:lnTo>
                <a:lnTo>
                  <a:pt x="146" y="561"/>
                </a:lnTo>
                <a:lnTo>
                  <a:pt x="97" y="707"/>
                </a:lnTo>
                <a:lnTo>
                  <a:pt x="49" y="1047"/>
                </a:lnTo>
                <a:lnTo>
                  <a:pt x="24" y="1388"/>
                </a:lnTo>
                <a:lnTo>
                  <a:pt x="0" y="1704"/>
                </a:lnTo>
                <a:lnTo>
                  <a:pt x="0" y="2215"/>
                </a:lnTo>
                <a:lnTo>
                  <a:pt x="0" y="2702"/>
                </a:lnTo>
                <a:lnTo>
                  <a:pt x="49" y="3724"/>
                </a:lnTo>
                <a:lnTo>
                  <a:pt x="122" y="5792"/>
                </a:lnTo>
                <a:lnTo>
                  <a:pt x="146" y="7860"/>
                </a:lnTo>
                <a:lnTo>
                  <a:pt x="146" y="8931"/>
                </a:lnTo>
                <a:lnTo>
                  <a:pt x="122" y="10001"/>
                </a:lnTo>
                <a:lnTo>
                  <a:pt x="73" y="12143"/>
                </a:lnTo>
                <a:lnTo>
                  <a:pt x="73" y="13116"/>
                </a:lnTo>
                <a:lnTo>
                  <a:pt x="97" y="13603"/>
                </a:lnTo>
                <a:lnTo>
                  <a:pt x="122" y="14089"/>
                </a:lnTo>
                <a:lnTo>
                  <a:pt x="122" y="14333"/>
                </a:lnTo>
                <a:lnTo>
                  <a:pt x="122" y="14600"/>
                </a:lnTo>
                <a:lnTo>
                  <a:pt x="146" y="14868"/>
                </a:lnTo>
                <a:lnTo>
                  <a:pt x="170" y="14990"/>
                </a:lnTo>
                <a:lnTo>
                  <a:pt x="195" y="15111"/>
                </a:lnTo>
                <a:lnTo>
                  <a:pt x="170" y="15111"/>
                </a:lnTo>
                <a:lnTo>
                  <a:pt x="146" y="15160"/>
                </a:lnTo>
                <a:lnTo>
                  <a:pt x="122" y="15209"/>
                </a:lnTo>
                <a:lnTo>
                  <a:pt x="146" y="15282"/>
                </a:lnTo>
                <a:lnTo>
                  <a:pt x="195" y="15355"/>
                </a:lnTo>
                <a:lnTo>
                  <a:pt x="292" y="15403"/>
                </a:lnTo>
                <a:lnTo>
                  <a:pt x="779" y="15428"/>
                </a:lnTo>
                <a:lnTo>
                  <a:pt x="1290" y="15428"/>
                </a:lnTo>
                <a:lnTo>
                  <a:pt x="2287" y="15403"/>
                </a:lnTo>
                <a:lnTo>
                  <a:pt x="2823" y="15428"/>
                </a:lnTo>
                <a:lnTo>
                  <a:pt x="3358" y="15452"/>
                </a:lnTo>
                <a:lnTo>
                  <a:pt x="4453" y="15598"/>
                </a:lnTo>
                <a:lnTo>
                  <a:pt x="4988" y="15647"/>
                </a:lnTo>
                <a:lnTo>
                  <a:pt x="6083" y="15647"/>
                </a:lnTo>
                <a:lnTo>
                  <a:pt x="6618" y="15598"/>
                </a:lnTo>
                <a:lnTo>
                  <a:pt x="7713" y="15476"/>
                </a:lnTo>
                <a:lnTo>
                  <a:pt x="8784" y="15379"/>
                </a:lnTo>
                <a:lnTo>
                  <a:pt x="9879" y="15282"/>
                </a:lnTo>
                <a:lnTo>
                  <a:pt x="10974" y="15233"/>
                </a:lnTo>
                <a:lnTo>
                  <a:pt x="13164" y="15233"/>
                </a:lnTo>
                <a:lnTo>
                  <a:pt x="14161" y="15282"/>
                </a:lnTo>
                <a:lnTo>
                  <a:pt x="15183" y="15257"/>
                </a:lnTo>
                <a:lnTo>
                  <a:pt x="15694" y="15257"/>
                </a:lnTo>
                <a:lnTo>
                  <a:pt x="16181" y="15209"/>
                </a:lnTo>
                <a:lnTo>
                  <a:pt x="16692" y="15160"/>
                </a:lnTo>
                <a:lnTo>
                  <a:pt x="17203" y="15063"/>
                </a:lnTo>
                <a:lnTo>
                  <a:pt x="17276" y="15038"/>
                </a:lnTo>
                <a:lnTo>
                  <a:pt x="17325" y="14990"/>
                </a:lnTo>
                <a:lnTo>
                  <a:pt x="17349" y="14917"/>
                </a:lnTo>
                <a:lnTo>
                  <a:pt x="17349" y="14844"/>
                </a:lnTo>
                <a:lnTo>
                  <a:pt x="17373" y="14844"/>
                </a:lnTo>
                <a:lnTo>
                  <a:pt x="17422" y="14722"/>
                </a:lnTo>
                <a:lnTo>
                  <a:pt x="17471" y="14625"/>
                </a:lnTo>
                <a:lnTo>
                  <a:pt x="17519" y="14357"/>
                </a:lnTo>
                <a:lnTo>
                  <a:pt x="17495" y="13870"/>
                </a:lnTo>
                <a:lnTo>
                  <a:pt x="17495" y="13432"/>
                </a:lnTo>
                <a:lnTo>
                  <a:pt x="17495" y="13019"/>
                </a:lnTo>
                <a:lnTo>
                  <a:pt x="17471" y="12167"/>
                </a:lnTo>
                <a:lnTo>
                  <a:pt x="17519" y="10950"/>
                </a:lnTo>
                <a:lnTo>
                  <a:pt x="17568" y="9734"/>
                </a:lnTo>
                <a:lnTo>
                  <a:pt x="17665" y="8517"/>
                </a:lnTo>
                <a:lnTo>
                  <a:pt x="17714" y="7301"/>
                </a:lnTo>
                <a:lnTo>
                  <a:pt x="17714" y="6352"/>
                </a:lnTo>
                <a:lnTo>
                  <a:pt x="17714" y="5378"/>
                </a:lnTo>
                <a:lnTo>
                  <a:pt x="17665" y="4429"/>
                </a:lnTo>
                <a:lnTo>
                  <a:pt x="17544" y="3480"/>
                </a:lnTo>
                <a:lnTo>
                  <a:pt x="17446" y="2629"/>
                </a:lnTo>
                <a:lnTo>
                  <a:pt x="17373" y="1777"/>
                </a:lnTo>
                <a:lnTo>
                  <a:pt x="17349" y="1461"/>
                </a:lnTo>
                <a:lnTo>
                  <a:pt x="17349" y="1120"/>
                </a:lnTo>
                <a:lnTo>
                  <a:pt x="17373" y="780"/>
                </a:lnTo>
                <a:lnTo>
                  <a:pt x="17446" y="463"/>
                </a:lnTo>
                <a:lnTo>
                  <a:pt x="17519" y="439"/>
                </a:lnTo>
                <a:lnTo>
                  <a:pt x="17592" y="390"/>
                </a:lnTo>
                <a:lnTo>
                  <a:pt x="17617" y="317"/>
                </a:lnTo>
                <a:lnTo>
                  <a:pt x="17641" y="244"/>
                </a:lnTo>
                <a:lnTo>
                  <a:pt x="17617" y="147"/>
                </a:lnTo>
                <a:lnTo>
                  <a:pt x="17568" y="98"/>
                </a:lnTo>
                <a:lnTo>
                  <a:pt x="17519" y="50"/>
                </a:lnTo>
                <a:lnTo>
                  <a:pt x="17422" y="25"/>
                </a:lnTo>
                <a:lnTo>
                  <a:pt x="12896" y="1"/>
                </a:lnTo>
                <a:lnTo>
                  <a:pt x="10633" y="1"/>
                </a:lnTo>
                <a:lnTo>
                  <a:pt x="8370" y="25"/>
                </a:lnTo>
                <a:lnTo>
                  <a:pt x="6107" y="50"/>
                </a:lnTo>
                <a:lnTo>
                  <a:pt x="4988" y="50"/>
                </a:lnTo>
                <a:lnTo>
                  <a:pt x="3845" y="25"/>
                </a:lnTo>
                <a:lnTo>
                  <a:pt x="2847" y="1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3"/>
          <p:cNvSpPr/>
          <p:nvPr/>
        </p:nvSpPr>
        <p:spPr>
          <a:xfrm>
            <a:off x="5448143" y="1837517"/>
            <a:ext cx="889944" cy="974912"/>
          </a:xfrm>
          <a:custGeom>
            <a:rect b="b" l="l" r="r" t="t"/>
            <a:pathLst>
              <a:path extrusionOk="0" h="18981" w="15817">
                <a:moveTo>
                  <a:pt x="11364" y="1"/>
                </a:moveTo>
                <a:lnTo>
                  <a:pt x="11242" y="25"/>
                </a:lnTo>
                <a:lnTo>
                  <a:pt x="11169" y="74"/>
                </a:lnTo>
                <a:lnTo>
                  <a:pt x="11096" y="171"/>
                </a:lnTo>
                <a:lnTo>
                  <a:pt x="10780" y="731"/>
                </a:lnTo>
                <a:lnTo>
                  <a:pt x="10634" y="999"/>
                </a:lnTo>
                <a:lnTo>
                  <a:pt x="10537" y="1315"/>
                </a:lnTo>
                <a:lnTo>
                  <a:pt x="10512" y="1388"/>
                </a:lnTo>
                <a:lnTo>
                  <a:pt x="10537" y="1461"/>
                </a:lnTo>
                <a:lnTo>
                  <a:pt x="10585" y="1534"/>
                </a:lnTo>
                <a:lnTo>
                  <a:pt x="10634" y="1583"/>
                </a:lnTo>
                <a:lnTo>
                  <a:pt x="10707" y="1607"/>
                </a:lnTo>
                <a:lnTo>
                  <a:pt x="10804" y="1631"/>
                </a:lnTo>
                <a:lnTo>
                  <a:pt x="10877" y="1607"/>
                </a:lnTo>
                <a:lnTo>
                  <a:pt x="10950" y="1558"/>
                </a:lnTo>
                <a:lnTo>
                  <a:pt x="11145" y="1315"/>
                </a:lnTo>
                <a:lnTo>
                  <a:pt x="11291" y="1047"/>
                </a:lnTo>
                <a:lnTo>
                  <a:pt x="11510" y="731"/>
                </a:lnTo>
                <a:lnTo>
                  <a:pt x="11583" y="682"/>
                </a:lnTo>
                <a:lnTo>
                  <a:pt x="11656" y="609"/>
                </a:lnTo>
                <a:lnTo>
                  <a:pt x="11705" y="463"/>
                </a:lnTo>
                <a:lnTo>
                  <a:pt x="11729" y="342"/>
                </a:lnTo>
                <a:lnTo>
                  <a:pt x="11705" y="220"/>
                </a:lnTo>
                <a:lnTo>
                  <a:pt x="11656" y="123"/>
                </a:lnTo>
                <a:lnTo>
                  <a:pt x="11583" y="50"/>
                </a:lnTo>
                <a:lnTo>
                  <a:pt x="11486" y="25"/>
                </a:lnTo>
                <a:lnTo>
                  <a:pt x="11461" y="1"/>
                </a:lnTo>
                <a:close/>
                <a:moveTo>
                  <a:pt x="3821" y="171"/>
                </a:moveTo>
                <a:lnTo>
                  <a:pt x="3748" y="196"/>
                </a:lnTo>
                <a:lnTo>
                  <a:pt x="3699" y="244"/>
                </a:lnTo>
                <a:lnTo>
                  <a:pt x="3651" y="317"/>
                </a:lnTo>
                <a:lnTo>
                  <a:pt x="3651" y="390"/>
                </a:lnTo>
                <a:lnTo>
                  <a:pt x="3651" y="463"/>
                </a:lnTo>
                <a:lnTo>
                  <a:pt x="3699" y="634"/>
                </a:lnTo>
                <a:lnTo>
                  <a:pt x="3772" y="804"/>
                </a:lnTo>
                <a:lnTo>
                  <a:pt x="3943" y="1120"/>
                </a:lnTo>
                <a:lnTo>
                  <a:pt x="4113" y="1461"/>
                </a:lnTo>
                <a:lnTo>
                  <a:pt x="4259" y="1802"/>
                </a:lnTo>
                <a:lnTo>
                  <a:pt x="4332" y="1923"/>
                </a:lnTo>
                <a:lnTo>
                  <a:pt x="4429" y="1996"/>
                </a:lnTo>
                <a:lnTo>
                  <a:pt x="4527" y="2021"/>
                </a:lnTo>
                <a:lnTo>
                  <a:pt x="4624" y="1996"/>
                </a:lnTo>
                <a:lnTo>
                  <a:pt x="4721" y="1972"/>
                </a:lnTo>
                <a:lnTo>
                  <a:pt x="4794" y="1899"/>
                </a:lnTo>
                <a:lnTo>
                  <a:pt x="4843" y="1777"/>
                </a:lnTo>
                <a:lnTo>
                  <a:pt x="4843" y="1656"/>
                </a:lnTo>
                <a:lnTo>
                  <a:pt x="4794" y="1461"/>
                </a:lnTo>
                <a:lnTo>
                  <a:pt x="4697" y="1266"/>
                </a:lnTo>
                <a:lnTo>
                  <a:pt x="4502" y="901"/>
                </a:lnTo>
                <a:lnTo>
                  <a:pt x="4283" y="536"/>
                </a:lnTo>
                <a:lnTo>
                  <a:pt x="4162" y="390"/>
                </a:lnTo>
                <a:lnTo>
                  <a:pt x="4040" y="244"/>
                </a:lnTo>
                <a:lnTo>
                  <a:pt x="3967" y="196"/>
                </a:lnTo>
                <a:lnTo>
                  <a:pt x="3894" y="171"/>
                </a:lnTo>
                <a:close/>
                <a:moveTo>
                  <a:pt x="15452" y="4405"/>
                </a:moveTo>
                <a:lnTo>
                  <a:pt x="15379" y="4429"/>
                </a:lnTo>
                <a:lnTo>
                  <a:pt x="15306" y="4454"/>
                </a:lnTo>
                <a:lnTo>
                  <a:pt x="15135" y="4551"/>
                </a:lnTo>
                <a:lnTo>
                  <a:pt x="14941" y="4600"/>
                </a:lnTo>
                <a:lnTo>
                  <a:pt x="14551" y="4697"/>
                </a:lnTo>
                <a:lnTo>
                  <a:pt x="14357" y="4746"/>
                </a:lnTo>
                <a:lnTo>
                  <a:pt x="14162" y="4819"/>
                </a:lnTo>
                <a:lnTo>
                  <a:pt x="14016" y="4916"/>
                </a:lnTo>
                <a:lnTo>
                  <a:pt x="13870" y="5062"/>
                </a:lnTo>
                <a:lnTo>
                  <a:pt x="13822" y="5135"/>
                </a:lnTo>
                <a:lnTo>
                  <a:pt x="13822" y="5232"/>
                </a:lnTo>
                <a:lnTo>
                  <a:pt x="13846" y="5330"/>
                </a:lnTo>
                <a:lnTo>
                  <a:pt x="13895" y="5354"/>
                </a:lnTo>
                <a:lnTo>
                  <a:pt x="13943" y="5354"/>
                </a:lnTo>
                <a:lnTo>
                  <a:pt x="14138" y="5378"/>
                </a:lnTo>
                <a:lnTo>
                  <a:pt x="14357" y="5378"/>
                </a:lnTo>
                <a:lnTo>
                  <a:pt x="14600" y="5354"/>
                </a:lnTo>
                <a:lnTo>
                  <a:pt x="14819" y="5330"/>
                </a:lnTo>
                <a:lnTo>
                  <a:pt x="15038" y="5257"/>
                </a:lnTo>
                <a:lnTo>
                  <a:pt x="15257" y="5208"/>
                </a:lnTo>
                <a:lnTo>
                  <a:pt x="15452" y="5111"/>
                </a:lnTo>
                <a:lnTo>
                  <a:pt x="15646" y="5038"/>
                </a:lnTo>
                <a:lnTo>
                  <a:pt x="15719" y="4989"/>
                </a:lnTo>
                <a:lnTo>
                  <a:pt x="15768" y="4940"/>
                </a:lnTo>
                <a:lnTo>
                  <a:pt x="15817" y="4819"/>
                </a:lnTo>
                <a:lnTo>
                  <a:pt x="15792" y="4697"/>
                </a:lnTo>
                <a:lnTo>
                  <a:pt x="15768" y="4575"/>
                </a:lnTo>
                <a:lnTo>
                  <a:pt x="15671" y="4478"/>
                </a:lnTo>
                <a:lnTo>
                  <a:pt x="15573" y="4429"/>
                </a:lnTo>
                <a:lnTo>
                  <a:pt x="15452" y="4405"/>
                </a:lnTo>
                <a:close/>
                <a:moveTo>
                  <a:pt x="317" y="4697"/>
                </a:moveTo>
                <a:lnTo>
                  <a:pt x="220" y="4721"/>
                </a:lnTo>
                <a:lnTo>
                  <a:pt x="122" y="4746"/>
                </a:lnTo>
                <a:lnTo>
                  <a:pt x="25" y="4794"/>
                </a:lnTo>
                <a:lnTo>
                  <a:pt x="1" y="4867"/>
                </a:lnTo>
                <a:lnTo>
                  <a:pt x="1" y="4965"/>
                </a:lnTo>
                <a:lnTo>
                  <a:pt x="49" y="5038"/>
                </a:lnTo>
                <a:lnTo>
                  <a:pt x="195" y="5184"/>
                </a:lnTo>
                <a:lnTo>
                  <a:pt x="390" y="5305"/>
                </a:lnTo>
                <a:lnTo>
                  <a:pt x="779" y="5524"/>
                </a:lnTo>
                <a:lnTo>
                  <a:pt x="1169" y="5743"/>
                </a:lnTo>
                <a:lnTo>
                  <a:pt x="1388" y="5841"/>
                </a:lnTo>
                <a:lnTo>
                  <a:pt x="1582" y="5938"/>
                </a:lnTo>
                <a:lnTo>
                  <a:pt x="1655" y="5962"/>
                </a:lnTo>
                <a:lnTo>
                  <a:pt x="1801" y="5962"/>
                </a:lnTo>
                <a:lnTo>
                  <a:pt x="1850" y="5938"/>
                </a:lnTo>
                <a:lnTo>
                  <a:pt x="1923" y="5841"/>
                </a:lnTo>
                <a:lnTo>
                  <a:pt x="1972" y="5743"/>
                </a:lnTo>
                <a:lnTo>
                  <a:pt x="1996" y="5622"/>
                </a:lnTo>
                <a:lnTo>
                  <a:pt x="1972" y="5476"/>
                </a:lnTo>
                <a:lnTo>
                  <a:pt x="1899" y="5378"/>
                </a:lnTo>
                <a:lnTo>
                  <a:pt x="1826" y="5330"/>
                </a:lnTo>
                <a:lnTo>
                  <a:pt x="1777" y="5305"/>
                </a:lnTo>
                <a:lnTo>
                  <a:pt x="1582" y="5208"/>
                </a:lnTo>
                <a:lnTo>
                  <a:pt x="1388" y="5111"/>
                </a:lnTo>
                <a:lnTo>
                  <a:pt x="974" y="4892"/>
                </a:lnTo>
                <a:lnTo>
                  <a:pt x="755" y="4794"/>
                </a:lnTo>
                <a:lnTo>
                  <a:pt x="536" y="4721"/>
                </a:lnTo>
                <a:lnTo>
                  <a:pt x="317" y="4697"/>
                </a:lnTo>
                <a:close/>
                <a:moveTo>
                  <a:pt x="8809" y="6936"/>
                </a:moveTo>
                <a:lnTo>
                  <a:pt x="8736" y="6984"/>
                </a:lnTo>
                <a:lnTo>
                  <a:pt x="8663" y="7057"/>
                </a:lnTo>
                <a:lnTo>
                  <a:pt x="8566" y="7252"/>
                </a:lnTo>
                <a:lnTo>
                  <a:pt x="8468" y="7495"/>
                </a:lnTo>
                <a:lnTo>
                  <a:pt x="8420" y="7739"/>
                </a:lnTo>
                <a:lnTo>
                  <a:pt x="8395" y="7958"/>
                </a:lnTo>
                <a:lnTo>
                  <a:pt x="8395" y="8128"/>
                </a:lnTo>
                <a:lnTo>
                  <a:pt x="8322" y="8177"/>
                </a:lnTo>
                <a:lnTo>
                  <a:pt x="8201" y="8225"/>
                </a:lnTo>
                <a:lnTo>
                  <a:pt x="8079" y="8250"/>
                </a:lnTo>
                <a:lnTo>
                  <a:pt x="7982" y="8225"/>
                </a:lnTo>
                <a:lnTo>
                  <a:pt x="7909" y="8201"/>
                </a:lnTo>
                <a:lnTo>
                  <a:pt x="7982" y="8079"/>
                </a:lnTo>
                <a:lnTo>
                  <a:pt x="8055" y="7933"/>
                </a:lnTo>
                <a:lnTo>
                  <a:pt x="8103" y="7812"/>
                </a:lnTo>
                <a:lnTo>
                  <a:pt x="8103" y="7666"/>
                </a:lnTo>
                <a:lnTo>
                  <a:pt x="8103" y="7520"/>
                </a:lnTo>
                <a:lnTo>
                  <a:pt x="8055" y="7398"/>
                </a:lnTo>
                <a:lnTo>
                  <a:pt x="7957" y="7252"/>
                </a:lnTo>
                <a:lnTo>
                  <a:pt x="7836" y="7130"/>
                </a:lnTo>
                <a:lnTo>
                  <a:pt x="7763" y="7082"/>
                </a:lnTo>
                <a:lnTo>
                  <a:pt x="7617" y="7082"/>
                </a:lnTo>
                <a:lnTo>
                  <a:pt x="7544" y="7130"/>
                </a:lnTo>
                <a:lnTo>
                  <a:pt x="7446" y="7252"/>
                </a:lnTo>
                <a:lnTo>
                  <a:pt x="7373" y="7374"/>
                </a:lnTo>
                <a:lnTo>
                  <a:pt x="7325" y="7495"/>
                </a:lnTo>
                <a:lnTo>
                  <a:pt x="7300" y="7641"/>
                </a:lnTo>
                <a:lnTo>
                  <a:pt x="7300" y="7787"/>
                </a:lnTo>
                <a:lnTo>
                  <a:pt x="7300" y="7909"/>
                </a:lnTo>
                <a:lnTo>
                  <a:pt x="7325" y="8055"/>
                </a:lnTo>
                <a:lnTo>
                  <a:pt x="7373" y="8177"/>
                </a:lnTo>
                <a:lnTo>
                  <a:pt x="7179" y="8298"/>
                </a:lnTo>
                <a:lnTo>
                  <a:pt x="7081" y="8323"/>
                </a:lnTo>
                <a:lnTo>
                  <a:pt x="6984" y="8347"/>
                </a:lnTo>
                <a:lnTo>
                  <a:pt x="6911" y="8371"/>
                </a:lnTo>
                <a:lnTo>
                  <a:pt x="6814" y="8347"/>
                </a:lnTo>
                <a:lnTo>
                  <a:pt x="6692" y="8298"/>
                </a:lnTo>
                <a:lnTo>
                  <a:pt x="6570" y="8201"/>
                </a:lnTo>
                <a:lnTo>
                  <a:pt x="6497" y="8055"/>
                </a:lnTo>
                <a:lnTo>
                  <a:pt x="6449" y="7909"/>
                </a:lnTo>
                <a:lnTo>
                  <a:pt x="6449" y="7739"/>
                </a:lnTo>
                <a:lnTo>
                  <a:pt x="6497" y="7544"/>
                </a:lnTo>
                <a:lnTo>
                  <a:pt x="6497" y="7520"/>
                </a:lnTo>
                <a:lnTo>
                  <a:pt x="6473" y="7520"/>
                </a:lnTo>
                <a:lnTo>
                  <a:pt x="6449" y="7495"/>
                </a:lnTo>
                <a:lnTo>
                  <a:pt x="6424" y="7520"/>
                </a:lnTo>
                <a:lnTo>
                  <a:pt x="6327" y="7617"/>
                </a:lnTo>
                <a:lnTo>
                  <a:pt x="6254" y="7739"/>
                </a:lnTo>
                <a:lnTo>
                  <a:pt x="6230" y="7836"/>
                </a:lnTo>
                <a:lnTo>
                  <a:pt x="6206" y="7958"/>
                </a:lnTo>
                <a:lnTo>
                  <a:pt x="6206" y="8055"/>
                </a:lnTo>
                <a:lnTo>
                  <a:pt x="6206" y="8177"/>
                </a:lnTo>
                <a:lnTo>
                  <a:pt x="6254" y="8274"/>
                </a:lnTo>
                <a:lnTo>
                  <a:pt x="6303" y="8371"/>
                </a:lnTo>
                <a:lnTo>
                  <a:pt x="6376" y="8469"/>
                </a:lnTo>
                <a:lnTo>
                  <a:pt x="6449" y="8542"/>
                </a:lnTo>
                <a:lnTo>
                  <a:pt x="6546" y="8615"/>
                </a:lnTo>
                <a:lnTo>
                  <a:pt x="6643" y="8663"/>
                </a:lnTo>
                <a:lnTo>
                  <a:pt x="6765" y="8712"/>
                </a:lnTo>
                <a:lnTo>
                  <a:pt x="6862" y="8736"/>
                </a:lnTo>
                <a:lnTo>
                  <a:pt x="7008" y="8736"/>
                </a:lnTo>
                <a:lnTo>
                  <a:pt x="7130" y="8712"/>
                </a:lnTo>
                <a:lnTo>
                  <a:pt x="7349" y="8615"/>
                </a:lnTo>
                <a:lnTo>
                  <a:pt x="7592" y="8493"/>
                </a:lnTo>
                <a:lnTo>
                  <a:pt x="7690" y="8566"/>
                </a:lnTo>
                <a:lnTo>
                  <a:pt x="7836" y="8639"/>
                </a:lnTo>
                <a:lnTo>
                  <a:pt x="7982" y="8663"/>
                </a:lnTo>
                <a:lnTo>
                  <a:pt x="8128" y="8688"/>
                </a:lnTo>
                <a:lnTo>
                  <a:pt x="8225" y="8688"/>
                </a:lnTo>
                <a:lnTo>
                  <a:pt x="8347" y="8663"/>
                </a:lnTo>
                <a:lnTo>
                  <a:pt x="8566" y="8566"/>
                </a:lnTo>
                <a:lnTo>
                  <a:pt x="8639" y="8663"/>
                </a:lnTo>
                <a:lnTo>
                  <a:pt x="8736" y="8736"/>
                </a:lnTo>
                <a:lnTo>
                  <a:pt x="8833" y="8809"/>
                </a:lnTo>
                <a:lnTo>
                  <a:pt x="8931" y="8858"/>
                </a:lnTo>
                <a:lnTo>
                  <a:pt x="9174" y="8907"/>
                </a:lnTo>
                <a:lnTo>
                  <a:pt x="9417" y="8931"/>
                </a:lnTo>
                <a:lnTo>
                  <a:pt x="9661" y="8882"/>
                </a:lnTo>
                <a:lnTo>
                  <a:pt x="9880" y="8809"/>
                </a:lnTo>
                <a:lnTo>
                  <a:pt x="9977" y="8736"/>
                </a:lnTo>
                <a:lnTo>
                  <a:pt x="10074" y="8663"/>
                </a:lnTo>
                <a:lnTo>
                  <a:pt x="10172" y="8566"/>
                </a:lnTo>
                <a:lnTo>
                  <a:pt x="10269" y="8469"/>
                </a:lnTo>
                <a:lnTo>
                  <a:pt x="10293" y="8396"/>
                </a:lnTo>
                <a:lnTo>
                  <a:pt x="10293" y="8347"/>
                </a:lnTo>
                <a:lnTo>
                  <a:pt x="10269" y="8298"/>
                </a:lnTo>
                <a:lnTo>
                  <a:pt x="10245" y="8250"/>
                </a:lnTo>
                <a:lnTo>
                  <a:pt x="10172" y="8225"/>
                </a:lnTo>
                <a:lnTo>
                  <a:pt x="10123" y="8201"/>
                </a:lnTo>
                <a:lnTo>
                  <a:pt x="10001" y="8201"/>
                </a:lnTo>
                <a:lnTo>
                  <a:pt x="9782" y="8323"/>
                </a:lnTo>
                <a:lnTo>
                  <a:pt x="9563" y="8420"/>
                </a:lnTo>
                <a:lnTo>
                  <a:pt x="9442" y="8444"/>
                </a:lnTo>
                <a:lnTo>
                  <a:pt x="9344" y="8469"/>
                </a:lnTo>
                <a:lnTo>
                  <a:pt x="9223" y="8469"/>
                </a:lnTo>
                <a:lnTo>
                  <a:pt x="9101" y="8420"/>
                </a:lnTo>
                <a:lnTo>
                  <a:pt x="9004" y="8347"/>
                </a:lnTo>
                <a:lnTo>
                  <a:pt x="8931" y="8274"/>
                </a:lnTo>
                <a:lnTo>
                  <a:pt x="9052" y="8128"/>
                </a:lnTo>
                <a:lnTo>
                  <a:pt x="9150" y="7982"/>
                </a:lnTo>
                <a:lnTo>
                  <a:pt x="9247" y="7836"/>
                </a:lnTo>
                <a:lnTo>
                  <a:pt x="9296" y="7666"/>
                </a:lnTo>
                <a:lnTo>
                  <a:pt x="9320" y="7495"/>
                </a:lnTo>
                <a:lnTo>
                  <a:pt x="9296" y="7349"/>
                </a:lnTo>
                <a:lnTo>
                  <a:pt x="9247" y="7203"/>
                </a:lnTo>
                <a:lnTo>
                  <a:pt x="9150" y="7057"/>
                </a:lnTo>
                <a:lnTo>
                  <a:pt x="9052" y="6984"/>
                </a:lnTo>
                <a:lnTo>
                  <a:pt x="8955" y="6936"/>
                </a:lnTo>
                <a:close/>
                <a:moveTo>
                  <a:pt x="1947" y="9710"/>
                </a:moveTo>
                <a:lnTo>
                  <a:pt x="1801" y="9758"/>
                </a:lnTo>
                <a:lnTo>
                  <a:pt x="1582" y="9856"/>
                </a:lnTo>
                <a:lnTo>
                  <a:pt x="1363" y="10002"/>
                </a:lnTo>
                <a:lnTo>
                  <a:pt x="925" y="10294"/>
                </a:lnTo>
                <a:lnTo>
                  <a:pt x="706" y="10415"/>
                </a:lnTo>
                <a:lnTo>
                  <a:pt x="585" y="10513"/>
                </a:lnTo>
                <a:lnTo>
                  <a:pt x="463" y="10610"/>
                </a:lnTo>
                <a:lnTo>
                  <a:pt x="366" y="10707"/>
                </a:lnTo>
                <a:lnTo>
                  <a:pt x="317" y="10829"/>
                </a:lnTo>
                <a:lnTo>
                  <a:pt x="317" y="10878"/>
                </a:lnTo>
                <a:lnTo>
                  <a:pt x="341" y="10926"/>
                </a:lnTo>
                <a:lnTo>
                  <a:pt x="366" y="10999"/>
                </a:lnTo>
                <a:lnTo>
                  <a:pt x="439" y="11048"/>
                </a:lnTo>
                <a:lnTo>
                  <a:pt x="536" y="11097"/>
                </a:lnTo>
                <a:lnTo>
                  <a:pt x="633" y="11097"/>
                </a:lnTo>
                <a:lnTo>
                  <a:pt x="755" y="11072"/>
                </a:lnTo>
                <a:lnTo>
                  <a:pt x="877" y="11048"/>
                </a:lnTo>
                <a:lnTo>
                  <a:pt x="1120" y="10926"/>
                </a:lnTo>
                <a:lnTo>
                  <a:pt x="1315" y="10829"/>
                </a:lnTo>
                <a:lnTo>
                  <a:pt x="1728" y="10610"/>
                </a:lnTo>
                <a:lnTo>
                  <a:pt x="1947" y="10488"/>
                </a:lnTo>
                <a:lnTo>
                  <a:pt x="2142" y="10342"/>
                </a:lnTo>
                <a:lnTo>
                  <a:pt x="2264" y="10245"/>
                </a:lnTo>
                <a:lnTo>
                  <a:pt x="2312" y="10123"/>
                </a:lnTo>
                <a:lnTo>
                  <a:pt x="2312" y="10002"/>
                </a:lnTo>
                <a:lnTo>
                  <a:pt x="2264" y="9880"/>
                </a:lnTo>
                <a:lnTo>
                  <a:pt x="2191" y="9783"/>
                </a:lnTo>
                <a:lnTo>
                  <a:pt x="2069" y="9734"/>
                </a:lnTo>
                <a:lnTo>
                  <a:pt x="1947" y="9710"/>
                </a:lnTo>
                <a:close/>
                <a:moveTo>
                  <a:pt x="14065" y="10026"/>
                </a:moveTo>
                <a:lnTo>
                  <a:pt x="13895" y="10050"/>
                </a:lnTo>
                <a:lnTo>
                  <a:pt x="13846" y="10075"/>
                </a:lnTo>
                <a:lnTo>
                  <a:pt x="13797" y="10123"/>
                </a:lnTo>
                <a:lnTo>
                  <a:pt x="13773" y="10172"/>
                </a:lnTo>
                <a:lnTo>
                  <a:pt x="13749" y="10221"/>
                </a:lnTo>
                <a:lnTo>
                  <a:pt x="13773" y="10318"/>
                </a:lnTo>
                <a:lnTo>
                  <a:pt x="13797" y="10367"/>
                </a:lnTo>
                <a:lnTo>
                  <a:pt x="13846" y="10415"/>
                </a:lnTo>
                <a:lnTo>
                  <a:pt x="14138" y="10586"/>
                </a:lnTo>
                <a:lnTo>
                  <a:pt x="14454" y="10756"/>
                </a:lnTo>
                <a:lnTo>
                  <a:pt x="14624" y="10878"/>
                </a:lnTo>
                <a:lnTo>
                  <a:pt x="14819" y="10975"/>
                </a:lnTo>
                <a:lnTo>
                  <a:pt x="15014" y="11048"/>
                </a:lnTo>
                <a:lnTo>
                  <a:pt x="15208" y="11097"/>
                </a:lnTo>
                <a:lnTo>
                  <a:pt x="15379" y="11097"/>
                </a:lnTo>
                <a:lnTo>
                  <a:pt x="15427" y="11072"/>
                </a:lnTo>
                <a:lnTo>
                  <a:pt x="15500" y="11024"/>
                </a:lnTo>
                <a:lnTo>
                  <a:pt x="15573" y="10951"/>
                </a:lnTo>
                <a:lnTo>
                  <a:pt x="15598" y="10829"/>
                </a:lnTo>
                <a:lnTo>
                  <a:pt x="15598" y="10707"/>
                </a:lnTo>
                <a:lnTo>
                  <a:pt x="15549" y="10586"/>
                </a:lnTo>
                <a:lnTo>
                  <a:pt x="15500" y="10537"/>
                </a:lnTo>
                <a:lnTo>
                  <a:pt x="15452" y="10513"/>
                </a:lnTo>
                <a:lnTo>
                  <a:pt x="15379" y="10464"/>
                </a:lnTo>
                <a:lnTo>
                  <a:pt x="15306" y="10464"/>
                </a:lnTo>
                <a:lnTo>
                  <a:pt x="15135" y="10415"/>
                </a:lnTo>
                <a:lnTo>
                  <a:pt x="14965" y="10367"/>
                </a:lnTo>
                <a:lnTo>
                  <a:pt x="14600" y="10196"/>
                </a:lnTo>
                <a:lnTo>
                  <a:pt x="14430" y="10099"/>
                </a:lnTo>
                <a:lnTo>
                  <a:pt x="14260" y="10050"/>
                </a:lnTo>
                <a:lnTo>
                  <a:pt x="14065" y="10026"/>
                </a:lnTo>
                <a:close/>
                <a:moveTo>
                  <a:pt x="8468" y="2605"/>
                </a:moveTo>
                <a:lnTo>
                  <a:pt x="8760" y="2629"/>
                </a:lnTo>
                <a:lnTo>
                  <a:pt x="9052" y="2678"/>
                </a:lnTo>
                <a:lnTo>
                  <a:pt x="9344" y="2726"/>
                </a:lnTo>
                <a:lnTo>
                  <a:pt x="9125" y="2799"/>
                </a:lnTo>
                <a:lnTo>
                  <a:pt x="9101" y="2824"/>
                </a:lnTo>
                <a:lnTo>
                  <a:pt x="9101" y="2848"/>
                </a:lnTo>
                <a:lnTo>
                  <a:pt x="9101" y="2872"/>
                </a:lnTo>
                <a:lnTo>
                  <a:pt x="9125" y="2897"/>
                </a:lnTo>
                <a:lnTo>
                  <a:pt x="9223" y="2945"/>
                </a:lnTo>
                <a:lnTo>
                  <a:pt x="9320" y="2970"/>
                </a:lnTo>
                <a:lnTo>
                  <a:pt x="9442" y="2945"/>
                </a:lnTo>
                <a:lnTo>
                  <a:pt x="9563" y="2921"/>
                </a:lnTo>
                <a:lnTo>
                  <a:pt x="9855" y="2872"/>
                </a:lnTo>
                <a:lnTo>
                  <a:pt x="10269" y="3043"/>
                </a:lnTo>
                <a:lnTo>
                  <a:pt x="10074" y="3067"/>
                </a:lnTo>
                <a:lnTo>
                  <a:pt x="9855" y="3116"/>
                </a:lnTo>
                <a:lnTo>
                  <a:pt x="9685" y="3189"/>
                </a:lnTo>
                <a:lnTo>
                  <a:pt x="9515" y="3262"/>
                </a:lnTo>
                <a:lnTo>
                  <a:pt x="9515" y="3286"/>
                </a:lnTo>
                <a:lnTo>
                  <a:pt x="9490" y="3310"/>
                </a:lnTo>
                <a:lnTo>
                  <a:pt x="9515" y="3335"/>
                </a:lnTo>
                <a:lnTo>
                  <a:pt x="9539" y="3359"/>
                </a:lnTo>
                <a:lnTo>
                  <a:pt x="9953" y="3335"/>
                </a:lnTo>
                <a:lnTo>
                  <a:pt x="10342" y="3310"/>
                </a:lnTo>
                <a:lnTo>
                  <a:pt x="10780" y="3310"/>
                </a:lnTo>
                <a:lnTo>
                  <a:pt x="11048" y="3505"/>
                </a:lnTo>
                <a:lnTo>
                  <a:pt x="10756" y="3578"/>
                </a:lnTo>
                <a:lnTo>
                  <a:pt x="10464" y="3675"/>
                </a:lnTo>
                <a:lnTo>
                  <a:pt x="10245" y="3797"/>
                </a:lnTo>
                <a:lnTo>
                  <a:pt x="10099" y="3918"/>
                </a:lnTo>
                <a:lnTo>
                  <a:pt x="10074" y="3943"/>
                </a:lnTo>
                <a:lnTo>
                  <a:pt x="10099" y="3943"/>
                </a:lnTo>
                <a:lnTo>
                  <a:pt x="10391" y="3918"/>
                </a:lnTo>
                <a:lnTo>
                  <a:pt x="10683" y="3870"/>
                </a:lnTo>
                <a:lnTo>
                  <a:pt x="10975" y="3821"/>
                </a:lnTo>
                <a:lnTo>
                  <a:pt x="11291" y="3773"/>
                </a:lnTo>
                <a:lnTo>
                  <a:pt x="11364" y="3773"/>
                </a:lnTo>
                <a:lnTo>
                  <a:pt x="11583" y="3967"/>
                </a:lnTo>
                <a:lnTo>
                  <a:pt x="11778" y="4186"/>
                </a:lnTo>
                <a:lnTo>
                  <a:pt x="11388" y="4210"/>
                </a:lnTo>
                <a:lnTo>
                  <a:pt x="10829" y="4259"/>
                </a:lnTo>
                <a:lnTo>
                  <a:pt x="10561" y="4283"/>
                </a:lnTo>
                <a:lnTo>
                  <a:pt x="10318" y="4381"/>
                </a:lnTo>
                <a:lnTo>
                  <a:pt x="10293" y="4405"/>
                </a:lnTo>
                <a:lnTo>
                  <a:pt x="10293" y="4429"/>
                </a:lnTo>
                <a:lnTo>
                  <a:pt x="10318" y="4454"/>
                </a:lnTo>
                <a:lnTo>
                  <a:pt x="10585" y="4527"/>
                </a:lnTo>
                <a:lnTo>
                  <a:pt x="11705" y="4527"/>
                </a:lnTo>
                <a:lnTo>
                  <a:pt x="11997" y="4502"/>
                </a:lnTo>
                <a:lnTo>
                  <a:pt x="12216" y="4867"/>
                </a:lnTo>
                <a:lnTo>
                  <a:pt x="11851" y="4867"/>
                </a:lnTo>
                <a:lnTo>
                  <a:pt x="11267" y="4892"/>
                </a:lnTo>
                <a:lnTo>
                  <a:pt x="10658" y="4940"/>
                </a:lnTo>
                <a:lnTo>
                  <a:pt x="10634" y="4940"/>
                </a:lnTo>
                <a:lnTo>
                  <a:pt x="10634" y="4965"/>
                </a:lnTo>
                <a:lnTo>
                  <a:pt x="10634" y="4989"/>
                </a:lnTo>
                <a:lnTo>
                  <a:pt x="10658" y="5013"/>
                </a:lnTo>
                <a:lnTo>
                  <a:pt x="10902" y="5086"/>
                </a:lnTo>
                <a:lnTo>
                  <a:pt x="11169" y="5111"/>
                </a:lnTo>
                <a:lnTo>
                  <a:pt x="12021" y="5111"/>
                </a:lnTo>
                <a:lnTo>
                  <a:pt x="12362" y="5135"/>
                </a:lnTo>
                <a:lnTo>
                  <a:pt x="12556" y="5622"/>
                </a:lnTo>
                <a:lnTo>
                  <a:pt x="11461" y="5622"/>
                </a:lnTo>
                <a:lnTo>
                  <a:pt x="11291" y="5646"/>
                </a:lnTo>
                <a:lnTo>
                  <a:pt x="11145" y="5695"/>
                </a:lnTo>
                <a:lnTo>
                  <a:pt x="10999" y="5768"/>
                </a:lnTo>
                <a:lnTo>
                  <a:pt x="10975" y="5792"/>
                </a:lnTo>
                <a:lnTo>
                  <a:pt x="10999" y="5841"/>
                </a:lnTo>
                <a:lnTo>
                  <a:pt x="11267" y="5889"/>
                </a:lnTo>
                <a:lnTo>
                  <a:pt x="11534" y="5889"/>
                </a:lnTo>
                <a:lnTo>
                  <a:pt x="12070" y="5914"/>
                </a:lnTo>
                <a:lnTo>
                  <a:pt x="12654" y="5938"/>
                </a:lnTo>
                <a:lnTo>
                  <a:pt x="12702" y="6060"/>
                </a:lnTo>
                <a:lnTo>
                  <a:pt x="12727" y="6181"/>
                </a:lnTo>
                <a:lnTo>
                  <a:pt x="12386" y="6181"/>
                </a:lnTo>
                <a:lnTo>
                  <a:pt x="11729" y="6254"/>
                </a:lnTo>
                <a:lnTo>
                  <a:pt x="11413" y="6279"/>
                </a:lnTo>
                <a:lnTo>
                  <a:pt x="11121" y="6352"/>
                </a:lnTo>
                <a:lnTo>
                  <a:pt x="11096" y="6352"/>
                </a:lnTo>
                <a:lnTo>
                  <a:pt x="11096" y="6376"/>
                </a:lnTo>
                <a:lnTo>
                  <a:pt x="11096" y="6400"/>
                </a:lnTo>
                <a:lnTo>
                  <a:pt x="11121" y="6425"/>
                </a:lnTo>
                <a:lnTo>
                  <a:pt x="11388" y="6473"/>
                </a:lnTo>
                <a:lnTo>
                  <a:pt x="11656" y="6498"/>
                </a:lnTo>
                <a:lnTo>
                  <a:pt x="12508" y="6498"/>
                </a:lnTo>
                <a:lnTo>
                  <a:pt x="12824" y="6522"/>
                </a:lnTo>
                <a:lnTo>
                  <a:pt x="12873" y="6838"/>
                </a:lnTo>
                <a:lnTo>
                  <a:pt x="12556" y="6838"/>
                </a:lnTo>
                <a:lnTo>
                  <a:pt x="12240" y="6863"/>
                </a:lnTo>
                <a:lnTo>
                  <a:pt x="11753" y="6887"/>
                </a:lnTo>
                <a:lnTo>
                  <a:pt x="11510" y="6911"/>
                </a:lnTo>
                <a:lnTo>
                  <a:pt x="11267" y="6936"/>
                </a:lnTo>
                <a:lnTo>
                  <a:pt x="11242" y="6936"/>
                </a:lnTo>
                <a:lnTo>
                  <a:pt x="11242" y="6960"/>
                </a:lnTo>
                <a:lnTo>
                  <a:pt x="11242" y="7009"/>
                </a:lnTo>
                <a:lnTo>
                  <a:pt x="11267" y="7009"/>
                </a:lnTo>
                <a:lnTo>
                  <a:pt x="11461" y="7082"/>
                </a:lnTo>
                <a:lnTo>
                  <a:pt x="11680" y="7130"/>
                </a:lnTo>
                <a:lnTo>
                  <a:pt x="12727" y="7130"/>
                </a:lnTo>
                <a:lnTo>
                  <a:pt x="12921" y="7106"/>
                </a:lnTo>
                <a:lnTo>
                  <a:pt x="12994" y="7593"/>
                </a:lnTo>
                <a:lnTo>
                  <a:pt x="12994" y="7593"/>
                </a:lnTo>
                <a:lnTo>
                  <a:pt x="12848" y="7568"/>
                </a:lnTo>
                <a:lnTo>
                  <a:pt x="12702" y="7568"/>
                </a:lnTo>
                <a:lnTo>
                  <a:pt x="12435" y="7593"/>
                </a:lnTo>
                <a:lnTo>
                  <a:pt x="11997" y="7593"/>
                </a:lnTo>
                <a:lnTo>
                  <a:pt x="11778" y="7617"/>
                </a:lnTo>
                <a:lnTo>
                  <a:pt x="11559" y="7690"/>
                </a:lnTo>
                <a:lnTo>
                  <a:pt x="11534" y="7690"/>
                </a:lnTo>
                <a:lnTo>
                  <a:pt x="11534" y="7739"/>
                </a:lnTo>
                <a:lnTo>
                  <a:pt x="11534" y="7763"/>
                </a:lnTo>
                <a:lnTo>
                  <a:pt x="11559" y="7787"/>
                </a:lnTo>
                <a:lnTo>
                  <a:pt x="11778" y="7836"/>
                </a:lnTo>
                <a:lnTo>
                  <a:pt x="11997" y="7860"/>
                </a:lnTo>
                <a:lnTo>
                  <a:pt x="12435" y="7860"/>
                </a:lnTo>
                <a:lnTo>
                  <a:pt x="12702" y="7885"/>
                </a:lnTo>
                <a:lnTo>
                  <a:pt x="12848" y="7885"/>
                </a:lnTo>
                <a:lnTo>
                  <a:pt x="12994" y="7860"/>
                </a:lnTo>
                <a:lnTo>
                  <a:pt x="12994" y="7909"/>
                </a:lnTo>
                <a:lnTo>
                  <a:pt x="12994" y="8250"/>
                </a:lnTo>
                <a:lnTo>
                  <a:pt x="12873" y="8201"/>
                </a:lnTo>
                <a:lnTo>
                  <a:pt x="12775" y="8201"/>
                </a:lnTo>
                <a:lnTo>
                  <a:pt x="12532" y="8177"/>
                </a:lnTo>
                <a:lnTo>
                  <a:pt x="12094" y="8177"/>
                </a:lnTo>
                <a:lnTo>
                  <a:pt x="11875" y="8201"/>
                </a:lnTo>
                <a:lnTo>
                  <a:pt x="11656" y="8250"/>
                </a:lnTo>
                <a:lnTo>
                  <a:pt x="11656" y="8274"/>
                </a:lnTo>
                <a:lnTo>
                  <a:pt x="11632" y="8298"/>
                </a:lnTo>
                <a:lnTo>
                  <a:pt x="11656" y="8298"/>
                </a:lnTo>
                <a:lnTo>
                  <a:pt x="11656" y="8323"/>
                </a:lnTo>
                <a:lnTo>
                  <a:pt x="12045" y="8396"/>
                </a:lnTo>
                <a:lnTo>
                  <a:pt x="12410" y="8444"/>
                </a:lnTo>
                <a:lnTo>
                  <a:pt x="12702" y="8469"/>
                </a:lnTo>
                <a:lnTo>
                  <a:pt x="12824" y="8493"/>
                </a:lnTo>
                <a:lnTo>
                  <a:pt x="12970" y="8469"/>
                </a:lnTo>
                <a:lnTo>
                  <a:pt x="12873" y="8858"/>
                </a:lnTo>
                <a:lnTo>
                  <a:pt x="12654" y="8809"/>
                </a:lnTo>
                <a:lnTo>
                  <a:pt x="12483" y="8785"/>
                </a:lnTo>
                <a:lnTo>
                  <a:pt x="12264" y="8736"/>
                </a:lnTo>
                <a:lnTo>
                  <a:pt x="11826" y="8736"/>
                </a:lnTo>
                <a:lnTo>
                  <a:pt x="11607" y="8809"/>
                </a:lnTo>
                <a:lnTo>
                  <a:pt x="11583" y="8834"/>
                </a:lnTo>
                <a:lnTo>
                  <a:pt x="11583" y="8858"/>
                </a:lnTo>
                <a:lnTo>
                  <a:pt x="11583" y="8882"/>
                </a:lnTo>
                <a:lnTo>
                  <a:pt x="11851" y="8882"/>
                </a:lnTo>
                <a:lnTo>
                  <a:pt x="12094" y="8931"/>
                </a:lnTo>
                <a:lnTo>
                  <a:pt x="12556" y="9053"/>
                </a:lnTo>
                <a:lnTo>
                  <a:pt x="12775" y="9126"/>
                </a:lnTo>
                <a:lnTo>
                  <a:pt x="12654" y="9345"/>
                </a:lnTo>
                <a:lnTo>
                  <a:pt x="12508" y="9296"/>
                </a:lnTo>
                <a:lnTo>
                  <a:pt x="12313" y="9272"/>
                </a:lnTo>
                <a:lnTo>
                  <a:pt x="12143" y="9223"/>
                </a:lnTo>
                <a:lnTo>
                  <a:pt x="11972" y="9199"/>
                </a:lnTo>
                <a:lnTo>
                  <a:pt x="11607" y="9199"/>
                </a:lnTo>
                <a:lnTo>
                  <a:pt x="11583" y="9223"/>
                </a:lnTo>
                <a:lnTo>
                  <a:pt x="11583" y="9247"/>
                </a:lnTo>
                <a:lnTo>
                  <a:pt x="11583" y="9272"/>
                </a:lnTo>
                <a:lnTo>
                  <a:pt x="11924" y="9418"/>
                </a:lnTo>
                <a:lnTo>
                  <a:pt x="12240" y="9564"/>
                </a:lnTo>
                <a:lnTo>
                  <a:pt x="12532" y="9637"/>
                </a:lnTo>
                <a:lnTo>
                  <a:pt x="12337" y="9929"/>
                </a:lnTo>
                <a:lnTo>
                  <a:pt x="12337" y="9977"/>
                </a:lnTo>
                <a:lnTo>
                  <a:pt x="12167" y="9904"/>
                </a:lnTo>
                <a:lnTo>
                  <a:pt x="11997" y="9880"/>
                </a:lnTo>
                <a:lnTo>
                  <a:pt x="11802" y="9831"/>
                </a:lnTo>
                <a:lnTo>
                  <a:pt x="11242" y="9831"/>
                </a:lnTo>
                <a:lnTo>
                  <a:pt x="11218" y="9856"/>
                </a:lnTo>
                <a:lnTo>
                  <a:pt x="11218" y="9880"/>
                </a:lnTo>
                <a:lnTo>
                  <a:pt x="11242" y="9880"/>
                </a:lnTo>
                <a:lnTo>
                  <a:pt x="11534" y="10002"/>
                </a:lnTo>
                <a:lnTo>
                  <a:pt x="11851" y="10123"/>
                </a:lnTo>
                <a:lnTo>
                  <a:pt x="12167" y="10245"/>
                </a:lnTo>
                <a:lnTo>
                  <a:pt x="11972" y="10513"/>
                </a:lnTo>
                <a:lnTo>
                  <a:pt x="11826" y="10488"/>
                </a:lnTo>
                <a:lnTo>
                  <a:pt x="11413" y="10391"/>
                </a:lnTo>
                <a:lnTo>
                  <a:pt x="11023" y="10342"/>
                </a:lnTo>
                <a:lnTo>
                  <a:pt x="10975" y="10342"/>
                </a:lnTo>
                <a:lnTo>
                  <a:pt x="10975" y="10367"/>
                </a:lnTo>
                <a:lnTo>
                  <a:pt x="10975" y="10391"/>
                </a:lnTo>
                <a:lnTo>
                  <a:pt x="10999" y="10440"/>
                </a:lnTo>
                <a:lnTo>
                  <a:pt x="11145" y="10537"/>
                </a:lnTo>
                <a:lnTo>
                  <a:pt x="11315" y="10610"/>
                </a:lnTo>
                <a:lnTo>
                  <a:pt x="11632" y="10732"/>
                </a:lnTo>
                <a:lnTo>
                  <a:pt x="11802" y="10780"/>
                </a:lnTo>
                <a:lnTo>
                  <a:pt x="11656" y="10999"/>
                </a:lnTo>
                <a:lnTo>
                  <a:pt x="11510" y="10951"/>
                </a:lnTo>
                <a:lnTo>
                  <a:pt x="11364" y="10926"/>
                </a:lnTo>
                <a:lnTo>
                  <a:pt x="11072" y="10853"/>
                </a:lnTo>
                <a:lnTo>
                  <a:pt x="10950" y="10853"/>
                </a:lnTo>
                <a:lnTo>
                  <a:pt x="10804" y="10902"/>
                </a:lnTo>
                <a:lnTo>
                  <a:pt x="10780" y="10926"/>
                </a:lnTo>
                <a:lnTo>
                  <a:pt x="10756" y="10951"/>
                </a:lnTo>
                <a:lnTo>
                  <a:pt x="10756" y="10999"/>
                </a:lnTo>
                <a:lnTo>
                  <a:pt x="10780" y="11048"/>
                </a:lnTo>
                <a:lnTo>
                  <a:pt x="10902" y="11121"/>
                </a:lnTo>
                <a:lnTo>
                  <a:pt x="11023" y="11170"/>
                </a:lnTo>
                <a:lnTo>
                  <a:pt x="11267" y="11243"/>
                </a:lnTo>
                <a:lnTo>
                  <a:pt x="11461" y="11291"/>
                </a:lnTo>
                <a:lnTo>
                  <a:pt x="11242" y="11583"/>
                </a:lnTo>
                <a:lnTo>
                  <a:pt x="11072" y="11535"/>
                </a:lnTo>
                <a:lnTo>
                  <a:pt x="10877" y="11535"/>
                </a:lnTo>
                <a:lnTo>
                  <a:pt x="10683" y="11583"/>
                </a:lnTo>
                <a:lnTo>
                  <a:pt x="10658" y="11608"/>
                </a:lnTo>
                <a:lnTo>
                  <a:pt x="10683" y="11632"/>
                </a:lnTo>
                <a:lnTo>
                  <a:pt x="10829" y="11681"/>
                </a:lnTo>
                <a:lnTo>
                  <a:pt x="10975" y="11729"/>
                </a:lnTo>
                <a:lnTo>
                  <a:pt x="11096" y="11778"/>
                </a:lnTo>
                <a:lnTo>
                  <a:pt x="10877" y="12143"/>
                </a:lnTo>
                <a:lnTo>
                  <a:pt x="10829" y="12118"/>
                </a:lnTo>
                <a:lnTo>
                  <a:pt x="10658" y="12045"/>
                </a:lnTo>
                <a:lnTo>
                  <a:pt x="10561" y="11997"/>
                </a:lnTo>
                <a:lnTo>
                  <a:pt x="10464" y="11972"/>
                </a:lnTo>
                <a:lnTo>
                  <a:pt x="10439" y="11997"/>
                </a:lnTo>
                <a:lnTo>
                  <a:pt x="10439" y="12045"/>
                </a:lnTo>
                <a:lnTo>
                  <a:pt x="10488" y="12118"/>
                </a:lnTo>
                <a:lnTo>
                  <a:pt x="10585" y="12191"/>
                </a:lnTo>
                <a:lnTo>
                  <a:pt x="10756" y="12313"/>
                </a:lnTo>
                <a:lnTo>
                  <a:pt x="10561" y="12654"/>
                </a:lnTo>
                <a:lnTo>
                  <a:pt x="10415" y="12629"/>
                </a:lnTo>
                <a:lnTo>
                  <a:pt x="10172" y="12629"/>
                </a:lnTo>
                <a:lnTo>
                  <a:pt x="10026" y="12654"/>
                </a:lnTo>
                <a:lnTo>
                  <a:pt x="10026" y="12678"/>
                </a:lnTo>
                <a:lnTo>
                  <a:pt x="10026" y="12702"/>
                </a:lnTo>
                <a:lnTo>
                  <a:pt x="10245" y="12800"/>
                </a:lnTo>
                <a:lnTo>
                  <a:pt x="10439" y="12897"/>
                </a:lnTo>
                <a:lnTo>
                  <a:pt x="10196" y="13384"/>
                </a:lnTo>
                <a:lnTo>
                  <a:pt x="9880" y="13384"/>
                </a:lnTo>
                <a:lnTo>
                  <a:pt x="9904" y="13432"/>
                </a:lnTo>
                <a:lnTo>
                  <a:pt x="10147" y="13505"/>
                </a:lnTo>
                <a:lnTo>
                  <a:pt x="10074" y="13700"/>
                </a:lnTo>
                <a:lnTo>
                  <a:pt x="10026" y="13895"/>
                </a:lnTo>
                <a:lnTo>
                  <a:pt x="9953" y="14284"/>
                </a:lnTo>
                <a:lnTo>
                  <a:pt x="9880" y="14673"/>
                </a:lnTo>
                <a:lnTo>
                  <a:pt x="9807" y="15087"/>
                </a:lnTo>
                <a:lnTo>
                  <a:pt x="9101" y="15111"/>
                </a:lnTo>
                <a:lnTo>
                  <a:pt x="9247" y="14673"/>
                </a:lnTo>
                <a:lnTo>
                  <a:pt x="9344" y="14235"/>
                </a:lnTo>
                <a:lnTo>
                  <a:pt x="9539" y="13359"/>
                </a:lnTo>
                <a:lnTo>
                  <a:pt x="9734" y="12459"/>
                </a:lnTo>
                <a:lnTo>
                  <a:pt x="9855" y="12021"/>
                </a:lnTo>
                <a:lnTo>
                  <a:pt x="9977" y="11583"/>
                </a:lnTo>
                <a:lnTo>
                  <a:pt x="10269" y="10659"/>
                </a:lnTo>
                <a:lnTo>
                  <a:pt x="10537" y="9734"/>
                </a:lnTo>
                <a:lnTo>
                  <a:pt x="10658" y="9320"/>
                </a:lnTo>
                <a:lnTo>
                  <a:pt x="10756" y="8858"/>
                </a:lnTo>
                <a:lnTo>
                  <a:pt x="10780" y="8639"/>
                </a:lnTo>
                <a:lnTo>
                  <a:pt x="10780" y="8396"/>
                </a:lnTo>
                <a:lnTo>
                  <a:pt x="10756" y="8177"/>
                </a:lnTo>
                <a:lnTo>
                  <a:pt x="10707" y="7958"/>
                </a:lnTo>
                <a:lnTo>
                  <a:pt x="10683" y="7933"/>
                </a:lnTo>
                <a:lnTo>
                  <a:pt x="10634" y="7933"/>
                </a:lnTo>
                <a:lnTo>
                  <a:pt x="10610" y="7958"/>
                </a:lnTo>
                <a:lnTo>
                  <a:pt x="10537" y="8177"/>
                </a:lnTo>
                <a:lnTo>
                  <a:pt x="10464" y="8420"/>
                </a:lnTo>
                <a:lnTo>
                  <a:pt x="10366" y="8882"/>
                </a:lnTo>
                <a:lnTo>
                  <a:pt x="10293" y="9369"/>
                </a:lnTo>
                <a:lnTo>
                  <a:pt x="10172" y="9831"/>
                </a:lnTo>
                <a:lnTo>
                  <a:pt x="9904" y="10756"/>
                </a:lnTo>
                <a:lnTo>
                  <a:pt x="9588" y="11656"/>
                </a:lnTo>
                <a:lnTo>
                  <a:pt x="9466" y="12094"/>
                </a:lnTo>
                <a:lnTo>
                  <a:pt x="9369" y="12532"/>
                </a:lnTo>
                <a:lnTo>
                  <a:pt x="9174" y="13384"/>
                </a:lnTo>
                <a:lnTo>
                  <a:pt x="8979" y="14260"/>
                </a:lnTo>
                <a:lnTo>
                  <a:pt x="8858" y="14698"/>
                </a:lnTo>
                <a:lnTo>
                  <a:pt x="8736" y="15111"/>
                </a:lnTo>
                <a:lnTo>
                  <a:pt x="8128" y="15136"/>
                </a:lnTo>
                <a:lnTo>
                  <a:pt x="7519" y="15087"/>
                </a:lnTo>
                <a:lnTo>
                  <a:pt x="7179" y="15063"/>
                </a:lnTo>
                <a:lnTo>
                  <a:pt x="7154" y="15038"/>
                </a:lnTo>
                <a:lnTo>
                  <a:pt x="7081" y="14698"/>
                </a:lnTo>
                <a:lnTo>
                  <a:pt x="7033" y="14357"/>
                </a:lnTo>
                <a:lnTo>
                  <a:pt x="6935" y="13651"/>
                </a:lnTo>
                <a:lnTo>
                  <a:pt x="6765" y="12605"/>
                </a:lnTo>
                <a:lnTo>
                  <a:pt x="6570" y="11583"/>
                </a:lnTo>
                <a:lnTo>
                  <a:pt x="6230" y="9880"/>
                </a:lnTo>
                <a:lnTo>
                  <a:pt x="6060" y="9028"/>
                </a:lnTo>
                <a:lnTo>
                  <a:pt x="5841" y="8177"/>
                </a:lnTo>
                <a:lnTo>
                  <a:pt x="5816" y="8152"/>
                </a:lnTo>
                <a:lnTo>
                  <a:pt x="5768" y="8128"/>
                </a:lnTo>
                <a:lnTo>
                  <a:pt x="5743" y="8128"/>
                </a:lnTo>
                <a:lnTo>
                  <a:pt x="5695" y="8152"/>
                </a:lnTo>
                <a:lnTo>
                  <a:pt x="5646" y="8298"/>
                </a:lnTo>
                <a:lnTo>
                  <a:pt x="5646" y="8420"/>
                </a:lnTo>
                <a:lnTo>
                  <a:pt x="5646" y="8542"/>
                </a:lnTo>
                <a:lnTo>
                  <a:pt x="5646" y="8663"/>
                </a:lnTo>
                <a:lnTo>
                  <a:pt x="5719" y="8931"/>
                </a:lnTo>
                <a:lnTo>
                  <a:pt x="5768" y="9199"/>
                </a:lnTo>
                <a:lnTo>
                  <a:pt x="5865" y="9734"/>
                </a:lnTo>
                <a:lnTo>
                  <a:pt x="5962" y="10245"/>
                </a:lnTo>
                <a:lnTo>
                  <a:pt x="6035" y="10780"/>
                </a:lnTo>
                <a:lnTo>
                  <a:pt x="6133" y="11316"/>
                </a:lnTo>
                <a:lnTo>
                  <a:pt x="6327" y="12337"/>
                </a:lnTo>
                <a:lnTo>
                  <a:pt x="6522" y="13384"/>
                </a:lnTo>
                <a:lnTo>
                  <a:pt x="6570" y="13773"/>
                </a:lnTo>
                <a:lnTo>
                  <a:pt x="6619" y="14211"/>
                </a:lnTo>
                <a:lnTo>
                  <a:pt x="6668" y="14625"/>
                </a:lnTo>
                <a:lnTo>
                  <a:pt x="6716" y="14819"/>
                </a:lnTo>
                <a:lnTo>
                  <a:pt x="6765" y="15014"/>
                </a:lnTo>
                <a:lnTo>
                  <a:pt x="6497" y="15038"/>
                </a:lnTo>
                <a:lnTo>
                  <a:pt x="6473" y="14625"/>
                </a:lnTo>
                <a:lnTo>
                  <a:pt x="6400" y="14235"/>
                </a:lnTo>
                <a:lnTo>
                  <a:pt x="6279" y="13846"/>
                </a:lnTo>
                <a:lnTo>
                  <a:pt x="6133" y="13481"/>
                </a:lnTo>
                <a:lnTo>
                  <a:pt x="5938" y="13116"/>
                </a:lnTo>
                <a:lnTo>
                  <a:pt x="5743" y="12775"/>
                </a:lnTo>
                <a:lnTo>
                  <a:pt x="5281" y="12070"/>
                </a:lnTo>
                <a:lnTo>
                  <a:pt x="4746" y="11267"/>
                </a:lnTo>
                <a:lnTo>
                  <a:pt x="4210" y="10415"/>
                </a:lnTo>
                <a:lnTo>
                  <a:pt x="3967" y="9977"/>
                </a:lnTo>
                <a:lnTo>
                  <a:pt x="3724" y="9539"/>
                </a:lnTo>
                <a:lnTo>
                  <a:pt x="3529" y="9077"/>
                </a:lnTo>
                <a:lnTo>
                  <a:pt x="3359" y="8615"/>
                </a:lnTo>
                <a:lnTo>
                  <a:pt x="3286" y="8396"/>
                </a:lnTo>
                <a:lnTo>
                  <a:pt x="3261" y="8152"/>
                </a:lnTo>
                <a:lnTo>
                  <a:pt x="3237" y="7909"/>
                </a:lnTo>
                <a:lnTo>
                  <a:pt x="3237" y="7666"/>
                </a:lnTo>
                <a:lnTo>
                  <a:pt x="3261" y="7155"/>
                </a:lnTo>
                <a:lnTo>
                  <a:pt x="3310" y="6668"/>
                </a:lnTo>
                <a:lnTo>
                  <a:pt x="3334" y="6376"/>
                </a:lnTo>
                <a:lnTo>
                  <a:pt x="3407" y="6108"/>
                </a:lnTo>
                <a:lnTo>
                  <a:pt x="3480" y="5841"/>
                </a:lnTo>
                <a:lnTo>
                  <a:pt x="3578" y="5597"/>
                </a:lnTo>
                <a:lnTo>
                  <a:pt x="3699" y="5354"/>
                </a:lnTo>
                <a:lnTo>
                  <a:pt x="3845" y="5111"/>
                </a:lnTo>
                <a:lnTo>
                  <a:pt x="4016" y="4892"/>
                </a:lnTo>
                <a:lnTo>
                  <a:pt x="4186" y="4673"/>
                </a:lnTo>
                <a:lnTo>
                  <a:pt x="4648" y="4162"/>
                </a:lnTo>
                <a:lnTo>
                  <a:pt x="5062" y="3748"/>
                </a:lnTo>
                <a:lnTo>
                  <a:pt x="5403" y="3432"/>
                </a:lnTo>
                <a:lnTo>
                  <a:pt x="5743" y="3189"/>
                </a:lnTo>
                <a:lnTo>
                  <a:pt x="6060" y="3018"/>
                </a:lnTo>
                <a:lnTo>
                  <a:pt x="6352" y="2872"/>
                </a:lnTo>
                <a:lnTo>
                  <a:pt x="6668" y="2775"/>
                </a:lnTo>
                <a:lnTo>
                  <a:pt x="6984" y="2702"/>
                </a:lnTo>
                <a:lnTo>
                  <a:pt x="7276" y="2653"/>
                </a:lnTo>
                <a:lnTo>
                  <a:pt x="7568" y="2629"/>
                </a:lnTo>
                <a:lnTo>
                  <a:pt x="7860" y="2605"/>
                </a:lnTo>
                <a:close/>
                <a:moveTo>
                  <a:pt x="6716" y="15525"/>
                </a:moveTo>
                <a:lnTo>
                  <a:pt x="6619" y="15720"/>
                </a:lnTo>
                <a:lnTo>
                  <a:pt x="6352" y="16158"/>
                </a:lnTo>
                <a:lnTo>
                  <a:pt x="6279" y="16109"/>
                </a:lnTo>
                <a:lnTo>
                  <a:pt x="6230" y="16060"/>
                </a:lnTo>
                <a:lnTo>
                  <a:pt x="6206" y="15963"/>
                </a:lnTo>
                <a:lnTo>
                  <a:pt x="6206" y="15866"/>
                </a:lnTo>
                <a:lnTo>
                  <a:pt x="6206" y="15768"/>
                </a:lnTo>
                <a:lnTo>
                  <a:pt x="6230" y="15695"/>
                </a:lnTo>
                <a:lnTo>
                  <a:pt x="6279" y="15598"/>
                </a:lnTo>
                <a:lnTo>
                  <a:pt x="6327" y="15549"/>
                </a:lnTo>
                <a:lnTo>
                  <a:pt x="6595" y="15525"/>
                </a:lnTo>
                <a:close/>
                <a:moveTo>
                  <a:pt x="6887" y="15525"/>
                </a:moveTo>
                <a:lnTo>
                  <a:pt x="7276" y="15549"/>
                </a:lnTo>
                <a:lnTo>
                  <a:pt x="7641" y="15598"/>
                </a:lnTo>
                <a:lnTo>
                  <a:pt x="8225" y="15647"/>
                </a:lnTo>
                <a:lnTo>
                  <a:pt x="8809" y="15671"/>
                </a:lnTo>
                <a:lnTo>
                  <a:pt x="8541" y="15963"/>
                </a:lnTo>
                <a:lnTo>
                  <a:pt x="8298" y="16255"/>
                </a:lnTo>
                <a:lnTo>
                  <a:pt x="7909" y="16231"/>
                </a:lnTo>
                <a:lnTo>
                  <a:pt x="8249" y="15744"/>
                </a:lnTo>
                <a:lnTo>
                  <a:pt x="8249" y="15720"/>
                </a:lnTo>
                <a:lnTo>
                  <a:pt x="8225" y="15695"/>
                </a:lnTo>
                <a:lnTo>
                  <a:pt x="8201" y="15671"/>
                </a:lnTo>
                <a:lnTo>
                  <a:pt x="8176" y="15695"/>
                </a:lnTo>
                <a:lnTo>
                  <a:pt x="7690" y="16231"/>
                </a:lnTo>
                <a:lnTo>
                  <a:pt x="7179" y="16182"/>
                </a:lnTo>
                <a:lnTo>
                  <a:pt x="7325" y="15939"/>
                </a:lnTo>
                <a:lnTo>
                  <a:pt x="7471" y="15671"/>
                </a:lnTo>
                <a:lnTo>
                  <a:pt x="7471" y="15647"/>
                </a:lnTo>
                <a:lnTo>
                  <a:pt x="7446" y="15622"/>
                </a:lnTo>
                <a:lnTo>
                  <a:pt x="7422" y="15647"/>
                </a:lnTo>
                <a:lnTo>
                  <a:pt x="7203" y="15890"/>
                </a:lnTo>
                <a:lnTo>
                  <a:pt x="6935" y="16182"/>
                </a:lnTo>
                <a:lnTo>
                  <a:pt x="6741" y="16206"/>
                </a:lnTo>
                <a:lnTo>
                  <a:pt x="6570" y="16255"/>
                </a:lnTo>
                <a:lnTo>
                  <a:pt x="6668" y="16060"/>
                </a:lnTo>
                <a:lnTo>
                  <a:pt x="6814" y="15817"/>
                </a:lnTo>
                <a:lnTo>
                  <a:pt x="6862" y="15671"/>
                </a:lnTo>
                <a:lnTo>
                  <a:pt x="6887" y="15525"/>
                </a:lnTo>
                <a:close/>
                <a:moveTo>
                  <a:pt x="9661" y="15622"/>
                </a:moveTo>
                <a:lnTo>
                  <a:pt x="9734" y="15671"/>
                </a:lnTo>
                <a:lnTo>
                  <a:pt x="9807" y="15695"/>
                </a:lnTo>
                <a:lnTo>
                  <a:pt x="9953" y="15695"/>
                </a:lnTo>
                <a:lnTo>
                  <a:pt x="9782" y="15793"/>
                </a:lnTo>
                <a:lnTo>
                  <a:pt x="9661" y="15939"/>
                </a:lnTo>
                <a:lnTo>
                  <a:pt x="9539" y="16085"/>
                </a:lnTo>
                <a:lnTo>
                  <a:pt x="9417" y="16279"/>
                </a:lnTo>
                <a:lnTo>
                  <a:pt x="9271" y="16279"/>
                </a:lnTo>
                <a:lnTo>
                  <a:pt x="9612" y="15817"/>
                </a:lnTo>
                <a:lnTo>
                  <a:pt x="9612" y="15793"/>
                </a:lnTo>
                <a:lnTo>
                  <a:pt x="9612" y="15768"/>
                </a:lnTo>
                <a:lnTo>
                  <a:pt x="9563" y="15768"/>
                </a:lnTo>
                <a:lnTo>
                  <a:pt x="9320" y="16012"/>
                </a:lnTo>
                <a:lnTo>
                  <a:pt x="9077" y="16255"/>
                </a:lnTo>
                <a:lnTo>
                  <a:pt x="8517" y="16255"/>
                </a:lnTo>
                <a:lnTo>
                  <a:pt x="8882" y="15720"/>
                </a:lnTo>
                <a:lnTo>
                  <a:pt x="8906" y="15695"/>
                </a:lnTo>
                <a:lnTo>
                  <a:pt x="8882" y="15671"/>
                </a:lnTo>
                <a:lnTo>
                  <a:pt x="9271" y="15671"/>
                </a:lnTo>
                <a:lnTo>
                  <a:pt x="9661" y="15622"/>
                </a:lnTo>
                <a:close/>
                <a:moveTo>
                  <a:pt x="10074" y="15768"/>
                </a:moveTo>
                <a:lnTo>
                  <a:pt x="10074" y="15841"/>
                </a:lnTo>
                <a:lnTo>
                  <a:pt x="10099" y="15939"/>
                </a:lnTo>
                <a:lnTo>
                  <a:pt x="10074" y="16060"/>
                </a:lnTo>
                <a:lnTo>
                  <a:pt x="10050" y="16182"/>
                </a:lnTo>
                <a:lnTo>
                  <a:pt x="9977" y="16304"/>
                </a:lnTo>
                <a:lnTo>
                  <a:pt x="9758" y="16279"/>
                </a:lnTo>
                <a:lnTo>
                  <a:pt x="9880" y="16012"/>
                </a:lnTo>
                <a:lnTo>
                  <a:pt x="9977" y="15890"/>
                </a:lnTo>
                <a:lnTo>
                  <a:pt x="10074" y="15768"/>
                </a:lnTo>
                <a:close/>
                <a:moveTo>
                  <a:pt x="6522" y="16571"/>
                </a:moveTo>
                <a:lnTo>
                  <a:pt x="6595" y="16620"/>
                </a:lnTo>
                <a:lnTo>
                  <a:pt x="6424" y="16888"/>
                </a:lnTo>
                <a:lnTo>
                  <a:pt x="6376" y="17034"/>
                </a:lnTo>
                <a:lnTo>
                  <a:pt x="6327" y="17180"/>
                </a:lnTo>
                <a:lnTo>
                  <a:pt x="6254" y="17082"/>
                </a:lnTo>
                <a:lnTo>
                  <a:pt x="6230" y="16985"/>
                </a:lnTo>
                <a:lnTo>
                  <a:pt x="6206" y="16912"/>
                </a:lnTo>
                <a:lnTo>
                  <a:pt x="6230" y="16815"/>
                </a:lnTo>
                <a:lnTo>
                  <a:pt x="6254" y="16839"/>
                </a:lnTo>
                <a:lnTo>
                  <a:pt x="6303" y="16839"/>
                </a:lnTo>
                <a:lnTo>
                  <a:pt x="6352" y="16815"/>
                </a:lnTo>
                <a:lnTo>
                  <a:pt x="6376" y="16766"/>
                </a:lnTo>
                <a:lnTo>
                  <a:pt x="6424" y="16596"/>
                </a:lnTo>
                <a:lnTo>
                  <a:pt x="6449" y="16596"/>
                </a:lnTo>
                <a:lnTo>
                  <a:pt x="6522" y="16571"/>
                </a:lnTo>
                <a:close/>
                <a:moveTo>
                  <a:pt x="7884" y="16693"/>
                </a:moveTo>
                <a:lnTo>
                  <a:pt x="7957" y="16717"/>
                </a:lnTo>
                <a:lnTo>
                  <a:pt x="7787" y="16985"/>
                </a:lnTo>
                <a:lnTo>
                  <a:pt x="7617" y="17253"/>
                </a:lnTo>
                <a:lnTo>
                  <a:pt x="7592" y="17326"/>
                </a:lnTo>
                <a:lnTo>
                  <a:pt x="7300" y="17326"/>
                </a:lnTo>
                <a:lnTo>
                  <a:pt x="7398" y="17107"/>
                </a:lnTo>
                <a:lnTo>
                  <a:pt x="7519" y="16888"/>
                </a:lnTo>
                <a:lnTo>
                  <a:pt x="7617" y="16717"/>
                </a:lnTo>
                <a:lnTo>
                  <a:pt x="7884" y="16693"/>
                </a:lnTo>
                <a:close/>
                <a:moveTo>
                  <a:pt x="8225" y="16717"/>
                </a:moveTo>
                <a:lnTo>
                  <a:pt x="8736" y="16742"/>
                </a:lnTo>
                <a:lnTo>
                  <a:pt x="8541" y="17034"/>
                </a:lnTo>
                <a:lnTo>
                  <a:pt x="8371" y="17326"/>
                </a:lnTo>
                <a:lnTo>
                  <a:pt x="7909" y="17326"/>
                </a:lnTo>
                <a:lnTo>
                  <a:pt x="7933" y="17277"/>
                </a:lnTo>
                <a:lnTo>
                  <a:pt x="8225" y="16717"/>
                </a:lnTo>
                <a:close/>
                <a:moveTo>
                  <a:pt x="9223" y="16742"/>
                </a:moveTo>
                <a:lnTo>
                  <a:pt x="8979" y="17350"/>
                </a:lnTo>
                <a:lnTo>
                  <a:pt x="8663" y="17350"/>
                </a:lnTo>
                <a:lnTo>
                  <a:pt x="8979" y="16742"/>
                </a:lnTo>
                <a:close/>
                <a:moveTo>
                  <a:pt x="9928" y="16742"/>
                </a:moveTo>
                <a:lnTo>
                  <a:pt x="9661" y="17253"/>
                </a:lnTo>
                <a:lnTo>
                  <a:pt x="9612" y="17350"/>
                </a:lnTo>
                <a:lnTo>
                  <a:pt x="9320" y="17350"/>
                </a:lnTo>
                <a:lnTo>
                  <a:pt x="9563" y="16742"/>
                </a:lnTo>
                <a:close/>
                <a:moveTo>
                  <a:pt x="10147" y="16839"/>
                </a:moveTo>
                <a:lnTo>
                  <a:pt x="10220" y="16961"/>
                </a:lnTo>
                <a:lnTo>
                  <a:pt x="10245" y="17107"/>
                </a:lnTo>
                <a:lnTo>
                  <a:pt x="10220" y="17228"/>
                </a:lnTo>
                <a:lnTo>
                  <a:pt x="10147" y="17350"/>
                </a:lnTo>
                <a:lnTo>
                  <a:pt x="9928" y="17350"/>
                </a:lnTo>
                <a:lnTo>
                  <a:pt x="9953" y="17277"/>
                </a:lnTo>
                <a:lnTo>
                  <a:pt x="10050" y="17082"/>
                </a:lnTo>
                <a:lnTo>
                  <a:pt x="10147" y="16839"/>
                </a:lnTo>
                <a:close/>
                <a:moveTo>
                  <a:pt x="6862" y="16693"/>
                </a:moveTo>
                <a:lnTo>
                  <a:pt x="7081" y="16717"/>
                </a:lnTo>
                <a:lnTo>
                  <a:pt x="7300" y="16717"/>
                </a:lnTo>
                <a:lnTo>
                  <a:pt x="7106" y="17009"/>
                </a:lnTo>
                <a:lnTo>
                  <a:pt x="6935" y="17326"/>
                </a:lnTo>
                <a:lnTo>
                  <a:pt x="6741" y="17350"/>
                </a:lnTo>
                <a:lnTo>
                  <a:pt x="6570" y="17399"/>
                </a:lnTo>
                <a:lnTo>
                  <a:pt x="6619" y="17204"/>
                </a:lnTo>
                <a:lnTo>
                  <a:pt x="6692" y="17034"/>
                </a:lnTo>
                <a:lnTo>
                  <a:pt x="6862" y="16693"/>
                </a:lnTo>
                <a:close/>
                <a:moveTo>
                  <a:pt x="6473" y="17618"/>
                </a:moveTo>
                <a:lnTo>
                  <a:pt x="6643" y="17691"/>
                </a:lnTo>
                <a:lnTo>
                  <a:pt x="6814" y="17715"/>
                </a:lnTo>
                <a:lnTo>
                  <a:pt x="6789" y="17910"/>
                </a:lnTo>
                <a:lnTo>
                  <a:pt x="6765" y="18080"/>
                </a:lnTo>
                <a:lnTo>
                  <a:pt x="6643" y="17983"/>
                </a:lnTo>
                <a:lnTo>
                  <a:pt x="6546" y="17861"/>
                </a:lnTo>
                <a:lnTo>
                  <a:pt x="6352" y="17642"/>
                </a:lnTo>
                <a:lnTo>
                  <a:pt x="6376" y="17618"/>
                </a:lnTo>
                <a:lnTo>
                  <a:pt x="6424" y="17642"/>
                </a:lnTo>
                <a:lnTo>
                  <a:pt x="6473" y="17618"/>
                </a:lnTo>
                <a:close/>
                <a:moveTo>
                  <a:pt x="7398" y="17739"/>
                </a:moveTo>
                <a:lnTo>
                  <a:pt x="7300" y="18031"/>
                </a:lnTo>
                <a:lnTo>
                  <a:pt x="7252" y="18177"/>
                </a:lnTo>
                <a:lnTo>
                  <a:pt x="7252" y="18299"/>
                </a:lnTo>
                <a:lnTo>
                  <a:pt x="7008" y="18202"/>
                </a:lnTo>
                <a:lnTo>
                  <a:pt x="7154" y="17739"/>
                </a:lnTo>
                <a:close/>
                <a:moveTo>
                  <a:pt x="8833" y="17715"/>
                </a:moveTo>
                <a:lnTo>
                  <a:pt x="8785" y="17837"/>
                </a:lnTo>
                <a:lnTo>
                  <a:pt x="8736" y="17983"/>
                </a:lnTo>
                <a:lnTo>
                  <a:pt x="8712" y="18104"/>
                </a:lnTo>
                <a:lnTo>
                  <a:pt x="8736" y="18153"/>
                </a:lnTo>
                <a:lnTo>
                  <a:pt x="8736" y="18202"/>
                </a:lnTo>
                <a:lnTo>
                  <a:pt x="8809" y="18250"/>
                </a:lnTo>
                <a:lnTo>
                  <a:pt x="8882" y="18250"/>
                </a:lnTo>
                <a:lnTo>
                  <a:pt x="8931" y="18226"/>
                </a:lnTo>
                <a:lnTo>
                  <a:pt x="9004" y="18153"/>
                </a:lnTo>
                <a:lnTo>
                  <a:pt x="9125" y="17958"/>
                </a:lnTo>
                <a:lnTo>
                  <a:pt x="9198" y="17739"/>
                </a:lnTo>
                <a:lnTo>
                  <a:pt x="9393" y="17739"/>
                </a:lnTo>
                <a:lnTo>
                  <a:pt x="9369" y="17861"/>
                </a:lnTo>
                <a:lnTo>
                  <a:pt x="9369" y="18007"/>
                </a:lnTo>
                <a:lnTo>
                  <a:pt x="9125" y="18153"/>
                </a:lnTo>
                <a:lnTo>
                  <a:pt x="8833" y="18275"/>
                </a:lnTo>
                <a:lnTo>
                  <a:pt x="8566" y="18372"/>
                </a:lnTo>
                <a:lnTo>
                  <a:pt x="8249" y="18421"/>
                </a:lnTo>
                <a:lnTo>
                  <a:pt x="8274" y="18275"/>
                </a:lnTo>
                <a:lnTo>
                  <a:pt x="8371" y="17983"/>
                </a:lnTo>
                <a:lnTo>
                  <a:pt x="8468" y="17715"/>
                </a:lnTo>
                <a:close/>
                <a:moveTo>
                  <a:pt x="8176" y="17715"/>
                </a:moveTo>
                <a:lnTo>
                  <a:pt x="8030" y="18056"/>
                </a:lnTo>
                <a:lnTo>
                  <a:pt x="7957" y="18250"/>
                </a:lnTo>
                <a:lnTo>
                  <a:pt x="7933" y="18445"/>
                </a:lnTo>
                <a:lnTo>
                  <a:pt x="7738" y="18421"/>
                </a:lnTo>
                <a:lnTo>
                  <a:pt x="7568" y="18396"/>
                </a:lnTo>
                <a:lnTo>
                  <a:pt x="7568" y="18226"/>
                </a:lnTo>
                <a:lnTo>
                  <a:pt x="7641" y="17983"/>
                </a:lnTo>
                <a:lnTo>
                  <a:pt x="7738" y="17715"/>
                </a:lnTo>
                <a:close/>
                <a:moveTo>
                  <a:pt x="8128" y="2094"/>
                </a:moveTo>
                <a:lnTo>
                  <a:pt x="7714" y="2142"/>
                </a:lnTo>
                <a:lnTo>
                  <a:pt x="7325" y="2191"/>
                </a:lnTo>
                <a:lnTo>
                  <a:pt x="6935" y="2264"/>
                </a:lnTo>
                <a:lnTo>
                  <a:pt x="6546" y="2386"/>
                </a:lnTo>
                <a:lnTo>
                  <a:pt x="6181" y="2507"/>
                </a:lnTo>
                <a:lnTo>
                  <a:pt x="5841" y="2653"/>
                </a:lnTo>
                <a:lnTo>
                  <a:pt x="5500" y="2824"/>
                </a:lnTo>
                <a:lnTo>
                  <a:pt x="5184" y="3018"/>
                </a:lnTo>
                <a:lnTo>
                  <a:pt x="4892" y="3237"/>
                </a:lnTo>
                <a:lnTo>
                  <a:pt x="4551" y="3554"/>
                </a:lnTo>
                <a:lnTo>
                  <a:pt x="4210" y="3918"/>
                </a:lnTo>
                <a:lnTo>
                  <a:pt x="3918" y="4332"/>
                </a:lnTo>
                <a:lnTo>
                  <a:pt x="3626" y="4746"/>
                </a:lnTo>
                <a:lnTo>
                  <a:pt x="3383" y="5159"/>
                </a:lnTo>
                <a:lnTo>
                  <a:pt x="3164" y="5549"/>
                </a:lnTo>
                <a:lnTo>
                  <a:pt x="3018" y="5889"/>
                </a:lnTo>
                <a:lnTo>
                  <a:pt x="2921" y="6157"/>
                </a:lnTo>
                <a:lnTo>
                  <a:pt x="2823" y="6595"/>
                </a:lnTo>
                <a:lnTo>
                  <a:pt x="2775" y="7057"/>
                </a:lnTo>
                <a:lnTo>
                  <a:pt x="2750" y="7495"/>
                </a:lnTo>
                <a:lnTo>
                  <a:pt x="2775" y="7958"/>
                </a:lnTo>
                <a:lnTo>
                  <a:pt x="2823" y="8396"/>
                </a:lnTo>
                <a:lnTo>
                  <a:pt x="2921" y="8834"/>
                </a:lnTo>
                <a:lnTo>
                  <a:pt x="3067" y="9272"/>
                </a:lnTo>
                <a:lnTo>
                  <a:pt x="3237" y="9685"/>
                </a:lnTo>
                <a:lnTo>
                  <a:pt x="3602" y="10367"/>
                </a:lnTo>
                <a:lnTo>
                  <a:pt x="3991" y="11024"/>
                </a:lnTo>
                <a:lnTo>
                  <a:pt x="4843" y="12337"/>
                </a:lnTo>
                <a:lnTo>
                  <a:pt x="5281" y="13019"/>
                </a:lnTo>
                <a:lnTo>
                  <a:pt x="5476" y="13384"/>
                </a:lnTo>
                <a:lnTo>
                  <a:pt x="5646" y="13724"/>
                </a:lnTo>
                <a:lnTo>
                  <a:pt x="5792" y="14089"/>
                </a:lnTo>
                <a:lnTo>
                  <a:pt x="5914" y="14454"/>
                </a:lnTo>
                <a:lnTo>
                  <a:pt x="5987" y="14844"/>
                </a:lnTo>
                <a:lnTo>
                  <a:pt x="5987" y="15282"/>
                </a:lnTo>
                <a:lnTo>
                  <a:pt x="5962" y="15379"/>
                </a:lnTo>
                <a:lnTo>
                  <a:pt x="5962" y="15428"/>
                </a:lnTo>
                <a:lnTo>
                  <a:pt x="5889" y="15525"/>
                </a:lnTo>
                <a:lnTo>
                  <a:pt x="5841" y="15647"/>
                </a:lnTo>
                <a:lnTo>
                  <a:pt x="5816" y="15768"/>
                </a:lnTo>
                <a:lnTo>
                  <a:pt x="5792" y="15914"/>
                </a:lnTo>
                <a:lnTo>
                  <a:pt x="5816" y="16036"/>
                </a:lnTo>
                <a:lnTo>
                  <a:pt x="5841" y="16158"/>
                </a:lnTo>
                <a:lnTo>
                  <a:pt x="5889" y="16279"/>
                </a:lnTo>
                <a:lnTo>
                  <a:pt x="5962" y="16377"/>
                </a:lnTo>
                <a:lnTo>
                  <a:pt x="5865" y="16474"/>
                </a:lnTo>
                <a:lnTo>
                  <a:pt x="5792" y="16620"/>
                </a:lnTo>
                <a:lnTo>
                  <a:pt x="5768" y="16766"/>
                </a:lnTo>
                <a:lnTo>
                  <a:pt x="5768" y="16912"/>
                </a:lnTo>
                <a:lnTo>
                  <a:pt x="5768" y="17058"/>
                </a:lnTo>
                <a:lnTo>
                  <a:pt x="5816" y="17204"/>
                </a:lnTo>
                <a:lnTo>
                  <a:pt x="5889" y="17350"/>
                </a:lnTo>
                <a:lnTo>
                  <a:pt x="5987" y="17472"/>
                </a:lnTo>
                <a:lnTo>
                  <a:pt x="5962" y="17496"/>
                </a:lnTo>
                <a:lnTo>
                  <a:pt x="5914" y="17618"/>
                </a:lnTo>
                <a:lnTo>
                  <a:pt x="5914" y="17715"/>
                </a:lnTo>
                <a:lnTo>
                  <a:pt x="5938" y="17837"/>
                </a:lnTo>
                <a:lnTo>
                  <a:pt x="5987" y="17934"/>
                </a:lnTo>
                <a:lnTo>
                  <a:pt x="6133" y="18129"/>
                </a:lnTo>
                <a:lnTo>
                  <a:pt x="6303" y="18299"/>
                </a:lnTo>
                <a:lnTo>
                  <a:pt x="6424" y="18421"/>
                </a:lnTo>
                <a:lnTo>
                  <a:pt x="6570" y="18518"/>
                </a:lnTo>
                <a:lnTo>
                  <a:pt x="6862" y="18688"/>
                </a:lnTo>
                <a:lnTo>
                  <a:pt x="7179" y="18810"/>
                </a:lnTo>
                <a:lnTo>
                  <a:pt x="7495" y="18859"/>
                </a:lnTo>
                <a:lnTo>
                  <a:pt x="7738" y="18883"/>
                </a:lnTo>
                <a:lnTo>
                  <a:pt x="7982" y="18883"/>
                </a:lnTo>
                <a:lnTo>
                  <a:pt x="8030" y="18956"/>
                </a:lnTo>
                <a:lnTo>
                  <a:pt x="8079" y="18980"/>
                </a:lnTo>
                <a:lnTo>
                  <a:pt x="8128" y="18980"/>
                </a:lnTo>
                <a:lnTo>
                  <a:pt x="8176" y="18956"/>
                </a:lnTo>
                <a:lnTo>
                  <a:pt x="8201" y="18907"/>
                </a:lnTo>
                <a:lnTo>
                  <a:pt x="8201" y="18883"/>
                </a:lnTo>
                <a:lnTo>
                  <a:pt x="8493" y="18834"/>
                </a:lnTo>
                <a:lnTo>
                  <a:pt x="8785" y="18761"/>
                </a:lnTo>
                <a:lnTo>
                  <a:pt x="9052" y="18664"/>
                </a:lnTo>
                <a:lnTo>
                  <a:pt x="9320" y="18542"/>
                </a:lnTo>
                <a:lnTo>
                  <a:pt x="9563" y="18396"/>
                </a:lnTo>
                <a:lnTo>
                  <a:pt x="9807" y="18226"/>
                </a:lnTo>
                <a:lnTo>
                  <a:pt x="10050" y="18056"/>
                </a:lnTo>
                <a:lnTo>
                  <a:pt x="10269" y="17837"/>
                </a:lnTo>
                <a:lnTo>
                  <a:pt x="10318" y="17764"/>
                </a:lnTo>
                <a:lnTo>
                  <a:pt x="10342" y="17691"/>
                </a:lnTo>
                <a:lnTo>
                  <a:pt x="10464" y="17593"/>
                </a:lnTo>
                <a:lnTo>
                  <a:pt x="10537" y="17447"/>
                </a:lnTo>
                <a:lnTo>
                  <a:pt x="10585" y="17301"/>
                </a:lnTo>
                <a:lnTo>
                  <a:pt x="10634" y="17107"/>
                </a:lnTo>
                <a:lnTo>
                  <a:pt x="10634" y="16936"/>
                </a:lnTo>
                <a:lnTo>
                  <a:pt x="10585" y="16742"/>
                </a:lnTo>
                <a:lnTo>
                  <a:pt x="10512" y="16596"/>
                </a:lnTo>
                <a:lnTo>
                  <a:pt x="10391" y="16474"/>
                </a:lnTo>
                <a:lnTo>
                  <a:pt x="10488" y="16255"/>
                </a:lnTo>
                <a:lnTo>
                  <a:pt x="10537" y="16036"/>
                </a:lnTo>
                <a:lnTo>
                  <a:pt x="10537" y="15817"/>
                </a:lnTo>
                <a:lnTo>
                  <a:pt x="10488" y="15574"/>
                </a:lnTo>
                <a:lnTo>
                  <a:pt x="10415" y="15476"/>
                </a:lnTo>
                <a:lnTo>
                  <a:pt x="10342" y="15379"/>
                </a:lnTo>
                <a:lnTo>
                  <a:pt x="10342" y="15306"/>
                </a:lnTo>
                <a:lnTo>
                  <a:pt x="10415" y="14965"/>
                </a:lnTo>
                <a:lnTo>
                  <a:pt x="10464" y="14625"/>
                </a:lnTo>
                <a:lnTo>
                  <a:pt x="10512" y="14284"/>
                </a:lnTo>
                <a:lnTo>
                  <a:pt x="10585" y="13943"/>
                </a:lnTo>
                <a:lnTo>
                  <a:pt x="10658" y="13700"/>
                </a:lnTo>
                <a:lnTo>
                  <a:pt x="10756" y="13457"/>
                </a:lnTo>
                <a:lnTo>
                  <a:pt x="10999" y="12994"/>
                </a:lnTo>
                <a:lnTo>
                  <a:pt x="11023" y="12970"/>
                </a:lnTo>
                <a:lnTo>
                  <a:pt x="11023" y="12946"/>
                </a:lnTo>
                <a:lnTo>
                  <a:pt x="11340" y="12459"/>
                </a:lnTo>
                <a:lnTo>
                  <a:pt x="11632" y="11972"/>
                </a:lnTo>
                <a:lnTo>
                  <a:pt x="12191" y="11194"/>
                </a:lnTo>
                <a:lnTo>
                  <a:pt x="12483" y="10780"/>
                </a:lnTo>
                <a:lnTo>
                  <a:pt x="12751" y="10367"/>
                </a:lnTo>
                <a:lnTo>
                  <a:pt x="12994" y="9953"/>
                </a:lnTo>
                <a:lnTo>
                  <a:pt x="13213" y="9515"/>
                </a:lnTo>
                <a:lnTo>
                  <a:pt x="13384" y="9053"/>
                </a:lnTo>
                <a:lnTo>
                  <a:pt x="13457" y="8809"/>
                </a:lnTo>
                <a:lnTo>
                  <a:pt x="13505" y="8590"/>
                </a:lnTo>
                <a:lnTo>
                  <a:pt x="13554" y="8152"/>
                </a:lnTo>
                <a:lnTo>
                  <a:pt x="13554" y="7714"/>
                </a:lnTo>
                <a:lnTo>
                  <a:pt x="13505" y="7276"/>
                </a:lnTo>
                <a:lnTo>
                  <a:pt x="13432" y="6838"/>
                </a:lnTo>
                <a:lnTo>
                  <a:pt x="13335" y="6400"/>
                </a:lnTo>
                <a:lnTo>
                  <a:pt x="13213" y="5962"/>
                </a:lnTo>
                <a:lnTo>
                  <a:pt x="12946" y="5135"/>
                </a:lnTo>
                <a:lnTo>
                  <a:pt x="12800" y="4770"/>
                </a:lnTo>
                <a:lnTo>
                  <a:pt x="12605" y="4429"/>
                </a:lnTo>
                <a:lnTo>
                  <a:pt x="12386" y="4113"/>
                </a:lnTo>
                <a:lnTo>
                  <a:pt x="12143" y="3797"/>
                </a:lnTo>
                <a:lnTo>
                  <a:pt x="12143" y="3773"/>
                </a:lnTo>
                <a:lnTo>
                  <a:pt x="12094" y="3675"/>
                </a:lnTo>
                <a:lnTo>
                  <a:pt x="12021" y="3602"/>
                </a:lnTo>
                <a:lnTo>
                  <a:pt x="11948" y="3554"/>
                </a:lnTo>
                <a:lnTo>
                  <a:pt x="11851" y="3505"/>
                </a:lnTo>
                <a:lnTo>
                  <a:pt x="11607" y="3286"/>
                </a:lnTo>
                <a:lnTo>
                  <a:pt x="11340" y="3091"/>
                </a:lnTo>
                <a:lnTo>
                  <a:pt x="11072" y="2897"/>
                </a:lnTo>
                <a:lnTo>
                  <a:pt x="10804" y="2726"/>
                </a:lnTo>
                <a:lnTo>
                  <a:pt x="10464" y="2556"/>
                </a:lnTo>
                <a:lnTo>
                  <a:pt x="10099" y="2386"/>
                </a:lnTo>
                <a:lnTo>
                  <a:pt x="9709" y="2264"/>
                </a:lnTo>
                <a:lnTo>
                  <a:pt x="9320" y="2191"/>
                </a:lnTo>
                <a:lnTo>
                  <a:pt x="8931" y="2142"/>
                </a:lnTo>
                <a:lnTo>
                  <a:pt x="8517" y="2094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3"/>
          <p:cNvSpPr/>
          <p:nvPr/>
        </p:nvSpPr>
        <p:spPr>
          <a:xfrm>
            <a:off x="2104674" y="3230675"/>
            <a:ext cx="1263055" cy="1037819"/>
          </a:xfrm>
          <a:custGeom>
            <a:rect b="b" l="l" r="r" t="t"/>
            <a:pathLst>
              <a:path extrusionOk="0" h="8196" w="8987">
                <a:moveTo>
                  <a:pt x="6911" y="2397"/>
                </a:moveTo>
                <a:lnTo>
                  <a:pt x="6911" y="2397"/>
                </a:lnTo>
                <a:lnTo>
                  <a:pt x="6890" y="1990"/>
                </a:lnTo>
                <a:lnTo>
                  <a:pt x="6869" y="1776"/>
                </a:lnTo>
                <a:lnTo>
                  <a:pt x="6826" y="1584"/>
                </a:lnTo>
                <a:lnTo>
                  <a:pt x="6762" y="1413"/>
                </a:lnTo>
                <a:lnTo>
                  <a:pt x="6676" y="1220"/>
                </a:lnTo>
                <a:lnTo>
                  <a:pt x="6569" y="1049"/>
                </a:lnTo>
                <a:lnTo>
                  <a:pt x="6419" y="899"/>
                </a:lnTo>
                <a:lnTo>
                  <a:pt x="6419" y="899"/>
                </a:lnTo>
                <a:lnTo>
                  <a:pt x="6141" y="600"/>
                </a:lnTo>
                <a:lnTo>
                  <a:pt x="5970" y="471"/>
                </a:lnTo>
                <a:lnTo>
                  <a:pt x="5820" y="343"/>
                </a:lnTo>
                <a:lnTo>
                  <a:pt x="5649" y="236"/>
                </a:lnTo>
                <a:lnTo>
                  <a:pt x="5456" y="150"/>
                </a:lnTo>
                <a:lnTo>
                  <a:pt x="5264" y="86"/>
                </a:lnTo>
                <a:lnTo>
                  <a:pt x="5071" y="22"/>
                </a:lnTo>
                <a:lnTo>
                  <a:pt x="5071" y="22"/>
                </a:lnTo>
                <a:lnTo>
                  <a:pt x="4879" y="1"/>
                </a:lnTo>
                <a:lnTo>
                  <a:pt x="4686" y="1"/>
                </a:lnTo>
                <a:lnTo>
                  <a:pt x="4494" y="1"/>
                </a:lnTo>
                <a:lnTo>
                  <a:pt x="4301" y="22"/>
                </a:lnTo>
                <a:lnTo>
                  <a:pt x="4109" y="65"/>
                </a:lnTo>
                <a:lnTo>
                  <a:pt x="3916" y="108"/>
                </a:lnTo>
                <a:lnTo>
                  <a:pt x="3552" y="236"/>
                </a:lnTo>
                <a:lnTo>
                  <a:pt x="3188" y="428"/>
                </a:lnTo>
                <a:lnTo>
                  <a:pt x="2868" y="642"/>
                </a:lnTo>
                <a:lnTo>
                  <a:pt x="2718" y="771"/>
                </a:lnTo>
                <a:lnTo>
                  <a:pt x="2589" y="899"/>
                </a:lnTo>
                <a:lnTo>
                  <a:pt x="2461" y="1049"/>
                </a:lnTo>
                <a:lnTo>
                  <a:pt x="2333" y="1199"/>
                </a:lnTo>
                <a:lnTo>
                  <a:pt x="2333" y="1199"/>
                </a:lnTo>
                <a:lnTo>
                  <a:pt x="2247" y="1370"/>
                </a:lnTo>
                <a:lnTo>
                  <a:pt x="2161" y="1520"/>
                </a:lnTo>
                <a:lnTo>
                  <a:pt x="2076" y="1712"/>
                </a:lnTo>
                <a:lnTo>
                  <a:pt x="2033" y="1905"/>
                </a:lnTo>
                <a:lnTo>
                  <a:pt x="1990" y="2076"/>
                </a:lnTo>
                <a:lnTo>
                  <a:pt x="1969" y="2290"/>
                </a:lnTo>
                <a:lnTo>
                  <a:pt x="1969" y="2482"/>
                </a:lnTo>
                <a:lnTo>
                  <a:pt x="1969" y="2675"/>
                </a:lnTo>
                <a:lnTo>
                  <a:pt x="1990" y="2889"/>
                </a:lnTo>
                <a:lnTo>
                  <a:pt x="2012" y="3082"/>
                </a:lnTo>
                <a:lnTo>
                  <a:pt x="2076" y="3274"/>
                </a:lnTo>
                <a:lnTo>
                  <a:pt x="2119" y="3467"/>
                </a:lnTo>
                <a:lnTo>
                  <a:pt x="2204" y="3638"/>
                </a:lnTo>
                <a:lnTo>
                  <a:pt x="2290" y="3809"/>
                </a:lnTo>
                <a:lnTo>
                  <a:pt x="2397" y="3959"/>
                </a:lnTo>
                <a:lnTo>
                  <a:pt x="2504" y="4109"/>
                </a:lnTo>
                <a:lnTo>
                  <a:pt x="2504" y="4109"/>
                </a:lnTo>
                <a:lnTo>
                  <a:pt x="2654" y="4258"/>
                </a:lnTo>
                <a:lnTo>
                  <a:pt x="2803" y="4387"/>
                </a:lnTo>
                <a:lnTo>
                  <a:pt x="2953" y="4515"/>
                </a:lnTo>
                <a:lnTo>
                  <a:pt x="3124" y="4622"/>
                </a:lnTo>
                <a:lnTo>
                  <a:pt x="3317" y="4708"/>
                </a:lnTo>
                <a:lnTo>
                  <a:pt x="3509" y="4793"/>
                </a:lnTo>
                <a:lnTo>
                  <a:pt x="3702" y="4857"/>
                </a:lnTo>
                <a:lnTo>
                  <a:pt x="3895" y="4900"/>
                </a:lnTo>
                <a:lnTo>
                  <a:pt x="4087" y="4922"/>
                </a:lnTo>
                <a:lnTo>
                  <a:pt x="4301" y="4943"/>
                </a:lnTo>
                <a:lnTo>
                  <a:pt x="4515" y="4964"/>
                </a:lnTo>
                <a:lnTo>
                  <a:pt x="4708" y="4964"/>
                </a:lnTo>
                <a:lnTo>
                  <a:pt x="5114" y="4900"/>
                </a:lnTo>
                <a:lnTo>
                  <a:pt x="5499" y="4815"/>
                </a:lnTo>
                <a:lnTo>
                  <a:pt x="5499" y="4815"/>
                </a:lnTo>
                <a:lnTo>
                  <a:pt x="5692" y="4750"/>
                </a:lnTo>
                <a:lnTo>
                  <a:pt x="5863" y="4665"/>
                </a:lnTo>
                <a:lnTo>
                  <a:pt x="6013" y="4558"/>
                </a:lnTo>
                <a:lnTo>
                  <a:pt x="6141" y="4430"/>
                </a:lnTo>
                <a:lnTo>
                  <a:pt x="6291" y="4301"/>
                </a:lnTo>
                <a:lnTo>
                  <a:pt x="6398" y="4173"/>
                </a:lnTo>
                <a:lnTo>
                  <a:pt x="6505" y="4023"/>
                </a:lnTo>
                <a:lnTo>
                  <a:pt x="6590" y="3852"/>
                </a:lnTo>
                <a:lnTo>
                  <a:pt x="6676" y="3681"/>
                </a:lnTo>
                <a:lnTo>
                  <a:pt x="6740" y="3509"/>
                </a:lnTo>
                <a:lnTo>
                  <a:pt x="6847" y="3146"/>
                </a:lnTo>
                <a:lnTo>
                  <a:pt x="6911" y="2761"/>
                </a:lnTo>
                <a:lnTo>
                  <a:pt x="6911" y="2397"/>
                </a:lnTo>
                <a:lnTo>
                  <a:pt x="6911" y="2397"/>
                </a:lnTo>
                <a:close/>
                <a:moveTo>
                  <a:pt x="3788" y="921"/>
                </a:moveTo>
                <a:lnTo>
                  <a:pt x="3788" y="921"/>
                </a:lnTo>
                <a:lnTo>
                  <a:pt x="3809" y="749"/>
                </a:lnTo>
                <a:lnTo>
                  <a:pt x="3830" y="707"/>
                </a:lnTo>
                <a:lnTo>
                  <a:pt x="3873" y="642"/>
                </a:lnTo>
                <a:lnTo>
                  <a:pt x="3980" y="578"/>
                </a:lnTo>
                <a:lnTo>
                  <a:pt x="4130" y="535"/>
                </a:lnTo>
                <a:lnTo>
                  <a:pt x="4130" y="535"/>
                </a:lnTo>
                <a:lnTo>
                  <a:pt x="4280" y="493"/>
                </a:lnTo>
                <a:lnTo>
                  <a:pt x="4322" y="493"/>
                </a:lnTo>
                <a:lnTo>
                  <a:pt x="4344" y="514"/>
                </a:lnTo>
                <a:lnTo>
                  <a:pt x="4365" y="557"/>
                </a:lnTo>
                <a:lnTo>
                  <a:pt x="4365" y="600"/>
                </a:lnTo>
                <a:lnTo>
                  <a:pt x="4344" y="749"/>
                </a:lnTo>
                <a:lnTo>
                  <a:pt x="4344" y="749"/>
                </a:lnTo>
                <a:lnTo>
                  <a:pt x="4322" y="899"/>
                </a:lnTo>
                <a:lnTo>
                  <a:pt x="4322" y="942"/>
                </a:lnTo>
                <a:lnTo>
                  <a:pt x="4280" y="963"/>
                </a:lnTo>
                <a:lnTo>
                  <a:pt x="4194" y="1006"/>
                </a:lnTo>
                <a:lnTo>
                  <a:pt x="4044" y="1028"/>
                </a:lnTo>
                <a:lnTo>
                  <a:pt x="4044" y="1028"/>
                </a:lnTo>
                <a:lnTo>
                  <a:pt x="3895" y="1049"/>
                </a:lnTo>
                <a:lnTo>
                  <a:pt x="3809" y="1070"/>
                </a:lnTo>
                <a:lnTo>
                  <a:pt x="3788" y="1070"/>
                </a:lnTo>
                <a:lnTo>
                  <a:pt x="3788" y="1028"/>
                </a:lnTo>
                <a:lnTo>
                  <a:pt x="3788" y="921"/>
                </a:lnTo>
                <a:lnTo>
                  <a:pt x="3788" y="921"/>
                </a:lnTo>
                <a:close/>
                <a:moveTo>
                  <a:pt x="4002" y="1349"/>
                </a:moveTo>
                <a:lnTo>
                  <a:pt x="4002" y="1349"/>
                </a:lnTo>
                <a:lnTo>
                  <a:pt x="4087" y="1349"/>
                </a:lnTo>
                <a:lnTo>
                  <a:pt x="4194" y="1327"/>
                </a:lnTo>
                <a:lnTo>
                  <a:pt x="4280" y="1349"/>
                </a:lnTo>
                <a:lnTo>
                  <a:pt x="4322" y="1370"/>
                </a:lnTo>
                <a:lnTo>
                  <a:pt x="4344" y="1413"/>
                </a:lnTo>
                <a:lnTo>
                  <a:pt x="4344" y="1413"/>
                </a:lnTo>
                <a:lnTo>
                  <a:pt x="4344" y="1669"/>
                </a:lnTo>
                <a:lnTo>
                  <a:pt x="4344" y="1883"/>
                </a:lnTo>
                <a:lnTo>
                  <a:pt x="4344" y="1883"/>
                </a:lnTo>
                <a:lnTo>
                  <a:pt x="4365" y="2162"/>
                </a:lnTo>
                <a:lnTo>
                  <a:pt x="4365" y="2311"/>
                </a:lnTo>
                <a:lnTo>
                  <a:pt x="4344" y="2354"/>
                </a:lnTo>
                <a:lnTo>
                  <a:pt x="4322" y="2397"/>
                </a:lnTo>
                <a:lnTo>
                  <a:pt x="4322" y="2397"/>
                </a:lnTo>
                <a:lnTo>
                  <a:pt x="4280" y="2440"/>
                </a:lnTo>
                <a:lnTo>
                  <a:pt x="4215" y="2440"/>
                </a:lnTo>
                <a:lnTo>
                  <a:pt x="4023" y="2440"/>
                </a:lnTo>
                <a:lnTo>
                  <a:pt x="3723" y="2440"/>
                </a:lnTo>
                <a:lnTo>
                  <a:pt x="3723" y="2440"/>
                </a:lnTo>
                <a:lnTo>
                  <a:pt x="3638" y="2418"/>
                </a:lnTo>
                <a:lnTo>
                  <a:pt x="3574" y="2397"/>
                </a:lnTo>
                <a:lnTo>
                  <a:pt x="3531" y="2354"/>
                </a:lnTo>
                <a:lnTo>
                  <a:pt x="3509" y="2311"/>
                </a:lnTo>
                <a:lnTo>
                  <a:pt x="3531" y="2162"/>
                </a:lnTo>
                <a:lnTo>
                  <a:pt x="3552" y="1990"/>
                </a:lnTo>
                <a:lnTo>
                  <a:pt x="3552" y="1990"/>
                </a:lnTo>
                <a:lnTo>
                  <a:pt x="3595" y="1734"/>
                </a:lnTo>
                <a:lnTo>
                  <a:pt x="3616" y="1627"/>
                </a:lnTo>
                <a:lnTo>
                  <a:pt x="3638" y="1541"/>
                </a:lnTo>
                <a:lnTo>
                  <a:pt x="3681" y="1477"/>
                </a:lnTo>
                <a:lnTo>
                  <a:pt x="3745" y="1434"/>
                </a:lnTo>
                <a:lnTo>
                  <a:pt x="3852" y="1391"/>
                </a:lnTo>
                <a:lnTo>
                  <a:pt x="4002" y="1349"/>
                </a:lnTo>
                <a:lnTo>
                  <a:pt x="4002" y="1349"/>
                </a:lnTo>
                <a:close/>
                <a:moveTo>
                  <a:pt x="3509" y="707"/>
                </a:moveTo>
                <a:lnTo>
                  <a:pt x="3509" y="707"/>
                </a:lnTo>
                <a:lnTo>
                  <a:pt x="3531" y="728"/>
                </a:lnTo>
                <a:lnTo>
                  <a:pt x="3552" y="792"/>
                </a:lnTo>
                <a:lnTo>
                  <a:pt x="3509" y="921"/>
                </a:lnTo>
                <a:lnTo>
                  <a:pt x="3445" y="1070"/>
                </a:lnTo>
                <a:lnTo>
                  <a:pt x="3381" y="1177"/>
                </a:lnTo>
                <a:lnTo>
                  <a:pt x="3381" y="1177"/>
                </a:lnTo>
                <a:lnTo>
                  <a:pt x="3317" y="1220"/>
                </a:lnTo>
                <a:lnTo>
                  <a:pt x="3253" y="1263"/>
                </a:lnTo>
                <a:lnTo>
                  <a:pt x="3060" y="1327"/>
                </a:lnTo>
                <a:lnTo>
                  <a:pt x="2718" y="1413"/>
                </a:lnTo>
                <a:lnTo>
                  <a:pt x="2718" y="1413"/>
                </a:lnTo>
                <a:lnTo>
                  <a:pt x="2718" y="1413"/>
                </a:lnTo>
                <a:lnTo>
                  <a:pt x="2718" y="1370"/>
                </a:lnTo>
                <a:lnTo>
                  <a:pt x="2782" y="1263"/>
                </a:lnTo>
                <a:lnTo>
                  <a:pt x="2889" y="1135"/>
                </a:lnTo>
                <a:lnTo>
                  <a:pt x="3017" y="1006"/>
                </a:lnTo>
                <a:lnTo>
                  <a:pt x="3167" y="878"/>
                </a:lnTo>
                <a:lnTo>
                  <a:pt x="3317" y="771"/>
                </a:lnTo>
                <a:lnTo>
                  <a:pt x="3445" y="707"/>
                </a:lnTo>
                <a:lnTo>
                  <a:pt x="3488" y="685"/>
                </a:lnTo>
                <a:lnTo>
                  <a:pt x="3509" y="707"/>
                </a:lnTo>
                <a:lnTo>
                  <a:pt x="3509" y="707"/>
                </a:lnTo>
                <a:close/>
                <a:moveTo>
                  <a:pt x="2375" y="2033"/>
                </a:moveTo>
                <a:lnTo>
                  <a:pt x="2375" y="2033"/>
                </a:lnTo>
                <a:lnTo>
                  <a:pt x="2418" y="1948"/>
                </a:lnTo>
                <a:lnTo>
                  <a:pt x="2504" y="1862"/>
                </a:lnTo>
                <a:lnTo>
                  <a:pt x="2589" y="1798"/>
                </a:lnTo>
                <a:lnTo>
                  <a:pt x="2696" y="1734"/>
                </a:lnTo>
                <a:lnTo>
                  <a:pt x="2910" y="1648"/>
                </a:lnTo>
                <a:lnTo>
                  <a:pt x="3124" y="1562"/>
                </a:lnTo>
                <a:lnTo>
                  <a:pt x="3124" y="1562"/>
                </a:lnTo>
                <a:lnTo>
                  <a:pt x="3253" y="1520"/>
                </a:lnTo>
                <a:lnTo>
                  <a:pt x="3295" y="1520"/>
                </a:lnTo>
                <a:lnTo>
                  <a:pt x="3317" y="1541"/>
                </a:lnTo>
                <a:lnTo>
                  <a:pt x="3317" y="1562"/>
                </a:lnTo>
                <a:lnTo>
                  <a:pt x="3317" y="1691"/>
                </a:lnTo>
                <a:lnTo>
                  <a:pt x="3317" y="1691"/>
                </a:lnTo>
                <a:lnTo>
                  <a:pt x="3274" y="1969"/>
                </a:lnTo>
                <a:lnTo>
                  <a:pt x="3253" y="2226"/>
                </a:lnTo>
                <a:lnTo>
                  <a:pt x="3253" y="2226"/>
                </a:lnTo>
                <a:lnTo>
                  <a:pt x="3231" y="2397"/>
                </a:lnTo>
                <a:lnTo>
                  <a:pt x="3188" y="2461"/>
                </a:lnTo>
                <a:lnTo>
                  <a:pt x="3146" y="2504"/>
                </a:lnTo>
                <a:lnTo>
                  <a:pt x="3146" y="2504"/>
                </a:lnTo>
                <a:lnTo>
                  <a:pt x="3060" y="2504"/>
                </a:lnTo>
                <a:lnTo>
                  <a:pt x="2953" y="2504"/>
                </a:lnTo>
                <a:lnTo>
                  <a:pt x="2846" y="2504"/>
                </a:lnTo>
                <a:lnTo>
                  <a:pt x="2803" y="2504"/>
                </a:lnTo>
                <a:lnTo>
                  <a:pt x="2803" y="2525"/>
                </a:lnTo>
                <a:lnTo>
                  <a:pt x="2803" y="2525"/>
                </a:lnTo>
                <a:lnTo>
                  <a:pt x="2568" y="2525"/>
                </a:lnTo>
                <a:lnTo>
                  <a:pt x="2461" y="2504"/>
                </a:lnTo>
                <a:lnTo>
                  <a:pt x="2418" y="2482"/>
                </a:lnTo>
                <a:lnTo>
                  <a:pt x="2375" y="2440"/>
                </a:lnTo>
                <a:lnTo>
                  <a:pt x="2375" y="2440"/>
                </a:lnTo>
                <a:lnTo>
                  <a:pt x="2354" y="2376"/>
                </a:lnTo>
                <a:lnTo>
                  <a:pt x="2354" y="2247"/>
                </a:lnTo>
                <a:lnTo>
                  <a:pt x="2375" y="2033"/>
                </a:lnTo>
                <a:lnTo>
                  <a:pt x="2375" y="2033"/>
                </a:lnTo>
                <a:close/>
                <a:moveTo>
                  <a:pt x="2440" y="3082"/>
                </a:moveTo>
                <a:lnTo>
                  <a:pt x="2440" y="3082"/>
                </a:lnTo>
                <a:lnTo>
                  <a:pt x="2397" y="2953"/>
                </a:lnTo>
                <a:lnTo>
                  <a:pt x="2375" y="2868"/>
                </a:lnTo>
                <a:lnTo>
                  <a:pt x="2375" y="2803"/>
                </a:lnTo>
                <a:lnTo>
                  <a:pt x="2375" y="2803"/>
                </a:lnTo>
                <a:lnTo>
                  <a:pt x="2418" y="2761"/>
                </a:lnTo>
                <a:lnTo>
                  <a:pt x="2461" y="2739"/>
                </a:lnTo>
                <a:lnTo>
                  <a:pt x="2568" y="2718"/>
                </a:lnTo>
                <a:lnTo>
                  <a:pt x="2803" y="2739"/>
                </a:lnTo>
                <a:lnTo>
                  <a:pt x="2803" y="2739"/>
                </a:lnTo>
                <a:lnTo>
                  <a:pt x="2953" y="2739"/>
                </a:lnTo>
                <a:lnTo>
                  <a:pt x="3060" y="2739"/>
                </a:lnTo>
                <a:lnTo>
                  <a:pt x="3103" y="2739"/>
                </a:lnTo>
                <a:lnTo>
                  <a:pt x="3146" y="2782"/>
                </a:lnTo>
                <a:lnTo>
                  <a:pt x="3167" y="2825"/>
                </a:lnTo>
                <a:lnTo>
                  <a:pt x="3188" y="2889"/>
                </a:lnTo>
                <a:lnTo>
                  <a:pt x="3188" y="2889"/>
                </a:lnTo>
                <a:lnTo>
                  <a:pt x="3210" y="3124"/>
                </a:lnTo>
                <a:lnTo>
                  <a:pt x="3231" y="3253"/>
                </a:lnTo>
                <a:lnTo>
                  <a:pt x="3210" y="3338"/>
                </a:lnTo>
                <a:lnTo>
                  <a:pt x="3210" y="3338"/>
                </a:lnTo>
                <a:lnTo>
                  <a:pt x="3167" y="3403"/>
                </a:lnTo>
                <a:lnTo>
                  <a:pt x="3124" y="3445"/>
                </a:lnTo>
                <a:lnTo>
                  <a:pt x="3082" y="3445"/>
                </a:lnTo>
                <a:lnTo>
                  <a:pt x="3017" y="3445"/>
                </a:lnTo>
                <a:lnTo>
                  <a:pt x="2868" y="3403"/>
                </a:lnTo>
                <a:lnTo>
                  <a:pt x="2739" y="3338"/>
                </a:lnTo>
                <a:lnTo>
                  <a:pt x="2739" y="3338"/>
                </a:lnTo>
                <a:lnTo>
                  <a:pt x="2611" y="3296"/>
                </a:lnTo>
                <a:lnTo>
                  <a:pt x="2525" y="3253"/>
                </a:lnTo>
                <a:lnTo>
                  <a:pt x="2482" y="3189"/>
                </a:lnTo>
                <a:lnTo>
                  <a:pt x="2440" y="3082"/>
                </a:lnTo>
                <a:lnTo>
                  <a:pt x="2440" y="3082"/>
                </a:lnTo>
                <a:close/>
                <a:moveTo>
                  <a:pt x="3488" y="4430"/>
                </a:moveTo>
                <a:lnTo>
                  <a:pt x="3488" y="4430"/>
                </a:lnTo>
                <a:lnTo>
                  <a:pt x="3424" y="4430"/>
                </a:lnTo>
                <a:lnTo>
                  <a:pt x="3360" y="4387"/>
                </a:lnTo>
                <a:lnTo>
                  <a:pt x="3188" y="4237"/>
                </a:lnTo>
                <a:lnTo>
                  <a:pt x="3039" y="4066"/>
                </a:lnTo>
                <a:lnTo>
                  <a:pt x="2953" y="3959"/>
                </a:lnTo>
                <a:lnTo>
                  <a:pt x="2953" y="3959"/>
                </a:lnTo>
                <a:lnTo>
                  <a:pt x="2846" y="3852"/>
                </a:lnTo>
                <a:lnTo>
                  <a:pt x="2761" y="3745"/>
                </a:lnTo>
                <a:lnTo>
                  <a:pt x="2761" y="3745"/>
                </a:lnTo>
                <a:lnTo>
                  <a:pt x="2739" y="3659"/>
                </a:lnTo>
                <a:lnTo>
                  <a:pt x="2739" y="3659"/>
                </a:lnTo>
                <a:lnTo>
                  <a:pt x="2846" y="3681"/>
                </a:lnTo>
                <a:lnTo>
                  <a:pt x="2996" y="3702"/>
                </a:lnTo>
                <a:lnTo>
                  <a:pt x="3124" y="3723"/>
                </a:lnTo>
                <a:lnTo>
                  <a:pt x="3231" y="3788"/>
                </a:lnTo>
                <a:lnTo>
                  <a:pt x="3231" y="3788"/>
                </a:lnTo>
                <a:lnTo>
                  <a:pt x="3274" y="3830"/>
                </a:lnTo>
                <a:lnTo>
                  <a:pt x="3274" y="3873"/>
                </a:lnTo>
                <a:lnTo>
                  <a:pt x="3317" y="3980"/>
                </a:lnTo>
                <a:lnTo>
                  <a:pt x="3317" y="3980"/>
                </a:lnTo>
                <a:lnTo>
                  <a:pt x="3445" y="4216"/>
                </a:lnTo>
                <a:lnTo>
                  <a:pt x="3509" y="4344"/>
                </a:lnTo>
                <a:lnTo>
                  <a:pt x="3509" y="4408"/>
                </a:lnTo>
                <a:lnTo>
                  <a:pt x="3488" y="4430"/>
                </a:lnTo>
                <a:lnTo>
                  <a:pt x="3488" y="4430"/>
                </a:lnTo>
                <a:close/>
                <a:moveTo>
                  <a:pt x="3509" y="2932"/>
                </a:moveTo>
                <a:lnTo>
                  <a:pt x="3509" y="2932"/>
                </a:lnTo>
                <a:lnTo>
                  <a:pt x="3531" y="2782"/>
                </a:lnTo>
                <a:lnTo>
                  <a:pt x="3552" y="2739"/>
                </a:lnTo>
                <a:lnTo>
                  <a:pt x="3574" y="2718"/>
                </a:lnTo>
                <a:lnTo>
                  <a:pt x="3681" y="2696"/>
                </a:lnTo>
                <a:lnTo>
                  <a:pt x="3830" y="2696"/>
                </a:lnTo>
                <a:lnTo>
                  <a:pt x="3830" y="2696"/>
                </a:lnTo>
                <a:lnTo>
                  <a:pt x="4087" y="2675"/>
                </a:lnTo>
                <a:lnTo>
                  <a:pt x="4237" y="2675"/>
                </a:lnTo>
                <a:lnTo>
                  <a:pt x="4280" y="2696"/>
                </a:lnTo>
                <a:lnTo>
                  <a:pt x="4322" y="2718"/>
                </a:lnTo>
                <a:lnTo>
                  <a:pt x="4322" y="2718"/>
                </a:lnTo>
                <a:lnTo>
                  <a:pt x="4344" y="2803"/>
                </a:lnTo>
                <a:lnTo>
                  <a:pt x="4344" y="2932"/>
                </a:lnTo>
                <a:lnTo>
                  <a:pt x="4344" y="3124"/>
                </a:lnTo>
                <a:lnTo>
                  <a:pt x="4344" y="3124"/>
                </a:lnTo>
                <a:lnTo>
                  <a:pt x="4344" y="3338"/>
                </a:lnTo>
                <a:lnTo>
                  <a:pt x="4344" y="3424"/>
                </a:lnTo>
                <a:lnTo>
                  <a:pt x="4322" y="3467"/>
                </a:lnTo>
                <a:lnTo>
                  <a:pt x="4301" y="3509"/>
                </a:lnTo>
                <a:lnTo>
                  <a:pt x="4237" y="3531"/>
                </a:lnTo>
                <a:lnTo>
                  <a:pt x="4151" y="3552"/>
                </a:lnTo>
                <a:lnTo>
                  <a:pt x="4044" y="3552"/>
                </a:lnTo>
                <a:lnTo>
                  <a:pt x="4044" y="3552"/>
                </a:lnTo>
                <a:lnTo>
                  <a:pt x="3788" y="3552"/>
                </a:lnTo>
                <a:lnTo>
                  <a:pt x="3638" y="3531"/>
                </a:lnTo>
                <a:lnTo>
                  <a:pt x="3595" y="3509"/>
                </a:lnTo>
                <a:lnTo>
                  <a:pt x="3552" y="3488"/>
                </a:lnTo>
                <a:lnTo>
                  <a:pt x="3552" y="3488"/>
                </a:lnTo>
                <a:lnTo>
                  <a:pt x="3531" y="3445"/>
                </a:lnTo>
                <a:lnTo>
                  <a:pt x="3509" y="3381"/>
                </a:lnTo>
                <a:lnTo>
                  <a:pt x="3488" y="3231"/>
                </a:lnTo>
                <a:lnTo>
                  <a:pt x="3509" y="2932"/>
                </a:lnTo>
                <a:lnTo>
                  <a:pt x="3509" y="2932"/>
                </a:lnTo>
                <a:close/>
                <a:moveTo>
                  <a:pt x="4130" y="4558"/>
                </a:moveTo>
                <a:lnTo>
                  <a:pt x="4130" y="4558"/>
                </a:lnTo>
                <a:lnTo>
                  <a:pt x="4066" y="4536"/>
                </a:lnTo>
                <a:lnTo>
                  <a:pt x="3980" y="4472"/>
                </a:lnTo>
                <a:lnTo>
                  <a:pt x="3852" y="4344"/>
                </a:lnTo>
                <a:lnTo>
                  <a:pt x="3745" y="4173"/>
                </a:lnTo>
                <a:lnTo>
                  <a:pt x="3659" y="4023"/>
                </a:lnTo>
                <a:lnTo>
                  <a:pt x="3659" y="4023"/>
                </a:lnTo>
                <a:lnTo>
                  <a:pt x="3659" y="3916"/>
                </a:lnTo>
                <a:lnTo>
                  <a:pt x="3659" y="3852"/>
                </a:lnTo>
                <a:lnTo>
                  <a:pt x="3702" y="3830"/>
                </a:lnTo>
                <a:lnTo>
                  <a:pt x="3745" y="3809"/>
                </a:lnTo>
                <a:lnTo>
                  <a:pt x="3916" y="3830"/>
                </a:lnTo>
                <a:lnTo>
                  <a:pt x="4087" y="3852"/>
                </a:lnTo>
                <a:lnTo>
                  <a:pt x="4087" y="3852"/>
                </a:lnTo>
                <a:lnTo>
                  <a:pt x="4258" y="3873"/>
                </a:lnTo>
                <a:lnTo>
                  <a:pt x="4322" y="3895"/>
                </a:lnTo>
                <a:lnTo>
                  <a:pt x="4365" y="3980"/>
                </a:lnTo>
                <a:lnTo>
                  <a:pt x="4365" y="3980"/>
                </a:lnTo>
                <a:lnTo>
                  <a:pt x="4387" y="4109"/>
                </a:lnTo>
                <a:lnTo>
                  <a:pt x="4387" y="4237"/>
                </a:lnTo>
                <a:lnTo>
                  <a:pt x="4387" y="4237"/>
                </a:lnTo>
                <a:lnTo>
                  <a:pt x="4387" y="4387"/>
                </a:lnTo>
                <a:lnTo>
                  <a:pt x="4365" y="4515"/>
                </a:lnTo>
                <a:lnTo>
                  <a:pt x="4344" y="4558"/>
                </a:lnTo>
                <a:lnTo>
                  <a:pt x="4301" y="4579"/>
                </a:lnTo>
                <a:lnTo>
                  <a:pt x="4215" y="4579"/>
                </a:lnTo>
                <a:lnTo>
                  <a:pt x="4130" y="4558"/>
                </a:lnTo>
                <a:lnTo>
                  <a:pt x="4130" y="4558"/>
                </a:lnTo>
                <a:close/>
                <a:moveTo>
                  <a:pt x="6505" y="2761"/>
                </a:moveTo>
                <a:lnTo>
                  <a:pt x="6505" y="2761"/>
                </a:lnTo>
                <a:lnTo>
                  <a:pt x="6505" y="2868"/>
                </a:lnTo>
                <a:lnTo>
                  <a:pt x="6483" y="2932"/>
                </a:lnTo>
                <a:lnTo>
                  <a:pt x="6441" y="2996"/>
                </a:lnTo>
                <a:lnTo>
                  <a:pt x="6398" y="3039"/>
                </a:lnTo>
                <a:lnTo>
                  <a:pt x="6269" y="3103"/>
                </a:lnTo>
                <a:lnTo>
                  <a:pt x="6120" y="3167"/>
                </a:lnTo>
                <a:lnTo>
                  <a:pt x="6120" y="3167"/>
                </a:lnTo>
                <a:lnTo>
                  <a:pt x="5927" y="3253"/>
                </a:lnTo>
                <a:lnTo>
                  <a:pt x="5884" y="3253"/>
                </a:lnTo>
                <a:lnTo>
                  <a:pt x="5842" y="3253"/>
                </a:lnTo>
                <a:lnTo>
                  <a:pt x="5820" y="3231"/>
                </a:lnTo>
                <a:lnTo>
                  <a:pt x="5820" y="3167"/>
                </a:lnTo>
                <a:lnTo>
                  <a:pt x="5842" y="2975"/>
                </a:lnTo>
                <a:lnTo>
                  <a:pt x="5842" y="2975"/>
                </a:lnTo>
                <a:lnTo>
                  <a:pt x="5863" y="2782"/>
                </a:lnTo>
                <a:lnTo>
                  <a:pt x="5884" y="2718"/>
                </a:lnTo>
                <a:lnTo>
                  <a:pt x="5927" y="2675"/>
                </a:lnTo>
                <a:lnTo>
                  <a:pt x="5970" y="2654"/>
                </a:lnTo>
                <a:lnTo>
                  <a:pt x="6034" y="2611"/>
                </a:lnTo>
                <a:lnTo>
                  <a:pt x="6227" y="2589"/>
                </a:lnTo>
                <a:lnTo>
                  <a:pt x="6227" y="2589"/>
                </a:lnTo>
                <a:lnTo>
                  <a:pt x="6355" y="2568"/>
                </a:lnTo>
                <a:lnTo>
                  <a:pt x="6419" y="2568"/>
                </a:lnTo>
                <a:lnTo>
                  <a:pt x="6483" y="2589"/>
                </a:lnTo>
                <a:lnTo>
                  <a:pt x="6483" y="2589"/>
                </a:lnTo>
                <a:lnTo>
                  <a:pt x="6505" y="2675"/>
                </a:lnTo>
                <a:lnTo>
                  <a:pt x="6505" y="2739"/>
                </a:lnTo>
                <a:lnTo>
                  <a:pt x="6505" y="2761"/>
                </a:lnTo>
                <a:lnTo>
                  <a:pt x="6505" y="2761"/>
                </a:lnTo>
                <a:close/>
                <a:moveTo>
                  <a:pt x="6398" y="1798"/>
                </a:moveTo>
                <a:lnTo>
                  <a:pt x="6398" y="1798"/>
                </a:lnTo>
                <a:lnTo>
                  <a:pt x="6441" y="1948"/>
                </a:lnTo>
                <a:lnTo>
                  <a:pt x="6462" y="2033"/>
                </a:lnTo>
                <a:lnTo>
                  <a:pt x="6462" y="2097"/>
                </a:lnTo>
                <a:lnTo>
                  <a:pt x="6462" y="2097"/>
                </a:lnTo>
                <a:lnTo>
                  <a:pt x="6483" y="2204"/>
                </a:lnTo>
                <a:lnTo>
                  <a:pt x="6462" y="2247"/>
                </a:lnTo>
                <a:lnTo>
                  <a:pt x="6419" y="2269"/>
                </a:lnTo>
                <a:lnTo>
                  <a:pt x="6312" y="2290"/>
                </a:lnTo>
                <a:lnTo>
                  <a:pt x="6312" y="2290"/>
                </a:lnTo>
                <a:lnTo>
                  <a:pt x="6141" y="2333"/>
                </a:lnTo>
                <a:lnTo>
                  <a:pt x="6034" y="2354"/>
                </a:lnTo>
                <a:lnTo>
                  <a:pt x="5949" y="2354"/>
                </a:lnTo>
                <a:lnTo>
                  <a:pt x="5949" y="2354"/>
                </a:lnTo>
                <a:lnTo>
                  <a:pt x="5906" y="2311"/>
                </a:lnTo>
                <a:lnTo>
                  <a:pt x="5863" y="2247"/>
                </a:lnTo>
                <a:lnTo>
                  <a:pt x="5842" y="2097"/>
                </a:lnTo>
                <a:lnTo>
                  <a:pt x="5799" y="1755"/>
                </a:lnTo>
                <a:lnTo>
                  <a:pt x="5799" y="1755"/>
                </a:lnTo>
                <a:lnTo>
                  <a:pt x="5756" y="1605"/>
                </a:lnTo>
                <a:lnTo>
                  <a:pt x="5756" y="1541"/>
                </a:lnTo>
                <a:lnTo>
                  <a:pt x="5756" y="1498"/>
                </a:lnTo>
                <a:lnTo>
                  <a:pt x="5777" y="1477"/>
                </a:lnTo>
                <a:lnTo>
                  <a:pt x="5777" y="1477"/>
                </a:lnTo>
                <a:lnTo>
                  <a:pt x="5820" y="1477"/>
                </a:lnTo>
                <a:lnTo>
                  <a:pt x="5863" y="1477"/>
                </a:lnTo>
                <a:lnTo>
                  <a:pt x="5970" y="1541"/>
                </a:lnTo>
                <a:lnTo>
                  <a:pt x="6141" y="1627"/>
                </a:lnTo>
                <a:lnTo>
                  <a:pt x="6141" y="1627"/>
                </a:lnTo>
                <a:lnTo>
                  <a:pt x="6269" y="1691"/>
                </a:lnTo>
                <a:lnTo>
                  <a:pt x="6355" y="1734"/>
                </a:lnTo>
                <a:lnTo>
                  <a:pt x="6398" y="1798"/>
                </a:lnTo>
                <a:lnTo>
                  <a:pt x="6398" y="1798"/>
                </a:lnTo>
                <a:close/>
                <a:moveTo>
                  <a:pt x="5842" y="835"/>
                </a:moveTo>
                <a:lnTo>
                  <a:pt x="5842" y="835"/>
                </a:lnTo>
                <a:lnTo>
                  <a:pt x="5949" y="899"/>
                </a:lnTo>
                <a:lnTo>
                  <a:pt x="6056" y="1006"/>
                </a:lnTo>
                <a:lnTo>
                  <a:pt x="6141" y="1113"/>
                </a:lnTo>
                <a:lnTo>
                  <a:pt x="6184" y="1220"/>
                </a:lnTo>
                <a:lnTo>
                  <a:pt x="6184" y="1220"/>
                </a:lnTo>
                <a:lnTo>
                  <a:pt x="6162" y="1242"/>
                </a:lnTo>
                <a:lnTo>
                  <a:pt x="6077" y="1220"/>
                </a:lnTo>
                <a:lnTo>
                  <a:pt x="5970" y="1199"/>
                </a:lnTo>
                <a:lnTo>
                  <a:pt x="5842" y="1135"/>
                </a:lnTo>
                <a:lnTo>
                  <a:pt x="5735" y="1070"/>
                </a:lnTo>
                <a:lnTo>
                  <a:pt x="5628" y="985"/>
                </a:lnTo>
                <a:lnTo>
                  <a:pt x="5563" y="899"/>
                </a:lnTo>
                <a:lnTo>
                  <a:pt x="5542" y="835"/>
                </a:lnTo>
                <a:lnTo>
                  <a:pt x="5542" y="792"/>
                </a:lnTo>
                <a:lnTo>
                  <a:pt x="5542" y="792"/>
                </a:lnTo>
                <a:lnTo>
                  <a:pt x="5563" y="728"/>
                </a:lnTo>
                <a:lnTo>
                  <a:pt x="5585" y="707"/>
                </a:lnTo>
                <a:lnTo>
                  <a:pt x="5606" y="685"/>
                </a:lnTo>
                <a:lnTo>
                  <a:pt x="5649" y="685"/>
                </a:lnTo>
                <a:lnTo>
                  <a:pt x="5735" y="749"/>
                </a:lnTo>
                <a:lnTo>
                  <a:pt x="5842" y="835"/>
                </a:lnTo>
                <a:lnTo>
                  <a:pt x="5842" y="835"/>
                </a:lnTo>
                <a:close/>
                <a:moveTo>
                  <a:pt x="4665" y="514"/>
                </a:moveTo>
                <a:lnTo>
                  <a:pt x="4665" y="514"/>
                </a:lnTo>
                <a:lnTo>
                  <a:pt x="4729" y="471"/>
                </a:lnTo>
                <a:lnTo>
                  <a:pt x="4815" y="471"/>
                </a:lnTo>
                <a:lnTo>
                  <a:pt x="4964" y="471"/>
                </a:lnTo>
                <a:lnTo>
                  <a:pt x="4964" y="471"/>
                </a:lnTo>
                <a:lnTo>
                  <a:pt x="5093" y="493"/>
                </a:lnTo>
                <a:lnTo>
                  <a:pt x="5157" y="514"/>
                </a:lnTo>
                <a:lnTo>
                  <a:pt x="5178" y="557"/>
                </a:lnTo>
                <a:lnTo>
                  <a:pt x="5221" y="664"/>
                </a:lnTo>
                <a:lnTo>
                  <a:pt x="5221" y="664"/>
                </a:lnTo>
                <a:lnTo>
                  <a:pt x="5285" y="814"/>
                </a:lnTo>
                <a:lnTo>
                  <a:pt x="5285" y="878"/>
                </a:lnTo>
                <a:lnTo>
                  <a:pt x="5264" y="921"/>
                </a:lnTo>
                <a:lnTo>
                  <a:pt x="5242" y="942"/>
                </a:lnTo>
                <a:lnTo>
                  <a:pt x="5200" y="963"/>
                </a:lnTo>
                <a:lnTo>
                  <a:pt x="5029" y="985"/>
                </a:lnTo>
                <a:lnTo>
                  <a:pt x="5029" y="985"/>
                </a:lnTo>
                <a:lnTo>
                  <a:pt x="4836" y="985"/>
                </a:lnTo>
                <a:lnTo>
                  <a:pt x="4729" y="963"/>
                </a:lnTo>
                <a:lnTo>
                  <a:pt x="4686" y="963"/>
                </a:lnTo>
                <a:lnTo>
                  <a:pt x="4643" y="921"/>
                </a:lnTo>
                <a:lnTo>
                  <a:pt x="4643" y="921"/>
                </a:lnTo>
                <a:lnTo>
                  <a:pt x="4622" y="835"/>
                </a:lnTo>
                <a:lnTo>
                  <a:pt x="4622" y="707"/>
                </a:lnTo>
                <a:lnTo>
                  <a:pt x="4643" y="578"/>
                </a:lnTo>
                <a:lnTo>
                  <a:pt x="4665" y="514"/>
                </a:lnTo>
                <a:lnTo>
                  <a:pt x="4665" y="514"/>
                </a:lnTo>
                <a:close/>
                <a:moveTo>
                  <a:pt x="4665" y="1327"/>
                </a:moveTo>
                <a:lnTo>
                  <a:pt x="4665" y="1327"/>
                </a:lnTo>
                <a:lnTo>
                  <a:pt x="4708" y="1306"/>
                </a:lnTo>
                <a:lnTo>
                  <a:pt x="4750" y="1284"/>
                </a:lnTo>
                <a:lnTo>
                  <a:pt x="4900" y="1284"/>
                </a:lnTo>
                <a:lnTo>
                  <a:pt x="5135" y="1327"/>
                </a:lnTo>
                <a:lnTo>
                  <a:pt x="5135" y="1327"/>
                </a:lnTo>
                <a:lnTo>
                  <a:pt x="5264" y="1349"/>
                </a:lnTo>
                <a:lnTo>
                  <a:pt x="5349" y="1391"/>
                </a:lnTo>
                <a:lnTo>
                  <a:pt x="5414" y="1455"/>
                </a:lnTo>
                <a:lnTo>
                  <a:pt x="5456" y="1541"/>
                </a:lnTo>
                <a:lnTo>
                  <a:pt x="5499" y="1627"/>
                </a:lnTo>
                <a:lnTo>
                  <a:pt x="5521" y="1734"/>
                </a:lnTo>
                <a:lnTo>
                  <a:pt x="5542" y="1969"/>
                </a:lnTo>
                <a:lnTo>
                  <a:pt x="5542" y="1969"/>
                </a:lnTo>
                <a:lnTo>
                  <a:pt x="5563" y="2183"/>
                </a:lnTo>
                <a:lnTo>
                  <a:pt x="5563" y="2290"/>
                </a:lnTo>
                <a:lnTo>
                  <a:pt x="5563" y="2333"/>
                </a:lnTo>
                <a:lnTo>
                  <a:pt x="5542" y="2376"/>
                </a:lnTo>
                <a:lnTo>
                  <a:pt x="5542" y="2376"/>
                </a:lnTo>
                <a:lnTo>
                  <a:pt x="5499" y="2397"/>
                </a:lnTo>
                <a:lnTo>
                  <a:pt x="5435" y="2418"/>
                </a:lnTo>
                <a:lnTo>
                  <a:pt x="5264" y="2418"/>
                </a:lnTo>
                <a:lnTo>
                  <a:pt x="4986" y="2418"/>
                </a:lnTo>
                <a:lnTo>
                  <a:pt x="4986" y="2418"/>
                </a:lnTo>
                <a:lnTo>
                  <a:pt x="4857" y="2418"/>
                </a:lnTo>
                <a:lnTo>
                  <a:pt x="4772" y="2418"/>
                </a:lnTo>
                <a:lnTo>
                  <a:pt x="4729" y="2418"/>
                </a:lnTo>
                <a:lnTo>
                  <a:pt x="4686" y="2376"/>
                </a:lnTo>
                <a:lnTo>
                  <a:pt x="4643" y="2290"/>
                </a:lnTo>
                <a:lnTo>
                  <a:pt x="4643" y="2290"/>
                </a:lnTo>
                <a:lnTo>
                  <a:pt x="4643" y="2055"/>
                </a:lnTo>
                <a:lnTo>
                  <a:pt x="4643" y="1862"/>
                </a:lnTo>
                <a:lnTo>
                  <a:pt x="4643" y="1862"/>
                </a:lnTo>
                <a:lnTo>
                  <a:pt x="4622" y="1584"/>
                </a:lnTo>
                <a:lnTo>
                  <a:pt x="4622" y="1434"/>
                </a:lnTo>
                <a:lnTo>
                  <a:pt x="4643" y="1370"/>
                </a:lnTo>
                <a:lnTo>
                  <a:pt x="4665" y="1327"/>
                </a:lnTo>
                <a:lnTo>
                  <a:pt x="4665" y="1327"/>
                </a:lnTo>
                <a:close/>
                <a:moveTo>
                  <a:pt x="4922" y="4515"/>
                </a:moveTo>
                <a:lnTo>
                  <a:pt x="4922" y="4515"/>
                </a:lnTo>
                <a:lnTo>
                  <a:pt x="4793" y="4536"/>
                </a:lnTo>
                <a:lnTo>
                  <a:pt x="4708" y="4536"/>
                </a:lnTo>
                <a:lnTo>
                  <a:pt x="4665" y="4515"/>
                </a:lnTo>
                <a:lnTo>
                  <a:pt x="4665" y="4515"/>
                </a:lnTo>
                <a:lnTo>
                  <a:pt x="4643" y="4451"/>
                </a:lnTo>
                <a:lnTo>
                  <a:pt x="4622" y="4344"/>
                </a:lnTo>
                <a:lnTo>
                  <a:pt x="4643" y="4194"/>
                </a:lnTo>
                <a:lnTo>
                  <a:pt x="4643" y="4194"/>
                </a:lnTo>
                <a:lnTo>
                  <a:pt x="4643" y="4066"/>
                </a:lnTo>
                <a:lnTo>
                  <a:pt x="4643" y="3980"/>
                </a:lnTo>
                <a:lnTo>
                  <a:pt x="4686" y="3916"/>
                </a:lnTo>
                <a:lnTo>
                  <a:pt x="4793" y="3873"/>
                </a:lnTo>
                <a:lnTo>
                  <a:pt x="4793" y="3873"/>
                </a:lnTo>
                <a:lnTo>
                  <a:pt x="4900" y="3830"/>
                </a:lnTo>
                <a:lnTo>
                  <a:pt x="5093" y="3809"/>
                </a:lnTo>
                <a:lnTo>
                  <a:pt x="5242" y="3809"/>
                </a:lnTo>
                <a:lnTo>
                  <a:pt x="5307" y="3830"/>
                </a:lnTo>
                <a:lnTo>
                  <a:pt x="5328" y="3852"/>
                </a:lnTo>
                <a:lnTo>
                  <a:pt x="5328" y="3852"/>
                </a:lnTo>
                <a:lnTo>
                  <a:pt x="5349" y="3916"/>
                </a:lnTo>
                <a:lnTo>
                  <a:pt x="5307" y="4023"/>
                </a:lnTo>
                <a:lnTo>
                  <a:pt x="5264" y="4130"/>
                </a:lnTo>
                <a:lnTo>
                  <a:pt x="5200" y="4216"/>
                </a:lnTo>
                <a:lnTo>
                  <a:pt x="5050" y="4408"/>
                </a:lnTo>
                <a:lnTo>
                  <a:pt x="4986" y="4472"/>
                </a:lnTo>
                <a:lnTo>
                  <a:pt x="4922" y="4515"/>
                </a:lnTo>
                <a:lnTo>
                  <a:pt x="4922" y="4515"/>
                </a:lnTo>
                <a:close/>
                <a:moveTo>
                  <a:pt x="5071" y="3531"/>
                </a:moveTo>
                <a:lnTo>
                  <a:pt x="5071" y="3531"/>
                </a:lnTo>
                <a:lnTo>
                  <a:pt x="4964" y="3552"/>
                </a:lnTo>
                <a:lnTo>
                  <a:pt x="4836" y="3574"/>
                </a:lnTo>
                <a:lnTo>
                  <a:pt x="4729" y="3552"/>
                </a:lnTo>
                <a:lnTo>
                  <a:pt x="4686" y="3531"/>
                </a:lnTo>
                <a:lnTo>
                  <a:pt x="4643" y="3488"/>
                </a:lnTo>
                <a:lnTo>
                  <a:pt x="4643" y="3488"/>
                </a:lnTo>
                <a:lnTo>
                  <a:pt x="4622" y="3381"/>
                </a:lnTo>
                <a:lnTo>
                  <a:pt x="4622" y="3253"/>
                </a:lnTo>
                <a:lnTo>
                  <a:pt x="4643" y="2996"/>
                </a:lnTo>
                <a:lnTo>
                  <a:pt x="4643" y="2996"/>
                </a:lnTo>
                <a:lnTo>
                  <a:pt x="4643" y="2825"/>
                </a:lnTo>
                <a:lnTo>
                  <a:pt x="4665" y="2761"/>
                </a:lnTo>
                <a:lnTo>
                  <a:pt x="4708" y="2696"/>
                </a:lnTo>
                <a:lnTo>
                  <a:pt x="4708" y="2696"/>
                </a:lnTo>
                <a:lnTo>
                  <a:pt x="4793" y="2696"/>
                </a:lnTo>
                <a:lnTo>
                  <a:pt x="4943" y="2696"/>
                </a:lnTo>
                <a:lnTo>
                  <a:pt x="5071" y="2696"/>
                </a:lnTo>
                <a:lnTo>
                  <a:pt x="5114" y="2696"/>
                </a:lnTo>
                <a:lnTo>
                  <a:pt x="5135" y="2675"/>
                </a:lnTo>
                <a:lnTo>
                  <a:pt x="5135" y="2675"/>
                </a:lnTo>
                <a:lnTo>
                  <a:pt x="5349" y="2675"/>
                </a:lnTo>
                <a:lnTo>
                  <a:pt x="5435" y="2675"/>
                </a:lnTo>
                <a:lnTo>
                  <a:pt x="5499" y="2696"/>
                </a:lnTo>
                <a:lnTo>
                  <a:pt x="5521" y="2739"/>
                </a:lnTo>
                <a:lnTo>
                  <a:pt x="5542" y="2782"/>
                </a:lnTo>
                <a:lnTo>
                  <a:pt x="5563" y="2868"/>
                </a:lnTo>
                <a:lnTo>
                  <a:pt x="5542" y="2996"/>
                </a:lnTo>
                <a:lnTo>
                  <a:pt x="5542" y="2996"/>
                </a:lnTo>
                <a:lnTo>
                  <a:pt x="5499" y="3231"/>
                </a:lnTo>
                <a:lnTo>
                  <a:pt x="5478" y="3317"/>
                </a:lnTo>
                <a:lnTo>
                  <a:pt x="5435" y="3381"/>
                </a:lnTo>
                <a:lnTo>
                  <a:pt x="5371" y="3424"/>
                </a:lnTo>
                <a:lnTo>
                  <a:pt x="5307" y="3467"/>
                </a:lnTo>
                <a:lnTo>
                  <a:pt x="5071" y="3531"/>
                </a:lnTo>
                <a:lnTo>
                  <a:pt x="5071" y="3531"/>
                </a:lnTo>
                <a:close/>
                <a:moveTo>
                  <a:pt x="5735" y="3681"/>
                </a:moveTo>
                <a:lnTo>
                  <a:pt x="5735" y="3681"/>
                </a:lnTo>
                <a:lnTo>
                  <a:pt x="5842" y="3616"/>
                </a:lnTo>
                <a:lnTo>
                  <a:pt x="6013" y="3531"/>
                </a:lnTo>
                <a:lnTo>
                  <a:pt x="6184" y="3488"/>
                </a:lnTo>
                <a:lnTo>
                  <a:pt x="6248" y="3488"/>
                </a:lnTo>
                <a:lnTo>
                  <a:pt x="6269" y="3509"/>
                </a:lnTo>
                <a:lnTo>
                  <a:pt x="6269" y="3509"/>
                </a:lnTo>
                <a:lnTo>
                  <a:pt x="6291" y="3552"/>
                </a:lnTo>
                <a:lnTo>
                  <a:pt x="6269" y="3616"/>
                </a:lnTo>
                <a:lnTo>
                  <a:pt x="6184" y="3766"/>
                </a:lnTo>
                <a:lnTo>
                  <a:pt x="6077" y="3916"/>
                </a:lnTo>
                <a:lnTo>
                  <a:pt x="5970" y="4023"/>
                </a:lnTo>
                <a:lnTo>
                  <a:pt x="5970" y="4023"/>
                </a:lnTo>
                <a:lnTo>
                  <a:pt x="5884" y="4109"/>
                </a:lnTo>
                <a:lnTo>
                  <a:pt x="5756" y="4216"/>
                </a:lnTo>
                <a:lnTo>
                  <a:pt x="5606" y="4301"/>
                </a:lnTo>
                <a:lnTo>
                  <a:pt x="5542" y="4323"/>
                </a:lnTo>
                <a:lnTo>
                  <a:pt x="5478" y="4323"/>
                </a:lnTo>
                <a:lnTo>
                  <a:pt x="5478" y="4323"/>
                </a:lnTo>
                <a:lnTo>
                  <a:pt x="5478" y="4280"/>
                </a:lnTo>
                <a:lnTo>
                  <a:pt x="5499" y="4216"/>
                </a:lnTo>
                <a:lnTo>
                  <a:pt x="5563" y="4023"/>
                </a:lnTo>
                <a:lnTo>
                  <a:pt x="5649" y="3809"/>
                </a:lnTo>
                <a:lnTo>
                  <a:pt x="5735" y="3681"/>
                </a:lnTo>
                <a:lnTo>
                  <a:pt x="5735" y="3681"/>
                </a:lnTo>
                <a:close/>
                <a:moveTo>
                  <a:pt x="8987" y="7468"/>
                </a:moveTo>
                <a:lnTo>
                  <a:pt x="8987" y="7468"/>
                </a:lnTo>
                <a:lnTo>
                  <a:pt x="8987" y="7275"/>
                </a:lnTo>
                <a:lnTo>
                  <a:pt x="8987" y="7104"/>
                </a:lnTo>
                <a:lnTo>
                  <a:pt x="8944" y="6911"/>
                </a:lnTo>
                <a:lnTo>
                  <a:pt x="8901" y="6826"/>
                </a:lnTo>
                <a:lnTo>
                  <a:pt x="8858" y="6740"/>
                </a:lnTo>
                <a:lnTo>
                  <a:pt x="8858" y="6740"/>
                </a:lnTo>
                <a:lnTo>
                  <a:pt x="8773" y="6612"/>
                </a:lnTo>
                <a:lnTo>
                  <a:pt x="8666" y="6505"/>
                </a:lnTo>
                <a:lnTo>
                  <a:pt x="8602" y="6462"/>
                </a:lnTo>
                <a:lnTo>
                  <a:pt x="8537" y="6441"/>
                </a:lnTo>
                <a:lnTo>
                  <a:pt x="8473" y="6441"/>
                </a:lnTo>
                <a:lnTo>
                  <a:pt x="8409" y="6462"/>
                </a:lnTo>
                <a:lnTo>
                  <a:pt x="8409" y="6462"/>
                </a:lnTo>
                <a:lnTo>
                  <a:pt x="8366" y="6505"/>
                </a:lnTo>
                <a:lnTo>
                  <a:pt x="8323" y="6569"/>
                </a:lnTo>
                <a:lnTo>
                  <a:pt x="8216" y="6740"/>
                </a:lnTo>
                <a:lnTo>
                  <a:pt x="8131" y="6890"/>
                </a:lnTo>
                <a:lnTo>
                  <a:pt x="8067" y="6933"/>
                </a:lnTo>
                <a:lnTo>
                  <a:pt x="8024" y="6954"/>
                </a:lnTo>
                <a:lnTo>
                  <a:pt x="8024" y="6954"/>
                </a:lnTo>
                <a:lnTo>
                  <a:pt x="7960" y="6911"/>
                </a:lnTo>
                <a:lnTo>
                  <a:pt x="7917" y="6847"/>
                </a:lnTo>
                <a:lnTo>
                  <a:pt x="7917" y="6783"/>
                </a:lnTo>
                <a:lnTo>
                  <a:pt x="7938" y="6697"/>
                </a:lnTo>
                <a:lnTo>
                  <a:pt x="7981" y="6526"/>
                </a:lnTo>
                <a:lnTo>
                  <a:pt x="7981" y="6462"/>
                </a:lnTo>
                <a:lnTo>
                  <a:pt x="7981" y="6419"/>
                </a:lnTo>
                <a:lnTo>
                  <a:pt x="7981" y="6419"/>
                </a:lnTo>
                <a:lnTo>
                  <a:pt x="7938" y="6398"/>
                </a:lnTo>
                <a:lnTo>
                  <a:pt x="7853" y="6398"/>
                </a:lnTo>
                <a:lnTo>
                  <a:pt x="7767" y="6398"/>
                </a:lnTo>
                <a:lnTo>
                  <a:pt x="7724" y="6419"/>
                </a:lnTo>
                <a:lnTo>
                  <a:pt x="7724" y="6419"/>
                </a:lnTo>
                <a:lnTo>
                  <a:pt x="7703" y="6441"/>
                </a:lnTo>
                <a:lnTo>
                  <a:pt x="7703" y="6483"/>
                </a:lnTo>
                <a:lnTo>
                  <a:pt x="7703" y="6548"/>
                </a:lnTo>
                <a:lnTo>
                  <a:pt x="7746" y="6612"/>
                </a:lnTo>
                <a:lnTo>
                  <a:pt x="7746" y="6676"/>
                </a:lnTo>
                <a:lnTo>
                  <a:pt x="7746" y="6676"/>
                </a:lnTo>
                <a:lnTo>
                  <a:pt x="7724" y="6804"/>
                </a:lnTo>
                <a:lnTo>
                  <a:pt x="7724" y="6847"/>
                </a:lnTo>
                <a:lnTo>
                  <a:pt x="7703" y="6869"/>
                </a:lnTo>
                <a:lnTo>
                  <a:pt x="7682" y="6869"/>
                </a:lnTo>
                <a:lnTo>
                  <a:pt x="7660" y="6869"/>
                </a:lnTo>
                <a:lnTo>
                  <a:pt x="7596" y="6804"/>
                </a:lnTo>
                <a:lnTo>
                  <a:pt x="7489" y="6633"/>
                </a:lnTo>
                <a:lnTo>
                  <a:pt x="7403" y="6505"/>
                </a:lnTo>
                <a:lnTo>
                  <a:pt x="7403" y="6505"/>
                </a:lnTo>
                <a:lnTo>
                  <a:pt x="7318" y="6377"/>
                </a:lnTo>
                <a:lnTo>
                  <a:pt x="7275" y="6334"/>
                </a:lnTo>
                <a:lnTo>
                  <a:pt x="7232" y="6312"/>
                </a:lnTo>
                <a:lnTo>
                  <a:pt x="7189" y="6312"/>
                </a:lnTo>
                <a:lnTo>
                  <a:pt x="7125" y="6312"/>
                </a:lnTo>
                <a:lnTo>
                  <a:pt x="6976" y="6355"/>
                </a:lnTo>
                <a:lnTo>
                  <a:pt x="6976" y="6355"/>
                </a:lnTo>
                <a:lnTo>
                  <a:pt x="6890" y="6419"/>
                </a:lnTo>
                <a:lnTo>
                  <a:pt x="6826" y="6462"/>
                </a:lnTo>
                <a:lnTo>
                  <a:pt x="6740" y="6612"/>
                </a:lnTo>
                <a:lnTo>
                  <a:pt x="6676" y="6783"/>
                </a:lnTo>
                <a:lnTo>
                  <a:pt x="6633" y="6933"/>
                </a:lnTo>
                <a:lnTo>
                  <a:pt x="6633" y="6933"/>
                </a:lnTo>
                <a:lnTo>
                  <a:pt x="6548" y="7083"/>
                </a:lnTo>
                <a:lnTo>
                  <a:pt x="6526" y="7147"/>
                </a:lnTo>
                <a:lnTo>
                  <a:pt x="6505" y="7211"/>
                </a:lnTo>
                <a:lnTo>
                  <a:pt x="6505" y="7211"/>
                </a:lnTo>
                <a:lnTo>
                  <a:pt x="6505" y="7275"/>
                </a:lnTo>
                <a:lnTo>
                  <a:pt x="6526" y="7339"/>
                </a:lnTo>
                <a:lnTo>
                  <a:pt x="6526" y="7404"/>
                </a:lnTo>
                <a:lnTo>
                  <a:pt x="6505" y="7446"/>
                </a:lnTo>
                <a:lnTo>
                  <a:pt x="6505" y="7446"/>
                </a:lnTo>
                <a:lnTo>
                  <a:pt x="6483" y="7468"/>
                </a:lnTo>
                <a:lnTo>
                  <a:pt x="6419" y="7468"/>
                </a:lnTo>
                <a:lnTo>
                  <a:pt x="6291" y="7468"/>
                </a:lnTo>
                <a:lnTo>
                  <a:pt x="6248" y="7489"/>
                </a:lnTo>
                <a:lnTo>
                  <a:pt x="6205" y="7510"/>
                </a:lnTo>
                <a:lnTo>
                  <a:pt x="6205" y="7553"/>
                </a:lnTo>
                <a:lnTo>
                  <a:pt x="6248" y="7617"/>
                </a:lnTo>
                <a:lnTo>
                  <a:pt x="6248" y="7617"/>
                </a:lnTo>
                <a:lnTo>
                  <a:pt x="6291" y="7682"/>
                </a:lnTo>
                <a:lnTo>
                  <a:pt x="6355" y="7703"/>
                </a:lnTo>
                <a:lnTo>
                  <a:pt x="6441" y="7703"/>
                </a:lnTo>
                <a:lnTo>
                  <a:pt x="6483" y="7703"/>
                </a:lnTo>
                <a:lnTo>
                  <a:pt x="6526" y="7724"/>
                </a:lnTo>
                <a:lnTo>
                  <a:pt x="6548" y="7767"/>
                </a:lnTo>
                <a:lnTo>
                  <a:pt x="6590" y="7853"/>
                </a:lnTo>
                <a:lnTo>
                  <a:pt x="6590" y="7853"/>
                </a:lnTo>
                <a:lnTo>
                  <a:pt x="6633" y="8003"/>
                </a:lnTo>
                <a:lnTo>
                  <a:pt x="6676" y="8110"/>
                </a:lnTo>
                <a:lnTo>
                  <a:pt x="6697" y="8131"/>
                </a:lnTo>
                <a:lnTo>
                  <a:pt x="6762" y="8152"/>
                </a:lnTo>
                <a:lnTo>
                  <a:pt x="6911" y="8174"/>
                </a:lnTo>
                <a:lnTo>
                  <a:pt x="6911" y="8174"/>
                </a:lnTo>
                <a:lnTo>
                  <a:pt x="7724" y="8174"/>
                </a:lnTo>
                <a:lnTo>
                  <a:pt x="8537" y="8174"/>
                </a:lnTo>
                <a:lnTo>
                  <a:pt x="8537" y="8174"/>
                </a:lnTo>
                <a:lnTo>
                  <a:pt x="8751" y="8152"/>
                </a:lnTo>
                <a:lnTo>
                  <a:pt x="8858" y="8131"/>
                </a:lnTo>
                <a:lnTo>
                  <a:pt x="8923" y="8067"/>
                </a:lnTo>
                <a:lnTo>
                  <a:pt x="8923" y="8067"/>
                </a:lnTo>
                <a:lnTo>
                  <a:pt x="8965" y="8003"/>
                </a:lnTo>
                <a:lnTo>
                  <a:pt x="8987" y="7938"/>
                </a:lnTo>
                <a:lnTo>
                  <a:pt x="8987" y="7767"/>
                </a:lnTo>
                <a:lnTo>
                  <a:pt x="8987" y="7468"/>
                </a:lnTo>
                <a:lnTo>
                  <a:pt x="8987" y="7468"/>
                </a:lnTo>
                <a:close/>
                <a:moveTo>
                  <a:pt x="2589" y="7190"/>
                </a:moveTo>
                <a:lnTo>
                  <a:pt x="2589" y="7190"/>
                </a:lnTo>
                <a:lnTo>
                  <a:pt x="2568" y="7190"/>
                </a:lnTo>
                <a:lnTo>
                  <a:pt x="2525" y="7232"/>
                </a:lnTo>
                <a:lnTo>
                  <a:pt x="2482" y="7254"/>
                </a:lnTo>
                <a:lnTo>
                  <a:pt x="2440" y="7275"/>
                </a:lnTo>
                <a:lnTo>
                  <a:pt x="2440" y="7275"/>
                </a:lnTo>
                <a:lnTo>
                  <a:pt x="2397" y="7232"/>
                </a:lnTo>
                <a:lnTo>
                  <a:pt x="2397" y="7168"/>
                </a:lnTo>
                <a:lnTo>
                  <a:pt x="2375" y="7061"/>
                </a:lnTo>
                <a:lnTo>
                  <a:pt x="2375" y="7061"/>
                </a:lnTo>
                <a:lnTo>
                  <a:pt x="2333" y="6911"/>
                </a:lnTo>
                <a:lnTo>
                  <a:pt x="2290" y="6783"/>
                </a:lnTo>
                <a:lnTo>
                  <a:pt x="2204" y="6655"/>
                </a:lnTo>
                <a:lnTo>
                  <a:pt x="2097" y="6548"/>
                </a:lnTo>
                <a:lnTo>
                  <a:pt x="2097" y="6548"/>
                </a:lnTo>
                <a:lnTo>
                  <a:pt x="2012" y="6483"/>
                </a:lnTo>
                <a:lnTo>
                  <a:pt x="1948" y="6462"/>
                </a:lnTo>
                <a:lnTo>
                  <a:pt x="1883" y="6441"/>
                </a:lnTo>
                <a:lnTo>
                  <a:pt x="1819" y="6462"/>
                </a:lnTo>
                <a:lnTo>
                  <a:pt x="1776" y="6505"/>
                </a:lnTo>
                <a:lnTo>
                  <a:pt x="1734" y="6569"/>
                </a:lnTo>
                <a:lnTo>
                  <a:pt x="1627" y="6719"/>
                </a:lnTo>
                <a:lnTo>
                  <a:pt x="1627" y="6719"/>
                </a:lnTo>
                <a:lnTo>
                  <a:pt x="1541" y="6826"/>
                </a:lnTo>
                <a:lnTo>
                  <a:pt x="1498" y="6890"/>
                </a:lnTo>
                <a:lnTo>
                  <a:pt x="1455" y="6911"/>
                </a:lnTo>
                <a:lnTo>
                  <a:pt x="1413" y="6933"/>
                </a:lnTo>
                <a:lnTo>
                  <a:pt x="1370" y="6911"/>
                </a:lnTo>
                <a:lnTo>
                  <a:pt x="1348" y="6847"/>
                </a:lnTo>
                <a:lnTo>
                  <a:pt x="1327" y="6719"/>
                </a:lnTo>
                <a:lnTo>
                  <a:pt x="1327" y="6719"/>
                </a:lnTo>
                <a:lnTo>
                  <a:pt x="1348" y="6612"/>
                </a:lnTo>
                <a:lnTo>
                  <a:pt x="1391" y="6483"/>
                </a:lnTo>
                <a:lnTo>
                  <a:pt x="1391" y="6419"/>
                </a:lnTo>
                <a:lnTo>
                  <a:pt x="1348" y="6377"/>
                </a:lnTo>
                <a:lnTo>
                  <a:pt x="1284" y="6377"/>
                </a:lnTo>
                <a:lnTo>
                  <a:pt x="1177" y="6419"/>
                </a:lnTo>
                <a:lnTo>
                  <a:pt x="1177" y="6419"/>
                </a:lnTo>
                <a:lnTo>
                  <a:pt x="1113" y="6441"/>
                </a:lnTo>
                <a:lnTo>
                  <a:pt x="1113" y="6441"/>
                </a:lnTo>
                <a:lnTo>
                  <a:pt x="1134" y="6462"/>
                </a:lnTo>
                <a:lnTo>
                  <a:pt x="1113" y="6505"/>
                </a:lnTo>
                <a:lnTo>
                  <a:pt x="1113" y="6505"/>
                </a:lnTo>
                <a:lnTo>
                  <a:pt x="1113" y="6569"/>
                </a:lnTo>
                <a:lnTo>
                  <a:pt x="1156" y="6697"/>
                </a:lnTo>
                <a:lnTo>
                  <a:pt x="1156" y="6762"/>
                </a:lnTo>
                <a:lnTo>
                  <a:pt x="1156" y="6826"/>
                </a:lnTo>
                <a:lnTo>
                  <a:pt x="1113" y="6869"/>
                </a:lnTo>
                <a:lnTo>
                  <a:pt x="1070" y="6890"/>
                </a:lnTo>
                <a:lnTo>
                  <a:pt x="1070" y="6890"/>
                </a:lnTo>
                <a:lnTo>
                  <a:pt x="1028" y="6869"/>
                </a:lnTo>
                <a:lnTo>
                  <a:pt x="985" y="6826"/>
                </a:lnTo>
                <a:lnTo>
                  <a:pt x="899" y="6697"/>
                </a:lnTo>
                <a:lnTo>
                  <a:pt x="792" y="6441"/>
                </a:lnTo>
                <a:lnTo>
                  <a:pt x="792" y="6441"/>
                </a:lnTo>
                <a:lnTo>
                  <a:pt x="728" y="6355"/>
                </a:lnTo>
                <a:lnTo>
                  <a:pt x="664" y="6312"/>
                </a:lnTo>
                <a:lnTo>
                  <a:pt x="600" y="6312"/>
                </a:lnTo>
                <a:lnTo>
                  <a:pt x="493" y="6334"/>
                </a:lnTo>
                <a:lnTo>
                  <a:pt x="493" y="6334"/>
                </a:lnTo>
                <a:lnTo>
                  <a:pt x="407" y="6377"/>
                </a:lnTo>
                <a:lnTo>
                  <a:pt x="321" y="6419"/>
                </a:lnTo>
                <a:lnTo>
                  <a:pt x="214" y="6526"/>
                </a:lnTo>
                <a:lnTo>
                  <a:pt x="108" y="6676"/>
                </a:lnTo>
                <a:lnTo>
                  <a:pt x="43" y="6847"/>
                </a:lnTo>
                <a:lnTo>
                  <a:pt x="22" y="7040"/>
                </a:lnTo>
                <a:lnTo>
                  <a:pt x="1" y="7211"/>
                </a:lnTo>
                <a:lnTo>
                  <a:pt x="1" y="7575"/>
                </a:lnTo>
                <a:lnTo>
                  <a:pt x="1" y="7575"/>
                </a:lnTo>
                <a:lnTo>
                  <a:pt x="1" y="7767"/>
                </a:lnTo>
                <a:lnTo>
                  <a:pt x="1" y="7938"/>
                </a:lnTo>
                <a:lnTo>
                  <a:pt x="22" y="8024"/>
                </a:lnTo>
                <a:lnTo>
                  <a:pt x="65" y="8088"/>
                </a:lnTo>
                <a:lnTo>
                  <a:pt x="129" y="8131"/>
                </a:lnTo>
                <a:lnTo>
                  <a:pt x="214" y="8174"/>
                </a:lnTo>
                <a:lnTo>
                  <a:pt x="214" y="8174"/>
                </a:lnTo>
                <a:lnTo>
                  <a:pt x="386" y="8195"/>
                </a:lnTo>
                <a:lnTo>
                  <a:pt x="578" y="8195"/>
                </a:lnTo>
                <a:lnTo>
                  <a:pt x="771" y="8195"/>
                </a:lnTo>
                <a:lnTo>
                  <a:pt x="963" y="8195"/>
                </a:lnTo>
                <a:lnTo>
                  <a:pt x="963" y="8195"/>
                </a:lnTo>
                <a:lnTo>
                  <a:pt x="1348" y="8195"/>
                </a:lnTo>
                <a:lnTo>
                  <a:pt x="1734" y="8174"/>
                </a:lnTo>
                <a:lnTo>
                  <a:pt x="1734" y="8174"/>
                </a:lnTo>
                <a:lnTo>
                  <a:pt x="1905" y="8174"/>
                </a:lnTo>
                <a:lnTo>
                  <a:pt x="2076" y="8174"/>
                </a:lnTo>
                <a:lnTo>
                  <a:pt x="2161" y="8152"/>
                </a:lnTo>
                <a:lnTo>
                  <a:pt x="2226" y="8131"/>
                </a:lnTo>
                <a:lnTo>
                  <a:pt x="2290" y="8088"/>
                </a:lnTo>
                <a:lnTo>
                  <a:pt x="2354" y="8024"/>
                </a:lnTo>
                <a:lnTo>
                  <a:pt x="2354" y="8024"/>
                </a:lnTo>
                <a:lnTo>
                  <a:pt x="2375" y="7960"/>
                </a:lnTo>
                <a:lnTo>
                  <a:pt x="2397" y="7896"/>
                </a:lnTo>
                <a:lnTo>
                  <a:pt x="2418" y="7767"/>
                </a:lnTo>
                <a:lnTo>
                  <a:pt x="2440" y="7660"/>
                </a:lnTo>
                <a:lnTo>
                  <a:pt x="2461" y="7596"/>
                </a:lnTo>
                <a:lnTo>
                  <a:pt x="2504" y="7532"/>
                </a:lnTo>
                <a:lnTo>
                  <a:pt x="2504" y="7532"/>
                </a:lnTo>
                <a:lnTo>
                  <a:pt x="2568" y="7468"/>
                </a:lnTo>
                <a:lnTo>
                  <a:pt x="2654" y="7361"/>
                </a:lnTo>
                <a:lnTo>
                  <a:pt x="2696" y="7297"/>
                </a:lnTo>
                <a:lnTo>
                  <a:pt x="2696" y="7254"/>
                </a:lnTo>
                <a:lnTo>
                  <a:pt x="2675" y="7211"/>
                </a:lnTo>
                <a:lnTo>
                  <a:pt x="2589" y="7190"/>
                </a:lnTo>
                <a:lnTo>
                  <a:pt x="2589" y="7190"/>
                </a:lnTo>
                <a:close/>
                <a:moveTo>
                  <a:pt x="1113" y="6441"/>
                </a:moveTo>
                <a:lnTo>
                  <a:pt x="1113" y="6441"/>
                </a:lnTo>
                <a:lnTo>
                  <a:pt x="1113" y="6441"/>
                </a:lnTo>
                <a:lnTo>
                  <a:pt x="1113" y="6441"/>
                </a:lnTo>
                <a:lnTo>
                  <a:pt x="1113" y="6441"/>
                </a:lnTo>
                <a:close/>
                <a:moveTo>
                  <a:pt x="7254" y="5606"/>
                </a:moveTo>
                <a:lnTo>
                  <a:pt x="7254" y="5606"/>
                </a:lnTo>
                <a:lnTo>
                  <a:pt x="7318" y="5756"/>
                </a:lnTo>
                <a:lnTo>
                  <a:pt x="7382" y="5884"/>
                </a:lnTo>
                <a:lnTo>
                  <a:pt x="7382" y="5884"/>
                </a:lnTo>
                <a:lnTo>
                  <a:pt x="7468" y="6034"/>
                </a:lnTo>
                <a:lnTo>
                  <a:pt x="7596" y="6163"/>
                </a:lnTo>
                <a:lnTo>
                  <a:pt x="7682" y="6205"/>
                </a:lnTo>
                <a:lnTo>
                  <a:pt x="7767" y="6248"/>
                </a:lnTo>
                <a:lnTo>
                  <a:pt x="7853" y="6248"/>
                </a:lnTo>
                <a:lnTo>
                  <a:pt x="7938" y="6248"/>
                </a:lnTo>
                <a:lnTo>
                  <a:pt x="7938" y="6248"/>
                </a:lnTo>
                <a:lnTo>
                  <a:pt x="8024" y="6205"/>
                </a:lnTo>
                <a:lnTo>
                  <a:pt x="8110" y="6163"/>
                </a:lnTo>
                <a:lnTo>
                  <a:pt x="8152" y="6098"/>
                </a:lnTo>
                <a:lnTo>
                  <a:pt x="8174" y="6013"/>
                </a:lnTo>
                <a:lnTo>
                  <a:pt x="8238" y="5863"/>
                </a:lnTo>
                <a:lnTo>
                  <a:pt x="8281" y="5692"/>
                </a:lnTo>
                <a:lnTo>
                  <a:pt x="8281" y="5692"/>
                </a:lnTo>
                <a:lnTo>
                  <a:pt x="8345" y="5585"/>
                </a:lnTo>
                <a:lnTo>
                  <a:pt x="8430" y="5457"/>
                </a:lnTo>
                <a:lnTo>
                  <a:pt x="8473" y="5350"/>
                </a:lnTo>
                <a:lnTo>
                  <a:pt x="8495" y="5285"/>
                </a:lnTo>
                <a:lnTo>
                  <a:pt x="8473" y="5200"/>
                </a:lnTo>
                <a:lnTo>
                  <a:pt x="8473" y="5200"/>
                </a:lnTo>
                <a:lnTo>
                  <a:pt x="8452" y="5136"/>
                </a:lnTo>
                <a:lnTo>
                  <a:pt x="8409" y="5093"/>
                </a:lnTo>
                <a:lnTo>
                  <a:pt x="8345" y="5029"/>
                </a:lnTo>
                <a:lnTo>
                  <a:pt x="8323" y="4964"/>
                </a:lnTo>
                <a:lnTo>
                  <a:pt x="8323" y="4964"/>
                </a:lnTo>
                <a:lnTo>
                  <a:pt x="8302" y="4815"/>
                </a:lnTo>
                <a:lnTo>
                  <a:pt x="8259" y="4686"/>
                </a:lnTo>
                <a:lnTo>
                  <a:pt x="8259" y="4686"/>
                </a:lnTo>
                <a:lnTo>
                  <a:pt x="8195" y="4536"/>
                </a:lnTo>
                <a:lnTo>
                  <a:pt x="8110" y="4451"/>
                </a:lnTo>
                <a:lnTo>
                  <a:pt x="7981" y="4387"/>
                </a:lnTo>
                <a:lnTo>
                  <a:pt x="7831" y="4365"/>
                </a:lnTo>
                <a:lnTo>
                  <a:pt x="7831" y="4365"/>
                </a:lnTo>
                <a:lnTo>
                  <a:pt x="7724" y="4387"/>
                </a:lnTo>
                <a:lnTo>
                  <a:pt x="7639" y="4408"/>
                </a:lnTo>
                <a:lnTo>
                  <a:pt x="7553" y="4451"/>
                </a:lnTo>
                <a:lnTo>
                  <a:pt x="7489" y="4515"/>
                </a:lnTo>
                <a:lnTo>
                  <a:pt x="7425" y="4601"/>
                </a:lnTo>
                <a:lnTo>
                  <a:pt x="7382" y="4686"/>
                </a:lnTo>
                <a:lnTo>
                  <a:pt x="7296" y="4857"/>
                </a:lnTo>
                <a:lnTo>
                  <a:pt x="7296" y="4857"/>
                </a:lnTo>
                <a:lnTo>
                  <a:pt x="7254" y="4986"/>
                </a:lnTo>
                <a:lnTo>
                  <a:pt x="7211" y="5093"/>
                </a:lnTo>
                <a:lnTo>
                  <a:pt x="7211" y="5093"/>
                </a:lnTo>
                <a:lnTo>
                  <a:pt x="7104" y="5221"/>
                </a:lnTo>
                <a:lnTo>
                  <a:pt x="7061" y="5285"/>
                </a:lnTo>
                <a:lnTo>
                  <a:pt x="7083" y="5392"/>
                </a:lnTo>
                <a:lnTo>
                  <a:pt x="7083" y="5392"/>
                </a:lnTo>
                <a:lnTo>
                  <a:pt x="7125" y="5457"/>
                </a:lnTo>
                <a:lnTo>
                  <a:pt x="7168" y="5521"/>
                </a:lnTo>
                <a:lnTo>
                  <a:pt x="7211" y="5563"/>
                </a:lnTo>
                <a:lnTo>
                  <a:pt x="7254" y="5606"/>
                </a:lnTo>
                <a:lnTo>
                  <a:pt x="7254" y="5606"/>
                </a:lnTo>
                <a:close/>
                <a:moveTo>
                  <a:pt x="7874" y="4857"/>
                </a:moveTo>
                <a:lnTo>
                  <a:pt x="7874" y="4857"/>
                </a:lnTo>
                <a:lnTo>
                  <a:pt x="7917" y="4750"/>
                </a:lnTo>
                <a:lnTo>
                  <a:pt x="7960" y="4729"/>
                </a:lnTo>
                <a:lnTo>
                  <a:pt x="7981" y="4729"/>
                </a:lnTo>
                <a:lnTo>
                  <a:pt x="8003" y="4772"/>
                </a:lnTo>
                <a:lnTo>
                  <a:pt x="8024" y="4857"/>
                </a:lnTo>
                <a:lnTo>
                  <a:pt x="8067" y="5093"/>
                </a:lnTo>
                <a:lnTo>
                  <a:pt x="8067" y="5221"/>
                </a:lnTo>
                <a:lnTo>
                  <a:pt x="8067" y="5221"/>
                </a:lnTo>
                <a:lnTo>
                  <a:pt x="8067" y="5478"/>
                </a:lnTo>
                <a:lnTo>
                  <a:pt x="8045" y="5628"/>
                </a:lnTo>
                <a:lnTo>
                  <a:pt x="8003" y="5692"/>
                </a:lnTo>
                <a:lnTo>
                  <a:pt x="7981" y="5692"/>
                </a:lnTo>
                <a:lnTo>
                  <a:pt x="7981" y="5692"/>
                </a:lnTo>
                <a:lnTo>
                  <a:pt x="7938" y="5670"/>
                </a:lnTo>
                <a:lnTo>
                  <a:pt x="7917" y="5585"/>
                </a:lnTo>
                <a:lnTo>
                  <a:pt x="7874" y="5307"/>
                </a:lnTo>
                <a:lnTo>
                  <a:pt x="7853" y="5029"/>
                </a:lnTo>
                <a:lnTo>
                  <a:pt x="7874" y="4857"/>
                </a:lnTo>
                <a:lnTo>
                  <a:pt x="7874" y="4857"/>
                </a:lnTo>
                <a:close/>
                <a:moveTo>
                  <a:pt x="642" y="5585"/>
                </a:moveTo>
                <a:lnTo>
                  <a:pt x="642" y="5585"/>
                </a:lnTo>
                <a:lnTo>
                  <a:pt x="707" y="5713"/>
                </a:lnTo>
                <a:lnTo>
                  <a:pt x="771" y="5863"/>
                </a:lnTo>
                <a:lnTo>
                  <a:pt x="771" y="5863"/>
                </a:lnTo>
                <a:lnTo>
                  <a:pt x="856" y="6013"/>
                </a:lnTo>
                <a:lnTo>
                  <a:pt x="963" y="6141"/>
                </a:lnTo>
                <a:lnTo>
                  <a:pt x="1049" y="6184"/>
                </a:lnTo>
                <a:lnTo>
                  <a:pt x="1113" y="6227"/>
                </a:lnTo>
                <a:lnTo>
                  <a:pt x="1199" y="6248"/>
                </a:lnTo>
                <a:lnTo>
                  <a:pt x="1284" y="6248"/>
                </a:lnTo>
                <a:lnTo>
                  <a:pt x="1284" y="6248"/>
                </a:lnTo>
                <a:lnTo>
                  <a:pt x="1370" y="6248"/>
                </a:lnTo>
                <a:lnTo>
                  <a:pt x="1455" y="6205"/>
                </a:lnTo>
                <a:lnTo>
                  <a:pt x="1520" y="6163"/>
                </a:lnTo>
                <a:lnTo>
                  <a:pt x="1562" y="6077"/>
                </a:lnTo>
                <a:lnTo>
                  <a:pt x="1648" y="5884"/>
                </a:lnTo>
                <a:lnTo>
                  <a:pt x="1691" y="5713"/>
                </a:lnTo>
                <a:lnTo>
                  <a:pt x="1691" y="5713"/>
                </a:lnTo>
                <a:lnTo>
                  <a:pt x="1755" y="5585"/>
                </a:lnTo>
                <a:lnTo>
                  <a:pt x="1841" y="5478"/>
                </a:lnTo>
                <a:lnTo>
                  <a:pt x="1862" y="5414"/>
                </a:lnTo>
                <a:lnTo>
                  <a:pt x="1905" y="5350"/>
                </a:lnTo>
                <a:lnTo>
                  <a:pt x="1905" y="5285"/>
                </a:lnTo>
                <a:lnTo>
                  <a:pt x="1883" y="5200"/>
                </a:lnTo>
                <a:lnTo>
                  <a:pt x="1883" y="5200"/>
                </a:lnTo>
                <a:lnTo>
                  <a:pt x="1862" y="5157"/>
                </a:lnTo>
                <a:lnTo>
                  <a:pt x="1819" y="5093"/>
                </a:lnTo>
                <a:lnTo>
                  <a:pt x="1776" y="5050"/>
                </a:lnTo>
                <a:lnTo>
                  <a:pt x="1734" y="5007"/>
                </a:lnTo>
                <a:lnTo>
                  <a:pt x="1734" y="5007"/>
                </a:lnTo>
                <a:lnTo>
                  <a:pt x="1712" y="4922"/>
                </a:lnTo>
                <a:lnTo>
                  <a:pt x="1712" y="4836"/>
                </a:lnTo>
                <a:lnTo>
                  <a:pt x="1691" y="4729"/>
                </a:lnTo>
                <a:lnTo>
                  <a:pt x="1669" y="4643"/>
                </a:lnTo>
                <a:lnTo>
                  <a:pt x="1669" y="4643"/>
                </a:lnTo>
                <a:lnTo>
                  <a:pt x="1605" y="4515"/>
                </a:lnTo>
                <a:lnTo>
                  <a:pt x="1477" y="4430"/>
                </a:lnTo>
                <a:lnTo>
                  <a:pt x="1348" y="4365"/>
                </a:lnTo>
                <a:lnTo>
                  <a:pt x="1199" y="4365"/>
                </a:lnTo>
                <a:lnTo>
                  <a:pt x="1199" y="4365"/>
                </a:lnTo>
                <a:lnTo>
                  <a:pt x="1113" y="4387"/>
                </a:lnTo>
                <a:lnTo>
                  <a:pt x="1028" y="4408"/>
                </a:lnTo>
                <a:lnTo>
                  <a:pt x="963" y="4472"/>
                </a:lnTo>
                <a:lnTo>
                  <a:pt x="899" y="4515"/>
                </a:lnTo>
                <a:lnTo>
                  <a:pt x="814" y="4665"/>
                </a:lnTo>
                <a:lnTo>
                  <a:pt x="728" y="4815"/>
                </a:lnTo>
                <a:lnTo>
                  <a:pt x="728" y="4815"/>
                </a:lnTo>
                <a:lnTo>
                  <a:pt x="621" y="5093"/>
                </a:lnTo>
                <a:lnTo>
                  <a:pt x="621" y="5093"/>
                </a:lnTo>
                <a:lnTo>
                  <a:pt x="578" y="5157"/>
                </a:lnTo>
                <a:lnTo>
                  <a:pt x="535" y="5178"/>
                </a:lnTo>
                <a:lnTo>
                  <a:pt x="514" y="5221"/>
                </a:lnTo>
                <a:lnTo>
                  <a:pt x="493" y="5307"/>
                </a:lnTo>
                <a:lnTo>
                  <a:pt x="493" y="5307"/>
                </a:lnTo>
                <a:lnTo>
                  <a:pt x="514" y="5392"/>
                </a:lnTo>
                <a:lnTo>
                  <a:pt x="535" y="5457"/>
                </a:lnTo>
                <a:lnTo>
                  <a:pt x="600" y="5521"/>
                </a:lnTo>
                <a:lnTo>
                  <a:pt x="642" y="5585"/>
                </a:lnTo>
                <a:lnTo>
                  <a:pt x="642" y="5585"/>
                </a:lnTo>
                <a:close/>
                <a:moveTo>
                  <a:pt x="1391" y="4729"/>
                </a:moveTo>
                <a:lnTo>
                  <a:pt x="1391" y="4729"/>
                </a:lnTo>
                <a:lnTo>
                  <a:pt x="1434" y="4772"/>
                </a:lnTo>
                <a:lnTo>
                  <a:pt x="1455" y="4836"/>
                </a:lnTo>
                <a:lnTo>
                  <a:pt x="1477" y="4986"/>
                </a:lnTo>
                <a:lnTo>
                  <a:pt x="1477" y="5157"/>
                </a:lnTo>
                <a:lnTo>
                  <a:pt x="1498" y="5221"/>
                </a:lnTo>
                <a:lnTo>
                  <a:pt x="1498" y="5243"/>
                </a:lnTo>
                <a:lnTo>
                  <a:pt x="1498" y="5243"/>
                </a:lnTo>
                <a:lnTo>
                  <a:pt x="1477" y="5499"/>
                </a:lnTo>
                <a:lnTo>
                  <a:pt x="1434" y="5628"/>
                </a:lnTo>
                <a:lnTo>
                  <a:pt x="1413" y="5670"/>
                </a:lnTo>
                <a:lnTo>
                  <a:pt x="1370" y="5649"/>
                </a:lnTo>
                <a:lnTo>
                  <a:pt x="1370" y="5649"/>
                </a:lnTo>
                <a:lnTo>
                  <a:pt x="1348" y="5628"/>
                </a:lnTo>
                <a:lnTo>
                  <a:pt x="1327" y="5585"/>
                </a:lnTo>
                <a:lnTo>
                  <a:pt x="1306" y="5457"/>
                </a:lnTo>
                <a:lnTo>
                  <a:pt x="1284" y="5243"/>
                </a:lnTo>
                <a:lnTo>
                  <a:pt x="1284" y="5243"/>
                </a:lnTo>
                <a:lnTo>
                  <a:pt x="1284" y="5114"/>
                </a:lnTo>
                <a:lnTo>
                  <a:pt x="1263" y="4922"/>
                </a:lnTo>
                <a:lnTo>
                  <a:pt x="1284" y="4857"/>
                </a:lnTo>
                <a:lnTo>
                  <a:pt x="1306" y="4772"/>
                </a:lnTo>
                <a:lnTo>
                  <a:pt x="1348" y="4729"/>
                </a:lnTo>
                <a:lnTo>
                  <a:pt x="1391" y="4729"/>
                </a:lnTo>
                <a:lnTo>
                  <a:pt x="1391" y="4729"/>
                </a:lnTo>
                <a:close/>
                <a:moveTo>
                  <a:pt x="4601" y="5221"/>
                </a:moveTo>
                <a:lnTo>
                  <a:pt x="4601" y="5221"/>
                </a:lnTo>
                <a:lnTo>
                  <a:pt x="4601" y="5264"/>
                </a:lnTo>
                <a:lnTo>
                  <a:pt x="4622" y="5328"/>
                </a:lnTo>
                <a:lnTo>
                  <a:pt x="4708" y="5435"/>
                </a:lnTo>
                <a:lnTo>
                  <a:pt x="4879" y="5606"/>
                </a:lnTo>
                <a:lnTo>
                  <a:pt x="4879" y="5606"/>
                </a:lnTo>
                <a:lnTo>
                  <a:pt x="4943" y="5649"/>
                </a:lnTo>
                <a:lnTo>
                  <a:pt x="5071" y="5735"/>
                </a:lnTo>
                <a:lnTo>
                  <a:pt x="5135" y="5777"/>
                </a:lnTo>
                <a:lnTo>
                  <a:pt x="5178" y="5777"/>
                </a:lnTo>
                <a:lnTo>
                  <a:pt x="5200" y="5756"/>
                </a:lnTo>
                <a:lnTo>
                  <a:pt x="5221" y="5692"/>
                </a:lnTo>
                <a:lnTo>
                  <a:pt x="5221" y="5692"/>
                </a:lnTo>
                <a:lnTo>
                  <a:pt x="5114" y="5542"/>
                </a:lnTo>
                <a:lnTo>
                  <a:pt x="4922" y="5350"/>
                </a:lnTo>
                <a:lnTo>
                  <a:pt x="4815" y="5264"/>
                </a:lnTo>
                <a:lnTo>
                  <a:pt x="4708" y="5200"/>
                </a:lnTo>
                <a:lnTo>
                  <a:pt x="4643" y="5200"/>
                </a:lnTo>
                <a:lnTo>
                  <a:pt x="4622" y="5200"/>
                </a:lnTo>
                <a:lnTo>
                  <a:pt x="4601" y="5221"/>
                </a:lnTo>
                <a:lnTo>
                  <a:pt x="4601" y="5221"/>
                </a:lnTo>
                <a:close/>
                <a:moveTo>
                  <a:pt x="3980" y="7510"/>
                </a:moveTo>
                <a:lnTo>
                  <a:pt x="3980" y="7510"/>
                </a:lnTo>
                <a:lnTo>
                  <a:pt x="3873" y="7510"/>
                </a:lnTo>
                <a:lnTo>
                  <a:pt x="3788" y="7532"/>
                </a:lnTo>
                <a:lnTo>
                  <a:pt x="3702" y="7575"/>
                </a:lnTo>
                <a:lnTo>
                  <a:pt x="3659" y="7617"/>
                </a:lnTo>
                <a:lnTo>
                  <a:pt x="3638" y="7660"/>
                </a:lnTo>
                <a:lnTo>
                  <a:pt x="3681" y="7703"/>
                </a:lnTo>
                <a:lnTo>
                  <a:pt x="3745" y="7746"/>
                </a:lnTo>
                <a:lnTo>
                  <a:pt x="3895" y="7746"/>
                </a:lnTo>
                <a:lnTo>
                  <a:pt x="3895" y="7746"/>
                </a:lnTo>
                <a:lnTo>
                  <a:pt x="3980" y="7724"/>
                </a:lnTo>
                <a:lnTo>
                  <a:pt x="4044" y="7703"/>
                </a:lnTo>
                <a:lnTo>
                  <a:pt x="4109" y="7660"/>
                </a:lnTo>
                <a:lnTo>
                  <a:pt x="4173" y="7617"/>
                </a:lnTo>
                <a:lnTo>
                  <a:pt x="4173" y="7575"/>
                </a:lnTo>
                <a:lnTo>
                  <a:pt x="4173" y="7553"/>
                </a:lnTo>
                <a:lnTo>
                  <a:pt x="4109" y="7510"/>
                </a:lnTo>
                <a:lnTo>
                  <a:pt x="3980" y="7510"/>
                </a:lnTo>
                <a:lnTo>
                  <a:pt x="3980" y="7510"/>
                </a:lnTo>
                <a:close/>
                <a:moveTo>
                  <a:pt x="3402" y="6184"/>
                </a:moveTo>
                <a:lnTo>
                  <a:pt x="3402" y="6184"/>
                </a:lnTo>
                <a:lnTo>
                  <a:pt x="3445" y="6227"/>
                </a:lnTo>
                <a:lnTo>
                  <a:pt x="3509" y="6227"/>
                </a:lnTo>
                <a:lnTo>
                  <a:pt x="3574" y="6184"/>
                </a:lnTo>
                <a:lnTo>
                  <a:pt x="3638" y="6120"/>
                </a:lnTo>
                <a:lnTo>
                  <a:pt x="3745" y="5970"/>
                </a:lnTo>
                <a:lnTo>
                  <a:pt x="3809" y="5863"/>
                </a:lnTo>
                <a:lnTo>
                  <a:pt x="3809" y="5863"/>
                </a:lnTo>
                <a:lnTo>
                  <a:pt x="3766" y="5820"/>
                </a:lnTo>
                <a:lnTo>
                  <a:pt x="3745" y="5799"/>
                </a:lnTo>
                <a:lnTo>
                  <a:pt x="3659" y="5799"/>
                </a:lnTo>
                <a:lnTo>
                  <a:pt x="3595" y="5842"/>
                </a:lnTo>
                <a:lnTo>
                  <a:pt x="3509" y="5884"/>
                </a:lnTo>
                <a:lnTo>
                  <a:pt x="3445" y="5970"/>
                </a:lnTo>
                <a:lnTo>
                  <a:pt x="3402" y="6056"/>
                </a:lnTo>
                <a:lnTo>
                  <a:pt x="3381" y="6141"/>
                </a:lnTo>
                <a:lnTo>
                  <a:pt x="3402" y="6184"/>
                </a:lnTo>
                <a:lnTo>
                  <a:pt x="3402" y="6184"/>
                </a:lnTo>
                <a:close/>
                <a:moveTo>
                  <a:pt x="6376" y="7040"/>
                </a:moveTo>
                <a:lnTo>
                  <a:pt x="6376" y="7040"/>
                </a:lnTo>
                <a:lnTo>
                  <a:pt x="6419" y="6997"/>
                </a:lnTo>
                <a:lnTo>
                  <a:pt x="6441" y="6933"/>
                </a:lnTo>
                <a:lnTo>
                  <a:pt x="6419" y="6869"/>
                </a:lnTo>
                <a:lnTo>
                  <a:pt x="6376" y="6783"/>
                </a:lnTo>
                <a:lnTo>
                  <a:pt x="6248" y="6655"/>
                </a:lnTo>
                <a:lnTo>
                  <a:pt x="6184" y="6612"/>
                </a:lnTo>
                <a:lnTo>
                  <a:pt x="6120" y="6590"/>
                </a:lnTo>
                <a:lnTo>
                  <a:pt x="6120" y="6590"/>
                </a:lnTo>
                <a:lnTo>
                  <a:pt x="6098" y="6590"/>
                </a:lnTo>
                <a:lnTo>
                  <a:pt x="6077" y="6612"/>
                </a:lnTo>
                <a:lnTo>
                  <a:pt x="6056" y="6676"/>
                </a:lnTo>
                <a:lnTo>
                  <a:pt x="6077" y="6762"/>
                </a:lnTo>
                <a:lnTo>
                  <a:pt x="6120" y="6847"/>
                </a:lnTo>
                <a:lnTo>
                  <a:pt x="6184" y="6933"/>
                </a:lnTo>
                <a:lnTo>
                  <a:pt x="6248" y="6997"/>
                </a:lnTo>
                <a:lnTo>
                  <a:pt x="6312" y="7040"/>
                </a:lnTo>
                <a:lnTo>
                  <a:pt x="6376" y="7040"/>
                </a:lnTo>
                <a:lnTo>
                  <a:pt x="6376" y="7040"/>
                </a:lnTo>
                <a:close/>
                <a:moveTo>
                  <a:pt x="2868" y="6911"/>
                </a:moveTo>
                <a:lnTo>
                  <a:pt x="2868" y="6911"/>
                </a:lnTo>
                <a:lnTo>
                  <a:pt x="2910" y="6954"/>
                </a:lnTo>
                <a:lnTo>
                  <a:pt x="2975" y="6933"/>
                </a:lnTo>
                <a:lnTo>
                  <a:pt x="3039" y="6890"/>
                </a:lnTo>
                <a:lnTo>
                  <a:pt x="3103" y="6826"/>
                </a:lnTo>
                <a:lnTo>
                  <a:pt x="3188" y="6676"/>
                </a:lnTo>
                <a:lnTo>
                  <a:pt x="3210" y="6612"/>
                </a:lnTo>
                <a:lnTo>
                  <a:pt x="3210" y="6548"/>
                </a:lnTo>
                <a:lnTo>
                  <a:pt x="3210" y="6548"/>
                </a:lnTo>
                <a:lnTo>
                  <a:pt x="3210" y="6526"/>
                </a:lnTo>
                <a:lnTo>
                  <a:pt x="3188" y="6505"/>
                </a:lnTo>
                <a:lnTo>
                  <a:pt x="3124" y="6505"/>
                </a:lnTo>
                <a:lnTo>
                  <a:pt x="3060" y="6526"/>
                </a:lnTo>
                <a:lnTo>
                  <a:pt x="2975" y="6590"/>
                </a:lnTo>
                <a:lnTo>
                  <a:pt x="2910" y="6676"/>
                </a:lnTo>
                <a:lnTo>
                  <a:pt x="2868" y="6762"/>
                </a:lnTo>
                <a:lnTo>
                  <a:pt x="2846" y="6847"/>
                </a:lnTo>
                <a:lnTo>
                  <a:pt x="2846" y="6890"/>
                </a:lnTo>
                <a:lnTo>
                  <a:pt x="2868" y="6911"/>
                </a:lnTo>
                <a:lnTo>
                  <a:pt x="2868" y="6911"/>
                </a:lnTo>
                <a:close/>
                <a:moveTo>
                  <a:pt x="5585" y="7489"/>
                </a:moveTo>
                <a:lnTo>
                  <a:pt x="5585" y="7489"/>
                </a:lnTo>
                <a:lnTo>
                  <a:pt x="5521" y="7489"/>
                </a:lnTo>
                <a:lnTo>
                  <a:pt x="5456" y="7510"/>
                </a:lnTo>
                <a:lnTo>
                  <a:pt x="5392" y="7553"/>
                </a:lnTo>
                <a:lnTo>
                  <a:pt x="5349" y="7596"/>
                </a:lnTo>
                <a:lnTo>
                  <a:pt x="5349" y="7639"/>
                </a:lnTo>
                <a:lnTo>
                  <a:pt x="5349" y="7682"/>
                </a:lnTo>
                <a:lnTo>
                  <a:pt x="5392" y="7703"/>
                </a:lnTo>
                <a:lnTo>
                  <a:pt x="5478" y="7724"/>
                </a:lnTo>
                <a:lnTo>
                  <a:pt x="5478" y="7724"/>
                </a:lnTo>
                <a:lnTo>
                  <a:pt x="5563" y="7746"/>
                </a:lnTo>
                <a:lnTo>
                  <a:pt x="5649" y="7724"/>
                </a:lnTo>
                <a:lnTo>
                  <a:pt x="5692" y="7682"/>
                </a:lnTo>
                <a:lnTo>
                  <a:pt x="5735" y="7639"/>
                </a:lnTo>
                <a:lnTo>
                  <a:pt x="5756" y="7575"/>
                </a:lnTo>
                <a:lnTo>
                  <a:pt x="5735" y="7532"/>
                </a:lnTo>
                <a:lnTo>
                  <a:pt x="5692" y="7489"/>
                </a:lnTo>
                <a:lnTo>
                  <a:pt x="5585" y="7489"/>
                </a:lnTo>
                <a:lnTo>
                  <a:pt x="5585" y="7489"/>
                </a:lnTo>
                <a:close/>
                <a:moveTo>
                  <a:pt x="3017" y="7553"/>
                </a:moveTo>
                <a:lnTo>
                  <a:pt x="3017" y="7553"/>
                </a:lnTo>
                <a:lnTo>
                  <a:pt x="2932" y="7553"/>
                </a:lnTo>
                <a:lnTo>
                  <a:pt x="2868" y="7553"/>
                </a:lnTo>
                <a:lnTo>
                  <a:pt x="2803" y="7596"/>
                </a:lnTo>
                <a:lnTo>
                  <a:pt x="2739" y="7617"/>
                </a:lnTo>
                <a:lnTo>
                  <a:pt x="2718" y="7660"/>
                </a:lnTo>
                <a:lnTo>
                  <a:pt x="2739" y="7703"/>
                </a:lnTo>
                <a:lnTo>
                  <a:pt x="2782" y="7746"/>
                </a:lnTo>
                <a:lnTo>
                  <a:pt x="2868" y="7789"/>
                </a:lnTo>
                <a:lnTo>
                  <a:pt x="2868" y="7789"/>
                </a:lnTo>
                <a:lnTo>
                  <a:pt x="2953" y="7789"/>
                </a:lnTo>
                <a:lnTo>
                  <a:pt x="3017" y="7767"/>
                </a:lnTo>
                <a:lnTo>
                  <a:pt x="3103" y="7724"/>
                </a:lnTo>
                <a:lnTo>
                  <a:pt x="3146" y="7682"/>
                </a:lnTo>
                <a:lnTo>
                  <a:pt x="3167" y="7660"/>
                </a:lnTo>
                <a:lnTo>
                  <a:pt x="3167" y="7617"/>
                </a:lnTo>
                <a:lnTo>
                  <a:pt x="3124" y="7575"/>
                </a:lnTo>
                <a:lnTo>
                  <a:pt x="3017" y="7553"/>
                </a:lnTo>
                <a:lnTo>
                  <a:pt x="3017" y="7553"/>
                </a:lnTo>
                <a:close/>
                <a:moveTo>
                  <a:pt x="5435" y="6013"/>
                </a:moveTo>
                <a:lnTo>
                  <a:pt x="5435" y="6013"/>
                </a:lnTo>
                <a:lnTo>
                  <a:pt x="5435" y="6077"/>
                </a:lnTo>
                <a:lnTo>
                  <a:pt x="5456" y="6141"/>
                </a:lnTo>
                <a:lnTo>
                  <a:pt x="5499" y="6205"/>
                </a:lnTo>
                <a:lnTo>
                  <a:pt x="5563" y="6270"/>
                </a:lnTo>
                <a:lnTo>
                  <a:pt x="5628" y="6312"/>
                </a:lnTo>
                <a:lnTo>
                  <a:pt x="5713" y="6334"/>
                </a:lnTo>
                <a:lnTo>
                  <a:pt x="5777" y="6312"/>
                </a:lnTo>
                <a:lnTo>
                  <a:pt x="5842" y="6291"/>
                </a:lnTo>
                <a:lnTo>
                  <a:pt x="5842" y="6291"/>
                </a:lnTo>
                <a:lnTo>
                  <a:pt x="5777" y="6184"/>
                </a:lnTo>
                <a:lnTo>
                  <a:pt x="5670" y="6034"/>
                </a:lnTo>
                <a:lnTo>
                  <a:pt x="5606" y="5991"/>
                </a:lnTo>
                <a:lnTo>
                  <a:pt x="5542" y="5949"/>
                </a:lnTo>
                <a:lnTo>
                  <a:pt x="5478" y="5949"/>
                </a:lnTo>
                <a:lnTo>
                  <a:pt x="5435" y="6013"/>
                </a:lnTo>
                <a:lnTo>
                  <a:pt x="5435" y="6013"/>
                </a:lnTo>
                <a:close/>
                <a:moveTo>
                  <a:pt x="4772" y="7510"/>
                </a:moveTo>
                <a:lnTo>
                  <a:pt x="4772" y="7510"/>
                </a:lnTo>
                <a:lnTo>
                  <a:pt x="4622" y="7553"/>
                </a:lnTo>
                <a:lnTo>
                  <a:pt x="4579" y="7596"/>
                </a:lnTo>
                <a:lnTo>
                  <a:pt x="4558" y="7617"/>
                </a:lnTo>
                <a:lnTo>
                  <a:pt x="4558" y="7660"/>
                </a:lnTo>
                <a:lnTo>
                  <a:pt x="4579" y="7682"/>
                </a:lnTo>
                <a:lnTo>
                  <a:pt x="4643" y="7703"/>
                </a:lnTo>
                <a:lnTo>
                  <a:pt x="4729" y="7724"/>
                </a:lnTo>
                <a:lnTo>
                  <a:pt x="4729" y="7724"/>
                </a:lnTo>
                <a:lnTo>
                  <a:pt x="4836" y="7746"/>
                </a:lnTo>
                <a:lnTo>
                  <a:pt x="4900" y="7724"/>
                </a:lnTo>
                <a:lnTo>
                  <a:pt x="4943" y="7703"/>
                </a:lnTo>
                <a:lnTo>
                  <a:pt x="4964" y="7660"/>
                </a:lnTo>
                <a:lnTo>
                  <a:pt x="4964" y="7639"/>
                </a:lnTo>
                <a:lnTo>
                  <a:pt x="4922" y="7596"/>
                </a:lnTo>
                <a:lnTo>
                  <a:pt x="4857" y="7553"/>
                </a:lnTo>
                <a:lnTo>
                  <a:pt x="4772" y="7510"/>
                </a:lnTo>
                <a:lnTo>
                  <a:pt x="4772" y="7510"/>
                </a:lnTo>
                <a:close/>
                <a:moveTo>
                  <a:pt x="4109" y="5221"/>
                </a:moveTo>
                <a:lnTo>
                  <a:pt x="4109" y="5221"/>
                </a:lnTo>
                <a:lnTo>
                  <a:pt x="4066" y="5200"/>
                </a:lnTo>
                <a:lnTo>
                  <a:pt x="4002" y="5243"/>
                </a:lnTo>
                <a:lnTo>
                  <a:pt x="3959" y="5285"/>
                </a:lnTo>
                <a:lnTo>
                  <a:pt x="3916" y="5350"/>
                </a:lnTo>
                <a:lnTo>
                  <a:pt x="3873" y="5414"/>
                </a:lnTo>
                <a:lnTo>
                  <a:pt x="3873" y="5478"/>
                </a:lnTo>
                <a:lnTo>
                  <a:pt x="3873" y="5542"/>
                </a:lnTo>
                <a:lnTo>
                  <a:pt x="3937" y="5606"/>
                </a:lnTo>
                <a:lnTo>
                  <a:pt x="3937" y="5606"/>
                </a:lnTo>
                <a:lnTo>
                  <a:pt x="4023" y="5521"/>
                </a:lnTo>
                <a:lnTo>
                  <a:pt x="4109" y="5414"/>
                </a:lnTo>
                <a:lnTo>
                  <a:pt x="4151" y="5350"/>
                </a:lnTo>
                <a:lnTo>
                  <a:pt x="4151" y="5307"/>
                </a:lnTo>
                <a:lnTo>
                  <a:pt x="4151" y="5243"/>
                </a:lnTo>
                <a:lnTo>
                  <a:pt x="4109" y="5221"/>
                </a:lnTo>
                <a:lnTo>
                  <a:pt x="4109" y="5221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3"/>
          <p:cNvSpPr/>
          <p:nvPr/>
        </p:nvSpPr>
        <p:spPr>
          <a:xfrm>
            <a:off x="5431350" y="3230675"/>
            <a:ext cx="889945" cy="974898"/>
          </a:xfrm>
          <a:custGeom>
            <a:rect b="b" l="l" r="r" t="t"/>
            <a:pathLst>
              <a:path extrusionOk="0" h="20878" w="16863">
                <a:moveTo>
                  <a:pt x="974" y="1801"/>
                </a:moveTo>
                <a:lnTo>
                  <a:pt x="1144" y="1825"/>
                </a:lnTo>
                <a:lnTo>
                  <a:pt x="1314" y="1874"/>
                </a:lnTo>
                <a:lnTo>
                  <a:pt x="1436" y="1874"/>
                </a:lnTo>
                <a:lnTo>
                  <a:pt x="1460" y="2093"/>
                </a:lnTo>
                <a:lnTo>
                  <a:pt x="1485" y="2774"/>
                </a:lnTo>
                <a:lnTo>
                  <a:pt x="1387" y="2750"/>
                </a:lnTo>
                <a:lnTo>
                  <a:pt x="1314" y="2774"/>
                </a:lnTo>
                <a:lnTo>
                  <a:pt x="1241" y="2798"/>
                </a:lnTo>
                <a:lnTo>
                  <a:pt x="901" y="3042"/>
                </a:lnTo>
                <a:lnTo>
                  <a:pt x="560" y="3309"/>
                </a:lnTo>
                <a:lnTo>
                  <a:pt x="511" y="3358"/>
                </a:lnTo>
                <a:lnTo>
                  <a:pt x="511" y="2847"/>
                </a:lnTo>
                <a:lnTo>
                  <a:pt x="536" y="2823"/>
                </a:lnTo>
                <a:lnTo>
                  <a:pt x="706" y="2725"/>
                </a:lnTo>
                <a:lnTo>
                  <a:pt x="852" y="2604"/>
                </a:lnTo>
                <a:lnTo>
                  <a:pt x="1193" y="2409"/>
                </a:lnTo>
                <a:lnTo>
                  <a:pt x="1290" y="2360"/>
                </a:lnTo>
                <a:lnTo>
                  <a:pt x="1339" y="2287"/>
                </a:lnTo>
                <a:lnTo>
                  <a:pt x="1436" y="2117"/>
                </a:lnTo>
                <a:lnTo>
                  <a:pt x="1460" y="2093"/>
                </a:lnTo>
                <a:lnTo>
                  <a:pt x="1436" y="2044"/>
                </a:lnTo>
                <a:lnTo>
                  <a:pt x="1412" y="2020"/>
                </a:lnTo>
                <a:lnTo>
                  <a:pt x="1290" y="1995"/>
                </a:lnTo>
                <a:lnTo>
                  <a:pt x="1168" y="1995"/>
                </a:lnTo>
                <a:lnTo>
                  <a:pt x="998" y="2068"/>
                </a:lnTo>
                <a:lnTo>
                  <a:pt x="828" y="2166"/>
                </a:lnTo>
                <a:lnTo>
                  <a:pt x="657" y="2287"/>
                </a:lnTo>
                <a:lnTo>
                  <a:pt x="487" y="2409"/>
                </a:lnTo>
                <a:lnTo>
                  <a:pt x="487" y="2093"/>
                </a:lnTo>
                <a:lnTo>
                  <a:pt x="438" y="1801"/>
                </a:lnTo>
                <a:lnTo>
                  <a:pt x="609" y="1825"/>
                </a:lnTo>
                <a:lnTo>
                  <a:pt x="974" y="1801"/>
                </a:lnTo>
                <a:close/>
                <a:moveTo>
                  <a:pt x="13237" y="803"/>
                </a:moveTo>
                <a:lnTo>
                  <a:pt x="13383" y="949"/>
                </a:lnTo>
                <a:lnTo>
                  <a:pt x="13651" y="1192"/>
                </a:lnTo>
                <a:lnTo>
                  <a:pt x="13943" y="1436"/>
                </a:lnTo>
                <a:lnTo>
                  <a:pt x="14210" y="1655"/>
                </a:lnTo>
                <a:lnTo>
                  <a:pt x="14454" y="1922"/>
                </a:lnTo>
                <a:lnTo>
                  <a:pt x="14697" y="2214"/>
                </a:lnTo>
                <a:lnTo>
                  <a:pt x="14965" y="2482"/>
                </a:lnTo>
                <a:lnTo>
                  <a:pt x="15500" y="3017"/>
                </a:lnTo>
                <a:lnTo>
                  <a:pt x="15646" y="3188"/>
                </a:lnTo>
                <a:lnTo>
                  <a:pt x="15792" y="3382"/>
                </a:lnTo>
                <a:lnTo>
                  <a:pt x="15938" y="3577"/>
                </a:lnTo>
                <a:lnTo>
                  <a:pt x="16084" y="3772"/>
                </a:lnTo>
                <a:lnTo>
                  <a:pt x="15743" y="3796"/>
                </a:lnTo>
                <a:lnTo>
                  <a:pt x="15403" y="3820"/>
                </a:lnTo>
                <a:lnTo>
                  <a:pt x="14697" y="3820"/>
                </a:lnTo>
                <a:lnTo>
                  <a:pt x="14016" y="3796"/>
                </a:lnTo>
                <a:lnTo>
                  <a:pt x="13651" y="3772"/>
                </a:lnTo>
                <a:lnTo>
                  <a:pt x="13310" y="3820"/>
                </a:lnTo>
                <a:lnTo>
                  <a:pt x="13261" y="3042"/>
                </a:lnTo>
                <a:lnTo>
                  <a:pt x="13188" y="2239"/>
                </a:lnTo>
                <a:lnTo>
                  <a:pt x="13188" y="1874"/>
                </a:lnTo>
                <a:lnTo>
                  <a:pt x="13188" y="1533"/>
                </a:lnTo>
                <a:lnTo>
                  <a:pt x="13237" y="803"/>
                </a:lnTo>
                <a:close/>
                <a:moveTo>
                  <a:pt x="1509" y="3163"/>
                </a:moveTo>
                <a:lnTo>
                  <a:pt x="1533" y="3455"/>
                </a:lnTo>
                <a:lnTo>
                  <a:pt x="1363" y="3553"/>
                </a:lnTo>
                <a:lnTo>
                  <a:pt x="1193" y="3650"/>
                </a:lnTo>
                <a:lnTo>
                  <a:pt x="901" y="3918"/>
                </a:lnTo>
                <a:lnTo>
                  <a:pt x="706" y="4064"/>
                </a:lnTo>
                <a:lnTo>
                  <a:pt x="511" y="4210"/>
                </a:lnTo>
                <a:lnTo>
                  <a:pt x="511" y="3845"/>
                </a:lnTo>
                <a:lnTo>
                  <a:pt x="511" y="3747"/>
                </a:lnTo>
                <a:lnTo>
                  <a:pt x="657" y="3699"/>
                </a:lnTo>
                <a:lnTo>
                  <a:pt x="803" y="3626"/>
                </a:lnTo>
                <a:lnTo>
                  <a:pt x="1047" y="3455"/>
                </a:lnTo>
                <a:lnTo>
                  <a:pt x="1387" y="3236"/>
                </a:lnTo>
                <a:lnTo>
                  <a:pt x="1509" y="3163"/>
                </a:lnTo>
                <a:close/>
                <a:moveTo>
                  <a:pt x="1533" y="3942"/>
                </a:moveTo>
                <a:lnTo>
                  <a:pt x="1533" y="4404"/>
                </a:lnTo>
                <a:lnTo>
                  <a:pt x="1533" y="4526"/>
                </a:lnTo>
                <a:lnTo>
                  <a:pt x="1168" y="4745"/>
                </a:lnTo>
                <a:lnTo>
                  <a:pt x="828" y="4988"/>
                </a:lnTo>
                <a:lnTo>
                  <a:pt x="657" y="5086"/>
                </a:lnTo>
                <a:lnTo>
                  <a:pt x="511" y="5232"/>
                </a:lnTo>
                <a:lnTo>
                  <a:pt x="511" y="4648"/>
                </a:lnTo>
                <a:lnTo>
                  <a:pt x="657" y="4575"/>
                </a:lnTo>
                <a:lnTo>
                  <a:pt x="803" y="4477"/>
                </a:lnTo>
                <a:lnTo>
                  <a:pt x="1095" y="4258"/>
                </a:lnTo>
                <a:lnTo>
                  <a:pt x="1533" y="3942"/>
                </a:lnTo>
                <a:close/>
                <a:moveTo>
                  <a:pt x="1509" y="4964"/>
                </a:moveTo>
                <a:lnTo>
                  <a:pt x="1485" y="5378"/>
                </a:lnTo>
                <a:lnTo>
                  <a:pt x="1363" y="5451"/>
                </a:lnTo>
                <a:lnTo>
                  <a:pt x="1217" y="5548"/>
                </a:lnTo>
                <a:lnTo>
                  <a:pt x="998" y="5767"/>
                </a:lnTo>
                <a:lnTo>
                  <a:pt x="730" y="5986"/>
                </a:lnTo>
                <a:lnTo>
                  <a:pt x="609" y="6108"/>
                </a:lnTo>
                <a:lnTo>
                  <a:pt x="487" y="6254"/>
                </a:lnTo>
                <a:lnTo>
                  <a:pt x="487" y="5499"/>
                </a:lnTo>
                <a:lnTo>
                  <a:pt x="633" y="5475"/>
                </a:lnTo>
                <a:lnTo>
                  <a:pt x="755" y="5426"/>
                </a:lnTo>
                <a:lnTo>
                  <a:pt x="998" y="5256"/>
                </a:lnTo>
                <a:lnTo>
                  <a:pt x="1509" y="4964"/>
                </a:lnTo>
                <a:close/>
                <a:moveTo>
                  <a:pt x="1460" y="5889"/>
                </a:moveTo>
                <a:lnTo>
                  <a:pt x="1436" y="6473"/>
                </a:lnTo>
                <a:lnTo>
                  <a:pt x="1363" y="6448"/>
                </a:lnTo>
                <a:lnTo>
                  <a:pt x="1266" y="6448"/>
                </a:lnTo>
                <a:lnTo>
                  <a:pt x="1168" y="6473"/>
                </a:lnTo>
                <a:lnTo>
                  <a:pt x="998" y="6594"/>
                </a:lnTo>
                <a:lnTo>
                  <a:pt x="852" y="6716"/>
                </a:lnTo>
                <a:lnTo>
                  <a:pt x="730" y="6862"/>
                </a:lnTo>
                <a:lnTo>
                  <a:pt x="511" y="7105"/>
                </a:lnTo>
                <a:lnTo>
                  <a:pt x="487" y="6448"/>
                </a:lnTo>
                <a:lnTo>
                  <a:pt x="511" y="6448"/>
                </a:lnTo>
                <a:lnTo>
                  <a:pt x="682" y="6424"/>
                </a:lnTo>
                <a:lnTo>
                  <a:pt x="828" y="6351"/>
                </a:lnTo>
                <a:lnTo>
                  <a:pt x="974" y="6254"/>
                </a:lnTo>
                <a:lnTo>
                  <a:pt x="1095" y="6156"/>
                </a:lnTo>
                <a:lnTo>
                  <a:pt x="1460" y="5889"/>
                </a:lnTo>
                <a:close/>
                <a:moveTo>
                  <a:pt x="6984" y="6205"/>
                </a:moveTo>
                <a:lnTo>
                  <a:pt x="6935" y="6229"/>
                </a:lnTo>
                <a:lnTo>
                  <a:pt x="6862" y="6278"/>
                </a:lnTo>
                <a:lnTo>
                  <a:pt x="6716" y="6424"/>
                </a:lnTo>
                <a:lnTo>
                  <a:pt x="6546" y="6594"/>
                </a:lnTo>
                <a:lnTo>
                  <a:pt x="6327" y="6740"/>
                </a:lnTo>
                <a:lnTo>
                  <a:pt x="6108" y="6862"/>
                </a:lnTo>
                <a:lnTo>
                  <a:pt x="5986" y="6911"/>
                </a:lnTo>
                <a:lnTo>
                  <a:pt x="5889" y="6935"/>
                </a:lnTo>
                <a:lnTo>
                  <a:pt x="5767" y="6935"/>
                </a:lnTo>
                <a:lnTo>
                  <a:pt x="5670" y="6911"/>
                </a:lnTo>
                <a:lnTo>
                  <a:pt x="5572" y="6886"/>
                </a:lnTo>
                <a:lnTo>
                  <a:pt x="5499" y="6838"/>
                </a:lnTo>
                <a:lnTo>
                  <a:pt x="5426" y="6740"/>
                </a:lnTo>
                <a:lnTo>
                  <a:pt x="5353" y="6619"/>
                </a:lnTo>
                <a:lnTo>
                  <a:pt x="5305" y="6546"/>
                </a:lnTo>
                <a:lnTo>
                  <a:pt x="5232" y="6521"/>
                </a:lnTo>
                <a:lnTo>
                  <a:pt x="5134" y="6521"/>
                </a:lnTo>
                <a:lnTo>
                  <a:pt x="5061" y="6546"/>
                </a:lnTo>
                <a:lnTo>
                  <a:pt x="4794" y="6716"/>
                </a:lnTo>
                <a:lnTo>
                  <a:pt x="4599" y="6813"/>
                </a:lnTo>
                <a:lnTo>
                  <a:pt x="4429" y="6911"/>
                </a:lnTo>
                <a:lnTo>
                  <a:pt x="4283" y="6959"/>
                </a:lnTo>
                <a:lnTo>
                  <a:pt x="4210" y="6959"/>
                </a:lnTo>
                <a:lnTo>
                  <a:pt x="4137" y="6935"/>
                </a:lnTo>
                <a:lnTo>
                  <a:pt x="4088" y="6911"/>
                </a:lnTo>
                <a:lnTo>
                  <a:pt x="4064" y="6838"/>
                </a:lnTo>
                <a:lnTo>
                  <a:pt x="4039" y="6765"/>
                </a:lnTo>
                <a:lnTo>
                  <a:pt x="4039" y="6667"/>
                </a:lnTo>
                <a:lnTo>
                  <a:pt x="4039" y="6619"/>
                </a:lnTo>
                <a:lnTo>
                  <a:pt x="4015" y="6594"/>
                </a:lnTo>
                <a:lnTo>
                  <a:pt x="3966" y="6570"/>
                </a:lnTo>
                <a:lnTo>
                  <a:pt x="3893" y="6570"/>
                </a:lnTo>
                <a:lnTo>
                  <a:pt x="3845" y="6643"/>
                </a:lnTo>
                <a:lnTo>
                  <a:pt x="3796" y="6862"/>
                </a:lnTo>
                <a:lnTo>
                  <a:pt x="3772" y="6959"/>
                </a:lnTo>
                <a:lnTo>
                  <a:pt x="3772" y="7057"/>
                </a:lnTo>
                <a:lnTo>
                  <a:pt x="3796" y="7154"/>
                </a:lnTo>
                <a:lnTo>
                  <a:pt x="3845" y="7251"/>
                </a:lnTo>
                <a:lnTo>
                  <a:pt x="3942" y="7300"/>
                </a:lnTo>
                <a:lnTo>
                  <a:pt x="4064" y="7349"/>
                </a:lnTo>
                <a:lnTo>
                  <a:pt x="4331" y="7349"/>
                </a:lnTo>
                <a:lnTo>
                  <a:pt x="4453" y="7324"/>
                </a:lnTo>
                <a:lnTo>
                  <a:pt x="4599" y="7276"/>
                </a:lnTo>
                <a:lnTo>
                  <a:pt x="4842" y="7154"/>
                </a:lnTo>
                <a:lnTo>
                  <a:pt x="5086" y="7008"/>
                </a:lnTo>
                <a:lnTo>
                  <a:pt x="5183" y="7130"/>
                </a:lnTo>
                <a:lnTo>
                  <a:pt x="5280" y="7203"/>
                </a:lnTo>
                <a:lnTo>
                  <a:pt x="5378" y="7276"/>
                </a:lnTo>
                <a:lnTo>
                  <a:pt x="5499" y="7324"/>
                </a:lnTo>
                <a:lnTo>
                  <a:pt x="5597" y="7349"/>
                </a:lnTo>
                <a:lnTo>
                  <a:pt x="5718" y="7349"/>
                </a:lnTo>
                <a:lnTo>
                  <a:pt x="5962" y="7324"/>
                </a:lnTo>
                <a:lnTo>
                  <a:pt x="6229" y="7251"/>
                </a:lnTo>
                <a:lnTo>
                  <a:pt x="6473" y="7130"/>
                </a:lnTo>
                <a:lnTo>
                  <a:pt x="6716" y="6984"/>
                </a:lnTo>
                <a:lnTo>
                  <a:pt x="6935" y="6813"/>
                </a:lnTo>
                <a:lnTo>
                  <a:pt x="7057" y="6959"/>
                </a:lnTo>
                <a:lnTo>
                  <a:pt x="7203" y="7081"/>
                </a:lnTo>
                <a:lnTo>
                  <a:pt x="7373" y="7154"/>
                </a:lnTo>
                <a:lnTo>
                  <a:pt x="7568" y="7203"/>
                </a:lnTo>
                <a:lnTo>
                  <a:pt x="7714" y="7227"/>
                </a:lnTo>
                <a:lnTo>
                  <a:pt x="7981" y="7227"/>
                </a:lnTo>
                <a:lnTo>
                  <a:pt x="8103" y="7178"/>
                </a:lnTo>
                <a:lnTo>
                  <a:pt x="8225" y="7130"/>
                </a:lnTo>
                <a:lnTo>
                  <a:pt x="8322" y="7057"/>
                </a:lnTo>
                <a:lnTo>
                  <a:pt x="8541" y="6911"/>
                </a:lnTo>
                <a:lnTo>
                  <a:pt x="8663" y="7057"/>
                </a:lnTo>
                <a:lnTo>
                  <a:pt x="8833" y="7154"/>
                </a:lnTo>
                <a:lnTo>
                  <a:pt x="9028" y="7203"/>
                </a:lnTo>
                <a:lnTo>
                  <a:pt x="9222" y="7227"/>
                </a:lnTo>
                <a:lnTo>
                  <a:pt x="9441" y="7203"/>
                </a:lnTo>
                <a:lnTo>
                  <a:pt x="9636" y="7154"/>
                </a:lnTo>
                <a:lnTo>
                  <a:pt x="9830" y="7057"/>
                </a:lnTo>
                <a:lnTo>
                  <a:pt x="10001" y="6935"/>
                </a:lnTo>
                <a:lnTo>
                  <a:pt x="10171" y="7057"/>
                </a:lnTo>
                <a:lnTo>
                  <a:pt x="10341" y="7154"/>
                </a:lnTo>
                <a:lnTo>
                  <a:pt x="10512" y="7227"/>
                </a:lnTo>
                <a:lnTo>
                  <a:pt x="10706" y="7276"/>
                </a:lnTo>
                <a:lnTo>
                  <a:pt x="10877" y="7276"/>
                </a:lnTo>
                <a:lnTo>
                  <a:pt x="11047" y="7251"/>
                </a:lnTo>
                <a:lnTo>
                  <a:pt x="11193" y="7203"/>
                </a:lnTo>
                <a:lnTo>
                  <a:pt x="11339" y="7105"/>
                </a:lnTo>
                <a:lnTo>
                  <a:pt x="11436" y="7203"/>
                </a:lnTo>
                <a:lnTo>
                  <a:pt x="11534" y="7276"/>
                </a:lnTo>
                <a:lnTo>
                  <a:pt x="11655" y="7349"/>
                </a:lnTo>
                <a:lnTo>
                  <a:pt x="11777" y="7397"/>
                </a:lnTo>
                <a:lnTo>
                  <a:pt x="11899" y="7422"/>
                </a:lnTo>
                <a:lnTo>
                  <a:pt x="12020" y="7422"/>
                </a:lnTo>
                <a:lnTo>
                  <a:pt x="12142" y="7397"/>
                </a:lnTo>
                <a:lnTo>
                  <a:pt x="12239" y="7349"/>
                </a:lnTo>
                <a:lnTo>
                  <a:pt x="12337" y="7300"/>
                </a:lnTo>
                <a:lnTo>
                  <a:pt x="12434" y="7203"/>
                </a:lnTo>
                <a:lnTo>
                  <a:pt x="12604" y="7032"/>
                </a:lnTo>
                <a:lnTo>
                  <a:pt x="12848" y="7178"/>
                </a:lnTo>
                <a:lnTo>
                  <a:pt x="12969" y="7251"/>
                </a:lnTo>
                <a:lnTo>
                  <a:pt x="13091" y="7300"/>
                </a:lnTo>
                <a:lnTo>
                  <a:pt x="13213" y="7324"/>
                </a:lnTo>
                <a:lnTo>
                  <a:pt x="13334" y="7324"/>
                </a:lnTo>
                <a:lnTo>
                  <a:pt x="13432" y="7300"/>
                </a:lnTo>
                <a:lnTo>
                  <a:pt x="13529" y="7227"/>
                </a:lnTo>
                <a:lnTo>
                  <a:pt x="13651" y="7324"/>
                </a:lnTo>
                <a:lnTo>
                  <a:pt x="13797" y="7373"/>
                </a:lnTo>
                <a:lnTo>
                  <a:pt x="13967" y="7397"/>
                </a:lnTo>
                <a:lnTo>
                  <a:pt x="14113" y="7373"/>
                </a:lnTo>
                <a:lnTo>
                  <a:pt x="14259" y="7349"/>
                </a:lnTo>
                <a:lnTo>
                  <a:pt x="14405" y="7251"/>
                </a:lnTo>
                <a:lnTo>
                  <a:pt x="14502" y="7154"/>
                </a:lnTo>
                <a:lnTo>
                  <a:pt x="14575" y="7008"/>
                </a:lnTo>
                <a:lnTo>
                  <a:pt x="14575" y="6959"/>
                </a:lnTo>
                <a:lnTo>
                  <a:pt x="14575" y="6935"/>
                </a:lnTo>
                <a:lnTo>
                  <a:pt x="14527" y="6911"/>
                </a:lnTo>
                <a:lnTo>
                  <a:pt x="14502" y="6911"/>
                </a:lnTo>
                <a:lnTo>
                  <a:pt x="14283" y="6959"/>
                </a:lnTo>
                <a:lnTo>
                  <a:pt x="14016" y="7032"/>
                </a:lnTo>
                <a:lnTo>
                  <a:pt x="13894" y="7032"/>
                </a:lnTo>
                <a:lnTo>
                  <a:pt x="13772" y="7008"/>
                </a:lnTo>
                <a:lnTo>
                  <a:pt x="13699" y="6959"/>
                </a:lnTo>
                <a:lnTo>
                  <a:pt x="13651" y="6911"/>
                </a:lnTo>
                <a:lnTo>
                  <a:pt x="13651" y="6862"/>
                </a:lnTo>
                <a:lnTo>
                  <a:pt x="13626" y="6789"/>
                </a:lnTo>
                <a:lnTo>
                  <a:pt x="13578" y="6740"/>
                </a:lnTo>
                <a:lnTo>
                  <a:pt x="13529" y="6692"/>
                </a:lnTo>
                <a:lnTo>
                  <a:pt x="13407" y="6692"/>
                </a:lnTo>
                <a:lnTo>
                  <a:pt x="13359" y="6716"/>
                </a:lnTo>
                <a:lnTo>
                  <a:pt x="13334" y="6789"/>
                </a:lnTo>
                <a:lnTo>
                  <a:pt x="13310" y="6862"/>
                </a:lnTo>
                <a:lnTo>
                  <a:pt x="13286" y="6911"/>
                </a:lnTo>
                <a:lnTo>
                  <a:pt x="13286" y="6959"/>
                </a:lnTo>
                <a:lnTo>
                  <a:pt x="13261" y="6984"/>
                </a:lnTo>
                <a:lnTo>
                  <a:pt x="13115" y="6984"/>
                </a:lnTo>
                <a:lnTo>
                  <a:pt x="13018" y="6935"/>
                </a:lnTo>
                <a:lnTo>
                  <a:pt x="12823" y="6789"/>
                </a:lnTo>
                <a:lnTo>
                  <a:pt x="12677" y="6667"/>
                </a:lnTo>
                <a:lnTo>
                  <a:pt x="12629" y="6643"/>
                </a:lnTo>
                <a:lnTo>
                  <a:pt x="12580" y="6619"/>
                </a:lnTo>
                <a:lnTo>
                  <a:pt x="12507" y="6619"/>
                </a:lnTo>
                <a:lnTo>
                  <a:pt x="12458" y="6667"/>
                </a:lnTo>
                <a:lnTo>
                  <a:pt x="12264" y="6886"/>
                </a:lnTo>
                <a:lnTo>
                  <a:pt x="12166" y="6959"/>
                </a:lnTo>
                <a:lnTo>
                  <a:pt x="12045" y="7032"/>
                </a:lnTo>
                <a:lnTo>
                  <a:pt x="11947" y="7057"/>
                </a:lnTo>
                <a:lnTo>
                  <a:pt x="11850" y="7032"/>
                </a:lnTo>
                <a:lnTo>
                  <a:pt x="11777" y="7008"/>
                </a:lnTo>
                <a:lnTo>
                  <a:pt x="11704" y="6911"/>
                </a:lnTo>
                <a:lnTo>
                  <a:pt x="11631" y="6813"/>
                </a:lnTo>
                <a:lnTo>
                  <a:pt x="11582" y="6667"/>
                </a:lnTo>
                <a:lnTo>
                  <a:pt x="11582" y="6594"/>
                </a:lnTo>
                <a:lnTo>
                  <a:pt x="11534" y="6521"/>
                </a:lnTo>
                <a:lnTo>
                  <a:pt x="11485" y="6497"/>
                </a:lnTo>
                <a:lnTo>
                  <a:pt x="11436" y="6473"/>
                </a:lnTo>
                <a:lnTo>
                  <a:pt x="11363" y="6473"/>
                </a:lnTo>
                <a:lnTo>
                  <a:pt x="11315" y="6497"/>
                </a:lnTo>
                <a:lnTo>
                  <a:pt x="11266" y="6546"/>
                </a:lnTo>
                <a:lnTo>
                  <a:pt x="11217" y="6619"/>
                </a:lnTo>
                <a:lnTo>
                  <a:pt x="11193" y="6716"/>
                </a:lnTo>
                <a:lnTo>
                  <a:pt x="11144" y="6789"/>
                </a:lnTo>
                <a:lnTo>
                  <a:pt x="11071" y="6838"/>
                </a:lnTo>
                <a:lnTo>
                  <a:pt x="11023" y="6886"/>
                </a:lnTo>
                <a:lnTo>
                  <a:pt x="10950" y="6911"/>
                </a:lnTo>
                <a:lnTo>
                  <a:pt x="10877" y="6911"/>
                </a:lnTo>
                <a:lnTo>
                  <a:pt x="10706" y="6886"/>
                </a:lnTo>
                <a:lnTo>
                  <a:pt x="10560" y="6838"/>
                </a:lnTo>
                <a:lnTo>
                  <a:pt x="10390" y="6740"/>
                </a:lnTo>
                <a:lnTo>
                  <a:pt x="10268" y="6643"/>
                </a:lnTo>
                <a:lnTo>
                  <a:pt x="10147" y="6521"/>
                </a:lnTo>
                <a:lnTo>
                  <a:pt x="10074" y="6473"/>
                </a:lnTo>
                <a:lnTo>
                  <a:pt x="10001" y="6448"/>
                </a:lnTo>
                <a:lnTo>
                  <a:pt x="9928" y="6473"/>
                </a:lnTo>
                <a:lnTo>
                  <a:pt x="9855" y="6521"/>
                </a:lnTo>
                <a:lnTo>
                  <a:pt x="9757" y="6619"/>
                </a:lnTo>
                <a:lnTo>
                  <a:pt x="9611" y="6716"/>
                </a:lnTo>
                <a:lnTo>
                  <a:pt x="9441" y="6789"/>
                </a:lnTo>
                <a:lnTo>
                  <a:pt x="9271" y="6838"/>
                </a:lnTo>
                <a:lnTo>
                  <a:pt x="9101" y="6838"/>
                </a:lnTo>
                <a:lnTo>
                  <a:pt x="9028" y="6813"/>
                </a:lnTo>
                <a:lnTo>
                  <a:pt x="8979" y="6789"/>
                </a:lnTo>
                <a:lnTo>
                  <a:pt x="8906" y="6740"/>
                </a:lnTo>
                <a:lnTo>
                  <a:pt x="8882" y="6667"/>
                </a:lnTo>
                <a:lnTo>
                  <a:pt x="8833" y="6594"/>
                </a:lnTo>
                <a:lnTo>
                  <a:pt x="8833" y="6497"/>
                </a:lnTo>
                <a:lnTo>
                  <a:pt x="8809" y="6424"/>
                </a:lnTo>
                <a:lnTo>
                  <a:pt x="8784" y="6375"/>
                </a:lnTo>
                <a:lnTo>
                  <a:pt x="8736" y="6327"/>
                </a:lnTo>
                <a:lnTo>
                  <a:pt x="8687" y="6302"/>
                </a:lnTo>
                <a:lnTo>
                  <a:pt x="8638" y="6278"/>
                </a:lnTo>
                <a:lnTo>
                  <a:pt x="8565" y="6278"/>
                </a:lnTo>
                <a:lnTo>
                  <a:pt x="8517" y="6302"/>
                </a:lnTo>
                <a:lnTo>
                  <a:pt x="8468" y="6351"/>
                </a:lnTo>
                <a:lnTo>
                  <a:pt x="8298" y="6546"/>
                </a:lnTo>
                <a:lnTo>
                  <a:pt x="8200" y="6643"/>
                </a:lnTo>
                <a:lnTo>
                  <a:pt x="8103" y="6740"/>
                </a:lnTo>
                <a:lnTo>
                  <a:pt x="7981" y="6789"/>
                </a:lnTo>
                <a:lnTo>
                  <a:pt x="7860" y="6813"/>
                </a:lnTo>
                <a:lnTo>
                  <a:pt x="7714" y="6813"/>
                </a:lnTo>
                <a:lnTo>
                  <a:pt x="7592" y="6789"/>
                </a:lnTo>
                <a:lnTo>
                  <a:pt x="7446" y="6740"/>
                </a:lnTo>
                <a:lnTo>
                  <a:pt x="7349" y="6667"/>
                </a:lnTo>
                <a:lnTo>
                  <a:pt x="7276" y="6546"/>
                </a:lnTo>
                <a:lnTo>
                  <a:pt x="7227" y="6424"/>
                </a:lnTo>
                <a:lnTo>
                  <a:pt x="7227" y="6375"/>
                </a:lnTo>
                <a:lnTo>
                  <a:pt x="7178" y="6302"/>
                </a:lnTo>
                <a:lnTo>
                  <a:pt x="7154" y="6278"/>
                </a:lnTo>
                <a:lnTo>
                  <a:pt x="7105" y="6229"/>
                </a:lnTo>
                <a:lnTo>
                  <a:pt x="7032" y="6205"/>
                </a:lnTo>
                <a:close/>
                <a:moveTo>
                  <a:pt x="1412" y="6813"/>
                </a:moveTo>
                <a:lnTo>
                  <a:pt x="1387" y="7397"/>
                </a:lnTo>
                <a:lnTo>
                  <a:pt x="1144" y="7616"/>
                </a:lnTo>
                <a:lnTo>
                  <a:pt x="925" y="7835"/>
                </a:lnTo>
                <a:lnTo>
                  <a:pt x="755" y="8006"/>
                </a:lnTo>
                <a:lnTo>
                  <a:pt x="584" y="8176"/>
                </a:lnTo>
                <a:lnTo>
                  <a:pt x="536" y="7543"/>
                </a:lnTo>
                <a:lnTo>
                  <a:pt x="657" y="7446"/>
                </a:lnTo>
                <a:lnTo>
                  <a:pt x="755" y="7349"/>
                </a:lnTo>
                <a:lnTo>
                  <a:pt x="949" y="7154"/>
                </a:lnTo>
                <a:lnTo>
                  <a:pt x="1095" y="7032"/>
                </a:lnTo>
                <a:lnTo>
                  <a:pt x="1241" y="6911"/>
                </a:lnTo>
                <a:lnTo>
                  <a:pt x="1412" y="6813"/>
                </a:lnTo>
                <a:close/>
                <a:moveTo>
                  <a:pt x="1363" y="7981"/>
                </a:moveTo>
                <a:lnTo>
                  <a:pt x="1339" y="8468"/>
                </a:lnTo>
                <a:lnTo>
                  <a:pt x="1241" y="8541"/>
                </a:lnTo>
                <a:lnTo>
                  <a:pt x="1168" y="8614"/>
                </a:lnTo>
                <a:lnTo>
                  <a:pt x="1022" y="8736"/>
                </a:lnTo>
                <a:lnTo>
                  <a:pt x="901" y="8882"/>
                </a:lnTo>
                <a:lnTo>
                  <a:pt x="779" y="9052"/>
                </a:lnTo>
                <a:lnTo>
                  <a:pt x="633" y="9222"/>
                </a:lnTo>
                <a:lnTo>
                  <a:pt x="584" y="8492"/>
                </a:lnTo>
                <a:lnTo>
                  <a:pt x="730" y="8444"/>
                </a:lnTo>
                <a:lnTo>
                  <a:pt x="852" y="8395"/>
                </a:lnTo>
                <a:lnTo>
                  <a:pt x="1095" y="8200"/>
                </a:lnTo>
                <a:lnTo>
                  <a:pt x="1363" y="7981"/>
                </a:lnTo>
                <a:close/>
                <a:moveTo>
                  <a:pt x="10901" y="8638"/>
                </a:moveTo>
                <a:lnTo>
                  <a:pt x="10828" y="8687"/>
                </a:lnTo>
                <a:lnTo>
                  <a:pt x="10779" y="8736"/>
                </a:lnTo>
                <a:lnTo>
                  <a:pt x="10706" y="8857"/>
                </a:lnTo>
                <a:lnTo>
                  <a:pt x="10682" y="8979"/>
                </a:lnTo>
                <a:lnTo>
                  <a:pt x="10560" y="9076"/>
                </a:lnTo>
                <a:lnTo>
                  <a:pt x="10414" y="9149"/>
                </a:lnTo>
                <a:lnTo>
                  <a:pt x="10293" y="9173"/>
                </a:lnTo>
                <a:lnTo>
                  <a:pt x="10122" y="9173"/>
                </a:lnTo>
                <a:lnTo>
                  <a:pt x="10025" y="9149"/>
                </a:lnTo>
                <a:lnTo>
                  <a:pt x="9976" y="9125"/>
                </a:lnTo>
                <a:lnTo>
                  <a:pt x="9928" y="9076"/>
                </a:lnTo>
                <a:lnTo>
                  <a:pt x="9903" y="9028"/>
                </a:lnTo>
                <a:lnTo>
                  <a:pt x="9903" y="8930"/>
                </a:lnTo>
                <a:lnTo>
                  <a:pt x="9879" y="8857"/>
                </a:lnTo>
                <a:lnTo>
                  <a:pt x="9830" y="8809"/>
                </a:lnTo>
                <a:lnTo>
                  <a:pt x="9757" y="8760"/>
                </a:lnTo>
                <a:lnTo>
                  <a:pt x="9684" y="8760"/>
                </a:lnTo>
                <a:lnTo>
                  <a:pt x="9611" y="8784"/>
                </a:lnTo>
                <a:lnTo>
                  <a:pt x="9563" y="8833"/>
                </a:lnTo>
                <a:lnTo>
                  <a:pt x="9514" y="8906"/>
                </a:lnTo>
                <a:lnTo>
                  <a:pt x="9490" y="8955"/>
                </a:lnTo>
                <a:lnTo>
                  <a:pt x="9441" y="9003"/>
                </a:lnTo>
                <a:lnTo>
                  <a:pt x="9320" y="9052"/>
                </a:lnTo>
                <a:lnTo>
                  <a:pt x="9149" y="9101"/>
                </a:lnTo>
                <a:lnTo>
                  <a:pt x="8979" y="9125"/>
                </a:lnTo>
                <a:lnTo>
                  <a:pt x="8809" y="9101"/>
                </a:lnTo>
                <a:lnTo>
                  <a:pt x="8663" y="9076"/>
                </a:lnTo>
                <a:lnTo>
                  <a:pt x="8541" y="9003"/>
                </a:lnTo>
                <a:lnTo>
                  <a:pt x="8517" y="8955"/>
                </a:lnTo>
                <a:lnTo>
                  <a:pt x="8492" y="8906"/>
                </a:lnTo>
                <a:lnTo>
                  <a:pt x="8492" y="8833"/>
                </a:lnTo>
                <a:lnTo>
                  <a:pt x="8444" y="8784"/>
                </a:lnTo>
                <a:lnTo>
                  <a:pt x="8419" y="8736"/>
                </a:lnTo>
                <a:lnTo>
                  <a:pt x="8371" y="8711"/>
                </a:lnTo>
                <a:lnTo>
                  <a:pt x="8298" y="8687"/>
                </a:lnTo>
                <a:lnTo>
                  <a:pt x="8249" y="8687"/>
                </a:lnTo>
                <a:lnTo>
                  <a:pt x="8200" y="8711"/>
                </a:lnTo>
                <a:lnTo>
                  <a:pt x="8127" y="8736"/>
                </a:lnTo>
                <a:lnTo>
                  <a:pt x="8006" y="8906"/>
                </a:lnTo>
                <a:lnTo>
                  <a:pt x="7860" y="9052"/>
                </a:lnTo>
                <a:lnTo>
                  <a:pt x="7787" y="9125"/>
                </a:lnTo>
                <a:lnTo>
                  <a:pt x="7689" y="9173"/>
                </a:lnTo>
                <a:lnTo>
                  <a:pt x="7568" y="9222"/>
                </a:lnTo>
                <a:lnTo>
                  <a:pt x="7446" y="9246"/>
                </a:lnTo>
                <a:lnTo>
                  <a:pt x="7324" y="9246"/>
                </a:lnTo>
                <a:lnTo>
                  <a:pt x="7276" y="9222"/>
                </a:lnTo>
                <a:lnTo>
                  <a:pt x="7227" y="9198"/>
                </a:lnTo>
                <a:lnTo>
                  <a:pt x="7203" y="9149"/>
                </a:lnTo>
                <a:lnTo>
                  <a:pt x="7178" y="9076"/>
                </a:lnTo>
                <a:lnTo>
                  <a:pt x="7178" y="9003"/>
                </a:lnTo>
                <a:lnTo>
                  <a:pt x="7203" y="8930"/>
                </a:lnTo>
                <a:lnTo>
                  <a:pt x="7203" y="8833"/>
                </a:lnTo>
                <a:lnTo>
                  <a:pt x="7154" y="8760"/>
                </a:lnTo>
                <a:lnTo>
                  <a:pt x="7105" y="8687"/>
                </a:lnTo>
                <a:lnTo>
                  <a:pt x="7032" y="8663"/>
                </a:lnTo>
                <a:lnTo>
                  <a:pt x="6886" y="8663"/>
                </a:lnTo>
                <a:lnTo>
                  <a:pt x="6813" y="8711"/>
                </a:lnTo>
                <a:lnTo>
                  <a:pt x="6789" y="8809"/>
                </a:lnTo>
                <a:lnTo>
                  <a:pt x="6740" y="8906"/>
                </a:lnTo>
                <a:lnTo>
                  <a:pt x="6692" y="8979"/>
                </a:lnTo>
                <a:lnTo>
                  <a:pt x="6619" y="9076"/>
                </a:lnTo>
                <a:lnTo>
                  <a:pt x="6521" y="9125"/>
                </a:lnTo>
                <a:lnTo>
                  <a:pt x="6424" y="9173"/>
                </a:lnTo>
                <a:lnTo>
                  <a:pt x="6327" y="9222"/>
                </a:lnTo>
                <a:lnTo>
                  <a:pt x="6083" y="9271"/>
                </a:lnTo>
                <a:lnTo>
                  <a:pt x="5864" y="9246"/>
                </a:lnTo>
                <a:lnTo>
                  <a:pt x="5743" y="9222"/>
                </a:lnTo>
                <a:lnTo>
                  <a:pt x="5645" y="9198"/>
                </a:lnTo>
                <a:lnTo>
                  <a:pt x="5572" y="9125"/>
                </a:lnTo>
                <a:lnTo>
                  <a:pt x="5499" y="9052"/>
                </a:lnTo>
                <a:lnTo>
                  <a:pt x="5451" y="8979"/>
                </a:lnTo>
                <a:lnTo>
                  <a:pt x="5402" y="8882"/>
                </a:lnTo>
                <a:lnTo>
                  <a:pt x="5402" y="8833"/>
                </a:lnTo>
                <a:lnTo>
                  <a:pt x="5378" y="8784"/>
                </a:lnTo>
                <a:lnTo>
                  <a:pt x="5280" y="8736"/>
                </a:lnTo>
                <a:lnTo>
                  <a:pt x="5183" y="8711"/>
                </a:lnTo>
                <a:lnTo>
                  <a:pt x="5086" y="8736"/>
                </a:lnTo>
                <a:lnTo>
                  <a:pt x="4842" y="8906"/>
                </a:lnTo>
                <a:lnTo>
                  <a:pt x="4648" y="9028"/>
                </a:lnTo>
                <a:lnTo>
                  <a:pt x="4453" y="9149"/>
                </a:lnTo>
                <a:lnTo>
                  <a:pt x="4258" y="9222"/>
                </a:lnTo>
                <a:lnTo>
                  <a:pt x="4112" y="9222"/>
                </a:lnTo>
                <a:lnTo>
                  <a:pt x="4064" y="9198"/>
                </a:lnTo>
                <a:lnTo>
                  <a:pt x="4015" y="9149"/>
                </a:lnTo>
                <a:lnTo>
                  <a:pt x="3991" y="9076"/>
                </a:lnTo>
                <a:lnTo>
                  <a:pt x="4015" y="8955"/>
                </a:lnTo>
                <a:lnTo>
                  <a:pt x="4015" y="8906"/>
                </a:lnTo>
                <a:lnTo>
                  <a:pt x="3991" y="8857"/>
                </a:lnTo>
                <a:lnTo>
                  <a:pt x="3966" y="8833"/>
                </a:lnTo>
                <a:lnTo>
                  <a:pt x="3918" y="8809"/>
                </a:lnTo>
                <a:lnTo>
                  <a:pt x="3893" y="8784"/>
                </a:lnTo>
                <a:lnTo>
                  <a:pt x="3845" y="8809"/>
                </a:lnTo>
                <a:lnTo>
                  <a:pt x="3796" y="8809"/>
                </a:lnTo>
                <a:lnTo>
                  <a:pt x="3747" y="8857"/>
                </a:lnTo>
                <a:lnTo>
                  <a:pt x="3699" y="8979"/>
                </a:lnTo>
                <a:lnTo>
                  <a:pt x="3674" y="9101"/>
                </a:lnTo>
                <a:lnTo>
                  <a:pt x="3674" y="9222"/>
                </a:lnTo>
                <a:lnTo>
                  <a:pt x="3699" y="9319"/>
                </a:lnTo>
                <a:lnTo>
                  <a:pt x="3772" y="9417"/>
                </a:lnTo>
                <a:lnTo>
                  <a:pt x="3845" y="9514"/>
                </a:lnTo>
                <a:lnTo>
                  <a:pt x="3966" y="9587"/>
                </a:lnTo>
                <a:lnTo>
                  <a:pt x="4088" y="9636"/>
                </a:lnTo>
                <a:lnTo>
                  <a:pt x="4210" y="9660"/>
                </a:lnTo>
                <a:lnTo>
                  <a:pt x="4356" y="9636"/>
                </a:lnTo>
                <a:lnTo>
                  <a:pt x="4477" y="9611"/>
                </a:lnTo>
                <a:lnTo>
                  <a:pt x="4599" y="9563"/>
                </a:lnTo>
                <a:lnTo>
                  <a:pt x="4842" y="9417"/>
                </a:lnTo>
                <a:lnTo>
                  <a:pt x="5086" y="9246"/>
                </a:lnTo>
                <a:lnTo>
                  <a:pt x="5159" y="9344"/>
                </a:lnTo>
                <a:lnTo>
                  <a:pt x="5232" y="9441"/>
                </a:lnTo>
                <a:lnTo>
                  <a:pt x="5329" y="9514"/>
                </a:lnTo>
                <a:lnTo>
                  <a:pt x="5426" y="9563"/>
                </a:lnTo>
                <a:lnTo>
                  <a:pt x="5670" y="9660"/>
                </a:lnTo>
                <a:lnTo>
                  <a:pt x="5913" y="9684"/>
                </a:lnTo>
                <a:lnTo>
                  <a:pt x="6181" y="9684"/>
                </a:lnTo>
                <a:lnTo>
                  <a:pt x="6424" y="9636"/>
                </a:lnTo>
                <a:lnTo>
                  <a:pt x="6667" y="9538"/>
                </a:lnTo>
                <a:lnTo>
                  <a:pt x="6886" y="9392"/>
                </a:lnTo>
                <a:lnTo>
                  <a:pt x="6984" y="9490"/>
                </a:lnTo>
                <a:lnTo>
                  <a:pt x="7081" y="9563"/>
                </a:lnTo>
                <a:lnTo>
                  <a:pt x="7227" y="9636"/>
                </a:lnTo>
                <a:lnTo>
                  <a:pt x="7373" y="9684"/>
                </a:lnTo>
                <a:lnTo>
                  <a:pt x="7519" y="9709"/>
                </a:lnTo>
                <a:lnTo>
                  <a:pt x="7641" y="9684"/>
                </a:lnTo>
                <a:lnTo>
                  <a:pt x="7762" y="9660"/>
                </a:lnTo>
                <a:lnTo>
                  <a:pt x="7884" y="9611"/>
                </a:lnTo>
                <a:lnTo>
                  <a:pt x="7981" y="9538"/>
                </a:lnTo>
                <a:lnTo>
                  <a:pt x="8079" y="9465"/>
                </a:lnTo>
                <a:lnTo>
                  <a:pt x="8249" y="9271"/>
                </a:lnTo>
                <a:lnTo>
                  <a:pt x="8371" y="9368"/>
                </a:lnTo>
                <a:lnTo>
                  <a:pt x="8541" y="9465"/>
                </a:lnTo>
                <a:lnTo>
                  <a:pt x="8711" y="9514"/>
                </a:lnTo>
                <a:lnTo>
                  <a:pt x="8906" y="9538"/>
                </a:lnTo>
                <a:lnTo>
                  <a:pt x="9101" y="9538"/>
                </a:lnTo>
                <a:lnTo>
                  <a:pt x="9271" y="9514"/>
                </a:lnTo>
                <a:lnTo>
                  <a:pt x="9466" y="9441"/>
                </a:lnTo>
                <a:lnTo>
                  <a:pt x="9611" y="9368"/>
                </a:lnTo>
                <a:lnTo>
                  <a:pt x="9733" y="9465"/>
                </a:lnTo>
                <a:lnTo>
                  <a:pt x="9855" y="9514"/>
                </a:lnTo>
                <a:lnTo>
                  <a:pt x="10025" y="9563"/>
                </a:lnTo>
                <a:lnTo>
                  <a:pt x="10195" y="9563"/>
                </a:lnTo>
                <a:lnTo>
                  <a:pt x="10366" y="9538"/>
                </a:lnTo>
                <a:lnTo>
                  <a:pt x="10560" y="9490"/>
                </a:lnTo>
                <a:lnTo>
                  <a:pt x="10706" y="9417"/>
                </a:lnTo>
                <a:lnTo>
                  <a:pt x="10852" y="9319"/>
                </a:lnTo>
                <a:lnTo>
                  <a:pt x="10974" y="9392"/>
                </a:lnTo>
                <a:lnTo>
                  <a:pt x="11096" y="9441"/>
                </a:lnTo>
                <a:lnTo>
                  <a:pt x="11242" y="9465"/>
                </a:lnTo>
                <a:lnTo>
                  <a:pt x="11363" y="9490"/>
                </a:lnTo>
                <a:lnTo>
                  <a:pt x="11509" y="9490"/>
                </a:lnTo>
                <a:lnTo>
                  <a:pt x="11655" y="9465"/>
                </a:lnTo>
                <a:lnTo>
                  <a:pt x="11801" y="9417"/>
                </a:lnTo>
                <a:lnTo>
                  <a:pt x="11923" y="9344"/>
                </a:lnTo>
                <a:lnTo>
                  <a:pt x="12020" y="9441"/>
                </a:lnTo>
                <a:lnTo>
                  <a:pt x="12142" y="9490"/>
                </a:lnTo>
                <a:lnTo>
                  <a:pt x="12434" y="9490"/>
                </a:lnTo>
                <a:lnTo>
                  <a:pt x="12580" y="9441"/>
                </a:lnTo>
                <a:lnTo>
                  <a:pt x="12750" y="9392"/>
                </a:lnTo>
                <a:lnTo>
                  <a:pt x="12896" y="9319"/>
                </a:lnTo>
                <a:lnTo>
                  <a:pt x="13042" y="9222"/>
                </a:lnTo>
                <a:lnTo>
                  <a:pt x="13091" y="9295"/>
                </a:lnTo>
                <a:lnTo>
                  <a:pt x="13164" y="9344"/>
                </a:lnTo>
                <a:lnTo>
                  <a:pt x="13310" y="9417"/>
                </a:lnTo>
                <a:lnTo>
                  <a:pt x="13480" y="9441"/>
                </a:lnTo>
                <a:lnTo>
                  <a:pt x="13675" y="9441"/>
                </a:lnTo>
                <a:lnTo>
                  <a:pt x="13870" y="9392"/>
                </a:lnTo>
                <a:lnTo>
                  <a:pt x="14064" y="9319"/>
                </a:lnTo>
                <a:lnTo>
                  <a:pt x="14259" y="9246"/>
                </a:lnTo>
                <a:lnTo>
                  <a:pt x="14405" y="9149"/>
                </a:lnTo>
                <a:lnTo>
                  <a:pt x="14478" y="9101"/>
                </a:lnTo>
                <a:lnTo>
                  <a:pt x="14502" y="9028"/>
                </a:lnTo>
                <a:lnTo>
                  <a:pt x="14478" y="8955"/>
                </a:lnTo>
                <a:lnTo>
                  <a:pt x="14454" y="8882"/>
                </a:lnTo>
                <a:lnTo>
                  <a:pt x="14429" y="8833"/>
                </a:lnTo>
                <a:lnTo>
                  <a:pt x="14356" y="8809"/>
                </a:lnTo>
                <a:lnTo>
                  <a:pt x="14308" y="8809"/>
                </a:lnTo>
                <a:lnTo>
                  <a:pt x="14235" y="8833"/>
                </a:lnTo>
                <a:lnTo>
                  <a:pt x="14016" y="8955"/>
                </a:lnTo>
                <a:lnTo>
                  <a:pt x="13845" y="9028"/>
                </a:lnTo>
                <a:lnTo>
                  <a:pt x="13675" y="9076"/>
                </a:lnTo>
                <a:lnTo>
                  <a:pt x="13529" y="9101"/>
                </a:lnTo>
                <a:lnTo>
                  <a:pt x="13407" y="9101"/>
                </a:lnTo>
                <a:lnTo>
                  <a:pt x="13359" y="9076"/>
                </a:lnTo>
                <a:lnTo>
                  <a:pt x="13334" y="9028"/>
                </a:lnTo>
                <a:lnTo>
                  <a:pt x="13310" y="8979"/>
                </a:lnTo>
                <a:lnTo>
                  <a:pt x="13310" y="8906"/>
                </a:lnTo>
                <a:lnTo>
                  <a:pt x="13310" y="8857"/>
                </a:lnTo>
                <a:lnTo>
                  <a:pt x="13286" y="8784"/>
                </a:lnTo>
                <a:lnTo>
                  <a:pt x="13261" y="8736"/>
                </a:lnTo>
                <a:lnTo>
                  <a:pt x="13213" y="8711"/>
                </a:lnTo>
                <a:lnTo>
                  <a:pt x="13091" y="8711"/>
                </a:lnTo>
                <a:lnTo>
                  <a:pt x="13042" y="8736"/>
                </a:lnTo>
                <a:lnTo>
                  <a:pt x="13018" y="8784"/>
                </a:lnTo>
                <a:lnTo>
                  <a:pt x="12945" y="8882"/>
                </a:lnTo>
                <a:lnTo>
                  <a:pt x="12823" y="8979"/>
                </a:lnTo>
                <a:lnTo>
                  <a:pt x="12653" y="9076"/>
                </a:lnTo>
                <a:lnTo>
                  <a:pt x="12507" y="9149"/>
                </a:lnTo>
                <a:lnTo>
                  <a:pt x="12361" y="9198"/>
                </a:lnTo>
                <a:lnTo>
                  <a:pt x="12312" y="9198"/>
                </a:lnTo>
                <a:lnTo>
                  <a:pt x="12264" y="9173"/>
                </a:lnTo>
                <a:lnTo>
                  <a:pt x="12215" y="9149"/>
                </a:lnTo>
                <a:lnTo>
                  <a:pt x="12191" y="9101"/>
                </a:lnTo>
                <a:lnTo>
                  <a:pt x="12191" y="9028"/>
                </a:lnTo>
                <a:lnTo>
                  <a:pt x="12215" y="8930"/>
                </a:lnTo>
                <a:lnTo>
                  <a:pt x="12215" y="8857"/>
                </a:lnTo>
                <a:lnTo>
                  <a:pt x="12191" y="8809"/>
                </a:lnTo>
                <a:lnTo>
                  <a:pt x="12142" y="8760"/>
                </a:lnTo>
                <a:lnTo>
                  <a:pt x="12093" y="8736"/>
                </a:lnTo>
                <a:lnTo>
                  <a:pt x="12045" y="8736"/>
                </a:lnTo>
                <a:lnTo>
                  <a:pt x="11972" y="8760"/>
                </a:lnTo>
                <a:lnTo>
                  <a:pt x="11923" y="8784"/>
                </a:lnTo>
                <a:lnTo>
                  <a:pt x="11899" y="8857"/>
                </a:lnTo>
                <a:lnTo>
                  <a:pt x="11801" y="8979"/>
                </a:lnTo>
                <a:lnTo>
                  <a:pt x="11704" y="9076"/>
                </a:lnTo>
                <a:lnTo>
                  <a:pt x="11582" y="9125"/>
                </a:lnTo>
                <a:lnTo>
                  <a:pt x="11266" y="9125"/>
                </a:lnTo>
                <a:lnTo>
                  <a:pt x="11169" y="9076"/>
                </a:lnTo>
                <a:lnTo>
                  <a:pt x="11096" y="9028"/>
                </a:lnTo>
                <a:lnTo>
                  <a:pt x="11144" y="8882"/>
                </a:lnTo>
                <a:lnTo>
                  <a:pt x="11144" y="8809"/>
                </a:lnTo>
                <a:lnTo>
                  <a:pt x="11120" y="8736"/>
                </a:lnTo>
                <a:lnTo>
                  <a:pt x="11071" y="8687"/>
                </a:lnTo>
                <a:lnTo>
                  <a:pt x="11023" y="8663"/>
                </a:lnTo>
                <a:lnTo>
                  <a:pt x="10950" y="8638"/>
                </a:lnTo>
                <a:close/>
                <a:moveTo>
                  <a:pt x="1314" y="9003"/>
                </a:moveTo>
                <a:lnTo>
                  <a:pt x="1290" y="9611"/>
                </a:lnTo>
                <a:lnTo>
                  <a:pt x="1168" y="9660"/>
                </a:lnTo>
                <a:lnTo>
                  <a:pt x="1071" y="9733"/>
                </a:lnTo>
                <a:lnTo>
                  <a:pt x="852" y="9903"/>
                </a:lnTo>
                <a:lnTo>
                  <a:pt x="706" y="10049"/>
                </a:lnTo>
                <a:lnTo>
                  <a:pt x="657" y="9368"/>
                </a:lnTo>
                <a:lnTo>
                  <a:pt x="925" y="9271"/>
                </a:lnTo>
                <a:lnTo>
                  <a:pt x="1168" y="9101"/>
                </a:lnTo>
                <a:lnTo>
                  <a:pt x="1314" y="9003"/>
                </a:lnTo>
                <a:close/>
                <a:moveTo>
                  <a:pt x="1266" y="10122"/>
                </a:moveTo>
                <a:lnTo>
                  <a:pt x="1266" y="10877"/>
                </a:lnTo>
                <a:lnTo>
                  <a:pt x="1120" y="10998"/>
                </a:lnTo>
                <a:lnTo>
                  <a:pt x="779" y="11242"/>
                </a:lnTo>
                <a:lnTo>
                  <a:pt x="730" y="10439"/>
                </a:lnTo>
                <a:lnTo>
                  <a:pt x="876" y="10366"/>
                </a:lnTo>
                <a:lnTo>
                  <a:pt x="1022" y="10293"/>
                </a:lnTo>
                <a:lnTo>
                  <a:pt x="1266" y="10122"/>
                </a:lnTo>
                <a:close/>
                <a:moveTo>
                  <a:pt x="11485" y="10633"/>
                </a:moveTo>
                <a:lnTo>
                  <a:pt x="11412" y="10658"/>
                </a:lnTo>
                <a:lnTo>
                  <a:pt x="11339" y="10731"/>
                </a:lnTo>
                <a:lnTo>
                  <a:pt x="11169" y="11023"/>
                </a:lnTo>
                <a:lnTo>
                  <a:pt x="11071" y="11144"/>
                </a:lnTo>
                <a:lnTo>
                  <a:pt x="10950" y="11242"/>
                </a:lnTo>
                <a:lnTo>
                  <a:pt x="10877" y="11290"/>
                </a:lnTo>
                <a:lnTo>
                  <a:pt x="10779" y="11315"/>
                </a:lnTo>
                <a:lnTo>
                  <a:pt x="10560" y="11315"/>
                </a:lnTo>
                <a:lnTo>
                  <a:pt x="10463" y="11290"/>
                </a:lnTo>
                <a:lnTo>
                  <a:pt x="10390" y="11242"/>
                </a:lnTo>
                <a:lnTo>
                  <a:pt x="10317" y="11169"/>
                </a:lnTo>
                <a:lnTo>
                  <a:pt x="10293" y="11096"/>
                </a:lnTo>
                <a:lnTo>
                  <a:pt x="10366" y="10901"/>
                </a:lnTo>
                <a:lnTo>
                  <a:pt x="10366" y="10828"/>
                </a:lnTo>
                <a:lnTo>
                  <a:pt x="10341" y="10755"/>
                </a:lnTo>
                <a:lnTo>
                  <a:pt x="10293" y="10706"/>
                </a:lnTo>
                <a:lnTo>
                  <a:pt x="10244" y="10658"/>
                </a:lnTo>
                <a:lnTo>
                  <a:pt x="10098" y="10658"/>
                </a:lnTo>
                <a:lnTo>
                  <a:pt x="10049" y="10682"/>
                </a:lnTo>
                <a:lnTo>
                  <a:pt x="10001" y="10755"/>
                </a:lnTo>
                <a:lnTo>
                  <a:pt x="9928" y="10877"/>
                </a:lnTo>
                <a:lnTo>
                  <a:pt x="9903" y="10998"/>
                </a:lnTo>
                <a:lnTo>
                  <a:pt x="9806" y="11120"/>
                </a:lnTo>
                <a:lnTo>
                  <a:pt x="9636" y="11217"/>
                </a:lnTo>
                <a:lnTo>
                  <a:pt x="9539" y="11242"/>
                </a:lnTo>
                <a:lnTo>
                  <a:pt x="9393" y="11266"/>
                </a:lnTo>
                <a:lnTo>
                  <a:pt x="9344" y="11242"/>
                </a:lnTo>
                <a:lnTo>
                  <a:pt x="9295" y="11217"/>
                </a:lnTo>
                <a:lnTo>
                  <a:pt x="9295" y="11169"/>
                </a:lnTo>
                <a:lnTo>
                  <a:pt x="9295" y="11096"/>
                </a:lnTo>
                <a:lnTo>
                  <a:pt x="9320" y="11023"/>
                </a:lnTo>
                <a:lnTo>
                  <a:pt x="9320" y="10950"/>
                </a:lnTo>
                <a:lnTo>
                  <a:pt x="9295" y="10901"/>
                </a:lnTo>
                <a:lnTo>
                  <a:pt x="9247" y="10852"/>
                </a:lnTo>
                <a:lnTo>
                  <a:pt x="9198" y="10828"/>
                </a:lnTo>
                <a:lnTo>
                  <a:pt x="9125" y="10804"/>
                </a:lnTo>
                <a:lnTo>
                  <a:pt x="9052" y="10828"/>
                </a:lnTo>
                <a:lnTo>
                  <a:pt x="8979" y="10852"/>
                </a:lnTo>
                <a:lnTo>
                  <a:pt x="8784" y="11047"/>
                </a:lnTo>
                <a:lnTo>
                  <a:pt x="8565" y="11242"/>
                </a:lnTo>
                <a:lnTo>
                  <a:pt x="8419" y="11290"/>
                </a:lnTo>
                <a:lnTo>
                  <a:pt x="8225" y="11315"/>
                </a:lnTo>
                <a:lnTo>
                  <a:pt x="8103" y="11290"/>
                </a:lnTo>
                <a:lnTo>
                  <a:pt x="8006" y="11290"/>
                </a:lnTo>
                <a:lnTo>
                  <a:pt x="7933" y="11242"/>
                </a:lnTo>
                <a:lnTo>
                  <a:pt x="7884" y="11193"/>
                </a:lnTo>
                <a:lnTo>
                  <a:pt x="7908" y="11071"/>
                </a:lnTo>
                <a:lnTo>
                  <a:pt x="7908" y="10901"/>
                </a:lnTo>
                <a:lnTo>
                  <a:pt x="7884" y="10828"/>
                </a:lnTo>
                <a:lnTo>
                  <a:pt x="7835" y="10755"/>
                </a:lnTo>
                <a:lnTo>
                  <a:pt x="7787" y="10706"/>
                </a:lnTo>
                <a:lnTo>
                  <a:pt x="7714" y="10682"/>
                </a:lnTo>
                <a:lnTo>
                  <a:pt x="7616" y="10682"/>
                </a:lnTo>
                <a:lnTo>
                  <a:pt x="7543" y="10706"/>
                </a:lnTo>
                <a:lnTo>
                  <a:pt x="7495" y="10779"/>
                </a:lnTo>
                <a:lnTo>
                  <a:pt x="7446" y="10852"/>
                </a:lnTo>
                <a:lnTo>
                  <a:pt x="7397" y="10974"/>
                </a:lnTo>
                <a:lnTo>
                  <a:pt x="7397" y="11071"/>
                </a:lnTo>
                <a:lnTo>
                  <a:pt x="7324" y="11144"/>
                </a:lnTo>
                <a:lnTo>
                  <a:pt x="7227" y="11193"/>
                </a:lnTo>
                <a:lnTo>
                  <a:pt x="7008" y="11193"/>
                </a:lnTo>
                <a:lnTo>
                  <a:pt x="6911" y="11169"/>
                </a:lnTo>
                <a:lnTo>
                  <a:pt x="6789" y="11096"/>
                </a:lnTo>
                <a:lnTo>
                  <a:pt x="6716" y="11023"/>
                </a:lnTo>
                <a:lnTo>
                  <a:pt x="6667" y="10950"/>
                </a:lnTo>
                <a:lnTo>
                  <a:pt x="6619" y="10877"/>
                </a:lnTo>
                <a:lnTo>
                  <a:pt x="6546" y="10804"/>
                </a:lnTo>
                <a:lnTo>
                  <a:pt x="6473" y="10779"/>
                </a:lnTo>
                <a:lnTo>
                  <a:pt x="6400" y="10779"/>
                </a:lnTo>
                <a:lnTo>
                  <a:pt x="6302" y="10804"/>
                </a:lnTo>
                <a:lnTo>
                  <a:pt x="6254" y="10852"/>
                </a:lnTo>
                <a:lnTo>
                  <a:pt x="6205" y="10901"/>
                </a:lnTo>
                <a:lnTo>
                  <a:pt x="6205" y="10998"/>
                </a:lnTo>
                <a:lnTo>
                  <a:pt x="6205" y="11096"/>
                </a:lnTo>
                <a:lnTo>
                  <a:pt x="6181" y="11169"/>
                </a:lnTo>
                <a:lnTo>
                  <a:pt x="6156" y="11217"/>
                </a:lnTo>
                <a:lnTo>
                  <a:pt x="6132" y="11266"/>
                </a:lnTo>
                <a:lnTo>
                  <a:pt x="6035" y="11315"/>
                </a:lnTo>
                <a:lnTo>
                  <a:pt x="5937" y="11339"/>
                </a:lnTo>
                <a:lnTo>
                  <a:pt x="5840" y="11315"/>
                </a:lnTo>
                <a:lnTo>
                  <a:pt x="5743" y="11242"/>
                </a:lnTo>
                <a:lnTo>
                  <a:pt x="5694" y="11144"/>
                </a:lnTo>
                <a:lnTo>
                  <a:pt x="5694" y="11096"/>
                </a:lnTo>
                <a:lnTo>
                  <a:pt x="5694" y="11047"/>
                </a:lnTo>
                <a:lnTo>
                  <a:pt x="5694" y="10925"/>
                </a:lnTo>
                <a:lnTo>
                  <a:pt x="5670" y="10852"/>
                </a:lnTo>
                <a:lnTo>
                  <a:pt x="5621" y="10779"/>
                </a:lnTo>
                <a:lnTo>
                  <a:pt x="5524" y="10755"/>
                </a:lnTo>
                <a:lnTo>
                  <a:pt x="5451" y="10731"/>
                </a:lnTo>
                <a:lnTo>
                  <a:pt x="5353" y="10755"/>
                </a:lnTo>
                <a:lnTo>
                  <a:pt x="5280" y="10828"/>
                </a:lnTo>
                <a:lnTo>
                  <a:pt x="5232" y="10901"/>
                </a:lnTo>
                <a:lnTo>
                  <a:pt x="5183" y="10998"/>
                </a:lnTo>
                <a:lnTo>
                  <a:pt x="5110" y="11096"/>
                </a:lnTo>
                <a:lnTo>
                  <a:pt x="5037" y="11169"/>
                </a:lnTo>
                <a:lnTo>
                  <a:pt x="4964" y="11242"/>
                </a:lnTo>
                <a:lnTo>
                  <a:pt x="4769" y="11339"/>
                </a:lnTo>
                <a:lnTo>
                  <a:pt x="4648" y="11363"/>
                </a:lnTo>
                <a:lnTo>
                  <a:pt x="4550" y="11388"/>
                </a:lnTo>
                <a:lnTo>
                  <a:pt x="4502" y="11388"/>
                </a:lnTo>
                <a:lnTo>
                  <a:pt x="4453" y="11363"/>
                </a:lnTo>
                <a:lnTo>
                  <a:pt x="4380" y="11315"/>
                </a:lnTo>
                <a:lnTo>
                  <a:pt x="4331" y="11217"/>
                </a:lnTo>
                <a:lnTo>
                  <a:pt x="4307" y="11120"/>
                </a:lnTo>
                <a:lnTo>
                  <a:pt x="4258" y="10950"/>
                </a:lnTo>
                <a:lnTo>
                  <a:pt x="4234" y="10877"/>
                </a:lnTo>
                <a:lnTo>
                  <a:pt x="4210" y="10877"/>
                </a:lnTo>
                <a:lnTo>
                  <a:pt x="4210" y="10852"/>
                </a:lnTo>
                <a:lnTo>
                  <a:pt x="4185" y="10828"/>
                </a:lnTo>
                <a:lnTo>
                  <a:pt x="4137" y="10804"/>
                </a:lnTo>
                <a:lnTo>
                  <a:pt x="4088" y="10804"/>
                </a:lnTo>
                <a:lnTo>
                  <a:pt x="4039" y="10828"/>
                </a:lnTo>
                <a:lnTo>
                  <a:pt x="3991" y="10852"/>
                </a:lnTo>
                <a:lnTo>
                  <a:pt x="3942" y="10950"/>
                </a:lnTo>
                <a:lnTo>
                  <a:pt x="3918" y="11071"/>
                </a:lnTo>
                <a:lnTo>
                  <a:pt x="3918" y="11290"/>
                </a:lnTo>
                <a:lnTo>
                  <a:pt x="3942" y="11388"/>
                </a:lnTo>
                <a:lnTo>
                  <a:pt x="3966" y="11509"/>
                </a:lnTo>
                <a:lnTo>
                  <a:pt x="4015" y="11582"/>
                </a:lnTo>
                <a:lnTo>
                  <a:pt x="4088" y="11680"/>
                </a:lnTo>
                <a:lnTo>
                  <a:pt x="4185" y="11753"/>
                </a:lnTo>
                <a:lnTo>
                  <a:pt x="4283" y="11801"/>
                </a:lnTo>
                <a:lnTo>
                  <a:pt x="4429" y="11850"/>
                </a:lnTo>
                <a:lnTo>
                  <a:pt x="4721" y="11850"/>
                </a:lnTo>
                <a:lnTo>
                  <a:pt x="4842" y="11826"/>
                </a:lnTo>
                <a:lnTo>
                  <a:pt x="4988" y="11777"/>
                </a:lnTo>
                <a:lnTo>
                  <a:pt x="5110" y="11704"/>
                </a:lnTo>
                <a:lnTo>
                  <a:pt x="5232" y="11631"/>
                </a:lnTo>
                <a:lnTo>
                  <a:pt x="5353" y="11534"/>
                </a:lnTo>
                <a:lnTo>
                  <a:pt x="5475" y="11655"/>
                </a:lnTo>
                <a:lnTo>
                  <a:pt x="5645" y="11728"/>
                </a:lnTo>
                <a:lnTo>
                  <a:pt x="5816" y="11777"/>
                </a:lnTo>
                <a:lnTo>
                  <a:pt x="5986" y="11801"/>
                </a:lnTo>
                <a:lnTo>
                  <a:pt x="6156" y="11777"/>
                </a:lnTo>
                <a:lnTo>
                  <a:pt x="6327" y="11728"/>
                </a:lnTo>
                <a:lnTo>
                  <a:pt x="6473" y="11631"/>
                </a:lnTo>
                <a:lnTo>
                  <a:pt x="6570" y="11509"/>
                </a:lnTo>
                <a:lnTo>
                  <a:pt x="6716" y="11558"/>
                </a:lnTo>
                <a:lnTo>
                  <a:pt x="6838" y="11607"/>
                </a:lnTo>
                <a:lnTo>
                  <a:pt x="6984" y="11631"/>
                </a:lnTo>
                <a:lnTo>
                  <a:pt x="7105" y="11655"/>
                </a:lnTo>
                <a:lnTo>
                  <a:pt x="7251" y="11655"/>
                </a:lnTo>
                <a:lnTo>
                  <a:pt x="7373" y="11631"/>
                </a:lnTo>
                <a:lnTo>
                  <a:pt x="7519" y="11582"/>
                </a:lnTo>
                <a:lnTo>
                  <a:pt x="7616" y="11534"/>
                </a:lnTo>
                <a:lnTo>
                  <a:pt x="7787" y="11631"/>
                </a:lnTo>
                <a:lnTo>
                  <a:pt x="7957" y="11728"/>
                </a:lnTo>
                <a:lnTo>
                  <a:pt x="8103" y="11777"/>
                </a:lnTo>
                <a:lnTo>
                  <a:pt x="8249" y="11801"/>
                </a:lnTo>
                <a:lnTo>
                  <a:pt x="8395" y="11777"/>
                </a:lnTo>
                <a:lnTo>
                  <a:pt x="8517" y="11753"/>
                </a:lnTo>
                <a:lnTo>
                  <a:pt x="8638" y="11680"/>
                </a:lnTo>
                <a:lnTo>
                  <a:pt x="8760" y="11607"/>
                </a:lnTo>
                <a:lnTo>
                  <a:pt x="9003" y="11436"/>
                </a:lnTo>
                <a:lnTo>
                  <a:pt x="9052" y="11509"/>
                </a:lnTo>
                <a:lnTo>
                  <a:pt x="9149" y="11582"/>
                </a:lnTo>
                <a:lnTo>
                  <a:pt x="9271" y="11631"/>
                </a:lnTo>
                <a:lnTo>
                  <a:pt x="9563" y="11631"/>
                </a:lnTo>
                <a:lnTo>
                  <a:pt x="9733" y="11582"/>
                </a:lnTo>
                <a:lnTo>
                  <a:pt x="9903" y="11534"/>
                </a:lnTo>
                <a:lnTo>
                  <a:pt x="10025" y="11436"/>
                </a:lnTo>
                <a:lnTo>
                  <a:pt x="10098" y="11509"/>
                </a:lnTo>
                <a:lnTo>
                  <a:pt x="10195" y="11582"/>
                </a:lnTo>
                <a:lnTo>
                  <a:pt x="10414" y="11680"/>
                </a:lnTo>
                <a:lnTo>
                  <a:pt x="10560" y="11728"/>
                </a:lnTo>
                <a:lnTo>
                  <a:pt x="10682" y="11753"/>
                </a:lnTo>
                <a:lnTo>
                  <a:pt x="10828" y="11728"/>
                </a:lnTo>
                <a:lnTo>
                  <a:pt x="10950" y="11704"/>
                </a:lnTo>
                <a:lnTo>
                  <a:pt x="11071" y="11655"/>
                </a:lnTo>
                <a:lnTo>
                  <a:pt x="11193" y="11582"/>
                </a:lnTo>
                <a:lnTo>
                  <a:pt x="11388" y="11388"/>
                </a:lnTo>
                <a:lnTo>
                  <a:pt x="11509" y="11509"/>
                </a:lnTo>
                <a:lnTo>
                  <a:pt x="11655" y="11582"/>
                </a:lnTo>
                <a:lnTo>
                  <a:pt x="11801" y="11631"/>
                </a:lnTo>
                <a:lnTo>
                  <a:pt x="11996" y="11655"/>
                </a:lnTo>
                <a:lnTo>
                  <a:pt x="12166" y="11655"/>
                </a:lnTo>
                <a:lnTo>
                  <a:pt x="12337" y="11631"/>
                </a:lnTo>
                <a:lnTo>
                  <a:pt x="12507" y="11582"/>
                </a:lnTo>
                <a:lnTo>
                  <a:pt x="12653" y="11509"/>
                </a:lnTo>
                <a:lnTo>
                  <a:pt x="12799" y="11582"/>
                </a:lnTo>
                <a:lnTo>
                  <a:pt x="12945" y="11607"/>
                </a:lnTo>
                <a:lnTo>
                  <a:pt x="13115" y="11631"/>
                </a:lnTo>
                <a:lnTo>
                  <a:pt x="13286" y="11631"/>
                </a:lnTo>
                <a:lnTo>
                  <a:pt x="13456" y="11607"/>
                </a:lnTo>
                <a:lnTo>
                  <a:pt x="13651" y="11558"/>
                </a:lnTo>
                <a:lnTo>
                  <a:pt x="13797" y="11485"/>
                </a:lnTo>
                <a:lnTo>
                  <a:pt x="13967" y="11388"/>
                </a:lnTo>
                <a:lnTo>
                  <a:pt x="14040" y="11436"/>
                </a:lnTo>
                <a:lnTo>
                  <a:pt x="14137" y="11461"/>
                </a:lnTo>
                <a:lnTo>
                  <a:pt x="14259" y="11461"/>
                </a:lnTo>
                <a:lnTo>
                  <a:pt x="14405" y="11436"/>
                </a:lnTo>
                <a:lnTo>
                  <a:pt x="14478" y="11388"/>
                </a:lnTo>
                <a:lnTo>
                  <a:pt x="14527" y="11339"/>
                </a:lnTo>
                <a:lnTo>
                  <a:pt x="14551" y="11266"/>
                </a:lnTo>
                <a:lnTo>
                  <a:pt x="14551" y="11193"/>
                </a:lnTo>
                <a:lnTo>
                  <a:pt x="14527" y="11120"/>
                </a:lnTo>
                <a:lnTo>
                  <a:pt x="14478" y="11071"/>
                </a:lnTo>
                <a:lnTo>
                  <a:pt x="14429" y="11047"/>
                </a:lnTo>
                <a:lnTo>
                  <a:pt x="14356" y="11023"/>
                </a:lnTo>
                <a:lnTo>
                  <a:pt x="14283" y="11047"/>
                </a:lnTo>
                <a:lnTo>
                  <a:pt x="14210" y="11023"/>
                </a:lnTo>
                <a:lnTo>
                  <a:pt x="14137" y="10925"/>
                </a:lnTo>
                <a:lnTo>
                  <a:pt x="14040" y="10852"/>
                </a:lnTo>
                <a:lnTo>
                  <a:pt x="13943" y="10852"/>
                </a:lnTo>
                <a:lnTo>
                  <a:pt x="13894" y="10877"/>
                </a:lnTo>
                <a:lnTo>
                  <a:pt x="13845" y="10925"/>
                </a:lnTo>
                <a:lnTo>
                  <a:pt x="13772" y="10974"/>
                </a:lnTo>
                <a:lnTo>
                  <a:pt x="13651" y="11047"/>
                </a:lnTo>
                <a:lnTo>
                  <a:pt x="13505" y="11120"/>
                </a:lnTo>
                <a:lnTo>
                  <a:pt x="13334" y="11169"/>
                </a:lnTo>
                <a:lnTo>
                  <a:pt x="13188" y="11217"/>
                </a:lnTo>
                <a:lnTo>
                  <a:pt x="12994" y="11217"/>
                </a:lnTo>
                <a:lnTo>
                  <a:pt x="12969" y="11193"/>
                </a:lnTo>
                <a:lnTo>
                  <a:pt x="12945" y="11144"/>
                </a:lnTo>
                <a:lnTo>
                  <a:pt x="12921" y="11096"/>
                </a:lnTo>
                <a:lnTo>
                  <a:pt x="12945" y="10974"/>
                </a:lnTo>
                <a:lnTo>
                  <a:pt x="12945" y="10901"/>
                </a:lnTo>
                <a:lnTo>
                  <a:pt x="12896" y="10828"/>
                </a:lnTo>
                <a:lnTo>
                  <a:pt x="12848" y="10779"/>
                </a:lnTo>
                <a:lnTo>
                  <a:pt x="12775" y="10755"/>
                </a:lnTo>
                <a:lnTo>
                  <a:pt x="12677" y="10779"/>
                </a:lnTo>
                <a:lnTo>
                  <a:pt x="12629" y="10804"/>
                </a:lnTo>
                <a:lnTo>
                  <a:pt x="12556" y="10852"/>
                </a:lnTo>
                <a:lnTo>
                  <a:pt x="12531" y="10925"/>
                </a:lnTo>
                <a:lnTo>
                  <a:pt x="12507" y="11047"/>
                </a:lnTo>
                <a:lnTo>
                  <a:pt x="12458" y="11096"/>
                </a:lnTo>
                <a:lnTo>
                  <a:pt x="12410" y="11144"/>
                </a:lnTo>
                <a:lnTo>
                  <a:pt x="12288" y="11217"/>
                </a:lnTo>
                <a:lnTo>
                  <a:pt x="12142" y="11242"/>
                </a:lnTo>
                <a:lnTo>
                  <a:pt x="11972" y="11242"/>
                </a:lnTo>
                <a:lnTo>
                  <a:pt x="11850" y="11217"/>
                </a:lnTo>
                <a:lnTo>
                  <a:pt x="11728" y="11144"/>
                </a:lnTo>
                <a:lnTo>
                  <a:pt x="11704" y="11120"/>
                </a:lnTo>
                <a:lnTo>
                  <a:pt x="11680" y="11071"/>
                </a:lnTo>
                <a:lnTo>
                  <a:pt x="11680" y="10998"/>
                </a:lnTo>
                <a:lnTo>
                  <a:pt x="11704" y="10950"/>
                </a:lnTo>
                <a:lnTo>
                  <a:pt x="11728" y="10852"/>
                </a:lnTo>
                <a:lnTo>
                  <a:pt x="11728" y="10779"/>
                </a:lnTo>
                <a:lnTo>
                  <a:pt x="11680" y="10706"/>
                </a:lnTo>
                <a:lnTo>
                  <a:pt x="11631" y="10658"/>
                </a:lnTo>
                <a:lnTo>
                  <a:pt x="11558" y="10633"/>
                </a:lnTo>
                <a:close/>
                <a:moveTo>
                  <a:pt x="1266" y="11363"/>
                </a:moveTo>
                <a:lnTo>
                  <a:pt x="1266" y="11826"/>
                </a:lnTo>
                <a:lnTo>
                  <a:pt x="1095" y="11972"/>
                </a:lnTo>
                <a:lnTo>
                  <a:pt x="974" y="12118"/>
                </a:lnTo>
                <a:lnTo>
                  <a:pt x="876" y="12215"/>
                </a:lnTo>
                <a:lnTo>
                  <a:pt x="828" y="12337"/>
                </a:lnTo>
                <a:lnTo>
                  <a:pt x="803" y="11534"/>
                </a:lnTo>
                <a:lnTo>
                  <a:pt x="803" y="11485"/>
                </a:lnTo>
                <a:lnTo>
                  <a:pt x="925" y="11485"/>
                </a:lnTo>
                <a:lnTo>
                  <a:pt x="1047" y="11461"/>
                </a:lnTo>
                <a:lnTo>
                  <a:pt x="1144" y="11412"/>
                </a:lnTo>
                <a:lnTo>
                  <a:pt x="1266" y="11363"/>
                </a:lnTo>
                <a:close/>
                <a:moveTo>
                  <a:pt x="1266" y="12385"/>
                </a:moveTo>
                <a:lnTo>
                  <a:pt x="1266" y="12872"/>
                </a:lnTo>
                <a:lnTo>
                  <a:pt x="974" y="13140"/>
                </a:lnTo>
                <a:lnTo>
                  <a:pt x="828" y="13286"/>
                </a:lnTo>
                <a:lnTo>
                  <a:pt x="828" y="12653"/>
                </a:lnTo>
                <a:lnTo>
                  <a:pt x="1022" y="12556"/>
                </a:lnTo>
                <a:lnTo>
                  <a:pt x="1217" y="12410"/>
                </a:lnTo>
                <a:lnTo>
                  <a:pt x="1266" y="12385"/>
                </a:lnTo>
                <a:close/>
                <a:moveTo>
                  <a:pt x="4088" y="12775"/>
                </a:moveTo>
                <a:lnTo>
                  <a:pt x="4039" y="12799"/>
                </a:lnTo>
                <a:lnTo>
                  <a:pt x="4015" y="12823"/>
                </a:lnTo>
                <a:lnTo>
                  <a:pt x="3820" y="13164"/>
                </a:lnTo>
                <a:lnTo>
                  <a:pt x="3747" y="13359"/>
                </a:lnTo>
                <a:lnTo>
                  <a:pt x="3699" y="13553"/>
                </a:lnTo>
                <a:lnTo>
                  <a:pt x="3674" y="13748"/>
                </a:lnTo>
                <a:lnTo>
                  <a:pt x="3699" y="13821"/>
                </a:lnTo>
                <a:lnTo>
                  <a:pt x="3747" y="13894"/>
                </a:lnTo>
                <a:lnTo>
                  <a:pt x="3796" y="13967"/>
                </a:lnTo>
                <a:lnTo>
                  <a:pt x="3869" y="13991"/>
                </a:lnTo>
                <a:lnTo>
                  <a:pt x="3991" y="14040"/>
                </a:lnTo>
                <a:lnTo>
                  <a:pt x="4258" y="14040"/>
                </a:lnTo>
                <a:lnTo>
                  <a:pt x="4404" y="14016"/>
                </a:lnTo>
                <a:lnTo>
                  <a:pt x="4526" y="13967"/>
                </a:lnTo>
                <a:lnTo>
                  <a:pt x="4672" y="13918"/>
                </a:lnTo>
                <a:lnTo>
                  <a:pt x="4940" y="13748"/>
                </a:lnTo>
                <a:lnTo>
                  <a:pt x="5183" y="13578"/>
                </a:lnTo>
                <a:lnTo>
                  <a:pt x="5256" y="13675"/>
                </a:lnTo>
                <a:lnTo>
                  <a:pt x="5353" y="13748"/>
                </a:lnTo>
                <a:lnTo>
                  <a:pt x="5475" y="13821"/>
                </a:lnTo>
                <a:lnTo>
                  <a:pt x="5621" y="13870"/>
                </a:lnTo>
                <a:lnTo>
                  <a:pt x="5791" y="13918"/>
                </a:lnTo>
                <a:lnTo>
                  <a:pt x="6108" y="13918"/>
                </a:lnTo>
                <a:lnTo>
                  <a:pt x="6278" y="13894"/>
                </a:lnTo>
                <a:lnTo>
                  <a:pt x="6424" y="13821"/>
                </a:lnTo>
                <a:lnTo>
                  <a:pt x="6570" y="13772"/>
                </a:lnTo>
                <a:lnTo>
                  <a:pt x="6692" y="13675"/>
                </a:lnTo>
                <a:lnTo>
                  <a:pt x="6838" y="13578"/>
                </a:lnTo>
                <a:lnTo>
                  <a:pt x="6959" y="13675"/>
                </a:lnTo>
                <a:lnTo>
                  <a:pt x="7130" y="13724"/>
                </a:lnTo>
                <a:lnTo>
                  <a:pt x="7324" y="13748"/>
                </a:lnTo>
                <a:lnTo>
                  <a:pt x="7519" y="13748"/>
                </a:lnTo>
                <a:lnTo>
                  <a:pt x="8030" y="13724"/>
                </a:lnTo>
                <a:lnTo>
                  <a:pt x="8565" y="13748"/>
                </a:lnTo>
                <a:lnTo>
                  <a:pt x="8906" y="13772"/>
                </a:lnTo>
                <a:lnTo>
                  <a:pt x="9271" y="13748"/>
                </a:lnTo>
                <a:lnTo>
                  <a:pt x="9466" y="13724"/>
                </a:lnTo>
                <a:lnTo>
                  <a:pt x="9636" y="13675"/>
                </a:lnTo>
                <a:lnTo>
                  <a:pt x="9782" y="13578"/>
                </a:lnTo>
                <a:lnTo>
                  <a:pt x="9928" y="13480"/>
                </a:lnTo>
                <a:lnTo>
                  <a:pt x="9952" y="13432"/>
                </a:lnTo>
                <a:lnTo>
                  <a:pt x="9952" y="13383"/>
                </a:lnTo>
                <a:lnTo>
                  <a:pt x="9928" y="13334"/>
                </a:lnTo>
                <a:lnTo>
                  <a:pt x="9879" y="13310"/>
                </a:lnTo>
                <a:lnTo>
                  <a:pt x="9660" y="13261"/>
                </a:lnTo>
                <a:lnTo>
                  <a:pt x="9466" y="13286"/>
                </a:lnTo>
                <a:lnTo>
                  <a:pt x="9028" y="13334"/>
                </a:lnTo>
                <a:lnTo>
                  <a:pt x="8590" y="13334"/>
                </a:lnTo>
                <a:lnTo>
                  <a:pt x="8176" y="13286"/>
                </a:lnTo>
                <a:lnTo>
                  <a:pt x="7957" y="13286"/>
                </a:lnTo>
                <a:lnTo>
                  <a:pt x="7616" y="13310"/>
                </a:lnTo>
                <a:lnTo>
                  <a:pt x="7276" y="13310"/>
                </a:lnTo>
                <a:lnTo>
                  <a:pt x="7203" y="13286"/>
                </a:lnTo>
                <a:lnTo>
                  <a:pt x="7178" y="13261"/>
                </a:lnTo>
                <a:lnTo>
                  <a:pt x="7203" y="13164"/>
                </a:lnTo>
                <a:lnTo>
                  <a:pt x="7178" y="13091"/>
                </a:lnTo>
                <a:lnTo>
                  <a:pt x="7154" y="13042"/>
                </a:lnTo>
                <a:lnTo>
                  <a:pt x="7105" y="12969"/>
                </a:lnTo>
                <a:lnTo>
                  <a:pt x="7057" y="12945"/>
                </a:lnTo>
                <a:lnTo>
                  <a:pt x="6984" y="12921"/>
                </a:lnTo>
                <a:lnTo>
                  <a:pt x="6911" y="12945"/>
                </a:lnTo>
                <a:lnTo>
                  <a:pt x="6838" y="12994"/>
                </a:lnTo>
                <a:lnTo>
                  <a:pt x="6594" y="13237"/>
                </a:lnTo>
                <a:lnTo>
                  <a:pt x="6302" y="13432"/>
                </a:lnTo>
                <a:lnTo>
                  <a:pt x="6205" y="13480"/>
                </a:lnTo>
                <a:lnTo>
                  <a:pt x="6059" y="13505"/>
                </a:lnTo>
                <a:lnTo>
                  <a:pt x="5913" y="13505"/>
                </a:lnTo>
                <a:lnTo>
                  <a:pt x="5767" y="13480"/>
                </a:lnTo>
                <a:lnTo>
                  <a:pt x="5645" y="13432"/>
                </a:lnTo>
                <a:lnTo>
                  <a:pt x="5548" y="13359"/>
                </a:lnTo>
                <a:lnTo>
                  <a:pt x="5524" y="13286"/>
                </a:lnTo>
                <a:lnTo>
                  <a:pt x="5524" y="13237"/>
                </a:lnTo>
                <a:lnTo>
                  <a:pt x="5524" y="13164"/>
                </a:lnTo>
                <a:lnTo>
                  <a:pt x="5548" y="13067"/>
                </a:lnTo>
                <a:lnTo>
                  <a:pt x="5548" y="12994"/>
                </a:lnTo>
                <a:lnTo>
                  <a:pt x="5524" y="12921"/>
                </a:lnTo>
                <a:lnTo>
                  <a:pt x="5475" y="12872"/>
                </a:lnTo>
                <a:lnTo>
                  <a:pt x="5426" y="12823"/>
                </a:lnTo>
                <a:lnTo>
                  <a:pt x="5353" y="12799"/>
                </a:lnTo>
                <a:lnTo>
                  <a:pt x="5280" y="12799"/>
                </a:lnTo>
                <a:lnTo>
                  <a:pt x="5207" y="12848"/>
                </a:lnTo>
                <a:lnTo>
                  <a:pt x="5159" y="12896"/>
                </a:lnTo>
                <a:lnTo>
                  <a:pt x="5086" y="13018"/>
                </a:lnTo>
                <a:lnTo>
                  <a:pt x="5013" y="13091"/>
                </a:lnTo>
                <a:lnTo>
                  <a:pt x="4842" y="13261"/>
                </a:lnTo>
                <a:lnTo>
                  <a:pt x="4648" y="13407"/>
                </a:lnTo>
                <a:lnTo>
                  <a:pt x="4453" y="13505"/>
                </a:lnTo>
                <a:lnTo>
                  <a:pt x="4331" y="13578"/>
                </a:lnTo>
                <a:lnTo>
                  <a:pt x="4185" y="13602"/>
                </a:lnTo>
                <a:lnTo>
                  <a:pt x="4137" y="13602"/>
                </a:lnTo>
                <a:lnTo>
                  <a:pt x="4088" y="13578"/>
                </a:lnTo>
                <a:lnTo>
                  <a:pt x="4088" y="13505"/>
                </a:lnTo>
                <a:lnTo>
                  <a:pt x="4088" y="13407"/>
                </a:lnTo>
                <a:lnTo>
                  <a:pt x="4210" y="12945"/>
                </a:lnTo>
                <a:lnTo>
                  <a:pt x="4210" y="12896"/>
                </a:lnTo>
                <a:lnTo>
                  <a:pt x="4210" y="12848"/>
                </a:lnTo>
                <a:lnTo>
                  <a:pt x="4161" y="12799"/>
                </a:lnTo>
                <a:lnTo>
                  <a:pt x="4112" y="12775"/>
                </a:lnTo>
                <a:close/>
                <a:moveTo>
                  <a:pt x="1266" y="13407"/>
                </a:moveTo>
                <a:lnTo>
                  <a:pt x="1266" y="14113"/>
                </a:lnTo>
                <a:lnTo>
                  <a:pt x="1168" y="14186"/>
                </a:lnTo>
                <a:lnTo>
                  <a:pt x="1071" y="14235"/>
                </a:lnTo>
                <a:lnTo>
                  <a:pt x="925" y="14381"/>
                </a:lnTo>
                <a:lnTo>
                  <a:pt x="779" y="14527"/>
                </a:lnTo>
                <a:lnTo>
                  <a:pt x="803" y="13748"/>
                </a:lnTo>
                <a:lnTo>
                  <a:pt x="925" y="13675"/>
                </a:lnTo>
                <a:lnTo>
                  <a:pt x="1047" y="13578"/>
                </a:lnTo>
                <a:lnTo>
                  <a:pt x="1241" y="13407"/>
                </a:lnTo>
                <a:close/>
                <a:moveTo>
                  <a:pt x="1266" y="14624"/>
                </a:moveTo>
                <a:lnTo>
                  <a:pt x="1266" y="14940"/>
                </a:lnTo>
                <a:lnTo>
                  <a:pt x="1193" y="14989"/>
                </a:lnTo>
                <a:lnTo>
                  <a:pt x="949" y="15208"/>
                </a:lnTo>
                <a:lnTo>
                  <a:pt x="730" y="15451"/>
                </a:lnTo>
                <a:lnTo>
                  <a:pt x="755" y="15062"/>
                </a:lnTo>
                <a:lnTo>
                  <a:pt x="876" y="14989"/>
                </a:lnTo>
                <a:lnTo>
                  <a:pt x="974" y="14892"/>
                </a:lnTo>
                <a:lnTo>
                  <a:pt x="1168" y="14697"/>
                </a:lnTo>
                <a:lnTo>
                  <a:pt x="1266" y="14624"/>
                </a:lnTo>
                <a:close/>
                <a:moveTo>
                  <a:pt x="1241" y="15451"/>
                </a:moveTo>
                <a:lnTo>
                  <a:pt x="1241" y="15500"/>
                </a:lnTo>
                <a:lnTo>
                  <a:pt x="1217" y="15841"/>
                </a:lnTo>
                <a:lnTo>
                  <a:pt x="1071" y="15962"/>
                </a:lnTo>
                <a:lnTo>
                  <a:pt x="925" y="16108"/>
                </a:lnTo>
                <a:lnTo>
                  <a:pt x="682" y="16400"/>
                </a:lnTo>
                <a:lnTo>
                  <a:pt x="706" y="15695"/>
                </a:lnTo>
                <a:lnTo>
                  <a:pt x="755" y="15719"/>
                </a:lnTo>
                <a:lnTo>
                  <a:pt x="828" y="15743"/>
                </a:lnTo>
                <a:lnTo>
                  <a:pt x="876" y="15743"/>
                </a:lnTo>
                <a:lnTo>
                  <a:pt x="949" y="15695"/>
                </a:lnTo>
                <a:lnTo>
                  <a:pt x="1241" y="15451"/>
                </a:lnTo>
                <a:close/>
                <a:moveTo>
                  <a:pt x="1168" y="16327"/>
                </a:moveTo>
                <a:lnTo>
                  <a:pt x="1120" y="17009"/>
                </a:lnTo>
                <a:lnTo>
                  <a:pt x="998" y="17082"/>
                </a:lnTo>
                <a:lnTo>
                  <a:pt x="876" y="17179"/>
                </a:lnTo>
                <a:lnTo>
                  <a:pt x="682" y="17373"/>
                </a:lnTo>
                <a:lnTo>
                  <a:pt x="584" y="17495"/>
                </a:lnTo>
                <a:lnTo>
                  <a:pt x="657" y="16668"/>
                </a:lnTo>
                <a:lnTo>
                  <a:pt x="803" y="16619"/>
                </a:lnTo>
                <a:lnTo>
                  <a:pt x="949" y="16522"/>
                </a:lnTo>
                <a:lnTo>
                  <a:pt x="1168" y="16327"/>
                </a:lnTo>
                <a:close/>
                <a:moveTo>
                  <a:pt x="6813" y="463"/>
                </a:moveTo>
                <a:lnTo>
                  <a:pt x="8322" y="487"/>
                </a:lnTo>
                <a:lnTo>
                  <a:pt x="9830" y="560"/>
                </a:lnTo>
                <a:lnTo>
                  <a:pt x="12848" y="706"/>
                </a:lnTo>
                <a:lnTo>
                  <a:pt x="12775" y="901"/>
                </a:lnTo>
                <a:lnTo>
                  <a:pt x="12750" y="1071"/>
                </a:lnTo>
                <a:lnTo>
                  <a:pt x="12677" y="1484"/>
                </a:lnTo>
                <a:lnTo>
                  <a:pt x="12677" y="1874"/>
                </a:lnTo>
                <a:lnTo>
                  <a:pt x="12702" y="2312"/>
                </a:lnTo>
                <a:lnTo>
                  <a:pt x="12775" y="3115"/>
                </a:lnTo>
                <a:lnTo>
                  <a:pt x="12799" y="3528"/>
                </a:lnTo>
                <a:lnTo>
                  <a:pt x="12823" y="3893"/>
                </a:lnTo>
                <a:lnTo>
                  <a:pt x="12823" y="3966"/>
                </a:lnTo>
                <a:lnTo>
                  <a:pt x="12872" y="4039"/>
                </a:lnTo>
                <a:lnTo>
                  <a:pt x="12896" y="4064"/>
                </a:lnTo>
                <a:lnTo>
                  <a:pt x="12945" y="4112"/>
                </a:lnTo>
                <a:lnTo>
                  <a:pt x="12994" y="4161"/>
                </a:lnTo>
                <a:lnTo>
                  <a:pt x="13067" y="4210"/>
                </a:lnTo>
                <a:lnTo>
                  <a:pt x="13261" y="4258"/>
                </a:lnTo>
                <a:lnTo>
                  <a:pt x="13456" y="4307"/>
                </a:lnTo>
                <a:lnTo>
                  <a:pt x="13870" y="4331"/>
                </a:lnTo>
                <a:lnTo>
                  <a:pt x="14697" y="4356"/>
                </a:lnTo>
                <a:lnTo>
                  <a:pt x="15500" y="4356"/>
                </a:lnTo>
                <a:lnTo>
                  <a:pt x="15889" y="4331"/>
                </a:lnTo>
                <a:lnTo>
                  <a:pt x="16279" y="4283"/>
                </a:lnTo>
                <a:lnTo>
                  <a:pt x="16254" y="5061"/>
                </a:lnTo>
                <a:lnTo>
                  <a:pt x="16279" y="5864"/>
                </a:lnTo>
                <a:lnTo>
                  <a:pt x="16303" y="6643"/>
                </a:lnTo>
                <a:lnTo>
                  <a:pt x="16303" y="7422"/>
                </a:lnTo>
                <a:lnTo>
                  <a:pt x="16254" y="9319"/>
                </a:lnTo>
                <a:lnTo>
                  <a:pt x="16254" y="10268"/>
                </a:lnTo>
                <a:lnTo>
                  <a:pt x="16254" y="11242"/>
                </a:lnTo>
                <a:lnTo>
                  <a:pt x="16303" y="13140"/>
                </a:lnTo>
                <a:lnTo>
                  <a:pt x="16352" y="15062"/>
                </a:lnTo>
                <a:lnTo>
                  <a:pt x="16327" y="15962"/>
                </a:lnTo>
                <a:lnTo>
                  <a:pt x="16327" y="16887"/>
                </a:lnTo>
                <a:lnTo>
                  <a:pt x="16327" y="17738"/>
                </a:lnTo>
                <a:lnTo>
                  <a:pt x="16303" y="18152"/>
                </a:lnTo>
                <a:lnTo>
                  <a:pt x="16254" y="18590"/>
                </a:lnTo>
                <a:lnTo>
                  <a:pt x="15889" y="18614"/>
                </a:lnTo>
                <a:lnTo>
                  <a:pt x="15524" y="18639"/>
                </a:lnTo>
                <a:lnTo>
                  <a:pt x="11923" y="18639"/>
                </a:lnTo>
                <a:lnTo>
                  <a:pt x="9733" y="18614"/>
                </a:lnTo>
                <a:lnTo>
                  <a:pt x="7616" y="18566"/>
                </a:lnTo>
                <a:lnTo>
                  <a:pt x="5524" y="18517"/>
                </a:lnTo>
                <a:lnTo>
                  <a:pt x="4453" y="18517"/>
                </a:lnTo>
                <a:lnTo>
                  <a:pt x="3358" y="18566"/>
                </a:lnTo>
                <a:lnTo>
                  <a:pt x="2701" y="18566"/>
                </a:lnTo>
                <a:lnTo>
                  <a:pt x="2360" y="18590"/>
                </a:lnTo>
                <a:lnTo>
                  <a:pt x="2020" y="18639"/>
                </a:lnTo>
                <a:lnTo>
                  <a:pt x="1971" y="18590"/>
                </a:lnTo>
                <a:lnTo>
                  <a:pt x="1922" y="18517"/>
                </a:lnTo>
                <a:lnTo>
                  <a:pt x="1849" y="18493"/>
                </a:lnTo>
                <a:lnTo>
                  <a:pt x="1776" y="18493"/>
                </a:lnTo>
                <a:lnTo>
                  <a:pt x="1703" y="18298"/>
                </a:lnTo>
                <a:lnTo>
                  <a:pt x="1655" y="18103"/>
                </a:lnTo>
                <a:lnTo>
                  <a:pt x="1703" y="18030"/>
                </a:lnTo>
                <a:lnTo>
                  <a:pt x="1703" y="17957"/>
                </a:lnTo>
                <a:lnTo>
                  <a:pt x="1679" y="17884"/>
                </a:lnTo>
                <a:lnTo>
                  <a:pt x="1631" y="17811"/>
                </a:lnTo>
                <a:lnTo>
                  <a:pt x="1631" y="17398"/>
                </a:lnTo>
                <a:lnTo>
                  <a:pt x="1631" y="17009"/>
                </a:lnTo>
                <a:lnTo>
                  <a:pt x="1679" y="16133"/>
                </a:lnTo>
                <a:lnTo>
                  <a:pt x="1728" y="15281"/>
                </a:lnTo>
                <a:lnTo>
                  <a:pt x="1728" y="15086"/>
                </a:lnTo>
                <a:lnTo>
                  <a:pt x="1752" y="15038"/>
                </a:lnTo>
                <a:lnTo>
                  <a:pt x="1776" y="14965"/>
                </a:lnTo>
                <a:lnTo>
                  <a:pt x="1776" y="14916"/>
                </a:lnTo>
                <a:lnTo>
                  <a:pt x="1728" y="14843"/>
                </a:lnTo>
                <a:lnTo>
                  <a:pt x="1728" y="13018"/>
                </a:lnTo>
                <a:lnTo>
                  <a:pt x="1801" y="12945"/>
                </a:lnTo>
                <a:lnTo>
                  <a:pt x="1825" y="12848"/>
                </a:lnTo>
                <a:lnTo>
                  <a:pt x="1825" y="12775"/>
                </a:lnTo>
                <a:lnTo>
                  <a:pt x="1776" y="12726"/>
                </a:lnTo>
                <a:lnTo>
                  <a:pt x="1728" y="12677"/>
                </a:lnTo>
                <a:lnTo>
                  <a:pt x="1728" y="11071"/>
                </a:lnTo>
                <a:lnTo>
                  <a:pt x="1752" y="11023"/>
                </a:lnTo>
                <a:lnTo>
                  <a:pt x="1752" y="10974"/>
                </a:lnTo>
                <a:lnTo>
                  <a:pt x="1752" y="10925"/>
                </a:lnTo>
                <a:lnTo>
                  <a:pt x="1728" y="10852"/>
                </a:lnTo>
                <a:lnTo>
                  <a:pt x="1728" y="10049"/>
                </a:lnTo>
                <a:lnTo>
                  <a:pt x="1801" y="7373"/>
                </a:lnTo>
                <a:lnTo>
                  <a:pt x="1874" y="6059"/>
                </a:lnTo>
                <a:lnTo>
                  <a:pt x="1947" y="4721"/>
                </a:lnTo>
                <a:lnTo>
                  <a:pt x="1971" y="4137"/>
                </a:lnTo>
                <a:lnTo>
                  <a:pt x="1971" y="3553"/>
                </a:lnTo>
                <a:lnTo>
                  <a:pt x="1922" y="2969"/>
                </a:lnTo>
                <a:lnTo>
                  <a:pt x="1898" y="2360"/>
                </a:lnTo>
                <a:lnTo>
                  <a:pt x="1849" y="1825"/>
                </a:lnTo>
                <a:lnTo>
                  <a:pt x="1801" y="1290"/>
                </a:lnTo>
                <a:lnTo>
                  <a:pt x="1752" y="925"/>
                </a:lnTo>
                <a:lnTo>
                  <a:pt x="1703" y="755"/>
                </a:lnTo>
                <a:lnTo>
                  <a:pt x="1703" y="560"/>
                </a:lnTo>
                <a:lnTo>
                  <a:pt x="2141" y="609"/>
                </a:lnTo>
                <a:lnTo>
                  <a:pt x="2579" y="609"/>
                </a:lnTo>
                <a:lnTo>
                  <a:pt x="3455" y="584"/>
                </a:lnTo>
                <a:lnTo>
                  <a:pt x="5134" y="511"/>
                </a:lnTo>
                <a:lnTo>
                  <a:pt x="5962" y="487"/>
                </a:lnTo>
                <a:lnTo>
                  <a:pt x="6813" y="463"/>
                </a:lnTo>
                <a:close/>
                <a:moveTo>
                  <a:pt x="1120" y="17544"/>
                </a:moveTo>
                <a:lnTo>
                  <a:pt x="1144" y="17982"/>
                </a:lnTo>
                <a:lnTo>
                  <a:pt x="949" y="18176"/>
                </a:lnTo>
                <a:lnTo>
                  <a:pt x="779" y="18371"/>
                </a:lnTo>
                <a:lnTo>
                  <a:pt x="682" y="18517"/>
                </a:lnTo>
                <a:lnTo>
                  <a:pt x="584" y="18663"/>
                </a:lnTo>
                <a:lnTo>
                  <a:pt x="536" y="18858"/>
                </a:lnTo>
                <a:lnTo>
                  <a:pt x="513" y="19015"/>
                </a:lnTo>
                <a:lnTo>
                  <a:pt x="511" y="18979"/>
                </a:lnTo>
                <a:lnTo>
                  <a:pt x="511" y="18468"/>
                </a:lnTo>
                <a:lnTo>
                  <a:pt x="536" y="17982"/>
                </a:lnTo>
                <a:lnTo>
                  <a:pt x="657" y="17909"/>
                </a:lnTo>
                <a:lnTo>
                  <a:pt x="779" y="17836"/>
                </a:lnTo>
                <a:lnTo>
                  <a:pt x="974" y="17665"/>
                </a:lnTo>
                <a:lnTo>
                  <a:pt x="1120" y="17544"/>
                </a:lnTo>
                <a:close/>
                <a:moveTo>
                  <a:pt x="1266" y="18468"/>
                </a:moveTo>
                <a:lnTo>
                  <a:pt x="1314" y="18663"/>
                </a:lnTo>
                <a:lnTo>
                  <a:pt x="1412" y="18833"/>
                </a:lnTo>
                <a:lnTo>
                  <a:pt x="1144" y="19150"/>
                </a:lnTo>
                <a:lnTo>
                  <a:pt x="876" y="19539"/>
                </a:lnTo>
                <a:lnTo>
                  <a:pt x="633" y="19928"/>
                </a:lnTo>
                <a:lnTo>
                  <a:pt x="584" y="19685"/>
                </a:lnTo>
                <a:lnTo>
                  <a:pt x="536" y="19466"/>
                </a:lnTo>
                <a:lnTo>
                  <a:pt x="514" y="19031"/>
                </a:lnTo>
                <a:lnTo>
                  <a:pt x="514" y="19031"/>
                </a:lnTo>
                <a:lnTo>
                  <a:pt x="536" y="19052"/>
                </a:lnTo>
                <a:lnTo>
                  <a:pt x="584" y="19052"/>
                </a:lnTo>
                <a:lnTo>
                  <a:pt x="779" y="18955"/>
                </a:lnTo>
                <a:lnTo>
                  <a:pt x="949" y="18809"/>
                </a:lnTo>
                <a:lnTo>
                  <a:pt x="1266" y="18468"/>
                </a:lnTo>
                <a:close/>
                <a:moveTo>
                  <a:pt x="15427" y="19101"/>
                </a:moveTo>
                <a:lnTo>
                  <a:pt x="15427" y="19296"/>
                </a:lnTo>
                <a:lnTo>
                  <a:pt x="15427" y="19490"/>
                </a:lnTo>
                <a:lnTo>
                  <a:pt x="15451" y="19904"/>
                </a:lnTo>
                <a:lnTo>
                  <a:pt x="15086" y="19953"/>
                </a:lnTo>
                <a:lnTo>
                  <a:pt x="15086" y="19953"/>
                </a:lnTo>
                <a:lnTo>
                  <a:pt x="15159" y="19734"/>
                </a:lnTo>
                <a:lnTo>
                  <a:pt x="15257" y="19417"/>
                </a:lnTo>
                <a:lnTo>
                  <a:pt x="15281" y="19271"/>
                </a:lnTo>
                <a:lnTo>
                  <a:pt x="15281" y="19101"/>
                </a:lnTo>
                <a:close/>
                <a:moveTo>
                  <a:pt x="15038" y="19101"/>
                </a:moveTo>
                <a:lnTo>
                  <a:pt x="14989" y="19174"/>
                </a:lnTo>
                <a:lnTo>
                  <a:pt x="14940" y="19271"/>
                </a:lnTo>
                <a:lnTo>
                  <a:pt x="14843" y="19442"/>
                </a:lnTo>
                <a:lnTo>
                  <a:pt x="14721" y="19782"/>
                </a:lnTo>
                <a:lnTo>
                  <a:pt x="14600" y="20026"/>
                </a:lnTo>
                <a:lnTo>
                  <a:pt x="14356" y="20050"/>
                </a:lnTo>
                <a:lnTo>
                  <a:pt x="14429" y="19758"/>
                </a:lnTo>
                <a:lnTo>
                  <a:pt x="14502" y="19563"/>
                </a:lnTo>
                <a:lnTo>
                  <a:pt x="14551" y="19344"/>
                </a:lnTo>
                <a:lnTo>
                  <a:pt x="14575" y="19198"/>
                </a:lnTo>
                <a:lnTo>
                  <a:pt x="14551" y="19125"/>
                </a:lnTo>
                <a:lnTo>
                  <a:pt x="15038" y="19101"/>
                </a:lnTo>
                <a:close/>
                <a:moveTo>
                  <a:pt x="9782" y="19052"/>
                </a:moveTo>
                <a:lnTo>
                  <a:pt x="9660" y="19296"/>
                </a:lnTo>
                <a:lnTo>
                  <a:pt x="9563" y="19563"/>
                </a:lnTo>
                <a:lnTo>
                  <a:pt x="9490" y="19831"/>
                </a:lnTo>
                <a:lnTo>
                  <a:pt x="9441" y="20074"/>
                </a:lnTo>
                <a:lnTo>
                  <a:pt x="9028" y="20074"/>
                </a:lnTo>
                <a:lnTo>
                  <a:pt x="9101" y="19831"/>
                </a:lnTo>
                <a:lnTo>
                  <a:pt x="9174" y="19636"/>
                </a:lnTo>
                <a:lnTo>
                  <a:pt x="9320" y="19344"/>
                </a:lnTo>
                <a:lnTo>
                  <a:pt x="9368" y="19174"/>
                </a:lnTo>
                <a:lnTo>
                  <a:pt x="9393" y="19101"/>
                </a:lnTo>
                <a:lnTo>
                  <a:pt x="9368" y="19052"/>
                </a:lnTo>
                <a:close/>
                <a:moveTo>
                  <a:pt x="10779" y="19077"/>
                </a:moveTo>
                <a:lnTo>
                  <a:pt x="10585" y="19296"/>
                </a:lnTo>
                <a:lnTo>
                  <a:pt x="10439" y="19539"/>
                </a:lnTo>
                <a:lnTo>
                  <a:pt x="10366" y="19685"/>
                </a:lnTo>
                <a:lnTo>
                  <a:pt x="10317" y="19807"/>
                </a:lnTo>
                <a:lnTo>
                  <a:pt x="10268" y="19953"/>
                </a:lnTo>
                <a:lnTo>
                  <a:pt x="10244" y="20074"/>
                </a:lnTo>
                <a:lnTo>
                  <a:pt x="9879" y="20074"/>
                </a:lnTo>
                <a:lnTo>
                  <a:pt x="9903" y="19977"/>
                </a:lnTo>
                <a:lnTo>
                  <a:pt x="9976" y="19734"/>
                </a:lnTo>
                <a:lnTo>
                  <a:pt x="10049" y="19515"/>
                </a:lnTo>
                <a:lnTo>
                  <a:pt x="10122" y="19320"/>
                </a:lnTo>
                <a:lnTo>
                  <a:pt x="10195" y="19198"/>
                </a:lnTo>
                <a:lnTo>
                  <a:pt x="10220" y="19077"/>
                </a:lnTo>
                <a:close/>
                <a:moveTo>
                  <a:pt x="9076" y="19028"/>
                </a:moveTo>
                <a:lnTo>
                  <a:pt x="9003" y="19150"/>
                </a:lnTo>
                <a:lnTo>
                  <a:pt x="8906" y="19271"/>
                </a:lnTo>
                <a:lnTo>
                  <a:pt x="8809" y="19466"/>
                </a:lnTo>
                <a:lnTo>
                  <a:pt x="8711" y="19685"/>
                </a:lnTo>
                <a:lnTo>
                  <a:pt x="8638" y="19880"/>
                </a:lnTo>
                <a:lnTo>
                  <a:pt x="8590" y="19977"/>
                </a:lnTo>
                <a:lnTo>
                  <a:pt x="8565" y="20074"/>
                </a:lnTo>
                <a:lnTo>
                  <a:pt x="8054" y="20099"/>
                </a:lnTo>
                <a:lnTo>
                  <a:pt x="8079" y="19953"/>
                </a:lnTo>
                <a:lnTo>
                  <a:pt x="8176" y="19734"/>
                </a:lnTo>
                <a:lnTo>
                  <a:pt x="8273" y="19490"/>
                </a:lnTo>
                <a:lnTo>
                  <a:pt x="8395" y="19296"/>
                </a:lnTo>
                <a:lnTo>
                  <a:pt x="8468" y="19150"/>
                </a:lnTo>
                <a:lnTo>
                  <a:pt x="8517" y="19028"/>
                </a:lnTo>
                <a:close/>
                <a:moveTo>
                  <a:pt x="10901" y="19077"/>
                </a:moveTo>
                <a:lnTo>
                  <a:pt x="10998" y="19101"/>
                </a:lnTo>
                <a:lnTo>
                  <a:pt x="11631" y="19101"/>
                </a:lnTo>
                <a:lnTo>
                  <a:pt x="11509" y="19247"/>
                </a:lnTo>
                <a:lnTo>
                  <a:pt x="11412" y="19393"/>
                </a:lnTo>
                <a:lnTo>
                  <a:pt x="11266" y="19685"/>
                </a:lnTo>
                <a:lnTo>
                  <a:pt x="11193" y="19880"/>
                </a:lnTo>
                <a:lnTo>
                  <a:pt x="11144" y="20001"/>
                </a:lnTo>
                <a:lnTo>
                  <a:pt x="11144" y="20099"/>
                </a:lnTo>
                <a:lnTo>
                  <a:pt x="11047" y="20099"/>
                </a:lnTo>
                <a:lnTo>
                  <a:pt x="10609" y="20074"/>
                </a:lnTo>
                <a:lnTo>
                  <a:pt x="10658" y="19831"/>
                </a:lnTo>
                <a:lnTo>
                  <a:pt x="10731" y="19588"/>
                </a:lnTo>
                <a:lnTo>
                  <a:pt x="10901" y="19077"/>
                </a:lnTo>
                <a:close/>
                <a:moveTo>
                  <a:pt x="14356" y="19125"/>
                </a:moveTo>
                <a:lnTo>
                  <a:pt x="14308" y="19198"/>
                </a:lnTo>
                <a:lnTo>
                  <a:pt x="14186" y="19393"/>
                </a:lnTo>
                <a:lnTo>
                  <a:pt x="14089" y="19563"/>
                </a:lnTo>
                <a:lnTo>
                  <a:pt x="13991" y="19782"/>
                </a:lnTo>
                <a:lnTo>
                  <a:pt x="13918" y="20001"/>
                </a:lnTo>
                <a:lnTo>
                  <a:pt x="13870" y="20074"/>
                </a:lnTo>
                <a:lnTo>
                  <a:pt x="13334" y="20099"/>
                </a:lnTo>
                <a:lnTo>
                  <a:pt x="13432" y="19880"/>
                </a:lnTo>
                <a:lnTo>
                  <a:pt x="13529" y="19685"/>
                </a:lnTo>
                <a:lnTo>
                  <a:pt x="13651" y="19393"/>
                </a:lnTo>
                <a:lnTo>
                  <a:pt x="13675" y="19344"/>
                </a:lnTo>
                <a:lnTo>
                  <a:pt x="13675" y="19271"/>
                </a:lnTo>
                <a:lnTo>
                  <a:pt x="13675" y="19198"/>
                </a:lnTo>
                <a:lnTo>
                  <a:pt x="13675" y="19150"/>
                </a:lnTo>
                <a:lnTo>
                  <a:pt x="13675" y="19125"/>
                </a:lnTo>
                <a:close/>
                <a:moveTo>
                  <a:pt x="7665" y="18979"/>
                </a:moveTo>
                <a:lnTo>
                  <a:pt x="8176" y="19004"/>
                </a:lnTo>
                <a:lnTo>
                  <a:pt x="8079" y="19125"/>
                </a:lnTo>
                <a:lnTo>
                  <a:pt x="7981" y="19271"/>
                </a:lnTo>
                <a:lnTo>
                  <a:pt x="7860" y="19490"/>
                </a:lnTo>
                <a:lnTo>
                  <a:pt x="7738" y="19782"/>
                </a:lnTo>
                <a:lnTo>
                  <a:pt x="7689" y="19953"/>
                </a:lnTo>
                <a:lnTo>
                  <a:pt x="7689" y="20099"/>
                </a:lnTo>
                <a:lnTo>
                  <a:pt x="6984" y="20123"/>
                </a:lnTo>
                <a:lnTo>
                  <a:pt x="7057" y="19977"/>
                </a:lnTo>
                <a:lnTo>
                  <a:pt x="7130" y="19831"/>
                </a:lnTo>
                <a:lnTo>
                  <a:pt x="7324" y="19563"/>
                </a:lnTo>
                <a:lnTo>
                  <a:pt x="7519" y="19271"/>
                </a:lnTo>
                <a:lnTo>
                  <a:pt x="7592" y="19125"/>
                </a:lnTo>
                <a:lnTo>
                  <a:pt x="7665" y="18979"/>
                </a:lnTo>
                <a:close/>
                <a:moveTo>
                  <a:pt x="11972" y="19101"/>
                </a:moveTo>
                <a:lnTo>
                  <a:pt x="12556" y="19125"/>
                </a:lnTo>
                <a:lnTo>
                  <a:pt x="12483" y="19223"/>
                </a:lnTo>
                <a:lnTo>
                  <a:pt x="12410" y="19320"/>
                </a:lnTo>
                <a:lnTo>
                  <a:pt x="12312" y="19563"/>
                </a:lnTo>
                <a:lnTo>
                  <a:pt x="12239" y="19855"/>
                </a:lnTo>
                <a:lnTo>
                  <a:pt x="12166" y="20123"/>
                </a:lnTo>
                <a:lnTo>
                  <a:pt x="11558" y="20099"/>
                </a:lnTo>
                <a:lnTo>
                  <a:pt x="11582" y="19953"/>
                </a:lnTo>
                <a:lnTo>
                  <a:pt x="11655" y="19807"/>
                </a:lnTo>
                <a:lnTo>
                  <a:pt x="11801" y="19563"/>
                </a:lnTo>
                <a:lnTo>
                  <a:pt x="11899" y="19369"/>
                </a:lnTo>
                <a:lnTo>
                  <a:pt x="11947" y="19247"/>
                </a:lnTo>
                <a:lnTo>
                  <a:pt x="11972" y="19101"/>
                </a:lnTo>
                <a:close/>
                <a:moveTo>
                  <a:pt x="13602" y="19125"/>
                </a:moveTo>
                <a:lnTo>
                  <a:pt x="13505" y="19174"/>
                </a:lnTo>
                <a:lnTo>
                  <a:pt x="13383" y="19247"/>
                </a:lnTo>
                <a:lnTo>
                  <a:pt x="13261" y="19393"/>
                </a:lnTo>
                <a:lnTo>
                  <a:pt x="13164" y="19539"/>
                </a:lnTo>
                <a:lnTo>
                  <a:pt x="13018" y="19831"/>
                </a:lnTo>
                <a:lnTo>
                  <a:pt x="12896" y="20123"/>
                </a:lnTo>
                <a:lnTo>
                  <a:pt x="12580" y="20123"/>
                </a:lnTo>
                <a:lnTo>
                  <a:pt x="12653" y="19807"/>
                </a:lnTo>
                <a:lnTo>
                  <a:pt x="12750" y="19490"/>
                </a:lnTo>
                <a:lnTo>
                  <a:pt x="12848" y="19150"/>
                </a:lnTo>
                <a:lnTo>
                  <a:pt x="12848" y="19125"/>
                </a:lnTo>
                <a:close/>
                <a:moveTo>
                  <a:pt x="6813" y="18955"/>
                </a:moveTo>
                <a:lnTo>
                  <a:pt x="7300" y="18979"/>
                </a:lnTo>
                <a:lnTo>
                  <a:pt x="7178" y="19101"/>
                </a:lnTo>
                <a:lnTo>
                  <a:pt x="7081" y="19223"/>
                </a:lnTo>
                <a:lnTo>
                  <a:pt x="6862" y="19515"/>
                </a:lnTo>
                <a:lnTo>
                  <a:pt x="6716" y="19831"/>
                </a:lnTo>
                <a:lnTo>
                  <a:pt x="6594" y="20147"/>
                </a:lnTo>
                <a:lnTo>
                  <a:pt x="6278" y="20147"/>
                </a:lnTo>
                <a:lnTo>
                  <a:pt x="6351" y="20001"/>
                </a:lnTo>
                <a:lnTo>
                  <a:pt x="6375" y="19855"/>
                </a:lnTo>
                <a:lnTo>
                  <a:pt x="6424" y="19685"/>
                </a:lnTo>
                <a:lnTo>
                  <a:pt x="6473" y="19539"/>
                </a:lnTo>
                <a:lnTo>
                  <a:pt x="6643" y="19247"/>
                </a:lnTo>
                <a:lnTo>
                  <a:pt x="6813" y="18955"/>
                </a:lnTo>
                <a:close/>
                <a:moveTo>
                  <a:pt x="6375" y="18955"/>
                </a:moveTo>
                <a:lnTo>
                  <a:pt x="6229" y="19198"/>
                </a:lnTo>
                <a:lnTo>
                  <a:pt x="6132" y="19417"/>
                </a:lnTo>
                <a:lnTo>
                  <a:pt x="6035" y="19588"/>
                </a:lnTo>
                <a:lnTo>
                  <a:pt x="5962" y="19782"/>
                </a:lnTo>
                <a:lnTo>
                  <a:pt x="5913" y="19977"/>
                </a:lnTo>
                <a:lnTo>
                  <a:pt x="5913" y="20074"/>
                </a:lnTo>
                <a:lnTo>
                  <a:pt x="5937" y="20172"/>
                </a:lnTo>
                <a:lnTo>
                  <a:pt x="5086" y="20220"/>
                </a:lnTo>
                <a:lnTo>
                  <a:pt x="5207" y="19977"/>
                </a:lnTo>
                <a:lnTo>
                  <a:pt x="5305" y="19734"/>
                </a:lnTo>
                <a:lnTo>
                  <a:pt x="5572" y="19320"/>
                </a:lnTo>
                <a:lnTo>
                  <a:pt x="5670" y="19150"/>
                </a:lnTo>
                <a:lnTo>
                  <a:pt x="5718" y="19052"/>
                </a:lnTo>
                <a:lnTo>
                  <a:pt x="5743" y="19004"/>
                </a:lnTo>
                <a:lnTo>
                  <a:pt x="5694" y="19052"/>
                </a:lnTo>
                <a:lnTo>
                  <a:pt x="5694" y="19052"/>
                </a:lnTo>
                <a:lnTo>
                  <a:pt x="5718" y="19004"/>
                </a:lnTo>
                <a:lnTo>
                  <a:pt x="5718" y="18955"/>
                </a:lnTo>
                <a:close/>
                <a:moveTo>
                  <a:pt x="5451" y="18955"/>
                </a:moveTo>
                <a:lnTo>
                  <a:pt x="5305" y="19125"/>
                </a:lnTo>
                <a:lnTo>
                  <a:pt x="5183" y="19296"/>
                </a:lnTo>
                <a:lnTo>
                  <a:pt x="4940" y="19685"/>
                </a:lnTo>
                <a:lnTo>
                  <a:pt x="4794" y="19953"/>
                </a:lnTo>
                <a:lnTo>
                  <a:pt x="4745" y="20099"/>
                </a:lnTo>
                <a:lnTo>
                  <a:pt x="4721" y="20220"/>
                </a:lnTo>
                <a:lnTo>
                  <a:pt x="4210" y="20269"/>
                </a:lnTo>
                <a:lnTo>
                  <a:pt x="4210" y="20196"/>
                </a:lnTo>
                <a:lnTo>
                  <a:pt x="4307" y="19953"/>
                </a:lnTo>
                <a:lnTo>
                  <a:pt x="4429" y="19709"/>
                </a:lnTo>
                <a:lnTo>
                  <a:pt x="4623" y="19369"/>
                </a:lnTo>
                <a:lnTo>
                  <a:pt x="4672" y="19271"/>
                </a:lnTo>
                <a:lnTo>
                  <a:pt x="4696" y="19198"/>
                </a:lnTo>
                <a:lnTo>
                  <a:pt x="4696" y="19101"/>
                </a:lnTo>
                <a:lnTo>
                  <a:pt x="4672" y="19004"/>
                </a:lnTo>
                <a:lnTo>
                  <a:pt x="4550" y="19004"/>
                </a:lnTo>
                <a:lnTo>
                  <a:pt x="4453" y="19077"/>
                </a:lnTo>
                <a:lnTo>
                  <a:pt x="4356" y="19150"/>
                </a:lnTo>
                <a:lnTo>
                  <a:pt x="4258" y="19271"/>
                </a:lnTo>
                <a:lnTo>
                  <a:pt x="4112" y="19490"/>
                </a:lnTo>
                <a:lnTo>
                  <a:pt x="4015" y="19709"/>
                </a:lnTo>
                <a:lnTo>
                  <a:pt x="3869" y="19977"/>
                </a:lnTo>
                <a:lnTo>
                  <a:pt x="3820" y="20123"/>
                </a:lnTo>
                <a:lnTo>
                  <a:pt x="3772" y="20293"/>
                </a:lnTo>
                <a:lnTo>
                  <a:pt x="3358" y="20318"/>
                </a:lnTo>
                <a:lnTo>
                  <a:pt x="3382" y="20172"/>
                </a:lnTo>
                <a:lnTo>
                  <a:pt x="3455" y="19928"/>
                </a:lnTo>
                <a:lnTo>
                  <a:pt x="3553" y="19709"/>
                </a:lnTo>
                <a:lnTo>
                  <a:pt x="3747" y="19320"/>
                </a:lnTo>
                <a:lnTo>
                  <a:pt x="3942" y="18955"/>
                </a:lnTo>
                <a:close/>
                <a:moveTo>
                  <a:pt x="1825" y="19028"/>
                </a:moveTo>
                <a:lnTo>
                  <a:pt x="2166" y="19052"/>
                </a:lnTo>
                <a:lnTo>
                  <a:pt x="2482" y="19052"/>
                </a:lnTo>
                <a:lnTo>
                  <a:pt x="2214" y="19393"/>
                </a:lnTo>
                <a:lnTo>
                  <a:pt x="1971" y="19758"/>
                </a:lnTo>
                <a:lnTo>
                  <a:pt x="1752" y="20099"/>
                </a:lnTo>
                <a:lnTo>
                  <a:pt x="1679" y="20245"/>
                </a:lnTo>
                <a:lnTo>
                  <a:pt x="1631" y="20366"/>
                </a:lnTo>
                <a:lnTo>
                  <a:pt x="1558" y="20366"/>
                </a:lnTo>
                <a:lnTo>
                  <a:pt x="1217" y="20342"/>
                </a:lnTo>
                <a:lnTo>
                  <a:pt x="876" y="20318"/>
                </a:lnTo>
                <a:lnTo>
                  <a:pt x="1120" y="20001"/>
                </a:lnTo>
                <a:lnTo>
                  <a:pt x="1363" y="19685"/>
                </a:lnTo>
                <a:lnTo>
                  <a:pt x="1582" y="19344"/>
                </a:lnTo>
                <a:lnTo>
                  <a:pt x="1825" y="19028"/>
                </a:lnTo>
                <a:close/>
                <a:moveTo>
                  <a:pt x="3650" y="18955"/>
                </a:moveTo>
                <a:lnTo>
                  <a:pt x="3528" y="19077"/>
                </a:lnTo>
                <a:lnTo>
                  <a:pt x="3431" y="19223"/>
                </a:lnTo>
                <a:lnTo>
                  <a:pt x="3236" y="19539"/>
                </a:lnTo>
                <a:lnTo>
                  <a:pt x="3163" y="19709"/>
                </a:lnTo>
                <a:lnTo>
                  <a:pt x="3066" y="19904"/>
                </a:lnTo>
                <a:lnTo>
                  <a:pt x="2993" y="20123"/>
                </a:lnTo>
                <a:lnTo>
                  <a:pt x="2993" y="20220"/>
                </a:lnTo>
                <a:lnTo>
                  <a:pt x="2993" y="20342"/>
                </a:lnTo>
                <a:lnTo>
                  <a:pt x="2044" y="20391"/>
                </a:lnTo>
                <a:lnTo>
                  <a:pt x="2214" y="20123"/>
                </a:lnTo>
                <a:lnTo>
                  <a:pt x="2360" y="19928"/>
                </a:lnTo>
                <a:lnTo>
                  <a:pt x="2677" y="19442"/>
                </a:lnTo>
                <a:lnTo>
                  <a:pt x="2847" y="19198"/>
                </a:lnTo>
                <a:lnTo>
                  <a:pt x="2969" y="19101"/>
                </a:lnTo>
                <a:lnTo>
                  <a:pt x="3066" y="19004"/>
                </a:lnTo>
                <a:lnTo>
                  <a:pt x="3650" y="18955"/>
                </a:lnTo>
                <a:close/>
                <a:moveTo>
                  <a:pt x="6619" y="0"/>
                </a:moveTo>
                <a:lnTo>
                  <a:pt x="5791" y="25"/>
                </a:lnTo>
                <a:lnTo>
                  <a:pt x="4940" y="49"/>
                </a:lnTo>
                <a:lnTo>
                  <a:pt x="3261" y="146"/>
                </a:lnTo>
                <a:lnTo>
                  <a:pt x="2068" y="195"/>
                </a:lnTo>
                <a:lnTo>
                  <a:pt x="1874" y="195"/>
                </a:lnTo>
                <a:lnTo>
                  <a:pt x="1703" y="244"/>
                </a:lnTo>
                <a:lnTo>
                  <a:pt x="1631" y="219"/>
                </a:lnTo>
                <a:lnTo>
                  <a:pt x="1582" y="195"/>
                </a:lnTo>
                <a:lnTo>
                  <a:pt x="1509" y="219"/>
                </a:lnTo>
                <a:lnTo>
                  <a:pt x="1460" y="268"/>
                </a:lnTo>
                <a:lnTo>
                  <a:pt x="1387" y="390"/>
                </a:lnTo>
                <a:lnTo>
                  <a:pt x="1363" y="511"/>
                </a:lnTo>
                <a:lnTo>
                  <a:pt x="1339" y="755"/>
                </a:lnTo>
                <a:lnTo>
                  <a:pt x="1339" y="1047"/>
                </a:lnTo>
                <a:lnTo>
                  <a:pt x="1387" y="1314"/>
                </a:lnTo>
                <a:lnTo>
                  <a:pt x="1217" y="1290"/>
                </a:lnTo>
                <a:lnTo>
                  <a:pt x="1047" y="1290"/>
                </a:lnTo>
                <a:lnTo>
                  <a:pt x="706" y="1314"/>
                </a:lnTo>
                <a:lnTo>
                  <a:pt x="536" y="1314"/>
                </a:lnTo>
                <a:lnTo>
                  <a:pt x="341" y="1338"/>
                </a:lnTo>
                <a:lnTo>
                  <a:pt x="268" y="1363"/>
                </a:lnTo>
                <a:lnTo>
                  <a:pt x="195" y="1411"/>
                </a:lnTo>
                <a:lnTo>
                  <a:pt x="122" y="1460"/>
                </a:lnTo>
                <a:lnTo>
                  <a:pt x="122" y="1557"/>
                </a:lnTo>
                <a:lnTo>
                  <a:pt x="122" y="1630"/>
                </a:lnTo>
                <a:lnTo>
                  <a:pt x="73" y="1874"/>
                </a:lnTo>
                <a:lnTo>
                  <a:pt x="49" y="2117"/>
                </a:lnTo>
                <a:lnTo>
                  <a:pt x="49" y="2652"/>
                </a:lnTo>
                <a:lnTo>
                  <a:pt x="73" y="3674"/>
                </a:lnTo>
                <a:lnTo>
                  <a:pt x="49" y="4891"/>
                </a:lnTo>
                <a:lnTo>
                  <a:pt x="25" y="6083"/>
                </a:lnTo>
                <a:lnTo>
                  <a:pt x="25" y="6765"/>
                </a:lnTo>
                <a:lnTo>
                  <a:pt x="49" y="7446"/>
                </a:lnTo>
                <a:lnTo>
                  <a:pt x="122" y="8809"/>
                </a:lnTo>
                <a:lnTo>
                  <a:pt x="219" y="10171"/>
                </a:lnTo>
                <a:lnTo>
                  <a:pt x="292" y="11534"/>
                </a:lnTo>
                <a:lnTo>
                  <a:pt x="317" y="12166"/>
                </a:lnTo>
                <a:lnTo>
                  <a:pt x="317" y="12799"/>
                </a:lnTo>
                <a:lnTo>
                  <a:pt x="292" y="14064"/>
                </a:lnTo>
                <a:lnTo>
                  <a:pt x="219" y="15330"/>
                </a:lnTo>
                <a:lnTo>
                  <a:pt x="146" y="16595"/>
                </a:lnTo>
                <a:lnTo>
                  <a:pt x="73" y="17519"/>
                </a:lnTo>
                <a:lnTo>
                  <a:pt x="25" y="17982"/>
                </a:lnTo>
                <a:lnTo>
                  <a:pt x="0" y="18444"/>
                </a:lnTo>
                <a:lnTo>
                  <a:pt x="0" y="18931"/>
                </a:lnTo>
                <a:lnTo>
                  <a:pt x="25" y="19393"/>
                </a:lnTo>
                <a:lnTo>
                  <a:pt x="98" y="19831"/>
                </a:lnTo>
                <a:lnTo>
                  <a:pt x="146" y="20050"/>
                </a:lnTo>
                <a:lnTo>
                  <a:pt x="219" y="20269"/>
                </a:lnTo>
                <a:lnTo>
                  <a:pt x="268" y="20366"/>
                </a:lnTo>
                <a:lnTo>
                  <a:pt x="365" y="20415"/>
                </a:lnTo>
                <a:lnTo>
                  <a:pt x="463" y="20439"/>
                </a:lnTo>
                <a:lnTo>
                  <a:pt x="536" y="20415"/>
                </a:lnTo>
                <a:lnTo>
                  <a:pt x="560" y="20512"/>
                </a:lnTo>
                <a:lnTo>
                  <a:pt x="609" y="20610"/>
                </a:lnTo>
                <a:lnTo>
                  <a:pt x="706" y="20658"/>
                </a:lnTo>
                <a:lnTo>
                  <a:pt x="803" y="20731"/>
                </a:lnTo>
                <a:lnTo>
                  <a:pt x="1047" y="20804"/>
                </a:lnTo>
                <a:lnTo>
                  <a:pt x="1339" y="20853"/>
                </a:lnTo>
                <a:lnTo>
                  <a:pt x="1631" y="20877"/>
                </a:lnTo>
                <a:lnTo>
                  <a:pt x="1922" y="20877"/>
                </a:lnTo>
                <a:lnTo>
                  <a:pt x="2312" y="20853"/>
                </a:lnTo>
                <a:lnTo>
                  <a:pt x="3188" y="20829"/>
                </a:lnTo>
                <a:lnTo>
                  <a:pt x="4039" y="20780"/>
                </a:lnTo>
                <a:lnTo>
                  <a:pt x="5767" y="20683"/>
                </a:lnTo>
                <a:lnTo>
                  <a:pt x="7057" y="20634"/>
                </a:lnTo>
                <a:lnTo>
                  <a:pt x="8322" y="20585"/>
                </a:lnTo>
                <a:lnTo>
                  <a:pt x="9611" y="20585"/>
                </a:lnTo>
                <a:lnTo>
                  <a:pt x="10877" y="20610"/>
                </a:lnTo>
                <a:lnTo>
                  <a:pt x="12239" y="20634"/>
                </a:lnTo>
                <a:lnTo>
                  <a:pt x="12337" y="20658"/>
                </a:lnTo>
                <a:lnTo>
                  <a:pt x="12434" y="20658"/>
                </a:lnTo>
                <a:lnTo>
                  <a:pt x="12458" y="20634"/>
                </a:lnTo>
                <a:lnTo>
                  <a:pt x="13261" y="20634"/>
                </a:lnTo>
                <a:lnTo>
                  <a:pt x="14040" y="20585"/>
                </a:lnTo>
                <a:lnTo>
                  <a:pt x="14843" y="20512"/>
                </a:lnTo>
                <a:lnTo>
                  <a:pt x="15622" y="20391"/>
                </a:lnTo>
                <a:lnTo>
                  <a:pt x="15695" y="20366"/>
                </a:lnTo>
                <a:lnTo>
                  <a:pt x="15743" y="20342"/>
                </a:lnTo>
                <a:lnTo>
                  <a:pt x="15865" y="20318"/>
                </a:lnTo>
                <a:lnTo>
                  <a:pt x="15962" y="20269"/>
                </a:lnTo>
                <a:lnTo>
                  <a:pt x="16011" y="20172"/>
                </a:lnTo>
                <a:lnTo>
                  <a:pt x="16035" y="20123"/>
                </a:lnTo>
                <a:lnTo>
                  <a:pt x="16035" y="20050"/>
                </a:lnTo>
                <a:lnTo>
                  <a:pt x="16011" y="19807"/>
                </a:lnTo>
                <a:lnTo>
                  <a:pt x="15962" y="19563"/>
                </a:lnTo>
                <a:lnTo>
                  <a:pt x="15938" y="19320"/>
                </a:lnTo>
                <a:lnTo>
                  <a:pt x="15938" y="19077"/>
                </a:lnTo>
                <a:lnTo>
                  <a:pt x="16400" y="19028"/>
                </a:lnTo>
                <a:lnTo>
                  <a:pt x="16522" y="18979"/>
                </a:lnTo>
                <a:lnTo>
                  <a:pt x="16595" y="18906"/>
                </a:lnTo>
                <a:lnTo>
                  <a:pt x="16668" y="18833"/>
                </a:lnTo>
                <a:lnTo>
                  <a:pt x="16717" y="18760"/>
                </a:lnTo>
                <a:lnTo>
                  <a:pt x="16790" y="18347"/>
                </a:lnTo>
                <a:lnTo>
                  <a:pt x="16838" y="17933"/>
                </a:lnTo>
                <a:lnTo>
                  <a:pt x="16863" y="17519"/>
                </a:lnTo>
                <a:lnTo>
                  <a:pt x="16863" y="17106"/>
                </a:lnTo>
                <a:lnTo>
                  <a:pt x="16863" y="16254"/>
                </a:lnTo>
                <a:lnTo>
                  <a:pt x="16838" y="15427"/>
                </a:lnTo>
                <a:lnTo>
                  <a:pt x="16838" y="14429"/>
                </a:lnTo>
                <a:lnTo>
                  <a:pt x="16814" y="13432"/>
                </a:lnTo>
                <a:lnTo>
                  <a:pt x="16765" y="11412"/>
                </a:lnTo>
                <a:lnTo>
                  <a:pt x="16765" y="10414"/>
                </a:lnTo>
                <a:lnTo>
                  <a:pt x="16765" y="9417"/>
                </a:lnTo>
                <a:lnTo>
                  <a:pt x="16814" y="7422"/>
                </a:lnTo>
                <a:lnTo>
                  <a:pt x="16814" y="6473"/>
                </a:lnTo>
                <a:lnTo>
                  <a:pt x="16814" y="5499"/>
                </a:lnTo>
                <a:lnTo>
                  <a:pt x="16814" y="5013"/>
                </a:lnTo>
                <a:lnTo>
                  <a:pt x="16765" y="4550"/>
                </a:lnTo>
                <a:lnTo>
                  <a:pt x="16717" y="4064"/>
                </a:lnTo>
                <a:lnTo>
                  <a:pt x="16619" y="3601"/>
                </a:lnTo>
                <a:lnTo>
                  <a:pt x="16571" y="3553"/>
                </a:lnTo>
                <a:lnTo>
                  <a:pt x="16522" y="3504"/>
                </a:lnTo>
                <a:lnTo>
                  <a:pt x="16425" y="3334"/>
                </a:lnTo>
                <a:lnTo>
                  <a:pt x="16303" y="3188"/>
                </a:lnTo>
                <a:lnTo>
                  <a:pt x="16060" y="2896"/>
                </a:lnTo>
                <a:lnTo>
                  <a:pt x="15792" y="2604"/>
                </a:lnTo>
                <a:lnTo>
                  <a:pt x="15524" y="2336"/>
                </a:lnTo>
                <a:lnTo>
                  <a:pt x="14989" y="1801"/>
                </a:lnTo>
                <a:lnTo>
                  <a:pt x="14502" y="1338"/>
                </a:lnTo>
                <a:lnTo>
                  <a:pt x="14259" y="1119"/>
                </a:lnTo>
                <a:lnTo>
                  <a:pt x="13991" y="901"/>
                </a:lnTo>
                <a:lnTo>
                  <a:pt x="13699" y="633"/>
                </a:lnTo>
                <a:lnTo>
                  <a:pt x="13529" y="487"/>
                </a:lnTo>
                <a:lnTo>
                  <a:pt x="13359" y="390"/>
                </a:lnTo>
                <a:lnTo>
                  <a:pt x="13334" y="317"/>
                </a:lnTo>
                <a:lnTo>
                  <a:pt x="13286" y="292"/>
                </a:lnTo>
                <a:lnTo>
                  <a:pt x="13237" y="268"/>
                </a:lnTo>
                <a:lnTo>
                  <a:pt x="13164" y="244"/>
                </a:lnTo>
                <a:lnTo>
                  <a:pt x="9903" y="73"/>
                </a:lnTo>
                <a:lnTo>
                  <a:pt x="8249" y="25"/>
                </a:lnTo>
                <a:lnTo>
                  <a:pt x="6619" y="0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type="ctrTitle"/>
          </p:nvPr>
        </p:nvSpPr>
        <p:spPr>
          <a:xfrm>
            <a:off x="1912025" y="2116750"/>
            <a:ext cx="58026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Painting a picture</a:t>
            </a:r>
            <a:endParaRPr/>
          </a:p>
        </p:txBody>
      </p:sp>
      <p:sp>
        <p:nvSpPr>
          <p:cNvPr id="79" name="Google Shape;79;p14"/>
          <p:cNvSpPr txBox="1"/>
          <p:nvPr>
            <p:ph idx="1" type="subTitle"/>
          </p:nvPr>
        </p:nvSpPr>
        <p:spPr>
          <a:xfrm>
            <a:off x="1912025" y="3144851"/>
            <a:ext cx="58026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Giving you some context</a:t>
            </a:r>
            <a:endParaRPr/>
          </a:p>
        </p:txBody>
      </p:sp>
      <p:sp>
        <p:nvSpPr>
          <p:cNvPr id="80" name="Google Shape;80;p14"/>
          <p:cNvSpPr txBox="1"/>
          <p:nvPr>
            <p:ph idx="12" type="sldNum"/>
          </p:nvPr>
        </p:nvSpPr>
        <p:spPr>
          <a:xfrm>
            <a:off x="7899350" y="409842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" name="Google Shape;81;p14"/>
          <p:cNvSpPr/>
          <p:nvPr/>
        </p:nvSpPr>
        <p:spPr>
          <a:xfrm>
            <a:off x="6723153" y="703825"/>
            <a:ext cx="1410610" cy="944453"/>
          </a:xfrm>
          <a:custGeom>
            <a:rect b="b" l="l" r="r" t="t"/>
            <a:pathLst>
              <a:path extrusionOk="0" h="15647" w="17714">
                <a:moveTo>
                  <a:pt x="9806" y="2118"/>
                </a:moveTo>
                <a:lnTo>
                  <a:pt x="9782" y="2166"/>
                </a:lnTo>
                <a:lnTo>
                  <a:pt x="9757" y="2239"/>
                </a:lnTo>
                <a:lnTo>
                  <a:pt x="9757" y="2312"/>
                </a:lnTo>
                <a:lnTo>
                  <a:pt x="9782" y="2483"/>
                </a:lnTo>
                <a:lnTo>
                  <a:pt x="9855" y="2677"/>
                </a:lnTo>
                <a:lnTo>
                  <a:pt x="9903" y="2872"/>
                </a:lnTo>
                <a:lnTo>
                  <a:pt x="9952" y="2945"/>
                </a:lnTo>
                <a:lnTo>
                  <a:pt x="10001" y="2969"/>
                </a:lnTo>
                <a:lnTo>
                  <a:pt x="10049" y="2994"/>
                </a:lnTo>
                <a:lnTo>
                  <a:pt x="10122" y="3018"/>
                </a:lnTo>
                <a:lnTo>
                  <a:pt x="10195" y="2994"/>
                </a:lnTo>
                <a:lnTo>
                  <a:pt x="10244" y="2945"/>
                </a:lnTo>
                <a:lnTo>
                  <a:pt x="10293" y="2896"/>
                </a:lnTo>
                <a:lnTo>
                  <a:pt x="10293" y="2823"/>
                </a:lnTo>
                <a:lnTo>
                  <a:pt x="10293" y="2702"/>
                </a:lnTo>
                <a:lnTo>
                  <a:pt x="10244" y="2580"/>
                </a:lnTo>
                <a:lnTo>
                  <a:pt x="10171" y="2361"/>
                </a:lnTo>
                <a:lnTo>
                  <a:pt x="10122" y="2264"/>
                </a:lnTo>
                <a:lnTo>
                  <a:pt x="10049" y="2191"/>
                </a:lnTo>
                <a:lnTo>
                  <a:pt x="9952" y="2118"/>
                </a:lnTo>
                <a:close/>
                <a:moveTo>
                  <a:pt x="13821" y="2312"/>
                </a:moveTo>
                <a:lnTo>
                  <a:pt x="13748" y="2385"/>
                </a:lnTo>
                <a:lnTo>
                  <a:pt x="13602" y="2531"/>
                </a:lnTo>
                <a:lnTo>
                  <a:pt x="13456" y="2677"/>
                </a:lnTo>
                <a:lnTo>
                  <a:pt x="13407" y="2775"/>
                </a:lnTo>
                <a:lnTo>
                  <a:pt x="13383" y="2872"/>
                </a:lnTo>
                <a:lnTo>
                  <a:pt x="13407" y="2921"/>
                </a:lnTo>
                <a:lnTo>
                  <a:pt x="13431" y="2945"/>
                </a:lnTo>
                <a:lnTo>
                  <a:pt x="13456" y="2994"/>
                </a:lnTo>
                <a:lnTo>
                  <a:pt x="13504" y="3018"/>
                </a:lnTo>
                <a:lnTo>
                  <a:pt x="13602" y="3018"/>
                </a:lnTo>
                <a:lnTo>
                  <a:pt x="13699" y="2969"/>
                </a:lnTo>
                <a:lnTo>
                  <a:pt x="13796" y="2921"/>
                </a:lnTo>
                <a:lnTo>
                  <a:pt x="13894" y="2848"/>
                </a:lnTo>
                <a:lnTo>
                  <a:pt x="14040" y="2702"/>
                </a:lnTo>
                <a:lnTo>
                  <a:pt x="14113" y="2604"/>
                </a:lnTo>
                <a:lnTo>
                  <a:pt x="14137" y="2507"/>
                </a:lnTo>
                <a:lnTo>
                  <a:pt x="14113" y="2434"/>
                </a:lnTo>
                <a:lnTo>
                  <a:pt x="14064" y="2361"/>
                </a:lnTo>
                <a:lnTo>
                  <a:pt x="13991" y="2312"/>
                </a:lnTo>
                <a:close/>
                <a:moveTo>
                  <a:pt x="15232" y="4600"/>
                </a:moveTo>
                <a:lnTo>
                  <a:pt x="15037" y="4648"/>
                </a:lnTo>
                <a:lnTo>
                  <a:pt x="14867" y="4697"/>
                </a:lnTo>
                <a:lnTo>
                  <a:pt x="14672" y="4770"/>
                </a:lnTo>
                <a:lnTo>
                  <a:pt x="14575" y="4794"/>
                </a:lnTo>
                <a:lnTo>
                  <a:pt x="14478" y="4843"/>
                </a:lnTo>
                <a:lnTo>
                  <a:pt x="14429" y="4916"/>
                </a:lnTo>
                <a:lnTo>
                  <a:pt x="14429" y="4965"/>
                </a:lnTo>
                <a:lnTo>
                  <a:pt x="14453" y="5038"/>
                </a:lnTo>
                <a:lnTo>
                  <a:pt x="14502" y="5086"/>
                </a:lnTo>
                <a:lnTo>
                  <a:pt x="14721" y="5135"/>
                </a:lnTo>
                <a:lnTo>
                  <a:pt x="14964" y="5135"/>
                </a:lnTo>
                <a:lnTo>
                  <a:pt x="15086" y="5111"/>
                </a:lnTo>
                <a:lnTo>
                  <a:pt x="15183" y="5086"/>
                </a:lnTo>
                <a:lnTo>
                  <a:pt x="15281" y="5038"/>
                </a:lnTo>
                <a:lnTo>
                  <a:pt x="15378" y="4965"/>
                </a:lnTo>
                <a:lnTo>
                  <a:pt x="15402" y="4916"/>
                </a:lnTo>
                <a:lnTo>
                  <a:pt x="15427" y="4867"/>
                </a:lnTo>
                <a:lnTo>
                  <a:pt x="15427" y="4794"/>
                </a:lnTo>
                <a:lnTo>
                  <a:pt x="15427" y="4746"/>
                </a:lnTo>
                <a:lnTo>
                  <a:pt x="15402" y="4673"/>
                </a:lnTo>
                <a:lnTo>
                  <a:pt x="15354" y="4648"/>
                </a:lnTo>
                <a:lnTo>
                  <a:pt x="15305" y="4624"/>
                </a:lnTo>
                <a:lnTo>
                  <a:pt x="15232" y="4600"/>
                </a:lnTo>
                <a:close/>
                <a:moveTo>
                  <a:pt x="9052" y="4721"/>
                </a:moveTo>
                <a:lnTo>
                  <a:pt x="8954" y="4746"/>
                </a:lnTo>
                <a:lnTo>
                  <a:pt x="8711" y="4794"/>
                </a:lnTo>
                <a:lnTo>
                  <a:pt x="8516" y="4819"/>
                </a:lnTo>
                <a:lnTo>
                  <a:pt x="8419" y="4867"/>
                </a:lnTo>
                <a:lnTo>
                  <a:pt x="8346" y="4916"/>
                </a:lnTo>
                <a:lnTo>
                  <a:pt x="8273" y="4989"/>
                </a:lnTo>
                <a:lnTo>
                  <a:pt x="8249" y="5062"/>
                </a:lnTo>
                <a:lnTo>
                  <a:pt x="8273" y="5159"/>
                </a:lnTo>
                <a:lnTo>
                  <a:pt x="8297" y="5184"/>
                </a:lnTo>
                <a:lnTo>
                  <a:pt x="8346" y="5208"/>
                </a:lnTo>
                <a:lnTo>
                  <a:pt x="8443" y="5257"/>
                </a:lnTo>
                <a:lnTo>
                  <a:pt x="8930" y="5257"/>
                </a:lnTo>
                <a:lnTo>
                  <a:pt x="9076" y="5232"/>
                </a:lnTo>
                <a:lnTo>
                  <a:pt x="9198" y="5184"/>
                </a:lnTo>
                <a:lnTo>
                  <a:pt x="9319" y="5086"/>
                </a:lnTo>
                <a:lnTo>
                  <a:pt x="9344" y="5038"/>
                </a:lnTo>
                <a:lnTo>
                  <a:pt x="9344" y="4989"/>
                </a:lnTo>
                <a:lnTo>
                  <a:pt x="9319" y="4892"/>
                </a:lnTo>
                <a:lnTo>
                  <a:pt x="9246" y="4794"/>
                </a:lnTo>
                <a:lnTo>
                  <a:pt x="9173" y="4746"/>
                </a:lnTo>
                <a:lnTo>
                  <a:pt x="9052" y="4721"/>
                </a:lnTo>
                <a:close/>
                <a:moveTo>
                  <a:pt x="11801" y="3505"/>
                </a:moveTo>
                <a:lnTo>
                  <a:pt x="12020" y="3529"/>
                </a:lnTo>
                <a:lnTo>
                  <a:pt x="12263" y="3578"/>
                </a:lnTo>
                <a:lnTo>
                  <a:pt x="12482" y="3651"/>
                </a:lnTo>
                <a:lnTo>
                  <a:pt x="12701" y="3772"/>
                </a:lnTo>
                <a:lnTo>
                  <a:pt x="12872" y="3918"/>
                </a:lnTo>
                <a:lnTo>
                  <a:pt x="13042" y="4089"/>
                </a:lnTo>
                <a:lnTo>
                  <a:pt x="13212" y="4283"/>
                </a:lnTo>
                <a:lnTo>
                  <a:pt x="13334" y="4478"/>
                </a:lnTo>
                <a:lnTo>
                  <a:pt x="13431" y="4697"/>
                </a:lnTo>
                <a:lnTo>
                  <a:pt x="13480" y="4867"/>
                </a:lnTo>
                <a:lnTo>
                  <a:pt x="13504" y="5038"/>
                </a:lnTo>
                <a:lnTo>
                  <a:pt x="13504" y="5208"/>
                </a:lnTo>
                <a:lnTo>
                  <a:pt x="13480" y="5378"/>
                </a:lnTo>
                <a:lnTo>
                  <a:pt x="13456" y="5549"/>
                </a:lnTo>
                <a:lnTo>
                  <a:pt x="13407" y="5719"/>
                </a:lnTo>
                <a:lnTo>
                  <a:pt x="13334" y="5889"/>
                </a:lnTo>
                <a:lnTo>
                  <a:pt x="13237" y="6035"/>
                </a:lnTo>
                <a:lnTo>
                  <a:pt x="13139" y="6181"/>
                </a:lnTo>
                <a:lnTo>
                  <a:pt x="13042" y="6303"/>
                </a:lnTo>
                <a:lnTo>
                  <a:pt x="12920" y="6425"/>
                </a:lnTo>
                <a:lnTo>
                  <a:pt x="12774" y="6546"/>
                </a:lnTo>
                <a:lnTo>
                  <a:pt x="12628" y="6644"/>
                </a:lnTo>
                <a:lnTo>
                  <a:pt x="12482" y="6741"/>
                </a:lnTo>
                <a:lnTo>
                  <a:pt x="12336" y="6814"/>
                </a:lnTo>
                <a:lnTo>
                  <a:pt x="12166" y="6863"/>
                </a:lnTo>
                <a:lnTo>
                  <a:pt x="11996" y="6911"/>
                </a:lnTo>
                <a:lnTo>
                  <a:pt x="11801" y="6936"/>
                </a:lnTo>
                <a:lnTo>
                  <a:pt x="11631" y="6936"/>
                </a:lnTo>
                <a:lnTo>
                  <a:pt x="11485" y="6911"/>
                </a:lnTo>
                <a:lnTo>
                  <a:pt x="11315" y="6863"/>
                </a:lnTo>
                <a:lnTo>
                  <a:pt x="11169" y="6814"/>
                </a:lnTo>
                <a:lnTo>
                  <a:pt x="11023" y="6741"/>
                </a:lnTo>
                <a:lnTo>
                  <a:pt x="10901" y="6644"/>
                </a:lnTo>
                <a:lnTo>
                  <a:pt x="10779" y="6546"/>
                </a:lnTo>
                <a:lnTo>
                  <a:pt x="10658" y="6425"/>
                </a:lnTo>
                <a:lnTo>
                  <a:pt x="10560" y="6303"/>
                </a:lnTo>
                <a:lnTo>
                  <a:pt x="10463" y="6157"/>
                </a:lnTo>
                <a:lnTo>
                  <a:pt x="10317" y="5865"/>
                </a:lnTo>
                <a:lnTo>
                  <a:pt x="10195" y="5524"/>
                </a:lnTo>
                <a:lnTo>
                  <a:pt x="10147" y="5208"/>
                </a:lnTo>
                <a:lnTo>
                  <a:pt x="10147" y="4892"/>
                </a:lnTo>
                <a:lnTo>
                  <a:pt x="10195" y="4575"/>
                </a:lnTo>
                <a:lnTo>
                  <a:pt x="10244" y="4405"/>
                </a:lnTo>
                <a:lnTo>
                  <a:pt x="10317" y="4259"/>
                </a:lnTo>
                <a:lnTo>
                  <a:pt x="10414" y="4089"/>
                </a:lnTo>
                <a:lnTo>
                  <a:pt x="10560" y="3943"/>
                </a:lnTo>
                <a:lnTo>
                  <a:pt x="10901" y="3772"/>
                </a:lnTo>
                <a:lnTo>
                  <a:pt x="11242" y="3602"/>
                </a:lnTo>
                <a:lnTo>
                  <a:pt x="11436" y="3553"/>
                </a:lnTo>
                <a:lnTo>
                  <a:pt x="11607" y="3529"/>
                </a:lnTo>
                <a:lnTo>
                  <a:pt x="11801" y="3505"/>
                </a:lnTo>
                <a:close/>
                <a:moveTo>
                  <a:pt x="11753" y="2969"/>
                </a:moveTo>
                <a:lnTo>
                  <a:pt x="11461" y="2994"/>
                </a:lnTo>
                <a:lnTo>
                  <a:pt x="11169" y="3042"/>
                </a:lnTo>
                <a:lnTo>
                  <a:pt x="10901" y="3115"/>
                </a:lnTo>
                <a:lnTo>
                  <a:pt x="10633" y="3237"/>
                </a:lnTo>
                <a:lnTo>
                  <a:pt x="10390" y="3407"/>
                </a:lnTo>
                <a:lnTo>
                  <a:pt x="10195" y="3578"/>
                </a:lnTo>
                <a:lnTo>
                  <a:pt x="10074" y="3724"/>
                </a:lnTo>
                <a:lnTo>
                  <a:pt x="9952" y="3845"/>
                </a:lnTo>
                <a:lnTo>
                  <a:pt x="9830" y="4040"/>
                </a:lnTo>
                <a:lnTo>
                  <a:pt x="9757" y="4235"/>
                </a:lnTo>
                <a:lnTo>
                  <a:pt x="9684" y="4429"/>
                </a:lnTo>
                <a:lnTo>
                  <a:pt x="9636" y="4648"/>
                </a:lnTo>
                <a:lnTo>
                  <a:pt x="9611" y="4843"/>
                </a:lnTo>
                <a:lnTo>
                  <a:pt x="9611" y="5062"/>
                </a:lnTo>
                <a:lnTo>
                  <a:pt x="9611" y="5281"/>
                </a:lnTo>
                <a:lnTo>
                  <a:pt x="9636" y="5476"/>
                </a:lnTo>
                <a:lnTo>
                  <a:pt x="9684" y="5719"/>
                </a:lnTo>
                <a:lnTo>
                  <a:pt x="9757" y="5962"/>
                </a:lnTo>
                <a:lnTo>
                  <a:pt x="9830" y="6181"/>
                </a:lnTo>
                <a:lnTo>
                  <a:pt x="9952" y="6376"/>
                </a:lnTo>
                <a:lnTo>
                  <a:pt x="10074" y="6571"/>
                </a:lnTo>
                <a:lnTo>
                  <a:pt x="10220" y="6765"/>
                </a:lnTo>
                <a:lnTo>
                  <a:pt x="10366" y="6911"/>
                </a:lnTo>
                <a:lnTo>
                  <a:pt x="10536" y="7057"/>
                </a:lnTo>
                <a:lnTo>
                  <a:pt x="10731" y="7203"/>
                </a:lnTo>
                <a:lnTo>
                  <a:pt x="10925" y="7301"/>
                </a:lnTo>
                <a:lnTo>
                  <a:pt x="11120" y="7374"/>
                </a:lnTo>
                <a:lnTo>
                  <a:pt x="11363" y="7447"/>
                </a:lnTo>
                <a:lnTo>
                  <a:pt x="11582" y="7471"/>
                </a:lnTo>
                <a:lnTo>
                  <a:pt x="11826" y="7471"/>
                </a:lnTo>
                <a:lnTo>
                  <a:pt x="12069" y="7447"/>
                </a:lnTo>
                <a:lnTo>
                  <a:pt x="12312" y="7398"/>
                </a:lnTo>
                <a:lnTo>
                  <a:pt x="12531" y="7349"/>
                </a:lnTo>
                <a:lnTo>
                  <a:pt x="12750" y="7252"/>
                </a:lnTo>
                <a:lnTo>
                  <a:pt x="12945" y="7130"/>
                </a:lnTo>
                <a:lnTo>
                  <a:pt x="13139" y="6984"/>
                </a:lnTo>
                <a:lnTo>
                  <a:pt x="13310" y="6838"/>
                </a:lnTo>
                <a:lnTo>
                  <a:pt x="13480" y="6644"/>
                </a:lnTo>
                <a:lnTo>
                  <a:pt x="13602" y="6473"/>
                </a:lnTo>
                <a:lnTo>
                  <a:pt x="13723" y="6254"/>
                </a:lnTo>
                <a:lnTo>
                  <a:pt x="13821" y="6060"/>
                </a:lnTo>
                <a:lnTo>
                  <a:pt x="13894" y="5841"/>
                </a:lnTo>
                <a:lnTo>
                  <a:pt x="13967" y="5597"/>
                </a:lnTo>
                <a:lnTo>
                  <a:pt x="13991" y="5378"/>
                </a:lnTo>
                <a:lnTo>
                  <a:pt x="14015" y="5135"/>
                </a:lnTo>
                <a:lnTo>
                  <a:pt x="13991" y="4916"/>
                </a:lnTo>
                <a:lnTo>
                  <a:pt x="13942" y="4673"/>
                </a:lnTo>
                <a:lnTo>
                  <a:pt x="13894" y="4454"/>
                </a:lnTo>
                <a:lnTo>
                  <a:pt x="13772" y="4210"/>
                </a:lnTo>
                <a:lnTo>
                  <a:pt x="13626" y="3967"/>
                </a:lnTo>
                <a:lnTo>
                  <a:pt x="13456" y="3748"/>
                </a:lnTo>
                <a:lnTo>
                  <a:pt x="13261" y="3553"/>
                </a:lnTo>
                <a:lnTo>
                  <a:pt x="13042" y="3383"/>
                </a:lnTo>
                <a:lnTo>
                  <a:pt x="12799" y="3237"/>
                </a:lnTo>
                <a:lnTo>
                  <a:pt x="12555" y="3115"/>
                </a:lnTo>
                <a:lnTo>
                  <a:pt x="12288" y="3042"/>
                </a:lnTo>
                <a:lnTo>
                  <a:pt x="12045" y="2994"/>
                </a:lnTo>
                <a:lnTo>
                  <a:pt x="11753" y="2969"/>
                </a:lnTo>
                <a:close/>
                <a:moveTo>
                  <a:pt x="9903" y="7057"/>
                </a:moveTo>
                <a:lnTo>
                  <a:pt x="9806" y="7082"/>
                </a:lnTo>
                <a:lnTo>
                  <a:pt x="9733" y="7130"/>
                </a:lnTo>
                <a:lnTo>
                  <a:pt x="9587" y="7276"/>
                </a:lnTo>
                <a:lnTo>
                  <a:pt x="9465" y="7471"/>
                </a:lnTo>
                <a:lnTo>
                  <a:pt x="9392" y="7641"/>
                </a:lnTo>
                <a:lnTo>
                  <a:pt x="9368" y="7739"/>
                </a:lnTo>
                <a:lnTo>
                  <a:pt x="9392" y="7836"/>
                </a:lnTo>
                <a:lnTo>
                  <a:pt x="9441" y="7909"/>
                </a:lnTo>
                <a:lnTo>
                  <a:pt x="9514" y="7958"/>
                </a:lnTo>
                <a:lnTo>
                  <a:pt x="9587" y="7982"/>
                </a:lnTo>
                <a:lnTo>
                  <a:pt x="9684" y="7958"/>
                </a:lnTo>
                <a:lnTo>
                  <a:pt x="9757" y="7909"/>
                </a:lnTo>
                <a:lnTo>
                  <a:pt x="9806" y="7812"/>
                </a:lnTo>
                <a:lnTo>
                  <a:pt x="9879" y="7690"/>
                </a:lnTo>
                <a:lnTo>
                  <a:pt x="9952" y="7568"/>
                </a:lnTo>
                <a:lnTo>
                  <a:pt x="10098" y="7301"/>
                </a:lnTo>
                <a:lnTo>
                  <a:pt x="10098" y="7252"/>
                </a:lnTo>
                <a:lnTo>
                  <a:pt x="10098" y="7203"/>
                </a:lnTo>
                <a:lnTo>
                  <a:pt x="10074" y="7106"/>
                </a:lnTo>
                <a:lnTo>
                  <a:pt x="10001" y="7057"/>
                </a:lnTo>
                <a:close/>
                <a:moveTo>
                  <a:pt x="13504" y="7276"/>
                </a:moveTo>
                <a:lnTo>
                  <a:pt x="13456" y="7301"/>
                </a:lnTo>
                <a:lnTo>
                  <a:pt x="13407" y="7349"/>
                </a:lnTo>
                <a:lnTo>
                  <a:pt x="13383" y="7422"/>
                </a:lnTo>
                <a:lnTo>
                  <a:pt x="13383" y="7544"/>
                </a:lnTo>
                <a:lnTo>
                  <a:pt x="13407" y="7666"/>
                </a:lnTo>
                <a:lnTo>
                  <a:pt x="13456" y="7787"/>
                </a:lnTo>
                <a:lnTo>
                  <a:pt x="13504" y="7909"/>
                </a:lnTo>
                <a:lnTo>
                  <a:pt x="13602" y="8006"/>
                </a:lnTo>
                <a:lnTo>
                  <a:pt x="13723" y="8104"/>
                </a:lnTo>
                <a:lnTo>
                  <a:pt x="13821" y="8177"/>
                </a:lnTo>
                <a:lnTo>
                  <a:pt x="13918" y="8201"/>
                </a:lnTo>
                <a:lnTo>
                  <a:pt x="14015" y="8201"/>
                </a:lnTo>
                <a:lnTo>
                  <a:pt x="14088" y="8152"/>
                </a:lnTo>
                <a:lnTo>
                  <a:pt x="14137" y="8079"/>
                </a:lnTo>
                <a:lnTo>
                  <a:pt x="14161" y="8006"/>
                </a:lnTo>
                <a:lnTo>
                  <a:pt x="14161" y="7909"/>
                </a:lnTo>
                <a:lnTo>
                  <a:pt x="14137" y="7836"/>
                </a:lnTo>
                <a:lnTo>
                  <a:pt x="14064" y="7763"/>
                </a:lnTo>
                <a:lnTo>
                  <a:pt x="13918" y="7666"/>
                </a:lnTo>
                <a:lnTo>
                  <a:pt x="13821" y="7520"/>
                </a:lnTo>
                <a:lnTo>
                  <a:pt x="13699" y="7374"/>
                </a:lnTo>
                <a:lnTo>
                  <a:pt x="13650" y="7325"/>
                </a:lnTo>
                <a:lnTo>
                  <a:pt x="13553" y="7276"/>
                </a:lnTo>
                <a:close/>
                <a:moveTo>
                  <a:pt x="2312" y="11242"/>
                </a:moveTo>
                <a:lnTo>
                  <a:pt x="2287" y="11267"/>
                </a:lnTo>
                <a:lnTo>
                  <a:pt x="2263" y="11291"/>
                </a:lnTo>
                <a:lnTo>
                  <a:pt x="2287" y="11437"/>
                </a:lnTo>
                <a:lnTo>
                  <a:pt x="2312" y="11559"/>
                </a:lnTo>
                <a:lnTo>
                  <a:pt x="2360" y="11705"/>
                </a:lnTo>
                <a:lnTo>
                  <a:pt x="2409" y="11826"/>
                </a:lnTo>
                <a:lnTo>
                  <a:pt x="2555" y="12070"/>
                </a:lnTo>
                <a:lnTo>
                  <a:pt x="2701" y="12313"/>
                </a:lnTo>
                <a:lnTo>
                  <a:pt x="2871" y="12556"/>
                </a:lnTo>
                <a:lnTo>
                  <a:pt x="3042" y="12800"/>
                </a:lnTo>
                <a:lnTo>
                  <a:pt x="3236" y="13019"/>
                </a:lnTo>
                <a:lnTo>
                  <a:pt x="3455" y="13238"/>
                </a:lnTo>
                <a:lnTo>
                  <a:pt x="3528" y="13262"/>
                </a:lnTo>
                <a:lnTo>
                  <a:pt x="3650" y="13262"/>
                </a:lnTo>
                <a:lnTo>
                  <a:pt x="3699" y="13213"/>
                </a:lnTo>
                <a:lnTo>
                  <a:pt x="3747" y="13165"/>
                </a:lnTo>
                <a:lnTo>
                  <a:pt x="3772" y="13092"/>
                </a:lnTo>
                <a:lnTo>
                  <a:pt x="3747" y="13043"/>
                </a:lnTo>
                <a:lnTo>
                  <a:pt x="3699" y="12970"/>
                </a:lnTo>
                <a:lnTo>
                  <a:pt x="3504" y="12751"/>
                </a:lnTo>
                <a:lnTo>
                  <a:pt x="3309" y="12532"/>
                </a:lnTo>
                <a:lnTo>
                  <a:pt x="2944" y="12045"/>
                </a:lnTo>
                <a:lnTo>
                  <a:pt x="2652" y="11632"/>
                </a:lnTo>
                <a:lnTo>
                  <a:pt x="2506" y="11437"/>
                </a:lnTo>
                <a:lnTo>
                  <a:pt x="2336" y="11267"/>
                </a:lnTo>
                <a:lnTo>
                  <a:pt x="2312" y="11242"/>
                </a:lnTo>
                <a:close/>
                <a:moveTo>
                  <a:pt x="2336" y="12678"/>
                </a:moveTo>
                <a:lnTo>
                  <a:pt x="2287" y="12702"/>
                </a:lnTo>
                <a:lnTo>
                  <a:pt x="2263" y="12751"/>
                </a:lnTo>
                <a:lnTo>
                  <a:pt x="2239" y="12800"/>
                </a:lnTo>
                <a:lnTo>
                  <a:pt x="2287" y="12897"/>
                </a:lnTo>
                <a:lnTo>
                  <a:pt x="2360" y="13019"/>
                </a:lnTo>
                <a:lnTo>
                  <a:pt x="2531" y="13213"/>
                </a:lnTo>
                <a:lnTo>
                  <a:pt x="2604" y="13286"/>
                </a:lnTo>
                <a:lnTo>
                  <a:pt x="2725" y="13384"/>
                </a:lnTo>
                <a:lnTo>
                  <a:pt x="2823" y="13432"/>
                </a:lnTo>
                <a:lnTo>
                  <a:pt x="2896" y="13457"/>
                </a:lnTo>
                <a:lnTo>
                  <a:pt x="2944" y="13457"/>
                </a:lnTo>
                <a:lnTo>
                  <a:pt x="3017" y="13408"/>
                </a:lnTo>
                <a:lnTo>
                  <a:pt x="3042" y="13359"/>
                </a:lnTo>
                <a:lnTo>
                  <a:pt x="3066" y="13286"/>
                </a:lnTo>
                <a:lnTo>
                  <a:pt x="3042" y="13238"/>
                </a:lnTo>
                <a:lnTo>
                  <a:pt x="2969" y="13165"/>
                </a:lnTo>
                <a:lnTo>
                  <a:pt x="2896" y="13116"/>
                </a:lnTo>
                <a:lnTo>
                  <a:pt x="2750" y="12994"/>
                </a:lnTo>
                <a:lnTo>
                  <a:pt x="2579" y="12824"/>
                </a:lnTo>
                <a:lnTo>
                  <a:pt x="2482" y="12727"/>
                </a:lnTo>
                <a:lnTo>
                  <a:pt x="2385" y="12678"/>
                </a:lnTo>
                <a:close/>
                <a:moveTo>
                  <a:pt x="5645" y="6084"/>
                </a:moveTo>
                <a:lnTo>
                  <a:pt x="5499" y="6108"/>
                </a:lnTo>
                <a:lnTo>
                  <a:pt x="5353" y="6157"/>
                </a:lnTo>
                <a:lnTo>
                  <a:pt x="5231" y="6230"/>
                </a:lnTo>
                <a:lnTo>
                  <a:pt x="5085" y="6327"/>
                </a:lnTo>
                <a:lnTo>
                  <a:pt x="4818" y="6546"/>
                </a:lnTo>
                <a:lnTo>
                  <a:pt x="4599" y="6790"/>
                </a:lnTo>
                <a:lnTo>
                  <a:pt x="4355" y="7082"/>
                </a:lnTo>
                <a:lnTo>
                  <a:pt x="4161" y="7349"/>
                </a:lnTo>
                <a:lnTo>
                  <a:pt x="3796" y="7860"/>
                </a:lnTo>
                <a:lnTo>
                  <a:pt x="3382" y="8420"/>
                </a:lnTo>
                <a:lnTo>
                  <a:pt x="3163" y="8688"/>
                </a:lnTo>
                <a:lnTo>
                  <a:pt x="2920" y="8931"/>
                </a:lnTo>
                <a:lnTo>
                  <a:pt x="2433" y="9393"/>
                </a:lnTo>
                <a:lnTo>
                  <a:pt x="2190" y="9636"/>
                </a:lnTo>
                <a:lnTo>
                  <a:pt x="1971" y="9880"/>
                </a:lnTo>
                <a:lnTo>
                  <a:pt x="1922" y="9953"/>
                </a:lnTo>
                <a:lnTo>
                  <a:pt x="1922" y="10050"/>
                </a:lnTo>
                <a:lnTo>
                  <a:pt x="1922" y="10123"/>
                </a:lnTo>
                <a:lnTo>
                  <a:pt x="1971" y="10172"/>
                </a:lnTo>
                <a:lnTo>
                  <a:pt x="2044" y="10220"/>
                </a:lnTo>
                <a:lnTo>
                  <a:pt x="2117" y="10245"/>
                </a:lnTo>
                <a:lnTo>
                  <a:pt x="2190" y="10245"/>
                </a:lnTo>
                <a:lnTo>
                  <a:pt x="2263" y="10196"/>
                </a:lnTo>
                <a:lnTo>
                  <a:pt x="2312" y="10147"/>
                </a:lnTo>
                <a:lnTo>
                  <a:pt x="2360" y="10293"/>
                </a:lnTo>
                <a:lnTo>
                  <a:pt x="2409" y="10439"/>
                </a:lnTo>
                <a:lnTo>
                  <a:pt x="2555" y="10756"/>
                </a:lnTo>
                <a:lnTo>
                  <a:pt x="2823" y="11169"/>
                </a:lnTo>
                <a:lnTo>
                  <a:pt x="3042" y="11583"/>
                </a:lnTo>
                <a:lnTo>
                  <a:pt x="3309" y="12021"/>
                </a:lnTo>
                <a:lnTo>
                  <a:pt x="3455" y="12240"/>
                </a:lnTo>
                <a:lnTo>
                  <a:pt x="3601" y="12435"/>
                </a:lnTo>
                <a:lnTo>
                  <a:pt x="3772" y="12605"/>
                </a:lnTo>
                <a:lnTo>
                  <a:pt x="3942" y="12751"/>
                </a:lnTo>
                <a:lnTo>
                  <a:pt x="4015" y="12775"/>
                </a:lnTo>
                <a:lnTo>
                  <a:pt x="4088" y="12775"/>
                </a:lnTo>
                <a:lnTo>
                  <a:pt x="4161" y="12751"/>
                </a:lnTo>
                <a:lnTo>
                  <a:pt x="4209" y="12727"/>
                </a:lnTo>
                <a:lnTo>
                  <a:pt x="4282" y="12629"/>
                </a:lnTo>
                <a:lnTo>
                  <a:pt x="4282" y="12556"/>
                </a:lnTo>
                <a:lnTo>
                  <a:pt x="4282" y="12508"/>
                </a:lnTo>
                <a:lnTo>
                  <a:pt x="4258" y="12459"/>
                </a:lnTo>
                <a:lnTo>
                  <a:pt x="4209" y="12410"/>
                </a:lnTo>
                <a:lnTo>
                  <a:pt x="4039" y="12240"/>
                </a:lnTo>
                <a:lnTo>
                  <a:pt x="3893" y="12070"/>
                </a:lnTo>
                <a:lnTo>
                  <a:pt x="3626" y="11680"/>
                </a:lnTo>
                <a:lnTo>
                  <a:pt x="3358" y="11291"/>
                </a:lnTo>
                <a:lnTo>
                  <a:pt x="3139" y="10877"/>
                </a:lnTo>
                <a:lnTo>
                  <a:pt x="2920" y="10464"/>
                </a:lnTo>
                <a:lnTo>
                  <a:pt x="2750" y="10172"/>
                </a:lnTo>
                <a:lnTo>
                  <a:pt x="2579" y="9928"/>
                </a:lnTo>
                <a:lnTo>
                  <a:pt x="2920" y="9612"/>
                </a:lnTo>
                <a:lnTo>
                  <a:pt x="3066" y="9904"/>
                </a:lnTo>
                <a:lnTo>
                  <a:pt x="3212" y="10172"/>
                </a:lnTo>
                <a:lnTo>
                  <a:pt x="3528" y="10658"/>
                </a:lnTo>
                <a:lnTo>
                  <a:pt x="3747" y="10999"/>
                </a:lnTo>
                <a:lnTo>
                  <a:pt x="3966" y="11340"/>
                </a:lnTo>
                <a:lnTo>
                  <a:pt x="4112" y="11510"/>
                </a:lnTo>
                <a:lnTo>
                  <a:pt x="4234" y="11656"/>
                </a:lnTo>
                <a:lnTo>
                  <a:pt x="4380" y="11778"/>
                </a:lnTo>
                <a:lnTo>
                  <a:pt x="4550" y="11875"/>
                </a:lnTo>
                <a:lnTo>
                  <a:pt x="4623" y="11899"/>
                </a:lnTo>
                <a:lnTo>
                  <a:pt x="4672" y="11899"/>
                </a:lnTo>
                <a:lnTo>
                  <a:pt x="4745" y="11875"/>
                </a:lnTo>
                <a:lnTo>
                  <a:pt x="4793" y="11851"/>
                </a:lnTo>
                <a:lnTo>
                  <a:pt x="4842" y="11778"/>
                </a:lnTo>
                <a:lnTo>
                  <a:pt x="4866" y="11729"/>
                </a:lnTo>
                <a:lnTo>
                  <a:pt x="4866" y="11656"/>
                </a:lnTo>
                <a:lnTo>
                  <a:pt x="4842" y="11607"/>
                </a:lnTo>
                <a:lnTo>
                  <a:pt x="4599" y="11267"/>
                </a:lnTo>
                <a:lnTo>
                  <a:pt x="4331" y="10950"/>
                </a:lnTo>
                <a:lnTo>
                  <a:pt x="4088" y="10634"/>
                </a:lnTo>
                <a:lnTo>
                  <a:pt x="3845" y="10318"/>
                </a:lnTo>
                <a:lnTo>
                  <a:pt x="3528" y="9855"/>
                </a:lnTo>
                <a:lnTo>
                  <a:pt x="3334" y="9612"/>
                </a:lnTo>
                <a:lnTo>
                  <a:pt x="3139" y="9417"/>
                </a:lnTo>
                <a:lnTo>
                  <a:pt x="3480" y="9077"/>
                </a:lnTo>
                <a:lnTo>
                  <a:pt x="3577" y="9223"/>
                </a:lnTo>
                <a:lnTo>
                  <a:pt x="3674" y="9344"/>
                </a:lnTo>
                <a:lnTo>
                  <a:pt x="3893" y="9661"/>
                </a:lnTo>
                <a:lnTo>
                  <a:pt x="4112" y="9977"/>
                </a:lnTo>
                <a:lnTo>
                  <a:pt x="4282" y="10196"/>
                </a:lnTo>
                <a:lnTo>
                  <a:pt x="4501" y="10415"/>
                </a:lnTo>
                <a:lnTo>
                  <a:pt x="4599" y="10512"/>
                </a:lnTo>
                <a:lnTo>
                  <a:pt x="4720" y="10610"/>
                </a:lnTo>
                <a:lnTo>
                  <a:pt x="4866" y="10658"/>
                </a:lnTo>
                <a:lnTo>
                  <a:pt x="4988" y="10707"/>
                </a:lnTo>
                <a:lnTo>
                  <a:pt x="5085" y="10707"/>
                </a:lnTo>
                <a:lnTo>
                  <a:pt x="5183" y="10683"/>
                </a:lnTo>
                <a:lnTo>
                  <a:pt x="5231" y="10610"/>
                </a:lnTo>
                <a:lnTo>
                  <a:pt x="5256" y="10537"/>
                </a:lnTo>
                <a:lnTo>
                  <a:pt x="5280" y="10464"/>
                </a:lnTo>
                <a:lnTo>
                  <a:pt x="5256" y="10391"/>
                </a:lnTo>
                <a:lnTo>
                  <a:pt x="5207" y="10318"/>
                </a:lnTo>
                <a:lnTo>
                  <a:pt x="5110" y="10269"/>
                </a:lnTo>
                <a:lnTo>
                  <a:pt x="4988" y="10220"/>
                </a:lnTo>
                <a:lnTo>
                  <a:pt x="4866" y="10147"/>
                </a:lnTo>
                <a:lnTo>
                  <a:pt x="4745" y="10050"/>
                </a:lnTo>
                <a:lnTo>
                  <a:pt x="4647" y="9953"/>
                </a:lnTo>
                <a:lnTo>
                  <a:pt x="4453" y="9734"/>
                </a:lnTo>
                <a:lnTo>
                  <a:pt x="4282" y="9515"/>
                </a:lnTo>
                <a:lnTo>
                  <a:pt x="3991" y="9174"/>
                </a:lnTo>
                <a:lnTo>
                  <a:pt x="3845" y="9004"/>
                </a:lnTo>
                <a:lnTo>
                  <a:pt x="3747" y="8931"/>
                </a:lnTo>
                <a:lnTo>
                  <a:pt x="3650" y="8882"/>
                </a:lnTo>
                <a:lnTo>
                  <a:pt x="3966" y="8517"/>
                </a:lnTo>
                <a:lnTo>
                  <a:pt x="4039" y="8420"/>
                </a:lnTo>
                <a:lnTo>
                  <a:pt x="4185" y="8615"/>
                </a:lnTo>
                <a:lnTo>
                  <a:pt x="4331" y="8809"/>
                </a:lnTo>
                <a:lnTo>
                  <a:pt x="4647" y="9150"/>
                </a:lnTo>
                <a:lnTo>
                  <a:pt x="5183" y="9709"/>
                </a:lnTo>
                <a:lnTo>
                  <a:pt x="5304" y="9807"/>
                </a:lnTo>
                <a:lnTo>
                  <a:pt x="5426" y="9904"/>
                </a:lnTo>
                <a:lnTo>
                  <a:pt x="5548" y="9977"/>
                </a:lnTo>
                <a:lnTo>
                  <a:pt x="5718" y="9977"/>
                </a:lnTo>
                <a:lnTo>
                  <a:pt x="5767" y="9953"/>
                </a:lnTo>
                <a:lnTo>
                  <a:pt x="5791" y="9904"/>
                </a:lnTo>
                <a:lnTo>
                  <a:pt x="5840" y="9855"/>
                </a:lnTo>
                <a:lnTo>
                  <a:pt x="5840" y="9807"/>
                </a:lnTo>
                <a:lnTo>
                  <a:pt x="5815" y="9685"/>
                </a:lnTo>
                <a:lnTo>
                  <a:pt x="5767" y="9588"/>
                </a:lnTo>
                <a:lnTo>
                  <a:pt x="5669" y="9515"/>
                </a:lnTo>
                <a:lnTo>
                  <a:pt x="5572" y="9417"/>
                </a:lnTo>
                <a:lnTo>
                  <a:pt x="5304" y="9174"/>
                </a:lnTo>
                <a:lnTo>
                  <a:pt x="5012" y="8907"/>
                </a:lnTo>
                <a:lnTo>
                  <a:pt x="4647" y="8542"/>
                </a:lnTo>
                <a:lnTo>
                  <a:pt x="4282" y="8201"/>
                </a:lnTo>
                <a:lnTo>
                  <a:pt x="4234" y="8152"/>
                </a:lnTo>
                <a:lnTo>
                  <a:pt x="4599" y="7690"/>
                </a:lnTo>
                <a:lnTo>
                  <a:pt x="4696" y="7885"/>
                </a:lnTo>
                <a:lnTo>
                  <a:pt x="4842" y="8079"/>
                </a:lnTo>
                <a:lnTo>
                  <a:pt x="5134" y="8396"/>
                </a:lnTo>
                <a:lnTo>
                  <a:pt x="5329" y="8590"/>
                </a:lnTo>
                <a:lnTo>
                  <a:pt x="5548" y="8809"/>
                </a:lnTo>
                <a:lnTo>
                  <a:pt x="5791" y="9004"/>
                </a:lnTo>
                <a:lnTo>
                  <a:pt x="5913" y="9077"/>
                </a:lnTo>
                <a:lnTo>
                  <a:pt x="6034" y="9150"/>
                </a:lnTo>
                <a:lnTo>
                  <a:pt x="6180" y="9150"/>
                </a:lnTo>
                <a:lnTo>
                  <a:pt x="6205" y="9101"/>
                </a:lnTo>
                <a:lnTo>
                  <a:pt x="6253" y="9052"/>
                </a:lnTo>
                <a:lnTo>
                  <a:pt x="6278" y="9004"/>
                </a:lnTo>
                <a:lnTo>
                  <a:pt x="6278" y="8931"/>
                </a:lnTo>
                <a:lnTo>
                  <a:pt x="6253" y="8882"/>
                </a:lnTo>
                <a:lnTo>
                  <a:pt x="6229" y="8834"/>
                </a:lnTo>
                <a:lnTo>
                  <a:pt x="6034" y="8639"/>
                </a:lnTo>
                <a:lnTo>
                  <a:pt x="5840" y="8469"/>
                </a:lnTo>
                <a:lnTo>
                  <a:pt x="5621" y="8298"/>
                </a:lnTo>
                <a:lnTo>
                  <a:pt x="5402" y="8104"/>
                </a:lnTo>
                <a:lnTo>
                  <a:pt x="5110" y="7787"/>
                </a:lnTo>
                <a:lnTo>
                  <a:pt x="4939" y="7641"/>
                </a:lnTo>
                <a:lnTo>
                  <a:pt x="4745" y="7495"/>
                </a:lnTo>
                <a:lnTo>
                  <a:pt x="4915" y="7301"/>
                </a:lnTo>
                <a:lnTo>
                  <a:pt x="5061" y="7155"/>
                </a:lnTo>
                <a:lnTo>
                  <a:pt x="5402" y="7495"/>
                </a:lnTo>
                <a:lnTo>
                  <a:pt x="5718" y="7885"/>
                </a:lnTo>
                <a:lnTo>
                  <a:pt x="5888" y="8104"/>
                </a:lnTo>
                <a:lnTo>
                  <a:pt x="6132" y="8323"/>
                </a:lnTo>
                <a:lnTo>
                  <a:pt x="6253" y="8420"/>
                </a:lnTo>
                <a:lnTo>
                  <a:pt x="6375" y="8469"/>
                </a:lnTo>
                <a:lnTo>
                  <a:pt x="6497" y="8493"/>
                </a:lnTo>
                <a:lnTo>
                  <a:pt x="6643" y="8493"/>
                </a:lnTo>
                <a:lnTo>
                  <a:pt x="6716" y="8444"/>
                </a:lnTo>
                <a:lnTo>
                  <a:pt x="6764" y="8371"/>
                </a:lnTo>
                <a:lnTo>
                  <a:pt x="6764" y="8298"/>
                </a:lnTo>
                <a:lnTo>
                  <a:pt x="6740" y="8225"/>
                </a:lnTo>
                <a:lnTo>
                  <a:pt x="6643" y="8128"/>
                </a:lnTo>
                <a:lnTo>
                  <a:pt x="6545" y="8055"/>
                </a:lnTo>
                <a:lnTo>
                  <a:pt x="6424" y="7982"/>
                </a:lnTo>
                <a:lnTo>
                  <a:pt x="6326" y="7885"/>
                </a:lnTo>
                <a:lnTo>
                  <a:pt x="6205" y="7787"/>
                </a:lnTo>
                <a:lnTo>
                  <a:pt x="6083" y="7641"/>
                </a:lnTo>
                <a:lnTo>
                  <a:pt x="5864" y="7398"/>
                </a:lnTo>
                <a:lnTo>
                  <a:pt x="5742" y="7252"/>
                </a:lnTo>
                <a:lnTo>
                  <a:pt x="5621" y="7130"/>
                </a:lnTo>
                <a:lnTo>
                  <a:pt x="5450" y="7009"/>
                </a:lnTo>
                <a:lnTo>
                  <a:pt x="5304" y="6936"/>
                </a:lnTo>
                <a:lnTo>
                  <a:pt x="5718" y="6595"/>
                </a:lnTo>
                <a:lnTo>
                  <a:pt x="6326" y="7203"/>
                </a:lnTo>
                <a:lnTo>
                  <a:pt x="6643" y="7520"/>
                </a:lnTo>
                <a:lnTo>
                  <a:pt x="6910" y="7860"/>
                </a:lnTo>
                <a:lnTo>
                  <a:pt x="7251" y="8274"/>
                </a:lnTo>
                <a:lnTo>
                  <a:pt x="7543" y="8688"/>
                </a:lnTo>
                <a:lnTo>
                  <a:pt x="8176" y="9539"/>
                </a:lnTo>
                <a:lnTo>
                  <a:pt x="8954" y="10512"/>
                </a:lnTo>
                <a:lnTo>
                  <a:pt x="9733" y="11486"/>
                </a:lnTo>
                <a:lnTo>
                  <a:pt x="10098" y="11997"/>
                </a:lnTo>
                <a:lnTo>
                  <a:pt x="10463" y="12508"/>
                </a:lnTo>
                <a:lnTo>
                  <a:pt x="10828" y="13019"/>
                </a:lnTo>
                <a:lnTo>
                  <a:pt x="11023" y="13262"/>
                </a:lnTo>
                <a:lnTo>
                  <a:pt x="11242" y="13481"/>
                </a:lnTo>
                <a:lnTo>
                  <a:pt x="11339" y="13554"/>
                </a:lnTo>
                <a:lnTo>
                  <a:pt x="11436" y="13578"/>
                </a:lnTo>
                <a:lnTo>
                  <a:pt x="11509" y="13554"/>
                </a:lnTo>
                <a:lnTo>
                  <a:pt x="11582" y="13505"/>
                </a:lnTo>
                <a:lnTo>
                  <a:pt x="11655" y="13432"/>
                </a:lnTo>
                <a:lnTo>
                  <a:pt x="11680" y="13359"/>
                </a:lnTo>
                <a:lnTo>
                  <a:pt x="11704" y="13238"/>
                </a:lnTo>
                <a:lnTo>
                  <a:pt x="11680" y="13140"/>
                </a:lnTo>
                <a:lnTo>
                  <a:pt x="11558" y="12897"/>
                </a:lnTo>
                <a:lnTo>
                  <a:pt x="11388" y="12629"/>
                </a:lnTo>
                <a:lnTo>
                  <a:pt x="11217" y="12386"/>
                </a:lnTo>
                <a:lnTo>
                  <a:pt x="11047" y="12143"/>
                </a:lnTo>
                <a:lnTo>
                  <a:pt x="10268" y="11194"/>
                </a:lnTo>
                <a:lnTo>
                  <a:pt x="10001" y="10853"/>
                </a:lnTo>
                <a:lnTo>
                  <a:pt x="10147" y="10756"/>
                </a:lnTo>
                <a:lnTo>
                  <a:pt x="10220" y="10877"/>
                </a:lnTo>
                <a:lnTo>
                  <a:pt x="10317" y="10999"/>
                </a:lnTo>
                <a:lnTo>
                  <a:pt x="10463" y="11169"/>
                </a:lnTo>
                <a:lnTo>
                  <a:pt x="10633" y="11364"/>
                </a:lnTo>
                <a:lnTo>
                  <a:pt x="10828" y="11510"/>
                </a:lnTo>
                <a:lnTo>
                  <a:pt x="11023" y="11656"/>
                </a:lnTo>
                <a:lnTo>
                  <a:pt x="11071" y="11680"/>
                </a:lnTo>
                <a:lnTo>
                  <a:pt x="11144" y="11680"/>
                </a:lnTo>
                <a:lnTo>
                  <a:pt x="11217" y="11656"/>
                </a:lnTo>
                <a:lnTo>
                  <a:pt x="11266" y="11632"/>
                </a:lnTo>
                <a:lnTo>
                  <a:pt x="11315" y="11559"/>
                </a:lnTo>
                <a:lnTo>
                  <a:pt x="11339" y="11510"/>
                </a:lnTo>
                <a:lnTo>
                  <a:pt x="11339" y="11437"/>
                </a:lnTo>
                <a:lnTo>
                  <a:pt x="11315" y="11364"/>
                </a:lnTo>
                <a:lnTo>
                  <a:pt x="11169" y="11218"/>
                </a:lnTo>
                <a:lnTo>
                  <a:pt x="11023" y="11072"/>
                </a:lnTo>
                <a:lnTo>
                  <a:pt x="10682" y="10804"/>
                </a:lnTo>
                <a:lnTo>
                  <a:pt x="10390" y="10512"/>
                </a:lnTo>
                <a:lnTo>
                  <a:pt x="10390" y="10488"/>
                </a:lnTo>
                <a:lnTo>
                  <a:pt x="10731" y="10026"/>
                </a:lnTo>
                <a:lnTo>
                  <a:pt x="10828" y="10172"/>
                </a:lnTo>
                <a:lnTo>
                  <a:pt x="10901" y="10293"/>
                </a:lnTo>
                <a:lnTo>
                  <a:pt x="11023" y="10439"/>
                </a:lnTo>
                <a:lnTo>
                  <a:pt x="11169" y="10610"/>
                </a:lnTo>
                <a:lnTo>
                  <a:pt x="11315" y="10756"/>
                </a:lnTo>
                <a:lnTo>
                  <a:pt x="11412" y="10926"/>
                </a:lnTo>
                <a:lnTo>
                  <a:pt x="11485" y="10999"/>
                </a:lnTo>
                <a:lnTo>
                  <a:pt x="11534" y="11048"/>
                </a:lnTo>
                <a:lnTo>
                  <a:pt x="11607" y="11048"/>
                </a:lnTo>
                <a:lnTo>
                  <a:pt x="11680" y="11023"/>
                </a:lnTo>
                <a:lnTo>
                  <a:pt x="11753" y="10975"/>
                </a:lnTo>
                <a:lnTo>
                  <a:pt x="11777" y="10902"/>
                </a:lnTo>
                <a:lnTo>
                  <a:pt x="11801" y="10829"/>
                </a:lnTo>
                <a:lnTo>
                  <a:pt x="11777" y="10731"/>
                </a:lnTo>
                <a:lnTo>
                  <a:pt x="11680" y="10585"/>
                </a:lnTo>
                <a:lnTo>
                  <a:pt x="11582" y="10439"/>
                </a:lnTo>
                <a:lnTo>
                  <a:pt x="11315" y="10196"/>
                </a:lnTo>
                <a:lnTo>
                  <a:pt x="11169" y="10050"/>
                </a:lnTo>
                <a:lnTo>
                  <a:pt x="11023" y="9904"/>
                </a:lnTo>
                <a:lnTo>
                  <a:pt x="10925" y="9807"/>
                </a:lnTo>
                <a:lnTo>
                  <a:pt x="11217" y="9539"/>
                </a:lnTo>
                <a:lnTo>
                  <a:pt x="11315" y="9636"/>
                </a:lnTo>
                <a:lnTo>
                  <a:pt x="11412" y="9782"/>
                </a:lnTo>
                <a:lnTo>
                  <a:pt x="11582" y="10026"/>
                </a:lnTo>
                <a:lnTo>
                  <a:pt x="11655" y="10172"/>
                </a:lnTo>
                <a:lnTo>
                  <a:pt x="11753" y="10293"/>
                </a:lnTo>
                <a:lnTo>
                  <a:pt x="11874" y="10391"/>
                </a:lnTo>
                <a:lnTo>
                  <a:pt x="11996" y="10488"/>
                </a:lnTo>
                <a:lnTo>
                  <a:pt x="12093" y="10512"/>
                </a:lnTo>
                <a:lnTo>
                  <a:pt x="12190" y="10512"/>
                </a:lnTo>
                <a:lnTo>
                  <a:pt x="12239" y="10464"/>
                </a:lnTo>
                <a:lnTo>
                  <a:pt x="12312" y="10391"/>
                </a:lnTo>
                <a:lnTo>
                  <a:pt x="12336" y="10318"/>
                </a:lnTo>
                <a:lnTo>
                  <a:pt x="12336" y="10245"/>
                </a:lnTo>
                <a:lnTo>
                  <a:pt x="12288" y="10172"/>
                </a:lnTo>
                <a:lnTo>
                  <a:pt x="12215" y="10099"/>
                </a:lnTo>
                <a:lnTo>
                  <a:pt x="12117" y="10026"/>
                </a:lnTo>
                <a:lnTo>
                  <a:pt x="12020" y="9928"/>
                </a:lnTo>
                <a:lnTo>
                  <a:pt x="11850" y="9709"/>
                </a:lnTo>
                <a:lnTo>
                  <a:pt x="11680" y="9466"/>
                </a:lnTo>
                <a:lnTo>
                  <a:pt x="11607" y="9369"/>
                </a:lnTo>
                <a:lnTo>
                  <a:pt x="11485" y="9271"/>
                </a:lnTo>
                <a:lnTo>
                  <a:pt x="11704" y="9077"/>
                </a:lnTo>
                <a:lnTo>
                  <a:pt x="11972" y="9223"/>
                </a:lnTo>
                <a:lnTo>
                  <a:pt x="12215" y="9417"/>
                </a:lnTo>
                <a:lnTo>
                  <a:pt x="12409" y="9636"/>
                </a:lnTo>
                <a:lnTo>
                  <a:pt x="12628" y="9880"/>
                </a:lnTo>
                <a:lnTo>
                  <a:pt x="12993" y="10415"/>
                </a:lnTo>
                <a:lnTo>
                  <a:pt x="13334" y="10902"/>
                </a:lnTo>
                <a:lnTo>
                  <a:pt x="13845" y="11559"/>
                </a:lnTo>
                <a:lnTo>
                  <a:pt x="14356" y="12240"/>
                </a:lnTo>
                <a:lnTo>
                  <a:pt x="14551" y="12556"/>
                </a:lnTo>
                <a:lnTo>
                  <a:pt x="14770" y="12921"/>
                </a:lnTo>
                <a:lnTo>
                  <a:pt x="14891" y="13092"/>
                </a:lnTo>
                <a:lnTo>
                  <a:pt x="15037" y="13262"/>
                </a:lnTo>
                <a:lnTo>
                  <a:pt x="15159" y="13384"/>
                </a:lnTo>
                <a:lnTo>
                  <a:pt x="15305" y="13481"/>
                </a:lnTo>
                <a:lnTo>
                  <a:pt x="15427" y="13505"/>
                </a:lnTo>
                <a:lnTo>
                  <a:pt x="15548" y="13481"/>
                </a:lnTo>
                <a:lnTo>
                  <a:pt x="15597" y="13432"/>
                </a:lnTo>
                <a:lnTo>
                  <a:pt x="15621" y="13408"/>
                </a:lnTo>
                <a:lnTo>
                  <a:pt x="15646" y="13359"/>
                </a:lnTo>
                <a:lnTo>
                  <a:pt x="15646" y="13286"/>
                </a:lnTo>
                <a:lnTo>
                  <a:pt x="15597" y="13092"/>
                </a:lnTo>
                <a:lnTo>
                  <a:pt x="15524" y="12897"/>
                </a:lnTo>
                <a:lnTo>
                  <a:pt x="15427" y="12702"/>
                </a:lnTo>
                <a:lnTo>
                  <a:pt x="15281" y="12532"/>
                </a:lnTo>
                <a:lnTo>
                  <a:pt x="15013" y="12167"/>
                </a:lnTo>
                <a:lnTo>
                  <a:pt x="14745" y="11826"/>
                </a:lnTo>
                <a:lnTo>
                  <a:pt x="14478" y="11461"/>
                </a:lnTo>
                <a:lnTo>
                  <a:pt x="14210" y="11121"/>
                </a:lnTo>
                <a:lnTo>
                  <a:pt x="13650" y="10415"/>
                </a:lnTo>
                <a:lnTo>
                  <a:pt x="13310" y="9880"/>
                </a:lnTo>
                <a:lnTo>
                  <a:pt x="13091" y="9588"/>
                </a:lnTo>
                <a:lnTo>
                  <a:pt x="12872" y="9296"/>
                </a:lnTo>
                <a:lnTo>
                  <a:pt x="12604" y="9052"/>
                </a:lnTo>
                <a:lnTo>
                  <a:pt x="12482" y="8931"/>
                </a:lnTo>
                <a:lnTo>
                  <a:pt x="12336" y="8834"/>
                </a:lnTo>
                <a:lnTo>
                  <a:pt x="12215" y="8761"/>
                </a:lnTo>
                <a:lnTo>
                  <a:pt x="12069" y="8688"/>
                </a:lnTo>
                <a:lnTo>
                  <a:pt x="11899" y="8663"/>
                </a:lnTo>
                <a:lnTo>
                  <a:pt x="11753" y="8663"/>
                </a:lnTo>
                <a:lnTo>
                  <a:pt x="11655" y="8615"/>
                </a:lnTo>
                <a:lnTo>
                  <a:pt x="11558" y="8615"/>
                </a:lnTo>
                <a:lnTo>
                  <a:pt x="11388" y="8688"/>
                </a:lnTo>
                <a:lnTo>
                  <a:pt x="11242" y="8785"/>
                </a:lnTo>
                <a:lnTo>
                  <a:pt x="11071" y="8907"/>
                </a:lnTo>
                <a:lnTo>
                  <a:pt x="10950" y="9028"/>
                </a:lnTo>
                <a:lnTo>
                  <a:pt x="10682" y="9320"/>
                </a:lnTo>
                <a:lnTo>
                  <a:pt x="10463" y="9612"/>
                </a:lnTo>
                <a:lnTo>
                  <a:pt x="10074" y="10050"/>
                </a:lnTo>
                <a:lnTo>
                  <a:pt x="9903" y="10318"/>
                </a:lnTo>
                <a:lnTo>
                  <a:pt x="9830" y="10464"/>
                </a:lnTo>
                <a:lnTo>
                  <a:pt x="9782" y="10585"/>
                </a:lnTo>
                <a:lnTo>
                  <a:pt x="8589" y="9125"/>
                </a:lnTo>
                <a:lnTo>
                  <a:pt x="8249" y="8688"/>
                </a:lnTo>
                <a:lnTo>
                  <a:pt x="7908" y="8225"/>
                </a:lnTo>
                <a:lnTo>
                  <a:pt x="7567" y="7787"/>
                </a:lnTo>
                <a:lnTo>
                  <a:pt x="7227" y="7349"/>
                </a:lnTo>
                <a:lnTo>
                  <a:pt x="6935" y="7009"/>
                </a:lnTo>
                <a:lnTo>
                  <a:pt x="6594" y="6668"/>
                </a:lnTo>
                <a:lnTo>
                  <a:pt x="6424" y="6498"/>
                </a:lnTo>
                <a:lnTo>
                  <a:pt x="6229" y="6376"/>
                </a:lnTo>
                <a:lnTo>
                  <a:pt x="6034" y="6254"/>
                </a:lnTo>
                <a:lnTo>
                  <a:pt x="5815" y="6157"/>
                </a:lnTo>
                <a:lnTo>
                  <a:pt x="5742" y="6108"/>
                </a:lnTo>
                <a:lnTo>
                  <a:pt x="5645" y="6084"/>
                </a:lnTo>
                <a:close/>
                <a:moveTo>
                  <a:pt x="5864" y="1388"/>
                </a:moveTo>
                <a:lnTo>
                  <a:pt x="6837" y="1412"/>
                </a:lnTo>
                <a:lnTo>
                  <a:pt x="7811" y="1436"/>
                </a:lnTo>
                <a:lnTo>
                  <a:pt x="8784" y="1485"/>
                </a:lnTo>
                <a:lnTo>
                  <a:pt x="9757" y="1534"/>
                </a:lnTo>
                <a:lnTo>
                  <a:pt x="10755" y="1558"/>
                </a:lnTo>
                <a:lnTo>
                  <a:pt x="12726" y="1558"/>
                </a:lnTo>
                <a:lnTo>
                  <a:pt x="14429" y="1485"/>
                </a:lnTo>
                <a:lnTo>
                  <a:pt x="16181" y="1485"/>
                </a:lnTo>
                <a:lnTo>
                  <a:pt x="16181" y="1558"/>
                </a:lnTo>
                <a:lnTo>
                  <a:pt x="16157" y="1801"/>
                </a:lnTo>
                <a:lnTo>
                  <a:pt x="16132" y="2045"/>
                </a:lnTo>
                <a:lnTo>
                  <a:pt x="16132" y="2507"/>
                </a:lnTo>
                <a:lnTo>
                  <a:pt x="16132" y="2945"/>
                </a:lnTo>
                <a:lnTo>
                  <a:pt x="16181" y="3821"/>
                </a:lnTo>
                <a:lnTo>
                  <a:pt x="16181" y="5062"/>
                </a:lnTo>
                <a:lnTo>
                  <a:pt x="16132" y="6303"/>
                </a:lnTo>
                <a:lnTo>
                  <a:pt x="16059" y="8809"/>
                </a:lnTo>
                <a:lnTo>
                  <a:pt x="16059" y="10561"/>
                </a:lnTo>
                <a:lnTo>
                  <a:pt x="16084" y="12313"/>
                </a:lnTo>
                <a:lnTo>
                  <a:pt x="16108" y="12946"/>
                </a:lnTo>
                <a:lnTo>
                  <a:pt x="16132" y="13603"/>
                </a:lnTo>
                <a:lnTo>
                  <a:pt x="16157" y="13724"/>
                </a:lnTo>
                <a:lnTo>
                  <a:pt x="15524" y="13773"/>
                </a:lnTo>
                <a:lnTo>
                  <a:pt x="14916" y="13797"/>
                </a:lnTo>
                <a:lnTo>
                  <a:pt x="13675" y="13822"/>
                </a:lnTo>
                <a:lnTo>
                  <a:pt x="11193" y="13822"/>
                </a:lnTo>
                <a:lnTo>
                  <a:pt x="8614" y="13846"/>
                </a:lnTo>
                <a:lnTo>
                  <a:pt x="6010" y="13895"/>
                </a:lnTo>
                <a:lnTo>
                  <a:pt x="4793" y="13895"/>
                </a:lnTo>
                <a:lnTo>
                  <a:pt x="3577" y="13870"/>
                </a:lnTo>
                <a:lnTo>
                  <a:pt x="2263" y="13846"/>
                </a:lnTo>
                <a:lnTo>
                  <a:pt x="1801" y="13846"/>
                </a:lnTo>
                <a:lnTo>
                  <a:pt x="1728" y="12873"/>
                </a:lnTo>
                <a:lnTo>
                  <a:pt x="1655" y="11899"/>
                </a:lnTo>
                <a:lnTo>
                  <a:pt x="1606" y="10950"/>
                </a:lnTo>
                <a:lnTo>
                  <a:pt x="1582" y="9977"/>
                </a:lnTo>
                <a:lnTo>
                  <a:pt x="1582" y="8882"/>
                </a:lnTo>
                <a:lnTo>
                  <a:pt x="1606" y="7787"/>
                </a:lnTo>
                <a:lnTo>
                  <a:pt x="1606" y="6668"/>
                </a:lnTo>
                <a:lnTo>
                  <a:pt x="1582" y="5573"/>
                </a:lnTo>
                <a:lnTo>
                  <a:pt x="1533" y="4356"/>
                </a:lnTo>
                <a:lnTo>
                  <a:pt x="1484" y="3115"/>
                </a:lnTo>
                <a:lnTo>
                  <a:pt x="1460" y="2483"/>
                </a:lnTo>
                <a:lnTo>
                  <a:pt x="1460" y="1850"/>
                </a:lnTo>
                <a:lnTo>
                  <a:pt x="1436" y="1631"/>
                </a:lnTo>
                <a:lnTo>
                  <a:pt x="1411" y="1412"/>
                </a:lnTo>
                <a:lnTo>
                  <a:pt x="1557" y="1412"/>
                </a:lnTo>
                <a:lnTo>
                  <a:pt x="1703" y="1436"/>
                </a:lnTo>
                <a:lnTo>
                  <a:pt x="1849" y="1485"/>
                </a:lnTo>
                <a:lnTo>
                  <a:pt x="1995" y="1509"/>
                </a:lnTo>
                <a:lnTo>
                  <a:pt x="2433" y="1558"/>
                </a:lnTo>
                <a:lnTo>
                  <a:pt x="2871" y="1558"/>
                </a:lnTo>
                <a:lnTo>
                  <a:pt x="3358" y="1534"/>
                </a:lnTo>
                <a:lnTo>
                  <a:pt x="3869" y="1485"/>
                </a:lnTo>
                <a:lnTo>
                  <a:pt x="4866" y="1412"/>
                </a:lnTo>
                <a:lnTo>
                  <a:pt x="5864" y="1388"/>
                </a:lnTo>
                <a:close/>
                <a:moveTo>
                  <a:pt x="6375" y="925"/>
                </a:moveTo>
                <a:lnTo>
                  <a:pt x="5353" y="950"/>
                </a:lnTo>
                <a:lnTo>
                  <a:pt x="4331" y="998"/>
                </a:lnTo>
                <a:lnTo>
                  <a:pt x="3334" y="1071"/>
                </a:lnTo>
                <a:lnTo>
                  <a:pt x="2823" y="1096"/>
                </a:lnTo>
                <a:lnTo>
                  <a:pt x="2190" y="1096"/>
                </a:lnTo>
                <a:lnTo>
                  <a:pt x="2020" y="1071"/>
                </a:lnTo>
                <a:lnTo>
                  <a:pt x="1728" y="1023"/>
                </a:lnTo>
                <a:lnTo>
                  <a:pt x="1582" y="1023"/>
                </a:lnTo>
                <a:lnTo>
                  <a:pt x="1436" y="1047"/>
                </a:lnTo>
                <a:lnTo>
                  <a:pt x="1314" y="1120"/>
                </a:lnTo>
                <a:lnTo>
                  <a:pt x="1241" y="1242"/>
                </a:lnTo>
                <a:lnTo>
                  <a:pt x="1192" y="1290"/>
                </a:lnTo>
                <a:lnTo>
                  <a:pt x="1144" y="1339"/>
                </a:lnTo>
                <a:lnTo>
                  <a:pt x="1095" y="1509"/>
                </a:lnTo>
                <a:lnTo>
                  <a:pt x="1071" y="1680"/>
                </a:lnTo>
                <a:lnTo>
                  <a:pt x="1046" y="1899"/>
                </a:lnTo>
                <a:lnTo>
                  <a:pt x="1046" y="2288"/>
                </a:lnTo>
                <a:lnTo>
                  <a:pt x="1046" y="2531"/>
                </a:lnTo>
                <a:lnTo>
                  <a:pt x="1046" y="3213"/>
                </a:lnTo>
                <a:lnTo>
                  <a:pt x="1071" y="3918"/>
                </a:lnTo>
                <a:lnTo>
                  <a:pt x="1119" y="5330"/>
                </a:lnTo>
                <a:lnTo>
                  <a:pt x="1144" y="6352"/>
                </a:lnTo>
                <a:lnTo>
                  <a:pt x="1144" y="7374"/>
                </a:lnTo>
                <a:lnTo>
                  <a:pt x="1119" y="9417"/>
                </a:lnTo>
                <a:lnTo>
                  <a:pt x="1144" y="10634"/>
                </a:lnTo>
                <a:lnTo>
                  <a:pt x="1192" y="11851"/>
                </a:lnTo>
                <a:lnTo>
                  <a:pt x="1290" y="13043"/>
                </a:lnTo>
                <a:lnTo>
                  <a:pt x="1387" y="14260"/>
                </a:lnTo>
                <a:lnTo>
                  <a:pt x="1411" y="14357"/>
                </a:lnTo>
                <a:lnTo>
                  <a:pt x="1460" y="14406"/>
                </a:lnTo>
                <a:lnTo>
                  <a:pt x="1533" y="14454"/>
                </a:lnTo>
                <a:lnTo>
                  <a:pt x="1606" y="14479"/>
                </a:lnTo>
                <a:lnTo>
                  <a:pt x="1679" y="14479"/>
                </a:lnTo>
                <a:lnTo>
                  <a:pt x="1752" y="14430"/>
                </a:lnTo>
                <a:lnTo>
                  <a:pt x="1801" y="14381"/>
                </a:lnTo>
                <a:lnTo>
                  <a:pt x="1825" y="14308"/>
                </a:lnTo>
                <a:lnTo>
                  <a:pt x="2141" y="14357"/>
                </a:lnTo>
                <a:lnTo>
                  <a:pt x="2969" y="14357"/>
                </a:lnTo>
                <a:lnTo>
                  <a:pt x="4282" y="14406"/>
                </a:lnTo>
                <a:lnTo>
                  <a:pt x="5572" y="14430"/>
                </a:lnTo>
                <a:lnTo>
                  <a:pt x="6837" y="14406"/>
                </a:lnTo>
                <a:lnTo>
                  <a:pt x="8103" y="14406"/>
                </a:lnTo>
                <a:lnTo>
                  <a:pt x="10633" y="14357"/>
                </a:lnTo>
                <a:lnTo>
                  <a:pt x="12045" y="14333"/>
                </a:lnTo>
                <a:lnTo>
                  <a:pt x="13480" y="14333"/>
                </a:lnTo>
                <a:lnTo>
                  <a:pt x="14891" y="14308"/>
                </a:lnTo>
                <a:lnTo>
                  <a:pt x="15597" y="14284"/>
                </a:lnTo>
                <a:lnTo>
                  <a:pt x="16303" y="14235"/>
                </a:lnTo>
                <a:lnTo>
                  <a:pt x="16400" y="14211"/>
                </a:lnTo>
                <a:lnTo>
                  <a:pt x="16473" y="14211"/>
                </a:lnTo>
                <a:lnTo>
                  <a:pt x="16546" y="14187"/>
                </a:lnTo>
                <a:lnTo>
                  <a:pt x="16619" y="14138"/>
                </a:lnTo>
                <a:lnTo>
                  <a:pt x="16643" y="14065"/>
                </a:lnTo>
                <a:lnTo>
                  <a:pt x="16668" y="13992"/>
                </a:lnTo>
                <a:lnTo>
                  <a:pt x="16668" y="13895"/>
                </a:lnTo>
                <a:lnTo>
                  <a:pt x="16643" y="13822"/>
                </a:lnTo>
                <a:lnTo>
                  <a:pt x="16570" y="13773"/>
                </a:lnTo>
                <a:lnTo>
                  <a:pt x="16570" y="13773"/>
                </a:lnTo>
                <a:lnTo>
                  <a:pt x="16643" y="13797"/>
                </a:lnTo>
                <a:lnTo>
                  <a:pt x="16668" y="13797"/>
                </a:lnTo>
                <a:lnTo>
                  <a:pt x="16643" y="13700"/>
                </a:lnTo>
                <a:lnTo>
                  <a:pt x="16619" y="13603"/>
                </a:lnTo>
                <a:lnTo>
                  <a:pt x="16595" y="13043"/>
                </a:lnTo>
                <a:lnTo>
                  <a:pt x="16546" y="11729"/>
                </a:lnTo>
                <a:lnTo>
                  <a:pt x="16546" y="9685"/>
                </a:lnTo>
                <a:lnTo>
                  <a:pt x="16570" y="7666"/>
                </a:lnTo>
                <a:lnTo>
                  <a:pt x="16643" y="5184"/>
                </a:lnTo>
                <a:lnTo>
                  <a:pt x="16643" y="3943"/>
                </a:lnTo>
                <a:lnTo>
                  <a:pt x="16595" y="2702"/>
                </a:lnTo>
                <a:lnTo>
                  <a:pt x="16619" y="2312"/>
                </a:lnTo>
                <a:lnTo>
                  <a:pt x="16619" y="2045"/>
                </a:lnTo>
                <a:lnTo>
                  <a:pt x="16643" y="1753"/>
                </a:lnTo>
                <a:lnTo>
                  <a:pt x="16619" y="1485"/>
                </a:lnTo>
                <a:lnTo>
                  <a:pt x="16546" y="1266"/>
                </a:lnTo>
                <a:lnTo>
                  <a:pt x="16522" y="1169"/>
                </a:lnTo>
                <a:lnTo>
                  <a:pt x="16449" y="1120"/>
                </a:lnTo>
                <a:lnTo>
                  <a:pt x="16400" y="1071"/>
                </a:lnTo>
                <a:lnTo>
                  <a:pt x="16278" y="1071"/>
                </a:lnTo>
                <a:lnTo>
                  <a:pt x="16205" y="1047"/>
                </a:lnTo>
                <a:lnTo>
                  <a:pt x="15792" y="974"/>
                </a:lnTo>
                <a:lnTo>
                  <a:pt x="15354" y="950"/>
                </a:lnTo>
                <a:lnTo>
                  <a:pt x="14916" y="925"/>
                </a:lnTo>
                <a:lnTo>
                  <a:pt x="14478" y="950"/>
                </a:lnTo>
                <a:lnTo>
                  <a:pt x="13577" y="998"/>
                </a:lnTo>
                <a:lnTo>
                  <a:pt x="12726" y="1071"/>
                </a:lnTo>
                <a:lnTo>
                  <a:pt x="11631" y="1096"/>
                </a:lnTo>
                <a:lnTo>
                  <a:pt x="10560" y="1096"/>
                </a:lnTo>
                <a:lnTo>
                  <a:pt x="9490" y="1047"/>
                </a:lnTo>
                <a:lnTo>
                  <a:pt x="8395" y="998"/>
                </a:lnTo>
                <a:lnTo>
                  <a:pt x="7373" y="950"/>
                </a:lnTo>
                <a:lnTo>
                  <a:pt x="6375" y="925"/>
                </a:lnTo>
                <a:close/>
                <a:moveTo>
                  <a:pt x="3480" y="415"/>
                </a:moveTo>
                <a:lnTo>
                  <a:pt x="4647" y="463"/>
                </a:lnTo>
                <a:lnTo>
                  <a:pt x="8200" y="463"/>
                </a:lnTo>
                <a:lnTo>
                  <a:pt x="10390" y="439"/>
                </a:lnTo>
                <a:lnTo>
                  <a:pt x="12604" y="439"/>
                </a:lnTo>
                <a:lnTo>
                  <a:pt x="17033" y="463"/>
                </a:lnTo>
                <a:lnTo>
                  <a:pt x="16935" y="731"/>
                </a:lnTo>
                <a:lnTo>
                  <a:pt x="16887" y="1023"/>
                </a:lnTo>
                <a:lnTo>
                  <a:pt x="16862" y="1315"/>
                </a:lnTo>
                <a:lnTo>
                  <a:pt x="16862" y="1631"/>
                </a:lnTo>
                <a:lnTo>
                  <a:pt x="16887" y="2239"/>
                </a:lnTo>
                <a:lnTo>
                  <a:pt x="16960" y="2799"/>
                </a:lnTo>
                <a:lnTo>
                  <a:pt x="17057" y="3797"/>
                </a:lnTo>
                <a:lnTo>
                  <a:pt x="17154" y="4770"/>
                </a:lnTo>
                <a:lnTo>
                  <a:pt x="17179" y="5768"/>
                </a:lnTo>
                <a:lnTo>
                  <a:pt x="17203" y="6765"/>
                </a:lnTo>
                <a:lnTo>
                  <a:pt x="17154" y="8031"/>
                </a:lnTo>
                <a:lnTo>
                  <a:pt x="17106" y="9296"/>
                </a:lnTo>
                <a:lnTo>
                  <a:pt x="17033" y="10561"/>
                </a:lnTo>
                <a:lnTo>
                  <a:pt x="16960" y="11802"/>
                </a:lnTo>
                <a:lnTo>
                  <a:pt x="16960" y="12289"/>
                </a:lnTo>
                <a:lnTo>
                  <a:pt x="16960" y="12775"/>
                </a:lnTo>
                <a:lnTo>
                  <a:pt x="16984" y="13749"/>
                </a:lnTo>
                <a:lnTo>
                  <a:pt x="16960" y="14187"/>
                </a:lnTo>
                <a:lnTo>
                  <a:pt x="16960" y="14406"/>
                </a:lnTo>
                <a:lnTo>
                  <a:pt x="16984" y="14625"/>
                </a:lnTo>
                <a:lnTo>
                  <a:pt x="16497" y="14722"/>
                </a:lnTo>
                <a:lnTo>
                  <a:pt x="15986" y="14771"/>
                </a:lnTo>
                <a:lnTo>
                  <a:pt x="15500" y="14795"/>
                </a:lnTo>
                <a:lnTo>
                  <a:pt x="14989" y="14819"/>
                </a:lnTo>
                <a:lnTo>
                  <a:pt x="13991" y="14795"/>
                </a:lnTo>
                <a:lnTo>
                  <a:pt x="12969" y="14771"/>
                </a:lnTo>
                <a:lnTo>
                  <a:pt x="11874" y="14771"/>
                </a:lnTo>
                <a:lnTo>
                  <a:pt x="10779" y="14795"/>
                </a:lnTo>
                <a:lnTo>
                  <a:pt x="9684" y="14844"/>
                </a:lnTo>
                <a:lnTo>
                  <a:pt x="8589" y="14941"/>
                </a:lnTo>
                <a:lnTo>
                  <a:pt x="7470" y="15038"/>
                </a:lnTo>
                <a:lnTo>
                  <a:pt x="6375" y="15160"/>
                </a:lnTo>
                <a:lnTo>
                  <a:pt x="5815" y="15184"/>
                </a:lnTo>
                <a:lnTo>
                  <a:pt x="5256" y="15184"/>
                </a:lnTo>
                <a:lnTo>
                  <a:pt x="4696" y="15160"/>
                </a:lnTo>
                <a:lnTo>
                  <a:pt x="4136" y="15111"/>
                </a:lnTo>
                <a:lnTo>
                  <a:pt x="3212" y="15014"/>
                </a:lnTo>
                <a:lnTo>
                  <a:pt x="2750" y="14965"/>
                </a:lnTo>
                <a:lnTo>
                  <a:pt x="2287" y="14965"/>
                </a:lnTo>
                <a:lnTo>
                  <a:pt x="1192" y="15014"/>
                </a:lnTo>
                <a:lnTo>
                  <a:pt x="633" y="15087"/>
                </a:lnTo>
                <a:lnTo>
                  <a:pt x="633" y="15038"/>
                </a:lnTo>
                <a:lnTo>
                  <a:pt x="657" y="14990"/>
                </a:lnTo>
                <a:lnTo>
                  <a:pt x="633" y="14941"/>
                </a:lnTo>
                <a:lnTo>
                  <a:pt x="633" y="14892"/>
                </a:lnTo>
                <a:lnTo>
                  <a:pt x="584" y="14844"/>
                </a:lnTo>
                <a:lnTo>
                  <a:pt x="608" y="14600"/>
                </a:lnTo>
                <a:lnTo>
                  <a:pt x="608" y="14381"/>
                </a:lnTo>
                <a:lnTo>
                  <a:pt x="584" y="14162"/>
                </a:lnTo>
                <a:lnTo>
                  <a:pt x="535" y="13749"/>
                </a:lnTo>
                <a:lnTo>
                  <a:pt x="511" y="13262"/>
                </a:lnTo>
                <a:lnTo>
                  <a:pt x="511" y="12751"/>
                </a:lnTo>
                <a:lnTo>
                  <a:pt x="511" y="11753"/>
                </a:lnTo>
                <a:lnTo>
                  <a:pt x="560" y="9709"/>
                </a:lnTo>
                <a:lnTo>
                  <a:pt x="584" y="8688"/>
                </a:lnTo>
                <a:lnTo>
                  <a:pt x="560" y="7666"/>
                </a:lnTo>
                <a:lnTo>
                  <a:pt x="535" y="5695"/>
                </a:lnTo>
                <a:lnTo>
                  <a:pt x="462" y="3724"/>
                </a:lnTo>
                <a:lnTo>
                  <a:pt x="438" y="2799"/>
                </a:lnTo>
                <a:lnTo>
                  <a:pt x="414" y="1874"/>
                </a:lnTo>
                <a:lnTo>
                  <a:pt x="414" y="1534"/>
                </a:lnTo>
                <a:lnTo>
                  <a:pt x="438" y="1193"/>
                </a:lnTo>
                <a:lnTo>
                  <a:pt x="462" y="828"/>
                </a:lnTo>
                <a:lnTo>
                  <a:pt x="438" y="488"/>
                </a:lnTo>
                <a:lnTo>
                  <a:pt x="706" y="536"/>
                </a:lnTo>
                <a:lnTo>
                  <a:pt x="998" y="536"/>
                </a:lnTo>
                <a:lnTo>
                  <a:pt x="1582" y="463"/>
                </a:lnTo>
                <a:lnTo>
                  <a:pt x="2044" y="439"/>
                </a:lnTo>
                <a:lnTo>
                  <a:pt x="2531" y="415"/>
                </a:lnTo>
                <a:close/>
                <a:moveTo>
                  <a:pt x="2360" y="1"/>
                </a:moveTo>
                <a:lnTo>
                  <a:pt x="1874" y="50"/>
                </a:lnTo>
                <a:lnTo>
                  <a:pt x="1071" y="123"/>
                </a:lnTo>
                <a:lnTo>
                  <a:pt x="681" y="147"/>
                </a:lnTo>
                <a:lnTo>
                  <a:pt x="243" y="147"/>
                </a:lnTo>
                <a:lnTo>
                  <a:pt x="195" y="171"/>
                </a:lnTo>
                <a:lnTo>
                  <a:pt x="146" y="244"/>
                </a:lnTo>
                <a:lnTo>
                  <a:pt x="146" y="342"/>
                </a:lnTo>
                <a:lnTo>
                  <a:pt x="170" y="390"/>
                </a:lnTo>
                <a:lnTo>
                  <a:pt x="219" y="415"/>
                </a:lnTo>
                <a:lnTo>
                  <a:pt x="146" y="561"/>
                </a:lnTo>
                <a:lnTo>
                  <a:pt x="97" y="707"/>
                </a:lnTo>
                <a:lnTo>
                  <a:pt x="49" y="1047"/>
                </a:lnTo>
                <a:lnTo>
                  <a:pt x="24" y="1388"/>
                </a:lnTo>
                <a:lnTo>
                  <a:pt x="0" y="1704"/>
                </a:lnTo>
                <a:lnTo>
                  <a:pt x="0" y="2215"/>
                </a:lnTo>
                <a:lnTo>
                  <a:pt x="0" y="2702"/>
                </a:lnTo>
                <a:lnTo>
                  <a:pt x="49" y="3724"/>
                </a:lnTo>
                <a:lnTo>
                  <a:pt x="122" y="5792"/>
                </a:lnTo>
                <a:lnTo>
                  <a:pt x="146" y="7860"/>
                </a:lnTo>
                <a:lnTo>
                  <a:pt x="146" y="8931"/>
                </a:lnTo>
                <a:lnTo>
                  <a:pt x="122" y="10001"/>
                </a:lnTo>
                <a:lnTo>
                  <a:pt x="73" y="12143"/>
                </a:lnTo>
                <a:lnTo>
                  <a:pt x="73" y="13116"/>
                </a:lnTo>
                <a:lnTo>
                  <a:pt x="97" y="13603"/>
                </a:lnTo>
                <a:lnTo>
                  <a:pt x="122" y="14089"/>
                </a:lnTo>
                <a:lnTo>
                  <a:pt x="122" y="14333"/>
                </a:lnTo>
                <a:lnTo>
                  <a:pt x="122" y="14600"/>
                </a:lnTo>
                <a:lnTo>
                  <a:pt x="146" y="14868"/>
                </a:lnTo>
                <a:lnTo>
                  <a:pt x="170" y="14990"/>
                </a:lnTo>
                <a:lnTo>
                  <a:pt x="195" y="15111"/>
                </a:lnTo>
                <a:lnTo>
                  <a:pt x="170" y="15111"/>
                </a:lnTo>
                <a:lnTo>
                  <a:pt x="146" y="15160"/>
                </a:lnTo>
                <a:lnTo>
                  <a:pt x="122" y="15209"/>
                </a:lnTo>
                <a:lnTo>
                  <a:pt x="146" y="15282"/>
                </a:lnTo>
                <a:lnTo>
                  <a:pt x="195" y="15355"/>
                </a:lnTo>
                <a:lnTo>
                  <a:pt x="292" y="15403"/>
                </a:lnTo>
                <a:lnTo>
                  <a:pt x="779" y="15428"/>
                </a:lnTo>
                <a:lnTo>
                  <a:pt x="1290" y="15428"/>
                </a:lnTo>
                <a:lnTo>
                  <a:pt x="2287" y="15403"/>
                </a:lnTo>
                <a:lnTo>
                  <a:pt x="2823" y="15428"/>
                </a:lnTo>
                <a:lnTo>
                  <a:pt x="3358" y="15452"/>
                </a:lnTo>
                <a:lnTo>
                  <a:pt x="4453" y="15598"/>
                </a:lnTo>
                <a:lnTo>
                  <a:pt x="4988" y="15647"/>
                </a:lnTo>
                <a:lnTo>
                  <a:pt x="6083" y="15647"/>
                </a:lnTo>
                <a:lnTo>
                  <a:pt x="6618" y="15598"/>
                </a:lnTo>
                <a:lnTo>
                  <a:pt x="7713" y="15476"/>
                </a:lnTo>
                <a:lnTo>
                  <a:pt x="8784" y="15379"/>
                </a:lnTo>
                <a:lnTo>
                  <a:pt x="9879" y="15282"/>
                </a:lnTo>
                <a:lnTo>
                  <a:pt x="10974" y="15233"/>
                </a:lnTo>
                <a:lnTo>
                  <a:pt x="13164" y="15233"/>
                </a:lnTo>
                <a:lnTo>
                  <a:pt x="14161" y="15282"/>
                </a:lnTo>
                <a:lnTo>
                  <a:pt x="15183" y="15257"/>
                </a:lnTo>
                <a:lnTo>
                  <a:pt x="15694" y="15257"/>
                </a:lnTo>
                <a:lnTo>
                  <a:pt x="16181" y="15209"/>
                </a:lnTo>
                <a:lnTo>
                  <a:pt x="16692" y="15160"/>
                </a:lnTo>
                <a:lnTo>
                  <a:pt x="17203" y="15063"/>
                </a:lnTo>
                <a:lnTo>
                  <a:pt x="17276" y="15038"/>
                </a:lnTo>
                <a:lnTo>
                  <a:pt x="17325" y="14990"/>
                </a:lnTo>
                <a:lnTo>
                  <a:pt x="17349" y="14917"/>
                </a:lnTo>
                <a:lnTo>
                  <a:pt x="17349" y="14844"/>
                </a:lnTo>
                <a:lnTo>
                  <a:pt x="17373" y="14844"/>
                </a:lnTo>
                <a:lnTo>
                  <a:pt x="17422" y="14722"/>
                </a:lnTo>
                <a:lnTo>
                  <a:pt x="17471" y="14625"/>
                </a:lnTo>
                <a:lnTo>
                  <a:pt x="17519" y="14357"/>
                </a:lnTo>
                <a:lnTo>
                  <a:pt x="17495" y="13870"/>
                </a:lnTo>
                <a:lnTo>
                  <a:pt x="17495" y="13432"/>
                </a:lnTo>
                <a:lnTo>
                  <a:pt x="17495" y="13019"/>
                </a:lnTo>
                <a:lnTo>
                  <a:pt x="17471" y="12167"/>
                </a:lnTo>
                <a:lnTo>
                  <a:pt x="17519" y="10950"/>
                </a:lnTo>
                <a:lnTo>
                  <a:pt x="17568" y="9734"/>
                </a:lnTo>
                <a:lnTo>
                  <a:pt x="17665" y="8517"/>
                </a:lnTo>
                <a:lnTo>
                  <a:pt x="17714" y="7301"/>
                </a:lnTo>
                <a:lnTo>
                  <a:pt x="17714" y="6352"/>
                </a:lnTo>
                <a:lnTo>
                  <a:pt x="17714" y="5378"/>
                </a:lnTo>
                <a:lnTo>
                  <a:pt x="17665" y="4429"/>
                </a:lnTo>
                <a:lnTo>
                  <a:pt x="17544" y="3480"/>
                </a:lnTo>
                <a:lnTo>
                  <a:pt x="17446" y="2629"/>
                </a:lnTo>
                <a:lnTo>
                  <a:pt x="17373" y="1777"/>
                </a:lnTo>
                <a:lnTo>
                  <a:pt x="17349" y="1461"/>
                </a:lnTo>
                <a:lnTo>
                  <a:pt x="17349" y="1120"/>
                </a:lnTo>
                <a:lnTo>
                  <a:pt x="17373" y="780"/>
                </a:lnTo>
                <a:lnTo>
                  <a:pt x="17446" y="463"/>
                </a:lnTo>
                <a:lnTo>
                  <a:pt x="17519" y="439"/>
                </a:lnTo>
                <a:lnTo>
                  <a:pt x="17592" y="390"/>
                </a:lnTo>
                <a:lnTo>
                  <a:pt x="17617" y="317"/>
                </a:lnTo>
                <a:lnTo>
                  <a:pt x="17641" y="244"/>
                </a:lnTo>
                <a:lnTo>
                  <a:pt x="17617" y="147"/>
                </a:lnTo>
                <a:lnTo>
                  <a:pt x="17568" y="98"/>
                </a:lnTo>
                <a:lnTo>
                  <a:pt x="17519" y="50"/>
                </a:lnTo>
                <a:lnTo>
                  <a:pt x="17422" y="25"/>
                </a:lnTo>
                <a:lnTo>
                  <a:pt x="12896" y="1"/>
                </a:lnTo>
                <a:lnTo>
                  <a:pt x="10633" y="1"/>
                </a:lnTo>
                <a:lnTo>
                  <a:pt x="8370" y="25"/>
                </a:lnTo>
                <a:lnTo>
                  <a:pt x="6107" y="50"/>
                </a:lnTo>
                <a:lnTo>
                  <a:pt x="4988" y="50"/>
                </a:lnTo>
                <a:lnTo>
                  <a:pt x="3845" y="25"/>
                </a:lnTo>
                <a:lnTo>
                  <a:pt x="2847" y="1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/>
          <p:nvPr/>
        </p:nvSpPr>
        <p:spPr>
          <a:xfrm>
            <a:off x="2291775" y="2020725"/>
            <a:ext cx="1118400" cy="105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5"/>
          <p:cNvSpPr/>
          <p:nvPr/>
        </p:nvSpPr>
        <p:spPr>
          <a:xfrm>
            <a:off x="3049500" y="764188"/>
            <a:ext cx="1118400" cy="105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5"/>
          <p:cNvSpPr/>
          <p:nvPr/>
        </p:nvSpPr>
        <p:spPr>
          <a:xfrm>
            <a:off x="4305500" y="1582475"/>
            <a:ext cx="1118400" cy="105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5"/>
          <p:cNvSpPr/>
          <p:nvPr/>
        </p:nvSpPr>
        <p:spPr>
          <a:xfrm>
            <a:off x="5492675" y="728413"/>
            <a:ext cx="1118400" cy="105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5"/>
          <p:cNvSpPr/>
          <p:nvPr/>
        </p:nvSpPr>
        <p:spPr>
          <a:xfrm>
            <a:off x="6402775" y="1658675"/>
            <a:ext cx="1118400" cy="105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5"/>
          <p:cNvSpPr txBox="1"/>
          <p:nvPr>
            <p:ph idx="12" type="sldNum"/>
          </p:nvPr>
        </p:nvSpPr>
        <p:spPr>
          <a:xfrm>
            <a:off x="7899350" y="409842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" name="Google Shape;92;p15"/>
          <p:cNvSpPr txBox="1"/>
          <p:nvPr>
            <p:ph idx="4294967295" type="ctrTitle"/>
          </p:nvPr>
        </p:nvSpPr>
        <p:spPr>
          <a:xfrm>
            <a:off x="1743950" y="3070725"/>
            <a:ext cx="56379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BIG COMPANY</a:t>
            </a:r>
            <a:endParaRPr sz="6000"/>
          </a:p>
        </p:txBody>
      </p:sp>
      <p:sp>
        <p:nvSpPr>
          <p:cNvPr id="93" name="Google Shape;93;p15"/>
          <p:cNvSpPr/>
          <p:nvPr/>
        </p:nvSpPr>
        <p:spPr>
          <a:xfrm>
            <a:off x="2350768" y="2216457"/>
            <a:ext cx="548681" cy="470285"/>
          </a:xfrm>
          <a:custGeom>
            <a:rect b="b" l="l" r="r" t="t"/>
            <a:pathLst>
              <a:path extrusionOk="0" h="16571" w="18956">
                <a:moveTo>
                  <a:pt x="9222" y="2604"/>
                </a:moveTo>
                <a:lnTo>
                  <a:pt x="9149" y="2628"/>
                </a:lnTo>
                <a:lnTo>
                  <a:pt x="9028" y="2701"/>
                </a:lnTo>
                <a:lnTo>
                  <a:pt x="8809" y="2896"/>
                </a:lnTo>
                <a:lnTo>
                  <a:pt x="8517" y="3139"/>
                </a:lnTo>
                <a:lnTo>
                  <a:pt x="8249" y="3358"/>
                </a:lnTo>
                <a:lnTo>
                  <a:pt x="7957" y="3577"/>
                </a:lnTo>
                <a:lnTo>
                  <a:pt x="7665" y="3821"/>
                </a:lnTo>
                <a:lnTo>
                  <a:pt x="6619" y="4818"/>
                </a:lnTo>
                <a:lnTo>
                  <a:pt x="5573" y="5816"/>
                </a:lnTo>
                <a:lnTo>
                  <a:pt x="5256" y="6181"/>
                </a:lnTo>
                <a:lnTo>
                  <a:pt x="4964" y="6546"/>
                </a:lnTo>
                <a:lnTo>
                  <a:pt x="4380" y="7325"/>
                </a:lnTo>
                <a:lnTo>
                  <a:pt x="4210" y="7495"/>
                </a:lnTo>
                <a:lnTo>
                  <a:pt x="3942" y="7763"/>
                </a:lnTo>
                <a:lnTo>
                  <a:pt x="3821" y="7909"/>
                </a:lnTo>
                <a:lnTo>
                  <a:pt x="3723" y="8055"/>
                </a:lnTo>
                <a:lnTo>
                  <a:pt x="3675" y="8176"/>
                </a:lnTo>
                <a:lnTo>
                  <a:pt x="3675" y="8225"/>
                </a:lnTo>
                <a:lnTo>
                  <a:pt x="3699" y="8274"/>
                </a:lnTo>
                <a:lnTo>
                  <a:pt x="3796" y="8347"/>
                </a:lnTo>
                <a:lnTo>
                  <a:pt x="3918" y="8347"/>
                </a:lnTo>
                <a:lnTo>
                  <a:pt x="4040" y="8322"/>
                </a:lnTo>
                <a:lnTo>
                  <a:pt x="4186" y="8249"/>
                </a:lnTo>
                <a:lnTo>
                  <a:pt x="4332" y="8128"/>
                </a:lnTo>
                <a:lnTo>
                  <a:pt x="4478" y="8006"/>
                </a:lnTo>
                <a:lnTo>
                  <a:pt x="4794" y="7665"/>
                </a:lnTo>
                <a:lnTo>
                  <a:pt x="5086" y="7300"/>
                </a:lnTo>
                <a:lnTo>
                  <a:pt x="5354" y="6935"/>
                </a:lnTo>
                <a:lnTo>
                  <a:pt x="5694" y="6473"/>
                </a:lnTo>
                <a:lnTo>
                  <a:pt x="6108" y="6035"/>
                </a:lnTo>
                <a:lnTo>
                  <a:pt x="6521" y="5621"/>
                </a:lnTo>
                <a:lnTo>
                  <a:pt x="7422" y="4818"/>
                </a:lnTo>
                <a:lnTo>
                  <a:pt x="7860" y="4380"/>
                </a:lnTo>
                <a:lnTo>
                  <a:pt x="8322" y="3967"/>
                </a:lnTo>
                <a:lnTo>
                  <a:pt x="8663" y="3699"/>
                </a:lnTo>
                <a:lnTo>
                  <a:pt x="9003" y="3456"/>
                </a:lnTo>
                <a:lnTo>
                  <a:pt x="9174" y="3285"/>
                </a:lnTo>
                <a:lnTo>
                  <a:pt x="9295" y="3139"/>
                </a:lnTo>
                <a:lnTo>
                  <a:pt x="9320" y="3139"/>
                </a:lnTo>
                <a:lnTo>
                  <a:pt x="9466" y="3285"/>
                </a:lnTo>
                <a:lnTo>
                  <a:pt x="10366" y="4113"/>
                </a:lnTo>
                <a:lnTo>
                  <a:pt x="11169" y="4916"/>
                </a:lnTo>
                <a:lnTo>
                  <a:pt x="11558" y="5329"/>
                </a:lnTo>
                <a:lnTo>
                  <a:pt x="11923" y="5767"/>
                </a:lnTo>
                <a:lnTo>
                  <a:pt x="12264" y="6181"/>
                </a:lnTo>
                <a:lnTo>
                  <a:pt x="12605" y="6643"/>
                </a:lnTo>
                <a:lnTo>
                  <a:pt x="12945" y="7057"/>
                </a:lnTo>
                <a:lnTo>
                  <a:pt x="13116" y="7276"/>
                </a:lnTo>
                <a:lnTo>
                  <a:pt x="13310" y="7471"/>
                </a:lnTo>
                <a:lnTo>
                  <a:pt x="13675" y="7787"/>
                </a:lnTo>
                <a:lnTo>
                  <a:pt x="14040" y="8079"/>
                </a:lnTo>
                <a:lnTo>
                  <a:pt x="14308" y="8322"/>
                </a:lnTo>
                <a:lnTo>
                  <a:pt x="14429" y="8420"/>
                </a:lnTo>
                <a:lnTo>
                  <a:pt x="14502" y="8444"/>
                </a:lnTo>
                <a:lnTo>
                  <a:pt x="14600" y="8493"/>
                </a:lnTo>
                <a:lnTo>
                  <a:pt x="14697" y="8493"/>
                </a:lnTo>
                <a:lnTo>
                  <a:pt x="14770" y="8444"/>
                </a:lnTo>
                <a:lnTo>
                  <a:pt x="14843" y="8371"/>
                </a:lnTo>
                <a:lnTo>
                  <a:pt x="14867" y="8274"/>
                </a:lnTo>
                <a:lnTo>
                  <a:pt x="14867" y="8201"/>
                </a:lnTo>
                <a:lnTo>
                  <a:pt x="14843" y="8103"/>
                </a:lnTo>
                <a:lnTo>
                  <a:pt x="14746" y="7957"/>
                </a:lnTo>
                <a:lnTo>
                  <a:pt x="14648" y="7811"/>
                </a:lnTo>
                <a:lnTo>
                  <a:pt x="14502" y="7690"/>
                </a:lnTo>
                <a:lnTo>
                  <a:pt x="14186" y="7446"/>
                </a:lnTo>
                <a:lnTo>
                  <a:pt x="13894" y="7252"/>
                </a:lnTo>
                <a:lnTo>
                  <a:pt x="13675" y="7057"/>
                </a:lnTo>
                <a:lnTo>
                  <a:pt x="13481" y="6862"/>
                </a:lnTo>
                <a:lnTo>
                  <a:pt x="13116" y="6424"/>
                </a:lnTo>
                <a:lnTo>
                  <a:pt x="12434" y="5500"/>
                </a:lnTo>
                <a:lnTo>
                  <a:pt x="12045" y="5037"/>
                </a:lnTo>
                <a:lnTo>
                  <a:pt x="11607" y="4599"/>
                </a:lnTo>
                <a:lnTo>
                  <a:pt x="11169" y="4161"/>
                </a:lnTo>
                <a:lnTo>
                  <a:pt x="10731" y="3723"/>
                </a:lnTo>
                <a:lnTo>
                  <a:pt x="10293" y="3334"/>
                </a:lnTo>
                <a:lnTo>
                  <a:pt x="9806" y="2920"/>
                </a:lnTo>
                <a:lnTo>
                  <a:pt x="9660" y="2799"/>
                </a:lnTo>
                <a:lnTo>
                  <a:pt x="9514" y="2726"/>
                </a:lnTo>
                <a:lnTo>
                  <a:pt x="9417" y="2628"/>
                </a:lnTo>
                <a:lnTo>
                  <a:pt x="9368" y="2604"/>
                </a:lnTo>
                <a:close/>
                <a:moveTo>
                  <a:pt x="9271" y="8979"/>
                </a:moveTo>
                <a:lnTo>
                  <a:pt x="9247" y="9125"/>
                </a:lnTo>
                <a:lnTo>
                  <a:pt x="9271" y="9271"/>
                </a:lnTo>
                <a:lnTo>
                  <a:pt x="9295" y="9563"/>
                </a:lnTo>
                <a:lnTo>
                  <a:pt x="8517" y="9563"/>
                </a:lnTo>
                <a:lnTo>
                  <a:pt x="8298" y="9587"/>
                </a:lnTo>
                <a:lnTo>
                  <a:pt x="8176" y="9612"/>
                </a:lnTo>
                <a:lnTo>
                  <a:pt x="8054" y="9636"/>
                </a:lnTo>
                <a:lnTo>
                  <a:pt x="8054" y="9466"/>
                </a:lnTo>
                <a:lnTo>
                  <a:pt x="8054" y="9320"/>
                </a:lnTo>
                <a:lnTo>
                  <a:pt x="8006" y="9174"/>
                </a:lnTo>
                <a:lnTo>
                  <a:pt x="7957" y="9028"/>
                </a:lnTo>
                <a:lnTo>
                  <a:pt x="8614" y="9028"/>
                </a:lnTo>
                <a:lnTo>
                  <a:pt x="9271" y="8979"/>
                </a:lnTo>
                <a:close/>
                <a:moveTo>
                  <a:pt x="10317" y="8979"/>
                </a:moveTo>
                <a:lnTo>
                  <a:pt x="10682" y="9028"/>
                </a:lnTo>
                <a:lnTo>
                  <a:pt x="11047" y="9052"/>
                </a:lnTo>
                <a:lnTo>
                  <a:pt x="11047" y="9344"/>
                </a:lnTo>
                <a:lnTo>
                  <a:pt x="11047" y="9636"/>
                </a:lnTo>
                <a:lnTo>
                  <a:pt x="10731" y="9612"/>
                </a:lnTo>
                <a:lnTo>
                  <a:pt x="9685" y="9587"/>
                </a:lnTo>
                <a:lnTo>
                  <a:pt x="9636" y="9271"/>
                </a:lnTo>
                <a:lnTo>
                  <a:pt x="9612" y="9125"/>
                </a:lnTo>
                <a:lnTo>
                  <a:pt x="9563" y="8979"/>
                </a:lnTo>
                <a:close/>
                <a:moveTo>
                  <a:pt x="8054" y="10001"/>
                </a:moveTo>
                <a:lnTo>
                  <a:pt x="8176" y="10025"/>
                </a:lnTo>
                <a:lnTo>
                  <a:pt x="8930" y="10025"/>
                </a:lnTo>
                <a:lnTo>
                  <a:pt x="9320" y="10050"/>
                </a:lnTo>
                <a:lnTo>
                  <a:pt x="9295" y="10707"/>
                </a:lnTo>
                <a:lnTo>
                  <a:pt x="8638" y="10634"/>
                </a:lnTo>
                <a:lnTo>
                  <a:pt x="8298" y="10634"/>
                </a:lnTo>
                <a:lnTo>
                  <a:pt x="8006" y="10658"/>
                </a:lnTo>
                <a:lnTo>
                  <a:pt x="8030" y="10342"/>
                </a:lnTo>
                <a:lnTo>
                  <a:pt x="8054" y="10001"/>
                </a:lnTo>
                <a:close/>
                <a:moveTo>
                  <a:pt x="9709" y="10074"/>
                </a:moveTo>
                <a:lnTo>
                  <a:pt x="10366" y="10147"/>
                </a:lnTo>
                <a:lnTo>
                  <a:pt x="10901" y="10147"/>
                </a:lnTo>
                <a:lnTo>
                  <a:pt x="11047" y="10123"/>
                </a:lnTo>
                <a:lnTo>
                  <a:pt x="11047" y="10123"/>
                </a:lnTo>
                <a:lnTo>
                  <a:pt x="11023" y="10390"/>
                </a:lnTo>
                <a:lnTo>
                  <a:pt x="10974" y="10634"/>
                </a:lnTo>
                <a:lnTo>
                  <a:pt x="10755" y="10707"/>
                </a:lnTo>
                <a:lnTo>
                  <a:pt x="10536" y="10731"/>
                </a:lnTo>
                <a:lnTo>
                  <a:pt x="10123" y="10755"/>
                </a:lnTo>
                <a:lnTo>
                  <a:pt x="9685" y="10755"/>
                </a:lnTo>
                <a:lnTo>
                  <a:pt x="9685" y="10707"/>
                </a:lnTo>
                <a:lnTo>
                  <a:pt x="9709" y="10390"/>
                </a:lnTo>
                <a:lnTo>
                  <a:pt x="9709" y="10074"/>
                </a:lnTo>
                <a:close/>
                <a:moveTo>
                  <a:pt x="8955" y="8468"/>
                </a:moveTo>
                <a:lnTo>
                  <a:pt x="8541" y="8493"/>
                </a:lnTo>
                <a:lnTo>
                  <a:pt x="8346" y="8517"/>
                </a:lnTo>
                <a:lnTo>
                  <a:pt x="8152" y="8566"/>
                </a:lnTo>
                <a:lnTo>
                  <a:pt x="7957" y="8614"/>
                </a:lnTo>
                <a:lnTo>
                  <a:pt x="7762" y="8687"/>
                </a:lnTo>
                <a:lnTo>
                  <a:pt x="7738" y="8736"/>
                </a:lnTo>
                <a:lnTo>
                  <a:pt x="7714" y="8760"/>
                </a:lnTo>
                <a:lnTo>
                  <a:pt x="7689" y="8833"/>
                </a:lnTo>
                <a:lnTo>
                  <a:pt x="7641" y="8882"/>
                </a:lnTo>
                <a:lnTo>
                  <a:pt x="7592" y="8906"/>
                </a:lnTo>
                <a:lnTo>
                  <a:pt x="7568" y="8979"/>
                </a:lnTo>
                <a:lnTo>
                  <a:pt x="7568" y="9028"/>
                </a:lnTo>
                <a:lnTo>
                  <a:pt x="7616" y="9247"/>
                </a:lnTo>
                <a:lnTo>
                  <a:pt x="7616" y="9490"/>
                </a:lnTo>
                <a:lnTo>
                  <a:pt x="7592" y="9709"/>
                </a:lnTo>
                <a:lnTo>
                  <a:pt x="7568" y="9952"/>
                </a:lnTo>
                <a:lnTo>
                  <a:pt x="7495" y="10415"/>
                </a:lnTo>
                <a:lnTo>
                  <a:pt x="7495" y="10634"/>
                </a:lnTo>
                <a:lnTo>
                  <a:pt x="7519" y="10877"/>
                </a:lnTo>
                <a:lnTo>
                  <a:pt x="7519" y="10926"/>
                </a:lnTo>
                <a:lnTo>
                  <a:pt x="7568" y="10974"/>
                </a:lnTo>
                <a:lnTo>
                  <a:pt x="7641" y="11023"/>
                </a:lnTo>
                <a:lnTo>
                  <a:pt x="7762" y="11047"/>
                </a:lnTo>
                <a:lnTo>
                  <a:pt x="7860" y="10999"/>
                </a:lnTo>
                <a:lnTo>
                  <a:pt x="8079" y="11072"/>
                </a:lnTo>
                <a:lnTo>
                  <a:pt x="8298" y="11120"/>
                </a:lnTo>
                <a:lnTo>
                  <a:pt x="8784" y="11169"/>
                </a:lnTo>
                <a:lnTo>
                  <a:pt x="9733" y="11218"/>
                </a:lnTo>
                <a:lnTo>
                  <a:pt x="10123" y="11242"/>
                </a:lnTo>
                <a:lnTo>
                  <a:pt x="10561" y="11218"/>
                </a:lnTo>
                <a:lnTo>
                  <a:pt x="10780" y="11193"/>
                </a:lnTo>
                <a:lnTo>
                  <a:pt x="10999" y="11145"/>
                </a:lnTo>
                <a:lnTo>
                  <a:pt x="11169" y="11072"/>
                </a:lnTo>
                <a:lnTo>
                  <a:pt x="11339" y="10950"/>
                </a:lnTo>
                <a:lnTo>
                  <a:pt x="11388" y="10877"/>
                </a:lnTo>
                <a:lnTo>
                  <a:pt x="11388" y="10828"/>
                </a:lnTo>
                <a:lnTo>
                  <a:pt x="11412" y="10804"/>
                </a:lnTo>
                <a:lnTo>
                  <a:pt x="11461" y="10561"/>
                </a:lnTo>
                <a:lnTo>
                  <a:pt x="11510" y="10293"/>
                </a:lnTo>
                <a:lnTo>
                  <a:pt x="11510" y="10025"/>
                </a:lnTo>
                <a:lnTo>
                  <a:pt x="11510" y="9782"/>
                </a:lnTo>
                <a:lnTo>
                  <a:pt x="11510" y="9223"/>
                </a:lnTo>
                <a:lnTo>
                  <a:pt x="11485" y="8931"/>
                </a:lnTo>
                <a:lnTo>
                  <a:pt x="11437" y="8663"/>
                </a:lnTo>
                <a:lnTo>
                  <a:pt x="11412" y="8614"/>
                </a:lnTo>
                <a:lnTo>
                  <a:pt x="11364" y="8590"/>
                </a:lnTo>
                <a:lnTo>
                  <a:pt x="11315" y="8566"/>
                </a:lnTo>
                <a:lnTo>
                  <a:pt x="11218" y="8566"/>
                </a:lnTo>
                <a:lnTo>
                  <a:pt x="10755" y="8493"/>
                </a:lnTo>
                <a:lnTo>
                  <a:pt x="10293" y="8468"/>
                </a:lnTo>
                <a:close/>
                <a:moveTo>
                  <a:pt x="10244" y="12556"/>
                </a:moveTo>
                <a:lnTo>
                  <a:pt x="10390" y="12678"/>
                </a:lnTo>
                <a:lnTo>
                  <a:pt x="10536" y="12799"/>
                </a:lnTo>
                <a:lnTo>
                  <a:pt x="10634" y="12970"/>
                </a:lnTo>
                <a:lnTo>
                  <a:pt x="10415" y="13018"/>
                </a:lnTo>
                <a:lnTo>
                  <a:pt x="10342" y="12775"/>
                </a:lnTo>
                <a:lnTo>
                  <a:pt x="10244" y="12556"/>
                </a:lnTo>
                <a:close/>
                <a:moveTo>
                  <a:pt x="10828" y="13359"/>
                </a:moveTo>
                <a:lnTo>
                  <a:pt x="10901" y="13578"/>
                </a:lnTo>
                <a:lnTo>
                  <a:pt x="10707" y="13675"/>
                </a:lnTo>
                <a:lnTo>
                  <a:pt x="10536" y="13797"/>
                </a:lnTo>
                <a:lnTo>
                  <a:pt x="10536" y="13773"/>
                </a:lnTo>
                <a:lnTo>
                  <a:pt x="10488" y="13383"/>
                </a:lnTo>
                <a:lnTo>
                  <a:pt x="10512" y="13359"/>
                </a:lnTo>
                <a:close/>
                <a:moveTo>
                  <a:pt x="10974" y="13919"/>
                </a:moveTo>
                <a:lnTo>
                  <a:pt x="11023" y="14332"/>
                </a:lnTo>
                <a:lnTo>
                  <a:pt x="10853" y="14381"/>
                </a:lnTo>
                <a:lnTo>
                  <a:pt x="10707" y="14430"/>
                </a:lnTo>
                <a:lnTo>
                  <a:pt x="10536" y="14478"/>
                </a:lnTo>
                <a:lnTo>
                  <a:pt x="10536" y="14113"/>
                </a:lnTo>
                <a:lnTo>
                  <a:pt x="10658" y="14065"/>
                </a:lnTo>
                <a:lnTo>
                  <a:pt x="10780" y="13992"/>
                </a:lnTo>
                <a:lnTo>
                  <a:pt x="10974" y="13919"/>
                </a:lnTo>
                <a:close/>
                <a:moveTo>
                  <a:pt x="11047" y="14722"/>
                </a:moveTo>
                <a:lnTo>
                  <a:pt x="11047" y="14941"/>
                </a:lnTo>
                <a:lnTo>
                  <a:pt x="10755" y="15038"/>
                </a:lnTo>
                <a:lnTo>
                  <a:pt x="10609" y="15087"/>
                </a:lnTo>
                <a:lnTo>
                  <a:pt x="10463" y="15160"/>
                </a:lnTo>
                <a:lnTo>
                  <a:pt x="10512" y="14819"/>
                </a:lnTo>
                <a:lnTo>
                  <a:pt x="10804" y="14746"/>
                </a:lnTo>
                <a:lnTo>
                  <a:pt x="11047" y="14722"/>
                </a:lnTo>
                <a:close/>
                <a:moveTo>
                  <a:pt x="11047" y="15306"/>
                </a:moveTo>
                <a:lnTo>
                  <a:pt x="11023" y="15573"/>
                </a:lnTo>
                <a:lnTo>
                  <a:pt x="11023" y="15671"/>
                </a:lnTo>
                <a:lnTo>
                  <a:pt x="10999" y="15671"/>
                </a:lnTo>
                <a:lnTo>
                  <a:pt x="10804" y="15719"/>
                </a:lnTo>
                <a:lnTo>
                  <a:pt x="10585" y="15792"/>
                </a:lnTo>
                <a:lnTo>
                  <a:pt x="10488" y="15841"/>
                </a:lnTo>
                <a:lnTo>
                  <a:pt x="10390" y="15890"/>
                </a:lnTo>
                <a:lnTo>
                  <a:pt x="10390" y="15890"/>
                </a:lnTo>
                <a:lnTo>
                  <a:pt x="10439" y="15427"/>
                </a:lnTo>
                <a:lnTo>
                  <a:pt x="10585" y="15427"/>
                </a:lnTo>
                <a:lnTo>
                  <a:pt x="10731" y="15403"/>
                </a:lnTo>
                <a:lnTo>
                  <a:pt x="11047" y="15306"/>
                </a:lnTo>
                <a:close/>
                <a:moveTo>
                  <a:pt x="9441" y="536"/>
                </a:moveTo>
                <a:lnTo>
                  <a:pt x="9612" y="804"/>
                </a:lnTo>
                <a:lnTo>
                  <a:pt x="9831" y="1023"/>
                </a:lnTo>
                <a:lnTo>
                  <a:pt x="10050" y="1242"/>
                </a:lnTo>
                <a:lnTo>
                  <a:pt x="10293" y="1460"/>
                </a:lnTo>
                <a:lnTo>
                  <a:pt x="10780" y="1825"/>
                </a:lnTo>
                <a:lnTo>
                  <a:pt x="11266" y="2215"/>
                </a:lnTo>
                <a:lnTo>
                  <a:pt x="11899" y="2750"/>
                </a:lnTo>
                <a:lnTo>
                  <a:pt x="12507" y="3334"/>
                </a:lnTo>
                <a:lnTo>
                  <a:pt x="13091" y="3942"/>
                </a:lnTo>
                <a:lnTo>
                  <a:pt x="13651" y="4575"/>
                </a:lnTo>
                <a:lnTo>
                  <a:pt x="14746" y="5792"/>
                </a:lnTo>
                <a:lnTo>
                  <a:pt x="15305" y="6376"/>
                </a:lnTo>
                <a:lnTo>
                  <a:pt x="15622" y="6668"/>
                </a:lnTo>
                <a:lnTo>
                  <a:pt x="15914" y="6935"/>
                </a:lnTo>
                <a:lnTo>
                  <a:pt x="16206" y="7179"/>
                </a:lnTo>
                <a:lnTo>
                  <a:pt x="16522" y="7398"/>
                </a:lnTo>
                <a:lnTo>
                  <a:pt x="17155" y="7884"/>
                </a:lnTo>
                <a:lnTo>
                  <a:pt x="17471" y="8128"/>
                </a:lnTo>
                <a:lnTo>
                  <a:pt x="17763" y="8371"/>
                </a:lnTo>
                <a:lnTo>
                  <a:pt x="18031" y="8639"/>
                </a:lnTo>
                <a:lnTo>
                  <a:pt x="18274" y="8931"/>
                </a:lnTo>
                <a:lnTo>
                  <a:pt x="17885" y="8955"/>
                </a:lnTo>
                <a:lnTo>
                  <a:pt x="16741" y="8955"/>
                </a:lnTo>
                <a:lnTo>
                  <a:pt x="16425" y="8931"/>
                </a:lnTo>
                <a:lnTo>
                  <a:pt x="16060" y="8931"/>
                </a:lnTo>
                <a:lnTo>
                  <a:pt x="15889" y="8955"/>
                </a:lnTo>
                <a:lnTo>
                  <a:pt x="15719" y="8979"/>
                </a:lnTo>
                <a:lnTo>
                  <a:pt x="15597" y="9052"/>
                </a:lnTo>
                <a:lnTo>
                  <a:pt x="15524" y="9125"/>
                </a:lnTo>
                <a:lnTo>
                  <a:pt x="15500" y="9174"/>
                </a:lnTo>
                <a:lnTo>
                  <a:pt x="15500" y="9223"/>
                </a:lnTo>
                <a:lnTo>
                  <a:pt x="15573" y="9296"/>
                </a:lnTo>
                <a:lnTo>
                  <a:pt x="15549" y="9369"/>
                </a:lnTo>
                <a:lnTo>
                  <a:pt x="15549" y="10317"/>
                </a:lnTo>
                <a:lnTo>
                  <a:pt x="15549" y="11266"/>
                </a:lnTo>
                <a:lnTo>
                  <a:pt x="15524" y="12215"/>
                </a:lnTo>
                <a:lnTo>
                  <a:pt x="15476" y="13164"/>
                </a:lnTo>
                <a:lnTo>
                  <a:pt x="15451" y="14065"/>
                </a:lnTo>
                <a:lnTo>
                  <a:pt x="15427" y="14989"/>
                </a:lnTo>
                <a:lnTo>
                  <a:pt x="15427" y="15427"/>
                </a:lnTo>
                <a:lnTo>
                  <a:pt x="15451" y="15646"/>
                </a:lnTo>
                <a:lnTo>
                  <a:pt x="15500" y="15890"/>
                </a:lnTo>
                <a:lnTo>
                  <a:pt x="15208" y="15938"/>
                </a:lnTo>
                <a:lnTo>
                  <a:pt x="14965" y="15987"/>
                </a:lnTo>
                <a:lnTo>
                  <a:pt x="14210" y="16060"/>
                </a:lnTo>
                <a:lnTo>
                  <a:pt x="12069" y="16060"/>
                </a:lnTo>
                <a:lnTo>
                  <a:pt x="11826" y="16036"/>
                </a:lnTo>
                <a:lnTo>
                  <a:pt x="11680" y="16011"/>
                </a:lnTo>
                <a:lnTo>
                  <a:pt x="11510" y="16011"/>
                </a:lnTo>
                <a:lnTo>
                  <a:pt x="11534" y="15744"/>
                </a:lnTo>
                <a:lnTo>
                  <a:pt x="11558" y="15500"/>
                </a:lnTo>
                <a:lnTo>
                  <a:pt x="11558" y="15135"/>
                </a:lnTo>
                <a:lnTo>
                  <a:pt x="11558" y="14795"/>
                </a:lnTo>
                <a:lnTo>
                  <a:pt x="11534" y="14454"/>
                </a:lnTo>
                <a:lnTo>
                  <a:pt x="11510" y="14113"/>
                </a:lnTo>
                <a:lnTo>
                  <a:pt x="11461" y="13821"/>
                </a:lnTo>
                <a:lnTo>
                  <a:pt x="11388" y="13505"/>
                </a:lnTo>
                <a:lnTo>
                  <a:pt x="11291" y="13213"/>
                </a:lnTo>
                <a:lnTo>
                  <a:pt x="11169" y="12921"/>
                </a:lnTo>
                <a:lnTo>
                  <a:pt x="11023" y="12629"/>
                </a:lnTo>
                <a:lnTo>
                  <a:pt x="10828" y="12410"/>
                </a:lnTo>
                <a:lnTo>
                  <a:pt x="10731" y="12288"/>
                </a:lnTo>
                <a:lnTo>
                  <a:pt x="10609" y="12191"/>
                </a:lnTo>
                <a:lnTo>
                  <a:pt x="10463" y="12118"/>
                </a:lnTo>
                <a:lnTo>
                  <a:pt x="10342" y="12045"/>
                </a:lnTo>
                <a:lnTo>
                  <a:pt x="10147" y="11972"/>
                </a:lnTo>
                <a:lnTo>
                  <a:pt x="9977" y="11948"/>
                </a:lnTo>
                <a:lnTo>
                  <a:pt x="9782" y="11923"/>
                </a:lnTo>
                <a:lnTo>
                  <a:pt x="9587" y="11923"/>
                </a:lnTo>
                <a:lnTo>
                  <a:pt x="9417" y="11948"/>
                </a:lnTo>
                <a:lnTo>
                  <a:pt x="9222" y="11996"/>
                </a:lnTo>
                <a:lnTo>
                  <a:pt x="9052" y="12045"/>
                </a:lnTo>
                <a:lnTo>
                  <a:pt x="8857" y="12118"/>
                </a:lnTo>
                <a:lnTo>
                  <a:pt x="8687" y="12215"/>
                </a:lnTo>
                <a:lnTo>
                  <a:pt x="8541" y="12313"/>
                </a:lnTo>
                <a:lnTo>
                  <a:pt x="8371" y="12434"/>
                </a:lnTo>
                <a:lnTo>
                  <a:pt x="8249" y="12580"/>
                </a:lnTo>
                <a:lnTo>
                  <a:pt x="8103" y="12702"/>
                </a:lnTo>
                <a:lnTo>
                  <a:pt x="7981" y="12848"/>
                </a:lnTo>
                <a:lnTo>
                  <a:pt x="7884" y="13018"/>
                </a:lnTo>
                <a:lnTo>
                  <a:pt x="7811" y="13164"/>
                </a:lnTo>
                <a:lnTo>
                  <a:pt x="7714" y="13383"/>
                </a:lnTo>
                <a:lnTo>
                  <a:pt x="7665" y="13578"/>
                </a:lnTo>
                <a:lnTo>
                  <a:pt x="7568" y="14016"/>
                </a:lnTo>
                <a:lnTo>
                  <a:pt x="7495" y="14454"/>
                </a:lnTo>
                <a:lnTo>
                  <a:pt x="7446" y="14892"/>
                </a:lnTo>
                <a:lnTo>
                  <a:pt x="7397" y="15281"/>
                </a:lnTo>
                <a:lnTo>
                  <a:pt x="7373" y="15525"/>
                </a:lnTo>
                <a:lnTo>
                  <a:pt x="7373" y="15768"/>
                </a:lnTo>
                <a:lnTo>
                  <a:pt x="6181" y="15768"/>
                </a:lnTo>
                <a:lnTo>
                  <a:pt x="5013" y="15817"/>
                </a:lnTo>
                <a:lnTo>
                  <a:pt x="4234" y="15817"/>
                </a:lnTo>
                <a:lnTo>
                  <a:pt x="3796" y="15841"/>
                </a:lnTo>
                <a:lnTo>
                  <a:pt x="3602" y="15865"/>
                </a:lnTo>
                <a:lnTo>
                  <a:pt x="3407" y="15914"/>
                </a:lnTo>
                <a:lnTo>
                  <a:pt x="3431" y="15598"/>
                </a:lnTo>
                <a:lnTo>
                  <a:pt x="3456" y="15281"/>
                </a:lnTo>
                <a:lnTo>
                  <a:pt x="3431" y="14965"/>
                </a:lnTo>
                <a:lnTo>
                  <a:pt x="3456" y="14673"/>
                </a:lnTo>
                <a:lnTo>
                  <a:pt x="3504" y="13651"/>
                </a:lnTo>
                <a:lnTo>
                  <a:pt x="3553" y="12605"/>
                </a:lnTo>
                <a:lnTo>
                  <a:pt x="3529" y="12191"/>
                </a:lnTo>
                <a:lnTo>
                  <a:pt x="3504" y="11777"/>
                </a:lnTo>
                <a:lnTo>
                  <a:pt x="3383" y="10950"/>
                </a:lnTo>
                <a:lnTo>
                  <a:pt x="3334" y="10512"/>
                </a:lnTo>
                <a:lnTo>
                  <a:pt x="3285" y="10098"/>
                </a:lnTo>
                <a:lnTo>
                  <a:pt x="3261" y="9685"/>
                </a:lnTo>
                <a:lnTo>
                  <a:pt x="3261" y="9271"/>
                </a:lnTo>
                <a:lnTo>
                  <a:pt x="3261" y="9247"/>
                </a:lnTo>
                <a:lnTo>
                  <a:pt x="3334" y="9198"/>
                </a:lnTo>
                <a:lnTo>
                  <a:pt x="3383" y="9125"/>
                </a:lnTo>
                <a:lnTo>
                  <a:pt x="3407" y="9028"/>
                </a:lnTo>
                <a:lnTo>
                  <a:pt x="3383" y="8931"/>
                </a:lnTo>
                <a:lnTo>
                  <a:pt x="3334" y="8833"/>
                </a:lnTo>
                <a:lnTo>
                  <a:pt x="3261" y="8760"/>
                </a:lnTo>
                <a:lnTo>
                  <a:pt x="3164" y="8736"/>
                </a:lnTo>
                <a:lnTo>
                  <a:pt x="3042" y="8736"/>
                </a:lnTo>
                <a:lnTo>
                  <a:pt x="2774" y="8760"/>
                </a:lnTo>
                <a:lnTo>
                  <a:pt x="2507" y="8785"/>
                </a:lnTo>
                <a:lnTo>
                  <a:pt x="1947" y="8809"/>
                </a:lnTo>
                <a:lnTo>
                  <a:pt x="1412" y="8785"/>
                </a:lnTo>
                <a:lnTo>
                  <a:pt x="876" y="8785"/>
                </a:lnTo>
                <a:lnTo>
                  <a:pt x="1850" y="7982"/>
                </a:lnTo>
                <a:lnTo>
                  <a:pt x="2336" y="7544"/>
                </a:lnTo>
                <a:lnTo>
                  <a:pt x="2799" y="7106"/>
                </a:lnTo>
                <a:lnTo>
                  <a:pt x="4040" y="5792"/>
                </a:lnTo>
                <a:lnTo>
                  <a:pt x="4648" y="5135"/>
                </a:lnTo>
                <a:lnTo>
                  <a:pt x="5256" y="4502"/>
                </a:lnTo>
                <a:lnTo>
                  <a:pt x="6546" y="3237"/>
                </a:lnTo>
                <a:lnTo>
                  <a:pt x="7835" y="1971"/>
                </a:lnTo>
                <a:lnTo>
                  <a:pt x="8371" y="1485"/>
                </a:lnTo>
                <a:lnTo>
                  <a:pt x="8906" y="998"/>
                </a:lnTo>
                <a:lnTo>
                  <a:pt x="9247" y="706"/>
                </a:lnTo>
                <a:lnTo>
                  <a:pt x="9368" y="609"/>
                </a:lnTo>
                <a:lnTo>
                  <a:pt x="9417" y="560"/>
                </a:lnTo>
                <a:lnTo>
                  <a:pt x="9441" y="560"/>
                </a:lnTo>
                <a:lnTo>
                  <a:pt x="9441" y="536"/>
                </a:lnTo>
                <a:close/>
                <a:moveTo>
                  <a:pt x="9198" y="1"/>
                </a:moveTo>
                <a:lnTo>
                  <a:pt x="9125" y="25"/>
                </a:lnTo>
                <a:lnTo>
                  <a:pt x="8979" y="122"/>
                </a:lnTo>
                <a:lnTo>
                  <a:pt x="8736" y="341"/>
                </a:lnTo>
                <a:lnTo>
                  <a:pt x="7884" y="1120"/>
                </a:lnTo>
                <a:lnTo>
                  <a:pt x="7227" y="1752"/>
                </a:lnTo>
                <a:lnTo>
                  <a:pt x="6546" y="2385"/>
                </a:lnTo>
                <a:lnTo>
                  <a:pt x="5232" y="3675"/>
                </a:lnTo>
                <a:lnTo>
                  <a:pt x="4551" y="4356"/>
                </a:lnTo>
                <a:lnTo>
                  <a:pt x="3918" y="5037"/>
                </a:lnTo>
                <a:lnTo>
                  <a:pt x="2628" y="6424"/>
                </a:lnTo>
                <a:lnTo>
                  <a:pt x="2020" y="7033"/>
                </a:lnTo>
                <a:lnTo>
                  <a:pt x="1704" y="7325"/>
                </a:lnTo>
                <a:lnTo>
                  <a:pt x="1387" y="7617"/>
                </a:lnTo>
                <a:lnTo>
                  <a:pt x="706" y="8176"/>
                </a:lnTo>
                <a:lnTo>
                  <a:pt x="365" y="8493"/>
                </a:lnTo>
                <a:lnTo>
                  <a:pt x="73" y="8833"/>
                </a:lnTo>
                <a:lnTo>
                  <a:pt x="25" y="8931"/>
                </a:lnTo>
                <a:lnTo>
                  <a:pt x="0" y="9028"/>
                </a:lnTo>
                <a:lnTo>
                  <a:pt x="25" y="9101"/>
                </a:lnTo>
                <a:lnTo>
                  <a:pt x="73" y="9174"/>
                </a:lnTo>
                <a:lnTo>
                  <a:pt x="146" y="9223"/>
                </a:lnTo>
                <a:lnTo>
                  <a:pt x="244" y="9247"/>
                </a:lnTo>
                <a:lnTo>
                  <a:pt x="317" y="9223"/>
                </a:lnTo>
                <a:lnTo>
                  <a:pt x="414" y="9174"/>
                </a:lnTo>
                <a:lnTo>
                  <a:pt x="560" y="9247"/>
                </a:lnTo>
                <a:lnTo>
                  <a:pt x="706" y="9296"/>
                </a:lnTo>
                <a:lnTo>
                  <a:pt x="876" y="9320"/>
                </a:lnTo>
                <a:lnTo>
                  <a:pt x="1047" y="9344"/>
                </a:lnTo>
                <a:lnTo>
                  <a:pt x="2555" y="9344"/>
                </a:lnTo>
                <a:lnTo>
                  <a:pt x="2847" y="9320"/>
                </a:lnTo>
                <a:lnTo>
                  <a:pt x="2823" y="9490"/>
                </a:lnTo>
                <a:lnTo>
                  <a:pt x="2799" y="9636"/>
                </a:lnTo>
                <a:lnTo>
                  <a:pt x="2774" y="9952"/>
                </a:lnTo>
                <a:lnTo>
                  <a:pt x="2774" y="10269"/>
                </a:lnTo>
                <a:lnTo>
                  <a:pt x="2823" y="10585"/>
                </a:lnTo>
                <a:lnTo>
                  <a:pt x="2969" y="11510"/>
                </a:lnTo>
                <a:lnTo>
                  <a:pt x="2993" y="11972"/>
                </a:lnTo>
                <a:lnTo>
                  <a:pt x="3018" y="12434"/>
                </a:lnTo>
                <a:lnTo>
                  <a:pt x="3018" y="12970"/>
                </a:lnTo>
                <a:lnTo>
                  <a:pt x="2993" y="13481"/>
                </a:lnTo>
                <a:lnTo>
                  <a:pt x="2920" y="14503"/>
                </a:lnTo>
                <a:lnTo>
                  <a:pt x="2872" y="14892"/>
                </a:lnTo>
                <a:lnTo>
                  <a:pt x="2823" y="15330"/>
                </a:lnTo>
                <a:lnTo>
                  <a:pt x="2823" y="15549"/>
                </a:lnTo>
                <a:lnTo>
                  <a:pt x="2823" y="15768"/>
                </a:lnTo>
                <a:lnTo>
                  <a:pt x="2847" y="15963"/>
                </a:lnTo>
                <a:lnTo>
                  <a:pt x="2920" y="16133"/>
                </a:lnTo>
                <a:lnTo>
                  <a:pt x="2896" y="16157"/>
                </a:lnTo>
                <a:lnTo>
                  <a:pt x="2872" y="16230"/>
                </a:lnTo>
                <a:lnTo>
                  <a:pt x="2872" y="16303"/>
                </a:lnTo>
                <a:lnTo>
                  <a:pt x="2920" y="16352"/>
                </a:lnTo>
                <a:lnTo>
                  <a:pt x="2969" y="16401"/>
                </a:lnTo>
                <a:lnTo>
                  <a:pt x="3091" y="16449"/>
                </a:lnTo>
                <a:lnTo>
                  <a:pt x="3212" y="16474"/>
                </a:lnTo>
                <a:lnTo>
                  <a:pt x="3480" y="16474"/>
                </a:lnTo>
                <a:lnTo>
                  <a:pt x="3991" y="16425"/>
                </a:lnTo>
                <a:lnTo>
                  <a:pt x="4599" y="16401"/>
                </a:lnTo>
                <a:lnTo>
                  <a:pt x="5183" y="16401"/>
                </a:lnTo>
                <a:lnTo>
                  <a:pt x="6375" y="16425"/>
                </a:lnTo>
                <a:lnTo>
                  <a:pt x="6984" y="16401"/>
                </a:lnTo>
                <a:lnTo>
                  <a:pt x="7276" y="16376"/>
                </a:lnTo>
                <a:lnTo>
                  <a:pt x="7568" y="16328"/>
                </a:lnTo>
                <a:lnTo>
                  <a:pt x="7641" y="16303"/>
                </a:lnTo>
                <a:lnTo>
                  <a:pt x="7714" y="16255"/>
                </a:lnTo>
                <a:lnTo>
                  <a:pt x="7738" y="16206"/>
                </a:lnTo>
                <a:lnTo>
                  <a:pt x="7762" y="16157"/>
                </a:lnTo>
                <a:lnTo>
                  <a:pt x="7835" y="16084"/>
                </a:lnTo>
                <a:lnTo>
                  <a:pt x="7860" y="16011"/>
                </a:lnTo>
                <a:lnTo>
                  <a:pt x="7860" y="15354"/>
                </a:lnTo>
                <a:lnTo>
                  <a:pt x="7884" y="14989"/>
                </a:lnTo>
                <a:lnTo>
                  <a:pt x="7908" y="14649"/>
                </a:lnTo>
                <a:lnTo>
                  <a:pt x="7981" y="14284"/>
                </a:lnTo>
                <a:lnTo>
                  <a:pt x="8054" y="13943"/>
                </a:lnTo>
                <a:lnTo>
                  <a:pt x="8152" y="13627"/>
                </a:lnTo>
                <a:lnTo>
                  <a:pt x="8273" y="13310"/>
                </a:lnTo>
                <a:lnTo>
                  <a:pt x="8371" y="13164"/>
                </a:lnTo>
                <a:lnTo>
                  <a:pt x="8492" y="12994"/>
                </a:lnTo>
                <a:lnTo>
                  <a:pt x="8638" y="12848"/>
                </a:lnTo>
                <a:lnTo>
                  <a:pt x="8784" y="12726"/>
                </a:lnTo>
                <a:lnTo>
                  <a:pt x="8979" y="12629"/>
                </a:lnTo>
                <a:lnTo>
                  <a:pt x="9149" y="12532"/>
                </a:lnTo>
                <a:lnTo>
                  <a:pt x="9344" y="12483"/>
                </a:lnTo>
                <a:lnTo>
                  <a:pt x="9539" y="12434"/>
                </a:lnTo>
                <a:lnTo>
                  <a:pt x="9660" y="12580"/>
                </a:lnTo>
                <a:lnTo>
                  <a:pt x="9758" y="12726"/>
                </a:lnTo>
                <a:lnTo>
                  <a:pt x="9855" y="12872"/>
                </a:lnTo>
                <a:lnTo>
                  <a:pt x="9952" y="13043"/>
                </a:lnTo>
                <a:lnTo>
                  <a:pt x="10025" y="13335"/>
                </a:lnTo>
                <a:lnTo>
                  <a:pt x="10050" y="13627"/>
                </a:lnTo>
                <a:lnTo>
                  <a:pt x="10050" y="13919"/>
                </a:lnTo>
                <a:lnTo>
                  <a:pt x="10050" y="14211"/>
                </a:lnTo>
                <a:lnTo>
                  <a:pt x="10025" y="14697"/>
                </a:lnTo>
                <a:lnTo>
                  <a:pt x="9977" y="15208"/>
                </a:lnTo>
                <a:lnTo>
                  <a:pt x="9928" y="15695"/>
                </a:lnTo>
                <a:lnTo>
                  <a:pt x="9879" y="16206"/>
                </a:lnTo>
                <a:lnTo>
                  <a:pt x="9904" y="16303"/>
                </a:lnTo>
                <a:lnTo>
                  <a:pt x="9952" y="16376"/>
                </a:lnTo>
                <a:lnTo>
                  <a:pt x="10025" y="16425"/>
                </a:lnTo>
                <a:lnTo>
                  <a:pt x="10123" y="16449"/>
                </a:lnTo>
                <a:lnTo>
                  <a:pt x="10488" y="16498"/>
                </a:lnTo>
                <a:lnTo>
                  <a:pt x="10853" y="16522"/>
                </a:lnTo>
                <a:lnTo>
                  <a:pt x="11218" y="16522"/>
                </a:lnTo>
                <a:lnTo>
                  <a:pt x="11583" y="16498"/>
                </a:lnTo>
                <a:lnTo>
                  <a:pt x="11753" y="16522"/>
                </a:lnTo>
                <a:lnTo>
                  <a:pt x="11948" y="16547"/>
                </a:lnTo>
                <a:lnTo>
                  <a:pt x="12313" y="16547"/>
                </a:lnTo>
                <a:lnTo>
                  <a:pt x="13091" y="16571"/>
                </a:lnTo>
                <a:lnTo>
                  <a:pt x="14892" y="16571"/>
                </a:lnTo>
                <a:lnTo>
                  <a:pt x="15208" y="16547"/>
                </a:lnTo>
                <a:lnTo>
                  <a:pt x="15476" y="16474"/>
                </a:lnTo>
                <a:lnTo>
                  <a:pt x="15597" y="16425"/>
                </a:lnTo>
                <a:lnTo>
                  <a:pt x="15719" y="16376"/>
                </a:lnTo>
                <a:lnTo>
                  <a:pt x="15792" y="16303"/>
                </a:lnTo>
                <a:lnTo>
                  <a:pt x="15865" y="16230"/>
                </a:lnTo>
                <a:lnTo>
                  <a:pt x="15962" y="16206"/>
                </a:lnTo>
                <a:lnTo>
                  <a:pt x="16035" y="16157"/>
                </a:lnTo>
                <a:lnTo>
                  <a:pt x="16084" y="16060"/>
                </a:lnTo>
                <a:lnTo>
                  <a:pt x="16108" y="15963"/>
                </a:lnTo>
                <a:lnTo>
                  <a:pt x="16108" y="15841"/>
                </a:lnTo>
                <a:lnTo>
                  <a:pt x="16084" y="15719"/>
                </a:lnTo>
                <a:lnTo>
                  <a:pt x="16035" y="15476"/>
                </a:lnTo>
                <a:lnTo>
                  <a:pt x="16011" y="15111"/>
                </a:lnTo>
                <a:lnTo>
                  <a:pt x="16011" y="14746"/>
                </a:lnTo>
                <a:lnTo>
                  <a:pt x="16035" y="13846"/>
                </a:lnTo>
                <a:lnTo>
                  <a:pt x="16084" y="12945"/>
                </a:lnTo>
                <a:lnTo>
                  <a:pt x="16108" y="12069"/>
                </a:lnTo>
                <a:lnTo>
                  <a:pt x="16133" y="11193"/>
                </a:lnTo>
                <a:lnTo>
                  <a:pt x="16133" y="10755"/>
                </a:lnTo>
                <a:lnTo>
                  <a:pt x="16108" y="10317"/>
                </a:lnTo>
                <a:lnTo>
                  <a:pt x="16084" y="9879"/>
                </a:lnTo>
                <a:lnTo>
                  <a:pt x="16035" y="9466"/>
                </a:lnTo>
                <a:lnTo>
                  <a:pt x="16741" y="9466"/>
                </a:lnTo>
                <a:lnTo>
                  <a:pt x="17252" y="9490"/>
                </a:lnTo>
                <a:lnTo>
                  <a:pt x="17763" y="9490"/>
                </a:lnTo>
                <a:lnTo>
                  <a:pt x="18250" y="9466"/>
                </a:lnTo>
                <a:lnTo>
                  <a:pt x="18761" y="9417"/>
                </a:lnTo>
                <a:lnTo>
                  <a:pt x="18834" y="9393"/>
                </a:lnTo>
                <a:lnTo>
                  <a:pt x="18907" y="9344"/>
                </a:lnTo>
                <a:lnTo>
                  <a:pt x="18931" y="9296"/>
                </a:lnTo>
                <a:lnTo>
                  <a:pt x="18955" y="9223"/>
                </a:lnTo>
                <a:lnTo>
                  <a:pt x="18955" y="9150"/>
                </a:lnTo>
                <a:lnTo>
                  <a:pt x="18931" y="9077"/>
                </a:lnTo>
                <a:lnTo>
                  <a:pt x="18907" y="9028"/>
                </a:lnTo>
                <a:lnTo>
                  <a:pt x="18858" y="8955"/>
                </a:lnTo>
                <a:lnTo>
                  <a:pt x="18882" y="8858"/>
                </a:lnTo>
                <a:lnTo>
                  <a:pt x="18834" y="8760"/>
                </a:lnTo>
                <a:lnTo>
                  <a:pt x="18761" y="8639"/>
                </a:lnTo>
                <a:lnTo>
                  <a:pt x="18688" y="8517"/>
                </a:lnTo>
                <a:lnTo>
                  <a:pt x="18469" y="8298"/>
                </a:lnTo>
                <a:lnTo>
                  <a:pt x="18031" y="7909"/>
                </a:lnTo>
                <a:lnTo>
                  <a:pt x="17374" y="7373"/>
                </a:lnTo>
                <a:lnTo>
                  <a:pt x="16717" y="6862"/>
                </a:lnTo>
                <a:lnTo>
                  <a:pt x="16084" y="6327"/>
                </a:lnTo>
                <a:lnTo>
                  <a:pt x="15476" y="5767"/>
                </a:lnTo>
                <a:lnTo>
                  <a:pt x="14916" y="5159"/>
                </a:lnTo>
                <a:lnTo>
                  <a:pt x="14356" y="4551"/>
                </a:lnTo>
                <a:lnTo>
                  <a:pt x="13797" y="3918"/>
                </a:lnTo>
                <a:lnTo>
                  <a:pt x="13237" y="3334"/>
                </a:lnTo>
                <a:lnTo>
                  <a:pt x="12653" y="2726"/>
                </a:lnTo>
                <a:lnTo>
                  <a:pt x="12045" y="2166"/>
                </a:lnTo>
                <a:lnTo>
                  <a:pt x="11753" y="1923"/>
                </a:lnTo>
                <a:lnTo>
                  <a:pt x="11437" y="1679"/>
                </a:lnTo>
                <a:lnTo>
                  <a:pt x="10804" y="1193"/>
                </a:lnTo>
                <a:lnTo>
                  <a:pt x="10488" y="950"/>
                </a:lnTo>
                <a:lnTo>
                  <a:pt x="10196" y="682"/>
                </a:lnTo>
                <a:lnTo>
                  <a:pt x="9904" y="414"/>
                </a:lnTo>
                <a:lnTo>
                  <a:pt x="9660" y="98"/>
                </a:lnTo>
                <a:lnTo>
                  <a:pt x="9612" y="25"/>
                </a:lnTo>
                <a:lnTo>
                  <a:pt x="9539" y="1"/>
                </a:lnTo>
                <a:lnTo>
                  <a:pt x="9466" y="1"/>
                </a:lnTo>
                <a:lnTo>
                  <a:pt x="9393" y="25"/>
                </a:lnTo>
                <a:lnTo>
                  <a:pt x="9344" y="1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94" name="Google Shape;94;p15"/>
          <p:cNvSpPr/>
          <p:nvPr/>
        </p:nvSpPr>
        <p:spPr>
          <a:xfrm>
            <a:off x="2940893" y="2404732"/>
            <a:ext cx="333722" cy="282025"/>
          </a:xfrm>
          <a:custGeom>
            <a:rect b="b" l="l" r="r" t="t"/>
            <a:pathLst>
              <a:path extrusionOk="0" h="16328" w="19321">
                <a:moveTo>
                  <a:pt x="15403" y="1996"/>
                </a:moveTo>
                <a:lnTo>
                  <a:pt x="15573" y="2215"/>
                </a:lnTo>
                <a:lnTo>
                  <a:pt x="15695" y="2458"/>
                </a:lnTo>
                <a:lnTo>
                  <a:pt x="15500" y="2531"/>
                </a:lnTo>
                <a:lnTo>
                  <a:pt x="15306" y="2629"/>
                </a:lnTo>
                <a:lnTo>
                  <a:pt x="14916" y="2799"/>
                </a:lnTo>
                <a:lnTo>
                  <a:pt x="14819" y="2483"/>
                </a:lnTo>
                <a:lnTo>
                  <a:pt x="14673" y="2215"/>
                </a:lnTo>
                <a:lnTo>
                  <a:pt x="14965" y="2118"/>
                </a:lnTo>
                <a:lnTo>
                  <a:pt x="15403" y="1996"/>
                </a:lnTo>
                <a:close/>
                <a:moveTo>
                  <a:pt x="15817" y="2702"/>
                </a:moveTo>
                <a:lnTo>
                  <a:pt x="16011" y="3140"/>
                </a:lnTo>
                <a:lnTo>
                  <a:pt x="15646" y="3286"/>
                </a:lnTo>
                <a:lnTo>
                  <a:pt x="15379" y="3407"/>
                </a:lnTo>
                <a:lnTo>
                  <a:pt x="15111" y="3553"/>
                </a:lnTo>
                <a:lnTo>
                  <a:pt x="14989" y="3042"/>
                </a:lnTo>
                <a:lnTo>
                  <a:pt x="15306" y="2921"/>
                </a:lnTo>
                <a:lnTo>
                  <a:pt x="15573" y="2823"/>
                </a:lnTo>
                <a:lnTo>
                  <a:pt x="15817" y="2702"/>
                </a:lnTo>
                <a:close/>
                <a:moveTo>
                  <a:pt x="16084" y="3286"/>
                </a:moveTo>
                <a:lnTo>
                  <a:pt x="16206" y="3602"/>
                </a:lnTo>
                <a:lnTo>
                  <a:pt x="15817" y="3772"/>
                </a:lnTo>
                <a:lnTo>
                  <a:pt x="15500" y="3894"/>
                </a:lnTo>
                <a:lnTo>
                  <a:pt x="15354" y="3943"/>
                </a:lnTo>
                <a:lnTo>
                  <a:pt x="15208" y="4040"/>
                </a:lnTo>
                <a:lnTo>
                  <a:pt x="15135" y="3699"/>
                </a:lnTo>
                <a:lnTo>
                  <a:pt x="15427" y="3578"/>
                </a:lnTo>
                <a:lnTo>
                  <a:pt x="15719" y="3456"/>
                </a:lnTo>
                <a:lnTo>
                  <a:pt x="16084" y="3286"/>
                </a:lnTo>
                <a:close/>
                <a:moveTo>
                  <a:pt x="16303" y="3894"/>
                </a:moveTo>
                <a:lnTo>
                  <a:pt x="16449" y="4283"/>
                </a:lnTo>
                <a:lnTo>
                  <a:pt x="16376" y="4259"/>
                </a:lnTo>
                <a:lnTo>
                  <a:pt x="16279" y="4259"/>
                </a:lnTo>
                <a:lnTo>
                  <a:pt x="16133" y="4308"/>
                </a:lnTo>
                <a:lnTo>
                  <a:pt x="15841" y="4454"/>
                </a:lnTo>
                <a:lnTo>
                  <a:pt x="15598" y="4575"/>
                </a:lnTo>
                <a:lnTo>
                  <a:pt x="15379" y="4697"/>
                </a:lnTo>
                <a:lnTo>
                  <a:pt x="15257" y="4259"/>
                </a:lnTo>
                <a:lnTo>
                  <a:pt x="15427" y="4210"/>
                </a:lnTo>
                <a:lnTo>
                  <a:pt x="15573" y="4162"/>
                </a:lnTo>
                <a:lnTo>
                  <a:pt x="15890" y="4040"/>
                </a:lnTo>
                <a:lnTo>
                  <a:pt x="16303" y="3894"/>
                </a:lnTo>
                <a:close/>
                <a:moveTo>
                  <a:pt x="16498" y="4405"/>
                </a:moveTo>
                <a:lnTo>
                  <a:pt x="16498" y="4454"/>
                </a:lnTo>
                <a:lnTo>
                  <a:pt x="16595" y="4721"/>
                </a:lnTo>
                <a:lnTo>
                  <a:pt x="16449" y="4770"/>
                </a:lnTo>
                <a:lnTo>
                  <a:pt x="16303" y="4819"/>
                </a:lnTo>
                <a:lnTo>
                  <a:pt x="16011" y="4965"/>
                </a:lnTo>
                <a:lnTo>
                  <a:pt x="15768" y="5086"/>
                </a:lnTo>
                <a:lnTo>
                  <a:pt x="15622" y="5184"/>
                </a:lnTo>
                <a:lnTo>
                  <a:pt x="15549" y="5232"/>
                </a:lnTo>
                <a:lnTo>
                  <a:pt x="15525" y="5305"/>
                </a:lnTo>
                <a:lnTo>
                  <a:pt x="15427" y="4892"/>
                </a:lnTo>
                <a:lnTo>
                  <a:pt x="15695" y="4819"/>
                </a:lnTo>
                <a:lnTo>
                  <a:pt x="15938" y="4721"/>
                </a:lnTo>
                <a:lnTo>
                  <a:pt x="16255" y="4624"/>
                </a:lnTo>
                <a:lnTo>
                  <a:pt x="16401" y="4527"/>
                </a:lnTo>
                <a:lnTo>
                  <a:pt x="16449" y="4478"/>
                </a:lnTo>
                <a:lnTo>
                  <a:pt x="16498" y="4405"/>
                </a:lnTo>
                <a:close/>
                <a:moveTo>
                  <a:pt x="16717" y="5062"/>
                </a:moveTo>
                <a:lnTo>
                  <a:pt x="16814" y="5305"/>
                </a:lnTo>
                <a:lnTo>
                  <a:pt x="16547" y="5403"/>
                </a:lnTo>
                <a:lnTo>
                  <a:pt x="16303" y="5524"/>
                </a:lnTo>
                <a:lnTo>
                  <a:pt x="15987" y="5670"/>
                </a:lnTo>
                <a:lnTo>
                  <a:pt x="15817" y="5743"/>
                </a:lnTo>
                <a:lnTo>
                  <a:pt x="15671" y="5816"/>
                </a:lnTo>
                <a:lnTo>
                  <a:pt x="15549" y="5354"/>
                </a:lnTo>
                <a:lnTo>
                  <a:pt x="15622" y="5403"/>
                </a:lnTo>
                <a:lnTo>
                  <a:pt x="15719" y="5427"/>
                </a:lnTo>
                <a:lnTo>
                  <a:pt x="15792" y="5403"/>
                </a:lnTo>
                <a:lnTo>
                  <a:pt x="15890" y="5378"/>
                </a:lnTo>
                <a:lnTo>
                  <a:pt x="16084" y="5305"/>
                </a:lnTo>
                <a:lnTo>
                  <a:pt x="16255" y="5257"/>
                </a:lnTo>
                <a:lnTo>
                  <a:pt x="16498" y="5159"/>
                </a:lnTo>
                <a:lnTo>
                  <a:pt x="16620" y="5111"/>
                </a:lnTo>
                <a:lnTo>
                  <a:pt x="16717" y="5062"/>
                </a:lnTo>
                <a:close/>
                <a:moveTo>
                  <a:pt x="17082" y="4551"/>
                </a:moveTo>
                <a:lnTo>
                  <a:pt x="17106" y="4575"/>
                </a:lnTo>
                <a:lnTo>
                  <a:pt x="17228" y="4673"/>
                </a:lnTo>
                <a:lnTo>
                  <a:pt x="17350" y="4746"/>
                </a:lnTo>
                <a:lnTo>
                  <a:pt x="17496" y="4794"/>
                </a:lnTo>
                <a:lnTo>
                  <a:pt x="17666" y="4819"/>
                </a:lnTo>
                <a:lnTo>
                  <a:pt x="17885" y="4867"/>
                </a:lnTo>
                <a:lnTo>
                  <a:pt x="18128" y="4965"/>
                </a:lnTo>
                <a:lnTo>
                  <a:pt x="18323" y="5062"/>
                </a:lnTo>
                <a:lnTo>
                  <a:pt x="18518" y="5208"/>
                </a:lnTo>
                <a:lnTo>
                  <a:pt x="18591" y="5281"/>
                </a:lnTo>
                <a:lnTo>
                  <a:pt x="18664" y="5354"/>
                </a:lnTo>
                <a:lnTo>
                  <a:pt x="18785" y="5573"/>
                </a:lnTo>
                <a:lnTo>
                  <a:pt x="18810" y="5670"/>
                </a:lnTo>
                <a:lnTo>
                  <a:pt x="18834" y="5768"/>
                </a:lnTo>
                <a:lnTo>
                  <a:pt x="18834" y="5889"/>
                </a:lnTo>
                <a:lnTo>
                  <a:pt x="18810" y="6011"/>
                </a:lnTo>
                <a:lnTo>
                  <a:pt x="18761" y="6108"/>
                </a:lnTo>
                <a:lnTo>
                  <a:pt x="18664" y="6181"/>
                </a:lnTo>
                <a:lnTo>
                  <a:pt x="18542" y="6254"/>
                </a:lnTo>
                <a:lnTo>
                  <a:pt x="18396" y="6303"/>
                </a:lnTo>
                <a:lnTo>
                  <a:pt x="18080" y="6376"/>
                </a:lnTo>
                <a:lnTo>
                  <a:pt x="17812" y="6400"/>
                </a:lnTo>
                <a:lnTo>
                  <a:pt x="17447" y="5476"/>
                </a:lnTo>
                <a:lnTo>
                  <a:pt x="17082" y="4551"/>
                </a:lnTo>
                <a:close/>
                <a:moveTo>
                  <a:pt x="16936" y="5622"/>
                </a:moveTo>
                <a:lnTo>
                  <a:pt x="17033" y="5889"/>
                </a:lnTo>
                <a:lnTo>
                  <a:pt x="16863" y="5938"/>
                </a:lnTo>
                <a:lnTo>
                  <a:pt x="16717" y="6011"/>
                </a:lnTo>
                <a:lnTo>
                  <a:pt x="16401" y="6157"/>
                </a:lnTo>
                <a:lnTo>
                  <a:pt x="16084" y="6303"/>
                </a:lnTo>
                <a:lnTo>
                  <a:pt x="15768" y="6425"/>
                </a:lnTo>
                <a:lnTo>
                  <a:pt x="15768" y="6376"/>
                </a:lnTo>
                <a:lnTo>
                  <a:pt x="15719" y="6303"/>
                </a:lnTo>
                <a:lnTo>
                  <a:pt x="15719" y="6157"/>
                </a:lnTo>
                <a:lnTo>
                  <a:pt x="15719" y="6011"/>
                </a:lnTo>
                <a:lnTo>
                  <a:pt x="15890" y="5987"/>
                </a:lnTo>
                <a:lnTo>
                  <a:pt x="16084" y="5938"/>
                </a:lnTo>
                <a:lnTo>
                  <a:pt x="16425" y="5816"/>
                </a:lnTo>
                <a:lnTo>
                  <a:pt x="16668" y="5719"/>
                </a:lnTo>
                <a:lnTo>
                  <a:pt x="16936" y="5622"/>
                </a:lnTo>
                <a:close/>
                <a:moveTo>
                  <a:pt x="2142" y="4770"/>
                </a:moveTo>
                <a:lnTo>
                  <a:pt x="1607" y="6303"/>
                </a:lnTo>
                <a:lnTo>
                  <a:pt x="1534" y="6473"/>
                </a:lnTo>
                <a:lnTo>
                  <a:pt x="1436" y="6449"/>
                </a:lnTo>
                <a:lnTo>
                  <a:pt x="877" y="6449"/>
                </a:lnTo>
                <a:lnTo>
                  <a:pt x="779" y="6400"/>
                </a:lnTo>
                <a:lnTo>
                  <a:pt x="706" y="6327"/>
                </a:lnTo>
                <a:lnTo>
                  <a:pt x="609" y="6230"/>
                </a:lnTo>
                <a:lnTo>
                  <a:pt x="536" y="6084"/>
                </a:lnTo>
                <a:lnTo>
                  <a:pt x="512" y="5938"/>
                </a:lnTo>
                <a:lnTo>
                  <a:pt x="536" y="5816"/>
                </a:lnTo>
                <a:lnTo>
                  <a:pt x="560" y="5670"/>
                </a:lnTo>
                <a:lnTo>
                  <a:pt x="633" y="5524"/>
                </a:lnTo>
                <a:lnTo>
                  <a:pt x="706" y="5403"/>
                </a:lnTo>
                <a:lnTo>
                  <a:pt x="804" y="5305"/>
                </a:lnTo>
                <a:lnTo>
                  <a:pt x="901" y="5208"/>
                </a:lnTo>
                <a:lnTo>
                  <a:pt x="998" y="5111"/>
                </a:lnTo>
                <a:lnTo>
                  <a:pt x="1144" y="5038"/>
                </a:lnTo>
                <a:lnTo>
                  <a:pt x="1266" y="4965"/>
                </a:lnTo>
                <a:lnTo>
                  <a:pt x="1412" y="4916"/>
                </a:lnTo>
                <a:lnTo>
                  <a:pt x="1704" y="4867"/>
                </a:lnTo>
                <a:lnTo>
                  <a:pt x="1996" y="4819"/>
                </a:lnTo>
                <a:lnTo>
                  <a:pt x="2142" y="4770"/>
                </a:lnTo>
                <a:close/>
                <a:moveTo>
                  <a:pt x="10342" y="1899"/>
                </a:moveTo>
                <a:lnTo>
                  <a:pt x="10926" y="1923"/>
                </a:lnTo>
                <a:lnTo>
                  <a:pt x="11510" y="1972"/>
                </a:lnTo>
                <a:lnTo>
                  <a:pt x="12094" y="2045"/>
                </a:lnTo>
                <a:lnTo>
                  <a:pt x="12702" y="2118"/>
                </a:lnTo>
                <a:lnTo>
                  <a:pt x="13286" y="2239"/>
                </a:lnTo>
                <a:lnTo>
                  <a:pt x="13797" y="2361"/>
                </a:lnTo>
                <a:lnTo>
                  <a:pt x="14065" y="2410"/>
                </a:lnTo>
                <a:lnTo>
                  <a:pt x="14308" y="2434"/>
                </a:lnTo>
                <a:lnTo>
                  <a:pt x="14332" y="2653"/>
                </a:lnTo>
                <a:lnTo>
                  <a:pt x="14357" y="2872"/>
                </a:lnTo>
                <a:lnTo>
                  <a:pt x="14478" y="3334"/>
                </a:lnTo>
                <a:lnTo>
                  <a:pt x="14600" y="3772"/>
                </a:lnTo>
                <a:lnTo>
                  <a:pt x="14722" y="4186"/>
                </a:lnTo>
                <a:lnTo>
                  <a:pt x="14989" y="5305"/>
                </a:lnTo>
                <a:lnTo>
                  <a:pt x="15111" y="5816"/>
                </a:lnTo>
                <a:lnTo>
                  <a:pt x="15184" y="6084"/>
                </a:lnTo>
                <a:lnTo>
                  <a:pt x="15281" y="6327"/>
                </a:lnTo>
                <a:lnTo>
                  <a:pt x="15014" y="6449"/>
                </a:lnTo>
                <a:lnTo>
                  <a:pt x="14722" y="6571"/>
                </a:lnTo>
                <a:lnTo>
                  <a:pt x="14162" y="6814"/>
                </a:lnTo>
                <a:lnTo>
                  <a:pt x="13457" y="7033"/>
                </a:lnTo>
                <a:lnTo>
                  <a:pt x="12751" y="7228"/>
                </a:lnTo>
                <a:lnTo>
                  <a:pt x="11972" y="7398"/>
                </a:lnTo>
                <a:lnTo>
                  <a:pt x="11169" y="7520"/>
                </a:lnTo>
                <a:lnTo>
                  <a:pt x="10366" y="7593"/>
                </a:lnTo>
                <a:lnTo>
                  <a:pt x="9588" y="7617"/>
                </a:lnTo>
                <a:lnTo>
                  <a:pt x="8809" y="7617"/>
                </a:lnTo>
                <a:lnTo>
                  <a:pt x="8055" y="7568"/>
                </a:lnTo>
                <a:lnTo>
                  <a:pt x="7300" y="7471"/>
                </a:lnTo>
                <a:lnTo>
                  <a:pt x="6546" y="7325"/>
                </a:lnTo>
                <a:lnTo>
                  <a:pt x="5840" y="7155"/>
                </a:lnTo>
                <a:lnTo>
                  <a:pt x="5135" y="6960"/>
                </a:lnTo>
                <a:lnTo>
                  <a:pt x="4794" y="6838"/>
                </a:lnTo>
                <a:lnTo>
                  <a:pt x="4478" y="6717"/>
                </a:lnTo>
                <a:lnTo>
                  <a:pt x="4137" y="6595"/>
                </a:lnTo>
                <a:lnTo>
                  <a:pt x="3821" y="6498"/>
                </a:lnTo>
                <a:lnTo>
                  <a:pt x="3821" y="6449"/>
                </a:lnTo>
                <a:lnTo>
                  <a:pt x="3943" y="5914"/>
                </a:lnTo>
                <a:lnTo>
                  <a:pt x="4064" y="5378"/>
                </a:lnTo>
                <a:lnTo>
                  <a:pt x="4186" y="4867"/>
                </a:lnTo>
                <a:lnTo>
                  <a:pt x="4356" y="4332"/>
                </a:lnTo>
                <a:lnTo>
                  <a:pt x="4527" y="3821"/>
                </a:lnTo>
                <a:lnTo>
                  <a:pt x="4697" y="3310"/>
                </a:lnTo>
                <a:lnTo>
                  <a:pt x="4843" y="2896"/>
                </a:lnTo>
                <a:lnTo>
                  <a:pt x="4916" y="2702"/>
                </a:lnTo>
                <a:lnTo>
                  <a:pt x="4965" y="2483"/>
                </a:lnTo>
                <a:lnTo>
                  <a:pt x="5038" y="2507"/>
                </a:lnTo>
                <a:lnTo>
                  <a:pt x="5111" y="2507"/>
                </a:lnTo>
                <a:lnTo>
                  <a:pt x="6254" y="2264"/>
                </a:lnTo>
                <a:lnTo>
                  <a:pt x="6838" y="2142"/>
                </a:lnTo>
                <a:lnTo>
                  <a:pt x="7398" y="2069"/>
                </a:lnTo>
                <a:lnTo>
                  <a:pt x="7982" y="1996"/>
                </a:lnTo>
                <a:lnTo>
                  <a:pt x="8566" y="1947"/>
                </a:lnTo>
                <a:lnTo>
                  <a:pt x="9150" y="1923"/>
                </a:lnTo>
                <a:lnTo>
                  <a:pt x="9734" y="1899"/>
                </a:lnTo>
                <a:close/>
                <a:moveTo>
                  <a:pt x="16863" y="7933"/>
                </a:moveTo>
                <a:lnTo>
                  <a:pt x="16011" y="8177"/>
                </a:lnTo>
                <a:lnTo>
                  <a:pt x="15160" y="8371"/>
                </a:lnTo>
                <a:lnTo>
                  <a:pt x="14308" y="8566"/>
                </a:lnTo>
                <a:lnTo>
                  <a:pt x="13432" y="8736"/>
                </a:lnTo>
                <a:lnTo>
                  <a:pt x="12581" y="8882"/>
                </a:lnTo>
                <a:lnTo>
                  <a:pt x="11705" y="9004"/>
                </a:lnTo>
                <a:lnTo>
                  <a:pt x="10829" y="9077"/>
                </a:lnTo>
                <a:lnTo>
                  <a:pt x="9953" y="9126"/>
                </a:lnTo>
                <a:lnTo>
                  <a:pt x="9052" y="9126"/>
                </a:lnTo>
                <a:lnTo>
                  <a:pt x="8176" y="9101"/>
                </a:lnTo>
                <a:lnTo>
                  <a:pt x="7276" y="9053"/>
                </a:lnTo>
                <a:lnTo>
                  <a:pt x="6400" y="8955"/>
                </a:lnTo>
                <a:lnTo>
                  <a:pt x="5476" y="8834"/>
                </a:lnTo>
                <a:lnTo>
                  <a:pt x="4575" y="8663"/>
                </a:lnTo>
                <a:lnTo>
                  <a:pt x="3675" y="8469"/>
                </a:lnTo>
                <a:lnTo>
                  <a:pt x="2775" y="8323"/>
                </a:lnTo>
                <a:lnTo>
                  <a:pt x="2702" y="8347"/>
                </a:lnTo>
                <a:lnTo>
                  <a:pt x="2677" y="8371"/>
                </a:lnTo>
                <a:lnTo>
                  <a:pt x="2677" y="8420"/>
                </a:lnTo>
                <a:lnTo>
                  <a:pt x="2726" y="8469"/>
                </a:lnTo>
                <a:lnTo>
                  <a:pt x="3140" y="8615"/>
                </a:lnTo>
                <a:lnTo>
                  <a:pt x="3553" y="8761"/>
                </a:lnTo>
                <a:lnTo>
                  <a:pt x="3991" y="8882"/>
                </a:lnTo>
                <a:lnTo>
                  <a:pt x="4429" y="8980"/>
                </a:lnTo>
                <a:lnTo>
                  <a:pt x="5305" y="9126"/>
                </a:lnTo>
                <a:lnTo>
                  <a:pt x="6181" y="9272"/>
                </a:lnTo>
                <a:lnTo>
                  <a:pt x="7081" y="9369"/>
                </a:lnTo>
                <a:lnTo>
                  <a:pt x="7957" y="9442"/>
                </a:lnTo>
                <a:lnTo>
                  <a:pt x="8858" y="9466"/>
                </a:lnTo>
                <a:lnTo>
                  <a:pt x="9758" y="9466"/>
                </a:lnTo>
                <a:lnTo>
                  <a:pt x="10658" y="9442"/>
                </a:lnTo>
                <a:lnTo>
                  <a:pt x="11583" y="9393"/>
                </a:lnTo>
                <a:lnTo>
                  <a:pt x="12508" y="9296"/>
                </a:lnTo>
                <a:lnTo>
                  <a:pt x="13408" y="9174"/>
                </a:lnTo>
                <a:lnTo>
                  <a:pt x="14308" y="9004"/>
                </a:lnTo>
                <a:lnTo>
                  <a:pt x="15208" y="8785"/>
                </a:lnTo>
                <a:lnTo>
                  <a:pt x="16084" y="8542"/>
                </a:lnTo>
                <a:lnTo>
                  <a:pt x="16960" y="8250"/>
                </a:lnTo>
                <a:lnTo>
                  <a:pt x="17009" y="8225"/>
                </a:lnTo>
                <a:lnTo>
                  <a:pt x="17058" y="8177"/>
                </a:lnTo>
                <a:lnTo>
                  <a:pt x="17058" y="8104"/>
                </a:lnTo>
                <a:lnTo>
                  <a:pt x="17058" y="8055"/>
                </a:lnTo>
                <a:lnTo>
                  <a:pt x="17033" y="8006"/>
                </a:lnTo>
                <a:lnTo>
                  <a:pt x="16985" y="7958"/>
                </a:lnTo>
                <a:lnTo>
                  <a:pt x="16936" y="7933"/>
                </a:lnTo>
                <a:close/>
                <a:moveTo>
                  <a:pt x="9320" y="9953"/>
                </a:moveTo>
                <a:lnTo>
                  <a:pt x="8639" y="9977"/>
                </a:lnTo>
                <a:lnTo>
                  <a:pt x="7714" y="9977"/>
                </a:lnTo>
                <a:lnTo>
                  <a:pt x="7446" y="10001"/>
                </a:lnTo>
                <a:lnTo>
                  <a:pt x="7300" y="10026"/>
                </a:lnTo>
                <a:lnTo>
                  <a:pt x="7179" y="10050"/>
                </a:lnTo>
                <a:lnTo>
                  <a:pt x="7081" y="10123"/>
                </a:lnTo>
                <a:lnTo>
                  <a:pt x="6984" y="10220"/>
                </a:lnTo>
                <a:lnTo>
                  <a:pt x="6960" y="10269"/>
                </a:lnTo>
                <a:lnTo>
                  <a:pt x="6984" y="10293"/>
                </a:lnTo>
                <a:lnTo>
                  <a:pt x="7057" y="10366"/>
                </a:lnTo>
                <a:lnTo>
                  <a:pt x="7154" y="10415"/>
                </a:lnTo>
                <a:lnTo>
                  <a:pt x="7252" y="10464"/>
                </a:lnTo>
                <a:lnTo>
                  <a:pt x="7349" y="10488"/>
                </a:lnTo>
                <a:lnTo>
                  <a:pt x="7568" y="10512"/>
                </a:lnTo>
                <a:lnTo>
                  <a:pt x="10585" y="10512"/>
                </a:lnTo>
                <a:lnTo>
                  <a:pt x="12021" y="10561"/>
                </a:lnTo>
                <a:lnTo>
                  <a:pt x="12143" y="10537"/>
                </a:lnTo>
                <a:lnTo>
                  <a:pt x="12216" y="10488"/>
                </a:lnTo>
                <a:lnTo>
                  <a:pt x="12264" y="10391"/>
                </a:lnTo>
                <a:lnTo>
                  <a:pt x="12289" y="10293"/>
                </a:lnTo>
                <a:lnTo>
                  <a:pt x="12264" y="10196"/>
                </a:lnTo>
                <a:lnTo>
                  <a:pt x="12216" y="10099"/>
                </a:lnTo>
                <a:lnTo>
                  <a:pt x="12143" y="10050"/>
                </a:lnTo>
                <a:lnTo>
                  <a:pt x="12021" y="10001"/>
                </a:lnTo>
                <a:lnTo>
                  <a:pt x="10683" y="9977"/>
                </a:lnTo>
                <a:lnTo>
                  <a:pt x="9320" y="9953"/>
                </a:lnTo>
                <a:close/>
                <a:moveTo>
                  <a:pt x="10950" y="10975"/>
                </a:moveTo>
                <a:lnTo>
                  <a:pt x="10683" y="10999"/>
                </a:lnTo>
                <a:lnTo>
                  <a:pt x="10123" y="11023"/>
                </a:lnTo>
                <a:lnTo>
                  <a:pt x="9612" y="11048"/>
                </a:lnTo>
                <a:lnTo>
                  <a:pt x="9028" y="11023"/>
                </a:lnTo>
                <a:lnTo>
                  <a:pt x="8152" y="11023"/>
                </a:lnTo>
                <a:lnTo>
                  <a:pt x="7860" y="11048"/>
                </a:lnTo>
                <a:lnTo>
                  <a:pt x="7568" y="11096"/>
                </a:lnTo>
                <a:lnTo>
                  <a:pt x="7300" y="11169"/>
                </a:lnTo>
                <a:lnTo>
                  <a:pt x="7252" y="11194"/>
                </a:lnTo>
                <a:lnTo>
                  <a:pt x="7227" y="11218"/>
                </a:lnTo>
                <a:lnTo>
                  <a:pt x="7203" y="11315"/>
                </a:lnTo>
                <a:lnTo>
                  <a:pt x="7227" y="11413"/>
                </a:lnTo>
                <a:lnTo>
                  <a:pt x="7252" y="11437"/>
                </a:lnTo>
                <a:lnTo>
                  <a:pt x="7300" y="11461"/>
                </a:lnTo>
                <a:lnTo>
                  <a:pt x="7568" y="11534"/>
                </a:lnTo>
                <a:lnTo>
                  <a:pt x="7811" y="11559"/>
                </a:lnTo>
                <a:lnTo>
                  <a:pt x="8079" y="11583"/>
                </a:lnTo>
                <a:lnTo>
                  <a:pt x="8347" y="11607"/>
                </a:lnTo>
                <a:lnTo>
                  <a:pt x="9417" y="11559"/>
                </a:lnTo>
                <a:lnTo>
                  <a:pt x="10561" y="11559"/>
                </a:lnTo>
                <a:lnTo>
                  <a:pt x="11145" y="11583"/>
                </a:lnTo>
                <a:lnTo>
                  <a:pt x="11437" y="11559"/>
                </a:lnTo>
                <a:lnTo>
                  <a:pt x="11583" y="11534"/>
                </a:lnTo>
                <a:lnTo>
                  <a:pt x="11729" y="11486"/>
                </a:lnTo>
                <a:lnTo>
                  <a:pt x="11802" y="11461"/>
                </a:lnTo>
                <a:lnTo>
                  <a:pt x="11851" y="11413"/>
                </a:lnTo>
                <a:lnTo>
                  <a:pt x="11875" y="11364"/>
                </a:lnTo>
                <a:lnTo>
                  <a:pt x="11875" y="11291"/>
                </a:lnTo>
                <a:lnTo>
                  <a:pt x="11875" y="11218"/>
                </a:lnTo>
                <a:lnTo>
                  <a:pt x="11851" y="11169"/>
                </a:lnTo>
                <a:lnTo>
                  <a:pt x="11802" y="11121"/>
                </a:lnTo>
                <a:lnTo>
                  <a:pt x="11729" y="11096"/>
                </a:lnTo>
                <a:lnTo>
                  <a:pt x="11486" y="11023"/>
                </a:lnTo>
                <a:lnTo>
                  <a:pt x="11218" y="10999"/>
                </a:lnTo>
                <a:lnTo>
                  <a:pt x="10950" y="10975"/>
                </a:lnTo>
                <a:close/>
                <a:moveTo>
                  <a:pt x="4210" y="9734"/>
                </a:moveTo>
                <a:lnTo>
                  <a:pt x="4356" y="9758"/>
                </a:lnTo>
                <a:lnTo>
                  <a:pt x="4478" y="9783"/>
                </a:lnTo>
                <a:lnTo>
                  <a:pt x="4600" y="9807"/>
                </a:lnTo>
                <a:lnTo>
                  <a:pt x="4819" y="9928"/>
                </a:lnTo>
                <a:lnTo>
                  <a:pt x="5013" y="10074"/>
                </a:lnTo>
                <a:lnTo>
                  <a:pt x="5184" y="10269"/>
                </a:lnTo>
                <a:lnTo>
                  <a:pt x="5330" y="10488"/>
                </a:lnTo>
                <a:lnTo>
                  <a:pt x="5451" y="10756"/>
                </a:lnTo>
                <a:lnTo>
                  <a:pt x="5524" y="10902"/>
                </a:lnTo>
                <a:lnTo>
                  <a:pt x="5549" y="11048"/>
                </a:lnTo>
                <a:lnTo>
                  <a:pt x="5549" y="11194"/>
                </a:lnTo>
                <a:lnTo>
                  <a:pt x="5524" y="11315"/>
                </a:lnTo>
                <a:lnTo>
                  <a:pt x="5476" y="11437"/>
                </a:lnTo>
                <a:lnTo>
                  <a:pt x="5427" y="11534"/>
                </a:lnTo>
                <a:lnTo>
                  <a:pt x="5330" y="11607"/>
                </a:lnTo>
                <a:lnTo>
                  <a:pt x="5232" y="11680"/>
                </a:lnTo>
                <a:lnTo>
                  <a:pt x="5135" y="11753"/>
                </a:lnTo>
                <a:lnTo>
                  <a:pt x="5013" y="11802"/>
                </a:lnTo>
                <a:lnTo>
                  <a:pt x="4770" y="11875"/>
                </a:lnTo>
                <a:lnTo>
                  <a:pt x="4478" y="11924"/>
                </a:lnTo>
                <a:lnTo>
                  <a:pt x="4210" y="11924"/>
                </a:lnTo>
                <a:lnTo>
                  <a:pt x="3967" y="11899"/>
                </a:lnTo>
                <a:lnTo>
                  <a:pt x="3699" y="11851"/>
                </a:lnTo>
                <a:lnTo>
                  <a:pt x="3456" y="11753"/>
                </a:lnTo>
                <a:lnTo>
                  <a:pt x="3213" y="11656"/>
                </a:lnTo>
                <a:lnTo>
                  <a:pt x="3018" y="11510"/>
                </a:lnTo>
                <a:lnTo>
                  <a:pt x="2921" y="11413"/>
                </a:lnTo>
                <a:lnTo>
                  <a:pt x="2848" y="11315"/>
                </a:lnTo>
                <a:lnTo>
                  <a:pt x="2799" y="11194"/>
                </a:lnTo>
                <a:lnTo>
                  <a:pt x="2750" y="11096"/>
                </a:lnTo>
                <a:lnTo>
                  <a:pt x="2702" y="10950"/>
                </a:lnTo>
                <a:lnTo>
                  <a:pt x="2677" y="10829"/>
                </a:lnTo>
                <a:lnTo>
                  <a:pt x="2702" y="10707"/>
                </a:lnTo>
                <a:lnTo>
                  <a:pt x="2702" y="10610"/>
                </a:lnTo>
                <a:lnTo>
                  <a:pt x="2726" y="10512"/>
                </a:lnTo>
                <a:lnTo>
                  <a:pt x="2775" y="10415"/>
                </a:lnTo>
                <a:lnTo>
                  <a:pt x="2896" y="10269"/>
                </a:lnTo>
                <a:lnTo>
                  <a:pt x="3042" y="10147"/>
                </a:lnTo>
                <a:lnTo>
                  <a:pt x="3213" y="10050"/>
                </a:lnTo>
                <a:lnTo>
                  <a:pt x="3383" y="9977"/>
                </a:lnTo>
                <a:lnTo>
                  <a:pt x="3772" y="9807"/>
                </a:lnTo>
                <a:lnTo>
                  <a:pt x="3797" y="9807"/>
                </a:lnTo>
                <a:lnTo>
                  <a:pt x="3943" y="9758"/>
                </a:lnTo>
                <a:lnTo>
                  <a:pt x="4089" y="9758"/>
                </a:lnTo>
                <a:lnTo>
                  <a:pt x="4210" y="9734"/>
                </a:lnTo>
                <a:close/>
                <a:moveTo>
                  <a:pt x="15208" y="9612"/>
                </a:moveTo>
                <a:lnTo>
                  <a:pt x="15476" y="9637"/>
                </a:lnTo>
                <a:lnTo>
                  <a:pt x="15622" y="9685"/>
                </a:lnTo>
                <a:lnTo>
                  <a:pt x="15719" y="9734"/>
                </a:lnTo>
                <a:lnTo>
                  <a:pt x="15914" y="9880"/>
                </a:lnTo>
                <a:lnTo>
                  <a:pt x="16084" y="10050"/>
                </a:lnTo>
                <a:lnTo>
                  <a:pt x="16279" y="10220"/>
                </a:lnTo>
                <a:lnTo>
                  <a:pt x="16401" y="10342"/>
                </a:lnTo>
                <a:lnTo>
                  <a:pt x="16498" y="10464"/>
                </a:lnTo>
                <a:lnTo>
                  <a:pt x="16547" y="10585"/>
                </a:lnTo>
                <a:lnTo>
                  <a:pt x="16571" y="10731"/>
                </a:lnTo>
                <a:lnTo>
                  <a:pt x="16571" y="10877"/>
                </a:lnTo>
                <a:lnTo>
                  <a:pt x="16547" y="11023"/>
                </a:lnTo>
                <a:lnTo>
                  <a:pt x="16498" y="11169"/>
                </a:lnTo>
                <a:lnTo>
                  <a:pt x="16425" y="11315"/>
                </a:lnTo>
                <a:lnTo>
                  <a:pt x="16352" y="11437"/>
                </a:lnTo>
                <a:lnTo>
                  <a:pt x="16255" y="11534"/>
                </a:lnTo>
                <a:lnTo>
                  <a:pt x="16133" y="11632"/>
                </a:lnTo>
                <a:lnTo>
                  <a:pt x="16011" y="11705"/>
                </a:lnTo>
                <a:lnTo>
                  <a:pt x="15768" y="11826"/>
                </a:lnTo>
                <a:lnTo>
                  <a:pt x="15500" y="11899"/>
                </a:lnTo>
                <a:lnTo>
                  <a:pt x="15208" y="11948"/>
                </a:lnTo>
                <a:lnTo>
                  <a:pt x="14916" y="11972"/>
                </a:lnTo>
                <a:lnTo>
                  <a:pt x="14624" y="11972"/>
                </a:lnTo>
                <a:lnTo>
                  <a:pt x="14357" y="11924"/>
                </a:lnTo>
                <a:lnTo>
                  <a:pt x="14235" y="11875"/>
                </a:lnTo>
                <a:lnTo>
                  <a:pt x="14113" y="11802"/>
                </a:lnTo>
                <a:lnTo>
                  <a:pt x="14016" y="11729"/>
                </a:lnTo>
                <a:lnTo>
                  <a:pt x="13919" y="11632"/>
                </a:lnTo>
                <a:lnTo>
                  <a:pt x="13846" y="11534"/>
                </a:lnTo>
                <a:lnTo>
                  <a:pt x="13797" y="11413"/>
                </a:lnTo>
                <a:lnTo>
                  <a:pt x="13773" y="11267"/>
                </a:lnTo>
                <a:lnTo>
                  <a:pt x="13748" y="11096"/>
                </a:lnTo>
                <a:lnTo>
                  <a:pt x="13773" y="10902"/>
                </a:lnTo>
                <a:lnTo>
                  <a:pt x="13821" y="10707"/>
                </a:lnTo>
                <a:lnTo>
                  <a:pt x="13919" y="10537"/>
                </a:lnTo>
                <a:lnTo>
                  <a:pt x="14040" y="10391"/>
                </a:lnTo>
                <a:lnTo>
                  <a:pt x="14284" y="10074"/>
                </a:lnTo>
                <a:lnTo>
                  <a:pt x="14405" y="9928"/>
                </a:lnTo>
                <a:lnTo>
                  <a:pt x="14503" y="9758"/>
                </a:lnTo>
                <a:lnTo>
                  <a:pt x="14746" y="9685"/>
                </a:lnTo>
                <a:lnTo>
                  <a:pt x="14989" y="9637"/>
                </a:lnTo>
                <a:lnTo>
                  <a:pt x="15208" y="9612"/>
                </a:lnTo>
                <a:close/>
                <a:moveTo>
                  <a:pt x="4064" y="9247"/>
                </a:moveTo>
                <a:lnTo>
                  <a:pt x="3870" y="9296"/>
                </a:lnTo>
                <a:lnTo>
                  <a:pt x="3675" y="9345"/>
                </a:lnTo>
                <a:lnTo>
                  <a:pt x="3626" y="9393"/>
                </a:lnTo>
                <a:lnTo>
                  <a:pt x="3578" y="9418"/>
                </a:lnTo>
                <a:lnTo>
                  <a:pt x="3334" y="9491"/>
                </a:lnTo>
                <a:lnTo>
                  <a:pt x="3091" y="9612"/>
                </a:lnTo>
                <a:lnTo>
                  <a:pt x="2848" y="9758"/>
                </a:lnTo>
                <a:lnTo>
                  <a:pt x="2653" y="9928"/>
                </a:lnTo>
                <a:lnTo>
                  <a:pt x="2458" y="10123"/>
                </a:lnTo>
                <a:lnTo>
                  <a:pt x="2337" y="10342"/>
                </a:lnTo>
                <a:lnTo>
                  <a:pt x="2239" y="10585"/>
                </a:lnTo>
                <a:lnTo>
                  <a:pt x="2215" y="10707"/>
                </a:lnTo>
                <a:lnTo>
                  <a:pt x="2215" y="10829"/>
                </a:lnTo>
                <a:lnTo>
                  <a:pt x="2239" y="11023"/>
                </a:lnTo>
                <a:lnTo>
                  <a:pt x="2264" y="11218"/>
                </a:lnTo>
                <a:lnTo>
                  <a:pt x="2337" y="11388"/>
                </a:lnTo>
                <a:lnTo>
                  <a:pt x="2434" y="11559"/>
                </a:lnTo>
                <a:lnTo>
                  <a:pt x="2531" y="11705"/>
                </a:lnTo>
                <a:lnTo>
                  <a:pt x="2653" y="11826"/>
                </a:lnTo>
                <a:lnTo>
                  <a:pt x="2775" y="11948"/>
                </a:lnTo>
                <a:lnTo>
                  <a:pt x="2945" y="12045"/>
                </a:lnTo>
                <a:lnTo>
                  <a:pt x="3091" y="12118"/>
                </a:lnTo>
                <a:lnTo>
                  <a:pt x="3261" y="12216"/>
                </a:lnTo>
                <a:lnTo>
                  <a:pt x="3626" y="12313"/>
                </a:lnTo>
                <a:lnTo>
                  <a:pt x="4016" y="12386"/>
                </a:lnTo>
                <a:lnTo>
                  <a:pt x="4381" y="12435"/>
                </a:lnTo>
                <a:lnTo>
                  <a:pt x="4575" y="12435"/>
                </a:lnTo>
                <a:lnTo>
                  <a:pt x="4746" y="12410"/>
                </a:lnTo>
                <a:lnTo>
                  <a:pt x="4916" y="12386"/>
                </a:lnTo>
                <a:lnTo>
                  <a:pt x="5086" y="12337"/>
                </a:lnTo>
                <a:lnTo>
                  <a:pt x="5232" y="12264"/>
                </a:lnTo>
                <a:lnTo>
                  <a:pt x="5378" y="12191"/>
                </a:lnTo>
                <a:lnTo>
                  <a:pt x="5500" y="12118"/>
                </a:lnTo>
                <a:lnTo>
                  <a:pt x="5622" y="11997"/>
                </a:lnTo>
                <a:lnTo>
                  <a:pt x="5719" y="11875"/>
                </a:lnTo>
                <a:lnTo>
                  <a:pt x="5816" y="11753"/>
                </a:lnTo>
                <a:lnTo>
                  <a:pt x="5889" y="11607"/>
                </a:lnTo>
                <a:lnTo>
                  <a:pt x="5938" y="11461"/>
                </a:lnTo>
                <a:lnTo>
                  <a:pt x="5986" y="11315"/>
                </a:lnTo>
                <a:lnTo>
                  <a:pt x="5986" y="11145"/>
                </a:lnTo>
                <a:lnTo>
                  <a:pt x="5986" y="10950"/>
                </a:lnTo>
                <a:lnTo>
                  <a:pt x="5962" y="10780"/>
                </a:lnTo>
                <a:lnTo>
                  <a:pt x="5913" y="10585"/>
                </a:lnTo>
                <a:lnTo>
                  <a:pt x="5865" y="10415"/>
                </a:lnTo>
                <a:lnTo>
                  <a:pt x="5768" y="10245"/>
                </a:lnTo>
                <a:lnTo>
                  <a:pt x="5670" y="10074"/>
                </a:lnTo>
                <a:lnTo>
                  <a:pt x="5549" y="9928"/>
                </a:lnTo>
                <a:lnTo>
                  <a:pt x="5427" y="9783"/>
                </a:lnTo>
                <a:lnTo>
                  <a:pt x="5281" y="9661"/>
                </a:lnTo>
                <a:lnTo>
                  <a:pt x="5111" y="9539"/>
                </a:lnTo>
                <a:lnTo>
                  <a:pt x="4965" y="9442"/>
                </a:lnTo>
                <a:lnTo>
                  <a:pt x="4794" y="9369"/>
                </a:lnTo>
                <a:lnTo>
                  <a:pt x="4600" y="9296"/>
                </a:lnTo>
                <a:lnTo>
                  <a:pt x="4429" y="9272"/>
                </a:lnTo>
                <a:lnTo>
                  <a:pt x="4235" y="9247"/>
                </a:lnTo>
                <a:close/>
                <a:moveTo>
                  <a:pt x="14916" y="9150"/>
                </a:moveTo>
                <a:lnTo>
                  <a:pt x="14746" y="9199"/>
                </a:lnTo>
                <a:lnTo>
                  <a:pt x="14576" y="9247"/>
                </a:lnTo>
                <a:lnTo>
                  <a:pt x="14405" y="9320"/>
                </a:lnTo>
                <a:lnTo>
                  <a:pt x="14259" y="9418"/>
                </a:lnTo>
                <a:lnTo>
                  <a:pt x="14113" y="9539"/>
                </a:lnTo>
                <a:lnTo>
                  <a:pt x="14065" y="9612"/>
                </a:lnTo>
                <a:lnTo>
                  <a:pt x="14065" y="9710"/>
                </a:lnTo>
                <a:lnTo>
                  <a:pt x="13846" y="9904"/>
                </a:lnTo>
                <a:lnTo>
                  <a:pt x="13676" y="10123"/>
                </a:lnTo>
                <a:lnTo>
                  <a:pt x="13505" y="10366"/>
                </a:lnTo>
                <a:lnTo>
                  <a:pt x="13408" y="10634"/>
                </a:lnTo>
                <a:lnTo>
                  <a:pt x="13335" y="10926"/>
                </a:lnTo>
                <a:lnTo>
                  <a:pt x="13311" y="11194"/>
                </a:lnTo>
                <a:lnTo>
                  <a:pt x="13335" y="11461"/>
                </a:lnTo>
                <a:lnTo>
                  <a:pt x="13359" y="11583"/>
                </a:lnTo>
                <a:lnTo>
                  <a:pt x="13408" y="11705"/>
                </a:lnTo>
                <a:lnTo>
                  <a:pt x="13505" y="11875"/>
                </a:lnTo>
                <a:lnTo>
                  <a:pt x="13627" y="12021"/>
                </a:lnTo>
                <a:lnTo>
                  <a:pt x="13773" y="12143"/>
                </a:lnTo>
                <a:lnTo>
                  <a:pt x="13919" y="12240"/>
                </a:lnTo>
                <a:lnTo>
                  <a:pt x="14089" y="12337"/>
                </a:lnTo>
                <a:lnTo>
                  <a:pt x="14259" y="12386"/>
                </a:lnTo>
                <a:lnTo>
                  <a:pt x="14454" y="12410"/>
                </a:lnTo>
                <a:lnTo>
                  <a:pt x="14649" y="12435"/>
                </a:lnTo>
                <a:lnTo>
                  <a:pt x="14843" y="12459"/>
                </a:lnTo>
                <a:lnTo>
                  <a:pt x="15038" y="12435"/>
                </a:lnTo>
                <a:lnTo>
                  <a:pt x="15452" y="12386"/>
                </a:lnTo>
                <a:lnTo>
                  <a:pt x="15817" y="12289"/>
                </a:lnTo>
                <a:lnTo>
                  <a:pt x="16157" y="12143"/>
                </a:lnTo>
                <a:lnTo>
                  <a:pt x="16303" y="12070"/>
                </a:lnTo>
                <a:lnTo>
                  <a:pt x="16449" y="11972"/>
                </a:lnTo>
                <a:lnTo>
                  <a:pt x="16571" y="11875"/>
                </a:lnTo>
                <a:lnTo>
                  <a:pt x="16693" y="11753"/>
                </a:lnTo>
                <a:lnTo>
                  <a:pt x="16790" y="11607"/>
                </a:lnTo>
                <a:lnTo>
                  <a:pt x="16887" y="11461"/>
                </a:lnTo>
                <a:lnTo>
                  <a:pt x="16936" y="11315"/>
                </a:lnTo>
                <a:lnTo>
                  <a:pt x="16985" y="11169"/>
                </a:lnTo>
                <a:lnTo>
                  <a:pt x="17033" y="10999"/>
                </a:lnTo>
                <a:lnTo>
                  <a:pt x="17033" y="10853"/>
                </a:lnTo>
                <a:lnTo>
                  <a:pt x="17033" y="10683"/>
                </a:lnTo>
                <a:lnTo>
                  <a:pt x="17009" y="10512"/>
                </a:lnTo>
                <a:lnTo>
                  <a:pt x="16936" y="10366"/>
                </a:lnTo>
                <a:lnTo>
                  <a:pt x="16863" y="10220"/>
                </a:lnTo>
                <a:lnTo>
                  <a:pt x="16790" y="10074"/>
                </a:lnTo>
                <a:lnTo>
                  <a:pt x="16668" y="9953"/>
                </a:lnTo>
                <a:lnTo>
                  <a:pt x="16401" y="9685"/>
                </a:lnTo>
                <a:lnTo>
                  <a:pt x="16109" y="9466"/>
                </a:lnTo>
                <a:lnTo>
                  <a:pt x="15963" y="9369"/>
                </a:lnTo>
                <a:lnTo>
                  <a:pt x="15817" y="9296"/>
                </a:lnTo>
                <a:lnTo>
                  <a:pt x="15646" y="9223"/>
                </a:lnTo>
                <a:lnTo>
                  <a:pt x="15452" y="9174"/>
                </a:lnTo>
                <a:lnTo>
                  <a:pt x="15281" y="9150"/>
                </a:lnTo>
                <a:close/>
                <a:moveTo>
                  <a:pt x="12337" y="561"/>
                </a:moveTo>
                <a:lnTo>
                  <a:pt x="12751" y="585"/>
                </a:lnTo>
                <a:lnTo>
                  <a:pt x="13213" y="658"/>
                </a:lnTo>
                <a:lnTo>
                  <a:pt x="13676" y="780"/>
                </a:lnTo>
                <a:lnTo>
                  <a:pt x="14113" y="974"/>
                </a:lnTo>
                <a:lnTo>
                  <a:pt x="14527" y="1193"/>
                </a:lnTo>
                <a:lnTo>
                  <a:pt x="14478" y="1218"/>
                </a:lnTo>
                <a:lnTo>
                  <a:pt x="14211" y="1315"/>
                </a:lnTo>
                <a:lnTo>
                  <a:pt x="14089" y="1412"/>
                </a:lnTo>
                <a:lnTo>
                  <a:pt x="13992" y="1534"/>
                </a:lnTo>
                <a:lnTo>
                  <a:pt x="13967" y="1558"/>
                </a:lnTo>
                <a:lnTo>
                  <a:pt x="13992" y="1607"/>
                </a:lnTo>
                <a:lnTo>
                  <a:pt x="14016" y="1631"/>
                </a:lnTo>
                <a:lnTo>
                  <a:pt x="14211" y="1631"/>
                </a:lnTo>
                <a:lnTo>
                  <a:pt x="14357" y="1583"/>
                </a:lnTo>
                <a:lnTo>
                  <a:pt x="14649" y="1461"/>
                </a:lnTo>
                <a:lnTo>
                  <a:pt x="14819" y="1412"/>
                </a:lnTo>
                <a:lnTo>
                  <a:pt x="15014" y="1558"/>
                </a:lnTo>
                <a:lnTo>
                  <a:pt x="15184" y="1729"/>
                </a:lnTo>
                <a:lnTo>
                  <a:pt x="14892" y="1850"/>
                </a:lnTo>
                <a:lnTo>
                  <a:pt x="14527" y="1996"/>
                </a:lnTo>
                <a:lnTo>
                  <a:pt x="14454" y="1972"/>
                </a:lnTo>
                <a:lnTo>
                  <a:pt x="14381" y="2020"/>
                </a:lnTo>
                <a:lnTo>
                  <a:pt x="14138" y="1923"/>
                </a:lnTo>
                <a:lnTo>
                  <a:pt x="13894" y="1826"/>
                </a:lnTo>
                <a:lnTo>
                  <a:pt x="13651" y="1777"/>
                </a:lnTo>
                <a:lnTo>
                  <a:pt x="13384" y="1729"/>
                </a:lnTo>
                <a:lnTo>
                  <a:pt x="12848" y="1656"/>
                </a:lnTo>
                <a:lnTo>
                  <a:pt x="12337" y="1583"/>
                </a:lnTo>
                <a:lnTo>
                  <a:pt x="11753" y="1510"/>
                </a:lnTo>
                <a:lnTo>
                  <a:pt x="11145" y="1461"/>
                </a:lnTo>
                <a:lnTo>
                  <a:pt x="10537" y="1437"/>
                </a:lnTo>
                <a:lnTo>
                  <a:pt x="9928" y="1412"/>
                </a:lnTo>
                <a:lnTo>
                  <a:pt x="9296" y="1412"/>
                </a:lnTo>
                <a:lnTo>
                  <a:pt x="8663" y="1437"/>
                </a:lnTo>
                <a:lnTo>
                  <a:pt x="8055" y="1485"/>
                </a:lnTo>
                <a:lnTo>
                  <a:pt x="7422" y="1534"/>
                </a:lnTo>
                <a:lnTo>
                  <a:pt x="6814" y="1631"/>
                </a:lnTo>
                <a:lnTo>
                  <a:pt x="6205" y="1729"/>
                </a:lnTo>
                <a:lnTo>
                  <a:pt x="5597" y="1874"/>
                </a:lnTo>
                <a:lnTo>
                  <a:pt x="4989" y="2020"/>
                </a:lnTo>
                <a:lnTo>
                  <a:pt x="4916" y="2069"/>
                </a:lnTo>
                <a:lnTo>
                  <a:pt x="4867" y="2118"/>
                </a:lnTo>
                <a:lnTo>
                  <a:pt x="4819" y="2166"/>
                </a:lnTo>
                <a:lnTo>
                  <a:pt x="4819" y="2239"/>
                </a:lnTo>
                <a:lnTo>
                  <a:pt x="4648" y="2410"/>
                </a:lnTo>
                <a:lnTo>
                  <a:pt x="4527" y="2580"/>
                </a:lnTo>
                <a:lnTo>
                  <a:pt x="4405" y="2799"/>
                </a:lnTo>
                <a:lnTo>
                  <a:pt x="4308" y="2994"/>
                </a:lnTo>
                <a:lnTo>
                  <a:pt x="4162" y="3456"/>
                </a:lnTo>
                <a:lnTo>
                  <a:pt x="4016" y="3870"/>
                </a:lnTo>
                <a:lnTo>
                  <a:pt x="3821" y="4478"/>
                </a:lnTo>
                <a:lnTo>
                  <a:pt x="3651" y="5086"/>
                </a:lnTo>
                <a:lnTo>
                  <a:pt x="3505" y="5695"/>
                </a:lnTo>
                <a:lnTo>
                  <a:pt x="3383" y="6303"/>
                </a:lnTo>
                <a:lnTo>
                  <a:pt x="3383" y="6376"/>
                </a:lnTo>
                <a:lnTo>
                  <a:pt x="3383" y="6425"/>
                </a:lnTo>
                <a:lnTo>
                  <a:pt x="3432" y="6522"/>
                </a:lnTo>
                <a:lnTo>
                  <a:pt x="3432" y="6595"/>
                </a:lnTo>
                <a:lnTo>
                  <a:pt x="3480" y="6644"/>
                </a:lnTo>
                <a:lnTo>
                  <a:pt x="3772" y="6863"/>
                </a:lnTo>
                <a:lnTo>
                  <a:pt x="4089" y="7057"/>
                </a:lnTo>
                <a:lnTo>
                  <a:pt x="4454" y="7203"/>
                </a:lnTo>
                <a:lnTo>
                  <a:pt x="4819" y="7349"/>
                </a:lnTo>
                <a:lnTo>
                  <a:pt x="5184" y="7471"/>
                </a:lnTo>
                <a:lnTo>
                  <a:pt x="5549" y="7568"/>
                </a:lnTo>
                <a:lnTo>
                  <a:pt x="6278" y="7763"/>
                </a:lnTo>
                <a:lnTo>
                  <a:pt x="7057" y="7933"/>
                </a:lnTo>
                <a:lnTo>
                  <a:pt x="7836" y="8031"/>
                </a:lnTo>
                <a:lnTo>
                  <a:pt x="8614" y="8104"/>
                </a:lnTo>
                <a:lnTo>
                  <a:pt x="9417" y="8128"/>
                </a:lnTo>
                <a:lnTo>
                  <a:pt x="10196" y="8128"/>
                </a:lnTo>
                <a:lnTo>
                  <a:pt x="10999" y="8055"/>
                </a:lnTo>
                <a:lnTo>
                  <a:pt x="11778" y="7933"/>
                </a:lnTo>
                <a:lnTo>
                  <a:pt x="12556" y="7787"/>
                </a:lnTo>
                <a:lnTo>
                  <a:pt x="12970" y="7714"/>
                </a:lnTo>
                <a:lnTo>
                  <a:pt x="13359" y="7593"/>
                </a:lnTo>
                <a:lnTo>
                  <a:pt x="14138" y="7349"/>
                </a:lnTo>
                <a:lnTo>
                  <a:pt x="14795" y="7106"/>
                </a:lnTo>
                <a:lnTo>
                  <a:pt x="15135" y="6984"/>
                </a:lnTo>
                <a:lnTo>
                  <a:pt x="15452" y="6814"/>
                </a:lnTo>
                <a:lnTo>
                  <a:pt x="15695" y="6814"/>
                </a:lnTo>
                <a:lnTo>
                  <a:pt x="15914" y="6765"/>
                </a:lnTo>
                <a:lnTo>
                  <a:pt x="16133" y="6668"/>
                </a:lnTo>
                <a:lnTo>
                  <a:pt x="16352" y="6595"/>
                </a:lnTo>
                <a:lnTo>
                  <a:pt x="16766" y="6425"/>
                </a:lnTo>
                <a:lnTo>
                  <a:pt x="16960" y="6327"/>
                </a:lnTo>
                <a:lnTo>
                  <a:pt x="17131" y="6206"/>
                </a:lnTo>
                <a:lnTo>
                  <a:pt x="17301" y="6619"/>
                </a:lnTo>
                <a:lnTo>
                  <a:pt x="17082" y="6692"/>
                </a:lnTo>
                <a:lnTo>
                  <a:pt x="16863" y="6790"/>
                </a:lnTo>
                <a:lnTo>
                  <a:pt x="16425" y="6984"/>
                </a:lnTo>
                <a:lnTo>
                  <a:pt x="15719" y="7252"/>
                </a:lnTo>
                <a:lnTo>
                  <a:pt x="15354" y="7422"/>
                </a:lnTo>
                <a:lnTo>
                  <a:pt x="15038" y="7593"/>
                </a:lnTo>
                <a:lnTo>
                  <a:pt x="15014" y="7617"/>
                </a:lnTo>
                <a:lnTo>
                  <a:pt x="15014" y="7666"/>
                </a:lnTo>
                <a:lnTo>
                  <a:pt x="15014" y="7690"/>
                </a:lnTo>
                <a:lnTo>
                  <a:pt x="15062" y="7690"/>
                </a:lnTo>
                <a:lnTo>
                  <a:pt x="15427" y="7641"/>
                </a:lnTo>
                <a:lnTo>
                  <a:pt x="15792" y="7544"/>
                </a:lnTo>
                <a:lnTo>
                  <a:pt x="16157" y="7422"/>
                </a:lnTo>
                <a:lnTo>
                  <a:pt x="16498" y="7301"/>
                </a:lnTo>
                <a:lnTo>
                  <a:pt x="16960" y="7130"/>
                </a:lnTo>
                <a:lnTo>
                  <a:pt x="17204" y="7033"/>
                </a:lnTo>
                <a:lnTo>
                  <a:pt x="17423" y="6911"/>
                </a:lnTo>
                <a:lnTo>
                  <a:pt x="17569" y="7252"/>
                </a:lnTo>
                <a:lnTo>
                  <a:pt x="17325" y="7276"/>
                </a:lnTo>
                <a:lnTo>
                  <a:pt x="17082" y="7349"/>
                </a:lnTo>
                <a:lnTo>
                  <a:pt x="16595" y="7520"/>
                </a:lnTo>
                <a:lnTo>
                  <a:pt x="16084" y="7690"/>
                </a:lnTo>
                <a:lnTo>
                  <a:pt x="15841" y="7812"/>
                </a:lnTo>
                <a:lnTo>
                  <a:pt x="15719" y="7885"/>
                </a:lnTo>
                <a:lnTo>
                  <a:pt x="15622" y="7958"/>
                </a:lnTo>
                <a:lnTo>
                  <a:pt x="15622" y="7982"/>
                </a:lnTo>
                <a:lnTo>
                  <a:pt x="15622" y="8006"/>
                </a:lnTo>
                <a:lnTo>
                  <a:pt x="15768" y="8031"/>
                </a:lnTo>
                <a:lnTo>
                  <a:pt x="15890" y="8031"/>
                </a:lnTo>
                <a:lnTo>
                  <a:pt x="16182" y="8006"/>
                </a:lnTo>
                <a:lnTo>
                  <a:pt x="16449" y="7933"/>
                </a:lnTo>
                <a:lnTo>
                  <a:pt x="16693" y="7860"/>
                </a:lnTo>
                <a:lnTo>
                  <a:pt x="16960" y="7787"/>
                </a:lnTo>
                <a:lnTo>
                  <a:pt x="17204" y="7690"/>
                </a:lnTo>
                <a:lnTo>
                  <a:pt x="17447" y="7568"/>
                </a:lnTo>
                <a:lnTo>
                  <a:pt x="17642" y="7422"/>
                </a:lnTo>
                <a:lnTo>
                  <a:pt x="17666" y="7471"/>
                </a:lnTo>
                <a:lnTo>
                  <a:pt x="17715" y="7544"/>
                </a:lnTo>
                <a:lnTo>
                  <a:pt x="17788" y="7568"/>
                </a:lnTo>
                <a:lnTo>
                  <a:pt x="17812" y="7763"/>
                </a:lnTo>
                <a:lnTo>
                  <a:pt x="17836" y="7958"/>
                </a:lnTo>
                <a:lnTo>
                  <a:pt x="17934" y="8347"/>
                </a:lnTo>
                <a:lnTo>
                  <a:pt x="17763" y="8396"/>
                </a:lnTo>
                <a:lnTo>
                  <a:pt x="17593" y="8444"/>
                </a:lnTo>
                <a:lnTo>
                  <a:pt x="17252" y="8590"/>
                </a:lnTo>
                <a:lnTo>
                  <a:pt x="16790" y="8761"/>
                </a:lnTo>
                <a:lnTo>
                  <a:pt x="16547" y="8834"/>
                </a:lnTo>
                <a:lnTo>
                  <a:pt x="16328" y="8955"/>
                </a:lnTo>
                <a:lnTo>
                  <a:pt x="16303" y="8955"/>
                </a:lnTo>
                <a:lnTo>
                  <a:pt x="16303" y="8980"/>
                </a:lnTo>
                <a:lnTo>
                  <a:pt x="16328" y="9004"/>
                </a:lnTo>
                <a:lnTo>
                  <a:pt x="16328" y="9028"/>
                </a:lnTo>
                <a:lnTo>
                  <a:pt x="16595" y="9028"/>
                </a:lnTo>
                <a:lnTo>
                  <a:pt x="16839" y="9004"/>
                </a:lnTo>
                <a:lnTo>
                  <a:pt x="17106" y="8955"/>
                </a:lnTo>
                <a:lnTo>
                  <a:pt x="17350" y="8882"/>
                </a:lnTo>
                <a:lnTo>
                  <a:pt x="17666" y="8785"/>
                </a:lnTo>
                <a:lnTo>
                  <a:pt x="17836" y="8712"/>
                </a:lnTo>
                <a:lnTo>
                  <a:pt x="18007" y="8639"/>
                </a:lnTo>
                <a:lnTo>
                  <a:pt x="18031" y="8809"/>
                </a:lnTo>
                <a:lnTo>
                  <a:pt x="17812" y="8907"/>
                </a:lnTo>
                <a:lnTo>
                  <a:pt x="17617" y="9004"/>
                </a:lnTo>
                <a:lnTo>
                  <a:pt x="17398" y="9077"/>
                </a:lnTo>
                <a:lnTo>
                  <a:pt x="17155" y="9174"/>
                </a:lnTo>
                <a:lnTo>
                  <a:pt x="16936" y="9247"/>
                </a:lnTo>
                <a:lnTo>
                  <a:pt x="16741" y="9369"/>
                </a:lnTo>
                <a:lnTo>
                  <a:pt x="16717" y="9418"/>
                </a:lnTo>
                <a:lnTo>
                  <a:pt x="16717" y="9466"/>
                </a:lnTo>
                <a:lnTo>
                  <a:pt x="16741" y="9515"/>
                </a:lnTo>
                <a:lnTo>
                  <a:pt x="16790" y="9539"/>
                </a:lnTo>
                <a:lnTo>
                  <a:pt x="16887" y="9564"/>
                </a:lnTo>
                <a:lnTo>
                  <a:pt x="17228" y="9564"/>
                </a:lnTo>
                <a:lnTo>
                  <a:pt x="17471" y="9491"/>
                </a:lnTo>
                <a:lnTo>
                  <a:pt x="17690" y="9442"/>
                </a:lnTo>
                <a:lnTo>
                  <a:pt x="17885" y="9369"/>
                </a:lnTo>
                <a:lnTo>
                  <a:pt x="18080" y="9272"/>
                </a:lnTo>
                <a:lnTo>
                  <a:pt x="18128" y="9564"/>
                </a:lnTo>
                <a:lnTo>
                  <a:pt x="17958" y="9612"/>
                </a:lnTo>
                <a:lnTo>
                  <a:pt x="17812" y="9661"/>
                </a:lnTo>
                <a:lnTo>
                  <a:pt x="17301" y="9880"/>
                </a:lnTo>
                <a:lnTo>
                  <a:pt x="17228" y="9928"/>
                </a:lnTo>
                <a:lnTo>
                  <a:pt x="17155" y="10001"/>
                </a:lnTo>
                <a:lnTo>
                  <a:pt x="17106" y="10074"/>
                </a:lnTo>
                <a:lnTo>
                  <a:pt x="17033" y="10147"/>
                </a:lnTo>
                <a:lnTo>
                  <a:pt x="17009" y="10172"/>
                </a:lnTo>
                <a:lnTo>
                  <a:pt x="17033" y="10172"/>
                </a:lnTo>
                <a:lnTo>
                  <a:pt x="17106" y="10196"/>
                </a:lnTo>
                <a:lnTo>
                  <a:pt x="17204" y="10220"/>
                </a:lnTo>
                <a:lnTo>
                  <a:pt x="17277" y="10245"/>
                </a:lnTo>
                <a:lnTo>
                  <a:pt x="17471" y="10245"/>
                </a:lnTo>
                <a:lnTo>
                  <a:pt x="17593" y="10196"/>
                </a:lnTo>
                <a:lnTo>
                  <a:pt x="17812" y="10123"/>
                </a:lnTo>
                <a:lnTo>
                  <a:pt x="17982" y="10074"/>
                </a:lnTo>
                <a:lnTo>
                  <a:pt x="18153" y="9977"/>
                </a:lnTo>
                <a:lnTo>
                  <a:pt x="18153" y="10220"/>
                </a:lnTo>
                <a:lnTo>
                  <a:pt x="18031" y="10269"/>
                </a:lnTo>
                <a:lnTo>
                  <a:pt x="17909" y="10318"/>
                </a:lnTo>
                <a:lnTo>
                  <a:pt x="17690" y="10415"/>
                </a:lnTo>
                <a:lnTo>
                  <a:pt x="17471" y="10512"/>
                </a:lnTo>
                <a:lnTo>
                  <a:pt x="17301" y="10634"/>
                </a:lnTo>
                <a:lnTo>
                  <a:pt x="17204" y="10731"/>
                </a:lnTo>
                <a:lnTo>
                  <a:pt x="17131" y="10829"/>
                </a:lnTo>
                <a:lnTo>
                  <a:pt x="17131" y="10853"/>
                </a:lnTo>
                <a:lnTo>
                  <a:pt x="17155" y="10902"/>
                </a:lnTo>
                <a:lnTo>
                  <a:pt x="17374" y="10902"/>
                </a:lnTo>
                <a:lnTo>
                  <a:pt x="17593" y="10877"/>
                </a:lnTo>
                <a:lnTo>
                  <a:pt x="17788" y="10804"/>
                </a:lnTo>
                <a:lnTo>
                  <a:pt x="17982" y="10731"/>
                </a:lnTo>
                <a:lnTo>
                  <a:pt x="18153" y="10683"/>
                </a:lnTo>
                <a:lnTo>
                  <a:pt x="18128" y="11169"/>
                </a:lnTo>
                <a:lnTo>
                  <a:pt x="17861" y="11267"/>
                </a:lnTo>
                <a:lnTo>
                  <a:pt x="17617" y="11364"/>
                </a:lnTo>
                <a:lnTo>
                  <a:pt x="17447" y="11413"/>
                </a:lnTo>
                <a:lnTo>
                  <a:pt x="17277" y="11461"/>
                </a:lnTo>
                <a:lnTo>
                  <a:pt x="17106" y="11510"/>
                </a:lnTo>
                <a:lnTo>
                  <a:pt x="16960" y="11607"/>
                </a:lnTo>
                <a:lnTo>
                  <a:pt x="16936" y="11632"/>
                </a:lnTo>
                <a:lnTo>
                  <a:pt x="16936" y="11680"/>
                </a:lnTo>
                <a:lnTo>
                  <a:pt x="16960" y="11729"/>
                </a:lnTo>
                <a:lnTo>
                  <a:pt x="16985" y="11753"/>
                </a:lnTo>
                <a:lnTo>
                  <a:pt x="17106" y="11802"/>
                </a:lnTo>
                <a:lnTo>
                  <a:pt x="17228" y="11826"/>
                </a:lnTo>
                <a:lnTo>
                  <a:pt x="17374" y="11826"/>
                </a:lnTo>
                <a:lnTo>
                  <a:pt x="17544" y="11778"/>
                </a:lnTo>
                <a:lnTo>
                  <a:pt x="17690" y="11753"/>
                </a:lnTo>
                <a:lnTo>
                  <a:pt x="17836" y="11680"/>
                </a:lnTo>
                <a:lnTo>
                  <a:pt x="17982" y="11607"/>
                </a:lnTo>
                <a:lnTo>
                  <a:pt x="18104" y="11510"/>
                </a:lnTo>
                <a:lnTo>
                  <a:pt x="18080" y="11656"/>
                </a:lnTo>
                <a:lnTo>
                  <a:pt x="17934" y="11705"/>
                </a:lnTo>
                <a:lnTo>
                  <a:pt x="17763" y="11753"/>
                </a:lnTo>
                <a:lnTo>
                  <a:pt x="17471" y="11899"/>
                </a:lnTo>
                <a:lnTo>
                  <a:pt x="17301" y="11948"/>
                </a:lnTo>
                <a:lnTo>
                  <a:pt x="17106" y="11972"/>
                </a:lnTo>
                <a:lnTo>
                  <a:pt x="16936" y="12021"/>
                </a:lnTo>
                <a:lnTo>
                  <a:pt x="16839" y="12045"/>
                </a:lnTo>
                <a:lnTo>
                  <a:pt x="16766" y="12094"/>
                </a:lnTo>
                <a:lnTo>
                  <a:pt x="16741" y="12143"/>
                </a:lnTo>
                <a:lnTo>
                  <a:pt x="16741" y="12167"/>
                </a:lnTo>
                <a:lnTo>
                  <a:pt x="16766" y="12240"/>
                </a:lnTo>
                <a:lnTo>
                  <a:pt x="16863" y="12289"/>
                </a:lnTo>
                <a:lnTo>
                  <a:pt x="16960" y="12337"/>
                </a:lnTo>
                <a:lnTo>
                  <a:pt x="17058" y="12362"/>
                </a:lnTo>
                <a:lnTo>
                  <a:pt x="17155" y="12362"/>
                </a:lnTo>
                <a:lnTo>
                  <a:pt x="17374" y="12313"/>
                </a:lnTo>
                <a:lnTo>
                  <a:pt x="17569" y="12289"/>
                </a:lnTo>
                <a:lnTo>
                  <a:pt x="17812" y="12216"/>
                </a:lnTo>
                <a:lnTo>
                  <a:pt x="18007" y="12094"/>
                </a:lnTo>
                <a:lnTo>
                  <a:pt x="17934" y="12435"/>
                </a:lnTo>
                <a:lnTo>
                  <a:pt x="17788" y="12459"/>
                </a:lnTo>
                <a:lnTo>
                  <a:pt x="17642" y="12508"/>
                </a:lnTo>
                <a:lnTo>
                  <a:pt x="17325" y="12629"/>
                </a:lnTo>
                <a:lnTo>
                  <a:pt x="16839" y="12751"/>
                </a:lnTo>
                <a:lnTo>
                  <a:pt x="16328" y="12897"/>
                </a:lnTo>
                <a:lnTo>
                  <a:pt x="16303" y="12897"/>
                </a:lnTo>
                <a:lnTo>
                  <a:pt x="16303" y="12946"/>
                </a:lnTo>
                <a:lnTo>
                  <a:pt x="16303" y="12970"/>
                </a:lnTo>
                <a:lnTo>
                  <a:pt x="16328" y="12970"/>
                </a:lnTo>
                <a:lnTo>
                  <a:pt x="16571" y="13019"/>
                </a:lnTo>
                <a:lnTo>
                  <a:pt x="16814" y="13019"/>
                </a:lnTo>
                <a:lnTo>
                  <a:pt x="17058" y="12994"/>
                </a:lnTo>
                <a:lnTo>
                  <a:pt x="17277" y="12946"/>
                </a:lnTo>
                <a:lnTo>
                  <a:pt x="17569" y="12897"/>
                </a:lnTo>
                <a:lnTo>
                  <a:pt x="17861" y="12824"/>
                </a:lnTo>
                <a:lnTo>
                  <a:pt x="17739" y="13286"/>
                </a:lnTo>
                <a:lnTo>
                  <a:pt x="15671" y="13286"/>
                </a:lnTo>
                <a:lnTo>
                  <a:pt x="13627" y="13311"/>
                </a:lnTo>
                <a:lnTo>
                  <a:pt x="9515" y="13359"/>
                </a:lnTo>
                <a:lnTo>
                  <a:pt x="5232" y="13408"/>
                </a:lnTo>
                <a:lnTo>
                  <a:pt x="3115" y="13432"/>
                </a:lnTo>
                <a:lnTo>
                  <a:pt x="1509" y="13432"/>
                </a:lnTo>
                <a:lnTo>
                  <a:pt x="1388" y="12654"/>
                </a:lnTo>
                <a:lnTo>
                  <a:pt x="1290" y="11851"/>
                </a:lnTo>
                <a:lnTo>
                  <a:pt x="1266" y="11048"/>
                </a:lnTo>
                <a:lnTo>
                  <a:pt x="1266" y="10245"/>
                </a:lnTo>
                <a:lnTo>
                  <a:pt x="1290" y="9442"/>
                </a:lnTo>
                <a:lnTo>
                  <a:pt x="1363" y="8615"/>
                </a:lnTo>
                <a:lnTo>
                  <a:pt x="1436" y="8152"/>
                </a:lnTo>
                <a:lnTo>
                  <a:pt x="1485" y="7690"/>
                </a:lnTo>
                <a:lnTo>
                  <a:pt x="1777" y="6936"/>
                </a:lnTo>
                <a:lnTo>
                  <a:pt x="2385" y="5305"/>
                </a:lnTo>
                <a:lnTo>
                  <a:pt x="2653" y="4575"/>
                </a:lnTo>
                <a:lnTo>
                  <a:pt x="2921" y="3821"/>
                </a:lnTo>
                <a:lnTo>
                  <a:pt x="3067" y="3456"/>
                </a:lnTo>
                <a:lnTo>
                  <a:pt x="3237" y="3091"/>
                </a:lnTo>
                <a:lnTo>
                  <a:pt x="3407" y="2750"/>
                </a:lnTo>
                <a:lnTo>
                  <a:pt x="3602" y="2410"/>
                </a:lnTo>
                <a:lnTo>
                  <a:pt x="3748" y="2215"/>
                </a:lnTo>
                <a:lnTo>
                  <a:pt x="3894" y="2045"/>
                </a:lnTo>
                <a:lnTo>
                  <a:pt x="4064" y="1899"/>
                </a:lnTo>
                <a:lnTo>
                  <a:pt x="4283" y="1753"/>
                </a:lnTo>
                <a:lnTo>
                  <a:pt x="4502" y="1607"/>
                </a:lnTo>
                <a:lnTo>
                  <a:pt x="4721" y="1485"/>
                </a:lnTo>
                <a:lnTo>
                  <a:pt x="4989" y="1388"/>
                </a:lnTo>
                <a:lnTo>
                  <a:pt x="5232" y="1291"/>
                </a:lnTo>
                <a:lnTo>
                  <a:pt x="5816" y="1096"/>
                </a:lnTo>
                <a:lnTo>
                  <a:pt x="6400" y="950"/>
                </a:lnTo>
                <a:lnTo>
                  <a:pt x="7033" y="853"/>
                </a:lnTo>
                <a:lnTo>
                  <a:pt x="7641" y="755"/>
                </a:lnTo>
                <a:lnTo>
                  <a:pt x="8249" y="707"/>
                </a:lnTo>
                <a:lnTo>
                  <a:pt x="8858" y="658"/>
                </a:lnTo>
                <a:lnTo>
                  <a:pt x="9904" y="609"/>
                </a:lnTo>
                <a:lnTo>
                  <a:pt x="10707" y="609"/>
                </a:lnTo>
                <a:lnTo>
                  <a:pt x="11121" y="585"/>
                </a:lnTo>
                <a:lnTo>
                  <a:pt x="11534" y="561"/>
                </a:lnTo>
                <a:close/>
                <a:moveTo>
                  <a:pt x="2410" y="13919"/>
                </a:moveTo>
                <a:lnTo>
                  <a:pt x="2239" y="14089"/>
                </a:lnTo>
                <a:lnTo>
                  <a:pt x="2093" y="14260"/>
                </a:lnTo>
                <a:lnTo>
                  <a:pt x="1850" y="14649"/>
                </a:lnTo>
                <a:lnTo>
                  <a:pt x="1826" y="14479"/>
                </a:lnTo>
                <a:lnTo>
                  <a:pt x="1850" y="14308"/>
                </a:lnTo>
                <a:lnTo>
                  <a:pt x="1899" y="14114"/>
                </a:lnTo>
                <a:lnTo>
                  <a:pt x="1972" y="13919"/>
                </a:lnTo>
                <a:close/>
                <a:moveTo>
                  <a:pt x="14746" y="13846"/>
                </a:moveTo>
                <a:lnTo>
                  <a:pt x="14649" y="13992"/>
                </a:lnTo>
                <a:lnTo>
                  <a:pt x="14551" y="14138"/>
                </a:lnTo>
                <a:lnTo>
                  <a:pt x="14405" y="14430"/>
                </a:lnTo>
                <a:lnTo>
                  <a:pt x="14235" y="14771"/>
                </a:lnTo>
                <a:lnTo>
                  <a:pt x="14235" y="14527"/>
                </a:lnTo>
                <a:lnTo>
                  <a:pt x="14259" y="14284"/>
                </a:lnTo>
                <a:lnTo>
                  <a:pt x="14235" y="14065"/>
                </a:lnTo>
                <a:lnTo>
                  <a:pt x="14211" y="13943"/>
                </a:lnTo>
                <a:lnTo>
                  <a:pt x="14186" y="13846"/>
                </a:lnTo>
                <a:close/>
                <a:moveTo>
                  <a:pt x="2994" y="13919"/>
                </a:moveTo>
                <a:lnTo>
                  <a:pt x="2848" y="14065"/>
                </a:lnTo>
                <a:lnTo>
                  <a:pt x="2702" y="14211"/>
                </a:lnTo>
                <a:lnTo>
                  <a:pt x="2458" y="14552"/>
                </a:lnTo>
                <a:lnTo>
                  <a:pt x="2288" y="14819"/>
                </a:lnTo>
                <a:lnTo>
                  <a:pt x="2191" y="15014"/>
                </a:lnTo>
                <a:lnTo>
                  <a:pt x="2142" y="15184"/>
                </a:lnTo>
                <a:lnTo>
                  <a:pt x="2045" y="15087"/>
                </a:lnTo>
                <a:lnTo>
                  <a:pt x="2239" y="14771"/>
                </a:lnTo>
                <a:lnTo>
                  <a:pt x="2434" y="14479"/>
                </a:lnTo>
                <a:lnTo>
                  <a:pt x="2629" y="14211"/>
                </a:lnTo>
                <a:lnTo>
                  <a:pt x="2799" y="13919"/>
                </a:lnTo>
                <a:close/>
                <a:moveTo>
                  <a:pt x="4405" y="14381"/>
                </a:moveTo>
                <a:lnTo>
                  <a:pt x="4381" y="14649"/>
                </a:lnTo>
                <a:lnTo>
                  <a:pt x="4308" y="14941"/>
                </a:lnTo>
                <a:lnTo>
                  <a:pt x="4259" y="15087"/>
                </a:lnTo>
                <a:lnTo>
                  <a:pt x="4162" y="15209"/>
                </a:lnTo>
                <a:lnTo>
                  <a:pt x="4040" y="15330"/>
                </a:lnTo>
                <a:lnTo>
                  <a:pt x="3894" y="15403"/>
                </a:lnTo>
                <a:lnTo>
                  <a:pt x="3894" y="15403"/>
                </a:lnTo>
                <a:lnTo>
                  <a:pt x="4016" y="15160"/>
                </a:lnTo>
                <a:lnTo>
                  <a:pt x="4235" y="14771"/>
                </a:lnTo>
                <a:lnTo>
                  <a:pt x="4308" y="14576"/>
                </a:lnTo>
                <a:lnTo>
                  <a:pt x="4405" y="14381"/>
                </a:lnTo>
                <a:close/>
                <a:moveTo>
                  <a:pt x="3845" y="13895"/>
                </a:moveTo>
                <a:lnTo>
                  <a:pt x="3651" y="14041"/>
                </a:lnTo>
                <a:lnTo>
                  <a:pt x="3456" y="14211"/>
                </a:lnTo>
                <a:lnTo>
                  <a:pt x="3286" y="14406"/>
                </a:lnTo>
                <a:lnTo>
                  <a:pt x="3140" y="14625"/>
                </a:lnTo>
                <a:lnTo>
                  <a:pt x="2848" y="15038"/>
                </a:lnTo>
                <a:lnTo>
                  <a:pt x="2629" y="15476"/>
                </a:lnTo>
                <a:lnTo>
                  <a:pt x="2629" y="15501"/>
                </a:lnTo>
                <a:lnTo>
                  <a:pt x="2458" y="15428"/>
                </a:lnTo>
                <a:lnTo>
                  <a:pt x="2556" y="15306"/>
                </a:lnTo>
                <a:lnTo>
                  <a:pt x="2629" y="15160"/>
                </a:lnTo>
                <a:lnTo>
                  <a:pt x="2726" y="14941"/>
                </a:lnTo>
                <a:lnTo>
                  <a:pt x="2896" y="14673"/>
                </a:lnTo>
                <a:lnTo>
                  <a:pt x="3067" y="14406"/>
                </a:lnTo>
                <a:lnTo>
                  <a:pt x="3261" y="14162"/>
                </a:lnTo>
                <a:lnTo>
                  <a:pt x="3432" y="13919"/>
                </a:lnTo>
                <a:lnTo>
                  <a:pt x="3845" y="13895"/>
                </a:lnTo>
                <a:close/>
                <a:moveTo>
                  <a:pt x="4381" y="13895"/>
                </a:moveTo>
                <a:lnTo>
                  <a:pt x="4381" y="14065"/>
                </a:lnTo>
                <a:lnTo>
                  <a:pt x="4186" y="14260"/>
                </a:lnTo>
                <a:lnTo>
                  <a:pt x="4016" y="14503"/>
                </a:lnTo>
                <a:lnTo>
                  <a:pt x="3724" y="14990"/>
                </a:lnTo>
                <a:lnTo>
                  <a:pt x="3529" y="15257"/>
                </a:lnTo>
                <a:lnTo>
                  <a:pt x="3359" y="15549"/>
                </a:lnTo>
                <a:lnTo>
                  <a:pt x="3261" y="15574"/>
                </a:lnTo>
                <a:lnTo>
                  <a:pt x="2994" y="15574"/>
                </a:lnTo>
                <a:lnTo>
                  <a:pt x="3237" y="15160"/>
                </a:lnTo>
                <a:lnTo>
                  <a:pt x="3505" y="14746"/>
                </a:lnTo>
                <a:lnTo>
                  <a:pt x="3821" y="14333"/>
                </a:lnTo>
                <a:lnTo>
                  <a:pt x="3967" y="14114"/>
                </a:lnTo>
                <a:lnTo>
                  <a:pt x="4113" y="13895"/>
                </a:lnTo>
                <a:close/>
                <a:moveTo>
                  <a:pt x="15865" y="13846"/>
                </a:moveTo>
                <a:lnTo>
                  <a:pt x="15695" y="13968"/>
                </a:lnTo>
                <a:lnTo>
                  <a:pt x="15525" y="14089"/>
                </a:lnTo>
                <a:lnTo>
                  <a:pt x="15403" y="14211"/>
                </a:lnTo>
                <a:lnTo>
                  <a:pt x="15306" y="14333"/>
                </a:lnTo>
                <a:lnTo>
                  <a:pt x="15111" y="14625"/>
                </a:lnTo>
                <a:lnTo>
                  <a:pt x="14965" y="14844"/>
                </a:lnTo>
                <a:lnTo>
                  <a:pt x="14819" y="15063"/>
                </a:lnTo>
                <a:lnTo>
                  <a:pt x="14746" y="15184"/>
                </a:lnTo>
                <a:lnTo>
                  <a:pt x="14697" y="15306"/>
                </a:lnTo>
                <a:lnTo>
                  <a:pt x="14673" y="15452"/>
                </a:lnTo>
                <a:lnTo>
                  <a:pt x="14673" y="15574"/>
                </a:lnTo>
                <a:lnTo>
                  <a:pt x="14503" y="15428"/>
                </a:lnTo>
                <a:lnTo>
                  <a:pt x="14381" y="15257"/>
                </a:lnTo>
                <a:lnTo>
                  <a:pt x="14478" y="15111"/>
                </a:lnTo>
                <a:lnTo>
                  <a:pt x="14551" y="14965"/>
                </a:lnTo>
                <a:lnTo>
                  <a:pt x="14673" y="14673"/>
                </a:lnTo>
                <a:lnTo>
                  <a:pt x="14819" y="14284"/>
                </a:lnTo>
                <a:lnTo>
                  <a:pt x="14868" y="14065"/>
                </a:lnTo>
                <a:lnTo>
                  <a:pt x="14892" y="13870"/>
                </a:lnTo>
                <a:lnTo>
                  <a:pt x="14868" y="13846"/>
                </a:lnTo>
                <a:close/>
                <a:moveTo>
                  <a:pt x="16790" y="14625"/>
                </a:moveTo>
                <a:lnTo>
                  <a:pt x="16766" y="14917"/>
                </a:lnTo>
                <a:lnTo>
                  <a:pt x="16717" y="15184"/>
                </a:lnTo>
                <a:lnTo>
                  <a:pt x="16644" y="15330"/>
                </a:lnTo>
                <a:lnTo>
                  <a:pt x="16571" y="15452"/>
                </a:lnTo>
                <a:lnTo>
                  <a:pt x="16449" y="15574"/>
                </a:lnTo>
                <a:lnTo>
                  <a:pt x="16352" y="15647"/>
                </a:lnTo>
                <a:lnTo>
                  <a:pt x="16352" y="15647"/>
                </a:lnTo>
                <a:lnTo>
                  <a:pt x="16571" y="15111"/>
                </a:lnTo>
                <a:lnTo>
                  <a:pt x="16693" y="14868"/>
                </a:lnTo>
                <a:lnTo>
                  <a:pt x="16790" y="14625"/>
                </a:lnTo>
                <a:close/>
                <a:moveTo>
                  <a:pt x="16498" y="13846"/>
                </a:moveTo>
                <a:lnTo>
                  <a:pt x="16328" y="14041"/>
                </a:lnTo>
                <a:lnTo>
                  <a:pt x="16133" y="14260"/>
                </a:lnTo>
                <a:lnTo>
                  <a:pt x="15987" y="14479"/>
                </a:lnTo>
                <a:lnTo>
                  <a:pt x="15817" y="14746"/>
                </a:lnTo>
                <a:lnTo>
                  <a:pt x="15525" y="15257"/>
                </a:lnTo>
                <a:lnTo>
                  <a:pt x="15379" y="15549"/>
                </a:lnTo>
                <a:lnTo>
                  <a:pt x="15257" y="15817"/>
                </a:lnTo>
                <a:lnTo>
                  <a:pt x="15062" y="15768"/>
                </a:lnTo>
                <a:lnTo>
                  <a:pt x="14868" y="15695"/>
                </a:lnTo>
                <a:lnTo>
                  <a:pt x="14965" y="15622"/>
                </a:lnTo>
                <a:lnTo>
                  <a:pt x="15038" y="15549"/>
                </a:lnTo>
                <a:lnTo>
                  <a:pt x="15160" y="15355"/>
                </a:lnTo>
                <a:lnTo>
                  <a:pt x="15379" y="14941"/>
                </a:lnTo>
                <a:lnTo>
                  <a:pt x="15719" y="14381"/>
                </a:lnTo>
                <a:lnTo>
                  <a:pt x="15817" y="14260"/>
                </a:lnTo>
                <a:lnTo>
                  <a:pt x="15865" y="14114"/>
                </a:lnTo>
                <a:lnTo>
                  <a:pt x="16011" y="13846"/>
                </a:lnTo>
                <a:close/>
                <a:moveTo>
                  <a:pt x="16717" y="13846"/>
                </a:moveTo>
                <a:lnTo>
                  <a:pt x="16766" y="14235"/>
                </a:lnTo>
                <a:lnTo>
                  <a:pt x="16620" y="14430"/>
                </a:lnTo>
                <a:lnTo>
                  <a:pt x="16474" y="14625"/>
                </a:lnTo>
                <a:lnTo>
                  <a:pt x="16255" y="15063"/>
                </a:lnTo>
                <a:lnTo>
                  <a:pt x="16084" y="15428"/>
                </a:lnTo>
                <a:lnTo>
                  <a:pt x="15987" y="15622"/>
                </a:lnTo>
                <a:lnTo>
                  <a:pt x="15938" y="15817"/>
                </a:lnTo>
                <a:lnTo>
                  <a:pt x="15646" y="15841"/>
                </a:lnTo>
                <a:lnTo>
                  <a:pt x="15890" y="15379"/>
                </a:lnTo>
                <a:lnTo>
                  <a:pt x="16133" y="14917"/>
                </a:lnTo>
                <a:lnTo>
                  <a:pt x="16401" y="14381"/>
                </a:lnTo>
                <a:lnTo>
                  <a:pt x="16644" y="13846"/>
                </a:lnTo>
                <a:close/>
                <a:moveTo>
                  <a:pt x="8493" y="1"/>
                </a:moveTo>
                <a:lnTo>
                  <a:pt x="7884" y="25"/>
                </a:lnTo>
                <a:lnTo>
                  <a:pt x="7252" y="98"/>
                </a:lnTo>
                <a:lnTo>
                  <a:pt x="6619" y="171"/>
                </a:lnTo>
                <a:lnTo>
                  <a:pt x="6011" y="317"/>
                </a:lnTo>
                <a:lnTo>
                  <a:pt x="5427" y="488"/>
                </a:lnTo>
                <a:lnTo>
                  <a:pt x="5135" y="585"/>
                </a:lnTo>
                <a:lnTo>
                  <a:pt x="4867" y="707"/>
                </a:lnTo>
                <a:lnTo>
                  <a:pt x="4600" y="853"/>
                </a:lnTo>
                <a:lnTo>
                  <a:pt x="4356" y="999"/>
                </a:lnTo>
                <a:lnTo>
                  <a:pt x="4113" y="1169"/>
                </a:lnTo>
                <a:lnTo>
                  <a:pt x="3894" y="1339"/>
                </a:lnTo>
                <a:lnTo>
                  <a:pt x="3699" y="1534"/>
                </a:lnTo>
                <a:lnTo>
                  <a:pt x="3529" y="1753"/>
                </a:lnTo>
                <a:lnTo>
                  <a:pt x="3310" y="2045"/>
                </a:lnTo>
                <a:lnTo>
                  <a:pt x="3115" y="2385"/>
                </a:lnTo>
                <a:lnTo>
                  <a:pt x="2945" y="2702"/>
                </a:lnTo>
                <a:lnTo>
                  <a:pt x="2799" y="3042"/>
                </a:lnTo>
                <a:lnTo>
                  <a:pt x="2507" y="3748"/>
                </a:lnTo>
                <a:lnTo>
                  <a:pt x="2264" y="4454"/>
                </a:lnTo>
                <a:lnTo>
                  <a:pt x="2142" y="4405"/>
                </a:lnTo>
                <a:lnTo>
                  <a:pt x="2020" y="4356"/>
                </a:lnTo>
                <a:lnTo>
                  <a:pt x="1728" y="4356"/>
                </a:lnTo>
                <a:lnTo>
                  <a:pt x="1412" y="4405"/>
                </a:lnTo>
                <a:lnTo>
                  <a:pt x="1193" y="4478"/>
                </a:lnTo>
                <a:lnTo>
                  <a:pt x="998" y="4551"/>
                </a:lnTo>
                <a:lnTo>
                  <a:pt x="804" y="4624"/>
                </a:lnTo>
                <a:lnTo>
                  <a:pt x="633" y="4746"/>
                </a:lnTo>
                <a:lnTo>
                  <a:pt x="487" y="4867"/>
                </a:lnTo>
                <a:lnTo>
                  <a:pt x="366" y="5013"/>
                </a:lnTo>
                <a:lnTo>
                  <a:pt x="244" y="5159"/>
                </a:lnTo>
                <a:lnTo>
                  <a:pt x="147" y="5354"/>
                </a:lnTo>
                <a:lnTo>
                  <a:pt x="49" y="5524"/>
                </a:lnTo>
                <a:lnTo>
                  <a:pt x="25" y="5695"/>
                </a:lnTo>
                <a:lnTo>
                  <a:pt x="1" y="5865"/>
                </a:lnTo>
                <a:lnTo>
                  <a:pt x="25" y="6060"/>
                </a:lnTo>
                <a:lnTo>
                  <a:pt x="49" y="6230"/>
                </a:lnTo>
                <a:lnTo>
                  <a:pt x="122" y="6400"/>
                </a:lnTo>
                <a:lnTo>
                  <a:pt x="220" y="6571"/>
                </a:lnTo>
                <a:lnTo>
                  <a:pt x="317" y="6692"/>
                </a:lnTo>
                <a:lnTo>
                  <a:pt x="463" y="6814"/>
                </a:lnTo>
                <a:lnTo>
                  <a:pt x="658" y="6911"/>
                </a:lnTo>
                <a:lnTo>
                  <a:pt x="901" y="6984"/>
                </a:lnTo>
                <a:lnTo>
                  <a:pt x="1023" y="6984"/>
                </a:lnTo>
                <a:lnTo>
                  <a:pt x="1120" y="7009"/>
                </a:lnTo>
                <a:lnTo>
                  <a:pt x="1242" y="6984"/>
                </a:lnTo>
                <a:lnTo>
                  <a:pt x="1363" y="6960"/>
                </a:lnTo>
                <a:lnTo>
                  <a:pt x="1169" y="7495"/>
                </a:lnTo>
                <a:lnTo>
                  <a:pt x="1071" y="7739"/>
                </a:lnTo>
                <a:lnTo>
                  <a:pt x="998" y="8006"/>
                </a:lnTo>
                <a:lnTo>
                  <a:pt x="901" y="8542"/>
                </a:lnTo>
                <a:lnTo>
                  <a:pt x="779" y="9393"/>
                </a:lnTo>
                <a:lnTo>
                  <a:pt x="731" y="10245"/>
                </a:lnTo>
                <a:lnTo>
                  <a:pt x="731" y="11072"/>
                </a:lnTo>
                <a:lnTo>
                  <a:pt x="755" y="11875"/>
                </a:lnTo>
                <a:lnTo>
                  <a:pt x="852" y="12702"/>
                </a:lnTo>
                <a:lnTo>
                  <a:pt x="974" y="13505"/>
                </a:lnTo>
                <a:lnTo>
                  <a:pt x="925" y="13505"/>
                </a:lnTo>
                <a:lnTo>
                  <a:pt x="877" y="13530"/>
                </a:lnTo>
                <a:lnTo>
                  <a:pt x="828" y="13578"/>
                </a:lnTo>
                <a:lnTo>
                  <a:pt x="804" y="13627"/>
                </a:lnTo>
                <a:lnTo>
                  <a:pt x="804" y="13676"/>
                </a:lnTo>
                <a:lnTo>
                  <a:pt x="804" y="13749"/>
                </a:lnTo>
                <a:lnTo>
                  <a:pt x="828" y="13797"/>
                </a:lnTo>
                <a:lnTo>
                  <a:pt x="877" y="13846"/>
                </a:lnTo>
                <a:lnTo>
                  <a:pt x="925" y="13870"/>
                </a:lnTo>
                <a:lnTo>
                  <a:pt x="1193" y="13895"/>
                </a:lnTo>
                <a:lnTo>
                  <a:pt x="1461" y="13919"/>
                </a:lnTo>
                <a:lnTo>
                  <a:pt x="1412" y="14041"/>
                </a:lnTo>
                <a:lnTo>
                  <a:pt x="1363" y="14187"/>
                </a:lnTo>
                <a:lnTo>
                  <a:pt x="1315" y="14333"/>
                </a:lnTo>
                <a:lnTo>
                  <a:pt x="1315" y="14479"/>
                </a:lnTo>
                <a:lnTo>
                  <a:pt x="1315" y="14649"/>
                </a:lnTo>
                <a:lnTo>
                  <a:pt x="1339" y="14795"/>
                </a:lnTo>
                <a:lnTo>
                  <a:pt x="1363" y="14941"/>
                </a:lnTo>
                <a:lnTo>
                  <a:pt x="1412" y="15063"/>
                </a:lnTo>
                <a:lnTo>
                  <a:pt x="1534" y="15282"/>
                </a:lnTo>
                <a:lnTo>
                  <a:pt x="1680" y="15476"/>
                </a:lnTo>
                <a:lnTo>
                  <a:pt x="1850" y="15647"/>
                </a:lnTo>
                <a:lnTo>
                  <a:pt x="2020" y="15768"/>
                </a:lnTo>
                <a:lnTo>
                  <a:pt x="2215" y="15890"/>
                </a:lnTo>
                <a:lnTo>
                  <a:pt x="2434" y="15987"/>
                </a:lnTo>
                <a:lnTo>
                  <a:pt x="2677" y="16036"/>
                </a:lnTo>
                <a:lnTo>
                  <a:pt x="2921" y="16085"/>
                </a:lnTo>
                <a:lnTo>
                  <a:pt x="3115" y="16109"/>
                </a:lnTo>
                <a:lnTo>
                  <a:pt x="3334" y="16109"/>
                </a:lnTo>
                <a:lnTo>
                  <a:pt x="3529" y="16085"/>
                </a:lnTo>
                <a:lnTo>
                  <a:pt x="3748" y="16036"/>
                </a:lnTo>
                <a:lnTo>
                  <a:pt x="3943" y="15963"/>
                </a:lnTo>
                <a:lnTo>
                  <a:pt x="4137" y="15890"/>
                </a:lnTo>
                <a:lnTo>
                  <a:pt x="4308" y="15793"/>
                </a:lnTo>
                <a:lnTo>
                  <a:pt x="4478" y="15647"/>
                </a:lnTo>
                <a:lnTo>
                  <a:pt x="4648" y="15476"/>
                </a:lnTo>
                <a:lnTo>
                  <a:pt x="4770" y="15282"/>
                </a:lnTo>
                <a:lnTo>
                  <a:pt x="4843" y="15063"/>
                </a:lnTo>
                <a:lnTo>
                  <a:pt x="4892" y="14844"/>
                </a:lnTo>
                <a:lnTo>
                  <a:pt x="4940" y="14600"/>
                </a:lnTo>
                <a:lnTo>
                  <a:pt x="4940" y="14357"/>
                </a:lnTo>
                <a:lnTo>
                  <a:pt x="4916" y="13895"/>
                </a:lnTo>
                <a:lnTo>
                  <a:pt x="5062" y="13895"/>
                </a:lnTo>
                <a:lnTo>
                  <a:pt x="9515" y="13870"/>
                </a:lnTo>
                <a:lnTo>
                  <a:pt x="14040" y="13846"/>
                </a:lnTo>
                <a:lnTo>
                  <a:pt x="13967" y="13919"/>
                </a:lnTo>
                <a:lnTo>
                  <a:pt x="13919" y="13992"/>
                </a:lnTo>
                <a:lnTo>
                  <a:pt x="13846" y="14162"/>
                </a:lnTo>
                <a:lnTo>
                  <a:pt x="13797" y="14357"/>
                </a:lnTo>
                <a:lnTo>
                  <a:pt x="13797" y="14576"/>
                </a:lnTo>
                <a:lnTo>
                  <a:pt x="13821" y="14795"/>
                </a:lnTo>
                <a:lnTo>
                  <a:pt x="13846" y="14990"/>
                </a:lnTo>
                <a:lnTo>
                  <a:pt x="13943" y="15355"/>
                </a:lnTo>
                <a:lnTo>
                  <a:pt x="13967" y="15476"/>
                </a:lnTo>
                <a:lnTo>
                  <a:pt x="14016" y="15574"/>
                </a:lnTo>
                <a:lnTo>
                  <a:pt x="14162" y="15768"/>
                </a:lnTo>
                <a:lnTo>
                  <a:pt x="14357" y="15914"/>
                </a:lnTo>
                <a:lnTo>
                  <a:pt x="14551" y="16060"/>
                </a:lnTo>
                <a:lnTo>
                  <a:pt x="14795" y="16158"/>
                </a:lnTo>
                <a:lnTo>
                  <a:pt x="15038" y="16231"/>
                </a:lnTo>
                <a:lnTo>
                  <a:pt x="15281" y="16279"/>
                </a:lnTo>
                <a:lnTo>
                  <a:pt x="15500" y="16328"/>
                </a:lnTo>
                <a:lnTo>
                  <a:pt x="15744" y="16328"/>
                </a:lnTo>
                <a:lnTo>
                  <a:pt x="15963" y="16304"/>
                </a:lnTo>
                <a:lnTo>
                  <a:pt x="16157" y="16255"/>
                </a:lnTo>
                <a:lnTo>
                  <a:pt x="16352" y="16182"/>
                </a:lnTo>
                <a:lnTo>
                  <a:pt x="16547" y="16060"/>
                </a:lnTo>
                <a:lnTo>
                  <a:pt x="16717" y="15939"/>
                </a:lnTo>
                <a:lnTo>
                  <a:pt x="16887" y="15793"/>
                </a:lnTo>
                <a:lnTo>
                  <a:pt x="17033" y="15622"/>
                </a:lnTo>
                <a:lnTo>
                  <a:pt x="17131" y="15428"/>
                </a:lnTo>
                <a:lnTo>
                  <a:pt x="17204" y="15209"/>
                </a:lnTo>
                <a:lnTo>
                  <a:pt x="17252" y="14990"/>
                </a:lnTo>
                <a:lnTo>
                  <a:pt x="17277" y="14746"/>
                </a:lnTo>
                <a:lnTo>
                  <a:pt x="17277" y="14527"/>
                </a:lnTo>
                <a:lnTo>
                  <a:pt x="17277" y="14284"/>
                </a:lnTo>
                <a:lnTo>
                  <a:pt x="17204" y="13822"/>
                </a:lnTo>
                <a:lnTo>
                  <a:pt x="18250" y="13797"/>
                </a:lnTo>
                <a:lnTo>
                  <a:pt x="18372" y="13773"/>
                </a:lnTo>
                <a:lnTo>
                  <a:pt x="18445" y="13724"/>
                </a:lnTo>
                <a:lnTo>
                  <a:pt x="18493" y="13627"/>
                </a:lnTo>
                <a:lnTo>
                  <a:pt x="18493" y="13530"/>
                </a:lnTo>
                <a:lnTo>
                  <a:pt x="18493" y="13457"/>
                </a:lnTo>
                <a:lnTo>
                  <a:pt x="18445" y="13359"/>
                </a:lnTo>
                <a:lnTo>
                  <a:pt x="18372" y="13311"/>
                </a:lnTo>
                <a:lnTo>
                  <a:pt x="18250" y="13286"/>
                </a:lnTo>
                <a:lnTo>
                  <a:pt x="18445" y="12556"/>
                </a:lnTo>
                <a:lnTo>
                  <a:pt x="18566" y="11802"/>
                </a:lnTo>
                <a:lnTo>
                  <a:pt x="18639" y="11048"/>
                </a:lnTo>
                <a:lnTo>
                  <a:pt x="18664" y="10293"/>
                </a:lnTo>
                <a:lnTo>
                  <a:pt x="18639" y="9880"/>
                </a:lnTo>
                <a:lnTo>
                  <a:pt x="18615" y="9466"/>
                </a:lnTo>
                <a:lnTo>
                  <a:pt x="18493" y="8639"/>
                </a:lnTo>
                <a:lnTo>
                  <a:pt x="18445" y="8323"/>
                </a:lnTo>
                <a:lnTo>
                  <a:pt x="18372" y="7982"/>
                </a:lnTo>
                <a:lnTo>
                  <a:pt x="18250" y="7666"/>
                </a:lnTo>
                <a:lnTo>
                  <a:pt x="18177" y="7520"/>
                </a:lnTo>
                <a:lnTo>
                  <a:pt x="18104" y="7374"/>
                </a:lnTo>
                <a:lnTo>
                  <a:pt x="18080" y="7276"/>
                </a:lnTo>
                <a:lnTo>
                  <a:pt x="17982" y="6887"/>
                </a:lnTo>
                <a:lnTo>
                  <a:pt x="18274" y="6838"/>
                </a:lnTo>
                <a:lnTo>
                  <a:pt x="18542" y="6741"/>
                </a:lnTo>
                <a:lnTo>
                  <a:pt x="18834" y="6644"/>
                </a:lnTo>
                <a:lnTo>
                  <a:pt x="19102" y="6498"/>
                </a:lnTo>
                <a:lnTo>
                  <a:pt x="19199" y="6400"/>
                </a:lnTo>
                <a:lnTo>
                  <a:pt x="19272" y="6279"/>
                </a:lnTo>
                <a:lnTo>
                  <a:pt x="19321" y="6157"/>
                </a:lnTo>
                <a:lnTo>
                  <a:pt x="19321" y="6011"/>
                </a:lnTo>
                <a:lnTo>
                  <a:pt x="19321" y="5841"/>
                </a:lnTo>
                <a:lnTo>
                  <a:pt x="19321" y="5695"/>
                </a:lnTo>
                <a:lnTo>
                  <a:pt x="19272" y="5451"/>
                </a:lnTo>
                <a:lnTo>
                  <a:pt x="19199" y="5281"/>
                </a:lnTo>
                <a:lnTo>
                  <a:pt x="19126" y="5135"/>
                </a:lnTo>
                <a:lnTo>
                  <a:pt x="19029" y="5013"/>
                </a:lnTo>
                <a:lnTo>
                  <a:pt x="18907" y="4892"/>
                </a:lnTo>
                <a:lnTo>
                  <a:pt x="18785" y="4794"/>
                </a:lnTo>
                <a:lnTo>
                  <a:pt x="18664" y="4697"/>
                </a:lnTo>
                <a:lnTo>
                  <a:pt x="18372" y="4527"/>
                </a:lnTo>
                <a:lnTo>
                  <a:pt x="18080" y="4429"/>
                </a:lnTo>
                <a:lnTo>
                  <a:pt x="17934" y="4356"/>
                </a:lnTo>
                <a:lnTo>
                  <a:pt x="17763" y="4332"/>
                </a:lnTo>
                <a:lnTo>
                  <a:pt x="17593" y="4308"/>
                </a:lnTo>
                <a:lnTo>
                  <a:pt x="17423" y="4308"/>
                </a:lnTo>
                <a:lnTo>
                  <a:pt x="17252" y="4356"/>
                </a:lnTo>
                <a:lnTo>
                  <a:pt x="17131" y="4405"/>
                </a:lnTo>
                <a:lnTo>
                  <a:pt x="17082" y="4478"/>
                </a:lnTo>
                <a:lnTo>
                  <a:pt x="17082" y="4527"/>
                </a:lnTo>
                <a:lnTo>
                  <a:pt x="16863" y="3967"/>
                </a:lnTo>
                <a:lnTo>
                  <a:pt x="16595" y="3261"/>
                </a:lnTo>
                <a:lnTo>
                  <a:pt x="16303" y="2580"/>
                </a:lnTo>
                <a:lnTo>
                  <a:pt x="16133" y="2239"/>
                </a:lnTo>
                <a:lnTo>
                  <a:pt x="15938" y="1923"/>
                </a:lnTo>
                <a:lnTo>
                  <a:pt x="15719" y="1607"/>
                </a:lnTo>
                <a:lnTo>
                  <a:pt x="15476" y="1315"/>
                </a:lnTo>
                <a:lnTo>
                  <a:pt x="15354" y="1193"/>
                </a:lnTo>
                <a:lnTo>
                  <a:pt x="15379" y="1145"/>
                </a:lnTo>
                <a:lnTo>
                  <a:pt x="15403" y="1120"/>
                </a:lnTo>
                <a:lnTo>
                  <a:pt x="15379" y="1023"/>
                </a:lnTo>
                <a:lnTo>
                  <a:pt x="15306" y="974"/>
                </a:lnTo>
                <a:lnTo>
                  <a:pt x="15257" y="950"/>
                </a:lnTo>
                <a:lnTo>
                  <a:pt x="15208" y="950"/>
                </a:lnTo>
                <a:lnTo>
                  <a:pt x="15111" y="974"/>
                </a:lnTo>
                <a:lnTo>
                  <a:pt x="14892" y="804"/>
                </a:lnTo>
                <a:lnTo>
                  <a:pt x="14624" y="658"/>
                </a:lnTo>
                <a:lnTo>
                  <a:pt x="14381" y="536"/>
                </a:lnTo>
                <a:lnTo>
                  <a:pt x="14113" y="415"/>
                </a:lnTo>
                <a:lnTo>
                  <a:pt x="13821" y="317"/>
                </a:lnTo>
                <a:lnTo>
                  <a:pt x="13530" y="244"/>
                </a:lnTo>
                <a:lnTo>
                  <a:pt x="12970" y="123"/>
                </a:lnTo>
                <a:lnTo>
                  <a:pt x="12556" y="74"/>
                </a:lnTo>
                <a:lnTo>
                  <a:pt x="12143" y="50"/>
                </a:lnTo>
                <a:lnTo>
                  <a:pt x="11729" y="50"/>
                </a:lnTo>
                <a:lnTo>
                  <a:pt x="11291" y="74"/>
                </a:lnTo>
                <a:lnTo>
                  <a:pt x="10902" y="50"/>
                </a:lnTo>
                <a:lnTo>
                  <a:pt x="10123" y="25"/>
                </a:lnTo>
                <a:lnTo>
                  <a:pt x="9077" y="1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95" name="Google Shape;95;p15"/>
          <p:cNvSpPr/>
          <p:nvPr/>
        </p:nvSpPr>
        <p:spPr>
          <a:xfrm>
            <a:off x="4954975" y="2020737"/>
            <a:ext cx="430192" cy="325916"/>
          </a:xfrm>
          <a:custGeom>
            <a:rect b="b" l="l" r="r" t="t"/>
            <a:pathLst>
              <a:path extrusionOk="0" h="15136" w="19126">
                <a:moveTo>
                  <a:pt x="8979" y="2628"/>
                </a:moveTo>
                <a:lnTo>
                  <a:pt x="8687" y="2653"/>
                </a:lnTo>
                <a:lnTo>
                  <a:pt x="8395" y="2701"/>
                </a:lnTo>
                <a:lnTo>
                  <a:pt x="7811" y="2799"/>
                </a:lnTo>
                <a:lnTo>
                  <a:pt x="7543" y="2872"/>
                </a:lnTo>
                <a:lnTo>
                  <a:pt x="7251" y="2969"/>
                </a:lnTo>
                <a:lnTo>
                  <a:pt x="7130" y="3042"/>
                </a:lnTo>
                <a:lnTo>
                  <a:pt x="7008" y="3139"/>
                </a:lnTo>
                <a:lnTo>
                  <a:pt x="6935" y="3237"/>
                </a:lnTo>
                <a:lnTo>
                  <a:pt x="6886" y="3383"/>
                </a:lnTo>
                <a:lnTo>
                  <a:pt x="6886" y="3456"/>
                </a:lnTo>
                <a:lnTo>
                  <a:pt x="6935" y="3529"/>
                </a:lnTo>
                <a:lnTo>
                  <a:pt x="7032" y="3553"/>
                </a:lnTo>
                <a:lnTo>
                  <a:pt x="7105" y="3577"/>
                </a:lnTo>
                <a:lnTo>
                  <a:pt x="7203" y="3577"/>
                </a:lnTo>
                <a:lnTo>
                  <a:pt x="7300" y="3553"/>
                </a:lnTo>
                <a:lnTo>
                  <a:pt x="7470" y="3480"/>
                </a:lnTo>
                <a:lnTo>
                  <a:pt x="7641" y="3407"/>
                </a:lnTo>
                <a:lnTo>
                  <a:pt x="7908" y="3334"/>
                </a:lnTo>
                <a:lnTo>
                  <a:pt x="8176" y="3261"/>
                </a:lnTo>
                <a:lnTo>
                  <a:pt x="8736" y="3188"/>
                </a:lnTo>
                <a:lnTo>
                  <a:pt x="9076" y="3164"/>
                </a:lnTo>
                <a:lnTo>
                  <a:pt x="9563" y="3139"/>
                </a:lnTo>
                <a:lnTo>
                  <a:pt x="9806" y="3164"/>
                </a:lnTo>
                <a:lnTo>
                  <a:pt x="10025" y="3212"/>
                </a:lnTo>
                <a:lnTo>
                  <a:pt x="10196" y="3261"/>
                </a:lnTo>
                <a:lnTo>
                  <a:pt x="10269" y="3310"/>
                </a:lnTo>
                <a:lnTo>
                  <a:pt x="10317" y="3383"/>
                </a:lnTo>
                <a:lnTo>
                  <a:pt x="10390" y="3456"/>
                </a:lnTo>
                <a:lnTo>
                  <a:pt x="10487" y="3504"/>
                </a:lnTo>
                <a:lnTo>
                  <a:pt x="10585" y="3504"/>
                </a:lnTo>
                <a:lnTo>
                  <a:pt x="10682" y="3456"/>
                </a:lnTo>
                <a:lnTo>
                  <a:pt x="10755" y="3407"/>
                </a:lnTo>
                <a:lnTo>
                  <a:pt x="10804" y="3310"/>
                </a:lnTo>
                <a:lnTo>
                  <a:pt x="10828" y="3212"/>
                </a:lnTo>
                <a:lnTo>
                  <a:pt x="10779" y="3091"/>
                </a:lnTo>
                <a:lnTo>
                  <a:pt x="10706" y="2993"/>
                </a:lnTo>
                <a:lnTo>
                  <a:pt x="10633" y="2920"/>
                </a:lnTo>
                <a:lnTo>
                  <a:pt x="10536" y="2847"/>
                </a:lnTo>
                <a:lnTo>
                  <a:pt x="10439" y="2799"/>
                </a:lnTo>
                <a:lnTo>
                  <a:pt x="10220" y="2726"/>
                </a:lnTo>
                <a:lnTo>
                  <a:pt x="9952" y="2653"/>
                </a:lnTo>
                <a:lnTo>
                  <a:pt x="9709" y="2628"/>
                </a:lnTo>
                <a:close/>
                <a:moveTo>
                  <a:pt x="13797" y="3577"/>
                </a:moveTo>
                <a:lnTo>
                  <a:pt x="13578" y="3601"/>
                </a:lnTo>
                <a:lnTo>
                  <a:pt x="13334" y="3650"/>
                </a:lnTo>
                <a:lnTo>
                  <a:pt x="13115" y="3723"/>
                </a:lnTo>
                <a:lnTo>
                  <a:pt x="13018" y="3772"/>
                </a:lnTo>
                <a:lnTo>
                  <a:pt x="12945" y="3845"/>
                </a:lnTo>
                <a:lnTo>
                  <a:pt x="12945" y="3893"/>
                </a:lnTo>
                <a:lnTo>
                  <a:pt x="12945" y="3918"/>
                </a:lnTo>
                <a:lnTo>
                  <a:pt x="13042" y="3942"/>
                </a:lnTo>
                <a:lnTo>
                  <a:pt x="13140" y="3966"/>
                </a:lnTo>
                <a:lnTo>
                  <a:pt x="13334" y="3966"/>
                </a:lnTo>
                <a:lnTo>
                  <a:pt x="13699" y="3942"/>
                </a:lnTo>
                <a:lnTo>
                  <a:pt x="13918" y="3942"/>
                </a:lnTo>
                <a:lnTo>
                  <a:pt x="14137" y="3966"/>
                </a:lnTo>
                <a:lnTo>
                  <a:pt x="14356" y="3966"/>
                </a:lnTo>
                <a:lnTo>
                  <a:pt x="14478" y="3942"/>
                </a:lnTo>
                <a:lnTo>
                  <a:pt x="14575" y="3918"/>
                </a:lnTo>
                <a:lnTo>
                  <a:pt x="14600" y="3893"/>
                </a:lnTo>
                <a:lnTo>
                  <a:pt x="14600" y="3869"/>
                </a:lnTo>
                <a:lnTo>
                  <a:pt x="14624" y="3820"/>
                </a:lnTo>
                <a:lnTo>
                  <a:pt x="14600" y="3772"/>
                </a:lnTo>
                <a:lnTo>
                  <a:pt x="14527" y="3699"/>
                </a:lnTo>
                <a:lnTo>
                  <a:pt x="14454" y="3650"/>
                </a:lnTo>
                <a:lnTo>
                  <a:pt x="14381" y="3601"/>
                </a:lnTo>
                <a:lnTo>
                  <a:pt x="14186" y="3577"/>
                </a:lnTo>
                <a:close/>
                <a:moveTo>
                  <a:pt x="3650" y="5548"/>
                </a:moveTo>
                <a:lnTo>
                  <a:pt x="3553" y="5597"/>
                </a:lnTo>
                <a:lnTo>
                  <a:pt x="3480" y="5621"/>
                </a:lnTo>
                <a:lnTo>
                  <a:pt x="3382" y="5694"/>
                </a:lnTo>
                <a:lnTo>
                  <a:pt x="3309" y="5767"/>
                </a:lnTo>
                <a:lnTo>
                  <a:pt x="3188" y="5937"/>
                </a:lnTo>
                <a:lnTo>
                  <a:pt x="3163" y="6035"/>
                </a:lnTo>
                <a:lnTo>
                  <a:pt x="3139" y="6132"/>
                </a:lnTo>
                <a:lnTo>
                  <a:pt x="3115" y="6254"/>
                </a:lnTo>
                <a:lnTo>
                  <a:pt x="3139" y="6375"/>
                </a:lnTo>
                <a:lnTo>
                  <a:pt x="3163" y="6473"/>
                </a:lnTo>
                <a:lnTo>
                  <a:pt x="3212" y="6594"/>
                </a:lnTo>
                <a:lnTo>
                  <a:pt x="3285" y="6692"/>
                </a:lnTo>
                <a:lnTo>
                  <a:pt x="3358" y="6765"/>
                </a:lnTo>
                <a:lnTo>
                  <a:pt x="3455" y="6838"/>
                </a:lnTo>
                <a:lnTo>
                  <a:pt x="3577" y="6886"/>
                </a:lnTo>
                <a:lnTo>
                  <a:pt x="3674" y="6911"/>
                </a:lnTo>
                <a:lnTo>
                  <a:pt x="3772" y="6935"/>
                </a:lnTo>
                <a:lnTo>
                  <a:pt x="3869" y="6911"/>
                </a:lnTo>
                <a:lnTo>
                  <a:pt x="3966" y="6911"/>
                </a:lnTo>
                <a:lnTo>
                  <a:pt x="4161" y="6813"/>
                </a:lnTo>
                <a:lnTo>
                  <a:pt x="4307" y="6692"/>
                </a:lnTo>
                <a:lnTo>
                  <a:pt x="4404" y="6521"/>
                </a:lnTo>
                <a:lnTo>
                  <a:pt x="4453" y="6351"/>
                </a:lnTo>
                <a:lnTo>
                  <a:pt x="4453" y="6181"/>
                </a:lnTo>
                <a:lnTo>
                  <a:pt x="4404" y="6010"/>
                </a:lnTo>
                <a:lnTo>
                  <a:pt x="4356" y="5937"/>
                </a:lnTo>
                <a:lnTo>
                  <a:pt x="4307" y="5840"/>
                </a:lnTo>
                <a:lnTo>
                  <a:pt x="4234" y="5743"/>
                </a:lnTo>
                <a:lnTo>
                  <a:pt x="4161" y="5670"/>
                </a:lnTo>
                <a:lnTo>
                  <a:pt x="4064" y="5621"/>
                </a:lnTo>
                <a:lnTo>
                  <a:pt x="3966" y="5572"/>
                </a:lnTo>
                <a:lnTo>
                  <a:pt x="3869" y="5548"/>
                </a:lnTo>
                <a:close/>
                <a:moveTo>
                  <a:pt x="17495" y="7373"/>
                </a:moveTo>
                <a:lnTo>
                  <a:pt x="17739" y="7446"/>
                </a:lnTo>
                <a:lnTo>
                  <a:pt x="17617" y="7592"/>
                </a:lnTo>
                <a:lnTo>
                  <a:pt x="17447" y="7689"/>
                </a:lnTo>
                <a:lnTo>
                  <a:pt x="17447" y="7543"/>
                </a:lnTo>
                <a:lnTo>
                  <a:pt x="17495" y="7373"/>
                </a:lnTo>
                <a:close/>
                <a:moveTo>
                  <a:pt x="5061" y="487"/>
                </a:moveTo>
                <a:lnTo>
                  <a:pt x="5256" y="560"/>
                </a:lnTo>
                <a:lnTo>
                  <a:pt x="5426" y="633"/>
                </a:lnTo>
                <a:lnTo>
                  <a:pt x="5621" y="682"/>
                </a:lnTo>
                <a:lnTo>
                  <a:pt x="5791" y="779"/>
                </a:lnTo>
                <a:lnTo>
                  <a:pt x="5913" y="852"/>
                </a:lnTo>
                <a:lnTo>
                  <a:pt x="6035" y="949"/>
                </a:lnTo>
                <a:lnTo>
                  <a:pt x="6254" y="1168"/>
                </a:lnTo>
                <a:lnTo>
                  <a:pt x="6473" y="1387"/>
                </a:lnTo>
                <a:lnTo>
                  <a:pt x="6692" y="1606"/>
                </a:lnTo>
                <a:lnTo>
                  <a:pt x="6813" y="1655"/>
                </a:lnTo>
                <a:lnTo>
                  <a:pt x="6911" y="1655"/>
                </a:lnTo>
                <a:lnTo>
                  <a:pt x="7032" y="1631"/>
                </a:lnTo>
                <a:lnTo>
                  <a:pt x="7105" y="1558"/>
                </a:lnTo>
                <a:lnTo>
                  <a:pt x="8127" y="1485"/>
                </a:lnTo>
                <a:lnTo>
                  <a:pt x="9174" y="1485"/>
                </a:lnTo>
                <a:lnTo>
                  <a:pt x="9490" y="1509"/>
                </a:lnTo>
                <a:lnTo>
                  <a:pt x="9806" y="1558"/>
                </a:lnTo>
                <a:lnTo>
                  <a:pt x="10439" y="1679"/>
                </a:lnTo>
                <a:lnTo>
                  <a:pt x="11047" y="1850"/>
                </a:lnTo>
                <a:lnTo>
                  <a:pt x="11655" y="2044"/>
                </a:lnTo>
                <a:lnTo>
                  <a:pt x="12093" y="2239"/>
                </a:lnTo>
                <a:lnTo>
                  <a:pt x="12556" y="2409"/>
                </a:lnTo>
                <a:lnTo>
                  <a:pt x="12434" y="2458"/>
                </a:lnTo>
                <a:lnTo>
                  <a:pt x="12361" y="2507"/>
                </a:lnTo>
                <a:lnTo>
                  <a:pt x="12288" y="2580"/>
                </a:lnTo>
                <a:lnTo>
                  <a:pt x="12264" y="2677"/>
                </a:lnTo>
                <a:lnTo>
                  <a:pt x="12264" y="2701"/>
                </a:lnTo>
                <a:lnTo>
                  <a:pt x="12288" y="2726"/>
                </a:lnTo>
                <a:lnTo>
                  <a:pt x="12385" y="2774"/>
                </a:lnTo>
                <a:lnTo>
                  <a:pt x="12483" y="2750"/>
                </a:lnTo>
                <a:lnTo>
                  <a:pt x="12677" y="2726"/>
                </a:lnTo>
                <a:lnTo>
                  <a:pt x="12872" y="2701"/>
                </a:lnTo>
                <a:lnTo>
                  <a:pt x="12969" y="2677"/>
                </a:lnTo>
                <a:lnTo>
                  <a:pt x="13042" y="2653"/>
                </a:lnTo>
                <a:lnTo>
                  <a:pt x="13626" y="2993"/>
                </a:lnTo>
                <a:lnTo>
                  <a:pt x="13432" y="3018"/>
                </a:lnTo>
                <a:lnTo>
                  <a:pt x="12896" y="3066"/>
                </a:lnTo>
                <a:lnTo>
                  <a:pt x="12653" y="3115"/>
                </a:lnTo>
                <a:lnTo>
                  <a:pt x="12410" y="3212"/>
                </a:lnTo>
                <a:lnTo>
                  <a:pt x="12385" y="3237"/>
                </a:lnTo>
                <a:lnTo>
                  <a:pt x="12410" y="3261"/>
                </a:lnTo>
                <a:lnTo>
                  <a:pt x="12531" y="3285"/>
                </a:lnTo>
                <a:lnTo>
                  <a:pt x="12653" y="3310"/>
                </a:lnTo>
                <a:lnTo>
                  <a:pt x="12921" y="3310"/>
                </a:lnTo>
                <a:lnTo>
                  <a:pt x="13432" y="3261"/>
                </a:lnTo>
                <a:lnTo>
                  <a:pt x="13699" y="3261"/>
                </a:lnTo>
                <a:lnTo>
                  <a:pt x="13991" y="3237"/>
                </a:lnTo>
                <a:lnTo>
                  <a:pt x="14259" y="3456"/>
                </a:lnTo>
                <a:lnTo>
                  <a:pt x="14527" y="3699"/>
                </a:lnTo>
                <a:lnTo>
                  <a:pt x="14819" y="3966"/>
                </a:lnTo>
                <a:lnTo>
                  <a:pt x="15062" y="4283"/>
                </a:lnTo>
                <a:lnTo>
                  <a:pt x="14794" y="4258"/>
                </a:lnTo>
                <a:lnTo>
                  <a:pt x="14551" y="4283"/>
                </a:lnTo>
                <a:lnTo>
                  <a:pt x="14308" y="4283"/>
                </a:lnTo>
                <a:lnTo>
                  <a:pt x="14016" y="4307"/>
                </a:lnTo>
                <a:lnTo>
                  <a:pt x="13870" y="4331"/>
                </a:lnTo>
                <a:lnTo>
                  <a:pt x="13724" y="4380"/>
                </a:lnTo>
                <a:lnTo>
                  <a:pt x="13626" y="4453"/>
                </a:lnTo>
                <a:lnTo>
                  <a:pt x="13529" y="4526"/>
                </a:lnTo>
                <a:lnTo>
                  <a:pt x="13529" y="4550"/>
                </a:lnTo>
                <a:lnTo>
                  <a:pt x="13553" y="4575"/>
                </a:lnTo>
                <a:lnTo>
                  <a:pt x="13651" y="4623"/>
                </a:lnTo>
                <a:lnTo>
                  <a:pt x="13748" y="4648"/>
                </a:lnTo>
                <a:lnTo>
                  <a:pt x="13967" y="4648"/>
                </a:lnTo>
                <a:lnTo>
                  <a:pt x="14429" y="4623"/>
                </a:lnTo>
                <a:lnTo>
                  <a:pt x="14770" y="4623"/>
                </a:lnTo>
                <a:lnTo>
                  <a:pt x="15086" y="4648"/>
                </a:lnTo>
                <a:lnTo>
                  <a:pt x="15232" y="4672"/>
                </a:lnTo>
                <a:lnTo>
                  <a:pt x="15354" y="4672"/>
                </a:lnTo>
                <a:lnTo>
                  <a:pt x="15549" y="5037"/>
                </a:lnTo>
                <a:lnTo>
                  <a:pt x="15330" y="4988"/>
                </a:lnTo>
                <a:lnTo>
                  <a:pt x="14600" y="4988"/>
                </a:lnTo>
                <a:lnTo>
                  <a:pt x="14332" y="5037"/>
                </a:lnTo>
                <a:lnTo>
                  <a:pt x="14210" y="5086"/>
                </a:lnTo>
                <a:lnTo>
                  <a:pt x="14089" y="5134"/>
                </a:lnTo>
                <a:lnTo>
                  <a:pt x="14064" y="5159"/>
                </a:lnTo>
                <a:lnTo>
                  <a:pt x="14064" y="5183"/>
                </a:lnTo>
                <a:lnTo>
                  <a:pt x="14064" y="5207"/>
                </a:lnTo>
                <a:lnTo>
                  <a:pt x="14089" y="5232"/>
                </a:lnTo>
                <a:lnTo>
                  <a:pt x="14186" y="5256"/>
                </a:lnTo>
                <a:lnTo>
                  <a:pt x="14283" y="5280"/>
                </a:lnTo>
                <a:lnTo>
                  <a:pt x="14502" y="5305"/>
                </a:lnTo>
                <a:lnTo>
                  <a:pt x="14916" y="5305"/>
                </a:lnTo>
                <a:lnTo>
                  <a:pt x="15305" y="5329"/>
                </a:lnTo>
                <a:lnTo>
                  <a:pt x="15695" y="5378"/>
                </a:lnTo>
                <a:lnTo>
                  <a:pt x="15792" y="5645"/>
                </a:lnTo>
                <a:lnTo>
                  <a:pt x="15889" y="5913"/>
                </a:lnTo>
                <a:lnTo>
                  <a:pt x="15743" y="5864"/>
                </a:lnTo>
                <a:lnTo>
                  <a:pt x="15597" y="5816"/>
                </a:lnTo>
                <a:lnTo>
                  <a:pt x="15305" y="5767"/>
                </a:lnTo>
                <a:lnTo>
                  <a:pt x="15038" y="5743"/>
                </a:lnTo>
                <a:lnTo>
                  <a:pt x="14746" y="5718"/>
                </a:lnTo>
                <a:lnTo>
                  <a:pt x="14454" y="5718"/>
                </a:lnTo>
                <a:lnTo>
                  <a:pt x="14186" y="5767"/>
                </a:lnTo>
                <a:lnTo>
                  <a:pt x="14162" y="5767"/>
                </a:lnTo>
                <a:lnTo>
                  <a:pt x="14137" y="5791"/>
                </a:lnTo>
                <a:lnTo>
                  <a:pt x="14162" y="5816"/>
                </a:lnTo>
                <a:lnTo>
                  <a:pt x="14162" y="5840"/>
                </a:lnTo>
                <a:lnTo>
                  <a:pt x="14259" y="5889"/>
                </a:lnTo>
                <a:lnTo>
                  <a:pt x="14381" y="5937"/>
                </a:lnTo>
                <a:lnTo>
                  <a:pt x="14600" y="5986"/>
                </a:lnTo>
                <a:lnTo>
                  <a:pt x="15038" y="6010"/>
                </a:lnTo>
                <a:lnTo>
                  <a:pt x="15354" y="6083"/>
                </a:lnTo>
                <a:lnTo>
                  <a:pt x="15670" y="6156"/>
                </a:lnTo>
                <a:lnTo>
                  <a:pt x="15841" y="6229"/>
                </a:lnTo>
                <a:lnTo>
                  <a:pt x="15914" y="6254"/>
                </a:lnTo>
                <a:lnTo>
                  <a:pt x="15987" y="6278"/>
                </a:lnTo>
                <a:lnTo>
                  <a:pt x="16035" y="6570"/>
                </a:lnTo>
                <a:lnTo>
                  <a:pt x="16084" y="6838"/>
                </a:lnTo>
                <a:lnTo>
                  <a:pt x="15914" y="6740"/>
                </a:lnTo>
                <a:lnTo>
                  <a:pt x="15743" y="6667"/>
                </a:lnTo>
                <a:lnTo>
                  <a:pt x="15524" y="6619"/>
                </a:lnTo>
                <a:lnTo>
                  <a:pt x="15305" y="6594"/>
                </a:lnTo>
                <a:lnTo>
                  <a:pt x="14867" y="6546"/>
                </a:lnTo>
                <a:lnTo>
                  <a:pt x="14551" y="6497"/>
                </a:lnTo>
                <a:lnTo>
                  <a:pt x="14527" y="6497"/>
                </a:lnTo>
                <a:lnTo>
                  <a:pt x="14502" y="6546"/>
                </a:lnTo>
                <a:lnTo>
                  <a:pt x="14575" y="6619"/>
                </a:lnTo>
                <a:lnTo>
                  <a:pt x="14624" y="6667"/>
                </a:lnTo>
                <a:lnTo>
                  <a:pt x="14794" y="6765"/>
                </a:lnTo>
                <a:lnTo>
                  <a:pt x="14965" y="6838"/>
                </a:lnTo>
                <a:lnTo>
                  <a:pt x="15159" y="6886"/>
                </a:lnTo>
                <a:lnTo>
                  <a:pt x="15378" y="6935"/>
                </a:lnTo>
                <a:lnTo>
                  <a:pt x="15597" y="7008"/>
                </a:lnTo>
                <a:lnTo>
                  <a:pt x="15816" y="7105"/>
                </a:lnTo>
                <a:lnTo>
                  <a:pt x="15987" y="7227"/>
                </a:lnTo>
                <a:lnTo>
                  <a:pt x="16060" y="7276"/>
                </a:lnTo>
                <a:lnTo>
                  <a:pt x="16108" y="7276"/>
                </a:lnTo>
                <a:lnTo>
                  <a:pt x="16133" y="7762"/>
                </a:lnTo>
                <a:lnTo>
                  <a:pt x="16060" y="7714"/>
                </a:lnTo>
                <a:lnTo>
                  <a:pt x="15743" y="7519"/>
                </a:lnTo>
                <a:lnTo>
                  <a:pt x="15427" y="7324"/>
                </a:lnTo>
                <a:lnTo>
                  <a:pt x="15281" y="7276"/>
                </a:lnTo>
                <a:lnTo>
                  <a:pt x="15013" y="7203"/>
                </a:lnTo>
                <a:lnTo>
                  <a:pt x="14794" y="7203"/>
                </a:lnTo>
                <a:lnTo>
                  <a:pt x="14770" y="7227"/>
                </a:lnTo>
                <a:lnTo>
                  <a:pt x="14746" y="7251"/>
                </a:lnTo>
                <a:lnTo>
                  <a:pt x="14746" y="7276"/>
                </a:lnTo>
                <a:lnTo>
                  <a:pt x="14746" y="7324"/>
                </a:lnTo>
                <a:lnTo>
                  <a:pt x="14794" y="7373"/>
                </a:lnTo>
                <a:lnTo>
                  <a:pt x="14843" y="7397"/>
                </a:lnTo>
                <a:lnTo>
                  <a:pt x="14965" y="7470"/>
                </a:lnTo>
                <a:lnTo>
                  <a:pt x="15378" y="7689"/>
                </a:lnTo>
                <a:lnTo>
                  <a:pt x="15597" y="7835"/>
                </a:lnTo>
                <a:lnTo>
                  <a:pt x="15816" y="7981"/>
                </a:lnTo>
                <a:lnTo>
                  <a:pt x="15962" y="8103"/>
                </a:lnTo>
                <a:lnTo>
                  <a:pt x="16108" y="8200"/>
                </a:lnTo>
                <a:lnTo>
                  <a:pt x="16035" y="8784"/>
                </a:lnTo>
                <a:lnTo>
                  <a:pt x="15914" y="8687"/>
                </a:lnTo>
                <a:lnTo>
                  <a:pt x="15792" y="8590"/>
                </a:lnTo>
                <a:lnTo>
                  <a:pt x="15549" y="8419"/>
                </a:lnTo>
                <a:lnTo>
                  <a:pt x="15354" y="8273"/>
                </a:lnTo>
                <a:lnTo>
                  <a:pt x="15111" y="8152"/>
                </a:lnTo>
                <a:lnTo>
                  <a:pt x="14867" y="8030"/>
                </a:lnTo>
                <a:lnTo>
                  <a:pt x="14746" y="7981"/>
                </a:lnTo>
                <a:lnTo>
                  <a:pt x="14624" y="7957"/>
                </a:lnTo>
                <a:lnTo>
                  <a:pt x="14600" y="7981"/>
                </a:lnTo>
                <a:lnTo>
                  <a:pt x="14575" y="8006"/>
                </a:lnTo>
                <a:lnTo>
                  <a:pt x="14575" y="8054"/>
                </a:lnTo>
                <a:lnTo>
                  <a:pt x="14575" y="8079"/>
                </a:lnTo>
                <a:lnTo>
                  <a:pt x="14746" y="8249"/>
                </a:lnTo>
                <a:lnTo>
                  <a:pt x="14940" y="8371"/>
                </a:lnTo>
                <a:lnTo>
                  <a:pt x="15330" y="8638"/>
                </a:lnTo>
                <a:lnTo>
                  <a:pt x="15622" y="8882"/>
                </a:lnTo>
                <a:lnTo>
                  <a:pt x="15792" y="9003"/>
                </a:lnTo>
                <a:lnTo>
                  <a:pt x="15962" y="9101"/>
                </a:lnTo>
                <a:lnTo>
                  <a:pt x="15889" y="9368"/>
                </a:lnTo>
                <a:lnTo>
                  <a:pt x="15792" y="9612"/>
                </a:lnTo>
                <a:lnTo>
                  <a:pt x="15695" y="9466"/>
                </a:lnTo>
                <a:lnTo>
                  <a:pt x="15549" y="9320"/>
                </a:lnTo>
                <a:lnTo>
                  <a:pt x="15281" y="9101"/>
                </a:lnTo>
                <a:lnTo>
                  <a:pt x="15135" y="8955"/>
                </a:lnTo>
                <a:lnTo>
                  <a:pt x="14965" y="8809"/>
                </a:lnTo>
                <a:lnTo>
                  <a:pt x="14794" y="8711"/>
                </a:lnTo>
                <a:lnTo>
                  <a:pt x="14697" y="8663"/>
                </a:lnTo>
                <a:lnTo>
                  <a:pt x="14600" y="8663"/>
                </a:lnTo>
                <a:lnTo>
                  <a:pt x="14600" y="8760"/>
                </a:lnTo>
                <a:lnTo>
                  <a:pt x="14648" y="8833"/>
                </a:lnTo>
                <a:lnTo>
                  <a:pt x="14746" y="9003"/>
                </a:lnTo>
                <a:lnTo>
                  <a:pt x="14867" y="9149"/>
                </a:lnTo>
                <a:lnTo>
                  <a:pt x="14989" y="9271"/>
                </a:lnTo>
                <a:lnTo>
                  <a:pt x="15330" y="9587"/>
                </a:lnTo>
                <a:lnTo>
                  <a:pt x="15476" y="9758"/>
                </a:lnTo>
                <a:lnTo>
                  <a:pt x="15549" y="9831"/>
                </a:lnTo>
                <a:lnTo>
                  <a:pt x="15646" y="9879"/>
                </a:lnTo>
                <a:lnTo>
                  <a:pt x="15646" y="9904"/>
                </a:lnTo>
                <a:lnTo>
                  <a:pt x="15476" y="10196"/>
                </a:lnTo>
                <a:lnTo>
                  <a:pt x="15232" y="10463"/>
                </a:lnTo>
                <a:lnTo>
                  <a:pt x="15232" y="10293"/>
                </a:lnTo>
                <a:lnTo>
                  <a:pt x="15159" y="10147"/>
                </a:lnTo>
                <a:lnTo>
                  <a:pt x="15013" y="9855"/>
                </a:lnTo>
                <a:lnTo>
                  <a:pt x="14843" y="9636"/>
                </a:lnTo>
                <a:lnTo>
                  <a:pt x="14673" y="9466"/>
                </a:lnTo>
                <a:lnTo>
                  <a:pt x="14454" y="9295"/>
                </a:lnTo>
                <a:lnTo>
                  <a:pt x="14235" y="9149"/>
                </a:lnTo>
                <a:lnTo>
                  <a:pt x="14186" y="9149"/>
                </a:lnTo>
                <a:lnTo>
                  <a:pt x="14186" y="9174"/>
                </a:lnTo>
                <a:lnTo>
                  <a:pt x="14308" y="9393"/>
                </a:lnTo>
                <a:lnTo>
                  <a:pt x="14429" y="9563"/>
                </a:lnTo>
                <a:lnTo>
                  <a:pt x="14697" y="9952"/>
                </a:lnTo>
                <a:lnTo>
                  <a:pt x="14794" y="10147"/>
                </a:lnTo>
                <a:lnTo>
                  <a:pt x="14867" y="10366"/>
                </a:lnTo>
                <a:lnTo>
                  <a:pt x="14916" y="10536"/>
                </a:lnTo>
                <a:lnTo>
                  <a:pt x="14965" y="10609"/>
                </a:lnTo>
                <a:lnTo>
                  <a:pt x="15038" y="10658"/>
                </a:lnTo>
                <a:lnTo>
                  <a:pt x="14892" y="10780"/>
                </a:lnTo>
                <a:lnTo>
                  <a:pt x="14843" y="10658"/>
                </a:lnTo>
                <a:lnTo>
                  <a:pt x="14794" y="10561"/>
                </a:lnTo>
                <a:lnTo>
                  <a:pt x="14648" y="10366"/>
                </a:lnTo>
                <a:lnTo>
                  <a:pt x="14308" y="10001"/>
                </a:lnTo>
                <a:lnTo>
                  <a:pt x="14113" y="9831"/>
                </a:lnTo>
                <a:lnTo>
                  <a:pt x="13918" y="9685"/>
                </a:lnTo>
                <a:lnTo>
                  <a:pt x="13894" y="9685"/>
                </a:lnTo>
                <a:lnTo>
                  <a:pt x="13870" y="9733"/>
                </a:lnTo>
                <a:lnTo>
                  <a:pt x="13918" y="9904"/>
                </a:lnTo>
                <a:lnTo>
                  <a:pt x="14016" y="10050"/>
                </a:lnTo>
                <a:lnTo>
                  <a:pt x="14113" y="10196"/>
                </a:lnTo>
                <a:lnTo>
                  <a:pt x="14235" y="10342"/>
                </a:lnTo>
                <a:lnTo>
                  <a:pt x="14356" y="10488"/>
                </a:lnTo>
                <a:lnTo>
                  <a:pt x="14478" y="10634"/>
                </a:lnTo>
                <a:lnTo>
                  <a:pt x="14575" y="10804"/>
                </a:lnTo>
                <a:lnTo>
                  <a:pt x="14600" y="10974"/>
                </a:lnTo>
                <a:lnTo>
                  <a:pt x="14502" y="11047"/>
                </a:lnTo>
                <a:lnTo>
                  <a:pt x="14356" y="10853"/>
                </a:lnTo>
                <a:lnTo>
                  <a:pt x="14186" y="10658"/>
                </a:lnTo>
                <a:lnTo>
                  <a:pt x="13991" y="10512"/>
                </a:lnTo>
                <a:lnTo>
                  <a:pt x="13797" y="10390"/>
                </a:lnTo>
                <a:lnTo>
                  <a:pt x="13772" y="10366"/>
                </a:lnTo>
                <a:lnTo>
                  <a:pt x="13724" y="10366"/>
                </a:lnTo>
                <a:lnTo>
                  <a:pt x="13675" y="10415"/>
                </a:lnTo>
                <a:lnTo>
                  <a:pt x="13651" y="10463"/>
                </a:lnTo>
                <a:lnTo>
                  <a:pt x="13651" y="10512"/>
                </a:lnTo>
                <a:lnTo>
                  <a:pt x="13675" y="10536"/>
                </a:lnTo>
                <a:lnTo>
                  <a:pt x="13845" y="10682"/>
                </a:lnTo>
                <a:lnTo>
                  <a:pt x="13991" y="10853"/>
                </a:lnTo>
                <a:lnTo>
                  <a:pt x="14113" y="11023"/>
                </a:lnTo>
                <a:lnTo>
                  <a:pt x="14235" y="11218"/>
                </a:lnTo>
                <a:lnTo>
                  <a:pt x="14040" y="11339"/>
                </a:lnTo>
                <a:lnTo>
                  <a:pt x="13918" y="11218"/>
                </a:lnTo>
                <a:lnTo>
                  <a:pt x="13797" y="11120"/>
                </a:lnTo>
                <a:lnTo>
                  <a:pt x="13675" y="11023"/>
                </a:lnTo>
                <a:lnTo>
                  <a:pt x="13578" y="10974"/>
                </a:lnTo>
                <a:lnTo>
                  <a:pt x="13529" y="10950"/>
                </a:lnTo>
                <a:lnTo>
                  <a:pt x="13480" y="10950"/>
                </a:lnTo>
                <a:lnTo>
                  <a:pt x="13407" y="10999"/>
                </a:lnTo>
                <a:lnTo>
                  <a:pt x="13407" y="11047"/>
                </a:lnTo>
                <a:lnTo>
                  <a:pt x="13383" y="11072"/>
                </a:lnTo>
                <a:lnTo>
                  <a:pt x="13407" y="11120"/>
                </a:lnTo>
                <a:lnTo>
                  <a:pt x="13432" y="11145"/>
                </a:lnTo>
                <a:lnTo>
                  <a:pt x="13553" y="11315"/>
                </a:lnTo>
                <a:lnTo>
                  <a:pt x="13675" y="11485"/>
                </a:lnTo>
                <a:lnTo>
                  <a:pt x="13724" y="11583"/>
                </a:lnTo>
                <a:lnTo>
                  <a:pt x="13553" y="11704"/>
                </a:lnTo>
                <a:lnTo>
                  <a:pt x="13432" y="11558"/>
                </a:lnTo>
                <a:lnTo>
                  <a:pt x="13261" y="11461"/>
                </a:lnTo>
                <a:lnTo>
                  <a:pt x="13213" y="11461"/>
                </a:lnTo>
                <a:lnTo>
                  <a:pt x="13188" y="11485"/>
                </a:lnTo>
                <a:lnTo>
                  <a:pt x="13188" y="11534"/>
                </a:lnTo>
                <a:lnTo>
                  <a:pt x="13213" y="11558"/>
                </a:lnTo>
                <a:lnTo>
                  <a:pt x="13261" y="11631"/>
                </a:lnTo>
                <a:lnTo>
                  <a:pt x="13310" y="11704"/>
                </a:lnTo>
                <a:lnTo>
                  <a:pt x="13359" y="11874"/>
                </a:lnTo>
                <a:lnTo>
                  <a:pt x="13359" y="11899"/>
                </a:lnTo>
                <a:lnTo>
                  <a:pt x="13237" y="12020"/>
                </a:lnTo>
                <a:lnTo>
                  <a:pt x="13188" y="12118"/>
                </a:lnTo>
                <a:lnTo>
                  <a:pt x="13164" y="12215"/>
                </a:lnTo>
                <a:lnTo>
                  <a:pt x="13188" y="12288"/>
                </a:lnTo>
                <a:lnTo>
                  <a:pt x="13213" y="12385"/>
                </a:lnTo>
                <a:lnTo>
                  <a:pt x="13213" y="12775"/>
                </a:lnTo>
                <a:lnTo>
                  <a:pt x="13237" y="13164"/>
                </a:lnTo>
                <a:lnTo>
                  <a:pt x="13237" y="13553"/>
                </a:lnTo>
                <a:lnTo>
                  <a:pt x="13213" y="13748"/>
                </a:lnTo>
                <a:lnTo>
                  <a:pt x="13188" y="13943"/>
                </a:lnTo>
                <a:lnTo>
                  <a:pt x="13140" y="14064"/>
                </a:lnTo>
                <a:lnTo>
                  <a:pt x="13067" y="14162"/>
                </a:lnTo>
                <a:lnTo>
                  <a:pt x="12994" y="14210"/>
                </a:lnTo>
                <a:lnTo>
                  <a:pt x="12921" y="14235"/>
                </a:lnTo>
                <a:lnTo>
                  <a:pt x="12823" y="14210"/>
                </a:lnTo>
                <a:lnTo>
                  <a:pt x="12726" y="14186"/>
                </a:lnTo>
                <a:lnTo>
                  <a:pt x="12507" y="14040"/>
                </a:lnTo>
                <a:lnTo>
                  <a:pt x="12288" y="13821"/>
                </a:lnTo>
                <a:lnTo>
                  <a:pt x="12069" y="13578"/>
                </a:lnTo>
                <a:lnTo>
                  <a:pt x="11728" y="13164"/>
                </a:lnTo>
                <a:lnTo>
                  <a:pt x="11850" y="13042"/>
                </a:lnTo>
                <a:lnTo>
                  <a:pt x="11923" y="12969"/>
                </a:lnTo>
                <a:lnTo>
                  <a:pt x="11947" y="12896"/>
                </a:lnTo>
                <a:lnTo>
                  <a:pt x="11947" y="12823"/>
                </a:lnTo>
                <a:lnTo>
                  <a:pt x="11923" y="12750"/>
                </a:lnTo>
                <a:lnTo>
                  <a:pt x="11874" y="12677"/>
                </a:lnTo>
                <a:lnTo>
                  <a:pt x="11826" y="12629"/>
                </a:lnTo>
                <a:lnTo>
                  <a:pt x="11777" y="12604"/>
                </a:lnTo>
                <a:lnTo>
                  <a:pt x="11680" y="12580"/>
                </a:lnTo>
                <a:lnTo>
                  <a:pt x="11655" y="12385"/>
                </a:lnTo>
                <a:lnTo>
                  <a:pt x="11631" y="12361"/>
                </a:lnTo>
                <a:lnTo>
                  <a:pt x="11582" y="12361"/>
                </a:lnTo>
                <a:lnTo>
                  <a:pt x="11582" y="12385"/>
                </a:lnTo>
                <a:lnTo>
                  <a:pt x="11558" y="12580"/>
                </a:lnTo>
                <a:lnTo>
                  <a:pt x="11509" y="12580"/>
                </a:lnTo>
                <a:lnTo>
                  <a:pt x="11485" y="12604"/>
                </a:lnTo>
                <a:lnTo>
                  <a:pt x="11461" y="12604"/>
                </a:lnTo>
                <a:lnTo>
                  <a:pt x="11242" y="12702"/>
                </a:lnTo>
                <a:lnTo>
                  <a:pt x="11169" y="12361"/>
                </a:lnTo>
                <a:lnTo>
                  <a:pt x="11144" y="12191"/>
                </a:lnTo>
                <a:lnTo>
                  <a:pt x="11169" y="12020"/>
                </a:lnTo>
                <a:lnTo>
                  <a:pt x="11144" y="11972"/>
                </a:lnTo>
                <a:lnTo>
                  <a:pt x="11120" y="11947"/>
                </a:lnTo>
                <a:lnTo>
                  <a:pt x="11071" y="11947"/>
                </a:lnTo>
                <a:lnTo>
                  <a:pt x="11047" y="11972"/>
                </a:lnTo>
                <a:lnTo>
                  <a:pt x="11023" y="12118"/>
                </a:lnTo>
                <a:lnTo>
                  <a:pt x="10998" y="12312"/>
                </a:lnTo>
                <a:lnTo>
                  <a:pt x="10998" y="12556"/>
                </a:lnTo>
                <a:lnTo>
                  <a:pt x="10998" y="12799"/>
                </a:lnTo>
                <a:lnTo>
                  <a:pt x="10633" y="12896"/>
                </a:lnTo>
                <a:lnTo>
                  <a:pt x="10609" y="12604"/>
                </a:lnTo>
                <a:lnTo>
                  <a:pt x="10560" y="12361"/>
                </a:lnTo>
                <a:lnTo>
                  <a:pt x="10512" y="12118"/>
                </a:lnTo>
                <a:lnTo>
                  <a:pt x="10390" y="11607"/>
                </a:lnTo>
                <a:lnTo>
                  <a:pt x="10366" y="11583"/>
                </a:lnTo>
                <a:lnTo>
                  <a:pt x="10342" y="11558"/>
                </a:lnTo>
                <a:lnTo>
                  <a:pt x="10293" y="11583"/>
                </a:lnTo>
                <a:lnTo>
                  <a:pt x="10269" y="11607"/>
                </a:lnTo>
                <a:lnTo>
                  <a:pt x="10244" y="11826"/>
                </a:lnTo>
                <a:lnTo>
                  <a:pt x="10244" y="12045"/>
                </a:lnTo>
                <a:lnTo>
                  <a:pt x="10269" y="12507"/>
                </a:lnTo>
                <a:lnTo>
                  <a:pt x="10269" y="12726"/>
                </a:lnTo>
                <a:lnTo>
                  <a:pt x="10269" y="12945"/>
                </a:lnTo>
                <a:lnTo>
                  <a:pt x="9636" y="12994"/>
                </a:lnTo>
                <a:lnTo>
                  <a:pt x="9612" y="12726"/>
                </a:lnTo>
                <a:lnTo>
                  <a:pt x="9612" y="12507"/>
                </a:lnTo>
                <a:lnTo>
                  <a:pt x="9612" y="12337"/>
                </a:lnTo>
                <a:lnTo>
                  <a:pt x="9612" y="12142"/>
                </a:lnTo>
                <a:lnTo>
                  <a:pt x="9563" y="11972"/>
                </a:lnTo>
                <a:lnTo>
                  <a:pt x="9514" y="11899"/>
                </a:lnTo>
                <a:lnTo>
                  <a:pt x="9466" y="11826"/>
                </a:lnTo>
                <a:lnTo>
                  <a:pt x="9417" y="11826"/>
                </a:lnTo>
                <a:lnTo>
                  <a:pt x="9393" y="11850"/>
                </a:lnTo>
                <a:lnTo>
                  <a:pt x="9344" y="12020"/>
                </a:lnTo>
                <a:lnTo>
                  <a:pt x="9320" y="12215"/>
                </a:lnTo>
                <a:lnTo>
                  <a:pt x="9295" y="12604"/>
                </a:lnTo>
                <a:lnTo>
                  <a:pt x="9271" y="12799"/>
                </a:lnTo>
                <a:lnTo>
                  <a:pt x="9247" y="12994"/>
                </a:lnTo>
                <a:lnTo>
                  <a:pt x="9052" y="12994"/>
                </a:lnTo>
                <a:lnTo>
                  <a:pt x="9003" y="12604"/>
                </a:lnTo>
                <a:lnTo>
                  <a:pt x="8930" y="12191"/>
                </a:lnTo>
                <a:lnTo>
                  <a:pt x="8857" y="11753"/>
                </a:lnTo>
                <a:lnTo>
                  <a:pt x="8833" y="11704"/>
                </a:lnTo>
                <a:lnTo>
                  <a:pt x="8784" y="11680"/>
                </a:lnTo>
                <a:lnTo>
                  <a:pt x="8711" y="11704"/>
                </a:lnTo>
                <a:lnTo>
                  <a:pt x="8711" y="11777"/>
                </a:lnTo>
                <a:lnTo>
                  <a:pt x="8711" y="12191"/>
                </a:lnTo>
                <a:lnTo>
                  <a:pt x="8687" y="12604"/>
                </a:lnTo>
                <a:lnTo>
                  <a:pt x="8687" y="12994"/>
                </a:lnTo>
                <a:lnTo>
                  <a:pt x="8176" y="12994"/>
                </a:lnTo>
                <a:lnTo>
                  <a:pt x="8200" y="12653"/>
                </a:lnTo>
                <a:lnTo>
                  <a:pt x="8273" y="12215"/>
                </a:lnTo>
                <a:lnTo>
                  <a:pt x="8346" y="11777"/>
                </a:lnTo>
                <a:lnTo>
                  <a:pt x="8346" y="11704"/>
                </a:lnTo>
                <a:lnTo>
                  <a:pt x="8298" y="11655"/>
                </a:lnTo>
                <a:lnTo>
                  <a:pt x="8249" y="11655"/>
                </a:lnTo>
                <a:lnTo>
                  <a:pt x="8200" y="11704"/>
                </a:lnTo>
                <a:lnTo>
                  <a:pt x="8079" y="11899"/>
                </a:lnTo>
                <a:lnTo>
                  <a:pt x="8006" y="12118"/>
                </a:lnTo>
                <a:lnTo>
                  <a:pt x="7933" y="12337"/>
                </a:lnTo>
                <a:lnTo>
                  <a:pt x="7884" y="12556"/>
                </a:lnTo>
                <a:lnTo>
                  <a:pt x="7835" y="12750"/>
                </a:lnTo>
                <a:lnTo>
                  <a:pt x="7811" y="12969"/>
                </a:lnTo>
                <a:lnTo>
                  <a:pt x="7300" y="12945"/>
                </a:lnTo>
                <a:lnTo>
                  <a:pt x="7349" y="12653"/>
                </a:lnTo>
                <a:lnTo>
                  <a:pt x="7397" y="12385"/>
                </a:lnTo>
                <a:lnTo>
                  <a:pt x="7495" y="12045"/>
                </a:lnTo>
                <a:lnTo>
                  <a:pt x="7592" y="11680"/>
                </a:lnTo>
                <a:lnTo>
                  <a:pt x="7568" y="11655"/>
                </a:lnTo>
                <a:lnTo>
                  <a:pt x="7543" y="11631"/>
                </a:lnTo>
                <a:lnTo>
                  <a:pt x="7470" y="11680"/>
                </a:lnTo>
                <a:lnTo>
                  <a:pt x="7397" y="11728"/>
                </a:lnTo>
                <a:lnTo>
                  <a:pt x="7276" y="11850"/>
                </a:lnTo>
                <a:lnTo>
                  <a:pt x="7178" y="11996"/>
                </a:lnTo>
                <a:lnTo>
                  <a:pt x="7130" y="12166"/>
                </a:lnTo>
                <a:lnTo>
                  <a:pt x="7008" y="12507"/>
                </a:lnTo>
                <a:lnTo>
                  <a:pt x="6959" y="12702"/>
                </a:lnTo>
                <a:lnTo>
                  <a:pt x="6935" y="12872"/>
                </a:lnTo>
                <a:lnTo>
                  <a:pt x="6473" y="12702"/>
                </a:lnTo>
                <a:lnTo>
                  <a:pt x="6521" y="12556"/>
                </a:lnTo>
                <a:lnTo>
                  <a:pt x="6546" y="12483"/>
                </a:lnTo>
                <a:lnTo>
                  <a:pt x="6546" y="12410"/>
                </a:lnTo>
                <a:lnTo>
                  <a:pt x="6546" y="12337"/>
                </a:lnTo>
                <a:lnTo>
                  <a:pt x="6497" y="12288"/>
                </a:lnTo>
                <a:lnTo>
                  <a:pt x="6473" y="12288"/>
                </a:lnTo>
                <a:lnTo>
                  <a:pt x="6375" y="12385"/>
                </a:lnTo>
                <a:lnTo>
                  <a:pt x="6302" y="12483"/>
                </a:lnTo>
                <a:lnTo>
                  <a:pt x="6181" y="12629"/>
                </a:lnTo>
                <a:lnTo>
                  <a:pt x="5889" y="12629"/>
                </a:lnTo>
                <a:lnTo>
                  <a:pt x="5816" y="12653"/>
                </a:lnTo>
                <a:lnTo>
                  <a:pt x="5743" y="12750"/>
                </a:lnTo>
                <a:lnTo>
                  <a:pt x="5743" y="12799"/>
                </a:lnTo>
                <a:lnTo>
                  <a:pt x="5743" y="12872"/>
                </a:lnTo>
                <a:lnTo>
                  <a:pt x="5743" y="12921"/>
                </a:lnTo>
                <a:lnTo>
                  <a:pt x="5791" y="12969"/>
                </a:lnTo>
                <a:lnTo>
                  <a:pt x="5986" y="13115"/>
                </a:lnTo>
                <a:lnTo>
                  <a:pt x="6181" y="13237"/>
                </a:lnTo>
                <a:lnTo>
                  <a:pt x="5986" y="13505"/>
                </a:lnTo>
                <a:lnTo>
                  <a:pt x="5767" y="13748"/>
                </a:lnTo>
                <a:lnTo>
                  <a:pt x="5305" y="14210"/>
                </a:lnTo>
                <a:lnTo>
                  <a:pt x="5134" y="14381"/>
                </a:lnTo>
                <a:lnTo>
                  <a:pt x="4988" y="14527"/>
                </a:lnTo>
                <a:lnTo>
                  <a:pt x="4891" y="14551"/>
                </a:lnTo>
                <a:lnTo>
                  <a:pt x="4818" y="14551"/>
                </a:lnTo>
                <a:lnTo>
                  <a:pt x="4721" y="14527"/>
                </a:lnTo>
                <a:lnTo>
                  <a:pt x="4648" y="14454"/>
                </a:lnTo>
                <a:lnTo>
                  <a:pt x="4648" y="13383"/>
                </a:lnTo>
                <a:lnTo>
                  <a:pt x="4623" y="12872"/>
                </a:lnTo>
                <a:lnTo>
                  <a:pt x="4599" y="12337"/>
                </a:lnTo>
                <a:lnTo>
                  <a:pt x="4575" y="12239"/>
                </a:lnTo>
                <a:lnTo>
                  <a:pt x="4526" y="12191"/>
                </a:lnTo>
                <a:lnTo>
                  <a:pt x="4502" y="12166"/>
                </a:lnTo>
                <a:lnTo>
                  <a:pt x="4404" y="12118"/>
                </a:lnTo>
                <a:lnTo>
                  <a:pt x="4307" y="12020"/>
                </a:lnTo>
                <a:lnTo>
                  <a:pt x="4185" y="11947"/>
                </a:lnTo>
                <a:lnTo>
                  <a:pt x="3918" y="11801"/>
                </a:lnTo>
                <a:lnTo>
                  <a:pt x="3650" y="11680"/>
                </a:lnTo>
                <a:lnTo>
                  <a:pt x="3407" y="11510"/>
                </a:lnTo>
                <a:lnTo>
                  <a:pt x="3163" y="11339"/>
                </a:lnTo>
                <a:lnTo>
                  <a:pt x="2920" y="11145"/>
                </a:lnTo>
                <a:lnTo>
                  <a:pt x="2677" y="10926"/>
                </a:lnTo>
                <a:lnTo>
                  <a:pt x="2482" y="10658"/>
                </a:lnTo>
                <a:lnTo>
                  <a:pt x="2288" y="10390"/>
                </a:lnTo>
                <a:lnTo>
                  <a:pt x="2117" y="10098"/>
                </a:lnTo>
                <a:lnTo>
                  <a:pt x="1947" y="9758"/>
                </a:lnTo>
                <a:lnTo>
                  <a:pt x="1850" y="9587"/>
                </a:lnTo>
                <a:lnTo>
                  <a:pt x="1752" y="9441"/>
                </a:lnTo>
                <a:lnTo>
                  <a:pt x="1704" y="9028"/>
                </a:lnTo>
                <a:lnTo>
                  <a:pt x="1655" y="8614"/>
                </a:lnTo>
                <a:lnTo>
                  <a:pt x="1655" y="8517"/>
                </a:lnTo>
                <a:lnTo>
                  <a:pt x="1631" y="8371"/>
                </a:lnTo>
                <a:lnTo>
                  <a:pt x="1582" y="8249"/>
                </a:lnTo>
                <a:lnTo>
                  <a:pt x="1533" y="8225"/>
                </a:lnTo>
                <a:lnTo>
                  <a:pt x="1485" y="8225"/>
                </a:lnTo>
                <a:lnTo>
                  <a:pt x="1412" y="8249"/>
                </a:lnTo>
                <a:lnTo>
                  <a:pt x="1363" y="8322"/>
                </a:lnTo>
                <a:lnTo>
                  <a:pt x="1339" y="8371"/>
                </a:lnTo>
                <a:lnTo>
                  <a:pt x="1314" y="8444"/>
                </a:lnTo>
                <a:lnTo>
                  <a:pt x="1290" y="8614"/>
                </a:lnTo>
                <a:lnTo>
                  <a:pt x="1266" y="8760"/>
                </a:lnTo>
                <a:lnTo>
                  <a:pt x="1266" y="8906"/>
                </a:lnTo>
                <a:lnTo>
                  <a:pt x="1266" y="9076"/>
                </a:lnTo>
                <a:lnTo>
                  <a:pt x="1120" y="9101"/>
                </a:lnTo>
                <a:lnTo>
                  <a:pt x="998" y="9149"/>
                </a:lnTo>
                <a:lnTo>
                  <a:pt x="828" y="9003"/>
                </a:lnTo>
                <a:lnTo>
                  <a:pt x="755" y="8906"/>
                </a:lnTo>
                <a:lnTo>
                  <a:pt x="682" y="8809"/>
                </a:lnTo>
                <a:lnTo>
                  <a:pt x="584" y="8565"/>
                </a:lnTo>
                <a:lnTo>
                  <a:pt x="511" y="8322"/>
                </a:lnTo>
                <a:lnTo>
                  <a:pt x="463" y="8079"/>
                </a:lnTo>
                <a:lnTo>
                  <a:pt x="438" y="7811"/>
                </a:lnTo>
                <a:lnTo>
                  <a:pt x="438" y="7592"/>
                </a:lnTo>
                <a:lnTo>
                  <a:pt x="438" y="7373"/>
                </a:lnTo>
                <a:lnTo>
                  <a:pt x="487" y="7154"/>
                </a:lnTo>
                <a:lnTo>
                  <a:pt x="536" y="6911"/>
                </a:lnTo>
                <a:lnTo>
                  <a:pt x="609" y="6740"/>
                </a:lnTo>
                <a:lnTo>
                  <a:pt x="706" y="6570"/>
                </a:lnTo>
                <a:lnTo>
                  <a:pt x="925" y="6302"/>
                </a:lnTo>
                <a:lnTo>
                  <a:pt x="998" y="6302"/>
                </a:lnTo>
                <a:lnTo>
                  <a:pt x="1290" y="6327"/>
                </a:lnTo>
                <a:lnTo>
                  <a:pt x="1436" y="6302"/>
                </a:lnTo>
                <a:lnTo>
                  <a:pt x="1533" y="6327"/>
                </a:lnTo>
                <a:lnTo>
                  <a:pt x="1631" y="6327"/>
                </a:lnTo>
                <a:lnTo>
                  <a:pt x="1728" y="6254"/>
                </a:lnTo>
                <a:lnTo>
                  <a:pt x="1752" y="6205"/>
                </a:lnTo>
                <a:lnTo>
                  <a:pt x="1777" y="6156"/>
                </a:lnTo>
                <a:lnTo>
                  <a:pt x="1874" y="5840"/>
                </a:lnTo>
                <a:lnTo>
                  <a:pt x="1971" y="5548"/>
                </a:lnTo>
                <a:lnTo>
                  <a:pt x="2093" y="5280"/>
                </a:lnTo>
                <a:lnTo>
                  <a:pt x="2239" y="5013"/>
                </a:lnTo>
                <a:lnTo>
                  <a:pt x="2409" y="4769"/>
                </a:lnTo>
                <a:lnTo>
                  <a:pt x="2604" y="4526"/>
                </a:lnTo>
                <a:lnTo>
                  <a:pt x="3017" y="4039"/>
                </a:lnTo>
                <a:lnTo>
                  <a:pt x="3407" y="3601"/>
                </a:lnTo>
                <a:lnTo>
                  <a:pt x="3820" y="3164"/>
                </a:lnTo>
                <a:lnTo>
                  <a:pt x="4137" y="2872"/>
                </a:lnTo>
                <a:lnTo>
                  <a:pt x="4283" y="2726"/>
                </a:lnTo>
                <a:lnTo>
                  <a:pt x="4429" y="2555"/>
                </a:lnTo>
                <a:lnTo>
                  <a:pt x="4502" y="2555"/>
                </a:lnTo>
                <a:lnTo>
                  <a:pt x="4550" y="2507"/>
                </a:lnTo>
                <a:lnTo>
                  <a:pt x="4599" y="2361"/>
                </a:lnTo>
                <a:lnTo>
                  <a:pt x="4599" y="2215"/>
                </a:lnTo>
                <a:lnTo>
                  <a:pt x="4599" y="2069"/>
                </a:lnTo>
                <a:lnTo>
                  <a:pt x="4623" y="1923"/>
                </a:lnTo>
                <a:lnTo>
                  <a:pt x="4672" y="1631"/>
                </a:lnTo>
                <a:lnTo>
                  <a:pt x="4745" y="1339"/>
                </a:lnTo>
                <a:lnTo>
                  <a:pt x="4891" y="901"/>
                </a:lnTo>
                <a:lnTo>
                  <a:pt x="5061" y="487"/>
                </a:lnTo>
                <a:close/>
                <a:moveTo>
                  <a:pt x="4915" y="0"/>
                </a:moveTo>
                <a:lnTo>
                  <a:pt x="4842" y="25"/>
                </a:lnTo>
                <a:lnTo>
                  <a:pt x="4794" y="49"/>
                </a:lnTo>
                <a:lnTo>
                  <a:pt x="4696" y="146"/>
                </a:lnTo>
                <a:lnTo>
                  <a:pt x="4599" y="268"/>
                </a:lnTo>
                <a:lnTo>
                  <a:pt x="4526" y="414"/>
                </a:lnTo>
                <a:lnTo>
                  <a:pt x="4453" y="584"/>
                </a:lnTo>
                <a:lnTo>
                  <a:pt x="4356" y="925"/>
                </a:lnTo>
                <a:lnTo>
                  <a:pt x="4283" y="1217"/>
                </a:lnTo>
                <a:lnTo>
                  <a:pt x="4210" y="1436"/>
                </a:lnTo>
                <a:lnTo>
                  <a:pt x="4137" y="1728"/>
                </a:lnTo>
                <a:lnTo>
                  <a:pt x="4112" y="2020"/>
                </a:lnTo>
                <a:lnTo>
                  <a:pt x="4112" y="2166"/>
                </a:lnTo>
                <a:lnTo>
                  <a:pt x="4137" y="2288"/>
                </a:lnTo>
                <a:lnTo>
                  <a:pt x="3893" y="2385"/>
                </a:lnTo>
                <a:lnTo>
                  <a:pt x="3674" y="2531"/>
                </a:lnTo>
                <a:lnTo>
                  <a:pt x="3455" y="2726"/>
                </a:lnTo>
                <a:lnTo>
                  <a:pt x="3236" y="2945"/>
                </a:lnTo>
                <a:lnTo>
                  <a:pt x="2871" y="3383"/>
                </a:lnTo>
                <a:lnTo>
                  <a:pt x="2531" y="3772"/>
                </a:lnTo>
                <a:lnTo>
                  <a:pt x="2142" y="4210"/>
                </a:lnTo>
                <a:lnTo>
                  <a:pt x="1923" y="4453"/>
                </a:lnTo>
                <a:lnTo>
                  <a:pt x="1752" y="4721"/>
                </a:lnTo>
                <a:lnTo>
                  <a:pt x="1582" y="4988"/>
                </a:lnTo>
                <a:lnTo>
                  <a:pt x="1436" y="5280"/>
                </a:lnTo>
                <a:lnTo>
                  <a:pt x="1339" y="5572"/>
                </a:lnTo>
                <a:lnTo>
                  <a:pt x="1290" y="5864"/>
                </a:lnTo>
                <a:lnTo>
                  <a:pt x="925" y="5864"/>
                </a:lnTo>
                <a:lnTo>
                  <a:pt x="755" y="5889"/>
                </a:lnTo>
                <a:lnTo>
                  <a:pt x="633" y="5937"/>
                </a:lnTo>
                <a:lnTo>
                  <a:pt x="536" y="5986"/>
                </a:lnTo>
                <a:lnTo>
                  <a:pt x="438" y="6083"/>
                </a:lnTo>
                <a:lnTo>
                  <a:pt x="341" y="6181"/>
                </a:lnTo>
                <a:lnTo>
                  <a:pt x="268" y="6302"/>
                </a:lnTo>
                <a:lnTo>
                  <a:pt x="219" y="6424"/>
                </a:lnTo>
                <a:lnTo>
                  <a:pt x="122" y="6716"/>
                </a:lnTo>
                <a:lnTo>
                  <a:pt x="49" y="7032"/>
                </a:lnTo>
                <a:lnTo>
                  <a:pt x="25" y="7324"/>
                </a:lnTo>
                <a:lnTo>
                  <a:pt x="0" y="7592"/>
                </a:lnTo>
                <a:lnTo>
                  <a:pt x="0" y="7811"/>
                </a:lnTo>
                <a:lnTo>
                  <a:pt x="25" y="8054"/>
                </a:lnTo>
                <a:lnTo>
                  <a:pt x="49" y="8322"/>
                </a:lnTo>
                <a:lnTo>
                  <a:pt x="122" y="8638"/>
                </a:lnTo>
                <a:lnTo>
                  <a:pt x="219" y="8930"/>
                </a:lnTo>
                <a:lnTo>
                  <a:pt x="365" y="9198"/>
                </a:lnTo>
                <a:lnTo>
                  <a:pt x="438" y="9320"/>
                </a:lnTo>
                <a:lnTo>
                  <a:pt x="536" y="9417"/>
                </a:lnTo>
                <a:lnTo>
                  <a:pt x="633" y="9514"/>
                </a:lnTo>
                <a:lnTo>
                  <a:pt x="730" y="9563"/>
                </a:lnTo>
                <a:lnTo>
                  <a:pt x="852" y="9612"/>
                </a:lnTo>
                <a:lnTo>
                  <a:pt x="1047" y="9612"/>
                </a:lnTo>
                <a:lnTo>
                  <a:pt x="1095" y="9587"/>
                </a:lnTo>
                <a:lnTo>
                  <a:pt x="1314" y="9587"/>
                </a:lnTo>
                <a:lnTo>
                  <a:pt x="1339" y="9612"/>
                </a:lnTo>
                <a:lnTo>
                  <a:pt x="1387" y="9758"/>
                </a:lnTo>
                <a:lnTo>
                  <a:pt x="1436" y="9928"/>
                </a:lnTo>
                <a:lnTo>
                  <a:pt x="1582" y="10220"/>
                </a:lnTo>
                <a:lnTo>
                  <a:pt x="1752" y="10512"/>
                </a:lnTo>
                <a:lnTo>
                  <a:pt x="1923" y="10804"/>
                </a:lnTo>
                <a:lnTo>
                  <a:pt x="2117" y="11072"/>
                </a:lnTo>
                <a:lnTo>
                  <a:pt x="2312" y="11315"/>
                </a:lnTo>
                <a:lnTo>
                  <a:pt x="2531" y="11510"/>
                </a:lnTo>
                <a:lnTo>
                  <a:pt x="2750" y="11704"/>
                </a:lnTo>
                <a:lnTo>
                  <a:pt x="3236" y="12045"/>
                </a:lnTo>
                <a:lnTo>
                  <a:pt x="3455" y="12191"/>
                </a:lnTo>
                <a:lnTo>
                  <a:pt x="3674" y="12288"/>
                </a:lnTo>
                <a:lnTo>
                  <a:pt x="3918" y="12385"/>
                </a:lnTo>
                <a:lnTo>
                  <a:pt x="4137" y="12507"/>
                </a:lnTo>
                <a:lnTo>
                  <a:pt x="4161" y="12531"/>
                </a:lnTo>
                <a:lnTo>
                  <a:pt x="4112" y="13067"/>
                </a:lnTo>
                <a:lnTo>
                  <a:pt x="4112" y="13626"/>
                </a:lnTo>
                <a:lnTo>
                  <a:pt x="4112" y="14746"/>
                </a:lnTo>
                <a:lnTo>
                  <a:pt x="4137" y="14819"/>
                </a:lnTo>
                <a:lnTo>
                  <a:pt x="4161" y="14867"/>
                </a:lnTo>
                <a:lnTo>
                  <a:pt x="4185" y="14916"/>
                </a:lnTo>
                <a:lnTo>
                  <a:pt x="4234" y="14965"/>
                </a:lnTo>
                <a:lnTo>
                  <a:pt x="4331" y="14989"/>
                </a:lnTo>
                <a:lnTo>
                  <a:pt x="4453" y="14989"/>
                </a:lnTo>
                <a:lnTo>
                  <a:pt x="4550" y="15062"/>
                </a:lnTo>
                <a:lnTo>
                  <a:pt x="4648" y="15111"/>
                </a:lnTo>
                <a:lnTo>
                  <a:pt x="4769" y="15135"/>
                </a:lnTo>
                <a:lnTo>
                  <a:pt x="4891" y="15111"/>
                </a:lnTo>
                <a:lnTo>
                  <a:pt x="4988" y="15086"/>
                </a:lnTo>
                <a:lnTo>
                  <a:pt x="5110" y="15038"/>
                </a:lnTo>
                <a:lnTo>
                  <a:pt x="5305" y="14940"/>
                </a:lnTo>
                <a:lnTo>
                  <a:pt x="5548" y="14721"/>
                </a:lnTo>
                <a:lnTo>
                  <a:pt x="5791" y="14502"/>
                </a:lnTo>
                <a:lnTo>
                  <a:pt x="6229" y="14040"/>
                </a:lnTo>
                <a:lnTo>
                  <a:pt x="6497" y="13748"/>
                </a:lnTo>
                <a:lnTo>
                  <a:pt x="6619" y="13602"/>
                </a:lnTo>
                <a:lnTo>
                  <a:pt x="6716" y="13432"/>
                </a:lnTo>
                <a:lnTo>
                  <a:pt x="6984" y="13505"/>
                </a:lnTo>
                <a:lnTo>
                  <a:pt x="7227" y="13529"/>
                </a:lnTo>
                <a:lnTo>
                  <a:pt x="7762" y="13578"/>
                </a:lnTo>
                <a:lnTo>
                  <a:pt x="8273" y="13578"/>
                </a:lnTo>
                <a:lnTo>
                  <a:pt x="8760" y="13602"/>
                </a:lnTo>
                <a:lnTo>
                  <a:pt x="9198" y="13578"/>
                </a:lnTo>
                <a:lnTo>
                  <a:pt x="9660" y="13578"/>
                </a:lnTo>
                <a:lnTo>
                  <a:pt x="10098" y="13529"/>
                </a:lnTo>
                <a:lnTo>
                  <a:pt x="10560" y="13480"/>
                </a:lnTo>
                <a:lnTo>
                  <a:pt x="10925" y="13407"/>
                </a:lnTo>
                <a:lnTo>
                  <a:pt x="11315" y="13334"/>
                </a:lnTo>
                <a:lnTo>
                  <a:pt x="11363" y="13480"/>
                </a:lnTo>
                <a:lnTo>
                  <a:pt x="11436" y="13626"/>
                </a:lnTo>
                <a:lnTo>
                  <a:pt x="11607" y="13943"/>
                </a:lnTo>
                <a:lnTo>
                  <a:pt x="11850" y="14210"/>
                </a:lnTo>
                <a:lnTo>
                  <a:pt x="11972" y="14356"/>
                </a:lnTo>
                <a:lnTo>
                  <a:pt x="12118" y="14478"/>
                </a:lnTo>
                <a:lnTo>
                  <a:pt x="12264" y="14575"/>
                </a:lnTo>
                <a:lnTo>
                  <a:pt x="12410" y="14673"/>
                </a:lnTo>
                <a:lnTo>
                  <a:pt x="12580" y="14721"/>
                </a:lnTo>
                <a:lnTo>
                  <a:pt x="12726" y="14770"/>
                </a:lnTo>
                <a:lnTo>
                  <a:pt x="12896" y="14794"/>
                </a:lnTo>
                <a:lnTo>
                  <a:pt x="13042" y="14770"/>
                </a:lnTo>
                <a:lnTo>
                  <a:pt x="13213" y="14721"/>
                </a:lnTo>
                <a:lnTo>
                  <a:pt x="13359" y="14624"/>
                </a:lnTo>
                <a:lnTo>
                  <a:pt x="13480" y="14527"/>
                </a:lnTo>
                <a:lnTo>
                  <a:pt x="13578" y="14405"/>
                </a:lnTo>
                <a:lnTo>
                  <a:pt x="13651" y="14283"/>
                </a:lnTo>
                <a:lnTo>
                  <a:pt x="13724" y="14162"/>
                </a:lnTo>
                <a:lnTo>
                  <a:pt x="13748" y="14016"/>
                </a:lnTo>
                <a:lnTo>
                  <a:pt x="13772" y="13845"/>
                </a:lnTo>
                <a:lnTo>
                  <a:pt x="13797" y="13529"/>
                </a:lnTo>
                <a:lnTo>
                  <a:pt x="13772" y="13213"/>
                </a:lnTo>
                <a:lnTo>
                  <a:pt x="13748" y="12872"/>
                </a:lnTo>
                <a:lnTo>
                  <a:pt x="13748" y="12580"/>
                </a:lnTo>
                <a:lnTo>
                  <a:pt x="13748" y="12288"/>
                </a:lnTo>
                <a:lnTo>
                  <a:pt x="13943" y="12118"/>
                </a:lnTo>
                <a:lnTo>
                  <a:pt x="14137" y="11947"/>
                </a:lnTo>
                <a:lnTo>
                  <a:pt x="14551" y="11655"/>
                </a:lnTo>
                <a:lnTo>
                  <a:pt x="14989" y="11388"/>
                </a:lnTo>
                <a:lnTo>
                  <a:pt x="15403" y="11072"/>
                </a:lnTo>
                <a:lnTo>
                  <a:pt x="15622" y="10877"/>
                </a:lnTo>
                <a:lnTo>
                  <a:pt x="15816" y="10634"/>
                </a:lnTo>
                <a:lnTo>
                  <a:pt x="15987" y="10390"/>
                </a:lnTo>
                <a:lnTo>
                  <a:pt x="16133" y="10123"/>
                </a:lnTo>
                <a:lnTo>
                  <a:pt x="16254" y="9855"/>
                </a:lnTo>
                <a:lnTo>
                  <a:pt x="16376" y="9563"/>
                </a:lnTo>
                <a:lnTo>
                  <a:pt x="16449" y="9271"/>
                </a:lnTo>
                <a:lnTo>
                  <a:pt x="16522" y="8979"/>
                </a:lnTo>
                <a:lnTo>
                  <a:pt x="16595" y="8614"/>
                </a:lnTo>
                <a:lnTo>
                  <a:pt x="16619" y="8249"/>
                </a:lnTo>
                <a:lnTo>
                  <a:pt x="16765" y="8273"/>
                </a:lnTo>
                <a:lnTo>
                  <a:pt x="16911" y="8298"/>
                </a:lnTo>
                <a:lnTo>
                  <a:pt x="17057" y="8273"/>
                </a:lnTo>
                <a:lnTo>
                  <a:pt x="17203" y="8249"/>
                </a:lnTo>
                <a:lnTo>
                  <a:pt x="17228" y="8273"/>
                </a:lnTo>
                <a:lnTo>
                  <a:pt x="17325" y="8346"/>
                </a:lnTo>
                <a:lnTo>
                  <a:pt x="17422" y="8444"/>
                </a:lnTo>
                <a:lnTo>
                  <a:pt x="17641" y="8565"/>
                </a:lnTo>
                <a:lnTo>
                  <a:pt x="17885" y="8663"/>
                </a:lnTo>
                <a:lnTo>
                  <a:pt x="18128" y="8687"/>
                </a:lnTo>
                <a:lnTo>
                  <a:pt x="18395" y="8663"/>
                </a:lnTo>
                <a:lnTo>
                  <a:pt x="18639" y="8614"/>
                </a:lnTo>
                <a:lnTo>
                  <a:pt x="18858" y="8492"/>
                </a:lnTo>
                <a:lnTo>
                  <a:pt x="18979" y="8419"/>
                </a:lnTo>
                <a:lnTo>
                  <a:pt x="19077" y="8346"/>
                </a:lnTo>
                <a:lnTo>
                  <a:pt x="19125" y="8249"/>
                </a:lnTo>
                <a:lnTo>
                  <a:pt x="19125" y="8176"/>
                </a:lnTo>
                <a:lnTo>
                  <a:pt x="19101" y="8079"/>
                </a:lnTo>
                <a:lnTo>
                  <a:pt x="19052" y="8006"/>
                </a:lnTo>
                <a:lnTo>
                  <a:pt x="18979" y="7957"/>
                </a:lnTo>
                <a:lnTo>
                  <a:pt x="18833" y="7957"/>
                </a:lnTo>
                <a:lnTo>
                  <a:pt x="18736" y="8006"/>
                </a:lnTo>
                <a:lnTo>
                  <a:pt x="18639" y="8103"/>
                </a:lnTo>
                <a:lnTo>
                  <a:pt x="18517" y="8176"/>
                </a:lnTo>
                <a:lnTo>
                  <a:pt x="18371" y="8200"/>
                </a:lnTo>
                <a:lnTo>
                  <a:pt x="18225" y="8225"/>
                </a:lnTo>
                <a:lnTo>
                  <a:pt x="18079" y="8200"/>
                </a:lnTo>
                <a:lnTo>
                  <a:pt x="17933" y="8176"/>
                </a:lnTo>
                <a:lnTo>
                  <a:pt x="17787" y="8127"/>
                </a:lnTo>
                <a:lnTo>
                  <a:pt x="17666" y="8054"/>
                </a:lnTo>
                <a:lnTo>
                  <a:pt x="17885" y="7933"/>
                </a:lnTo>
                <a:lnTo>
                  <a:pt x="18031" y="7835"/>
                </a:lnTo>
                <a:lnTo>
                  <a:pt x="18104" y="7738"/>
                </a:lnTo>
                <a:lnTo>
                  <a:pt x="18152" y="7641"/>
                </a:lnTo>
                <a:lnTo>
                  <a:pt x="18201" y="7543"/>
                </a:lnTo>
                <a:lnTo>
                  <a:pt x="18225" y="7446"/>
                </a:lnTo>
                <a:lnTo>
                  <a:pt x="18250" y="7349"/>
                </a:lnTo>
                <a:lnTo>
                  <a:pt x="18225" y="7251"/>
                </a:lnTo>
                <a:lnTo>
                  <a:pt x="18201" y="7154"/>
                </a:lnTo>
                <a:lnTo>
                  <a:pt x="18177" y="7057"/>
                </a:lnTo>
                <a:lnTo>
                  <a:pt x="18128" y="6984"/>
                </a:lnTo>
                <a:lnTo>
                  <a:pt x="18055" y="6911"/>
                </a:lnTo>
                <a:lnTo>
                  <a:pt x="18006" y="6862"/>
                </a:lnTo>
                <a:lnTo>
                  <a:pt x="17909" y="6813"/>
                </a:lnTo>
                <a:lnTo>
                  <a:pt x="17812" y="6789"/>
                </a:lnTo>
                <a:lnTo>
                  <a:pt x="17714" y="6789"/>
                </a:lnTo>
                <a:lnTo>
                  <a:pt x="17593" y="6813"/>
                </a:lnTo>
                <a:lnTo>
                  <a:pt x="17495" y="6838"/>
                </a:lnTo>
                <a:lnTo>
                  <a:pt x="17349" y="6911"/>
                </a:lnTo>
                <a:lnTo>
                  <a:pt x="17228" y="7008"/>
                </a:lnTo>
                <a:lnTo>
                  <a:pt x="17130" y="7105"/>
                </a:lnTo>
                <a:lnTo>
                  <a:pt x="17082" y="7227"/>
                </a:lnTo>
                <a:lnTo>
                  <a:pt x="17033" y="7373"/>
                </a:lnTo>
                <a:lnTo>
                  <a:pt x="17009" y="7519"/>
                </a:lnTo>
                <a:lnTo>
                  <a:pt x="17009" y="7665"/>
                </a:lnTo>
                <a:lnTo>
                  <a:pt x="17033" y="7811"/>
                </a:lnTo>
                <a:lnTo>
                  <a:pt x="16644" y="7835"/>
                </a:lnTo>
                <a:lnTo>
                  <a:pt x="16644" y="7397"/>
                </a:lnTo>
                <a:lnTo>
                  <a:pt x="16619" y="6935"/>
                </a:lnTo>
                <a:lnTo>
                  <a:pt x="16546" y="6497"/>
                </a:lnTo>
                <a:lnTo>
                  <a:pt x="16449" y="6059"/>
                </a:lnTo>
                <a:lnTo>
                  <a:pt x="16327" y="5621"/>
                </a:lnTo>
                <a:lnTo>
                  <a:pt x="16157" y="5207"/>
                </a:lnTo>
                <a:lnTo>
                  <a:pt x="15987" y="4794"/>
                </a:lnTo>
                <a:lnTo>
                  <a:pt x="15768" y="4404"/>
                </a:lnTo>
                <a:lnTo>
                  <a:pt x="15597" y="4161"/>
                </a:lnTo>
                <a:lnTo>
                  <a:pt x="15427" y="3918"/>
                </a:lnTo>
                <a:lnTo>
                  <a:pt x="15232" y="3699"/>
                </a:lnTo>
                <a:lnTo>
                  <a:pt x="15038" y="3480"/>
                </a:lnTo>
                <a:lnTo>
                  <a:pt x="14843" y="3285"/>
                </a:lnTo>
                <a:lnTo>
                  <a:pt x="14624" y="3091"/>
                </a:lnTo>
                <a:lnTo>
                  <a:pt x="14162" y="2750"/>
                </a:lnTo>
                <a:lnTo>
                  <a:pt x="13675" y="2434"/>
                </a:lnTo>
                <a:lnTo>
                  <a:pt x="13164" y="2166"/>
                </a:lnTo>
                <a:lnTo>
                  <a:pt x="12629" y="1923"/>
                </a:lnTo>
                <a:lnTo>
                  <a:pt x="12093" y="1704"/>
                </a:lnTo>
                <a:lnTo>
                  <a:pt x="11461" y="1460"/>
                </a:lnTo>
                <a:lnTo>
                  <a:pt x="10804" y="1266"/>
                </a:lnTo>
                <a:lnTo>
                  <a:pt x="10147" y="1120"/>
                </a:lnTo>
                <a:lnTo>
                  <a:pt x="9466" y="1022"/>
                </a:lnTo>
                <a:lnTo>
                  <a:pt x="8882" y="974"/>
                </a:lnTo>
                <a:lnTo>
                  <a:pt x="8249" y="974"/>
                </a:lnTo>
                <a:lnTo>
                  <a:pt x="7933" y="998"/>
                </a:lnTo>
                <a:lnTo>
                  <a:pt x="7641" y="1047"/>
                </a:lnTo>
                <a:lnTo>
                  <a:pt x="7349" y="1120"/>
                </a:lnTo>
                <a:lnTo>
                  <a:pt x="7057" y="1217"/>
                </a:lnTo>
                <a:lnTo>
                  <a:pt x="6570" y="755"/>
                </a:lnTo>
                <a:lnTo>
                  <a:pt x="6327" y="536"/>
                </a:lnTo>
                <a:lnTo>
                  <a:pt x="6059" y="317"/>
                </a:lnTo>
                <a:lnTo>
                  <a:pt x="5816" y="195"/>
                </a:lnTo>
                <a:lnTo>
                  <a:pt x="5548" y="98"/>
                </a:lnTo>
                <a:lnTo>
                  <a:pt x="5280" y="25"/>
                </a:lnTo>
                <a:lnTo>
                  <a:pt x="5013" y="25"/>
                </a:lnTo>
                <a:lnTo>
                  <a:pt x="4964" y="0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5"/>
          <p:cNvSpPr/>
          <p:nvPr/>
        </p:nvSpPr>
        <p:spPr>
          <a:xfrm>
            <a:off x="3744275" y="1247426"/>
            <a:ext cx="163663" cy="241144"/>
          </a:xfrm>
          <a:custGeom>
            <a:rect b="b" l="l" r="r" t="t"/>
            <a:pathLst>
              <a:path extrusionOk="0" h="8923" w="6056">
                <a:moveTo>
                  <a:pt x="1177" y="450"/>
                </a:moveTo>
                <a:lnTo>
                  <a:pt x="1220" y="471"/>
                </a:lnTo>
                <a:lnTo>
                  <a:pt x="1241" y="514"/>
                </a:lnTo>
                <a:lnTo>
                  <a:pt x="1263" y="621"/>
                </a:lnTo>
                <a:lnTo>
                  <a:pt x="1263" y="899"/>
                </a:lnTo>
                <a:lnTo>
                  <a:pt x="1241" y="1049"/>
                </a:lnTo>
                <a:lnTo>
                  <a:pt x="1220" y="1177"/>
                </a:lnTo>
                <a:lnTo>
                  <a:pt x="1177" y="1263"/>
                </a:lnTo>
                <a:lnTo>
                  <a:pt x="1156" y="1284"/>
                </a:lnTo>
                <a:lnTo>
                  <a:pt x="1113" y="1284"/>
                </a:lnTo>
                <a:lnTo>
                  <a:pt x="1092" y="1242"/>
                </a:lnTo>
                <a:lnTo>
                  <a:pt x="1070" y="1135"/>
                </a:lnTo>
                <a:lnTo>
                  <a:pt x="1049" y="985"/>
                </a:lnTo>
                <a:lnTo>
                  <a:pt x="1049" y="814"/>
                </a:lnTo>
                <a:lnTo>
                  <a:pt x="1070" y="664"/>
                </a:lnTo>
                <a:lnTo>
                  <a:pt x="1092" y="536"/>
                </a:lnTo>
                <a:lnTo>
                  <a:pt x="1113" y="493"/>
                </a:lnTo>
                <a:lnTo>
                  <a:pt x="1156" y="450"/>
                </a:lnTo>
                <a:close/>
                <a:moveTo>
                  <a:pt x="2033" y="471"/>
                </a:moveTo>
                <a:lnTo>
                  <a:pt x="2054" y="493"/>
                </a:lnTo>
                <a:lnTo>
                  <a:pt x="2076" y="578"/>
                </a:lnTo>
                <a:lnTo>
                  <a:pt x="2076" y="685"/>
                </a:lnTo>
                <a:lnTo>
                  <a:pt x="2097" y="985"/>
                </a:lnTo>
                <a:lnTo>
                  <a:pt x="2097" y="1156"/>
                </a:lnTo>
                <a:lnTo>
                  <a:pt x="2097" y="1220"/>
                </a:lnTo>
                <a:lnTo>
                  <a:pt x="2076" y="1263"/>
                </a:lnTo>
                <a:lnTo>
                  <a:pt x="2054" y="1306"/>
                </a:lnTo>
                <a:lnTo>
                  <a:pt x="2012" y="1306"/>
                </a:lnTo>
                <a:lnTo>
                  <a:pt x="1990" y="1284"/>
                </a:lnTo>
                <a:lnTo>
                  <a:pt x="1969" y="1263"/>
                </a:lnTo>
                <a:lnTo>
                  <a:pt x="1926" y="1156"/>
                </a:lnTo>
                <a:lnTo>
                  <a:pt x="1905" y="1006"/>
                </a:lnTo>
                <a:lnTo>
                  <a:pt x="1883" y="707"/>
                </a:lnTo>
                <a:lnTo>
                  <a:pt x="1883" y="578"/>
                </a:lnTo>
                <a:lnTo>
                  <a:pt x="1905" y="514"/>
                </a:lnTo>
                <a:lnTo>
                  <a:pt x="1947" y="471"/>
                </a:lnTo>
                <a:close/>
                <a:moveTo>
                  <a:pt x="1584" y="471"/>
                </a:moveTo>
                <a:lnTo>
                  <a:pt x="1648" y="493"/>
                </a:lnTo>
                <a:lnTo>
                  <a:pt x="1712" y="557"/>
                </a:lnTo>
                <a:lnTo>
                  <a:pt x="1712" y="643"/>
                </a:lnTo>
                <a:lnTo>
                  <a:pt x="1712" y="792"/>
                </a:lnTo>
                <a:lnTo>
                  <a:pt x="1669" y="1028"/>
                </a:lnTo>
                <a:lnTo>
                  <a:pt x="1669" y="1135"/>
                </a:lnTo>
                <a:lnTo>
                  <a:pt x="1669" y="1242"/>
                </a:lnTo>
                <a:lnTo>
                  <a:pt x="1648" y="1284"/>
                </a:lnTo>
                <a:lnTo>
                  <a:pt x="1605" y="1327"/>
                </a:lnTo>
                <a:lnTo>
                  <a:pt x="1562" y="1327"/>
                </a:lnTo>
                <a:lnTo>
                  <a:pt x="1498" y="1306"/>
                </a:lnTo>
                <a:lnTo>
                  <a:pt x="1455" y="1263"/>
                </a:lnTo>
                <a:lnTo>
                  <a:pt x="1434" y="1177"/>
                </a:lnTo>
                <a:lnTo>
                  <a:pt x="1434" y="942"/>
                </a:lnTo>
                <a:lnTo>
                  <a:pt x="1455" y="536"/>
                </a:lnTo>
                <a:lnTo>
                  <a:pt x="1477" y="493"/>
                </a:lnTo>
                <a:lnTo>
                  <a:pt x="1498" y="471"/>
                </a:lnTo>
                <a:close/>
                <a:moveTo>
                  <a:pt x="3895" y="450"/>
                </a:moveTo>
                <a:lnTo>
                  <a:pt x="3959" y="471"/>
                </a:lnTo>
                <a:lnTo>
                  <a:pt x="4001" y="493"/>
                </a:lnTo>
                <a:lnTo>
                  <a:pt x="4001" y="536"/>
                </a:lnTo>
                <a:lnTo>
                  <a:pt x="4023" y="643"/>
                </a:lnTo>
                <a:lnTo>
                  <a:pt x="4001" y="792"/>
                </a:lnTo>
                <a:lnTo>
                  <a:pt x="4023" y="985"/>
                </a:lnTo>
                <a:lnTo>
                  <a:pt x="4044" y="1092"/>
                </a:lnTo>
                <a:lnTo>
                  <a:pt x="4044" y="1199"/>
                </a:lnTo>
                <a:lnTo>
                  <a:pt x="4044" y="1263"/>
                </a:lnTo>
                <a:lnTo>
                  <a:pt x="4044" y="1327"/>
                </a:lnTo>
                <a:lnTo>
                  <a:pt x="4044" y="1349"/>
                </a:lnTo>
                <a:lnTo>
                  <a:pt x="3959" y="1370"/>
                </a:lnTo>
                <a:lnTo>
                  <a:pt x="3895" y="1391"/>
                </a:lnTo>
                <a:lnTo>
                  <a:pt x="3830" y="1370"/>
                </a:lnTo>
                <a:lnTo>
                  <a:pt x="3788" y="1327"/>
                </a:lnTo>
                <a:lnTo>
                  <a:pt x="3745" y="1284"/>
                </a:lnTo>
                <a:lnTo>
                  <a:pt x="3723" y="1135"/>
                </a:lnTo>
                <a:lnTo>
                  <a:pt x="3702" y="964"/>
                </a:lnTo>
                <a:lnTo>
                  <a:pt x="3723" y="792"/>
                </a:lnTo>
                <a:lnTo>
                  <a:pt x="3745" y="621"/>
                </a:lnTo>
                <a:lnTo>
                  <a:pt x="3788" y="514"/>
                </a:lnTo>
                <a:lnTo>
                  <a:pt x="3809" y="471"/>
                </a:lnTo>
                <a:lnTo>
                  <a:pt x="3895" y="450"/>
                </a:lnTo>
                <a:close/>
                <a:moveTo>
                  <a:pt x="4451" y="364"/>
                </a:moveTo>
                <a:lnTo>
                  <a:pt x="4536" y="386"/>
                </a:lnTo>
                <a:lnTo>
                  <a:pt x="4579" y="386"/>
                </a:lnTo>
                <a:lnTo>
                  <a:pt x="4601" y="407"/>
                </a:lnTo>
                <a:lnTo>
                  <a:pt x="4622" y="429"/>
                </a:lnTo>
                <a:lnTo>
                  <a:pt x="4622" y="493"/>
                </a:lnTo>
                <a:lnTo>
                  <a:pt x="4579" y="471"/>
                </a:lnTo>
                <a:lnTo>
                  <a:pt x="4536" y="493"/>
                </a:lnTo>
                <a:lnTo>
                  <a:pt x="4515" y="621"/>
                </a:lnTo>
                <a:lnTo>
                  <a:pt x="4515" y="728"/>
                </a:lnTo>
                <a:lnTo>
                  <a:pt x="4515" y="857"/>
                </a:lnTo>
                <a:lnTo>
                  <a:pt x="4558" y="1006"/>
                </a:lnTo>
                <a:lnTo>
                  <a:pt x="4601" y="1156"/>
                </a:lnTo>
                <a:lnTo>
                  <a:pt x="4601" y="1220"/>
                </a:lnTo>
                <a:lnTo>
                  <a:pt x="4579" y="1284"/>
                </a:lnTo>
                <a:lnTo>
                  <a:pt x="4536" y="1327"/>
                </a:lnTo>
                <a:lnTo>
                  <a:pt x="4494" y="1370"/>
                </a:lnTo>
                <a:lnTo>
                  <a:pt x="4408" y="1391"/>
                </a:lnTo>
                <a:lnTo>
                  <a:pt x="4365" y="1391"/>
                </a:lnTo>
                <a:lnTo>
                  <a:pt x="4344" y="1370"/>
                </a:lnTo>
                <a:lnTo>
                  <a:pt x="4301" y="1306"/>
                </a:lnTo>
                <a:lnTo>
                  <a:pt x="4301" y="1242"/>
                </a:lnTo>
                <a:lnTo>
                  <a:pt x="4322" y="1092"/>
                </a:lnTo>
                <a:lnTo>
                  <a:pt x="4280" y="921"/>
                </a:lnTo>
                <a:lnTo>
                  <a:pt x="4237" y="685"/>
                </a:lnTo>
                <a:lnTo>
                  <a:pt x="4237" y="578"/>
                </a:lnTo>
                <a:lnTo>
                  <a:pt x="4237" y="493"/>
                </a:lnTo>
                <a:lnTo>
                  <a:pt x="4280" y="407"/>
                </a:lnTo>
                <a:lnTo>
                  <a:pt x="4301" y="386"/>
                </a:lnTo>
                <a:lnTo>
                  <a:pt x="4344" y="386"/>
                </a:lnTo>
                <a:lnTo>
                  <a:pt x="4451" y="364"/>
                </a:lnTo>
                <a:close/>
                <a:moveTo>
                  <a:pt x="2910" y="450"/>
                </a:moveTo>
                <a:lnTo>
                  <a:pt x="2974" y="471"/>
                </a:lnTo>
                <a:lnTo>
                  <a:pt x="3039" y="514"/>
                </a:lnTo>
                <a:lnTo>
                  <a:pt x="3039" y="557"/>
                </a:lnTo>
                <a:lnTo>
                  <a:pt x="3060" y="621"/>
                </a:lnTo>
                <a:lnTo>
                  <a:pt x="3060" y="750"/>
                </a:lnTo>
                <a:lnTo>
                  <a:pt x="3039" y="899"/>
                </a:lnTo>
                <a:lnTo>
                  <a:pt x="3039" y="1006"/>
                </a:lnTo>
                <a:lnTo>
                  <a:pt x="3103" y="1156"/>
                </a:lnTo>
                <a:lnTo>
                  <a:pt x="3146" y="1284"/>
                </a:lnTo>
                <a:lnTo>
                  <a:pt x="3146" y="1349"/>
                </a:lnTo>
                <a:lnTo>
                  <a:pt x="3124" y="1370"/>
                </a:lnTo>
                <a:lnTo>
                  <a:pt x="3060" y="1413"/>
                </a:lnTo>
                <a:lnTo>
                  <a:pt x="2632" y="1413"/>
                </a:lnTo>
                <a:lnTo>
                  <a:pt x="2440" y="1370"/>
                </a:lnTo>
                <a:lnTo>
                  <a:pt x="2375" y="1349"/>
                </a:lnTo>
                <a:lnTo>
                  <a:pt x="2333" y="1306"/>
                </a:lnTo>
                <a:lnTo>
                  <a:pt x="2311" y="1263"/>
                </a:lnTo>
                <a:lnTo>
                  <a:pt x="2290" y="1156"/>
                </a:lnTo>
                <a:lnTo>
                  <a:pt x="2268" y="899"/>
                </a:lnTo>
                <a:lnTo>
                  <a:pt x="2268" y="664"/>
                </a:lnTo>
                <a:lnTo>
                  <a:pt x="2290" y="578"/>
                </a:lnTo>
                <a:lnTo>
                  <a:pt x="2290" y="536"/>
                </a:lnTo>
                <a:lnTo>
                  <a:pt x="2354" y="493"/>
                </a:lnTo>
                <a:lnTo>
                  <a:pt x="2397" y="471"/>
                </a:lnTo>
                <a:lnTo>
                  <a:pt x="2440" y="493"/>
                </a:lnTo>
                <a:lnTo>
                  <a:pt x="2461" y="536"/>
                </a:lnTo>
                <a:lnTo>
                  <a:pt x="2482" y="643"/>
                </a:lnTo>
                <a:lnTo>
                  <a:pt x="2482" y="814"/>
                </a:lnTo>
                <a:lnTo>
                  <a:pt x="2504" y="985"/>
                </a:lnTo>
                <a:lnTo>
                  <a:pt x="2525" y="1156"/>
                </a:lnTo>
                <a:lnTo>
                  <a:pt x="2547" y="1220"/>
                </a:lnTo>
                <a:lnTo>
                  <a:pt x="2568" y="1263"/>
                </a:lnTo>
                <a:lnTo>
                  <a:pt x="2611" y="1306"/>
                </a:lnTo>
                <a:lnTo>
                  <a:pt x="2675" y="1306"/>
                </a:lnTo>
                <a:lnTo>
                  <a:pt x="2739" y="1284"/>
                </a:lnTo>
                <a:lnTo>
                  <a:pt x="2782" y="1220"/>
                </a:lnTo>
                <a:lnTo>
                  <a:pt x="2803" y="1135"/>
                </a:lnTo>
                <a:lnTo>
                  <a:pt x="2803" y="1049"/>
                </a:lnTo>
                <a:lnTo>
                  <a:pt x="2782" y="857"/>
                </a:lnTo>
                <a:lnTo>
                  <a:pt x="2761" y="728"/>
                </a:lnTo>
                <a:lnTo>
                  <a:pt x="2739" y="600"/>
                </a:lnTo>
                <a:lnTo>
                  <a:pt x="2739" y="536"/>
                </a:lnTo>
                <a:lnTo>
                  <a:pt x="2782" y="471"/>
                </a:lnTo>
                <a:lnTo>
                  <a:pt x="2846" y="450"/>
                </a:lnTo>
                <a:close/>
                <a:moveTo>
                  <a:pt x="3402" y="450"/>
                </a:moveTo>
                <a:lnTo>
                  <a:pt x="3467" y="471"/>
                </a:lnTo>
                <a:lnTo>
                  <a:pt x="3509" y="514"/>
                </a:lnTo>
                <a:lnTo>
                  <a:pt x="3531" y="578"/>
                </a:lnTo>
                <a:lnTo>
                  <a:pt x="3531" y="643"/>
                </a:lnTo>
                <a:lnTo>
                  <a:pt x="3509" y="814"/>
                </a:lnTo>
                <a:lnTo>
                  <a:pt x="3488" y="942"/>
                </a:lnTo>
                <a:lnTo>
                  <a:pt x="3488" y="1070"/>
                </a:lnTo>
                <a:lnTo>
                  <a:pt x="3488" y="1242"/>
                </a:lnTo>
                <a:lnTo>
                  <a:pt x="3467" y="1349"/>
                </a:lnTo>
                <a:lnTo>
                  <a:pt x="3445" y="1413"/>
                </a:lnTo>
                <a:lnTo>
                  <a:pt x="3424" y="1434"/>
                </a:lnTo>
                <a:lnTo>
                  <a:pt x="3360" y="1413"/>
                </a:lnTo>
                <a:lnTo>
                  <a:pt x="3338" y="1391"/>
                </a:lnTo>
                <a:lnTo>
                  <a:pt x="3317" y="1327"/>
                </a:lnTo>
                <a:lnTo>
                  <a:pt x="3295" y="1177"/>
                </a:lnTo>
                <a:lnTo>
                  <a:pt x="3295" y="878"/>
                </a:lnTo>
                <a:lnTo>
                  <a:pt x="3274" y="750"/>
                </a:lnTo>
                <a:lnTo>
                  <a:pt x="3253" y="600"/>
                </a:lnTo>
                <a:lnTo>
                  <a:pt x="3253" y="557"/>
                </a:lnTo>
                <a:lnTo>
                  <a:pt x="3274" y="493"/>
                </a:lnTo>
                <a:lnTo>
                  <a:pt x="3338" y="471"/>
                </a:lnTo>
                <a:lnTo>
                  <a:pt x="3402" y="450"/>
                </a:lnTo>
                <a:close/>
                <a:moveTo>
                  <a:pt x="3937" y="1798"/>
                </a:moveTo>
                <a:lnTo>
                  <a:pt x="4023" y="1819"/>
                </a:lnTo>
                <a:lnTo>
                  <a:pt x="4108" y="1841"/>
                </a:lnTo>
                <a:lnTo>
                  <a:pt x="4151" y="1884"/>
                </a:lnTo>
                <a:lnTo>
                  <a:pt x="4194" y="1948"/>
                </a:lnTo>
                <a:lnTo>
                  <a:pt x="4258" y="2076"/>
                </a:lnTo>
                <a:lnTo>
                  <a:pt x="4344" y="2140"/>
                </a:lnTo>
                <a:lnTo>
                  <a:pt x="4429" y="2204"/>
                </a:lnTo>
                <a:lnTo>
                  <a:pt x="4622" y="2311"/>
                </a:lnTo>
                <a:lnTo>
                  <a:pt x="4900" y="2525"/>
                </a:lnTo>
                <a:lnTo>
                  <a:pt x="5071" y="2697"/>
                </a:lnTo>
                <a:lnTo>
                  <a:pt x="5242" y="2868"/>
                </a:lnTo>
                <a:lnTo>
                  <a:pt x="5371" y="3039"/>
                </a:lnTo>
                <a:lnTo>
                  <a:pt x="5414" y="3124"/>
                </a:lnTo>
                <a:lnTo>
                  <a:pt x="5435" y="3189"/>
                </a:lnTo>
                <a:lnTo>
                  <a:pt x="5435" y="3253"/>
                </a:lnTo>
                <a:lnTo>
                  <a:pt x="5392" y="3296"/>
                </a:lnTo>
                <a:lnTo>
                  <a:pt x="5328" y="3338"/>
                </a:lnTo>
                <a:lnTo>
                  <a:pt x="5221" y="3381"/>
                </a:lnTo>
                <a:lnTo>
                  <a:pt x="4922" y="3403"/>
                </a:lnTo>
                <a:lnTo>
                  <a:pt x="4622" y="3424"/>
                </a:lnTo>
                <a:lnTo>
                  <a:pt x="4001" y="3424"/>
                </a:lnTo>
                <a:lnTo>
                  <a:pt x="2782" y="3403"/>
                </a:lnTo>
                <a:lnTo>
                  <a:pt x="1969" y="3403"/>
                </a:lnTo>
                <a:lnTo>
                  <a:pt x="1498" y="3381"/>
                </a:lnTo>
                <a:lnTo>
                  <a:pt x="835" y="3381"/>
                </a:lnTo>
                <a:lnTo>
                  <a:pt x="771" y="3360"/>
                </a:lnTo>
                <a:lnTo>
                  <a:pt x="771" y="3338"/>
                </a:lnTo>
                <a:lnTo>
                  <a:pt x="771" y="3317"/>
                </a:lnTo>
                <a:lnTo>
                  <a:pt x="899" y="3124"/>
                </a:lnTo>
                <a:lnTo>
                  <a:pt x="1027" y="2953"/>
                </a:lnTo>
                <a:lnTo>
                  <a:pt x="1306" y="2568"/>
                </a:lnTo>
                <a:lnTo>
                  <a:pt x="1391" y="2440"/>
                </a:lnTo>
                <a:lnTo>
                  <a:pt x="1477" y="2333"/>
                </a:lnTo>
                <a:lnTo>
                  <a:pt x="1520" y="2247"/>
                </a:lnTo>
                <a:lnTo>
                  <a:pt x="1541" y="2162"/>
                </a:lnTo>
                <a:lnTo>
                  <a:pt x="1584" y="2076"/>
                </a:lnTo>
                <a:lnTo>
                  <a:pt x="1627" y="1991"/>
                </a:lnTo>
                <a:lnTo>
                  <a:pt x="1669" y="1948"/>
                </a:lnTo>
                <a:lnTo>
                  <a:pt x="1755" y="1926"/>
                </a:lnTo>
                <a:lnTo>
                  <a:pt x="1969" y="1905"/>
                </a:lnTo>
                <a:lnTo>
                  <a:pt x="2354" y="1905"/>
                </a:lnTo>
                <a:lnTo>
                  <a:pt x="3274" y="1884"/>
                </a:lnTo>
                <a:lnTo>
                  <a:pt x="3467" y="1841"/>
                </a:lnTo>
                <a:lnTo>
                  <a:pt x="3702" y="1819"/>
                </a:lnTo>
                <a:lnTo>
                  <a:pt x="3937" y="1798"/>
                </a:lnTo>
                <a:close/>
                <a:moveTo>
                  <a:pt x="5242" y="3766"/>
                </a:moveTo>
                <a:lnTo>
                  <a:pt x="5349" y="3788"/>
                </a:lnTo>
                <a:lnTo>
                  <a:pt x="5435" y="3809"/>
                </a:lnTo>
                <a:lnTo>
                  <a:pt x="5521" y="3852"/>
                </a:lnTo>
                <a:lnTo>
                  <a:pt x="5542" y="3916"/>
                </a:lnTo>
                <a:lnTo>
                  <a:pt x="5563" y="4023"/>
                </a:lnTo>
                <a:lnTo>
                  <a:pt x="5585" y="4216"/>
                </a:lnTo>
                <a:lnTo>
                  <a:pt x="5606" y="4408"/>
                </a:lnTo>
                <a:lnTo>
                  <a:pt x="5606" y="4622"/>
                </a:lnTo>
                <a:lnTo>
                  <a:pt x="5585" y="5029"/>
                </a:lnTo>
                <a:lnTo>
                  <a:pt x="5563" y="6098"/>
                </a:lnTo>
                <a:lnTo>
                  <a:pt x="5563" y="6698"/>
                </a:lnTo>
                <a:lnTo>
                  <a:pt x="5563" y="6826"/>
                </a:lnTo>
                <a:lnTo>
                  <a:pt x="5563" y="6912"/>
                </a:lnTo>
                <a:lnTo>
                  <a:pt x="5521" y="6976"/>
                </a:lnTo>
                <a:lnTo>
                  <a:pt x="5414" y="7019"/>
                </a:lnTo>
                <a:lnTo>
                  <a:pt x="5285" y="7040"/>
                </a:lnTo>
                <a:lnTo>
                  <a:pt x="5135" y="7040"/>
                </a:lnTo>
                <a:lnTo>
                  <a:pt x="4836" y="7019"/>
                </a:lnTo>
                <a:lnTo>
                  <a:pt x="4215" y="7061"/>
                </a:lnTo>
                <a:lnTo>
                  <a:pt x="3595" y="7083"/>
                </a:lnTo>
                <a:lnTo>
                  <a:pt x="2996" y="7083"/>
                </a:lnTo>
                <a:lnTo>
                  <a:pt x="2739" y="7104"/>
                </a:lnTo>
                <a:lnTo>
                  <a:pt x="2611" y="7125"/>
                </a:lnTo>
                <a:lnTo>
                  <a:pt x="2482" y="7125"/>
                </a:lnTo>
                <a:lnTo>
                  <a:pt x="2375" y="7104"/>
                </a:lnTo>
                <a:lnTo>
                  <a:pt x="2333" y="7061"/>
                </a:lnTo>
                <a:lnTo>
                  <a:pt x="2311" y="7019"/>
                </a:lnTo>
                <a:lnTo>
                  <a:pt x="2247" y="6933"/>
                </a:lnTo>
                <a:lnTo>
                  <a:pt x="2204" y="6912"/>
                </a:lnTo>
                <a:lnTo>
                  <a:pt x="2161" y="6912"/>
                </a:lnTo>
                <a:lnTo>
                  <a:pt x="2076" y="6933"/>
                </a:lnTo>
                <a:lnTo>
                  <a:pt x="2012" y="6976"/>
                </a:lnTo>
                <a:lnTo>
                  <a:pt x="1947" y="7061"/>
                </a:lnTo>
                <a:lnTo>
                  <a:pt x="1883" y="7125"/>
                </a:lnTo>
                <a:lnTo>
                  <a:pt x="1798" y="7168"/>
                </a:lnTo>
                <a:lnTo>
                  <a:pt x="1734" y="7168"/>
                </a:lnTo>
                <a:lnTo>
                  <a:pt x="1691" y="7147"/>
                </a:lnTo>
                <a:lnTo>
                  <a:pt x="1648" y="7104"/>
                </a:lnTo>
                <a:lnTo>
                  <a:pt x="1627" y="7061"/>
                </a:lnTo>
                <a:lnTo>
                  <a:pt x="1648" y="6976"/>
                </a:lnTo>
                <a:lnTo>
                  <a:pt x="1734" y="6783"/>
                </a:lnTo>
                <a:lnTo>
                  <a:pt x="1819" y="6569"/>
                </a:lnTo>
                <a:lnTo>
                  <a:pt x="1819" y="6484"/>
                </a:lnTo>
                <a:lnTo>
                  <a:pt x="1819" y="6398"/>
                </a:lnTo>
                <a:lnTo>
                  <a:pt x="1776" y="6355"/>
                </a:lnTo>
                <a:lnTo>
                  <a:pt x="1734" y="6334"/>
                </a:lnTo>
                <a:lnTo>
                  <a:pt x="1669" y="6334"/>
                </a:lnTo>
                <a:lnTo>
                  <a:pt x="1584" y="6377"/>
                </a:lnTo>
                <a:lnTo>
                  <a:pt x="1498" y="6462"/>
                </a:lnTo>
                <a:lnTo>
                  <a:pt x="1327" y="6676"/>
                </a:lnTo>
                <a:lnTo>
                  <a:pt x="1241" y="6847"/>
                </a:lnTo>
                <a:lnTo>
                  <a:pt x="1156" y="7040"/>
                </a:lnTo>
                <a:lnTo>
                  <a:pt x="1092" y="7104"/>
                </a:lnTo>
                <a:lnTo>
                  <a:pt x="1049" y="7125"/>
                </a:lnTo>
                <a:lnTo>
                  <a:pt x="1006" y="7147"/>
                </a:lnTo>
                <a:lnTo>
                  <a:pt x="856" y="7147"/>
                </a:lnTo>
                <a:lnTo>
                  <a:pt x="856" y="7125"/>
                </a:lnTo>
                <a:lnTo>
                  <a:pt x="878" y="7061"/>
                </a:lnTo>
                <a:lnTo>
                  <a:pt x="921" y="6997"/>
                </a:lnTo>
                <a:lnTo>
                  <a:pt x="942" y="6869"/>
                </a:lnTo>
                <a:lnTo>
                  <a:pt x="985" y="6740"/>
                </a:lnTo>
                <a:lnTo>
                  <a:pt x="1134" y="6505"/>
                </a:lnTo>
                <a:lnTo>
                  <a:pt x="1220" y="6377"/>
                </a:lnTo>
                <a:lnTo>
                  <a:pt x="1284" y="6248"/>
                </a:lnTo>
                <a:lnTo>
                  <a:pt x="1306" y="6120"/>
                </a:lnTo>
                <a:lnTo>
                  <a:pt x="1327" y="5970"/>
                </a:lnTo>
                <a:lnTo>
                  <a:pt x="1284" y="5842"/>
                </a:lnTo>
                <a:lnTo>
                  <a:pt x="1263" y="5799"/>
                </a:lnTo>
                <a:lnTo>
                  <a:pt x="1241" y="5778"/>
                </a:lnTo>
                <a:lnTo>
                  <a:pt x="1199" y="5778"/>
                </a:lnTo>
                <a:lnTo>
                  <a:pt x="1156" y="5799"/>
                </a:lnTo>
                <a:lnTo>
                  <a:pt x="1092" y="5863"/>
                </a:lnTo>
                <a:lnTo>
                  <a:pt x="921" y="6056"/>
                </a:lnTo>
                <a:lnTo>
                  <a:pt x="835" y="6141"/>
                </a:lnTo>
                <a:lnTo>
                  <a:pt x="792" y="6184"/>
                </a:lnTo>
                <a:lnTo>
                  <a:pt x="728" y="6227"/>
                </a:lnTo>
                <a:lnTo>
                  <a:pt x="707" y="6205"/>
                </a:lnTo>
                <a:lnTo>
                  <a:pt x="707" y="6141"/>
                </a:lnTo>
                <a:lnTo>
                  <a:pt x="707" y="6077"/>
                </a:lnTo>
                <a:lnTo>
                  <a:pt x="728" y="6013"/>
                </a:lnTo>
                <a:lnTo>
                  <a:pt x="792" y="5842"/>
                </a:lnTo>
                <a:lnTo>
                  <a:pt x="942" y="5564"/>
                </a:lnTo>
                <a:lnTo>
                  <a:pt x="1027" y="5350"/>
                </a:lnTo>
                <a:lnTo>
                  <a:pt x="1049" y="5243"/>
                </a:lnTo>
                <a:lnTo>
                  <a:pt x="1049" y="5157"/>
                </a:lnTo>
                <a:lnTo>
                  <a:pt x="1027" y="5072"/>
                </a:lnTo>
                <a:lnTo>
                  <a:pt x="985" y="5029"/>
                </a:lnTo>
                <a:lnTo>
                  <a:pt x="899" y="4986"/>
                </a:lnTo>
                <a:lnTo>
                  <a:pt x="771" y="5007"/>
                </a:lnTo>
                <a:lnTo>
                  <a:pt x="685" y="5029"/>
                </a:lnTo>
                <a:lnTo>
                  <a:pt x="664" y="5050"/>
                </a:lnTo>
                <a:lnTo>
                  <a:pt x="642" y="5029"/>
                </a:lnTo>
                <a:lnTo>
                  <a:pt x="621" y="4922"/>
                </a:lnTo>
                <a:lnTo>
                  <a:pt x="600" y="4772"/>
                </a:lnTo>
                <a:lnTo>
                  <a:pt x="600" y="4601"/>
                </a:lnTo>
                <a:lnTo>
                  <a:pt x="621" y="4301"/>
                </a:lnTo>
                <a:lnTo>
                  <a:pt x="642" y="4173"/>
                </a:lnTo>
                <a:lnTo>
                  <a:pt x="685" y="4045"/>
                </a:lnTo>
                <a:lnTo>
                  <a:pt x="749" y="3916"/>
                </a:lnTo>
                <a:lnTo>
                  <a:pt x="792" y="3873"/>
                </a:lnTo>
                <a:lnTo>
                  <a:pt x="835" y="3852"/>
                </a:lnTo>
                <a:lnTo>
                  <a:pt x="899" y="3831"/>
                </a:lnTo>
                <a:lnTo>
                  <a:pt x="985" y="3831"/>
                </a:lnTo>
                <a:lnTo>
                  <a:pt x="1113" y="3852"/>
                </a:lnTo>
                <a:lnTo>
                  <a:pt x="1798" y="3852"/>
                </a:lnTo>
                <a:lnTo>
                  <a:pt x="3231" y="3831"/>
                </a:lnTo>
                <a:lnTo>
                  <a:pt x="4665" y="3809"/>
                </a:lnTo>
                <a:lnTo>
                  <a:pt x="5114" y="3766"/>
                </a:lnTo>
                <a:close/>
                <a:moveTo>
                  <a:pt x="5349" y="7446"/>
                </a:moveTo>
                <a:lnTo>
                  <a:pt x="5414" y="7468"/>
                </a:lnTo>
                <a:lnTo>
                  <a:pt x="5456" y="7489"/>
                </a:lnTo>
                <a:lnTo>
                  <a:pt x="5499" y="7532"/>
                </a:lnTo>
                <a:lnTo>
                  <a:pt x="5542" y="7618"/>
                </a:lnTo>
                <a:lnTo>
                  <a:pt x="5542" y="7725"/>
                </a:lnTo>
                <a:lnTo>
                  <a:pt x="5499" y="7832"/>
                </a:lnTo>
                <a:lnTo>
                  <a:pt x="5435" y="7960"/>
                </a:lnTo>
                <a:lnTo>
                  <a:pt x="5371" y="8067"/>
                </a:lnTo>
                <a:lnTo>
                  <a:pt x="5285" y="8152"/>
                </a:lnTo>
                <a:lnTo>
                  <a:pt x="5135" y="8259"/>
                </a:lnTo>
                <a:lnTo>
                  <a:pt x="4964" y="8345"/>
                </a:lnTo>
                <a:lnTo>
                  <a:pt x="4793" y="8388"/>
                </a:lnTo>
                <a:lnTo>
                  <a:pt x="4601" y="8409"/>
                </a:lnTo>
                <a:lnTo>
                  <a:pt x="4194" y="8431"/>
                </a:lnTo>
                <a:lnTo>
                  <a:pt x="3830" y="8452"/>
                </a:lnTo>
                <a:lnTo>
                  <a:pt x="3488" y="8473"/>
                </a:lnTo>
                <a:lnTo>
                  <a:pt x="3146" y="8495"/>
                </a:lnTo>
                <a:lnTo>
                  <a:pt x="2504" y="8495"/>
                </a:lnTo>
                <a:lnTo>
                  <a:pt x="2440" y="8473"/>
                </a:lnTo>
                <a:lnTo>
                  <a:pt x="2375" y="8431"/>
                </a:lnTo>
                <a:lnTo>
                  <a:pt x="2333" y="8366"/>
                </a:lnTo>
                <a:lnTo>
                  <a:pt x="2290" y="8324"/>
                </a:lnTo>
                <a:lnTo>
                  <a:pt x="2226" y="8281"/>
                </a:lnTo>
                <a:lnTo>
                  <a:pt x="2161" y="8281"/>
                </a:lnTo>
                <a:lnTo>
                  <a:pt x="2076" y="8302"/>
                </a:lnTo>
                <a:lnTo>
                  <a:pt x="1990" y="8324"/>
                </a:lnTo>
                <a:lnTo>
                  <a:pt x="1905" y="8345"/>
                </a:lnTo>
                <a:lnTo>
                  <a:pt x="1776" y="8324"/>
                </a:lnTo>
                <a:lnTo>
                  <a:pt x="1712" y="8302"/>
                </a:lnTo>
                <a:lnTo>
                  <a:pt x="1669" y="8238"/>
                </a:lnTo>
                <a:lnTo>
                  <a:pt x="1605" y="8131"/>
                </a:lnTo>
                <a:lnTo>
                  <a:pt x="1541" y="8024"/>
                </a:lnTo>
                <a:lnTo>
                  <a:pt x="1498" y="8003"/>
                </a:lnTo>
                <a:lnTo>
                  <a:pt x="1477" y="8003"/>
                </a:lnTo>
                <a:lnTo>
                  <a:pt x="1413" y="8024"/>
                </a:lnTo>
                <a:lnTo>
                  <a:pt x="1306" y="8067"/>
                </a:lnTo>
                <a:lnTo>
                  <a:pt x="1284" y="8110"/>
                </a:lnTo>
                <a:lnTo>
                  <a:pt x="1263" y="8131"/>
                </a:lnTo>
                <a:lnTo>
                  <a:pt x="1220" y="8152"/>
                </a:lnTo>
                <a:lnTo>
                  <a:pt x="1177" y="8131"/>
                </a:lnTo>
                <a:lnTo>
                  <a:pt x="1134" y="8088"/>
                </a:lnTo>
                <a:lnTo>
                  <a:pt x="1134" y="8024"/>
                </a:lnTo>
                <a:lnTo>
                  <a:pt x="1134" y="7917"/>
                </a:lnTo>
                <a:lnTo>
                  <a:pt x="1134" y="7767"/>
                </a:lnTo>
                <a:lnTo>
                  <a:pt x="1156" y="7660"/>
                </a:lnTo>
                <a:lnTo>
                  <a:pt x="1177" y="7639"/>
                </a:lnTo>
                <a:lnTo>
                  <a:pt x="1199" y="7596"/>
                </a:lnTo>
                <a:lnTo>
                  <a:pt x="1263" y="7575"/>
                </a:lnTo>
                <a:lnTo>
                  <a:pt x="1327" y="7553"/>
                </a:lnTo>
                <a:lnTo>
                  <a:pt x="1883" y="7553"/>
                </a:lnTo>
                <a:lnTo>
                  <a:pt x="2076" y="7532"/>
                </a:lnTo>
                <a:lnTo>
                  <a:pt x="2461" y="7511"/>
                </a:lnTo>
                <a:lnTo>
                  <a:pt x="2868" y="7489"/>
                </a:lnTo>
                <a:lnTo>
                  <a:pt x="3638" y="7489"/>
                </a:lnTo>
                <a:lnTo>
                  <a:pt x="4451" y="7468"/>
                </a:lnTo>
                <a:lnTo>
                  <a:pt x="4879" y="7446"/>
                </a:lnTo>
                <a:close/>
                <a:moveTo>
                  <a:pt x="2932" y="1"/>
                </a:moveTo>
                <a:lnTo>
                  <a:pt x="2632" y="22"/>
                </a:lnTo>
                <a:lnTo>
                  <a:pt x="2333" y="43"/>
                </a:lnTo>
                <a:lnTo>
                  <a:pt x="1755" y="108"/>
                </a:lnTo>
                <a:lnTo>
                  <a:pt x="1498" y="129"/>
                </a:lnTo>
                <a:lnTo>
                  <a:pt x="1220" y="129"/>
                </a:lnTo>
                <a:lnTo>
                  <a:pt x="1070" y="150"/>
                </a:lnTo>
                <a:lnTo>
                  <a:pt x="942" y="172"/>
                </a:lnTo>
                <a:lnTo>
                  <a:pt x="814" y="236"/>
                </a:lnTo>
                <a:lnTo>
                  <a:pt x="728" y="300"/>
                </a:lnTo>
                <a:lnTo>
                  <a:pt x="642" y="386"/>
                </a:lnTo>
                <a:lnTo>
                  <a:pt x="600" y="493"/>
                </a:lnTo>
                <a:lnTo>
                  <a:pt x="578" y="621"/>
                </a:lnTo>
                <a:lnTo>
                  <a:pt x="557" y="728"/>
                </a:lnTo>
                <a:lnTo>
                  <a:pt x="557" y="985"/>
                </a:lnTo>
                <a:lnTo>
                  <a:pt x="578" y="1220"/>
                </a:lnTo>
                <a:lnTo>
                  <a:pt x="600" y="1434"/>
                </a:lnTo>
                <a:lnTo>
                  <a:pt x="642" y="1520"/>
                </a:lnTo>
                <a:lnTo>
                  <a:pt x="707" y="1605"/>
                </a:lnTo>
                <a:lnTo>
                  <a:pt x="749" y="1648"/>
                </a:lnTo>
                <a:lnTo>
                  <a:pt x="792" y="1691"/>
                </a:lnTo>
                <a:lnTo>
                  <a:pt x="921" y="1734"/>
                </a:lnTo>
                <a:lnTo>
                  <a:pt x="1027" y="1777"/>
                </a:lnTo>
                <a:lnTo>
                  <a:pt x="1070" y="1798"/>
                </a:lnTo>
                <a:lnTo>
                  <a:pt x="1113" y="1841"/>
                </a:lnTo>
                <a:lnTo>
                  <a:pt x="1113" y="1862"/>
                </a:lnTo>
                <a:lnTo>
                  <a:pt x="1113" y="1905"/>
                </a:lnTo>
                <a:lnTo>
                  <a:pt x="1092" y="2012"/>
                </a:lnTo>
                <a:lnTo>
                  <a:pt x="1006" y="2119"/>
                </a:lnTo>
                <a:lnTo>
                  <a:pt x="899" y="2247"/>
                </a:lnTo>
                <a:lnTo>
                  <a:pt x="685" y="2483"/>
                </a:lnTo>
                <a:lnTo>
                  <a:pt x="514" y="2654"/>
                </a:lnTo>
                <a:lnTo>
                  <a:pt x="364" y="2825"/>
                </a:lnTo>
                <a:lnTo>
                  <a:pt x="236" y="3039"/>
                </a:lnTo>
                <a:lnTo>
                  <a:pt x="129" y="3253"/>
                </a:lnTo>
                <a:lnTo>
                  <a:pt x="65" y="3467"/>
                </a:lnTo>
                <a:lnTo>
                  <a:pt x="22" y="3788"/>
                </a:lnTo>
                <a:lnTo>
                  <a:pt x="0" y="4109"/>
                </a:lnTo>
                <a:lnTo>
                  <a:pt x="0" y="4430"/>
                </a:lnTo>
                <a:lnTo>
                  <a:pt x="0" y="4772"/>
                </a:lnTo>
                <a:lnTo>
                  <a:pt x="65" y="5414"/>
                </a:lnTo>
                <a:lnTo>
                  <a:pt x="150" y="6056"/>
                </a:lnTo>
                <a:lnTo>
                  <a:pt x="193" y="6591"/>
                </a:lnTo>
                <a:lnTo>
                  <a:pt x="236" y="7147"/>
                </a:lnTo>
                <a:lnTo>
                  <a:pt x="236" y="7425"/>
                </a:lnTo>
                <a:lnTo>
                  <a:pt x="214" y="7725"/>
                </a:lnTo>
                <a:lnTo>
                  <a:pt x="214" y="7874"/>
                </a:lnTo>
                <a:lnTo>
                  <a:pt x="236" y="8024"/>
                </a:lnTo>
                <a:lnTo>
                  <a:pt x="279" y="8152"/>
                </a:lnTo>
                <a:lnTo>
                  <a:pt x="364" y="8281"/>
                </a:lnTo>
                <a:lnTo>
                  <a:pt x="428" y="8388"/>
                </a:lnTo>
                <a:lnTo>
                  <a:pt x="514" y="8473"/>
                </a:lnTo>
                <a:lnTo>
                  <a:pt x="728" y="8645"/>
                </a:lnTo>
                <a:lnTo>
                  <a:pt x="963" y="8794"/>
                </a:lnTo>
                <a:lnTo>
                  <a:pt x="1199" y="8880"/>
                </a:lnTo>
                <a:lnTo>
                  <a:pt x="1327" y="8901"/>
                </a:lnTo>
                <a:lnTo>
                  <a:pt x="1477" y="8923"/>
                </a:lnTo>
                <a:lnTo>
                  <a:pt x="1798" y="8923"/>
                </a:lnTo>
                <a:lnTo>
                  <a:pt x="2418" y="8859"/>
                </a:lnTo>
                <a:lnTo>
                  <a:pt x="3103" y="8816"/>
                </a:lnTo>
                <a:lnTo>
                  <a:pt x="3788" y="8816"/>
                </a:lnTo>
                <a:lnTo>
                  <a:pt x="4494" y="8794"/>
                </a:lnTo>
                <a:lnTo>
                  <a:pt x="5178" y="8752"/>
                </a:lnTo>
                <a:lnTo>
                  <a:pt x="5328" y="8730"/>
                </a:lnTo>
                <a:lnTo>
                  <a:pt x="5435" y="8709"/>
                </a:lnTo>
                <a:lnTo>
                  <a:pt x="5521" y="8666"/>
                </a:lnTo>
                <a:lnTo>
                  <a:pt x="5628" y="8580"/>
                </a:lnTo>
                <a:lnTo>
                  <a:pt x="5799" y="8388"/>
                </a:lnTo>
                <a:lnTo>
                  <a:pt x="5906" y="8281"/>
                </a:lnTo>
                <a:lnTo>
                  <a:pt x="5970" y="8174"/>
                </a:lnTo>
                <a:lnTo>
                  <a:pt x="6013" y="8024"/>
                </a:lnTo>
                <a:lnTo>
                  <a:pt x="6034" y="7874"/>
                </a:lnTo>
                <a:lnTo>
                  <a:pt x="6055" y="7682"/>
                </a:lnTo>
                <a:lnTo>
                  <a:pt x="6055" y="7511"/>
                </a:lnTo>
                <a:lnTo>
                  <a:pt x="6034" y="7147"/>
                </a:lnTo>
                <a:lnTo>
                  <a:pt x="6013" y="6805"/>
                </a:lnTo>
                <a:lnTo>
                  <a:pt x="6013" y="5285"/>
                </a:lnTo>
                <a:lnTo>
                  <a:pt x="5991" y="4515"/>
                </a:lnTo>
                <a:lnTo>
                  <a:pt x="5948" y="3766"/>
                </a:lnTo>
                <a:lnTo>
                  <a:pt x="5927" y="3445"/>
                </a:lnTo>
                <a:lnTo>
                  <a:pt x="5863" y="3167"/>
                </a:lnTo>
                <a:lnTo>
                  <a:pt x="5820" y="3018"/>
                </a:lnTo>
                <a:lnTo>
                  <a:pt x="5777" y="2889"/>
                </a:lnTo>
                <a:lnTo>
                  <a:pt x="5713" y="2739"/>
                </a:lnTo>
                <a:lnTo>
                  <a:pt x="5628" y="2611"/>
                </a:lnTo>
                <a:lnTo>
                  <a:pt x="5521" y="2483"/>
                </a:lnTo>
                <a:lnTo>
                  <a:pt x="5414" y="2376"/>
                </a:lnTo>
                <a:lnTo>
                  <a:pt x="5307" y="2269"/>
                </a:lnTo>
                <a:lnTo>
                  <a:pt x="5178" y="2183"/>
                </a:lnTo>
                <a:lnTo>
                  <a:pt x="4879" y="1991"/>
                </a:lnTo>
                <a:lnTo>
                  <a:pt x="4729" y="1884"/>
                </a:lnTo>
                <a:lnTo>
                  <a:pt x="4665" y="1819"/>
                </a:lnTo>
                <a:lnTo>
                  <a:pt x="4643" y="1777"/>
                </a:lnTo>
                <a:lnTo>
                  <a:pt x="4686" y="1755"/>
                </a:lnTo>
                <a:lnTo>
                  <a:pt x="4793" y="1734"/>
                </a:lnTo>
                <a:lnTo>
                  <a:pt x="4964" y="1648"/>
                </a:lnTo>
                <a:lnTo>
                  <a:pt x="5007" y="1584"/>
                </a:lnTo>
                <a:lnTo>
                  <a:pt x="5007" y="1498"/>
                </a:lnTo>
                <a:lnTo>
                  <a:pt x="5028" y="1349"/>
                </a:lnTo>
                <a:lnTo>
                  <a:pt x="5071" y="1070"/>
                </a:lnTo>
                <a:lnTo>
                  <a:pt x="5135" y="750"/>
                </a:lnTo>
                <a:lnTo>
                  <a:pt x="5157" y="600"/>
                </a:lnTo>
                <a:lnTo>
                  <a:pt x="5157" y="450"/>
                </a:lnTo>
                <a:lnTo>
                  <a:pt x="5135" y="322"/>
                </a:lnTo>
                <a:lnTo>
                  <a:pt x="5071" y="193"/>
                </a:lnTo>
                <a:lnTo>
                  <a:pt x="5007" y="108"/>
                </a:lnTo>
                <a:lnTo>
                  <a:pt x="4879" y="43"/>
                </a:lnTo>
                <a:lnTo>
                  <a:pt x="4750" y="1"/>
                </a:lnTo>
                <a:lnTo>
                  <a:pt x="4301" y="1"/>
                </a:lnTo>
                <a:lnTo>
                  <a:pt x="4066" y="22"/>
                </a:lnTo>
                <a:lnTo>
                  <a:pt x="2932" y="1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5"/>
          <p:cNvSpPr/>
          <p:nvPr/>
        </p:nvSpPr>
        <p:spPr>
          <a:xfrm>
            <a:off x="3296717" y="1018275"/>
            <a:ext cx="487003" cy="470310"/>
          </a:xfrm>
          <a:custGeom>
            <a:rect b="b" l="l" r="r" t="t"/>
            <a:pathLst>
              <a:path extrusionOk="0" h="9907" w="7725">
                <a:moveTo>
                  <a:pt x="7703" y="7681"/>
                </a:moveTo>
                <a:lnTo>
                  <a:pt x="7703" y="7681"/>
                </a:lnTo>
                <a:lnTo>
                  <a:pt x="7661" y="7595"/>
                </a:lnTo>
                <a:lnTo>
                  <a:pt x="7596" y="7531"/>
                </a:lnTo>
                <a:lnTo>
                  <a:pt x="7382" y="7382"/>
                </a:lnTo>
                <a:lnTo>
                  <a:pt x="6997" y="7168"/>
                </a:lnTo>
                <a:lnTo>
                  <a:pt x="6997" y="7168"/>
                </a:lnTo>
                <a:lnTo>
                  <a:pt x="6634" y="6954"/>
                </a:lnTo>
                <a:lnTo>
                  <a:pt x="6291" y="6718"/>
                </a:lnTo>
                <a:lnTo>
                  <a:pt x="6291" y="6718"/>
                </a:lnTo>
                <a:lnTo>
                  <a:pt x="6099" y="6568"/>
                </a:lnTo>
                <a:lnTo>
                  <a:pt x="5863" y="6462"/>
                </a:lnTo>
                <a:lnTo>
                  <a:pt x="5393" y="6269"/>
                </a:lnTo>
                <a:lnTo>
                  <a:pt x="5393" y="6269"/>
                </a:lnTo>
                <a:lnTo>
                  <a:pt x="5221" y="6183"/>
                </a:lnTo>
                <a:lnTo>
                  <a:pt x="5093" y="6098"/>
                </a:lnTo>
                <a:lnTo>
                  <a:pt x="4965" y="5969"/>
                </a:lnTo>
                <a:lnTo>
                  <a:pt x="4879" y="5841"/>
                </a:lnTo>
                <a:lnTo>
                  <a:pt x="4794" y="5691"/>
                </a:lnTo>
                <a:lnTo>
                  <a:pt x="4772" y="5520"/>
                </a:lnTo>
                <a:lnTo>
                  <a:pt x="4772" y="5349"/>
                </a:lnTo>
                <a:lnTo>
                  <a:pt x="4815" y="5156"/>
                </a:lnTo>
                <a:lnTo>
                  <a:pt x="4815" y="5156"/>
                </a:lnTo>
                <a:lnTo>
                  <a:pt x="4922" y="4964"/>
                </a:lnTo>
                <a:lnTo>
                  <a:pt x="5050" y="4771"/>
                </a:lnTo>
                <a:lnTo>
                  <a:pt x="5179" y="4579"/>
                </a:lnTo>
                <a:lnTo>
                  <a:pt x="5307" y="4386"/>
                </a:lnTo>
                <a:lnTo>
                  <a:pt x="5307" y="4386"/>
                </a:lnTo>
                <a:lnTo>
                  <a:pt x="5542" y="3980"/>
                </a:lnTo>
                <a:lnTo>
                  <a:pt x="5756" y="3573"/>
                </a:lnTo>
                <a:lnTo>
                  <a:pt x="5756" y="3573"/>
                </a:lnTo>
                <a:lnTo>
                  <a:pt x="5799" y="3445"/>
                </a:lnTo>
                <a:lnTo>
                  <a:pt x="5863" y="3359"/>
                </a:lnTo>
                <a:lnTo>
                  <a:pt x="5970" y="3295"/>
                </a:lnTo>
                <a:lnTo>
                  <a:pt x="6099" y="3274"/>
                </a:lnTo>
                <a:lnTo>
                  <a:pt x="6099" y="3274"/>
                </a:lnTo>
                <a:lnTo>
                  <a:pt x="6227" y="3252"/>
                </a:lnTo>
                <a:lnTo>
                  <a:pt x="6334" y="3209"/>
                </a:lnTo>
                <a:lnTo>
                  <a:pt x="6420" y="3145"/>
                </a:lnTo>
                <a:lnTo>
                  <a:pt x="6505" y="3038"/>
                </a:lnTo>
                <a:lnTo>
                  <a:pt x="6505" y="3038"/>
                </a:lnTo>
                <a:lnTo>
                  <a:pt x="6569" y="2846"/>
                </a:lnTo>
                <a:lnTo>
                  <a:pt x="6655" y="2610"/>
                </a:lnTo>
                <a:lnTo>
                  <a:pt x="6698" y="2375"/>
                </a:lnTo>
                <a:lnTo>
                  <a:pt x="6698" y="2268"/>
                </a:lnTo>
                <a:lnTo>
                  <a:pt x="6698" y="2161"/>
                </a:lnTo>
                <a:lnTo>
                  <a:pt x="6698" y="2161"/>
                </a:lnTo>
                <a:lnTo>
                  <a:pt x="6676" y="2097"/>
                </a:lnTo>
                <a:lnTo>
                  <a:pt x="6634" y="2011"/>
                </a:lnTo>
                <a:lnTo>
                  <a:pt x="6591" y="1947"/>
                </a:lnTo>
                <a:lnTo>
                  <a:pt x="6569" y="1883"/>
                </a:lnTo>
                <a:lnTo>
                  <a:pt x="6569" y="1883"/>
                </a:lnTo>
                <a:lnTo>
                  <a:pt x="6591" y="1776"/>
                </a:lnTo>
                <a:lnTo>
                  <a:pt x="6634" y="1690"/>
                </a:lnTo>
                <a:lnTo>
                  <a:pt x="6741" y="1498"/>
                </a:lnTo>
                <a:lnTo>
                  <a:pt x="6741" y="1498"/>
                </a:lnTo>
                <a:lnTo>
                  <a:pt x="6869" y="1155"/>
                </a:lnTo>
                <a:lnTo>
                  <a:pt x="6933" y="963"/>
                </a:lnTo>
                <a:lnTo>
                  <a:pt x="6955" y="770"/>
                </a:lnTo>
                <a:lnTo>
                  <a:pt x="6976" y="578"/>
                </a:lnTo>
                <a:lnTo>
                  <a:pt x="6933" y="407"/>
                </a:lnTo>
                <a:lnTo>
                  <a:pt x="6912" y="321"/>
                </a:lnTo>
                <a:lnTo>
                  <a:pt x="6869" y="257"/>
                </a:lnTo>
                <a:lnTo>
                  <a:pt x="6805" y="193"/>
                </a:lnTo>
                <a:lnTo>
                  <a:pt x="6719" y="128"/>
                </a:lnTo>
                <a:lnTo>
                  <a:pt x="6719" y="128"/>
                </a:lnTo>
                <a:lnTo>
                  <a:pt x="6527" y="43"/>
                </a:lnTo>
                <a:lnTo>
                  <a:pt x="6334" y="21"/>
                </a:lnTo>
                <a:lnTo>
                  <a:pt x="6163" y="0"/>
                </a:lnTo>
                <a:lnTo>
                  <a:pt x="5970" y="21"/>
                </a:lnTo>
                <a:lnTo>
                  <a:pt x="5607" y="64"/>
                </a:lnTo>
                <a:lnTo>
                  <a:pt x="5435" y="64"/>
                </a:lnTo>
                <a:lnTo>
                  <a:pt x="5243" y="43"/>
                </a:lnTo>
                <a:lnTo>
                  <a:pt x="5243" y="43"/>
                </a:lnTo>
                <a:lnTo>
                  <a:pt x="5029" y="21"/>
                </a:lnTo>
                <a:lnTo>
                  <a:pt x="4815" y="0"/>
                </a:lnTo>
                <a:lnTo>
                  <a:pt x="4387" y="0"/>
                </a:lnTo>
                <a:lnTo>
                  <a:pt x="3959" y="43"/>
                </a:lnTo>
                <a:lnTo>
                  <a:pt x="3531" y="128"/>
                </a:lnTo>
                <a:lnTo>
                  <a:pt x="3531" y="128"/>
                </a:lnTo>
                <a:lnTo>
                  <a:pt x="3103" y="214"/>
                </a:lnTo>
                <a:lnTo>
                  <a:pt x="2889" y="278"/>
                </a:lnTo>
                <a:lnTo>
                  <a:pt x="2697" y="364"/>
                </a:lnTo>
                <a:lnTo>
                  <a:pt x="2697" y="364"/>
                </a:lnTo>
                <a:lnTo>
                  <a:pt x="2526" y="449"/>
                </a:lnTo>
                <a:lnTo>
                  <a:pt x="2376" y="535"/>
                </a:lnTo>
                <a:lnTo>
                  <a:pt x="2226" y="642"/>
                </a:lnTo>
                <a:lnTo>
                  <a:pt x="2076" y="727"/>
                </a:lnTo>
                <a:lnTo>
                  <a:pt x="2076" y="727"/>
                </a:lnTo>
                <a:lnTo>
                  <a:pt x="1991" y="749"/>
                </a:lnTo>
                <a:lnTo>
                  <a:pt x="1905" y="770"/>
                </a:lnTo>
                <a:lnTo>
                  <a:pt x="1691" y="749"/>
                </a:lnTo>
                <a:lnTo>
                  <a:pt x="1456" y="727"/>
                </a:lnTo>
                <a:lnTo>
                  <a:pt x="1349" y="727"/>
                </a:lnTo>
                <a:lnTo>
                  <a:pt x="1263" y="727"/>
                </a:lnTo>
                <a:lnTo>
                  <a:pt x="1263" y="727"/>
                </a:lnTo>
                <a:lnTo>
                  <a:pt x="1071" y="770"/>
                </a:lnTo>
                <a:lnTo>
                  <a:pt x="878" y="834"/>
                </a:lnTo>
                <a:lnTo>
                  <a:pt x="514" y="1006"/>
                </a:lnTo>
                <a:lnTo>
                  <a:pt x="514" y="1006"/>
                </a:lnTo>
                <a:lnTo>
                  <a:pt x="343" y="1113"/>
                </a:lnTo>
                <a:lnTo>
                  <a:pt x="215" y="1241"/>
                </a:lnTo>
                <a:lnTo>
                  <a:pt x="108" y="1412"/>
                </a:lnTo>
                <a:lnTo>
                  <a:pt x="44" y="1583"/>
                </a:lnTo>
                <a:lnTo>
                  <a:pt x="1" y="1754"/>
                </a:lnTo>
                <a:lnTo>
                  <a:pt x="1" y="1947"/>
                </a:lnTo>
                <a:lnTo>
                  <a:pt x="44" y="2161"/>
                </a:lnTo>
                <a:lnTo>
                  <a:pt x="108" y="2354"/>
                </a:lnTo>
                <a:lnTo>
                  <a:pt x="108" y="2354"/>
                </a:lnTo>
                <a:lnTo>
                  <a:pt x="193" y="2546"/>
                </a:lnTo>
                <a:lnTo>
                  <a:pt x="322" y="2717"/>
                </a:lnTo>
                <a:lnTo>
                  <a:pt x="450" y="2888"/>
                </a:lnTo>
                <a:lnTo>
                  <a:pt x="600" y="3060"/>
                </a:lnTo>
                <a:lnTo>
                  <a:pt x="600" y="3060"/>
                </a:lnTo>
                <a:lnTo>
                  <a:pt x="728" y="3167"/>
                </a:lnTo>
                <a:lnTo>
                  <a:pt x="835" y="3274"/>
                </a:lnTo>
                <a:lnTo>
                  <a:pt x="835" y="3274"/>
                </a:lnTo>
                <a:lnTo>
                  <a:pt x="921" y="3402"/>
                </a:lnTo>
                <a:lnTo>
                  <a:pt x="964" y="3466"/>
                </a:lnTo>
                <a:lnTo>
                  <a:pt x="1028" y="3530"/>
                </a:lnTo>
                <a:lnTo>
                  <a:pt x="1028" y="3530"/>
                </a:lnTo>
                <a:lnTo>
                  <a:pt x="1178" y="3637"/>
                </a:lnTo>
                <a:lnTo>
                  <a:pt x="1349" y="3723"/>
                </a:lnTo>
                <a:lnTo>
                  <a:pt x="1648" y="3915"/>
                </a:lnTo>
                <a:lnTo>
                  <a:pt x="1648" y="3915"/>
                </a:lnTo>
                <a:lnTo>
                  <a:pt x="1798" y="4044"/>
                </a:lnTo>
                <a:lnTo>
                  <a:pt x="1905" y="4194"/>
                </a:lnTo>
                <a:lnTo>
                  <a:pt x="2098" y="4536"/>
                </a:lnTo>
                <a:lnTo>
                  <a:pt x="2098" y="4536"/>
                </a:lnTo>
                <a:lnTo>
                  <a:pt x="2333" y="4857"/>
                </a:lnTo>
                <a:lnTo>
                  <a:pt x="2568" y="5178"/>
                </a:lnTo>
                <a:lnTo>
                  <a:pt x="2782" y="5499"/>
                </a:lnTo>
                <a:lnTo>
                  <a:pt x="2889" y="5691"/>
                </a:lnTo>
                <a:lnTo>
                  <a:pt x="2954" y="5862"/>
                </a:lnTo>
                <a:lnTo>
                  <a:pt x="2954" y="5862"/>
                </a:lnTo>
                <a:lnTo>
                  <a:pt x="2996" y="5991"/>
                </a:lnTo>
                <a:lnTo>
                  <a:pt x="2996" y="6076"/>
                </a:lnTo>
                <a:lnTo>
                  <a:pt x="2996" y="6162"/>
                </a:lnTo>
                <a:lnTo>
                  <a:pt x="2975" y="6226"/>
                </a:lnTo>
                <a:lnTo>
                  <a:pt x="2932" y="6312"/>
                </a:lnTo>
                <a:lnTo>
                  <a:pt x="2889" y="6376"/>
                </a:lnTo>
                <a:lnTo>
                  <a:pt x="2718" y="6504"/>
                </a:lnTo>
                <a:lnTo>
                  <a:pt x="2718" y="6504"/>
                </a:lnTo>
                <a:lnTo>
                  <a:pt x="2397" y="6697"/>
                </a:lnTo>
                <a:lnTo>
                  <a:pt x="2226" y="6804"/>
                </a:lnTo>
                <a:lnTo>
                  <a:pt x="2076" y="6911"/>
                </a:lnTo>
                <a:lnTo>
                  <a:pt x="2076" y="6911"/>
                </a:lnTo>
                <a:lnTo>
                  <a:pt x="1905" y="7018"/>
                </a:lnTo>
                <a:lnTo>
                  <a:pt x="1755" y="7125"/>
                </a:lnTo>
                <a:lnTo>
                  <a:pt x="1392" y="7317"/>
                </a:lnTo>
                <a:lnTo>
                  <a:pt x="1392" y="7317"/>
                </a:lnTo>
                <a:lnTo>
                  <a:pt x="1071" y="7489"/>
                </a:lnTo>
                <a:lnTo>
                  <a:pt x="900" y="7595"/>
                </a:lnTo>
                <a:lnTo>
                  <a:pt x="771" y="7702"/>
                </a:lnTo>
                <a:lnTo>
                  <a:pt x="771" y="7702"/>
                </a:lnTo>
                <a:lnTo>
                  <a:pt x="728" y="7788"/>
                </a:lnTo>
                <a:lnTo>
                  <a:pt x="707" y="7852"/>
                </a:lnTo>
                <a:lnTo>
                  <a:pt x="686" y="7938"/>
                </a:lnTo>
                <a:lnTo>
                  <a:pt x="686" y="8045"/>
                </a:lnTo>
                <a:lnTo>
                  <a:pt x="728" y="8216"/>
                </a:lnTo>
                <a:lnTo>
                  <a:pt x="750" y="8302"/>
                </a:lnTo>
                <a:lnTo>
                  <a:pt x="793" y="8366"/>
                </a:lnTo>
                <a:lnTo>
                  <a:pt x="793" y="8366"/>
                </a:lnTo>
                <a:lnTo>
                  <a:pt x="900" y="8473"/>
                </a:lnTo>
                <a:lnTo>
                  <a:pt x="942" y="8494"/>
                </a:lnTo>
                <a:lnTo>
                  <a:pt x="985" y="8494"/>
                </a:lnTo>
                <a:lnTo>
                  <a:pt x="1028" y="8473"/>
                </a:lnTo>
                <a:lnTo>
                  <a:pt x="1071" y="8451"/>
                </a:lnTo>
                <a:lnTo>
                  <a:pt x="1092" y="8387"/>
                </a:lnTo>
                <a:lnTo>
                  <a:pt x="1113" y="8323"/>
                </a:lnTo>
                <a:lnTo>
                  <a:pt x="1113" y="8323"/>
                </a:lnTo>
                <a:lnTo>
                  <a:pt x="1049" y="8259"/>
                </a:lnTo>
                <a:lnTo>
                  <a:pt x="1028" y="8216"/>
                </a:lnTo>
                <a:lnTo>
                  <a:pt x="1028" y="8173"/>
                </a:lnTo>
                <a:lnTo>
                  <a:pt x="1028" y="8173"/>
                </a:lnTo>
                <a:lnTo>
                  <a:pt x="1135" y="8302"/>
                </a:lnTo>
                <a:lnTo>
                  <a:pt x="1178" y="8323"/>
                </a:lnTo>
                <a:lnTo>
                  <a:pt x="1220" y="8344"/>
                </a:lnTo>
                <a:lnTo>
                  <a:pt x="1349" y="8344"/>
                </a:lnTo>
                <a:lnTo>
                  <a:pt x="1477" y="8323"/>
                </a:lnTo>
                <a:lnTo>
                  <a:pt x="1477" y="8323"/>
                </a:lnTo>
                <a:lnTo>
                  <a:pt x="1627" y="8280"/>
                </a:lnTo>
                <a:lnTo>
                  <a:pt x="1627" y="8259"/>
                </a:lnTo>
                <a:lnTo>
                  <a:pt x="1627" y="8152"/>
                </a:lnTo>
                <a:lnTo>
                  <a:pt x="1627" y="8152"/>
                </a:lnTo>
                <a:lnTo>
                  <a:pt x="1584" y="8088"/>
                </a:lnTo>
                <a:lnTo>
                  <a:pt x="1520" y="7981"/>
                </a:lnTo>
                <a:lnTo>
                  <a:pt x="1456" y="7895"/>
                </a:lnTo>
                <a:lnTo>
                  <a:pt x="1456" y="7852"/>
                </a:lnTo>
                <a:lnTo>
                  <a:pt x="1477" y="7831"/>
                </a:lnTo>
                <a:lnTo>
                  <a:pt x="1477" y="7831"/>
                </a:lnTo>
                <a:lnTo>
                  <a:pt x="1499" y="7831"/>
                </a:lnTo>
                <a:lnTo>
                  <a:pt x="1520" y="7852"/>
                </a:lnTo>
                <a:lnTo>
                  <a:pt x="1606" y="7938"/>
                </a:lnTo>
                <a:lnTo>
                  <a:pt x="1691" y="8045"/>
                </a:lnTo>
                <a:lnTo>
                  <a:pt x="1734" y="8066"/>
                </a:lnTo>
                <a:lnTo>
                  <a:pt x="1755" y="8066"/>
                </a:lnTo>
                <a:lnTo>
                  <a:pt x="1755" y="8066"/>
                </a:lnTo>
                <a:lnTo>
                  <a:pt x="1798" y="8045"/>
                </a:lnTo>
                <a:lnTo>
                  <a:pt x="1820" y="8002"/>
                </a:lnTo>
                <a:lnTo>
                  <a:pt x="1798" y="7916"/>
                </a:lnTo>
                <a:lnTo>
                  <a:pt x="1777" y="7809"/>
                </a:lnTo>
                <a:lnTo>
                  <a:pt x="1755" y="7767"/>
                </a:lnTo>
                <a:lnTo>
                  <a:pt x="1777" y="7724"/>
                </a:lnTo>
                <a:lnTo>
                  <a:pt x="1777" y="7724"/>
                </a:lnTo>
                <a:lnTo>
                  <a:pt x="1777" y="7745"/>
                </a:lnTo>
                <a:lnTo>
                  <a:pt x="1798" y="7767"/>
                </a:lnTo>
                <a:lnTo>
                  <a:pt x="1862" y="7809"/>
                </a:lnTo>
                <a:lnTo>
                  <a:pt x="2012" y="7852"/>
                </a:lnTo>
                <a:lnTo>
                  <a:pt x="2012" y="7852"/>
                </a:lnTo>
                <a:lnTo>
                  <a:pt x="2034" y="7852"/>
                </a:lnTo>
                <a:lnTo>
                  <a:pt x="2055" y="7831"/>
                </a:lnTo>
                <a:lnTo>
                  <a:pt x="2076" y="7831"/>
                </a:lnTo>
                <a:lnTo>
                  <a:pt x="2119" y="7852"/>
                </a:lnTo>
                <a:lnTo>
                  <a:pt x="2119" y="7852"/>
                </a:lnTo>
                <a:lnTo>
                  <a:pt x="2162" y="7916"/>
                </a:lnTo>
                <a:lnTo>
                  <a:pt x="2205" y="8002"/>
                </a:lnTo>
                <a:lnTo>
                  <a:pt x="2205" y="8002"/>
                </a:lnTo>
                <a:lnTo>
                  <a:pt x="2312" y="8152"/>
                </a:lnTo>
                <a:lnTo>
                  <a:pt x="2354" y="8259"/>
                </a:lnTo>
                <a:lnTo>
                  <a:pt x="2397" y="8323"/>
                </a:lnTo>
                <a:lnTo>
                  <a:pt x="2397" y="8323"/>
                </a:lnTo>
                <a:lnTo>
                  <a:pt x="2397" y="8387"/>
                </a:lnTo>
                <a:lnTo>
                  <a:pt x="2397" y="8430"/>
                </a:lnTo>
                <a:lnTo>
                  <a:pt x="2333" y="8516"/>
                </a:lnTo>
                <a:lnTo>
                  <a:pt x="2269" y="8622"/>
                </a:lnTo>
                <a:lnTo>
                  <a:pt x="2226" y="8729"/>
                </a:lnTo>
                <a:lnTo>
                  <a:pt x="2226" y="8729"/>
                </a:lnTo>
                <a:lnTo>
                  <a:pt x="2247" y="8836"/>
                </a:lnTo>
                <a:lnTo>
                  <a:pt x="2290" y="8922"/>
                </a:lnTo>
                <a:lnTo>
                  <a:pt x="2354" y="9029"/>
                </a:lnTo>
                <a:lnTo>
                  <a:pt x="2440" y="9115"/>
                </a:lnTo>
                <a:lnTo>
                  <a:pt x="2654" y="9286"/>
                </a:lnTo>
                <a:lnTo>
                  <a:pt x="2825" y="9414"/>
                </a:lnTo>
                <a:lnTo>
                  <a:pt x="2825" y="9414"/>
                </a:lnTo>
                <a:lnTo>
                  <a:pt x="2975" y="9564"/>
                </a:lnTo>
                <a:lnTo>
                  <a:pt x="3210" y="9735"/>
                </a:lnTo>
                <a:lnTo>
                  <a:pt x="3317" y="9821"/>
                </a:lnTo>
                <a:lnTo>
                  <a:pt x="3446" y="9885"/>
                </a:lnTo>
                <a:lnTo>
                  <a:pt x="3531" y="9906"/>
                </a:lnTo>
                <a:lnTo>
                  <a:pt x="3595" y="9906"/>
                </a:lnTo>
                <a:lnTo>
                  <a:pt x="3638" y="9885"/>
                </a:lnTo>
                <a:lnTo>
                  <a:pt x="3638" y="9885"/>
                </a:lnTo>
                <a:lnTo>
                  <a:pt x="3681" y="9842"/>
                </a:lnTo>
                <a:lnTo>
                  <a:pt x="3681" y="9778"/>
                </a:lnTo>
                <a:lnTo>
                  <a:pt x="3660" y="9692"/>
                </a:lnTo>
                <a:lnTo>
                  <a:pt x="3595" y="9628"/>
                </a:lnTo>
                <a:lnTo>
                  <a:pt x="3446" y="9500"/>
                </a:lnTo>
                <a:lnTo>
                  <a:pt x="3317" y="9414"/>
                </a:lnTo>
                <a:lnTo>
                  <a:pt x="3317" y="9414"/>
                </a:lnTo>
                <a:lnTo>
                  <a:pt x="2996" y="9136"/>
                </a:lnTo>
                <a:lnTo>
                  <a:pt x="2847" y="8986"/>
                </a:lnTo>
                <a:lnTo>
                  <a:pt x="2697" y="8836"/>
                </a:lnTo>
                <a:lnTo>
                  <a:pt x="2697" y="8836"/>
                </a:lnTo>
                <a:lnTo>
                  <a:pt x="2633" y="8751"/>
                </a:lnTo>
                <a:lnTo>
                  <a:pt x="2611" y="8687"/>
                </a:lnTo>
                <a:lnTo>
                  <a:pt x="2611" y="8622"/>
                </a:lnTo>
                <a:lnTo>
                  <a:pt x="2633" y="8558"/>
                </a:lnTo>
                <a:lnTo>
                  <a:pt x="2718" y="8409"/>
                </a:lnTo>
                <a:lnTo>
                  <a:pt x="2825" y="8259"/>
                </a:lnTo>
                <a:lnTo>
                  <a:pt x="2825" y="8259"/>
                </a:lnTo>
                <a:lnTo>
                  <a:pt x="2911" y="8130"/>
                </a:lnTo>
                <a:lnTo>
                  <a:pt x="2932" y="8066"/>
                </a:lnTo>
                <a:lnTo>
                  <a:pt x="2954" y="8002"/>
                </a:lnTo>
                <a:lnTo>
                  <a:pt x="2954" y="7959"/>
                </a:lnTo>
                <a:lnTo>
                  <a:pt x="2911" y="7916"/>
                </a:lnTo>
                <a:lnTo>
                  <a:pt x="2868" y="7874"/>
                </a:lnTo>
                <a:lnTo>
                  <a:pt x="2761" y="7852"/>
                </a:lnTo>
                <a:lnTo>
                  <a:pt x="2761" y="7852"/>
                </a:lnTo>
                <a:lnTo>
                  <a:pt x="2675" y="7852"/>
                </a:lnTo>
                <a:lnTo>
                  <a:pt x="2611" y="7874"/>
                </a:lnTo>
                <a:lnTo>
                  <a:pt x="2547" y="7852"/>
                </a:lnTo>
                <a:lnTo>
                  <a:pt x="2483" y="7767"/>
                </a:lnTo>
                <a:lnTo>
                  <a:pt x="2483" y="7767"/>
                </a:lnTo>
                <a:lnTo>
                  <a:pt x="2440" y="7681"/>
                </a:lnTo>
                <a:lnTo>
                  <a:pt x="2376" y="7553"/>
                </a:lnTo>
                <a:lnTo>
                  <a:pt x="2290" y="7339"/>
                </a:lnTo>
                <a:lnTo>
                  <a:pt x="2290" y="7339"/>
                </a:lnTo>
                <a:lnTo>
                  <a:pt x="2269" y="7232"/>
                </a:lnTo>
                <a:lnTo>
                  <a:pt x="2269" y="7146"/>
                </a:lnTo>
                <a:lnTo>
                  <a:pt x="2290" y="7082"/>
                </a:lnTo>
                <a:lnTo>
                  <a:pt x="2354" y="7018"/>
                </a:lnTo>
                <a:lnTo>
                  <a:pt x="2483" y="6932"/>
                </a:lnTo>
                <a:lnTo>
                  <a:pt x="2654" y="6825"/>
                </a:lnTo>
                <a:lnTo>
                  <a:pt x="2654" y="6825"/>
                </a:lnTo>
                <a:lnTo>
                  <a:pt x="2804" y="6718"/>
                </a:lnTo>
                <a:lnTo>
                  <a:pt x="2932" y="6611"/>
                </a:lnTo>
                <a:lnTo>
                  <a:pt x="2996" y="6568"/>
                </a:lnTo>
                <a:lnTo>
                  <a:pt x="3039" y="6590"/>
                </a:lnTo>
                <a:lnTo>
                  <a:pt x="3082" y="6633"/>
                </a:lnTo>
                <a:lnTo>
                  <a:pt x="3103" y="6718"/>
                </a:lnTo>
                <a:lnTo>
                  <a:pt x="3103" y="6718"/>
                </a:lnTo>
                <a:lnTo>
                  <a:pt x="3082" y="6954"/>
                </a:lnTo>
                <a:lnTo>
                  <a:pt x="3061" y="7189"/>
                </a:lnTo>
                <a:lnTo>
                  <a:pt x="3039" y="7403"/>
                </a:lnTo>
                <a:lnTo>
                  <a:pt x="3039" y="7638"/>
                </a:lnTo>
                <a:lnTo>
                  <a:pt x="3039" y="7638"/>
                </a:lnTo>
                <a:lnTo>
                  <a:pt x="3061" y="8066"/>
                </a:lnTo>
                <a:lnTo>
                  <a:pt x="3082" y="8280"/>
                </a:lnTo>
                <a:lnTo>
                  <a:pt x="3125" y="8473"/>
                </a:lnTo>
                <a:lnTo>
                  <a:pt x="3189" y="8687"/>
                </a:lnTo>
                <a:lnTo>
                  <a:pt x="3253" y="8879"/>
                </a:lnTo>
                <a:lnTo>
                  <a:pt x="3339" y="9072"/>
                </a:lnTo>
                <a:lnTo>
                  <a:pt x="3446" y="9264"/>
                </a:lnTo>
                <a:lnTo>
                  <a:pt x="3446" y="9264"/>
                </a:lnTo>
                <a:lnTo>
                  <a:pt x="3531" y="9393"/>
                </a:lnTo>
                <a:lnTo>
                  <a:pt x="3595" y="9457"/>
                </a:lnTo>
                <a:lnTo>
                  <a:pt x="3660" y="9500"/>
                </a:lnTo>
                <a:lnTo>
                  <a:pt x="3724" y="9543"/>
                </a:lnTo>
                <a:lnTo>
                  <a:pt x="3788" y="9543"/>
                </a:lnTo>
                <a:lnTo>
                  <a:pt x="3852" y="9500"/>
                </a:lnTo>
                <a:lnTo>
                  <a:pt x="3895" y="9414"/>
                </a:lnTo>
                <a:lnTo>
                  <a:pt x="3895" y="9414"/>
                </a:lnTo>
                <a:lnTo>
                  <a:pt x="3895" y="9350"/>
                </a:lnTo>
                <a:lnTo>
                  <a:pt x="3874" y="9286"/>
                </a:lnTo>
                <a:lnTo>
                  <a:pt x="3874" y="9222"/>
                </a:lnTo>
                <a:lnTo>
                  <a:pt x="3874" y="9179"/>
                </a:lnTo>
                <a:lnTo>
                  <a:pt x="3895" y="9157"/>
                </a:lnTo>
                <a:lnTo>
                  <a:pt x="3895" y="9157"/>
                </a:lnTo>
                <a:lnTo>
                  <a:pt x="3959" y="9136"/>
                </a:lnTo>
                <a:lnTo>
                  <a:pt x="4023" y="9136"/>
                </a:lnTo>
                <a:lnTo>
                  <a:pt x="4109" y="9115"/>
                </a:lnTo>
                <a:lnTo>
                  <a:pt x="4130" y="9093"/>
                </a:lnTo>
                <a:lnTo>
                  <a:pt x="4152" y="9072"/>
                </a:lnTo>
                <a:lnTo>
                  <a:pt x="4152" y="9072"/>
                </a:lnTo>
                <a:lnTo>
                  <a:pt x="4173" y="9008"/>
                </a:lnTo>
                <a:lnTo>
                  <a:pt x="4152" y="8965"/>
                </a:lnTo>
                <a:lnTo>
                  <a:pt x="4109" y="8922"/>
                </a:lnTo>
                <a:lnTo>
                  <a:pt x="4045" y="8901"/>
                </a:lnTo>
                <a:lnTo>
                  <a:pt x="3895" y="8879"/>
                </a:lnTo>
                <a:lnTo>
                  <a:pt x="3852" y="8858"/>
                </a:lnTo>
                <a:lnTo>
                  <a:pt x="3809" y="8815"/>
                </a:lnTo>
                <a:lnTo>
                  <a:pt x="3809" y="8815"/>
                </a:lnTo>
                <a:lnTo>
                  <a:pt x="3809" y="8772"/>
                </a:lnTo>
                <a:lnTo>
                  <a:pt x="3852" y="8751"/>
                </a:lnTo>
                <a:lnTo>
                  <a:pt x="3959" y="8751"/>
                </a:lnTo>
                <a:lnTo>
                  <a:pt x="4087" y="8772"/>
                </a:lnTo>
                <a:lnTo>
                  <a:pt x="4130" y="8772"/>
                </a:lnTo>
                <a:lnTo>
                  <a:pt x="4173" y="8772"/>
                </a:lnTo>
                <a:lnTo>
                  <a:pt x="4173" y="8772"/>
                </a:lnTo>
                <a:lnTo>
                  <a:pt x="4237" y="8708"/>
                </a:lnTo>
                <a:lnTo>
                  <a:pt x="4237" y="8665"/>
                </a:lnTo>
                <a:lnTo>
                  <a:pt x="4237" y="8601"/>
                </a:lnTo>
                <a:lnTo>
                  <a:pt x="4237" y="8537"/>
                </a:lnTo>
                <a:lnTo>
                  <a:pt x="4237" y="8537"/>
                </a:lnTo>
                <a:lnTo>
                  <a:pt x="4259" y="8494"/>
                </a:lnTo>
                <a:lnTo>
                  <a:pt x="4301" y="8451"/>
                </a:lnTo>
                <a:lnTo>
                  <a:pt x="4344" y="8430"/>
                </a:lnTo>
                <a:lnTo>
                  <a:pt x="4366" y="8387"/>
                </a:lnTo>
                <a:lnTo>
                  <a:pt x="4366" y="8387"/>
                </a:lnTo>
                <a:lnTo>
                  <a:pt x="4344" y="8323"/>
                </a:lnTo>
                <a:lnTo>
                  <a:pt x="4301" y="8280"/>
                </a:lnTo>
                <a:lnTo>
                  <a:pt x="4259" y="8259"/>
                </a:lnTo>
                <a:lnTo>
                  <a:pt x="4194" y="8237"/>
                </a:lnTo>
                <a:lnTo>
                  <a:pt x="4066" y="8195"/>
                </a:lnTo>
                <a:lnTo>
                  <a:pt x="4023" y="8173"/>
                </a:lnTo>
                <a:lnTo>
                  <a:pt x="3981" y="8130"/>
                </a:lnTo>
                <a:lnTo>
                  <a:pt x="3981" y="8130"/>
                </a:lnTo>
                <a:lnTo>
                  <a:pt x="4045" y="8130"/>
                </a:lnTo>
                <a:lnTo>
                  <a:pt x="4130" y="8130"/>
                </a:lnTo>
                <a:lnTo>
                  <a:pt x="4216" y="8130"/>
                </a:lnTo>
                <a:lnTo>
                  <a:pt x="4259" y="8109"/>
                </a:lnTo>
                <a:lnTo>
                  <a:pt x="4280" y="8088"/>
                </a:lnTo>
                <a:lnTo>
                  <a:pt x="4280" y="8088"/>
                </a:lnTo>
                <a:lnTo>
                  <a:pt x="4301" y="8045"/>
                </a:lnTo>
                <a:lnTo>
                  <a:pt x="4280" y="8002"/>
                </a:lnTo>
                <a:lnTo>
                  <a:pt x="4237" y="7959"/>
                </a:lnTo>
                <a:lnTo>
                  <a:pt x="4194" y="7916"/>
                </a:lnTo>
                <a:lnTo>
                  <a:pt x="4173" y="7874"/>
                </a:lnTo>
                <a:lnTo>
                  <a:pt x="4173" y="7874"/>
                </a:lnTo>
                <a:lnTo>
                  <a:pt x="4194" y="7852"/>
                </a:lnTo>
                <a:lnTo>
                  <a:pt x="4216" y="7852"/>
                </a:lnTo>
                <a:lnTo>
                  <a:pt x="4280" y="7874"/>
                </a:lnTo>
                <a:lnTo>
                  <a:pt x="4344" y="7959"/>
                </a:lnTo>
                <a:lnTo>
                  <a:pt x="4430" y="8066"/>
                </a:lnTo>
                <a:lnTo>
                  <a:pt x="4558" y="8323"/>
                </a:lnTo>
                <a:lnTo>
                  <a:pt x="4644" y="8473"/>
                </a:lnTo>
                <a:lnTo>
                  <a:pt x="4644" y="8473"/>
                </a:lnTo>
                <a:lnTo>
                  <a:pt x="4665" y="8580"/>
                </a:lnTo>
                <a:lnTo>
                  <a:pt x="4687" y="8644"/>
                </a:lnTo>
                <a:lnTo>
                  <a:pt x="4644" y="8836"/>
                </a:lnTo>
                <a:lnTo>
                  <a:pt x="4644" y="8836"/>
                </a:lnTo>
                <a:lnTo>
                  <a:pt x="4622" y="8943"/>
                </a:lnTo>
                <a:lnTo>
                  <a:pt x="4622" y="9008"/>
                </a:lnTo>
                <a:lnTo>
                  <a:pt x="4665" y="9050"/>
                </a:lnTo>
                <a:lnTo>
                  <a:pt x="4665" y="9050"/>
                </a:lnTo>
                <a:lnTo>
                  <a:pt x="4729" y="9072"/>
                </a:lnTo>
                <a:lnTo>
                  <a:pt x="4794" y="9050"/>
                </a:lnTo>
                <a:lnTo>
                  <a:pt x="4836" y="8986"/>
                </a:lnTo>
                <a:lnTo>
                  <a:pt x="4879" y="8922"/>
                </a:lnTo>
                <a:lnTo>
                  <a:pt x="4965" y="8687"/>
                </a:lnTo>
                <a:lnTo>
                  <a:pt x="5029" y="8409"/>
                </a:lnTo>
                <a:lnTo>
                  <a:pt x="5072" y="8130"/>
                </a:lnTo>
                <a:lnTo>
                  <a:pt x="5114" y="7852"/>
                </a:lnTo>
                <a:lnTo>
                  <a:pt x="5136" y="7510"/>
                </a:lnTo>
                <a:lnTo>
                  <a:pt x="5136" y="7510"/>
                </a:lnTo>
                <a:lnTo>
                  <a:pt x="5136" y="6975"/>
                </a:lnTo>
                <a:lnTo>
                  <a:pt x="5136" y="6975"/>
                </a:lnTo>
                <a:lnTo>
                  <a:pt x="5093" y="6761"/>
                </a:lnTo>
                <a:lnTo>
                  <a:pt x="5072" y="6654"/>
                </a:lnTo>
                <a:lnTo>
                  <a:pt x="5072" y="6568"/>
                </a:lnTo>
                <a:lnTo>
                  <a:pt x="5072" y="6568"/>
                </a:lnTo>
                <a:lnTo>
                  <a:pt x="5093" y="6462"/>
                </a:lnTo>
                <a:lnTo>
                  <a:pt x="5179" y="6462"/>
                </a:lnTo>
                <a:lnTo>
                  <a:pt x="5179" y="6462"/>
                </a:lnTo>
                <a:lnTo>
                  <a:pt x="5221" y="6462"/>
                </a:lnTo>
                <a:lnTo>
                  <a:pt x="5286" y="6483"/>
                </a:lnTo>
                <a:lnTo>
                  <a:pt x="5435" y="6547"/>
                </a:lnTo>
                <a:lnTo>
                  <a:pt x="5692" y="6697"/>
                </a:lnTo>
                <a:lnTo>
                  <a:pt x="5692" y="6697"/>
                </a:lnTo>
                <a:lnTo>
                  <a:pt x="5863" y="6761"/>
                </a:lnTo>
                <a:lnTo>
                  <a:pt x="5906" y="6804"/>
                </a:lnTo>
                <a:lnTo>
                  <a:pt x="5949" y="6847"/>
                </a:lnTo>
                <a:lnTo>
                  <a:pt x="5970" y="6889"/>
                </a:lnTo>
                <a:lnTo>
                  <a:pt x="5970" y="6932"/>
                </a:lnTo>
                <a:lnTo>
                  <a:pt x="5949" y="7018"/>
                </a:lnTo>
                <a:lnTo>
                  <a:pt x="5906" y="7125"/>
                </a:lnTo>
                <a:lnTo>
                  <a:pt x="5906" y="7125"/>
                </a:lnTo>
                <a:lnTo>
                  <a:pt x="5778" y="7446"/>
                </a:lnTo>
                <a:lnTo>
                  <a:pt x="5692" y="7595"/>
                </a:lnTo>
                <a:lnTo>
                  <a:pt x="5628" y="7660"/>
                </a:lnTo>
                <a:lnTo>
                  <a:pt x="5564" y="7724"/>
                </a:lnTo>
                <a:lnTo>
                  <a:pt x="5564" y="7724"/>
                </a:lnTo>
                <a:lnTo>
                  <a:pt x="5414" y="7788"/>
                </a:lnTo>
                <a:lnTo>
                  <a:pt x="5264" y="7852"/>
                </a:lnTo>
                <a:lnTo>
                  <a:pt x="5200" y="7895"/>
                </a:lnTo>
                <a:lnTo>
                  <a:pt x="5179" y="7938"/>
                </a:lnTo>
                <a:lnTo>
                  <a:pt x="5200" y="8023"/>
                </a:lnTo>
                <a:lnTo>
                  <a:pt x="5264" y="8109"/>
                </a:lnTo>
                <a:lnTo>
                  <a:pt x="5264" y="8109"/>
                </a:lnTo>
                <a:lnTo>
                  <a:pt x="5307" y="8152"/>
                </a:lnTo>
                <a:lnTo>
                  <a:pt x="5371" y="8195"/>
                </a:lnTo>
                <a:lnTo>
                  <a:pt x="5542" y="8259"/>
                </a:lnTo>
                <a:lnTo>
                  <a:pt x="5714" y="8323"/>
                </a:lnTo>
                <a:lnTo>
                  <a:pt x="5756" y="8366"/>
                </a:lnTo>
                <a:lnTo>
                  <a:pt x="5799" y="8409"/>
                </a:lnTo>
                <a:lnTo>
                  <a:pt x="5799" y="8409"/>
                </a:lnTo>
                <a:lnTo>
                  <a:pt x="5821" y="8451"/>
                </a:lnTo>
                <a:lnTo>
                  <a:pt x="5799" y="8516"/>
                </a:lnTo>
                <a:lnTo>
                  <a:pt x="5714" y="8665"/>
                </a:lnTo>
                <a:lnTo>
                  <a:pt x="5564" y="8836"/>
                </a:lnTo>
                <a:lnTo>
                  <a:pt x="5371" y="9029"/>
                </a:lnTo>
                <a:lnTo>
                  <a:pt x="5008" y="9350"/>
                </a:lnTo>
                <a:lnTo>
                  <a:pt x="4858" y="9500"/>
                </a:lnTo>
                <a:lnTo>
                  <a:pt x="4751" y="9585"/>
                </a:lnTo>
                <a:lnTo>
                  <a:pt x="4751" y="9585"/>
                </a:lnTo>
                <a:lnTo>
                  <a:pt x="4708" y="9671"/>
                </a:lnTo>
                <a:lnTo>
                  <a:pt x="4687" y="9735"/>
                </a:lnTo>
                <a:lnTo>
                  <a:pt x="4687" y="9799"/>
                </a:lnTo>
                <a:lnTo>
                  <a:pt x="4708" y="9842"/>
                </a:lnTo>
                <a:lnTo>
                  <a:pt x="4751" y="9863"/>
                </a:lnTo>
                <a:lnTo>
                  <a:pt x="4815" y="9863"/>
                </a:lnTo>
                <a:lnTo>
                  <a:pt x="4879" y="9842"/>
                </a:lnTo>
                <a:lnTo>
                  <a:pt x="4965" y="9778"/>
                </a:lnTo>
                <a:lnTo>
                  <a:pt x="4965" y="9778"/>
                </a:lnTo>
                <a:lnTo>
                  <a:pt x="5307" y="9436"/>
                </a:lnTo>
                <a:lnTo>
                  <a:pt x="5649" y="9093"/>
                </a:lnTo>
                <a:lnTo>
                  <a:pt x="5649" y="9093"/>
                </a:lnTo>
                <a:lnTo>
                  <a:pt x="5778" y="8965"/>
                </a:lnTo>
                <a:lnTo>
                  <a:pt x="5928" y="8772"/>
                </a:lnTo>
                <a:lnTo>
                  <a:pt x="6056" y="8601"/>
                </a:lnTo>
                <a:lnTo>
                  <a:pt x="6099" y="8516"/>
                </a:lnTo>
                <a:lnTo>
                  <a:pt x="6120" y="8430"/>
                </a:lnTo>
                <a:lnTo>
                  <a:pt x="6120" y="8430"/>
                </a:lnTo>
                <a:lnTo>
                  <a:pt x="6141" y="8344"/>
                </a:lnTo>
                <a:lnTo>
                  <a:pt x="6099" y="8259"/>
                </a:lnTo>
                <a:lnTo>
                  <a:pt x="6035" y="8216"/>
                </a:lnTo>
                <a:lnTo>
                  <a:pt x="5970" y="8173"/>
                </a:lnTo>
                <a:lnTo>
                  <a:pt x="5778" y="8109"/>
                </a:lnTo>
                <a:lnTo>
                  <a:pt x="5692" y="8066"/>
                </a:lnTo>
                <a:lnTo>
                  <a:pt x="5628" y="8002"/>
                </a:lnTo>
                <a:lnTo>
                  <a:pt x="5628" y="8002"/>
                </a:lnTo>
                <a:lnTo>
                  <a:pt x="5692" y="7959"/>
                </a:lnTo>
                <a:lnTo>
                  <a:pt x="5756" y="7916"/>
                </a:lnTo>
                <a:lnTo>
                  <a:pt x="5842" y="7874"/>
                </a:lnTo>
                <a:lnTo>
                  <a:pt x="5885" y="7788"/>
                </a:lnTo>
                <a:lnTo>
                  <a:pt x="5885" y="7788"/>
                </a:lnTo>
                <a:lnTo>
                  <a:pt x="5906" y="7724"/>
                </a:lnTo>
                <a:lnTo>
                  <a:pt x="5928" y="7595"/>
                </a:lnTo>
                <a:lnTo>
                  <a:pt x="5970" y="7489"/>
                </a:lnTo>
                <a:lnTo>
                  <a:pt x="5992" y="7446"/>
                </a:lnTo>
                <a:lnTo>
                  <a:pt x="6013" y="7446"/>
                </a:lnTo>
                <a:lnTo>
                  <a:pt x="6013" y="7446"/>
                </a:lnTo>
                <a:lnTo>
                  <a:pt x="6056" y="7446"/>
                </a:lnTo>
                <a:lnTo>
                  <a:pt x="6099" y="7467"/>
                </a:lnTo>
                <a:lnTo>
                  <a:pt x="6141" y="7531"/>
                </a:lnTo>
                <a:lnTo>
                  <a:pt x="6163" y="7553"/>
                </a:lnTo>
                <a:lnTo>
                  <a:pt x="6184" y="7553"/>
                </a:lnTo>
                <a:lnTo>
                  <a:pt x="6227" y="7553"/>
                </a:lnTo>
                <a:lnTo>
                  <a:pt x="6291" y="7510"/>
                </a:lnTo>
                <a:lnTo>
                  <a:pt x="6291" y="7510"/>
                </a:lnTo>
                <a:lnTo>
                  <a:pt x="6334" y="7446"/>
                </a:lnTo>
                <a:lnTo>
                  <a:pt x="6377" y="7360"/>
                </a:lnTo>
                <a:lnTo>
                  <a:pt x="6420" y="7275"/>
                </a:lnTo>
                <a:lnTo>
                  <a:pt x="6441" y="7253"/>
                </a:lnTo>
                <a:lnTo>
                  <a:pt x="6484" y="7232"/>
                </a:lnTo>
                <a:lnTo>
                  <a:pt x="6484" y="7232"/>
                </a:lnTo>
                <a:lnTo>
                  <a:pt x="6505" y="7253"/>
                </a:lnTo>
                <a:lnTo>
                  <a:pt x="6527" y="7275"/>
                </a:lnTo>
                <a:lnTo>
                  <a:pt x="6527" y="7339"/>
                </a:lnTo>
                <a:lnTo>
                  <a:pt x="6484" y="7531"/>
                </a:lnTo>
                <a:lnTo>
                  <a:pt x="6462" y="7595"/>
                </a:lnTo>
                <a:lnTo>
                  <a:pt x="6484" y="7660"/>
                </a:lnTo>
                <a:lnTo>
                  <a:pt x="6505" y="7660"/>
                </a:lnTo>
                <a:lnTo>
                  <a:pt x="6527" y="7660"/>
                </a:lnTo>
                <a:lnTo>
                  <a:pt x="6634" y="7595"/>
                </a:lnTo>
                <a:lnTo>
                  <a:pt x="6634" y="7595"/>
                </a:lnTo>
                <a:lnTo>
                  <a:pt x="6676" y="7531"/>
                </a:lnTo>
                <a:lnTo>
                  <a:pt x="6719" y="7467"/>
                </a:lnTo>
                <a:lnTo>
                  <a:pt x="6783" y="7424"/>
                </a:lnTo>
                <a:lnTo>
                  <a:pt x="6805" y="7403"/>
                </a:lnTo>
                <a:lnTo>
                  <a:pt x="6848" y="7424"/>
                </a:lnTo>
                <a:lnTo>
                  <a:pt x="6848" y="7424"/>
                </a:lnTo>
                <a:lnTo>
                  <a:pt x="6890" y="7467"/>
                </a:lnTo>
                <a:lnTo>
                  <a:pt x="6912" y="7510"/>
                </a:lnTo>
                <a:lnTo>
                  <a:pt x="6933" y="7553"/>
                </a:lnTo>
                <a:lnTo>
                  <a:pt x="6976" y="7595"/>
                </a:lnTo>
                <a:lnTo>
                  <a:pt x="6976" y="7595"/>
                </a:lnTo>
                <a:lnTo>
                  <a:pt x="7040" y="7595"/>
                </a:lnTo>
                <a:lnTo>
                  <a:pt x="7126" y="7595"/>
                </a:lnTo>
                <a:lnTo>
                  <a:pt x="7190" y="7617"/>
                </a:lnTo>
                <a:lnTo>
                  <a:pt x="7211" y="7638"/>
                </a:lnTo>
                <a:lnTo>
                  <a:pt x="7254" y="7681"/>
                </a:lnTo>
                <a:lnTo>
                  <a:pt x="7254" y="7681"/>
                </a:lnTo>
                <a:lnTo>
                  <a:pt x="7254" y="7745"/>
                </a:lnTo>
                <a:lnTo>
                  <a:pt x="7233" y="7809"/>
                </a:lnTo>
                <a:lnTo>
                  <a:pt x="7233" y="7852"/>
                </a:lnTo>
                <a:lnTo>
                  <a:pt x="7233" y="7895"/>
                </a:lnTo>
                <a:lnTo>
                  <a:pt x="7275" y="7916"/>
                </a:lnTo>
                <a:lnTo>
                  <a:pt x="7275" y="7916"/>
                </a:lnTo>
                <a:lnTo>
                  <a:pt x="7318" y="7916"/>
                </a:lnTo>
                <a:lnTo>
                  <a:pt x="7404" y="7895"/>
                </a:lnTo>
                <a:lnTo>
                  <a:pt x="7554" y="7874"/>
                </a:lnTo>
                <a:lnTo>
                  <a:pt x="7554" y="7874"/>
                </a:lnTo>
                <a:lnTo>
                  <a:pt x="7618" y="7852"/>
                </a:lnTo>
                <a:lnTo>
                  <a:pt x="7682" y="7809"/>
                </a:lnTo>
                <a:lnTo>
                  <a:pt x="7725" y="7767"/>
                </a:lnTo>
                <a:lnTo>
                  <a:pt x="7703" y="7681"/>
                </a:lnTo>
                <a:lnTo>
                  <a:pt x="7703" y="7681"/>
                </a:lnTo>
                <a:close/>
                <a:moveTo>
                  <a:pt x="6184" y="3017"/>
                </a:moveTo>
                <a:lnTo>
                  <a:pt x="6184" y="3017"/>
                </a:lnTo>
                <a:lnTo>
                  <a:pt x="6120" y="3017"/>
                </a:lnTo>
                <a:lnTo>
                  <a:pt x="6077" y="2995"/>
                </a:lnTo>
                <a:lnTo>
                  <a:pt x="6035" y="2953"/>
                </a:lnTo>
                <a:lnTo>
                  <a:pt x="6013" y="2888"/>
                </a:lnTo>
                <a:lnTo>
                  <a:pt x="6013" y="2760"/>
                </a:lnTo>
                <a:lnTo>
                  <a:pt x="6035" y="2632"/>
                </a:lnTo>
                <a:lnTo>
                  <a:pt x="6035" y="2632"/>
                </a:lnTo>
                <a:lnTo>
                  <a:pt x="6056" y="2482"/>
                </a:lnTo>
                <a:lnTo>
                  <a:pt x="6099" y="2311"/>
                </a:lnTo>
                <a:lnTo>
                  <a:pt x="6120" y="2247"/>
                </a:lnTo>
                <a:lnTo>
                  <a:pt x="6163" y="2182"/>
                </a:lnTo>
                <a:lnTo>
                  <a:pt x="6227" y="2140"/>
                </a:lnTo>
                <a:lnTo>
                  <a:pt x="6291" y="2140"/>
                </a:lnTo>
                <a:lnTo>
                  <a:pt x="6291" y="2140"/>
                </a:lnTo>
                <a:lnTo>
                  <a:pt x="6355" y="2140"/>
                </a:lnTo>
                <a:lnTo>
                  <a:pt x="6398" y="2161"/>
                </a:lnTo>
                <a:lnTo>
                  <a:pt x="6441" y="2204"/>
                </a:lnTo>
                <a:lnTo>
                  <a:pt x="6441" y="2247"/>
                </a:lnTo>
                <a:lnTo>
                  <a:pt x="6462" y="2354"/>
                </a:lnTo>
                <a:lnTo>
                  <a:pt x="6462" y="2482"/>
                </a:lnTo>
                <a:lnTo>
                  <a:pt x="6462" y="2482"/>
                </a:lnTo>
                <a:lnTo>
                  <a:pt x="6441" y="2632"/>
                </a:lnTo>
                <a:lnTo>
                  <a:pt x="6398" y="2803"/>
                </a:lnTo>
                <a:lnTo>
                  <a:pt x="6377" y="2867"/>
                </a:lnTo>
                <a:lnTo>
                  <a:pt x="6334" y="2931"/>
                </a:lnTo>
                <a:lnTo>
                  <a:pt x="6270" y="2995"/>
                </a:lnTo>
                <a:lnTo>
                  <a:pt x="6184" y="3017"/>
                </a:lnTo>
                <a:lnTo>
                  <a:pt x="6184" y="3017"/>
                </a:lnTo>
                <a:close/>
                <a:moveTo>
                  <a:pt x="6099" y="1669"/>
                </a:moveTo>
                <a:lnTo>
                  <a:pt x="6099" y="1669"/>
                </a:lnTo>
                <a:lnTo>
                  <a:pt x="6120" y="1626"/>
                </a:lnTo>
                <a:lnTo>
                  <a:pt x="6184" y="1583"/>
                </a:lnTo>
                <a:lnTo>
                  <a:pt x="6248" y="1562"/>
                </a:lnTo>
                <a:lnTo>
                  <a:pt x="6313" y="1562"/>
                </a:lnTo>
                <a:lnTo>
                  <a:pt x="6313" y="1562"/>
                </a:lnTo>
                <a:lnTo>
                  <a:pt x="6398" y="1540"/>
                </a:lnTo>
                <a:lnTo>
                  <a:pt x="6420" y="1540"/>
                </a:lnTo>
                <a:lnTo>
                  <a:pt x="6377" y="1647"/>
                </a:lnTo>
                <a:lnTo>
                  <a:pt x="6377" y="1647"/>
                </a:lnTo>
                <a:lnTo>
                  <a:pt x="6355" y="1733"/>
                </a:lnTo>
                <a:lnTo>
                  <a:pt x="6313" y="1797"/>
                </a:lnTo>
                <a:lnTo>
                  <a:pt x="6270" y="1840"/>
                </a:lnTo>
                <a:lnTo>
                  <a:pt x="6227" y="1861"/>
                </a:lnTo>
                <a:lnTo>
                  <a:pt x="6184" y="1861"/>
                </a:lnTo>
                <a:lnTo>
                  <a:pt x="6141" y="1819"/>
                </a:lnTo>
                <a:lnTo>
                  <a:pt x="6099" y="1776"/>
                </a:lnTo>
                <a:lnTo>
                  <a:pt x="6099" y="1669"/>
                </a:lnTo>
                <a:lnTo>
                  <a:pt x="6099" y="1669"/>
                </a:lnTo>
                <a:close/>
                <a:moveTo>
                  <a:pt x="6163" y="1412"/>
                </a:moveTo>
                <a:lnTo>
                  <a:pt x="6163" y="1412"/>
                </a:lnTo>
                <a:lnTo>
                  <a:pt x="6141" y="1391"/>
                </a:lnTo>
                <a:lnTo>
                  <a:pt x="6141" y="1369"/>
                </a:lnTo>
                <a:lnTo>
                  <a:pt x="6163" y="1305"/>
                </a:lnTo>
                <a:lnTo>
                  <a:pt x="6248" y="1262"/>
                </a:lnTo>
                <a:lnTo>
                  <a:pt x="6334" y="1198"/>
                </a:lnTo>
                <a:lnTo>
                  <a:pt x="6527" y="1091"/>
                </a:lnTo>
                <a:lnTo>
                  <a:pt x="6591" y="1048"/>
                </a:lnTo>
                <a:lnTo>
                  <a:pt x="6612" y="1027"/>
                </a:lnTo>
                <a:lnTo>
                  <a:pt x="6612" y="1027"/>
                </a:lnTo>
                <a:lnTo>
                  <a:pt x="6634" y="1113"/>
                </a:lnTo>
                <a:lnTo>
                  <a:pt x="6634" y="1198"/>
                </a:lnTo>
                <a:lnTo>
                  <a:pt x="6569" y="1262"/>
                </a:lnTo>
                <a:lnTo>
                  <a:pt x="6505" y="1305"/>
                </a:lnTo>
                <a:lnTo>
                  <a:pt x="6313" y="1369"/>
                </a:lnTo>
                <a:lnTo>
                  <a:pt x="6163" y="1412"/>
                </a:lnTo>
                <a:lnTo>
                  <a:pt x="6163" y="1412"/>
                </a:lnTo>
                <a:close/>
                <a:moveTo>
                  <a:pt x="6163" y="214"/>
                </a:moveTo>
                <a:lnTo>
                  <a:pt x="6163" y="214"/>
                </a:lnTo>
                <a:lnTo>
                  <a:pt x="6248" y="214"/>
                </a:lnTo>
                <a:lnTo>
                  <a:pt x="6377" y="257"/>
                </a:lnTo>
                <a:lnTo>
                  <a:pt x="6527" y="300"/>
                </a:lnTo>
                <a:lnTo>
                  <a:pt x="6612" y="342"/>
                </a:lnTo>
                <a:lnTo>
                  <a:pt x="6612" y="342"/>
                </a:lnTo>
                <a:lnTo>
                  <a:pt x="6676" y="407"/>
                </a:lnTo>
                <a:lnTo>
                  <a:pt x="6719" y="492"/>
                </a:lnTo>
                <a:lnTo>
                  <a:pt x="6741" y="578"/>
                </a:lnTo>
                <a:lnTo>
                  <a:pt x="6741" y="685"/>
                </a:lnTo>
                <a:lnTo>
                  <a:pt x="6741" y="685"/>
                </a:lnTo>
                <a:lnTo>
                  <a:pt x="6719" y="727"/>
                </a:lnTo>
                <a:lnTo>
                  <a:pt x="6698" y="770"/>
                </a:lnTo>
                <a:lnTo>
                  <a:pt x="6655" y="813"/>
                </a:lnTo>
                <a:lnTo>
                  <a:pt x="6591" y="813"/>
                </a:lnTo>
                <a:lnTo>
                  <a:pt x="6462" y="856"/>
                </a:lnTo>
                <a:lnTo>
                  <a:pt x="6355" y="899"/>
                </a:lnTo>
                <a:lnTo>
                  <a:pt x="6355" y="899"/>
                </a:lnTo>
                <a:lnTo>
                  <a:pt x="6184" y="1027"/>
                </a:lnTo>
                <a:lnTo>
                  <a:pt x="6141" y="1048"/>
                </a:lnTo>
                <a:lnTo>
                  <a:pt x="6099" y="1048"/>
                </a:lnTo>
                <a:lnTo>
                  <a:pt x="6077" y="1027"/>
                </a:lnTo>
                <a:lnTo>
                  <a:pt x="6056" y="984"/>
                </a:lnTo>
                <a:lnTo>
                  <a:pt x="6056" y="984"/>
                </a:lnTo>
                <a:lnTo>
                  <a:pt x="6141" y="856"/>
                </a:lnTo>
                <a:lnTo>
                  <a:pt x="6313" y="642"/>
                </a:lnTo>
                <a:lnTo>
                  <a:pt x="6377" y="535"/>
                </a:lnTo>
                <a:lnTo>
                  <a:pt x="6377" y="471"/>
                </a:lnTo>
                <a:lnTo>
                  <a:pt x="6355" y="449"/>
                </a:lnTo>
                <a:lnTo>
                  <a:pt x="6334" y="449"/>
                </a:lnTo>
                <a:lnTo>
                  <a:pt x="6184" y="513"/>
                </a:lnTo>
                <a:lnTo>
                  <a:pt x="6184" y="513"/>
                </a:lnTo>
                <a:lnTo>
                  <a:pt x="6056" y="642"/>
                </a:lnTo>
                <a:lnTo>
                  <a:pt x="5970" y="706"/>
                </a:lnTo>
                <a:lnTo>
                  <a:pt x="5928" y="706"/>
                </a:lnTo>
                <a:lnTo>
                  <a:pt x="5906" y="663"/>
                </a:lnTo>
                <a:lnTo>
                  <a:pt x="5906" y="663"/>
                </a:lnTo>
                <a:lnTo>
                  <a:pt x="5928" y="578"/>
                </a:lnTo>
                <a:lnTo>
                  <a:pt x="6013" y="428"/>
                </a:lnTo>
                <a:lnTo>
                  <a:pt x="6099" y="278"/>
                </a:lnTo>
                <a:lnTo>
                  <a:pt x="6163" y="214"/>
                </a:lnTo>
                <a:lnTo>
                  <a:pt x="6163" y="214"/>
                </a:lnTo>
                <a:close/>
                <a:moveTo>
                  <a:pt x="5778" y="235"/>
                </a:moveTo>
                <a:lnTo>
                  <a:pt x="5778" y="235"/>
                </a:lnTo>
                <a:lnTo>
                  <a:pt x="5821" y="257"/>
                </a:lnTo>
                <a:lnTo>
                  <a:pt x="5863" y="278"/>
                </a:lnTo>
                <a:lnTo>
                  <a:pt x="5863" y="278"/>
                </a:lnTo>
                <a:lnTo>
                  <a:pt x="5863" y="321"/>
                </a:lnTo>
                <a:lnTo>
                  <a:pt x="5821" y="342"/>
                </a:lnTo>
                <a:lnTo>
                  <a:pt x="5756" y="342"/>
                </a:lnTo>
                <a:lnTo>
                  <a:pt x="5714" y="342"/>
                </a:lnTo>
                <a:lnTo>
                  <a:pt x="5671" y="321"/>
                </a:lnTo>
                <a:lnTo>
                  <a:pt x="5649" y="278"/>
                </a:lnTo>
                <a:lnTo>
                  <a:pt x="5692" y="257"/>
                </a:lnTo>
                <a:lnTo>
                  <a:pt x="5778" y="235"/>
                </a:lnTo>
                <a:lnTo>
                  <a:pt x="5778" y="235"/>
                </a:lnTo>
                <a:close/>
                <a:moveTo>
                  <a:pt x="3146" y="620"/>
                </a:moveTo>
                <a:lnTo>
                  <a:pt x="3146" y="620"/>
                </a:lnTo>
                <a:lnTo>
                  <a:pt x="3424" y="556"/>
                </a:lnTo>
                <a:lnTo>
                  <a:pt x="3916" y="471"/>
                </a:lnTo>
                <a:lnTo>
                  <a:pt x="4387" y="407"/>
                </a:lnTo>
                <a:lnTo>
                  <a:pt x="4537" y="407"/>
                </a:lnTo>
                <a:lnTo>
                  <a:pt x="4580" y="407"/>
                </a:lnTo>
                <a:lnTo>
                  <a:pt x="4601" y="407"/>
                </a:lnTo>
                <a:lnTo>
                  <a:pt x="4601" y="407"/>
                </a:lnTo>
                <a:lnTo>
                  <a:pt x="4922" y="428"/>
                </a:lnTo>
                <a:lnTo>
                  <a:pt x="5093" y="471"/>
                </a:lnTo>
                <a:lnTo>
                  <a:pt x="5221" y="513"/>
                </a:lnTo>
                <a:lnTo>
                  <a:pt x="5350" y="578"/>
                </a:lnTo>
                <a:lnTo>
                  <a:pt x="5478" y="685"/>
                </a:lnTo>
                <a:lnTo>
                  <a:pt x="5585" y="792"/>
                </a:lnTo>
                <a:lnTo>
                  <a:pt x="5671" y="963"/>
                </a:lnTo>
                <a:lnTo>
                  <a:pt x="5671" y="963"/>
                </a:lnTo>
                <a:lnTo>
                  <a:pt x="5735" y="1113"/>
                </a:lnTo>
                <a:lnTo>
                  <a:pt x="5799" y="1284"/>
                </a:lnTo>
                <a:lnTo>
                  <a:pt x="5821" y="1476"/>
                </a:lnTo>
                <a:lnTo>
                  <a:pt x="5821" y="1562"/>
                </a:lnTo>
                <a:lnTo>
                  <a:pt x="5821" y="1626"/>
                </a:lnTo>
                <a:lnTo>
                  <a:pt x="5821" y="1626"/>
                </a:lnTo>
                <a:lnTo>
                  <a:pt x="5778" y="1669"/>
                </a:lnTo>
                <a:lnTo>
                  <a:pt x="5735" y="1733"/>
                </a:lnTo>
                <a:lnTo>
                  <a:pt x="5585" y="1797"/>
                </a:lnTo>
                <a:lnTo>
                  <a:pt x="5435" y="1840"/>
                </a:lnTo>
                <a:lnTo>
                  <a:pt x="5307" y="1840"/>
                </a:lnTo>
                <a:lnTo>
                  <a:pt x="5307" y="1840"/>
                </a:lnTo>
                <a:lnTo>
                  <a:pt x="5221" y="1819"/>
                </a:lnTo>
                <a:lnTo>
                  <a:pt x="5179" y="1776"/>
                </a:lnTo>
                <a:lnTo>
                  <a:pt x="5114" y="1712"/>
                </a:lnTo>
                <a:lnTo>
                  <a:pt x="5072" y="1669"/>
                </a:lnTo>
                <a:lnTo>
                  <a:pt x="5072" y="1669"/>
                </a:lnTo>
                <a:lnTo>
                  <a:pt x="4986" y="1626"/>
                </a:lnTo>
                <a:lnTo>
                  <a:pt x="4901" y="1605"/>
                </a:lnTo>
                <a:lnTo>
                  <a:pt x="4751" y="1562"/>
                </a:lnTo>
                <a:lnTo>
                  <a:pt x="4751" y="1562"/>
                </a:lnTo>
                <a:lnTo>
                  <a:pt x="4601" y="1540"/>
                </a:lnTo>
                <a:lnTo>
                  <a:pt x="4451" y="1540"/>
                </a:lnTo>
                <a:lnTo>
                  <a:pt x="4301" y="1562"/>
                </a:lnTo>
                <a:lnTo>
                  <a:pt x="4237" y="1583"/>
                </a:lnTo>
                <a:lnTo>
                  <a:pt x="4173" y="1626"/>
                </a:lnTo>
                <a:lnTo>
                  <a:pt x="4173" y="1626"/>
                </a:lnTo>
                <a:lnTo>
                  <a:pt x="4130" y="1669"/>
                </a:lnTo>
                <a:lnTo>
                  <a:pt x="4087" y="1712"/>
                </a:lnTo>
                <a:lnTo>
                  <a:pt x="4045" y="1776"/>
                </a:lnTo>
                <a:lnTo>
                  <a:pt x="4002" y="1819"/>
                </a:lnTo>
                <a:lnTo>
                  <a:pt x="4002" y="1819"/>
                </a:lnTo>
                <a:lnTo>
                  <a:pt x="3938" y="1819"/>
                </a:lnTo>
                <a:lnTo>
                  <a:pt x="3874" y="1819"/>
                </a:lnTo>
                <a:lnTo>
                  <a:pt x="3745" y="1797"/>
                </a:lnTo>
                <a:lnTo>
                  <a:pt x="3745" y="1797"/>
                </a:lnTo>
                <a:lnTo>
                  <a:pt x="3638" y="1819"/>
                </a:lnTo>
                <a:lnTo>
                  <a:pt x="3553" y="1840"/>
                </a:lnTo>
                <a:lnTo>
                  <a:pt x="3381" y="1904"/>
                </a:lnTo>
                <a:lnTo>
                  <a:pt x="3381" y="1904"/>
                </a:lnTo>
                <a:lnTo>
                  <a:pt x="3253" y="1947"/>
                </a:lnTo>
                <a:lnTo>
                  <a:pt x="3125" y="1904"/>
                </a:lnTo>
                <a:lnTo>
                  <a:pt x="3125" y="1904"/>
                </a:lnTo>
                <a:lnTo>
                  <a:pt x="2825" y="1797"/>
                </a:lnTo>
                <a:lnTo>
                  <a:pt x="2675" y="1776"/>
                </a:lnTo>
                <a:lnTo>
                  <a:pt x="2590" y="1754"/>
                </a:lnTo>
                <a:lnTo>
                  <a:pt x="2504" y="1776"/>
                </a:lnTo>
                <a:lnTo>
                  <a:pt x="2504" y="1776"/>
                </a:lnTo>
                <a:lnTo>
                  <a:pt x="2440" y="1776"/>
                </a:lnTo>
                <a:lnTo>
                  <a:pt x="2376" y="1819"/>
                </a:lnTo>
                <a:lnTo>
                  <a:pt x="2290" y="1883"/>
                </a:lnTo>
                <a:lnTo>
                  <a:pt x="2205" y="1968"/>
                </a:lnTo>
                <a:lnTo>
                  <a:pt x="2098" y="2054"/>
                </a:lnTo>
                <a:lnTo>
                  <a:pt x="2098" y="2054"/>
                </a:lnTo>
                <a:lnTo>
                  <a:pt x="1969" y="2097"/>
                </a:lnTo>
                <a:lnTo>
                  <a:pt x="1777" y="2118"/>
                </a:lnTo>
                <a:lnTo>
                  <a:pt x="1691" y="2097"/>
                </a:lnTo>
                <a:lnTo>
                  <a:pt x="1606" y="2097"/>
                </a:lnTo>
                <a:lnTo>
                  <a:pt x="1563" y="2054"/>
                </a:lnTo>
                <a:lnTo>
                  <a:pt x="1520" y="2011"/>
                </a:lnTo>
                <a:lnTo>
                  <a:pt x="1520" y="2011"/>
                </a:lnTo>
                <a:lnTo>
                  <a:pt x="1520" y="1947"/>
                </a:lnTo>
                <a:lnTo>
                  <a:pt x="1541" y="1883"/>
                </a:lnTo>
                <a:lnTo>
                  <a:pt x="1606" y="1712"/>
                </a:lnTo>
                <a:lnTo>
                  <a:pt x="1713" y="1540"/>
                </a:lnTo>
                <a:lnTo>
                  <a:pt x="1820" y="1412"/>
                </a:lnTo>
                <a:lnTo>
                  <a:pt x="1820" y="1412"/>
                </a:lnTo>
                <a:lnTo>
                  <a:pt x="1948" y="1284"/>
                </a:lnTo>
                <a:lnTo>
                  <a:pt x="2098" y="1155"/>
                </a:lnTo>
                <a:lnTo>
                  <a:pt x="2247" y="1027"/>
                </a:lnTo>
                <a:lnTo>
                  <a:pt x="2419" y="920"/>
                </a:lnTo>
                <a:lnTo>
                  <a:pt x="2782" y="749"/>
                </a:lnTo>
                <a:lnTo>
                  <a:pt x="3146" y="620"/>
                </a:lnTo>
                <a:lnTo>
                  <a:pt x="3146" y="620"/>
                </a:lnTo>
                <a:close/>
                <a:moveTo>
                  <a:pt x="5093" y="2225"/>
                </a:moveTo>
                <a:lnTo>
                  <a:pt x="5093" y="2225"/>
                </a:lnTo>
                <a:lnTo>
                  <a:pt x="5050" y="2461"/>
                </a:lnTo>
                <a:lnTo>
                  <a:pt x="5008" y="2567"/>
                </a:lnTo>
                <a:lnTo>
                  <a:pt x="4965" y="2632"/>
                </a:lnTo>
                <a:lnTo>
                  <a:pt x="4922" y="2696"/>
                </a:lnTo>
                <a:lnTo>
                  <a:pt x="4836" y="2739"/>
                </a:lnTo>
                <a:lnTo>
                  <a:pt x="4729" y="2760"/>
                </a:lnTo>
                <a:lnTo>
                  <a:pt x="4601" y="2760"/>
                </a:lnTo>
                <a:lnTo>
                  <a:pt x="4601" y="2760"/>
                </a:lnTo>
                <a:lnTo>
                  <a:pt x="4494" y="2739"/>
                </a:lnTo>
                <a:lnTo>
                  <a:pt x="4408" y="2696"/>
                </a:lnTo>
                <a:lnTo>
                  <a:pt x="4344" y="2653"/>
                </a:lnTo>
                <a:lnTo>
                  <a:pt x="4280" y="2589"/>
                </a:lnTo>
                <a:lnTo>
                  <a:pt x="4237" y="2525"/>
                </a:lnTo>
                <a:lnTo>
                  <a:pt x="4194" y="2439"/>
                </a:lnTo>
                <a:lnTo>
                  <a:pt x="4173" y="2354"/>
                </a:lnTo>
                <a:lnTo>
                  <a:pt x="4173" y="2247"/>
                </a:lnTo>
                <a:lnTo>
                  <a:pt x="4173" y="2247"/>
                </a:lnTo>
                <a:lnTo>
                  <a:pt x="4194" y="2140"/>
                </a:lnTo>
                <a:lnTo>
                  <a:pt x="4237" y="2075"/>
                </a:lnTo>
                <a:lnTo>
                  <a:pt x="4280" y="2011"/>
                </a:lnTo>
                <a:lnTo>
                  <a:pt x="4344" y="1947"/>
                </a:lnTo>
                <a:lnTo>
                  <a:pt x="4408" y="1904"/>
                </a:lnTo>
                <a:lnTo>
                  <a:pt x="4494" y="1883"/>
                </a:lnTo>
                <a:lnTo>
                  <a:pt x="4665" y="1840"/>
                </a:lnTo>
                <a:lnTo>
                  <a:pt x="4665" y="1840"/>
                </a:lnTo>
                <a:lnTo>
                  <a:pt x="4772" y="1840"/>
                </a:lnTo>
                <a:lnTo>
                  <a:pt x="4858" y="1861"/>
                </a:lnTo>
                <a:lnTo>
                  <a:pt x="4943" y="1883"/>
                </a:lnTo>
                <a:lnTo>
                  <a:pt x="5008" y="1947"/>
                </a:lnTo>
                <a:lnTo>
                  <a:pt x="5008" y="1947"/>
                </a:lnTo>
                <a:lnTo>
                  <a:pt x="5029" y="2011"/>
                </a:lnTo>
                <a:lnTo>
                  <a:pt x="5050" y="2118"/>
                </a:lnTo>
                <a:lnTo>
                  <a:pt x="5072" y="2204"/>
                </a:lnTo>
                <a:lnTo>
                  <a:pt x="5093" y="2225"/>
                </a:lnTo>
                <a:lnTo>
                  <a:pt x="5093" y="2225"/>
                </a:lnTo>
                <a:close/>
                <a:moveTo>
                  <a:pt x="4066" y="3381"/>
                </a:moveTo>
                <a:lnTo>
                  <a:pt x="4066" y="3381"/>
                </a:lnTo>
                <a:lnTo>
                  <a:pt x="4045" y="3445"/>
                </a:lnTo>
                <a:lnTo>
                  <a:pt x="3981" y="3488"/>
                </a:lnTo>
                <a:lnTo>
                  <a:pt x="3895" y="3530"/>
                </a:lnTo>
                <a:lnTo>
                  <a:pt x="3809" y="3552"/>
                </a:lnTo>
                <a:lnTo>
                  <a:pt x="3724" y="3573"/>
                </a:lnTo>
                <a:lnTo>
                  <a:pt x="3617" y="3573"/>
                </a:lnTo>
                <a:lnTo>
                  <a:pt x="3553" y="3552"/>
                </a:lnTo>
                <a:lnTo>
                  <a:pt x="3488" y="3509"/>
                </a:lnTo>
                <a:lnTo>
                  <a:pt x="3488" y="3509"/>
                </a:lnTo>
                <a:lnTo>
                  <a:pt x="3446" y="3445"/>
                </a:lnTo>
                <a:lnTo>
                  <a:pt x="3424" y="3338"/>
                </a:lnTo>
                <a:lnTo>
                  <a:pt x="3381" y="3081"/>
                </a:lnTo>
                <a:lnTo>
                  <a:pt x="3360" y="2717"/>
                </a:lnTo>
                <a:lnTo>
                  <a:pt x="3360" y="2717"/>
                </a:lnTo>
                <a:lnTo>
                  <a:pt x="3360" y="2546"/>
                </a:lnTo>
                <a:lnTo>
                  <a:pt x="3360" y="2375"/>
                </a:lnTo>
                <a:lnTo>
                  <a:pt x="3381" y="2289"/>
                </a:lnTo>
                <a:lnTo>
                  <a:pt x="3403" y="2225"/>
                </a:lnTo>
                <a:lnTo>
                  <a:pt x="3424" y="2140"/>
                </a:lnTo>
                <a:lnTo>
                  <a:pt x="3488" y="2097"/>
                </a:lnTo>
                <a:lnTo>
                  <a:pt x="3488" y="2097"/>
                </a:lnTo>
                <a:lnTo>
                  <a:pt x="3574" y="2054"/>
                </a:lnTo>
                <a:lnTo>
                  <a:pt x="3681" y="2033"/>
                </a:lnTo>
                <a:lnTo>
                  <a:pt x="3788" y="2054"/>
                </a:lnTo>
                <a:lnTo>
                  <a:pt x="3874" y="2097"/>
                </a:lnTo>
                <a:lnTo>
                  <a:pt x="3874" y="2097"/>
                </a:lnTo>
                <a:lnTo>
                  <a:pt x="3916" y="2161"/>
                </a:lnTo>
                <a:lnTo>
                  <a:pt x="3938" y="2225"/>
                </a:lnTo>
                <a:lnTo>
                  <a:pt x="3981" y="2418"/>
                </a:lnTo>
                <a:lnTo>
                  <a:pt x="4045" y="2803"/>
                </a:lnTo>
                <a:lnTo>
                  <a:pt x="4045" y="2803"/>
                </a:lnTo>
                <a:lnTo>
                  <a:pt x="4087" y="3102"/>
                </a:lnTo>
                <a:lnTo>
                  <a:pt x="4087" y="3252"/>
                </a:lnTo>
                <a:lnTo>
                  <a:pt x="4087" y="3338"/>
                </a:lnTo>
                <a:lnTo>
                  <a:pt x="4066" y="3381"/>
                </a:lnTo>
                <a:lnTo>
                  <a:pt x="4066" y="3381"/>
                </a:lnTo>
                <a:close/>
                <a:moveTo>
                  <a:pt x="2654" y="2953"/>
                </a:moveTo>
                <a:lnTo>
                  <a:pt x="2654" y="2953"/>
                </a:lnTo>
                <a:lnTo>
                  <a:pt x="2547" y="2910"/>
                </a:lnTo>
                <a:lnTo>
                  <a:pt x="2483" y="2867"/>
                </a:lnTo>
                <a:lnTo>
                  <a:pt x="2397" y="2803"/>
                </a:lnTo>
                <a:lnTo>
                  <a:pt x="2333" y="2717"/>
                </a:lnTo>
                <a:lnTo>
                  <a:pt x="2290" y="2632"/>
                </a:lnTo>
                <a:lnTo>
                  <a:pt x="2269" y="2546"/>
                </a:lnTo>
                <a:lnTo>
                  <a:pt x="2247" y="2439"/>
                </a:lnTo>
                <a:lnTo>
                  <a:pt x="2269" y="2354"/>
                </a:lnTo>
                <a:lnTo>
                  <a:pt x="2269" y="2354"/>
                </a:lnTo>
                <a:lnTo>
                  <a:pt x="2290" y="2268"/>
                </a:lnTo>
                <a:lnTo>
                  <a:pt x="2354" y="2204"/>
                </a:lnTo>
                <a:lnTo>
                  <a:pt x="2419" y="2140"/>
                </a:lnTo>
                <a:lnTo>
                  <a:pt x="2483" y="2097"/>
                </a:lnTo>
                <a:lnTo>
                  <a:pt x="2483" y="2097"/>
                </a:lnTo>
                <a:lnTo>
                  <a:pt x="2611" y="2054"/>
                </a:lnTo>
                <a:lnTo>
                  <a:pt x="2675" y="2033"/>
                </a:lnTo>
                <a:lnTo>
                  <a:pt x="2697" y="2054"/>
                </a:lnTo>
                <a:lnTo>
                  <a:pt x="2697" y="2054"/>
                </a:lnTo>
                <a:lnTo>
                  <a:pt x="2825" y="2054"/>
                </a:lnTo>
                <a:lnTo>
                  <a:pt x="2932" y="2097"/>
                </a:lnTo>
                <a:lnTo>
                  <a:pt x="2996" y="2140"/>
                </a:lnTo>
                <a:lnTo>
                  <a:pt x="3061" y="2204"/>
                </a:lnTo>
                <a:lnTo>
                  <a:pt x="3103" y="2289"/>
                </a:lnTo>
                <a:lnTo>
                  <a:pt x="3125" y="2375"/>
                </a:lnTo>
                <a:lnTo>
                  <a:pt x="3125" y="2461"/>
                </a:lnTo>
                <a:lnTo>
                  <a:pt x="3125" y="2567"/>
                </a:lnTo>
                <a:lnTo>
                  <a:pt x="3103" y="2653"/>
                </a:lnTo>
                <a:lnTo>
                  <a:pt x="3061" y="2739"/>
                </a:lnTo>
                <a:lnTo>
                  <a:pt x="3018" y="2803"/>
                </a:lnTo>
                <a:lnTo>
                  <a:pt x="2954" y="2888"/>
                </a:lnTo>
                <a:lnTo>
                  <a:pt x="2889" y="2931"/>
                </a:lnTo>
                <a:lnTo>
                  <a:pt x="2825" y="2953"/>
                </a:lnTo>
                <a:lnTo>
                  <a:pt x="2740" y="2974"/>
                </a:lnTo>
                <a:lnTo>
                  <a:pt x="2654" y="2953"/>
                </a:lnTo>
                <a:lnTo>
                  <a:pt x="2654" y="2953"/>
                </a:lnTo>
                <a:close/>
                <a:moveTo>
                  <a:pt x="1434" y="1006"/>
                </a:moveTo>
                <a:lnTo>
                  <a:pt x="1434" y="1006"/>
                </a:lnTo>
                <a:lnTo>
                  <a:pt x="1477" y="1048"/>
                </a:lnTo>
                <a:lnTo>
                  <a:pt x="1520" y="1091"/>
                </a:lnTo>
                <a:lnTo>
                  <a:pt x="1541" y="1155"/>
                </a:lnTo>
                <a:lnTo>
                  <a:pt x="1541" y="1220"/>
                </a:lnTo>
                <a:lnTo>
                  <a:pt x="1541" y="1262"/>
                </a:lnTo>
                <a:lnTo>
                  <a:pt x="1520" y="1305"/>
                </a:lnTo>
                <a:lnTo>
                  <a:pt x="1456" y="1348"/>
                </a:lnTo>
                <a:lnTo>
                  <a:pt x="1392" y="1348"/>
                </a:lnTo>
                <a:lnTo>
                  <a:pt x="1392" y="1348"/>
                </a:lnTo>
                <a:lnTo>
                  <a:pt x="1285" y="1262"/>
                </a:lnTo>
                <a:lnTo>
                  <a:pt x="1220" y="1220"/>
                </a:lnTo>
                <a:lnTo>
                  <a:pt x="1199" y="1155"/>
                </a:lnTo>
                <a:lnTo>
                  <a:pt x="1199" y="1155"/>
                </a:lnTo>
                <a:lnTo>
                  <a:pt x="1220" y="1113"/>
                </a:lnTo>
                <a:lnTo>
                  <a:pt x="1285" y="1070"/>
                </a:lnTo>
                <a:lnTo>
                  <a:pt x="1434" y="1006"/>
                </a:lnTo>
                <a:lnTo>
                  <a:pt x="1434" y="1006"/>
                </a:lnTo>
                <a:close/>
                <a:moveTo>
                  <a:pt x="707" y="1327"/>
                </a:moveTo>
                <a:lnTo>
                  <a:pt x="707" y="1327"/>
                </a:lnTo>
                <a:lnTo>
                  <a:pt x="793" y="1391"/>
                </a:lnTo>
                <a:lnTo>
                  <a:pt x="921" y="1562"/>
                </a:lnTo>
                <a:lnTo>
                  <a:pt x="1049" y="1733"/>
                </a:lnTo>
                <a:lnTo>
                  <a:pt x="1113" y="1840"/>
                </a:lnTo>
                <a:lnTo>
                  <a:pt x="1113" y="1840"/>
                </a:lnTo>
                <a:lnTo>
                  <a:pt x="1071" y="1861"/>
                </a:lnTo>
                <a:lnTo>
                  <a:pt x="1049" y="1861"/>
                </a:lnTo>
                <a:lnTo>
                  <a:pt x="964" y="1819"/>
                </a:lnTo>
                <a:lnTo>
                  <a:pt x="900" y="1733"/>
                </a:lnTo>
                <a:lnTo>
                  <a:pt x="814" y="1647"/>
                </a:lnTo>
                <a:lnTo>
                  <a:pt x="728" y="1434"/>
                </a:lnTo>
                <a:lnTo>
                  <a:pt x="707" y="1369"/>
                </a:lnTo>
                <a:lnTo>
                  <a:pt x="707" y="1327"/>
                </a:lnTo>
                <a:lnTo>
                  <a:pt x="707" y="1327"/>
                </a:lnTo>
                <a:close/>
                <a:moveTo>
                  <a:pt x="1007" y="2247"/>
                </a:moveTo>
                <a:lnTo>
                  <a:pt x="1007" y="2247"/>
                </a:lnTo>
                <a:lnTo>
                  <a:pt x="942" y="2225"/>
                </a:lnTo>
                <a:lnTo>
                  <a:pt x="900" y="2182"/>
                </a:lnTo>
                <a:lnTo>
                  <a:pt x="835" y="2054"/>
                </a:lnTo>
                <a:lnTo>
                  <a:pt x="835" y="2054"/>
                </a:lnTo>
                <a:lnTo>
                  <a:pt x="814" y="2054"/>
                </a:lnTo>
                <a:lnTo>
                  <a:pt x="814" y="2054"/>
                </a:lnTo>
                <a:lnTo>
                  <a:pt x="814" y="2033"/>
                </a:lnTo>
                <a:lnTo>
                  <a:pt x="835" y="2054"/>
                </a:lnTo>
                <a:lnTo>
                  <a:pt x="835" y="2054"/>
                </a:lnTo>
                <a:lnTo>
                  <a:pt x="964" y="2075"/>
                </a:lnTo>
                <a:lnTo>
                  <a:pt x="1028" y="2097"/>
                </a:lnTo>
                <a:lnTo>
                  <a:pt x="1071" y="2140"/>
                </a:lnTo>
                <a:lnTo>
                  <a:pt x="1071" y="2140"/>
                </a:lnTo>
                <a:lnTo>
                  <a:pt x="1092" y="2182"/>
                </a:lnTo>
                <a:lnTo>
                  <a:pt x="1071" y="2225"/>
                </a:lnTo>
                <a:lnTo>
                  <a:pt x="1049" y="2247"/>
                </a:lnTo>
                <a:lnTo>
                  <a:pt x="1007" y="2247"/>
                </a:lnTo>
                <a:lnTo>
                  <a:pt x="1007" y="2247"/>
                </a:lnTo>
                <a:close/>
                <a:moveTo>
                  <a:pt x="664" y="2311"/>
                </a:moveTo>
                <a:lnTo>
                  <a:pt x="664" y="2311"/>
                </a:lnTo>
                <a:lnTo>
                  <a:pt x="728" y="2354"/>
                </a:lnTo>
                <a:lnTo>
                  <a:pt x="857" y="2439"/>
                </a:lnTo>
                <a:lnTo>
                  <a:pt x="985" y="2525"/>
                </a:lnTo>
                <a:lnTo>
                  <a:pt x="1028" y="2589"/>
                </a:lnTo>
                <a:lnTo>
                  <a:pt x="1028" y="2589"/>
                </a:lnTo>
                <a:lnTo>
                  <a:pt x="964" y="2632"/>
                </a:lnTo>
                <a:lnTo>
                  <a:pt x="900" y="2653"/>
                </a:lnTo>
                <a:lnTo>
                  <a:pt x="835" y="2610"/>
                </a:lnTo>
                <a:lnTo>
                  <a:pt x="771" y="2546"/>
                </a:lnTo>
                <a:lnTo>
                  <a:pt x="728" y="2482"/>
                </a:lnTo>
                <a:lnTo>
                  <a:pt x="686" y="2418"/>
                </a:lnTo>
                <a:lnTo>
                  <a:pt x="664" y="2354"/>
                </a:lnTo>
                <a:lnTo>
                  <a:pt x="664" y="2311"/>
                </a:lnTo>
                <a:lnTo>
                  <a:pt x="664" y="2311"/>
                </a:lnTo>
                <a:close/>
                <a:moveTo>
                  <a:pt x="1606" y="3530"/>
                </a:moveTo>
                <a:lnTo>
                  <a:pt x="1606" y="3530"/>
                </a:lnTo>
                <a:lnTo>
                  <a:pt x="1584" y="3573"/>
                </a:lnTo>
                <a:lnTo>
                  <a:pt x="1541" y="3594"/>
                </a:lnTo>
                <a:lnTo>
                  <a:pt x="1477" y="3573"/>
                </a:lnTo>
                <a:lnTo>
                  <a:pt x="1392" y="3530"/>
                </a:lnTo>
                <a:lnTo>
                  <a:pt x="1285" y="3466"/>
                </a:lnTo>
                <a:lnTo>
                  <a:pt x="1199" y="3359"/>
                </a:lnTo>
                <a:lnTo>
                  <a:pt x="1135" y="3252"/>
                </a:lnTo>
                <a:lnTo>
                  <a:pt x="1092" y="3167"/>
                </a:lnTo>
                <a:lnTo>
                  <a:pt x="1071" y="3081"/>
                </a:lnTo>
                <a:lnTo>
                  <a:pt x="1071" y="3081"/>
                </a:lnTo>
                <a:lnTo>
                  <a:pt x="1113" y="2953"/>
                </a:lnTo>
                <a:lnTo>
                  <a:pt x="1178" y="2846"/>
                </a:lnTo>
                <a:lnTo>
                  <a:pt x="1199" y="2824"/>
                </a:lnTo>
                <a:lnTo>
                  <a:pt x="1242" y="2824"/>
                </a:lnTo>
                <a:lnTo>
                  <a:pt x="1306" y="2846"/>
                </a:lnTo>
                <a:lnTo>
                  <a:pt x="1349" y="2888"/>
                </a:lnTo>
                <a:lnTo>
                  <a:pt x="1349" y="2888"/>
                </a:lnTo>
                <a:lnTo>
                  <a:pt x="1413" y="2995"/>
                </a:lnTo>
                <a:lnTo>
                  <a:pt x="1499" y="3209"/>
                </a:lnTo>
                <a:lnTo>
                  <a:pt x="1584" y="3423"/>
                </a:lnTo>
                <a:lnTo>
                  <a:pt x="1606" y="3530"/>
                </a:lnTo>
                <a:lnTo>
                  <a:pt x="1606" y="3530"/>
                </a:lnTo>
                <a:close/>
                <a:moveTo>
                  <a:pt x="2761" y="4814"/>
                </a:moveTo>
                <a:lnTo>
                  <a:pt x="2761" y="4814"/>
                </a:lnTo>
                <a:lnTo>
                  <a:pt x="2483" y="4450"/>
                </a:lnTo>
                <a:lnTo>
                  <a:pt x="2354" y="4279"/>
                </a:lnTo>
                <a:lnTo>
                  <a:pt x="2226" y="4087"/>
                </a:lnTo>
                <a:lnTo>
                  <a:pt x="2226" y="4087"/>
                </a:lnTo>
                <a:lnTo>
                  <a:pt x="1948" y="3637"/>
                </a:lnTo>
                <a:lnTo>
                  <a:pt x="1841" y="3423"/>
                </a:lnTo>
                <a:lnTo>
                  <a:pt x="1734" y="3188"/>
                </a:lnTo>
                <a:lnTo>
                  <a:pt x="1734" y="3188"/>
                </a:lnTo>
                <a:lnTo>
                  <a:pt x="1670" y="3017"/>
                </a:lnTo>
                <a:lnTo>
                  <a:pt x="1606" y="2846"/>
                </a:lnTo>
                <a:lnTo>
                  <a:pt x="1584" y="2760"/>
                </a:lnTo>
                <a:lnTo>
                  <a:pt x="1606" y="2696"/>
                </a:lnTo>
                <a:lnTo>
                  <a:pt x="1670" y="2653"/>
                </a:lnTo>
                <a:lnTo>
                  <a:pt x="1755" y="2632"/>
                </a:lnTo>
                <a:lnTo>
                  <a:pt x="1755" y="2632"/>
                </a:lnTo>
                <a:lnTo>
                  <a:pt x="1798" y="2632"/>
                </a:lnTo>
                <a:lnTo>
                  <a:pt x="1841" y="2653"/>
                </a:lnTo>
                <a:lnTo>
                  <a:pt x="1905" y="2739"/>
                </a:lnTo>
                <a:lnTo>
                  <a:pt x="2012" y="2910"/>
                </a:lnTo>
                <a:lnTo>
                  <a:pt x="2012" y="2910"/>
                </a:lnTo>
                <a:lnTo>
                  <a:pt x="2140" y="3060"/>
                </a:lnTo>
                <a:lnTo>
                  <a:pt x="2312" y="3145"/>
                </a:lnTo>
                <a:lnTo>
                  <a:pt x="2312" y="3145"/>
                </a:lnTo>
                <a:lnTo>
                  <a:pt x="2419" y="3188"/>
                </a:lnTo>
                <a:lnTo>
                  <a:pt x="2547" y="3209"/>
                </a:lnTo>
                <a:lnTo>
                  <a:pt x="2782" y="3209"/>
                </a:lnTo>
                <a:lnTo>
                  <a:pt x="2782" y="3209"/>
                </a:lnTo>
                <a:lnTo>
                  <a:pt x="2889" y="3188"/>
                </a:lnTo>
                <a:lnTo>
                  <a:pt x="2975" y="3145"/>
                </a:lnTo>
                <a:lnTo>
                  <a:pt x="3167" y="3060"/>
                </a:lnTo>
                <a:lnTo>
                  <a:pt x="3167" y="3060"/>
                </a:lnTo>
                <a:lnTo>
                  <a:pt x="3167" y="3188"/>
                </a:lnTo>
                <a:lnTo>
                  <a:pt x="3146" y="3316"/>
                </a:lnTo>
                <a:lnTo>
                  <a:pt x="3125" y="3423"/>
                </a:lnTo>
                <a:lnTo>
                  <a:pt x="3125" y="3552"/>
                </a:lnTo>
                <a:lnTo>
                  <a:pt x="3125" y="3552"/>
                </a:lnTo>
                <a:lnTo>
                  <a:pt x="3167" y="3659"/>
                </a:lnTo>
                <a:lnTo>
                  <a:pt x="3189" y="3723"/>
                </a:lnTo>
                <a:lnTo>
                  <a:pt x="3189" y="3787"/>
                </a:lnTo>
                <a:lnTo>
                  <a:pt x="3125" y="3894"/>
                </a:lnTo>
                <a:lnTo>
                  <a:pt x="3125" y="3894"/>
                </a:lnTo>
                <a:lnTo>
                  <a:pt x="3018" y="4022"/>
                </a:lnTo>
                <a:lnTo>
                  <a:pt x="2868" y="4215"/>
                </a:lnTo>
                <a:lnTo>
                  <a:pt x="2825" y="4301"/>
                </a:lnTo>
                <a:lnTo>
                  <a:pt x="2804" y="4322"/>
                </a:lnTo>
                <a:lnTo>
                  <a:pt x="2825" y="4365"/>
                </a:lnTo>
                <a:lnTo>
                  <a:pt x="2847" y="4386"/>
                </a:lnTo>
                <a:lnTo>
                  <a:pt x="2889" y="4408"/>
                </a:lnTo>
                <a:lnTo>
                  <a:pt x="3018" y="4429"/>
                </a:lnTo>
                <a:lnTo>
                  <a:pt x="3018" y="4429"/>
                </a:lnTo>
                <a:lnTo>
                  <a:pt x="3146" y="4408"/>
                </a:lnTo>
                <a:lnTo>
                  <a:pt x="3274" y="4386"/>
                </a:lnTo>
                <a:lnTo>
                  <a:pt x="3488" y="4279"/>
                </a:lnTo>
                <a:lnTo>
                  <a:pt x="3724" y="4151"/>
                </a:lnTo>
                <a:lnTo>
                  <a:pt x="3852" y="4129"/>
                </a:lnTo>
                <a:lnTo>
                  <a:pt x="3981" y="4108"/>
                </a:lnTo>
                <a:lnTo>
                  <a:pt x="3981" y="4108"/>
                </a:lnTo>
                <a:lnTo>
                  <a:pt x="4216" y="4151"/>
                </a:lnTo>
                <a:lnTo>
                  <a:pt x="4537" y="4215"/>
                </a:lnTo>
                <a:lnTo>
                  <a:pt x="4687" y="4236"/>
                </a:lnTo>
                <a:lnTo>
                  <a:pt x="4815" y="4215"/>
                </a:lnTo>
                <a:lnTo>
                  <a:pt x="4879" y="4194"/>
                </a:lnTo>
                <a:lnTo>
                  <a:pt x="4922" y="4172"/>
                </a:lnTo>
                <a:lnTo>
                  <a:pt x="4943" y="4151"/>
                </a:lnTo>
                <a:lnTo>
                  <a:pt x="4943" y="4087"/>
                </a:lnTo>
                <a:lnTo>
                  <a:pt x="4943" y="4087"/>
                </a:lnTo>
                <a:lnTo>
                  <a:pt x="4943" y="4022"/>
                </a:lnTo>
                <a:lnTo>
                  <a:pt x="4922" y="3980"/>
                </a:lnTo>
                <a:lnTo>
                  <a:pt x="4879" y="3937"/>
                </a:lnTo>
                <a:lnTo>
                  <a:pt x="4815" y="3894"/>
                </a:lnTo>
                <a:lnTo>
                  <a:pt x="4708" y="3851"/>
                </a:lnTo>
                <a:lnTo>
                  <a:pt x="4601" y="3808"/>
                </a:lnTo>
                <a:lnTo>
                  <a:pt x="4601" y="3808"/>
                </a:lnTo>
                <a:lnTo>
                  <a:pt x="4408" y="3744"/>
                </a:lnTo>
                <a:lnTo>
                  <a:pt x="4280" y="3701"/>
                </a:lnTo>
                <a:lnTo>
                  <a:pt x="4259" y="3680"/>
                </a:lnTo>
                <a:lnTo>
                  <a:pt x="4237" y="3659"/>
                </a:lnTo>
                <a:lnTo>
                  <a:pt x="4237" y="3659"/>
                </a:lnTo>
                <a:lnTo>
                  <a:pt x="4237" y="3594"/>
                </a:lnTo>
                <a:lnTo>
                  <a:pt x="4280" y="3488"/>
                </a:lnTo>
                <a:lnTo>
                  <a:pt x="4323" y="3402"/>
                </a:lnTo>
                <a:lnTo>
                  <a:pt x="4344" y="3316"/>
                </a:lnTo>
                <a:lnTo>
                  <a:pt x="4344" y="3316"/>
                </a:lnTo>
                <a:lnTo>
                  <a:pt x="4301" y="3102"/>
                </a:lnTo>
                <a:lnTo>
                  <a:pt x="4259" y="2931"/>
                </a:lnTo>
                <a:lnTo>
                  <a:pt x="4259" y="2931"/>
                </a:lnTo>
                <a:lnTo>
                  <a:pt x="4301" y="2910"/>
                </a:lnTo>
                <a:lnTo>
                  <a:pt x="4366" y="2910"/>
                </a:lnTo>
                <a:lnTo>
                  <a:pt x="4537" y="2953"/>
                </a:lnTo>
                <a:lnTo>
                  <a:pt x="4708" y="2974"/>
                </a:lnTo>
                <a:lnTo>
                  <a:pt x="4794" y="2995"/>
                </a:lnTo>
                <a:lnTo>
                  <a:pt x="4858" y="2974"/>
                </a:lnTo>
                <a:lnTo>
                  <a:pt x="4858" y="2974"/>
                </a:lnTo>
                <a:lnTo>
                  <a:pt x="4943" y="2953"/>
                </a:lnTo>
                <a:lnTo>
                  <a:pt x="5029" y="2910"/>
                </a:lnTo>
                <a:lnTo>
                  <a:pt x="5093" y="2846"/>
                </a:lnTo>
                <a:lnTo>
                  <a:pt x="5157" y="2781"/>
                </a:lnTo>
                <a:lnTo>
                  <a:pt x="5243" y="2610"/>
                </a:lnTo>
                <a:lnTo>
                  <a:pt x="5286" y="2439"/>
                </a:lnTo>
                <a:lnTo>
                  <a:pt x="5286" y="2439"/>
                </a:lnTo>
                <a:lnTo>
                  <a:pt x="5307" y="2289"/>
                </a:lnTo>
                <a:lnTo>
                  <a:pt x="5307" y="2204"/>
                </a:lnTo>
                <a:lnTo>
                  <a:pt x="5328" y="2161"/>
                </a:lnTo>
                <a:lnTo>
                  <a:pt x="5350" y="2140"/>
                </a:lnTo>
                <a:lnTo>
                  <a:pt x="5478" y="2075"/>
                </a:lnTo>
                <a:lnTo>
                  <a:pt x="5478" y="2075"/>
                </a:lnTo>
                <a:lnTo>
                  <a:pt x="5585" y="2054"/>
                </a:lnTo>
                <a:lnTo>
                  <a:pt x="5671" y="2033"/>
                </a:lnTo>
                <a:lnTo>
                  <a:pt x="5735" y="2054"/>
                </a:lnTo>
                <a:lnTo>
                  <a:pt x="5756" y="2097"/>
                </a:lnTo>
                <a:lnTo>
                  <a:pt x="5778" y="2161"/>
                </a:lnTo>
                <a:lnTo>
                  <a:pt x="5778" y="2225"/>
                </a:lnTo>
                <a:lnTo>
                  <a:pt x="5735" y="2418"/>
                </a:lnTo>
                <a:lnTo>
                  <a:pt x="5735" y="2418"/>
                </a:lnTo>
                <a:lnTo>
                  <a:pt x="5628" y="2910"/>
                </a:lnTo>
                <a:lnTo>
                  <a:pt x="5457" y="3381"/>
                </a:lnTo>
                <a:lnTo>
                  <a:pt x="5264" y="3830"/>
                </a:lnTo>
                <a:lnTo>
                  <a:pt x="5008" y="4258"/>
                </a:lnTo>
                <a:lnTo>
                  <a:pt x="5008" y="4258"/>
                </a:lnTo>
                <a:lnTo>
                  <a:pt x="4729" y="4707"/>
                </a:lnTo>
                <a:lnTo>
                  <a:pt x="4580" y="4921"/>
                </a:lnTo>
                <a:lnTo>
                  <a:pt x="4430" y="5135"/>
                </a:lnTo>
                <a:lnTo>
                  <a:pt x="4430" y="5135"/>
                </a:lnTo>
                <a:lnTo>
                  <a:pt x="4301" y="5263"/>
                </a:lnTo>
                <a:lnTo>
                  <a:pt x="4259" y="5263"/>
                </a:lnTo>
                <a:lnTo>
                  <a:pt x="4237" y="5242"/>
                </a:lnTo>
                <a:lnTo>
                  <a:pt x="4216" y="5156"/>
                </a:lnTo>
                <a:lnTo>
                  <a:pt x="4194" y="5092"/>
                </a:lnTo>
                <a:lnTo>
                  <a:pt x="4152" y="5049"/>
                </a:lnTo>
                <a:lnTo>
                  <a:pt x="4152" y="5049"/>
                </a:lnTo>
                <a:lnTo>
                  <a:pt x="4109" y="5007"/>
                </a:lnTo>
                <a:lnTo>
                  <a:pt x="4066" y="5007"/>
                </a:lnTo>
                <a:lnTo>
                  <a:pt x="3959" y="4985"/>
                </a:lnTo>
                <a:lnTo>
                  <a:pt x="3852" y="4985"/>
                </a:lnTo>
                <a:lnTo>
                  <a:pt x="3767" y="4985"/>
                </a:lnTo>
                <a:lnTo>
                  <a:pt x="3767" y="4985"/>
                </a:lnTo>
                <a:lnTo>
                  <a:pt x="3724" y="4942"/>
                </a:lnTo>
                <a:lnTo>
                  <a:pt x="3702" y="4900"/>
                </a:lnTo>
                <a:lnTo>
                  <a:pt x="3660" y="4878"/>
                </a:lnTo>
                <a:lnTo>
                  <a:pt x="3595" y="4900"/>
                </a:lnTo>
                <a:lnTo>
                  <a:pt x="3595" y="4900"/>
                </a:lnTo>
                <a:lnTo>
                  <a:pt x="3553" y="4942"/>
                </a:lnTo>
                <a:lnTo>
                  <a:pt x="3531" y="5007"/>
                </a:lnTo>
                <a:lnTo>
                  <a:pt x="3488" y="5156"/>
                </a:lnTo>
                <a:lnTo>
                  <a:pt x="3446" y="5306"/>
                </a:lnTo>
                <a:lnTo>
                  <a:pt x="3403" y="5370"/>
                </a:lnTo>
                <a:lnTo>
                  <a:pt x="3360" y="5392"/>
                </a:lnTo>
                <a:lnTo>
                  <a:pt x="3360" y="5392"/>
                </a:lnTo>
                <a:lnTo>
                  <a:pt x="3274" y="5370"/>
                </a:lnTo>
                <a:lnTo>
                  <a:pt x="3210" y="5328"/>
                </a:lnTo>
                <a:lnTo>
                  <a:pt x="3018" y="5156"/>
                </a:lnTo>
                <a:lnTo>
                  <a:pt x="2868" y="4964"/>
                </a:lnTo>
                <a:lnTo>
                  <a:pt x="2761" y="4814"/>
                </a:lnTo>
                <a:lnTo>
                  <a:pt x="2761" y="4814"/>
                </a:lnTo>
                <a:close/>
                <a:moveTo>
                  <a:pt x="3702" y="7788"/>
                </a:moveTo>
                <a:lnTo>
                  <a:pt x="3702" y="7788"/>
                </a:lnTo>
                <a:lnTo>
                  <a:pt x="3595" y="8130"/>
                </a:lnTo>
                <a:lnTo>
                  <a:pt x="3510" y="8323"/>
                </a:lnTo>
                <a:lnTo>
                  <a:pt x="3488" y="8387"/>
                </a:lnTo>
                <a:lnTo>
                  <a:pt x="3467" y="8409"/>
                </a:lnTo>
                <a:lnTo>
                  <a:pt x="3467" y="8409"/>
                </a:lnTo>
                <a:lnTo>
                  <a:pt x="3424" y="8387"/>
                </a:lnTo>
                <a:lnTo>
                  <a:pt x="3403" y="8323"/>
                </a:lnTo>
                <a:lnTo>
                  <a:pt x="3360" y="8173"/>
                </a:lnTo>
                <a:lnTo>
                  <a:pt x="3317" y="7852"/>
                </a:lnTo>
                <a:lnTo>
                  <a:pt x="3317" y="7852"/>
                </a:lnTo>
                <a:lnTo>
                  <a:pt x="3339" y="7724"/>
                </a:lnTo>
                <a:lnTo>
                  <a:pt x="3381" y="7574"/>
                </a:lnTo>
                <a:lnTo>
                  <a:pt x="3403" y="7510"/>
                </a:lnTo>
                <a:lnTo>
                  <a:pt x="3467" y="7467"/>
                </a:lnTo>
                <a:lnTo>
                  <a:pt x="3531" y="7446"/>
                </a:lnTo>
                <a:lnTo>
                  <a:pt x="3595" y="7446"/>
                </a:lnTo>
                <a:lnTo>
                  <a:pt x="3595" y="7446"/>
                </a:lnTo>
                <a:lnTo>
                  <a:pt x="3660" y="7446"/>
                </a:lnTo>
                <a:lnTo>
                  <a:pt x="3724" y="7489"/>
                </a:lnTo>
                <a:lnTo>
                  <a:pt x="3745" y="7531"/>
                </a:lnTo>
                <a:lnTo>
                  <a:pt x="3745" y="7574"/>
                </a:lnTo>
                <a:lnTo>
                  <a:pt x="3724" y="7681"/>
                </a:lnTo>
                <a:lnTo>
                  <a:pt x="3702" y="7788"/>
                </a:lnTo>
                <a:lnTo>
                  <a:pt x="3702" y="7788"/>
                </a:lnTo>
                <a:close/>
                <a:moveTo>
                  <a:pt x="3381" y="6804"/>
                </a:moveTo>
                <a:lnTo>
                  <a:pt x="3381" y="6804"/>
                </a:lnTo>
                <a:lnTo>
                  <a:pt x="3403" y="6633"/>
                </a:lnTo>
                <a:lnTo>
                  <a:pt x="3424" y="6568"/>
                </a:lnTo>
                <a:lnTo>
                  <a:pt x="3446" y="6547"/>
                </a:lnTo>
                <a:lnTo>
                  <a:pt x="3488" y="6547"/>
                </a:lnTo>
                <a:lnTo>
                  <a:pt x="3488" y="6547"/>
                </a:lnTo>
                <a:lnTo>
                  <a:pt x="3531" y="6568"/>
                </a:lnTo>
                <a:lnTo>
                  <a:pt x="3574" y="6590"/>
                </a:lnTo>
                <a:lnTo>
                  <a:pt x="3617" y="6697"/>
                </a:lnTo>
                <a:lnTo>
                  <a:pt x="3638" y="6804"/>
                </a:lnTo>
                <a:lnTo>
                  <a:pt x="3617" y="6868"/>
                </a:lnTo>
                <a:lnTo>
                  <a:pt x="3617" y="6868"/>
                </a:lnTo>
                <a:lnTo>
                  <a:pt x="3617" y="6954"/>
                </a:lnTo>
                <a:lnTo>
                  <a:pt x="3595" y="7103"/>
                </a:lnTo>
                <a:lnTo>
                  <a:pt x="3553" y="7168"/>
                </a:lnTo>
                <a:lnTo>
                  <a:pt x="3531" y="7232"/>
                </a:lnTo>
                <a:lnTo>
                  <a:pt x="3467" y="7253"/>
                </a:lnTo>
                <a:lnTo>
                  <a:pt x="3424" y="7253"/>
                </a:lnTo>
                <a:lnTo>
                  <a:pt x="3424" y="7253"/>
                </a:lnTo>
                <a:lnTo>
                  <a:pt x="3381" y="7232"/>
                </a:lnTo>
                <a:lnTo>
                  <a:pt x="3381" y="7189"/>
                </a:lnTo>
                <a:lnTo>
                  <a:pt x="3360" y="7039"/>
                </a:lnTo>
                <a:lnTo>
                  <a:pt x="3381" y="6804"/>
                </a:lnTo>
                <a:lnTo>
                  <a:pt x="3381" y="6804"/>
                </a:lnTo>
                <a:close/>
                <a:moveTo>
                  <a:pt x="4002" y="8473"/>
                </a:moveTo>
                <a:lnTo>
                  <a:pt x="4002" y="8473"/>
                </a:lnTo>
                <a:lnTo>
                  <a:pt x="3959" y="8494"/>
                </a:lnTo>
                <a:lnTo>
                  <a:pt x="3916" y="8473"/>
                </a:lnTo>
                <a:lnTo>
                  <a:pt x="3895" y="8451"/>
                </a:lnTo>
                <a:lnTo>
                  <a:pt x="3874" y="8430"/>
                </a:lnTo>
                <a:lnTo>
                  <a:pt x="3874" y="8430"/>
                </a:lnTo>
                <a:lnTo>
                  <a:pt x="3916" y="8409"/>
                </a:lnTo>
                <a:lnTo>
                  <a:pt x="3959" y="8430"/>
                </a:lnTo>
                <a:lnTo>
                  <a:pt x="4002" y="8451"/>
                </a:lnTo>
                <a:lnTo>
                  <a:pt x="4002" y="8473"/>
                </a:lnTo>
                <a:lnTo>
                  <a:pt x="4002" y="8473"/>
                </a:lnTo>
                <a:close/>
                <a:moveTo>
                  <a:pt x="3938" y="6675"/>
                </a:moveTo>
                <a:lnTo>
                  <a:pt x="3938" y="6675"/>
                </a:lnTo>
                <a:lnTo>
                  <a:pt x="3938" y="6654"/>
                </a:lnTo>
                <a:lnTo>
                  <a:pt x="3938" y="6675"/>
                </a:lnTo>
                <a:lnTo>
                  <a:pt x="3938" y="6675"/>
                </a:lnTo>
                <a:close/>
                <a:moveTo>
                  <a:pt x="4087" y="7146"/>
                </a:moveTo>
                <a:lnTo>
                  <a:pt x="4087" y="7146"/>
                </a:lnTo>
                <a:lnTo>
                  <a:pt x="4045" y="7146"/>
                </a:lnTo>
                <a:lnTo>
                  <a:pt x="4002" y="7146"/>
                </a:lnTo>
                <a:lnTo>
                  <a:pt x="4002" y="7146"/>
                </a:lnTo>
                <a:lnTo>
                  <a:pt x="4023" y="7103"/>
                </a:lnTo>
                <a:lnTo>
                  <a:pt x="4087" y="7082"/>
                </a:lnTo>
                <a:lnTo>
                  <a:pt x="4152" y="7082"/>
                </a:lnTo>
                <a:lnTo>
                  <a:pt x="4173" y="7082"/>
                </a:lnTo>
                <a:lnTo>
                  <a:pt x="4173" y="7103"/>
                </a:lnTo>
                <a:lnTo>
                  <a:pt x="4173" y="7103"/>
                </a:lnTo>
                <a:lnTo>
                  <a:pt x="4152" y="7146"/>
                </a:lnTo>
                <a:lnTo>
                  <a:pt x="4087" y="7146"/>
                </a:lnTo>
                <a:lnTo>
                  <a:pt x="4087" y="7146"/>
                </a:lnTo>
                <a:close/>
                <a:moveTo>
                  <a:pt x="3874" y="6419"/>
                </a:moveTo>
                <a:lnTo>
                  <a:pt x="3874" y="6419"/>
                </a:lnTo>
                <a:lnTo>
                  <a:pt x="3788" y="6397"/>
                </a:lnTo>
                <a:lnTo>
                  <a:pt x="3681" y="6376"/>
                </a:lnTo>
                <a:lnTo>
                  <a:pt x="3574" y="6312"/>
                </a:lnTo>
                <a:lnTo>
                  <a:pt x="3488" y="6269"/>
                </a:lnTo>
                <a:lnTo>
                  <a:pt x="3403" y="6205"/>
                </a:lnTo>
                <a:lnTo>
                  <a:pt x="3339" y="6119"/>
                </a:lnTo>
                <a:lnTo>
                  <a:pt x="3274" y="6034"/>
                </a:lnTo>
                <a:lnTo>
                  <a:pt x="3253" y="5948"/>
                </a:lnTo>
                <a:lnTo>
                  <a:pt x="3253" y="5948"/>
                </a:lnTo>
                <a:lnTo>
                  <a:pt x="3232" y="5884"/>
                </a:lnTo>
                <a:lnTo>
                  <a:pt x="3232" y="5841"/>
                </a:lnTo>
                <a:lnTo>
                  <a:pt x="3253" y="5798"/>
                </a:lnTo>
                <a:lnTo>
                  <a:pt x="3296" y="5798"/>
                </a:lnTo>
                <a:lnTo>
                  <a:pt x="3381" y="5798"/>
                </a:lnTo>
                <a:lnTo>
                  <a:pt x="3510" y="5820"/>
                </a:lnTo>
                <a:lnTo>
                  <a:pt x="3510" y="5820"/>
                </a:lnTo>
                <a:lnTo>
                  <a:pt x="3767" y="5841"/>
                </a:lnTo>
                <a:lnTo>
                  <a:pt x="4023" y="5820"/>
                </a:lnTo>
                <a:lnTo>
                  <a:pt x="4023" y="5820"/>
                </a:lnTo>
                <a:lnTo>
                  <a:pt x="4109" y="5798"/>
                </a:lnTo>
                <a:lnTo>
                  <a:pt x="4194" y="5755"/>
                </a:lnTo>
                <a:lnTo>
                  <a:pt x="4366" y="5670"/>
                </a:lnTo>
                <a:lnTo>
                  <a:pt x="4430" y="5648"/>
                </a:lnTo>
                <a:lnTo>
                  <a:pt x="4494" y="5670"/>
                </a:lnTo>
                <a:lnTo>
                  <a:pt x="4515" y="5734"/>
                </a:lnTo>
                <a:lnTo>
                  <a:pt x="4515" y="5862"/>
                </a:lnTo>
                <a:lnTo>
                  <a:pt x="4515" y="5862"/>
                </a:lnTo>
                <a:lnTo>
                  <a:pt x="4494" y="5948"/>
                </a:lnTo>
                <a:lnTo>
                  <a:pt x="4451" y="6055"/>
                </a:lnTo>
                <a:lnTo>
                  <a:pt x="4387" y="6162"/>
                </a:lnTo>
                <a:lnTo>
                  <a:pt x="4280" y="6248"/>
                </a:lnTo>
                <a:lnTo>
                  <a:pt x="4173" y="6312"/>
                </a:lnTo>
                <a:lnTo>
                  <a:pt x="4087" y="6376"/>
                </a:lnTo>
                <a:lnTo>
                  <a:pt x="3981" y="6397"/>
                </a:lnTo>
                <a:lnTo>
                  <a:pt x="3874" y="6419"/>
                </a:lnTo>
                <a:lnTo>
                  <a:pt x="3874" y="6419"/>
                </a:lnTo>
                <a:close/>
                <a:moveTo>
                  <a:pt x="4259" y="6611"/>
                </a:moveTo>
                <a:lnTo>
                  <a:pt x="4259" y="6611"/>
                </a:lnTo>
                <a:lnTo>
                  <a:pt x="4280" y="6568"/>
                </a:lnTo>
                <a:lnTo>
                  <a:pt x="4323" y="6504"/>
                </a:lnTo>
                <a:lnTo>
                  <a:pt x="4366" y="6462"/>
                </a:lnTo>
                <a:lnTo>
                  <a:pt x="4430" y="6440"/>
                </a:lnTo>
                <a:lnTo>
                  <a:pt x="4515" y="6419"/>
                </a:lnTo>
                <a:lnTo>
                  <a:pt x="4580" y="6419"/>
                </a:lnTo>
                <a:lnTo>
                  <a:pt x="4644" y="6440"/>
                </a:lnTo>
                <a:lnTo>
                  <a:pt x="4687" y="6462"/>
                </a:lnTo>
                <a:lnTo>
                  <a:pt x="4687" y="6462"/>
                </a:lnTo>
                <a:lnTo>
                  <a:pt x="4729" y="6547"/>
                </a:lnTo>
                <a:lnTo>
                  <a:pt x="4751" y="6718"/>
                </a:lnTo>
                <a:lnTo>
                  <a:pt x="4794" y="6868"/>
                </a:lnTo>
                <a:lnTo>
                  <a:pt x="4794" y="6932"/>
                </a:lnTo>
                <a:lnTo>
                  <a:pt x="4794" y="6932"/>
                </a:lnTo>
                <a:lnTo>
                  <a:pt x="4772" y="7039"/>
                </a:lnTo>
                <a:lnTo>
                  <a:pt x="4751" y="7103"/>
                </a:lnTo>
                <a:lnTo>
                  <a:pt x="4729" y="7125"/>
                </a:lnTo>
                <a:lnTo>
                  <a:pt x="4708" y="7103"/>
                </a:lnTo>
                <a:lnTo>
                  <a:pt x="4644" y="7039"/>
                </a:lnTo>
                <a:lnTo>
                  <a:pt x="4537" y="6911"/>
                </a:lnTo>
                <a:lnTo>
                  <a:pt x="4537" y="6911"/>
                </a:lnTo>
                <a:lnTo>
                  <a:pt x="4473" y="6847"/>
                </a:lnTo>
                <a:lnTo>
                  <a:pt x="4366" y="6782"/>
                </a:lnTo>
                <a:lnTo>
                  <a:pt x="4301" y="6718"/>
                </a:lnTo>
                <a:lnTo>
                  <a:pt x="4259" y="6675"/>
                </a:lnTo>
                <a:lnTo>
                  <a:pt x="4259" y="6611"/>
                </a:lnTo>
                <a:lnTo>
                  <a:pt x="4259" y="6611"/>
                </a:lnTo>
                <a:close/>
                <a:moveTo>
                  <a:pt x="4858" y="8152"/>
                </a:moveTo>
                <a:lnTo>
                  <a:pt x="4858" y="8152"/>
                </a:lnTo>
                <a:lnTo>
                  <a:pt x="4815" y="8173"/>
                </a:lnTo>
                <a:lnTo>
                  <a:pt x="4772" y="8152"/>
                </a:lnTo>
                <a:lnTo>
                  <a:pt x="4729" y="8109"/>
                </a:lnTo>
                <a:lnTo>
                  <a:pt x="4687" y="8045"/>
                </a:lnTo>
                <a:lnTo>
                  <a:pt x="4580" y="7809"/>
                </a:lnTo>
                <a:lnTo>
                  <a:pt x="4580" y="7809"/>
                </a:lnTo>
                <a:lnTo>
                  <a:pt x="4515" y="7681"/>
                </a:lnTo>
                <a:lnTo>
                  <a:pt x="4430" y="7510"/>
                </a:lnTo>
                <a:lnTo>
                  <a:pt x="4408" y="7424"/>
                </a:lnTo>
                <a:lnTo>
                  <a:pt x="4408" y="7339"/>
                </a:lnTo>
                <a:lnTo>
                  <a:pt x="4430" y="7253"/>
                </a:lnTo>
                <a:lnTo>
                  <a:pt x="4473" y="7210"/>
                </a:lnTo>
                <a:lnTo>
                  <a:pt x="4473" y="7210"/>
                </a:lnTo>
                <a:lnTo>
                  <a:pt x="4515" y="7253"/>
                </a:lnTo>
                <a:lnTo>
                  <a:pt x="4580" y="7339"/>
                </a:lnTo>
                <a:lnTo>
                  <a:pt x="4622" y="7403"/>
                </a:lnTo>
                <a:lnTo>
                  <a:pt x="4687" y="7467"/>
                </a:lnTo>
                <a:lnTo>
                  <a:pt x="4687" y="7467"/>
                </a:lnTo>
                <a:lnTo>
                  <a:pt x="4794" y="7531"/>
                </a:lnTo>
                <a:lnTo>
                  <a:pt x="4879" y="7574"/>
                </a:lnTo>
                <a:lnTo>
                  <a:pt x="4879" y="7574"/>
                </a:lnTo>
                <a:lnTo>
                  <a:pt x="4901" y="7617"/>
                </a:lnTo>
                <a:lnTo>
                  <a:pt x="4922" y="7702"/>
                </a:lnTo>
                <a:lnTo>
                  <a:pt x="4922" y="7874"/>
                </a:lnTo>
                <a:lnTo>
                  <a:pt x="4901" y="8045"/>
                </a:lnTo>
                <a:lnTo>
                  <a:pt x="4879" y="8109"/>
                </a:lnTo>
                <a:lnTo>
                  <a:pt x="4858" y="8152"/>
                </a:lnTo>
                <a:lnTo>
                  <a:pt x="4858" y="8152"/>
                </a:lnTo>
                <a:close/>
                <a:moveTo>
                  <a:pt x="3809" y="4664"/>
                </a:moveTo>
                <a:lnTo>
                  <a:pt x="3809" y="4664"/>
                </a:lnTo>
                <a:lnTo>
                  <a:pt x="3916" y="4643"/>
                </a:lnTo>
                <a:lnTo>
                  <a:pt x="4066" y="4621"/>
                </a:lnTo>
                <a:lnTo>
                  <a:pt x="4130" y="4600"/>
                </a:lnTo>
                <a:lnTo>
                  <a:pt x="4194" y="4579"/>
                </a:lnTo>
                <a:lnTo>
                  <a:pt x="4216" y="4515"/>
                </a:lnTo>
                <a:lnTo>
                  <a:pt x="4216" y="4472"/>
                </a:lnTo>
                <a:lnTo>
                  <a:pt x="4216" y="4472"/>
                </a:lnTo>
                <a:lnTo>
                  <a:pt x="4194" y="4429"/>
                </a:lnTo>
                <a:lnTo>
                  <a:pt x="4152" y="4386"/>
                </a:lnTo>
                <a:lnTo>
                  <a:pt x="4066" y="4365"/>
                </a:lnTo>
                <a:lnTo>
                  <a:pt x="3852" y="4365"/>
                </a:lnTo>
                <a:lnTo>
                  <a:pt x="3852" y="4365"/>
                </a:lnTo>
                <a:lnTo>
                  <a:pt x="3767" y="4365"/>
                </a:lnTo>
                <a:lnTo>
                  <a:pt x="3638" y="4386"/>
                </a:lnTo>
                <a:lnTo>
                  <a:pt x="3574" y="4408"/>
                </a:lnTo>
                <a:lnTo>
                  <a:pt x="3510" y="4429"/>
                </a:lnTo>
                <a:lnTo>
                  <a:pt x="3488" y="4450"/>
                </a:lnTo>
                <a:lnTo>
                  <a:pt x="3467" y="4515"/>
                </a:lnTo>
                <a:lnTo>
                  <a:pt x="3467" y="4515"/>
                </a:lnTo>
                <a:lnTo>
                  <a:pt x="3467" y="4557"/>
                </a:lnTo>
                <a:lnTo>
                  <a:pt x="3510" y="4600"/>
                </a:lnTo>
                <a:lnTo>
                  <a:pt x="3553" y="4621"/>
                </a:lnTo>
                <a:lnTo>
                  <a:pt x="3595" y="4643"/>
                </a:lnTo>
                <a:lnTo>
                  <a:pt x="3724" y="4664"/>
                </a:lnTo>
                <a:lnTo>
                  <a:pt x="3809" y="4664"/>
                </a:lnTo>
                <a:lnTo>
                  <a:pt x="3809" y="4664"/>
                </a:lnTo>
                <a:close/>
                <a:moveTo>
                  <a:pt x="3531" y="1369"/>
                </a:moveTo>
                <a:lnTo>
                  <a:pt x="3531" y="1369"/>
                </a:lnTo>
                <a:lnTo>
                  <a:pt x="3660" y="1369"/>
                </a:lnTo>
                <a:lnTo>
                  <a:pt x="3874" y="1348"/>
                </a:lnTo>
                <a:lnTo>
                  <a:pt x="3959" y="1327"/>
                </a:lnTo>
                <a:lnTo>
                  <a:pt x="4045" y="1305"/>
                </a:lnTo>
                <a:lnTo>
                  <a:pt x="4087" y="1262"/>
                </a:lnTo>
                <a:lnTo>
                  <a:pt x="4087" y="1241"/>
                </a:lnTo>
                <a:lnTo>
                  <a:pt x="4087" y="1220"/>
                </a:lnTo>
                <a:lnTo>
                  <a:pt x="4087" y="1220"/>
                </a:lnTo>
                <a:lnTo>
                  <a:pt x="4045" y="1198"/>
                </a:lnTo>
                <a:lnTo>
                  <a:pt x="3959" y="1177"/>
                </a:lnTo>
                <a:lnTo>
                  <a:pt x="3724" y="1198"/>
                </a:lnTo>
                <a:lnTo>
                  <a:pt x="3317" y="1241"/>
                </a:lnTo>
                <a:lnTo>
                  <a:pt x="3317" y="1241"/>
                </a:lnTo>
                <a:lnTo>
                  <a:pt x="3039" y="1305"/>
                </a:lnTo>
                <a:lnTo>
                  <a:pt x="2868" y="1369"/>
                </a:lnTo>
                <a:lnTo>
                  <a:pt x="2825" y="1391"/>
                </a:lnTo>
                <a:lnTo>
                  <a:pt x="2825" y="1434"/>
                </a:lnTo>
                <a:lnTo>
                  <a:pt x="2825" y="1434"/>
                </a:lnTo>
                <a:lnTo>
                  <a:pt x="2868" y="1455"/>
                </a:lnTo>
                <a:lnTo>
                  <a:pt x="2932" y="1455"/>
                </a:lnTo>
                <a:lnTo>
                  <a:pt x="3146" y="1434"/>
                </a:lnTo>
                <a:lnTo>
                  <a:pt x="3531" y="1369"/>
                </a:lnTo>
                <a:lnTo>
                  <a:pt x="3531" y="1369"/>
                </a:lnTo>
                <a:close/>
                <a:moveTo>
                  <a:pt x="3317" y="1220"/>
                </a:moveTo>
                <a:lnTo>
                  <a:pt x="3317" y="1220"/>
                </a:lnTo>
                <a:lnTo>
                  <a:pt x="3381" y="1198"/>
                </a:lnTo>
                <a:lnTo>
                  <a:pt x="3446" y="1198"/>
                </a:lnTo>
                <a:lnTo>
                  <a:pt x="3574" y="1177"/>
                </a:lnTo>
                <a:lnTo>
                  <a:pt x="3724" y="1177"/>
                </a:lnTo>
                <a:lnTo>
                  <a:pt x="3852" y="1155"/>
                </a:lnTo>
                <a:lnTo>
                  <a:pt x="3852" y="1155"/>
                </a:lnTo>
                <a:lnTo>
                  <a:pt x="3981" y="1070"/>
                </a:lnTo>
                <a:lnTo>
                  <a:pt x="4002" y="1048"/>
                </a:lnTo>
                <a:lnTo>
                  <a:pt x="3981" y="1027"/>
                </a:lnTo>
                <a:lnTo>
                  <a:pt x="3895" y="1006"/>
                </a:lnTo>
                <a:lnTo>
                  <a:pt x="3767" y="1006"/>
                </a:lnTo>
                <a:lnTo>
                  <a:pt x="3767" y="1006"/>
                </a:lnTo>
                <a:lnTo>
                  <a:pt x="3424" y="984"/>
                </a:lnTo>
                <a:lnTo>
                  <a:pt x="3210" y="1006"/>
                </a:lnTo>
                <a:lnTo>
                  <a:pt x="3146" y="1027"/>
                </a:lnTo>
                <a:lnTo>
                  <a:pt x="3082" y="1070"/>
                </a:lnTo>
                <a:lnTo>
                  <a:pt x="3082" y="1070"/>
                </a:lnTo>
                <a:lnTo>
                  <a:pt x="3061" y="1113"/>
                </a:lnTo>
                <a:lnTo>
                  <a:pt x="3061" y="1155"/>
                </a:lnTo>
                <a:lnTo>
                  <a:pt x="3082" y="1198"/>
                </a:lnTo>
                <a:lnTo>
                  <a:pt x="3125" y="1220"/>
                </a:lnTo>
                <a:lnTo>
                  <a:pt x="3232" y="1220"/>
                </a:lnTo>
                <a:lnTo>
                  <a:pt x="3317" y="1220"/>
                </a:lnTo>
                <a:lnTo>
                  <a:pt x="3317" y="1220"/>
                </a:lnTo>
                <a:close/>
                <a:moveTo>
                  <a:pt x="4494" y="2354"/>
                </a:moveTo>
                <a:lnTo>
                  <a:pt x="4494" y="2354"/>
                </a:lnTo>
                <a:lnTo>
                  <a:pt x="4515" y="2418"/>
                </a:lnTo>
                <a:lnTo>
                  <a:pt x="4558" y="2482"/>
                </a:lnTo>
                <a:lnTo>
                  <a:pt x="4580" y="2503"/>
                </a:lnTo>
                <a:lnTo>
                  <a:pt x="4622" y="2503"/>
                </a:lnTo>
                <a:lnTo>
                  <a:pt x="4665" y="2482"/>
                </a:lnTo>
                <a:lnTo>
                  <a:pt x="4708" y="2461"/>
                </a:lnTo>
                <a:lnTo>
                  <a:pt x="4751" y="2396"/>
                </a:lnTo>
                <a:lnTo>
                  <a:pt x="4772" y="2332"/>
                </a:lnTo>
                <a:lnTo>
                  <a:pt x="4772" y="2332"/>
                </a:lnTo>
                <a:lnTo>
                  <a:pt x="4751" y="2247"/>
                </a:lnTo>
                <a:lnTo>
                  <a:pt x="4708" y="2182"/>
                </a:lnTo>
                <a:lnTo>
                  <a:pt x="4665" y="2161"/>
                </a:lnTo>
                <a:lnTo>
                  <a:pt x="4601" y="2161"/>
                </a:lnTo>
                <a:lnTo>
                  <a:pt x="4558" y="2161"/>
                </a:lnTo>
                <a:lnTo>
                  <a:pt x="4515" y="2204"/>
                </a:lnTo>
                <a:lnTo>
                  <a:pt x="4494" y="2268"/>
                </a:lnTo>
                <a:lnTo>
                  <a:pt x="4494" y="2354"/>
                </a:lnTo>
                <a:lnTo>
                  <a:pt x="4494" y="2354"/>
                </a:lnTo>
                <a:close/>
                <a:moveTo>
                  <a:pt x="2568" y="2439"/>
                </a:moveTo>
                <a:lnTo>
                  <a:pt x="2568" y="2439"/>
                </a:lnTo>
                <a:lnTo>
                  <a:pt x="2547" y="2525"/>
                </a:lnTo>
                <a:lnTo>
                  <a:pt x="2568" y="2567"/>
                </a:lnTo>
                <a:lnTo>
                  <a:pt x="2590" y="2632"/>
                </a:lnTo>
                <a:lnTo>
                  <a:pt x="2633" y="2653"/>
                </a:lnTo>
                <a:lnTo>
                  <a:pt x="2675" y="2674"/>
                </a:lnTo>
                <a:lnTo>
                  <a:pt x="2740" y="2653"/>
                </a:lnTo>
                <a:lnTo>
                  <a:pt x="2782" y="2610"/>
                </a:lnTo>
                <a:lnTo>
                  <a:pt x="2804" y="2546"/>
                </a:lnTo>
                <a:lnTo>
                  <a:pt x="2804" y="2546"/>
                </a:lnTo>
                <a:lnTo>
                  <a:pt x="2782" y="2439"/>
                </a:lnTo>
                <a:lnTo>
                  <a:pt x="2718" y="2375"/>
                </a:lnTo>
                <a:lnTo>
                  <a:pt x="2675" y="2354"/>
                </a:lnTo>
                <a:lnTo>
                  <a:pt x="2654" y="2375"/>
                </a:lnTo>
                <a:lnTo>
                  <a:pt x="2611" y="2396"/>
                </a:lnTo>
                <a:lnTo>
                  <a:pt x="2568" y="2439"/>
                </a:lnTo>
                <a:lnTo>
                  <a:pt x="2568" y="2439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5"/>
          <p:cNvSpPr/>
          <p:nvPr/>
        </p:nvSpPr>
        <p:spPr>
          <a:xfrm>
            <a:off x="4467984" y="1814209"/>
            <a:ext cx="486995" cy="542930"/>
          </a:xfrm>
          <a:custGeom>
            <a:rect b="b" l="l" r="r" t="t"/>
            <a:pathLst>
              <a:path extrusionOk="0" h="7083" w="6869">
                <a:moveTo>
                  <a:pt x="3017" y="279"/>
                </a:moveTo>
                <a:lnTo>
                  <a:pt x="3103" y="300"/>
                </a:lnTo>
                <a:lnTo>
                  <a:pt x="3167" y="321"/>
                </a:lnTo>
                <a:lnTo>
                  <a:pt x="3210" y="364"/>
                </a:lnTo>
                <a:lnTo>
                  <a:pt x="3188" y="407"/>
                </a:lnTo>
                <a:lnTo>
                  <a:pt x="3145" y="471"/>
                </a:lnTo>
                <a:lnTo>
                  <a:pt x="3188" y="557"/>
                </a:lnTo>
                <a:lnTo>
                  <a:pt x="3210" y="600"/>
                </a:lnTo>
                <a:lnTo>
                  <a:pt x="3231" y="621"/>
                </a:lnTo>
                <a:lnTo>
                  <a:pt x="3103" y="621"/>
                </a:lnTo>
                <a:lnTo>
                  <a:pt x="2974" y="600"/>
                </a:lnTo>
                <a:lnTo>
                  <a:pt x="2996" y="535"/>
                </a:lnTo>
                <a:lnTo>
                  <a:pt x="3017" y="450"/>
                </a:lnTo>
                <a:lnTo>
                  <a:pt x="2996" y="386"/>
                </a:lnTo>
                <a:lnTo>
                  <a:pt x="2974" y="300"/>
                </a:lnTo>
                <a:lnTo>
                  <a:pt x="2996" y="279"/>
                </a:lnTo>
                <a:close/>
                <a:moveTo>
                  <a:pt x="3509" y="578"/>
                </a:moveTo>
                <a:lnTo>
                  <a:pt x="3573" y="600"/>
                </a:lnTo>
                <a:lnTo>
                  <a:pt x="3595" y="621"/>
                </a:lnTo>
                <a:lnTo>
                  <a:pt x="3595" y="664"/>
                </a:lnTo>
                <a:lnTo>
                  <a:pt x="3402" y="664"/>
                </a:lnTo>
                <a:lnTo>
                  <a:pt x="3402" y="621"/>
                </a:lnTo>
                <a:lnTo>
                  <a:pt x="3423" y="600"/>
                </a:lnTo>
                <a:lnTo>
                  <a:pt x="3509" y="578"/>
                </a:lnTo>
                <a:close/>
                <a:moveTo>
                  <a:pt x="963" y="4750"/>
                </a:moveTo>
                <a:lnTo>
                  <a:pt x="963" y="4772"/>
                </a:lnTo>
                <a:lnTo>
                  <a:pt x="942" y="4793"/>
                </a:lnTo>
                <a:lnTo>
                  <a:pt x="942" y="4815"/>
                </a:lnTo>
                <a:lnTo>
                  <a:pt x="920" y="4815"/>
                </a:lnTo>
                <a:lnTo>
                  <a:pt x="942" y="4793"/>
                </a:lnTo>
                <a:lnTo>
                  <a:pt x="942" y="4750"/>
                </a:lnTo>
                <a:close/>
                <a:moveTo>
                  <a:pt x="449" y="4836"/>
                </a:moveTo>
                <a:lnTo>
                  <a:pt x="471" y="4943"/>
                </a:lnTo>
                <a:lnTo>
                  <a:pt x="492" y="5114"/>
                </a:lnTo>
                <a:lnTo>
                  <a:pt x="492" y="5285"/>
                </a:lnTo>
                <a:lnTo>
                  <a:pt x="492" y="5392"/>
                </a:lnTo>
                <a:lnTo>
                  <a:pt x="449" y="5349"/>
                </a:lnTo>
                <a:lnTo>
                  <a:pt x="428" y="5285"/>
                </a:lnTo>
                <a:lnTo>
                  <a:pt x="428" y="5135"/>
                </a:lnTo>
                <a:lnTo>
                  <a:pt x="449" y="4986"/>
                </a:lnTo>
                <a:lnTo>
                  <a:pt x="449" y="4836"/>
                </a:lnTo>
                <a:close/>
                <a:moveTo>
                  <a:pt x="492" y="5414"/>
                </a:moveTo>
                <a:lnTo>
                  <a:pt x="535" y="5478"/>
                </a:lnTo>
                <a:lnTo>
                  <a:pt x="535" y="5542"/>
                </a:lnTo>
                <a:lnTo>
                  <a:pt x="492" y="5499"/>
                </a:lnTo>
                <a:lnTo>
                  <a:pt x="492" y="5414"/>
                </a:lnTo>
                <a:close/>
                <a:moveTo>
                  <a:pt x="4943" y="6184"/>
                </a:moveTo>
                <a:lnTo>
                  <a:pt x="4964" y="6205"/>
                </a:lnTo>
                <a:lnTo>
                  <a:pt x="4964" y="6248"/>
                </a:lnTo>
                <a:lnTo>
                  <a:pt x="4921" y="6269"/>
                </a:lnTo>
                <a:lnTo>
                  <a:pt x="4878" y="6269"/>
                </a:lnTo>
                <a:lnTo>
                  <a:pt x="4878" y="6248"/>
                </a:lnTo>
                <a:lnTo>
                  <a:pt x="4900" y="6227"/>
                </a:lnTo>
                <a:lnTo>
                  <a:pt x="4921" y="6205"/>
                </a:lnTo>
                <a:lnTo>
                  <a:pt x="4943" y="6184"/>
                </a:lnTo>
                <a:close/>
                <a:moveTo>
                  <a:pt x="2846" y="771"/>
                </a:moveTo>
                <a:lnTo>
                  <a:pt x="3038" y="814"/>
                </a:lnTo>
                <a:lnTo>
                  <a:pt x="3252" y="856"/>
                </a:lnTo>
                <a:lnTo>
                  <a:pt x="3423" y="899"/>
                </a:lnTo>
                <a:lnTo>
                  <a:pt x="3595" y="963"/>
                </a:lnTo>
                <a:lnTo>
                  <a:pt x="3787" y="1006"/>
                </a:lnTo>
                <a:lnTo>
                  <a:pt x="3958" y="1027"/>
                </a:lnTo>
                <a:lnTo>
                  <a:pt x="4023" y="1027"/>
                </a:lnTo>
                <a:lnTo>
                  <a:pt x="4087" y="1006"/>
                </a:lnTo>
                <a:lnTo>
                  <a:pt x="4151" y="1006"/>
                </a:lnTo>
                <a:lnTo>
                  <a:pt x="4215" y="1027"/>
                </a:lnTo>
                <a:lnTo>
                  <a:pt x="4279" y="1070"/>
                </a:lnTo>
                <a:lnTo>
                  <a:pt x="4343" y="1134"/>
                </a:lnTo>
                <a:lnTo>
                  <a:pt x="4472" y="1241"/>
                </a:lnTo>
                <a:lnTo>
                  <a:pt x="4579" y="1348"/>
                </a:lnTo>
                <a:lnTo>
                  <a:pt x="4686" y="1455"/>
                </a:lnTo>
                <a:lnTo>
                  <a:pt x="4878" y="1669"/>
                </a:lnTo>
                <a:lnTo>
                  <a:pt x="5092" y="1883"/>
                </a:lnTo>
                <a:lnTo>
                  <a:pt x="5285" y="2119"/>
                </a:lnTo>
                <a:lnTo>
                  <a:pt x="5456" y="2354"/>
                </a:lnTo>
                <a:lnTo>
                  <a:pt x="5627" y="2611"/>
                </a:lnTo>
                <a:lnTo>
                  <a:pt x="5777" y="2868"/>
                </a:lnTo>
                <a:lnTo>
                  <a:pt x="5905" y="3124"/>
                </a:lnTo>
                <a:lnTo>
                  <a:pt x="6034" y="3402"/>
                </a:lnTo>
                <a:lnTo>
                  <a:pt x="6119" y="3681"/>
                </a:lnTo>
                <a:lnTo>
                  <a:pt x="6205" y="3980"/>
                </a:lnTo>
                <a:lnTo>
                  <a:pt x="6269" y="4280"/>
                </a:lnTo>
                <a:lnTo>
                  <a:pt x="6290" y="4579"/>
                </a:lnTo>
                <a:lnTo>
                  <a:pt x="6312" y="4900"/>
                </a:lnTo>
                <a:lnTo>
                  <a:pt x="6312" y="5242"/>
                </a:lnTo>
                <a:lnTo>
                  <a:pt x="6312" y="5435"/>
                </a:lnTo>
                <a:lnTo>
                  <a:pt x="6312" y="5606"/>
                </a:lnTo>
                <a:lnTo>
                  <a:pt x="6290" y="5713"/>
                </a:lnTo>
                <a:lnTo>
                  <a:pt x="6248" y="5799"/>
                </a:lnTo>
                <a:lnTo>
                  <a:pt x="6226" y="5863"/>
                </a:lnTo>
                <a:lnTo>
                  <a:pt x="6162" y="5906"/>
                </a:lnTo>
                <a:lnTo>
                  <a:pt x="6098" y="5927"/>
                </a:lnTo>
                <a:lnTo>
                  <a:pt x="6034" y="5948"/>
                </a:lnTo>
                <a:lnTo>
                  <a:pt x="5841" y="5970"/>
                </a:lnTo>
                <a:lnTo>
                  <a:pt x="5477" y="5991"/>
                </a:lnTo>
                <a:lnTo>
                  <a:pt x="5221" y="5991"/>
                </a:lnTo>
                <a:lnTo>
                  <a:pt x="5135" y="5948"/>
                </a:lnTo>
                <a:lnTo>
                  <a:pt x="5092" y="5927"/>
                </a:lnTo>
                <a:lnTo>
                  <a:pt x="5050" y="5884"/>
                </a:lnTo>
                <a:lnTo>
                  <a:pt x="4964" y="5799"/>
                </a:lnTo>
                <a:lnTo>
                  <a:pt x="4900" y="5756"/>
                </a:lnTo>
                <a:lnTo>
                  <a:pt x="4793" y="5756"/>
                </a:lnTo>
                <a:lnTo>
                  <a:pt x="4707" y="5820"/>
                </a:lnTo>
                <a:lnTo>
                  <a:pt x="4622" y="5884"/>
                </a:lnTo>
                <a:lnTo>
                  <a:pt x="4557" y="5970"/>
                </a:lnTo>
                <a:lnTo>
                  <a:pt x="4493" y="6034"/>
                </a:lnTo>
                <a:lnTo>
                  <a:pt x="4408" y="6098"/>
                </a:lnTo>
                <a:lnTo>
                  <a:pt x="4258" y="6184"/>
                </a:lnTo>
                <a:lnTo>
                  <a:pt x="4108" y="6269"/>
                </a:lnTo>
                <a:lnTo>
                  <a:pt x="3958" y="6334"/>
                </a:lnTo>
                <a:lnTo>
                  <a:pt x="3787" y="6355"/>
                </a:lnTo>
                <a:lnTo>
                  <a:pt x="3595" y="6355"/>
                </a:lnTo>
                <a:lnTo>
                  <a:pt x="3381" y="6334"/>
                </a:lnTo>
                <a:lnTo>
                  <a:pt x="2974" y="6227"/>
                </a:lnTo>
                <a:lnTo>
                  <a:pt x="2782" y="6205"/>
                </a:lnTo>
                <a:lnTo>
                  <a:pt x="2610" y="6184"/>
                </a:lnTo>
                <a:lnTo>
                  <a:pt x="2568" y="6227"/>
                </a:lnTo>
                <a:lnTo>
                  <a:pt x="2525" y="6248"/>
                </a:lnTo>
                <a:lnTo>
                  <a:pt x="2482" y="6227"/>
                </a:lnTo>
                <a:lnTo>
                  <a:pt x="2461" y="6205"/>
                </a:lnTo>
                <a:lnTo>
                  <a:pt x="2396" y="6141"/>
                </a:lnTo>
                <a:lnTo>
                  <a:pt x="2354" y="6055"/>
                </a:lnTo>
                <a:lnTo>
                  <a:pt x="2311" y="5970"/>
                </a:lnTo>
                <a:lnTo>
                  <a:pt x="2247" y="5799"/>
                </a:lnTo>
                <a:lnTo>
                  <a:pt x="2204" y="5735"/>
                </a:lnTo>
                <a:lnTo>
                  <a:pt x="2161" y="5670"/>
                </a:lnTo>
                <a:lnTo>
                  <a:pt x="2076" y="5628"/>
                </a:lnTo>
                <a:lnTo>
                  <a:pt x="1969" y="5606"/>
                </a:lnTo>
                <a:lnTo>
                  <a:pt x="1904" y="5628"/>
                </a:lnTo>
                <a:lnTo>
                  <a:pt x="1840" y="5670"/>
                </a:lnTo>
                <a:lnTo>
                  <a:pt x="1776" y="5713"/>
                </a:lnTo>
                <a:lnTo>
                  <a:pt x="1755" y="5777"/>
                </a:lnTo>
                <a:lnTo>
                  <a:pt x="1712" y="5927"/>
                </a:lnTo>
                <a:lnTo>
                  <a:pt x="1712" y="6077"/>
                </a:lnTo>
                <a:lnTo>
                  <a:pt x="1648" y="5991"/>
                </a:lnTo>
                <a:lnTo>
                  <a:pt x="1626" y="5906"/>
                </a:lnTo>
                <a:lnTo>
                  <a:pt x="1605" y="5842"/>
                </a:lnTo>
                <a:lnTo>
                  <a:pt x="1626" y="5713"/>
                </a:lnTo>
                <a:lnTo>
                  <a:pt x="1669" y="5521"/>
                </a:lnTo>
                <a:lnTo>
                  <a:pt x="1712" y="5328"/>
                </a:lnTo>
                <a:lnTo>
                  <a:pt x="1626" y="5307"/>
                </a:lnTo>
                <a:lnTo>
                  <a:pt x="1562" y="5328"/>
                </a:lnTo>
                <a:lnTo>
                  <a:pt x="1498" y="5371"/>
                </a:lnTo>
                <a:lnTo>
                  <a:pt x="1434" y="5435"/>
                </a:lnTo>
                <a:lnTo>
                  <a:pt x="1369" y="5585"/>
                </a:lnTo>
                <a:lnTo>
                  <a:pt x="1305" y="5735"/>
                </a:lnTo>
                <a:lnTo>
                  <a:pt x="1198" y="5649"/>
                </a:lnTo>
                <a:lnTo>
                  <a:pt x="1134" y="5542"/>
                </a:lnTo>
                <a:lnTo>
                  <a:pt x="1113" y="5435"/>
                </a:lnTo>
                <a:lnTo>
                  <a:pt x="1113" y="5307"/>
                </a:lnTo>
                <a:lnTo>
                  <a:pt x="1134" y="5178"/>
                </a:lnTo>
                <a:lnTo>
                  <a:pt x="1177" y="5071"/>
                </a:lnTo>
                <a:lnTo>
                  <a:pt x="1262" y="4836"/>
                </a:lnTo>
                <a:lnTo>
                  <a:pt x="1327" y="4622"/>
                </a:lnTo>
                <a:lnTo>
                  <a:pt x="1369" y="4515"/>
                </a:lnTo>
                <a:lnTo>
                  <a:pt x="1348" y="4472"/>
                </a:lnTo>
                <a:lnTo>
                  <a:pt x="1327" y="4451"/>
                </a:lnTo>
                <a:lnTo>
                  <a:pt x="1241" y="4451"/>
                </a:lnTo>
                <a:lnTo>
                  <a:pt x="1177" y="4515"/>
                </a:lnTo>
                <a:lnTo>
                  <a:pt x="1134" y="4601"/>
                </a:lnTo>
                <a:lnTo>
                  <a:pt x="1091" y="4622"/>
                </a:lnTo>
                <a:lnTo>
                  <a:pt x="1070" y="4643"/>
                </a:lnTo>
                <a:lnTo>
                  <a:pt x="1412" y="3681"/>
                </a:lnTo>
                <a:lnTo>
                  <a:pt x="1476" y="3574"/>
                </a:lnTo>
                <a:lnTo>
                  <a:pt x="1519" y="3424"/>
                </a:lnTo>
                <a:lnTo>
                  <a:pt x="1541" y="3338"/>
                </a:lnTo>
                <a:lnTo>
                  <a:pt x="1541" y="3274"/>
                </a:lnTo>
                <a:lnTo>
                  <a:pt x="1519" y="3231"/>
                </a:lnTo>
                <a:lnTo>
                  <a:pt x="1476" y="3188"/>
                </a:lnTo>
                <a:lnTo>
                  <a:pt x="1412" y="3188"/>
                </a:lnTo>
                <a:lnTo>
                  <a:pt x="1348" y="3231"/>
                </a:lnTo>
                <a:lnTo>
                  <a:pt x="1284" y="3274"/>
                </a:lnTo>
                <a:lnTo>
                  <a:pt x="1241" y="3317"/>
                </a:lnTo>
                <a:lnTo>
                  <a:pt x="1156" y="3467"/>
                </a:lnTo>
                <a:lnTo>
                  <a:pt x="1091" y="3574"/>
                </a:lnTo>
                <a:lnTo>
                  <a:pt x="1091" y="3552"/>
                </a:lnTo>
                <a:lnTo>
                  <a:pt x="1091" y="3488"/>
                </a:lnTo>
                <a:lnTo>
                  <a:pt x="1134" y="3338"/>
                </a:lnTo>
                <a:lnTo>
                  <a:pt x="1220" y="3060"/>
                </a:lnTo>
                <a:lnTo>
                  <a:pt x="1327" y="2782"/>
                </a:lnTo>
                <a:lnTo>
                  <a:pt x="1391" y="2632"/>
                </a:lnTo>
                <a:lnTo>
                  <a:pt x="1391" y="2568"/>
                </a:lnTo>
                <a:lnTo>
                  <a:pt x="1369" y="2589"/>
                </a:lnTo>
                <a:lnTo>
                  <a:pt x="1327" y="2589"/>
                </a:lnTo>
                <a:lnTo>
                  <a:pt x="1455" y="2354"/>
                </a:lnTo>
                <a:lnTo>
                  <a:pt x="1626" y="2119"/>
                </a:lnTo>
                <a:lnTo>
                  <a:pt x="1969" y="1691"/>
                </a:lnTo>
                <a:lnTo>
                  <a:pt x="2311" y="1263"/>
                </a:lnTo>
                <a:lnTo>
                  <a:pt x="2482" y="1027"/>
                </a:lnTo>
                <a:lnTo>
                  <a:pt x="2632" y="814"/>
                </a:lnTo>
                <a:lnTo>
                  <a:pt x="2717" y="792"/>
                </a:lnTo>
                <a:lnTo>
                  <a:pt x="2846" y="771"/>
                </a:lnTo>
                <a:close/>
                <a:moveTo>
                  <a:pt x="2953" y="0"/>
                </a:moveTo>
                <a:lnTo>
                  <a:pt x="2610" y="22"/>
                </a:lnTo>
                <a:lnTo>
                  <a:pt x="2247" y="43"/>
                </a:lnTo>
                <a:lnTo>
                  <a:pt x="2076" y="86"/>
                </a:lnTo>
                <a:lnTo>
                  <a:pt x="1904" y="129"/>
                </a:lnTo>
                <a:lnTo>
                  <a:pt x="1755" y="193"/>
                </a:lnTo>
                <a:lnTo>
                  <a:pt x="1626" y="300"/>
                </a:lnTo>
                <a:lnTo>
                  <a:pt x="1562" y="364"/>
                </a:lnTo>
                <a:lnTo>
                  <a:pt x="1498" y="428"/>
                </a:lnTo>
                <a:lnTo>
                  <a:pt x="1412" y="600"/>
                </a:lnTo>
                <a:lnTo>
                  <a:pt x="1305" y="749"/>
                </a:lnTo>
                <a:lnTo>
                  <a:pt x="1262" y="814"/>
                </a:lnTo>
                <a:lnTo>
                  <a:pt x="1198" y="878"/>
                </a:lnTo>
                <a:lnTo>
                  <a:pt x="1027" y="963"/>
                </a:lnTo>
                <a:lnTo>
                  <a:pt x="856" y="1027"/>
                </a:lnTo>
                <a:lnTo>
                  <a:pt x="685" y="1092"/>
                </a:lnTo>
                <a:lnTo>
                  <a:pt x="535" y="1156"/>
                </a:lnTo>
                <a:lnTo>
                  <a:pt x="471" y="1220"/>
                </a:lnTo>
                <a:lnTo>
                  <a:pt x="428" y="1263"/>
                </a:lnTo>
                <a:lnTo>
                  <a:pt x="428" y="1327"/>
                </a:lnTo>
                <a:lnTo>
                  <a:pt x="428" y="1391"/>
                </a:lnTo>
                <a:lnTo>
                  <a:pt x="449" y="1455"/>
                </a:lnTo>
                <a:lnTo>
                  <a:pt x="492" y="1498"/>
                </a:lnTo>
                <a:lnTo>
                  <a:pt x="556" y="1520"/>
                </a:lnTo>
                <a:lnTo>
                  <a:pt x="642" y="1541"/>
                </a:lnTo>
                <a:lnTo>
                  <a:pt x="728" y="1520"/>
                </a:lnTo>
                <a:lnTo>
                  <a:pt x="813" y="1498"/>
                </a:lnTo>
                <a:lnTo>
                  <a:pt x="984" y="1413"/>
                </a:lnTo>
                <a:lnTo>
                  <a:pt x="1284" y="1241"/>
                </a:lnTo>
                <a:lnTo>
                  <a:pt x="1369" y="1177"/>
                </a:lnTo>
                <a:lnTo>
                  <a:pt x="1455" y="1113"/>
                </a:lnTo>
                <a:lnTo>
                  <a:pt x="1562" y="963"/>
                </a:lnTo>
                <a:lnTo>
                  <a:pt x="1690" y="792"/>
                </a:lnTo>
                <a:lnTo>
                  <a:pt x="1819" y="621"/>
                </a:lnTo>
                <a:lnTo>
                  <a:pt x="1883" y="557"/>
                </a:lnTo>
                <a:lnTo>
                  <a:pt x="1969" y="514"/>
                </a:lnTo>
                <a:lnTo>
                  <a:pt x="2161" y="428"/>
                </a:lnTo>
                <a:lnTo>
                  <a:pt x="2396" y="407"/>
                </a:lnTo>
                <a:lnTo>
                  <a:pt x="2568" y="407"/>
                </a:lnTo>
                <a:lnTo>
                  <a:pt x="2589" y="428"/>
                </a:lnTo>
                <a:lnTo>
                  <a:pt x="2610" y="450"/>
                </a:lnTo>
                <a:lnTo>
                  <a:pt x="2589" y="471"/>
                </a:lnTo>
                <a:lnTo>
                  <a:pt x="2568" y="514"/>
                </a:lnTo>
                <a:lnTo>
                  <a:pt x="2503" y="535"/>
                </a:lnTo>
                <a:lnTo>
                  <a:pt x="2482" y="557"/>
                </a:lnTo>
                <a:lnTo>
                  <a:pt x="2311" y="664"/>
                </a:lnTo>
                <a:lnTo>
                  <a:pt x="2140" y="771"/>
                </a:lnTo>
                <a:lnTo>
                  <a:pt x="1840" y="1049"/>
                </a:lnTo>
                <a:lnTo>
                  <a:pt x="1562" y="1348"/>
                </a:lnTo>
                <a:lnTo>
                  <a:pt x="1305" y="1669"/>
                </a:lnTo>
                <a:lnTo>
                  <a:pt x="1070" y="2033"/>
                </a:lnTo>
                <a:lnTo>
                  <a:pt x="856" y="2397"/>
                </a:lnTo>
                <a:lnTo>
                  <a:pt x="685" y="2761"/>
                </a:lnTo>
                <a:lnTo>
                  <a:pt x="514" y="3124"/>
                </a:lnTo>
                <a:lnTo>
                  <a:pt x="385" y="3467"/>
                </a:lnTo>
                <a:lnTo>
                  <a:pt x="257" y="3852"/>
                </a:lnTo>
                <a:lnTo>
                  <a:pt x="64" y="4579"/>
                </a:lnTo>
                <a:lnTo>
                  <a:pt x="22" y="4750"/>
                </a:lnTo>
                <a:lnTo>
                  <a:pt x="0" y="4943"/>
                </a:lnTo>
                <a:lnTo>
                  <a:pt x="0" y="5114"/>
                </a:lnTo>
                <a:lnTo>
                  <a:pt x="0" y="5285"/>
                </a:lnTo>
                <a:lnTo>
                  <a:pt x="43" y="5456"/>
                </a:lnTo>
                <a:lnTo>
                  <a:pt x="86" y="5628"/>
                </a:lnTo>
                <a:lnTo>
                  <a:pt x="171" y="5777"/>
                </a:lnTo>
                <a:lnTo>
                  <a:pt x="257" y="5927"/>
                </a:lnTo>
                <a:lnTo>
                  <a:pt x="471" y="6162"/>
                </a:lnTo>
                <a:lnTo>
                  <a:pt x="578" y="6269"/>
                </a:lnTo>
                <a:lnTo>
                  <a:pt x="685" y="6355"/>
                </a:lnTo>
                <a:lnTo>
                  <a:pt x="792" y="6441"/>
                </a:lnTo>
                <a:lnTo>
                  <a:pt x="920" y="6505"/>
                </a:lnTo>
                <a:lnTo>
                  <a:pt x="1070" y="6569"/>
                </a:lnTo>
                <a:lnTo>
                  <a:pt x="1220" y="6612"/>
                </a:lnTo>
                <a:lnTo>
                  <a:pt x="1369" y="6612"/>
                </a:lnTo>
                <a:lnTo>
                  <a:pt x="1498" y="6590"/>
                </a:lnTo>
                <a:lnTo>
                  <a:pt x="1797" y="6569"/>
                </a:lnTo>
                <a:lnTo>
                  <a:pt x="1947" y="6569"/>
                </a:lnTo>
                <a:lnTo>
                  <a:pt x="2011" y="6590"/>
                </a:lnTo>
                <a:lnTo>
                  <a:pt x="2097" y="6655"/>
                </a:lnTo>
                <a:lnTo>
                  <a:pt x="2268" y="6783"/>
                </a:lnTo>
                <a:lnTo>
                  <a:pt x="2418" y="6890"/>
                </a:lnTo>
                <a:lnTo>
                  <a:pt x="2610" y="6975"/>
                </a:lnTo>
                <a:lnTo>
                  <a:pt x="2782" y="7040"/>
                </a:lnTo>
                <a:lnTo>
                  <a:pt x="2953" y="7082"/>
                </a:lnTo>
                <a:lnTo>
                  <a:pt x="3167" y="7082"/>
                </a:lnTo>
                <a:lnTo>
                  <a:pt x="3316" y="7040"/>
                </a:lnTo>
                <a:lnTo>
                  <a:pt x="3466" y="6975"/>
                </a:lnTo>
                <a:lnTo>
                  <a:pt x="3616" y="6933"/>
                </a:lnTo>
                <a:lnTo>
                  <a:pt x="3787" y="6869"/>
                </a:lnTo>
                <a:lnTo>
                  <a:pt x="3980" y="6826"/>
                </a:lnTo>
                <a:lnTo>
                  <a:pt x="4172" y="6762"/>
                </a:lnTo>
                <a:lnTo>
                  <a:pt x="4343" y="6697"/>
                </a:lnTo>
                <a:lnTo>
                  <a:pt x="4536" y="6590"/>
                </a:lnTo>
                <a:lnTo>
                  <a:pt x="4664" y="6483"/>
                </a:lnTo>
                <a:lnTo>
                  <a:pt x="4729" y="6441"/>
                </a:lnTo>
                <a:lnTo>
                  <a:pt x="4793" y="6419"/>
                </a:lnTo>
                <a:lnTo>
                  <a:pt x="4857" y="6398"/>
                </a:lnTo>
                <a:lnTo>
                  <a:pt x="4878" y="6419"/>
                </a:lnTo>
                <a:lnTo>
                  <a:pt x="4857" y="6462"/>
                </a:lnTo>
                <a:lnTo>
                  <a:pt x="4900" y="6505"/>
                </a:lnTo>
                <a:lnTo>
                  <a:pt x="4943" y="6569"/>
                </a:lnTo>
                <a:lnTo>
                  <a:pt x="5007" y="6612"/>
                </a:lnTo>
                <a:lnTo>
                  <a:pt x="5178" y="6676"/>
                </a:lnTo>
                <a:lnTo>
                  <a:pt x="5349" y="6719"/>
                </a:lnTo>
                <a:lnTo>
                  <a:pt x="5499" y="6740"/>
                </a:lnTo>
                <a:lnTo>
                  <a:pt x="5734" y="6762"/>
                </a:lnTo>
                <a:lnTo>
                  <a:pt x="5948" y="6740"/>
                </a:lnTo>
                <a:lnTo>
                  <a:pt x="6119" y="6655"/>
                </a:lnTo>
                <a:lnTo>
                  <a:pt x="6333" y="6526"/>
                </a:lnTo>
                <a:lnTo>
                  <a:pt x="6547" y="6355"/>
                </a:lnTo>
                <a:lnTo>
                  <a:pt x="6654" y="6269"/>
                </a:lnTo>
                <a:lnTo>
                  <a:pt x="6740" y="6162"/>
                </a:lnTo>
                <a:lnTo>
                  <a:pt x="6804" y="6034"/>
                </a:lnTo>
                <a:lnTo>
                  <a:pt x="6847" y="5906"/>
                </a:lnTo>
                <a:lnTo>
                  <a:pt x="6868" y="5777"/>
                </a:lnTo>
                <a:lnTo>
                  <a:pt x="6868" y="5628"/>
                </a:lnTo>
                <a:lnTo>
                  <a:pt x="6847" y="5414"/>
                </a:lnTo>
                <a:lnTo>
                  <a:pt x="6847" y="5200"/>
                </a:lnTo>
                <a:lnTo>
                  <a:pt x="6847" y="4772"/>
                </a:lnTo>
                <a:lnTo>
                  <a:pt x="6804" y="4387"/>
                </a:lnTo>
                <a:lnTo>
                  <a:pt x="6761" y="4023"/>
                </a:lnTo>
                <a:lnTo>
                  <a:pt x="6676" y="3659"/>
                </a:lnTo>
                <a:lnTo>
                  <a:pt x="6547" y="3295"/>
                </a:lnTo>
                <a:lnTo>
                  <a:pt x="6376" y="2932"/>
                </a:lnTo>
                <a:lnTo>
                  <a:pt x="6205" y="2568"/>
                </a:lnTo>
                <a:lnTo>
                  <a:pt x="5991" y="2247"/>
                </a:lnTo>
                <a:lnTo>
                  <a:pt x="5756" y="1926"/>
                </a:lnTo>
                <a:lnTo>
                  <a:pt x="5499" y="1627"/>
                </a:lnTo>
                <a:lnTo>
                  <a:pt x="5221" y="1348"/>
                </a:lnTo>
                <a:lnTo>
                  <a:pt x="4943" y="1092"/>
                </a:lnTo>
                <a:lnTo>
                  <a:pt x="4622" y="835"/>
                </a:lnTo>
                <a:lnTo>
                  <a:pt x="4515" y="771"/>
                </a:lnTo>
                <a:lnTo>
                  <a:pt x="4343" y="685"/>
                </a:lnTo>
                <a:lnTo>
                  <a:pt x="4194" y="600"/>
                </a:lnTo>
                <a:lnTo>
                  <a:pt x="4130" y="557"/>
                </a:lnTo>
                <a:lnTo>
                  <a:pt x="4108" y="514"/>
                </a:lnTo>
                <a:lnTo>
                  <a:pt x="4087" y="471"/>
                </a:lnTo>
                <a:lnTo>
                  <a:pt x="4087" y="407"/>
                </a:lnTo>
                <a:lnTo>
                  <a:pt x="4087" y="279"/>
                </a:lnTo>
                <a:lnTo>
                  <a:pt x="4087" y="172"/>
                </a:lnTo>
                <a:lnTo>
                  <a:pt x="4065" y="129"/>
                </a:lnTo>
                <a:lnTo>
                  <a:pt x="4023" y="86"/>
                </a:lnTo>
                <a:lnTo>
                  <a:pt x="3937" y="43"/>
                </a:lnTo>
                <a:lnTo>
                  <a:pt x="3830" y="22"/>
                </a:lnTo>
                <a:lnTo>
                  <a:pt x="3616" y="22"/>
                </a:lnTo>
                <a:lnTo>
                  <a:pt x="3274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5"/>
          <p:cNvSpPr/>
          <p:nvPr/>
        </p:nvSpPr>
        <p:spPr>
          <a:xfrm>
            <a:off x="4598439" y="2029250"/>
            <a:ext cx="226075" cy="241147"/>
          </a:xfrm>
          <a:custGeom>
            <a:rect b="b" l="l" r="r" t="t"/>
            <a:pathLst>
              <a:path extrusionOk="0" h="4109" w="2676">
                <a:moveTo>
                  <a:pt x="1028" y="835"/>
                </a:moveTo>
                <a:lnTo>
                  <a:pt x="1049" y="856"/>
                </a:lnTo>
                <a:lnTo>
                  <a:pt x="1092" y="942"/>
                </a:lnTo>
                <a:lnTo>
                  <a:pt x="1156" y="1156"/>
                </a:lnTo>
                <a:lnTo>
                  <a:pt x="1199" y="1412"/>
                </a:lnTo>
                <a:lnTo>
                  <a:pt x="1221" y="1562"/>
                </a:lnTo>
                <a:lnTo>
                  <a:pt x="1114" y="1562"/>
                </a:lnTo>
                <a:lnTo>
                  <a:pt x="1049" y="1519"/>
                </a:lnTo>
                <a:lnTo>
                  <a:pt x="1028" y="1455"/>
                </a:lnTo>
                <a:lnTo>
                  <a:pt x="1007" y="1348"/>
                </a:lnTo>
                <a:lnTo>
                  <a:pt x="942" y="1198"/>
                </a:lnTo>
                <a:lnTo>
                  <a:pt x="921" y="1113"/>
                </a:lnTo>
                <a:lnTo>
                  <a:pt x="900" y="1027"/>
                </a:lnTo>
                <a:lnTo>
                  <a:pt x="921" y="942"/>
                </a:lnTo>
                <a:lnTo>
                  <a:pt x="942" y="920"/>
                </a:lnTo>
                <a:lnTo>
                  <a:pt x="964" y="899"/>
                </a:lnTo>
                <a:lnTo>
                  <a:pt x="1028" y="835"/>
                </a:lnTo>
                <a:close/>
                <a:moveTo>
                  <a:pt x="1798" y="2140"/>
                </a:moveTo>
                <a:lnTo>
                  <a:pt x="1948" y="2183"/>
                </a:lnTo>
                <a:lnTo>
                  <a:pt x="2076" y="2225"/>
                </a:lnTo>
                <a:lnTo>
                  <a:pt x="2141" y="2247"/>
                </a:lnTo>
                <a:lnTo>
                  <a:pt x="2205" y="2290"/>
                </a:lnTo>
                <a:lnTo>
                  <a:pt x="2248" y="2354"/>
                </a:lnTo>
                <a:lnTo>
                  <a:pt x="2269" y="2418"/>
                </a:lnTo>
                <a:lnTo>
                  <a:pt x="2248" y="2525"/>
                </a:lnTo>
                <a:lnTo>
                  <a:pt x="2226" y="2675"/>
                </a:lnTo>
                <a:lnTo>
                  <a:pt x="2162" y="2803"/>
                </a:lnTo>
                <a:lnTo>
                  <a:pt x="2119" y="2825"/>
                </a:lnTo>
                <a:lnTo>
                  <a:pt x="2076" y="2846"/>
                </a:lnTo>
                <a:lnTo>
                  <a:pt x="2012" y="2803"/>
                </a:lnTo>
                <a:lnTo>
                  <a:pt x="1969" y="2718"/>
                </a:lnTo>
                <a:lnTo>
                  <a:pt x="1884" y="2482"/>
                </a:lnTo>
                <a:lnTo>
                  <a:pt x="1820" y="2247"/>
                </a:lnTo>
                <a:lnTo>
                  <a:pt x="1798" y="2140"/>
                </a:lnTo>
                <a:close/>
                <a:moveTo>
                  <a:pt x="1221" y="2033"/>
                </a:moveTo>
                <a:lnTo>
                  <a:pt x="1306" y="2054"/>
                </a:lnTo>
                <a:lnTo>
                  <a:pt x="1392" y="2076"/>
                </a:lnTo>
                <a:lnTo>
                  <a:pt x="1563" y="2546"/>
                </a:lnTo>
                <a:lnTo>
                  <a:pt x="1713" y="3017"/>
                </a:lnTo>
                <a:lnTo>
                  <a:pt x="1627" y="3039"/>
                </a:lnTo>
                <a:lnTo>
                  <a:pt x="1584" y="3039"/>
                </a:lnTo>
                <a:lnTo>
                  <a:pt x="1541" y="2996"/>
                </a:lnTo>
                <a:lnTo>
                  <a:pt x="1499" y="2910"/>
                </a:lnTo>
                <a:lnTo>
                  <a:pt x="1434" y="2760"/>
                </a:lnTo>
                <a:lnTo>
                  <a:pt x="1392" y="2611"/>
                </a:lnTo>
                <a:lnTo>
                  <a:pt x="1285" y="2332"/>
                </a:lnTo>
                <a:lnTo>
                  <a:pt x="1242" y="2183"/>
                </a:lnTo>
                <a:lnTo>
                  <a:pt x="1221" y="2033"/>
                </a:lnTo>
                <a:close/>
                <a:moveTo>
                  <a:pt x="1007" y="0"/>
                </a:moveTo>
                <a:lnTo>
                  <a:pt x="964" y="22"/>
                </a:lnTo>
                <a:lnTo>
                  <a:pt x="942" y="43"/>
                </a:lnTo>
                <a:lnTo>
                  <a:pt x="942" y="86"/>
                </a:lnTo>
                <a:lnTo>
                  <a:pt x="921" y="171"/>
                </a:lnTo>
                <a:lnTo>
                  <a:pt x="921" y="278"/>
                </a:lnTo>
                <a:lnTo>
                  <a:pt x="921" y="343"/>
                </a:lnTo>
                <a:lnTo>
                  <a:pt x="942" y="385"/>
                </a:lnTo>
                <a:lnTo>
                  <a:pt x="921" y="407"/>
                </a:lnTo>
                <a:lnTo>
                  <a:pt x="857" y="450"/>
                </a:lnTo>
                <a:lnTo>
                  <a:pt x="771" y="450"/>
                </a:lnTo>
                <a:lnTo>
                  <a:pt x="728" y="364"/>
                </a:lnTo>
                <a:lnTo>
                  <a:pt x="707" y="278"/>
                </a:lnTo>
                <a:lnTo>
                  <a:pt x="686" y="193"/>
                </a:lnTo>
                <a:lnTo>
                  <a:pt x="643" y="107"/>
                </a:lnTo>
                <a:lnTo>
                  <a:pt x="621" y="86"/>
                </a:lnTo>
                <a:lnTo>
                  <a:pt x="579" y="65"/>
                </a:lnTo>
                <a:lnTo>
                  <a:pt x="514" y="65"/>
                </a:lnTo>
                <a:lnTo>
                  <a:pt x="472" y="107"/>
                </a:lnTo>
                <a:lnTo>
                  <a:pt x="450" y="150"/>
                </a:lnTo>
                <a:lnTo>
                  <a:pt x="429" y="193"/>
                </a:lnTo>
                <a:lnTo>
                  <a:pt x="429" y="300"/>
                </a:lnTo>
                <a:lnTo>
                  <a:pt x="450" y="407"/>
                </a:lnTo>
                <a:lnTo>
                  <a:pt x="450" y="535"/>
                </a:lnTo>
                <a:lnTo>
                  <a:pt x="450" y="578"/>
                </a:lnTo>
                <a:lnTo>
                  <a:pt x="407" y="642"/>
                </a:lnTo>
                <a:lnTo>
                  <a:pt x="365" y="685"/>
                </a:lnTo>
                <a:lnTo>
                  <a:pt x="301" y="728"/>
                </a:lnTo>
                <a:lnTo>
                  <a:pt x="215" y="813"/>
                </a:lnTo>
                <a:lnTo>
                  <a:pt x="108" y="985"/>
                </a:lnTo>
                <a:lnTo>
                  <a:pt x="22" y="1156"/>
                </a:lnTo>
                <a:lnTo>
                  <a:pt x="1" y="1391"/>
                </a:lnTo>
                <a:lnTo>
                  <a:pt x="22" y="1498"/>
                </a:lnTo>
                <a:lnTo>
                  <a:pt x="65" y="1605"/>
                </a:lnTo>
                <a:lnTo>
                  <a:pt x="108" y="1691"/>
                </a:lnTo>
                <a:lnTo>
                  <a:pt x="172" y="1733"/>
                </a:lnTo>
                <a:lnTo>
                  <a:pt x="236" y="1798"/>
                </a:lnTo>
                <a:lnTo>
                  <a:pt x="322" y="1819"/>
                </a:lnTo>
                <a:lnTo>
                  <a:pt x="450" y="1862"/>
                </a:lnTo>
                <a:lnTo>
                  <a:pt x="600" y="1883"/>
                </a:lnTo>
                <a:lnTo>
                  <a:pt x="750" y="1905"/>
                </a:lnTo>
                <a:lnTo>
                  <a:pt x="793" y="1926"/>
                </a:lnTo>
                <a:lnTo>
                  <a:pt x="835" y="1947"/>
                </a:lnTo>
                <a:lnTo>
                  <a:pt x="900" y="2033"/>
                </a:lnTo>
                <a:lnTo>
                  <a:pt x="942" y="2161"/>
                </a:lnTo>
                <a:lnTo>
                  <a:pt x="1007" y="2418"/>
                </a:lnTo>
                <a:lnTo>
                  <a:pt x="1178" y="2910"/>
                </a:lnTo>
                <a:lnTo>
                  <a:pt x="1221" y="3039"/>
                </a:lnTo>
                <a:lnTo>
                  <a:pt x="1221" y="3103"/>
                </a:lnTo>
                <a:lnTo>
                  <a:pt x="1221" y="3145"/>
                </a:lnTo>
                <a:lnTo>
                  <a:pt x="1199" y="3167"/>
                </a:lnTo>
                <a:lnTo>
                  <a:pt x="1156" y="3188"/>
                </a:lnTo>
                <a:lnTo>
                  <a:pt x="1007" y="3210"/>
                </a:lnTo>
                <a:lnTo>
                  <a:pt x="878" y="3188"/>
                </a:lnTo>
                <a:lnTo>
                  <a:pt x="707" y="3167"/>
                </a:lnTo>
                <a:lnTo>
                  <a:pt x="514" y="3145"/>
                </a:lnTo>
                <a:lnTo>
                  <a:pt x="407" y="3145"/>
                </a:lnTo>
                <a:lnTo>
                  <a:pt x="386" y="3167"/>
                </a:lnTo>
                <a:lnTo>
                  <a:pt x="386" y="3210"/>
                </a:lnTo>
                <a:lnTo>
                  <a:pt x="365" y="3317"/>
                </a:lnTo>
                <a:lnTo>
                  <a:pt x="386" y="3424"/>
                </a:lnTo>
                <a:lnTo>
                  <a:pt x="407" y="3488"/>
                </a:lnTo>
                <a:lnTo>
                  <a:pt x="472" y="3552"/>
                </a:lnTo>
                <a:lnTo>
                  <a:pt x="536" y="3595"/>
                </a:lnTo>
                <a:lnTo>
                  <a:pt x="686" y="3659"/>
                </a:lnTo>
                <a:lnTo>
                  <a:pt x="878" y="3680"/>
                </a:lnTo>
                <a:lnTo>
                  <a:pt x="1049" y="3680"/>
                </a:lnTo>
                <a:lnTo>
                  <a:pt x="1242" y="3638"/>
                </a:lnTo>
                <a:lnTo>
                  <a:pt x="1413" y="3638"/>
                </a:lnTo>
                <a:lnTo>
                  <a:pt x="1456" y="3680"/>
                </a:lnTo>
                <a:lnTo>
                  <a:pt x="1499" y="3723"/>
                </a:lnTo>
                <a:lnTo>
                  <a:pt x="1541" y="3787"/>
                </a:lnTo>
                <a:lnTo>
                  <a:pt x="1584" y="3809"/>
                </a:lnTo>
                <a:lnTo>
                  <a:pt x="1648" y="3787"/>
                </a:lnTo>
                <a:lnTo>
                  <a:pt x="1670" y="3787"/>
                </a:lnTo>
                <a:lnTo>
                  <a:pt x="1691" y="3723"/>
                </a:lnTo>
                <a:lnTo>
                  <a:pt x="1691" y="3659"/>
                </a:lnTo>
                <a:lnTo>
                  <a:pt x="1713" y="3595"/>
                </a:lnTo>
                <a:lnTo>
                  <a:pt x="1777" y="3509"/>
                </a:lnTo>
                <a:lnTo>
                  <a:pt x="1820" y="3488"/>
                </a:lnTo>
                <a:lnTo>
                  <a:pt x="1841" y="3488"/>
                </a:lnTo>
                <a:lnTo>
                  <a:pt x="1884" y="3509"/>
                </a:lnTo>
                <a:lnTo>
                  <a:pt x="1927" y="3595"/>
                </a:lnTo>
                <a:lnTo>
                  <a:pt x="2012" y="3787"/>
                </a:lnTo>
                <a:lnTo>
                  <a:pt x="2055" y="3937"/>
                </a:lnTo>
                <a:lnTo>
                  <a:pt x="2098" y="4044"/>
                </a:lnTo>
                <a:lnTo>
                  <a:pt x="2162" y="4108"/>
                </a:lnTo>
                <a:lnTo>
                  <a:pt x="2226" y="4108"/>
                </a:lnTo>
                <a:lnTo>
                  <a:pt x="2248" y="4087"/>
                </a:lnTo>
                <a:lnTo>
                  <a:pt x="2290" y="4023"/>
                </a:lnTo>
                <a:lnTo>
                  <a:pt x="2312" y="3916"/>
                </a:lnTo>
                <a:lnTo>
                  <a:pt x="2290" y="3809"/>
                </a:lnTo>
                <a:lnTo>
                  <a:pt x="2248" y="3595"/>
                </a:lnTo>
                <a:lnTo>
                  <a:pt x="2205" y="3509"/>
                </a:lnTo>
                <a:lnTo>
                  <a:pt x="2183" y="3402"/>
                </a:lnTo>
                <a:lnTo>
                  <a:pt x="2205" y="3295"/>
                </a:lnTo>
                <a:lnTo>
                  <a:pt x="2226" y="3274"/>
                </a:lnTo>
                <a:lnTo>
                  <a:pt x="2269" y="3231"/>
                </a:lnTo>
                <a:lnTo>
                  <a:pt x="2354" y="3124"/>
                </a:lnTo>
                <a:lnTo>
                  <a:pt x="2461" y="3039"/>
                </a:lnTo>
                <a:lnTo>
                  <a:pt x="2547" y="2953"/>
                </a:lnTo>
                <a:lnTo>
                  <a:pt x="2633" y="2825"/>
                </a:lnTo>
                <a:lnTo>
                  <a:pt x="2654" y="2718"/>
                </a:lnTo>
                <a:lnTo>
                  <a:pt x="2675" y="2611"/>
                </a:lnTo>
                <a:lnTo>
                  <a:pt x="2654" y="2418"/>
                </a:lnTo>
                <a:lnTo>
                  <a:pt x="2611" y="2225"/>
                </a:lnTo>
                <a:lnTo>
                  <a:pt x="2526" y="2054"/>
                </a:lnTo>
                <a:lnTo>
                  <a:pt x="2397" y="1905"/>
                </a:lnTo>
                <a:lnTo>
                  <a:pt x="2248" y="1755"/>
                </a:lnTo>
                <a:lnTo>
                  <a:pt x="2076" y="1669"/>
                </a:lnTo>
                <a:lnTo>
                  <a:pt x="1884" y="1584"/>
                </a:lnTo>
                <a:lnTo>
                  <a:pt x="1713" y="1562"/>
                </a:lnTo>
                <a:lnTo>
                  <a:pt x="1627" y="1562"/>
                </a:lnTo>
                <a:lnTo>
                  <a:pt x="1563" y="1541"/>
                </a:lnTo>
                <a:lnTo>
                  <a:pt x="1541" y="1477"/>
                </a:lnTo>
                <a:lnTo>
                  <a:pt x="1520" y="1370"/>
                </a:lnTo>
                <a:lnTo>
                  <a:pt x="1477" y="1156"/>
                </a:lnTo>
                <a:lnTo>
                  <a:pt x="1392" y="942"/>
                </a:lnTo>
                <a:lnTo>
                  <a:pt x="1349" y="813"/>
                </a:lnTo>
                <a:lnTo>
                  <a:pt x="1349" y="771"/>
                </a:lnTo>
                <a:lnTo>
                  <a:pt x="1392" y="728"/>
                </a:lnTo>
                <a:lnTo>
                  <a:pt x="1499" y="685"/>
                </a:lnTo>
                <a:lnTo>
                  <a:pt x="1648" y="685"/>
                </a:lnTo>
                <a:lnTo>
                  <a:pt x="1798" y="664"/>
                </a:lnTo>
                <a:lnTo>
                  <a:pt x="1884" y="664"/>
                </a:lnTo>
                <a:lnTo>
                  <a:pt x="1948" y="621"/>
                </a:lnTo>
                <a:lnTo>
                  <a:pt x="2012" y="578"/>
                </a:lnTo>
                <a:lnTo>
                  <a:pt x="2055" y="514"/>
                </a:lnTo>
                <a:lnTo>
                  <a:pt x="2076" y="428"/>
                </a:lnTo>
                <a:lnTo>
                  <a:pt x="2055" y="364"/>
                </a:lnTo>
                <a:lnTo>
                  <a:pt x="2012" y="300"/>
                </a:lnTo>
                <a:lnTo>
                  <a:pt x="1927" y="278"/>
                </a:lnTo>
                <a:lnTo>
                  <a:pt x="1777" y="236"/>
                </a:lnTo>
                <a:lnTo>
                  <a:pt x="1606" y="236"/>
                </a:lnTo>
                <a:lnTo>
                  <a:pt x="1413" y="257"/>
                </a:lnTo>
                <a:lnTo>
                  <a:pt x="1306" y="278"/>
                </a:lnTo>
                <a:lnTo>
                  <a:pt x="1221" y="278"/>
                </a:lnTo>
                <a:lnTo>
                  <a:pt x="1199" y="257"/>
                </a:lnTo>
                <a:lnTo>
                  <a:pt x="1178" y="236"/>
                </a:lnTo>
                <a:lnTo>
                  <a:pt x="1156" y="150"/>
                </a:lnTo>
                <a:lnTo>
                  <a:pt x="1135" y="86"/>
                </a:lnTo>
                <a:lnTo>
                  <a:pt x="1114" y="43"/>
                </a:lnTo>
                <a:lnTo>
                  <a:pt x="1071" y="22"/>
                </a:lnTo>
                <a:lnTo>
                  <a:pt x="1007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5"/>
          <p:cNvSpPr/>
          <p:nvPr/>
        </p:nvSpPr>
        <p:spPr>
          <a:xfrm>
            <a:off x="5720919" y="901846"/>
            <a:ext cx="430218" cy="470291"/>
          </a:xfrm>
          <a:custGeom>
            <a:rect b="b" l="l" r="r" t="t"/>
            <a:pathLst>
              <a:path extrusionOk="0" h="9180" w="10036">
                <a:moveTo>
                  <a:pt x="9779" y="1049"/>
                </a:moveTo>
                <a:lnTo>
                  <a:pt x="9779" y="1049"/>
                </a:lnTo>
                <a:lnTo>
                  <a:pt x="9672" y="1007"/>
                </a:lnTo>
                <a:lnTo>
                  <a:pt x="9543" y="985"/>
                </a:lnTo>
                <a:lnTo>
                  <a:pt x="9308" y="942"/>
                </a:lnTo>
                <a:lnTo>
                  <a:pt x="9308" y="942"/>
                </a:lnTo>
                <a:lnTo>
                  <a:pt x="9180" y="921"/>
                </a:lnTo>
                <a:lnTo>
                  <a:pt x="9115" y="921"/>
                </a:lnTo>
                <a:lnTo>
                  <a:pt x="9051" y="878"/>
                </a:lnTo>
                <a:lnTo>
                  <a:pt x="9051" y="878"/>
                </a:lnTo>
                <a:lnTo>
                  <a:pt x="8966" y="835"/>
                </a:lnTo>
                <a:lnTo>
                  <a:pt x="8966" y="835"/>
                </a:lnTo>
                <a:lnTo>
                  <a:pt x="8944" y="814"/>
                </a:lnTo>
                <a:lnTo>
                  <a:pt x="8966" y="835"/>
                </a:lnTo>
                <a:lnTo>
                  <a:pt x="8966" y="835"/>
                </a:lnTo>
                <a:lnTo>
                  <a:pt x="8987" y="814"/>
                </a:lnTo>
                <a:lnTo>
                  <a:pt x="8987" y="771"/>
                </a:lnTo>
                <a:lnTo>
                  <a:pt x="8987" y="771"/>
                </a:lnTo>
                <a:lnTo>
                  <a:pt x="8966" y="664"/>
                </a:lnTo>
                <a:lnTo>
                  <a:pt x="8987" y="557"/>
                </a:lnTo>
                <a:lnTo>
                  <a:pt x="8966" y="450"/>
                </a:lnTo>
                <a:lnTo>
                  <a:pt x="8944" y="386"/>
                </a:lnTo>
                <a:lnTo>
                  <a:pt x="8901" y="322"/>
                </a:lnTo>
                <a:lnTo>
                  <a:pt x="8901" y="322"/>
                </a:lnTo>
                <a:lnTo>
                  <a:pt x="8837" y="258"/>
                </a:lnTo>
                <a:lnTo>
                  <a:pt x="8773" y="194"/>
                </a:lnTo>
                <a:lnTo>
                  <a:pt x="8602" y="108"/>
                </a:lnTo>
                <a:lnTo>
                  <a:pt x="8602" y="108"/>
                </a:lnTo>
                <a:lnTo>
                  <a:pt x="8495" y="87"/>
                </a:lnTo>
                <a:lnTo>
                  <a:pt x="8388" y="65"/>
                </a:lnTo>
                <a:lnTo>
                  <a:pt x="8281" y="87"/>
                </a:lnTo>
                <a:lnTo>
                  <a:pt x="8174" y="129"/>
                </a:lnTo>
                <a:lnTo>
                  <a:pt x="8174" y="129"/>
                </a:lnTo>
                <a:lnTo>
                  <a:pt x="8110" y="215"/>
                </a:lnTo>
                <a:lnTo>
                  <a:pt x="8046" y="300"/>
                </a:lnTo>
                <a:lnTo>
                  <a:pt x="7981" y="386"/>
                </a:lnTo>
                <a:lnTo>
                  <a:pt x="7939" y="407"/>
                </a:lnTo>
                <a:lnTo>
                  <a:pt x="7874" y="429"/>
                </a:lnTo>
                <a:lnTo>
                  <a:pt x="7874" y="429"/>
                </a:lnTo>
                <a:lnTo>
                  <a:pt x="7810" y="407"/>
                </a:lnTo>
                <a:lnTo>
                  <a:pt x="7746" y="386"/>
                </a:lnTo>
                <a:lnTo>
                  <a:pt x="7618" y="322"/>
                </a:lnTo>
                <a:lnTo>
                  <a:pt x="7489" y="236"/>
                </a:lnTo>
                <a:lnTo>
                  <a:pt x="7361" y="172"/>
                </a:lnTo>
                <a:lnTo>
                  <a:pt x="7361" y="172"/>
                </a:lnTo>
                <a:lnTo>
                  <a:pt x="7168" y="108"/>
                </a:lnTo>
                <a:lnTo>
                  <a:pt x="6954" y="65"/>
                </a:lnTo>
                <a:lnTo>
                  <a:pt x="6569" y="22"/>
                </a:lnTo>
                <a:lnTo>
                  <a:pt x="6569" y="22"/>
                </a:lnTo>
                <a:lnTo>
                  <a:pt x="6077" y="1"/>
                </a:lnTo>
                <a:lnTo>
                  <a:pt x="5585" y="1"/>
                </a:lnTo>
                <a:lnTo>
                  <a:pt x="5093" y="44"/>
                </a:lnTo>
                <a:lnTo>
                  <a:pt x="4622" y="108"/>
                </a:lnTo>
                <a:lnTo>
                  <a:pt x="4622" y="108"/>
                </a:lnTo>
                <a:lnTo>
                  <a:pt x="4173" y="194"/>
                </a:lnTo>
                <a:lnTo>
                  <a:pt x="3724" y="300"/>
                </a:lnTo>
                <a:lnTo>
                  <a:pt x="3296" y="450"/>
                </a:lnTo>
                <a:lnTo>
                  <a:pt x="2846" y="600"/>
                </a:lnTo>
                <a:lnTo>
                  <a:pt x="2846" y="600"/>
                </a:lnTo>
                <a:lnTo>
                  <a:pt x="2461" y="750"/>
                </a:lnTo>
                <a:lnTo>
                  <a:pt x="2055" y="921"/>
                </a:lnTo>
                <a:lnTo>
                  <a:pt x="1670" y="1114"/>
                </a:lnTo>
                <a:lnTo>
                  <a:pt x="1499" y="1221"/>
                </a:lnTo>
                <a:lnTo>
                  <a:pt x="1327" y="1327"/>
                </a:lnTo>
                <a:lnTo>
                  <a:pt x="1327" y="1327"/>
                </a:lnTo>
                <a:lnTo>
                  <a:pt x="1113" y="1477"/>
                </a:lnTo>
                <a:lnTo>
                  <a:pt x="964" y="1606"/>
                </a:lnTo>
                <a:lnTo>
                  <a:pt x="793" y="1755"/>
                </a:lnTo>
                <a:lnTo>
                  <a:pt x="664" y="1884"/>
                </a:lnTo>
                <a:lnTo>
                  <a:pt x="557" y="2034"/>
                </a:lnTo>
                <a:lnTo>
                  <a:pt x="557" y="2098"/>
                </a:lnTo>
                <a:lnTo>
                  <a:pt x="557" y="2141"/>
                </a:lnTo>
                <a:lnTo>
                  <a:pt x="579" y="2205"/>
                </a:lnTo>
                <a:lnTo>
                  <a:pt x="621" y="2247"/>
                </a:lnTo>
                <a:lnTo>
                  <a:pt x="621" y="2247"/>
                </a:lnTo>
                <a:lnTo>
                  <a:pt x="686" y="2269"/>
                </a:lnTo>
                <a:lnTo>
                  <a:pt x="728" y="2269"/>
                </a:lnTo>
                <a:lnTo>
                  <a:pt x="835" y="2226"/>
                </a:lnTo>
                <a:lnTo>
                  <a:pt x="1049" y="2119"/>
                </a:lnTo>
                <a:lnTo>
                  <a:pt x="1049" y="2119"/>
                </a:lnTo>
                <a:lnTo>
                  <a:pt x="1242" y="2034"/>
                </a:lnTo>
                <a:lnTo>
                  <a:pt x="1434" y="1969"/>
                </a:lnTo>
                <a:lnTo>
                  <a:pt x="1819" y="1862"/>
                </a:lnTo>
                <a:lnTo>
                  <a:pt x="1819" y="1862"/>
                </a:lnTo>
                <a:lnTo>
                  <a:pt x="2718" y="1606"/>
                </a:lnTo>
                <a:lnTo>
                  <a:pt x="3189" y="1499"/>
                </a:lnTo>
                <a:lnTo>
                  <a:pt x="3424" y="1456"/>
                </a:lnTo>
                <a:lnTo>
                  <a:pt x="3638" y="1434"/>
                </a:lnTo>
                <a:lnTo>
                  <a:pt x="3638" y="1434"/>
                </a:lnTo>
                <a:lnTo>
                  <a:pt x="3809" y="1434"/>
                </a:lnTo>
                <a:lnTo>
                  <a:pt x="3980" y="1456"/>
                </a:lnTo>
                <a:lnTo>
                  <a:pt x="4152" y="1456"/>
                </a:lnTo>
                <a:lnTo>
                  <a:pt x="4301" y="1434"/>
                </a:lnTo>
                <a:lnTo>
                  <a:pt x="4301" y="1434"/>
                </a:lnTo>
                <a:lnTo>
                  <a:pt x="4387" y="1392"/>
                </a:lnTo>
                <a:lnTo>
                  <a:pt x="4451" y="1349"/>
                </a:lnTo>
                <a:lnTo>
                  <a:pt x="4558" y="1242"/>
                </a:lnTo>
                <a:lnTo>
                  <a:pt x="4687" y="1114"/>
                </a:lnTo>
                <a:lnTo>
                  <a:pt x="4751" y="1071"/>
                </a:lnTo>
                <a:lnTo>
                  <a:pt x="4836" y="1049"/>
                </a:lnTo>
                <a:lnTo>
                  <a:pt x="4836" y="1049"/>
                </a:lnTo>
                <a:lnTo>
                  <a:pt x="4879" y="1156"/>
                </a:lnTo>
                <a:lnTo>
                  <a:pt x="4943" y="1285"/>
                </a:lnTo>
                <a:lnTo>
                  <a:pt x="5029" y="1392"/>
                </a:lnTo>
                <a:lnTo>
                  <a:pt x="5093" y="1434"/>
                </a:lnTo>
                <a:lnTo>
                  <a:pt x="5136" y="1456"/>
                </a:lnTo>
                <a:lnTo>
                  <a:pt x="5136" y="1456"/>
                </a:lnTo>
                <a:lnTo>
                  <a:pt x="5200" y="1456"/>
                </a:lnTo>
                <a:lnTo>
                  <a:pt x="5286" y="1434"/>
                </a:lnTo>
                <a:lnTo>
                  <a:pt x="5371" y="1434"/>
                </a:lnTo>
                <a:lnTo>
                  <a:pt x="5435" y="1413"/>
                </a:lnTo>
                <a:lnTo>
                  <a:pt x="5435" y="1413"/>
                </a:lnTo>
                <a:lnTo>
                  <a:pt x="5585" y="1434"/>
                </a:lnTo>
                <a:lnTo>
                  <a:pt x="5756" y="1456"/>
                </a:lnTo>
                <a:lnTo>
                  <a:pt x="5756" y="1456"/>
                </a:lnTo>
                <a:lnTo>
                  <a:pt x="5927" y="1520"/>
                </a:lnTo>
                <a:lnTo>
                  <a:pt x="6013" y="1541"/>
                </a:lnTo>
                <a:lnTo>
                  <a:pt x="6120" y="1520"/>
                </a:lnTo>
                <a:lnTo>
                  <a:pt x="6120" y="1520"/>
                </a:lnTo>
                <a:lnTo>
                  <a:pt x="6248" y="1413"/>
                </a:lnTo>
                <a:lnTo>
                  <a:pt x="6313" y="1349"/>
                </a:lnTo>
                <a:lnTo>
                  <a:pt x="6355" y="1327"/>
                </a:lnTo>
                <a:lnTo>
                  <a:pt x="6355" y="1327"/>
                </a:lnTo>
                <a:lnTo>
                  <a:pt x="6377" y="1349"/>
                </a:lnTo>
                <a:lnTo>
                  <a:pt x="6398" y="1392"/>
                </a:lnTo>
                <a:lnTo>
                  <a:pt x="6377" y="1499"/>
                </a:lnTo>
                <a:lnTo>
                  <a:pt x="6355" y="1627"/>
                </a:lnTo>
                <a:lnTo>
                  <a:pt x="6355" y="1713"/>
                </a:lnTo>
                <a:lnTo>
                  <a:pt x="6355" y="1713"/>
                </a:lnTo>
                <a:lnTo>
                  <a:pt x="6398" y="1820"/>
                </a:lnTo>
                <a:lnTo>
                  <a:pt x="6484" y="1905"/>
                </a:lnTo>
                <a:lnTo>
                  <a:pt x="6591" y="1991"/>
                </a:lnTo>
                <a:lnTo>
                  <a:pt x="6698" y="2055"/>
                </a:lnTo>
                <a:lnTo>
                  <a:pt x="6698" y="2055"/>
                </a:lnTo>
                <a:lnTo>
                  <a:pt x="6954" y="2183"/>
                </a:lnTo>
                <a:lnTo>
                  <a:pt x="7233" y="2312"/>
                </a:lnTo>
                <a:lnTo>
                  <a:pt x="7233" y="2312"/>
                </a:lnTo>
                <a:lnTo>
                  <a:pt x="7468" y="2376"/>
                </a:lnTo>
                <a:lnTo>
                  <a:pt x="7596" y="2419"/>
                </a:lnTo>
                <a:lnTo>
                  <a:pt x="7682" y="2461"/>
                </a:lnTo>
                <a:lnTo>
                  <a:pt x="7682" y="2461"/>
                </a:lnTo>
                <a:lnTo>
                  <a:pt x="7725" y="2504"/>
                </a:lnTo>
                <a:lnTo>
                  <a:pt x="7746" y="2568"/>
                </a:lnTo>
                <a:lnTo>
                  <a:pt x="7768" y="2675"/>
                </a:lnTo>
                <a:lnTo>
                  <a:pt x="7768" y="2825"/>
                </a:lnTo>
                <a:lnTo>
                  <a:pt x="7746" y="2975"/>
                </a:lnTo>
                <a:lnTo>
                  <a:pt x="7661" y="3274"/>
                </a:lnTo>
                <a:lnTo>
                  <a:pt x="7596" y="3510"/>
                </a:lnTo>
                <a:lnTo>
                  <a:pt x="7596" y="3510"/>
                </a:lnTo>
                <a:lnTo>
                  <a:pt x="7468" y="4195"/>
                </a:lnTo>
                <a:lnTo>
                  <a:pt x="7340" y="4858"/>
                </a:lnTo>
                <a:lnTo>
                  <a:pt x="7340" y="4858"/>
                </a:lnTo>
                <a:lnTo>
                  <a:pt x="7211" y="5500"/>
                </a:lnTo>
                <a:lnTo>
                  <a:pt x="7083" y="6142"/>
                </a:lnTo>
                <a:lnTo>
                  <a:pt x="6954" y="6762"/>
                </a:lnTo>
                <a:lnTo>
                  <a:pt x="6783" y="7382"/>
                </a:lnTo>
                <a:lnTo>
                  <a:pt x="6783" y="7382"/>
                </a:lnTo>
                <a:lnTo>
                  <a:pt x="6655" y="7810"/>
                </a:lnTo>
                <a:lnTo>
                  <a:pt x="6591" y="8110"/>
                </a:lnTo>
                <a:lnTo>
                  <a:pt x="6548" y="8431"/>
                </a:lnTo>
                <a:lnTo>
                  <a:pt x="6527" y="8730"/>
                </a:lnTo>
                <a:lnTo>
                  <a:pt x="6548" y="8880"/>
                </a:lnTo>
                <a:lnTo>
                  <a:pt x="6569" y="8987"/>
                </a:lnTo>
                <a:lnTo>
                  <a:pt x="6612" y="9073"/>
                </a:lnTo>
                <a:lnTo>
                  <a:pt x="6698" y="9137"/>
                </a:lnTo>
                <a:lnTo>
                  <a:pt x="6783" y="9158"/>
                </a:lnTo>
                <a:lnTo>
                  <a:pt x="6912" y="9137"/>
                </a:lnTo>
                <a:lnTo>
                  <a:pt x="6912" y="9137"/>
                </a:lnTo>
                <a:lnTo>
                  <a:pt x="7019" y="9094"/>
                </a:lnTo>
                <a:lnTo>
                  <a:pt x="7083" y="9009"/>
                </a:lnTo>
                <a:lnTo>
                  <a:pt x="7147" y="8902"/>
                </a:lnTo>
                <a:lnTo>
                  <a:pt x="7168" y="8773"/>
                </a:lnTo>
                <a:lnTo>
                  <a:pt x="7211" y="8516"/>
                </a:lnTo>
                <a:lnTo>
                  <a:pt x="7233" y="8281"/>
                </a:lnTo>
                <a:lnTo>
                  <a:pt x="7233" y="8281"/>
                </a:lnTo>
                <a:lnTo>
                  <a:pt x="7447" y="7104"/>
                </a:lnTo>
                <a:lnTo>
                  <a:pt x="7447" y="7104"/>
                </a:lnTo>
                <a:lnTo>
                  <a:pt x="7511" y="6805"/>
                </a:lnTo>
                <a:lnTo>
                  <a:pt x="7575" y="6505"/>
                </a:lnTo>
                <a:lnTo>
                  <a:pt x="7725" y="5885"/>
                </a:lnTo>
                <a:lnTo>
                  <a:pt x="7725" y="5885"/>
                </a:lnTo>
                <a:lnTo>
                  <a:pt x="7832" y="5243"/>
                </a:lnTo>
                <a:lnTo>
                  <a:pt x="7874" y="4922"/>
                </a:lnTo>
                <a:lnTo>
                  <a:pt x="7939" y="4601"/>
                </a:lnTo>
                <a:lnTo>
                  <a:pt x="7939" y="4601"/>
                </a:lnTo>
                <a:lnTo>
                  <a:pt x="8067" y="4023"/>
                </a:lnTo>
                <a:lnTo>
                  <a:pt x="8131" y="3745"/>
                </a:lnTo>
                <a:lnTo>
                  <a:pt x="8217" y="3446"/>
                </a:lnTo>
                <a:lnTo>
                  <a:pt x="8217" y="3446"/>
                </a:lnTo>
                <a:lnTo>
                  <a:pt x="8260" y="3296"/>
                </a:lnTo>
                <a:lnTo>
                  <a:pt x="8324" y="3061"/>
                </a:lnTo>
                <a:lnTo>
                  <a:pt x="8431" y="2847"/>
                </a:lnTo>
                <a:lnTo>
                  <a:pt x="8495" y="2782"/>
                </a:lnTo>
                <a:lnTo>
                  <a:pt x="8538" y="2740"/>
                </a:lnTo>
                <a:lnTo>
                  <a:pt x="8538" y="2740"/>
                </a:lnTo>
                <a:lnTo>
                  <a:pt x="8581" y="2740"/>
                </a:lnTo>
                <a:lnTo>
                  <a:pt x="8645" y="2740"/>
                </a:lnTo>
                <a:lnTo>
                  <a:pt x="8773" y="2804"/>
                </a:lnTo>
                <a:lnTo>
                  <a:pt x="8923" y="2868"/>
                </a:lnTo>
                <a:lnTo>
                  <a:pt x="8987" y="2889"/>
                </a:lnTo>
                <a:lnTo>
                  <a:pt x="9051" y="2911"/>
                </a:lnTo>
                <a:lnTo>
                  <a:pt x="9051" y="2911"/>
                </a:lnTo>
                <a:lnTo>
                  <a:pt x="9158" y="2889"/>
                </a:lnTo>
                <a:lnTo>
                  <a:pt x="9265" y="2847"/>
                </a:lnTo>
                <a:lnTo>
                  <a:pt x="9351" y="2782"/>
                </a:lnTo>
                <a:lnTo>
                  <a:pt x="9458" y="2718"/>
                </a:lnTo>
                <a:lnTo>
                  <a:pt x="9458" y="2718"/>
                </a:lnTo>
                <a:lnTo>
                  <a:pt x="9543" y="2633"/>
                </a:lnTo>
                <a:lnTo>
                  <a:pt x="9608" y="2526"/>
                </a:lnTo>
                <a:lnTo>
                  <a:pt x="9715" y="2290"/>
                </a:lnTo>
                <a:lnTo>
                  <a:pt x="9800" y="2034"/>
                </a:lnTo>
                <a:lnTo>
                  <a:pt x="9886" y="1798"/>
                </a:lnTo>
                <a:lnTo>
                  <a:pt x="9886" y="1798"/>
                </a:lnTo>
                <a:lnTo>
                  <a:pt x="9993" y="1584"/>
                </a:lnTo>
                <a:lnTo>
                  <a:pt x="10014" y="1477"/>
                </a:lnTo>
                <a:lnTo>
                  <a:pt x="10035" y="1370"/>
                </a:lnTo>
                <a:lnTo>
                  <a:pt x="10014" y="1285"/>
                </a:lnTo>
                <a:lnTo>
                  <a:pt x="9971" y="1199"/>
                </a:lnTo>
                <a:lnTo>
                  <a:pt x="9907" y="1114"/>
                </a:lnTo>
                <a:lnTo>
                  <a:pt x="9779" y="1049"/>
                </a:lnTo>
                <a:lnTo>
                  <a:pt x="9779" y="1049"/>
                </a:lnTo>
                <a:close/>
                <a:moveTo>
                  <a:pt x="8452" y="429"/>
                </a:moveTo>
                <a:lnTo>
                  <a:pt x="8452" y="429"/>
                </a:lnTo>
                <a:lnTo>
                  <a:pt x="8452" y="493"/>
                </a:lnTo>
                <a:lnTo>
                  <a:pt x="8431" y="557"/>
                </a:lnTo>
                <a:lnTo>
                  <a:pt x="8409" y="600"/>
                </a:lnTo>
                <a:lnTo>
                  <a:pt x="8345" y="621"/>
                </a:lnTo>
                <a:lnTo>
                  <a:pt x="8281" y="621"/>
                </a:lnTo>
                <a:lnTo>
                  <a:pt x="8238" y="621"/>
                </a:lnTo>
                <a:lnTo>
                  <a:pt x="8174" y="600"/>
                </a:lnTo>
                <a:lnTo>
                  <a:pt x="8153" y="536"/>
                </a:lnTo>
                <a:lnTo>
                  <a:pt x="8153" y="536"/>
                </a:lnTo>
                <a:lnTo>
                  <a:pt x="8131" y="472"/>
                </a:lnTo>
                <a:lnTo>
                  <a:pt x="8153" y="429"/>
                </a:lnTo>
                <a:lnTo>
                  <a:pt x="8195" y="386"/>
                </a:lnTo>
                <a:lnTo>
                  <a:pt x="8238" y="343"/>
                </a:lnTo>
                <a:lnTo>
                  <a:pt x="8302" y="343"/>
                </a:lnTo>
                <a:lnTo>
                  <a:pt x="8367" y="343"/>
                </a:lnTo>
                <a:lnTo>
                  <a:pt x="8409" y="386"/>
                </a:lnTo>
                <a:lnTo>
                  <a:pt x="8452" y="429"/>
                </a:lnTo>
                <a:lnTo>
                  <a:pt x="8452" y="429"/>
                </a:lnTo>
                <a:close/>
                <a:moveTo>
                  <a:pt x="9458" y="1713"/>
                </a:moveTo>
                <a:lnTo>
                  <a:pt x="9458" y="1713"/>
                </a:lnTo>
                <a:lnTo>
                  <a:pt x="9308" y="2098"/>
                </a:lnTo>
                <a:lnTo>
                  <a:pt x="9244" y="2290"/>
                </a:lnTo>
                <a:lnTo>
                  <a:pt x="9180" y="2483"/>
                </a:lnTo>
                <a:lnTo>
                  <a:pt x="9180" y="2483"/>
                </a:lnTo>
                <a:lnTo>
                  <a:pt x="8837" y="2376"/>
                </a:lnTo>
                <a:lnTo>
                  <a:pt x="8666" y="2312"/>
                </a:lnTo>
                <a:lnTo>
                  <a:pt x="8495" y="2269"/>
                </a:lnTo>
                <a:lnTo>
                  <a:pt x="8495" y="2269"/>
                </a:lnTo>
                <a:lnTo>
                  <a:pt x="8516" y="2226"/>
                </a:lnTo>
                <a:lnTo>
                  <a:pt x="8581" y="2183"/>
                </a:lnTo>
                <a:lnTo>
                  <a:pt x="8688" y="2076"/>
                </a:lnTo>
                <a:lnTo>
                  <a:pt x="8730" y="2034"/>
                </a:lnTo>
                <a:lnTo>
                  <a:pt x="8730" y="1991"/>
                </a:lnTo>
                <a:lnTo>
                  <a:pt x="8688" y="1969"/>
                </a:lnTo>
                <a:lnTo>
                  <a:pt x="8581" y="1927"/>
                </a:lnTo>
                <a:lnTo>
                  <a:pt x="8581" y="1927"/>
                </a:lnTo>
                <a:lnTo>
                  <a:pt x="8538" y="1927"/>
                </a:lnTo>
                <a:lnTo>
                  <a:pt x="8474" y="1927"/>
                </a:lnTo>
                <a:lnTo>
                  <a:pt x="8367" y="1969"/>
                </a:lnTo>
                <a:lnTo>
                  <a:pt x="8153" y="2055"/>
                </a:lnTo>
                <a:lnTo>
                  <a:pt x="8153" y="2055"/>
                </a:lnTo>
                <a:lnTo>
                  <a:pt x="8046" y="2076"/>
                </a:lnTo>
                <a:lnTo>
                  <a:pt x="7981" y="2076"/>
                </a:lnTo>
                <a:lnTo>
                  <a:pt x="7789" y="2034"/>
                </a:lnTo>
                <a:lnTo>
                  <a:pt x="7789" y="2034"/>
                </a:lnTo>
                <a:lnTo>
                  <a:pt x="7853" y="1991"/>
                </a:lnTo>
                <a:lnTo>
                  <a:pt x="7981" y="1927"/>
                </a:lnTo>
                <a:lnTo>
                  <a:pt x="8281" y="1798"/>
                </a:lnTo>
                <a:lnTo>
                  <a:pt x="8431" y="1734"/>
                </a:lnTo>
                <a:lnTo>
                  <a:pt x="8516" y="1648"/>
                </a:lnTo>
                <a:lnTo>
                  <a:pt x="8538" y="1627"/>
                </a:lnTo>
                <a:lnTo>
                  <a:pt x="8538" y="1584"/>
                </a:lnTo>
                <a:lnTo>
                  <a:pt x="8516" y="1541"/>
                </a:lnTo>
                <a:lnTo>
                  <a:pt x="8452" y="1520"/>
                </a:lnTo>
                <a:lnTo>
                  <a:pt x="8452" y="1520"/>
                </a:lnTo>
                <a:lnTo>
                  <a:pt x="8367" y="1477"/>
                </a:lnTo>
                <a:lnTo>
                  <a:pt x="8260" y="1499"/>
                </a:lnTo>
                <a:lnTo>
                  <a:pt x="8153" y="1520"/>
                </a:lnTo>
                <a:lnTo>
                  <a:pt x="8046" y="1563"/>
                </a:lnTo>
                <a:lnTo>
                  <a:pt x="7832" y="1670"/>
                </a:lnTo>
                <a:lnTo>
                  <a:pt x="7661" y="1777"/>
                </a:lnTo>
                <a:lnTo>
                  <a:pt x="7661" y="1777"/>
                </a:lnTo>
                <a:lnTo>
                  <a:pt x="7554" y="1820"/>
                </a:lnTo>
                <a:lnTo>
                  <a:pt x="7425" y="1841"/>
                </a:lnTo>
                <a:lnTo>
                  <a:pt x="7297" y="1841"/>
                </a:lnTo>
                <a:lnTo>
                  <a:pt x="7147" y="1820"/>
                </a:lnTo>
                <a:lnTo>
                  <a:pt x="7019" y="1777"/>
                </a:lnTo>
                <a:lnTo>
                  <a:pt x="6890" y="1713"/>
                </a:lnTo>
                <a:lnTo>
                  <a:pt x="6805" y="1627"/>
                </a:lnTo>
                <a:lnTo>
                  <a:pt x="6762" y="1520"/>
                </a:lnTo>
                <a:lnTo>
                  <a:pt x="6762" y="1520"/>
                </a:lnTo>
                <a:lnTo>
                  <a:pt x="6741" y="1392"/>
                </a:lnTo>
                <a:lnTo>
                  <a:pt x="6741" y="1263"/>
                </a:lnTo>
                <a:lnTo>
                  <a:pt x="6741" y="1156"/>
                </a:lnTo>
                <a:lnTo>
                  <a:pt x="6719" y="1049"/>
                </a:lnTo>
                <a:lnTo>
                  <a:pt x="6698" y="964"/>
                </a:lnTo>
                <a:lnTo>
                  <a:pt x="6676" y="942"/>
                </a:lnTo>
                <a:lnTo>
                  <a:pt x="6634" y="921"/>
                </a:lnTo>
                <a:lnTo>
                  <a:pt x="6591" y="921"/>
                </a:lnTo>
                <a:lnTo>
                  <a:pt x="6527" y="942"/>
                </a:lnTo>
                <a:lnTo>
                  <a:pt x="6398" y="1007"/>
                </a:lnTo>
                <a:lnTo>
                  <a:pt x="6398" y="1007"/>
                </a:lnTo>
                <a:lnTo>
                  <a:pt x="6206" y="1114"/>
                </a:lnTo>
                <a:lnTo>
                  <a:pt x="6120" y="1156"/>
                </a:lnTo>
                <a:lnTo>
                  <a:pt x="6013" y="1178"/>
                </a:lnTo>
                <a:lnTo>
                  <a:pt x="6013" y="1178"/>
                </a:lnTo>
                <a:lnTo>
                  <a:pt x="5927" y="1178"/>
                </a:lnTo>
                <a:lnTo>
                  <a:pt x="5820" y="1156"/>
                </a:lnTo>
                <a:lnTo>
                  <a:pt x="5628" y="1114"/>
                </a:lnTo>
                <a:lnTo>
                  <a:pt x="5628" y="1114"/>
                </a:lnTo>
                <a:lnTo>
                  <a:pt x="5414" y="1114"/>
                </a:lnTo>
                <a:lnTo>
                  <a:pt x="5328" y="1092"/>
                </a:lnTo>
                <a:lnTo>
                  <a:pt x="5221" y="1071"/>
                </a:lnTo>
                <a:lnTo>
                  <a:pt x="5221" y="1071"/>
                </a:lnTo>
                <a:lnTo>
                  <a:pt x="5157" y="1049"/>
                </a:lnTo>
                <a:lnTo>
                  <a:pt x="5114" y="985"/>
                </a:lnTo>
                <a:lnTo>
                  <a:pt x="5072" y="921"/>
                </a:lnTo>
                <a:lnTo>
                  <a:pt x="5007" y="857"/>
                </a:lnTo>
                <a:lnTo>
                  <a:pt x="5007" y="857"/>
                </a:lnTo>
                <a:lnTo>
                  <a:pt x="4900" y="793"/>
                </a:lnTo>
                <a:lnTo>
                  <a:pt x="4794" y="793"/>
                </a:lnTo>
                <a:lnTo>
                  <a:pt x="4708" y="814"/>
                </a:lnTo>
                <a:lnTo>
                  <a:pt x="4580" y="857"/>
                </a:lnTo>
                <a:lnTo>
                  <a:pt x="4580" y="857"/>
                </a:lnTo>
                <a:lnTo>
                  <a:pt x="4280" y="1028"/>
                </a:lnTo>
                <a:lnTo>
                  <a:pt x="4130" y="1071"/>
                </a:lnTo>
                <a:lnTo>
                  <a:pt x="3959" y="1092"/>
                </a:lnTo>
                <a:lnTo>
                  <a:pt x="3959" y="1092"/>
                </a:lnTo>
                <a:lnTo>
                  <a:pt x="3531" y="1114"/>
                </a:lnTo>
                <a:lnTo>
                  <a:pt x="3103" y="1156"/>
                </a:lnTo>
                <a:lnTo>
                  <a:pt x="2697" y="1221"/>
                </a:lnTo>
                <a:lnTo>
                  <a:pt x="2290" y="1327"/>
                </a:lnTo>
                <a:lnTo>
                  <a:pt x="2290" y="1327"/>
                </a:lnTo>
                <a:lnTo>
                  <a:pt x="2312" y="1263"/>
                </a:lnTo>
                <a:lnTo>
                  <a:pt x="2376" y="1199"/>
                </a:lnTo>
                <a:lnTo>
                  <a:pt x="2504" y="1135"/>
                </a:lnTo>
                <a:lnTo>
                  <a:pt x="2804" y="1028"/>
                </a:lnTo>
                <a:lnTo>
                  <a:pt x="2804" y="1028"/>
                </a:lnTo>
                <a:lnTo>
                  <a:pt x="3210" y="857"/>
                </a:lnTo>
                <a:lnTo>
                  <a:pt x="3617" y="728"/>
                </a:lnTo>
                <a:lnTo>
                  <a:pt x="3617" y="728"/>
                </a:lnTo>
                <a:lnTo>
                  <a:pt x="4130" y="600"/>
                </a:lnTo>
                <a:lnTo>
                  <a:pt x="4665" y="493"/>
                </a:lnTo>
                <a:lnTo>
                  <a:pt x="5200" y="429"/>
                </a:lnTo>
                <a:lnTo>
                  <a:pt x="5735" y="386"/>
                </a:lnTo>
                <a:lnTo>
                  <a:pt x="5735" y="386"/>
                </a:lnTo>
                <a:lnTo>
                  <a:pt x="6184" y="365"/>
                </a:lnTo>
                <a:lnTo>
                  <a:pt x="6420" y="343"/>
                </a:lnTo>
                <a:lnTo>
                  <a:pt x="6634" y="365"/>
                </a:lnTo>
                <a:lnTo>
                  <a:pt x="6634" y="365"/>
                </a:lnTo>
                <a:lnTo>
                  <a:pt x="6847" y="407"/>
                </a:lnTo>
                <a:lnTo>
                  <a:pt x="7019" y="493"/>
                </a:lnTo>
                <a:lnTo>
                  <a:pt x="7361" y="686"/>
                </a:lnTo>
                <a:lnTo>
                  <a:pt x="7361" y="686"/>
                </a:lnTo>
                <a:lnTo>
                  <a:pt x="7768" y="878"/>
                </a:lnTo>
                <a:lnTo>
                  <a:pt x="8195" y="1071"/>
                </a:lnTo>
                <a:lnTo>
                  <a:pt x="8409" y="1156"/>
                </a:lnTo>
                <a:lnTo>
                  <a:pt x="8645" y="1221"/>
                </a:lnTo>
                <a:lnTo>
                  <a:pt x="8859" y="1263"/>
                </a:lnTo>
                <a:lnTo>
                  <a:pt x="9073" y="1306"/>
                </a:lnTo>
                <a:lnTo>
                  <a:pt x="9073" y="1306"/>
                </a:lnTo>
                <a:lnTo>
                  <a:pt x="9287" y="1306"/>
                </a:lnTo>
                <a:lnTo>
                  <a:pt x="9394" y="1327"/>
                </a:lnTo>
                <a:lnTo>
                  <a:pt x="9458" y="1370"/>
                </a:lnTo>
                <a:lnTo>
                  <a:pt x="9458" y="1370"/>
                </a:lnTo>
                <a:lnTo>
                  <a:pt x="9501" y="1392"/>
                </a:lnTo>
                <a:lnTo>
                  <a:pt x="9501" y="1434"/>
                </a:lnTo>
                <a:lnTo>
                  <a:pt x="9501" y="1520"/>
                </a:lnTo>
                <a:lnTo>
                  <a:pt x="9458" y="1713"/>
                </a:lnTo>
                <a:lnTo>
                  <a:pt x="9458" y="1713"/>
                </a:lnTo>
                <a:close/>
                <a:moveTo>
                  <a:pt x="6077" y="6313"/>
                </a:moveTo>
                <a:lnTo>
                  <a:pt x="6077" y="6313"/>
                </a:lnTo>
                <a:lnTo>
                  <a:pt x="6206" y="6120"/>
                </a:lnTo>
                <a:lnTo>
                  <a:pt x="6270" y="5928"/>
                </a:lnTo>
                <a:lnTo>
                  <a:pt x="6291" y="5735"/>
                </a:lnTo>
                <a:lnTo>
                  <a:pt x="6248" y="5521"/>
                </a:lnTo>
                <a:lnTo>
                  <a:pt x="6248" y="5521"/>
                </a:lnTo>
                <a:lnTo>
                  <a:pt x="6184" y="5264"/>
                </a:lnTo>
                <a:lnTo>
                  <a:pt x="6077" y="4986"/>
                </a:lnTo>
                <a:lnTo>
                  <a:pt x="5820" y="4473"/>
                </a:lnTo>
                <a:lnTo>
                  <a:pt x="5820" y="4473"/>
                </a:lnTo>
                <a:lnTo>
                  <a:pt x="5585" y="3981"/>
                </a:lnTo>
                <a:lnTo>
                  <a:pt x="5457" y="3745"/>
                </a:lnTo>
                <a:lnTo>
                  <a:pt x="5328" y="3510"/>
                </a:lnTo>
                <a:lnTo>
                  <a:pt x="5328" y="3510"/>
                </a:lnTo>
                <a:lnTo>
                  <a:pt x="5179" y="3317"/>
                </a:lnTo>
                <a:lnTo>
                  <a:pt x="5007" y="3146"/>
                </a:lnTo>
                <a:lnTo>
                  <a:pt x="4815" y="2975"/>
                </a:lnTo>
                <a:lnTo>
                  <a:pt x="4601" y="2825"/>
                </a:lnTo>
                <a:lnTo>
                  <a:pt x="4366" y="2675"/>
                </a:lnTo>
                <a:lnTo>
                  <a:pt x="4130" y="2568"/>
                </a:lnTo>
                <a:lnTo>
                  <a:pt x="3873" y="2504"/>
                </a:lnTo>
                <a:lnTo>
                  <a:pt x="3638" y="2461"/>
                </a:lnTo>
                <a:lnTo>
                  <a:pt x="3638" y="2461"/>
                </a:lnTo>
                <a:lnTo>
                  <a:pt x="3360" y="2440"/>
                </a:lnTo>
                <a:lnTo>
                  <a:pt x="3082" y="2461"/>
                </a:lnTo>
                <a:lnTo>
                  <a:pt x="2825" y="2504"/>
                </a:lnTo>
                <a:lnTo>
                  <a:pt x="2547" y="2568"/>
                </a:lnTo>
                <a:lnTo>
                  <a:pt x="2290" y="2675"/>
                </a:lnTo>
                <a:lnTo>
                  <a:pt x="2033" y="2782"/>
                </a:lnTo>
                <a:lnTo>
                  <a:pt x="1798" y="2932"/>
                </a:lnTo>
                <a:lnTo>
                  <a:pt x="1563" y="3082"/>
                </a:lnTo>
                <a:lnTo>
                  <a:pt x="1563" y="3082"/>
                </a:lnTo>
                <a:lnTo>
                  <a:pt x="1113" y="3424"/>
                </a:lnTo>
                <a:lnTo>
                  <a:pt x="921" y="3617"/>
                </a:lnTo>
                <a:lnTo>
                  <a:pt x="707" y="3809"/>
                </a:lnTo>
                <a:lnTo>
                  <a:pt x="514" y="4023"/>
                </a:lnTo>
                <a:lnTo>
                  <a:pt x="365" y="4259"/>
                </a:lnTo>
                <a:lnTo>
                  <a:pt x="215" y="4494"/>
                </a:lnTo>
                <a:lnTo>
                  <a:pt x="108" y="4751"/>
                </a:lnTo>
                <a:lnTo>
                  <a:pt x="108" y="4751"/>
                </a:lnTo>
                <a:lnTo>
                  <a:pt x="65" y="4901"/>
                </a:lnTo>
                <a:lnTo>
                  <a:pt x="44" y="5029"/>
                </a:lnTo>
                <a:lnTo>
                  <a:pt x="22" y="5157"/>
                </a:lnTo>
                <a:lnTo>
                  <a:pt x="22" y="5286"/>
                </a:lnTo>
                <a:lnTo>
                  <a:pt x="65" y="5542"/>
                </a:lnTo>
                <a:lnTo>
                  <a:pt x="129" y="5778"/>
                </a:lnTo>
                <a:lnTo>
                  <a:pt x="236" y="6013"/>
                </a:lnTo>
                <a:lnTo>
                  <a:pt x="365" y="6227"/>
                </a:lnTo>
                <a:lnTo>
                  <a:pt x="621" y="6676"/>
                </a:lnTo>
                <a:lnTo>
                  <a:pt x="621" y="6676"/>
                </a:lnTo>
                <a:lnTo>
                  <a:pt x="750" y="6869"/>
                </a:lnTo>
                <a:lnTo>
                  <a:pt x="878" y="7126"/>
                </a:lnTo>
                <a:lnTo>
                  <a:pt x="921" y="7233"/>
                </a:lnTo>
                <a:lnTo>
                  <a:pt x="964" y="7361"/>
                </a:lnTo>
                <a:lnTo>
                  <a:pt x="964" y="7489"/>
                </a:lnTo>
                <a:lnTo>
                  <a:pt x="921" y="7596"/>
                </a:lnTo>
                <a:lnTo>
                  <a:pt x="921" y="7596"/>
                </a:lnTo>
                <a:lnTo>
                  <a:pt x="878" y="7661"/>
                </a:lnTo>
                <a:lnTo>
                  <a:pt x="835" y="7725"/>
                </a:lnTo>
                <a:lnTo>
                  <a:pt x="686" y="7810"/>
                </a:lnTo>
                <a:lnTo>
                  <a:pt x="536" y="7896"/>
                </a:lnTo>
                <a:lnTo>
                  <a:pt x="407" y="8003"/>
                </a:lnTo>
                <a:lnTo>
                  <a:pt x="407" y="8003"/>
                </a:lnTo>
                <a:lnTo>
                  <a:pt x="279" y="8153"/>
                </a:lnTo>
                <a:lnTo>
                  <a:pt x="108" y="8388"/>
                </a:lnTo>
                <a:lnTo>
                  <a:pt x="44" y="8516"/>
                </a:lnTo>
                <a:lnTo>
                  <a:pt x="1" y="8623"/>
                </a:lnTo>
                <a:lnTo>
                  <a:pt x="1" y="8730"/>
                </a:lnTo>
                <a:lnTo>
                  <a:pt x="22" y="8773"/>
                </a:lnTo>
                <a:lnTo>
                  <a:pt x="44" y="8795"/>
                </a:lnTo>
                <a:lnTo>
                  <a:pt x="44" y="8795"/>
                </a:lnTo>
                <a:lnTo>
                  <a:pt x="86" y="8795"/>
                </a:lnTo>
                <a:lnTo>
                  <a:pt x="129" y="8795"/>
                </a:lnTo>
                <a:lnTo>
                  <a:pt x="193" y="8752"/>
                </a:lnTo>
                <a:lnTo>
                  <a:pt x="258" y="8709"/>
                </a:lnTo>
                <a:lnTo>
                  <a:pt x="279" y="8709"/>
                </a:lnTo>
                <a:lnTo>
                  <a:pt x="300" y="8752"/>
                </a:lnTo>
                <a:lnTo>
                  <a:pt x="300" y="8752"/>
                </a:lnTo>
                <a:lnTo>
                  <a:pt x="322" y="8795"/>
                </a:lnTo>
                <a:lnTo>
                  <a:pt x="322" y="8837"/>
                </a:lnTo>
                <a:lnTo>
                  <a:pt x="300" y="8944"/>
                </a:lnTo>
                <a:lnTo>
                  <a:pt x="300" y="8987"/>
                </a:lnTo>
                <a:lnTo>
                  <a:pt x="300" y="9009"/>
                </a:lnTo>
                <a:lnTo>
                  <a:pt x="343" y="9030"/>
                </a:lnTo>
                <a:lnTo>
                  <a:pt x="407" y="9051"/>
                </a:lnTo>
                <a:lnTo>
                  <a:pt x="407" y="9051"/>
                </a:lnTo>
                <a:lnTo>
                  <a:pt x="493" y="9030"/>
                </a:lnTo>
                <a:lnTo>
                  <a:pt x="579" y="8966"/>
                </a:lnTo>
                <a:lnTo>
                  <a:pt x="643" y="8902"/>
                </a:lnTo>
                <a:lnTo>
                  <a:pt x="707" y="8816"/>
                </a:lnTo>
                <a:lnTo>
                  <a:pt x="857" y="8645"/>
                </a:lnTo>
                <a:lnTo>
                  <a:pt x="921" y="8581"/>
                </a:lnTo>
                <a:lnTo>
                  <a:pt x="985" y="8559"/>
                </a:lnTo>
                <a:lnTo>
                  <a:pt x="985" y="8559"/>
                </a:lnTo>
                <a:lnTo>
                  <a:pt x="964" y="8623"/>
                </a:lnTo>
                <a:lnTo>
                  <a:pt x="921" y="8709"/>
                </a:lnTo>
                <a:lnTo>
                  <a:pt x="793" y="8923"/>
                </a:lnTo>
                <a:lnTo>
                  <a:pt x="750" y="9009"/>
                </a:lnTo>
                <a:lnTo>
                  <a:pt x="728" y="9094"/>
                </a:lnTo>
                <a:lnTo>
                  <a:pt x="750" y="9116"/>
                </a:lnTo>
                <a:lnTo>
                  <a:pt x="771" y="9158"/>
                </a:lnTo>
                <a:lnTo>
                  <a:pt x="793" y="9158"/>
                </a:lnTo>
                <a:lnTo>
                  <a:pt x="857" y="9180"/>
                </a:lnTo>
                <a:lnTo>
                  <a:pt x="857" y="9180"/>
                </a:lnTo>
                <a:lnTo>
                  <a:pt x="899" y="9158"/>
                </a:lnTo>
                <a:lnTo>
                  <a:pt x="942" y="9137"/>
                </a:lnTo>
                <a:lnTo>
                  <a:pt x="1006" y="9073"/>
                </a:lnTo>
                <a:lnTo>
                  <a:pt x="1071" y="8987"/>
                </a:lnTo>
                <a:lnTo>
                  <a:pt x="1135" y="8923"/>
                </a:lnTo>
                <a:lnTo>
                  <a:pt x="1135" y="8923"/>
                </a:lnTo>
                <a:lnTo>
                  <a:pt x="1242" y="8859"/>
                </a:lnTo>
                <a:lnTo>
                  <a:pt x="1327" y="8837"/>
                </a:lnTo>
                <a:lnTo>
                  <a:pt x="1434" y="8816"/>
                </a:lnTo>
                <a:lnTo>
                  <a:pt x="1541" y="8752"/>
                </a:lnTo>
                <a:lnTo>
                  <a:pt x="1541" y="8752"/>
                </a:lnTo>
                <a:lnTo>
                  <a:pt x="1734" y="8516"/>
                </a:lnTo>
                <a:lnTo>
                  <a:pt x="1841" y="8409"/>
                </a:lnTo>
                <a:lnTo>
                  <a:pt x="1905" y="8388"/>
                </a:lnTo>
                <a:lnTo>
                  <a:pt x="1948" y="8388"/>
                </a:lnTo>
                <a:lnTo>
                  <a:pt x="1948" y="8388"/>
                </a:lnTo>
                <a:lnTo>
                  <a:pt x="1862" y="8538"/>
                </a:lnTo>
                <a:lnTo>
                  <a:pt x="1798" y="8752"/>
                </a:lnTo>
                <a:lnTo>
                  <a:pt x="1755" y="8837"/>
                </a:lnTo>
                <a:lnTo>
                  <a:pt x="1777" y="8923"/>
                </a:lnTo>
                <a:lnTo>
                  <a:pt x="1777" y="8944"/>
                </a:lnTo>
                <a:lnTo>
                  <a:pt x="1798" y="8966"/>
                </a:lnTo>
                <a:lnTo>
                  <a:pt x="1841" y="8987"/>
                </a:lnTo>
                <a:lnTo>
                  <a:pt x="1905" y="8987"/>
                </a:lnTo>
                <a:lnTo>
                  <a:pt x="1905" y="8987"/>
                </a:lnTo>
                <a:lnTo>
                  <a:pt x="1948" y="8966"/>
                </a:lnTo>
                <a:lnTo>
                  <a:pt x="1991" y="8944"/>
                </a:lnTo>
                <a:lnTo>
                  <a:pt x="2055" y="8880"/>
                </a:lnTo>
                <a:lnTo>
                  <a:pt x="2076" y="8859"/>
                </a:lnTo>
                <a:lnTo>
                  <a:pt x="2098" y="8837"/>
                </a:lnTo>
                <a:lnTo>
                  <a:pt x="2119" y="8859"/>
                </a:lnTo>
                <a:lnTo>
                  <a:pt x="2183" y="8902"/>
                </a:lnTo>
                <a:lnTo>
                  <a:pt x="2183" y="8902"/>
                </a:lnTo>
                <a:lnTo>
                  <a:pt x="2247" y="8923"/>
                </a:lnTo>
                <a:lnTo>
                  <a:pt x="2290" y="8966"/>
                </a:lnTo>
                <a:lnTo>
                  <a:pt x="2290" y="8966"/>
                </a:lnTo>
                <a:lnTo>
                  <a:pt x="2247" y="9030"/>
                </a:lnTo>
                <a:lnTo>
                  <a:pt x="2269" y="9116"/>
                </a:lnTo>
                <a:lnTo>
                  <a:pt x="2269" y="9116"/>
                </a:lnTo>
                <a:lnTo>
                  <a:pt x="2312" y="9158"/>
                </a:lnTo>
                <a:lnTo>
                  <a:pt x="2333" y="9180"/>
                </a:lnTo>
                <a:lnTo>
                  <a:pt x="2376" y="9180"/>
                </a:lnTo>
                <a:lnTo>
                  <a:pt x="2440" y="9180"/>
                </a:lnTo>
                <a:lnTo>
                  <a:pt x="2440" y="9180"/>
                </a:lnTo>
                <a:lnTo>
                  <a:pt x="2504" y="9137"/>
                </a:lnTo>
                <a:lnTo>
                  <a:pt x="2568" y="9073"/>
                </a:lnTo>
                <a:lnTo>
                  <a:pt x="2633" y="9009"/>
                </a:lnTo>
                <a:lnTo>
                  <a:pt x="2675" y="8966"/>
                </a:lnTo>
                <a:lnTo>
                  <a:pt x="2675" y="8966"/>
                </a:lnTo>
                <a:lnTo>
                  <a:pt x="2868" y="8902"/>
                </a:lnTo>
                <a:lnTo>
                  <a:pt x="3060" y="8837"/>
                </a:lnTo>
                <a:lnTo>
                  <a:pt x="3060" y="8837"/>
                </a:lnTo>
                <a:lnTo>
                  <a:pt x="2996" y="8923"/>
                </a:lnTo>
                <a:lnTo>
                  <a:pt x="2975" y="8987"/>
                </a:lnTo>
                <a:lnTo>
                  <a:pt x="2996" y="9030"/>
                </a:lnTo>
                <a:lnTo>
                  <a:pt x="3018" y="9094"/>
                </a:lnTo>
                <a:lnTo>
                  <a:pt x="3060" y="9116"/>
                </a:lnTo>
                <a:lnTo>
                  <a:pt x="3125" y="9137"/>
                </a:lnTo>
                <a:lnTo>
                  <a:pt x="3189" y="9116"/>
                </a:lnTo>
                <a:lnTo>
                  <a:pt x="3253" y="9094"/>
                </a:lnTo>
                <a:lnTo>
                  <a:pt x="3253" y="9094"/>
                </a:lnTo>
                <a:lnTo>
                  <a:pt x="3360" y="8966"/>
                </a:lnTo>
                <a:lnTo>
                  <a:pt x="3510" y="8752"/>
                </a:lnTo>
                <a:lnTo>
                  <a:pt x="3660" y="8538"/>
                </a:lnTo>
                <a:lnTo>
                  <a:pt x="3724" y="8495"/>
                </a:lnTo>
                <a:lnTo>
                  <a:pt x="3767" y="8474"/>
                </a:lnTo>
                <a:lnTo>
                  <a:pt x="3767" y="8474"/>
                </a:lnTo>
                <a:lnTo>
                  <a:pt x="3788" y="8495"/>
                </a:lnTo>
                <a:lnTo>
                  <a:pt x="3767" y="8581"/>
                </a:lnTo>
                <a:lnTo>
                  <a:pt x="3767" y="8773"/>
                </a:lnTo>
                <a:lnTo>
                  <a:pt x="3767" y="8859"/>
                </a:lnTo>
                <a:lnTo>
                  <a:pt x="3788" y="8880"/>
                </a:lnTo>
                <a:lnTo>
                  <a:pt x="3809" y="8902"/>
                </a:lnTo>
                <a:lnTo>
                  <a:pt x="3831" y="8902"/>
                </a:lnTo>
                <a:lnTo>
                  <a:pt x="3873" y="8880"/>
                </a:lnTo>
                <a:lnTo>
                  <a:pt x="4002" y="8795"/>
                </a:lnTo>
                <a:lnTo>
                  <a:pt x="4002" y="8795"/>
                </a:lnTo>
                <a:lnTo>
                  <a:pt x="4087" y="8666"/>
                </a:lnTo>
                <a:lnTo>
                  <a:pt x="4194" y="8452"/>
                </a:lnTo>
                <a:lnTo>
                  <a:pt x="4301" y="8238"/>
                </a:lnTo>
                <a:lnTo>
                  <a:pt x="4323" y="8174"/>
                </a:lnTo>
                <a:lnTo>
                  <a:pt x="4366" y="8153"/>
                </a:lnTo>
                <a:lnTo>
                  <a:pt x="4366" y="8153"/>
                </a:lnTo>
                <a:lnTo>
                  <a:pt x="4366" y="8238"/>
                </a:lnTo>
                <a:lnTo>
                  <a:pt x="4344" y="8324"/>
                </a:lnTo>
                <a:lnTo>
                  <a:pt x="4344" y="8324"/>
                </a:lnTo>
                <a:lnTo>
                  <a:pt x="4280" y="8495"/>
                </a:lnTo>
                <a:lnTo>
                  <a:pt x="4237" y="8581"/>
                </a:lnTo>
                <a:lnTo>
                  <a:pt x="4216" y="8688"/>
                </a:lnTo>
                <a:lnTo>
                  <a:pt x="4216" y="8773"/>
                </a:lnTo>
                <a:lnTo>
                  <a:pt x="4237" y="8859"/>
                </a:lnTo>
                <a:lnTo>
                  <a:pt x="4301" y="8923"/>
                </a:lnTo>
                <a:lnTo>
                  <a:pt x="4408" y="8966"/>
                </a:lnTo>
                <a:lnTo>
                  <a:pt x="4408" y="8966"/>
                </a:lnTo>
                <a:lnTo>
                  <a:pt x="4473" y="8966"/>
                </a:lnTo>
                <a:lnTo>
                  <a:pt x="4537" y="8923"/>
                </a:lnTo>
                <a:lnTo>
                  <a:pt x="4601" y="8880"/>
                </a:lnTo>
                <a:lnTo>
                  <a:pt x="4644" y="8816"/>
                </a:lnTo>
                <a:lnTo>
                  <a:pt x="4751" y="8688"/>
                </a:lnTo>
                <a:lnTo>
                  <a:pt x="4772" y="8645"/>
                </a:lnTo>
                <a:lnTo>
                  <a:pt x="4794" y="8645"/>
                </a:lnTo>
                <a:lnTo>
                  <a:pt x="4794" y="8645"/>
                </a:lnTo>
                <a:lnTo>
                  <a:pt x="4836" y="8666"/>
                </a:lnTo>
                <a:lnTo>
                  <a:pt x="4836" y="8709"/>
                </a:lnTo>
                <a:lnTo>
                  <a:pt x="4815" y="8837"/>
                </a:lnTo>
                <a:lnTo>
                  <a:pt x="4794" y="8902"/>
                </a:lnTo>
                <a:lnTo>
                  <a:pt x="4815" y="8944"/>
                </a:lnTo>
                <a:lnTo>
                  <a:pt x="4836" y="8987"/>
                </a:lnTo>
                <a:lnTo>
                  <a:pt x="4900" y="9009"/>
                </a:lnTo>
                <a:lnTo>
                  <a:pt x="4900" y="9009"/>
                </a:lnTo>
                <a:lnTo>
                  <a:pt x="4965" y="9030"/>
                </a:lnTo>
                <a:lnTo>
                  <a:pt x="5029" y="9009"/>
                </a:lnTo>
                <a:lnTo>
                  <a:pt x="5093" y="8966"/>
                </a:lnTo>
                <a:lnTo>
                  <a:pt x="5136" y="8923"/>
                </a:lnTo>
                <a:lnTo>
                  <a:pt x="5221" y="8816"/>
                </a:lnTo>
                <a:lnTo>
                  <a:pt x="5307" y="8730"/>
                </a:lnTo>
                <a:lnTo>
                  <a:pt x="5307" y="8730"/>
                </a:lnTo>
                <a:lnTo>
                  <a:pt x="5350" y="8688"/>
                </a:lnTo>
                <a:lnTo>
                  <a:pt x="5393" y="8709"/>
                </a:lnTo>
                <a:lnTo>
                  <a:pt x="5393" y="8730"/>
                </a:lnTo>
                <a:lnTo>
                  <a:pt x="5393" y="8795"/>
                </a:lnTo>
                <a:lnTo>
                  <a:pt x="5393" y="8923"/>
                </a:lnTo>
                <a:lnTo>
                  <a:pt x="5393" y="8987"/>
                </a:lnTo>
                <a:lnTo>
                  <a:pt x="5414" y="9030"/>
                </a:lnTo>
                <a:lnTo>
                  <a:pt x="5414" y="9030"/>
                </a:lnTo>
                <a:lnTo>
                  <a:pt x="5478" y="9094"/>
                </a:lnTo>
                <a:lnTo>
                  <a:pt x="5542" y="9116"/>
                </a:lnTo>
                <a:lnTo>
                  <a:pt x="5585" y="9094"/>
                </a:lnTo>
                <a:lnTo>
                  <a:pt x="5628" y="9051"/>
                </a:lnTo>
                <a:lnTo>
                  <a:pt x="5692" y="8944"/>
                </a:lnTo>
                <a:lnTo>
                  <a:pt x="5756" y="8837"/>
                </a:lnTo>
                <a:lnTo>
                  <a:pt x="5756" y="8837"/>
                </a:lnTo>
                <a:lnTo>
                  <a:pt x="5820" y="8880"/>
                </a:lnTo>
                <a:lnTo>
                  <a:pt x="5885" y="8902"/>
                </a:lnTo>
                <a:lnTo>
                  <a:pt x="5949" y="8880"/>
                </a:lnTo>
                <a:lnTo>
                  <a:pt x="5992" y="8859"/>
                </a:lnTo>
                <a:lnTo>
                  <a:pt x="6034" y="8816"/>
                </a:lnTo>
                <a:lnTo>
                  <a:pt x="6077" y="8752"/>
                </a:lnTo>
                <a:lnTo>
                  <a:pt x="6099" y="8688"/>
                </a:lnTo>
                <a:lnTo>
                  <a:pt x="6099" y="8623"/>
                </a:lnTo>
                <a:lnTo>
                  <a:pt x="6099" y="8623"/>
                </a:lnTo>
                <a:lnTo>
                  <a:pt x="6077" y="8581"/>
                </a:lnTo>
                <a:lnTo>
                  <a:pt x="6056" y="8516"/>
                </a:lnTo>
                <a:lnTo>
                  <a:pt x="5992" y="8388"/>
                </a:lnTo>
                <a:lnTo>
                  <a:pt x="5799" y="8174"/>
                </a:lnTo>
                <a:lnTo>
                  <a:pt x="5799" y="8174"/>
                </a:lnTo>
                <a:lnTo>
                  <a:pt x="5628" y="7939"/>
                </a:lnTo>
                <a:lnTo>
                  <a:pt x="5435" y="7703"/>
                </a:lnTo>
                <a:lnTo>
                  <a:pt x="5371" y="7596"/>
                </a:lnTo>
                <a:lnTo>
                  <a:pt x="5328" y="7468"/>
                </a:lnTo>
                <a:lnTo>
                  <a:pt x="5307" y="7318"/>
                </a:lnTo>
                <a:lnTo>
                  <a:pt x="5328" y="7190"/>
                </a:lnTo>
                <a:lnTo>
                  <a:pt x="5328" y="7190"/>
                </a:lnTo>
                <a:lnTo>
                  <a:pt x="5371" y="7040"/>
                </a:lnTo>
                <a:lnTo>
                  <a:pt x="5457" y="6933"/>
                </a:lnTo>
                <a:lnTo>
                  <a:pt x="5564" y="6826"/>
                </a:lnTo>
                <a:lnTo>
                  <a:pt x="5671" y="6719"/>
                </a:lnTo>
                <a:lnTo>
                  <a:pt x="5885" y="6527"/>
                </a:lnTo>
                <a:lnTo>
                  <a:pt x="5992" y="6420"/>
                </a:lnTo>
                <a:lnTo>
                  <a:pt x="6077" y="6313"/>
                </a:lnTo>
                <a:lnTo>
                  <a:pt x="6077" y="6313"/>
                </a:lnTo>
                <a:close/>
                <a:moveTo>
                  <a:pt x="5671" y="5478"/>
                </a:moveTo>
                <a:lnTo>
                  <a:pt x="5671" y="5478"/>
                </a:lnTo>
                <a:lnTo>
                  <a:pt x="5628" y="5435"/>
                </a:lnTo>
                <a:lnTo>
                  <a:pt x="5542" y="5414"/>
                </a:lnTo>
                <a:lnTo>
                  <a:pt x="5521" y="5393"/>
                </a:lnTo>
                <a:lnTo>
                  <a:pt x="5500" y="5350"/>
                </a:lnTo>
                <a:lnTo>
                  <a:pt x="5500" y="5307"/>
                </a:lnTo>
                <a:lnTo>
                  <a:pt x="5521" y="5264"/>
                </a:lnTo>
                <a:lnTo>
                  <a:pt x="5521" y="5264"/>
                </a:lnTo>
                <a:lnTo>
                  <a:pt x="5564" y="5200"/>
                </a:lnTo>
                <a:lnTo>
                  <a:pt x="5607" y="5200"/>
                </a:lnTo>
                <a:lnTo>
                  <a:pt x="5628" y="5222"/>
                </a:lnTo>
                <a:lnTo>
                  <a:pt x="5649" y="5264"/>
                </a:lnTo>
                <a:lnTo>
                  <a:pt x="5671" y="5393"/>
                </a:lnTo>
                <a:lnTo>
                  <a:pt x="5671" y="5478"/>
                </a:lnTo>
                <a:lnTo>
                  <a:pt x="5671" y="5478"/>
                </a:lnTo>
                <a:close/>
                <a:moveTo>
                  <a:pt x="5500" y="4729"/>
                </a:moveTo>
                <a:lnTo>
                  <a:pt x="5500" y="4729"/>
                </a:lnTo>
                <a:lnTo>
                  <a:pt x="5542" y="4772"/>
                </a:lnTo>
                <a:lnTo>
                  <a:pt x="5542" y="4836"/>
                </a:lnTo>
                <a:lnTo>
                  <a:pt x="5542" y="4836"/>
                </a:lnTo>
                <a:lnTo>
                  <a:pt x="5521" y="4836"/>
                </a:lnTo>
                <a:lnTo>
                  <a:pt x="5500" y="4815"/>
                </a:lnTo>
                <a:lnTo>
                  <a:pt x="5500" y="4729"/>
                </a:lnTo>
                <a:lnTo>
                  <a:pt x="5500" y="4729"/>
                </a:lnTo>
                <a:close/>
                <a:moveTo>
                  <a:pt x="5500" y="4965"/>
                </a:moveTo>
                <a:lnTo>
                  <a:pt x="5500" y="4965"/>
                </a:lnTo>
                <a:lnTo>
                  <a:pt x="5478" y="4986"/>
                </a:lnTo>
                <a:lnTo>
                  <a:pt x="5457" y="5008"/>
                </a:lnTo>
                <a:lnTo>
                  <a:pt x="5414" y="5008"/>
                </a:lnTo>
                <a:lnTo>
                  <a:pt x="5414" y="5050"/>
                </a:lnTo>
                <a:lnTo>
                  <a:pt x="5414" y="5050"/>
                </a:lnTo>
                <a:lnTo>
                  <a:pt x="5393" y="5029"/>
                </a:lnTo>
                <a:lnTo>
                  <a:pt x="5393" y="5008"/>
                </a:lnTo>
                <a:lnTo>
                  <a:pt x="5414" y="4965"/>
                </a:lnTo>
                <a:lnTo>
                  <a:pt x="5457" y="4922"/>
                </a:lnTo>
                <a:lnTo>
                  <a:pt x="5478" y="4943"/>
                </a:lnTo>
                <a:lnTo>
                  <a:pt x="5500" y="4965"/>
                </a:lnTo>
                <a:lnTo>
                  <a:pt x="5500" y="4965"/>
                </a:lnTo>
                <a:close/>
                <a:moveTo>
                  <a:pt x="5435" y="6035"/>
                </a:moveTo>
                <a:lnTo>
                  <a:pt x="5435" y="6035"/>
                </a:lnTo>
                <a:lnTo>
                  <a:pt x="5393" y="5992"/>
                </a:lnTo>
                <a:lnTo>
                  <a:pt x="5371" y="5928"/>
                </a:lnTo>
                <a:lnTo>
                  <a:pt x="5371" y="5928"/>
                </a:lnTo>
                <a:lnTo>
                  <a:pt x="5414" y="5928"/>
                </a:lnTo>
                <a:lnTo>
                  <a:pt x="5435" y="5949"/>
                </a:lnTo>
                <a:lnTo>
                  <a:pt x="5435" y="6035"/>
                </a:lnTo>
                <a:lnTo>
                  <a:pt x="5435" y="6035"/>
                </a:lnTo>
                <a:close/>
                <a:moveTo>
                  <a:pt x="4259" y="3018"/>
                </a:moveTo>
                <a:lnTo>
                  <a:pt x="4259" y="3018"/>
                </a:lnTo>
                <a:lnTo>
                  <a:pt x="4280" y="3039"/>
                </a:lnTo>
                <a:lnTo>
                  <a:pt x="4280" y="3061"/>
                </a:lnTo>
                <a:lnTo>
                  <a:pt x="4280" y="3103"/>
                </a:lnTo>
                <a:lnTo>
                  <a:pt x="4259" y="3125"/>
                </a:lnTo>
                <a:lnTo>
                  <a:pt x="4216" y="3125"/>
                </a:lnTo>
                <a:lnTo>
                  <a:pt x="4194" y="3125"/>
                </a:lnTo>
                <a:lnTo>
                  <a:pt x="4152" y="3103"/>
                </a:lnTo>
                <a:lnTo>
                  <a:pt x="4109" y="3082"/>
                </a:lnTo>
                <a:lnTo>
                  <a:pt x="4109" y="3082"/>
                </a:lnTo>
                <a:lnTo>
                  <a:pt x="4109" y="3039"/>
                </a:lnTo>
                <a:lnTo>
                  <a:pt x="4109" y="3018"/>
                </a:lnTo>
                <a:lnTo>
                  <a:pt x="4152" y="2996"/>
                </a:lnTo>
                <a:lnTo>
                  <a:pt x="4194" y="2996"/>
                </a:lnTo>
                <a:lnTo>
                  <a:pt x="4259" y="3018"/>
                </a:lnTo>
                <a:lnTo>
                  <a:pt x="4259" y="3018"/>
                </a:lnTo>
                <a:close/>
                <a:moveTo>
                  <a:pt x="3788" y="3018"/>
                </a:moveTo>
                <a:lnTo>
                  <a:pt x="3788" y="3018"/>
                </a:lnTo>
                <a:lnTo>
                  <a:pt x="3831" y="3039"/>
                </a:lnTo>
                <a:lnTo>
                  <a:pt x="3831" y="3082"/>
                </a:lnTo>
                <a:lnTo>
                  <a:pt x="3831" y="3189"/>
                </a:lnTo>
                <a:lnTo>
                  <a:pt x="3788" y="3274"/>
                </a:lnTo>
                <a:lnTo>
                  <a:pt x="3767" y="3296"/>
                </a:lnTo>
                <a:lnTo>
                  <a:pt x="3745" y="3296"/>
                </a:lnTo>
                <a:lnTo>
                  <a:pt x="3745" y="3296"/>
                </a:lnTo>
                <a:lnTo>
                  <a:pt x="3724" y="3274"/>
                </a:lnTo>
                <a:lnTo>
                  <a:pt x="3724" y="3253"/>
                </a:lnTo>
                <a:lnTo>
                  <a:pt x="3745" y="3168"/>
                </a:lnTo>
                <a:lnTo>
                  <a:pt x="3767" y="3082"/>
                </a:lnTo>
                <a:lnTo>
                  <a:pt x="3788" y="3018"/>
                </a:lnTo>
                <a:lnTo>
                  <a:pt x="3788" y="3018"/>
                </a:lnTo>
                <a:close/>
                <a:moveTo>
                  <a:pt x="4473" y="5692"/>
                </a:moveTo>
                <a:lnTo>
                  <a:pt x="4473" y="5692"/>
                </a:lnTo>
                <a:lnTo>
                  <a:pt x="4430" y="5863"/>
                </a:lnTo>
                <a:lnTo>
                  <a:pt x="4366" y="6013"/>
                </a:lnTo>
                <a:lnTo>
                  <a:pt x="4280" y="6120"/>
                </a:lnTo>
                <a:lnTo>
                  <a:pt x="4152" y="6249"/>
                </a:lnTo>
                <a:lnTo>
                  <a:pt x="4152" y="6249"/>
                </a:lnTo>
                <a:lnTo>
                  <a:pt x="3938" y="6441"/>
                </a:lnTo>
                <a:lnTo>
                  <a:pt x="3831" y="6569"/>
                </a:lnTo>
                <a:lnTo>
                  <a:pt x="3809" y="6634"/>
                </a:lnTo>
                <a:lnTo>
                  <a:pt x="3788" y="6698"/>
                </a:lnTo>
                <a:lnTo>
                  <a:pt x="3788" y="6698"/>
                </a:lnTo>
                <a:lnTo>
                  <a:pt x="3788" y="6783"/>
                </a:lnTo>
                <a:lnTo>
                  <a:pt x="3788" y="6783"/>
                </a:lnTo>
                <a:lnTo>
                  <a:pt x="3788" y="6741"/>
                </a:lnTo>
                <a:lnTo>
                  <a:pt x="3788" y="6676"/>
                </a:lnTo>
                <a:lnTo>
                  <a:pt x="3788" y="6676"/>
                </a:lnTo>
                <a:lnTo>
                  <a:pt x="3788" y="6762"/>
                </a:lnTo>
                <a:lnTo>
                  <a:pt x="3788" y="6869"/>
                </a:lnTo>
                <a:lnTo>
                  <a:pt x="3831" y="7104"/>
                </a:lnTo>
                <a:lnTo>
                  <a:pt x="3852" y="7211"/>
                </a:lnTo>
                <a:lnTo>
                  <a:pt x="3873" y="7318"/>
                </a:lnTo>
                <a:lnTo>
                  <a:pt x="3852" y="7425"/>
                </a:lnTo>
                <a:lnTo>
                  <a:pt x="3809" y="7511"/>
                </a:lnTo>
                <a:lnTo>
                  <a:pt x="3809" y="7511"/>
                </a:lnTo>
                <a:lnTo>
                  <a:pt x="3788" y="7575"/>
                </a:lnTo>
                <a:lnTo>
                  <a:pt x="3724" y="7618"/>
                </a:lnTo>
                <a:lnTo>
                  <a:pt x="3595" y="7682"/>
                </a:lnTo>
                <a:lnTo>
                  <a:pt x="3403" y="7725"/>
                </a:lnTo>
                <a:lnTo>
                  <a:pt x="3210" y="7746"/>
                </a:lnTo>
                <a:lnTo>
                  <a:pt x="3018" y="7746"/>
                </a:lnTo>
                <a:lnTo>
                  <a:pt x="2825" y="7703"/>
                </a:lnTo>
                <a:lnTo>
                  <a:pt x="2675" y="7661"/>
                </a:lnTo>
                <a:lnTo>
                  <a:pt x="2568" y="7596"/>
                </a:lnTo>
                <a:lnTo>
                  <a:pt x="2568" y="7596"/>
                </a:lnTo>
                <a:lnTo>
                  <a:pt x="2526" y="7532"/>
                </a:lnTo>
                <a:lnTo>
                  <a:pt x="2504" y="7489"/>
                </a:lnTo>
                <a:lnTo>
                  <a:pt x="2461" y="7340"/>
                </a:lnTo>
                <a:lnTo>
                  <a:pt x="2461" y="7211"/>
                </a:lnTo>
                <a:lnTo>
                  <a:pt x="2440" y="7062"/>
                </a:lnTo>
                <a:lnTo>
                  <a:pt x="2440" y="7062"/>
                </a:lnTo>
                <a:lnTo>
                  <a:pt x="2376" y="6890"/>
                </a:lnTo>
                <a:lnTo>
                  <a:pt x="2312" y="6741"/>
                </a:lnTo>
                <a:lnTo>
                  <a:pt x="2119" y="6462"/>
                </a:lnTo>
                <a:lnTo>
                  <a:pt x="2119" y="6462"/>
                </a:lnTo>
                <a:lnTo>
                  <a:pt x="1905" y="6120"/>
                </a:lnTo>
                <a:lnTo>
                  <a:pt x="1841" y="5970"/>
                </a:lnTo>
                <a:lnTo>
                  <a:pt x="1777" y="5799"/>
                </a:lnTo>
                <a:lnTo>
                  <a:pt x="1734" y="5628"/>
                </a:lnTo>
                <a:lnTo>
                  <a:pt x="1734" y="5457"/>
                </a:lnTo>
                <a:lnTo>
                  <a:pt x="1755" y="5264"/>
                </a:lnTo>
                <a:lnTo>
                  <a:pt x="1819" y="5072"/>
                </a:lnTo>
                <a:lnTo>
                  <a:pt x="1819" y="5072"/>
                </a:lnTo>
                <a:lnTo>
                  <a:pt x="1884" y="4922"/>
                </a:lnTo>
                <a:lnTo>
                  <a:pt x="1969" y="4794"/>
                </a:lnTo>
                <a:lnTo>
                  <a:pt x="2076" y="4644"/>
                </a:lnTo>
                <a:lnTo>
                  <a:pt x="2205" y="4494"/>
                </a:lnTo>
                <a:lnTo>
                  <a:pt x="2333" y="4366"/>
                </a:lnTo>
                <a:lnTo>
                  <a:pt x="2483" y="4259"/>
                </a:lnTo>
                <a:lnTo>
                  <a:pt x="2633" y="4152"/>
                </a:lnTo>
                <a:lnTo>
                  <a:pt x="2782" y="4066"/>
                </a:lnTo>
                <a:lnTo>
                  <a:pt x="2953" y="4002"/>
                </a:lnTo>
                <a:lnTo>
                  <a:pt x="3103" y="3938"/>
                </a:lnTo>
                <a:lnTo>
                  <a:pt x="3274" y="3916"/>
                </a:lnTo>
                <a:lnTo>
                  <a:pt x="3446" y="3916"/>
                </a:lnTo>
                <a:lnTo>
                  <a:pt x="3595" y="3959"/>
                </a:lnTo>
                <a:lnTo>
                  <a:pt x="3745" y="4023"/>
                </a:lnTo>
                <a:lnTo>
                  <a:pt x="3895" y="4130"/>
                </a:lnTo>
                <a:lnTo>
                  <a:pt x="4045" y="4259"/>
                </a:lnTo>
                <a:lnTo>
                  <a:pt x="4045" y="4259"/>
                </a:lnTo>
                <a:lnTo>
                  <a:pt x="4152" y="4408"/>
                </a:lnTo>
                <a:lnTo>
                  <a:pt x="4259" y="4580"/>
                </a:lnTo>
                <a:lnTo>
                  <a:pt x="4323" y="4751"/>
                </a:lnTo>
                <a:lnTo>
                  <a:pt x="4387" y="4943"/>
                </a:lnTo>
                <a:lnTo>
                  <a:pt x="4430" y="5115"/>
                </a:lnTo>
                <a:lnTo>
                  <a:pt x="4473" y="5307"/>
                </a:lnTo>
                <a:lnTo>
                  <a:pt x="4473" y="5500"/>
                </a:lnTo>
                <a:lnTo>
                  <a:pt x="4473" y="5692"/>
                </a:lnTo>
                <a:lnTo>
                  <a:pt x="4473" y="5692"/>
                </a:lnTo>
                <a:close/>
                <a:moveTo>
                  <a:pt x="4836" y="4088"/>
                </a:moveTo>
                <a:lnTo>
                  <a:pt x="4836" y="4088"/>
                </a:lnTo>
                <a:lnTo>
                  <a:pt x="4900" y="4088"/>
                </a:lnTo>
                <a:lnTo>
                  <a:pt x="4922" y="4109"/>
                </a:lnTo>
                <a:lnTo>
                  <a:pt x="4943" y="4152"/>
                </a:lnTo>
                <a:lnTo>
                  <a:pt x="4965" y="4216"/>
                </a:lnTo>
                <a:lnTo>
                  <a:pt x="4965" y="4216"/>
                </a:lnTo>
                <a:lnTo>
                  <a:pt x="4900" y="4216"/>
                </a:lnTo>
                <a:lnTo>
                  <a:pt x="4858" y="4195"/>
                </a:lnTo>
                <a:lnTo>
                  <a:pt x="4836" y="4152"/>
                </a:lnTo>
                <a:lnTo>
                  <a:pt x="4836" y="4088"/>
                </a:lnTo>
                <a:lnTo>
                  <a:pt x="4836" y="4088"/>
                </a:lnTo>
                <a:close/>
                <a:moveTo>
                  <a:pt x="4965" y="5435"/>
                </a:moveTo>
                <a:lnTo>
                  <a:pt x="4965" y="5435"/>
                </a:lnTo>
                <a:lnTo>
                  <a:pt x="5007" y="5435"/>
                </a:lnTo>
                <a:lnTo>
                  <a:pt x="5029" y="5457"/>
                </a:lnTo>
                <a:lnTo>
                  <a:pt x="5093" y="5521"/>
                </a:lnTo>
                <a:lnTo>
                  <a:pt x="5093" y="5607"/>
                </a:lnTo>
                <a:lnTo>
                  <a:pt x="5093" y="5628"/>
                </a:lnTo>
                <a:lnTo>
                  <a:pt x="5072" y="5649"/>
                </a:lnTo>
                <a:lnTo>
                  <a:pt x="5072" y="5649"/>
                </a:lnTo>
                <a:lnTo>
                  <a:pt x="5029" y="5671"/>
                </a:lnTo>
                <a:lnTo>
                  <a:pt x="4986" y="5649"/>
                </a:lnTo>
                <a:lnTo>
                  <a:pt x="4922" y="5585"/>
                </a:lnTo>
                <a:lnTo>
                  <a:pt x="4922" y="5542"/>
                </a:lnTo>
                <a:lnTo>
                  <a:pt x="4900" y="5500"/>
                </a:lnTo>
                <a:lnTo>
                  <a:pt x="4922" y="5457"/>
                </a:lnTo>
                <a:lnTo>
                  <a:pt x="4965" y="5435"/>
                </a:lnTo>
                <a:lnTo>
                  <a:pt x="4965" y="5435"/>
                </a:lnTo>
                <a:close/>
                <a:moveTo>
                  <a:pt x="5114" y="6077"/>
                </a:moveTo>
                <a:lnTo>
                  <a:pt x="5114" y="6077"/>
                </a:lnTo>
                <a:lnTo>
                  <a:pt x="5093" y="6077"/>
                </a:lnTo>
                <a:lnTo>
                  <a:pt x="5072" y="6077"/>
                </a:lnTo>
                <a:lnTo>
                  <a:pt x="5007" y="6035"/>
                </a:lnTo>
                <a:lnTo>
                  <a:pt x="4986" y="5970"/>
                </a:lnTo>
                <a:lnTo>
                  <a:pt x="5007" y="5906"/>
                </a:lnTo>
                <a:lnTo>
                  <a:pt x="5007" y="5906"/>
                </a:lnTo>
                <a:lnTo>
                  <a:pt x="5029" y="5885"/>
                </a:lnTo>
                <a:lnTo>
                  <a:pt x="5072" y="5885"/>
                </a:lnTo>
                <a:lnTo>
                  <a:pt x="5114" y="5949"/>
                </a:lnTo>
                <a:lnTo>
                  <a:pt x="5157" y="6013"/>
                </a:lnTo>
                <a:lnTo>
                  <a:pt x="5136" y="6056"/>
                </a:lnTo>
                <a:lnTo>
                  <a:pt x="5114" y="6077"/>
                </a:lnTo>
                <a:lnTo>
                  <a:pt x="5114" y="6077"/>
                </a:lnTo>
                <a:close/>
                <a:moveTo>
                  <a:pt x="5007" y="4836"/>
                </a:moveTo>
                <a:lnTo>
                  <a:pt x="5007" y="4836"/>
                </a:lnTo>
                <a:lnTo>
                  <a:pt x="4986" y="4815"/>
                </a:lnTo>
                <a:lnTo>
                  <a:pt x="4965" y="4794"/>
                </a:lnTo>
                <a:lnTo>
                  <a:pt x="5007" y="4729"/>
                </a:lnTo>
                <a:lnTo>
                  <a:pt x="5050" y="4687"/>
                </a:lnTo>
                <a:lnTo>
                  <a:pt x="5093" y="4665"/>
                </a:lnTo>
                <a:lnTo>
                  <a:pt x="5136" y="4687"/>
                </a:lnTo>
                <a:lnTo>
                  <a:pt x="5136" y="4687"/>
                </a:lnTo>
                <a:lnTo>
                  <a:pt x="5157" y="4708"/>
                </a:lnTo>
                <a:lnTo>
                  <a:pt x="5157" y="4729"/>
                </a:lnTo>
                <a:lnTo>
                  <a:pt x="5136" y="4794"/>
                </a:lnTo>
                <a:lnTo>
                  <a:pt x="5072" y="4858"/>
                </a:lnTo>
                <a:lnTo>
                  <a:pt x="5050" y="4858"/>
                </a:lnTo>
                <a:lnTo>
                  <a:pt x="5007" y="4836"/>
                </a:lnTo>
                <a:lnTo>
                  <a:pt x="5007" y="4836"/>
                </a:lnTo>
                <a:close/>
                <a:moveTo>
                  <a:pt x="5307" y="6527"/>
                </a:moveTo>
                <a:lnTo>
                  <a:pt x="5307" y="6527"/>
                </a:lnTo>
                <a:lnTo>
                  <a:pt x="5286" y="6569"/>
                </a:lnTo>
                <a:lnTo>
                  <a:pt x="5264" y="6591"/>
                </a:lnTo>
                <a:lnTo>
                  <a:pt x="5243" y="6612"/>
                </a:lnTo>
                <a:lnTo>
                  <a:pt x="5221" y="6591"/>
                </a:lnTo>
                <a:lnTo>
                  <a:pt x="5179" y="6548"/>
                </a:lnTo>
                <a:lnTo>
                  <a:pt x="5200" y="6505"/>
                </a:lnTo>
                <a:lnTo>
                  <a:pt x="5200" y="6462"/>
                </a:lnTo>
                <a:lnTo>
                  <a:pt x="5200" y="6462"/>
                </a:lnTo>
                <a:lnTo>
                  <a:pt x="5243" y="6420"/>
                </a:lnTo>
                <a:lnTo>
                  <a:pt x="5286" y="6420"/>
                </a:lnTo>
                <a:lnTo>
                  <a:pt x="5307" y="6462"/>
                </a:lnTo>
                <a:lnTo>
                  <a:pt x="5307" y="6527"/>
                </a:lnTo>
                <a:lnTo>
                  <a:pt x="5307" y="6527"/>
                </a:lnTo>
                <a:close/>
                <a:moveTo>
                  <a:pt x="3403" y="5842"/>
                </a:moveTo>
                <a:lnTo>
                  <a:pt x="3403" y="5842"/>
                </a:lnTo>
                <a:lnTo>
                  <a:pt x="3446" y="5906"/>
                </a:lnTo>
                <a:lnTo>
                  <a:pt x="3488" y="5949"/>
                </a:lnTo>
                <a:lnTo>
                  <a:pt x="3553" y="5970"/>
                </a:lnTo>
                <a:lnTo>
                  <a:pt x="3617" y="5992"/>
                </a:lnTo>
                <a:lnTo>
                  <a:pt x="3681" y="5970"/>
                </a:lnTo>
                <a:lnTo>
                  <a:pt x="3745" y="5949"/>
                </a:lnTo>
                <a:lnTo>
                  <a:pt x="3895" y="5885"/>
                </a:lnTo>
                <a:lnTo>
                  <a:pt x="4002" y="5756"/>
                </a:lnTo>
                <a:lnTo>
                  <a:pt x="4087" y="5628"/>
                </a:lnTo>
                <a:lnTo>
                  <a:pt x="4109" y="5542"/>
                </a:lnTo>
                <a:lnTo>
                  <a:pt x="4130" y="5478"/>
                </a:lnTo>
                <a:lnTo>
                  <a:pt x="4109" y="5393"/>
                </a:lnTo>
                <a:lnTo>
                  <a:pt x="4087" y="5328"/>
                </a:lnTo>
                <a:lnTo>
                  <a:pt x="4087" y="5328"/>
                </a:lnTo>
                <a:lnTo>
                  <a:pt x="4045" y="5264"/>
                </a:lnTo>
                <a:lnTo>
                  <a:pt x="4002" y="5243"/>
                </a:lnTo>
                <a:lnTo>
                  <a:pt x="3938" y="5222"/>
                </a:lnTo>
                <a:lnTo>
                  <a:pt x="3873" y="5222"/>
                </a:lnTo>
                <a:lnTo>
                  <a:pt x="3745" y="5243"/>
                </a:lnTo>
                <a:lnTo>
                  <a:pt x="3617" y="5328"/>
                </a:lnTo>
                <a:lnTo>
                  <a:pt x="3510" y="5435"/>
                </a:lnTo>
                <a:lnTo>
                  <a:pt x="3424" y="5564"/>
                </a:lnTo>
                <a:lnTo>
                  <a:pt x="3381" y="5714"/>
                </a:lnTo>
                <a:lnTo>
                  <a:pt x="3381" y="5778"/>
                </a:lnTo>
                <a:lnTo>
                  <a:pt x="3403" y="5842"/>
                </a:lnTo>
                <a:lnTo>
                  <a:pt x="3403" y="5842"/>
                </a:lnTo>
                <a:close/>
                <a:moveTo>
                  <a:pt x="2889" y="5949"/>
                </a:moveTo>
                <a:lnTo>
                  <a:pt x="2889" y="5949"/>
                </a:lnTo>
                <a:lnTo>
                  <a:pt x="2932" y="5885"/>
                </a:lnTo>
                <a:lnTo>
                  <a:pt x="2953" y="5799"/>
                </a:lnTo>
                <a:lnTo>
                  <a:pt x="2953" y="5735"/>
                </a:lnTo>
                <a:lnTo>
                  <a:pt x="2932" y="5649"/>
                </a:lnTo>
                <a:lnTo>
                  <a:pt x="2889" y="5585"/>
                </a:lnTo>
                <a:lnTo>
                  <a:pt x="2846" y="5500"/>
                </a:lnTo>
                <a:lnTo>
                  <a:pt x="2718" y="5371"/>
                </a:lnTo>
                <a:lnTo>
                  <a:pt x="2568" y="5286"/>
                </a:lnTo>
                <a:lnTo>
                  <a:pt x="2504" y="5243"/>
                </a:lnTo>
                <a:lnTo>
                  <a:pt x="2419" y="5243"/>
                </a:lnTo>
                <a:lnTo>
                  <a:pt x="2354" y="5243"/>
                </a:lnTo>
                <a:lnTo>
                  <a:pt x="2269" y="5264"/>
                </a:lnTo>
                <a:lnTo>
                  <a:pt x="2226" y="5307"/>
                </a:lnTo>
                <a:lnTo>
                  <a:pt x="2162" y="5371"/>
                </a:lnTo>
                <a:lnTo>
                  <a:pt x="2162" y="5371"/>
                </a:lnTo>
                <a:lnTo>
                  <a:pt x="2140" y="5435"/>
                </a:lnTo>
                <a:lnTo>
                  <a:pt x="2140" y="5500"/>
                </a:lnTo>
                <a:lnTo>
                  <a:pt x="2140" y="5564"/>
                </a:lnTo>
                <a:lnTo>
                  <a:pt x="2162" y="5649"/>
                </a:lnTo>
                <a:lnTo>
                  <a:pt x="2247" y="5778"/>
                </a:lnTo>
                <a:lnTo>
                  <a:pt x="2376" y="5906"/>
                </a:lnTo>
                <a:lnTo>
                  <a:pt x="2504" y="5992"/>
                </a:lnTo>
                <a:lnTo>
                  <a:pt x="2654" y="6056"/>
                </a:lnTo>
                <a:lnTo>
                  <a:pt x="2718" y="6056"/>
                </a:lnTo>
                <a:lnTo>
                  <a:pt x="2782" y="6035"/>
                </a:lnTo>
                <a:lnTo>
                  <a:pt x="2846" y="6013"/>
                </a:lnTo>
                <a:lnTo>
                  <a:pt x="2889" y="5949"/>
                </a:lnTo>
                <a:lnTo>
                  <a:pt x="2889" y="5949"/>
                </a:lnTo>
                <a:close/>
                <a:moveTo>
                  <a:pt x="3189" y="6291"/>
                </a:moveTo>
                <a:lnTo>
                  <a:pt x="3189" y="6291"/>
                </a:lnTo>
                <a:lnTo>
                  <a:pt x="3125" y="6291"/>
                </a:lnTo>
                <a:lnTo>
                  <a:pt x="3082" y="6313"/>
                </a:lnTo>
                <a:lnTo>
                  <a:pt x="2996" y="6398"/>
                </a:lnTo>
                <a:lnTo>
                  <a:pt x="2932" y="6527"/>
                </a:lnTo>
                <a:lnTo>
                  <a:pt x="2911" y="6634"/>
                </a:lnTo>
                <a:lnTo>
                  <a:pt x="2911" y="6634"/>
                </a:lnTo>
                <a:lnTo>
                  <a:pt x="2932" y="6719"/>
                </a:lnTo>
                <a:lnTo>
                  <a:pt x="2996" y="6783"/>
                </a:lnTo>
                <a:lnTo>
                  <a:pt x="3082" y="6805"/>
                </a:lnTo>
                <a:lnTo>
                  <a:pt x="3167" y="6826"/>
                </a:lnTo>
                <a:lnTo>
                  <a:pt x="3253" y="6826"/>
                </a:lnTo>
                <a:lnTo>
                  <a:pt x="3317" y="6783"/>
                </a:lnTo>
                <a:lnTo>
                  <a:pt x="3360" y="6719"/>
                </a:lnTo>
                <a:lnTo>
                  <a:pt x="3339" y="6655"/>
                </a:lnTo>
                <a:lnTo>
                  <a:pt x="3339" y="6655"/>
                </a:lnTo>
                <a:lnTo>
                  <a:pt x="3274" y="6441"/>
                </a:lnTo>
                <a:lnTo>
                  <a:pt x="3232" y="6334"/>
                </a:lnTo>
                <a:lnTo>
                  <a:pt x="3210" y="6313"/>
                </a:lnTo>
                <a:lnTo>
                  <a:pt x="3189" y="6291"/>
                </a:lnTo>
                <a:lnTo>
                  <a:pt x="3189" y="6291"/>
                </a:lnTo>
                <a:close/>
                <a:moveTo>
                  <a:pt x="3424" y="7104"/>
                </a:moveTo>
                <a:lnTo>
                  <a:pt x="3424" y="7104"/>
                </a:lnTo>
                <a:lnTo>
                  <a:pt x="3381" y="7126"/>
                </a:lnTo>
                <a:lnTo>
                  <a:pt x="3360" y="7169"/>
                </a:lnTo>
                <a:lnTo>
                  <a:pt x="3360" y="7233"/>
                </a:lnTo>
                <a:lnTo>
                  <a:pt x="3360" y="7297"/>
                </a:lnTo>
                <a:lnTo>
                  <a:pt x="3381" y="7340"/>
                </a:lnTo>
                <a:lnTo>
                  <a:pt x="3403" y="7382"/>
                </a:lnTo>
                <a:lnTo>
                  <a:pt x="3446" y="7404"/>
                </a:lnTo>
                <a:lnTo>
                  <a:pt x="3510" y="7382"/>
                </a:lnTo>
                <a:lnTo>
                  <a:pt x="3510" y="7382"/>
                </a:lnTo>
                <a:lnTo>
                  <a:pt x="3531" y="7361"/>
                </a:lnTo>
                <a:lnTo>
                  <a:pt x="3553" y="7318"/>
                </a:lnTo>
                <a:lnTo>
                  <a:pt x="3553" y="7211"/>
                </a:lnTo>
                <a:lnTo>
                  <a:pt x="3531" y="7147"/>
                </a:lnTo>
                <a:lnTo>
                  <a:pt x="3510" y="7126"/>
                </a:lnTo>
                <a:lnTo>
                  <a:pt x="3467" y="7104"/>
                </a:lnTo>
                <a:lnTo>
                  <a:pt x="3424" y="7104"/>
                </a:lnTo>
                <a:lnTo>
                  <a:pt x="3424" y="7104"/>
                </a:lnTo>
                <a:close/>
                <a:moveTo>
                  <a:pt x="2911" y="7404"/>
                </a:moveTo>
                <a:lnTo>
                  <a:pt x="2911" y="7404"/>
                </a:lnTo>
                <a:lnTo>
                  <a:pt x="2932" y="7340"/>
                </a:lnTo>
                <a:lnTo>
                  <a:pt x="2932" y="7254"/>
                </a:lnTo>
                <a:lnTo>
                  <a:pt x="2911" y="7104"/>
                </a:lnTo>
                <a:lnTo>
                  <a:pt x="2911" y="7104"/>
                </a:lnTo>
                <a:lnTo>
                  <a:pt x="2825" y="7104"/>
                </a:lnTo>
                <a:lnTo>
                  <a:pt x="2782" y="7126"/>
                </a:lnTo>
                <a:lnTo>
                  <a:pt x="2740" y="7190"/>
                </a:lnTo>
                <a:lnTo>
                  <a:pt x="2740" y="7254"/>
                </a:lnTo>
                <a:lnTo>
                  <a:pt x="2740" y="7318"/>
                </a:lnTo>
                <a:lnTo>
                  <a:pt x="2782" y="7382"/>
                </a:lnTo>
                <a:lnTo>
                  <a:pt x="2846" y="7404"/>
                </a:lnTo>
                <a:lnTo>
                  <a:pt x="2911" y="7404"/>
                </a:lnTo>
                <a:lnTo>
                  <a:pt x="2911" y="7404"/>
                </a:lnTo>
                <a:close/>
                <a:moveTo>
                  <a:pt x="3103" y="7126"/>
                </a:moveTo>
                <a:lnTo>
                  <a:pt x="3103" y="7126"/>
                </a:lnTo>
                <a:lnTo>
                  <a:pt x="3082" y="7169"/>
                </a:lnTo>
                <a:lnTo>
                  <a:pt x="3060" y="7211"/>
                </a:lnTo>
                <a:lnTo>
                  <a:pt x="3060" y="7318"/>
                </a:lnTo>
                <a:lnTo>
                  <a:pt x="3082" y="7361"/>
                </a:lnTo>
                <a:lnTo>
                  <a:pt x="3125" y="7382"/>
                </a:lnTo>
                <a:lnTo>
                  <a:pt x="3167" y="7382"/>
                </a:lnTo>
                <a:lnTo>
                  <a:pt x="3210" y="7361"/>
                </a:lnTo>
                <a:lnTo>
                  <a:pt x="3210" y="7361"/>
                </a:lnTo>
                <a:lnTo>
                  <a:pt x="3232" y="7318"/>
                </a:lnTo>
                <a:lnTo>
                  <a:pt x="3232" y="7275"/>
                </a:lnTo>
                <a:lnTo>
                  <a:pt x="3232" y="7169"/>
                </a:lnTo>
                <a:lnTo>
                  <a:pt x="3210" y="7126"/>
                </a:lnTo>
                <a:lnTo>
                  <a:pt x="3189" y="7104"/>
                </a:lnTo>
                <a:lnTo>
                  <a:pt x="3146" y="7104"/>
                </a:lnTo>
                <a:lnTo>
                  <a:pt x="3103" y="7126"/>
                </a:lnTo>
                <a:lnTo>
                  <a:pt x="3103" y="7126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5"/>
          <p:cNvSpPr/>
          <p:nvPr/>
        </p:nvSpPr>
        <p:spPr>
          <a:xfrm>
            <a:off x="5952621" y="1208321"/>
            <a:ext cx="430211" cy="325906"/>
          </a:xfrm>
          <a:custGeom>
            <a:rect b="b" l="l" r="r" t="t"/>
            <a:pathLst>
              <a:path extrusionOk="0" h="8731" w="9907">
                <a:moveTo>
                  <a:pt x="9843" y="7960"/>
                </a:moveTo>
                <a:lnTo>
                  <a:pt x="9843" y="7960"/>
                </a:lnTo>
                <a:lnTo>
                  <a:pt x="9757" y="7939"/>
                </a:lnTo>
                <a:lnTo>
                  <a:pt x="9672" y="7939"/>
                </a:lnTo>
                <a:lnTo>
                  <a:pt x="9543" y="7982"/>
                </a:lnTo>
                <a:lnTo>
                  <a:pt x="9436" y="8024"/>
                </a:lnTo>
                <a:lnTo>
                  <a:pt x="9201" y="8153"/>
                </a:lnTo>
                <a:lnTo>
                  <a:pt x="9030" y="8238"/>
                </a:lnTo>
                <a:lnTo>
                  <a:pt x="9030" y="8238"/>
                </a:lnTo>
                <a:lnTo>
                  <a:pt x="9094" y="8046"/>
                </a:lnTo>
                <a:lnTo>
                  <a:pt x="9201" y="7810"/>
                </a:lnTo>
                <a:lnTo>
                  <a:pt x="9222" y="7703"/>
                </a:lnTo>
                <a:lnTo>
                  <a:pt x="9244" y="7596"/>
                </a:lnTo>
                <a:lnTo>
                  <a:pt x="9222" y="7511"/>
                </a:lnTo>
                <a:lnTo>
                  <a:pt x="9201" y="7468"/>
                </a:lnTo>
                <a:lnTo>
                  <a:pt x="9158" y="7447"/>
                </a:lnTo>
                <a:lnTo>
                  <a:pt x="9158" y="7447"/>
                </a:lnTo>
                <a:lnTo>
                  <a:pt x="9051" y="7425"/>
                </a:lnTo>
                <a:lnTo>
                  <a:pt x="8966" y="7447"/>
                </a:lnTo>
                <a:lnTo>
                  <a:pt x="8859" y="7511"/>
                </a:lnTo>
                <a:lnTo>
                  <a:pt x="8730" y="7596"/>
                </a:lnTo>
                <a:lnTo>
                  <a:pt x="8538" y="7746"/>
                </a:lnTo>
                <a:lnTo>
                  <a:pt x="8431" y="7810"/>
                </a:lnTo>
                <a:lnTo>
                  <a:pt x="8345" y="7853"/>
                </a:lnTo>
                <a:lnTo>
                  <a:pt x="8345" y="7853"/>
                </a:lnTo>
                <a:lnTo>
                  <a:pt x="8302" y="7853"/>
                </a:lnTo>
                <a:lnTo>
                  <a:pt x="8302" y="7853"/>
                </a:lnTo>
                <a:lnTo>
                  <a:pt x="8302" y="7768"/>
                </a:lnTo>
                <a:lnTo>
                  <a:pt x="8345" y="7661"/>
                </a:lnTo>
                <a:lnTo>
                  <a:pt x="8431" y="7468"/>
                </a:lnTo>
                <a:lnTo>
                  <a:pt x="8431" y="7468"/>
                </a:lnTo>
                <a:lnTo>
                  <a:pt x="8538" y="7190"/>
                </a:lnTo>
                <a:lnTo>
                  <a:pt x="8623" y="6890"/>
                </a:lnTo>
                <a:lnTo>
                  <a:pt x="8623" y="6890"/>
                </a:lnTo>
                <a:lnTo>
                  <a:pt x="8730" y="6291"/>
                </a:lnTo>
                <a:lnTo>
                  <a:pt x="8859" y="5692"/>
                </a:lnTo>
                <a:lnTo>
                  <a:pt x="8859" y="5692"/>
                </a:lnTo>
                <a:lnTo>
                  <a:pt x="8987" y="5072"/>
                </a:lnTo>
                <a:lnTo>
                  <a:pt x="9137" y="4473"/>
                </a:lnTo>
                <a:lnTo>
                  <a:pt x="9179" y="4152"/>
                </a:lnTo>
                <a:lnTo>
                  <a:pt x="9244" y="3852"/>
                </a:lnTo>
                <a:lnTo>
                  <a:pt x="9265" y="3531"/>
                </a:lnTo>
                <a:lnTo>
                  <a:pt x="9286" y="3210"/>
                </a:lnTo>
                <a:lnTo>
                  <a:pt x="9286" y="3210"/>
                </a:lnTo>
                <a:lnTo>
                  <a:pt x="9265" y="2932"/>
                </a:lnTo>
                <a:lnTo>
                  <a:pt x="9222" y="2654"/>
                </a:lnTo>
                <a:lnTo>
                  <a:pt x="9179" y="2376"/>
                </a:lnTo>
                <a:lnTo>
                  <a:pt x="9158" y="2098"/>
                </a:lnTo>
                <a:lnTo>
                  <a:pt x="9158" y="2098"/>
                </a:lnTo>
                <a:lnTo>
                  <a:pt x="9158" y="1884"/>
                </a:lnTo>
                <a:lnTo>
                  <a:pt x="9158" y="1648"/>
                </a:lnTo>
                <a:lnTo>
                  <a:pt x="9137" y="1541"/>
                </a:lnTo>
                <a:lnTo>
                  <a:pt x="9115" y="1434"/>
                </a:lnTo>
                <a:lnTo>
                  <a:pt x="9072" y="1327"/>
                </a:lnTo>
                <a:lnTo>
                  <a:pt x="9008" y="1220"/>
                </a:lnTo>
                <a:lnTo>
                  <a:pt x="9008" y="1220"/>
                </a:lnTo>
                <a:lnTo>
                  <a:pt x="8859" y="1028"/>
                </a:lnTo>
                <a:lnTo>
                  <a:pt x="8709" y="835"/>
                </a:lnTo>
                <a:lnTo>
                  <a:pt x="8538" y="664"/>
                </a:lnTo>
                <a:lnTo>
                  <a:pt x="8366" y="493"/>
                </a:lnTo>
                <a:lnTo>
                  <a:pt x="8174" y="365"/>
                </a:lnTo>
                <a:lnTo>
                  <a:pt x="7981" y="236"/>
                </a:lnTo>
                <a:lnTo>
                  <a:pt x="7746" y="151"/>
                </a:lnTo>
                <a:lnTo>
                  <a:pt x="7511" y="86"/>
                </a:lnTo>
                <a:lnTo>
                  <a:pt x="7511" y="86"/>
                </a:lnTo>
                <a:lnTo>
                  <a:pt x="7254" y="44"/>
                </a:lnTo>
                <a:lnTo>
                  <a:pt x="6976" y="1"/>
                </a:lnTo>
                <a:lnTo>
                  <a:pt x="6698" y="1"/>
                </a:lnTo>
                <a:lnTo>
                  <a:pt x="6419" y="1"/>
                </a:lnTo>
                <a:lnTo>
                  <a:pt x="5842" y="22"/>
                </a:lnTo>
                <a:lnTo>
                  <a:pt x="5307" y="65"/>
                </a:lnTo>
                <a:lnTo>
                  <a:pt x="5307" y="65"/>
                </a:lnTo>
                <a:lnTo>
                  <a:pt x="4793" y="129"/>
                </a:lnTo>
                <a:lnTo>
                  <a:pt x="4258" y="215"/>
                </a:lnTo>
                <a:lnTo>
                  <a:pt x="4002" y="279"/>
                </a:lnTo>
                <a:lnTo>
                  <a:pt x="3745" y="343"/>
                </a:lnTo>
                <a:lnTo>
                  <a:pt x="3510" y="450"/>
                </a:lnTo>
                <a:lnTo>
                  <a:pt x="3296" y="557"/>
                </a:lnTo>
                <a:lnTo>
                  <a:pt x="3296" y="557"/>
                </a:lnTo>
                <a:lnTo>
                  <a:pt x="3103" y="707"/>
                </a:lnTo>
                <a:lnTo>
                  <a:pt x="2911" y="857"/>
                </a:lnTo>
                <a:lnTo>
                  <a:pt x="2761" y="1049"/>
                </a:lnTo>
                <a:lnTo>
                  <a:pt x="2654" y="1242"/>
                </a:lnTo>
                <a:lnTo>
                  <a:pt x="2525" y="1434"/>
                </a:lnTo>
                <a:lnTo>
                  <a:pt x="2440" y="1670"/>
                </a:lnTo>
                <a:lnTo>
                  <a:pt x="2376" y="1884"/>
                </a:lnTo>
                <a:lnTo>
                  <a:pt x="2311" y="2119"/>
                </a:lnTo>
                <a:lnTo>
                  <a:pt x="2204" y="2611"/>
                </a:lnTo>
                <a:lnTo>
                  <a:pt x="2140" y="3082"/>
                </a:lnTo>
                <a:lnTo>
                  <a:pt x="2076" y="3574"/>
                </a:lnTo>
                <a:lnTo>
                  <a:pt x="2033" y="4002"/>
                </a:lnTo>
                <a:lnTo>
                  <a:pt x="2033" y="4002"/>
                </a:lnTo>
                <a:lnTo>
                  <a:pt x="1862" y="5072"/>
                </a:lnTo>
                <a:lnTo>
                  <a:pt x="1798" y="5607"/>
                </a:lnTo>
                <a:lnTo>
                  <a:pt x="1691" y="6141"/>
                </a:lnTo>
                <a:lnTo>
                  <a:pt x="1691" y="6141"/>
                </a:lnTo>
                <a:lnTo>
                  <a:pt x="1563" y="6676"/>
                </a:lnTo>
                <a:lnTo>
                  <a:pt x="1498" y="6955"/>
                </a:lnTo>
                <a:lnTo>
                  <a:pt x="1456" y="7233"/>
                </a:lnTo>
                <a:lnTo>
                  <a:pt x="1456" y="7233"/>
                </a:lnTo>
                <a:lnTo>
                  <a:pt x="1456" y="7575"/>
                </a:lnTo>
                <a:lnTo>
                  <a:pt x="1434" y="7768"/>
                </a:lnTo>
                <a:lnTo>
                  <a:pt x="1413" y="7832"/>
                </a:lnTo>
                <a:lnTo>
                  <a:pt x="1391" y="7853"/>
                </a:lnTo>
                <a:lnTo>
                  <a:pt x="1391" y="7853"/>
                </a:lnTo>
                <a:lnTo>
                  <a:pt x="1349" y="7789"/>
                </a:lnTo>
                <a:lnTo>
                  <a:pt x="1327" y="7703"/>
                </a:lnTo>
                <a:lnTo>
                  <a:pt x="1306" y="7511"/>
                </a:lnTo>
                <a:lnTo>
                  <a:pt x="1284" y="7318"/>
                </a:lnTo>
                <a:lnTo>
                  <a:pt x="1242" y="7233"/>
                </a:lnTo>
                <a:lnTo>
                  <a:pt x="1177" y="7168"/>
                </a:lnTo>
                <a:lnTo>
                  <a:pt x="1177" y="7168"/>
                </a:lnTo>
                <a:lnTo>
                  <a:pt x="1135" y="7147"/>
                </a:lnTo>
                <a:lnTo>
                  <a:pt x="1092" y="7126"/>
                </a:lnTo>
                <a:lnTo>
                  <a:pt x="1049" y="7147"/>
                </a:lnTo>
                <a:lnTo>
                  <a:pt x="1028" y="7168"/>
                </a:lnTo>
                <a:lnTo>
                  <a:pt x="964" y="7233"/>
                </a:lnTo>
                <a:lnTo>
                  <a:pt x="942" y="7340"/>
                </a:lnTo>
                <a:lnTo>
                  <a:pt x="878" y="7575"/>
                </a:lnTo>
                <a:lnTo>
                  <a:pt x="857" y="7682"/>
                </a:lnTo>
                <a:lnTo>
                  <a:pt x="814" y="7746"/>
                </a:lnTo>
                <a:lnTo>
                  <a:pt x="814" y="7746"/>
                </a:lnTo>
                <a:lnTo>
                  <a:pt x="771" y="7511"/>
                </a:lnTo>
                <a:lnTo>
                  <a:pt x="664" y="7168"/>
                </a:lnTo>
                <a:lnTo>
                  <a:pt x="600" y="7019"/>
                </a:lnTo>
                <a:lnTo>
                  <a:pt x="536" y="6912"/>
                </a:lnTo>
                <a:lnTo>
                  <a:pt x="471" y="6869"/>
                </a:lnTo>
                <a:lnTo>
                  <a:pt x="429" y="6848"/>
                </a:lnTo>
                <a:lnTo>
                  <a:pt x="386" y="6848"/>
                </a:lnTo>
                <a:lnTo>
                  <a:pt x="343" y="6869"/>
                </a:lnTo>
                <a:lnTo>
                  <a:pt x="343" y="6869"/>
                </a:lnTo>
                <a:lnTo>
                  <a:pt x="300" y="6912"/>
                </a:lnTo>
                <a:lnTo>
                  <a:pt x="279" y="6955"/>
                </a:lnTo>
                <a:lnTo>
                  <a:pt x="236" y="7104"/>
                </a:lnTo>
                <a:lnTo>
                  <a:pt x="193" y="7361"/>
                </a:lnTo>
                <a:lnTo>
                  <a:pt x="193" y="7361"/>
                </a:lnTo>
                <a:lnTo>
                  <a:pt x="129" y="7639"/>
                </a:lnTo>
                <a:lnTo>
                  <a:pt x="65" y="7939"/>
                </a:lnTo>
                <a:lnTo>
                  <a:pt x="65" y="7939"/>
                </a:lnTo>
                <a:lnTo>
                  <a:pt x="43" y="8067"/>
                </a:lnTo>
                <a:lnTo>
                  <a:pt x="1" y="8238"/>
                </a:lnTo>
                <a:lnTo>
                  <a:pt x="1" y="8302"/>
                </a:lnTo>
                <a:lnTo>
                  <a:pt x="1" y="8367"/>
                </a:lnTo>
                <a:lnTo>
                  <a:pt x="43" y="8409"/>
                </a:lnTo>
                <a:lnTo>
                  <a:pt x="86" y="8431"/>
                </a:lnTo>
                <a:lnTo>
                  <a:pt x="86" y="8431"/>
                </a:lnTo>
                <a:lnTo>
                  <a:pt x="129" y="8409"/>
                </a:lnTo>
                <a:lnTo>
                  <a:pt x="172" y="8388"/>
                </a:lnTo>
                <a:lnTo>
                  <a:pt x="215" y="8324"/>
                </a:lnTo>
                <a:lnTo>
                  <a:pt x="279" y="8174"/>
                </a:lnTo>
                <a:lnTo>
                  <a:pt x="279" y="8174"/>
                </a:lnTo>
                <a:lnTo>
                  <a:pt x="322" y="7960"/>
                </a:lnTo>
                <a:lnTo>
                  <a:pt x="364" y="7725"/>
                </a:lnTo>
                <a:lnTo>
                  <a:pt x="407" y="7511"/>
                </a:lnTo>
                <a:lnTo>
                  <a:pt x="429" y="7425"/>
                </a:lnTo>
                <a:lnTo>
                  <a:pt x="471" y="7318"/>
                </a:lnTo>
                <a:lnTo>
                  <a:pt x="471" y="7318"/>
                </a:lnTo>
                <a:lnTo>
                  <a:pt x="514" y="7511"/>
                </a:lnTo>
                <a:lnTo>
                  <a:pt x="557" y="7682"/>
                </a:lnTo>
                <a:lnTo>
                  <a:pt x="664" y="8024"/>
                </a:lnTo>
                <a:lnTo>
                  <a:pt x="664" y="8024"/>
                </a:lnTo>
                <a:lnTo>
                  <a:pt x="664" y="8195"/>
                </a:lnTo>
                <a:lnTo>
                  <a:pt x="685" y="8281"/>
                </a:lnTo>
                <a:lnTo>
                  <a:pt x="707" y="8367"/>
                </a:lnTo>
                <a:lnTo>
                  <a:pt x="707" y="8367"/>
                </a:lnTo>
                <a:lnTo>
                  <a:pt x="750" y="8431"/>
                </a:lnTo>
                <a:lnTo>
                  <a:pt x="792" y="8452"/>
                </a:lnTo>
                <a:lnTo>
                  <a:pt x="814" y="8474"/>
                </a:lnTo>
                <a:lnTo>
                  <a:pt x="857" y="8452"/>
                </a:lnTo>
                <a:lnTo>
                  <a:pt x="921" y="8388"/>
                </a:lnTo>
                <a:lnTo>
                  <a:pt x="964" y="8281"/>
                </a:lnTo>
                <a:lnTo>
                  <a:pt x="1049" y="8024"/>
                </a:lnTo>
                <a:lnTo>
                  <a:pt x="1092" y="7832"/>
                </a:lnTo>
                <a:lnTo>
                  <a:pt x="1092" y="7832"/>
                </a:lnTo>
                <a:lnTo>
                  <a:pt x="1113" y="7939"/>
                </a:lnTo>
                <a:lnTo>
                  <a:pt x="1156" y="8110"/>
                </a:lnTo>
                <a:lnTo>
                  <a:pt x="1242" y="8388"/>
                </a:lnTo>
                <a:lnTo>
                  <a:pt x="1242" y="8388"/>
                </a:lnTo>
                <a:lnTo>
                  <a:pt x="1284" y="8452"/>
                </a:lnTo>
                <a:lnTo>
                  <a:pt x="1327" y="8495"/>
                </a:lnTo>
                <a:lnTo>
                  <a:pt x="1349" y="8516"/>
                </a:lnTo>
                <a:lnTo>
                  <a:pt x="1413" y="8538"/>
                </a:lnTo>
                <a:lnTo>
                  <a:pt x="1456" y="8538"/>
                </a:lnTo>
                <a:lnTo>
                  <a:pt x="1498" y="8516"/>
                </a:lnTo>
                <a:lnTo>
                  <a:pt x="1605" y="8452"/>
                </a:lnTo>
                <a:lnTo>
                  <a:pt x="1605" y="8452"/>
                </a:lnTo>
                <a:lnTo>
                  <a:pt x="1734" y="8302"/>
                </a:lnTo>
                <a:lnTo>
                  <a:pt x="1841" y="8153"/>
                </a:lnTo>
                <a:lnTo>
                  <a:pt x="2033" y="7832"/>
                </a:lnTo>
                <a:lnTo>
                  <a:pt x="2033" y="7832"/>
                </a:lnTo>
                <a:lnTo>
                  <a:pt x="2140" y="7661"/>
                </a:lnTo>
                <a:lnTo>
                  <a:pt x="2204" y="7575"/>
                </a:lnTo>
                <a:lnTo>
                  <a:pt x="2247" y="7554"/>
                </a:lnTo>
                <a:lnTo>
                  <a:pt x="2269" y="7532"/>
                </a:lnTo>
                <a:lnTo>
                  <a:pt x="2269" y="7532"/>
                </a:lnTo>
                <a:lnTo>
                  <a:pt x="2290" y="7554"/>
                </a:lnTo>
                <a:lnTo>
                  <a:pt x="2290" y="7596"/>
                </a:lnTo>
                <a:lnTo>
                  <a:pt x="2290" y="7768"/>
                </a:lnTo>
                <a:lnTo>
                  <a:pt x="2290" y="7982"/>
                </a:lnTo>
                <a:lnTo>
                  <a:pt x="2290" y="8217"/>
                </a:lnTo>
                <a:lnTo>
                  <a:pt x="2311" y="8324"/>
                </a:lnTo>
                <a:lnTo>
                  <a:pt x="2354" y="8388"/>
                </a:lnTo>
                <a:lnTo>
                  <a:pt x="2397" y="8452"/>
                </a:lnTo>
                <a:lnTo>
                  <a:pt x="2440" y="8474"/>
                </a:lnTo>
                <a:lnTo>
                  <a:pt x="2525" y="8474"/>
                </a:lnTo>
                <a:lnTo>
                  <a:pt x="2611" y="8409"/>
                </a:lnTo>
                <a:lnTo>
                  <a:pt x="2739" y="8302"/>
                </a:lnTo>
                <a:lnTo>
                  <a:pt x="2868" y="8131"/>
                </a:lnTo>
                <a:lnTo>
                  <a:pt x="2868" y="8131"/>
                </a:lnTo>
                <a:lnTo>
                  <a:pt x="3018" y="7982"/>
                </a:lnTo>
                <a:lnTo>
                  <a:pt x="3231" y="7725"/>
                </a:lnTo>
                <a:lnTo>
                  <a:pt x="3317" y="7575"/>
                </a:lnTo>
                <a:lnTo>
                  <a:pt x="3381" y="7468"/>
                </a:lnTo>
                <a:lnTo>
                  <a:pt x="3403" y="7404"/>
                </a:lnTo>
                <a:lnTo>
                  <a:pt x="3403" y="7361"/>
                </a:lnTo>
                <a:lnTo>
                  <a:pt x="3381" y="7340"/>
                </a:lnTo>
                <a:lnTo>
                  <a:pt x="3338" y="7318"/>
                </a:lnTo>
                <a:lnTo>
                  <a:pt x="3338" y="7318"/>
                </a:lnTo>
                <a:lnTo>
                  <a:pt x="3296" y="7297"/>
                </a:lnTo>
                <a:lnTo>
                  <a:pt x="3231" y="7318"/>
                </a:lnTo>
                <a:lnTo>
                  <a:pt x="3124" y="7382"/>
                </a:lnTo>
                <a:lnTo>
                  <a:pt x="2996" y="7489"/>
                </a:lnTo>
                <a:lnTo>
                  <a:pt x="2889" y="7618"/>
                </a:lnTo>
                <a:lnTo>
                  <a:pt x="2697" y="7917"/>
                </a:lnTo>
                <a:lnTo>
                  <a:pt x="2547" y="8110"/>
                </a:lnTo>
                <a:lnTo>
                  <a:pt x="2547" y="8110"/>
                </a:lnTo>
                <a:lnTo>
                  <a:pt x="2547" y="7917"/>
                </a:lnTo>
                <a:lnTo>
                  <a:pt x="2568" y="7703"/>
                </a:lnTo>
                <a:lnTo>
                  <a:pt x="2590" y="7318"/>
                </a:lnTo>
                <a:lnTo>
                  <a:pt x="2590" y="7318"/>
                </a:lnTo>
                <a:lnTo>
                  <a:pt x="2590" y="7168"/>
                </a:lnTo>
                <a:lnTo>
                  <a:pt x="2568" y="7126"/>
                </a:lnTo>
                <a:lnTo>
                  <a:pt x="2547" y="7083"/>
                </a:lnTo>
                <a:lnTo>
                  <a:pt x="2525" y="7061"/>
                </a:lnTo>
                <a:lnTo>
                  <a:pt x="2461" y="7040"/>
                </a:lnTo>
                <a:lnTo>
                  <a:pt x="2418" y="7061"/>
                </a:lnTo>
                <a:lnTo>
                  <a:pt x="2333" y="7083"/>
                </a:lnTo>
                <a:lnTo>
                  <a:pt x="2333" y="7083"/>
                </a:lnTo>
                <a:lnTo>
                  <a:pt x="2226" y="7190"/>
                </a:lnTo>
                <a:lnTo>
                  <a:pt x="2076" y="7361"/>
                </a:lnTo>
                <a:lnTo>
                  <a:pt x="1926" y="7532"/>
                </a:lnTo>
                <a:lnTo>
                  <a:pt x="1841" y="7596"/>
                </a:lnTo>
                <a:lnTo>
                  <a:pt x="1841" y="7596"/>
                </a:lnTo>
                <a:lnTo>
                  <a:pt x="1841" y="7575"/>
                </a:lnTo>
                <a:lnTo>
                  <a:pt x="1841" y="7511"/>
                </a:lnTo>
                <a:lnTo>
                  <a:pt x="1884" y="7361"/>
                </a:lnTo>
                <a:lnTo>
                  <a:pt x="1969" y="7083"/>
                </a:lnTo>
                <a:lnTo>
                  <a:pt x="1969" y="7083"/>
                </a:lnTo>
                <a:lnTo>
                  <a:pt x="1991" y="6848"/>
                </a:lnTo>
                <a:lnTo>
                  <a:pt x="2033" y="6741"/>
                </a:lnTo>
                <a:lnTo>
                  <a:pt x="2055" y="6698"/>
                </a:lnTo>
                <a:lnTo>
                  <a:pt x="2076" y="6655"/>
                </a:lnTo>
                <a:lnTo>
                  <a:pt x="2076" y="6655"/>
                </a:lnTo>
                <a:lnTo>
                  <a:pt x="2183" y="6612"/>
                </a:lnTo>
                <a:lnTo>
                  <a:pt x="2311" y="6591"/>
                </a:lnTo>
                <a:lnTo>
                  <a:pt x="2547" y="6569"/>
                </a:lnTo>
                <a:lnTo>
                  <a:pt x="2547" y="6569"/>
                </a:lnTo>
                <a:lnTo>
                  <a:pt x="2718" y="6505"/>
                </a:lnTo>
                <a:lnTo>
                  <a:pt x="2932" y="6420"/>
                </a:lnTo>
                <a:lnTo>
                  <a:pt x="2996" y="6377"/>
                </a:lnTo>
                <a:lnTo>
                  <a:pt x="3018" y="6313"/>
                </a:lnTo>
                <a:lnTo>
                  <a:pt x="3018" y="6291"/>
                </a:lnTo>
                <a:lnTo>
                  <a:pt x="2996" y="6270"/>
                </a:lnTo>
                <a:lnTo>
                  <a:pt x="2889" y="6248"/>
                </a:lnTo>
                <a:lnTo>
                  <a:pt x="2889" y="6248"/>
                </a:lnTo>
                <a:lnTo>
                  <a:pt x="2782" y="6227"/>
                </a:lnTo>
                <a:lnTo>
                  <a:pt x="2675" y="6227"/>
                </a:lnTo>
                <a:lnTo>
                  <a:pt x="2461" y="6270"/>
                </a:lnTo>
                <a:lnTo>
                  <a:pt x="2033" y="6420"/>
                </a:lnTo>
                <a:lnTo>
                  <a:pt x="2033" y="6420"/>
                </a:lnTo>
                <a:lnTo>
                  <a:pt x="2033" y="6291"/>
                </a:lnTo>
                <a:lnTo>
                  <a:pt x="2055" y="6141"/>
                </a:lnTo>
                <a:lnTo>
                  <a:pt x="2119" y="6013"/>
                </a:lnTo>
                <a:lnTo>
                  <a:pt x="2140" y="5949"/>
                </a:lnTo>
                <a:lnTo>
                  <a:pt x="2183" y="5906"/>
                </a:lnTo>
                <a:lnTo>
                  <a:pt x="2183" y="5906"/>
                </a:lnTo>
                <a:lnTo>
                  <a:pt x="2269" y="5885"/>
                </a:lnTo>
                <a:lnTo>
                  <a:pt x="2354" y="5863"/>
                </a:lnTo>
                <a:lnTo>
                  <a:pt x="2440" y="5842"/>
                </a:lnTo>
                <a:lnTo>
                  <a:pt x="2525" y="5821"/>
                </a:lnTo>
                <a:lnTo>
                  <a:pt x="2525" y="5821"/>
                </a:lnTo>
                <a:lnTo>
                  <a:pt x="2590" y="5778"/>
                </a:lnTo>
                <a:lnTo>
                  <a:pt x="2654" y="5735"/>
                </a:lnTo>
                <a:lnTo>
                  <a:pt x="2697" y="5671"/>
                </a:lnTo>
                <a:lnTo>
                  <a:pt x="2718" y="5628"/>
                </a:lnTo>
                <a:lnTo>
                  <a:pt x="2697" y="5585"/>
                </a:lnTo>
                <a:lnTo>
                  <a:pt x="2697" y="5585"/>
                </a:lnTo>
                <a:lnTo>
                  <a:pt x="2654" y="5542"/>
                </a:lnTo>
                <a:lnTo>
                  <a:pt x="2590" y="5542"/>
                </a:lnTo>
                <a:lnTo>
                  <a:pt x="2525" y="5542"/>
                </a:lnTo>
                <a:lnTo>
                  <a:pt x="2440" y="5564"/>
                </a:lnTo>
                <a:lnTo>
                  <a:pt x="2290" y="5607"/>
                </a:lnTo>
                <a:lnTo>
                  <a:pt x="2183" y="5649"/>
                </a:lnTo>
                <a:lnTo>
                  <a:pt x="2183" y="5649"/>
                </a:lnTo>
                <a:lnTo>
                  <a:pt x="2204" y="5542"/>
                </a:lnTo>
                <a:lnTo>
                  <a:pt x="2204" y="5414"/>
                </a:lnTo>
                <a:lnTo>
                  <a:pt x="2226" y="5286"/>
                </a:lnTo>
                <a:lnTo>
                  <a:pt x="2247" y="5243"/>
                </a:lnTo>
                <a:lnTo>
                  <a:pt x="2269" y="5200"/>
                </a:lnTo>
                <a:lnTo>
                  <a:pt x="2269" y="5200"/>
                </a:lnTo>
                <a:lnTo>
                  <a:pt x="2333" y="5157"/>
                </a:lnTo>
                <a:lnTo>
                  <a:pt x="2418" y="5136"/>
                </a:lnTo>
                <a:lnTo>
                  <a:pt x="2611" y="5093"/>
                </a:lnTo>
                <a:lnTo>
                  <a:pt x="2611" y="5093"/>
                </a:lnTo>
                <a:lnTo>
                  <a:pt x="2889" y="5029"/>
                </a:lnTo>
                <a:lnTo>
                  <a:pt x="3039" y="4965"/>
                </a:lnTo>
                <a:lnTo>
                  <a:pt x="3146" y="4901"/>
                </a:lnTo>
                <a:lnTo>
                  <a:pt x="3146" y="4901"/>
                </a:lnTo>
                <a:lnTo>
                  <a:pt x="3210" y="4858"/>
                </a:lnTo>
                <a:lnTo>
                  <a:pt x="3253" y="4794"/>
                </a:lnTo>
                <a:lnTo>
                  <a:pt x="3253" y="4751"/>
                </a:lnTo>
                <a:lnTo>
                  <a:pt x="3231" y="4708"/>
                </a:lnTo>
                <a:lnTo>
                  <a:pt x="3189" y="4687"/>
                </a:lnTo>
                <a:lnTo>
                  <a:pt x="3146" y="4665"/>
                </a:lnTo>
                <a:lnTo>
                  <a:pt x="2996" y="4665"/>
                </a:lnTo>
                <a:lnTo>
                  <a:pt x="2996" y="4665"/>
                </a:lnTo>
                <a:lnTo>
                  <a:pt x="2825" y="4708"/>
                </a:lnTo>
                <a:lnTo>
                  <a:pt x="2675" y="4772"/>
                </a:lnTo>
                <a:lnTo>
                  <a:pt x="2504" y="4836"/>
                </a:lnTo>
                <a:lnTo>
                  <a:pt x="2333" y="4879"/>
                </a:lnTo>
                <a:lnTo>
                  <a:pt x="2333" y="4879"/>
                </a:lnTo>
                <a:lnTo>
                  <a:pt x="2311" y="4729"/>
                </a:lnTo>
                <a:lnTo>
                  <a:pt x="2333" y="4622"/>
                </a:lnTo>
                <a:lnTo>
                  <a:pt x="2354" y="4558"/>
                </a:lnTo>
                <a:lnTo>
                  <a:pt x="2418" y="4494"/>
                </a:lnTo>
                <a:lnTo>
                  <a:pt x="2483" y="4451"/>
                </a:lnTo>
                <a:lnTo>
                  <a:pt x="2568" y="4408"/>
                </a:lnTo>
                <a:lnTo>
                  <a:pt x="2761" y="4301"/>
                </a:lnTo>
                <a:lnTo>
                  <a:pt x="2761" y="4301"/>
                </a:lnTo>
                <a:lnTo>
                  <a:pt x="2846" y="4259"/>
                </a:lnTo>
                <a:lnTo>
                  <a:pt x="2911" y="4173"/>
                </a:lnTo>
                <a:lnTo>
                  <a:pt x="2932" y="4152"/>
                </a:lnTo>
                <a:lnTo>
                  <a:pt x="2932" y="4109"/>
                </a:lnTo>
                <a:lnTo>
                  <a:pt x="2911" y="4066"/>
                </a:lnTo>
                <a:lnTo>
                  <a:pt x="2868" y="4045"/>
                </a:lnTo>
                <a:lnTo>
                  <a:pt x="2868" y="4045"/>
                </a:lnTo>
                <a:lnTo>
                  <a:pt x="2804" y="4023"/>
                </a:lnTo>
                <a:lnTo>
                  <a:pt x="2761" y="4023"/>
                </a:lnTo>
                <a:lnTo>
                  <a:pt x="2632" y="4045"/>
                </a:lnTo>
                <a:lnTo>
                  <a:pt x="2397" y="4152"/>
                </a:lnTo>
                <a:lnTo>
                  <a:pt x="2397" y="4152"/>
                </a:lnTo>
                <a:lnTo>
                  <a:pt x="2418" y="3724"/>
                </a:lnTo>
                <a:lnTo>
                  <a:pt x="2440" y="3510"/>
                </a:lnTo>
                <a:lnTo>
                  <a:pt x="2504" y="3317"/>
                </a:lnTo>
                <a:lnTo>
                  <a:pt x="2504" y="3317"/>
                </a:lnTo>
                <a:lnTo>
                  <a:pt x="2547" y="3210"/>
                </a:lnTo>
                <a:lnTo>
                  <a:pt x="2590" y="3167"/>
                </a:lnTo>
                <a:lnTo>
                  <a:pt x="2761" y="3125"/>
                </a:lnTo>
                <a:lnTo>
                  <a:pt x="2761" y="3125"/>
                </a:lnTo>
                <a:lnTo>
                  <a:pt x="2846" y="3103"/>
                </a:lnTo>
                <a:lnTo>
                  <a:pt x="2932" y="3060"/>
                </a:lnTo>
                <a:lnTo>
                  <a:pt x="2996" y="3018"/>
                </a:lnTo>
                <a:lnTo>
                  <a:pt x="3018" y="2975"/>
                </a:lnTo>
                <a:lnTo>
                  <a:pt x="3018" y="2932"/>
                </a:lnTo>
                <a:lnTo>
                  <a:pt x="3018" y="2932"/>
                </a:lnTo>
                <a:lnTo>
                  <a:pt x="2996" y="2868"/>
                </a:lnTo>
                <a:lnTo>
                  <a:pt x="2953" y="2847"/>
                </a:lnTo>
                <a:lnTo>
                  <a:pt x="2889" y="2825"/>
                </a:lnTo>
                <a:lnTo>
                  <a:pt x="2825" y="2847"/>
                </a:lnTo>
                <a:lnTo>
                  <a:pt x="2697" y="2868"/>
                </a:lnTo>
                <a:lnTo>
                  <a:pt x="2654" y="2889"/>
                </a:lnTo>
                <a:lnTo>
                  <a:pt x="2611" y="2889"/>
                </a:lnTo>
                <a:lnTo>
                  <a:pt x="2611" y="2889"/>
                </a:lnTo>
                <a:lnTo>
                  <a:pt x="2568" y="2847"/>
                </a:lnTo>
                <a:lnTo>
                  <a:pt x="2547" y="2782"/>
                </a:lnTo>
                <a:lnTo>
                  <a:pt x="2568" y="2697"/>
                </a:lnTo>
                <a:lnTo>
                  <a:pt x="2590" y="2611"/>
                </a:lnTo>
                <a:lnTo>
                  <a:pt x="2654" y="2461"/>
                </a:lnTo>
                <a:lnTo>
                  <a:pt x="2739" y="2354"/>
                </a:lnTo>
                <a:lnTo>
                  <a:pt x="2739" y="2354"/>
                </a:lnTo>
                <a:lnTo>
                  <a:pt x="2825" y="2333"/>
                </a:lnTo>
                <a:lnTo>
                  <a:pt x="2911" y="2312"/>
                </a:lnTo>
                <a:lnTo>
                  <a:pt x="2975" y="2269"/>
                </a:lnTo>
                <a:lnTo>
                  <a:pt x="2996" y="2226"/>
                </a:lnTo>
                <a:lnTo>
                  <a:pt x="2996" y="2183"/>
                </a:lnTo>
                <a:lnTo>
                  <a:pt x="2996" y="2183"/>
                </a:lnTo>
                <a:lnTo>
                  <a:pt x="2975" y="2140"/>
                </a:lnTo>
                <a:lnTo>
                  <a:pt x="2953" y="2119"/>
                </a:lnTo>
                <a:lnTo>
                  <a:pt x="2889" y="2119"/>
                </a:lnTo>
                <a:lnTo>
                  <a:pt x="2825" y="2140"/>
                </a:lnTo>
                <a:lnTo>
                  <a:pt x="2718" y="2162"/>
                </a:lnTo>
                <a:lnTo>
                  <a:pt x="2697" y="2162"/>
                </a:lnTo>
                <a:lnTo>
                  <a:pt x="2675" y="2140"/>
                </a:lnTo>
                <a:lnTo>
                  <a:pt x="2675" y="2140"/>
                </a:lnTo>
                <a:lnTo>
                  <a:pt x="2697" y="2098"/>
                </a:lnTo>
                <a:lnTo>
                  <a:pt x="2739" y="2055"/>
                </a:lnTo>
                <a:lnTo>
                  <a:pt x="2846" y="1991"/>
                </a:lnTo>
                <a:lnTo>
                  <a:pt x="3018" y="1927"/>
                </a:lnTo>
                <a:lnTo>
                  <a:pt x="3231" y="1884"/>
                </a:lnTo>
                <a:lnTo>
                  <a:pt x="3403" y="1841"/>
                </a:lnTo>
                <a:lnTo>
                  <a:pt x="3574" y="1777"/>
                </a:lnTo>
                <a:lnTo>
                  <a:pt x="3638" y="1755"/>
                </a:lnTo>
                <a:lnTo>
                  <a:pt x="3681" y="1713"/>
                </a:lnTo>
                <a:lnTo>
                  <a:pt x="3702" y="1670"/>
                </a:lnTo>
                <a:lnTo>
                  <a:pt x="3724" y="1606"/>
                </a:lnTo>
                <a:lnTo>
                  <a:pt x="3724" y="1606"/>
                </a:lnTo>
                <a:lnTo>
                  <a:pt x="3702" y="1563"/>
                </a:lnTo>
                <a:lnTo>
                  <a:pt x="3659" y="1520"/>
                </a:lnTo>
                <a:lnTo>
                  <a:pt x="3617" y="1499"/>
                </a:lnTo>
                <a:lnTo>
                  <a:pt x="3574" y="1499"/>
                </a:lnTo>
                <a:lnTo>
                  <a:pt x="3467" y="1520"/>
                </a:lnTo>
                <a:lnTo>
                  <a:pt x="3317" y="1563"/>
                </a:lnTo>
                <a:lnTo>
                  <a:pt x="3060" y="1691"/>
                </a:lnTo>
                <a:lnTo>
                  <a:pt x="2953" y="1734"/>
                </a:lnTo>
                <a:lnTo>
                  <a:pt x="2889" y="1734"/>
                </a:lnTo>
                <a:lnTo>
                  <a:pt x="2889" y="1734"/>
                </a:lnTo>
                <a:lnTo>
                  <a:pt x="2846" y="1713"/>
                </a:lnTo>
                <a:lnTo>
                  <a:pt x="2846" y="1691"/>
                </a:lnTo>
                <a:lnTo>
                  <a:pt x="2846" y="1627"/>
                </a:lnTo>
                <a:lnTo>
                  <a:pt x="2868" y="1584"/>
                </a:lnTo>
                <a:lnTo>
                  <a:pt x="2932" y="1477"/>
                </a:lnTo>
                <a:lnTo>
                  <a:pt x="3039" y="1349"/>
                </a:lnTo>
                <a:lnTo>
                  <a:pt x="3274" y="1113"/>
                </a:lnTo>
                <a:lnTo>
                  <a:pt x="3424" y="964"/>
                </a:lnTo>
                <a:lnTo>
                  <a:pt x="3424" y="964"/>
                </a:lnTo>
                <a:lnTo>
                  <a:pt x="3595" y="857"/>
                </a:lnTo>
                <a:lnTo>
                  <a:pt x="3788" y="771"/>
                </a:lnTo>
                <a:lnTo>
                  <a:pt x="3959" y="707"/>
                </a:lnTo>
                <a:lnTo>
                  <a:pt x="4151" y="664"/>
                </a:lnTo>
                <a:lnTo>
                  <a:pt x="4558" y="579"/>
                </a:lnTo>
                <a:lnTo>
                  <a:pt x="4943" y="536"/>
                </a:lnTo>
                <a:lnTo>
                  <a:pt x="4943" y="536"/>
                </a:lnTo>
                <a:lnTo>
                  <a:pt x="5200" y="493"/>
                </a:lnTo>
                <a:lnTo>
                  <a:pt x="5350" y="472"/>
                </a:lnTo>
                <a:lnTo>
                  <a:pt x="5435" y="472"/>
                </a:lnTo>
                <a:lnTo>
                  <a:pt x="5435" y="472"/>
                </a:lnTo>
                <a:lnTo>
                  <a:pt x="5478" y="514"/>
                </a:lnTo>
                <a:lnTo>
                  <a:pt x="5521" y="557"/>
                </a:lnTo>
                <a:lnTo>
                  <a:pt x="5542" y="600"/>
                </a:lnTo>
                <a:lnTo>
                  <a:pt x="5585" y="643"/>
                </a:lnTo>
                <a:lnTo>
                  <a:pt x="5585" y="643"/>
                </a:lnTo>
                <a:lnTo>
                  <a:pt x="5692" y="707"/>
                </a:lnTo>
                <a:lnTo>
                  <a:pt x="5735" y="707"/>
                </a:lnTo>
                <a:lnTo>
                  <a:pt x="5735" y="686"/>
                </a:lnTo>
                <a:lnTo>
                  <a:pt x="5756" y="621"/>
                </a:lnTo>
                <a:lnTo>
                  <a:pt x="5778" y="536"/>
                </a:lnTo>
                <a:lnTo>
                  <a:pt x="5778" y="536"/>
                </a:lnTo>
                <a:lnTo>
                  <a:pt x="5820" y="493"/>
                </a:lnTo>
                <a:lnTo>
                  <a:pt x="5885" y="450"/>
                </a:lnTo>
                <a:lnTo>
                  <a:pt x="5949" y="450"/>
                </a:lnTo>
                <a:lnTo>
                  <a:pt x="6034" y="429"/>
                </a:lnTo>
                <a:lnTo>
                  <a:pt x="6355" y="450"/>
                </a:lnTo>
                <a:lnTo>
                  <a:pt x="6355" y="450"/>
                </a:lnTo>
                <a:lnTo>
                  <a:pt x="6569" y="472"/>
                </a:lnTo>
                <a:lnTo>
                  <a:pt x="6783" y="493"/>
                </a:lnTo>
                <a:lnTo>
                  <a:pt x="6976" y="514"/>
                </a:lnTo>
                <a:lnTo>
                  <a:pt x="7190" y="536"/>
                </a:lnTo>
                <a:lnTo>
                  <a:pt x="7190" y="536"/>
                </a:lnTo>
                <a:lnTo>
                  <a:pt x="7361" y="536"/>
                </a:lnTo>
                <a:lnTo>
                  <a:pt x="7532" y="557"/>
                </a:lnTo>
                <a:lnTo>
                  <a:pt x="7682" y="600"/>
                </a:lnTo>
                <a:lnTo>
                  <a:pt x="7832" y="664"/>
                </a:lnTo>
                <a:lnTo>
                  <a:pt x="7981" y="728"/>
                </a:lnTo>
                <a:lnTo>
                  <a:pt x="8110" y="814"/>
                </a:lnTo>
                <a:lnTo>
                  <a:pt x="8259" y="921"/>
                </a:lnTo>
                <a:lnTo>
                  <a:pt x="8366" y="1049"/>
                </a:lnTo>
                <a:lnTo>
                  <a:pt x="8366" y="1049"/>
                </a:lnTo>
                <a:lnTo>
                  <a:pt x="8495" y="1220"/>
                </a:lnTo>
                <a:lnTo>
                  <a:pt x="8580" y="1392"/>
                </a:lnTo>
                <a:lnTo>
                  <a:pt x="8666" y="1563"/>
                </a:lnTo>
                <a:lnTo>
                  <a:pt x="8709" y="1755"/>
                </a:lnTo>
                <a:lnTo>
                  <a:pt x="8709" y="1755"/>
                </a:lnTo>
                <a:lnTo>
                  <a:pt x="8730" y="1969"/>
                </a:lnTo>
                <a:lnTo>
                  <a:pt x="8730" y="2162"/>
                </a:lnTo>
                <a:lnTo>
                  <a:pt x="8730" y="2354"/>
                </a:lnTo>
                <a:lnTo>
                  <a:pt x="8730" y="2547"/>
                </a:lnTo>
                <a:lnTo>
                  <a:pt x="8730" y="2547"/>
                </a:lnTo>
                <a:lnTo>
                  <a:pt x="8666" y="2504"/>
                </a:lnTo>
                <a:lnTo>
                  <a:pt x="8580" y="2461"/>
                </a:lnTo>
                <a:lnTo>
                  <a:pt x="8516" y="2397"/>
                </a:lnTo>
                <a:lnTo>
                  <a:pt x="8431" y="2397"/>
                </a:lnTo>
                <a:lnTo>
                  <a:pt x="8431" y="2397"/>
                </a:lnTo>
                <a:lnTo>
                  <a:pt x="8388" y="2397"/>
                </a:lnTo>
                <a:lnTo>
                  <a:pt x="8345" y="2419"/>
                </a:lnTo>
                <a:lnTo>
                  <a:pt x="8324" y="2440"/>
                </a:lnTo>
                <a:lnTo>
                  <a:pt x="8324" y="2483"/>
                </a:lnTo>
                <a:lnTo>
                  <a:pt x="8366" y="2547"/>
                </a:lnTo>
                <a:lnTo>
                  <a:pt x="8409" y="2611"/>
                </a:lnTo>
                <a:lnTo>
                  <a:pt x="8409" y="2611"/>
                </a:lnTo>
                <a:lnTo>
                  <a:pt x="8452" y="2654"/>
                </a:lnTo>
                <a:lnTo>
                  <a:pt x="8495" y="2697"/>
                </a:lnTo>
                <a:lnTo>
                  <a:pt x="8580" y="2740"/>
                </a:lnTo>
                <a:lnTo>
                  <a:pt x="8645" y="2782"/>
                </a:lnTo>
                <a:lnTo>
                  <a:pt x="8666" y="2825"/>
                </a:lnTo>
                <a:lnTo>
                  <a:pt x="8687" y="2889"/>
                </a:lnTo>
                <a:lnTo>
                  <a:pt x="8687" y="2889"/>
                </a:lnTo>
                <a:lnTo>
                  <a:pt x="8709" y="3018"/>
                </a:lnTo>
                <a:lnTo>
                  <a:pt x="8666" y="3146"/>
                </a:lnTo>
                <a:lnTo>
                  <a:pt x="8602" y="3424"/>
                </a:lnTo>
                <a:lnTo>
                  <a:pt x="8602" y="3424"/>
                </a:lnTo>
                <a:lnTo>
                  <a:pt x="8473" y="4173"/>
                </a:lnTo>
                <a:lnTo>
                  <a:pt x="8473" y="4173"/>
                </a:lnTo>
                <a:lnTo>
                  <a:pt x="8366" y="4687"/>
                </a:lnTo>
                <a:lnTo>
                  <a:pt x="8259" y="5179"/>
                </a:lnTo>
                <a:lnTo>
                  <a:pt x="8152" y="5671"/>
                </a:lnTo>
                <a:lnTo>
                  <a:pt x="8045" y="6163"/>
                </a:lnTo>
                <a:lnTo>
                  <a:pt x="8045" y="6163"/>
                </a:lnTo>
                <a:lnTo>
                  <a:pt x="7960" y="6634"/>
                </a:lnTo>
                <a:lnTo>
                  <a:pt x="7832" y="7104"/>
                </a:lnTo>
                <a:lnTo>
                  <a:pt x="7832" y="7104"/>
                </a:lnTo>
                <a:lnTo>
                  <a:pt x="7789" y="7340"/>
                </a:lnTo>
                <a:lnTo>
                  <a:pt x="7746" y="7575"/>
                </a:lnTo>
                <a:lnTo>
                  <a:pt x="7703" y="8046"/>
                </a:lnTo>
                <a:lnTo>
                  <a:pt x="7703" y="8046"/>
                </a:lnTo>
                <a:lnTo>
                  <a:pt x="7682" y="8195"/>
                </a:lnTo>
                <a:lnTo>
                  <a:pt x="7639" y="8388"/>
                </a:lnTo>
                <a:lnTo>
                  <a:pt x="7639" y="8474"/>
                </a:lnTo>
                <a:lnTo>
                  <a:pt x="7660" y="8538"/>
                </a:lnTo>
                <a:lnTo>
                  <a:pt x="7725" y="8602"/>
                </a:lnTo>
                <a:lnTo>
                  <a:pt x="7789" y="8623"/>
                </a:lnTo>
                <a:lnTo>
                  <a:pt x="7789" y="8623"/>
                </a:lnTo>
                <a:lnTo>
                  <a:pt x="7896" y="8602"/>
                </a:lnTo>
                <a:lnTo>
                  <a:pt x="7981" y="8559"/>
                </a:lnTo>
                <a:lnTo>
                  <a:pt x="8088" y="8474"/>
                </a:lnTo>
                <a:lnTo>
                  <a:pt x="8174" y="8388"/>
                </a:lnTo>
                <a:lnTo>
                  <a:pt x="8366" y="8217"/>
                </a:lnTo>
                <a:lnTo>
                  <a:pt x="8538" y="8067"/>
                </a:lnTo>
                <a:lnTo>
                  <a:pt x="8538" y="8067"/>
                </a:lnTo>
                <a:lnTo>
                  <a:pt x="8709" y="7896"/>
                </a:lnTo>
                <a:lnTo>
                  <a:pt x="8816" y="7832"/>
                </a:lnTo>
                <a:lnTo>
                  <a:pt x="8859" y="7810"/>
                </a:lnTo>
                <a:lnTo>
                  <a:pt x="8880" y="7810"/>
                </a:lnTo>
                <a:lnTo>
                  <a:pt x="8880" y="7810"/>
                </a:lnTo>
                <a:lnTo>
                  <a:pt x="8901" y="7853"/>
                </a:lnTo>
                <a:lnTo>
                  <a:pt x="8880" y="7896"/>
                </a:lnTo>
                <a:lnTo>
                  <a:pt x="8837" y="8046"/>
                </a:lnTo>
                <a:lnTo>
                  <a:pt x="8730" y="8281"/>
                </a:lnTo>
                <a:lnTo>
                  <a:pt x="8730" y="8281"/>
                </a:lnTo>
                <a:lnTo>
                  <a:pt x="8730" y="8345"/>
                </a:lnTo>
                <a:lnTo>
                  <a:pt x="8752" y="8409"/>
                </a:lnTo>
                <a:lnTo>
                  <a:pt x="8773" y="8452"/>
                </a:lnTo>
                <a:lnTo>
                  <a:pt x="8816" y="8474"/>
                </a:lnTo>
                <a:lnTo>
                  <a:pt x="8923" y="8495"/>
                </a:lnTo>
                <a:lnTo>
                  <a:pt x="9051" y="8474"/>
                </a:lnTo>
                <a:lnTo>
                  <a:pt x="9201" y="8409"/>
                </a:lnTo>
                <a:lnTo>
                  <a:pt x="9329" y="8367"/>
                </a:lnTo>
                <a:lnTo>
                  <a:pt x="9565" y="8260"/>
                </a:lnTo>
                <a:lnTo>
                  <a:pt x="9565" y="8260"/>
                </a:lnTo>
                <a:lnTo>
                  <a:pt x="9693" y="8217"/>
                </a:lnTo>
                <a:lnTo>
                  <a:pt x="9821" y="8153"/>
                </a:lnTo>
                <a:lnTo>
                  <a:pt x="9886" y="8110"/>
                </a:lnTo>
                <a:lnTo>
                  <a:pt x="9907" y="8067"/>
                </a:lnTo>
                <a:lnTo>
                  <a:pt x="9886" y="8024"/>
                </a:lnTo>
                <a:lnTo>
                  <a:pt x="9843" y="7960"/>
                </a:lnTo>
                <a:lnTo>
                  <a:pt x="9843" y="7960"/>
                </a:lnTo>
                <a:close/>
                <a:moveTo>
                  <a:pt x="7639" y="1156"/>
                </a:moveTo>
                <a:lnTo>
                  <a:pt x="7639" y="1156"/>
                </a:lnTo>
                <a:lnTo>
                  <a:pt x="7639" y="1113"/>
                </a:lnTo>
                <a:lnTo>
                  <a:pt x="7618" y="1071"/>
                </a:lnTo>
                <a:lnTo>
                  <a:pt x="7553" y="1071"/>
                </a:lnTo>
                <a:lnTo>
                  <a:pt x="7468" y="1071"/>
                </a:lnTo>
                <a:lnTo>
                  <a:pt x="7382" y="1092"/>
                </a:lnTo>
                <a:lnTo>
                  <a:pt x="7318" y="1113"/>
                </a:lnTo>
                <a:lnTo>
                  <a:pt x="7254" y="1178"/>
                </a:lnTo>
                <a:lnTo>
                  <a:pt x="7211" y="1242"/>
                </a:lnTo>
                <a:lnTo>
                  <a:pt x="7211" y="1242"/>
                </a:lnTo>
                <a:lnTo>
                  <a:pt x="7211" y="1306"/>
                </a:lnTo>
                <a:lnTo>
                  <a:pt x="7254" y="1349"/>
                </a:lnTo>
                <a:lnTo>
                  <a:pt x="7318" y="1349"/>
                </a:lnTo>
                <a:lnTo>
                  <a:pt x="7382" y="1327"/>
                </a:lnTo>
                <a:lnTo>
                  <a:pt x="7532" y="1242"/>
                </a:lnTo>
                <a:lnTo>
                  <a:pt x="7596" y="1199"/>
                </a:lnTo>
                <a:lnTo>
                  <a:pt x="7639" y="1156"/>
                </a:lnTo>
                <a:lnTo>
                  <a:pt x="7639" y="1156"/>
                </a:lnTo>
                <a:close/>
                <a:moveTo>
                  <a:pt x="6077" y="1456"/>
                </a:moveTo>
                <a:lnTo>
                  <a:pt x="6077" y="1456"/>
                </a:lnTo>
                <a:lnTo>
                  <a:pt x="6098" y="1477"/>
                </a:lnTo>
                <a:lnTo>
                  <a:pt x="6120" y="1499"/>
                </a:lnTo>
                <a:lnTo>
                  <a:pt x="6227" y="1520"/>
                </a:lnTo>
                <a:lnTo>
                  <a:pt x="6355" y="1499"/>
                </a:lnTo>
                <a:lnTo>
                  <a:pt x="6505" y="1456"/>
                </a:lnTo>
                <a:lnTo>
                  <a:pt x="6633" y="1370"/>
                </a:lnTo>
                <a:lnTo>
                  <a:pt x="6740" y="1306"/>
                </a:lnTo>
                <a:lnTo>
                  <a:pt x="6826" y="1220"/>
                </a:lnTo>
                <a:lnTo>
                  <a:pt x="6826" y="1199"/>
                </a:lnTo>
                <a:lnTo>
                  <a:pt x="6826" y="1156"/>
                </a:lnTo>
                <a:lnTo>
                  <a:pt x="6826" y="1156"/>
                </a:lnTo>
                <a:lnTo>
                  <a:pt x="6805" y="1135"/>
                </a:lnTo>
                <a:lnTo>
                  <a:pt x="6762" y="1113"/>
                </a:lnTo>
                <a:lnTo>
                  <a:pt x="6655" y="1113"/>
                </a:lnTo>
                <a:lnTo>
                  <a:pt x="6526" y="1156"/>
                </a:lnTo>
                <a:lnTo>
                  <a:pt x="6398" y="1199"/>
                </a:lnTo>
                <a:lnTo>
                  <a:pt x="6270" y="1242"/>
                </a:lnTo>
                <a:lnTo>
                  <a:pt x="6163" y="1327"/>
                </a:lnTo>
                <a:lnTo>
                  <a:pt x="6098" y="1392"/>
                </a:lnTo>
                <a:lnTo>
                  <a:pt x="6077" y="1413"/>
                </a:lnTo>
                <a:lnTo>
                  <a:pt x="6077" y="1456"/>
                </a:lnTo>
                <a:lnTo>
                  <a:pt x="6077" y="1456"/>
                </a:lnTo>
                <a:close/>
                <a:moveTo>
                  <a:pt x="3595" y="4280"/>
                </a:moveTo>
                <a:lnTo>
                  <a:pt x="3595" y="4280"/>
                </a:lnTo>
                <a:lnTo>
                  <a:pt x="3638" y="4344"/>
                </a:lnTo>
                <a:lnTo>
                  <a:pt x="3659" y="4366"/>
                </a:lnTo>
                <a:lnTo>
                  <a:pt x="3702" y="4366"/>
                </a:lnTo>
                <a:lnTo>
                  <a:pt x="3724" y="4344"/>
                </a:lnTo>
                <a:lnTo>
                  <a:pt x="3766" y="4280"/>
                </a:lnTo>
                <a:lnTo>
                  <a:pt x="3809" y="4173"/>
                </a:lnTo>
                <a:lnTo>
                  <a:pt x="3873" y="4087"/>
                </a:lnTo>
                <a:lnTo>
                  <a:pt x="3938" y="4023"/>
                </a:lnTo>
                <a:lnTo>
                  <a:pt x="3959" y="4023"/>
                </a:lnTo>
                <a:lnTo>
                  <a:pt x="4023" y="4023"/>
                </a:lnTo>
                <a:lnTo>
                  <a:pt x="4066" y="4066"/>
                </a:lnTo>
                <a:lnTo>
                  <a:pt x="4130" y="4109"/>
                </a:lnTo>
                <a:lnTo>
                  <a:pt x="4130" y="4109"/>
                </a:lnTo>
                <a:lnTo>
                  <a:pt x="4216" y="4259"/>
                </a:lnTo>
                <a:lnTo>
                  <a:pt x="4344" y="4451"/>
                </a:lnTo>
                <a:lnTo>
                  <a:pt x="4408" y="4537"/>
                </a:lnTo>
                <a:lnTo>
                  <a:pt x="4494" y="4601"/>
                </a:lnTo>
                <a:lnTo>
                  <a:pt x="4558" y="4622"/>
                </a:lnTo>
                <a:lnTo>
                  <a:pt x="4601" y="4622"/>
                </a:lnTo>
                <a:lnTo>
                  <a:pt x="4622" y="4580"/>
                </a:lnTo>
                <a:lnTo>
                  <a:pt x="4622" y="4580"/>
                </a:lnTo>
                <a:lnTo>
                  <a:pt x="4644" y="4558"/>
                </a:lnTo>
                <a:lnTo>
                  <a:pt x="4644" y="4515"/>
                </a:lnTo>
                <a:lnTo>
                  <a:pt x="4644" y="4430"/>
                </a:lnTo>
                <a:lnTo>
                  <a:pt x="4579" y="4323"/>
                </a:lnTo>
                <a:lnTo>
                  <a:pt x="4515" y="4216"/>
                </a:lnTo>
                <a:lnTo>
                  <a:pt x="4365" y="4023"/>
                </a:lnTo>
                <a:lnTo>
                  <a:pt x="4301" y="3938"/>
                </a:lnTo>
                <a:lnTo>
                  <a:pt x="4301" y="3938"/>
                </a:lnTo>
                <a:lnTo>
                  <a:pt x="4408" y="3895"/>
                </a:lnTo>
                <a:lnTo>
                  <a:pt x="4515" y="3852"/>
                </a:lnTo>
                <a:lnTo>
                  <a:pt x="4601" y="3788"/>
                </a:lnTo>
                <a:lnTo>
                  <a:pt x="4686" y="3724"/>
                </a:lnTo>
                <a:lnTo>
                  <a:pt x="4751" y="3638"/>
                </a:lnTo>
                <a:lnTo>
                  <a:pt x="4793" y="3531"/>
                </a:lnTo>
                <a:lnTo>
                  <a:pt x="4815" y="3424"/>
                </a:lnTo>
                <a:lnTo>
                  <a:pt x="4793" y="3317"/>
                </a:lnTo>
                <a:lnTo>
                  <a:pt x="4793" y="3317"/>
                </a:lnTo>
                <a:lnTo>
                  <a:pt x="4729" y="3210"/>
                </a:lnTo>
                <a:lnTo>
                  <a:pt x="4644" y="3125"/>
                </a:lnTo>
                <a:lnTo>
                  <a:pt x="4537" y="3060"/>
                </a:lnTo>
                <a:lnTo>
                  <a:pt x="4408" y="3039"/>
                </a:lnTo>
                <a:lnTo>
                  <a:pt x="4280" y="3018"/>
                </a:lnTo>
                <a:lnTo>
                  <a:pt x="4151" y="2996"/>
                </a:lnTo>
                <a:lnTo>
                  <a:pt x="3895" y="3018"/>
                </a:lnTo>
                <a:lnTo>
                  <a:pt x="3895" y="3018"/>
                </a:lnTo>
                <a:lnTo>
                  <a:pt x="3788" y="3039"/>
                </a:lnTo>
                <a:lnTo>
                  <a:pt x="3702" y="3060"/>
                </a:lnTo>
                <a:lnTo>
                  <a:pt x="3659" y="3125"/>
                </a:lnTo>
                <a:lnTo>
                  <a:pt x="3617" y="3189"/>
                </a:lnTo>
                <a:lnTo>
                  <a:pt x="3617" y="3253"/>
                </a:lnTo>
                <a:lnTo>
                  <a:pt x="3617" y="3360"/>
                </a:lnTo>
                <a:lnTo>
                  <a:pt x="3617" y="3574"/>
                </a:lnTo>
                <a:lnTo>
                  <a:pt x="3617" y="3574"/>
                </a:lnTo>
                <a:lnTo>
                  <a:pt x="3574" y="3938"/>
                </a:lnTo>
                <a:lnTo>
                  <a:pt x="3552" y="4130"/>
                </a:lnTo>
                <a:lnTo>
                  <a:pt x="3574" y="4216"/>
                </a:lnTo>
                <a:lnTo>
                  <a:pt x="3595" y="4280"/>
                </a:lnTo>
                <a:lnTo>
                  <a:pt x="3595" y="4280"/>
                </a:lnTo>
                <a:close/>
                <a:moveTo>
                  <a:pt x="3809" y="3339"/>
                </a:moveTo>
                <a:lnTo>
                  <a:pt x="3809" y="3339"/>
                </a:lnTo>
                <a:lnTo>
                  <a:pt x="3873" y="3296"/>
                </a:lnTo>
                <a:lnTo>
                  <a:pt x="3959" y="3274"/>
                </a:lnTo>
                <a:lnTo>
                  <a:pt x="4087" y="3253"/>
                </a:lnTo>
                <a:lnTo>
                  <a:pt x="4216" y="3274"/>
                </a:lnTo>
                <a:lnTo>
                  <a:pt x="4344" y="3274"/>
                </a:lnTo>
                <a:lnTo>
                  <a:pt x="4451" y="3317"/>
                </a:lnTo>
                <a:lnTo>
                  <a:pt x="4537" y="3360"/>
                </a:lnTo>
                <a:lnTo>
                  <a:pt x="4558" y="3424"/>
                </a:lnTo>
                <a:lnTo>
                  <a:pt x="4558" y="3424"/>
                </a:lnTo>
                <a:lnTo>
                  <a:pt x="4558" y="3488"/>
                </a:lnTo>
                <a:lnTo>
                  <a:pt x="4515" y="3553"/>
                </a:lnTo>
                <a:lnTo>
                  <a:pt x="4451" y="3617"/>
                </a:lnTo>
                <a:lnTo>
                  <a:pt x="4365" y="3660"/>
                </a:lnTo>
                <a:lnTo>
                  <a:pt x="4173" y="3702"/>
                </a:lnTo>
                <a:lnTo>
                  <a:pt x="4023" y="3745"/>
                </a:lnTo>
                <a:lnTo>
                  <a:pt x="4023" y="3745"/>
                </a:lnTo>
                <a:lnTo>
                  <a:pt x="3916" y="3745"/>
                </a:lnTo>
                <a:lnTo>
                  <a:pt x="3873" y="3724"/>
                </a:lnTo>
                <a:lnTo>
                  <a:pt x="3873" y="3681"/>
                </a:lnTo>
                <a:lnTo>
                  <a:pt x="3852" y="3595"/>
                </a:lnTo>
                <a:lnTo>
                  <a:pt x="3852" y="3595"/>
                </a:lnTo>
                <a:lnTo>
                  <a:pt x="3809" y="3467"/>
                </a:lnTo>
                <a:lnTo>
                  <a:pt x="3809" y="3381"/>
                </a:lnTo>
                <a:lnTo>
                  <a:pt x="3809" y="3339"/>
                </a:lnTo>
                <a:lnTo>
                  <a:pt x="3809" y="3339"/>
                </a:lnTo>
                <a:close/>
                <a:moveTo>
                  <a:pt x="5542" y="4430"/>
                </a:moveTo>
                <a:lnTo>
                  <a:pt x="5542" y="4430"/>
                </a:lnTo>
                <a:lnTo>
                  <a:pt x="5414" y="4430"/>
                </a:lnTo>
                <a:lnTo>
                  <a:pt x="5414" y="4430"/>
                </a:lnTo>
                <a:lnTo>
                  <a:pt x="5350" y="4451"/>
                </a:lnTo>
                <a:lnTo>
                  <a:pt x="5307" y="4451"/>
                </a:lnTo>
                <a:lnTo>
                  <a:pt x="5285" y="4473"/>
                </a:lnTo>
                <a:lnTo>
                  <a:pt x="5285" y="4558"/>
                </a:lnTo>
                <a:lnTo>
                  <a:pt x="5285" y="4558"/>
                </a:lnTo>
                <a:lnTo>
                  <a:pt x="5328" y="4622"/>
                </a:lnTo>
                <a:lnTo>
                  <a:pt x="5414" y="4665"/>
                </a:lnTo>
                <a:lnTo>
                  <a:pt x="5499" y="4687"/>
                </a:lnTo>
                <a:lnTo>
                  <a:pt x="5606" y="4708"/>
                </a:lnTo>
                <a:lnTo>
                  <a:pt x="5713" y="4708"/>
                </a:lnTo>
                <a:lnTo>
                  <a:pt x="5799" y="4708"/>
                </a:lnTo>
                <a:lnTo>
                  <a:pt x="5885" y="4665"/>
                </a:lnTo>
                <a:lnTo>
                  <a:pt x="5927" y="4601"/>
                </a:lnTo>
                <a:lnTo>
                  <a:pt x="5927" y="4601"/>
                </a:lnTo>
                <a:lnTo>
                  <a:pt x="5927" y="4537"/>
                </a:lnTo>
                <a:lnTo>
                  <a:pt x="5906" y="4515"/>
                </a:lnTo>
                <a:lnTo>
                  <a:pt x="5863" y="4494"/>
                </a:lnTo>
                <a:lnTo>
                  <a:pt x="5842" y="4473"/>
                </a:lnTo>
                <a:lnTo>
                  <a:pt x="5842" y="4473"/>
                </a:lnTo>
                <a:lnTo>
                  <a:pt x="5820" y="4344"/>
                </a:lnTo>
                <a:lnTo>
                  <a:pt x="5820" y="4216"/>
                </a:lnTo>
                <a:lnTo>
                  <a:pt x="5820" y="4216"/>
                </a:lnTo>
                <a:lnTo>
                  <a:pt x="5885" y="3767"/>
                </a:lnTo>
                <a:lnTo>
                  <a:pt x="5885" y="3531"/>
                </a:lnTo>
                <a:lnTo>
                  <a:pt x="5885" y="3317"/>
                </a:lnTo>
                <a:lnTo>
                  <a:pt x="5885" y="3317"/>
                </a:lnTo>
                <a:lnTo>
                  <a:pt x="5992" y="3296"/>
                </a:lnTo>
                <a:lnTo>
                  <a:pt x="6056" y="3274"/>
                </a:lnTo>
                <a:lnTo>
                  <a:pt x="6077" y="3232"/>
                </a:lnTo>
                <a:lnTo>
                  <a:pt x="6077" y="3232"/>
                </a:lnTo>
                <a:lnTo>
                  <a:pt x="6077" y="3167"/>
                </a:lnTo>
                <a:lnTo>
                  <a:pt x="6034" y="3125"/>
                </a:lnTo>
                <a:lnTo>
                  <a:pt x="5949" y="3082"/>
                </a:lnTo>
                <a:lnTo>
                  <a:pt x="5863" y="3039"/>
                </a:lnTo>
                <a:lnTo>
                  <a:pt x="5756" y="3018"/>
                </a:lnTo>
                <a:lnTo>
                  <a:pt x="5671" y="2996"/>
                </a:lnTo>
                <a:lnTo>
                  <a:pt x="5585" y="3018"/>
                </a:lnTo>
                <a:lnTo>
                  <a:pt x="5521" y="3039"/>
                </a:lnTo>
                <a:lnTo>
                  <a:pt x="5521" y="3039"/>
                </a:lnTo>
                <a:lnTo>
                  <a:pt x="5478" y="3082"/>
                </a:lnTo>
                <a:lnTo>
                  <a:pt x="5499" y="3146"/>
                </a:lnTo>
                <a:lnTo>
                  <a:pt x="5585" y="3232"/>
                </a:lnTo>
                <a:lnTo>
                  <a:pt x="5585" y="3232"/>
                </a:lnTo>
                <a:lnTo>
                  <a:pt x="5606" y="3274"/>
                </a:lnTo>
                <a:lnTo>
                  <a:pt x="5628" y="3296"/>
                </a:lnTo>
                <a:lnTo>
                  <a:pt x="5649" y="3274"/>
                </a:lnTo>
                <a:lnTo>
                  <a:pt x="5649" y="3274"/>
                </a:lnTo>
                <a:lnTo>
                  <a:pt x="5649" y="3274"/>
                </a:lnTo>
                <a:lnTo>
                  <a:pt x="5692" y="3403"/>
                </a:lnTo>
                <a:lnTo>
                  <a:pt x="5692" y="3403"/>
                </a:lnTo>
                <a:lnTo>
                  <a:pt x="5692" y="3595"/>
                </a:lnTo>
                <a:lnTo>
                  <a:pt x="5671" y="3852"/>
                </a:lnTo>
                <a:lnTo>
                  <a:pt x="5628" y="4087"/>
                </a:lnTo>
                <a:lnTo>
                  <a:pt x="5585" y="4259"/>
                </a:lnTo>
                <a:lnTo>
                  <a:pt x="5585" y="4259"/>
                </a:lnTo>
                <a:lnTo>
                  <a:pt x="5542" y="4430"/>
                </a:lnTo>
                <a:lnTo>
                  <a:pt x="5542" y="4430"/>
                </a:lnTo>
                <a:close/>
                <a:moveTo>
                  <a:pt x="6805" y="4537"/>
                </a:moveTo>
                <a:lnTo>
                  <a:pt x="6805" y="4537"/>
                </a:lnTo>
                <a:lnTo>
                  <a:pt x="6826" y="4622"/>
                </a:lnTo>
                <a:lnTo>
                  <a:pt x="6847" y="4708"/>
                </a:lnTo>
                <a:lnTo>
                  <a:pt x="6890" y="4729"/>
                </a:lnTo>
                <a:lnTo>
                  <a:pt x="6933" y="4729"/>
                </a:lnTo>
                <a:lnTo>
                  <a:pt x="6976" y="4708"/>
                </a:lnTo>
                <a:lnTo>
                  <a:pt x="7019" y="4687"/>
                </a:lnTo>
                <a:lnTo>
                  <a:pt x="7019" y="4687"/>
                </a:lnTo>
                <a:lnTo>
                  <a:pt x="7061" y="4644"/>
                </a:lnTo>
                <a:lnTo>
                  <a:pt x="7083" y="4580"/>
                </a:lnTo>
                <a:lnTo>
                  <a:pt x="7104" y="4451"/>
                </a:lnTo>
                <a:lnTo>
                  <a:pt x="7083" y="4194"/>
                </a:lnTo>
                <a:lnTo>
                  <a:pt x="7083" y="4194"/>
                </a:lnTo>
                <a:lnTo>
                  <a:pt x="7168" y="4194"/>
                </a:lnTo>
                <a:lnTo>
                  <a:pt x="7339" y="4173"/>
                </a:lnTo>
                <a:lnTo>
                  <a:pt x="7511" y="4130"/>
                </a:lnTo>
                <a:lnTo>
                  <a:pt x="7639" y="4066"/>
                </a:lnTo>
                <a:lnTo>
                  <a:pt x="7639" y="4066"/>
                </a:lnTo>
                <a:lnTo>
                  <a:pt x="7767" y="3981"/>
                </a:lnTo>
                <a:lnTo>
                  <a:pt x="7810" y="3916"/>
                </a:lnTo>
                <a:lnTo>
                  <a:pt x="7853" y="3852"/>
                </a:lnTo>
                <a:lnTo>
                  <a:pt x="7874" y="3788"/>
                </a:lnTo>
                <a:lnTo>
                  <a:pt x="7874" y="3702"/>
                </a:lnTo>
                <a:lnTo>
                  <a:pt x="7874" y="3617"/>
                </a:lnTo>
                <a:lnTo>
                  <a:pt x="7853" y="3531"/>
                </a:lnTo>
                <a:lnTo>
                  <a:pt x="7853" y="3531"/>
                </a:lnTo>
                <a:lnTo>
                  <a:pt x="7789" y="3403"/>
                </a:lnTo>
                <a:lnTo>
                  <a:pt x="7682" y="3274"/>
                </a:lnTo>
                <a:lnTo>
                  <a:pt x="7532" y="3189"/>
                </a:lnTo>
                <a:lnTo>
                  <a:pt x="7382" y="3103"/>
                </a:lnTo>
                <a:lnTo>
                  <a:pt x="7211" y="3082"/>
                </a:lnTo>
                <a:lnTo>
                  <a:pt x="7147" y="3082"/>
                </a:lnTo>
                <a:lnTo>
                  <a:pt x="7083" y="3103"/>
                </a:lnTo>
                <a:lnTo>
                  <a:pt x="7019" y="3125"/>
                </a:lnTo>
                <a:lnTo>
                  <a:pt x="6954" y="3167"/>
                </a:lnTo>
                <a:lnTo>
                  <a:pt x="6912" y="3232"/>
                </a:lnTo>
                <a:lnTo>
                  <a:pt x="6869" y="3317"/>
                </a:lnTo>
                <a:lnTo>
                  <a:pt x="6869" y="3317"/>
                </a:lnTo>
                <a:lnTo>
                  <a:pt x="6847" y="3510"/>
                </a:lnTo>
                <a:lnTo>
                  <a:pt x="6826" y="3702"/>
                </a:lnTo>
                <a:lnTo>
                  <a:pt x="6826" y="4087"/>
                </a:lnTo>
                <a:lnTo>
                  <a:pt x="6826" y="4087"/>
                </a:lnTo>
                <a:lnTo>
                  <a:pt x="6805" y="4301"/>
                </a:lnTo>
                <a:lnTo>
                  <a:pt x="6805" y="4537"/>
                </a:lnTo>
                <a:lnTo>
                  <a:pt x="6805" y="4537"/>
                </a:lnTo>
                <a:close/>
                <a:moveTo>
                  <a:pt x="7168" y="3317"/>
                </a:moveTo>
                <a:lnTo>
                  <a:pt x="7168" y="3317"/>
                </a:lnTo>
                <a:lnTo>
                  <a:pt x="7361" y="3381"/>
                </a:lnTo>
                <a:lnTo>
                  <a:pt x="7468" y="3467"/>
                </a:lnTo>
                <a:lnTo>
                  <a:pt x="7553" y="3574"/>
                </a:lnTo>
                <a:lnTo>
                  <a:pt x="7575" y="3681"/>
                </a:lnTo>
                <a:lnTo>
                  <a:pt x="7553" y="3724"/>
                </a:lnTo>
                <a:lnTo>
                  <a:pt x="7532" y="3767"/>
                </a:lnTo>
                <a:lnTo>
                  <a:pt x="7489" y="3809"/>
                </a:lnTo>
                <a:lnTo>
                  <a:pt x="7446" y="3852"/>
                </a:lnTo>
                <a:lnTo>
                  <a:pt x="7318" y="3916"/>
                </a:lnTo>
                <a:lnTo>
                  <a:pt x="7125" y="3938"/>
                </a:lnTo>
                <a:lnTo>
                  <a:pt x="7125" y="3938"/>
                </a:lnTo>
                <a:lnTo>
                  <a:pt x="7104" y="3895"/>
                </a:lnTo>
                <a:lnTo>
                  <a:pt x="7104" y="3831"/>
                </a:lnTo>
                <a:lnTo>
                  <a:pt x="7125" y="3638"/>
                </a:lnTo>
                <a:lnTo>
                  <a:pt x="7168" y="3424"/>
                </a:lnTo>
                <a:lnTo>
                  <a:pt x="7190" y="3339"/>
                </a:lnTo>
                <a:lnTo>
                  <a:pt x="7168" y="3317"/>
                </a:lnTo>
                <a:lnTo>
                  <a:pt x="7168" y="3317"/>
                </a:lnTo>
                <a:close/>
                <a:moveTo>
                  <a:pt x="4729" y="4430"/>
                </a:moveTo>
                <a:lnTo>
                  <a:pt x="4729" y="4430"/>
                </a:lnTo>
                <a:lnTo>
                  <a:pt x="4729" y="4473"/>
                </a:lnTo>
                <a:lnTo>
                  <a:pt x="4751" y="4515"/>
                </a:lnTo>
                <a:lnTo>
                  <a:pt x="4793" y="4537"/>
                </a:lnTo>
                <a:lnTo>
                  <a:pt x="4836" y="4537"/>
                </a:lnTo>
                <a:lnTo>
                  <a:pt x="4900" y="4515"/>
                </a:lnTo>
                <a:lnTo>
                  <a:pt x="4922" y="4494"/>
                </a:lnTo>
                <a:lnTo>
                  <a:pt x="4943" y="4451"/>
                </a:lnTo>
                <a:lnTo>
                  <a:pt x="4943" y="4408"/>
                </a:lnTo>
                <a:lnTo>
                  <a:pt x="4943" y="4408"/>
                </a:lnTo>
                <a:lnTo>
                  <a:pt x="4943" y="4366"/>
                </a:lnTo>
                <a:lnTo>
                  <a:pt x="4900" y="4323"/>
                </a:lnTo>
                <a:lnTo>
                  <a:pt x="4858" y="4323"/>
                </a:lnTo>
                <a:lnTo>
                  <a:pt x="4836" y="4323"/>
                </a:lnTo>
                <a:lnTo>
                  <a:pt x="4793" y="4323"/>
                </a:lnTo>
                <a:lnTo>
                  <a:pt x="4751" y="4344"/>
                </a:lnTo>
                <a:lnTo>
                  <a:pt x="4729" y="4387"/>
                </a:lnTo>
                <a:lnTo>
                  <a:pt x="4729" y="4430"/>
                </a:lnTo>
                <a:lnTo>
                  <a:pt x="4729" y="4430"/>
                </a:lnTo>
                <a:close/>
                <a:moveTo>
                  <a:pt x="6013" y="4537"/>
                </a:moveTo>
                <a:lnTo>
                  <a:pt x="6013" y="4537"/>
                </a:lnTo>
                <a:lnTo>
                  <a:pt x="6013" y="4601"/>
                </a:lnTo>
                <a:lnTo>
                  <a:pt x="6034" y="4622"/>
                </a:lnTo>
                <a:lnTo>
                  <a:pt x="6077" y="4644"/>
                </a:lnTo>
                <a:lnTo>
                  <a:pt x="6141" y="4644"/>
                </a:lnTo>
                <a:lnTo>
                  <a:pt x="6184" y="4622"/>
                </a:lnTo>
                <a:lnTo>
                  <a:pt x="6205" y="4601"/>
                </a:lnTo>
                <a:lnTo>
                  <a:pt x="6227" y="4558"/>
                </a:lnTo>
                <a:lnTo>
                  <a:pt x="6227" y="4515"/>
                </a:lnTo>
                <a:lnTo>
                  <a:pt x="6227" y="4515"/>
                </a:lnTo>
                <a:lnTo>
                  <a:pt x="6205" y="4473"/>
                </a:lnTo>
                <a:lnTo>
                  <a:pt x="6184" y="4451"/>
                </a:lnTo>
                <a:lnTo>
                  <a:pt x="6141" y="4430"/>
                </a:lnTo>
                <a:lnTo>
                  <a:pt x="6098" y="4430"/>
                </a:lnTo>
                <a:lnTo>
                  <a:pt x="6034" y="4473"/>
                </a:lnTo>
                <a:lnTo>
                  <a:pt x="6013" y="4494"/>
                </a:lnTo>
                <a:lnTo>
                  <a:pt x="6013" y="4537"/>
                </a:lnTo>
                <a:lnTo>
                  <a:pt x="6013" y="4537"/>
                </a:lnTo>
                <a:close/>
                <a:moveTo>
                  <a:pt x="7553" y="4687"/>
                </a:moveTo>
                <a:lnTo>
                  <a:pt x="7553" y="4687"/>
                </a:lnTo>
                <a:lnTo>
                  <a:pt x="7532" y="4644"/>
                </a:lnTo>
                <a:lnTo>
                  <a:pt x="7511" y="4622"/>
                </a:lnTo>
                <a:lnTo>
                  <a:pt x="7425" y="4601"/>
                </a:lnTo>
                <a:lnTo>
                  <a:pt x="7382" y="4601"/>
                </a:lnTo>
                <a:lnTo>
                  <a:pt x="7339" y="4622"/>
                </a:lnTo>
                <a:lnTo>
                  <a:pt x="7318" y="4665"/>
                </a:lnTo>
                <a:lnTo>
                  <a:pt x="7318" y="4708"/>
                </a:lnTo>
                <a:lnTo>
                  <a:pt x="7318" y="4708"/>
                </a:lnTo>
                <a:lnTo>
                  <a:pt x="7339" y="4751"/>
                </a:lnTo>
                <a:lnTo>
                  <a:pt x="7361" y="4772"/>
                </a:lnTo>
                <a:lnTo>
                  <a:pt x="7446" y="4794"/>
                </a:lnTo>
                <a:lnTo>
                  <a:pt x="7489" y="4794"/>
                </a:lnTo>
                <a:lnTo>
                  <a:pt x="7511" y="4772"/>
                </a:lnTo>
                <a:lnTo>
                  <a:pt x="7532" y="4729"/>
                </a:lnTo>
                <a:lnTo>
                  <a:pt x="7553" y="4687"/>
                </a:lnTo>
                <a:lnTo>
                  <a:pt x="7553" y="4687"/>
                </a:lnTo>
                <a:close/>
                <a:moveTo>
                  <a:pt x="4815" y="5350"/>
                </a:moveTo>
                <a:lnTo>
                  <a:pt x="4815" y="5350"/>
                </a:lnTo>
                <a:lnTo>
                  <a:pt x="4793" y="5328"/>
                </a:lnTo>
                <a:lnTo>
                  <a:pt x="4772" y="5307"/>
                </a:lnTo>
                <a:lnTo>
                  <a:pt x="4729" y="5243"/>
                </a:lnTo>
                <a:lnTo>
                  <a:pt x="4708" y="5179"/>
                </a:lnTo>
                <a:lnTo>
                  <a:pt x="4665" y="5114"/>
                </a:lnTo>
                <a:lnTo>
                  <a:pt x="4665" y="5114"/>
                </a:lnTo>
                <a:lnTo>
                  <a:pt x="4579" y="5093"/>
                </a:lnTo>
                <a:lnTo>
                  <a:pt x="4494" y="5093"/>
                </a:lnTo>
                <a:lnTo>
                  <a:pt x="4430" y="5136"/>
                </a:lnTo>
                <a:lnTo>
                  <a:pt x="4365" y="5200"/>
                </a:lnTo>
                <a:lnTo>
                  <a:pt x="4365" y="5200"/>
                </a:lnTo>
                <a:lnTo>
                  <a:pt x="4301" y="5307"/>
                </a:lnTo>
                <a:lnTo>
                  <a:pt x="4280" y="5371"/>
                </a:lnTo>
                <a:lnTo>
                  <a:pt x="4280" y="5414"/>
                </a:lnTo>
                <a:lnTo>
                  <a:pt x="4301" y="5435"/>
                </a:lnTo>
                <a:lnTo>
                  <a:pt x="4301" y="5435"/>
                </a:lnTo>
                <a:lnTo>
                  <a:pt x="4344" y="5457"/>
                </a:lnTo>
                <a:lnTo>
                  <a:pt x="4365" y="5457"/>
                </a:lnTo>
                <a:lnTo>
                  <a:pt x="4430" y="5414"/>
                </a:lnTo>
                <a:lnTo>
                  <a:pt x="4494" y="5350"/>
                </a:lnTo>
                <a:lnTo>
                  <a:pt x="4537" y="5307"/>
                </a:lnTo>
                <a:lnTo>
                  <a:pt x="4537" y="5307"/>
                </a:lnTo>
                <a:lnTo>
                  <a:pt x="4601" y="5435"/>
                </a:lnTo>
                <a:lnTo>
                  <a:pt x="4708" y="5564"/>
                </a:lnTo>
                <a:lnTo>
                  <a:pt x="4708" y="5564"/>
                </a:lnTo>
                <a:lnTo>
                  <a:pt x="4793" y="5607"/>
                </a:lnTo>
                <a:lnTo>
                  <a:pt x="4858" y="5607"/>
                </a:lnTo>
                <a:lnTo>
                  <a:pt x="4922" y="5585"/>
                </a:lnTo>
                <a:lnTo>
                  <a:pt x="4965" y="5564"/>
                </a:lnTo>
                <a:lnTo>
                  <a:pt x="5071" y="5478"/>
                </a:lnTo>
                <a:lnTo>
                  <a:pt x="5136" y="5457"/>
                </a:lnTo>
                <a:lnTo>
                  <a:pt x="5200" y="5435"/>
                </a:lnTo>
                <a:lnTo>
                  <a:pt x="5200" y="5435"/>
                </a:lnTo>
                <a:lnTo>
                  <a:pt x="5264" y="5457"/>
                </a:lnTo>
                <a:lnTo>
                  <a:pt x="5328" y="5478"/>
                </a:lnTo>
                <a:lnTo>
                  <a:pt x="5414" y="5564"/>
                </a:lnTo>
                <a:lnTo>
                  <a:pt x="5521" y="5671"/>
                </a:lnTo>
                <a:lnTo>
                  <a:pt x="5564" y="5714"/>
                </a:lnTo>
                <a:lnTo>
                  <a:pt x="5628" y="5714"/>
                </a:lnTo>
                <a:lnTo>
                  <a:pt x="5628" y="5714"/>
                </a:lnTo>
                <a:lnTo>
                  <a:pt x="5735" y="5714"/>
                </a:lnTo>
                <a:lnTo>
                  <a:pt x="5799" y="5671"/>
                </a:lnTo>
                <a:lnTo>
                  <a:pt x="5885" y="5628"/>
                </a:lnTo>
                <a:lnTo>
                  <a:pt x="5970" y="5607"/>
                </a:lnTo>
                <a:lnTo>
                  <a:pt x="5970" y="5607"/>
                </a:lnTo>
                <a:lnTo>
                  <a:pt x="6034" y="5607"/>
                </a:lnTo>
                <a:lnTo>
                  <a:pt x="6098" y="5607"/>
                </a:lnTo>
                <a:lnTo>
                  <a:pt x="6184" y="5607"/>
                </a:lnTo>
                <a:lnTo>
                  <a:pt x="6248" y="5607"/>
                </a:lnTo>
                <a:lnTo>
                  <a:pt x="6248" y="5607"/>
                </a:lnTo>
                <a:lnTo>
                  <a:pt x="6312" y="5564"/>
                </a:lnTo>
                <a:lnTo>
                  <a:pt x="6355" y="5542"/>
                </a:lnTo>
                <a:lnTo>
                  <a:pt x="6377" y="5500"/>
                </a:lnTo>
                <a:lnTo>
                  <a:pt x="6355" y="5435"/>
                </a:lnTo>
                <a:lnTo>
                  <a:pt x="6334" y="5393"/>
                </a:lnTo>
                <a:lnTo>
                  <a:pt x="6291" y="5371"/>
                </a:lnTo>
                <a:lnTo>
                  <a:pt x="6227" y="5328"/>
                </a:lnTo>
                <a:lnTo>
                  <a:pt x="6163" y="5307"/>
                </a:lnTo>
                <a:lnTo>
                  <a:pt x="6163" y="5307"/>
                </a:lnTo>
                <a:lnTo>
                  <a:pt x="6098" y="5307"/>
                </a:lnTo>
                <a:lnTo>
                  <a:pt x="6034" y="5328"/>
                </a:lnTo>
                <a:lnTo>
                  <a:pt x="5885" y="5393"/>
                </a:lnTo>
                <a:lnTo>
                  <a:pt x="5756" y="5435"/>
                </a:lnTo>
                <a:lnTo>
                  <a:pt x="5692" y="5435"/>
                </a:lnTo>
                <a:lnTo>
                  <a:pt x="5649" y="5435"/>
                </a:lnTo>
                <a:lnTo>
                  <a:pt x="5649" y="5435"/>
                </a:lnTo>
                <a:lnTo>
                  <a:pt x="5585" y="5393"/>
                </a:lnTo>
                <a:lnTo>
                  <a:pt x="5542" y="5371"/>
                </a:lnTo>
                <a:lnTo>
                  <a:pt x="5457" y="5286"/>
                </a:lnTo>
                <a:lnTo>
                  <a:pt x="5371" y="5221"/>
                </a:lnTo>
                <a:lnTo>
                  <a:pt x="5307" y="5200"/>
                </a:lnTo>
                <a:lnTo>
                  <a:pt x="5221" y="5200"/>
                </a:lnTo>
                <a:lnTo>
                  <a:pt x="5221" y="5200"/>
                </a:lnTo>
                <a:lnTo>
                  <a:pt x="5178" y="5200"/>
                </a:lnTo>
                <a:lnTo>
                  <a:pt x="5114" y="5221"/>
                </a:lnTo>
                <a:lnTo>
                  <a:pt x="5007" y="5264"/>
                </a:lnTo>
                <a:lnTo>
                  <a:pt x="4922" y="5328"/>
                </a:lnTo>
                <a:lnTo>
                  <a:pt x="4858" y="5350"/>
                </a:lnTo>
                <a:lnTo>
                  <a:pt x="4815" y="5350"/>
                </a:lnTo>
                <a:lnTo>
                  <a:pt x="4815" y="5350"/>
                </a:lnTo>
                <a:close/>
                <a:moveTo>
                  <a:pt x="4237" y="5970"/>
                </a:moveTo>
                <a:lnTo>
                  <a:pt x="4237" y="5970"/>
                </a:lnTo>
                <a:lnTo>
                  <a:pt x="4130" y="5949"/>
                </a:lnTo>
                <a:lnTo>
                  <a:pt x="3959" y="5949"/>
                </a:lnTo>
                <a:lnTo>
                  <a:pt x="3895" y="5949"/>
                </a:lnTo>
                <a:lnTo>
                  <a:pt x="3831" y="5970"/>
                </a:lnTo>
                <a:lnTo>
                  <a:pt x="3809" y="5992"/>
                </a:lnTo>
                <a:lnTo>
                  <a:pt x="3809" y="6056"/>
                </a:lnTo>
                <a:lnTo>
                  <a:pt x="3809" y="6056"/>
                </a:lnTo>
                <a:lnTo>
                  <a:pt x="3831" y="6077"/>
                </a:lnTo>
                <a:lnTo>
                  <a:pt x="3852" y="6120"/>
                </a:lnTo>
                <a:lnTo>
                  <a:pt x="3980" y="6163"/>
                </a:lnTo>
                <a:lnTo>
                  <a:pt x="4151" y="6206"/>
                </a:lnTo>
                <a:lnTo>
                  <a:pt x="4344" y="6227"/>
                </a:lnTo>
                <a:lnTo>
                  <a:pt x="4515" y="6227"/>
                </a:lnTo>
                <a:lnTo>
                  <a:pt x="4665" y="6227"/>
                </a:lnTo>
                <a:lnTo>
                  <a:pt x="4751" y="6184"/>
                </a:lnTo>
                <a:lnTo>
                  <a:pt x="4772" y="6141"/>
                </a:lnTo>
                <a:lnTo>
                  <a:pt x="4772" y="6099"/>
                </a:lnTo>
                <a:lnTo>
                  <a:pt x="4772" y="6099"/>
                </a:lnTo>
                <a:lnTo>
                  <a:pt x="4751" y="6056"/>
                </a:lnTo>
                <a:lnTo>
                  <a:pt x="4686" y="6035"/>
                </a:lnTo>
                <a:lnTo>
                  <a:pt x="4537" y="5992"/>
                </a:lnTo>
                <a:lnTo>
                  <a:pt x="4237" y="5970"/>
                </a:lnTo>
                <a:lnTo>
                  <a:pt x="4237" y="5970"/>
                </a:lnTo>
                <a:close/>
                <a:moveTo>
                  <a:pt x="7939" y="6056"/>
                </a:moveTo>
                <a:lnTo>
                  <a:pt x="7939" y="6056"/>
                </a:lnTo>
                <a:lnTo>
                  <a:pt x="7917" y="6035"/>
                </a:lnTo>
                <a:lnTo>
                  <a:pt x="7853" y="6013"/>
                </a:lnTo>
                <a:lnTo>
                  <a:pt x="7703" y="6035"/>
                </a:lnTo>
                <a:lnTo>
                  <a:pt x="7575" y="6099"/>
                </a:lnTo>
                <a:lnTo>
                  <a:pt x="7532" y="6141"/>
                </a:lnTo>
                <a:lnTo>
                  <a:pt x="7511" y="6163"/>
                </a:lnTo>
                <a:lnTo>
                  <a:pt x="7511" y="6163"/>
                </a:lnTo>
                <a:lnTo>
                  <a:pt x="7532" y="6206"/>
                </a:lnTo>
                <a:lnTo>
                  <a:pt x="7575" y="6227"/>
                </a:lnTo>
                <a:lnTo>
                  <a:pt x="7660" y="6227"/>
                </a:lnTo>
                <a:lnTo>
                  <a:pt x="7746" y="6227"/>
                </a:lnTo>
                <a:lnTo>
                  <a:pt x="7832" y="6206"/>
                </a:lnTo>
                <a:lnTo>
                  <a:pt x="7917" y="6163"/>
                </a:lnTo>
                <a:lnTo>
                  <a:pt x="7939" y="6120"/>
                </a:lnTo>
                <a:lnTo>
                  <a:pt x="7939" y="6056"/>
                </a:lnTo>
                <a:lnTo>
                  <a:pt x="7939" y="6056"/>
                </a:lnTo>
                <a:close/>
                <a:moveTo>
                  <a:pt x="5457" y="6120"/>
                </a:moveTo>
                <a:lnTo>
                  <a:pt x="5457" y="6120"/>
                </a:lnTo>
                <a:lnTo>
                  <a:pt x="5414" y="6163"/>
                </a:lnTo>
                <a:lnTo>
                  <a:pt x="5414" y="6184"/>
                </a:lnTo>
                <a:lnTo>
                  <a:pt x="5435" y="6206"/>
                </a:lnTo>
                <a:lnTo>
                  <a:pt x="5478" y="6248"/>
                </a:lnTo>
                <a:lnTo>
                  <a:pt x="5564" y="6270"/>
                </a:lnTo>
                <a:lnTo>
                  <a:pt x="5756" y="6313"/>
                </a:lnTo>
                <a:lnTo>
                  <a:pt x="5863" y="6334"/>
                </a:lnTo>
                <a:lnTo>
                  <a:pt x="5863" y="6334"/>
                </a:lnTo>
                <a:lnTo>
                  <a:pt x="6227" y="6355"/>
                </a:lnTo>
                <a:lnTo>
                  <a:pt x="6441" y="6355"/>
                </a:lnTo>
                <a:lnTo>
                  <a:pt x="6505" y="6355"/>
                </a:lnTo>
                <a:lnTo>
                  <a:pt x="6548" y="6334"/>
                </a:lnTo>
                <a:lnTo>
                  <a:pt x="6548" y="6334"/>
                </a:lnTo>
                <a:lnTo>
                  <a:pt x="6419" y="6248"/>
                </a:lnTo>
                <a:lnTo>
                  <a:pt x="6270" y="6206"/>
                </a:lnTo>
                <a:lnTo>
                  <a:pt x="5970" y="6163"/>
                </a:lnTo>
                <a:lnTo>
                  <a:pt x="5970" y="6163"/>
                </a:lnTo>
                <a:lnTo>
                  <a:pt x="5713" y="6120"/>
                </a:lnTo>
                <a:lnTo>
                  <a:pt x="5564" y="6099"/>
                </a:lnTo>
                <a:lnTo>
                  <a:pt x="5499" y="6099"/>
                </a:lnTo>
                <a:lnTo>
                  <a:pt x="5457" y="6120"/>
                </a:lnTo>
                <a:lnTo>
                  <a:pt x="5457" y="6120"/>
                </a:lnTo>
                <a:close/>
                <a:moveTo>
                  <a:pt x="5200" y="7853"/>
                </a:moveTo>
                <a:lnTo>
                  <a:pt x="5200" y="7853"/>
                </a:lnTo>
                <a:lnTo>
                  <a:pt x="5114" y="7875"/>
                </a:lnTo>
                <a:lnTo>
                  <a:pt x="5093" y="7875"/>
                </a:lnTo>
                <a:lnTo>
                  <a:pt x="5093" y="7853"/>
                </a:lnTo>
                <a:lnTo>
                  <a:pt x="5178" y="7682"/>
                </a:lnTo>
                <a:lnTo>
                  <a:pt x="5178" y="7682"/>
                </a:lnTo>
                <a:lnTo>
                  <a:pt x="5221" y="7596"/>
                </a:lnTo>
                <a:lnTo>
                  <a:pt x="5264" y="7489"/>
                </a:lnTo>
                <a:lnTo>
                  <a:pt x="5264" y="7447"/>
                </a:lnTo>
                <a:lnTo>
                  <a:pt x="5264" y="7425"/>
                </a:lnTo>
                <a:lnTo>
                  <a:pt x="5243" y="7382"/>
                </a:lnTo>
                <a:lnTo>
                  <a:pt x="5178" y="7361"/>
                </a:lnTo>
                <a:lnTo>
                  <a:pt x="5178" y="7361"/>
                </a:lnTo>
                <a:lnTo>
                  <a:pt x="5093" y="7382"/>
                </a:lnTo>
                <a:lnTo>
                  <a:pt x="4986" y="7425"/>
                </a:lnTo>
                <a:lnTo>
                  <a:pt x="4879" y="7489"/>
                </a:lnTo>
                <a:lnTo>
                  <a:pt x="4751" y="7575"/>
                </a:lnTo>
                <a:lnTo>
                  <a:pt x="4558" y="7789"/>
                </a:lnTo>
                <a:lnTo>
                  <a:pt x="4430" y="7939"/>
                </a:lnTo>
                <a:lnTo>
                  <a:pt x="4430" y="7939"/>
                </a:lnTo>
                <a:lnTo>
                  <a:pt x="4430" y="7703"/>
                </a:lnTo>
                <a:lnTo>
                  <a:pt x="4451" y="7361"/>
                </a:lnTo>
                <a:lnTo>
                  <a:pt x="4430" y="7211"/>
                </a:lnTo>
                <a:lnTo>
                  <a:pt x="4387" y="7061"/>
                </a:lnTo>
                <a:lnTo>
                  <a:pt x="4365" y="7019"/>
                </a:lnTo>
                <a:lnTo>
                  <a:pt x="4323" y="6997"/>
                </a:lnTo>
                <a:lnTo>
                  <a:pt x="4280" y="6976"/>
                </a:lnTo>
                <a:lnTo>
                  <a:pt x="4216" y="6976"/>
                </a:lnTo>
                <a:lnTo>
                  <a:pt x="4216" y="6976"/>
                </a:lnTo>
                <a:lnTo>
                  <a:pt x="4109" y="7019"/>
                </a:lnTo>
                <a:lnTo>
                  <a:pt x="4023" y="7083"/>
                </a:lnTo>
                <a:lnTo>
                  <a:pt x="3938" y="7190"/>
                </a:lnTo>
                <a:lnTo>
                  <a:pt x="3852" y="7318"/>
                </a:lnTo>
                <a:lnTo>
                  <a:pt x="3702" y="7554"/>
                </a:lnTo>
                <a:lnTo>
                  <a:pt x="3595" y="7746"/>
                </a:lnTo>
                <a:lnTo>
                  <a:pt x="3595" y="7746"/>
                </a:lnTo>
                <a:lnTo>
                  <a:pt x="3488" y="7960"/>
                </a:lnTo>
                <a:lnTo>
                  <a:pt x="3445" y="8067"/>
                </a:lnTo>
                <a:lnTo>
                  <a:pt x="3424" y="8110"/>
                </a:lnTo>
                <a:lnTo>
                  <a:pt x="3445" y="8174"/>
                </a:lnTo>
                <a:lnTo>
                  <a:pt x="3445" y="8174"/>
                </a:lnTo>
                <a:lnTo>
                  <a:pt x="3467" y="8217"/>
                </a:lnTo>
                <a:lnTo>
                  <a:pt x="3488" y="8238"/>
                </a:lnTo>
                <a:lnTo>
                  <a:pt x="3531" y="8238"/>
                </a:lnTo>
                <a:lnTo>
                  <a:pt x="3552" y="8238"/>
                </a:lnTo>
                <a:lnTo>
                  <a:pt x="3638" y="8195"/>
                </a:lnTo>
                <a:lnTo>
                  <a:pt x="3702" y="8110"/>
                </a:lnTo>
                <a:lnTo>
                  <a:pt x="3702" y="8110"/>
                </a:lnTo>
                <a:lnTo>
                  <a:pt x="3788" y="7960"/>
                </a:lnTo>
                <a:lnTo>
                  <a:pt x="3895" y="7746"/>
                </a:lnTo>
                <a:lnTo>
                  <a:pt x="3959" y="7639"/>
                </a:lnTo>
                <a:lnTo>
                  <a:pt x="4023" y="7554"/>
                </a:lnTo>
                <a:lnTo>
                  <a:pt x="4087" y="7489"/>
                </a:lnTo>
                <a:lnTo>
                  <a:pt x="4173" y="7468"/>
                </a:lnTo>
                <a:lnTo>
                  <a:pt x="4173" y="7468"/>
                </a:lnTo>
                <a:lnTo>
                  <a:pt x="4151" y="7554"/>
                </a:lnTo>
                <a:lnTo>
                  <a:pt x="4130" y="7661"/>
                </a:lnTo>
                <a:lnTo>
                  <a:pt x="4130" y="7768"/>
                </a:lnTo>
                <a:lnTo>
                  <a:pt x="4130" y="7896"/>
                </a:lnTo>
                <a:lnTo>
                  <a:pt x="4151" y="8003"/>
                </a:lnTo>
                <a:lnTo>
                  <a:pt x="4216" y="8110"/>
                </a:lnTo>
                <a:lnTo>
                  <a:pt x="4280" y="8174"/>
                </a:lnTo>
                <a:lnTo>
                  <a:pt x="4387" y="8195"/>
                </a:lnTo>
                <a:lnTo>
                  <a:pt x="4387" y="8195"/>
                </a:lnTo>
                <a:lnTo>
                  <a:pt x="4472" y="8153"/>
                </a:lnTo>
                <a:lnTo>
                  <a:pt x="4622" y="8046"/>
                </a:lnTo>
                <a:lnTo>
                  <a:pt x="4836" y="7875"/>
                </a:lnTo>
                <a:lnTo>
                  <a:pt x="4836" y="7875"/>
                </a:lnTo>
                <a:lnTo>
                  <a:pt x="4815" y="7960"/>
                </a:lnTo>
                <a:lnTo>
                  <a:pt x="4793" y="8067"/>
                </a:lnTo>
                <a:lnTo>
                  <a:pt x="4815" y="8195"/>
                </a:lnTo>
                <a:lnTo>
                  <a:pt x="4836" y="8238"/>
                </a:lnTo>
                <a:lnTo>
                  <a:pt x="4879" y="8260"/>
                </a:lnTo>
                <a:lnTo>
                  <a:pt x="4879" y="8260"/>
                </a:lnTo>
                <a:lnTo>
                  <a:pt x="4922" y="8281"/>
                </a:lnTo>
                <a:lnTo>
                  <a:pt x="4965" y="8260"/>
                </a:lnTo>
                <a:lnTo>
                  <a:pt x="5029" y="8238"/>
                </a:lnTo>
                <a:lnTo>
                  <a:pt x="5114" y="8174"/>
                </a:lnTo>
                <a:lnTo>
                  <a:pt x="5178" y="8153"/>
                </a:lnTo>
                <a:lnTo>
                  <a:pt x="5178" y="8153"/>
                </a:lnTo>
                <a:lnTo>
                  <a:pt x="5178" y="8153"/>
                </a:lnTo>
                <a:lnTo>
                  <a:pt x="5157" y="8174"/>
                </a:lnTo>
                <a:lnTo>
                  <a:pt x="5157" y="8238"/>
                </a:lnTo>
                <a:lnTo>
                  <a:pt x="5157" y="8324"/>
                </a:lnTo>
                <a:lnTo>
                  <a:pt x="5200" y="8409"/>
                </a:lnTo>
                <a:lnTo>
                  <a:pt x="5243" y="8474"/>
                </a:lnTo>
                <a:lnTo>
                  <a:pt x="5264" y="8474"/>
                </a:lnTo>
                <a:lnTo>
                  <a:pt x="5307" y="8474"/>
                </a:lnTo>
                <a:lnTo>
                  <a:pt x="5328" y="8452"/>
                </a:lnTo>
                <a:lnTo>
                  <a:pt x="5350" y="8409"/>
                </a:lnTo>
                <a:lnTo>
                  <a:pt x="5414" y="8260"/>
                </a:lnTo>
                <a:lnTo>
                  <a:pt x="5414" y="8260"/>
                </a:lnTo>
                <a:lnTo>
                  <a:pt x="5478" y="8046"/>
                </a:lnTo>
                <a:lnTo>
                  <a:pt x="5499" y="7939"/>
                </a:lnTo>
                <a:lnTo>
                  <a:pt x="5499" y="7875"/>
                </a:lnTo>
                <a:lnTo>
                  <a:pt x="5478" y="7832"/>
                </a:lnTo>
                <a:lnTo>
                  <a:pt x="5478" y="7832"/>
                </a:lnTo>
                <a:lnTo>
                  <a:pt x="5457" y="7810"/>
                </a:lnTo>
                <a:lnTo>
                  <a:pt x="5414" y="7789"/>
                </a:lnTo>
                <a:lnTo>
                  <a:pt x="5392" y="7768"/>
                </a:lnTo>
                <a:lnTo>
                  <a:pt x="5350" y="7789"/>
                </a:lnTo>
                <a:lnTo>
                  <a:pt x="5200" y="7853"/>
                </a:lnTo>
                <a:lnTo>
                  <a:pt x="5200" y="7853"/>
                </a:lnTo>
                <a:close/>
                <a:moveTo>
                  <a:pt x="5842" y="7168"/>
                </a:moveTo>
                <a:lnTo>
                  <a:pt x="5842" y="7168"/>
                </a:lnTo>
                <a:lnTo>
                  <a:pt x="5820" y="7190"/>
                </a:lnTo>
                <a:lnTo>
                  <a:pt x="5820" y="7233"/>
                </a:lnTo>
                <a:lnTo>
                  <a:pt x="5842" y="7361"/>
                </a:lnTo>
                <a:lnTo>
                  <a:pt x="5885" y="7511"/>
                </a:lnTo>
                <a:lnTo>
                  <a:pt x="5970" y="7682"/>
                </a:lnTo>
                <a:lnTo>
                  <a:pt x="6141" y="8024"/>
                </a:lnTo>
                <a:lnTo>
                  <a:pt x="6205" y="8153"/>
                </a:lnTo>
                <a:lnTo>
                  <a:pt x="6227" y="8238"/>
                </a:lnTo>
                <a:lnTo>
                  <a:pt x="6227" y="8238"/>
                </a:lnTo>
                <a:lnTo>
                  <a:pt x="6227" y="8345"/>
                </a:lnTo>
                <a:lnTo>
                  <a:pt x="6205" y="8474"/>
                </a:lnTo>
                <a:lnTo>
                  <a:pt x="6205" y="8602"/>
                </a:lnTo>
                <a:lnTo>
                  <a:pt x="6205" y="8645"/>
                </a:lnTo>
                <a:lnTo>
                  <a:pt x="6227" y="8688"/>
                </a:lnTo>
                <a:lnTo>
                  <a:pt x="6227" y="8688"/>
                </a:lnTo>
                <a:lnTo>
                  <a:pt x="6291" y="8730"/>
                </a:lnTo>
                <a:lnTo>
                  <a:pt x="6355" y="8730"/>
                </a:lnTo>
                <a:lnTo>
                  <a:pt x="6419" y="8688"/>
                </a:lnTo>
                <a:lnTo>
                  <a:pt x="6462" y="8623"/>
                </a:lnTo>
                <a:lnTo>
                  <a:pt x="6462" y="8623"/>
                </a:lnTo>
                <a:lnTo>
                  <a:pt x="6484" y="8559"/>
                </a:lnTo>
                <a:lnTo>
                  <a:pt x="6505" y="8474"/>
                </a:lnTo>
                <a:lnTo>
                  <a:pt x="6484" y="8260"/>
                </a:lnTo>
                <a:lnTo>
                  <a:pt x="6419" y="7982"/>
                </a:lnTo>
                <a:lnTo>
                  <a:pt x="6312" y="7725"/>
                </a:lnTo>
                <a:lnTo>
                  <a:pt x="6184" y="7468"/>
                </a:lnTo>
                <a:lnTo>
                  <a:pt x="6056" y="7275"/>
                </a:lnTo>
                <a:lnTo>
                  <a:pt x="5992" y="7211"/>
                </a:lnTo>
                <a:lnTo>
                  <a:pt x="5949" y="7168"/>
                </a:lnTo>
                <a:lnTo>
                  <a:pt x="5885" y="7147"/>
                </a:lnTo>
                <a:lnTo>
                  <a:pt x="5842" y="7168"/>
                </a:lnTo>
                <a:lnTo>
                  <a:pt x="5842" y="7168"/>
                </a:lnTo>
                <a:close/>
                <a:moveTo>
                  <a:pt x="6869" y="8195"/>
                </a:moveTo>
                <a:lnTo>
                  <a:pt x="6869" y="8195"/>
                </a:lnTo>
                <a:lnTo>
                  <a:pt x="6890" y="8153"/>
                </a:lnTo>
                <a:lnTo>
                  <a:pt x="6869" y="8046"/>
                </a:lnTo>
                <a:lnTo>
                  <a:pt x="6847" y="7939"/>
                </a:lnTo>
                <a:lnTo>
                  <a:pt x="6805" y="7810"/>
                </a:lnTo>
                <a:lnTo>
                  <a:pt x="6740" y="7703"/>
                </a:lnTo>
                <a:lnTo>
                  <a:pt x="6676" y="7618"/>
                </a:lnTo>
                <a:lnTo>
                  <a:pt x="6612" y="7554"/>
                </a:lnTo>
                <a:lnTo>
                  <a:pt x="6569" y="7554"/>
                </a:lnTo>
                <a:lnTo>
                  <a:pt x="6548" y="7554"/>
                </a:lnTo>
                <a:lnTo>
                  <a:pt x="6548" y="7554"/>
                </a:lnTo>
                <a:lnTo>
                  <a:pt x="6505" y="7596"/>
                </a:lnTo>
                <a:lnTo>
                  <a:pt x="6505" y="7703"/>
                </a:lnTo>
                <a:lnTo>
                  <a:pt x="6548" y="7960"/>
                </a:lnTo>
                <a:lnTo>
                  <a:pt x="6633" y="8431"/>
                </a:lnTo>
                <a:lnTo>
                  <a:pt x="6633" y="8431"/>
                </a:lnTo>
                <a:lnTo>
                  <a:pt x="6633" y="8516"/>
                </a:lnTo>
                <a:lnTo>
                  <a:pt x="6655" y="8623"/>
                </a:lnTo>
                <a:lnTo>
                  <a:pt x="6676" y="8666"/>
                </a:lnTo>
                <a:lnTo>
                  <a:pt x="6698" y="8709"/>
                </a:lnTo>
                <a:lnTo>
                  <a:pt x="6740" y="8730"/>
                </a:lnTo>
                <a:lnTo>
                  <a:pt x="6805" y="8730"/>
                </a:lnTo>
                <a:lnTo>
                  <a:pt x="6805" y="8730"/>
                </a:lnTo>
                <a:lnTo>
                  <a:pt x="6847" y="8730"/>
                </a:lnTo>
                <a:lnTo>
                  <a:pt x="6890" y="8688"/>
                </a:lnTo>
                <a:lnTo>
                  <a:pt x="6976" y="8602"/>
                </a:lnTo>
                <a:lnTo>
                  <a:pt x="7040" y="8495"/>
                </a:lnTo>
                <a:lnTo>
                  <a:pt x="7083" y="8409"/>
                </a:lnTo>
                <a:lnTo>
                  <a:pt x="7083" y="8409"/>
                </a:lnTo>
                <a:lnTo>
                  <a:pt x="7125" y="8538"/>
                </a:lnTo>
                <a:lnTo>
                  <a:pt x="7147" y="8581"/>
                </a:lnTo>
                <a:lnTo>
                  <a:pt x="7190" y="8623"/>
                </a:lnTo>
                <a:lnTo>
                  <a:pt x="7211" y="8645"/>
                </a:lnTo>
                <a:lnTo>
                  <a:pt x="7254" y="8645"/>
                </a:lnTo>
                <a:lnTo>
                  <a:pt x="7297" y="8602"/>
                </a:lnTo>
                <a:lnTo>
                  <a:pt x="7339" y="8538"/>
                </a:lnTo>
                <a:lnTo>
                  <a:pt x="7339" y="8538"/>
                </a:lnTo>
                <a:lnTo>
                  <a:pt x="7361" y="8409"/>
                </a:lnTo>
                <a:lnTo>
                  <a:pt x="7361" y="8281"/>
                </a:lnTo>
                <a:lnTo>
                  <a:pt x="7297" y="8003"/>
                </a:lnTo>
                <a:lnTo>
                  <a:pt x="7297" y="8003"/>
                </a:lnTo>
                <a:lnTo>
                  <a:pt x="7254" y="7853"/>
                </a:lnTo>
                <a:lnTo>
                  <a:pt x="7211" y="7789"/>
                </a:lnTo>
                <a:lnTo>
                  <a:pt x="7168" y="7789"/>
                </a:lnTo>
                <a:lnTo>
                  <a:pt x="7147" y="7789"/>
                </a:lnTo>
                <a:lnTo>
                  <a:pt x="7083" y="7853"/>
                </a:lnTo>
                <a:lnTo>
                  <a:pt x="6976" y="8024"/>
                </a:lnTo>
                <a:lnTo>
                  <a:pt x="6869" y="8195"/>
                </a:lnTo>
                <a:lnTo>
                  <a:pt x="6869" y="8195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5"/>
          <p:cNvSpPr/>
          <p:nvPr/>
        </p:nvSpPr>
        <p:spPr>
          <a:xfrm>
            <a:off x="6666748" y="1878349"/>
            <a:ext cx="590459" cy="542939"/>
          </a:xfrm>
          <a:custGeom>
            <a:rect b="b" l="l" r="r" t="t"/>
            <a:pathLst>
              <a:path extrusionOk="0" h="8773" w="8945">
                <a:moveTo>
                  <a:pt x="6205" y="385"/>
                </a:moveTo>
                <a:lnTo>
                  <a:pt x="6419" y="407"/>
                </a:lnTo>
                <a:lnTo>
                  <a:pt x="6633" y="449"/>
                </a:lnTo>
                <a:lnTo>
                  <a:pt x="6847" y="535"/>
                </a:lnTo>
                <a:lnTo>
                  <a:pt x="7040" y="663"/>
                </a:lnTo>
                <a:lnTo>
                  <a:pt x="7147" y="749"/>
                </a:lnTo>
                <a:lnTo>
                  <a:pt x="7232" y="834"/>
                </a:lnTo>
                <a:lnTo>
                  <a:pt x="7297" y="941"/>
                </a:lnTo>
                <a:lnTo>
                  <a:pt x="7361" y="1048"/>
                </a:lnTo>
                <a:lnTo>
                  <a:pt x="7404" y="1177"/>
                </a:lnTo>
                <a:lnTo>
                  <a:pt x="7425" y="1305"/>
                </a:lnTo>
                <a:lnTo>
                  <a:pt x="7425" y="1412"/>
                </a:lnTo>
                <a:lnTo>
                  <a:pt x="7382" y="1541"/>
                </a:lnTo>
                <a:lnTo>
                  <a:pt x="7339" y="1648"/>
                </a:lnTo>
                <a:lnTo>
                  <a:pt x="7254" y="1754"/>
                </a:lnTo>
                <a:lnTo>
                  <a:pt x="7061" y="1926"/>
                </a:lnTo>
                <a:lnTo>
                  <a:pt x="6890" y="2033"/>
                </a:lnTo>
                <a:lnTo>
                  <a:pt x="6805" y="2097"/>
                </a:lnTo>
                <a:lnTo>
                  <a:pt x="6740" y="2161"/>
                </a:lnTo>
                <a:lnTo>
                  <a:pt x="6719" y="2225"/>
                </a:lnTo>
                <a:lnTo>
                  <a:pt x="6719" y="2268"/>
                </a:lnTo>
                <a:lnTo>
                  <a:pt x="6719" y="2311"/>
                </a:lnTo>
                <a:lnTo>
                  <a:pt x="6762" y="2354"/>
                </a:lnTo>
                <a:lnTo>
                  <a:pt x="6847" y="2396"/>
                </a:lnTo>
                <a:lnTo>
                  <a:pt x="6954" y="2396"/>
                </a:lnTo>
                <a:lnTo>
                  <a:pt x="7061" y="2375"/>
                </a:lnTo>
                <a:lnTo>
                  <a:pt x="7147" y="2332"/>
                </a:lnTo>
                <a:lnTo>
                  <a:pt x="7318" y="2204"/>
                </a:lnTo>
                <a:lnTo>
                  <a:pt x="7446" y="2075"/>
                </a:lnTo>
                <a:lnTo>
                  <a:pt x="7532" y="2033"/>
                </a:lnTo>
                <a:lnTo>
                  <a:pt x="7596" y="2033"/>
                </a:lnTo>
                <a:lnTo>
                  <a:pt x="7639" y="2075"/>
                </a:lnTo>
                <a:lnTo>
                  <a:pt x="7660" y="2118"/>
                </a:lnTo>
                <a:lnTo>
                  <a:pt x="7660" y="2247"/>
                </a:lnTo>
                <a:lnTo>
                  <a:pt x="7660" y="2375"/>
                </a:lnTo>
                <a:lnTo>
                  <a:pt x="7660" y="2461"/>
                </a:lnTo>
                <a:lnTo>
                  <a:pt x="7618" y="2568"/>
                </a:lnTo>
                <a:lnTo>
                  <a:pt x="7553" y="2675"/>
                </a:lnTo>
                <a:lnTo>
                  <a:pt x="7468" y="2760"/>
                </a:lnTo>
                <a:lnTo>
                  <a:pt x="7382" y="2824"/>
                </a:lnTo>
                <a:lnTo>
                  <a:pt x="7254" y="2867"/>
                </a:lnTo>
                <a:lnTo>
                  <a:pt x="7147" y="2910"/>
                </a:lnTo>
                <a:lnTo>
                  <a:pt x="7019" y="2931"/>
                </a:lnTo>
                <a:lnTo>
                  <a:pt x="6826" y="2931"/>
                </a:lnTo>
                <a:lnTo>
                  <a:pt x="6698" y="2888"/>
                </a:lnTo>
                <a:lnTo>
                  <a:pt x="6462" y="2846"/>
                </a:lnTo>
                <a:lnTo>
                  <a:pt x="6334" y="2824"/>
                </a:lnTo>
                <a:lnTo>
                  <a:pt x="6248" y="2846"/>
                </a:lnTo>
                <a:lnTo>
                  <a:pt x="6227" y="2888"/>
                </a:lnTo>
                <a:lnTo>
                  <a:pt x="6205" y="2910"/>
                </a:lnTo>
                <a:lnTo>
                  <a:pt x="6205" y="2974"/>
                </a:lnTo>
                <a:lnTo>
                  <a:pt x="6205" y="3038"/>
                </a:lnTo>
                <a:lnTo>
                  <a:pt x="6227" y="3124"/>
                </a:lnTo>
                <a:lnTo>
                  <a:pt x="6270" y="3167"/>
                </a:lnTo>
                <a:lnTo>
                  <a:pt x="6270" y="3209"/>
                </a:lnTo>
                <a:lnTo>
                  <a:pt x="6227" y="3274"/>
                </a:lnTo>
                <a:lnTo>
                  <a:pt x="6163" y="3338"/>
                </a:lnTo>
                <a:lnTo>
                  <a:pt x="6056" y="3359"/>
                </a:lnTo>
                <a:lnTo>
                  <a:pt x="5970" y="3381"/>
                </a:lnTo>
                <a:lnTo>
                  <a:pt x="5863" y="3381"/>
                </a:lnTo>
                <a:lnTo>
                  <a:pt x="5778" y="3359"/>
                </a:lnTo>
                <a:lnTo>
                  <a:pt x="5692" y="3338"/>
                </a:lnTo>
                <a:lnTo>
                  <a:pt x="5649" y="3295"/>
                </a:lnTo>
                <a:lnTo>
                  <a:pt x="5628" y="3274"/>
                </a:lnTo>
                <a:lnTo>
                  <a:pt x="5606" y="3188"/>
                </a:lnTo>
                <a:lnTo>
                  <a:pt x="5606" y="3102"/>
                </a:lnTo>
                <a:lnTo>
                  <a:pt x="5564" y="3038"/>
                </a:lnTo>
                <a:lnTo>
                  <a:pt x="5499" y="2995"/>
                </a:lnTo>
                <a:lnTo>
                  <a:pt x="5414" y="2953"/>
                </a:lnTo>
                <a:lnTo>
                  <a:pt x="5307" y="2931"/>
                </a:lnTo>
                <a:lnTo>
                  <a:pt x="5221" y="2953"/>
                </a:lnTo>
                <a:lnTo>
                  <a:pt x="5178" y="2995"/>
                </a:lnTo>
                <a:lnTo>
                  <a:pt x="5136" y="3060"/>
                </a:lnTo>
                <a:lnTo>
                  <a:pt x="5093" y="3102"/>
                </a:lnTo>
                <a:lnTo>
                  <a:pt x="5050" y="3124"/>
                </a:lnTo>
                <a:lnTo>
                  <a:pt x="5007" y="3102"/>
                </a:lnTo>
                <a:lnTo>
                  <a:pt x="4965" y="3081"/>
                </a:lnTo>
                <a:lnTo>
                  <a:pt x="4943" y="3060"/>
                </a:lnTo>
                <a:lnTo>
                  <a:pt x="4922" y="2974"/>
                </a:lnTo>
                <a:lnTo>
                  <a:pt x="4900" y="2888"/>
                </a:lnTo>
                <a:lnTo>
                  <a:pt x="4879" y="2867"/>
                </a:lnTo>
                <a:lnTo>
                  <a:pt x="4815" y="2867"/>
                </a:lnTo>
                <a:lnTo>
                  <a:pt x="4793" y="2888"/>
                </a:lnTo>
                <a:lnTo>
                  <a:pt x="4772" y="2910"/>
                </a:lnTo>
                <a:lnTo>
                  <a:pt x="4751" y="2974"/>
                </a:lnTo>
                <a:lnTo>
                  <a:pt x="4729" y="3017"/>
                </a:lnTo>
                <a:lnTo>
                  <a:pt x="4708" y="3038"/>
                </a:lnTo>
                <a:lnTo>
                  <a:pt x="4665" y="3038"/>
                </a:lnTo>
                <a:lnTo>
                  <a:pt x="4644" y="3017"/>
                </a:lnTo>
                <a:lnTo>
                  <a:pt x="4622" y="2974"/>
                </a:lnTo>
                <a:lnTo>
                  <a:pt x="4622" y="2888"/>
                </a:lnTo>
                <a:lnTo>
                  <a:pt x="4622" y="2781"/>
                </a:lnTo>
                <a:lnTo>
                  <a:pt x="4622" y="2632"/>
                </a:lnTo>
                <a:lnTo>
                  <a:pt x="4622" y="2568"/>
                </a:lnTo>
                <a:lnTo>
                  <a:pt x="4601" y="2525"/>
                </a:lnTo>
                <a:lnTo>
                  <a:pt x="4558" y="2503"/>
                </a:lnTo>
                <a:lnTo>
                  <a:pt x="4515" y="2525"/>
                </a:lnTo>
                <a:lnTo>
                  <a:pt x="4451" y="2546"/>
                </a:lnTo>
                <a:lnTo>
                  <a:pt x="4430" y="2503"/>
                </a:lnTo>
                <a:lnTo>
                  <a:pt x="4430" y="2482"/>
                </a:lnTo>
                <a:lnTo>
                  <a:pt x="4451" y="2396"/>
                </a:lnTo>
                <a:lnTo>
                  <a:pt x="4451" y="2311"/>
                </a:lnTo>
                <a:lnTo>
                  <a:pt x="4451" y="2268"/>
                </a:lnTo>
                <a:lnTo>
                  <a:pt x="4430" y="2225"/>
                </a:lnTo>
                <a:lnTo>
                  <a:pt x="4344" y="2225"/>
                </a:lnTo>
                <a:lnTo>
                  <a:pt x="4301" y="2247"/>
                </a:lnTo>
                <a:lnTo>
                  <a:pt x="4280" y="2247"/>
                </a:lnTo>
                <a:lnTo>
                  <a:pt x="4237" y="2204"/>
                </a:lnTo>
                <a:lnTo>
                  <a:pt x="4258" y="2140"/>
                </a:lnTo>
                <a:lnTo>
                  <a:pt x="4258" y="2075"/>
                </a:lnTo>
                <a:lnTo>
                  <a:pt x="4258" y="2011"/>
                </a:lnTo>
                <a:lnTo>
                  <a:pt x="4216" y="1968"/>
                </a:lnTo>
                <a:lnTo>
                  <a:pt x="4194" y="1947"/>
                </a:lnTo>
                <a:lnTo>
                  <a:pt x="4109" y="1926"/>
                </a:lnTo>
                <a:lnTo>
                  <a:pt x="4087" y="1947"/>
                </a:lnTo>
                <a:lnTo>
                  <a:pt x="3873" y="1947"/>
                </a:lnTo>
                <a:lnTo>
                  <a:pt x="3809" y="1926"/>
                </a:lnTo>
                <a:lnTo>
                  <a:pt x="3788" y="1904"/>
                </a:lnTo>
                <a:lnTo>
                  <a:pt x="3745" y="1926"/>
                </a:lnTo>
                <a:lnTo>
                  <a:pt x="3724" y="1947"/>
                </a:lnTo>
                <a:lnTo>
                  <a:pt x="3724" y="1990"/>
                </a:lnTo>
                <a:lnTo>
                  <a:pt x="3724" y="2075"/>
                </a:lnTo>
                <a:lnTo>
                  <a:pt x="3681" y="2054"/>
                </a:lnTo>
                <a:lnTo>
                  <a:pt x="3659" y="2011"/>
                </a:lnTo>
                <a:lnTo>
                  <a:pt x="3659" y="1883"/>
                </a:lnTo>
                <a:lnTo>
                  <a:pt x="3638" y="1754"/>
                </a:lnTo>
                <a:lnTo>
                  <a:pt x="3638" y="1690"/>
                </a:lnTo>
                <a:lnTo>
                  <a:pt x="3595" y="1669"/>
                </a:lnTo>
                <a:lnTo>
                  <a:pt x="3552" y="1648"/>
                </a:lnTo>
                <a:lnTo>
                  <a:pt x="3510" y="1648"/>
                </a:lnTo>
                <a:lnTo>
                  <a:pt x="3488" y="1669"/>
                </a:lnTo>
                <a:lnTo>
                  <a:pt x="3467" y="1690"/>
                </a:lnTo>
                <a:lnTo>
                  <a:pt x="3424" y="1776"/>
                </a:lnTo>
                <a:lnTo>
                  <a:pt x="3381" y="1840"/>
                </a:lnTo>
                <a:lnTo>
                  <a:pt x="3381" y="1605"/>
                </a:lnTo>
                <a:lnTo>
                  <a:pt x="3360" y="1541"/>
                </a:lnTo>
                <a:lnTo>
                  <a:pt x="3338" y="1498"/>
                </a:lnTo>
                <a:lnTo>
                  <a:pt x="3317" y="1455"/>
                </a:lnTo>
                <a:lnTo>
                  <a:pt x="3253" y="1434"/>
                </a:lnTo>
                <a:lnTo>
                  <a:pt x="3189" y="1434"/>
                </a:lnTo>
                <a:lnTo>
                  <a:pt x="3124" y="1455"/>
                </a:lnTo>
                <a:lnTo>
                  <a:pt x="2996" y="1498"/>
                </a:lnTo>
                <a:lnTo>
                  <a:pt x="2632" y="1605"/>
                </a:lnTo>
                <a:lnTo>
                  <a:pt x="2525" y="1669"/>
                </a:lnTo>
                <a:lnTo>
                  <a:pt x="2418" y="1733"/>
                </a:lnTo>
                <a:lnTo>
                  <a:pt x="2290" y="1797"/>
                </a:lnTo>
                <a:lnTo>
                  <a:pt x="2204" y="1840"/>
                </a:lnTo>
                <a:lnTo>
                  <a:pt x="2162" y="1819"/>
                </a:lnTo>
                <a:lnTo>
                  <a:pt x="2140" y="1819"/>
                </a:lnTo>
                <a:lnTo>
                  <a:pt x="2076" y="1754"/>
                </a:lnTo>
                <a:lnTo>
                  <a:pt x="2076" y="1669"/>
                </a:lnTo>
                <a:lnTo>
                  <a:pt x="2076" y="1583"/>
                </a:lnTo>
                <a:lnTo>
                  <a:pt x="2119" y="1519"/>
                </a:lnTo>
                <a:lnTo>
                  <a:pt x="2162" y="1498"/>
                </a:lnTo>
                <a:lnTo>
                  <a:pt x="2226" y="1498"/>
                </a:lnTo>
                <a:lnTo>
                  <a:pt x="2290" y="1541"/>
                </a:lnTo>
                <a:lnTo>
                  <a:pt x="2376" y="1583"/>
                </a:lnTo>
                <a:lnTo>
                  <a:pt x="2483" y="1583"/>
                </a:lnTo>
                <a:lnTo>
                  <a:pt x="2525" y="1562"/>
                </a:lnTo>
                <a:lnTo>
                  <a:pt x="2547" y="1519"/>
                </a:lnTo>
                <a:lnTo>
                  <a:pt x="2568" y="1434"/>
                </a:lnTo>
                <a:lnTo>
                  <a:pt x="2590" y="1348"/>
                </a:lnTo>
                <a:lnTo>
                  <a:pt x="2611" y="1220"/>
                </a:lnTo>
                <a:lnTo>
                  <a:pt x="2632" y="1134"/>
                </a:lnTo>
                <a:lnTo>
                  <a:pt x="2675" y="1048"/>
                </a:lnTo>
                <a:lnTo>
                  <a:pt x="2761" y="963"/>
                </a:lnTo>
                <a:lnTo>
                  <a:pt x="2932" y="813"/>
                </a:lnTo>
                <a:lnTo>
                  <a:pt x="3146" y="685"/>
                </a:lnTo>
                <a:lnTo>
                  <a:pt x="3403" y="578"/>
                </a:lnTo>
                <a:lnTo>
                  <a:pt x="3659" y="535"/>
                </a:lnTo>
                <a:lnTo>
                  <a:pt x="3788" y="514"/>
                </a:lnTo>
                <a:lnTo>
                  <a:pt x="3916" y="535"/>
                </a:lnTo>
                <a:lnTo>
                  <a:pt x="4045" y="535"/>
                </a:lnTo>
                <a:lnTo>
                  <a:pt x="4173" y="578"/>
                </a:lnTo>
                <a:lnTo>
                  <a:pt x="4280" y="642"/>
                </a:lnTo>
                <a:lnTo>
                  <a:pt x="4365" y="706"/>
                </a:lnTo>
                <a:lnTo>
                  <a:pt x="4451" y="792"/>
                </a:lnTo>
                <a:lnTo>
                  <a:pt x="4537" y="920"/>
                </a:lnTo>
                <a:lnTo>
                  <a:pt x="4558" y="1006"/>
                </a:lnTo>
                <a:lnTo>
                  <a:pt x="4558" y="1113"/>
                </a:lnTo>
                <a:lnTo>
                  <a:pt x="4579" y="1220"/>
                </a:lnTo>
                <a:lnTo>
                  <a:pt x="4601" y="1262"/>
                </a:lnTo>
                <a:lnTo>
                  <a:pt x="4622" y="1284"/>
                </a:lnTo>
                <a:lnTo>
                  <a:pt x="4665" y="1305"/>
                </a:lnTo>
                <a:lnTo>
                  <a:pt x="4708" y="1305"/>
                </a:lnTo>
                <a:lnTo>
                  <a:pt x="4772" y="1284"/>
                </a:lnTo>
                <a:lnTo>
                  <a:pt x="4836" y="1220"/>
                </a:lnTo>
                <a:lnTo>
                  <a:pt x="4879" y="1155"/>
                </a:lnTo>
                <a:lnTo>
                  <a:pt x="5050" y="834"/>
                </a:lnTo>
                <a:lnTo>
                  <a:pt x="5093" y="749"/>
                </a:lnTo>
                <a:lnTo>
                  <a:pt x="5157" y="685"/>
                </a:lnTo>
                <a:lnTo>
                  <a:pt x="5221" y="642"/>
                </a:lnTo>
                <a:lnTo>
                  <a:pt x="5328" y="578"/>
                </a:lnTo>
                <a:lnTo>
                  <a:pt x="5542" y="492"/>
                </a:lnTo>
                <a:lnTo>
                  <a:pt x="5756" y="428"/>
                </a:lnTo>
                <a:lnTo>
                  <a:pt x="5970" y="385"/>
                </a:lnTo>
                <a:close/>
                <a:moveTo>
                  <a:pt x="6141" y="0"/>
                </a:moveTo>
                <a:lnTo>
                  <a:pt x="5885" y="21"/>
                </a:lnTo>
                <a:lnTo>
                  <a:pt x="5606" y="64"/>
                </a:lnTo>
                <a:lnTo>
                  <a:pt x="5478" y="107"/>
                </a:lnTo>
                <a:lnTo>
                  <a:pt x="5371" y="171"/>
                </a:lnTo>
                <a:lnTo>
                  <a:pt x="5264" y="235"/>
                </a:lnTo>
                <a:lnTo>
                  <a:pt x="5157" y="300"/>
                </a:lnTo>
                <a:lnTo>
                  <a:pt x="4986" y="492"/>
                </a:lnTo>
                <a:lnTo>
                  <a:pt x="4922" y="578"/>
                </a:lnTo>
                <a:lnTo>
                  <a:pt x="4879" y="621"/>
                </a:lnTo>
                <a:lnTo>
                  <a:pt x="4815" y="621"/>
                </a:lnTo>
                <a:lnTo>
                  <a:pt x="4729" y="599"/>
                </a:lnTo>
                <a:lnTo>
                  <a:pt x="4644" y="535"/>
                </a:lnTo>
                <a:lnTo>
                  <a:pt x="4558" y="471"/>
                </a:lnTo>
                <a:lnTo>
                  <a:pt x="4472" y="385"/>
                </a:lnTo>
                <a:lnTo>
                  <a:pt x="4365" y="321"/>
                </a:lnTo>
                <a:lnTo>
                  <a:pt x="4173" y="257"/>
                </a:lnTo>
                <a:lnTo>
                  <a:pt x="3980" y="214"/>
                </a:lnTo>
                <a:lnTo>
                  <a:pt x="3788" y="193"/>
                </a:lnTo>
                <a:lnTo>
                  <a:pt x="3595" y="193"/>
                </a:lnTo>
                <a:lnTo>
                  <a:pt x="3403" y="214"/>
                </a:lnTo>
                <a:lnTo>
                  <a:pt x="3231" y="257"/>
                </a:lnTo>
                <a:lnTo>
                  <a:pt x="3018" y="364"/>
                </a:lnTo>
                <a:lnTo>
                  <a:pt x="2825" y="492"/>
                </a:lnTo>
                <a:lnTo>
                  <a:pt x="2654" y="642"/>
                </a:lnTo>
                <a:lnTo>
                  <a:pt x="2504" y="792"/>
                </a:lnTo>
                <a:lnTo>
                  <a:pt x="2397" y="963"/>
                </a:lnTo>
                <a:lnTo>
                  <a:pt x="2354" y="1027"/>
                </a:lnTo>
                <a:lnTo>
                  <a:pt x="2269" y="1091"/>
                </a:lnTo>
                <a:lnTo>
                  <a:pt x="2204" y="1134"/>
                </a:lnTo>
                <a:lnTo>
                  <a:pt x="2119" y="1155"/>
                </a:lnTo>
                <a:lnTo>
                  <a:pt x="2033" y="1177"/>
                </a:lnTo>
                <a:lnTo>
                  <a:pt x="1948" y="1220"/>
                </a:lnTo>
                <a:lnTo>
                  <a:pt x="1862" y="1305"/>
                </a:lnTo>
                <a:lnTo>
                  <a:pt x="1798" y="1391"/>
                </a:lnTo>
                <a:lnTo>
                  <a:pt x="1755" y="1455"/>
                </a:lnTo>
                <a:lnTo>
                  <a:pt x="1712" y="1541"/>
                </a:lnTo>
                <a:lnTo>
                  <a:pt x="1712" y="1626"/>
                </a:lnTo>
                <a:lnTo>
                  <a:pt x="1712" y="1690"/>
                </a:lnTo>
                <a:lnTo>
                  <a:pt x="1734" y="1776"/>
                </a:lnTo>
                <a:lnTo>
                  <a:pt x="1777" y="1840"/>
                </a:lnTo>
                <a:lnTo>
                  <a:pt x="1819" y="1904"/>
                </a:lnTo>
                <a:lnTo>
                  <a:pt x="1884" y="1947"/>
                </a:lnTo>
                <a:lnTo>
                  <a:pt x="1948" y="1990"/>
                </a:lnTo>
                <a:lnTo>
                  <a:pt x="2033" y="2011"/>
                </a:lnTo>
                <a:lnTo>
                  <a:pt x="2119" y="2033"/>
                </a:lnTo>
                <a:lnTo>
                  <a:pt x="2311" y="2033"/>
                </a:lnTo>
                <a:lnTo>
                  <a:pt x="2418" y="2011"/>
                </a:lnTo>
                <a:lnTo>
                  <a:pt x="2632" y="1926"/>
                </a:lnTo>
                <a:lnTo>
                  <a:pt x="2761" y="1883"/>
                </a:lnTo>
                <a:lnTo>
                  <a:pt x="2846" y="1883"/>
                </a:lnTo>
                <a:lnTo>
                  <a:pt x="2889" y="1926"/>
                </a:lnTo>
                <a:lnTo>
                  <a:pt x="2932" y="2011"/>
                </a:lnTo>
                <a:lnTo>
                  <a:pt x="2975" y="2075"/>
                </a:lnTo>
                <a:lnTo>
                  <a:pt x="3018" y="2140"/>
                </a:lnTo>
                <a:lnTo>
                  <a:pt x="3189" y="2268"/>
                </a:lnTo>
                <a:lnTo>
                  <a:pt x="3403" y="2375"/>
                </a:lnTo>
                <a:lnTo>
                  <a:pt x="3510" y="2396"/>
                </a:lnTo>
                <a:lnTo>
                  <a:pt x="3766" y="2396"/>
                </a:lnTo>
                <a:lnTo>
                  <a:pt x="3873" y="2418"/>
                </a:lnTo>
                <a:lnTo>
                  <a:pt x="3916" y="2461"/>
                </a:lnTo>
                <a:lnTo>
                  <a:pt x="3938" y="2525"/>
                </a:lnTo>
                <a:lnTo>
                  <a:pt x="3980" y="2675"/>
                </a:lnTo>
                <a:lnTo>
                  <a:pt x="4023" y="2867"/>
                </a:lnTo>
                <a:lnTo>
                  <a:pt x="4066" y="2995"/>
                </a:lnTo>
                <a:lnTo>
                  <a:pt x="4173" y="3167"/>
                </a:lnTo>
                <a:lnTo>
                  <a:pt x="4323" y="3295"/>
                </a:lnTo>
                <a:lnTo>
                  <a:pt x="4472" y="3402"/>
                </a:lnTo>
                <a:lnTo>
                  <a:pt x="4665" y="3466"/>
                </a:lnTo>
                <a:lnTo>
                  <a:pt x="4793" y="3488"/>
                </a:lnTo>
                <a:lnTo>
                  <a:pt x="4922" y="3488"/>
                </a:lnTo>
                <a:lnTo>
                  <a:pt x="5050" y="3466"/>
                </a:lnTo>
                <a:lnTo>
                  <a:pt x="5178" y="3466"/>
                </a:lnTo>
                <a:lnTo>
                  <a:pt x="5264" y="3509"/>
                </a:lnTo>
                <a:lnTo>
                  <a:pt x="5350" y="3552"/>
                </a:lnTo>
                <a:lnTo>
                  <a:pt x="5521" y="3659"/>
                </a:lnTo>
                <a:lnTo>
                  <a:pt x="5735" y="3723"/>
                </a:lnTo>
                <a:lnTo>
                  <a:pt x="5949" y="3744"/>
                </a:lnTo>
                <a:lnTo>
                  <a:pt x="6056" y="3723"/>
                </a:lnTo>
                <a:lnTo>
                  <a:pt x="6163" y="3702"/>
                </a:lnTo>
                <a:lnTo>
                  <a:pt x="6270" y="3680"/>
                </a:lnTo>
                <a:lnTo>
                  <a:pt x="6377" y="3637"/>
                </a:lnTo>
                <a:lnTo>
                  <a:pt x="6441" y="3552"/>
                </a:lnTo>
                <a:lnTo>
                  <a:pt x="6526" y="3466"/>
                </a:lnTo>
                <a:lnTo>
                  <a:pt x="6591" y="3402"/>
                </a:lnTo>
                <a:lnTo>
                  <a:pt x="6676" y="3338"/>
                </a:lnTo>
                <a:lnTo>
                  <a:pt x="6762" y="3316"/>
                </a:lnTo>
                <a:lnTo>
                  <a:pt x="6869" y="3295"/>
                </a:lnTo>
                <a:lnTo>
                  <a:pt x="7083" y="3295"/>
                </a:lnTo>
                <a:lnTo>
                  <a:pt x="7297" y="3252"/>
                </a:lnTo>
                <a:lnTo>
                  <a:pt x="7468" y="3188"/>
                </a:lnTo>
                <a:lnTo>
                  <a:pt x="7639" y="3081"/>
                </a:lnTo>
                <a:lnTo>
                  <a:pt x="7810" y="2931"/>
                </a:lnTo>
                <a:lnTo>
                  <a:pt x="7874" y="2846"/>
                </a:lnTo>
                <a:lnTo>
                  <a:pt x="7939" y="2760"/>
                </a:lnTo>
                <a:lnTo>
                  <a:pt x="7981" y="2653"/>
                </a:lnTo>
                <a:lnTo>
                  <a:pt x="8003" y="2546"/>
                </a:lnTo>
                <a:lnTo>
                  <a:pt x="8003" y="2439"/>
                </a:lnTo>
                <a:lnTo>
                  <a:pt x="8003" y="2332"/>
                </a:lnTo>
                <a:lnTo>
                  <a:pt x="7981" y="2204"/>
                </a:lnTo>
                <a:lnTo>
                  <a:pt x="7960" y="2097"/>
                </a:lnTo>
                <a:lnTo>
                  <a:pt x="7896" y="2011"/>
                </a:lnTo>
                <a:lnTo>
                  <a:pt x="7832" y="1926"/>
                </a:lnTo>
                <a:lnTo>
                  <a:pt x="7767" y="1840"/>
                </a:lnTo>
                <a:lnTo>
                  <a:pt x="7746" y="1754"/>
                </a:lnTo>
                <a:lnTo>
                  <a:pt x="7746" y="1669"/>
                </a:lnTo>
                <a:lnTo>
                  <a:pt x="7767" y="1562"/>
                </a:lnTo>
                <a:lnTo>
                  <a:pt x="7810" y="1455"/>
                </a:lnTo>
                <a:lnTo>
                  <a:pt x="7810" y="1369"/>
                </a:lnTo>
                <a:lnTo>
                  <a:pt x="7810" y="1220"/>
                </a:lnTo>
                <a:lnTo>
                  <a:pt x="7789" y="1091"/>
                </a:lnTo>
                <a:lnTo>
                  <a:pt x="7746" y="963"/>
                </a:lnTo>
                <a:lnTo>
                  <a:pt x="7682" y="856"/>
                </a:lnTo>
                <a:lnTo>
                  <a:pt x="7618" y="727"/>
                </a:lnTo>
                <a:lnTo>
                  <a:pt x="7553" y="621"/>
                </a:lnTo>
                <a:lnTo>
                  <a:pt x="7361" y="449"/>
                </a:lnTo>
                <a:lnTo>
                  <a:pt x="7147" y="278"/>
                </a:lnTo>
                <a:lnTo>
                  <a:pt x="6912" y="150"/>
                </a:lnTo>
                <a:lnTo>
                  <a:pt x="6655" y="64"/>
                </a:lnTo>
                <a:lnTo>
                  <a:pt x="6398" y="21"/>
                </a:lnTo>
                <a:lnTo>
                  <a:pt x="6141" y="0"/>
                </a:lnTo>
                <a:close/>
                <a:moveTo>
                  <a:pt x="2311" y="2568"/>
                </a:moveTo>
                <a:lnTo>
                  <a:pt x="2397" y="2589"/>
                </a:lnTo>
                <a:lnTo>
                  <a:pt x="2483" y="2632"/>
                </a:lnTo>
                <a:lnTo>
                  <a:pt x="2525" y="2675"/>
                </a:lnTo>
                <a:lnTo>
                  <a:pt x="2547" y="2781"/>
                </a:lnTo>
                <a:lnTo>
                  <a:pt x="2568" y="2931"/>
                </a:lnTo>
                <a:lnTo>
                  <a:pt x="2590" y="3188"/>
                </a:lnTo>
                <a:lnTo>
                  <a:pt x="2697" y="3702"/>
                </a:lnTo>
                <a:lnTo>
                  <a:pt x="2804" y="4236"/>
                </a:lnTo>
                <a:lnTo>
                  <a:pt x="2846" y="4493"/>
                </a:lnTo>
                <a:lnTo>
                  <a:pt x="2889" y="4771"/>
                </a:lnTo>
                <a:lnTo>
                  <a:pt x="2889" y="4921"/>
                </a:lnTo>
                <a:lnTo>
                  <a:pt x="2868" y="5092"/>
                </a:lnTo>
                <a:lnTo>
                  <a:pt x="2846" y="5156"/>
                </a:lnTo>
                <a:lnTo>
                  <a:pt x="2804" y="5178"/>
                </a:lnTo>
                <a:lnTo>
                  <a:pt x="2761" y="5156"/>
                </a:lnTo>
                <a:lnTo>
                  <a:pt x="2675" y="5092"/>
                </a:lnTo>
                <a:lnTo>
                  <a:pt x="2697" y="5049"/>
                </a:lnTo>
                <a:lnTo>
                  <a:pt x="2697" y="4985"/>
                </a:lnTo>
                <a:lnTo>
                  <a:pt x="2654" y="4942"/>
                </a:lnTo>
                <a:lnTo>
                  <a:pt x="2611" y="4921"/>
                </a:lnTo>
                <a:lnTo>
                  <a:pt x="2547" y="4814"/>
                </a:lnTo>
                <a:lnTo>
                  <a:pt x="2525" y="4793"/>
                </a:lnTo>
                <a:lnTo>
                  <a:pt x="2461" y="4750"/>
                </a:lnTo>
                <a:lnTo>
                  <a:pt x="2440" y="4793"/>
                </a:lnTo>
                <a:lnTo>
                  <a:pt x="2440" y="4771"/>
                </a:lnTo>
                <a:lnTo>
                  <a:pt x="2440" y="4750"/>
                </a:lnTo>
                <a:lnTo>
                  <a:pt x="2461" y="4729"/>
                </a:lnTo>
                <a:lnTo>
                  <a:pt x="2461" y="4622"/>
                </a:lnTo>
                <a:lnTo>
                  <a:pt x="2440" y="4429"/>
                </a:lnTo>
                <a:lnTo>
                  <a:pt x="2440" y="4322"/>
                </a:lnTo>
                <a:lnTo>
                  <a:pt x="2440" y="4258"/>
                </a:lnTo>
                <a:lnTo>
                  <a:pt x="2397" y="4215"/>
                </a:lnTo>
                <a:lnTo>
                  <a:pt x="2376" y="4194"/>
                </a:lnTo>
                <a:lnTo>
                  <a:pt x="2290" y="4194"/>
                </a:lnTo>
                <a:lnTo>
                  <a:pt x="2247" y="4129"/>
                </a:lnTo>
                <a:lnTo>
                  <a:pt x="2247" y="4087"/>
                </a:lnTo>
                <a:lnTo>
                  <a:pt x="2269" y="4044"/>
                </a:lnTo>
                <a:lnTo>
                  <a:pt x="2290" y="4022"/>
                </a:lnTo>
                <a:lnTo>
                  <a:pt x="2376" y="3937"/>
                </a:lnTo>
                <a:lnTo>
                  <a:pt x="2418" y="3894"/>
                </a:lnTo>
                <a:lnTo>
                  <a:pt x="2440" y="3830"/>
                </a:lnTo>
                <a:lnTo>
                  <a:pt x="2418" y="3766"/>
                </a:lnTo>
                <a:lnTo>
                  <a:pt x="2397" y="3744"/>
                </a:lnTo>
                <a:lnTo>
                  <a:pt x="2333" y="3723"/>
                </a:lnTo>
                <a:lnTo>
                  <a:pt x="2269" y="3723"/>
                </a:lnTo>
                <a:lnTo>
                  <a:pt x="2290" y="3702"/>
                </a:lnTo>
                <a:lnTo>
                  <a:pt x="2333" y="3659"/>
                </a:lnTo>
                <a:lnTo>
                  <a:pt x="2397" y="3509"/>
                </a:lnTo>
                <a:lnTo>
                  <a:pt x="2440" y="3316"/>
                </a:lnTo>
                <a:lnTo>
                  <a:pt x="2418" y="3252"/>
                </a:lnTo>
                <a:lnTo>
                  <a:pt x="2397" y="3188"/>
                </a:lnTo>
                <a:lnTo>
                  <a:pt x="2354" y="3167"/>
                </a:lnTo>
                <a:lnTo>
                  <a:pt x="2311" y="3145"/>
                </a:lnTo>
                <a:lnTo>
                  <a:pt x="2226" y="3145"/>
                </a:lnTo>
                <a:lnTo>
                  <a:pt x="2140" y="3167"/>
                </a:lnTo>
                <a:lnTo>
                  <a:pt x="2097" y="3145"/>
                </a:lnTo>
                <a:lnTo>
                  <a:pt x="2055" y="3145"/>
                </a:lnTo>
                <a:lnTo>
                  <a:pt x="2033" y="3102"/>
                </a:lnTo>
                <a:lnTo>
                  <a:pt x="2033" y="3081"/>
                </a:lnTo>
                <a:lnTo>
                  <a:pt x="2076" y="3060"/>
                </a:lnTo>
                <a:lnTo>
                  <a:pt x="2140" y="3017"/>
                </a:lnTo>
                <a:lnTo>
                  <a:pt x="2183" y="2995"/>
                </a:lnTo>
                <a:lnTo>
                  <a:pt x="2226" y="2910"/>
                </a:lnTo>
                <a:lnTo>
                  <a:pt x="2226" y="2867"/>
                </a:lnTo>
                <a:lnTo>
                  <a:pt x="2183" y="2846"/>
                </a:lnTo>
                <a:lnTo>
                  <a:pt x="2140" y="2846"/>
                </a:lnTo>
                <a:lnTo>
                  <a:pt x="2076" y="2824"/>
                </a:lnTo>
                <a:lnTo>
                  <a:pt x="2033" y="2803"/>
                </a:lnTo>
                <a:lnTo>
                  <a:pt x="1991" y="2781"/>
                </a:lnTo>
                <a:lnTo>
                  <a:pt x="1991" y="2717"/>
                </a:lnTo>
                <a:lnTo>
                  <a:pt x="2012" y="2653"/>
                </a:lnTo>
                <a:lnTo>
                  <a:pt x="2055" y="2610"/>
                </a:lnTo>
                <a:lnTo>
                  <a:pt x="2140" y="2568"/>
                </a:lnTo>
                <a:close/>
                <a:moveTo>
                  <a:pt x="5906" y="4900"/>
                </a:moveTo>
                <a:lnTo>
                  <a:pt x="5949" y="4942"/>
                </a:lnTo>
                <a:lnTo>
                  <a:pt x="5970" y="4985"/>
                </a:lnTo>
                <a:lnTo>
                  <a:pt x="6013" y="5092"/>
                </a:lnTo>
                <a:lnTo>
                  <a:pt x="6013" y="5199"/>
                </a:lnTo>
                <a:lnTo>
                  <a:pt x="5992" y="5242"/>
                </a:lnTo>
                <a:lnTo>
                  <a:pt x="5949" y="5263"/>
                </a:lnTo>
                <a:lnTo>
                  <a:pt x="5885" y="5285"/>
                </a:lnTo>
                <a:lnTo>
                  <a:pt x="5542" y="5285"/>
                </a:lnTo>
                <a:lnTo>
                  <a:pt x="4900" y="5263"/>
                </a:lnTo>
                <a:lnTo>
                  <a:pt x="4579" y="5285"/>
                </a:lnTo>
                <a:lnTo>
                  <a:pt x="4430" y="5285"/>
                </a:lnTo>
                <a:lnTo>
                  <a:pt x="4344" y="5263"/>
                </a:lnTo>
                <a:lnTo>
                  <a:pt x="4301" y="5242"/>
                </a:lnTo>
                <a:lnTo>
                  <a:pt x="4194" y="5178"/>
                </a:lnTo>
                <a:lnTo>
                  <a:pt x="4194" y="5135"/>
                </a:lnTo>
                <a:lnTo>
                  <a:pt x="4194" y="5114"/>
                </a:lnTo>
                <a:lnTo>
                  <a:pt x="4258" y="5071"/>
                </a:lnTo>
                <a:lnTo>
                  <a:pt x="4387" y="5049"/>
                </a:lnTo>
                <a:lnTo>
                  <a:pt x="4644" y="5028"/>
                </a:lnTo>
                <a:lnTo>
                  <a:pt x="4815" y="5028"/>
                </a:lnTo>
                <a:lnTo>
                  <a:pt x="5136" y="5007"/>
                </a:lnTo>
                <a:lnTo>
                  <a:pt x="5457" y="4985"/>
                </a:lnTo>
                <a:lnTo>
                  <a:pt x="5692" y="4921"/>
                </a:lnTo>
                <a:lnTo>
                  <a:pt x="5820" y="4900"/>
                </a:lnTo>
                <a:close/>
                <a:moveTo>
                  <a:pt x="7211" y="5199"/>
                </a:moveTo>
                <a:lnTo>
                  <a:pt x="7275" y="5221"/>
                </a:lnTo>
                <a:lnTo>
                  <a:pt x="7361" y="5221"/>
                </a:lnTo>
                <a:lnTo>
                  <a:pt x="7404" y="5263"/>
                </a:lnTo>
                <a:lnTo>
                  <a:pt x="7318" y="5285"/>
                </a:lnTo>
                <a:lnTo>
                  <a:pt x="7232" y="5285"/>
                </a:lnTo>
                <a:lnTo>
                  <a:pt x="7147" y="5263"/>
                </a:lnTo>
                <a:lnTo>
                  <a:pt x="7125" y="5242"/>
                </a:lnTo>
                <a:lnTo>
                  <a:pt x="7125" y="5221"/>
                </a:lnTo>
                <a:lnTo>
                  <a:pt x="7168" y="5221"/>
                </a:lnTo>
                <a:lnTo>
                  <a:pt x="7211" y="5199"/>
                </a:lnTo>
                <a:close/>
                <a:moveTo>
                  <a:pt x="2911" y="5263"/>
                </a:moveTo>
                <a:lnTo>
                  <a:pt x="2932" y="5306"/>
                </a:lnTo>
                <a:lnTo>
                  <a:pt x="2889" y="5328"/>
                </a:lnTo>
                <a:lnTo>
                  <a:pt x="2868" y="5306"/>
                </a:lnTo>
                <a:lnTo>
                  <a:pt x="2889" y="5263"/>
                </a:lnTo>
                <a:close/>
                <a:moveTo>
                  <a:pt x="7019" y="6504"/>
                </a:moveTo>
                <a:lnTo>
                  <a:pt x="7061" y="6547"/>
                </a:lnTo>
                <a:lnTo>
                  <a:pt x="7083" y="6611"/>
                </a:lnTo>
                <a:lnTo>
                  <a:pt x="7104" y="6676"/>
                </a:lnTo>
                <a:lnTo>
                  <a:pt x="7083" y="6718"/>
                </a:lnTo>
                <a:lnTo>
                  <a:pt x="7061" y="6740"/>
                </a:lnTo>
                <a:lnTo>
                  <a:pt x="7040" y="6740"/>
                </a:lnTo>
                <a:lnTo>
                  <a:pt x="7019" y="6718"/>
                </a:lnTo>
                <a:lnTo>
                  <a:pt x="6997" y="6633"/>
                </a:lnTo>
                <a:lnTo>
                  <a:pt x="6997" y="6569"/>
                </a:lnTo>
                <a:lnTo>
                  <a:pt x="7019" y="6504"/>
                </a:lnTo>
                <a:close/>
                <a:moveTo>
                  <a:pt x="5949" y="6483"/>
                </a:moveTo>
                <a:lnTo>
                  <a:pt x="6013" y="6526"/>
                </a:lnTo>
                <a:lnTo>
                  <a:pt x="6034" y="6569"/>
                </a:lnTo>
                <a:lnTo>
                  <a:pt x="6056" y="6633"/>
                </a:lnTo>
                <a:lnTo>
                  <a:pt x="6056" y="6697"/>
                </a:lnTo>
                <a:lnTo>
                  <a:pt x="6034" y="6740"/>
                </a:lnTo>
                <a:lnTo>
                  <a:pt x="5992" y="6761"/>
                </a:lnTo>
                <a:lnTo>
                  <a:pt x="5927" y="6782"/>
                </a:lnTo>
                <a:lnTo>
                  <a:pt x="5863" y="6761"/>
                </a:lnTo>
                <a:lnTo>
                  <a:pt x="5799" y="6740"/>
                </a:lnTo>
                <a:lnTo>
                  <a:pt x="5778" y="6697"/>
                </a:lnTo>
                <a:lnTo>
                  <a:pt x="5756" y="6654"/>
                </a:lnTo>
                <a:lnTo>
                  <a:pt x="5756" y="6590"/>
                </a:lnTo>
                <a:lnTo>
                  <a:pt x="5778" y="6547"/>
                </a:lnTo>
                <a:lnTo>
                  <a:pt x="5820" y="6504"/>
                </a:lnTo>
                <a:lnTo>
                  <a:pt x="5885" y="6483"/>
                </a:lnTo>
                <a:close/>
                <a:moveTo>
                  <a:pt x="4708" y="6440"/>
                </a:moveTo>
                <a:lnTo>
                  <a:pt x="4772" y="6462"/>
                </a:lnTo>
                <a:lnTo>
                  <a:pt x="4793" y="6526"/>
                </a:lnTo>
                <a:lnTo>
                  <a:pt x="4772" y="6590"/>
                </a:lnTo>
                <a:lnTo>
                  <a:pt x="4729" y="6654"/>
                </a:lnTo>
                <a:lnTo>
                  <a:pt x="4601" y="6782"/>
                </a:lnTo>
                <a:lnTo>
                  <a:pt x="4558" y="6847"/>
                </a:lnTo>
                <a:lnTo>
                  <a:pt x="4537" y="6825"/>
                </a:lnTo>
                <a:lnTo>
                  <a:pt x="4537" y="6804"/>
                </a:lnTo>
                <a:lnTo>
                  <a:pt x="4558" y="6697"/>
                </a:lnTo>
                <a:lnTo>
                  <a:pt x="4601" y="6547"/>
                </a:lnTo>
                <a:lnTo>
                  <a:pt x="4622" y="6526"/>
                </a:lnTo>
                <a:lnTo>
                  <a:pt x="4622" y="6504"/>
                </a:lnTo>
                <a:lnTo>
                  <a:pt x="4601" y="6462"/>
                </a:lnTo>
                <a:lnTo>
                  <a:pt x="4601" y="6440"/>
                </a:lnTo>
                <a:close/>
                <a:moveTo>
                  <a:pt x="7019" y="6205"/>
                </a:moveTo>
                <a:lnTo>
                  <a:pt x="6783" y="6248"/>
                </a:lnTo>
                <a:lnTo>
                  <a:pt x="6698" y="6290"/>
                </a:lnTo>
                <a:lnTo>
                  <a:pt x="6655" y="6312"/>
                </a:lnTo>
                <a:lnTo>
                  <a:pt x="6633" y="6355"/>
                </a:lnTo>
                <a:lnTo>
                  <a:pt x="6612" y="6440"/>
                </a:lnTo>
                <a:lnTo>
                  <a:pt x="6633" y="6569"/>
                </a:lnTo>
                <a:lnTo>
                  <a:pt x="6676" y="6782"/>
                </a:lnTo>
                <a:lnTo>
                  <a:pt x="6698" y="6868"/>
                </a:lnTo>
                <a:lnTo>
                  <a:pt x="6762" y="6954"/>
                </a:lnTo>
                <a:lnTo>
                  <a:pt x="6826" y="7018"/>
                </a:lnTo>
                <a:lnTo>
                  <a:pt x="6912" y="7061"/>
                </a:lnTo>
                <a:lnTo>
                  <a:pt x="6997" y="7082"/>
                </a:lnTo>
                <a:lnTo>
                  <a:pt x="7104" y="7103"/>
                </a:lnTo>
                <a:lnTo>
                  <a:pt x="7211" y="7103"/>
                </a:lnTo>
                <a:lnTo>
                  <a:pt x="7297" y="7082"/>
                </a:lnTo>
                <a:lnTo>
                  <a:pt x="7382" y="7039"/>
                </a:lnTo>
                <a:lnTo>
                  <a:pt x="7446" y="6975"/>
                </a:lnTo>
                <a:lnTo>
                  <a:pt x="7468" y="6911"/>
                </a:lnTo>
                <a:lnTo>
                  <a:pt x="7468" y="6847"/>
                </a:lnTo>
                <a:lnTo>
                  <a:pt x="7446" y="6654"/>
                </a:lnTo>
                <a:lnTo>
                  <a:pt x="7382" y="6483"/>
                </a:lnTo>
                <a:lnTo>
                  <a:pt x="7339" y="6333"/>
                </a:lnTo>
                <a:lnTo>
                  <a:pt x="7318" y="6290"/>
                </a:lnTo>
                <a:lnTo>
                  <a:pt x="7275" y="6269"/>
                </a:lnTo>
                <a:lnTo>
                  <a:pt x="7168" y="6226"/>
                </a:lnTo>
                <a:lnTo>
                  <a:pt x="7019" y="6205"/>
                </a:lnTo>
                <a:close/>
                <a:moveTo>
                  <a:pt x="5842" y="6141"/>
                </a:moveTo>
                <a:lnTo>
                  <a:pt x="5735" y="6162"/>
                </a:lnTo>
                <a:lnTo>
                  <a:pt x="5606" y="6183"/>
                </a:lnTo>
                <a:lnTo>
                  <a:pt x="5499" y="6248"/>
                </a:lnTo>
                <a:lnTo>
                  <a:pt x="5414" y="6312"/>
                </a:lnTo>
                <a:lnTo>
                  <a:pt x="5371" y="6397"/>
                </a:lnTo>
                <a:lnTo>
                  <a:pt x="5371" y="6526"/>
                </a:lnTo>
                <a:lnTo>
                  <a:pt x="5414" y="6782"/>
                </a:lnTo>
                <a:lnTo>
                  <a:pt x="5457" y="6932"/>
                </a:lnTo>
                <a:lnTo>
                  <a:pt x="5499" y="7018"/>
                </a:lnTo>
                <a:lnTo>
                  <a:pt x="5542" y="7061"/>
                </a:lnTo>
                <a:lnTo>
                  <a:pt x="5585" y="7082"/>
                </a:lnTo>
                <a:lnTo>
                  <a:pt x="5713" y="7103"/>
                </a:lnTo>
                <a:lnTo>
                  <a:pt x="5949" y="7103"/>
                </a:lnTo>
                <a:lnTo>
                  <a:pt x="5992" y="7125"/>
                </a:lnTo>
                <a:lnTo>
                  <a:pt x="6120" y="7103"/>
                </a:lnTo>
                <a:lnTo>
                  <a:pt x="6227" y="7103"/>
                </a:lnTo>
                <a:lnTo>
                  <a:pt x="6312" y="7082"/>
                </a:lnTo>
                <a:lnTo>
                  <a:pt x="6377" y="7018"/>
                </a:lnTo>
                <a:lnTo>
                  <a:pt x="6419" y="6932"/>
                </a:lnTo>
                <a:lnTo>
                  <a:pt x="6419" y="6847"/>
                </a:lnTo>
                <a:lnTo>
                  <a:pt x="6419" y="6761"/>
                </a:lnTo>
                <a:lnTo>
                  <a:pt x="6398" y="6547"/>
                </a:lnTo>
                <a:lnTo>
                  <a:pt x="6355" y="6376"/>
                </a:lnTo>
                <a:lnTo>
                  <a:pt x="6312" y="6290"/>
                </a:lnTo>
                <a:lnTo>
                  <a:pt x="6248" y="6226"/>
                </a:lnTo>
                <a:lnTo>
                  <a:pt x="6184" y="6183"/>
                </a:lnTo>
                <a:lnTo>
                  <a:pt x="6077" y="6162"/>
                </a:lnTo>
                <a:lnTo>
                  <a:pt x="5842" y="6141"/>
                </a:lnTo>
                <a:close/>
                <a:moveTo>
                  <a:pt x="4622" y="6098"/>
                </a:moveTo>
                <a:lnTo>
                  <a:pt x="4494" y="6119"/>
                </a:lnTo>
                <a:lnTo>
                  <a:pt x="4387" y="6141"/>
                </a:lnTo>
                <a:lnTo>
                  <a:pt x="4280" y="6183"/>
                </a:lnTo>
                <a:lnTo>
                  <a:pt x="4194" y="6248"/>
                </a:lnTo>
                <a:lnTo>
                  <a:pt x="4130" y="6333"/>
                </a:lnTo>
                <a:lnTo>
                  <a:pt x="4087" y="6462"/>
                </a:lnTo>
                <a:lnTo>
                  <a:pt x="4087" y="6590"/>
                </a:lnTo>
                <a:lnTo>
                  <a:pt x="4109" y="6868"/>
                </a:lnTo>
                <a:lnTo>
                  <a:pt x="4130" y="6954"/>
                </a:lnTo>
                <a:lnTo>
                  <a:pt x="4173" y="7039"/>
                </a:lnTo>
                <a:lnTo>
                  <a:pt x="4237" y="7082"/>
                </a:lnTo>
                <a:lnTo>
                  <a:pt x="4323" y="7125"/>
                </a:lnTo>
                <a:lnTo>
                  <a:pt x="4430" y="7146"/>
                </a:lnTo>
                <a:lnTo>
                  <a:pt x="4579" y="7168"/>
                </a:lnTo>
                <a:lnTo>
                  <a:pt x="4601" y="7146"/>
                </a:lnTo>
                <a:lnTo>
                  <a:pt x="4644" y="7146"/>
                </a:lnTo>
                <a:lnTo>
                  <a:pt x="4793" y="7168"/>
                </a:lnTo>
                <a:lnTo>
                  <a:pt x="5072" y="7168"/>
                </a:lnTo>
                <a:lnTo>
                  <a:pt x="5114" y="7125"/>
                </a:lnTo>
                <a:lnTo>
                  <a:pt x="5136" y="7103"/>
                </a:lnTo>
                <a:lnTo>
                  <a:pt x="5178" y="6996"/>
                </a:lnTo>
                <a:lnTo>
                  <a:pt x="5178" y="6889"/>
                </a:lnTo>
                <a:lnTo>
                  <a:pt x="5157" y="6782"/>
                </a:lnTo>
                <a:lnTo>
                  <a:pt x="5136" y="6526"/>
                </a:lnTo>
                <a:lnTo>
                  <a:pt x="5136" y="6419"/>
                </a:lnTo>
                <a:lnTo>
                  <a:pt x="5093" y="6333"/>
                </a:lnTo>
                <a:lnTo>
                  <a:pt x="5050" y="6248"/>
                </a:lnTo>
                <a:lnTo>
                  <a:pt x="4986" y="6183"/>
                </a:lnTo>
                <a:lnTo>
                  <a:pt x="4879" y="6141"/>
                </a:lnTo>
                <a:lnTo>
                  <a:pt x="4751" y="6098"/>
                </a:lnTo>
                <a:close/>
                <a:moveTo>
                  <a:pt x="3510" y="6248"/>
                </a:moveTo>
                <a:lnTo>
                  <a:pt x="3231" y="6290"/>
                </a:lnTo>
                <a:lnTo>
                  <a:pt x="3082" y="6312"/>
                </a:lnTo>
                <a:lnTo>
                  <a:pt x="2975" y="6355"/>
                </a:lnTo>
                <a:lnTo>
                  <a:pt x="2911" y="6397"/>
                </a:lnTo>
                <a:lnTo>
                  <a:pt x="2868" y="6440"/>
                </a:lnTo>
                <a:lnTo>
                  <a:pt x="2846" y="6483"/>
                </a:lnTo>
                <a:lnTo>
                  <a:pt x="2846" y="6526"/>
                </a:lnTo>
                <a:lnTo>
                  <a:pt x="2825" y="6654"/>
                </a:lnTo>
                <a:lnTo>
                  <a:pt x="2846" y="6761"/>
                </a:lnTo>
                <a:lnTo>
                  <a:pt x="2825" y="6782"/>
                </a:lnTo>
                <a:lnTo>
                  <a:pt x="2825" y="6825"/>
                </a:lnTo>
                <a:lnTo>
                  <a:pt x="2825" y="6932"/>
                </a:lnTo>
                <a:lnTo>
                  <a:pt x="2889" y="7146"/>
                </a:lnTo>
                <a:lnTo>
                  <a:pt x="2975" y="7210"/>
                </a:lnTo>
                <a:lnTo>
                  <a:pt x="3060" y="7253"/>
                </a:lnTo>
                <a:lnTo>
                  <a:pt x="3274" y="7253"/>
                </a:lnTo>
                <a:lnTo>
                  <a:pt x="3403" y="7232"/>
                </a:lnTo>
                <a:lnTo>
                  <a:pt x="3574" y="7168"/>
                </a:lnTo>
                <a:lnTo>
                  <a:pt x="3724" y="7082"/>
                </a:lnTo>
                <a:lnTo>
                  <a:pt x="3766" y="7039"/>
                </a:lnTo>
                <a:lnTo>
                  <a:pt x="3788" y="6996"/>
                </a:lnTo>
                <a:lnTo>
                  <a:pt x="3809" y="6889"/>
                </a:lnTo>
                <a:lnTo>
                  <a:pt x="3788" y="6761"/>
                </a:lnTo>
                <a:lnTo>
                  <a:pt x="3745" y="6526"/>
                </a:lnTo>
                <a:lnTo>
                  <a:pt x="3724" y="6397"/>
                </a:lnTo>
                <a:lnTo>
                  <a:pt x="3702" y="6312"/>
                </a:lnTo>
                <a:lnTo>
                  <a:pt x="3638" y="6269"/>
                </a:lnTo>
                <a:lnTo>
                  <a:pt x="3510" y="6248"/>
                </a:lnTo>
                <a:close/>
                <a:moveTo>
                  <a:pt x="7446" y="5713"/>
                </a:moveTo>
                <a:lnTo>
                  <a:pt x="7575" y="5734"/>
                </a:lnTo>
                <a:lnTo>
                  <a:pt x="7660" y="5777"/>
                </a:lnTo>
                <a:lnTo>
                  <a:pt x="7725" y="5841"/>
                </a:lnTo>
                <a:lnTo>
                  <a:pt x="7746" y="5884"/>
                </a:lnTo>
                <a:lnTo>
                  <a:pt x="7746" y="5948"/>
                </a:lnTo>
                <a:lnTo>
                  <a:pt x="7746" y="6098"/>
                </a:lnTo>
                <a:lnTo>
                  <a:pt x="7703" y="6355"/>
                </a:lnTo>
                <a:lnTo>
                  <a:pt x="7682" y="6889"/>
                </a:lnTo>
                <a:lnTo>
                  <a:pt x="7703" y="7424"/>
                </a:lnTo>
                <a:lnTo>
                  <a:pt x="7703" y="7703"/>
                </a:lnTo>
                <a:lnTo>
                  <a:pt x="7703" y="7981"/>
                </a:lnTo>
                <a:lnTo>
                  <a:pt x="7682" y="8109"/>
                </a:lnTo>
                <a:lnTo>
                  <a:pt x="7660" y="8152"/>
                </a:lnTo>
                <a:lnTo>
                  <a:pt x="7639" y="8173"/>
                </a:lnTo>
                <a:lnTo>
                  <a:pt x="7553" y="8195"/>
                </a:lnTo>
                <a:lnTo>
                  <a:pt x="6013" y="8195"/>
                </a:lnTo>
                <a:lnTo>
                  <a:pt x="5863" y="8216"/>
                </a:lnTo>
                <a:lnTo>
                  <a:pt x="4194" y="8216"/>
                </a:lnTo>
                <a:lnTo>
                  <a:pt x="3809" y="8237"/>
                </a:lnTo>
                <a:lnTo>
                  <a:pt x="3424" y="8259"/>
                </a:lnTo>
                <a:lnTo>
                  <a:pt x="3338" y="8259"/>
                </a:lnTo>
                <a:lnTo>
                  <a:pt x="3231" y="8216"/>
                </a:lnTo>
                <a:lnTo>
                  <a:pt x="3189" y="8195"/>
                </a:lnTo>
                <a:lnTo>
                  <a:pt x="3167" y="8152"/>
                </a:lnTo>
                <a:lnTo>
                  <a:pt x="3146" y="8130"/>
                </a:lnTo>
                <a:lnTo>
                  <a:pt x="3082" y="8109"/>
                </a:lnTo>
                <a:lnTo>
                  <a:pt x="3060" y="8130"/>
                </a:lnTo>
                <a:lnTo>
                  <a:pt x="3018" y="8152"/>
                </a:lnTo>
                <a:lnTo>
                  <a:pt x="2932" y="8237"/>
                </a:lnTo>
                <a:lnTo>
                  <a:pt x="2889" y="8280"/>
                </a:lnTo>
                <a:lnTo>
                  <a:pt x="2846" y="8302"/>
                </a:lnTo>
                <a:lnTo>
                  <a:pt x="2804" y="8302"/>
                </a:lnTo>
                <a:lnTo>
                  <a:pt x="2761" y="8259"/>
                </a:lnTo>
                <a:lnTo>
                  <a:pt x="2761" y="8237"/>
                </a:lnTo>
                <a:lnTo>
                  <a:pt x="2782" y="8195"/>
                </a:lnTo>
                <a:lnTo>
                  <a:pt x="2846" y="8109"/>
                </a:lnTo>
                <a:lnTo>
                  <a:pt x="2868" y="8045"/>
                </a:lnTo>
                <a:lnTo>
                  <a:pt x="2889" y="8002"/>
                </a:lnTo>
                <a:lnTo>
                  <a:pt x="2868" y="7981"/>
                </a:lnTo>
                <a:lnTo>
                  <a:pt x="2804" y="7938"/>
                </a:lnTo>
                <a:lnTo>
                  <a:pt x="2418" y="8173"/>
                </a:lnTo>
                <a:lnTo>
                  <a:pt x="2290" y="8259"/>
                </a:lnTo>
                <a:lnTo>
                  <a:pt x="2162" y="8323"/>
                </a:lnTo>
                <a:lnTo>
                  <a:pt x="2076" y="8344"/>
                </a:lnTo>
                <a:lnTo>
                  <a:pt x="2055" y="8344"/>
                </a:lnTo>
                <a:lnTo>
                  <a:pt x="2033" y="8323"/>
                </a:lnTo>
                <a:lnTo>
                  <a:pt x="2055" y="8280"/>
                </a:lnTo>
                <a:lnTo>
                  <a:pt x="2076" y="8237"/>
                </a:lnTo>
                <a:lnTo>
                  <a:pt x="2162" y="8173"/>
                </a:lnTo>
                <a:lnTo>
                  <a:pt x="2226" y="8088"/>
                </a:lnTo>
                <a:lnTo>
                  <a:pt x="2247" y="8023"/>
                </a:lnTo>
                <a:lnTo>
                  <a:pt x="2247" y="7981"/>
                </a:lnTo>
                <a:lnTo>
                  <a:pt x="2226" y="7938"/>
                </a:lnTo>
                <a:lnTo>
                  <a:pt x="2204" y="7895"/>
                </a:lnTo>
                <a:lnTo>
                  <a:pt x="2119" y="7895"/>
                </a:lnTo>
                <a:lnTo>
                  <a:pt x="2033" y="7916"/>
                </a:lnTo>
                <a:lnTo>
                  <a:pt x="1948" y="7959"/>
                </a:lnTo>
                <a:lnTo>
                  <a:pt x="1798" y="8066"/>
                </a:lnTo>
                <a:lnTo>
                  <a:pt x="1584" y="8216"/>
                </a:lnTo>
                <a:lnTo>
                  <a:pt x="1477" y="8302"/>
                </a:lnTo>
                <a:lnTo>
                  <a:pt x="1391" y="8323"/>
                </a:lnTo>
                <a:lnTo>
                  <a:pt x="1349" y="8323"/>
                </a:lnTo>
                <a:lnTo>
                  <a:pt x="1349" y="8280"/>
                </a:lnTo>
                <a:lnTo>
                  <a:pt x="1349" y="8237"/>
                </a:lnTo>
                <a:lnTo>
                  <a:pt x="1370" y="8173"/>
                </a:lnTo>
                <a:lnTo>
                  <a:pt x="1477" y="8109"/>
                </a:lnTo>
                <a:lnTo>
                  <a:pt x="1691" y="7916"/>
                </a:lnTo>
                <a:lnTo>
                  <a:pt x="1798" y="7831"/>
                </a:lnTo>
                <a:lnTo>
                  <a:pt x="1862" y="7724"/>
                </a:lnTo>
                <a:lnTo>
                  <a:pt x="1862" y="7703"/>
                </a:lnTo>
                <a:lnTo>
                  <a:pt x="1862" y="7660"/>
                </a:lnTo>
                <a:lnTo>
                  <a:pt x="1819" y="7617"/>
                </a:lnTo>
                <a:lnTo>
                  <a:pt x="1777" y="7596"/>
                </a:lnTo>
                <a:lnTo>
                  <a:pt x="1712" y="7596"/>
                </a:lnTo>
                <a:lnTo>
                  <a:pt x="1627" y="7638"/>
                </a:lnTo>
                <a:lnTo>
                  <a:pt x="1391" y="7767"/>
                </a:lnTo>
                <a:lnTo>
                  <a:pt x="1284" y="7788"/>
                </a:lnTo>
                <a:lnTo>
                  <a:pt x="1199" y="7809"/>
                </a:lnTo>
                <a:lnTo>
                  <a:pt x="1177" y="7788"/>
                </a:lnTo>
                <a:lnTo>
                  <a:pt x="1156" y="7745"/>
                </a:lnTo>
                <a:lnTo>
                  <a:pt x="1199" y="7638"/>
                </a:lnTo>
                <a:lnTo>
                  <a:pt x="1242" y="7553"/>
                </a:lnTo>
                <a:lnTo>
                  <a:pt x="1327" y="7489"/>
                </a:lnTo>
                <a:lnTo>
                  <a:pt x="1541" y="7360"/>
                </a:lnTo>
                <a:lnTo>
                  <a:pt x="1648" y="7317"/>
                </a:lnTo>
                <a:lnTo>
                  <a:pt x="1734" y="7253"/>
                </a:lnTo>
                <a:lnTo>
                  <a:pt x="1819" y="7168"/>
                </a:lnTo>
                <a:lnTo>
                  <a:pt x="1884" y="7082"/>
                </a:lnTo>
                <a:lnTo>
                  <a:pt x="1905" y="6975"/>
                </a:lnTo>
                <a:lnTo>
                  <a:pt x="1884" y="6911"/>
                </a:lnTo>
                <a:lnTo>
                  <a:pt x="1841" y="6868"/>
                </a:lnTo>
                <a:lnTo>
                  <a:pt x="1691" y="6868"/>
                </a:lnTo>
                <a:lnTo>
                  <a:pt x="1605" y="6911"/>
                </a:lnTo>
                <a:lnTo>
                  <a:pt x="1456" y="6975"/>
                </a:lnTo>
                <a:lnTo>
                  <a:pt x="1306" y="7125"/>
                </a:lnTo>
                <a:lnTo>
                  <a:pt x="1199" y="7168"/>
                </a:lnTo>
                <a:lnTo>
                  <a:pt x="1177" y="7168"/>
                </a:lnTo>
                <a:lnTo>
                  <a:pt x="1135" y="7146"/>
                </a:lnTo>
                <a:lnTo>
                  <a:pt x="1113" y="7103"/>
                </a:lnTo>
                <a:lnTo>
                  <a:pt x="1113" y="7082"/>
                </a:lnTo>
                <a:lnTo>
                  <a:pt x="1156" y="7018"/>
                </a:lnTo>
                <a:lnTo>
                  <a:pt x="1284" y="6911"/>
                </a:lnTo>
                <a:lnTo>
                  <a:pt x="1391" y="6804"/>
                </a:lnTo>
                <a:lnTo>
                  <a:pt x="1520" y="6676"/>
                </a:lnTo>
                <a:lnTo>
                  <a:pt x="1563" y="6611"/>
                </a:lnTo>
                <a:lnTo>
                  <a:pt x="1584" y="6547"/>
                </a:lnTo>
                <a:lnTo>
                  <a:pt x="1563" y="6483"/>
                </a:lnTo>
                <a:lnTo>
                  <a:pt x="1498" y="6440"/>
                </a:lnTo>
                <a:lnTo>
                  <a:pt x="1413" y="6419"/>
                </a:lnTo>
                <a:lnTo>
                  <a:pt x="1327" y="6440"/>
                </a:lnTo>
                <a:lnTo>
                  <a:pt x="1199" y="6526"/>
                </a:lnTo>
                <a:lnTo>
                  <a:pt x="1156" y="6547"/>
                </a:lnTo>
                <a:lnTo>
                  <a:pt x="1113" y="6547"/>
                </a:lnTo>
                <a:lnTo>
                  <a:pt x="1071" y="6504"/>
                </a:lnTo>
                <a:lnTo>
                  <a:pt x="1028" y="6397"/>
                </a:lnTo>
                <a:lnTo>
                  <a:pt x="964" y="6141"/>
                </a:lnTo>
                <a:lnTo>
                  <a:pt x="942" y="6012"/>
                </a:lnTo>
                <a:lnTo>
                  <a:pt x="921" y="5905"/>
                </a:lnTo>
                <a:lnTo>
                  <a:pt x="942" y="5841"/>
                </a:lnTo>
                <a:lnTo>
                  <a:pt x="964" y="5798"/>
                </a:lnTo>
                <a:lnTo>
                  <a:pt x="1071" y="5777"/>
                </a:lnTo>
                <a:lnTo>
                  <a:pt x="1327" y="5756"/>
                </a:lnTo>
                <a:lnTo>
                  <a:pt x="1584" y="5777"/>
                </a:lnTo>
                <a:lnTo>
                  <a:pt x="1862" y="5798"/>
                </a:lnTo>
                <a:lnTo>
                  <a:pt x="2119" y="5798"/>
                </a:lnTo>
                <a:lnTo>
                  <a:pt x="2697" y="5777"/>
                </a:lnTo>
                <a:lnTo>
                  <a:pt x="3274" y="5734"/>
                </a:lnTo>
                <a:lnTo>
                  <a:pt x="3873" y="5713"/>
                </a:lnTo>
                <a:close/>
                <a:moveTo>
                  <a:pt x="2440" y="2161"/>
                </a:moveTo>
                <a:lnTo>
                  <a:pt x="2226" y="2182"/>
                </a:lnTo>
                <a:lnTo>
                  <a:pt x="2012" y="2225"/>
                </a:lnTo>
                <a:lnTo>
                  <a:pt x="1862" y="2289"/>
                </a:lnTo>
                <a:lnTo>
                  <a:pt x="1798" y="2332"/>
                </a:lnTo>
                <a:lnTo>
                  <a:pt x="1755" y="2418"/>
                </a:lnTo>
                <a:lnTo>
                  <a:pt x="1712" y="2482"/>
                </a:lnTo>
                <a:lnTo>
                  <a:pt x="1712" y="2589"/>
                </a:lnTo>
                <a:lnTo>
                  <a:pt x="1691" y="2781"/>
                </a:lnTo>
                <a:lnTo>
                  <a:pt x="1691" y="2931"/>
                </a:lnTo>
                <a:lnTo>
                  <a:pt x="1627" y="3851"/>
                </a:lnTo>
                <a:lnTo>
                  <a:pt x="1563" y="4771"/>
                </a:lnTo>
                <a:lnTo>
                  <a:pt x="1563" y="5092"/>
                </a:lnTo>
                <a:lnTo>
                  <a:pt x="1541" y="5263"/>
                </a:lnTo>
                <a:lnTo>
                  <a:pt x="1520" y="5328"/>
                </a:lnTo>
                <a:lnTo>
                  <a:pt x="1477" y="5392"/>
                </a:lnTo>
                <a:lnTo>
                  <a:pt x="1391" y="5435"/>
                </a:lnTo>
                <a:lnTo>
                  <a:pt x="1092" y="5435"/>
                </a:lnTo>
                <a:lnTo>
                  <a:pt x="857" y="5413"/>
                </a:lnTo>
                <a:lnTo>
                  <a:pt x="750" y="5435"/>
                </a:lnTo>
                <a:lnTo>
                  <a:pt x="664" y="5477"/>
                </a:lnTo>
                <a:lnTo>
                  <a:pt x="600" y="5520"/>
                </a:lnTo>
                <a:lnTo>
                  <a:pt x="578" y="5584"/>
                </a:lnTo>
                <a:lnTo>
                  <a:pt x="557" y="5670"/>
                </a:lnTo>
                <a:lnTo>
                  <a:pt x="578" y="5756"/>
                </a:lnTo>
                <a:lnTo>
                  <a:pt x="600" y="5927"/>
                </a:lnTo>
                <a:lnTo>
                  <a:pt x="643" y="6098"/>
                </a:lnTo>
                <a:lnTo>
                  <a:pt x="707" y="6504"/>
                </a:lnTo>
                <a:lnTo>
                  <a:pt x="750" y="6932"/>
                </a:lnTo>
                <a:lnTo>
                  <a:pt x="835" y="7874"/>
                </a:lnTo>
                <a:lnTo>
                  <a:pt x="878" y="8109"/>
                </a:lnTo>
                <a:lnTo>
                  <a:pt x="899" y="8237"/>
                </a:lnTo>
                <a:lnTo>
                  <a:pt x="899" y="8323"/>
                </a:lnTo>
                <a:lnTo>
                  <a:pt x="878" y="8387"/>
                </a:lnTo>
                <a:lnTo>
                  <a:pt x="857" y="8409"/>
                </a:lnTo>
                <a:lnTo>
                  <a:pt x="750" y="8430"/>
                </a:lnTo>
                <a:lnTo>
                  <a:pt x="600" y="8451"/>
                </a:lnTo>
                <a:lnTo>
                  <a:pt x="364" y="8473"/>
                </a:lnTo>
                <a:lnTo>
                  <a:pt x="150" y="8494"/>
                </a:lnTo>
                <a:lnTo>
                  <a:pt x="86" y="8516"/>
                </a:lnTo>
                <a:lnTo>
                  <a:pt x="44" y="8558"/>
                </a:lnTo>
                <a:lnTo>
                  <a:pt x="1" y="8644"/>
                </a:lnTo>
                <a:lnTo>
                  <a:pt x="22" y="8687"/>
                </a:lnTo>
                <a:lnTo>
                  <a:pt x="65" y="8730"/>
                </a:lnTo>
                <a:lnTo>
                  <a:pt x="150" y="8751"/>
                </a:lnTo>
                <a:lnTo>
                  <a:pt x="343" y="8772"/>
                </a:lnTo>
                <a:lnTo>
                  <a:pt x="493" y="8772"/>
                </a:lnTo>
                <a:lnTo>
                  <a:pt x="1349" y="8730"/>
                </a:lnTo>
                <a:lnTo>
                  <a:pt x="2204" y="8665"/>
                </a:lnTo>
                <a:lnTo>
                  <a:pt x="3082" y="8623"/>
                </a:lnTo>
                <a:lnTo>
                  <a:pt x="3938" y="8601"/>
                </a:lnTo>
                <a:lnTo>
                  <a:pt x="5799" y="8623"/>
                </a:lnTo>
                <a:lnTo>
                  <a:pt x="7660" y="8623"/>
                </a:lnTo>
                <a:lnTo>
                  <a:pt x="7917" y="8644"/>
                </a:lnTo>
                <a:lnTo>
                  <a:pt x="8431" y="8644"/>
                </a:lnTo>
                <a:lnTo>
                  <a:pt x="8687" y="8601"/>
                </a:lnTo>
                <a:lnTo>
                  <a:pt x="8794" y="8580"/>
                </a:lnTo>
                <a:lnTo>
                  <a:pt x="8880" y="8537"/>
                </a:lnTo>
                <a:lnTo>
                  <a:pt x="8923" y="8494"/>
                </a:lnTo>
                <a:lnTo>
                  <a:pt x="8944" y="8430"/>
                </a:lnTo>
                <a:lnTo>
                  <a:pt x="8923" y="8366"/>
                </a:lnTo>
                <a:lnTo>
                  <a:pt x="8859" y="8280"/>
                </a:lnTo>
                <a:lnTo>
                  <a:pt x="8794" y="8216"/>
                </a:lnTo>
                <a:lnTo>
                  <a:pt x="8709" y="8195"/>
                </a:lnTo>
                <a:lnTo>
                  <a:pt x="8602" y="8195"/>
                </a:lnTo>
                <a:lnTo>
                  <a:pt x="8495" y="8216"/>
                </a:lnTo>
                <a:lnTo>
                  <a:pt x="8302" y="8237"/>
                </a:lnTo>
                <a:lnTo>
                  <a:pt x="8217" y="8216"/>
                </a:lnTo>
                <a:lnTo>
                  <a:pt x="8152" y="8173"/>
                </a:lnTo>
                <a:lnTo>
                  <a:pt x="8110" y="8109"/>
                </a:lnTo>
                <a:lnTo>
                  <a:pt x="8088" y="8002"/>
                </a:lnTo>
                <a:lnTo>
                  <a:pt x="8088" y="7724"/>
                </a:lnTo>
                <a:lnTo>
                  <a:pt x="8110" y="7253"/>
                </a:lnTo>
                <a:lnTo>
                  <a:pt x="8131" y="6290"/>
                </a:lnTo>
                <a:lnTo>
                  <a:pt x="8174" y="5841"/>
                </a:lnTo>
                <a:lnTo>
                  <a:pt x="8174" y="5713"/>
                </a:lnTo>
                <a:lnTo>
                  <a:pt x="8174" y="5606"/>
                </a:lnTo>
                <a:lnTo>
                  <a:pt x="8131" y="5499"/>
                </a:lnTo>
                <a:lnTo>
                  <a:pt x="8088" y="5413"/>
                </a:lnTo>
                <a:lnTo>
                  <a:pt x="8003" y="5392"/>
                </a:lnTo>
                <a:lnTo>
                  <a:pt x="7939" y="5370"/>
                </a:lnTo>
                <a:lnTo>
                  <a:pt x="7853" y="5370"/>
                </a:lnTo>
                <a:lnTo>
                  <a:pt x="7789" y="5328"/>
                </a:lnTo>
                <a:lnTo>
                  <a:pt x="7746" y="5285"/>
                </a:lnTo>
                <a:lnTo>
                  <a:pt x="7746" y="5242"/>
                </a:lnTo>
                <a:lnTo>
                  <a:pt x="7725" y="5178"/>
                </a:lnTo>
                <a:lnTo>
                  <a:pt x="7725" y="5114"/>
                </a:lnTo>
                <a:lnTo>
                  <a:pt x="7682" y="5049"/>
                </a:lnTo>
                <a:lnTo>
                  <a:pt x="7639" y="5007"/>
                </a:lnTo>
                <a:lnTo>
                  <a:pt x="7575" y="4985"/>
                </a:lnTo>
                <a:lnTo>
                  <a:pt x="7532" y="4964"/>
                </a:lnTo>
                <a:lnTo>
                  <a:pt x="7404" y="4942"/>
                </a:lnTo>
                <a:lnTo>
                  <a:pt x="7254" y="4942"/>
                </a:lnTo>
                <a:lnTo>
                  <a:pt x="7061" y="4900"/>
                </a:lnTo>
                <a:lnTo>
                  <a:pt x="6954" y="4900"/>
                </a:lnTo>
                <a:lnTo>
                  <a:pt x="6869" y="4921"/>
                </a:lnTo>
                <a:lnTo>
                  <a:pt x="6805" y="4964"/>
                </a:lnTo>
                <a:lnTo>
                  <a:pt x="6783" y="5028"/>
                </a:lnTo>
                <a:lnTo>
                  <a:pt x="6805" y="5071"/>
                </a:lnTo>
                <a:lnTo>
                  <a:pt x="6805" y="5156"/>
                </a:lnTo>
                <a:lnTo>
                  <a:pt x="6783" y="5221"/>
                </a:lnTo>
                <a:lnTo>
                  <a:pt x="6805" y="5242"/>
                </a:lnTo>
                <a:lnTo>
                  <a:pt x="6698" y="5285"/>
                </a:lnTo>
                <a:lnTo>
                  <a:pt x="6398" y="5285"/>
                </a:lnTo>
                <a:lnTo>
                  <a:pt x="6312" y="5263"/>
                </a:lnTo>
                <a:lnTo>
                  <a:pt x="6270" y="5199"/>
                </a:lnTo>
                <a:lnTo>
                  <a:pt x="6270" y="5114"/>
                </a:lnTo>
                <a:lnTo>
                  <a:pt x="6270" y="4964"/>
                </a:lnTo>
                <a:lnTo>
                  <a:pt x="6291" y="4878"/>
                </a:lnTo>
                <a:lnTo>
                  <a:pt x="6270" y="4793"/>
                </a:lnTo>
                <a:lnTo>
                  <a:pt x="6248" y="4729"/>
                </a:lnTo>
                <a:lnTo>
                  <a:pt x="6184" y="4664"/>
                </a:lnTo>
                <a:lnTo>
                  <a:pt x="6120" y="4622"/>
                </a:lnTo>
                <a:lnTo>
                  <a:pt x="5820" y="4622"/>
                </a:lnTo>
                <a:lnTo>
                  <a:pt x="5457" y="4686"/>
                </a:lnTo>
                <a:lnTo>
                  <a:pt x="5243" y="4707"/>
                </a:lnTo>
                <a:lnTo>
                  <a:pt x="5029" y="4729"/>
                </a:lnTo>
                <a:lnTo>
                  <a:pt x="4601" y="4750"/>
                </a:lnTo>
                <a:lnTo>
                  <a:pt x="4280" y="4729"/>
                </a:lnTo>
                <a:lnTo>
                  <a:pt x="4087" y="4750"/>
                </a:lnTo>
                <a:lnTo>
                  <a:pt x="4023" y="4771"/>
                </a:lnTo>
                <a:lnTo>
                  <a:pt x="3980" y="4814"/>
                </a:lnTo>
                <a:lnTo>
                  <a:pt x="3938" y="4878"/>
                </a:lnTo>
                <a:lnTo>
                  <a:pt x="3938" y="4942"/>
                </a:lnTo>
                <a:lnTo>
                  <a:pt x="3959" y="5049"/>
                </a:lnTo>
                <a:lnTo>
                  <a:pt x="3959" y="5114"/>
                </a:lnTo>
                <a:lnTo>
                  <a:pt x="3959" y="5178"/>
                </a:lnTo>
                <a:lnTo>
                  <a:pt x="3938" y="5221"/>
                </a:lnTo>
                <a:lnTo>
                  <a:pt x="3873" y="5263"/>
                </a:lnTo>
                <a:lnTo>
                  <a:pt x="3766" y="5285"/>
                </a:lnTo>
                <a:lnTo>
                  <a:pt x="3595" y="5306"/>
                </a:lnTo>
                <a:lnTo>
                  <a:pt x="3424" y="5285"/>
                </a:lnTo>
                <a:lnTo>
                  <a:pt x="3360" y="5285"/>
                </a:lnTo>
                <a:lnTo>
                  <a:pt x="3317" y="5263"/>
                </a:lnTo>
                <a:lnTo>
                  <a:pt x="3274" y="5199"/>
                </a:lnTo>
                <a:lnTo>
                  <a:pt x="3253" y="5114"/>
                </a:lnTo>
                <a:lnTo>
                  <a:pt x="3231" y="4921"/>
                </a:lnTo>
                <a:lnTo>
                  <a:pt x="3231" y="4707"/>
                </a:lnTo>
                <a:lnTo>
                  <a:pt x="3231" y="4536"/>
                </a:lnTo>
                <a:lnTo>
                  <a:pt x="3167" y="4129"/>
                </a:lnTo>
                <a:lnTo>
                  <a:pt x="3082" y="3723"/>
                </a:lnTo>
                <a:lnTo>
                  <a:pt x="2868" y="2739"/>
                </a:lnTo>
                <a:lnTo>
                  <a:pt x="2825" y="2589"/>
                </a:lnTo>
                <a:lnTo>
                  <a:pt x="2804" y="2418"/>
                </a:lnTo>
                <a:lnTo>
                  <a:pt x="2761" y="2354"/>
                </a:lnTo>
                <a:lnTo>
                  <a:pt x="2718" y="2268"/>
                </a:lnTo>
                <a:lnTo>
                  <a:pt x="2675" y="2225"/>
                </a:lnTo>
                <a:lnTo>
                  <a:pt x="2611" y="2182"/>
                </a:lnTo>
                <a:lnTo>
                  <a:pt x="2525" y="2161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/>
          <p:nvPr/>
        </p:nvSpPr>
        <p:spPr>
          <a:xfrm>
            <a:off x="3526375" y="3379788"/>
            <a:ext cx="1118400" cy="10500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6"/>
          <p:cNvSpPr/>
          <p:nvPr/>
        </p:nvSpPr>
        <p:spPr>
          <a:xfrm>
            <a:off x="7148725" y="594088"/>
            <a:ext cx="1118400" cy="105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6"/>
          <p:cNvSpPr/>
          <p:nvPr/>
        </p:nvSpPr>
        <p:spPr>
          <a:xfrm>
            <a:off x="5765050" y="594088"/>
            <a:ext cx="1118400" cy="105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6"/>
          <p:cNvSpPr/>
          <p:nvPr/>
        </p:nvSpPr>
        <p:spPr>
          <a:xfrm>
            <a:off x="4346138" y="594100"/>
            <a:ext cx="1118400" cy="105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6"/>
          <p:cNvSpPr/>
          <p:nvPr/>
        </p:nvSpPr>
        <p:spPr>
          <a:xfrm>
            <a:off x="2949163" y="594113"/>
            <a:ext cx="1118400" cy="105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6"/>
          <p:cNvSpPr/>
          <p:nvPr/>
        </p:nvSpPr>
        <p:spPr>
          <a:xfrm>
            <a:off x="1552200" y="594113"/>
            <a:ext cx="1118400" cy="105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6"/>
          <p:cNvSpPr txBox="1"/>
          <p:nvPr>
            <p:ph idx="12" type="sldNum"/>
          </p:nvPr>
        </p:nvSpPr>
        <p:spPr>
          <a:xfrm>
            <a:off x="7899350" y="409842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4" name="Google Shape;114;p16"/>
          <p:cNvSpPr/>
          <p:nvPr/>
        </p:nvSpPr>
        <p:spPr>
          <a:xfrm>
            <a:off x="1682743" y="789832"/>
            <a:ext cx="548681" cy="470285"/>
          </a:xfrm>
          <a:custGeom>
            <a:rect b="b" l="l" r="r" t="t"/>
            <a:pathLst>
              <a:path extrusionOk="0" h="16571" w="18956">
                <a:moveTo>
                  <a:pt x="9222" y="2604"/>
                </a:moveTo>
                <a:lnTo>
                  <a:pt x="9149" y="2628"/>
                </a:lnTo>
                <a:lnTo>
                  <a:pt x="9028" y="2701"/>
                </a:lnTo>
                <a:lnTo>
                  <a:pt x="8809" y="2896"/>
                </a:lnTo>
                <a:lnTo>
                  <a:pt x="8517" y="3139"/>
                </a:lnTo>
                <a:lnTo>
                  <a:pt x="8249" y="3358"/>
                </a:lnTo>
                <a:lnTo>
                  <a:pt x="7957" y="3577"/>
                </a:lnTo>
                <a:lnTo>
                  <a:pt x="7665" y="3821"/>
                </a:lnTo>
                <a:lnTo>
                  <a:pt x="6619" y="4818"/>
                </a:lnTo>
                <a:lnTo>
                  <a:pt x="5573" y="5816"/>
                </a:lnTo>
                <a:lnTo>
                  <a:pt x="5256" y="6181"/>
                </a:lnTo>
                <a:lnTo>
                  <a:pt x="4964" y="6546"/>
                </a:lnTo>
                <a:lnTo>
                  <a:pt x="4380" y="7325"/>
                </a:lnTo>
                <a:lnTo>
                  <a:pt x="4210" y="7495"/>
                </a:lnTo>
                <a:lnTo>
                  <a:pt x="3942" y="7763"/>
                </a:lnTo>
                <a:lnTo>
                  <a:pt x="3821" y="7909"/>
                </a:lnTo>
                <a:lnTo>
                  <a:pt x="3723" y="8055"/>
                </a:lnTo>
                <a:lnTo>
                  <a:pt x="3675" y="8176"/>
                </a:lnTo>
                <a:lnTo>
                  <a:pt x="3675" y="8225"/>
                </a:lnTo>
                <a:lnTo>
                  <a:pt x="3699" y="8274"/>
                </a:lnTo>
                <a:lnTo>
                  <a:pt x="3796" y="8347"/>
                </a:lnTo>
                <a:lnTo>
                  <a:pt x="3918" y="8347"/>
                </a:lnTo>
                <a:lnTo>
                  <a:pt x="4040" y="8322"/>
                </a:lnTo>
                <a:lnTo>
                  <a:pt x="4186" y="8249"/>
                </a:lnTo>
                <a:lnTo>
                  <a:pt x="4332" y="8128"/>
                </a:lnTo>
                <a:lnTo>
                  <a:pt x="4478" y="8006"/>
                </a:lnTo>
                <a:lnTo>
                  <a:pt x="4794" y="7665"/>
                </a:lnTo>
                <a:lnTo>
                  <a:pt x="5086" y="7300"/>
                </a:lnTo>
                <a:lnTo>
                  <a:pt x="5354" y="6935"/>
                </a:lnTo>
                <a:lnTo>
                  <a:pt x="5694" y="6473"/>
                </a:lnTo>
                <a:lnTo>
                  <a:pt x="6108" y="6035"/>
                </a:lnTo>
                <a:lnTo>
                  <a:pt x="6521" y="5621"/>
                </a:lnTo>
                <a:lnTo>
                  <a:pt x="7422" y="4818"/>
                </a:lnTo>
                <a:lnTo>
                  <a:pt x="7860" y="4380"/>
                </a:lnTo>
                <a:lnTo>
                  <a:pt x="8322" y="3967"/>
                </a:lnTo>
                <a:lnTo>
                  <a:pt x="8663" y="3699"/>
                </a:lnTo>
                <a:lnTo>
                  <a:pt x="9003" y="3456"/>
                </a:lnTo>
                <a:lnTo>
                  <a:pt x="9174" y="3285"/>
                </a:lnTo>
                <a:lnTo>
                  <a:pt x="9295" y="3139"/>
                </a:lnTo>
                <a:lnTo>
                  <a:pt x="9320" y="3139"/>
                </a:lnTo>
                <a:lnTo>
                  <a:pt x="9466" y="3285"/>
                </a:lnTo>
                <a:lnTo>
                  <a:pt x="10366" y="4113"/>
                </a:lnTo>
                <a:lnTo>
                  <a:pt x="11169" y="4916"/>
                </a:lnTo>
                <a:lnTo>
                  <a:pt x="11558" y="5329"/>
                </a:lnTo>
                <a:lnTo>
                  <a:pt x="11923" y="5767"/>
                </a:lnTo>
                <a:lnTo>
                  <a:pt x="12264" y="6181"/>
                </a:lnTo>
                <a:lnTo>
                  <a:pt x="12605" y="6643"/>
                </a:lnTo>
                <a:lnTo>
                  <a:pt x="12945" y="7057"/>
                </a:lnTo>
                <a:lnTo>
                  <a:pt x="13116" y="7276"/>
                </a:lnTo>
                <a:lnTo>
                  <a:pt x="13310" y="7471"/>
                </a:lnTo>
                <a:lnTo>
                  <a:pt x="13675" y="7787"/>
                </a:lnTo>
                <a:lnTo>
                  <a:pt x="14040" y="8079"/>
                </a:lnTo>
                <a:lnTo>
                  <a:pt x="14308" y="8322"/>
                </a:lnTo>
                <a:lnTo>
                  <a:pt x="14429" y="8420"/>
                </a:lnTo>
                <a:lnTo>
                  <a:pt x="14502" y="8444"/>
                </a:lnTo>
                <a:lnTo>
                  <a:pt x="14600" y="8493"/>
                </a:lnTo>
                <a:lnTo>
                  <a:pt x="14697" y="8493"/>
                </a:lnTo>
                <a:lnTo>
                  <a:pt x="14770" y="8444"/>
                </a:lnTo>
                <a:lnTo>
                  <a:pt x="14843" y="8371"/>
                </a:lnTo>
                <a:lnTo>
                  <a:pt x="14867" y="8274"/>
                </a:lnTo>
                <a:lnTo>
                  <a:pt x="14867" y="8201"/>
                </a:lnTo>
                <a:lnTo>
                  <a:pt x="14843" y="8103"/>
                </a:lnTo>
                <a:lnTo>
                  <a:pt x="14746" y="7957"/>
                </a:lnTo>
                <a:lnTo>
                  <a:pt x="14648" y="7811"/>
                </a:lnTo>
                <a:lnTo>
                  <a:pt x="14502" y="7690"/>
                </a:lnTo>
                <a:lnTo>
                  <a:pt x="14186" y="7446"/>
                </a:lnTo>
                <a:lnTo>
                  <a:pt x="13894" y="7252"/>
                </a:lnTo>
                <a:lnTo>
                  <a:pt x="13675" y="7057"/>
                </a:lnTo>
                <a:lnTo>
                  <a:pt x="13481" y="6862"/>
                </a:lnTo>
                <a:lnTo>
                  <a:pt x="13116" y="6424"/>
                </a:lnTo>
                <a:lnTo>
                  <a:pt x="12434" y="5500"/>
                </a:lnTo>
                <a:lnTo>
                  <a:pt x="12045" y="5037"/>
                </a:lnTo>
                <a:lnTo>
                  <a:pt x="11607" y="4599"/>
                </a:lnTo>
                <a:lnTo>
                  <a:pt x="11169" y="4161"/>
                </a:lnTo>
                <a:lnTo>
                  <a:pt x="10731" y="3723"/>
                </a:lnTo>
                <a:lnTo>
                  <a:pt x="10293" y="3334"/>
                </a:lnTo>
                <a:lnTo>
                  <a:pt x="9806" y="2920"/>
                </a:lnTo>
                <a:lnTo>
                  <a:pt x="9660" y="2799"/>
                </a:lnTo>
                <a:lnTo>
                  <a:pt x="9514" y="2726"/>
                </a:lnTo>
                <a:lnTo>
                  <a:pt x="9417" y="2628"/>
                </a:lnTo>
                <a:lnTo>
                  <a:pt x="9368" y="2604"/>
                </a:lnTo>
                <a:close/>
                <a:moveTo>
                  <a:pt x="9271" y="8979"/>
                </a:moveTo>
                <a:lnTo>
                  <a:pt x="9247" y="9125"/>
                </a:lnTo>
                <a:lnTo>
                  <a:pt x="9271" y="9271"/>
                </a:lnTo>
                <a:lnTo>
                  <a:pt x="9295" y="9563"/>
                </a:lnTo>
                <a:lnTo>
                  <a:pt x="8517" y="9563"/>
                </a:lnTo>
                <a:lnTo>
                  <a:pt x="8298" y="9587"/>
                </a:lnTo>
                <a:lnTo>
                  <a:pt x="8176" y="9612"/>
                </a:lnTo>
                <a:lnTo>
                  <a:pt x="8054" y="9636"/>
                </a:lnTo>
                <a:lnTo>
                  <a:pt x="8054" y="9466"/>
                </a:lnTo>
                <a:lnTo>
                  <a:pt x="8054" y="9320"/>
                </a:lnTo>
                <a:lnTo>
                  <a:pt x="8006" y="9174"/>
                </a:lnTo>
                <a:lnTo>
                  <a:pt x="7957" y="9028"/>
                </a:lnTo>
                <a:lnTo>
                  <a:pt x="8614" y="9028"/>
                </a:lnTo>
                <a:lnTo>
                  <a:pt x="9271" y="8979"/>
                </a:lnTo>
                <a:close/>
                <a:moveTo>
                  <a:pt x="10317" y="8979"/>
                </a:moveTo>
                <a:lnTo>
                  <a:pt x="10682" y="9028"/>
                </a:lnTo>
                <a:lnTo>
                  <a:pt x="11047" y="9052"/>
                </a:lnTo>
                <a:lnTo>
                  <a:pt x="11047" y="9344"/>
                </a:lnTo>
                <a:lnTo>
                  <a:pt x="11047" y="9636"/>
                </a:lnTo>
                <a:lnTo>
                  <a:pt x="10731" y="9612"/>
                </a:lnTo>
                <a:lnTo>
                  <a:pt x="9685" y="9587"/>
                </a:lnTo>
                <a:lnTo>
                  <a:pt x="9636" y="9271"/>
                </a:lnTo>
                <a:lnTo>
                  <a:pt x="9612" y="9125"/>
                </a:lnTo>
                <a:lnTo>
                  <a:pt x="9563" y="8979"/>
                </a:lnTo>
                <a:close/>
                <a:moveTo>
                  <a:pt x="8054" y="10001"/>
                </a:moveTo>
                <a:lnTo>
                  <a:pt x="8176" y="10025"/>
                </a:lnTo>
                <a:lnTo>
                  <a:pt x="8930" y="10025"/>
                </a:lnTo>
                <a:lnTo>
                  <a:pt x="9320" y="10050"/>
                </a:lnTo>
                <a:lnTo>
                  <a:pt x="9295" y="10707"/>
                </a:lnTo>
                <a:lnTo>
                  <a:pt x="8638" y="10634"/>
                </a:lnTo>
                <a:lnTo>
                  <a:pt x="8298" y="10634"/>
                </a:lnTo>
                <a:lnTo>
                  <a:pt x="8006" y="10658"/>
                </a:lnTo>
                <a:lnTo>
                  <a:pt x="8030" y="10342"/>
                </a:lnTo>
                <a:lnTo>
                  <a:pt x="8054" y="10001"/>
                </a:lnTo>
                <a:close/>
                <a:moveTo>
                  <a:pt x="9709" y="10074"/>
                </a:moveTo>
                <a:lnTo>
                  <a:pt x="10366" y="10147"/>
                </a:lnTo>
                <a:lnTo>
                  <a:pt x="10901" y="10147"/>
                </a:lnTo>
                <a:lnTo>
                  <a:pt x="11047" y="10123"/>
                </a:lnTo>
                <a:lnTo>
                  <a:pt x="11047" y="10123"/>
                </a:lnTo>
                <a:lnTo>
                  <a:pt x="11023" y="10390"/>
                </a:lnTo>
                <a:lnTo>
                  <a:pt x="10974" y="10634"/>
                </a:lnTo>
                <a:lnTo>
                  <a:pt x="10755" y="10707"/>
                </a:lnTo>
                <a:lnTo>
                  <a:pt x="10536" y="10731"/>
                </a:lnTo>
                <a:lnTo>
                  <a:pt x="10123" y="10755"/>
                </a:lnTo>
                <a:lnTo>
                  <a:pt x="9685" y="10755"/>
                </a:lnTo>
                <a:lnTo>
                  <a:pt x="9685" y="10707"/>
                </a:lnTo>
                <a:lnTo>
                  <a:pt x="9709" y="10390"/>
                </a:lnTo>
                <a:lnTo>
                  <a:pt x="9709" y="10074"/>
                </a:lnTo>
                <a:close/>
                <a:moveTo>
                  <a:pt x="8955" y="8468"/>
                </a:moveTo>
                <a:lnTo>
                  <a:pt x="8541" y="8493"/>
                </a:lnTo>
                <a:lnTo>
                  <a:pt x="8346" y="8517"/>
                </a:lnTo>
                <a:lnTo>
                  <a:pt x="8152" y="8566"/>
                </a:lnTo>
                <a:lnTo>
                  <a:pt x="7957" y="8614"/>
                </a:lnTo>
                <a:lnTo>
                  <a:pt x="7762" y="8687"/>
                </a:lnTo>
                <a:lnTo>
                  <a:pt x="7738" y="8736"/>
                </a:lnTo>
                <a:lnTo>
                  <a:pt x="7714" y="8760"/>
                </a:lnTo>
                <a:lnTo>
                  <a:pt x="7689" y="8833"/>
                </a:lnTo>
                <a:lnTo>
                  <a:pt x="7641" y="8882"/>
                </a:lnTo>
                <a:lnTo>
                  <a:pt x="7592" y="8906"/>
                </a:lnTo>
                <a:lnTo>
                  <a:pt x="7568" y="8979"/>
                </a:lnTo>
                <a:lnTo>
                  <a:pt x="7568" y="9028"/>
                </a:lnTo>
                <a:lnTo>
                  <a:pt x="7616" y="9247"/>
                </a:lnTo>
                <a:lnTo>
                  <a:pt x="7616" y="9490"/>
                </a:lnTo>
                <a:lnTo>
                  <a:pt x="7592" y="9709"/>
                </a:lnTo>
                <a:lnTo>
                  <a:pt x="7568" y="9952"/>
                </a:lnTo>
                <a:lnTo>
                  <a:pt x="7495" y="10415"/>
                </a:lnTo>
                <a:lnTo>
                  <a:pt x="7495" y="10634"/>
                </a:lnTo>
                <a:lnTo>
                  <a:pt x="7519" y="10877"/>
                </a:lnTo>
                <a:lnTo>
                  <a:pt x="7519" y="10926"/>
                </a:lnTo>
                <a:lnTo>
                  <a:pt x="7568" y="10974"/>
                </a:lnTo>
                <a:lnTo>
                  <a:pt x="7641" y="11023"/>
                </a:lnTo>
                <a:lnTo>
                  <a:pt x="7762" y="11047"/>
                </a:lnTo>
                <a:lnTo>
                  <a:pt x="7860" y="10999"/>
                </a:lnTo>
                <a:lnTo>
                  <a:pt x="8079" y="11072"/>
                </a:lnTo>
                <a:lnTo>
                  <a:pt x="8298" y="11120"/>
                </a:lnTo>
                <a:lnTo>
                  <a:pt x="8784" y="11169"/>
                </a:lnTo>
                <a:lnTo>
                  <a:pt x="9733" y="11218"/>
                </a:lnTo>
                <a:lnTo>
                  <a:pt x="10123" y="11242"/>
                </a:lnTo>
                <a:lnTo>
                  <a:pt x="10561" y="11218"/>
                </a:lnTo>
                <a:lnTo>
                  <a:pt x="10780" y="11193"/>
                </a:lnTo>
                <a:lnTo>
                  <a:pt x="10999" y="11145"/>
                </a:lnTo>
                <a:lnTo>
                  <a:pt x="11169" y="11072"/>
                </a:lnTo>
                <a:lnTo>
                  <a:pt x="11339" y="10950"/>
                </a:lnTo>
                <a:lnTo>
                  <a:pt x="11388" y="10877"/>
                </a:lnTo>
                <a:lnTo>
                  <a:pt x="11388" y="10828"/>
                </a:lnTo>
                <a:lnTo>
                  <a:pt x="11412" y="10804"/>
                </a:lnTo>
                <a:lnTo>
                  <a:pt x="11461" y="10561"/>
                </a:lnTo>
                <a:lnTo>
                  <a:pt x="11510" y="10293"/>
                </a:lnTo>
                <a:lnTo>
                  <a:pt x="11510" y="10025"/>
                </a:lnTo>
                <a:lnTo>
                  <a:pt x="11510" y="9782"/>
                </a:lnTo>
                <a:lnTo>
                  <a:pt x="11510" y="9223"/>
                </a:lnTo>
                <a:lnTo>
                  <a:pt x="11485" y="8931"/>
                </a:lnTo>
                <a:lnTo>
                  <a:pt x="11437" y="8663"/>
                </a:lnTo>
                <a:lnTo>
                  <a:pt x="11412" y="8614"/>
                </a:lnTo>
                <a:lnTo>
                  <a:pt x="11364" y="8590"/>
                </a:lnTo>
                <a:lnTo>
                  <a:pt x="11315" y="8566"/>
                </a:lnTo>
                <a:lnTo>
                  <a:pt x="11218" y="8566"/>
                </a:lnTo>
                <a:lnTo>
                  <a:pt x="10755" y="8493"/>
                </a:lnTo>
                <a:lnTo>
                  <a:pt x="10293" y="8468"/>
                </a:lnTo>
                <a:close/>
                <a:moveTo>
                  <a:pt x="10244" y="12556"/>
                </a:moveTo>
                <a:lnTo>
                  <a:pt x="10390" y="12678"/>
                </a:lnTo>
                <a:lnTo>
                  <a:pt x="10536" y="12799"/>
                </a:lnTo>
                <a:lnTo>
                  <a:pt x="10634" y="12970"/>
                </a:lnTo>
                <a:lnTo>
                  <a:pt x="10415" y="13018"/>
                </a:lnTo>
                <a:lnTo>
                  <a:pt x="10342" y="12775"/>
                </a:lnTo>
                <a:lnTo>
                  <a:pt x="10244" y="12556"/>
                </a:lnTo>
                <a:close/>
                <a:moveTo>
                  <a:pt x="10828" y="13359"/>
                </a:moveTo>
                <a:lnTo>
                  <a:pt x="10901" y="13578"/>
                </a:lnTo>
                <a:lnTo>
                  <a:pt x="10707" y="13675"/>
                </a:lnTo>
                <a:lnTo>
                  <a:pt x="10536" y="13797"/>
                </a:lnTo>
                <a:lnTo>
                  <a:pt x="10536" y="13773"/>
                </a:lnTo>
                <a:lnTo>
                  <a:pt x="10488" y="13383"/>
                </a:lnTo>
                <a:lnTo>
                  <a:pt x="10512" y="13359"/>
                </a:lnTo>
                <a:close/>
                <a:moveTo>
                  <a:pt x="10974" y="13919"/>
                </a:moveTo>
                <a:lnTo>
                  <a:pt x="11023" y="14332"/>
                </a:lnTo>
                <a:lnTo>
                  <a:pt x="10853" y="14381"/>
                </a:lnTo>
                <a:lnTo>
                  <a:pt x="10707" y="14430"/>
                </a:lnTo>
                <a:lnTo>
                  <a:pt x="10536" y="14478"/>
                </a:lnTo>
                <a:lnTo>
                  <a:pt x="10536" y="14113"/>
                </a:lnTo>
                <a:lnTo>
                  <a:pt x="10658" y="14065"/>
                </a:lnTo>
                <a:lnTo>
                  <a:pt x="10780" y="13992"/>
                </a:lnTo>
                <a:lnTo>
                  <a:pt x="10974" y="13919"/>
                </a:lnTo>
                <a:close/>
                <a:moveTo>
                  <a:pt x="11047" y="14722"/>
                </a:moveTo>
                <a:lnTo>
                  <a:pt x="11047" y="14941"/>
                </a:lnTo>
                <a:lnTo>
                  <a:pt x="10755" y="15038"/>
                </a:lnTo>
                <a:lnTo>
                  <a:pt x="10609" y="15087"/>
                </a:lnTo>
                <a:lnTo>
                  <a:pt x="10463" y="15160"/>
                </a:lnTo>
                <a:lnTo>
                  <a:pt x="10512" y="14819"/>
                </a:lnTo>
                <a:lnTo>
                  <a:pt x="10804" y="14746"/>
                </a:lnTo>
                <a:lnTo>
                  <a:pt x="11047" y="14722"/>
                </a:lnTo>
                <a:close/>
                <a:moveTo>
                  <a:pt x="11047" y="15306"/>
                </a:moveTo>
                <a:lnTo>
                  <a:pt x="11023" y="15573"/>
                </a:lnTo>
                <a:lnTo>
                  <a:pt x="11023" y="15671"/>
                </a:lnTo>
                <a:lnTo>
                  <a:pt x="10999" y="15671"/>
                </a:lnTo>
                <a:lnTo>
                  <a:pt x="10804" y="15719"/>
                </a:lnTo>
                <a:lnTo>
                  <a:pt x="10585" y="15792"/>
                </a:lnTo>
                <a:lnTo>
                  <a:pt x="10488" y="15841"/>
                </a:lnTo>
                <a:lnTo>
                  <a:pt x="10390" y="15890"/>
                </a:lnTo>
                <a:lnTo>
                  <a:pt x="10390" y="15890"/>
                </a:lnTo>
                <a:lnTo>
                  <a:pt x="10439" y="15427"/>
                </a:lnTo>
                <a:lnTo>
                  <a:pt x="10585" y="15427"/>
                </a:lnTo>
                <a:lnTo>
                  <a:pt x="10731" y="15403"/>
                </a:lnTo>
                <a:lnTo>
                  <a:pt x="11047" y="15306"/>
                </a:lnTo>
                <a:close/>
                <a:moveTo>
                  <a:pt x="9441" y="536"/>
                </a:moveTo>
                <a:lnTo>
                  <a:pt x="9612" y="804"/>
                </a:lnTo>
                <a:lnTo>
                  <a:pt x="9831" y="1023"/>
                </a:lnTo>
                <a:lnTo>
                  <a:pt x="10050" y="1242"/>
                </a:lnTo>
                <a:lnTo>
                  <a:pt x="10293" y="1460"/>
                </a:lnTo>
                <a:lnTo>
                  <a:pt x="10780" y="1825"/>
                </a:lnTo>
                <a:lnTo>
                  <a:pt x="11266" y="2215"/>
                </a:lnTo>
                <a:lnTo>
                  <a:pt x="11899" y="2750"/>
                </a:lnTo>
                <a:lnTo>
                  <a:pt x="12507" y="3334"/>
                </a:lnTo>
                <a:lnTo>
                  <a:pt x="13091" y="3942"/>
                </a:lnTo>
                <a:lnTo>
                  <a:pt x="13651" y="4575"/>
                </a:lnTo>
                <a:lnTo>
                  <a:pt x="14746" y="5792"/>
                </a:lnTo>
                <a:lnTo>
                  <a:pt x="15305" y="6376"/>
                </a:lnTo>
                <a:lnTo>
                  <a:pt x="15622" y="6668"/>
                </a:lnTo>
                <a:lnTo>
                  <a:pt x="15914" y="6935"/>
                </a:lnTo>
                <a:lnTo>
                  <a:pt x="16206" y="7179"/>
                </a:lnTo>
                <a:lnTo>
                  <a:pt x="16522" y="7398"/>
                </a:lnTo>
                <a:lnTo>
                  <a:pt x="17155" y="7884"/>
                </a:lnTo>
                <a:lnTo>
                  <a:pt x="17471" y="8128"/>
                </a:lnTo>
                <a:lnTo>
                  <a:pt x="17763" y="8371"/>
                </a:lnTo>
                <a:lnTo>
                  <a:pt x="18031" y="8639"/>
                </a:lnTo>
                <a:lnTo>
                  <a:pt x="18274" y="8931"/>
                </a:lnTo>
                <a:lnTo>
                  <a:pt x="17885" y="8955"/>
                </a:lnTo>
                <a:lnTo>
                  <a:pt x="16741" y="8955"/>
                </a:lnTo>
                <a:lnTo>
                  <a:pt x="16425" y="8931"/>
                </a:lnTo>
                <a:lnTo>
                  <a:pt x="16060" y="8931"/>
                </a:lnTo>
                <a:lnTo>
                  <a:pt x="15889" y="8955"/>
                </a:lnTo>
                <a:lnTo>
                  <a:pt x="15719" y="8979"/>
                </a:lnTo>
                <a:lnTo>
                  <a:pt x="15597" y="9052"/>
                </a:lnTo>
                <a:lnTo>
                  <a:pt x="15524" y="9125"/>
                </a:lnTo>
                <a:lnTo>
                  <a:pt x="15500" y="9174"/>
                </a:lnTo>
                <a:lnTo>
                  <a:pt x="15500" y="9223"/>
                </a:lnTo>
                <a:lnTo>
                  <a:pt x="15573" y="9296"/>
                </a:lnTo>
                <a:lnTo>
                  <a:pt x="15549" y="9369"/>
                </a:lnTo>
                <a:lnTo>
                  <a:pt x="15549" y="10317"/>
                </a:lnTo>
                <a:lnTo>
                  <a:pt x="15549" y="11266"/>
                </a:lnTo>
                <a:lnTo>
                  <a:pt x="15524" y="12215"/>
                </a:lnTo>
                <a:lnTo>
                  <a:pt x="15476" y="13164"/>
                </a:lnTo>
                <a:lnTo>
                  <a:pt x="15451" y="14065"/>
                </a:lnTo>
                <a:lnTo>
                  <a:pt x="15427" y="14989"/>
                </a:lnTo>
                <a:lnTo>
                  <a:pt x="15427" y="15427"/>
                </a:lnTo>
                <a:lnTo>
                  <a:pt x="15451" y="15646"/>
                </a:lnTo>
                <a:lnTo>
                  <a:pt x="15500" y="15890"/>
                </a:lnTo>
                <a:lnTo>
                  <a:pt x="15208" y="15938"/>
                </a:lnTo>
                <a:lnTo>
                  <a:pt x="14965" y="15987"/>
                </a:lnTo>
                <a:lnTo>
                  <a:pt x="14210" y="16060"/>
                </a:lnTo>
                <a:lnTo>
                  <a:pt x="12069" y="16060"/>
                </a:lnTo>
                <a:lnTo>
                  <a:pt x="11826" y="16036"/>
                </a:lnTo>
                <a:lnTo>
                  <a:pt x="11680" y="16011"/>
                </a:lnTo>
                <a:lnTo>
                  <a:pt x="11510" y="16011"/>
                </a:lnTo>
                <a:lnTo>
                  <a:pt x="11534" y="15744"/>
                </a:lnTo>
                <a:lnTo>
                  <a:pt x="11558" y="15500"/>
                </a:lnTo>
                <a:lnTo>
                  <a:pt x="11558" y="15135"/>
                </a:lnTo>
                <a:lnTo>
                  <a:pt x="11558" y="14795"/>
                </a:lnTo>
                <a:lnTo>
                  <a:pt x="11534" y="14454"/>
                </a:lnTo>
                <a:lnTo>
                  <a:pt x="11510" y="14113"/>
                </a:lnTo>
                <a:lnTo>
                  <a:pt x="11461" y="13821"/>
                </a:lnTo>
                <a:lnTo>
                  <a:pt x="11388" y="13505"/>
                </a:lnTo>
                <a:lnTo>
                  <a:pt x="11291" y="13213"/>
                </a:lnTo>
                <a:lnTo>
                  <a:pt x="11169" y="12921"/>
                </a:lnTo>
                <a:lnTo>
                  <a:pt x="11023" y="12629"/>
                </a:lnTo>
                <a:lnTo>
                  <a:pt x="10828" y="12410"/>
                </a:lnTo>
                <a:lnTo>
                  <a:pt x="10731" y="12288"/>
                </a:lnTo>
                <a:lnTo>
                  <a:pt x="10609" y="12191"/>
                </a:lnTo>
                <a:lnTo>
                  <a:pt x="10463" y="12118"/>
                </a:lnTo>
                <a:lnTo>
                  <a:pt x="10342" y="12045"/>
                </a:lnTo>
                <a:lnTo>
                  <a:pt x="10147" y="11972"/>
                </a:lnTo>
                <a:lnTo>
                  <a:pt x="9977" y="11948"/>
                </a:lnTo>
                <a:lnTo>
                  <a:pt x="9782" y="11923"/>
                </a:lnTo>
                <a:lnTo>
                  <a:pt x="9587" y="11923"/>
                </a:lnTo>
                <a:lnTo>
                  <a:pt x="9417" y="11948"/>
                </a:lnTo>
                <a:lnTo>
                  <a:pt x="9222" y="11996"/>
                </a:lnTo>
                <a:lnTo>
                  <a:pt x="9052" y="12045"/>
                </a:lnTo>
                <a:lnTo>
                  <a:pt x="8857" y="12118"/>
                </a:lnTo>
                <a:lnTo>
                  <a:pt x="8687" y="12215"/>
                </a:lnTo>
                <a:lnTo>
                  <a:pt x="8541" y="12313"/>
                </a:lnTo>
                <a:lnTo>
                  <a:pt x="8371" y="12434"/>
                </a:lnTo>
                <a:lnTo>
                  <a:pt x="8249" y="12580"/>
                </a:lnTo>
                <a:lnTo>
                  <a:pt x="8103" y="12702"/>
                </a:lnTo>
                <a:lnTo>
                  <a:pt x="7981" y="12848"/>
                </a:lnTo>
                <a:lnTo>
                  <a:pt x="7884" y="13018"/>
                </a:lnTo>
                <a:lnTo>
                  <a:pt x="7811" y="13164"/>
                </a:lnTo>
                <a:lnTo>
                  <a:pt x="7714" y="13383"/>
                </a:lnTo>
                <a:lnTo>
                  <a:pt x="7665" y="13578"/>
                </a:lnTo>
                <a:lnTo>
                  <a:pt x="7568" y="14016"/>
                </a:lnTo>
                <a:lnTo>
                  <a:pt x="7495" y="14454"/>
                </a:lnTo>
                <a:lnTo>
                  <a:pt x="7446" y="14892"/>
                </a:lnTo>
                <a:lnTo>
                  <a:pt x="7397" y="15281"/>
                </a:lnTo>
                <a:lnTo>
                  <a:pt x="7373" y="15525"/>
                </a:lnTo>
                <a:lnTo>
                  <a:pt x="7373" y="15768"/>
                </a:lnTo>
                <a:lnTo>
                  <a:pt x="6181" y="15768"/>
                </a:lnTo>
                <a:lnTo>
                  <a:pt x="5013" y="15817"/>
                </a:lnTo>
                <a:lnTo>
                  <a:pt x="4234" y="15817"/>
                </a:lnTo>
                <a:lnTo>
                  <a:pt x="3796" y="15841"/>
                </a:lnTo>
                <a:lnTo>
                  <a:pt x="3602" y="15865"/>
                </a:lnTo>
                <a:lnTo>
                  <a:pt x="3407" y="15914"/>
                </a:lnTo>
                <a:lnTo>
                  <a:pt x="3431" y="15598"/>
                </a:lnTo>
                <a:lnTo>
                  <a:pt x="3456" y="15281"/>
                </a:lnTo>
                <a:lnTo>
                  <a:pt x="3431" y="14965"/>
                </a:lnTo>
                <a:lnTo>
                  <a:pt x="3456" y="14673"/>
                </a:lnTo>
                <a:lnTo>
                  <a:pt x="3504" y="13651"/>
                </a:lnTo>
                <a:lnTo>
                  <a:pt x="3553" y="12605"/>
                </a:lnTo>
                <a:lnTo>
                  <a:pt x="3529" y="12191"/>
                </a:lnTo>
                <a:lnTo>
                  <a:pt x="3504" y="11777"/>
                </a:lnTo>
                <a:lnTo>
                  <a:pt x="3383" y="10950"/>
                </a:lnTo>
                <a:lnTo>
                  <a:pt x="3334" y="10512"/>
                </a:lnTo>
                <a:lnTo>
                  <a:pt x="3285" y="10098"/>
                </a:lnTo>
                <a:lnTo>
                  <a:pt x="3261" y="9685"/>
                </a:lnTo>
                <a:lnTo>
                  <a:pt x="3261" y="9271"/>
                </a:lnTo>
                <a:lnTo>
                  <a:pt x="3261" y="9247"/>
                </a:lnTo>
                <a:lnTo>
                  <a:pt x="3334" y="9198"/>
                </a:lnTo>
                <a:lnTo>
                  <a:pt x="3383" y="9125"/>
                </a:lnTo>
                <a:lnTo>
                  <a:pt x="3407" y="9028"/>
                </a:lnTo>
                <a:lnTo>
                  <a:pt x="3383" y="8931"/>
                </a:lnTo>
                <a:lnTo>
                  <a:pt x="3334" y="8833"/>
                </a:lnTo>
                <a:lnTo>
                  <a:pt x="3261" y="8760"/>
                </a:lnTo>
                <a:lnTo>
                  <a:pt x="3164" y="8736"/>
                </a:lnTo>
                <a:lnTo>
                  <a:pt x="3042" y="8736"/>
                </a:lnTo>
                <a:lnTo>
                  <a:pt x="2774" y="8760"/>
                </a:lnTo>
                <a:lnTo>
                  <a:pt x="2507" y="8785"/>
                </a:lnTo>
                <a:lnTo>
                  <a:pt x="1947" y="8809"/>
                </a:lnTo>
                <a:lnTo>
                  <a:pt x="1412" y="8785"/>
                </a:lnTo>
                <a:lnTo>
                  <a:pt x="876" y="8785"/>
                </a:lnTo>
                <a:lnTo>
                  <a:pt x="1850" y="7982"/>
                </a:lnTo>
                <a:lnTo>
                  <a:pt x="2336" y="7544"/>
                </a:lnTo>
                <a:lnTo>
                  <a:pt x="2799" y="7106"/>
                </a:lnTo>
                <a:lnTo>
                  <a:pt x="4040" y="5792"/>
                </a:lnTo>
                <a:lnTo>
                  <a:pt x="4648" y="5135"/>
                </a:lnTo>
                <a:lnTo>
                  <a:pt x="5256" y="4502"/>
                </a:lnTo>
                <a:lnTo>
                  <a:pt x="6546" y="3237"/>
                </a:lnTo>
                <a:lnTo>
                  <a:pt x="7835" y="1971"/>
                </a:lnTo>
                <a:lnTo>
                  <a:pt x="8371" y="1485"/>
                </a:lnTo>
                <a:lnTo>
                  <a:pt x="8906" y="998"/>
                </a:lnTo>
                <a:lnTo>
                  <a:pt x="9247" y="706"/>
                </a:lnTo>
                <a:lnTo>
                  <a:pt x="9368" y="609"/>
                </a:lnTo>
                <a:lnTo>
                  <a:pt x="9417" y="560"/>
                </a:lnTo>
                <a:lnTo>
                  <a:pt x="9441" y="560"/>
                </a:lnTo>
                <a:lnTo>
                  <a:pt x="9441" y="536"/>
                </a:lnTo>
                <a:close/>
                <a:moveTo>
                  <a:pt x="9198" y="1"/>
                </a:moveTo>
                <a:lnTo>
                  <a:pt x="9125" y="25"/>
                </a:lnTo>
                <a:lnTo>
                  <a:pt x="8979" y="122"/>
                </a:lnTo>
                <a:lnTo>
                  <a:pt x="8736" y="341"/>
                </a:lnTo>
                <a:lnTo>
                  <a:pt x="7884" y="1120"/>
                </a:lnTo>
                <a:lnTo>
                  <a:pt x="7227" y="1752"/>
                </a:lnTo>
                <a:lnTo>
                  <a:pt x="6546" y="2385"/>
                </a:lnTo>
                <a:lnTo>
                  <a:pt x="5232" y="3675"/>
                </a:lnTo>
                <a:lnTo>
                  <a:pt x="4551" y="4356"/>
                </a:lnTo>
                <a:lnTo>
                  <a:pt x="3918" y="5037"/>
                </a:lnTo>
                <a:lnTo>
                  <a:pt x="2628" y="6424"/>
                </a:lnTo>
                <a:lnTo>
                  <a:pt x="2020" y="7033"/>
                </a:lnTo>
                <a:lnTo>
                  <a:pt x="1704" y="7325"/>
                </a:lnTo>
                <a:lnTo>
                  <a:pt x="1387" y="7617"/>
                </a:lnTo>
                <a:lnTo>
                  <a:pt x="706" y="8176"/>
                </a:lnTo>
                <a:lnTo>
                  <a:pt x="365" y="8493"/>
                </a:lnTo>
                <a:lnTo>
                  <a:pt x="73" y="8833"/>
                </a:lnTo>
                <a:lnTo>
                  <a:pt x="25" y="8931"/>
                </a:lnTo>
                <a:lnTo>
                  <a:pt x="0" y="9028"/>
                </a:lnTo>
                <a:lnTo>
                  <a:pt x="25" y="9101"/>
                </a:lnTo>
                <a:lnTo>
                  <a:pt x="73" y="9174"/>
                </a:lnTo>
                <a:lnTo>
                  <a:pt x="146" y="9223"/>
                </a:lnTo>
                <a:lnTo>
                  <a:pt x="244" y="9247"/>
                </a:lnTo>
                <a:lnTo>
                  <a:pt x="317" y="9223"/>
                </a:lnTo>
                <a:lnTo>
                  <a:pt x="414" y="9174"/>
                </a:lnTo>
                <a:lnTo>
                  <a:pt x="560" y="9247"/>
                </a:lnTo>
                <a:lnTo>
                  <a:pt x="706" y="9296"/>
                </a:lnTo>
                <a:lnTo>
                  <a:pt x="876" y="9320"/>
                </a:lnTo>
                <a:lnTo>
                  <a:pt x="1047" y="9344"/>
                </a:lnTo>
                <a:lnTo>
                  <a:pt x="2555" y="9344"/>
                </a:lnTo>
                <a:lnTo>
                  <a:pt x="2847" y="9320"/>
                </a:lnTo>
                <a:lnTo>
                  <a:pt x="2823" y="9490"/>
                </a:lnTo>
                <a:lnTo>
                  <a:pt x="2799" y="9636"/>
                </a:lnTo>
                <a:lnTo>
                  <a:pt x="2774" y="9952"/>
                </a:lnTo>
                <a:lnTo>
                  <a:pt x="2774" y="10269"/>
                </a:lnTo>
                <a:lnTo>
                  <a:pt x="2823" y="10585"/>
                </a:lnTo>
                <a:lnTo>
                  <a:pt x="2969" y="11510"/>
                </a:lnTo>
                <a:lnTo>
                  <a:pt x="2993" y="11972"/>
                </a:lnTo>
                <a:lnTo>
                  <a:pt x="3018" y="12434"/>
                </a:lnTo>
                <a:lnTo>
                  <a:pt x="3018" y="12970"/>
                </a:lnTo>
                <a:lnTo>
                  <a:pt x="2993" y="13481"/>
                </a:lnTo>
                <a:lnTo>
                  <a:pt x="2920" y="14503"/>
                </a:lnTo>
                <a:lnTo>
                  <a:pt x="2872" y="14892"/>
                </a:lnTo>
                <a:lnTo>
                  <a:pt x="2823" y="15330"/>
                </a:lnTo>
                <a:lnTo>
                  <a:pt x="2823" y="15549"/>
                </a:lnTo>
                <a:lnTo>
                  <a:pt x="2823" y="15768"/>
                </a:lnTo>
                <a:lnTo>
                  <a:pt x="2847" y="15963"/>
                </a:lnTo>
                <a:lnTo>
                  <a:pt x="2920" y="16133"/>
                </a:lnTo>
                <a:lnTo>
                  <a:pt x="2896" y="16157"/>
                </a:lnTo>
                <a:lnTo>
                  <a:pt x="2872" y="16230"/>
                </a:lnTo>
                <a:lnTo>
                  <a:pt x="2872" y="16303"/>
                </a:lnTo>
                <a:lnTo>
                  <a:pt x="2920" y="16352"/>
                </a:lnTo>
                <a:lnTo>
                  <a:pt x="2969" y="16401"/>
                </a:lnTo>
                <a:lnTo>
                  <a:pt x="3091" y="16449"/>
                </a:lnTo>
                <a:lnTo>
                  <a:pt x="3212" y="16474"/>
                </a:lnTo>
                <a:lnTo>
                  <a:pt x="3480" y="16474"/>
                </a:lnTo>
                <a:lnTo>
                  <a:pt x="3991" y="16425"/>
                </a:lnTo>
                <a:lnTo>
                  <a:pt x="4599" y="16401"/>
                </a:lnTo>
                <a:lnTo>
                  <a:pt x="5183" y="16401"/>
                </a:lnTo>
                <a:lnTo>
                  <a:pt x="6375" y="16425"/>
                </a:lnTo>
                <a:lnTo>
                  <a:pt x="6984" y="16401"/>
                </a:lnTo>
                <a:lnTo>
                  <a:pt x="7276" y="16376"/>
                </a:lnTo>
                <a:lnTo>
                  <a:pt x="7568" y="16328"/>
                </a:lnTo>
                <a:lnTo>
                  <a:pt x="7641" y="16303"/>
                </a:lnTo>
                <a:lnTo>
                  <a:pt x="7714" y="16255"/>
                </a:lnTo>
                <a:lnTo>
                  <a:pt x="7738" y="16206"/>
                </a:lnTo>
                <a:lnTo>
                  <a:pt x="7762" y="16157"/>
                </a:lnTo>
                <a:lnTo>
                  <a:pt x="7835" y="16084"/>
                </a:lnTo>
                <a:lnTo>
                  <a:pt x="7860" y="16011"/>
                </a:lnTo>
                <a:lnTo>
                  <a:pt x="7860" y="15354"/>
                </a:lnTo>
                <a:lnTo>
                  <a:pt x="7884" y="14989"/>
                </a:lnTo>
                <a:lnTo>
                  <a:pt x="7908" y="14649"/>
                </a:lnTo>
                <a:lnTo>
                  <a:pt x="7981" y="14284"/>
                </a:lnTo>
                <a:lnTo>
                  <a:pt x="8054" y="13943"/>
                </a:lnTo>
                <a:lnTo>
                  <a:pt x="8152" y="13627"/>
                </a:lnTo>
                <a:lnTo>
                  <a:pt x="8273" y="13310"/>
                </a:lnTo>
                <a:lnTo>
                  <a:pt x="8371" y="13164"/>
                </a:lnTo>
                <a:lnTo>
                  <a:pt x="8492" y="12994"/>
                </a:lnTo>
                <a:lnTo>
                  <a:pt x="8638" y="12848"/>
                </a:lnTo>
                <a:lnTo>
                  <a:pt x="8784" y="12726"/>
                </a:lnTo>
                <a:lnTo>
                  <a:pt x="8979" y="12629"/>
                </a:lnTo>
                <a:lnTo>
                  <a:pt x="9149" y="12532"/>
                </a:lnTo>
                <a:lnTo>
                  <a:pt x="9344" y="12483"/>
                </a:lnTo>
                <a:lnTo>
                  <a:pt x="9539" y="12434"/>
                </a:lnTo>
                <a:lnTo>
                  <a:pt x="9660" y="12580"/>
                </a:lnTo>
                <a:lnTo>
                  <a:pt x="9758" y="12726"/>
                </a:lnTo>
                <a:lnTo>
                  <a:pt x="9855" y="12872"/>
                </a:lnTo>
                <a:lnTo>
                  <a:pt x="9952" y="13043"/>
                </a:lnTo>
                <a:lnTo>
                  <a:pt x="10025" y="13335"/>
                </a:lnTo>
                <a:lnTo>
                  <a:pt x="10050" y="13627"/>
                </a:lnTo>
                <a:lnTo>
                  <a:pt x="10050" y="13919"/>
                </a:lnTo>
                <a:lnTo>
                  <a:pt x="10050" y="14211"/>
                </a:lnTo>
                <a:lnTo>
                  <a:pt x="10025" y="14697"/>
                </a:lnTo>
                <a:lnTo>
                  <a:pt x="9977" y="15208"/>
                </a:lnTo>
                <a:lnTo>
                  <a:pt x="9928" y="15695"/>
                </a:lnTo>
                <a:lnTo>
                  <a:pt x="9879" y="16206"/>
                </a:lnTo>
                <a:lnTo>
                  <a:pt x="9904" y="16303"/>
                </a:lnTo>
                <a:lnTo>
                  <a:pt x="9952" y="16376"/>
                </a:lnTo>
                <a:lnTo>
                  <a:pt x="10025" y="16425"/>
                </a:lnTo>
                <a:lnTo>
                  <a:pt x="10123" y="16449"/>
                </a:lnTo>
                <a:lnTo>
                  <a:pt x="10488" y="16498"/>
                </a:lnTo>
                <a:lnTo>
                  <a:pt x="10853" y="16522"/>
                </a:lnTo>
                <a:lnTo>
                  <a:pt x="11218" y="16522"/>
                </a:lnTo>
                <a:lnTo>
                  <a:pt x="11583" y="16498"/>
                </a:lnTo>
                <a:lnTo>
                  <a:pt x="11753" y="16522"/>
                </a:lnTo>
                <a:lnTo>
                  <a:pt x="11948" y="16547"/>
                </a:lnTo>
                <a:lnTo>
                  <a:pt x="12313" y="16547"/>
                </a:lnTo>
                <a:lnTo>
                  <a:pt x="13091" y="16571"/>
                </a:lnTo>
                <a:lnTo>
                  <a:pt x="14892" y="16571"/>
                </a:lnTo>
                <a:lnTo>
                  <a:pt x="15208" y="16547"/>
                </a:lnTo>
                <a:lnTo>
                  <a:pt x="15476" y="16474"/>
                </a:lnTo>
                <a:lnTo>
                  <a:pt x="15597" y="16425"/>
                </a:lnTo>
                <a:lnTo>
                  <a:pt x="15719" y="16376"/>
                </a:lnTo>
                <a:lnTo>
                  <a:pt x="15792" y="16303"/>
                </a:lnTo>
                <a:lnTo>
                  <a:pt x="15865" y="16230"/>
                </a:lnTo>
                <a:lnTo>
                  <a:pt x="15962" y="16206"/>
                </a:lnTo>
                <a:lnTo>
                  <a:pt x="16035" y="16157"/>
                </a:lnTo>
                <a:lnTo>
                  <a:pt x="16084" y="16060"/>
                </a:lnTo>
                <a:lnTo>
                  <a:pt x="16108" y="15963"/>
                </a:lnTo>
                <a:lnTo>
                  <a:pt x="16108" y="15841"/>
                </a:lnTo>
                <a:lnTo>
                  <a:pt x="16084" y="15719"/>
                </a:lnTo>
                <a:lnTo>
                  <a:pt x="16035" y="15476"/>
                </a:lnTo>
                <a:lnTo>
                  <a:pt x="16011" y="15111"/>
                </a:lnTo>
                <a:lnTo>
                  <a:pt x="16011" y="14746"/>
                </a:lnTo>
                <a:lnTo>
                  <a:pt x="16035" y="13846"/>
                </a:lnTo>
                <a:lnTo>
                  <a:pt x="16084" y="12945"/>
                </a:lnTo>
                <a:lnTo>
                  <a:pt x="16108" y="12069"/>
                </a:lnTo>
                <a:lnTo>
                  <a:pt x="16133" y="11193"/>
                </a:lnTo>
                <a:lnTo>
                  <a:pt x="16133" y="10755"/>
                </a:lnTo>
                <a:lnTo>
                  <a:pt x="16108" y="10317"/>
                </a:lnTo>
                <a:lnTo>
                  <a:pt x="16084" y="9879"/>
                </a:lnTo>
                <a:lnTo>
                  <a:pt x="16035" y="9466"/>
                </a:lnTo>
                <a:lnTo>
                  <a:pt x="16741" y="9466"/>
                </a:lnTo>
                <a:lnTo>
                  <a:pt x="17252" y="9490"/>
                </a:lnTo>
                <a:lnTo>
                  <a:pt x="17763" y="9490"/>
                </a:lnTo>
                <a:lnTo>
                  <a:pt x="18250" y="9466"/>
                </a:lnTo>
                <a:lnTo>
                  <a:pt x="18761" y="9417"/>
                </a:lnTo>
                <a:lnTo>
                  <a:pt x="18834" y="9393"/>
                </a:lnTo>
                <a:lnTo>
                  <a:pt x="18907" y="9344"/>
                </a:lnTo>
                <a:lnTo>
                  <a:pt x="18931" y="9296"/>
                </a:lnTo>
                <a:lnTo>
                  <a:pt x="18955" y="9223"/>
                </a:lnTo>
                <a:lnTo>
                  <a:pt x="18955" y="9150"/>
                </a:lnTo>
                <a:lnTo>
                  <a:pt x="18931" y="9077"/>
                </a:lnTo>
                <a:lnTo>
                  <a:pt x="18907" y="9028"/>
                </a:lnTo>
                <a:lnTo>
                  <a:pt x="18858" y="8955"/>
                </a:lnTo>
                <a:lnTo>
                  <a:pt x="18882" y="8858"/>
                </a:lnTo>
                <a:lnTo>
                  <a:pt x="18834" y="8760"/>
                </a:lnTo>
                <a:lnTo>
                  <a:pt x="18761" y="8639"/>
                </a:lnTo>
                <a:lnTo>
                  <a:pt x="18688" y="8517"/>
                </a:lnTo>
                <a:lnTo>
                  <a:pt x="18469" y="8298"/>
                </a:lnTo>
                <a:lnTo>
                  <a:pt x="18031" y="7909"/>
                </a:lnTo>
                <a:lnTo>
                  <a:pt x="17374" y="7373"/>
                </a:lnTo>
                <a:lnTo>
                  <a:pt x="16717" y="6862"/>
                </a:lnTo>
                <a:lnTo>
                  <a:pt x="16084" y="6327"/>
                </a:lnTo>
                <a:lnTo>
                  <a:pt x="15476" y="5767"/>
                </a:lnTo>
                <a:lnTo>
                  <a:pt x="14916" y="5159"/>
                </a:lnTo>
                <a:lnTo>
                  <a:pt x="14356" y="4551"/>
                </a:lnTo>
                <a:lnTo>
                  <a:pt x="13797" y="3918"/>
                </a:lnTo>
                <a:lnTo>
                  <a:pt x="13237" y="3334"/>
                </a:lnTo>
                <a:lnTo>
                  <a:pt x="12653" y="2726"/>
                </a:lnTo>
                <a:lnTo>
                  <a:pt x="12045" y="2166"/>
                </a:lnTo>
                <a:lnTo>
                  <a:pt x="11753" y="1923"/>
                </a:lnTo>
                <a:lnTo>
                  <a:pt x="11437" y="1679"/>
                </a:lnTo>
                <a:lnTo>
                  <a:pt x="10804" y="1193"/>
                </a:lnTo>
                <a:lnTo>
                  <a:pt x="10488" y="950"/>
                </a:lnTo>
                <a:lnTo>
                  <a:pt x="10196" y="682"/>
                </a:lnTo>
                <a:lnTo>
                  <a:pt x="9904" y="414"/>
                </a:lnTo>
                <a:lnTo>
                  <a:pt x="9660" y="98"/>
                </a:lnTo>
                <a:lnTo>
                  <a:pt x="9612" y="25"/>
                </a:lnTo>
                <a:lnTo>
                  <a:pt x="9539" y="1"/>
                </a:lnTo>
                <a:lnTo>
                  <a:pt x="9466" y="1"/>
                </a:lnTo>
                <a:lnTo>
                  <a:pt x="9393" y="25"/>
                </a:lnTo>
                <a:lnTo>
                  <a:pt x="9344" y="1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15" name="Google Shape;115;p16"/>
          <p:cNvSpPr/>
          <p:nvPr/>
        </p:nvSpPr>
        <p:spPr>
          <a:xfrm>
            <a:off x="2272868" y="978107"/>
            <a:ext cx="333722" cy="282025"/>
          </a:xfrm>
          <a:custGeom>
            <a:rect b="b" l="l" r="r" t="t"/>
            <a:pathLst>
              <a:path extrusionOk="0" h="16328" w="19321">
                <a:moveTo>
                  <a:pt x="15403" y="1996"/>
                </a:moveTo>
                <a:lnTo>
                  <a:pt x="15573" y="2215"/>
                </a:lnTo>
                <a:lnTo>
                  <a:pt x="15695" y="2458"/>
                </a:lnTo>
                <a:lnTo>
                  <a:pt x="15500" y="2531"/>
                </a:lnTo>
                <a:lnTo>
                  <a:pt x="15306" y="2629"/>
                </a:lnTo>
                <a:lnTo>
                  <a:pt x="14916" y="2799"/>
                </a:lnTo>
                <a:lnTo>
                  <a:pt x="14819" y="2483"/>
                </a:lnTo>
                <a:lnTo>
                  <a:pt x="14673" y="2215"/>
                </a:lnTo>
                <a:lnTo>
                  <a:pt x="14965" y="2118"/>
                </a:lnTo>
                <a:lnTo>
                  <a:pt x="15403" y="1996"/>
                </a:lnTo>
                <a:close/>
                <a:moveTo>
                  <a:pt x="15817" y="2702"/>
                </a:moveTo>
                <a:lnTo>
                  <a:pt x="16011" y="3140"/>
                </a:lnTo>
                <a:lnTo>
                  <a:pt x="15646" y="3286"/>
                </a:lnTo>
                <a:lnTo>
                  <a:pt x="15379" y="3407"/>
                </a:lnTo>
                <a:lnTo>
                  <a:pt x="15111" y="3553"/>
                </a:lnTo>
                <a:lnTo>
                  <a:pt x="14989" y="3042"/>
                </a:lnTo>
                <a:lnTo>
                  <a:pt x="15306" y="2921"/>
                </a:lnTo>
                <a:lnTo>
                  <a:pt x="15573" y="2823"/>
                </a:lnTo>
                <a:lnTo>
                  <a:pt x="15817" y="2702"/>
                </a:lnTo>
                <a:close/>
                <a:moveTo>
                  <a:pt x="16084" y="3286"/>
                </a:moveTo>
                <a:lnTo>
                  <a:pt x="16206" y="3602"/>
                </a:lnTo>
                <a:lnTo>
                  <a:pt x="15817" y="3772"/>
                </a:lnTo>
                <a:lnTo>
                  <a:pt x="15500" y="3894"/>
                </a:lnTo>
                <a:lnTo>
                  <a:pt x="15354" y="3943"/>
                </a:lnTo>
                <a:lnTo>
                  <a:pt x="15208" y="4040"/>
                </a:lnTo>
                <a:lnTo>
                  <a:pt x="15135" y="3699"/>
                </a:lnTo>
                <a:lnTo>
                  <a:pt x="15427" y="3578"/>
                </a:lnTo>
                <a:lnTo>
                  <a:pt x="15719" y="3456"/>
                </a:lnTo>
                <a:lnTo>
                  <a:pt x="16084" y="3286"/>
                </a:lnTo>
                <a:close/>
                <a:moveTo>
                  <a:pt x="16303" y="3894"/>
                </a:moveTo>
                <a:lnTo>
                  <a:pt x="16449" y="4283"/>
                </a:lnTo>
                <a:lnTo>
                  <a:pt x="16376" y="4259"/>
                </a:lnTo>
                <a:lnTo>
                  <a:pt x="16279" y="4259"/>
                </a:lnTo>
                <a:lnTo>
                  <a:pt x="16133" y="4308"/>
                </a:lnTo>
                <a:lnTo>
                  <a:pt x="15841" y="4454"/>
                </a:lnTo>
                <a:lnTo>
                  <a:pt x="15598" y="4575"/>
                </a:lnTo>
                <a:lnTo>
                  <a:pt x="15379" y="4697"/>
                </a:lnTo>
                <a:lnTo>
                  <a:pt x="15257" y="4259"/>
                </a:lnTo>
                <a:lnTo>
                  <a:pt x="15427" y="4210"/>
                </a:lnTo>
                <a:lnTo>
                  <a:pt x="15573" y="4162"/>
                </a:lnTo>
                <a:lnTo>
                  <a:pt x="15890" y="4040"/>
                </a:lnTo>
                <a:lnTo>
                  <a:pt x="16303" y="3894"/>
                </a:lnTo>
                <a:close/>
                <a:moveTo>
                  <a:pt x="16498" y="4405"/>
                </a:moveTo>
                <a:lnTo>
                  <a:pt x="16498" y="4454"/>
                </a:lnTo>
                <a:lnTo>
                  <a:pt x="16595" y="4721"/>
                </a:lnTo>
                <a:lnTo>
                  <a:pt x="16449" y="4770"/>
                </a:lnTo>
                <a:lnTo>
                  <a:pt x="16303" y="4819"/>
                </a:lnTo>
                <a:lnTo>
                  <a:pt x="16011" y="4965"/>
                </a:lnTo>
                <a:lnTo>
                  <a:pt x="15768" y="5086"/>
                </a:lnTo>
                <a:lnTo>
                  <a:pt x="15622" y="5184"/>
                </a:lnTo>
                <a:lnTo>
                  <a:pt x="15549" y="5232"/>
                </a:lnTo>
                <a:lnTo>
                  <a:pt x="15525" y="5305"/>
                </a:lnTo>
                <a:lnTo>
                  <a:pt x="15427" y="4892"/>
                </a:lnTo>
                <a:lnTo>
                  <a:pt x="15695" y="4819"/>
                </a:lnTo>
                <a:lnTo>
                  <a:pt x="15938" y="4721"/>
                </a:lnTo>
                <a:lnTo>
                  <a:pt x="16255" y="4624"/>
                </a:lnTo>
                <a:lnTo>
                  <a:pt x="16401" y="4527"/>
                </a:lnTo>
                <a:lnTo>
                  <a:pt x="16449" y="4478"/>
                </a:lnTo>
                <a:lnTo>
                  <a:pt x="16498" y="4405"/>
                </a:lnTo>
                <a:close/>
                <a:moveTo>
                  <a:pt x="16717" y="5062"/>
                </a:moveTo>
                <a:lnTo>
                  <a:pt x="16814" y="5305"/>
                </a:lnTo>
                <a:lnTo>
                  <a:pt x="16547" y="5403"/>
                </a:lnTo>
                <a:lnTo>
                  <a:pt x="16303" y="5524"/>
                </a:lnTo>
                <a:lnTo>
                  <a:pt x="15987" y="5670"/>
                </a:lnTo>
                <a:lnTo>
                  <a:pt x="15817" y="5743"/>
                </a:lnTo>
                <a:lnTo>
                  <a:pt x="15671" y="5816"/>
                </a:lnTo>
                <a:lnTo>
                  <a:pt x="15549" y="5354"/>
                </a:lnTo>
                <a:lnTo>
                  <a:pt x="15622" y="5403"/>
                </a:lnTo>
                <a:lnTo>
                  <a:pt x="15719" y="5427"/>
                </a:lnTo>
                <a:lnTo>
                  <a:pt x="15792" y="5403"/>
                </a:lnTo>
                <a:lnTo>
                  <a:pt x="15890" y="5378"/>
                </a:lnTo>
                <a:lnTo>
                  <a:pt x="16084" y="5305"/>
                </a:lnTo>
                <a:lnTo>
                  <a:pt x="16255" y="5257"/>
                </a:lnTo>
                <a:lnTo>
                  <a:pt x="16498" y="5159"/>
                </a:lnTo>
                <a:lnTo>
                  <a:pt x="16620" y="5111"/>
                </a:lnTo>
                <a:lnTo>
                  <a:pt x="16717" y="5062"/>
                </a:lnTo>
                <a:close/>
                <a:moveTo>
                  <a:pt x="17082" y="4551"/>
                </a:moveTo>
                <a:lnTo>
                  <a:pt x="17106" y="4575"/>
                </a:lnTo>
                <a:lnTo>
                  <a:pt x="17228" y="4673"/>
                </a:lnTo>
                <a:lnTo>
                  <a:pt x="17350" y="4746"/>
                </a:lnTo>
                <a:lnTo>
                  <a:pt x="17496" y="4794"/>
                </a:lnTo>
                <a:lnTo>
                  <a:pt x="17666" y="4819"/>
                </a:lnTo>
                <a:lnTo>
                  <a:pt x="17885" y="4867"/>
                </a:lnTo>
                <a:lnTo>
                  <a:pt x="18128" y="4965"/>
                </a:lnTo>
                <a:lnTo>
                  <a:pt x="18323" y="5062"/>
                </a:lnTo>
                <a:lnTo>
                  <a:pt x="18518" y="5208"/>
                </a:lnTo>
                <a:lnTo>
                  <a:pt x="18591" y="5281"/>
                </a:lnTo>
                <a:lnTo>
                  <a:pt x="18664" y="5354"/>
                </a:lnTo>
                <a:lnTo>
                  <a:pt x="18785" y="5573"/>
                </a:lnTo>
                <a:lnTo>
                  <a:pt x="18810" y="5670"/>
                </a:lnTo>
                <a:lnTo>
                  <a:pt x="18834" y="5768"/>
                </a:lnTo>
                <a:lnTo>
                  <a:pt x="18834" y="5889"/>
                </a:lnTo>
                <a:lnTo>
                  <a:pt x="18810" y="6011"/>
                </a:lnTo>
                <a:lnTo>
                  <a:pt x="18761" y="6108"/>
                </a:lnTo>
                <a:lnTo>
                  <a:pt x="18664" y="6181"/>
                </a:lnTo>
                <a:lnTo>
                  <a:pt x="18542" y="6254"/>
                </a:lnTo>
                <a:lnTo>
                  <a:pt x="18396" y="6303"/>
                </a:lnTo>
                <a:lnTo>
                  <a:pt x="18080" y="6376"/>
                </a:lnTo>
                <a:lnTo>
                  <a:pt x="17812" y="6400"/>
                </a:lnTo>
                <a:lnTo>
                  <a:pt x="17447" y="5476"/>
                </a:lnTo>
                <a:lnTo>
                  <a:pt x="17082" y="4551"/>
                </a:lnTo>
                <a:close/>
                <a:moveTo>
                  <a:pt x="16936" y="5622"/>
                </a:moveTo>
                <a:lnTo>
                  <a:pt x="17033" y="5889"/>
                </a:lnTo>
                <a:lnTo>
                  <a:pt x="16863" y="5938"/>
                </a:lnTo>
                <a:lnTo>
                  <a:pt x="16717" y="6011"/>
                </a:lnTo>
                <a:lnTo>
                  <a:pt x="16401" y="6157"/>
                </a:lnTo>
                <a:lnTo>
                  <a:pt x="16084" y="6303"/>
                </a:lnTo>
                <a:lnTo>
                  <a:pt x="15768" y="6425"/>
                </a:lnTo>
                <a:lnTo>
                  <a:pt x="15768" y="6376"/>
                </a:lnTo>
                <a:lnTo>
                  <a:pt x="15719" y="6303"/>
                </a:lnTo>
                <a:lnTo>
                  <a:pt x="15719" y="6157"/>
                </a:lnTo>
                <a:lnTo>
                  <a:pt x="15719" y="6011"/>
                </a:lnTo>
                <a:lnTo>
                  <a:pt x="15890" y="5987"/>
                </a:lnTo>
                <a:lnTo>
                  <a:pt x="16084" y="5938"/>
                </a:lnTo>
                <a:lnTo>
                  <a:pt x="16425" y="5816"/>
                </a:lnTo>
                <a:lnTo>
                  <a:pt x="16668" y="5719"/>
                </a:lnTo>
                <a:lnTo>
                  <a:pt x="16936" y="5622"/>
                </a:lnTo>
                <a:close/>
                <a:moveTo>
                  <a:pt x="2142" y="4770"/>
                </a:moveTo>
                <a:lnTo>
                  <a:pt x="1607" y="6303"/>
                </a:lnTo>
                <a:lnTo>
                  <a:pt x="1534" y="6473"/>
                </a:lnTo>
                <a:lnTo>
                  <a:pt x="1436" y="6449"/>
                </a:lnTo>
                <a:lnTo>
                  <a:pt x="877" y="6449"/>
                </a:lnTo>
                <a:lnTo>
                  <a:pt x="779" y="6400"/>
                </a:lnTo>
                <a:lnTo>
                  <a:pt x="706" y="6327"/>
                </a:lnTo>
                <a:lnTo>
                  <a:pt x="609" y="6230"/>
                </a:lnTo>
                <a:lnTo>
                  <a:pt x="536" y="6084"/>
                </a:lnTo>
                <a:lnTo>
                  <a:pt x="512" y="5938"/>
                </a:lnTo>
                <a:lnTo>
                  <a:pt x="536" y="5816"/>
                </a:lnTo>
                <a:lnTo>
                  <a:pt x="560" y="5670"/>
                </a:lnTo>
                <a:lnTo>
                  <a:pt x="633" y="5524"/>
                </a:lnTo>
                <a:lnTo>
                  <a:pt x="706" y="5403"/>
                </a:lnTo>
                <a:lnTo>
                  <a:pt x="804" y="5305"/>
                </a:lnTo>
                <a:lnTo>
                  <a:pt x="901" y="5208"/>
                </a:lnTo>
                <a:lnTo>
                  <a:pt x="998" y="5111"/>
                </a:lnTo>
                <a:lnTo>
                  <a:pt x="1144" y="5038"/>
                </a:lnTo>
                <a:lnTo>
                  <a:pt x="1266" y="4965"/>
                </a:lnTo>
                <a:lnTo>
                  <a:pt x="1412" y="4916"/>
                </a:lnTo>
                <a:lnTo>
                  <a:pt x="1704" y="4867"/>
                </a:lnTo>
                <a:lnTo>
                  <a:pt x="1996" y="4819"/>
                </a:lnTo>
                <a:lnTo>
                  <a:pt x="2142" y="4770"/>
                </a:lnTo>
                <a:close/>
                <a:moveTo>
                  <a:pt x="10342" y="1899"/>
                </a:moveTo>
                <a:lnTo>
                  <a:pt x="10926" y="1923"/>
                </a:lnTo>
                <a:lnTo>
                  <a:pt x="11510" y="1972"/>
                </a:lnTo>
                <a:lnTo>
                  <a:pt x="12094" y="2045"/>
                </a:lnTo>
                <a:lnTo>
                  <a:pt x="12702" y="2118"/>
                </a:lnTo>
                <a:lnTo>
                  <a:pt x="13286" y="2239"/>
                </a:lnTo>
                <a:lnTo>
                  <a:pt x="13797" y="2361"/>
                </a:lnTo>
                <a:lnTo>
                  <a:pt x="14065" y="2410"/>
                </a:lnTo>
                <a:lnTo>
                  <a:pt x="14308" y="2434"/>
                </a:lnTo>
                <a:lnTo>
                  <a:pt x="14332" y="2653"/>
                </a:lnTo>
                <a:lnTo>
                  <a:pt x="14357" y="2872"/>
                </a:lnTo>
                <a:lnTo>
                  <a:pt x="14478" y="3334"/>
                </a:lnTo>
                <a:lnTo>
                  <a:pt x="14600" y="3772"/>
                </a:lnTo>
                <a:lnTo>
                  <a:pt x="14722" y="4186"/>
                </a:lnTo>
                <a:lnTo>
                  <a:pt x="14989" y="5305"/>
                </a:lnTo>
                <a:lnTo>
                  <a:pt x="15111" y="5816"/>
                </a:lnTo>
                <a:lnTo>
                  <a:pt x="15184" y="6084"/>
                </a:lnTo>
                <a:lnTo>
                  <a:pt x="15281" y="6327"/>
                </a:lnTo>
                <a:lnTo>
                  <a:pt x="15014" y="6449"/>
                </a:lnTo>
                <a:lnTo>
                  <a:pt x="14722" y="6571"/>
                </a:lnTo>
                <a:lnTo>
                  <a:pt x="14162" y="6814"/>
                </a:lnTo>
                <a:lnTo>
                  <a:pt x="13457" y="7033"/>
                </a:lnTo>
                <a:lnTo>
                  <a:pt x="12751" y="7228"/>
                </a:lnTo>
                <a:lnTo>
                  <a:pt x="11972" y="7398"/>
                </a:lnTo>
                <a:lnTo>
                  <a:pt x="11169" y="7520"/>
                </a:lnTo>
                <a:lnTo>
                  <a:pt x="10366" y="7593"/>
                </a:lnTo>
                <a:lnTo>
                  <a:pt x="9588" y="7617"/>
                </a:lnTo>
                <a:lnTo>
                  <a:pt x="8809" y="7617"/>
                </a:lnTo>
                <a:lnTo>
                  <a:pt x="8055" y="7568"/>
                </a:lnTo>
                <a:lnTo>
                  <a:pt x="7300" y="7471"/>
                </a:lnTo>
                <a:lnTo>
                  <a:pt x="6546" y="7325"/>
                </a:lnTo>
                <a:lnTo>
                  <a:pt x="5840" y="7155"/>
                </a:lnTo>
                <a:lnTo>
                  <a:pt x="5135" y="6960"/>
                </a:lnTo>
                <a:lnTo>
                  <a:pt x="4794" y="6838"/>
                </a:lnTo>
                <a:lnTo>
                  <a:pt x="4478" y="6717"/>
                </a:lnTo>
                <a:lnTo>
                  <a:pt x="4137" y="6595"/>
                </a:lnTo>
                <a:lnTo>
                  <a:pt x="3821" y="6498"/>
                </a:lnTo>
                <a:lnTo>
                  <a:pt x="3821" y="6449"/>
                </a:lnTo>
                <a:lnTo>
                  <a:pt x="3943" y="5914"/>
                </a:lnTo>
                <a:lnTo>
                  <a:pt x="4064" y="5378"/>
                </a:lnTo>
                <a:lnTo>
                  <a:pt x="4186" y="4867"/>
                </a:lnTo>
                <a:lnTo>
                  <a:pt x="4356" y="4332"/>
                </a:lnTo>
                <a:lnTo>
                  <a:pt x="4527" y="3821"/>
                </a:lnTo>
                <a:lnTo>
                  <a:pt x="4697" y="3310"/>
                </a:lnTo>
                <a:lnTo>
                  <a:pt x="4843" y="2896"/>
                </a:lnTo>
                <a:lnTo>
                  <a:pt x="4916" y="2702"/>
                </a:lnTo>
                <a:lnTo>
                  <a:pt x="4965" y="2483"/>
                </a:lnTo>
                <a:lnTo>
                  <a:pt x="5038" y="2507"/>
                </a:lnTo>
                <a:lnTo>
                  <a:pt x="5111" y="2507"/>
                </a:lnTo>
                <a:lnTo>
                  <a:pt x="6254" y="2264"/>
                </a:lnTo>
                <a:lnTo>
                  <a:pt x="6838" y="2142"/>
                </a:lnTo>
                <a:lnTo>
                  <a:pt x="7398" y="2069"/>
                </a:lnTo>
                <a:lnTo>
                  <a:pt x="7982" y="1996"/>
                </a:lnTo>
                <a:lnTo>
                  <a:pt x="8566" y="1947"/>
                </a:lnTo>
                <a:lnTo>
                  <a:pt x="9150" y="1923"/>
                </a:lnTo>
                <a:lnTo>
                  <a:pt x="9734" y="1899"/>
                </a:lnTo>
                <a:close/>
                <a:moveTo>
                  <a:pt x="16863" y="7933"/>
                </a:moveTo>
                <a:lnTo>
                  <a:pt x="16011" y="8177"/>
                </a:lnTo>
                <a:lnTo>
                  <a:pt x="15160" y="8371"/>
                </a:lnTo>
                <a:lnTo>
                  <a:pt x="14308" y="8566"/>
                </a:lnTo>
                <a:lnTo>
                  <a:pt x="13432" y="8736"/>
                </a:lnTo>
                <a:lnTo>
                  <a:pt x="12581" y="8882"/>
                </a:lnTo>
                <a:lnTo>
                  <a:pt x="11705" y="9004"/>
                </a:lnTo>
                <a:lnTo>
                  <a:pt x="10829" y="9077"/>
                </a:lnTo>
                <a:lnTo>
                  <a:pt x="9953" y="9126"/>
                </a:lnTo>
                <a:lnTo>
                  <a:pt x="9052" y="9126"/>
                </a:lnTo>
                <a:lnTo>
                  <a:pt x="8176" y="9101"/>
                </a:lnTo>
                <a:lnTo>
                  <a:pt x="7276" y="9053"/>
                </a:lnTo>
                <a:lnTo>
                  <a:pt x="6400" y="8955"/>
                </a:lnTo>
                <a:lnTo>
                  <a:pt x="5476" y="8834"/>
                </a:lnTo>
                <a:lnTo>
                  <a:pt x="4575" y="8663"/>
                </a:lnTo>
                <a:lnTo>
                  <a:pt x="3675" y="8469"/>
                </a:lnTo>
                <a:lnTo>
                  <a:pt x="2775" y="8323"/>
                </a:lnTo>
                <a:lnTo>
                  <a:pt x="2702" y="8347"/>
                </a:lnTo>
                <a:lnTo>
                  <a:pt x="2677" y="8371"/>
                </a:lnTo>
                <a:lnTo>
                  <a:pt x="2677" y="8420"/>
                </a:lnTo>
                <a:lnTo>
                  <a:pt x="2726" y="8469"/>
                </a:lnTo>
                <a:lnTo>
                  <a:pt x="3140" y="8615"/>
                </a:lnTo>
                <a:lnTo>
                  <a:pt x="3553" y="8761"/>
                </a:lnTo>
                <a:lnTo>
                  <a:pt x="3991" y="8882"/>
                </a:lnTo>
                <a:lnTo>
                  <a:pt x="4429" y="8980"/>
                </a:lnTo>
                <a:lnTo>
                  <a:pt x="5305" y="9126"/>
                </a:lnTo>
                <a:lnTo>
                  <a:pt x="6181" y="9272"/>
                </a:lnTo>
                <a:lnTo>
                  <a:pt x="7081" y="9369"/>
                </a:lnTo>
                <a:lnTo>
                  <a:pt x="7957" y="9442"/>
                </a:lnTo>
                <a:lnTo>
                  <a:pt x="8858" y="9466"/>
                </a:lnTo>
                <a:lnTo>
                  <a:pt x="9758" y="9466"/>
                </a:lnTo>
                <a:lnTo>
                  <a:pt x="10658" y="9442"/>
                </a:lnTo>
                <a:lnTo>
                  <a:pt x="11583" y="9393"/>
                </a:lnTo>
                <a:lnTo>
                  <a:pt x="12508" y="9296"/>
                </a:lnTo>
                <a:lnTo>
                  <a:pt x="13408" y="9174"/>
                </a:lnTo>
                <a:lnTo>
                  <a:pt x="14308" y="9004"/>
                </a:lnTo>
                <a:lnTo>
                  <a:pt x="15208" y="8785"/>
                </a:lnTo>
                <a:lnTo>
                  <a:pt x="16084" y="8542"/>
                </a:lnTo>
                <a:lnTo>
                  <a:pt x="16960" y="8250"/>
                </a:lnTo>
                <a:lnTo>
                  <a:pt x="17009" y="8225"/>
                </a:lnTo>
                <a:lnTo>
                  <a:pt x="17058" y="8177"/>
                </a:lnTo>
                <a:lnTo>
                  <a:pt x="17058" y="8104"/>
                </a:lnTo>
                <a:lnTo>
                  <a:pt x="17058" y="8055"/>
                </a:lnTo>
                <a:lnTo>
                  <a:pt x="17033" y="8006"/>
                </a:lnTo>
                <a:lnTo>
                  <a:pt x="16985" y="7958"/>
                </a:lnTo>
                <a:lnTo>
                  <a:pt x="16936" y="7933"/>
                </a:lnTo>
                <a:close/>
                <a:moveTo>
                  <a:pt x="9320" y="9953"/>
                </a:moveTo>
                <a:lnTo>
                  <a:pt x="8639" y="9977"/>
                </a:lnTo>
                <a:lnTo>
                  <a:pt x="7714" y="9977"/>
                </a:lnTo>
                <a:lnTo>
                  <a:pt x="7446" y="10001"/>
                </a:lnTo>
                <a:lnTo>
                  <a:pt x="7300" y="10026"/>
                </a:lnTo>
                <a:lnTo>
                  <a:pt x="7179" y="10050"/>
                </a:lnTo>
                <a:lnTo>
                  <a:pt x="7081" y="10123"/>
                </a:lnTo>
                <a:lnTo>
                  <a:pt x="6984" y="10220"/>
                </a:lnTo>
                <a:lnTo>
                  <a:pt x="6960" y="10269"/>
                </a:lnTo>
                <a:lnTo>
                  <a:pt x="6984" y="10293"/>
                </a:lnTo>
                <a:lnTo>
                  <a:pt x="7057" y="10366"/>
                </a:lnTo>
                <a:lnTo>
                  <a:pt x="7154" y="10415"/>
                </a:lnTo>
                <a:lnTo>
                  <a:pt x="7252" y="10464"/>
                </a:lnTo>
                <a:lnTo>
                  <a:pt x="7349" y="10488"/>
                </a:lnTo>
                <a:lnTo>
                  <a:pt x="7568" y="10512"/>
                </a:lnTo>
                <a:lnTo>
                  <a:pt x="10585" y="10512"/>
                </a:lnTo>
                <a:lnTo>
                  <a:pt x="12021" y="10561"/>
                </a:lnTo>
                <a:lnTo>
                  <a:pt x="12143" y="10537"/>
                </a:lnTo>
                <a:lnTo>
                  <a:pt x="12216" y="10488"/>
                </a:lnTo>
                <a:lnTo>
                  <a:pt x="12264" y="10391"/>
                </a:lnTo>
                <a:lnTo>
                  <a:pt x="12289" y="10293"/>
                </a:lnTo>
                <a:lnTo>
                  <a:pt x="12264" y="10196"/>
                </a:lnTo>
                <a:lnTo>
                  <a:pt x="12216" y="10099"/>
                </a:lnTo>
                <a:lnTo>
                  <a:pt x="12143" y="10050"/>
                </a:lnTo>
                <a:lnTo>
                  <a:pt x="12021" y="10001"/>
                </a:lnTo>
                <a:lnTo>
                  <a:pt x="10683" y="9977"/>
                </a:lnTo>
                <a:lnTo>
                  <a:pt x="9320" y="9953"/>
                </a:lnTo>
                <a:close/>
                <a:moveTo>
                  <a:pt x="10950" y="10975"/>
                </a:moveTo>
                <a:lnTo>
                  <a:pt x="10683" y="10999"/>
                </a:lnTo>
                <a:lnTo>
                  <a:pt x="10123" y="11023"/>
                </a:lnTo>
                <a:lnTo>
                  <a:pt x="9612" y="11048"/>
                </a:lnTo>
                <a:lnTo>
                  <a:pt x="9028" y="11023"/>
                </a:lnTo>
                <a:lnTo>
                  <a:pt x="8152" y="11023"/>
                </a:lnTo>
                <a:lnTo>
                  <a:pt x="7860" y="11048"/>
                </a:lnTo>
                <a:lnTo>
                  <a:pt x="7568" y="11096"/>
                </a:lnTo>
                <a:lnTo>
                  <a:pt x="7300" y="11169"/>
                </a:lnTo>
                <a:lnTo>
                  <a:pt x="7252" y="11194"/>
                </a:lnTo>
                <a:lnTo>
                  <a:pt x="7227" y="11218"/>
                </a:lnTo>
                <a:lnTo>
                  <a:pt x="7203" y="11315"/>
                </a:lnTo>
                <a:lnTo>
                  <a:pt x="7227" y="11413"/>
                </a:lnTo>
                <a:lnTo>
                  <a:pt x="7252" y="11437"/>
                </a:lnTo>
                <a:lnTo>
                  <a:pt x="7300" y="11461"/>
                </a:lnTo>
                <a:lnTo>
                  <a:pt x="7568" y="11534"/>
                </a:lnTo>
                <a:lnTo>
                  <a:pt x="7811" y="11559"/>
                </a:lnTo>
                <a:lnTo>
                  <a:pt x="8079" y="11583"/>
                </a:lnTo>
                <a:lnTo>
                  <a:pt x="8347" y="11607"/>
                </a:lnTo>
                <a:lnTo>
                  <a:pt x="9417" y="11559"/>
                </a:lnTo>
                <a:lnTo>
                  <a:pt x="10561" y="11559"/>
                </a:lnTo>
                <a:lnTo>
                  <a:pt x="11145" y="11583"/>
                </a:lnTo>
                <a:lnTo>
                  <a:pt x="11437" y="11559"/>
                </a:lnTo>
                <a:lnTo>
                  <a:pt x="11583" y="11534"/>
                </a:lnTo>
                <a:lnTo>
                  <a:pt x="11729" y="11486"/>
                </a:lnTo>
                <a:lnTo>
                  <a:pt x="11802" y="11461"/>
                </a:lnTo>
                <a:lnTo>
                  <a:pt x="11851" y="11413"/>
                </a:lnTo>
                <a:lnTo>
                  <a:pt x="11875" y="11364"/>
                </a:lnTo>
                <a:lnTo>
                  <a:pt x="11875" y="11291"/>
                </a:lnTo>
                <a:lnTo>
                  <a:pt x="11875" y="11218"/>
                </a:lnTo>
                <a:lnTo>
                  <a:pt x="11851" y="11169"/>
                </a:lnTo>
                <a:lnTo>
                  <a:pt x="11802" y="11121"/>
                </a:lnTo>
                <a:lnTo>
                  <a:pt x="11729" y="11096"/>
                </a:lnTo>
                <a:lnTo>
                  <a:pt x="11486" y="11023"/>
                </a:lnTo>
                <a:lnTo>
                  <a:pt x="11218" y="10999"/>
                </a:lnTo>
                <a:lnTo>
                  <a:pt x="10950" y="10975"/>
                </a:lnTo>
                <a:close/>
                <a:moveTo>
                  <a:pt x="4210" y="9734"/>
                </a:moveTo>
                <a:lnTo>
                  <a:pt x="4356" y="9758"/>
                </a:lnTo>
                <a:lnTo>
                  <a:pt x="4478" y="9783"/>
                </a:lnTo>
                <a:lnTo>
                  <a:pt x="4600" y="9807"/>
                </a:lnTo>
                <a:lnTo>
                  <a:pt x="4819" y="9928"/>
                </a:lnTo>
                <a:lnTo>
                  <a:pt x="5013" y="10074"/>
                </a:lnTo>
                <a:lnTo>
                  <a:pt x="5184" y="10269"/>
                </a:lnTo>
                <a:lnTo>
                  <a:pt x="5330" y="10488"/>
                </a:lnTo>
                <a:lnTo>
                  <a:pt x="5451" y="10756"/>
                </a:lnTo>
                <a:lnTo>
                  <a:pt x="5524" y="10902"/>
                </a:lnTo>
                <a:lnTo>
                  <a:pt x="5549" y="11048"/>
                </a:lnTo>
                <a:lnTo>
                  <a:pt x="5549" y="11194"/>
                </a:lnTo>
                <a:lnTo>
                  <a:pt x="5524" y="11315"/>
                </a:lnTo>
                <a:lnTo>
                  <a:pt x="5476" y="11437"/>
                </a:lnTo>
                <a:lnTo>
                  <a:pt x="5427" y="11534"/>
                </a:lnTo>
                <a:lnTo>
                  <a:pt x="5330" y="11607"/>
                </a:lnTo>
                <a:lnTo>
                  <a:pt x="5232" y="11680"/>
                </a:lnTo>
                <a:lnTo>
                  <a:pt x="5135" y="11753"/>
                </a:lnTo>
                <a:lnTo>
                  <a:pt x="5013" y="11802"/>
                </a:lnTo>
                <a:lnTo>
                  <a:pt x="4770" y="11875"/>
                </a:lnTo>
                <a:lnTo>
                  <a:pt x="4478" y="11924"/>
                </a:lnTo>
                <a:lnTo>
                  <a:pt x="4210" y="11924"/>
                </a:lnTo>
                <a:lnTo>
                  <a:pt x="3967" y="11899"/>
                </a:lnTo>
                <a:lnTo>
                  <a:pt x="3699" y="11851"/>
                </a:lnTo>
                <a:lnTo>
                  <a:pt x="3456" y="11753"/>
                </a:lnTo>
                <a:lnTo>
                  <a:pt x="3213" y="11656"/>
                </a:lnTo>
                <a:lnTo>
                  <a:pt x="3018" y="11510"/>
                </a:lnTo>
                <a:lnTo>
                  <a:pt x="2921" y="11413"/>
                </a:lnTo>
                <a:lnTo>
                  <a:pt x="2848" y="11315"/>
                </a:lnTo>
                <a:lnTo>
                  <a:pt x="2799" y="11194"/>
                </a:lnTo>
                <a:lnTo>
                  <a:pt x="2750" y="11096"/>
                </a:lnTo>
                <a:lnTo>
                  <a:pt x="2702" y="10950"/>
                </a:lnTo>
                <a:lnTo>
                  <a:pt x="2677" y="10829"/>
                </a:lnTo>
                <a:lnTo>
                  <a:pt x="2702" y="10707"/>
                </a:lnTo>
                <a:lnTo>
                  <a:pt x="2702" y="10610"/>
                </a:lnTo>
                <a:lnTo>
                  <a:pt x="2726" y="10512"/>
                </a:lnTo>
                <a:lnTo>
                  <a:pt x="2775" y="10415"/>
                </a:lnTo>
                <a:lnTo>
                  <a:pt x="2896" y="10269"/>
                </a:lnTo>
                <a:lnTo>
                  <a:pt x="3042" y="10147"/>
                </a:lnTo>
                <a:lnTo>
                  <a:pt x="3213" y="10050"/>
                </a:lnTo>
                <a:lnTo>
                  <a:pt x="3383" y="9977"/>
                </a:lnTo>
                <a:lnTo>
                  <a:pt x="3772" y="9807"/>
                </a:lnTo>
                <a:lnTo>
                  <a:pt x="3797" y="9807"/>
                </a:lnTo>
                <a:lnTo>
                  <a:pt x="3943" y="9758"/>
                </a:lnTo>
                <a:lnTo>
                  <a:pt x="4089" y="9758"/>
                </a:lnTo>
                <a:lnTo>
                  <a:pt x="4210" y="9734"/>
                </a:lnTo>
                <a:close/>
                <a:moveTo>
                  <a:pt x="15208" y="9612"/>
                </a:moveTo>
                <a:lnTo>
                  <a:pt x="15476" y="9637"/>
                </a:lnTo>
                <a:lnTo>
                  <a:pt x="15622" y="9685"/>
                </a:lnTo>
                <a:lnTo>
                  <a:pt x="15719" y="9734"/>
                </a:lnTo>
                <a:lnTo>
                  <a:pt x="15914" y="9880"/>
                </a:lnTo>
                <a:lnTo>
                  <a:pt x="16084" y="10050"/>
                </a:lnTo>
                <a:lnTo>
                  <a:pt x="16279" y="10220"/>
                </a:lnTo>
                <a:lnTo>
                  <a:pt x="16401" y="10342"/>
                </a:lnTo>
                <a:lnTo>
                  <a:pt x="16498" y="10464"/>
                </a:lnTo>
                <a:lnTo>
                  <a:pt x="16547" y="10585"/>
                </a:lnTo>
                <a:lnTo>
                  <a:pt x="16571" y="10731"/>
                </a:lnTo>
                <a:lnTo>
                  <a:pt x="16571" y="10877"/>
                </a:lnTo>
                <a:lnTo>
                  <a:pt x="16547" y="11023"/>
                </a:lnTo>
                <a:lnTo>
                  <a:pt x="16498" y="11169"/>
                </a:lnTo>
                <a:lnTo>
                  <a:pt x="16425" y="11315"/>
                </a:lnTo>
                <a:lnTo>
                  <a:pt x="16352" y="11437"/>
                </a:lnTo>
                <a:lnTo>
                  <a:pt x="16255" y="11534"/>
                </a:lnTo>
                <a:lnTo>
                  <a:pt x="16133" y="11632"/>
                </a:lnTo>
                <a:lnTo>
                  <a:pt x="16011" y="11705"/>
                </a:lnTo>
                <a:lnTo>
                  <a:pt x="15768" y="11826"/>
                </a:lnTo>
                <a:lnTo>
                  <a:pt x="15500" y="11899"/>
                </a:lnTo>
                <a:lnTo>
                  <a:pt x="15208" y="11948"/>
                </a:lnTo>
                <a:lnTo>
                  <a:pt x="14916" y="11972"/>
                </a:lnTo>
                <a:lnTo>
                  <a:pt x="14624" y="11972"/>
                </a:lnTo>
                <a:lnTo>
                  <a:pt x="14357" y="11924"/>
                </a:lnTo>
                <a:lnTo>
                  <a:pt x="14235" y="11875"/>
                </a:lnTo>
                <a:lnTo>
                  <a:pt x="14113" y="11802"/>
                </a:lnTo>
                <a:lnTo>
                  <a:pt x="14016" y="11729"/>
                </a:lnTo>
                <a:lnTo>
                  <a:pt x="13919" y="11632"/>
                </a:lnTo>
                <a:lnTo>
                  <a:pt x="13846" y="11534"/>
                </a:lnTo>
                <a:lnTo>
                  <a:pt x="13797" y="11413"/>
                </a:lnTo>
                <a:lnTo>
                  <a:pt x="13773" y="11267"/>
                </a:lnTo>
                <a:lnTo>
                  <a:pt x="13748" y="11096"/>
                </a:lnTo>
                <a:lnTo>
                  <a:pt x="13773" y="10902"/>
                </a:lnTo>
                <a:lnTo>
                  <a:pt x="13821" y="10707"/>
                </a:lnTo>
                <a:lnTo>
                  <a:pt x="13919" y="10537"/>
                </a:lnTo>
                <a:lnTo>
                  <a:pt x="14040" y="10391"/>
                </a:lnTo>
                <a:lnTo>
                  <a:pt x="14284" y="10074"/>
                </a:lnTo>
                <a:lnTo>
                  <a:pt x="14405" y="9928"/>
                </a:lnTo>
                <a:lnTo>
                  <a:pt x="14503" y="9758"/>
                </a:lnTo>
                <a:lnTo>
                  <a:pt x="14746" y="9685"/>
                </a:lnTo>
                <a:lnTo>
                  <a:pt x="14989" y="9637"/>
                </a:lnTo>
                <a:lnTo>
                  <a:pt x="15208" y="9612"/>
                </a:lnTo>
                <a:close/>
                <a:moveTo>
                  <a:pt x="4064" y="9247"/>
                </a:moveTo>
                <a:lnTo>
                  <a:pt x="3870" y="9296"/>
                </a:lnTo>
                <a:lnTo>
                  <a:pt x="3675" y="9345"/>
                </a:lnTo>
                <a:lnTo>
                  <a:pt x="3626" y="9393"/>
                </a:lnTo>
                <a:lnTo>
                  <a:pt x="3578" y="9418"/>
                </a:lnTo>
                <a:lnTo>
                  <a:pt x="3334" y="9491"/>
                </a:lnTo>
                <a:lnTo>
                  <a:pt x="3091" y="9612"/>
                </a:lnTo>
                <a:lnTo>
                  <a:pt x="2848" y="9758"/>
                </a:lnTo>
                <a:lnTo>
                  <a:pt x="2653" y="9928"/>
                </a:lnTo>
                <a:lnTo>
                  <a:pt x="2458" y="10123"/>
                </a:lnTo>
                <a:lnTo>
                  <a:pt x="2337" y="10342"/>
                </a:lnTo>
                <a:lnTo>
                  <a:pt x="2239" y="10585"/>
                </a:lnTo>
                <a:lnTo>
                  <a:pt x="2215" y="10707"/>
                </a:lnTo>
                <a:lnTo>
                  <a:pt x="2215" y="10829"/>
                </a:lnTo>
                <a:lnTo>
                  <a:pt x="2239" y="11023"/>
                </a:lnTo>
                <a:lnTo>
                  <a:pt x="2264" y="11218"/>
                </a:lnTo>
                <a:lnTo>
                  <a:pt x="2337" y="11388"/>
                </a:lnTo>
                <a:lnTo>
                  <a:pt x="2434" y="11559"/>
                </a:lnTo>
                <a:lnTo>
                  <a:pt x="2531" y="11705"/>
                </a:lnTo>
                <a:lnTo>
                  <a:pt x="2653" y="11826"/>
                </a:lnTo>
                <a:lnTo>
                  <a:pt x="2775" y="11948"/>
                </a:lnTo>
                <a:lnTo>
                  <a:pt x="2945" y="12045"/>
                </a:lnTo>
                <a:lnTo>
                  <a:pt x="3091" y="12118"/>
                </a:lnTo>
                <a:lnTo>
                  <a:pt x="3261" y="12216"/>
                </a:lnTo>
                <a:lnTo>
                  <a:pt x="3626" y="12313"/>
                </a:lnTo>
                <a:lnTo>
                  <a:pt x="4016" y="12386"/>
                </a:lnTo>
                <a:lnTo>
                  <a:pt x="4381" y="12435"/>
                </a:lnTo>
                <a:lnTo>
                  <a:pt x="4575" y="12435"/>
                </a:lnTo>
                <a:lnTo>
                  <a:pt x="4746" y="12410"/>
                </a:lnTo>
                <a:lnTo>
                  <a:pt x="4916" y="12386"/>
                </a:lnTo>
                <a:lnTo>
                  <a:pt x="5086" y="12337"/>
                </a:lnTo>
                <a:lnTo>
                  <a:pt x="5232" y="12264"/>
                </a:lnTo>
                <a:lnTo>
                  <a:pt x="5378" y="12191"/>
                </a:lnTo>
                <a:lnTo>
                  <a:pt x="5500" y="12118"/>
                </a:lnTo>
                <a:lnTo>
                  <a:pt x="5622" y="11997"/>
                </a:lnTo>
                <a:lnTo>
                  <a:pt x="5719" y="11875"/>
                </a:lnTo>
                <a:lnTo>
                  <a:pt x="5816" y="11753"/>
                </a:lnTo>
                <a:lnTo>
                  <a:pt x="5889" y="11607"/>
                </a:lnTo>
                <a:lnTo>
                  <a:pt x="5938" y="11461"/>
                </a:lnTo>
                <a:lnTo>
                  <a:pt x="5986" y="11315"/>
                </a:lnTo>
                <a:lnTo>
                  <a:pt x="5986" y="11145"/>
                </a:lnTo>
                <a:lnTo>
                  <a:pt x="5986" y="10950"/>
                </a:lnTo>
                <a:lnTo>
                  <a:pt x="5962" y="10780"/>
                </a:lnTo>
                <a:lnTo>
                  <a:pt x="5913" y="10585"/>
                </a:lnTo>
                <a:lnTo>
                  <a:pt x="5865" y="10415"/>
                </a:lnTo>
                <a:lnTo>
                  <a:pt x="5768" y="10245"/>
                </a:lnTo>
                <a:lnTo>
                  <a:pt x="5670" y="10074"/>
                </a:lnTo>
                <a:lnTo>
                  <a:pt x="5549" y="9928"/>
                </a:lnTo>
                <a:lnTo>
                  <a:pt x="5427" y="9783"/>
                </a:lnTo>
                <a:lnTo>
                  <a:pt x="5281" y="9661"/>
                </a:lnTo>
                <a:lnTo>
                  <a:pt x="5111" y="9539"/>
                </a:lnTo>
                <a:lnTo>
                  <a:pt x="4965" y="9442"/>
                </a:lnTo>
                <a:lnTo>
                  <a:pt x="4794" y="9369"/>
                </a:lnTo>
                <a:lnTo>
                  <a:pt x="4600" y="9296"/>
                </a:lnTo>
                <a:lnTo>
                  <a:pt x="4429" y="9272"/>
                </a:lnTo>
                <a:lnTo>
                  <a:pt x="4235" y="9247"/>
                </a:lnTo>
                <a:close/>
                <a:moveTo>
                  <a:pt x="14916" y="9150"/>
                </a:moveTo>
                <a:lnTo>
                  <a:pt x="14746" y="9199"/>
                </a:lnTo>
                <a:lnTo>
                  <a:pt x="14576" y="9247"/>
                </a:lnTo>
                <a:lnTo>
                  <a:pt x="14405" y="9320"/>
                </a:lnTo>
                <a:lnTo>
                  <a:pt x="14259" y="9418"/>
                </a:lnTo>
                <a:lnTo>
                  <a:pt x="14113" y="9539"/>
                </a:lnTo>
                <a:lnTo>
                  <a:pt x="14065" y="9612"/>
                </a:lnTo>
                <a:lnTo>
                  <a:pt x="14065" y="9710"/>
                </a:lnTo>
                <a:lnTo>
                  <a:pt x="13846" y="9904"/>
                </a:lnTo>
                <a:lnTo>
                  <a:pt x="13676" y="10123"/>
                </a:lnTo>
                <a:lnTo>
                  <a:pt x="13505" y="10366"/>
                </a:lnTo>
                <a:lnTo>
                  <a:pt x="13408" y="10634"/>
                </a:lnTo>
                <a:lnTo>
                  <a:pt x="13335" y="10926"/>
                </a:lnTo>
                <a:lnTo>
                  <a:pt x="13311" y="11194"/>
                </a:lnTo>
                <a:lnTo>
                  <a:pt x="13335" y="11461"/>
                </a:lnTo>
                <a:lnTo>
                  <a:pt x="13359" y="11583"/>
                </a:lnTo>
                <a:lnTo>
                  <a:pt x="13408" y="11705"/>
                </a:lnTo>
                <a:lnTo>
                  <a:pt x="13505" y="11875"/>
                </a:lnTo>
                <a:lnTo>
                  <a:pt x="13627" y="12021"/>
                </a:lnTo>
                <a:lnTo>
                  <a:pt x="13773" y="12143"/>
                </a:lnTo>
                <a:lnTo>
                  <a:pt x="13919" y="12240"/>
                </a:lnTo>
                <a:lnTo>
                  <a:pt x="14089" y="12337"/>
                </a:lnTo>
                <a:lnTo>
                  <a:pt x="14259" y="12386"/>
                </a:lnTo>
                <a:lnTo>
                  <a:pt x="14454" y="12410"/>
                </a:lnTo>
                <a:lnTo>
                  <a:pt x="14649" y="12435"/>
                </a:lnTo>
                <a:lnTo>
                  <a:pt x="14843" y="12459"/>
                </a:lnTo>
                <a:lnTo>
                  <a:pt x="15038" y="12435"/>
                </a:lnTo>
                <a:lnTo>
                  <a:pt x="15452" y="12386"/>
                </a:lnTo>
                <a:lnTo>
                  <a:pt x="15817" y="12289"/>
                </a:lnTo>
                <a:lnTo>
                  <a:pt x="16157" y="12143"/>
                </a:lnTo>
                <a:lnTo>
                  <a:pt x="16303" y="12070"/>
                </a:lnTo>
                <a:lnTo>
                  <a:pt x="16449" y="11972"/>
                </a:lnTo>
                <a:lnTo>
                  <a:pt x="16571" y="11875"/>
                </a:lnTo>
                <a:lnTo>
                  <a:pt x="16693" y="11753"/>
                </a:lnTo>
                <a:lnTo>
                  <a:pt x="16790" y="11607"/>
                </a:lnTo>
                <a:lnTo>
                  <a:pt x="16887" y="11461"/>
                </a:lnTo>
                <a:lnTo>
                  <a:pt x="16936" y="11315"/>
                </a:lnTo>
                <a:lnTo>
                  <a:pt x="16985" y="11169"/>
                </a:lnTo>
                <a:lnTo>
                  <a:pt x="17033" y="10999"/>
                </a:lnTo>
                <a:lnTo>
                  <a:pt x="17033" y="10853"/>
                </a:lnTo>
                <a:lnTo>
                  <a:pt x="17033" y="10683"/>
                </a:lnTo>
                <a:lnTo>
                  <a:pt x="17009" y="10512"/>
                </a:lnTo>
                <a:lnTo>
                  <a:pt x="16936" y="10366"/>
                </a:lnTo>
                <a:lnTo>
                  <a:pt x="16863" y="10220"/>
                </a:lnTo>
                <a:lnTo>
                  <a:pt x="16790" y="10074"/>
                </a:lnTo>
                <a:lnTo>
                  <a:pt x="16668" y="9953"/>
                </a:lnTo>
                <a:lnTo>
                  <a:pt x="16401" y="9685"/>
                </a:lnTo>
                <a:lnTo>
                  <a:pt x="16109" y="9466"/>
                </a:lnTo>
                <a:lnTo>
                  <a:pt x="15963" y="9369"/>
                </a:lnTo>
                <a:lnTo>
                  <a:pt x="15817" y="9296"/>
                </a:lnTo>
                <a:lnTo>
                  <a:pt x="15646" y="9223"/>
                </a:lnTo>
                <a:lnTo>
                  <a:pt x="15452" y="9174"/>
                </a:lnTo>
                <a:lnTo>
                  <a:pt x="15281" y="9150"/>
                </a:lnTo>
                <a:close/>
                <a:moveTo>
                  <a:pt x="12337" y="561"/>
                </a:moveTo>
                <a:lnTo>
                  <a:pt x="12751" y="585"/>
                </a:lnTo>
                <a:lnTo>
                  <a:pt x="13213" y="658"/>
                </a:lnTo>
                <a:lnTo>
                  <a:pt x="13676" y="780"/>
                </a:lnTo>
                <a:lnTo>
                  <a:pt x="14113" y="974"/>
                </a:lnTo>
                <a:lnTo>
                  <a:pt x="14527" y="1193"/>
                </a:lnTo>
                <a:lnTo>
                  <a:pt x="14478" y="1218"/>
                </a:lnTo>
                <a:lnTo>
                  <a:pt x="14211" y="1315"/>
                </a:lnTo>
                <a:lnTo>
                  <a:pt x="14089" y="1412"/>
                </a:lnTo>
                <a:lnTo>
                  <a:pt x="13992" y="1534"/>
                </a:lnTo>
                <a:lnTo>
                  <a:pt x="13967" y="1558"/>
                </a:lnTo>
                <a:lnTo>
                  <a:pt x="13992" y="1607"/>
                </a:lnTo>
                <a:lnTo>
                  <a:pt x="14016" y="1631"/>
                </a:lnTo>
                <a:lnTo>
                  <a:pt x="14211" y="1631"/>
                </a:lnTo>
                <a:lnTo>
                  <a:pt x="14357" y="1583"/>
                </a:lnTo>
                <a:lnTo>
                  <a:pt x="14649" y="1461"/>
                </a:lnTo>
                <a:lnTo>
                  <a:pt x="14819" y="1412"/>
                </a:lnTo>
                <a:lnTo>
                  <a:pt x="15014" y="1558"/>
                </a:lnTo>
                <a:lnTo>
                  <a:pt x="15184" y="1729"/>
                </a:lnTo>
                <a:lnTo>
                  <a:pt x="14892" y="1850"/>
                </a:lnTo>
                <a:lnTo>
                  <a:pt x="14527" y="1996"/>
                </a:lnTo>
                <a:lnTo>
                  <a:pt x="14454" y="1972"/>
                </a:lnTo>
                <a:lnTo>
                  <a:pt x="14381" y="2020"/>
                </a:lnTo>
                <a:lnTo>
                  <a:pt x="14138" y="1923"/>
                </a:lnTo>
                <a:lnTo>
                  <a:pt x="13894" y="1826"/>
                </a:lnTo>
                <a:lnTo>
                  <a:pt x="13651" y="1777"/>
                </a:lnTo>
                <a:lnTo>
                  <a:pt x="13384" y="1729"/>
                </a:lnTo>
                <a:lnTo>
                  <a:pt x="12848" y="1656"/>
                </a:lnTo>
                <a:lnTo>
                  <a:pt x="12337" y="1583"/>
                </a:lnTo>
                <a:lnTo>
                  <a:pt x="11753" y="1510"/>
                </a:lnTo>
                <a:lnTo>
                  <a:pt x="11145" y="1461"/>
                </a:lnTo>
                <a:lnTo>
                  <a:pt x="10537" y="1437"/>
                </a:lnTo>
                <a:lnTo>
                  <a:pt x="9928" y="1412"/>
                </a:lnTo>
                <a:lnTo>
                  <a:pt x="9296" y="1412"/>
                </a:lnTo>
                <a:lnTo>
                  <a:pt x="8663" y="1437"/>
                </a:lnTo>
                <a:lnTo>
                  <a:pt x="8055" y="1485"/>
                </a:lnTo>
                <a:lnTo>
                  <a:pt x="7422" y="1534"/>
                </a:lnTo>
                <a:lnTo>
                  <a:pt x="6814" y="1631"/>
                </a:lnTo>
                <a:lnTo>
                  <a:pt x="6205" y="1729"/>
                </a:lnTo>
                <a:lnTo>
                  <a:pt x="5597" y="1874"/>
                </a:lnTo>
                <a:lnTo>
                  <a:pt x="4989" y="2020"/>
                </a:lnTo>
                <a:lnTo>
                  <a:pt x="4916" y="2069"/>
                </a:lnTo>
                <a:lnTo>
                  <a:pt x="4867" y="2118"/>
                </a:lnTo>
                <a:lnTo>
                  <a:pt x="4819" y="2166"/>
                </a:lnTo>
                <a:lnTo>
                  <a:pt x="4819" y="2239"/>
                </a:lnTo>
                <a:lnTo>
                  <a:pt x="4648" y="2410"/>
                </a:lnTo>
                <a:lnTo>
                  <a:pt x="4527" y="2580"/>
                </a:lnTo>
                <a:lnTo>
                  <a:pt x="4405" y="2799"/>
                </a:lnTo>
                <a:lnTo>
                  <a:pt x="4308" y="2994"/>
                </a:lnTo>
                <a:lnTo>
                  <a:pt x="4162" y="3456"/>
                </a:lnTo>
                <a:lnTo>
                  <a:pt x="4016" y="3870"/>
                </a:lnTo>
                <a:lnTo>
                  <a:pt x="3821" y="4478"/>
                </a:lnTo>
                <a:lnTo>
                  <a:pt x="3651" y="5086"/>
                </a:lnTo>
                <a:lnTo>
                  <a:pt x="3505" y="5695"/>
                </a:lnTo>
                <a:lnTo>
                  <a:pt x="3383" y="6303"/>
                </a:lnTo>
                <a:lnTo>
                  <a:pt x="3383" y="6376"/>
                </a:lnTo>
                <a:lnTo>
                  <a:pt x="3383" y="6425"/>
                </a:lnTo>
                <a:lnTo>
                  <a:pt x="3432" y="6522"/>
                </a:lnTo>
                <a:lnTo>
                  <a:pt x="3432" y="6595"/>
                </a:lnTo>
                <a:lnTo>
                  <a:pt x="3480" y="6644"/>
                </a:lnTo>
                <a:lnTo>
                  <a:pt x="3772" y="6863"/>
                </a:lnTo>
                <a:lnTo>
                  <a:pt x="4089" y="7057"/>
                </a:lnTo>
                <a:lnTo>
                  <a:pt x="4454" y="7203"/>
                </a:lnTo>
                <a:lnTo>
                  <a:pt x="4819" y="7349"/>
                </a:lnTo>
                <a:lnTo>
                  <a:pt x="5184" y="7471"/>
                </a:lnTo>
                <a:lnTo>
                  <a:pt x="5549" y="7568"/>
                </a:lnTo>
                <a:lnTo>
                  <a:pt x="6278" y="7763"/>
                </a:lnTo>
                <a:lnTo>
                  <a:pt x="7057" y="7933"/>
                </a:lnTo>
                <a:lnTo>
                  <a:pt x="7836" y="8031"/>
                </a:lnTo>
                <a:lnTo>
                  <a:pt x="8614" y="8104"/>
                </a:lnTo>
                <a:lnTo>
                  <a:pt x="9417" y="8128"/>
                </a:lnTo>
                <a:lnTo>
                  <a:pt x="10196" y="8128"/>
                </a:lnTo>
                <a:lnTo>
                  <a:pt x="10999" y="8055"/>
                </a:lnTo>
                <a:lnTo>
                  <a:pt x="11778" y="7933"/>
                </a:lnTo>
                <a:lnTo>
                  <a:pt x="12556" y="7787"/>
                </a:lnTo>
                <a:lnTo>
                  <a:pt x="12970" y="7714"/>
                </a:lnTo>
                <a:lnTo>
                  <a:pt x="13359" y="7593"/>
                </a:lnTo>
                <a:lnTo>
                  <a:pt x="14138" y="7349"/>
                </a:lnTo>
                <a:lnTo>
                  <a:pt x="14795" y="7106"/>
                </a:lnTo>
                <a:lnTo>
                  <a:pt x="15135" y="6984"/>
                </a:lnTo>
                <a:lnTo>
                  <a:pt x="15452" y="6814"/>
                </a:lnTo>
                <a:lnTo>
                  <a:pt x="15695" y="6814"/>
                </a:lnTo>
                <a:lnTo>
                  <a:pt x="15914" y="6765"/>
                </a:lnTo>
                <a:lnTo>
                  <a:pt x="16133" y="6668"/>
                </a:lnTo>
                <a:lnTo>
                  <a:pt x="16352" y="6595"/>
                </a:lnTo>
                <a:lnTo>
                  <a:pt x="16766" y="6425"/>
                </a:lnTo>
                <a:lnTo>
                  <a:pt x="16960" y="6327"/>
                </a:lnTo>
                <a:lnTo>
                  <a:pt x="17131" y="6206"/>
                </a:lnTo>
                <a:lnTo>
                  <a:pt x="17301" y="6619"/>
                </a:lnTo>
                <a:lnTo>
                  <a:pt x="17082" y="6692"/>
                </a:lnTo>
                <a:lnTo>
                  <a:pt x="16863" y="6790"/>
                </a:lnTo>
                <a:lnTo>
                  <a:pt x="16425" y="6984"/>
                </a:lnTo>
                <a:lnTo>
                  <a:pt x="15719" y="7252"/>
                </a:lnTo>
                <a:lnTo>
                  <a:pt x="15354" y="7422"/>
                </a:lnTo>
                <a:lnTo>
                  <a:pt x="15038" y="7593"/>
                </a:lnTo>
                <a:lnTo>
                  <a:pt x="15014" y="7617"/>
                </a:lnTo>
                <a:lnTo>
                  <a:pt x="15014" y="7666"/>
                </a:lnTo>
                <a:lnTo>
                  <a:pt x="15014" y="7690"/>
                </a:lnTo>
                <a:lnTo>
                  <a:pt x="15062" y="7690"/>
                </a:lnTo>
                <a:lnTo>
                  <a:pt x="15427" y="7641"/>
                </a:lnTo>
                <a:lnTo>
                  <a:pt x="15792" y="7544"/>
                </a:lnTo>
                <a:lnTo>
                  <a:pt x="16157" y="7422"/>
                </a:lnTo>
                <a:lnTo>
                  <a:pt x="16498" y="7301"/>
                </a:lnTo>
                <a:lnTo>
                  <a:pt x="16960" y="7130"/>
                </a:lnTo>
                <a:lnTo>
                  <a:pt x="17204" y="7033"/>
                </a:lnTo>
                <a:lnTo>
                  <a:pt x="17423" y="6911"/>
                </a:lnTo>
                <a:lnTo>
                  <a:pt x="17569" y="7252"/>
                </a:lnTo>
                <a:lnTo>
                  <a:pt x="17325" y="7276"/>
                </a:lnTo>
                <a:lnTo>
                  <a:pt x="17082" y="7349"/>
                </a:lnTo>
                <a:lnTo>
                  <a:pt x="16595" y="7520"/>
                </a:lnTo>
                <a:lnTo>
                  <a:pt x="16084" y="7690"/>
                </a:lnTo>
                <a:lnTo>
                  <a:pt x="15841" y="7812"/>
                </a:lnTo>
                <a:lnTo>
                  <a:pt x="15719" y="7885"/>
                </a:lnTo>
                <a:lnTo>
                  <a:pt x="15622" y="7958"/>
                </a:lnTo>
                <a:lnTo>
                  <a:pt x="15622" y="7982"/>
                </a:lnTo>
                <a:lnTo>
                  <a:pt x="15622" y="8006"/>
                </a:lnTo>
                <a:lnTo>
                  <a:pt x="15768" y="8031"/>
                </a:lnTo>
                <a:lnTo>
                  <a:pt x="15890" y="8031"/>
                </a:lnTo>
                <a:lnTo>
                  <a:pt x="16182" y="8006"/>
                </a:lnTo>
                <a:lnTo>
                  <a:pt x="16449" y="7933"/>
                </a:lnTo>
                <a:lnTo>
                  <a:pt x="16693" y="7860"/>
                </a:lnTo>
                <a:lnTo>
                  <a:pt x="16960" y="7787"/>
                </a:lnTo>
                <a:lnTo>
                  <a:pt x="17204" y="7690"/>
                </a:lnTo>
                <a:lnTo>
                  <a:pt x="17447" y="7568"/>
                </a:lnTo>
                <a:lnTo>
                  <a:pt x="17642" y="7422"/>
                </a:lnTo>
                <a:lnTo>
                  <a:pt x="17666" y="7471"/>
                </a:lnTo>
                <a:lnTo>
                  <a:pt x="17715" y="7544"/>
                </a:lnTo>
                <a:lnTo>
                  <a:pt x="17788" y="7568"/>
                </a:lnTo>
                <a:lnTo>
                  <a:pt x="17812" y="7763"/>
                </a:lnTo>
                <a:lnTo>
                  <a:pt x="17836" y="7958"/>
                </a:lnTo>
                <a:lnTo>
                  <a:pt x="17934" y="8347"/>
                </a:lnTo>
                <a:lnTo>
                  <a:pt x="17763" y="8396"/>
                </a:lnTo>
                <a:lnTo>
                  <a:pt x="17593" y="8444"/>
                </a:lnTo>
                <a:lnTo>
                  <a:pt x="17252" y="8590"/>
                </a:lnTo>
                <a:lnTo>
                  <a:pt x="16790" y="8761"/>
                </a:lnTo>
                <a:lnTo>
                  <a:pt x="16547" y="8834"/>
                </a:lnTo>
                <a:lnTo>
                  <a:pt x="16328" y="8955"/>
                </a:lnTo>
                <a:lnTo>
                  <a:pt x="16303" y="8955"/>
                </a:lnTo>
                <a:lnTo>
                  <a:pt x="16303" y="8980"/>
                </a:lnTo>
                <a:lnTo>
                  <a:pt x="16328" y="9004"/>
                </a:lnTo>
                <a:lnTo>
                  <a:pt x="16328" y="9028"/>
                </a:lnTo>
                <a:lnTo>
                  <a:pt x="16595" y="9028"/>
                </a:lnTo>
                <a:lnTo>
                  <a:pt x="16839" y="9004"/>
                </a:lnTo>
                <a:lnTo>
                  <a:pt x="17106" y="8955"/>
                </a:lnTo>
                <a:lnTo>
                  <a:pt x="17350" y="8882"/>
                </a:lnTo>
                <a:lnTo>
                  <a:pt x="17666" y="8785"/>
                </a:lnTo>
                <a:lnTo>
                  <a:pt x="17836" y="8712"/>
                </a:lnTo>
                <a:lnTo>
                  <a:pt x="18007" y="8639"/>
                </a:lnTo>
                <a:lnTo>
                  <a:pt x="18031" y="8809"/>
                </a:lnTo>
                <a:lnTo>
                  <a:pt x="17812" y="8907"/>
                </a:lnTo>
                <a:lnTo>
                  <a:pt x="17617" y="9004"/>
                </a:lnTo>
                <a:lnTo>
                  <a:pt x="17398" y="9077"/>
                </a:lnTo>
                <a:lnTo>
                  <a:pt x="17155" y="9174"/>
                </a:lnTo>
                <a:lnTo>
                  <a:pt x="16936" y="9247"/>
                </a:lnTo>
                <a:lnTo>
                  <a:pt x="16741" y="9369"/>
                </a:lnTo>
                <a:lnTo>
                  <a:pt x="16717" y="9418"/>
                </a:lnTo>
                <a:lnTo>
                  <a:pt x="16717" y="9466"/>
                </a:lnTo>
                <a:lnTo>
                  <a:pt x="16741" y="9515"/>
                </a:lnTo>
                <a:lnTo>
                  <a:pt x="16790" y="9539"/>
                </a:lnTo>
                <a:lnTo>
                  <a:pt x="16887" y="9564"/>
                </a:lnTo>
                <a:lnTo>
                  <a:pt x="17228" y="9564"/>
                </a:lnTo>
                <a:lnTo>
                  <a:pt x="17471" y="9491"/>
                </a:lnTo>
                <a:lnTo>
                  <a:pt x="17690" y="9442"/>
                </a:lnTo>
                <a:lnTo>
                  <a:pt x="17885" y="9369"/>
                </a:lnTo>
                <a:lnTo>
                  <a:pt x="18080" y="9272"/>
                </a:lnTo>
                <a:lnTo>
                  <a:pt x="18128" y="9564"/>
                </a:lnTo>
                <a:lnTo>
                  <a:pt x="17958" y="9612"/>
                </a:lnTo>
                <a:lnTo>
                  <a:pt x="17812" y="9661"/>
                </a:lnTo>
                <a:lnTo>
                  <a:pt x="17301" y="9880"/>
                </a:lnTo>
                <a:lnTo>
                  <a:pt x="17228" y="9928"/>
                </a:lnTo>
                <a:lnTo>
                  <a:pt x="17155" y="10001"/>
                </a:lnTo>
                <a:lnTo>
                  <a:pt x="17106" y="10074"/>
                </a:lnTo>
                <a:lnTo>
                  <a:pt x="17033" y="10147"/>
                </a:lnTo>
                <a:lnTo>
                  <a:pt x="17009" y="10172"/>
                </a:lnTo>
                <a:lnTo>
                  <a:pt x="17033" y="10172"/>
                </a:lnTo>
                <a:lnTo>
                  <a:pt x="17106" y="10196"/>
                </a:lnTo>
                <a:lnTo>
                  <a:pt x="17204" y="10220"/>
                </a:lnTo>
                <a:lnTo>
                  <a:pt x="17277" y="10245"/>
                </a:lnTo>
                <a:lnTo>
                  <a:pt x="17471" y="10245"/>
                </a:lnTo>
                <a:lnTo>
                  <a:pt x="17593" y="10196"/>
                </a:lnTo>
                <a:lnTo>
                  <a:pt x="17812" y="10123"/>
                </a:lnTo>
                <a:lnTo>
                  <a:pt x="17982" y="10074"/>
                </a:lnTo>
                <a:lnTo>
                  <a:pt x="18153" y="9977"/>
                </a:lnTo>
                <a:lnTo>
                  <a:pt x="18153" y="10220"/>
                </a:lnTo>
                <a:lnTo>
                  <a:pt x="18031" y="10269"/>
                </a:lnTo>
                <a:lnTo>
                  <a:pt x="17909" y="10318"/>
                </a:lnTo>
                <a:lnTo>
                  <a:pt x="17690" y="10415"/>
                </a:lnTo>
                <a:lnTo>
                  <a:pt x="17471" y="10512"/>
                </a:lnTo>
                <a:lnTo>
                  <a:pt x="17301" y="10634"/>
                </a:lnTo>
                <a:lnTo>
                  <a:pt x="17204" y="10731"/>
                </a:lnTo>
                <a:lnTo>
                  <a:pt x="17131" y="10829"/>
                </a:lnTo>
                <a:lnTo>
                  <a:pt x="17131" y="10853"/>
                </a:lnTo>
                <a:lnTo>
                  <a:pt x="17155" y="10902"/>
                </a:lnTo>
                <a:lnTo>
                  <a:pt x="17374" y="10902"/>
                </a:lnTo>
                <a:lnTo>
                  <a:pt x="17593" y="10877"/>
                </a:lnTo>
                <a:lnTo>
                  <a:pt x="17788" y="10804"/>
                </a:lnTo>
                <a:lnTo>
                  <a:pt x="17982" y="10731"/>
                </a:lnTo>
                <a:lnTo>
                  <a:pt x="18153" y="10683"/>
                </a:lnTo>
                <a:lnTo>
                  <a:pt x="18128" y="11169"/>
                </a:lnTo>
                <a:lnTo>
                  <a:pt x="17861" y="11267"/>
                </a:lnTo>
                <a:lnTo>
                  <a:pt x="17617" y="11364"/>
                </a:lnTo>
                <a:lnTo>
                  <a:pt x="17447" y="11413"/>
                </a:lnTo>
                <a:lnTo>
                  <a:pt x="17277" y="11461"/>
                </a:lnTo>
                <a:lnTo>
                  <a:pt x="17106" y="11510"/>
                </a:lnTo>
                <a:lnTo>
                  <a:pt x="16960" y="11607"/>
                </a:lnTo>
                <a:lnTo>
                  <a:pt x="16936" y="11632"/>
                </a:lnTo>
                <a:lnTo>
                  <a:pt x="16936" y="11680"/>
                </a:lnTo>
                <a:lnTo>
                  <a:pt x="16960" y="11729"/>
                </a:lnTo>
                <a:lnTo>
                  <a:pt x="16985" y="11753"/>
                </a:lnTo>
                <a:lnTo>
                  <a:pt x="17106" y="11802"/>
                </a:lnTo>
                <a:lnTo>
                  <a:pt x="17228" y="11826"/>
                </a:lnTo>
                <a:lnTo>
                  <a:pt x="17374" y="11826"/>
                </a:lnTo>
                <a:lnTo>
                  <a:pt x="17544" y="11778"/>
                </a:lnTo>
                <a:lnTo>
                  <a:pt x="17690" y="11753"/>
                </a:lnTo>
                <a:lnTo>
                  <a:pt x="17836" y="11680"/>
                </a:lnTo>
                <a:lnTo>
                  <a:pt x="17982" y="11607"/>
                </a:lnTo>
                <a:lnTo>
                  <a:pt x="18104" y="11510"/>
                </a:lnTo>
                <a:lnTo>
                  <a:pt x="18080" y="11656"/>
                </a:lnTo>
                <a:lnTo>
                  <a:pt x="17934" y="11705"/>
                </a:lnTo>
                <a:lnTo>
                  <a:pt x="17763" y="11753"/>
                </a:lnTo>
                <a:lnTo>
                  <a:pt x="17471" y="11899"/>
                </a:lnTo>
                <a:lnTo>
                  <a:pt x="17301" y="11948"/>
                </a:lnTo>
                <a:lnTo>
                  <a:pt x="17106" y="11972"/>
                </a:lnTo>
                <a:lnTo>
                  <a:pt x="16936" y="12021"/>
                </a:lnTo>
                <a:lnTo>
                  <a:pt x="16839" y="12045"/>
                </a:lnTo>
                <a:lnTo>
                  <a:pt x="16766" y="12094"/>
                </a:lnTo>
                <a:lnTo>
                  <a:pt x="16741" y="12143"/>
                </a:lnTo>
                <a:lnTo>
                  <a:pt x="16741" y="12167"/>
                </a:lnTo>
                <a:lnTo>
                  <a:pt x="16766" y="12240"/>
                </a:lnTo>
                <a:lnTo>
                  <a:pt x="16863" y="12289"/>
                </a:lnTo>
                <a:lnTo>
                  <a:pt x="16960" y="12337"/>
                </a:lnTo>
                <a:lnTo>
                  <a:pt x="17058" y="12362"/>
                </a:lnTo>
                <a:lnTo>
                  <a:pt x="17155" y="12362"/>
                </a:lnTo>
                <a:lnTo>
                  <a:pt x="17374" y="12313"/>
                </a:lnTo>
                <a:lnTo>
                  <a:pt x="17569" y="12289"/>
                </a:lnTo>
                <a:lnTo>
                  <a:pt x="17812" y="12216"/>
                </a:lnTo>
                <a:lnTo>
                  <a:pt x="18007" y="12094"/>
                </a:lnTo>
                <a:lnTo>
                  <a:pt x="17934" y="12435"/>
                </a:lnTo>
                <a:lnTo>
                  <a:pt x="17788" y="12459"/>
                </a:lnTo>
                <a:lnTo>
                  <a:pt x="17642" y="12508"/>
                </a:lnTo>
                <a:lnTo>
                  <a:pt x="17325" y="12629"/>
                </a:lnTo>
                <a:lnTo>
                  <a:pt x="16839" y="12751"/>
                </a:lnTo>
                <a:lnTo>
                  <a:pt x="16328" y="12897"/>
                </a:lnTo>
                <a:lnTo>
                  <a:pt x="16303" y="12897"/>
                </a:lnTo>
                <a:lnTo>
                  <a:pt x="16303" y="12946"/>
                </a:lnTo>
                <a:lnTo>
                  <a:pt x="16303" y="12970"/>
                </a:lnTo>
                <a:lnTo>
                  <a:pt x="16328" y="12970"/>
                </a:lnTo>
                <a:lnTo>
                  <a:pt x="16571" y="13019"/>
                </a:lnTo>
                <a:lnTo>
                  <a:pt x="16814" y="13019"/>
                </a:lnTo>
                <a:lnTo>
                  <a:pt x="17058" y="12994"/>
                </a:lnTo>
                <a:lnTo>
                  <a:pt x="17277" y="12946"/>
                </a:lnTo>
                <a:lnTo>
                  <a:pt x="17569" y="12897"/>
                </a:lnTo>
                <a:lnTo>
                  <a:pt x="17861" y="12824"/>
                </a:lnTo>
                <a:lnTo>
                  <a:pt x="17739" y="13286"/>
                </a:lnTo>
                <a:lnTo>
                  <a:pt x="15671" y="13286"/>
                </a:lnTo>
                <a:lnTo>
                  <a:pt x="13627" y="13311"/>
                </a:lnTo>
                <a:lnTo>
                  <a:pt x="9515" y="13359"/>
                </a:lnTo>
                <a:lnTo>
                  <a:pt x="5232" y="13408"/>
                </a:lnTo>
                <a:lnTo>
                  <a:pt x="3115" y="13432"/>
                </a:lnTo>
                <a:lnTo>
                  <a:pt x="1509" y="13432"/>
                </a:lnTo>
                <a:lnTo>
                  <a:pt x="1388" y="12654"/>
                </a:lnTo>
                <a:lnTo>
                  <a:pt x="1290" y="11851"/>
                </a:lnTo>
                <a:lnTo>
                  <a:pt x="1266" y="11048"/>
                </a:lnTo>
                <a:lnTo>
                  <a:pt x="1266" y="10245"/>
                </a:lnTo>
                <a:lnTo>
                  <a:pt x="1290" y="9442"/>
                </a:lnTo>
                <a:lnTo>
                  <a:pt x="1363" y="8615"/>
                </a:lnTo>
                <a:lnTo>
                  <a:pt x="1436" y="8152"/>
                </a:lnTo>
                <a:lnTo>
                  <a:pt x="1485" y="7690"/>
                </a:lnTo>
                <a:lnTo>
                  <a:pt x="1777" y="6936"/>
                </a:lnTo>
                <a:lnTo>
                  <a:pt x="2385" y="5305"/>
                </a:lnTo>
                <a:lnTo>
                  <a:pt x="2653" y="4575"/>
                </a:lnTo>
                <a:lnTo>
                  <a:pt x="2921" y="3821"/>
                </a:lnTo>
                <a:lnTo>
                  <a:pt x="3067" y="3456"/>
                </a:lnTo>
                <a:lnTo>
                  <a:pt x="3237" y="3091"/>
                </a:lnTo>
                <a:lnTo>
                  <a:pt x="3407" y="2750"/>
                </a:lnTo>
                <a:lnTo>
                  <a:pt x="3602" y="2410"/>
                </a:lnTo>
                <a:lnTo>
                  <a:pt x="3748" y="2215"/>
                </a:lnTo>
                <a:lnTo>
                  <a:pt x="3894" y="2045"/>
                </a:lnTo>
                <a:lnTo>
                  <a:pt x="4064" y="1899"/>
                </a:lnTo>
                <a:lnTo>
                  <a:pt x="4283" y="1753"/>
                </a:lnTo>
                <a:lnTo>
                  <a:pt x="4502" y="1607"/>
                </a:lnTo>
                <a:lnTo>
                  <a:pt x="4721" y="1485"/>
                </a:lnTo>
                <a:lnTo>
                  <a:pt x="4989" y="1388"/>
                </a:lnTo>
                <a:lnTo>
                  <a:pt x="5232" y="1291"/>
                </a:lnTo>
                <a:lnTo>
                  <a:pt x="5816" y="1096"/>
                </a:lnTo>
                <a:lnTo>
                  <a:pt x="6400" y="950"/>
                </a:lnTo>
                <a:lnTo>
                  <a:pt x="7033" y="853"/>
                </a:lnTo>
                <a:lnTo>
                  <a:pt x="7641" y="755"/>
                </a:lnTo>
                <a:lnTo>
                  <a:pt x="8249" y="707"/>
                </a:lnTo>
                <a:lnTo>
                  <a:pt x="8858" y="658"/>
                </a:lnTo>
                <a:lnTo>
                  <a:pt x="9904" y="609"/>
                </a:lnTo>
                <a:lnTo>
                  <a:pt x="10707" y="609"/>
                </a:lnTo>
                <a:lnTo>
                  <a:pt x="11121" y="585"/>
                </a:lnTo>
                <a:lnTo>
                  <a:pt x="11534" y="561"/>
                </a:lnTo>
                <a:close/>
                <a:moveTo>
                  <a:pt x="2410" y="13919"/>
                </a:moveTo>
                <a:lnTo>
                  <a:pt x="2239" y="14089"/>
                </a:lnTo>
                <a:lnTo>
                  <a:pt x="2093" y="14260"/>
                </a:lnTo>
                <a:lnTo>
                  <a:pt x="1850" y="14649"/>
                </a:lnTo>
                <a:lnTo>
                  <a:pt x="1826" y="14479"/>
                </a:lnTo>
                <a:lnTo>
                  <a:pt x="1850" y="14308"/>
                </a:lnTo>
                <a:lnTo>
                  <a:pt x="1899" y="14114"/>
                </a:lnTo>
                <a:lnTo>
                  <a:pt x="1972" y="13919"/>
                </a:lnTo>
                <a:close/>
                <a:moveTo>
                  <a:pt x="14746" y="13846"/>
                </a:moveTo>
                <a:lnTo>
                  <a:pt x="14649" y="13992"/>
                </a:lnTo>
                <a:lnTo>
                  <a:pt x="14551" y="14138"/>
                </a:lnTo>
                <a:lnTo>
                  <a:pt x="14405" y="14430"/>
                </a:lnTo>
                <a:lnTo>
                  <a:pt x="14235" y="14771"/>
                </a:lnTo>
                <a:lnTo>
                  <a:pt x="14235" y="14527"/>
                </a:lnTo>
                <a:lnTo>
                  <a:pt x="14259" y="14284"/>
                </a:lnTo>
                <a:lnTo>
                  <a:pt x="14235" y="14065"/>
                </a:lnTo>
                <a:lnTo>
                  <a:pt x="14211" y="13943"/>
                </a:lnTo>
                <a:lnTo>
                  <a:pt x="14186" y="13846"/>
                </a:lnTo>
                <a:close/>
                <a:moveTo>
                  <a:pt x="2994" y="13919"/>
                </a:moveTo>
                <a:lnTo>
                  <a:pt x="2848" y="14065"/>
                </a:lnTo>
                <a:lnTo>
                  <a:pt x="2702" y="14211"/>
                </a:lnTo>
                <a:lnTo>
                  <a:pt x="2458" y="14552"/>
                </a:lnTo>
                <a:lnTo>
                  <a:pt x="2288" y="14819"/>
                </a:lnTo>
                <a:lnTo>
                  <a:pt x="2191" y="15014"/>
                </a:lnTo>
                <a:lnTo>
                  <a:pt x="2142" y="15184"/>
                </a:lnTo>
                <a:lnTo>
                  <a:pt x="2045" y="15087"/>
                </a:lnTo>
                <a:lnTo>
                  <a:pt x="2239" y="14771"/>
                </a:lnTo>
                <a:lnTo>
                  <a:pt x="2434" y="14479"/>
                </a:lnTo>
                <a:lnTo>
                  <a:pt x="2629" y="14211"/>
                </a:lnTo>
                <a:lnTo>
                  <a:pt x="2799" y="13919"/>
                </a:lnTo>
                <a:close/>
                <a:moveTo>
                  <a:pt x="4405" y="14381"/>
                </a:moveTo>
                <a:lnTo>
                  <a:pt x="4381" y="14649"/>
                </a:lnTo>
                <a:lnTo>
                  <a:pt x="4308" y="14941"/>
                </a:lnTo>
                <a:lnTo>
                  <a:pt x="4259" y="15087"/>
                </a:lnTo>
                <a:lnTo>
                  <a:pt x="4162" y="15209"/>
                </a:lnTo>
                <a:lnTo>
                  <a:pt x="4040" y="15330"/>
                </a:lnTo>
                <a:lnTo>
                  <a:pt x="3894" y="15403"/>
                </a:lnTo>
                <a:lnTo>
                  <a:pt x="3894" y="15403"/>
                </a:lnTo>
                <a:lnTo>
                  <a:pt x="4016" y="15160"/>
                </a:lnTo>
                <a:lnTo>
                  <a:pt x="4235" y="14771"/>
                </a:lnTo>
                <a:lnTo>
                  <a:pt x="4308" y="14576"/>
                </a:lnTo>
                <a:lnTo>
                  <a:pt x="4405" y="14381"/>
                </a:lnTo>
                <a:close/>
                <a:moveTo>
                  <a:pt x="3845" y="13895"/>
                </a:moveTo>
                <a:lnTo>
                  <a:pt x="3651" y="14041"/>
                </a:lnTo>
                <a:lnTo>
                  <a:pt x="3456" y="14211"/>
                </a:lnTo>
                <a:lnTo>
                  <a:pt x="3286" y="14406"/>
                </a:lnTo>
                <a:lnTo>
                  <a:pt x="3140" y="14625"/>
                </a:lnTo>
                <a:lnTo>
                  <a:pt x="2848" y="15038"/>
                </a:lnTo>
                <a:lnTo>
                  <a:pt x="2629" y="15476"/>
                </a:lnTo>
                <a:lnTo>
                  <a:pt x="2629" y="15501"/>
                </a:lnTo>
                <a:lnTo>
                  <a:pt x="2458" y="15428"/>
                </a:lnTo>
                <a:lnTo>
                  <a:pt x="2556" y="15306"/>
                </a:lnTo>
                <a:lnTo>
                  <a:pt x="2629" y="15160"/>
                </a:lnTo>
                <a:lnTo>
                  <a:pt x="2726" y="14941"/>
                </a:lnTo>
                <a:lnTo>
                  <a:pt x="2896" y="14673"/>
                </a:lnTo>
                <a:lnTo>
                  <a:pt x="3067" y="14406"/>
                </a:lnTo>
                <a:lnTo>
                  <a:pt x="3261" y="14162"/>
                </a:lnTo>
                <a:lnTo>
                  <a:pt x="3432" y="13919"/>
                </a:lnTo>
                <a:lnTo>
                  <a:pt x="3845" y="13895"/>
                </a:lnTo>
                <a:close/>
                <a:moveTo>
                  <a:pt x="4381" y="13895"/>
                </a:moveTo>
                <a:lnTo>
                  <a:pt x="4381" y="14065"/>
                </a:lnTo>
                <a:lnTo>
                  <a:pt x="4186" y="14260"/>
                </a:lnTo>
                <a:lnTo>
                  <a:pt x="4016" y="14503"/>
                </a:lnTo>
                <a:lnTo>
                  <a:pt x="3724" y="14990"/>
                </a:lnTo>
                <a:lnTo>
                  <a:pt x="3529" y="15257"/>
                </a:lnTo>
                <a:lnTo>
                  <a:pt x="3359" y="15549"/>
                </a:lnTo>
                <a:lnTo>
                  <a:pt x="3261" y="15574"/>
                </a:lnTo>
                <a:lnTo>
                  <a:pt x="2994" y="15574"/>
                </a:lnTo>
                <a:lnTo>
                  <a:pt x="3237" y="15160"/>
                </a:lnTo>
                <a:lnTo>
                  <a:pt x="3505" y="14746"/>
                </a:lnTo>
                <a:lnTo>
                  <a:pt x="3821" y="14333"/>
                </a:lnTo>
                <a:lnTo>
                  <a:pt x="3967" y="14114"/>
                </a:lnTo>
                <a:lnTo>
                  <a:pt x="4113" y="13895"/>
                </a:lnTo>
                <a:close/>
                <a:moveTo>
                  <a:pt x="15865" y="13846"/>
                </a:moveTo>
                <a:lnTo>
                  <a:pt x="15695" y="13968"/>
                </a:lnTo>
                <a:lnTo>
                  <a:pt x="15525" y="14089"/>
                </a:lnTo>
                <a:lnTo>
                  <a:pt x="15403" y="14211"/>
                </a:lnTo>
                <a:lnTo>
                  <a:pt x="15306" y="14333"/>
                </a:lnTo>
                <a:lnTo>
                  <a:pt x="15111" y="14625"/>
                </a:lnTo>
                <a:lnTo>
                  <a:pt x="14965" y="14844"/>
                </a:lnTo>
                <a:lnTo>
                  <a:pt x="14819" y="15063"/>
                </a:lnTo>
                <a:lnTo>
                  <a:pt x="14746" y="15184"/>
                </a:lnTo>
                <a:lnTo>
                  <a:pt x="14697" y="15306"/>
                </a:lnTo>
                <a:lnTo>
                  <a:pt x="14673" y="15452"/>
                </a:lnTo>
                <a:lnTo>
                  <a:pt x="14673" y="15574"/>
                </a:lnTo>
                <a:lnTo>
                  <a:pt x="14503" y="15428"/>
                </a:lnTo>
                <a:lnTo>
                  <a:pt x="14381" y="15257"/>
                </a:lnTo>
                <a:lnTo>
                  <a:pt x="14478" y="15111"/>
                </a:lnTo>
                <a:lnTo>
                  <a:pt x="14551" y="14965"/>
                </a:lnTo>
                <a:lnTo>
                  <a:pt x="14673" y="14673"/>
                </a:lnTo>
                <a:lnTo>
                  <a:pt x="14819" y="14284"/>
                </a:lnTo>
                <a:lnTo>
                  <a:pt x="14868" y="14065"/>
                </a:lnTo>
                <a:lnTo>
                  <a:pt x="14892" y="13870"/>
                </a:lnTo>
                <a:lnTo>
                  <a:pt x="14868" y="13846"/>
                </a:lnTo>
                <a:close/>
                <a:moveTo>
                  <a:pt x="16790" y="14625"/>
                </a:moveTo>
                <a:lnTo>
                  <a:pt x="16766" y="14917"/>
                </a:lnTo>
                <a:lnTo>
                  <a:pt x="16717" y="15184"/>
                </a:lnTo>
                <a:lnTo>
                  <a:pt x="16644" y="15330"/>
                </a:lnTo>
                <a:lnTo>
                  <a:pt x="16571" y="15452"/>
                </a:lnTo>
                <a:lnTo>
                  <a:pt x="16449" y="15574"/>
                </a:lnTo>
                <a:lnTo>
                  <a:pt x="16352" y="15647"/>
                </a:lnTo>
                <a:lnTo>
                  <a:pt x="16352" y="15647"/>
                </a:lnTo>
                <a:lnTo>
                  <a:pt x="16571" y="15111"/>
                </a:lnTo>
                <a:lnTo>
                  <a:pt x="16693" y="14868"/>
                </a:lnTo>
                <a:lnTo>
                  <a:pt x="16790" y="14625"/>
                </a:lnTo>
                <a:close/>
                <a:moveTo>
                  <a:pt x="16498" y="13846"/>
                </a:moveTo>
                <a:lnTo>
                  <a:pt x="16328" y="14041"/>
                </a:lnTo>
                <a:lnTo>
                  <a:pt x="16133" y="14260"/>
                </a:lnTo>
                <a:lnTo>
                  <a:pt x="15987" y="14479"/>
                </a:lnTo>
                <a:lnTo>
                  <a:pt x="15817" y="14746"/>
                </a:lnTo>
                <a:lnTo>
                  <a:pt x="15525" y="15257"/>
                </a:lnTo>
                <a:lnTo>
                  <a:pt x="15379" y="15549"/>
                </a:lnTo>
                <a:lnTo>
                  <a:pt x="15257" y="15817"/>
                </a:lnTo>
                <a:lnTo>
                  <a:pt x="15062" y="15768"/>
                </a:lnTo>
                <a:lnTo>
                  <a:pt x="14868" y="15695"/>
                </a:lnTo>
                <a:lnTo>
                  <a:pt x="14965" y="15622"/>
                </a:lnTo>
                <a:lnTo>
                  <a:pt x="15038" y="15549"/>
                </a:lnTo>
                <a:lnTo>
                  <a:pt x="15160" y="15355"/>
                </a:lnTo>
                <a:lnTo>
                  <a:pt x="15379" y="14941"/>
                </a:lnTo>
                <a:lnTo>
                  <a:pt x="15719" y="14381"/>
                </a:lnTo>
                <a:lnTo>
                  <a:pt x="15817" y="14260"/>
                </a:lnTo>
                <a:lnTo>
                  <a:pt x="15865" y="14114"/>
                </a:lnTo>
                <a:lnTo>
                  <a:pt x="16011" y="13846"/>
                </a:lnTo>
                <a:close/>
                <a:moveTo>
                  <a:pt x="16717" y="13846"/>
                </a:moveTo>
                <a:lnTo>
                  <a:pt x="16766" y="14235"/>
                </a:lnTo>
                <a:lnTo>
                  <a:pt x="16620" y="14430"/>
                </a:lnTo>
                <a:lnTo>
                  <a:pt x="16474" y="14625"/>
                </a:lnTo>
                <a:lnTo>
                  <a:pt x="16255" y="15063"/>
                </a:lnTo>
                <a:lnTo>
                  <a:pt x="16084" y="15428"/>
                </a:lnTo>
                <a:lnTo>
                  <a:pt x="15987" y="15622"/>
                </a:lnTo>
                <a:lnTo>
                  <a:pt x="15938" y="15817"/>
                </a:lnTo>
                <a:lnTo>
                  <a:pt x="15646" y="15841"/>
                </a:lnTo>
                <a:lnTo>
                  <a:pt x="15890" y="15379"/>
                </a:lnTo>
                <a:lnTo>
                  <a:pt x="16133" y="14917"/>
                </a:lnTo>
                <a:lnTo>
                  <a:pt x="16401" y="14381"/>
                </a:lnTo>
                <a:lnTo>
                  <a:pt x="16644" y="13846"/>
                </a:lnTo>
                <a:close/>
                <a:moveTo>
                  <a:pt x="8493" y="1"/>
                </a:moveTo>
                <a:lnTo>
                  <a:pt x="7884" y="25"/>
                </a:lnTo>
                <a:lnTo>
                  <a:pt x="7252" y="98"/>
                </a:lnTo>
                <a:lnTo>
                  <a:pt x="6619" y="171"/>
                </a:lnTo>
                <a:lnTo>
                  <a:pt x="6011" y="317"/>
                </a:lnTo>
                <a:lnTo>
                  <a:pt x="5427" y="488"/>
                </a:lnTo>
                <a:lnTo>
                  <a:pt x="5135" y="585"/>
                </a:lnTo>
                <a:lnTo>
                  <a:pt x="4867" y="707"/>
                </a:lnTo>
                <a:lnTo>
                  <a:pt x="4600" y="853"/>
                </a:lnTo>
                <a:lnTo>
                  <a:pt x="4356" y="999"/>
                </a:lnTo>
                <a:lnTo>
                  <a:pt x="4113" y="1169"/>
                </a:lnTo>
                <a:lnTo>
                  <a:pt x="3894" y="1339"/>
                </a:lnTo>
                <a:lnTo>
                  <a:pt x="3699" y="1534"/>
                </a:lnTo>
                <a:lnTo>
                  <a:pt x="3529" y="1753"/>
                </a:lnTo>
                <a:lnTo>
                  <a:pt x="3310" y="2045"/>
                </a:lnTo>
                <a:lnTo>
                  <a:pt x="3115" y="2385"/>
                </a:lnTo>
                <a:lnTo>
                  <a:pt x="2945" y="2702"/>
                </a:lnTo>
                <a:lnTo>
                  <a:pt x="2799" y="3042"/>
                </a:lnTo>
                <a:lnTo>
                  <a:pt x="2507" y="3748"/>
                </a:lnTo>
                <a:lnTo>
                  <a:pt x="2264" y="4454"/>
                </a:lnTo>
                <a:lnTo>
                  <a:pt x="2142" y="4405"/>
                </a:lnTo>
                <a:lnTo>
                  <a:pt x="2020" y="4356"/>
                </a:lnTo>
                <a:lnTo>
                  <a:pt x="1728" y="4356"/>
                </a:lnTo>
                <a:lnTo>
                  <a:pt x="1412" y="4405"/>
                </a:lnTo>
                <a:lnTo>
                  <a:pt x="1193" y="4478"/>
                </a:lnTo>
                <a:lnTo>
                  <a:pt x="998" y="4551"/>
                </a:lnTo>
                <a:lnTo>
                  <a:pt x="804" y="4624"/>
                </a:lnTo>
                <a:lnTo>
                  <a:pt x="633" y="4746"/>
                </a:lnTo>
                <a:lnTo>
                  <a:pt x="487" y="4867"/>
                </a:lnTo>
                <a:lnTo>
                  <a:pt x="366" y="5013"/>
                </a:lnTo>
                <a:lnTo>
                  <a:pt x="244" y="5159"/>
                </a:lnTo>
                <a:lnTo>
                  <a:pt x="147" y="5354"/>
                </a:lnTo>
                <a:lnTo>
                  <a:pt x="49" y="5524"/>
                </a:lnTo>
                <a:lnTo>
                  <a:pt x="25" y="5695"/>
                </a:lnTo>
                <a:lnTo>
                  <a:pt x="1" y="5865"/>
                </a:lnTo>
                <a:lnTo>
                  <a:pt x="25" y="6060"/>
                </a:lnTo>
                <a:lnTo>
                  <a:pt x="49" y="6230"/>
                </a:lnTo>
                <a:lnTo>
                  <a:pt x="122" y="6400"/>
                </a:lnTo>
                <a:lnTo>
                  <a:pt x="220" y="6571"/>
                </a:lnTo>
                <a:lnTo>
                  <a:pt x="317" y="6692"/>
                </a:lnTo>
                <a:lnTo>
                  <a:pt x="463" y="6814"/>
                </a:lnTo>
                <a:lnTo>
                  <a:pt x="658" y="6911"/>
                </a:lnTo>
                <a:lnTo>
                  <a:pt x="901" y="6984"/>
                </a:lnTo>
                <a:lnTo>
                  <a:pt x="1023" y="6984"/>
                </a:lnTo>
                <a:lnTo>
                  <a:pt x="1120" y="7009"/>
                </a:lnTo>
                <a:lnTo>
                  <a:pt x="1242" y="6984"/>
                </a:lnTo>
                <a:lnTo>
                  <a:pt x="1363" y="6960"/>
                </a:lnTo>
                <a:lnTo>
                  <a:pt x="1169" y="7495"/>
                </a:lnTo>
                <a:lnTo>
                  <a:pt x="1071" y="7739"/>
                </a:lnTo>
                <a:lnTo>
                  <a:pt x="998" y="8006"/>
                </a:lnTo>
                <a:lnTo>
                  <a:pt x="901" y="8542"/>
                </a:lnTo>
                <a:lnTo>
                  <a:pt x="779" y="9393"/>
                </a:lnTo>
                <a:lnTo>
                  <a:pt x="731" y="10245"/>
                </a:lnTo>
                <a:lnTo>
                  <a:pt x="731" y="11072"/>
                </a:lnTo>
                <a:lnTo>
                  <a:pt x="755" y="11875"/>
                </a:lnTo>
                <a:lnTo>
                  <a:pt x="852" y="12702"/>
                </a:lnTo>
                <a:lnTo>
                  <a:pt x="974" y="13505"/>
                </a:lnTo>
                <a:lnTo>
                  <a:pt x="925" y="13505"/>
                </a:lnTo>
                <a:lnTo>
                  <a:pt x="877" y="13530"/>
                </a:lnTo>
                <a:lnTo>
                  <a:pt x="828" y="13578"/>
                </a:lnTo>
                <a:lnTo>
                  <a:pt x="804" y="13627"/>
                </a:lnTo>
                <a:lnTo>
                  <a:pt x="804" y="13676"/>
                </a:lnTo>
                <a:lnTo>
                  <a:pt x="804" y="13749"/>
                </a:lnTo>
                <a:lnTo>
                  <a:pt x="828" y="13797"/>
                </a:lnTo>
                <a:lnTo>
                  <a:pt x="877" y="13846"/>
                </a:lnTo>
                <a:lnTo>
                  <a:pt x="925" y="13870"/>
                </a:lnTo>
                <a:lnTo>
                  <a:pt x="1193" y="13895"/>
                </a:lnTo>
                <a:lnTo>
                  <a:pt x="1461" y="13919"/>
                </a:lnTo>
                <a:lnTo>
                  <a:pt x="1412" y="14041"/>
                </a:lnTo>
                <a:lnTo>
                  <a:pt x="1363" y="14187"/>
                </a:lnTo>
                <a:lnTo>
                  <a:pt x="1315" y="14333"/>
                </a:lnTo>
                <a:lnTo>
                  <a:pt x="1315" y="14479"/>
                </a:lnTo>
                <a:lnTo>
                  <a:pt x="1315" y="14649"/>
                </a:lnTo>
                <a:lnTo>
                  <a:pt x="1339" y="14795"/>
                </a:lnTo>
                <a:lnTo>
                  <a:pt x="1363" y="14941"/>
                </a:lnTo>
                <a:lnTo>
                  <a:pt x="1412" y="15063"/>
                </a:lnTo>
                <a:lnTo>
                  <a:pt x="1534" y="15282"/>
                </a:lnTo>
                <a:lnTo>
                  <a:pt x="1680" y="15476"/>
                </a:lnTo>
                <a:lnTo>
                  <a:pt x="1850" y="15647"/>
                </a:lnTo>
                <a:lnTo>
                  <a:pt x="2020" y="15768"/>
                </a:lnTo>
                <a:lnTo>
                  <a:pt x="2215" y="15890"/>
                </a:lnTo>
                <a:lnTo>
                  <a:pt x="2434" y="15987"/>
                </a:lnTo>
                <a:lnTo>
                  <a:pt x="2677" y="16036"/>
                </a:lnTo>
                <a:lnTo>
                  <a:pt x="2921" y="16085"/>
                </a:lnTo>
                <a:lnTo>
                  <a:pt x="3115" y="16109"/>
                </a:lnTo>
                <a:lnTo>
                  <a:pt x="3334" y="16109"/>
                </a:lnTo>
                <a:lnTo>
                  <a:pt x="3529" y="16085"/>
                </a:lnTo>
                <a:lnTo>
                  <a:pt x="3748" y="16036"/>
                </a:lnTo>
                <a:lnTo>
                  <a:pt x="3943" y="15963"/>
                </a:lnTo>
                <a:lnTo>
                  <a:pt x="4137" y="15890"/>
                </a:lnTo>
                <a:lnTo>
                  <a:pt x="4308" y="15793"/>
                </a:lnTo>
                <a:lnTo>
                  <a:pt x="4478" y="15647"/>
                </a:lnTo>
                <a:lnTo>
                  <a:pt x="4648" y="15476"/>
                </a:lnTo>
                <a:lnTo>
                  <a:pt x="4770" y="15282"/>
                </a:lnTo>
                <a:lnTo>
                  <a:pt x="4843" y="15063"/>
                </a:lnTo>
                <a:lnTo>
                  <a:pt x="4892" y="14844"/>
                </a:lnTo>
                <a:lnTo>
                  <a:pt x="4940" y="14600"/>
                </a:lnTo>
                <a:lnTo>
                  <a:pt x="4940" y="14357"/>
                </a:lnTo>
                <a:lnTo>
                  <a:pt x="4916" y="13895"/>
                </a:lnTo>
                <a:lnTo>
                  <a:pt x="5062" y="13895"/>
                </a:lnTo>
                <a:lnTo>
                  <a:pt x="9515" y="13870"/>
                </a:lnTo>
                <a:lnTo>
                  <a:pt x="14040" y="13846"/>
                </a:lnTo>
                <a:lnTo>
                  <a:pt x="13967" y="13919"/>
                </a:lnTo>
                <a:lnTo>
                  <a:pt x="13919" y="13992"/>
                </a:lnTo>
                <a:lnTo>
                  <a:pt x="13846" y="14162"/>
                </a:lnTo>
                <a:lnTo>
                  <a:pt x="13797" y="14357"/>
                </a:lnTo>
                <a:lnTo>
                  <a:pt x="13797" y="14576"/>
                </a:lnTo>
                <a:lnTo>
                  <a:pt x="13821" y="14795"/>
                </a:lnTo>
                <a:lnTo>
                  <a:pt x="13846" y="14990"/>
                </a:lnTo>
                <a:lnTo>
                  <a:pt x="13943" y="15355"/>
                </a:lnTo>
                <a:lnTo>
                  <a:pt x="13967" y="15476"/>
                </a:lnTo>
                <a:lnTo>
                  <a:pt x="14016" y="15574"/>
                </a:lnTo>
                <a:lnTo>
                  <a:pt x="14162" y="15768"/>
                </a:lnTo>
                <a:lnTo>
                  <a:pt x="14357" y="15914"/>
                </a:lnTo>
                <a:lnTo>
                  <a:pt x="14551" y="16060"/>
                </a:lnTo>
                <a:lnTo>
                  <a:pt x="14795" y="16158"/>
                </a:lnTo>
                <a:lnTo>
                  <a:pt x="15038" y="16231"/>
                </a:lnTo>
                <a:lnTo>
                  <a:pt x="15281" y="16279"/>
                </a:lnTo>
                <a:lnTo>
                  <a:pt x="15500" y="16328"/>
                </a:lnTo>
                <a:lnTo>
                  <a:pt x="15744" y="16328"/>
                </a:lnTo>
                <a:lnTo>
                  <a:pt x="15963" y="16304"/>
                </a:lnTo>
                <a:lnTo>
                  <a:pt x="16157" y="16255"/>
                </a:lnTo>
                <a:lnTo>
                  <a:pt x="16352" y="16182"/>
                </a:lnTo>
                <a:lnTo>
                  <a:pt x="16547" y="16060"/>
                </a:lnTo>
                <a:lnTo>
                  <a:pt x="16717" y="15939"/>
                </a:lnTo>
                <a:lnTo>
                  <a:pt x="16887" y="15793"/>
                </a:lnTo>
                <a:lnTo>
                  <a:pt x="17033" y="15622"/>
                </a:lnTo>
                <a:lnTo>
                  <a:pt x="17131" y="15428"/>
                </a:lnTo>
                <a:lnTo>
                  <a:pt x="17204" y="15209"/>
                </a:lnTo>
                <a:lnTo>
                  <a:pt x="17252" y="14990"/>
                </a:lnTo>
                <a:lnTo>
                  <a:pt x="17277" y="14746"/>
                </a:lnTo>
                <a:lnTo>
                  <a:pt x="17277" y="14527"/>
                </a:lnTo>
                <a:lnTo>
                  <a:pt x="17277" y="14284"/>
                </a:lnTo>
                <a:lnTo>
                  <a:pt x="17204" y="13822"/>
                </a:lnTo>
                <a:lnTo>
                  <a:pt x="18250" y="13797"/>
                </a:lnTo>
                <a:lnTo>
                  <a:pt x="18372" y="13773"/>
                </a:lnTo>
                <a:lnTo>
                  <a:pt x="18445" y="13724"/>
                </a:lnTo>
                <a:lnTo>
                  <a:pt x="18493" y="13627"/>
                </a:lnTo>
                <a:lnTo>
                  <a:pt x="18493" y="13530"/>
                </a:lnTo>
                <a:lnTo>
                  <a:pt x="18493" y="13457"/>
                </a:lnTo>
                <a:lnTo>
                  <a:pt x="18445" y="13359"/>
                </a:lnTo>
                <a:lnTo>
                  <a:pt x="18372" y="13311"/>
                </a:lnTo>
                <a:lnTo>
                  <a:pt x="18250" y="13286"/>
                </a:lnTo>
                <a:lnTo>
                  <a:pt x="18445" y="12556"/>
                </a:lnTo>
                <a:lnTo>
                  <a:pt x="18566" y="11802"/>
                </a:lnTo>
                <a:lnTo>
                  <a:pt x="18639" y="11048"/>
                </a:lnTo>
                <a:lnTo>
                  <a:pt x="18664" y="10293"/>
                </a:lnTo>
                <a:lnTo>
                  <a:pt x="18639" y="9880"/>
                </a:lnTo>
                <a:lnTo>
                  <a:pt x="18615" y="9466"/>
                </a:lnTo>
                <a:lnTo>
                  <a:pt x="18493" y="8639"/>
                </a:lnTo>
                <a:lnTo>
                  <a:pt x="18445" y="8323"/>
                </a:lnTo>
                <a:lnTo>
                  <a:pt x="18372" y="7982"/>
                </a:lnTo>
                <a:lnTo>
                  <a:pt x="18250" y="7666"/>
                </a:lnTo>
                <a:lnTo>
                  <a:pt x="18177" y="7520"/>
                </a:lnTo>
                <a:lnTo>
                  <a:pt x="18104" y="7374"/>
                </a:lnTo>
                <a:lnTo>
                  <a:pt x="18080" y="7276"/>
                </a:lnTo>
                <a:lnTo>
                  <a:pt x="17982" y="6887"/>
                </a:lnTo>
                <a:lnTo>
                  <a:pt x="18274" y="6838"/>
                </a:lnTo>
                <a:lnTo>
                  <a:pt x="18542" y="6741"/>
                </a:lnTo>
                <a:lnTo>
                  <a:pt x="18834" y="6644"/>
                </a:lnTo>
                <a:lnTo>
                  <a:pt x="19102" y="6498"/>
                </a:lnTo>
                <a:lnTo>
                  <a:pt x="19199" y="6400"/>
                </a:lnTo>
                <a:lnTo>
                  <a:pt x="19272" y="6279"/>
                </a:lnTo>
                <a:lnTo>
                  <a:pt x="19321" y="6157"/>
                </a:lnTo>
                <a:lnTo>
                  <a:pt x="19321" y="6011"/>
                </a:lnTo>
                <a:lnTo>
                  <a:pt x="19321" y="5841"/>
                </a:lnTo>
                <a:lnTo>
                  <a:pt x="19321" y="5695"/>
                </a:lnTo>
                <a:lnTo>
                  <a:pt x="19272" y="5451"/>
                </a:lnTo>
                <a:lnTo>
                  <a:pt x="19199" y="5281"/>
                </a:lnTo>
                <a:lnTo>
                  <a:pt x="19126" y="5135"/>
                </a:lnTo>
                <a:lnTo>
                  <a:pt x="19029" y="5013"/>
                </a:lnTo>
                <a:lnTo>
                  <a:pt x="18907" y="4892"/>
                </a:lnTo>
                <a:lnTo>
                  <a:pt x="18785" y="4794"/>
                </a:lnTo>
                <a:lnTo>
                  <a:pt x="18664" y="4697"/>
                </a:lnTo>
                <a:lnTo>
                  <a:pt x="18372" y="4527"/>
                </a:lnTo>
                <a:lnTo>
                  <a:pt x="18080" y="4429"/>
                </a:lnTo>
                <a:lnTo>
                  <a:pt x="17934" y="4356"/>
                </a:lnTo>
                <a:lnTo>
                  <a:pt x="17763" y="4332"/>
                </a:lnTo>
                <a:lnTo>
                  <a:pt x="17593" y="4308"/>
                </a:lnTo>
                <a:lnTo>
                  <a:pt x="17423" y="4308"/>
                </a:lnTo>
                <a:lnTo>
                  <a:pt x="17252" y="4356"/>
                </a:lnTo>
                <a:lnTo>
                  <a:pt x="17131" y="4405"/>
                </a:lnTo>
                <a:lnTo>
                  <a:pt x="17082" y="4478"/>
                </a:lnTo>
                <a:lnTo>
                  <a:pt x="17082" y="4527"/>
                </a:lnTo>
                <a:lnTo>
                  <a:pt x="16863" y="3967"/>
                </a:lnTo>
                <a:lnTo>
                  <a:pt x="16595" y="3261"/>
                </a:lnTo>
                <a:lnTo>
                  <a:pt x="16303" y="2580"/>
                </a:lnTo>
                <a:lnTo>
                  <a:pt x="16133" y="2239"/>
                </a:lnTo>
                <a:lnTo>
                  <a:pt x="15938" y="1923"/>
                </a:lnTo>
                <a:lnTo>
                  <a:pt x="15719" y="1607"/>
                </a:lnTo>
                <a:lnTo>
                  <a:pt x="15476" y="1315"/>
                </a:lnTo>
                <a:lnTo>
                  <a:pt x="15354" y="1193"/>
                </a:lnTo>
                <a:lnTo>
                  <a:pt x="15379" y="1145"/>
                </a:lnTo>
                <a:lnTo>
                  <a:pt x="15403" y="1120"/>
                </a:lnTo>
                <a:lnTo>
                  <a:pt x="15379" y="1023"/>
                </a:lnTo>
                <a:lnTo>
                  <a:pt x="15306" y="974"/>
                </a:lnTo>
                <a:lnTo>
                  <a:pt x="15257" y="950"/>
                </a:lnTo>
                <a:lnTo>
                  <a:pt x="15208" y="950"/>
                </a:lnTo>
                <a:lnTo>
                  <a:pt x="15111" y="974"/>
                </a:lnTo>
                <a:lnTo>
                  <a:pt x="14892" y="804"/>
                </a:lnTo>
                <a:lnTo>
                  <a:pt x="14624" y="658"/>
                </a:lnTo>
                <a:lnTo>
                  <a:pt x="14381" y="536"/>
                </a:lnTo>
                <a:lnTo>
                  <a:pt x="14113" y="415"/>
                </a:lnTo>
                <a:lnTo>
                  <a:pt x="13821" y="317"/>
                </a:lnTo>
                <a:lnTo>
                  <a:pt x="13530" y="244"/>
                </a:lnTo>
                <a:lnTo>
                  <a:pt x="12970" y="123"/>
                </a:lnTo>
                <a:lnTo>
                  <a:pt x="12556" y="74"/>
                </a:lnTo>
                <a:lnTo>
                  <a:pt x="12143" y="50"/>
                </a:lnTo>
                <a:lnTo>
                  <a:pt x="11729" y="50"/>
                </a:lnTo>
                <a:lnTo>
                  <a:pt x="11291" y="74"/>
                </a:lnTo>
                <a:lnTo>
                  <a:pt x="10902" y="50"/>
                </a:lnTo>
                <a:lnTo>
                  <a:pt x="10123" y="25"/>
                </a:lnTo>
                <a:lnTo>
                  <a:pt x="9077" y="1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16" name="Google Shape;116;p16"/>
          <p:cNvSpPr/>
          <p:nvPr/>
        </p:nvSpPr>
        <p:spPr>
          <a:xfrm>
            <a:off x="5042975" y="956162"/>
            <a:ext cx="430192" cy="325916"/>
          </a:xfrm>
          <a:custGeom>
            <a:rect b="b" l="l" r="r" t="t"/>
            <a:pathLst>
              <a:path extrusionOk="0" h="15136" w="19126">
                <a:moveTo>
                  <a:pt x="8979" y="2628"/>
                </a:moveTo>
                <a:lnTo>
                  <a:pt x="8687" y="2653"/>
                </a:lnTo>
                <a:lnTo>
                  <a:pt x="8395" y="2701"/>
                </a:lnTo>
                <a:lnTo>
                  <a:pt x="7811" y="2799"/>
                </a:lnTo>
                <a:lnTo>
                  <a:pt x="7543" y="2872"/>
                </a:lnTo>
                <a:lnTo>
                  <a:pt x="7251" y="2969"/>
                </a:lnTo>
                <a:lnTo>
                  <a:pt x="7130" y="3042"/>
                </a:lnTo>
                <a:lnTo>
                  <a:pt x="7008" y="3139"/>
                </a:lnTo>
                <a:lnTo>
                  <a:pt x="6935" y="3237"/>
                </a:lnTo>
                <a:lnTo>
                  <a:pt x="6886" y="3383"/>
                </a:lnTo>
                <a:lnTo>
                  <a:pt x="6886" y="3456"/>
                </a:lnTo>
                <a:lnTo>
                  <a:pt x="6935" y="3529"/>
                </a:lnTo>
                <a:lnTo>
                  <a:pt x="7032" y="3553"/>
                </a:lnTo>
                <a:lnTo>
                  <a:pt x="7105" y="3577"/>
                </a:lnTo>
                <a:lnTo>
                  <a:pt x="7203" y="3577"/>
                </a:lnTo>
                <a:lnTo>
                  <a:pt x="7300" y="3553"/>
                </a:lnTo>
                <a:lnTo>
                  <a:pt x="7470" y="3480"/>
                </a:lnTo>
                <a:lnTo>
                  <a:pt x="7641" y="3407"/>
                </a:lnTo>
                <a:lnTo>
                  <a:pt x="7908" y="3334"/>
                </a:lnTo>
                <a:lnTo>
                  <a:pt x="8176" y="3261"/>
                </a:lnTo>
                <a:lnTo>
                  <a:pt x="8736" y="3188"/>
                </a:lnTo>
                <a:lnTo>
                  <a:pt x="9076" y="3164"/>
                </a:lnTo>
                <a:lnTo>
                  <a:pt x="9563" y="3139"/>
                </a:lnTo>
                <a:lnTo>
                  <a:pt x="9806" y="3164"/>
                </a:lnTo>
                <a:lnTo>
                  <a:pt x="10025" y="3212"/>
                </a:lnTo>
                <a:lnTo>
                  <a:pt x="10196" y="3261"/>
                </a:lnTo>
                <a:lnTo>
                  <a:pt x="10269" y="3310"/>
                </a:lnTo>
                <a:lnTo>
                  <a:pt x="10317" y="3383"/>
                </a:lnTo>
                <a:lnTo>
                  <a:pt x="10390" y="3456"/>
                </a:lnTo>
                <a:lnTo>
                  <a:pt x="10487" y="3504"/>
                </a:lnTo>
                <a:lnTo>
                  <a:pt x="10585" y="3504"/>
                </a:lnTo>
                <a:lnTo>
                  <a:pt x="10682" y="3456"/>
                </a:lnTo>
                <a:lnTo>
                  <a:pt x="10755" y="3407"/>
                </a:lnTo>
                <a:lnTo>
                  <a:pt x="10804" y="3310"/>
                </a:lnTo>
                <a:lnTo>
                  <a:pt x="10828" y="3212"/>
                </a:lnTo>
                <a:lnTo>
                  <a:pt x="10779" y="3091"/>
                </a:lnTo>
                <a:lnTo>
                  <a:pt x="10706" y="2993"/>
                </a:lnTo>
                <a:lnTo>
                  <a:pt x="10633" y="2920"/>
                </a:lnTo>
                <a:lnTo>
                  <a:pt x="10536" y="2847"/>
                </a:lnTo>
                <a:lnTo>
                  <a:pt x="10439" y="2799"/>
                </a:lnTo>
                <a:lnTo>
                  <a:pt x="10220" y="2726"/>
                </a:lnTo>
                <a:lnTo>
                  <a:pt x="9952" y="2653"/>
                </a:lnTo>
                <a:lnTo>
                  <a:pt x="9709" y="2628"/>
                </a:lnTo>
                <a:close/>
                <a:moveTo>
                  <a:pt x="13797" y="3577"/>
                </a:moveTo>
                <a:lnTo>
                  <a:pt x="13578" y="3601"/>
                </a:lnTo>
                <a:lnTo>
                  <a:pt x="13334" y="3650"/>
                </a:lnTo>
                <a:lnTo>
                  <a:pt x="13115" y="3723"/>
                </a:lnTo>
                <a:lnTo>
                  <a:pt x="13018" y="3772"/>
                </a:lnTo>
                <a:lnTo>
                  <a:pt x="12945" y="3845"/>
                </a:lnTo>
                <a:lnTo>
                  <a:pt x="12945" y="3893"/>
                </a:lnTo>
                <a:lnTo>
                  <a:pt x="12945" y="3918"/>
                </a:lnTo>
                <a:lnTo>
                  <a:pt x="13042" y="3942"/>
                </a:lnTo>
                <a:lnTo>
                  <a:pt x="13140" y="3966"/>
                </a:lnTo>
                <a:lnTo>
                  <a:pt x="13334" y="3966"/>
                </a:lnTo>
                <a:lnTo>
                  <a:pt x="13699" y="3942"/>
                </a:lnTo>
                <a:lnTo>
                  <a:pt x="13918" y="3942"/>
                </a:lnTo>
                <a:lnTo>
                  <a:pt x="14137" y="3966"/>
                </a:lnTo>
                <a:lnTo>
                  <a:pt x="14356" y="3966"/>
                </a:lnTo>
                <a:lnTo>
                  <a:pt x="14478" y="3942"/>
                </a:lnTo>
                <a:lnTo>
                  <a:pt x="14575" y="3918"/>
                </a:lnTo>
                <a:lnTo>
                  <a:pt x="14600" y="3893"/>
                </a:lnTo>
                <a:lnTo>
                  <a:pt x="14600" y="3869"/>
                </a:lnTo>
                <a:lnTo>
                  <a:pt x="14624" y="3820"/>
                </a:lnTo>
                <a:lnTo>
                  <a:pt x="14600" y="3772"/>
                </a:lnTo>
                <a:lnTo>
                  <a:pt x="14527" y="3699"/>
                </a:lnTo>
                <a:lnTo>
                  <a:pt x="14454" y="3650"/>
                </a:lnTo>
                <a:lnTo>
                  <a:pt x="14381" y="3601"/>
                </a:lnTo>
                <a:lnTo>
                  <a:pt x="14186" y="3577"/>
                </a:lnTo>
                <a:close/>
                <a:moveTo>
                  <a:pt x="3650" y="5548"/>
                </a:moveTo>
                <a:lnTo>
                  <a:pt x="3553" y="5597"/>
                </a:lnTo>
                <a:lnTo>
                  <a:pt x="3480" y="5621"/>
                </a:lnTo>
                <a:lnTo>
                  <a:pt x="3382" y="5694"/>
                </a:lnTo>
                <a:lnTo>
                  <a:pt x="3309" y="5767"/>
                </a:lnTo>
                <a:lnTo>
                  <a:pt x="3188" y="5937"/>
                </a:lnTo>
                <a:lnTo>
                  <a:pt x="3163" y="6035"/>
                </a:lnTo>
                <a:lnTo>
                  <a:pt x="3139" y="6132"/>
                </a:lnTo>
                <a:lnTo>
                  <a:pt x="3115" y="6254"/>
                </a:lnTo>
                <a:lnTo>
                  <a:pt x="3139" y="6375"/>
                </a:lnTo>
                <a:lnTo>
                  <a:pt x="3163" y="6473"/>
                </a:lnTo>
                <a:lnTo>
                  <a:pt x="3212" y="6594"/>
                </a:lnTo>
                <a:lnTo>
                  <a:pt x="3285" y="6692"/>
                </a:lnTo>
                <a:lnTo>
                  <a:pt x="3358" y="6765"/>
                </a:lnTo>
                <a:lnTo>
                  <a:pt x="3455" y="6838"/>
                </a:lnTo>
                <a:lnTo>
                  <a:pt x="3577" y="6886"/>
                </a:lnTo>
                <a:lnTo>
                  <a:pt x="3674" y="6911"/>
                </a:lnTo>
                <a:lnTo>
                  <a:pt x="3772" y="6935"/>
                </a:lnTo>
                <a:lnTo>
                  <a:pt x="3869" y="6911"/>
                </a:lnTo>
                <a:lnTo>
                  <a:pt x="3966" y="6911"/>
                </a:lnTo>
                <a:lnTo>
                  <a:pt x="4161" y="6813"/>
                </a:lnTo>
                <a:lnTo>
                  <a:pt x="4307" y="6692"/>
                </a:lnTo>
                <a:lnTo>
                  <a:pt x="4404" y="6521"/>
                </a:lnTo>
                <a:lnTo>
                  <a:pt x="4453" y="6351"/>
                </a:lnTo>
                <a:lnTo>
                  <a:pt x="4453" y="6181"/>
                </a:lnTo>
                <a:lnTo>
                  <a:pt x="4404" y="6010"/>
                </a:lnTo>
                <a:lnTo>
                  <a:pt x="4356" y="5937"/>
                </a:lnTo>
                <a:lnTo>
                  <a:pt x="4307" y="5840"/>
                </a:lnTo>
                <a:lnTo>
                  <a:pt x="4234" y="5743"/>
                </a:lnTo>
                <a:lnTo>
                  <a:pt x="4161" y="5670"/>
                </a:lnTo>
                <a:lnTo>
                  <a:pt x="4064" y="5621"/>
                </a:lnTo>
                <a:lnTo>
                  <a:pt x="3966" y="5572"/>
                </a:lnTo>
                <a:lnTo>
                  <a:pt x="3869" y="5548"/>
                </a:lnTo>
                <a:close/>
                <a:moveTo>
                  <a:pt x="17495" y="7373"/>
                </a:moveTo>
                <a:lnTo>
                  <a:pt x="17739" y="7446"/>
                </a:lnTo>
                <a:lnTo>
                  <a:pt x="17617" y="7592"/>
                </a:lnTo>
                <a:lnTo>
                  <a:pt x="17447" y="7689"/>
                </a:lnTo>
                <a:lnTo>
                  <a:pt x="17447" y="7543"/>
                </a:lnTo>
                <a:lnTo>
                  <a:pt x="17495" y="7373"/>
                </a:lnTo>
                <a:close/>
                <a:moveTo>
                  <a:pt x="5061" y="487"/>
                </a:moveTo>
                <a:lnTo>
                  <a:pt x="5256" y="560"/>
                </a:lnTo>
                <a:lnTo>
                  <a:pt x="5426" y="633"/>
                </a:lnTo>
                <a:lnTo>
                  <a:pt x="5621" y="682"/>
                </a:lnTo>
                <a:lnTo>
                  <a:pt x="5791" y="779"/>
                </a:lnTo>
                <a:lnTo>
                  <a:pt x="5913" y="852"/>
                </a:lnTo>
                <a:lnTo>
                  <a:pt x="6035" y="949"/>
                </a:lnTo>
                <a:lnTo>
                  <a:pt x="6254" y="1168"/>
                </a:lnTo>
                <a:lnTo>
                  <a:pt x="6473" y="1387"/>
                </a:lnTo>
                <a:lnTo>
                  <a:pt x="6692" y="1606"/>
                </a:lnTo>
                <a:lnTo>
                  <a:pt x="6813" y="1655"/>
                </a:lnTo>
                <a:lnTo>
                  <a:pt x="6911" y="1655"/>
                </a:lnTo>
                <a:lnTo>
                  <a:pt x="7032" y="1631"/>
                </a:lnTo>
                <a:lnTo>
                  <a:pt x="7105" y="1558"/>
                </a:lnTo>
                <a:lnTo>
                  <a:pt x="8127" y="1485"/>
                </a:lnTo>
                <a:lnTo>
                  <a:pt x="9174" y="1485"/>
                </a:lnTo>
                <a:lnTo>
                  <a:pt x="9490" y="1509"/>
                </a:lnTo>
                <a:lnTo>
                  <a:pt x="9806" y="1558"/>
                </a:lnTo>
                <a:lnTo>
                  <a:pt x="10439" y="1679"/>
                </a:lnTo>
                <a:lnTo>
                  <a:pt x="11047" y="1850"/>
                </a:lnTo>
                <a:lnTo>
                  <a:pt x="11655" y="2044"/>
                </a:lnTo>
                <a:lnTo>
                  <a:pt x="12093" y="2239"/>
                </a:lnTo>
                <a:lnTo>
                  <a:pt x="12556" y="2409"/>
                </a:lnTo>
                <a:lnTo>
                  <a:pt x="12434" y="2458"/>
                </a:lnTo>
                <a:lnTo>
                  <a:pt x="12361" y="2507"/>
                </a:lnTo>
                <a:lnTo>
                  <a:pt x="12288" y="2580"/>
                </a:lnTo>
                <a:lnTo>
                  <a:pt x="12264" y="2677"/>
                </a:lnTo>
                <a:lnTo>
                  <a:pt x="12264" y="2701"/>
                </a:lnTo>
                <a:lnTo>
                  <a:pt x="12288" y="2726"/>
                </a:lnTo>
                <a:lnTo>
                  <a:pt x="12385" y="2774"/>
                </a:lnTo>
                <a:lnTo>
                  <a:pt x="12483" y="2750"/>
                </a:lnTo>
                <a:lnTo>
                  <a:pt x="12677" y="2726"/>
                </a:lnTo>
                <a:lnTo>
                  <a:pt x="12872" y="2701"/>
                </a:lnTo>
                <a:lnTo>
                  <a:pt x="12969" y="2677"/>
                </a:lnTo>
                <a:lnTo>
                  <a:pt x="13042" y="2653"/>
                </a:lnTo>
                <a:lnTo>
                  <a:pt x="13626" y="2993"/>
                </a:lnTo>
                <a:lnTo>
                  <a:pt x="13432" y="3018"/>
                </a:lnTo>
                <a:lnTo>
                  <a:pt x="12896" y="3066"/>
                </a:lnTo>
                <a:lnTo>
                  <a:pt x="12653" y="3115"/>
                </a:lnTo>
                <a:lnTo>
                  <a:pt x="12410" y="3212"/>
                </a:lnTo>
                <a:lnTo>
                  <a:pt x="12385" y="3237"/>
                </a:lnTo>
                <a:lnTo>
                  <a:pt x="12410" y="3261"/>
                </a:lnTo>
                <a:lnTo>
                  <a:pt x="12531" y="3285"/>
                </a:lnTo>
                <a:lnTo>
                  <a:pt x="12653" y="3310"/>
                </a:lnTo>
                <a:lnTo>
                  <a:pt x="12921" y="3310"/>
                </a:lnTo>
                <a:lnTo>
                  <a:pt x="13432" y="3261"/>
                </a:lnTo>
                <a:lnTo>
                  <a:pt x="13699" y="3261"/>
                </a:lnTo>
                <a:lnTo>
                  <a:pt x="13991" y="3237"/>
                </a:lnTo>
                <a:lnTo>
                  <a:pt x="14259" y="3456"/>
                </a:lnTo>
                <a:lnTo>
                  <a:pt x="14527" y="3699"/>
                </a:lnTo>
                <a:lnTo>
                  <a:pt x="14819" y="3966"/>
                </a:lnTo>
                <a:lnTo>
                  <a:pt x="15062" y="4283"/>
                </a:lnTo>
                <a:lnTo>
                  <a:pt x="14794" y="4258"/>
                </a:lnTo>
                <a:lnTo>
                  <a:pt x="14551" y="4283"/>
                </a:lnTo>
                <a:lnTo>
                  <a:pt x="14308" y="4283"/>
                </a:lnTo>
                <a:lnTo>
                  <a:pt x="14016" y="4307"/>
                </a:lnTo>
                <a:lnTo>
                  <a:pt x="13870" y="4331"/>
                </a:lnTo>
                <a:lnTo>
                  <a:pt x="13724" y="4380"/>
                </a:lnTo>
                <a:lnTo>
                  <a:pt x="13626" y="4453"/>
                </a:lnTo>
                <a:lnTo>
                  <a:pt x="13529" y="4526"/>
                </a:lnTo>
                <a:lnTo>
                  <a:pt x="13529" y="4550"/>
                </a:lnTo>
                <a:lnTo>
                  <a:pt x="13553" y="4575"/>
                </a:lnTo>
                <a:lnTo>
                  <a:pt x="13651" y="4623"/>
                </a:lnTo>
                <a:lnTo>
                  <a:pt x="13748" y="4648"/>
                </a:lnTo>
                <a:lnTo>
                  <a:pt x="13967" y="4648"/>
                </a:lnTo>
                <a:lnTo>
                  <a:pt x="14429" y="4623"/>
                </a:lnTo>
                <a:lnTo>
                  <a:pt x="14770" y="4623"/>
                </a:lnTo>
                <a:lnTo>
                  <a:pt x="15086" y="4648"/>
                </a:lnTo>
                <a:lnTo>
                  <a:pt x="15232" y="4672"/>
                </a:lnTo>
                <a:lnTo>
                  <a:pt x="15354" y="4672"/>
                </a:lnTo>
                <a:lnTo>
                  <a:pt x="15549" y="5037"/>
                </a:lnTo>
                <a:lnTo>
                  <a:pt x="15330" y="4988"/>
                </a:lnTo>
                <a:lnTo>
                  <a:pt x="14600" y="4988"/>
                </a:lnTo>
                <a:lnTo>
                  <a:pt x="14332" y="5037"/>
                </a:lnTo>
                <a:lnTo>
                  <a:pt x="14210" y="5086"/>
                </a:lnTo>
                <a:lnTo>
                  <a:pt x="14089" y="5134"/>
                </a:lnTo>
                <a:lnTo>
                  <a:pt x="14064" y="5159"/>
                </a:lnTo>
                <a:lnTo>
                  <a:pt x="14064" y="5183"/>
                </a:lnTo>
                <a:lnTo>
                  <a:pt x="14064" y="5207"/>
                </a:lnTo>
                <a:lnTo>
                  <a:pt x="14089" y="5232"/>
                </a:lnTo>
                <a:lnTo>
                  <a:pt x="14186" y="5256"/>
                </a:lnTo>
                <a:lnTo>
                  <a:pt x="14283" y="5280"/>
                </a:lnTo>
                <a:lnTo>
                  <a:pt x="14502" y="5305"/>
                </a:lnTo>
                <a:lnTo>
                  <a:pt x="14916" y="5305"/>
                </a:lnTo>
                <a:lnTo>
                  <a:pt x="15305" y="5329"/>
                </a:lnTo>
                <a:lnTo>
                  <a:pt x="15695" y="5378"/>
                </a:lnTo>
                <a:lnTo>
                  <a:pt x="15792" y="5645"/>
                </a:lnTo>
                <a:lnTo>
                  <a:pt x="15889" y="5913"/>
                </a:lnTo>
                <a:lnTo>
                  <a:pt x="15743" y="5864"/>
                </a:lnTo>
                <a:lnTo>
                  <a:pt x="15597" y="5816"/>
                </a:lnTo>
                <a:lnTo>
                  <a:pt x="15305" y="5767"/>
                </a:lnTo>
                <a:lnTo>
                  <a:pt x="15038" y="5743"/>
                </a:lnTo>
                <a:lnTo>
                  <a:pt x="14746" y="5718"/>
                </a:lnTo>
                <a:lnTo>
                  <a:pt x="14454" y="5718"/>
                </a:lnTo>
                <a:lnTo>
                  <a:pt x="14186" y="5767"/>
                </a:lnTo>
                <a:lnTo>
                  <a:pt x="14162" y="5767"/>
                </a:lnTo>
                <a:lnTo>
                  <a:pt x="14137" y="5791"/>
                </a:lnTo>
                <a:lnTo>
                  <a:pt x="14162" y="5816"/>
                </a:lnTo>
                <a:lnTo>
                  <a:pt x="14162" y="5840"/>
                </a:lnTo>
                <a:lnTo>
                  <a:pt x="14259" y="5889"/>
                </a:lnTo>
                <a:lnTo>
                  <a:pt x="14381" y="5937"/>
                </a:lnTo>
                <a:lnTo>
                  <a:pt x="14600" y="5986"/>
                </a:lnTo>
                <a:lnTo>
                  <a:pt x="15038" y="6010"/>
                </a:lnTo>
                <a:lnTo>
                  <a:pt x="15354" y="6083"/>
                </a:lnTo>
                <a:lnTo>
                  <a:pt x="15670" y="6156"/>
                </a:lnTo>
                <a:lnTo>
                  <a:pt x="15841" y="6229"/>
                </a:lnTo>
                <a:lnTo>
                  <a:pt x="15914" y="6254"/>
                </a:lnTo>
                <a:lnTo>
                  <a:pt x="15987" y="6278"/>
                </a:lnTo>
                <a:lnTo>
                  <a:pt x="16035" y="6570"/>
                </a:lnTo>
                <a:lnTo>
                  <a:pt x="16084" y="6838"/>
                </a:lnTo>
                <a:lnTo>
                  <a:pt x="15914" y="6740"/>
                </a:lnTo>
                <a:lnTo>
                  <a:pt x="15743" y="6667"/>
                </a:lnTo>
                <a:lnTo>
                  <a:pt x="15524" y="6619"/>
                </a:lnTo>
                <a:lnTo>
                  <a:pt x="15305" y="6594"/>
                </a:lnTo>
                <a:lnTo>
                  <a:pt x="14867" y="6546"/>
                </a:lnTo>
                <a:lnTo>
                  <a:pt x="14551" y="6497"/>
                </a:lnTo>
                <a:lnTo>
                  <a:pt x="14527" y="6497"/>
                </a:lnTo>
                <a:lnTo>
                  <a:pt x="14502" y="6546"/>
                </a:lnTo>
                <a:lnTo>
                  <a:pt x="14575" y="6619"/>
                </a:lnTo>
                <a:lnTo>
                  <a:pt x="14624" y="6667"/>
                </a:lnTo>
                <a:lnTo>
                  <a:pt x="14794" y="6765"/>
                </a:lnTo>
                <a:lnTo>
                  <a:pt x="14965" y="6838"/>
                </a:lnTo>
                <a:lnTo>
                  <a:pt x="15159" y="6886"/>
                </a:lnTo>
                <a:lnTo>
                  <a:pt x="15378" y="6935"/>
                </a:lnTo>
                <a:lnTo>
                  <a:pt x="15597" y="7008"/>
                </a:lnTo>
                <a:lnTo>
                  <a:pt x="15816" y="7105"/>
                </a:lnTo>
                <a:lnTo>
                  <a:pt x="15987" y="7227"/>
                </a:lnTo>
                <a:lnTo>
                  <a:pt x="16060" y="7276"/>
                </a:lnTo>
                <a:lnTo>
                  <a:pt x="16108" y="7276"/>
                </a:lnTo>
                <a:lnTo>
                  <a:pt x="16133" y="7762"/>
                </a:lnTo>
                <a:lnTo>
                  <a:pt x="16060" y="7714"/>
                </a:lnTo>
                <a:lnTo>
                  <a:pt x="15743" y="7519"/>
                </a:lnTo>
                <a:lnTo>
                  <a:pt x="15427" y="7324"/>
                </a:lnTo>
                <a:lnTo>
                  <a:pt x="15281" y="7276"/>
                </a:lnTo>
                <a:lnTo>
                  <a:pt x="15013" y="7203"/>
                </a:lnTo>
                <a:lnTo>
                  <a:pt x="14794" y="7203"/>
                </a:lnTo>
                <a:lnTo>
                  <a:pt x="14770" y="7227"/>
                </a:lnTo>
                <a:lnTo>
                  <a:pt x="14746" y="7251"/>
                </a:lnTo>
                <a:lnTo>
                  <a:pt x="14746" y="7276"/>
                </a:lnTo>
                <a:lnTo>
                  <a:pt x="14746" y="7324"/>
                </a:lnTo>
                <a:lnTo>
                  <a:pt x="14794" y="7373"/>
                </a:lnTo>
                <a:lnTo>
                  <a:pt x="14843" y="7397"/>
                </a:lnTo>
                <a:lnTo>
                  <a:pt x="14965" y="7470"/>
                </a:lnTo>
                <a:lnTo>
                  <a:pt x="15378" y="7689"/>
                </a:lnTo>
                <a:lnTo>
                  <a:pt x="15597" y="7835"/>
                </a:lnTo>
                <a:lnTo>
                  <a:pt x="15816" y="7981"/>
                </a:lnTo>
                <a:lnTo>
                  <a:pt x="15962" y="8103"/>
                </a:lnTo>
                <a:lnTo>
                  <a:pt x="16108" y="8200"/>
                </a:lnTo>
                <a:lnTo>
                  <a:pt x="16035" y="8784"/>
                </a:lnTo>
                <a:lnTo>
                  <a:pt x="15914" y="8687"/>
                </a:lnTo>
                <a:lnTo>
                  <a:pt x="15792" y="8590"/>
                </a:lnTo>
                <a:lnTo>
                  <a:pt x="15549" y="8419"/>
                </a:lnTo>
                <a:lnTo>
                  <a:pt x="15354" y="8273"/>
                </a:lnTo>
                <a:lnTo>
                  <a:pt x="15111" y="8152"/>
                </a:lnTo>
                <a:lnTo>
                  <a:pt x="14867" y="8030"/>
                </a:lnTo>
                <a:lnTo>
                  <a:pt x="14746" y="7981"/>
                </a:lnTo>
                <a:lnTo>
                  <a:pt x="14624" y="7957"/>
                </a:lnTo>
                <a:lnTo>
                  <a:pt x="14600" y="7981"/>
                </a:lnTo>
                <a:lnTo>
                  <a:pt x="14575" y="8006"/>
                </a:lnTo>
                <a:lnTo>
                  <a:pt x="14575" y="8054"/>
                </a:lnTo>
                <a:lnTo>
                  <a:pt x="14575" y="8079"/>
                </a:lnTo>
                <a:lnTo>
                  <a:pt x="14746" y="8249"/>
                </a:lnTo>
                <a:lnTo>
                  <a:pt x="14940" y="8371"/>
                </a:lnTo>
                <a:lnTo>
                  <a:pt x="15330" y="8638"/>
                </a:lnTo>
                <a:lnTo>
                  <a:pt x="15622" y="8882"/>
                </a:lnTo>
                <a:lnTo>
                  <a:pt x="15792" y="9003"/>
                </a:lnTo>
                <a:lnTo>
                  <a:pt x="15962" y="9101"/>
                </a:lnTo>
                <a:lnTo>
                  <a:pt x="15889" y="9368"/>
                </a:lnTo>
                <a:lnTo>
                  <a:pt x="15792" y="9612"/>
                </a:lnTo>
                <a:lnTo>
                  <a:pt x="15695" y="9466"/>
                </a:lnTo>
                <a:lnTo>
                  <a:pt x="15549" y="9320"/>
                </a:lnTo>
                <a:lnTo>
                  <a:pt x="15281" y="9101"/>
                </a:lnTo>
                <a:lnTo>
                  <a:pt x="15135" y="8955"/>
                </a:lnTo>
                <a:lnTo>
                  <a:pt x="14965" y="8809"/>
                </a:lnTo>
                <a:lnTo>
                  <a:pt x="14794" y="8711"/>
                </a:lnTo>
                <a:lnTo>
                  <a:pt x="14697" y="8663"/>
                </a:lnTo>
                <a:lnTo>
                  <a:pt x="14600" y="8663"/>
                </a:lnTo>
                <a:lnTo>
                  <a:pt x="14600" y="8760"/>
                </a:lnTo>
                <a:lnTo>
                  <a:pt x="14648" y="8833"/>
                </a:lnTo>
                <a:lnTo>
                  <a:pt x="14746" y="9003"/>
                </a:lnTo>
                <a:lnTo>
                  <a:pt x="14867" y="9149"/>
                </a:lnTo>
                <a:lnTo>
                  <a:pt x="14989" y="9271"/>
                </a:lnTo>
                <a:lnTo>
                  <a:pt x="15330" y="9587"/>
                </a:lnTo>
                <a:lnTo>
                  <a:pt x="15476" y="9758"/>
                </a:lnTo>
                <a:lnTo>
                  <a:pt x="15549" y="9831"/>
                </a:lnTo>
                <a:lnTo>
                  <a:pt x="15646" y="9879"/>
                </a:lnTo>
                <a:lnTo>
                  <a:pt x="15646" y="9904"/>
                </a:lnTo>
                <a:lnTo>
                  <a:pt x="15476" y="10196"/>
                </a:lnTo>
                <a:lnTo>
                  <a:pt x="15232" y="10463"/>
                </a:lnTo>
                <a:lnTo>
                  <a:pt x="15232" y="10293"/>
                </a:lnTo>
                <a:lnTo>
                  <a:pt x="15159" y="10147"/>
                </a:lnTo>
                <a:lnTo>
                  <a:pt x="15013" y="9855"/>
                </a:lnTo>
                <a:lnTo>
                  <a:pt x="14843" y="9636"/>
                </a:lnTo>
                <a:lnTo>
                  <a:pt x="14673" y="9466"/>
                </a:lnTo>
                <a:lnTo>
                  <a:pt x="14454" y="9295"/>
                </a:lnTo>
                <a:lnTo>
                  <a:pt x="14235" y="9149"/>
                </a:lnTo>
                <a:lnTo>
                  <a:pt x="14186" y="9149"/>
                </a:lnTo>
                <a:lnTo>
                  <a:pt x="14186" y="9174"/>
                </a:lnTo>
                <a:lnTo>
                  <a:pt x="14308" y="9393"/>
                </a:lnTo>
                <a:lnTo>
                  <a:pt x="14429" y="9563"/>
                </a:lnTo>
                <a:lnTo>
                  <a:pt x="14697" y="9952"/>
                </a:lnTo>
                <a:lnTo>
                  <a:pt x="14794" y="10147"/>
                </a:lnTo>
                <a:lnTo>
                  <a:pt x="14867" y="10366"/>
                </a:lnTo>
                <a:lnTo>
                  <a:pt x="14916" y="10536"/>
                </a:lnTo>
                <a:lnTo>
                  <a:pt x="14965" y="10609"/>
                </a:lnTo>
                <a:lnTo>
                  <a:pt x="15038" y="10658"/>
                </a:lnTo>
                <a:lnTo>
                  <a:pt x="14892" y="10780"/>
                </a:lnTo>
                <a:lnTo>
                  <a:pt x="14843" y="10658"/>
                </a:lnTo>
                <a:lnTo>
                  <a:pt x="14794" y="10561"/>
                </a:lnTo>
                <a:lnTo>
                  <a:pt x="14648" y="10366"/>
                </a:lnTo>
                <a:lnTo>
                  <a:pt x="14308" y="10001"/>
                </a:lnTo>
                <a:lnTo>
                  <a:pt x="14113" y="9831"/>
                </a:lnTo>
                <a:lnTo>
                  <a:pt x="13918" y="9685"/>
                </a:lnTo>
                <a:lnTo>
                  <a:pt x="13894" y="9685"/>
                </a:lnTo>
                <a:lnTo>
                  <a:pt x="13870" y="9733"/>
                </a:lnTo>
                <a:lnTo>
                  <a:pt x="13918" y="9904"/>
                </a:lnTo>
                <a:lnTo>
                  <a:pt x="14016" y="10050"/>
                </a:lnTo>
                <a:lnTo>
                  <a:pt x="14113" y="10196"/>
                </a:lnTo>
                <a:lnTo>
                  <a:pt x="14235" y="10342"/>
                </a:lnTo>
                <a:lnTo>
                  <a:pt x="14356" y="10488"/>
                </a:lnTo>
                <a:lnTo>
                  <a:pt x="14478" y="10634"/>
                </a:lnTo>
                <a:lnTo>
                  <a:pt x="14575" y="10804"/>
                </a:lnTo>
                <a:lnTo>
                  <a:pt x="14600" y="10974"/>
                </a:lnTo>
                <a:lnTo>
                  <a:pt x="14502" y="11047"/>
                </a:lnTo>
                <a:lnTo>
                  <a:pt x="14356" y="10853"/>
                </a:lnTo>
                <a:lnTo>
                  <a:pt x="14186" y="10658"/>
                </a:lnTo>
                <a:lnTo>
                  <a:pt x="13991" y="10512"/>
                </a:lnTo>
                <a:lnTo>
                  <a:pt x="13797" y="10390"/>
                </a:lnTo>
                <a:lnTo>
                  <a:pt x="13772" y="10366"/>
                </a:lnTo>
                <a:lnTo>
                  <a:pt x="13724" y="10366"/>
                </a:lnTo>
                <a:lnTo>
                  <a:pt x="13675" y="10415"/>
                </a:lnTo>
                <a:lnTo>
                  <a:pt x="13651" y="10463"/>
                </a:lnTo>
                <a:lnTo>
                  <a:pt x="13651" y="10512"/>
                </a:lnTo>
                <a:lnTo>
                  <a:pt x="13675" y="10536"/>
                </a:lnTo>
                <a:lnTo>
                  <a:pt x="13845" y="10682"/>
                </a:lnTo>
                <a:lnTo>
                  <a:pt x="13991" y="10853"/>
                </a:lnTo>
                <a:lnTo>
                  <a:pt x="14113" y="11023"/>
                </a:lnTo>
                <a:lnTo>
                  <a:pt x="14235" y="11218"/>
                </a:lnTo>
                <a:lnTo>
                  <a:pt x="14040" y="11339"/>
                </a:lnTo>
                <a:lnTo>
                  <a:pt x="13918" y="11218"/>
                </a:lnTo>
                <a:lnTo>
                  <a:pt x="13797" y="11120"/>
                </a:lnTo>
                <a:lnTo>
                  <a:pt x="13675" y="11023"/>
                </a:lnTo>
                <a:lnTo>
                  <a:pt x="13578" y="10974"/>
                </a:lnTo>
                <a:lnTo>
                  <a:pt x="13529" y="10950"/>
                </a:lnTo>
                <a:lnTo>
                  <a:pt x="13480" y="10950"/>
                </a:lnTo>
                <a:lnTo>
                  <a:pt x="13407" y="10999"/>
                </a:lnTo>
                <a:lnTo>
                  <a:pt x="13407" y="11047"/>
                </a:lnTo>
                <a:lnTo>
                  <a:pt x="13383" y="11072"/>
                </a:lnTo>
                <a:lnTo>
                  <a:pt x="13407" y="11120"/>
                </a:lnTo>
                <a:lnTo>
                  <a:pt x="13432" y="11145"/>
                </a:lnTo>
                <a:lnTo>
                  <a:pt x="13553" y="11315"/>
                </a:lnTo>
                <a:lnTo>
                  <a:pt x="13675" y="11485"/>
                </a:lnTo>
                <a:lnTo>
                  <a:pt x="13724" y="11583"/>
                </a:lnTo>
                <a:lnTo>
                  <a:pt x="13553" y="11704"/>
                </a:lnTo>
                <a:lnTo>
                  <a:pt x="13432" y="11558"/>
                </a:lnTo>
                <a:lnTo>
                  <a:pt x="13261" y="11461"/>
                </a:lnTo>
                <a:lnTo>
                  <a:pt x="13213" y="11461"/>
                </a:lnTo>
                <a:lnTo>
                  <a:pt x="13188" y="11485"/>
                </a:lnTo>
                <a:lnTo>
                  <a:pt x="13188" y="11534"/>
                </a:lnTo>
                <a:lnTo>
                  <a:pt x="13213" y="11558"/>
                </a:lnTo>
                <a:lnTo>
                  <a:pt x="13261" y="11631"/>
                </a:lnTo>
                <a:lnTo>
                  <a:pt x="13310" y="11704"/>
                </a:lnTo>
                <a:lnTo>
                  <a:pt x="13359" y="11874"/>
                </a:lnTo>
                <a:lnTo>
                  <a:pt x="13359" y="11899"/>
                </a:lnTo>
                <a:lnTo>
                  <a:pt x="13237" y="12020"/>
                </a:lnTo>
                <a:lnTo>
                  <a:pt x="13188" y="12118"/>
                </a:lnTo>
                <a:lnTo>
                  <a:pt x="13164" y="12215"/>
                </a:lnTo>
                <a:lnTo>
                  <a:pt x="13188" y="12288"/>
                </a:lnTo>
                <a:lnTo>
                  <a:pt x="13213" y="12385"/>
                </a:lnTo>
                <a:lnTo>
                  <a:pt x="13213" y="12775"/>
                </a:lnTo>
                <a:lnTo>
                  <a:pt x="13237" y="13164"/>
                </a:lnTo>
                <a:lnTo>
                  <a:pt x="13237" y="13553"/>
                </a:lnTo>
                <a:lnTo>
                  <a:pt x="13213" y="13748"/>
                </a:lnTo>
                <a:lnTo>
                  <a:pt x="13188" y="13943"/>
                </a:lnTo>
                <a:lnTo>
                  <a:pt x="13140" y="14064"/>
                </a:lnTo>
                <a:lnTo>
                  <a:pt x="13067" y="14162"/>
                </a:lnTo>
                <a:lnTo>
                  <a:pt x="12994" y="14210"/>
                </a:lnTo>
                <a:lnTo>
                  <a:pt x="12921" y="14235"/>
                </a:lnTo>
                <a:lnTo>
                  <a:pt x="12823" y="14210"/>
                </a:lnTo>
                <a:lnTo>
                  <a:pt x="12726" y="14186"/>
                </a:lnTo>
                <a:lnTo>
                  <a:pt x="12507" y="14040"/>
                </a:lnTo>
                <a:lnTo>
                  <a:pt x="12288" y="13821"/>
                </a:lnTo>
                <a:lnTo>
                  <a:pt x="12069" y="13578"/>
                </a:lnTo>
                <a:lnTo>
                  <a:pt x="11728" y="13164"/>
                </a:lnTo>
                <a:lnTo>
                  <a:pt x="11850" y="13042"/>
                </a:lnTo>
                <a:lnTo>
                  <a:pt x="11923" y="12969"/>
                </a:lnTo>
                <a:lnTo>
                  <a:pt x="11947" y="12896"/>
                </a:lnTo>
                <a:lnTo>
                  <a:pt x="11947" y="12823"/>
                </a:lnTo>
                <a:lnTo>
                  <a:pt x="11923" y="12750"/>
                </a:lnTo>
                <a:lnTo>
                  <a:pt x="11874" y="12677"/>
                </a:lnTo>
                <a:lnTo>
                  <a:pt x="11826" y="12629"/>
                </a:lnTo>
                <a:lnTo>
                  <a:pt x="11777" y="12604"/>
                </a:lnTo>
                <a:lnTo>
                  <a:pt x="11680" y="12580"/>
                </a:lnTo>
                <a:lnTo>
                  <a:pt x="11655" y="12385"/>
                </a:lnTo>
                <a:lnTo>
                  <a:pt x="11631" y="12361"/>
                </a:lnTo>
                <a:lnTo>
                  <a:pt x="11582" y="12361"/>
                </a:lnTo>
                <a:lnTo>
                  <a:pt x="11582" y="12385"/>
                </a:lnTo>
                <a:lnTo>
                  <a:pt x="11558" y="12580"/>
                </a:lnTo>
                <a:lnTo>
                  <a:pt x="11509" y="12580"/>
                </a:lnTo>
                <a:lnTo>
                  <a:pt x="11485" y="12604"/>
                </a:lnTo>
                <a:lnTo>
                  <a:pt x="11461" y="12604"/>
                </a:lnTo>
                <a:lnTo>
                  <a:pt x="11242" y="12702"/>
                </a:lnTo>
                <a:lnTo>
                  <a:pt x="11169" y="12361"/>
                </a:lnTo>
                <a:lnTo>
                  <a:pt x="11144" y="12191"/>
                </a:lnTo>
                <a:lnTo>
                  <a:pt x="11169" y="12020"/>
                </a:lnTo>
                <a:lnTo>
                  <a:pt x="11144" y="11972"/>
                </a:lnTo>
                <a:lnTo>
                  <a:pt x="11120" y="11947"/>
                </a:lnTo>
                <a:lnTo>
                  <a:pt x="11071" y="11947"/>
                </a:lnTo>
                <a:lnTo>
                  <a:pt x="11047" y="11972"/>
                </a:lnTo>
                <a:lnTo>
                  <a:pt x="11023" y="12118"/>
                </a:lnTo>
                <a:lnTo>
                  <a:pt x="10998" y="12312"/>
                </a:lnTo>
                <a:lnTo>
                  <a:pt x="10998" y="12556"/>
                </a:lnTo>
                <a:lnTo>
                  <a:pt x="10998" y="12799"/>
                </a:lnTo>
                <a:lnTo>
                  <a:pt x="10633" y="12896"/>
                </a:lnTo>
                <a:lnTo>
                  <a:pt x="10609" y="12604"/>
                </a:lnTo>
                <a:lnTo>
                  <a:pt x="10560" y="12361"/>
                </a:lnTo>
                <a:lnTo>
                  <a:pt x="10512" y="12118"/>
                </a:lnTo>
                <a:lnTo>
                  <a:pt x="10390" y="11607"/>
                </a:lnTo>
                <a:lnTo>
                  <a:pt x="10366" y="11583"/>
                </a:lnTo>
                <a:lnTo>
                  <a:pt x="10342" y="11558"/>
                </a:lnTo>
                <a:lnTo>
                  <a:pt x="10293" y="11583"/>
                </a:lnTo>
                <a:lnTo>
                  <a:pt x="10269" y="11607"/>
                </a:lnTo>
                <a:lnTo>
                  <a:pt x="10244" y="11826"/>
                </a:lnTo>
                <a:lnTo>
                  <a:pt x="10244" y="12045"/>
                </a:lnTo>
                <a:lnTo>
                  <a:pt x="10269" y="12507"/>
                </a:lnTo>
                <a:lnTo>
                  <a:pt x="10269" y="12726"/>
                </a:lnTo>
                <a:lnTo>
                  <a:pt x="10269" y="12945"/>
                </a:lnTo>
                <a:lnTo>
                  <a:pt x="9636" y="12994"/>
                </a:lnTo>
                <a:lnTo>
                  <a:pt x="9612" y="12726"/>
                </a:lnTo>
                <a:lnTo>
                  <a:pt x="9612" y="12507"/>
                </a:lnTo>
                <a:lnTo>
                  <a:pt x="9612" y="12337"/>
                </a:lnTo>
                <a:lnTo>
                  <a:pt x="9612" y="12142"/>
                </a:lnTo>
                <a:lnTo>
                  <a:pt x="9563" y="11972"/>
                </a:lnTo>
                <a:lnTo>
                  <a:pt x="9514" y="11899"/>
                </a:lnTo>
                <a:lnTo>
                  <a:pt x="9466" y="11826"/>
                </a:lnTo>
                <a:lnTo>
                  <a:pt x="9417" y="11826"/>
                </a:lnTo>
                <a:lnTo>
                  <a:pt x="9393" y="11850"/>
                </a:lnTo>
                <a:lnTo>
                  <a:pt x="9344" y="12020"/>
                </a:lnTo>
                <a:lnTo>
                  <a:pt x="9320" y="12215"/>
                </a:lnTo>
                <a:lnTo>
                  <a:pt x="9295" y="12604"/>
                </a:lnTo>
                <a:lnTo>
                  <a:pt x="9271" y="12799"/>
                </a:lnTo>
                <a:lnTo>
                  <a:pt x="9247" y="12994"/>
                </a:lnTo>
                <a:lnTo>
                  <a:pt x="9052" y="12994"/>
                </a:lnTo>
                <a:lnTo>
                  <a:pt x="9003" y="12604"/>
                </a:lnTo>
                <a:lnTo>
                  <a:pt x="8930" y="12191"/>
                </a:lnTo>
                <a:lnTo>
                  <a:pt x="8857" y="11753"/>
                </a:lnTo>
                <a:lnTo>
                  <a:pt x="8833" y="11704"/>
                </a:lnTo>
                <a:lnTo>
                  <a:pt x="8784" y="11680"/>
                </a:lnTo>
                <a:lnTo>
                  <a:pt x="8711" y="11704"/>
                </a:lnTo>
                <a:lnTo>
                  <a:pt x="8711" y="11777"/>
                </a:lnTo>
                <a:lnTo>
                  <a:pt x="8711" y="12191"/>
                </a:lnTo>
                <a:lnTo>
                  <a:pt x="8687" y="12604"/>
                </a:lnTo>
                <a:lnTo>
                  <a:pt x="8687" y="12994"/>
                </a:lnTo>
                <a:lnTo>
                  <a:pt x="8176" y="12994"/>
                </a:lnTo>
                <a:lnTo>
                  <a:pt x="8200" y="12653"/>
                </a:lnTo>
                <a:lnTo>
                  <a:pt x="8273" y="12215"/>
                </a:lnTo>
                <a:lnTo>
                  <a:pt x="8346" y="11777"/>
                </a:lnTo>
                <a:lnTo>
                  <a:pt x="8346" y="11704"/>
                </a:lnTo>
                <a:lnTo>
                  <a:pt x="8298" y="11655"/>
                </a:lnTo>
                <a:lnTo>
                  <a:pt x="8249" y="11655"/>
                </a:lnTo>
                <a:lnTo>
                  <a:pt x="8200" y="11704"/>
                </a:lnTo>
                <a:lnTo>
                  <a:pt x="8079" y="11899"/>
                </a:lnTo>
                <a:lnTo>
                  <a:pt x="8006" y="12118"/>
                </a:lnTo>
                <a:lnTo>
                  <a:pt x="7933" y="12337"/>
                </a:lnTo>
                <a:lnTo>
                  <a:pt x="7884" y="12556"/>
                </a:lnTo>
                <a:lnTo>
                  <a:pt x="7835" y="12750"/>
                </a:lnTo>
                <a:lnTo>
                  <a:pt x="7811" y="12969"/>
                </a:lnTo>
                <a:lnTo>
                  <a:pt x="7300" y="12945"/>
                </a:lnTo>
                <a:lnTo>
                  <a:pt x="7349" y="12653"/>
                </a:lnTo>
                <a:lnTo>
                  <a:pt x="7397" y="12385"/>
                </a:lnTo>
                <a:lnTo>
                  <a:pt x="7495" y="12045"/>
                </a:lnTo>
                <a:lnTo>
                  <a:pt x="7592" y="11680"/>
                </a:lnTo>
                <a:lnTo>
                  <a:pt x="7568" y="11655"/>
                </a:lnTo>
                <a:lnTo>
                  <a:pt x="7543" y="11631"/>
                </a:lnTo>
                <a:lnTo>
                  <a:pt x="7470" y="11680"/>
                </a:lnTo>
                <a:lnTo>
                  <a:pt x="7397" y="11728"/>
                </a:lnTo>
                <a:lnTo>
                  <a:pt x="7276" y="11850"/>
                </a:lnTo>
                <a:lnTo>
                  <a:pt x="7178" y="11996"/>
                </a:lnTo>
                <a:lnTo>
                  <a:pt x="7130" y="12166"/>
                </a:lnTo>
                <a:lnTo>
                  <a:pt x="7008" y="12507"/>
                </a:lnTo>
                <a:lnTo>
                  <a:pt x="6959" y="12702"/>
                </a:lnTo>
                <a:lnTo>
                  <a:pt x="6935" y="12872"/>
                </a:lnTo>
                <a:lnTo>
                  <a:pt x="6473" y="12702"/>
                </a:lnTo>
                <a:lnTo>
                  <a:pt x="6521" y="12556"/>
                </a:lnTo>
                <a:lnTo>
                  <a:pt x="6546" y="12483"/>
                </a:lnTo>
                <a:lnTo>
                  <a:pt x="6546" y="12410"/>
                </a:lnTo>
                <a:lnTo>
                  <a:pt x="6546" y="12337"/>
                </a:lnTo>
                <a:lnTo>
                  <a:pt x="6497" y="12288"/>
                </a:lnTo>
                <a:lnTo>
                  <a:pt x="6473" y="12288"/>
                </a:lnTo>
                <a:lnTo>
                  <a:pt x="6375" y="12385"/>
                </a:lnTo>
                <a:lnTo>
                  <a:pt x="6302" y="12483"/>
                </a:lnTo>
                <a:lnTo>
                  <a:pt x="6181" y="12629"/>
                </a:lnTo>
                <a:lnTo>
                  <a:pt x="5889" y="12629"/>
                </a:lnTo>
                <a:lnTo>
                  <a:pt x="5816" y="12653"/>
                </a:lnTo>
                <a:lnTo>
                  <a:pt x="5743" y="12750"/>
                </a:lnTo>
                <a:lnTo>
                  <a:pt x="5743" y="12799"/>
                </a:lnTo>
                <a:lnTo>
                  <a:pt x="5743" y="12872"/>
                </a:lnTo>
                <a:lnTo>
                  <a:pt x="5743" y="12921"/>
                </a:lnTo>
                <a:lnTo>
                  <a:pt x="5791" y="12969"/>
                </a:lnTo>
                <a:lnTo>
                  <a:pt x="5986" y="13115"/>
                </a:lnTo>
                <a:lnTo>
                  <a:pt x="6181" y="13237"/>
                </a:lnTo>
                <a:lnTo>
                  <a:pt x="5986" y="13505"/>
                </a:lnTo>
                <a:lnTo>
                  <a:pt x="5767" y="13748"/>
                </a:lnTo>
                <a:lnTo>
                  <a:pt x="5305" y="14210"/>
                </a:lnTo>
                <a:lnTo>
                  <a:pt x="5134" y="14381"/>
                </a:lnTo>
                <a:lnTo>
                  <a:pt x="4988" y="14527"/>
                </a:lnTo>
                <a:lnTo>
                  <a:pt x="4891" y="14551"/>
                </a:lnTo>
                <a:lnTo>
                  <a:pt x="4818" y="14551"/>
                </a:lnTo>
                <a:lnTo>
                  <a:pt x="4721" y="14527"/>
                </a:lnTo>
                <a:lnTo>
                  <a:pt x="4648" y="14454"/>
                </a:lnTo>
                <a:lnTo>
                  <a:pt x="4648" y="13383"/>
                </a:lnTo>
                <a:lnTo>
                  <a:pt x="4623" y="12872"/>
                </a:lnTo>
                <a:lnTo>
                  <a:pt x="4599" y="12337"/>
                </a:lnTo>
                <a:lnTo>
                  <a:pt x="4575" y="12239"/>
                </a:lnTo>
                <a:lnTo>
                  <a:pt x="4526" y="12191"/>
                </a:lnTo>
                <a:lnTo>
                  <a:pt x="4502" y="12166"/>
                </a:lnTo>
                <a:lnTo>
                  <a:pt x="4404" y="12118"/>
                </a:lnTo>
                <a:lnTo>
                  <a:pt x="4307" y="12020"/>
                </a:lnTo>
                <a:lnTo>
                  <a:pt x="4185" y="11947"/>
                </a:lnTo>
                <a:lnTo>
                  <a:pt x="3918" y="11801"/>
                </a:lnTo>
                <a:lnTo>
                  <a:pt x="3650" y="11680"/>
                </a:lnTo>
                <a:lnTo>
                  <a:pt x="3407" y="11510"/>
                </a:lnTo>
                <a:lnTo>
                  <a:pt x="3163" y="11339"/>
                </a:lnTo>
                <a:lnTo>
                  <a:pt x="2920" y="11145"/>
                </a:lnTo>
                <a:lnTo>
                  <a:pt x="2677" y="10926"/>
                </a:lnTo>
                <a:lnTo>
                  <a:pt x="2482" y="10658"/>
                </a:lnTo>
                <a:lnTo>
                  <a:pt x="2288" y="10390"/>
                </a:lnTo>
                <a:lnTo>
                  <a:pt x="2117" y="10098"/>
                </a:lnTo>
                <a:lnTo>
                  <a:pt x="1947" y="9758"/>
                </a:lnTo>
                <a:lnTo>
                  <a:pt x="1850" y="9587"/>
                </a:lnTo>
                <a:lnTo>
                  <a:pt x="1752" y="9441"/>
                </a:lnTo>
                <a:lnTo>
                  <a:pt x="1704" y="9028"/>
                </a:lnTo>
                <a:lnTo>
                  <a:pt x="1655" y="8614"/>
                </a:lnTo>
                <a:lnTo>
                  <a:pt x="1655" y="8517"/>
                </a:lnTo>
                <a:lnTo>
                  <a:pt x="1631" y="8371"/>
                </a:lnTo>
                <a:lnTo>
                  <a:pt x="1582" y="8249"/>
                </a:lnTo>
                <a:lnTo>
                  <a:pt x="1533" y="8225"/>
                </a:lnTo>
                <a:lnTo>
                  <a:pt x="1485" y="8225"/>
                </a:lnTo>
                <a:lnTo>
                  <a:pt x="1412" y="8249"/>
                </a:lnTo>
                <a:lnTo>
                  <a:pt x="1363" y="8322"/>
                </a:lnTo>
                <a:lnTo>
                  <a:pt x="1339" y="8371"/>
                </a:lnTo>
                <a:lnTo>
                  <a:pt x="1314" y="8444"/>
                </a:lnTo>
                <a:lnTo>
                  <a:pt x="1290" y="8614"/>
                </a:lnTo>
                <a:lnTo>
                  <a:pt x="1266" y="8760"/>
                </a:lnTo>
                <a:lnTo>
                  <a:pt x="1266" y="8906"/>
                </a:lnTo>
                <a:lnTo>
                  <a:pt x="1266" y="9076"/>
                </a:lnTo>
                <a:lnTo>
                  <a:pt x="1120" y="9101"/>
                </a:lnTo>
                <a:lnTo>
                  <a:pt x="998" y="9149"/>
                </a:lnTo>
                <a:lnTo>
                  <a:pt x="828" y="9003"/>
                </a:lnTo>
                <a:lnTo>
                  <a:pt x="755" y="8906"/>
                </a:lnTo>
                <a:lnTo>
                  <a:pt x="682" y="8809"/>
                </a:lnTo>
                <a:lnTo>
                  <a:pt x="584" y="8565"/>
                </a:lnTo>
                <a:lnTo>
                  <a:pt x="511" y="8322"/>
                </a:lnTo>
                <a:lnTo>
                  <a:pt x="463" y="8079"/>
                </a:lnTo>
                <a:lnTo>
                  <a:pt x="438" y="7811"/>
                </a:lnTo>
                <a:lnTo>
                  <a:pt x="438" y="7592"/>
                </a:lnTo>
                <a:lnTo>
                  <a:pt x="438" y="7373"/>
                </a:lnTo>
                <a:lnTo>
                  <a:pt x="487" y="7154"/>
                </a:lnTo>
                <a:lnTo>
                  <a:pt x="536" y="6911"/>
                </a:lnTo>
                <a:lnTo>
                  <a:pt x="609" y="6740"/>
                </a:lnTo>
                <a:lnTo>
                  <a:pt x="706" y="6570"/>
                </a:lnTo>
                <a:lnTo>
                  <a:pt x="925" y="6302"/>
                </a:lnTo>
                <a:lnTo>
                  <a:pt x="998" y="6302"/>
                </a:lnTo>
                <a:lnTo>
                  <a:pt x="1290" y="6327"/>
                </a:lnTo>
                <a:lnTo>
                  <a:pt x="1436" y="6302"/>
                </a:lnTo>
                <a:lnTo>
                  <a:pt x="1533" y="6327"/>
                </a:lnTo>
                <a:lnTo>
                  <a:pt x="1631" y="6327"/>
                </a:lnTo>
                <a:lnTo>
                  <a:pt x="1728" y="6254"/>
                </a:lnTo>
                <a:lnTo>
                  <a:pt x="1752" y="6205"/>
                </a:lnTo>
                <a:lnTo>
                  <a:pt x="1777" y="6156"/>
                </a:lnTo>
                <a:lnTo>
                  <a:pt x="1874" y="5840"/>
                </a:lnTo>
                <a:lnTo>
                  <a:pt x="1971" y="5548"/>
                </a:lnTo>
                <a:lnTo>
                  <a:pt x="2093" y="5280"/>
                </a:lnTo>
                <a:lnTo>
                  <a:pt x="2239" y="5013"/>
                </a:lnTo>
                <a:lnTo>
                  <a:pt x="2409" y="4769"/>
                </a:lnTo>
                <a:lnTo>
                  <a:pt x="2604" y="4526"/>
                </a:lnTo>
                <a:lnTo>
                  <a:pt x="3017" y="4039"/>
                </a:lnTo>
                <a:lnTo>
                  <a:pt x="3407" y="3601"/>
                </a:lnTo>
                <a:lnTo>
                  <a:pt x="3820" y="3164"/>
                </a:lnTo>
                <a:lnTo>
                  <a:pt x="4137" y="2872"/>
                </a:lnTo>
                <a:lnTo>
                  <a:pt x="4283" y="2726"/>
                </a:lnTo>
                <a:lnTo>
                  <a:pt x="4429" y="2555"/>
                </a:lnTo>
                <a:lnTo>
                  <a:pt x="4502" y="2555"/>
                </a:lnTo>
                <a:lnTo>
                  <a:pt x="4550" y="2507"/>
                </a:lnTo>
                <a:lnTo>
                  <a:pt x="4599" y="2361"/>
                </a:lnTo>
                <a:lnTo>
                  <a:pt x="4599" y="2215"/>
                </a:lnTo>
                <a:lnTo>
                  <a:pt x="4599" y="2069"/>
                </a:lnTo>
                <a:lnTo>
                  <a:pt x="4623" y="1923"/>
                </a:lnTo>
                <a:lnTo>
                  <a:pt x="4672" y="1631"/>
                </a:lnTo>
                <a:lnTo>
                  <a:pt x="4745" y="1339"/>
                </a:lnTo>
                <a:lnTo>
                  <a:pt x="4891" y="901"/>
                </a:lnTo>
                <a:lnTo>
                  <a:pt x="5061" y="487"/>
                </a:lnTo>
                <a:close/>
                <a:moveTo>
                  <a:pt x="4915" y="0"/>
                </a:moveTo>
                <a:lnTo>
                  <a:pt x="4842" y="25"/>
                </a:lnTo>
                <a:lnTo>
                  <a:pt x="4794" y="49"/>
                </a:lnTo>
                <a:lnTo>
                  <a:pt x="4696" y="146"/>
                </a:lnTo>
                <a:lnTo>
                  <a:pt x="4599" y="268"/>
                </a:lnTo>
                <a:lnTo>
                  <a:pt x="4526" y="414"/>
                </a:lnTo>
                <a:lnTo>
                  <a:pt x="4453" y="584"/>
                </a:lnTo>
                <a:lnTo>
                  <a:pt x="4356" y="925"/>
                </a:lnTo>
                <a:lnTo>
                  <a:pt x="4283" y="1217"/>
                </a:lnTo>
                <a:lnTo>
                  <a:pt x="4210" y="1436"/>
                </a:lnTo>
                <a:lnTo>
                  <a:pt x="4137" y="1728"/>
                </a:lnTo>
                <a:lnTo>
                  <a:pt x="4112" y="2020"/>
                </a:lnTo>
                <a:lnTo>
                  <a:pt x="4112" y="2166"/>
                </a:lnTo>
                <a:lnTo>
                  <a:pt x="4137" y="2288"/>
                </a:lnTo>
                <a:lnTo>
                  <a:pt x="3893" y="2385"/>
                </a:lnTo>
                <a:lnTo>
                  <a:pt x="3674" y="2531"/>
                </a:lnTo>
                <a:lnTo>
                  <a:pt x="3455" y="2726"/>
                </a:lnTo>
                <a:lnTo>
                  <a:pt x="3236" y="2945"/>
                </a:lnTo>
                <a:lnTo>
                  <a:pt x="2871" y="3383"/>
                </a:lnTo>
                <a:lnTo>
                  <a:pt x="2531" y="3772"/>
                </a:lnTo>
                <a:lnTo>
                  <a:pt x="2142" y="4210"/>
                </a:lnTo>
                <a:lnTo>
                  <a:pt x="1923" y="4453"/>
                </a:lnTo>
                <a:lnTo>
                  <a:pt x="1752" y="4721"/>
                </a:lnTo>
                <a:lnTo>
                  <a:pt x="1582" y="4988"/>
                </a:lnTo>
                <a:lnTo>
                  <a:pt x="1436" y="5280"/>
                </a:lnTo>
                <a:lnTo>
                  <a:pt x="1339" y="5572"/>
                </a:lnTo>
                <a:lnTo>
                  <a:pt x="1290" y="5864"/>
                </a:lnTo>
                <a:lnTo>
                  <a:pt x="925" y="5864"/>
                </a:lnTo>
                <a:lnTo>
                  <a:pt x="755" y="5889"/>
                </a:lnTo>
                <a:lnTo>
                  <a:pt x="633" y="5937"/>
                </a:lnTo>
                <a:lnTo>
                  <a:pt x="536" y="5986"/>
                </a:lnTo>
                <a:lnTo>
                  <a:pt x="438" y="6083"/>
                </a:lnTo>
                <a:lnTo>
                  <a:pt x="341" y="6181"/>
                </a:lnTo>
                <a:lnTo>
                  <a:pt x="268" y="6302"/>
                </a:lnTo>
                <a:lnTo>
                  <a:pt x="219" y="6424"/>
                </a:lnTo>
                <a:lnTo>
                  <a:pt x="122" y="6716"/>
                </a:lnTo>
                <a:lnTo>
                  <a:pt x="49" y="7032"/>
                </a:lnTo>
                <a:lnTo>
                  <a:pt x="25" y="7324"/>
                </a:lnTo>
                <a:lnTo>
                  <a:pt x="0" y="7592"/>
                </a:lnTo>
                <a:lnTo>
                  <a:pt x="0" y="7811"/>
                </a:lnTo>
                <a:lnTo>
                  <a:pt x="25" y="8054"/>
                </a:lnTo>
                <a:lnTo>
                  <a:pt x="49" y="8322"/>
                </a:lnTo>
                <a:lnTo>
                  <a:pt x="122" y="8638"/>
                </a:lnTo>
                <a:lnTo>
                  <a:pt x="219" y="8930"/>
                </a:lnTo>
                <a:lnTo>
                  <a:pt x="365" y="9198"/>
                </a:lnTo>
                <a:lnTo>
                  <a:pt x="438" y="9320"/>
                </a:lnTo>
                <a:lnTo>
                  <a:pt x="536" y="9417"/>
                </a:lnTo>
                <a:lnTo>
                  <a:pt x="633" y="9514"/>
                </a:lnTo>
                <a:lnTo>
                  <a:pt x="730" y="9563"/>
                </a:lnTo>
                <a:lnTo>
                  <a:pt x="852" y="9612"/>
                </a:lnTo>
                <a:lnTo>
                  <a:pt x="1047" y="9612"/>
                </a:lnTo>
                <a:lnTo>
                  <a:pt x="1095" y="9587"/>
                </a:lnTo>
                <a:lnTo>
                  <a:pt x="1314" y="9587"/>
                </a:lnTo>
                <a:lnTo>
                  <a:pt x="1339" y="9612"/>
                </a:lnTo>
                <a:lnTo>
                  <a:pt x="1387" y="9758"/>
                </a:lnTo>
                <a:lnTo>
                  <a:pt x="1436" y="9928"/>
                </a:lnTo>
                <a:lnTo>
                  <a:pt x="1582" y="10220"/>
                </a:lnTo>
                <a:lnTo>
                  <a:pt x="1752" y="10512"/>
                </a:lnTo>
                <a:lnTo>
                  <a:pt x="1923" y="10804"/>
                </a:lnTo>
                <a:lnTo>
                  <a:pt x="2117" y="11072"/>
                </a:lnTo>
                <a:lnTo>
                  <a:pt x="2312" y="11315"/>
                </a:lnTo>
                <a:lnTo>
                  <a:pt x="2531" y="11510"/>
                </a:lnTo>
                <a:lnTo>
                  <a:pt x="2750" y="11704"/>
                </a:lnTo>
                <a:lnTo>
                  <a:pt x="3236" y="12045"/>
                </a:lnTo>
                <a:lnTo>
                  <a:pt x="3455" y="12191"/>
                </a:lnTo>
                <a:lnTo>
                  <a:pt x="3674" y="12288"/>
                </a:lnTo>
                <a:lnTo>
                  <a:pt x="3918" y="12385"/>
                </a:lnTo>
                <a:lnTo>
                  <a:pt x="4137" y="12507"/>
                </a:lnTo>
                <a:lnTo>
                  <a:pt x="4161" y="12531"/>
                </a:lnTo>
                <a:lnTo>
                  <a:pt x="4112" y="13067"/>
                </a:lnTo>
                <a:lnTo>
                  <a:pt x="4112" y="13626"/>
                </a:lnTo>
                <a:lnTo>
                  <a:pt x="4112" y="14746"/>
                </a:lnTo>
                <a:lnTo>
                  <a:pt x="4137" y="14819"/>
                </a:lnTo>
                <a:lnTo>
                  <a:pt x="4161" y="14867"/>
                </a:lnTo>
                <a:lnTo>
                  <a:pt x="4185" y="14916"/>
                </a:lnTo>
                <a:lnTo>
                  <a:pt x="4234" y="14965"/>
                </a:lnTo>
                <a:lnTo>
                  <a:pt x="4331" y="14989"/>
                </a:lnTo>
                <a:lnTo>
                  <a:pt x="4453" y="14989"/>
                </a:lnTo>
                <a:lnTo>
                  <a:pt x="4550" y="15062"/>
                </a:lnTo>
                <a:lnTo>
                  <a:pt x="4648" y="15111"/>
                </a:lnTo>
                <a:lnTo>
                  <a:pt x="4769" y="15135"/>
                </a:lnTo>
                <a:lnTo>
                  <a:pt x="4891" y="15111"/>
                </a:lnTo>
                <a:lnTo>
                  <a:pt x="4988" y="15086"/>
                </a:lnTo>
                <a:lnTo>
                  <a:pt x="5110" y="15038"/>
                </a:lnTo>
                <a:lnTo>
                  <a:pt x="5305" y="14940"/>
                </a:lnTo>
                <a:lnTo>
                  <a:pt x="5548" y="14721"/>
                </a:lnTo>
                <a:lnTo>
                  <a:pt x="5791" y="14502"/>
                </a:lnTo>
                <a:lnTo>
                  <a:pt x="6229" y="14040"/>
                </a:lnTo>
                <a:lnTo>
                  <a:pt x="6497" y="13748"/>
                </a:lnTo>
                <a:lnTo>
                  <a:pt x="6619" y="13602"/>
                </a:lnTo>
                <a:lnTo>
                  <a:pt x="6716" y="13432"/>
                </a:lnTo>
                <a:lnTo>
                  <a:pt x="6984" y="13505"/>
                </a:lnTo>
                <a:lnTo>
                  <a:pt x="7227" y="13529"/>
                </a:lnTo>
                <a:lnTo>
                  <a:pt x="7762" y="13578"/>
                </a:lnTo>
                <a:lnTo>
                  <a:pt x="8273" y="13578"/>
                </a:lnTo>
                <a:lnTo>
                  <a:pt x="8760" y="13602"/>
                </a:lnTo>
                <a:lnTo>
                  <a:pt x="9198" y="13578"/>
                </a:lnTo>
                <a:lnTo>
                  <a:pt x="9660" y="13578"/>
                </a:lnTo>
                <a:lnTo>
                  <a:pt x="10098" y="13529"/>
                </a:lnTo>
                <a:lnTo>
                  <a:pt x="10560" y="13480"/>
                </a:lnTo>
                <a:lnTo>
                  <a:pt x="10925" y="13407"/>
                </a:lnTo>
                <a:lnTo>
                  <a:pt x="11315" y="13334"/>
                </a:lnTo>
                <a:lnTo>
                  <a:pt x="11363" y="13480"/>
                </a:lnTo>
                <a:lnTo>
                  <a:pt x="11436" y="13626"/>
                </a:lnTo>
                <a:lnTo>
                  <a:pt x="11607" y="13943"/>
                </a:lnTo>
                <a:lnTo>
                  <a:pt x="11850" y="14210"/>
                </a:lnTo>
                <a:lnTo>
                  <a:pt x="11972" y="14356"/>
                </a:lnTo>
                <a:lnTo>
                  <a:pt x="12118" y="14478"/>
                </a:lnTo>
                <a:lnTo>
                  <a:pt x="12264" y="14575"/>
                </a:lnTo>
                <a:lnTo>
                  <a:pt x="12410" y="14673"/>
                </a:lnTo>
                <a:lnTo>
                  <a:pt x="12580" y="14721"/>
                </a:lnTo>
                <a:lnTo>
                  <a:pt x="12726" y="14770"/>
                </a:lnTo>
                <a:lnTo>
                  <a:pt x="12896" y="14794"/>
                </a:lnTo>
                <a:lnTo>
                  <a:pt x="13042" y="14770"/>
                </a:lnTo>
                <a:lnTo>
                  <a:pt x="13213" y="14721"/>
                </a:lnTo>
                <a:lnTo>
                  <a:pt x="13359" y="14624"/>
                </a:lnTo>
                <a:lnTo>
                  <a:pt x="13480" y="14527"/>
                </a:lnTo>
                <a:lnTo>
                  <a:pt x="13578" y="14405"/>
                </a:lnTo>
                <a:lnTo>
                  <a:pt x="13651" y="14283"/>
                </a:lnTo>
                <a:lnTo>
                  <a:pt x="13724" y="14162"/>
                </a:lnTo>
                <a:lnTo>
                  <a:pt x="13748" y="14016"/>
                </a:lnTo>
                <a:lnTo>
                  <a:pt x="13772" y="13845"/>
                </a:lnTo>
                <a:lnTo>
                  <a:pt x="13797" y="13529"/>
                </a:lnTo>
                <a:lnTo>
                  <a:pt x="13772" y="13213"/>
                </a:lnTo>
                <a:lnTo>
                  <a:pt x="13748" y="12872"/>
                </a:lnTo>
                <a:lnTo>
                  <a:pt x="13748" y="12580"/>
                </a:lnTo>
                <a:lnTo>
                  <a:pt x="13748" y="12288"/>
                </a:lnTo>
                <a:lnTo>
                  <a:pt x="13943" y="12118"/>
                </a:lnTo>
                <a:lnTo>
                  <a:pt x="14137" y="11947"/>
                </a:lnTo>
                <a:lnTo>
                  <a:pt x="14551" y="11655"/>
                </a:lnTo>
                <a:lnTo>
                  <a:pt x="14989" y="11388"/>
                </a:lnTo>
                <a:lnTo>
                  <a:pt x="15403" y="11072"/>
                </a:lnTo>
                <a:lnTo>
                  <a:pt x="15622" y="10877"/>
                </a:lnTo>
                <a:lnTo>
                  <a:pt x="15816" y="10634"/>
                </a:lnTo>
                <a:lnTo>
                  <a:pt x="15987" y="10390"/>
                </a:lnTo>
                <a:lnTo>
                  <a:pt x="16133" y="10123"/>
                </a:lnTo>
                <a:lnTo>
                  <a:pt x="16254" y="9855"/>
                </a:lnTo>
                <a:lnTo>
                  <a:pt x="16376" y="9563"/>
                </a:lnTo>
                <a:lnTo>
                  <a:pt x="16449" y="9271"/>
                </a:lnTo>
                <a:lnTo>
                  <a:pt x="16522" y="8979"/>
                </a:lnTo>
                <a:lnTo>
                  <a:pt x="16595" y="8614"/>
                </a:lnTo>
                <a:lnTo>
                  <a:pt x="16619" y="8249"/>
                </a:lnTo>
                <a:lnTo>
                  <a:pt x="16765" y="8273"/>
                </a:lnTo>
                <a:lnTo>
                  <a:pt x="16911" y="8298"/>
                </a:lnTo>
                <a:lnTo>
                  <a:pt x="17057" y="8273"/>
                </a:lnTo>
                <a:lnTo>
                  <a:pt x="17203" y="8249"/>
                </a:lnTo>
                <a:lnTo>
                  <a:pt x="17228" y="8273"/>
                </a:lnTo>
                <a:lnTo>
                  <a:pt x="17325" y="8346"/>
                </a:lnTo>
                <a:lnTo>
                  <a:pt x="17422" y="8444"/>
                </a:lnTo>
                <a:lnTo>
                  <a:pt x="17641" y="8565"/>
                </a:lnTo>
                <a:lnTo>
                  <a:pt x="17885" y="8663"/>
                </a:lnTo>
                <a:lnTo>
                  <a:pt x="18128" y="8687"/>
                </a:lnTo>
                <a:lnTo>
                  <a:pt x="18395" y="8663"/>
                </a:lnTo>
                <a:lnTo>
                  <a:pt x="18639" y="8614"/>
                </a:lnTo>
                <a:lnTo>
                  <a:pt x="18858" y="8492"/>
                </a:lnTo>
                <a:lnTo>
                  <a:pt x="18979" y="8419"/>
                </a:lnTo>
                <a:lnTo>
                  <a:pt x="19077" y="8346"/>
                </a:lnTo>
                <a:lnTo>
                  <a:pt x="19125" y="8249"/>
                </a:lnTo>
                <a:lnTo>
                  <a:pt x="19125" y="8176"/>
                </a:lnTo>
                <a:lnTo>
                  <a:pt x="19101" y="8079"/>
                </a:lnTo>
                <a:lnTo>
                  <a:pt x="19052" y="8006"/>
                </a:lnTo>
                <a:lnTo>
                  <a:pt x="18979" y="7957"/>
                </a:lnTo>
                <a:lnTo>
                  <a:pt x="18833" y="7957"/>
                </a:lnTo>
                <a:lnTo>
                  <a:pt x="18736" y="8006"/>
                </a:lnTo>
                <a:lnTo>
                  <a:pt x="18639" y="8103"/>
                </a:lnTo>
                <a:lnTo>
                  <a:pt x="18517" y="8176"/>
                </a:lnTo>
                <a:lnTo>
                  <a:pt x="18371" y="8200"/>
                </a:lnTo>
                <a:lnTo>
                  <a:pt x="18225" y="8225"/>
                </a:lnTo>
                <a:lnTo>
                  <a:pt x="18079" y="8200"/>
                </a:lnTo>
                <a:lnTo>
                  <a:pt x="17933" y="8176"/>
                </a:lnTo>
                <a:lnTo>
                  <a:pt x="17787" y="8127"/>
                </a:lnTo>
                <a:lnTo>
                  <a:pt x="17666" y="8054"/>
                </a:lnTo>
                <a:lnTo>
                  <a:pt x="17885" y="7933"/>
                </a:lnTo>
                <a:lnTo>
                  <a:pt x="18031" y="7835"/>
                </a:lnTo>
                <a:lnTo>
                  <a:pt x="18104" y="7738"/>
                </a:lnTo>
                <a:lnTo>
                  <a:pt x="18152" y="7641"/>
                </a:lnTo>
                <a:lnTo>
                  <a:pt x="18201" y="7543"/>
                </a:lnTo>
                <a:lnTo>
                  <a:pt x="18225" y="7446"/>
                </a:lnTo>
                <a:lnTo>
                  <a:pt x="18250" y="7349"/>
                </a:lnTo>
                <a:lnTo>
                  <a:pt x="18225" y="7251"/>
                </a:lnTo>
                <a:lnTo>
                  <a:pt x="18201" y="7154"/>
                </a:lnTo>
                <a:lnTo>
                  <a:pt x="18177" y="7057"/>
                </a:lnTo>
                <a:lnTo>
                  <a:pt x="18128" y="6984"/>
                </a:lnTo>
                <a:lnTo>
                  <a:pt x="18055" y="6911"/>
                </a:lnTo>
                <a:lnTo>
                  <a:pt x="18006" y="6862"/>
                </a:lnTo>
                <a:lnTo>
                  <a:pt x="17909" y="6813"/>
                </a:lnTo>
                <a:lnTo>
                  <a:pt x="17812" y="6789"/>
                </a:lnTo>
                <a:lnTo>
                  <a:pt x="17714" y="6789"/>
                </a:lnTo>
                <a:lnTo>
                  <a:pt x="17593" y="6813"/>
                </a:lnTo>
                <a:lnTo>
                  <a:pt x="17495" y="6838"/>
                </a:lnTo>
                <a:lnTo>
                  <a:pt x="17349" y="6911"/>
                </a:lnTo>
                <a:lnTo>
                  <a:pt x="17228" y="7008"/>
                </a:lnTo>
                <a:lnTo>
                  <a:pt x="17130" y="7105"/>
                </a:lnTo>
                <a:lnTo>
                  <a:pt x="17082" y="7227"/>
                </a:lnTo>
                <a:lnTo>
                  <a:pt x="17033" y="7373"/>
                </a:lnTo>
                <a:lnTo>
                  <a:pt x="17009" y="7519"/>
                </a:lnTo>
                <a:lnTo>
                  <a:pt x="17009" y="7665"/>
                </a:lnTo>
                <a:lnTo>
                  <a:pt x="17033" y="7811"/>
                </a:lnTo>
                <a:lnTo>
                  <a:pt x="16644" y="7835"/>
                </a:lnTo>
                <a:lnTo>
                  <a:pt x="16644" y="7397"/>
                </a:lnTo>
                <a:lnTo>
                  <a:pt x="16619" y="6935"/>
                </a:lnTo>
                <a:lnTo>
                  <a:pt x="16546" y="6497"/>
                </a:lnTo>
                <a:lnTo>
                  <a:pt x="16449" y="6059"/>
                </a:lnTo>
                <a:lnTo>
                  <a:pt x="16327" y="5621"/>
                </a:lnTo>
                <a:lnTo>
                  <a:pt x="16157" y="5207"/>
                </a:lnTo>
                <a:lnTo>
                  <a:pt x="15987" y="4794"/>
                </a:lnTo>
                <a:lnTo>
                  <a:pt x="15768" y="4404"/>
                </a:lnTo>
                <a:lnTo>
                  <a:pt x="15597" y="4161"/>
                </a:lnTo>
                <a:lnTo>
                  <a:pt x="15427" y="3918"/>
                </a:lnTo>
                <a:lnTo>
                  <a:pt x="15232" y="3699"/>
                </a:lnTo>
                <a:lnTo>
                  <a:pt x="15038" y="3480"/>
                </a:lnTo>
                <a:lnTo>
                  <a:pt x="14843" y="3285"/>
                </a:lnTo>
                <a:lnTo>
                  <a:pt x="14624" y="3091"/>
                </a:lnTo>
                <a:lnTo>
                  <a:pt x="14162" y="2750"/>
                </a:lnTo>
                <a:lnTo>
                  <a:pt x="13675" y="2434"/>
                </a:lnTo>
                <a:lnTo>
                  <a:pt x="13164" y="2166"/>
                </a:lnTo>
                <a:lnTo>
                  <a:pt x="12629" y="1923"/>
                </a:lnTo>
                <a:lnTo>
                  <a:pt x="12093" y="1704"/>
                </a:lnTo>
                <a:lnTo>
                  <a:pt x="11461" y="1460"/>
                </a:lnTo>
                <a:lnTo>
                  <a:pt x="10804" y="1266"/>
                </a:lnTo>
                <a:lnTo>
                  <a:pt x="10147" y="1120"/>
                </a:lnTo>
                <a:lnTo>
                  <a:pt x="9466" y="1022"/>
                </a:lnTo>
                <a:lnTo>
                  <a:pt x="8882" y="974"/>
                </a:lnTo>
                <a:lnTo>
                  <a:pt x="8249" y="974"/>
                </a:lnTo>
                <a:lnTo>
                  <a:pt x="7933" y="998"/>
                </a:lnTo>
                <a:lnTo>
                  <a:pt x="7641" y="1047"/>
                </a:lnTo>
                <a:lnTo>
                  <a:pt x="7349" y="1120"/>
                </a:lnTo>
                <a:lnTo>
                  <a:pt x="7057" y="1217"/>
                </a:lnTo>
                <a:lnTo>
                  <a:pt x="6570" y="755"/>
                </a:lnTo>
                <a:lnTo>
                  <a:pt x="6327" y="536"/>
                </a:lnTo>
                <a:lnTo>
                  <a:pt x="6059" y="317"/>
                </a:lnTo>
                <a:lnTo>
                  <a:pt x="5816" y="195"/>
                </a:lnTo>
                <a:lnTo>
                  <a:pt x="5548" y="98"/>
                </a:lnTo>
                <a:lnTo>
                  <a:pt x="5280" y="25"/>
                </a:lnTo>
                <a:lnTo>
                  <a:pt x="5013" y="25"/>
                </a:lnTo>
                <a:lnTo>
                  <a:pt x="4964" y="0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6"/>
          <p:cNvSpPr/>
          <p:nvPr/>
        </p:nvSpPr>
        <p:spPr>
          <a:xfrm>
            <a:off x="3650300" y="1113101"/>
            <a:ext cx="163663" cy="241144"/>
          </a:xfrm>
          <a:custGeom>
            <a:rect b="b" l="l" r="r" t="t"/>
            <a:pathLst>
              <a:path extrusionOk="0" h="8923" w="6056">
                <a:moveTo>
                  <a:pt x="1177" y="450"/>
                </a:moveTo>
                <a:lnTo>
                  <a:pt x="1220" y="471"/>
                </a:lnTo>
                <a:lnTo>
                  <a:pt x="1241" y="514"/>
                </a:lnTo>
                <a:lnTo>
                  <a:pt x="1263" y="621"/>
                </a:lnTo>
                <a:lnTo>
                  <a:pt x="1263" y="899"/>
                </a:lnTo>
                <a:lnTo>
                  <a:pt x="1241" y="1049"/>
                </a:lnTo>
                <a:lnTo>
                  <a:pt x="1220" y="1177"/>
                </a:lnTo>
                <a:lnTo>
                  <a:pt x="1177" y="1263"/>
                </a:lnTo>
                <a:lnTo>
                  <a:pt x="1156" y="1284"/>
                </a:lnTo>
                <a:lnTo>
                  <a:pt x="1113" y="1284"/>
                </a:lnTo>
                <a:lnTo>
                  <a:pt x="1092" y="1242"/>
                </a:lnTo>
                <a:lnTo>
                  <a:pt x="1070" y="1135"/>
                </a:lnTo>
                <a:lnTo>
                  <a:pt x="1049" y="985"/>
                </a:lnTo>
                <a:lnTo>
                  <a:pt x="1049" y="814"/>
                </a:lnTo>
                <a:lnTo>
                  <a:pt x="1070" y="664"/>
                </a:lnTo>
                <a:lnTo>
                  <a:pt x="1092" y="536"/>
                </a:lnTo>
                <a:lnTo>
                  <a:pt x="1113" y="493"/>
                </a:lnTo>
                <a:lnTo>
                  <a:pt x="1156" y="450"/>
                </a:lnTo>
                <a:close/>
                <a:moveTo>
                  <a:pt x="2033" y="471"/>
                </a:moveTo>
                <a:lnTo>
                  <a:pt x="2054" y="493"/>
                </a:lnTo>
                <a:lnTo>
                  <a:pt x="2076" y="578"/>
                </a:lnTo>
                <a:lnTo>
                  <a:pt x="2076" y="685"/>
                </a:lnTo>
                <a:lnTo>
                  <a:pt x="2097" y="985"/>
                </a:lnTo>
                <a:lnTo>
                  <a:pt x="2097" y="1156"/>
                </a:lnTo>
                <a:lnTo>
                  <a:pt x="2097" y="1220"/>
                </a:lnTo>
                <a:lnTo>
                  <a:pt x="2076" y="1263"/>
                </a:lnTo>
                <a:lnTo>
                  <a:pt x="2054" y="1306"/>
                </a:lnTo>
                <a:lnTo>
                  <a:pt x="2012" y="1306"/>
                </a:lnTo>
                <a:lnTo>
                  <a:pt x="1990" y="1284"/>
                </a:lnTo>
                <a:lnTo>
                  <a:pt x="1969" y="1263"/>
                </a:lnTo>
                <a:lnTo>
                  <a:pt x="1926" y="1156"/>
                </a:lnTo>
                <a:lnTo>
                  <a:pt x="1905" y="1006"/>
                </a:lnTo>
                <a:lnTo>
                  <a:pt x="1883" y="707"/>
                </a:lnTo>
                <a:lnTo>
                  <a:pt x="1883" y="578"/>
                </a:lnTo>
                <a:lnTo>
                  <a:pt x="1905" y="514"/>
                </a:lnTo>
                <a:lnTo>
                  <a:pt x="1947" y="471"/>
                </a:lnTo>
                <a:close/>
                <a:moveTo>
                  <a:pt x="1584" y="471"/>
                </a:moveTo>
                <a:lnTo>
                  <a:pt x="1648" y="493"/>
                </a:lnTo>
                <a:lnTo>
                  <a:pt x="1712" y="557"/>
                </a:lnTo>
                <a:lnTo>
                  <a:pt x="1712" y="643"/>
                </a:lnTo>
                <a:lnTo>
                  <a:pt x="1712" y="792"/>
                </a:lnTo>
                <a:lnTo>
                  <a:pt x="1669" y="1028"/>
                </a:lnTo>
                <a:lnTo>
                  <a:pt x="1669" y="1135"/>
                </a:lnTo>
                <a:lnTo>
                  <a:pt x="1669" y="1242"/>
                </a:lnTo>
                <a:lnTo>
                  <a:pt x="1648" y="1284"/>
                </a:lnTo>
                <a:lnTo>
                  <a:pt x="1605" y="1327"/>
                </a:lnTo>
                <a:lnTo>
                  <a:pt x="1562" y="1327"/>
                </a:lnTo>
                <a:lnTo>
                  <a:pt x="1498" y="1306"/>
                </a:lnTo>
                <a:lnTo>
                  <a:pt x="1455" y="1263"/>
                </a:lnTo>
                <a:lnTo>
                  <a:pt x="1434" y="1177"/>
                </a:lnTo>
                <a:lnTo>
                  <a:pt x="1434" y="942"/>
                </a:lnTo>
                <a:lnTo>
                  <a:pt x="1455" y="536"/>
                </a:lnTo>
                <a:lnTo>
                  <a:pt x="1477" y="493"/>
                </a:lnTo>
                <a:lnTo>
                  <a:pt x="1498" y="471"/>
                </a:lnTo>
                <a:close/>
                <a:moveTo>
                  <a:pt x="3895" y="450"/>
                </a:moveTo>
                <a:lnTo>
                  <a:pt x="3959" y="471"/>
                </a:lnTo>
                <a:lnTo>
                  <a:pt x="4001" y="493"/>
                </a:lnTo>
                <a:lnTo>
                  <a:pt x="4001" y="536"/>
                </a:lnTo>
                <a:lnTo>
                  <a:pt x="4023" y="643"/>
                </a:lnTo>
                <a:lnTo>
                  <a:pt x="4001" y="792"/>
                </a:lnTo>
                <a:lnTo>
                  <a:pt x="4023" y="985"/>
                </a:lnTo>
                <a:lnTo>
                  <a:pt x="4044" y="1092"/>
                </a:lnTo>
                <a:lnTo>
                  <a:pt x="4044" y="1199"/>
                </a:lnTo>
                <a:lnTo>
                  <a:pt x="4044" y="1263"/>
                </a:lnTo>
                <a:lnTo>
                  <a:pt x="4044" y="1327"/>
                </a:lnTo>
                <a:lnTo>
                  <a:pt x="4044" y="1349"/>
                </a:lnTo>
                <a:lnTo>
                  <a:pt x="3959" y="1370"/>
                </a:lnTo>
                <a:lnTo>
                  <a:pt x="3895" y="1391"/>
                </a:lnTo>
                <a:lnTo>
                  <a:pt x="3830" y="1370"/>
                </a:lnTo>
                <a:lnTo>
                  <a:pt x="3788" y="1327"/>
                </a:lnTo>
                <a:lnTo>
                  <a:pt x="3745" y="1284"/>
                </a:lnTo>
                <a:lnTo>
                  <a:pt x="3723" y="1135"/>
                </a:lnTo>
                <a:lnTo>
                  <a:pt x="3702" y="964"/>
                </a:lnTo>
                <a:lnTo>
                  <a:pt x="3723" y="792"/>
                </a:lnTo>
                <a:lnTo>
                  <a:pt x="3745" y="621"/>
                </a:lnTo>
                <a:lnTo>
                  <a:pt x="3788" y="514"/>
                </a:lnTo>
                <a:lnTo>
                  <a:pt x="3809" y="471"/>
                </a:lnTo>
                <a:lnTo>
                  <a:pt x="3895" y="450"/>
                </a:lnTo>
                <a:close/>
                <a:moveTo>
                  <a:pt x="4451" y="364"/>
                </a:moveTo>
                <a:lnTo>
                  <a:pt x="4536" y="386"/>
                </a:lnTo>
                <a:lnTo>
                  <a:pt x="4579" y="386"/>
                </a:lnTo>
                <a:lnTo>
                  <a:pt x="4601" y="407"/>
                </a:lnTo>
                <a:lnTo>
                  <a:pt x="4622" y="429"/>
                </a:lnTo>
                <a:lnTo>
                  <a:pt x="4622" y="493"/>
                </a:lnTo>
                <a:lnTo>
                  <a:pt x="4579" y="471"/>
                </a:lnTo>
                <a:lnTo>
                  <a:pt x="4536" y="493"/>
                </a:lnTo>
                <a:lnTo>
                  <a:pt x="4515" y="621"/>
                </a:lnTo>
                <a:lnTo>
                  <a:pt x="4515" y="728"/>
                </a:lnTo>
                <a:lnTo>
                  <a:pt x="4515" y="857"/>
                </a:lnTo>
                <a:lnTo>
                  <a:pt x="4558" y="1006"/>
                </a:lnTo>
                <a:lnTo>
                  <a:pt x="4601" y="1156"/>
                </a:lnTo>
                <a:lnTo>
                  <a:pt x="4601" y="1220"/>
                </a:lnTo>
                <a:lnTo>
                  <a:pt x="4579" y="1284"/>
                </a:lnTo>
                <a:lnTo>
                  <a:pt x="4536" y="1327"/>
                </a:lnTo>
                <a:lnTo>
                  <a:pt x="4494" y="1370"/>
                </a:lnTo>
                <a:lnTo>
                  <a:pt x="4408" y="1391"/>
                </a:lnTo>
                <a:lnTo>
                  <a:pt x="4365" y="1391"/>
                </a:lnTo>
                <a:lnTo>
                  <a:pt x="4344" y="1370"/>
                </a:lnTo>
                <a:lnTo>
                  <a:pt x="4301" y="1306"/>
                </a:lnTo>
                <a:lnTo>
                  <a:pt x="4301" y="1242"/>
                </a:lnTo>
                <a:lnTo>
                  <a:pt x="4322" y="1092"/>
                </a:lnTo>
                <a:lnTo>
                  <a:pt x="4280" y="921"/>
                </a:lnTo>
                <a:lnTo>
                  <a:pt x="4237" y="685"/>
                </a:lnTo>
                <a:lnTo>
                  <a:pt x="4237" y="578"/>
                </a:lnTo>
                <a:lnTo>
                  <a:pt x="4237" y="493"/>
                </a:lnTo>
                <a:lnTo>
                  <a:pt x="4280" y="407"/>
                </a:lnTo>
                <a:lnTo>
                  <a:pt x="4301" y="386"/>
                </a:lnTo>
                <a:lnTo>
                  <a:pt x="4344" y="386"/>
                </a:lnTo>
                <a:lnTo>
                  <a:pt x="4451" y="364"/>
                </a:lnTo>
                <a:close/>
                <a:moveTo>
                  <a:pt x="2910" y="450"/>
                </a:moveTo>
                <a:lnTo>
                  <a:pt x="2974" y="471"/>
                </a:lnTo>
                <a:lnTo>
                  <a:pt x="3039" y="514"/>
                </a:lnTo>
                <a:lnTo>
                  <a:pt x="3039" y="557"/>
                </a:lnTo>
                <a:lnTo>
                  <a:pt x="3060" y="621"/>
                </a:lnTo>
                <a:lnTo>
                  <a:pt x="3060" y="750"/>
                </a:lnTo>
                <a:lnTo>
                  <a:pt x="3039" y="899"/>
                </a:lnTo>
                <a:lnTo>
                  <a:pt x="3039" y="1006"/>
                </a:lnTo>
                <a:lnTo>
                  <a:pt x="3103" y="1156"/>
                </a:lnTo>
                <a:lnTo>
                  <a:pt x="3146" y="1284"/>
                </a:lnTo>
                <a:lnTo>
                  <a:pt x="3146" y="1349"/>
                </a:lnTo>
                <a:lnTo>
                  <a:pt x="3124" y="1370"/>
                </a:lnTo>
                <a:lnTo>
                  <a:pt x="3060" y="1413"/>
                </a:lnTo>
                <a:lnTo>
                  <a:pt x="2632" y="1413"/>
                </a:lnTo>
                <a:lnTo>
                  <a:pt x="2440" y="1370"/>
                </a:lnTo>
                <a:lnTo>
                  <a:pt x="2375" y="1349"/>
                </a:lnTo>
                <a:lnTo>
                  <a:pt x="2333" y="1306"/>
                </a:lnTo>
                <a:lnTo>
                  <a:pt x="2311" y="1263"/>
                </a:lnTo>
                <a:lnTo>
                  <a:pt x="2290" y="1156"/>
                </a:lnTo>
                <a:lnTo>
                  <a:pt x="2268" y="899"/>
                </a:lnTo>
                <a:lnTo>
                  <a:pt x="2268" y="664"/>
                </a:lnTo>
                <a:lnTo>
                  <a:pt x="2290" y="578"/>
                </a:lnTo>
                <a:lnTo>
                  <a:pt x="2290" y="536"/>
                </a:lnTo>
                <a:lnTo>
                  <a:pt x="2354" y="493"/>
                </a:lnTo>
                <a:lnTo>
                  <a:pt x="2397" y="471"/>
                </a:lnTo>
                <a:lnTo>
                  <a:pt x="2440" y="493"/>
                </a:lnTo>
                <a:lnTo>
                  <a:pt x="2461" y="536"/>
                </a:lnTo>
                <a:lnTo>
                  <a:pt x="2482" y="643"/>
                </a:lnTo>
                <a:lnTo>
                  <a:pt x="2482" y="814"/>
                </a:lnTo>
                <a:lnTo>
                  <a:pt x="2504" y="985"/>
                </a:lnTo>
                <a:lnTo>
                  <a:pt x="2525" y="1156"/>
                </a:lnTo>
                <a:lnTo>
                  <a:pt x="2547" y="1220"/>
                </a:lnTo>
                <a:lnTo>
                  <a:pt x="2568" y="1263"/>
                </a:lnTo>
                <a:lnTo>
                  <a:pt x="2611" y="1306"/>
                </a:lnTo>
                <a:lnTo>
                  <a:pt x="2675" y="1306"/>
                </a:lnTo>
                <a:lnTo>
                  <a:pt x="2739" y="1284"/>
                </a:lnTo>
                <a:lnTo>
                  <a:pt x="2782" y="1220"/>
                </a:lnTo>
                <a:lnTo>
                  <a:pt x="2803" y="1135"/>
                </a:lnTo>
                <a:lnTo>
                  <a:pt x="2803" y="1049"/>
                </a:lnTo>
                <a:lnTo>
                  <a:pt x="2782" y="857"/>
                </a:lnTo>
                <a:lnTo>
                  <a:pt x="2761" y="728"/>
                </a:lnTo>
                <a:lnTo>
                  <a:pt x="2739" y="600"/>
                </a:lnTo>
                <a:lnTo>
                  <a:pt x="2739" y="536"/>
                </a:lnTo>
                <a:lnTo>
                  <a:pt x="2782" y="471"/>
                </a:lnTo>
                <a:lnTo>
                  <a:pt x="2846" y="450"/>
                </a:lnTo>
                <a:close/>
                <a:moveTo>
                  <a:pt x="3402" y="450"/>
                </a:moveTo>
                <a:lnTo>
                  <a:pt x="3467" y="471"/>
                </a:lnTo>
                <a:lnTo>
                  <a:pt x="3509" y="514"/>
                </a:lnTo>
                <a:lnTo>
                  <a:pt x="3531" y="578"/>
                </a:lnTo>
                <a:lnTo>
                  <a:pt x="3531" y="643"/>
                </a:lnTo>
                <a:lnTo>
                  <a:pt x="3509" y="814"/>
                </a:lnTo>
                <a:lnTo>
                  <a:pt x="3488" y="942"/>
                </a:lnTo>
                <a:lnTo>
                  <a:pt x="3488" y="1070"/>
                </a:lnTo>
                <a:lnTo>
                  <a:pt x="3488" y="1242"/>
                </a:lnTo>
                <a:lnTo>
                  <a:pt x="3467" y="1349"/>
                </a:lnTo>
                <a:lnTo>
                  <a:pt x="3445" y="1413"/>
                </a:lnTo>
                <a:lnTo>
                  <a:pt x="3424" y="1434"/>
                </a:lnTo>
                <a:lnTo>
                  <a:pt x="3360" y="1413"/>
                </a:lnTo>
                <a:lnTo>
                  <a:pt x="3338" y="1391"/>
                </a:lnTo>
                <a:lnTo>
                  <a:pt x="3317" y="1327"/>
                </a:lnTo>
                <a:lnTo>
                  <a:pt x="3295" y="1177"/>
                </a:lnTo>
                <a:lnTo>
                  <a:pt x="3295" y="878"/>
                </a:lnTo>
                <a:lnTo>
                  <a:pt x="3274" y="750"/>
                </a:lnTo>
                <a:lnTo>
                  <a:pt x="3253" y="600"/>
                </a:lnTo>
                <a:lnTo>
                  <a:pt x="3253" y="557"/>
                </a:lnTo>
                <a:lnTo>
                  <a:pt x="3274" y="493"/>
                </a:lnTo>
                <a:lnTo>
                  <a:pt x="3338" y="471"/>
                </a:lnTo>
                <a:lnTo>
                  <a:pt x="3402" y="450"/>
                </a:lnTo>
                <a:close/>
                <a:moveTo>
                  <a:pt x="3937" y="1798"/>
                </a:moveTo>
                <a:lnTo>
                  <a:pt x="4023" y="1819"/>
                </a:lnTo>
                <a:lnTo>
                  <a:pt x="4108" y="1841"/>
                </a:lnTo>
                <a:lnTo>
                  <a:pt x="4151" y="1884"/>
                </a:lnTo>
                <a:lnTo>
                  <a:pt x="4194" y="1948"/>
                </a:lnTo>
                <a:lnTo>
                  <a:pt x="4258" y="2076"/>
                </a:lnTo>
                <a:lnTo>
                  <a:pt x="4344" y="2140"/>
                </a:lnTo>
                <a:lnTo>
                  <a:pt x="4429" y="2204"/>
                </a:lnTo>
                <a:lnTo>
                  <a:pt x="4622" y="2311"/>
                </a:lnTo>
                <a:lnTo>
                  <a:pt x="4900" y="2525"/>
                </a:lnTo>
                <a:lnTo>
                  <a:pt x="5071" y="2697"/>
                </a:lnTo>
                <a:lnTo>
                  <a:pt x="5242" y="2868"/>
                </a:lnTo>
                <a:lnTo>
                  <a:pt x="5371" y="3039"/>
                </a:lnTo>
                <a:lnTo>
                  <a:pt x="5414" y="3124"/>
                </a:lnTo>
                <a:lnTo>
                  <a:pt x="5435" y="3189"/>
                </a:lnTo>
                <a:lnTo>
                  <a:pt x="5435" y="3253"/>
                </a:lnTo>
                <a:lnTo>
                  <a:pt x="5392" y="3296"/>
                </a:lnTo>
                <a:lnTo>
                  <a:pt x="5328" y="3338"/>
                </a:lnTo>
                <a:lnTo>
                  <a:pt x="5221" y="3381"/>
                </a:lnTo>
                <a:lnTo>
                  <a:pt x="4922" y="3403"/>
                </a:lnTo>
                <a:lnTo>
                  <a:pt x="4622" y="3424"/>
                </a:lnTo>
                <a:lnTo>
                  <a:pt x="4001" y="3424"/>
                </a:lnTo>
                <a:lnTo>
                  <a:pt x="2782" y="3403"/>
                </a:lnTo>
                <a:lnTo>
                  <a:pt x="1969" y="3403"/>
                </a:lnTo>
                <a:lnTo>
                  <a:pt x="1498" y="3381"/>
                </a:lnTo>
                <a:lnTo>
                  <a:pt x="835" y="3381"/>
                </a:lnTo>
                <a:lnTo>
                  <a:pt x="771" y="3360"/>
                </a:lnTo>
                <a:lnTo>
                  <a:pt x="771" y="3338"/>
                </a:lnTo>
                <a:lnTo>
                  <a:pt x="771" y="3317"/>
                </a:lnTo>
                <a:lnTo>
                  <a:pt x="899" y="3124"/>
                </a:lnTo>
                <a:lnTo>
                  <a:pt x="1027" y="2953"/>
                </a:lnTo>
                <a:lnTo>
                  <a:pt x="1306" y="2568"/>
                </a:lnTo>
                <a:lnTo>
                  <a:pt x="1391" y="2440"/>
                </a:lnTo>
                <a:lnTo>
                  <a:pt x="1477" y="2333"/>
                </a:lnTo>
                <a:lnTo>
                  <a:pt x="1520" y="2247"/>
                </a:lnTo>
                <a:lnTo>
                  <a:pt x="1541" y="2162"/>
                </a:lnTo>
                <a:lnTo>
                  <a:pt x="1584" y="2076"/>
                </a:lnTo>
                <a:lnTo>
                  <a:pt x="1627" y="1991"/>
                </a:lnTo>
                <a:lnTo>
                  <a:pt x="1669" y="1948"/>
                </a:lnTo>
                <a:lnTo>
                  <a:pt x="1755" y="1926"/>
                </a:lnTo>
                <a:lnTo>
                  <a:pt x="1969" y="1905"/>
                </a:lnTo>
                <a:lnTo>
                  <a:pt x="2354" y="1905"/>
                </a:lnTo>
                <a:lnTo>
                  <a:pt x="3274" y="1884"/>
                </a:lnTo>
                <a:lnTo>
                  <a:pt x="3467" y="1841"/>
                </a:lnTo>
                <a:lnTo>
                  <a:pt x="3702" y="1819"/>
                </a:lnTo>
                <a:lnTo>
                  <a:pt x="3937" y="1798"/>
                </a:lnTo>
                <a:close/>
                <a:moveTo>
                  <a:pt x="5242" y="3766"/>
                </a:moveTo>
                <a:lnTo>
                  <a:pt x="5349" y="3788"/>
                </a:lnTo>
                <a:lnTo>
                  <a:pt x="5435" y="3809"/>
                </a:lnTo>
                <a:lnTo>
                  <a:pt x="5521" y="3852"/>
                </a:lnTo>
                <a:lnTo>
                  <a:pt x="5542" y="3916"/>
                </a:lnTo>
                <a:lnTo>
                  <a:pt x="5563" y="4023"/>
                </a:lnTo>
                <a:lnTo>
                  <a:pt x="5585" y="4216"/>
                </a:lnTo>
                <a:lnTo>
                  <a:pt x="5606" y="4408"/>
                </a:lnTo>
                <a:lnTo>
                  <a:pt x="5606" y="4622"/>
                </a:lnTo>
                <a:lnTo>
                  <a:pt x="5585" y="5029"/>
                </a:lnTo>
                <a:lnTo>
                  <a:pt x="5563" y="6098"/>
                </a:lnTo>
                <a:lnTo>
                  <a:pt x="5563" y="6698"/>
                </a:lnTo>
                <a:lnTo>
                  <a:pt x="5563" y="6826"/>
                </a:lnTo>
                <a:lnTo>
                  <a:pt x="5563" y="6912"/>
                </a:lnTo>
                <a:lnTo>
                  <a:pt x="5521" y="6976"/>
                </a:lnTo>
                <a:lnTo>
                  <a:pt x="5414" y="7019"/>
                </a:lnTo>
                <a:lnTo>
                  <a:pt x="5285" y="7040"/>
                </a:lnTo>
                <a:lnTo>
                  <a:pt x="5135" y="7040"/>
                </a:lnTo>
                <a:lnTo>
                  <a:pt x="4836" y="7019"/>
                </a:lnTo>
                <a:lnTo>
                  <a:pt x="4215" y="7061"/>
                </a:lnTo>
                <a:lnTo>
                  <a:pt x="3595" y="7083"/>
                </a:lnTo>
                <a:lnTo>
                  <a:pt x="2996" y="7083"/>
                </a:lnTo>
                <a:lnTo>
                  <a:pt x="2739" y="7104"/>
                </a:lnTo>
                <a:lnTo>
                  <a:pt x="2611" y="7125"/>
                </a:lnTo>
                <a:lnTo>
                  <a:pt x="2482" y="7125"/>
                </a:lnTo>
                <a:lnTo>
                  <a:pt x="2375" y="7104"/>
                </a:lnTo>
                <a:lnTo>
                  <a:pt x="2333" y="7061"/>
                </a:lnTo>
                <a:lnTo>
                  <a:pt x="2311" y="7019"/>
                </a:lnTo>
                <a:lnTo>
                  <a:pt x="2247" y="6933"/>
                </a:lnTo>
                <a:lnTo>
                  <a:pt x="2204" y="6912"/>
                </a:lnTo>
                <a:lnTo>
                  <a:pt x="2161" y="6912"/>
                </a:lnTo>
                <a:lnTo>
                  <a:pt x="2076" y="6933"/>
                </a:lnTo>
                <a:lnTo>
                  <a:pt x="2012" y="6976"/>
                </a:lnTo>
                <a:lnTo>
                  <a:pt x="1947" y="7061"/>
                </a:lnTo>
                <a:lnTo>
                  <a:pt x="1883" y="7125"/>
                </a:lnTo>
                <a:lnTo>
                  <a:pt x="1798" y="7168"/>
                </a:lnTo>
                <a:lnTo>
                  <a:pt x="1734" y="7168"/>
                </a:lnTo>
                <a:lnTo>
                  <a:pt x="1691" y="7147"/>
                </a:lnTo>
                <a:lnTo>
                  <a:pt x="1648" y="7104"/>
                </a:lnTo>
                <a:lnTo>
                  <a:pt x="1627" y="7061"/>
                </a:lnTo>
                <a:lnTo>
                  <a:pt x="1648" y="6976"/>
                </a:lnTo>
                <a:lnTo>
                  <a:pt x="1734" y="6783"/>
                </a:lnTo>
                <a:lnTo>
                  <a:pt x="1819" y="6569"/>
                </a:lnTo>
                <a:lnTo>
                  <a:pt x="1819" y="6484"/>
                </a:lnTo>
                <a:lnTo>
                  <a:pt x="1819" y="6398"/>
                </a:lnTo>
                <a:lnTo>
                  <a:pt x="1776" y="6355"/>
                </a:lnTo>
                <a:lnTo>
                  <a:pt x="1734" y="6334"/>
                </a:lnTo>
                <a:lnTo>
                  <a:pt x="1669" y="6334"/>
                </a:lnTo>
                <a:lnTo>
                  <a:pt x="1584" y="6377"/>
                </a:lnTo>
                <a:lnTo>
                  <a:pt x="1498" y="6462"/>
                </a:lnTo>
                <a:lnTo>
                  <a:pt x="1327" y="6676"/>
                </a:lnTo>
                <a:lnTo>
                  <a:pt x="1241" y="6847"/>
                </a:lnTo>
                <a:lnTo>
                  <a:pt x="1156" y="7040"/>
                </a:lnTo>
                <a:lnTo>
                  <a:pt x="1092" y="7104"/>
                </a:lnTo>
                <a:lnTo>
                  <a:pt x="1049" y="7125"/>
                </a:lnTo>
                <a:lnTo>
                  <a:pt x="1006" y="7147"/>
                </a:lnTo>
                <a:lnTo>
                  <a:pt x="856" y="7147"/>
                </a:lnTo>
                <a:lnTo>
                  <a:pt x="856" y="7125"/>
                </a:lnTo>
                <a:lnTo>
                  <a:pt x="878" y="7061"/>
                </a:lnTo>
                <a:lnTo>
                  <a:pt x="921" y="6997"/>
                </a:lnTo>
                <a:lnTo>
                  <a:pt x="942" y="6869"/>
                </a:lnTo>
                <a:lnTo>
                  <a:pt x="985" y="6740"/>
                </a:lnTo>
                <a:lnTo>
                  <a:pt x="1134" y="6505"/>
                </a:lnTo>
                <a:lnTo>
                  <a:pt x="1220" y="6377"/>
                </a:lnTo>
                <a:lnTo>
                  <a:pt x="1284" y="6248"/>
                </a:lnTo>
                <a:lnTo>
                  <a:pt x="1306" y="6120"/>
                </a:lnTo>
                <a:lnTo>
                  <a:pt x="1327" y="5970"/>
                </a:lnTo>
                <a:lnTo>
                  <a:pt x="1284" y="5842"/>
                </a:lnTo>
                <a:lnTo>
                  <a:pt x="1263" y="5799"/>
                </a:lnTo>
                <a:lnTo>
                  <a:pt x="1241" y="5778"/>
                </a:lnTo>
                <a:lnTo>
                  <a:pt x="1199" y="5778"/>
                </a:lnTo>
                <a:lnTo>
                  <a:pt x="1156" y="5799"/>
                </a:lnTo>
                <a:lnTo>
                  <a:pt x="1092" y="5863"/>
                </a:lnTo>
                <a:lnTo>
                  <a:pt x="921" y="6056"/>
                </a:lnTo>
                <a:lnTo>
                  <a:pt x="835" y="6141"/>
                </a:lnTo>
                <a:lnTo>
                  <a:pt x="792" y="6184"/>
                </a:lnTo>
                <a:lnTo>
                  <a:pt x="728" y="6227"/>
                </a:lnTo>
                <a:lnTo>
                  <a:pt x="707" y="6205"/>
                </a:lnTo>
                <a:lnTo>
                  <a:pt x="707" y="6141"/>
                </a:lnTo>
                <a:lnTo>
                  <a:pt x="707" y="6077"/>
                </a:lnTo>
                <a:lnTo>
                  <a:pt x="728" y="6013"/>
                </a:lnTo>
                <a:lnTo>
                  <a:pt x="792" y="5842"/>
                </a:lnTo>
                <a:lnTo>
                  <a:pt x="942" y="5564"/>
                </a:lnTo>
                <a:lnTo>
                  <a:pt x="1027" y="5350"/>
                </a:lnTo>
                <a:lnTo>
                  <a:pt x="1049" y="5243"/>
                </a:lnTo>
                <a:lnTo>
                  <a:pt x="1049" y="5157"/>
                </a:lnTo>
                <a:lnTo>
                  <a:pt x="1027" y="5072"/>
                </a:lnTo>
                <a:lnTo>
                  <a:pt x="985" y="5029"/>
                </a:lnTo>
                <a:lnTo>
                  <a:pt x="899" y="4986"/>
                </a:lnTo>
                <a:lnTo>
                  <a:pt x="771" y="5007"/>
                </a:lnTo>
                <a:lnTo>
                  <a:pt x="685" y="5029"/>
                </a:lnTo>
                <a:lnTo>
                  <a:pt x="664" y="5050"/>
                </a:lnTo>
                <a:lnTo>
                  <a:pt x="642" y="5029"/>
                </a:lnTo>
                <a:lnTo>
                  <a:pt x="621" y="4922"/>
                </a:lnTo>
                <a:lnTo>
                  <a:pt x="600" y="4772"/>
                </a:lnTo>
                <a:lnTo>
                  <a:pt x="600" y="4601"/>
                </a:lnTo>
                <a:lnTo>
                  <a:pt x="621" y="4301"/>
                </a:lnTo>
                <a:lnTo>
                  <a:pt x="642" y="4173"/>
                </a:lnTo>
                <a:lnTo>
                  <a:pt x="685" y="4045"/>
                </a:lnTo>
                <a:lnTo>
                  <a:pt x="749" y="3916"/>
                </a:lnTo>
                <a:lnTo>
                  <a:pt x="792" y="3873"/>
                </a:lnTo>
                <a:lnTo>
                  <a:pt x="835" y="3852"/>
                </a:lnTo>
                <a:lnTo>
                  <a:pt x="899" y="3831"/>
                </a:lnTo>
                <a:lnTo>
                  <a:pt x="985" y="3831"/>
                </a:lnTo>
                <a:lnTo>
                  <a:pt x="1113" y="3852"/>
                </a:lnTo>
                <a:lnTo>
                  <a:pt x="1798" y="3852"/>
                </a:lnTo>
                <a:lnTo>
                  <a:pt x="3231" y="3831"/>
                </a:lnTo>
                <a:lnTo>
                  <a:pt x="4665" y="3809"/>
                </a:lnTo>
                <a:lnTo>
                  <a:pt x="5114" y="3766"/>
                </a:lnTo>
                <a:close/>
                <a:moveTo>
                  <a:pt x="5349" y="7446"/>
                </a:moveTo>
                <a:lnTo>
                  <a:pt x="5414" y="7468"/>
                </a:lnTo>
                <a:lnTo>
                  <a:pt x="5456" y="7489"/>
                </a:lnTo>
                <a:lnTo>
                  <a:pt x="5499" y="7532"/>
                </a:lnTo>
                <a:lnTo>
                  <a:pt x="5542" y="7618"/>
                </a:lnTo>
                <a:lnTo>
                  <a:pt x="5542" y="7725"/>
                </a:lnTo>
                <a:lnTo>
                  <a:pt x="5499" y="7832"/>
                </a:lnTo>
                <a:lnTo>
                  <a:pt x="5435" y="7960"/>
                </a:lnTo>
                <a:lnTo>
                  <a:pt x="5371" y="8067"/>
                </a:lnTo>
                <a:lnTo>
                  <a:pt x="5285" y="8152"/>
                </a:lnTo>
                <a:lnTo>
                  <a:pt x="5135" y="8259"/>
                </a:lnTo>
                <a:lnTo>
                  <a:pt x="4964" y="8345"/>
                </a:lnTo>
                <a:lnTo>
                  <a:pt x="4793" y="8388"/>
                </a:lnTo>
                <a:lnTo>
                  <a:pt x="4601" y="8409"/>
                </a:lnTo>
                <a:lnTo>
                  <a:pt x="4194" y="8431"/>
                </a:lnTo>
                <a:lnTo>
                  <a:pt x="3830" y="8452"/>
                </a:lnTo>
                <a:lnTo>
                  <a:pt x="3488" y="8473"/>
                </a:lnTo>
                <a:lnTo>
                  <a:pt x="3146" y="8495"/>
                </a:lnTo>
                <a:lnTo>
                  <a:pt x="2504" y="8495"/>
                </a:lnTo>
                <a:lnTo>
                  <a:pt x="2440" y="8473"/>
                </a:lnTo>
                <a:lnTo>
                  <a:pt x="2375" y="8431"/>
                </a:lnTo>
                <a:lnTo>
                  <a:pt x="2333" y="8366"/>
                </a:lnTo>
                <a:lnTo>
                  <a:pt x="2290" y="8324"/>
                </a:lnTo>
                <a:lnTo>
                  <a:pt x="2226" y="8281"/>
                </a:lnTo>
                <a:lnTo>
                  <a:pt x="2161" y="8281"/>
                </a:lnTo>
                <a:lnTo>
                  <a:pt x="2076" y="8302"/>
                </a:lnTo>
                <a:lnTo>
                  <a:pt x="1990" y="8324"/>
                </a:lnTo>
                <a:lnTo>
                  <a:pt x="1905" y="8345"/>
                </a:lnTo>
                <a:lnTo>
                  <a:pt x="1776" y="8324"/>
                </a:lnTo>
                <a:lnTo>
                  <a:pt x="1712" y="8302"/>
                </a:lnTo>
                <a:lnTo>
                  <a:pt x="1669" y="8238"/>
                </a:lnTo>
                <a:lnTo>
                  <a:pt x="1605" y="8131"/>
                </a:lnTo>
                <a:lnTo>
                  <a:pt x="1541" y="8024"/>
                </a:lnTo>
                <a:lnTo>
                  <a:pt x="1498" y="8003"/>
                </a:lnTo>
                <a:lnTo>
                  <a:pt x="1477" y="8003"/>
                </a:lnTo>
                <a:lnTo>
                  <a:pt x="1413" y="8024"/>
                </a:lnTo>
                <a:lnTo>
                  <a:pt x="1306" y="8067"/>
                </a:lnTo>
                <a:lnTo>
                  <a:pt x="1284" y="8110"/>
                </a:lnTo>
                <a:lnTo>
                  <a:pt x="1263" y="8131"/>
                </a:lnTo>
                <a:lnTo>
                  <a:pt x="1220" y="8152"/>
                </a:lnTo>
                <a:lnTo>
                  <a:pt x="1177" y="8131"/>
                </a:lnTo>
                <a:lnTo>
                  <a:pt x="1134" y="8088"/>
                </a:lnTo>
                <a:lnTo>
                  <a:pt x="1134" y="8024"/>
                </a:lnTo>
                <a:lnTo>
                  <a:pt x="1134" y="7917"/>
                </a:lnTo>
                <a:lnTo>
                  <a:pt x="1134" y="7767"/>
                </a:lnTo>
                <a:lnTo>
                  <a:pt x="1156" y="7660"/>
                </a:lnTo>
                <a:lnTo>
                  <a:pt x="1177" y="7639"/>
                </a:lnTo>
                <a:lnTo>
                  <a:pt x="1199" y="7596"/>
                </a:lnTo>
                <a:lnTo>
                  <a:pt x="1263" y="7575"/>
                </a:lnTo>
                <a:lnTo>
                  <a:pt x="1327" y="7553"/>
                </a:lnTo>
                <a:lnTo>
                  <a:pt x="1883" y="7553"/>
                </a:lnTo>
                <a:lnTo>
                  <a:pt x="2076" y="7532"/>
                </a:lnTo>
                <a:lnTo>
                  <a:pt x="2461" y="7511"/>
                </a:lnTo>
                <a:lnTo>
                  <a:pt x="2868" y="7489"/>
                </a:lnTo>
                <a:lnTo>
                  <a:pt x="3638" y="7489"/>
                </a:lnTo>
                <a:lnTo>
                  <a:pt x="4451" y="7468"/>
                </a:lnTo>
                <a:lnTo>
                  <a:pt x="4879" y="7446"/>
                </a:lnTo>
                <a:close/>
                <a:moveTo>
                  <a:pt x="2932" y="1"/>
                </a:moveTo>
                <a:lnTo>
                  <a:pt x="2632" y="22"/>
                </a:lnTo>
                <a:lnTo>
                  <a:pt x="2333" y="43"/>
                </a:lnTo>
                <a:lnTo>
                  <a:pt x="1755" y="108"/>
                </a:lnTo>
                <a:lnTo>
                  <a:pt x="1498" y="129"/>
                </a:lnTo>
                <a:lnTo>
                  <a:pt x="1220" y="129"/>
                </a:lnTo>
                <a:lnTo>
                  <a:pt x="1070" y="150"/>
                </a:lnTo>
                <a:lnTo>
                  <a:pt x="942" y="172"/>
                </a:lnTo>
                <a:lnTo>
                  <a:pt x="814" y="236"/>
                </a:lnTo>
                <a:lnTo>
                  <a:pt x="728" y="300"/>
                </a:lnTo>
                <a:lnTo>
                  <a:pt x="642" y="386"/>
                </a:lnTo>
                <a:lnTo>
                  <a:pt x="600" y="493"/>
                </a:lnTo>
                <a:lnTo>
                  <a:pt x="578" y="621"/>
                </a:lnTo>
                <a:lnTo>
                  <a:pt x="557" y="728"/>
                </a:lnTo>
                <a:lnTo>
                  <a:pt x="557" y="985"/>
                </a:lnTo>
                <a:lnTo>
                  <a:pt x="578" y="1220"/>
                </a:lnTo>
                <a:lnTo>
                  <a:pt x="600" y="1434"/>
                </a:lnTo>
                <a:lnTo>
                  <a:pt x="642" y="1520"/>
                </a:lnTo>
                <a:lnTo>
                  <a:pt x="707" y="1605"/>
                </a:lnTo>
                <a:lnTo>
                  <a:pt x="749" y="1648"/>
                </a:lnTo>
                <a:lnTo>
                  <a:pt x="792" y="1691"/>
                </a:lnTo>
                <a:lnTo>
                  <a:pt x="921" y="1734"/>
                </a:lnTo>
                <a:lnTo>
                  <a:pt x="1027" y="1777"/>
                </a:lnTo>
                <a:lnTo>
                  <a:pt x="1070" y="1798"/>
                </a:lnTo>
                <a:lnTo>
                  <a:pt x="1113" y="1841"/>
                </a:lnTo>
                <a:lnTo>
                  <a:pt x="1113" y="1862"/>
                </a:lnTo>
                <a:lnTo>
                  <a:pt x="1113" y="1905"/>
                </a:lnTo>
                <a:lnTo>
                  <a:pt x="1092" y="2012"/>
                </a:lnTo>
                <a:lnTo>
                  <a:pt x="1006" y="2119"/>
                </a:lnTo>
                <a:lnTo>
                  <a:pt x="899" y="2247"/>
                </a:lnTo>
                <a:lnTo>
                  <a:pt x="685" y="2483"/>
                </a:lnTo>
                <a:lnTo>
                  <a:pt x="514" y="2654"/>
                </a:lnTo>
                <a:lnTo>
                  <a:pt x="364" y="2825"/>
                </a:lnTo>
                <a:lnTo>
                  <a:pt x="236" y="3039"/>
                </a:lnTo>
                <a:lnTo>
                  <a:pt x="129" y="3253"/>
                </a:lnTo>
                <a:lnTo>
                  <a:pt x="65" y="3467"/>
                </a:lnTo>
                <a:lnTo>
                  <a:pt x="22" y="3788"/>
                </a:lnTo>
                <a:lnTo>
                  <a:pt x="0" y="4109"/>
                </a:lnTo>
                <a:lnTo>
                  <a:pt x="0" y="4430"/>
                </a:lnTo>
                <a:lnTo>
                  <a:pt x="0" y="4772"/>
                </a:lnTo>
                <a:lnTo>
                  <a:pt x="65" y="5414"/>
                </a:lnTo>
                <a:lnTo>
                  <a:pt x="150" y="6056"/>
                </a:lnTo>
                <a:lnTo>
                  <a:pt x="193" y="6591"/>
                </a:lnTo>
                <a:lnTo>
                  <a:pt x="236" y="7147"/>
                </a:lnTo>
                <a:lnTo>
                  <a:pt x="236" y="7425"/>
                </a:lnTo>
                <a:lnTo>
                  <a:pt x="214" y="7725"/>
                </a:lnTo>
                <a:lnTo>
                  <a:pt x="214" y="7874"/>
                </a:lnTo>
                <a:lnTo>
                  <a:pt x="236" y="8024"/>
                </a:lnTo>
                <a:lnTo>
                  <a:pt x="279" y="8152"/>
                </a:lnTo>
                <a:lnTo>
                  <a:pt x="364" y="8281"/>
                </a:lnTo>
                <a:lnTo>
                  <a:pt x="428" y="8388"/>
                </a:lnTo>
                <a:lnTo>
                  <a:pt x="514" y="8473"/>
                </a:lnTo>
                <a:lnTo>
                  <a:pt x="728" y="8645"/>
                </a:lnTo>
                <a:lnTo>
                  <a:pt x="963" y="8794"/>
                </a:lnTo>
                <a:lnTo>
                  <a:pt x="1199" y="8880"/>
                </a:lnTo>
                <a:lnTo>
                  <a:pt x="1327" y="8901"/>
                </a:lnTo>
                <a:lnTo>
                  <a:pt x="1477" y="8923"/>
                </a:lnTo>
                <a:lnTo>
                  <a:pt x="1798" y="8923"/>
                </a:lnTo>
                <a:lnTo>
                  <a:pt x="2418" y="8859"/>
                </a:lnTo>
                <a:lnTo>
                  <a:pt x="3103" y="8816"/>
                </a:lnTo>
                <a:lnTo>
                  <a:pt x="3788" y="8816"/>
                </a:lnTo>
                <a:lnTo>
                  <a:pt x="4494" y="8794"/>
                </a:lnTo>
                <a:lnTo>
                  <a:pt x="5178" y="8752"/>
                </a:lnTo>
                <a:lnTo>
                  <a:pt x="5328" y="8730"/>
                </a:lnTo>
                <a:lnTo>
                  <a:pt x="5435" y="8709"/>
                </a:lnTo>
                <a:lnTo>
                  <a:pt x="5521" y="8666"/>
                </a:lnTo>
                <a:lnTo>
                  <a:pt x="5628" y="8580"/>
                </a:lnTo>
                <a:lnTo>
                  <a:pt x="5799" y="8388"/>
                </a:lnTo>
                <a:lnTo>
                  <a:pt x="5906" y="8281"/>
                </a:lnTo>
                <a:lnTo>
                  <a:pt x="5970" y="8174"/>
                </a:lnTo>
                <a:lnTo>
                  <a:pt x="6013" y="8024"/>
                </a:lnTo>
                <a:lnTo>
                  <a:pt x="6034" y="7874"/>
                </a:lnTo>
                <a:lnTo>
                  <a:pt x="6055" y="7682"/>
                </a:lnTo>
                <a:lnTo>
                  <a:pt x="6055" y="7511"/>
                </a:lnTo>
                <a:lnTo>
                  <a:pt x="6034" y="7147"/>
                </a:lnTo>
                <a:lnTo>
                  <a:pt x="6013" y="6805"/>
                </a:lnTo>
                <a:lnTo>
                  <a:pt x="6013" y="5285"/>
                </a:lnTo>
                <a:lnTo>
                  <a:pt x="5991" y="4515"/>
                </a:lnTo>
                <a:lnTo>
                  <a:pt x="5948" y="3766"/>
                </a:lnTo>
                <a:lnTo>
                  <a:pt x="5927" y="3445"/>
                </a:lnTo>
                <a:lnTo>
                  <a:pt x="5863" y="3167"/>
                </a:lnTo>
                <a:lnTo>
                  <a:pt x="5820" y="3018"/>
                </a:lnTo>
                <a:lnTo>
                  <a:pt x="5777" y="2889"/>
                </a:lnTo>
                <a:lnTo>
                  <a:pt x="5713" y="2739"/>
                </a:lnTo>
                <a:lnTo>
                  <a:pt x="5628" y="2611"/>
                </a:lnTo>
                <a:lnTo>
                  <a:pt x="5521" y="2483"/>
                </a:lnTo>
                <a:lnTo>
                  <a:pt x="5414" y="2376"/>
                </a:lnTo>
                <a:lnTo>
                  <a:pt x="5307" y="2269"/>
                </a:lnTo>
                <a:lnTo>
                  <a:pt x="5178" y="2183"/>
                </a:lnTo>
                <a:lnTo>
                  <a:pt x="4879" y="1991"/>
                </a:lnTo>
                <a:lnTo>
                  <a:pt x="4729" y="1884"/>
                </a:lnTo>
                <a:lnTo>
                  <a:pt x="4665" y="1819"/>
                </a:lnTo>
                <a:lnTo>
                  <a:pt x="4643" y="1777"/>
                </a:lnTo>
                <a:lnTo>
                  <a:pt x="4686" y="1755"/>
                </a:lnTo>
                <a:lnTo>
                  <a:pt x="4793" y="1734"/>
                </a:lnTo>
                <a:lnTo>
                  <a:pt x="4964" y="1648"/>
                </a:lnTo>
                <a:lnTo>
                  <a:pt x="5007" y="1584"/>
                </a:lnTo>
                <a:lnTo>
                  <a:pt x="5007" y="1498"/>
                </a:lnTo>
                <a:lnTo>
                  <a:pt x="5028" y="1349"/>
                </a:lnTo>
                <a:lnTo>
                  <a:pt x="5071" y="1070"/>
                </a:lnTo>
                <a:lnTo>
                  <a:pt x="5135" y="750"/>
                </a:lnTo>
                <a:lnTo>
                  <a:pt x="5157" y="600"/>
                </a:lnTo>
                <a:lnTo>
                  <a:pt x="5157" y="450"/>
                </a:lnTo>
                <a:lnTo>
                  <a:pt x="5135" y="322"/>
                </a:lnTo>
                <a:lnTo>
                  <a:pt x="5071" y="193"/>
                </a:lnTo>
                <a:lnTo>
                  <a:pt x="5007" y="108"/>
                </a:lnTo>
                <a:lnTo>
                  <a:pt x="4879" y="43"/>
                </a:lnTo>
                <a:lnTo>
                  <a:pt x="4750" y="1"/>
                </a:lnTo>
                <a:lnTo>
                  <a:pt x="4301" y="1"/>
                </a:lnTo>
                <a:lnTo>
                  <a:pt x="4066" y="22"/>
                </a:lnTo>
                <a:lnTo>
                  <a:pt x="2932" y="1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6"/>
          <p:cNvSpPr/>
          <p:nvPr/>
        </p:nvSpPr>
        <p:spPr>
          <a:xfrm>
            <a:off x="3202742" y="883950"/>
            <a:ext cx="487003" cy="470310"/>
          </a:xfrm>
          <a:custGeom>
            <a:rect b="b" l="l" r="r" t="t"/>
            <a:pathLst>
              <a:path extrusionOk="0" h="9907" w="7725">
                <a:moveTo>
                  <a:pt x="7703" y="7681"/>
                </a:moveTo>
                <a:lnTo>
                  <a:pt x="7703" y="7681"/>
                </a:lnTo>
                <a:lnTo>
                  <a:pt x="7661" y="7595"/>
                </a:lnTo>
                <a:lnTo>
                  <a:pt x="7596" y="7531"/>
                </a:lnTo>
                <a:lnTo>
                  <a:pt x="7382" y="7382"/>
                </a:lnTo>
                <a:lnTo>
                  <a:pt x="6997" y="7168"/>
                </a:lnTo>
                <a:lnTo>
                  <a:pt x="6997" y="7168"/>
                </a:lnTo>
                <a:lnTo>
                  <a:pt x="6634" y="6954"/>
                </a:lnTo>
                <a:lnTo>
                  <a:pt x="6291" y="6718"/>
                </a:lnTo>
                <a:lnTo>
                  <a:pt x="6291" y="6718"/>
                </a:lnTo>
                <a:lnTo>
                  <a:pt x="6099" y="6568"/>
                </a:lnTo>
                <a:lnTo>
                  <a:pt x="5863" y="6462"/>
                </a:lnTo>
                <a:lnTo>
                  <a:pt x="5393" y="6269"/>
                </a:lnTo>
                <a:lnTo>
                  <a:pt x="5393" y="6269"/>
                </a:lnTo>
                <a:lnTo>
                  <a:pt x="5221" y="6183"/>
                </a:lnTo>
                <a:lnTo>
                  <a:pt x="5093" y="6098"/>
                </a:lnTo>
                <a:lnTo>
                  <a:pt x="4965" y="5969"/>
                </a:lnTo>
                <a:lnTo>
                  <a:pt x="4879" y="5841"/>
                </a:lnTo>
                <a:lnTo>
                  <a:pt x="4794" y="5691"/>
                </a:lnTo>
                <a:lnTo>
                  <a:pt x="4772" y="5520"/>
                </a:lnTo>
                <a:lnTo>
                  <a:pt x="4772" y="5349"/>
                </a:lnTo>
                <a:lnTo>
                  <a:pt x="4815" y="5156"/>
                </a:lnTo>
                <a:lnTo>
                  <a:pt x="4815" y="5156"/>
                </a:lnTo>
                <a:lnTo>
                  <a:pt x="4922" y="4964"/>
                </a:lnTo>
                <a:lnTo>
                  <a:pt x="5050" y="4771"/>
                </a:lnTo>
                <a:lnTo>
                  <a:pt x="5179" y="4579"/>
                </a:lnTo>
                <a:lnTo>
                  <a:pt x="5307" y="4386"/>
                </a:lnTo>
                <a:lnTo>
                  <a:pt x="5307" y="4386"/>
                </a:lnTo>
                <a:lnTo>
                  <a:pt x="5542" y="3980"/>
                </a:lnTo>
                <a:lnTo>
                  <a:pt x="5756" y="3573"/>
                </a:lnTo>
                <a:lnTo>
                  <a:pt x="5756" y="3573"/>
                </a:lnTo>
                <a:lnTo>
                  <a:pt x="5799" y="3445"/>
                </a:lnTo>
                <a:lnTo>
                  <a:pt x="5863" y="3359"/>
                </a:lnTo>
                <a:lnTo>
                  <a:pt x="5970" y="3295"/>
                </a:lnTo>
                <a:lnTo>
                  <a:pt x="6099" y="3274"/>
                </a:lnTo>
                <a:lnTo>
                  <a:pt x="6099" y="3274"/>
                </a:lnTo>
                <a:lnTo>
                  <a:pt x="6227" y="3252"/>
                </a:lnTo>
                <a:lnTo>
                  <a:pt x="6334" y="3209"/>
                </a:lnTo>
                <a:lnTo>
                  <a:pt x="6420" y="3145"/>
                </a:lnTo>
                <a:lnTo>
                  <a:pt x="6505" y="3038"/>
                </a:lnTo>
                <a:lnTo>
                  <a:pt x="6505" y="3038"/>
                </a:lnTo>
                <a:lnTo>
                  <a:pt x="6569" y="2846"/>
                </a:lnTo>
                <a:lnTo>
                  <a:pt x="6655" y="2610"/>
                </a:lnTo>
                <a:lnTo>
                  <a:pt x="6698" y="2375"/>
                </a:lnTo>
                <a:lnTo>
                  <a:pt x="6698" y="2268"/>
                </a:lnTo>
                <a:lnTo>
                  <a:pt x="6698" y="2161"/>
                </a:lnTo>
                <a:lnTo>
                  <a:pt x="6698" y="2161"/>
                </a:lnTo>
                <a:lnTo>
                  <a:pt x="6676" y="2097"/>
                </a:lnTo>
                <a:lnTo>
                  <a:pt x="6634" y="2011"/>
                </a:lnTo>
                <a:lnTo>
                  <a:pt x="6591" y="1947"/>
                </a:lnTo>
                <a:lnTo>
                  <a:pt x="6569" y="1883"/>
                </a:lnTo>
                <a:lnTo>
                  <a:pt x="6569" y="1883"/>
                </a:lnTo>
                <a:lnTo>
                  <a:pt x="6591" y="1776"/>
                </a:lnTo>
                <a:lnTo>
                  <a:pt x="6634" y="1690"/>
                </a:lnTo>
                <a:lnTo>
                  <a:pt x="6741" y="1498"/>
                </a:lnTo>
                <a:lnTo>
                  <a:pt x="6741" y="1498"/>
                </a:lnTo>
                <a:lnTo>
                  <a:pt x="6869" y="1155"/>
                </a:lnTo>
                <a:lnTo>
                  <a:pt x="6933" y="963"/>
                </a:lnTo>
                <a:lnTo>
                  <a:pt x="6955" y="770"/>
                </a:lnTo>
                <a:lnTo>
                  <a:pt x="6976" y="578"/>
                </a:lnTo>
                <a:lnTo>
                  <a:pt x="6933" y="407"/>
                </a:lnTo>
                <a:lnTo>
                  <a:pt x="6912" y="321"/>
                </a:lnTo>
                <a:lnTo>
                  <a:pt x="6869" y="257"/>
                </a:lnTo>
                <a:lnTo>
                  <a:pt x="6805" y="193"/>
                </a:lnTo>
                <a:lnTo>
                  <a:pt x="6719" y="128"/>
                </a:lnTo>
                <a:lnTo>
                  <a:pt x="6719" y="128"/>
                </a:lnTo>
                <a:lnTo>
                  <a:pt x="6527" y="43"/>
                </a:lnTo>
                <a:lnTo>
                  <a:pt x="6334" y="21"/>
                </a:lnTo>
                <a:lnTo>
                  <a:pt x="6163" y="0"/>
                </a:lnTo>
                <a:lnTo>
                  <a:pt x="5970" y="21"/>
                </a:lnTo>
                <a:lnTo>
                  <a:pt x="5607" y="64"/>
                </a:lnTo>
                <a:lnTo>
                  <a:pt x="5435" y="64"/>
                </a:lnTo>
                <a:lnTo>
                  <a:pt x="5243" y="43"/>
                </a:lnTo>
                <a:lnTo>
                  <a:pt x="5243" y="43"/>
                </a:lnTo>
                <a:lnTo>
                  <a:pt x="5029" y="21"/>
                </a:lnTo>
                <a:lnTo>
                  <a:pt x="4815" y="0"/>
                </a:lnTo>
                <a:lnTo>
                  <a:pt x="4387" y="0"/>
                </a:lnTo>
                <a:lnTo>
                  <a:pt x="3959" y="43"/>
                </a:lnTo>
                <a:lnTo>
                  <a:pt x="3531" y="128"/>
                </a:lnTo>
                <a:lnTo>
                  <a:pt x="3531" y="128"/>
                </a:lnTo>
                <a:lnTo>
                  <a:pt x="3103" y="214"/>
                </a:lnTo>
                <a:lnTo>
                  <a:pt x="2889" y="278"/>
                </a:lnTo>
                <a:lnTo>
                  <a:pt x="2697" y="364"/>
                </a:lnTo>
                <a:lnTo>
                  <a:pt x="2697" y="364"/>
                </a:lnTo>
                <a:lnTo>
                  <a:pt x="2526" y="449"/>
                </a:lnTo>
                <a:lnTo>
                  <a:pt x="2376" y="535"/>
                </a:lnTo>
                <a:lnTo>
                  <a:pt x="2226" y="642"/>
                </a:lnTo>
                <a:lnTo>
                  <a:pt x="2076" y="727"/>
                </a:lnTo>
                <a:lnTo>
                  <a:pt x="2076" y="727"/>
                </a:lnTo>
                <a:lnTo>
                  <a:pt x="1991" y="749"/>
                </a:lnTo>
                <a:lnTo>
                  <a:pt x="1905" y="770"/>
                </a:lnTo>
                <a:lnTo>
                  <a:pt x="1691" y="749"/>
                </a:lnTo>
                <a:lnTo>
                  <a:pt x="1456" y="727"/>
                </a:lnTo>
                <a:lnTo>
                  <a:pt x="1349" y="727"/>
                </a:lnTo>
                <a:lnTo>
                  <a:pt x="1263" y="727"/>
                </a:lnTo>
                <a:lnTo>
                  <a:pt x="1263" y="727"/>
                </a:lnTo>
                <a:lnTo>
                  <a:pt x="1071" y="770"/>
                </a:lnTo>
                <a:lnTo>
                  <a:pt x="878" y="834"/>
                </a:lnTo>
                <a:lnTo>
                  <a:pt x="514" y="1006"/>
                </a:lnTo>
                <a:lnTo>
                  <a:pt x="514" y="1006"/>
                </a:lnTo>
                <a:lnTo>
                  <a:pt x="343" y="1113"/>
                </a:lnTo>
                <a:lnTo>
                  <a:pt x="215" y="1241"/>
                </a:lnTo>
                <a:lnTo>
                  <a:pt x="108" y="1412"/>
                </a:lnTo>
                <a:lnTo>
                  <a:pt x="44" y="1583"/>
                </a:lnTo>
                <a:lnTo>
                  <a:pt x="1" y="1754"/>
                </a:lnTo>
                <a:lnTo>
                  <a:pt x="1" y="1947"/>
                </a:lnTo>
                <a:lnTo>
                  <a:pt x="44" y="2161"/>
                </a:lnTo>
                <a:lnTo>
                  <a:pt x="108" y="2354"/>
                </a:lnTo>
                <a:lnTo>
                  <a:pt x="108" y="2354"/>
                </a:lnTo>
                <a:lnTo>
                  <a:pt x="193" y="2546"/>
                </a:lnTo>
                <a:lnTo>
                  <a:pt x="322" y="2717"/>
                </a:lnTo>
                <a:lnTo>
                  <a:pt x="450" y="2888"/>
                </a:lnTo>
                <a:lnTo>
                  <a:pt x="600" y="3060"/>
                </a:lnTo>
                <a:lnTo>
                  <a:pt x="600" y="3060"/>
                </a:lnTo>
                <a:lnTo>
                  <a:pt x="728" y="3167"/>
                </a:lnTo>
                <a:lnTo>
                  <a:pt x="835" y="3274"/>
                </a:lnTo>
                <a:lnTo>
                  <a:pt x="835" y="3274"/>
                </a:lnTo>
                <a:lnTo>
                  <a:pt x="921" y="3402"/>
                </a:lnTo>
                <a:lnTo>
                  <a:pt x="964" y="3466"/>
                </a:lnTo>
                <a:lnTo>
                  <a:pt x="1028" y="3530"/>
                </a:lnTo>
                <a:lnTo>
                  <a:pt x="1028" y="3530"/>
                </a:lnTo>
                <a:lnTo>
                  <a:pt x="1178" y="3637"/>
                </a:lnTo>
                <a:lnTo>
                  <a:pt x="1349" y="3723"/>
                </a:lnTo>
                <a:lnTo>
                  <a:pt x="1648" y="3915"/>
                </a:lnTo>
                <a:lnTo>
                  <a:pt x="1648" y="3915"/>
                </a:lnTo>
                <a:lnTo>
                  <a:pt x="1798" y="4044"/>
                </a:lnTo>
                <a:lnTo>
                  <a:pt x="1905" y="4194"/>
                </a:lnTo>
                <a:lnTo>
                  <a:pt x="2098" y="4536"/>
                </a:lnTo>
                <a:lnTo>
                  <a:pt x="2098" y="4536"/>
                </a:lnTo>
                <a:lnTo>
                  <a:pt x="2333" y="4857"/>
                </a:lnTo>
                <a:lnTo>
                  <a:pt x="2568" y="5178"/>
                </a:lnTo>
                <a:lnTo>
                  <a:pt x="2782" y="5499"/>
                </a:lnTo>
                <a:lnTo>
                  <a:pt x="2889" y="5691"/>
                </a:lnTo>
                <a:lnTo>
                  <a:pt x="2954" y="5862"/>
                </a:lnTo>
                <a:lnTo>
                  <a:pt x="2954" y="5862"/>
                </a:lnTo>
                <a:lnTo>
                  <a:pt x="2996" y="5991"/>
                </a:lnTo>
                <a:lnTo>
                  <a:pt x="2996" y="6076"/>
                </a:lnTo>
                <a:lnTo>
                  <a:pt x="2996" y="6162"/>
                </a:lnTo>
                <a:lnTo>
                  <a:pt x="2975" y="6226"/>
                </a:lnTo>
                <a:lnTo>
                  <a:pt x="2932" y="6312"/>
                </a:lnTo>
                <a:lnTo>
                  <a:pt x="2889" y="6376"/>
                </a:lnTo>
                <a:lnTo>
                  <a:pt x="2718" y="6504"/>
                </a:lnTo>
                <a:lnTo>
                  <a:pt x="2718" y="6504"/>
                </a:lnTo>
                <a:lnTo>
                  <a:pt x="2397" y="6697"/>
                </a:lnTo>
                <a:lnTo>
                  <a:pt x="2226" y="6804"/>
                </a:lnTo>
                <a:lnTo>
                  <a:pt x="2076" y="6911"/>
                </a:lnTo>
                <a:lnTo>
                  <a:pt x="2076" y="6911"/>
                </a:lnTo>
                <a:lnTo>
                  <a:pt x="1905" y="7018"/>
                </a:lnTo>
                <a:lnTo>
                  <a:pt x="1755" y="7125"/>
                </a:lnTo>
                <a:lnTo>
                  <a:pt x="1392" y="7317"/>
                </a:lnTo>
                <a:lnTo>
                  <a:pt x="1392" y="7317"/>
                </a:lnTo>
                <a:lnTo>
                  <a:pt x="1071" y="7489"/>
                </a:lnTo>
                <a:lnTo>
                  <a:pt x="900" y="7595"/>
                </a:lnTo>
                <a:lnTo>
                  <a:pt x="771" y="7702"/>
                </a:lnTo>
                <a:lnTo>
                  <a:pt x="771" y="7702"/>
                </a:lnTo>
                <a:lnTo>
                  <a:pt x="728" y="7788"/>
                </a:lnTo>
                <a:lnTo>
                  <a:pt x="707" y="7852"/>
                </a:lnTo>
                <a:lnTo>
                  <a:pt x="686" y="7938"/>
                </a:lnTo>
                <a:lnTo>
                  <a:pt x="686" y="8045"/>
                </a:lnTo>
                <a:lnTo>
                  <a:pt x="728" y="8216"/>
                </a:lnTo>
                <a:lnTo>
                  <a:pt x="750" y="8302"/>
                </a:lnTo>
                <a:lnTo>
                  <a:pt x="793" y="8366"/>
                </a:lnTo>
                <a:lnTo>
                  <a:pt x="793" y="8366"/>
                </a:lnTo>
                <a:lnTo>
                  <a:pt x="900" y="8473"/>
                </a:lnTo>
                <a:lnTo>
                  <a:pt x="942" y="8494"/>
                </a:lnTo>
                <a:lnTo>
                  <a:pt x="985" y="8494"/>
                </a:lnTo>
                <a:lnTo>
                  <a:pt x="1028" y="8473"/>
                </a:lnTo>
                <a:lnTo>
                  <a:pt x="1071" y="8451"/>
                </a:lnTo>
                <a:lnTo>
                  <a:pt x="1092" y="8387"/>
                </a:lnTo>
                <a:lnTo>
                  <a:pt x="1113" y="8323"/>
                </a:lnTo>
                <a:lnTo>
                  <a:pt x="1113" y="8323"/>
                </a:lnTo>
                <a:lnTo>
                  <a:pt x="1049" y="8259"/>
                </a:lnTo>
                <a:lnTo>
                  <a:pt x="1028" y="8216"/>
                </a:lnTo>
                <a:lnTo>
                  <a:pt x="1028" y="8173"/>
                </a:lnTo>
                <a:lnTo>
                  <a:pt x="1028" y="8173"/>
                </a:lnTo>
                <a:lnTo>
                  <a:pt x="1135" y="8302"/>
                </a:lnTo>
                <a:lnTo>
                  <a:pt x="1178" y="8323"/>
                </a:lnTo>
                <a:lnTo>
                  <a:pt x="1220" y="8344"/>
                </a:lnTo>
                <a:lnTo>
                  <a:pt x="1349" y="8344"/>
                </a:lnTo>
                <a:lnTo>
                  <a:pt x="1477" y="8323"/>
                </a:lnTo>
                <a:lnTo>
                  <a:pt x="1477" y="8323"/>
                </a:lnTo>
                <a:lnTo>
                  <a:pt x="1627" y="8280"/>
                </a:lnTo>
                <a:lnTo>
                  <a:pt x="1627" y="8259"/>
                </a:lnTo>
                <a:lnTo>
                  <a:pt x="1627" y="8152"/>
                </a:lnTo>
                <a:lnTo>
                  <a:pt x="1627" y="8152"/>
                </a:lnTo>
                <a:lnTo>
                  <a:pt x="1584" y="8088"/>
                </a:lnTo>
                <a:lnTo>
                  <a:pt x="1520" y="7981"/>
                </a:lnTo>
                <a:lnTo>
                  <a:pt x="1456" y="7895"/>
                </a:lnTo>
                <a:lnTo>
                  <a:pt x="1456" y="7852"/>
                </a:lnTo>
                <a:lnTo>
                  <a:pt x="1477" y="7831"/>
                </a:lnTo>
                <a:lnTo>
                  <a:pt x="1477" y="7831"/>
                </a:lnTo>
                <a:lnTo>
                  <a:pt x="1499" y="7831"/>
                </a:lnTo>
                <a:lnTo>
                  <a:pt x="1520" y="7852"/>
                </a:lnTo>
                <a:lnTo>
                  <a:pt x="1606" y="7938"/>
                </a:lnTo>
                <a:lnTo>
                  <a:pt x="1691" y="8045"/>
                </a:lnTo>
                <a:lnTo>
                  <a:pt x="1734" y="8066"/>
                </a:lnTo>
                <a:lnTo>
                  <a:pt x="1755" y="8066"/>
                </a:lnTo>
                <a:lnTo>
                  <a:pt x="1755" y="8066"/>
                </a:lnTo>
                <a:lnTo>
                  <a:pt x="1798" y="8045"/>
                </a:lnTo>
                <a:lnTo>
                  <a:pt x="1820" y="8002"/>
                </a:lnTo>
                <a:lnTo>
                  <a:pt x="1798" y="7916"/>
                </a:lnTo>
                <a:lnTo>
                  <a:pt x="1777" y="7809"/>
                </a:lnTo>
                <a:lnTo>
                  <a:pt x="1755" y="7767"/>
                </a:lnTo>
                <a:lnTo>
                  <a:pt x="1777" y="7724"/>
                </a:lnTo>
                <a:lnTo>
                  <a:pt x="1777" y="7724"/>
                </a:lnTo>
                <a:lnTo>
                  <a:pt x="1777" y="7745"/>
                </a:lnTo>
                <a:lnTo>
                  <a:pt x="1798" y="7767"/>
                </a:lnTo>
                <a:lnTo>
                  <a:pt x="1862" y="7809"/>
                </a:lnTo>
                <a:lnTo>
                  <a:pt x="2012" y="7852"/>
                </a:lnTo>
                <a:lnTo>
                  <a:pt x="2012" y="7852"/>
                </a:lnTo>
                <a:lnTo>
                  <a:pt x="2034" y="7852"/>
                </a:lnTo>
                <a:lnTo>
                  <a:pt x="2055" y="7831"/>
                </a:lnTo>
                <a:lnTo>
                  <a:pt x="2076" y="7831"/>
                </a:lnTo>
                <a:lnTo>
                  <a:pt x="2119" y="7852"/>
                </a:lnTo>
                <a:lnTo>
                  <a:pt x="2119" y="7852"/>
                </a:lnTo>
                <a:lnTo>
                  <a:pt x="2162" y="7916"/>
                </a:lnTo>
                <a:lnTo>
                  <a:pt x="2205" y="8002"/>
                </a:lnTo>
                <a:lnTo>
                  <a:pt x="2205" y="8002"/>
                </a:lnTo>
                <a:lnTo>
                  <a:pt x="2312" y="8152"/>
                </a:lnTo>
                <a:lnTo>
                  <a:pt x="2354" y="8259"/>
                </a:lnTo>
                <a:lnTo>
                  <a:pt x="2397" y="8323"/>
                </a:lnTo>
                <a:lnTo>
                  <a:pt x="2397" y="8323"/>
                </a:lnTo>
                <a:lnTo>
                  <a:pt x="2397" y="8387"/>
                </a:lnTo>
                <a:lnTo>
                  <a:pt x="2397" y="8430"/>
                </a:lnTo>
                <a:lnTo>
                  <a:pt x="2333" y="8516"/>
                </a:lnTo>
                <a:lnTo>
                  <a:pt x="2269" y="8622"/>
                </a:lnTo>
                <a:lnTo>
                  <a:pt x="2226" y="8729"/>
                </a:lnTo>
                <a:lnTo>
                  <a:pt x="2226" y="8729"/>
                </a:lnTo>
                <a:lnTo>
                  <a:pt x="2247" y="8836"/>
                </a:lnTo>
                <a:lnTo>
                  <a:pt x="2290" y="8922"/>
                </a:lnTo>
                <a:lnTo>
                  <a:pt x="2354" y="9029"/>
                </a:lnTo>
                <a:lnTo>
                  <a:pt x="2440" y="9115"/>
                </a:lnTo>
                <a:lnTo>
                  <a:pt x="2654" y="9286"/>
                </a:lnTo>
                <a:lnTo>
                  <a:pt x="2825" y="9414"/>
                </a:lnTo>
                <a:lnTo>
                  <a:pt x="2825" y="9414"/>
                </a:lnTo>
                <a:lnTo>
                  <a:pt x="2975" y="9564"/>
                </a:lnTo>
                <a:lnTo>
                  <a:pt x="3210" y="9735"/>
                </a:lnTo>
                <a:lnTo>
                  <a:pt x="3317" y="9821"/>
                </a:lnTo>
                <a:lnTo>
                  <a:pt x="3446" y="9885"/>
                </a:lnTo>
                <a:lnTo>
                  <a:pt x="3531" y="9906"/>
                </a:lnTo>
                <a:lnTo>
                  <a:pt x="3595" y="9906"/>
                </a:lnTo>
                <a:lnTo>
                  <a:pt x="3638" y="9885"/>
                </a:lnTo>
                <a:lnTo>
                  <a:pt x="3638" y="9885"/>
                </a:lnTo>
                <a:lnTo>
                  <a:pt x="3681" y="9842"/>
                </a:lnTo>
                <a:lnTo>
                  <a:pt x="3681" y="9778"/>
                </a:lnTo>
                <a:lnTo>
                  <a:pt x="3660" y="9692"/>
                </a:lnTo>
                <a:lnTo>
                  <a:pt x="3595" y="9628"/>
                </a:lnTo>
                <a:lnTo>
                  <a:pt x="3446" y="9500"/>
                </a:lnTo>
                <a:lnTo>
                  <a:pt x="3317" y="9414"/>
                </a:lnTo>
                <a:lnTo>
                  <a:pt x="3317" y="9414"/>
                </a:lnTo>
                <a:lnTo>
                  <a:pt x="2996" y="9136"/>
                </a:lnTo>
                <a:lnTo>
                  <a:pt x="2847" y="8986"/>
                </a:lnTo>
                <a:lnTo>
                  <a:pt x="2697" y="8836"/>
                </a:lnTo>
                <a:lnTo>
                  <a:pt x="2697" y="8836"/>
                </a:lnTo>
                <a:lnTo>
                  <a:pt x="2633" y="8751"/>
                </a:lnTo>
                <a:lnTo>
                  <a:pt x="2611" y="8687"/>
                </a:lnTo>
                <a:lnTo>
                  <a:pt x="2611" y="8622"/>
                </a:lnTo>
                <a:lnTo>
                  <a:pt x="2633" y="8558"/>
                </a:lnTo>
                <a:lnTo>
                  <a:pt x="2718" y="8409"/>
                </a:lnTo>
                <a:lnTo>
                  <a:pt x="2825" y="8259"/>
                </a:lnTo>
                <a:lnTo>
                  <a:pt x="2825" y="8259"/>
                </a:lnTo>
                <a:lnTo>
                  <a:pt x="2911" y="8130"/>
                </a:lnTo>
                <a:lnTo>
                  <a:pt x="2932" y="8066"/>
                </a:lnTo>
                <a:lnTo>
                  <a:pt x="2954" y="8002"/>
                </a:lnTo>
                <a:lnTo>
                  <a:pt x="2954" y="7959"/>
                </a:lnTo>
                <a:lnTo>
                  <a:pt x="2911" y="7916"/>
                </a:lnTo>
                <a:lnTo>
                  <a:pt x="2868" y="7874"/>
                </a:lnTo>
                <a:lnTo>
                  <a:pt x="2761" y="7852"/>
                </a:lnTo>
                <a:lnTo>
                  <a:pt x="2761" y="7852"/>
                </a:lnTo>
                <a:lnTo>
                  <a:pt x="2675" y="7852"/>
                </a:lnTo>
                <a:lnTo>
                  <a:pt x="2611" y="7874"/>
                </a:lnTo>
                <a:lnTo>
                  <a:pt x="2547" y="7852"/>
                </a:lnTo>
                <a:lnTo>
                  <a:pt x="2483" y="7767"/>
                </a:lnTo>
                <a:lnTo>
                  <a:pt x="2483" y="7767"/>
                </a:lnTo>
                <a:lnTo>
                  <a:pt x="2440" y="7681"/>
                </a:lnTo>
                <a:lnTo>
                  <a:pt x="2376" y="7553"/>
                </a:lnTo>
                <a:lnTo>
                  <a:pt x="2290" y="7339"/>
                </a:lnTo>
                <a:lnTo>
                  <a:pt x="2290" y="7339"/>
                </a:lnTo>
                <a:lnTo>
                  <a:pt x="2269" y="7232"/>
                </a:lnTo>
                <a:lnTo>
                  <a:pt x="2269" y="7146"/>
                </a:lnTo>
                <a:lnTo>
                  <a:pt x="2290" y="7082"/>
                </a:lnTo>
                <a:lnTo>
                  <a:pt x="2354" y="7018"/>
                </a:lnTo>
                <a:lnTo>
                  <a:pt x="2483" y="6932"/>
                </a:lnTo>
                <a:lnTo>
                  <a:pt x="2654" y="6825"/>
                </a:lnTo>
                <a:lnTo>
                  <a:pt x="2654" y="6825"/>
                </a:lnTo>
                <a:lnTo>
                  <a:pt x="2804" y="6718"/>
                </a:lnTo>
                <a:lnTo>
                  <a:pt x="2932" y="6611"/>
                </a:lnTo>
                <a:lnTo>
                  <a:pt x="2996" y="6568"/>
                </a:lnTo>
                <a:lnTo>
                  <a:pt x="3039" y="6590"/>
                </a:lnTo>
                <a:lnTo>
                  <a:pt x="3082" y="6633"/>
                </a:lnTo>
                <a:lnTo>
                  <a:pt x="3103" y="6718"/>
                </a:lnTo>
                <a:lnTo>
                  <a:pt x="3103" y="6718"/>
                </a:lnTo>
                <a:lnTo>
                  <a:pt x="3082" y="6954"/>
                </a:lnTo>
                <a:lnTo>
                  <a:pt x="3061" y="7189"/>
                </a:lnTo>
                <a:lnTo>
                  <a:pt x="3039" y="7403"/>
                </a:lnTo>
                <a:lnTo>
                  <a:pt x="3039" y="7638"/>
                </a:lnTo>
                <a:lnTo>
                  <a:pt x="3039" y="7638"/>
                </a:lnTo>
                <a:lnTo>
                  <a:pt x="3061" y="8066"/>
                </a:lnTo>
                <a:lnTo>
                  <a:pt x="3082" y="8280"/>
                </a:lnTo>
                <a:lnTo>
                  <a:pt x="3125" y="8473"/>
                </a:lnTo>
                <a:lnTo>
                  <a:pt x="3189" y="8687"/>
                </a:lnTo>
                <a:lnTo>
                  <a:pt x="3253" y="8879"/>
                </a:lnTo>
                <a:lnTo>
                  <a:pt x="3339" y="9072"/>
                </a:lnTo>
                <a:lnTo>
                  <a:pt x="3446" y="9264"/>
                </a:lnTo>
                <a:lnTo>
                  <a:pt x="3446" y="9264"/>
                </a:lnTo>
                <a:lnTo>
                  <a:pt x="3531" y="9393"/>
                </a:lnTo>
                <a:lnTo>
                  <a:pt x="3595" y="9457"/>
                </a:lnTo>
                <a:lnTo>
                  <a:pt x="3660" y="9500"/>
                </a:lnTo>
                <a:lnTo>
                  <a:pt x="3724" y="9543"/>
                </a:lnTo>
                <a:lnTo>
                  <a:pt x="3788" y="9543"/>
                </a:lnTo>
                <a:lnTo>
                  <a:pt x="3852" y="9500"/>
                </a:lnTo>
                <a:lnTo>
                  <a:pt x="3895" y="9414"/>
                </a:lnTo>
                <a:lnTo>
                  <a:pt x="3895" y="9414"/>
                </a:lnTo>
                <a:lnTo>
                  <a:pt x="3895" y="9350"/>
                </a:lnTo>
                <a:lnTo>
                  <a:pt x="3874" y="9286"/>
                </a:lnTo>
                <a:lnTo>
                  <a:pt x="3874" y="9222"/>
                </a:lnTo>
                <a:lnTo>
                  <a:pt x="3874" y="9179"/>
                </a:lnTo>
                <a:lnTo>
                  <a:pt x="3895" y="9157"/>
                </a:lnTo>
                <a:lnTo>
                  <a:pt x="3895" y="9157"/>
                </a:lnTo>
                <a:lnTo>
                  <a:pt x="3959" y="9136"/>
                </a:lnTo>
                <a:lnTo>
                  <a:pt x="4023" y="9136"/>
                </a:lnTo>
                <a:lnTo>
                  <a:pt x="4109" y="9115"/>
                </a:lnTo>
                <a:lnTo>
                  <a:pt x="4130" y="9093"/>
                </a:lnTo>
                <a:lnTo>
                  <a:pt x="4152" y="9072"/>
                </a:lnTo>
                <a:lnTo>
                  <a:pt x="4152" y="9072"/>
                </a:lnTo>
                <a:lnTo>
                  <a:pt x="4173" y="9008"/>
                </a:lnTo>
                <a:lnTo>
                  <a:pt x="4152" y="8965"/>
                </a:lnTo>
                <a:lnTo>
                  <a:pt x="4109" y="8922"/>
                </a:lnTo>
                <a:lnTo>
                  <a:pt x="4045" y="8901"/>
                </a:lnTo>
                <a:lnTo>
                  <a:pt x="3895" y="8879"/>
                </a:lnTo>
                <a:lnTo>
                  <a:pt x="3852" y="8858"/>
                </a:lnTo>
                <a:lnTo>
                  <a:pt x="3809" y="8815"/>
                </a:lnTo>
                <a:lnTo>
                  <a:pt x="3809" y="8815"/>
                </a:lnTo>
                <a:lnTo>
                  <a:pt x="3809" y="8772"/>
                </a:lnTo>
                <a:lnTo>
                  <a:pt x="3852" y="8751"/>
                </a:lnTo>
                <a:lnTo>
                  <a:pt x="3959" y="8751"/>
                </a:lnTo>
                <a:lnTo>
                  <a:pt x="4087" y="8772"/>
                </a:lnTo>
                <a:lnTo>
                  <a:pt x="4130" y="8772"/>
                </a:lnTo>
                <a:lnTo>
                  <a:pt x="4173" y="8772"/>
                </a:lnTo>
                <a:lnTo>
                  <a:pt x="4173" y="8772"/>
                </a:lnTo>
                <a:lnTo>
                  <a:pt x="4237" y="8708"/>
                </a:lnTo>
                <a:lnTo>
                  <a:pt x="4237" y="8665"/>
                </a:lnTo>
                <a:lnTo>
                  <a:pt x="4237" y="8601"/>
                </a:lnTo>
                <a:lnTo>
                  <a:pt x="4237" y="8537"/>
                </a:lnTo>
                <a:lnTo>
                  <a:pt x="4237" y="8537"/>
                </a:lnTo>
                <a:lnTo>
                  <a:pt x="4259" y="8494"/>
                </a:lnTo>
                <a:lnTo>
                  <a:pt x="4301" y="8451"/>
                </a:lnTo>
                <a:lnTo>
                  <a:pt x="4344" y="8430"/>
                </a:lnTo>
                <a:lnTo>
                  <a:pt x="4366" y="8387"/>
                </a:lnTo>
                <a:lnTo>
                  <a:pt x="4366" y="8387"/>
                </a:lnTo>
                <a:lnTo>
                  <a:pt x="4344" y="8323"/>
                </a:lnTo>
                <a:lnTo>
                  <a:pt x="4301" y="8280"/>
                </a:lnTo>
                <a:lnTo>
                  <a:pt x="4259" y="8259"/>
                </a:lnTo>
                <a:lnTo>
                  <a:pt x="4194" y="8237"/>
                </a:lnTo>
                <a:lnTo>
                  <a:pt x="4066" y="8195"/>
                </a:lnTo>
                <a:lnTo>
                  <a:pt x="4023" y="8173"/>
                </a:lnTo>
                <a:lnTo>
                  <a:pt x="3981" y="8130"/>
                </a:lnTo>
                <a:lnTo>
                  <a:pt x="3981" y="8130"/>
                </a:lnTo>
                <a:lnTo>
                  <a:pt x="4045" y="8130"/>
                </a:lnTo>
                <a:lnTo>
                  <a:pt x="4130" y="8130"/>
                </a:lnTo>
                <a:lnTo>
                  <a:pt x="4216" y="8130"/>
                </a:lnTo>
                <a:lnTo>
                  <a:pt x="4259" y="8109"/>
                </a:lnTo>
                <a:lnTo>
                  <a:pt x="4280" y="8088"/>
                </a:lnTo>
                <a:lnTo>
                  <a:pt x="4280" y="8088"/>
                </a:lnTo>
                <a:lnTo>
                  <a:pt x="4301" y="8045"/>
                </a:lnTo>
                <a:lnTo>
                  <a:pt x="4280" y="8002"/>
                </a:lnTo>
                <a:lnTo>
                  <a:pt x="4237" y="7959"/>
                </a:lnTo>
                <a:lnTo>
                  <a:pt x="4194" y="7916"/>
                </a:lnTo>
                <a:lnTo>
                  <a:pt x="4173" y="7874"/>
                </a:lnTo>
                <a:lnTo>
                  <a:pt x="4173" y="7874"/>
                </a:lnTo>
                <a:lnTo>
                  <a:pt x="4194" y="7852"/>
                </a:lnTo>
                <a:lnTo>
                  <a:pt x="4216" y="7852"/>
                </a:lnTo>
                <a:lnTo>
                  <a:pt x="4280" y="7874"/>
                </a:lnTo>
                <a:lnTo>
                  <a:pt x="4344" y="7959"/>
                </a:lnTo>
                <a:lnTo>
                  <a:pt x="4430" y="8066"/>
                </a:lnTo>
                <a:lnTo>
                  <a:pt x="4558" y="8323"/>
                </a:lnTo>
                <a:lnTo>
                  <a:pt x="4644" y="8473"/>
                </a:lnTo>
                <a:lnTo>
                  <a:pt x="4644" y="8473"/>
                </a:lnTo>
                <a:lnTo>
                  <a:pt x="4665" y="8580"/>
                </a:lnTo>
                <a:lnTo>
                  <a:pt x="4687" y="8644"/>
                </a:lnTo>
                <a:lnTo>
                  <a:pt x="4644" y="8836"/>
                </a:lnTo>
                <a:lnTo>
                  <a:pt x="4644" y="8836"/>
                </a:lnTo>
                <a:lnTo>
                  <a:pt x="4622" y="8943"/>
                </a:lnTo>
                <a:lnTo>
                  <a:pt x="4622" y="9008"/>
                </a:lnTo>
                <a:lnTo>
                  <a:pt x="4665" y="9050"/>
                </a:lnTo>
                <a:lnTo>
                  <a:pt x="4665" y="9050"/>
                </a:lnTo>
                <a:lnTo>
                  <a:pt x="4729" y="9072"/>
                </a:lnTo>
                <a:lnTo>
                  <a:pt x="4794" y="9050"/>
                </a:lnTo>
                <a:lnTo>
                  <a:pt x="4836" y="8986"/>
                </a:lnTo>
                <a:lnTo>
                  <a:pt x="4879" y="8922"/>
                </a:lnTo>
                <a:lnTo>
                  <a:pt x="4965" y="8687"/>
                </a:lnTo>
                <a:lnTo>
                  <a:pt x="5029" y="8409"/>
                </a:lnTo>
                <a:lnTo>
                  <a:pt x="5072" y="8130"/>
                </a:lnTo>
                <a:lnTo>
                  <a:pt x="5114" y="7852"/>
                </a:lnTo>
                <a:lnTo>
                  <a:pt x="5136" y="7510"/>
                </a:lnTo>
                <a:lnTo>
                  <a:pt x="5136" y="7510"/>
                </a:lnTo>
                <a:lnTo>
                  <a:pt x="5136" y="6975"/>
                </a:lnTo>
                <a:lnTo>
                  <a:pt x="5136" y="6975"/>
                </a:lnTo>
                <a:lnTo>
                  <a:pt x="5093" y="6761"/>
                </a:lnTo>
                <a:lnTo>
                  <a:pt x="5072" y="6654"/>
                </a:lnTo>
                <a:lnTo>
                  <a:pt x="5072" y="6568"/>
                </a:lnTo>
                <a:lnTo>
                  <a:pt x="5072" y="6568"/>
                </a:lnTo>
                <a:lnTo>
                  <a:pt x="5093" y="6462"/>
                </a:lnTo>
                <a:lnTo>
                  <a:pt x="5179" y="6462"/>
                </a:lnTo>
                <a:lnTo>
                  <a:pt x="5179" y="6462"/>
                </a:lnTo>
                <a:lnTo>
                  <a:pt x="5221" y="6462"/>
                </a:lnTo>
                <a:lnTo>
                  <a:pt x="5286" y="6483"/>
                </a:lnTo>
                <a:lnTo>
                  <a:pt x="5435" y="6547"/>
                </a:lnTo>
                <a:lnTo>
                  <a:pt x="5692" y="6697"/>
                </a:lnTo>
                <a:lnTo>
                  <a:pt x="5692" y="6697"/>
                </a:lnTo>
                <a:lnTo>
                  <a:pt x="5863" y="6761"/>
                </a:lnTo>
                <a:lnTo>
                  <a:pt x="5906" y="6804"/>
                </a:lnTo>
                <a:lnTo>
                  <a:pt x="5949" y="6847"/>
                </a:lnTo>
                <a:lnTo>
                  <a:pt x="5970" y="6889"/>
                </a:lnTo>
                <a:lnTo>
                  <a:pt x="5970" y="6932"/>
                </a:lnTo>
                <a:lnTo>
                  <a:pt x="5949" y="7018"/>
                </a:lnTo>
                <a:lnTo>
                  <a:pt x="5906" y="7125"/>
                </a:lnTo>
                <a:lnTo>
                  <a:pt x="5906" y="7125"/>
                </a:lnTo>
                <a:lnTo>
                  <a:pt x="5778" y="7446"/>
                </a:lnTo>
                <a:lnTo>
                  <a:pt x="5692" y="7595"/>
                </a:lnTo>
                <a:lnTo>
                  <a:pt x="5628" y="7660"/>
                </a:lnTo>
                <a:lnTo>
                  <a:pt x="5564" y="7724"/>
                </a:lnTo>
                <a:lnTo>
                  <a:pt x="5564" y="7724"/>
                </a:lnTo>
                <a:lnTo>
                  <a:pt x="5414" y="7788"/>
                </a:lnTo>
                <a:lnTo>
                  <a:pt x="5264" y="7852"/>
                </a:lnTo>
                <a:lnTo>
                  <a:pt x="5200" y="7895"/>
                </a:lnTo>
                <a:lnTo>
                  <a:pt x="5179" y="7938"/>
                </a:lnTo>
                <a:lnTo>
                  <a:pt x="5200" y="8023"/>
                </a:lnTo>
                <a:lnTo>
                  <a:pt x="5264" y="8109"/>
                </a:lnTo>
                <a:lnTo>
                  <a:pt x="5264" y="8109"/>
                </a:lnTo>
                <a:lnTo>
                  <a:pt x="5307" y="8152"/>
                </a:lnTo>
                <a:lnTo>
                  <a:pt x="5371" y="8195"/>
                </a:lnTo>
                <a:lnTo>
                  <a:pt x="5542" y="8259"/>
                </a:lnTo>
                <a:lnTo>
                  <a:pt x="5714" y="8323"/>
                </a:lnTo>
                <a:lnTo>
                  <a:pt x="5756" y="8366"/>
                </a:lnTo>
                <a:lnTo>
                  <a:pt x="5799" y="8409"/>
                </a:lnTo>
                <a:lnTo>
                  <a:pt x="5799" y="8409"/>
                </a:lnTo>
                <a:lnTo>
                  <a:pt x="5821" y="8451"/>
                </a:lnTo>
                <a:lnTo>
                  <a:pt x="5799" y="8516"/>
                </a:lnTo>
                <a:lnTo>
                  <a:pt x="5714" y="8665"/>
                </a:lnTo>
                <a:lnTo>
                  <a:pt x="5564" y="8836"/>
                </a:lnTo>
                <a:lnTo>
                  <a:pt x="5371" y="9029"/>
                </a:lnTo>
                <a:lnTo>
                  <a:pt x="5008" y="9350"/>
                </a:lnTo>
                <a:lnTo>
                  <a:pt x="4858" y="9500"/>
                </a:lnTo>
                <a:lnTo>
                  <a:pt x="4751" y="9585"/>
                </a:lnTo>
                <a:lnTo>
                  <a:pt x="4751" y="9585"/>
                </a:lnTo>
                <a:lnTo>
                  <a:pt x="4708" y="9671"/>
                </a:lnTo>
                <a:lnTo>
                  <a:pt x="4687" y="9735"/>
                </a:lnTo>
                <a:lnTo>
                  <a:pt x="4687" y="9799"/>
                </a:lnTo>
                <a:lnTo>
                  <a:pt x="4708" y="9842"/>
                </a:lnTo>
                <a:lnTo>
                  <a:pt x="4751" y="9863"/>
                </a:lnTo>
                <a:lnTo>
                  <a:pt x="4815" y="9863"/>
                </a:lnTo>
                <a:lnTo>
                  <a:pt x="4879" y="9842"/>
                </a:lnTo>
                <a:lnTo>
                  <a:pt x="4965" y="9778"/>
                </a:lnTo>
                <a:lnTo>
                  <a:pt x="4965" y="9778"/>
                </a:lnTo>
                <a:lnTo>
                  <a:pt x="5307" y="9436"/>
                </a:lnTo>
                <a:lnTo>
                  <a:pt x="5649" y="9093"/>
                </a:lnTo>
                <a:lnTo>
                  <a:pt x="5649" y="9093"/>
                </a:lnTo>
                <a:lnTo>
                  <a:pt x="5778" y="8965"/>
                </a:lnTo>
                <a:lnTo>
                  <a:pt x="5928" y="8772"/>
                </a:lnTo>
                <a:lnTo>
                  <a:pt x="6056" y="8601"/>
                </a:lnTo>
                <a:lnTo>
                  <a:pt x="6099" y="8516"/>
                </a:lnTo>
                <a:lnTo>
                  <a:pt x="6120" y="8430"/>
                </a:lnTo>
                <a:lnTo>
                  <a:pt x="6120" y="8430"/>
                </a:lnTo>
                <a:lnTo>
                  <a:pt x="6141" y="8344"/>
                </a:lnTo>
                <a:lnTo>
                  <a:pt x="6099" y="8259"/>
                </a:lnTo>
                <a:lnTo>
                  <a:pt x="6035" y="8216"/>
                </a:lnTo>
                <a:lnTo>
                  <a:pt x="5970" y="8173"/>
                </a:lnTo>
                <a:lnTo>
                  <a:pt x="5778" y="8109"/>
                </a:lnTo>
                <a:lnTo>
                  <a:pt x="5692" y="8066"/>
                </a:lnTo>
                <a:lnTo>
                  <a:pt x="5628" y="8002"/>
                </a:lnTo>
                <a:lnTo>
                  <a:pt x="5628" y="8002"/>
                </a:lnTo>
                <a:lnTo>
                  <a:pt x="5692" y="7959"/>
                </a:lnTo>
                <a:lnTo>
                  <a:pt x="5756" y="7916"/>
                </a:lnTo>
                <a:lnTo>
                  <a:pt x="5842" y="7874"/>
                </a:lnTo>
                <a:lnTo>
                  <a:pt x="5885" y="7788"/>
                </a:lnTo>
                <a:lnTo>
                  <a:pt x="5885" y="7788"/>
                </a:lnTo>
                <a:lnTo>
                  <a:pt x="5906" y="7724"/>
                </a:lnTo>
                <a:lnTo>
                  <a:pt x="5928" y="7595"/>
                </a:lnTo>
                <a:lnTo>
                  <a:pt x="5970" y="7489"/>
                </a:lnTo>
                <a:lnTo>
                  <a:pt x="5992" y="7446"/>
                </a:lnTo>
                <a:lnTo>
                  <a:pt x="6013" y="7446"/>
                </a:lnTo>
                <a:lnTo>
                  <a:pt x="6013" y="7446"/>
                </a:lnTo>
                <a:lnTo>
                  <a:pt x="6056" y="7446"/>
                </a:lnTo>
                <a:lnTo>
                  <a:pt x="6099" y="7467"/>
                </a:lnTo>
                <a:lnTo>
                  <a:pt x="6141" y="7531"/>
                </a:lnTo>
                <a:lnTo>
                  <a:pt x="6163" y="7553"/>
                </a:lnTo>
                <a:lnTo>
                  <a:pt x="6184" y="7553"/>
                </a:lnTo>
                <a:lnTo>
                  <a:pt x="6227" y="7553"/>
                </a:lnTo>
                <a:lnTo>
                  <a:pt x="6291" y="7510"/>
                </a:lnTo>
                <a:lnTo>
                  <a:pt x="6291" y="7510"/>
                </a:lnTo>
                <a:lnTo>
                  <a:pt x="6334" y="7446"/>
                </a:lnTo>
                <a:lnTo>
                  <a:pt x="6377" y="7360"/>
                </a:lnTo>
                <a:lnTo>
                  <a:pt x="6420" y="7275"/>
                </a:lnTo>
                <a:lnTo>
                  <a:pt x="6441" y="7253"/>
                </a:lnTo>
                <a:lnTo>
                  <a:pt x="6484" y="7232"/>
                </a:lnTo>
                <a:lnTo>
                  <a:pt x="6484" y="7232"/>
                </a:lnTo>
                <a:lnTo>
                  <a:pt x="6505" y="7253"/>
                </a:lnTo>
                <a:lnTo>
                  <a:pt x="6527" y="7275"/>
                </a:lnTo>
                <a:lnTo>
                  <a:pt x="6527" y="7339"/>
                </a:lnTo>
                <a:lnTo>
                  <a:pt x="6484" y="7531"/>
                </a:lnTo>
                <a:lnTo>
                  <a:pt x="6462" y="7595"/>
                </a:lnTo>
                <a:lnTo>
                  <a:pt x="6484" y="7660"/>
                </a:lnTo>
                <a:lnTo>
                  <a:pt x="6505" y="7660"/>
                </a:lnTo>
                <a:lnTo>
                  <a:pt x="6527" y="7660"/>
                </a:lnTo>
                <a:lnTo>
                  <a:pt x="6634" y="7595"/>
                </a:lnTo>
                <a:lnTo>
                  <a:pt x="6634" y="7595"/>
                </a:lnTo>
                <a:lnTo>
                  <a:pt x="6676" y="7531"/>
                </a:lnTo>
                <a:lnTo>
                  <a:pt x="6719" y="7467"/>
                </a:lnTo>
                <a:lnTo>
                  <a:pt x="6783" y="7424"/>
                </a:lnTo>
                <a:lnTo>
                  <a:pt x="6805" y="7403"/>
                </a:lnTo>
                <a:lnTo>
                  <a:pt x="6848" y="7424"/>
                </a:lnTo>
                <a:lnTo>
                  <a:pt x="6848" y="7424"/>
                </a:lnTo>
                <a:lnTo>
                  <a:pt x="6890" y="7467"/>
                </a:lnTo>
                <a:lnTo>
                  <a:pt x="6912" y="7510"/>
                </a:lnTo>
                <a:lnTo>
                  <a:pt x="6933" y="7553"/>
                </a:lnTo>
                <a:lnTo>
                  <a:pt x="6976" y="7595"/>
                </a:lnTo>
                <a:lnTo>
                  <a:pt x="6976" y="7595"/>
                </a:lnTo>
                <a:lnTo>
                  <a:pt x="7040" y="7595"/>
                </a:lnTo>
                <a:lnTo>
                  <a:pt x="7126" y="7595"/>
                </a:lnTo>
                <a:lnTo>
                  <a:pt x="7190" y="7617"/>
                </a:lnTo>
                <a:lnTo>
                  <a:pt x="7211" y="7638"/>
                </a:lnTo>
                <a:lnTo>
                  <a:pt x="7254" y="7681"/>
                </a:lnTo>
                <a:lnTo>
                  <a:pt x="7254" y="7681"/>
                </a:lnTo>
                <a:lnTo>
                  <a:pt x="7254" y="7745"/>
                </a:lnTo>
                <a:lnTo>
                  <a:pt x="7233" y="7809"/>
                </a:lnTo>
                <a:lnTo>
                  <a:pt x="7233" y="7852"/>
                </a:lnTo>
                <a:lnTo>
                  <a:pt x="7233" y="7895"/>
                </a:lnTo>
                <a:lnTo>
                  <a:pt x="7275" y="7916"/>
                </a:lnTo>
                <a:lnTo>
                  <a:pt x="7275" y="7916"/>
                </a:lnTo>
                <a:lnTo>
                  <a:pt x="7318" y="7916"/>
                </a:lnTo>
                <a:lnTo>
                  <a:pt x="7404" y="7895"/>
                </a:lnTo>
                <a:lnTo>
                  <a:pt x="7554" y="7874"/>
                </a:lnTo>
                <a:lnTo>
                  <a:pt x="7554" y="7874"/>
                </a:lnTo>
                <a:lnTo>
                  <a:pt x="7618" y="7852"/>
                </a:lnTo>
                <a:lnTo>
                  <a:pt x="7682" y="7809"/>
                </a:lnTo>
                <a:lnTo>
                  <a:pt x="7725" y="7767"/>
                </a:lnTo>
                <a:lnTo>
                  <a:pt x="7703" y="7681"/>
                </a:lnTo>
                <a:lnTo>
                  <a:pt x="7703" y="7681"/>
                </a:lnTo>
                <a:close/>
                <a:moveTo>
                  <a:pt x="6184" y="3017"/>
                </a:moveTo>
                <a:lnTo>
                  <a:pt x="6184" y="3017"/>
                </a:lnTo>
                <a:lnTo>
                  <a:pt x="6120" y="3017"/>
                </a:lnTo>
                <a:lnTo>
                  <a:pt x="6077" y="2995"/>
                </a:lnTo>
                <a:lnTo>
                  <a:pt x="6035" y="2953"/>
                </a:lnTo>
                <a:lnTo>
                  <a:pt x="6013" y="2888"/>
                </a:lnTo>
                <a:lnTo>
                  <a:pt x="6013" y="2760"/>
                </a:lnTo>
                <a:lnTo>
                  <a:pt x="6035" y="2632"/>
                </a:lnTo>
                <a:lnTo>
                  <a:pt x="6035" y="2632"/>
                </a:lnTo>
                <a:lnTo>
                  <a:pt x="6056" y="2482"/>
                </a:lnTo>
                <a:lnTo>
                  <a:pt x="6099" y="2311"/>
                </a:lnTo>
                <a:lnTo>
                  <a:pt x="6120" y="2247"/>
                </a:lnTo>
                <a:lnTo>
                  <a:pt x="6163" y="2182"/>
                </a:lnTo>
                <a:lnTo>
                  <a:pt x="6227" y="2140"/>
                </a:lnTo>
                <a:lnTo>
                  <a:pt x="6291" y="2140"/>
                </a:lnTo>
                <a:lnTo>
                  <a:pt x="6291" y="2140"/>
                </a:lnTo>
                <a:lnTo>
                  <a:pt x="6355" y="2140"/>
                </a:lnTo>
                <a:lnTo>
                  <a:pt x="6398" y="2161"/>
                </a:lnTo>
                <a:lnTo>
                  <a:pt x="6441" y="2204"/>
                </a:lnTo>
                <a:lnTo>
                  <a:pt x="6441" y="2247"/>
                </a:lnTo>
                <a:lnTo>
                  <a:pt x="6462" y="2354"/>
                </a:lnTo>
                <a:lnTo>
                  <a:pt x="6462" y="2482"/>
                </a:lnTo>
                <a:lnTo>
                  <a:pt x="6462" y="2482"/>
                </a:lnTo>
                <a:lnTo>
                  <a:pt x="6441" y="2632"/>
                </a:lnTo>
                <a:lnTo>
                  <a:pt x="6398" y="2803"/>
                </a:lnTo>
                <a:lnTo>
                  <a:pt x="6377" y="2867"/>
                </a:lnTo>
                <a:lnTo>
                  <a:pt x="6334" y="2931"/>
                </a:lnTo>
                <a:lnTo>
                  <a:pt x="6270" y="2995"/>
                </a:lnTo>
                <a:lnTo>
                  <a:pt x="6184" y="3017"/>
                </a:lnTo>
                <a:lnTo>
                  <a:pt x="6184" y="3017"/>
                </a:lnTo>
                <a:close/>
                <a:moveTo>
                  <a:pt x="6099" y="1669"/>
                </a:moveTo>
                <a:lnTo>
                  <a:pt x="6099" y="1669"/>
                </a:lnTo>
                <a:lnTo>
                  <a:pt x="6120" y="1626"/>
                </a:lnTo>
                <a:lnTo>
                  <a:pt x="6184" y="1583"/>
                </a:lnTo>
                <a:lnTo>
                  <a:pt x="6248" y="1562"/>
                </a:lnTo>
                <a:lnTo>
                  <a:pt x="6313" y="1562"/>
                </a:lnTo>
                <a:lnTo>
                  <a:pt x="6313" y="1562"/>
                </a:lnTo>
                <a:lnTo>
                  <a:pt x="6398" y="1540"/>
                </a:lnTo>
                <a:lnTo>
                  <a:pt x="6420" y="1540"/>
                </a:lnTo>
                <a:lnTo>
                  <a:pt x="6377" y="1647"/>
                </a:lnTo>
                <a:lnTo>
                  <a:pt x="6377" y="1647"/>
                </a:lnTo>
                <a:lnTo>
                  <a:pt x="6355" y="1733"/>
                </a:lnTo>
                <a:lnTo>
                  <a:pt x="6313" y="1797"/>
                </a:lnTo>
                <a:lnTo>
                  <a:pt x="6270" y="1840"/>
                </a:lnTo>
                <a:lnTo>
                  <a:pt x="6227" y="1861"/>
                </a:lnTo>
                <a:lnTo>
                  <a:pt x="6184" y="1861"/>
                </a:lnTo>
                <a:lnTo>
                  <a:pt x="6141" y="1819"/>
                </a:lnTo>
                <a:lnTo>
                  <a:pt x="6099" y="1776"/>
                </a:lnTo>
                <a:lnTo>
                  <a:pt x="6099" y="1669"/>
                </a:lnTo>
                <a:lnTo>
                  <a:pt x="6099" y="1669"/>
                </a:lnTo>
                <a:close/>
                <a:moveTo>
                  <a:pt x="6163" y="1412"/>
                </a:moveTo>
                <a:lnTo>
                  <a:pt x="6163" y="1412"/>
                </a:lnTo>
                <a:lnTo>
                  <a:pt x="6141" y="1391"/>
                </a:lnTo>
                <a:lnTo>
                  <a:pt x="6141" y="1369"/>
                </a:lnTo>
                <a:lnTo>
                  <a:pt x="6163" y="1305"/>
                </a:lnTo>
                <a:lnTo>
                  <a:pt x="6248" y="1262"/>
                </a:lnTo>
                <a:lnTo>
                  <a:pt x="6334" y="1198"/>
                </a:lnTo>
                <a:lnTo>
                  <a:pt x="6527" y="1091"/>
                </a:lnTo>
                <a:lnTo>
                  <a:pt x="6591" y="1048"/>
                </a:lnTo>
                <a:lnTo>
                  <a:pt x="6612" y="1027"/>
                </a:lnTo>
                <a:lnTo>
                  <a:pt x="6612" y="1027"/>
                </a:lnTo>
                <a:lnTo>
                  <a:pt x="6634" y="1113"/>
                </a:lnTo>
                <a:lnTo>
                  <a:pt x="6634" y="1198"/>
                </a:lnTo>
                <a:lnTo>
                  <a:pt x="6569" y="1262"/>
                </a:lnTo>
                <a:lnTo>
                  <a:pt x="6505" y="1305"/>
                </a:lnTo>
                <a:lnTo>
                  <a:pt x="6313" y="1369"/>
                </a:lnTo>
                <a:lnTo>
                  <a:pt x="6163" y="1412"/>
                </a:lnTo>
                <a:lnTo>
                  <a:pt x="6163" y="1412"/>
                </a:lnTo>
                <a:close/>
                <a:moveTo>
                  <a:pt x="6163" y="214"/>
                </a:moveTo>
                <a:lnTo>
                  <a:pt x="6163" y="214"/>
                </a:lnTo>
                <a:lnTo>
                  <a:pt x="6248" y="214"/>
                </a:lnTo>
                <a:lnTo>
                  <a:pt x="6377" y="257"/>
                </a:lnTo>
                <a:lnTo>
                  <a:pt x="6527" y="300"/>
                </a:lnTo>
                <a:lnTo>
                  <a:pt x="6612" y="342"/>
                </a:lnTo>
                <a:lnTo>
                  <a:pt x="6612" y="342"/>
                </a:lnTo>
                <a:lnTo>
                  <a:pt x="6676" y="407"/>
                </a:lnTo>
                <a:lnTo>
                  <a:pt x="6719" y="492"/>
                </a:lnTo>
                <a:lnTo>
                  <a:pt x="6741" y="578"/>
                </a:lnTo>
                <a:lnTo>
                  <a:pt x="6741" y="685"/>
                </a:lnTo>
                <a:lnTo>
                  <a:pt x="6741" y="685"/>
                </a:lnTo>
                <a:lnTo>
                  <a:pt x="6719" y="727"/>
                </a:lnTo>
                <a:lnTo>
                  <a:pt x="6698" y="770"/>
                </a:lnTo>
                <a:lnTo>
                  <a:pt x="6655" y="813"/>
                </a:lnTo>
                <a:lnTo>
                  <a:pt x="6591" y="813"/>
                </a:lnTo>
                <a:lnTo>
                  <a:pt x="6462" y="856"/>
                </a:lnTo>
                <a:lnTo>
                  <a:pt x="6355" y="899"/>
                </a:lnTo>
                <a:lnTo>
                  <a:pt x="6355" y="899"/>
                </a:lnTo>
                <a:lnTo>
                  <a:pt x="6184" y="1027"/>
                </a:lnTo>
                <a:lnTo>
                  <a:pt x="6141" y="1048"/>
                </a:lnTo>
                <a:lnTo>
                  <a:pt x="6099" y="1048"/>
                </a:lnTo>
                <a:lnTo>
                  <a:pt x="6077" y="1027"/>
                </a:lnTo>
                <a:lnTo>
                  <a:pt x="6056" y="984"/>
                </a:lnTo>
                <a:lnTo>
                  <a:pt x="6056" y="984"/>
                </a:lnTo>
                <a:lnTo>
                  <a:pt x="6141" y="856"/>
                </a:lnTo>
                <a:lnTo>
                  <a:pt x="6313" y="642"/>
                </a:lnTo>
                <a:lnTo>
                  <a:pt x="6377" y="535"/>
                </a:lnTo>
                <a:lnTo>
                  <a:pt x="6377" y="471"/>
                </a:lnTo>
                <a:lnTo>
                  <a:pt x="6355" y="449"/>
                </a:lnTo>
                <a:lnTo>
                  <a:pt x="6334" y="449"/>
                </a:lnTo>
                <a:lnTo>
                  <a:pt x="6184" y="513"/>
                </a:lnTo>
                <a:lnTo>
                  <a:pt x="6184" y="513"/>
                </a:lnTo>
                <a:lnTo>
                  <a:pt x="6056" y="642"/>
                </a:lnTo>
                <a:lnTo>
                  <a:pt x="5970" y="706"/>
                </a:lnTo>
                <a:lnTo>
                  <a:pt x="5928" y="706"/>
                </a:lnTo>
                <a:lnTo>
                  <a:pt x="5906" y="663"/>
                </a:lnTo>
                <a:lnTo>
                  <a:pt x="5906" y="663"/>
                </a:lnTo>
                <a:lnTo>
                  <a:pt x="5928" y="578"/>
                </a:lnTo>
                <a:lnTo>
                  <a:pt x="6013" y="428"/>
                </a:lnTo>
                <a:lnTo>
                  <a:pt x="6099" y="278"/>
                </a:lnTo>
                <a:lnTo>
                  <a:pt x="6163" y="214"/>
                </a:lnTo>
                <a:lnTo>
                  <a:pt x="6163" y="214"/>
                </a:lnTo>
                <a:close/>
                <a:moveTo>
                  <a:pt x="5778" y="235"/>
                </a:moveTo>
                <a:lnTo>
                  <a:pt x="5778" y="235"/>
                </a:lnTo>
                <a:lnTo>
                  <a:pt x="5821" y="257"/>
                </a:lnTo>
                <a:lnTo>
                  <a:pt x="5863" y="278"/>
                </a:lnTo>
                <a:lnTo>
                  <a:pt x="5863" y="278"/>
                </a:lnTo>
                <a:lnTo>
                  <a:pt x="5863" y="321"/>
                </a:lnTo>
                <a:lnTo>
                  <a:pt x="5821" y="342"/>
                </a:lnTo>
                <a:lnTo>
                  <a:pt x="5756" y="342"/>
                </a:lnTo>
                <a:lnTo>
                  <a:pt x="5714" y="342"/>
                </a:lnTo>
                <a:lnTo>
                  <a:pt x="5671" y="321"/>
                </a:lnTo>
                <a:lnTo>
                  <a:pt x="5649" y="278"/>
                </a:lnTo>
                <a:lnTo>
                  <a:pt x="5692" y="257"/>
                </a:lnTo>
                <a:lnTo>
                  <a:pt x="5778" y="235"/>
                </a:lnTo>
                <a:lnTo>
                  <a:pt x="5778" y="235"/>
                </a:lnTo>
                <a:close/>
                <a:moveTo>
                  <a:pt x="3146" y="620"/>
                </a:moveTo>
                <a:lnTo>
                  <a:pt x="3146" y="620"/>
                </a:lnTo>
                <a:lnTo>
                  <a:pt x="3424" y="556"/>
                </a:lnTo>
                <a:lnTo>
                  <a:pt x="3916" y="471"/>
                </a:lnTo>
                <a:lnTo>
                  <a:pt x="4387" y="407"/>
                </a:lnTo>
                <a:lnTo>
                  <a:pt x="4537" y="407"/>
                </a:lnTo>
                <a:lnTo>
                  <a:pt x="4580" y="407"/>
                </a:lnTo>
                <a:lnTo>
                  <a:pt x="4601" y="407"/>
                </a:lnTo>
                <a:lnTo>
                  <a:pt x="4601" y="407"/>
                </a:lnTo>
                <a:lnTo>
                  <a:pt x="4922" y="428"/>
                </a:lnTo>
                <a:lnTo>
                  <a:pt x="5093" y="471"/>
                </a:lnTo>
                <a:lnTo>
                  <a:pt x="5221" y="513"/>
                </a:lnTo>
                <a:lnTo>
                  <a:pt x="5350" y="578"/>
                </a:lnTo>
                <a:lnTo>
                  <a:pt x="5478" y="685"/>
                </a:lnTo>
                <a:lnTo>
                  <a:pt x="5585" y="792"/>
                </a:lnTo>
                <a:lnTo>
                  <a:pt x="5671" y="963"/>
                </a:lnTo>
                <a:lnTo>
                  <a:pt x="5671" y="963"/>
                </a:lnTo>
                <a:lnTo>
                  <a:pt x="5735" y="1113"/>
                </a:lnTo>
                <a:lnTo>
                  <a:pt x="5799" y="1284"/>
                </a:lnTo>
                <a:lnTo>
                  <a:pt x="5821" y="1476"/>
                </a:lnTo>
                <a:lnTo>
                  <a:pt x="5821" y="1562"/>
                </a:lnTo>
                <a:lnTo>
                  <a:pt x="5821" y="1626"/>
                </a:lnTo>
                <a:lnTo>
                  <a:pt x="5821" y="1626"/>
                </a:lnTo>
                <a:lnTo>
                  <a:pt x="5778" y="1669"/>
                </a:lnTo>
                <a:lnTo>
                  <a:pt x="5735" y="1733"/>
                </a:lnTo>
                <a:lnTo>
                  <a:pt x="5585" y="1797"/>
                </a:lnTo>
                <a:lnTo>
                  <a:pt x="5435" y="1840"/>
                </a:lnTo>
                <a:lnTo>
                  <a:pt x="5307" y="1840"/>
                </a:lnTo>
                <a:lnTo>
                  <a:pt x="5307" y="1840"/>
                </a:lnTo>
                <a:lnTo>
                  <a:pt x="5221" y="1819"/>
                </a:lnTo>
                <a:lnTo>
                  <a:pt x="5179" y="1776"/>
                </a:lnTo>
                <a:lnTo>
                  <a:pt x="5114" y="1712"/>
                </a:lnTo>
                <a:lnTo>
                  <a:pt x="5072" y="1669"/>
                </a:lnTo>
                <a:lnTo>
                  <a:pt x="5072" y="1669"/>
                </a:lnTo>
                <a:lnTo>
                  <a:pt x="4986" y="1626"/>
                </a:lnTo>
                <a:lnTo>
                  <a:pt x="4901" y="1605"/>
                </a:lnTo>
                <a:lnTo>
                  <a:pt x="4751" y="1562"/>
                </a:lnTo>
                <a:lnTo>
                  <a:pt x="4751" y="1562"/>
                </a:lnTo>
                <a:lnTo>
                  <a:pt x="4601" y="1540"/>
                </a:lnTo>
                <a:lnTo>
                  <a:pt x="4451" y="1540"/>
                </a:lnTo>
                <a:lnTo>
                  <a:pt x="4301" y="1562"/>
                </a:lnTo>
                <a:lnTo>
                  <a:pt x="4237" y="1583"/>
                </a:lnTo>
                <a:lnTo>
                  <a:pt x="4173" y="1626"/>
                </a:lnTo>
                <a:lnTo>
                  <a:pt x="4173" y="1626"/>
                </a:lnTo>
                <a:lnTo>
                  <a:pt x="4130" y="1669"/>
                </a:lnTo>
                <a:lnTo>
                  <a:pt x="4087" y="1712"/>
                </a:lnTo>
                <a:lnTo>
                  <a:pt x="4045" y="1776"/>
                </a:lnTo>
                <a:lnTo>
                  <a:pt x="4002" y="1819"/>
                </a:lnTo>
                <a:lnTo>
                  <a:pt x="4002" y="1819"/>
                </a:lnTo>
                <a:lnTo>
                  <a:pt x="3938" y="1819"/>
                </a:lnTo>
                <a:lnTo>
                  <a:pt x="3874" y="1819"/>
                </a:lnTo>
                <a:lnTo>
                  <a:pt x="3745" y="1797"/>
                </a:lnTo>
                <a:lnTo>
                  <a:pt x="3745" y="1797"/>
                </a:lnTo>
                <a:lnTo>
                  <a:pt x="3638" y="1819"/>
                </a:lnTo>
                <a:lnTo>
                  <a:pt x="3553" y="1840"/>
                </a:lnTo>
                <a:lnTo>
                  <a:pt x="3381" y="1904"/>
                </a:lnTo>
                <a:lnTo>
                  <a:pt x="3381" y="1904"/>
                </a:lnTo>
                <a:lnTo>
                  <a:pt x="3253" y="1947"/>
                </a:lnTo>
                <a:lnTo>
                  <a:pt x="3125" y="1904"/>
                </a:lnTo>
                <a:lnTo>
                  <a:pt x="3125" y="1904"/>
                </a:lnTo>
                <a:lnTo>
                  <a:pt x="2825" y="1797"/>
                </a:lnTo>
                <a:lnTo>
                  <a:pt x="2675" y="1776"/>
                </a:lnTo>
                <a:lnTo>
                  <a:pt x="2590" y="1754"/>
                </a:lnTo>
                <a:lnTo>
                  <a:pt x="2504" y="1776"/>
                </a:lnTo>
                <a:lnTo>
                  <a:pt x="2504" y="1776"/>
                </a:lnTo>
                <a:lnTo>
                  <a:pt x="2440" y="1776"/>
                </a:lnTo>
                <a:lnTo>
                  <a:pt x="2376" y="1819"/>
                </a:lnTo>
                <a:lnTo>
                  <a:pt x="2290" y="1883"/>
                </a:lnTo>
                <a:lnTo>
                  <a:pt x="2205" y="1968"/>
                </a:lnTo>
                <a:lnTo>
                  <a:pt x="2098" y="2054"/>
                </a:lnTo>
                <a:lnTo>
                  <a:pt x="2098" y="2054"/>
                </a:lnTo>
                <a:lnTo>
                  <a:pt x="1969" y="2097"/>
                </a:lnTo>
                <a:lnTo>
                  <a:pt x="1777" y="2118"/>
                </a:lnTo>
                <a:lnTo>
                  <a:pt x="1691" y="2097"/>
                </a:lnTo>
                <a:lnTo>
                  <a:pt x="1606" y="2097"/>
                </a:lnTo>
                <a:lnTo>
                  <a:pt x="1563" y="2054"/>
                </a:lnTo>
                <a:lnTo>
                  <a:pt x="1520" y="2011"/>
                </a:lnTo>
                <a:lnTo>
                  <a:pt x="1520" y="2011"/>
                </a:lnTo>
                <a:lnTo>
                  <a:pt x="1520" y="1947"/>
                </a:lnTo>
                <a:lnTo>
                  <a:pt x="1541" y="1883"/>
                </a:lnTo>
                <a:lnTo>
                  <a:pt x="1606" y="1712"/>
                </a:lnTo>
                <a:lnTo>
                  <a:pt x="1713" y="1540"/>
                </a:lnTo>
                <a:lnTo>
                  <a:pt x="1820" y="1412"/>
                </a:lnTo>
                <a:lnTo>
                  <a:pt x="1820" y="1412"/>
                </a:lnTo>
                <a:lnTo>
                  <a:pt x="1948" y="1284"/>
                </a:lnTo>
                <a:lnTo>
                  <a:pt x="2098" y="1155"/>
                </a:lnTo>
                <a:lnTo>
                  <a:pt x="2247" y="1027"/>
                </a:lnTo>
                <a:lnTo>
                  <a:pt x="2419" y="920"/>
                </a:lnTo>
                <a:lnTo>
                  <a:pt x="2782" y="749"/>
                </a:lnTo>
                <a:lnTo>
                  <a:pt x="3146" y="620"/>
                </a:lnTo>
                <a:lnTo>
                  <a:pt x="3146" y="620"/>
                </a:lnTo>
                <a:close/>
                <a:moveTo>
                  <a:pt x="5093" y="2225"/>
                </a:moveTo>
                <a:lnTo>
                  <a:pt x="5093" y="2225"/>
                </a:lnTo>
                <a:lnTo>
                  <a:pt x="5050" y="2461"/>
                </a:lnTo>
                <a:lnTo>
                  <a:pt x="5008" y="2567"/>
                </a:lnTo>
                <a:lnTo>
                  <a:pt x="4965" y="2632"/>
                </a:lnTo>
                <a:lnTo>
                  <a:pt x="4922" y="2696"/>
                </a:lnTo>
                <a:lnTo>
                  <a:pt x="4836" y="2739"/>
                </a:lnTo>
                <a:lnTo>
                  <a:pt x="4729" y="2760"/>
                </a:lnTo>
                <a:lnTo>
                  <a:pt x="4601" y="2760"/>
                </a:lnTo>
                <a:lnTo>
                  <a:pt x="4601" y="2760"/>
                </a:lnTo>
                <a:lnTo>
                  <a:pt x="4494" y="2739"/>
                </a:lnTo>
                <a:lnTo>
                  <a:pt x="4408" y="2696"/>
                </a:lnTo>
                <a:lnTo>
                  <a:pt x="4344" y="2653"/>
                </a:lnTo>
                <a:lnTo>
                  <a:pt x="4280" y="2589"/>
                </a:lnTo>
                <a:lnTo>
                  <a:pt x="4237" y="2525"/>
                </a:lnTo>
                <a:lnTo>
                  <a:pt x="4194" y="2439"/>
                </a:lnTo>
                <a:lnTo>
                  <a:pt x="4173" y="2354"/>
                </a:lnTo>
                <a:lnTo>
                  <a:pt x="4173" y="2247"/>
                </a:lnTo>
                <a:lnTo>
                  <a:pt x="4173" y="2247"/>
                </a:lnTo>
                <a:lnTo>
                  <a:pt x="4194" y="2140"/>
                </a:lnTo>
                <a:lnTo>
                  <a:pt x="4237" y="2075"/>
                </a:lnTo>
                <a:lnTo>
                  <a:pt x="4280" y="2011"/>
                </a:lnTo>
                <a:lnTo>
                  <a:pt x="4344" y="1947"/>
                </a:lnTo>
                <a:lnTo>
                  <a:pt x="4408" y="1904"/>
                </a:lnTo>
                <a:lnTo>
                  <a:pt x="4494" y="1883"/>
                </a:lnTo>
                <a:lnTo>
                  <a:pt x="4665" y="1840"/>
                </a:lnTo>
                <a:lnTo>
                  <a:pt x="4665" y="1840"/>
                </a:lnTo>
                <a:lnTo>
                  <a:pt x="4772" y="1840"/>
                </a:lnTo>
                <a:lnTo>
                  <a:pt x="4858" y="1861"/>
                </a:lnTo>
                <a:lnTo>
                  <a:pt x="4943" y="1883"/>
                </a:lnTo>
                <a:lnTo>
                  <a:pt x="5008" y="1947"/>
                </a:lnTo>
                <a:lnTo>
                  <a:pt x="5008" y="1947"/>
                </a:lnTo>
                <a:lnTo>
                  <a:pt x="5029" y="2011"/>
                </a:lnTo>
                <a:lnTo>
                  <a:pt x="5050" y="2118"/>
                </a:lnTo>
                <a:lnTo>
                  <a:pt x="5072" y="2204"/>
                </a:lnTo>
                <a:lnTo>
                  <a:pt x="5093" y="2225"/>
                </a:lnTo>
                <a:lnTo>
                  <a:pt x="5093" y="2225"/>
                </a:lnTo>
                <a:close/>
                <a:moveTo>
                  <a:pt x="4066" y="3381"/>
                </a:moveTo>
                <a:lnTo>
                  <a:pt x="4066" y="3381"/>
                </a:lnTo>
                <a:lnTo>
                  <a:pt x="4045" y="3445"/>
                </a:lnTo>
                <a:lnTo>
                  <a:pt x="3981" y="3488"/>
                </a:lnTo>
                <a:lnTo>
                  <a:pt x="3895" y="3530"/>
                </a:lnTo>
                <a:lnTo>
                  <a:pt x="3809" y="3552"/>
                </a:lnTo>
                <a:lnTo>
                  <a:pt x="3724" y="3573"/>
                </a:lnTo>
                <a:lnTo>
                  <a:pt x="3617" y="3573"/>
                </a:lnTo>
                <a:lnTo>
                  <a:pt x="3553" y="3552"/>
                </a:lnTo>
                <a:lnTo>
                  <a:pt x="3488" y="3509"/>
                </a:lnTo>
                <a:lnTo>
                  <a:pt x="3488" y="3509"/>
                </a:lnTo>
                <a:lnTo>
                  <a:pt x="3446" y="3445"/>
                </a:lnTo>
                <a:lnTo>
                  <a:pt x="3424" y="3338"/>
                </a:lnTo>
                <a:lnTo>
                  <a:pt x="3381" y="3081"/>
                </a:lnTo>
                <a:lnTo>
                  <a:pt x="3360" y="2717"/>
                </a:lnTo>
                <a:lnTo>
                  <a:pt x="3360" y="2717"/>
                </a:lnTo>
                <a:lnTo>
                  <a:pt x="3360" y="2546"/>
                </a:lnTo>
                <a:lnTo>
                  <a:pt x="3360" y="2375"/>
                </a:lnTo>
                <a:lnTo>
                  <a:pt x="3381" y="2289"/>
                </a:lnTo>
                <a:lnTo>
                  <a:pt x="3403" y="2225"/>
                </a:lnTo>
                <a:lnTo>
                  <a:pt x="3424" y="2140"/>
                </a:lnTo>
                <a:lnTo>
                  <a:pt x="3488" y="2097"/>
                </a:lnTo>
                <a:lnTo>
                  <a:pt x="3488" y="2097"/>
                </a:lnTo>
                <a:lnTo>
                  <a:pt x="3574" y="2054"/>
                </a:lnTo>
                <a:lnTo>
                  <a:pt x="3681" y="2033"/>
                </a:lnTo>
                <a:lnTo>
                  <a:pt x="3788" y="2054"/>
                </a:lnTo>
                <a:lnTo>
                  <a:pt x="3874" y="2097"/>
                </a:lnTo>
                <a:lnTo>
                  <a:pt x="3874" y="2097"/>
                </a:lnTo>
                <a:lnTo>
                  <a:pt x="3916" y="2161"/>
                </a:lnTo>
                <a:lnTo>
                  <a:pt x="3938" y="2225"/>
                </a:lnTo>
                <a:lnTo>
                  <a:pt x="3981" y="2418"/>
                </a:lnTo>
                <a:lnTo>
                  <a:pt x="4045" y="2803"/>
                </a:lnTo>
                <a:lnTo>
                  <a:pt x="4045" y="2803"/>
                </a:lnTo>
                <a:lnTo>
                  <a:pt x="4087" y="3102"/>
                </a:lnTo>
                <a:lnTo>
                  <a:pt x="4087" y="3252"/>
                </a:lnTo>
                <a:lnTo>
                  <a:pt x="4087" y="3338"/>
                </a:lnTo>
                <a:lnTo>
                  <a:pt x="4066" y="3381"/>
                </a:lnTo>
                <a:lnTo>
                  <a:pt x="4066" y="3381"/>
                </a:lnTo>
                <a:close/>
                <a:moveTo>
                  <a:pt x="2654" y="2953"/>
                </a:moveTo>
                <a:lnTo>
                  <a:pt x="2654" y="2953"/>
                </a:lnTo>
                <a:lnTo>
                  <a:pt x="2547" y="2910"/>
                </a:lnTo>
                <a:lnTo>
                  <a:pt x="2483" y="2867"/>
                </a:lnTo>
                <a:lnTo>
                  <a:pt x="2397" y="2803"/>
                </a:lnTo>
                <a:lnTo>
                  <a:pt x="2333" y="2717"/>
                </a:lnTo>
                <a:lnTo>
                  <a:pt x="2290" y="2632"/>
                </a:lnTo>
                <a:lnTo>
                  <a:pt x="2269" y="2546"/>
                </a:lnTo>
                <a:lnTo>
                  <a:pt x="2247" y="2439"/>
                </a:lnTo>
                <a:lnTo>
                  <a:pt x="2269" y="2354"/>
                </a:lnTo>
                <a:lnTo>
                  <a:pt x="2269" y="2354"/>
                </a:lnTo>
                <a:lnTo>
                  <a:pt x="2290" y="2268"/>
                </a:lnTo>
                <a:lnTo>
                  <a:pt x="2354" y="2204"/>
                </a:lnTo>
                <a:lnTo>
                  <a:pt x="2419" y="2140"/>
                </a:lnTo>
                <a:lnTo>
                  <a:pt x="2483" y="2097"/>
                </a:lnTo>
                <a:lnTo>
                  <a:pt x="2483" y="2097"/>
                </a:lnTo>
                <a:lnTo>
                  <a:pt x="2611" y="2054"/>
                </a:lnTo>
                <a:lnTo>
                  <a:pt x="2675" y="2033"/>
                </a:lnTo>
                <a:lnTo>
                  <a:pt x="2697" y="2054"/>
                </a:lnTo>
                <a:lnTo>
                  <a:pt x="2697" y="2054"/>
                </a:lnTo>
                <a:lnTo>
                  <a:pt x="2825" y="2054"/>
                </a:lnTo>
                <a:lnTo>
                  <a:pt x="2932" y="2097"/>
                </a:lnTo>
                <a:lnTo>
                  <a:pt x="2996" y="2140"/>
                </a:lnTo>
                <a:lnTo>
                  <a:pt x="3061" y="2204"/>
                </a:lnTo>
                <a:lnTo>
                  <a:pt x="3103" y="2289"/>
                </a:lnTo>
                <a:lnTo>
                  <a:pt x="3125" y="2375"/>
                </a:lnTo>
                <a:lnTo>
                  <a:pt x="3125" y="2461"/>
                </a:lnTo>
                <a:lnTo>
                  <a:pt x="3125" y="2567"/>
                </a:lnTo>
                <a:lnTo>
                  <a:pt x="3103" y="2653"/>
                </a:lnTo>
                <a:lnTo>
                  <a:pt x="3061" y="2739"/>
                </a:lnTo>
                <a:lnTo>
                  <a:pt x="3018" y="2803"/>
                </a:lnTo>
                <a:lnTo>
                  <a:pt x="2954" y="2888"/>
                </a:lnTo>
                <a:lnTo>
                  <a:pt x="2889" y="2931"/>
                </a:lnTo>
                <a:lnTo>
                  <a:pt x="2825" y="2953"/>
                </a:lnTo>
                <a:lnTo>
                  <a:pt x="2740" y="2974"/>
                </a:lnTo>
                <a:lnTo>
                  <a:pt x="2654" y="2953"/>
                </a:lnTo>
                <a:lnTo>
                  <a:pt x="2654" y="2953"/>
                </a:lnTo>
                <a:close/>
                <a:moveTo>
                  <a:pt x="1434" y="1006"/>
                </a:moveTo>
                <a:lnTo>
                  <a:pt x="1434" y="1006"/>
                </a:lnTo>
                <a:lnTo>
                  <a:pt x="1477" y="1048"/>
                </a:lnTo>
                <a:lnTo>
                  <a:pt x="1520" y="1091"/>
                </a:lnTo>
                <a:lnTo>
                  <a:pt x="1541" y="1155"/>
                </a:lnTo>
                <a:lnTo>
                  <a:pt x="1541" y="1220"/>
                </a:lnTo>
                <a:lnTo>
                  <a:pt x="1541" y="1262"/>
                </a:lnTo>
                <a:lnTo>
                  <a:pt x="1520" y="1305"/>
                </a:lnTo>
                <a:lnTo>
                  <a:pt x="1456" y="1348"/>
                </a:lnTo>
                <a:lnTo>
                  <a:pt x="1392" y="1348"/>
                </a:lnTo>
                <a:lnTo>
                  <a:pt x="1392" y="1348"/>
                </a:lnTo>
                <a:lnTo>
                  <a:pt x="1285" y="1262"/>
                </a:lnTo>
                <a:lnTo>
                  <a:pt x="1220" y="1220"/>
                </a:lnTo>
                <a:lnTo>
                  <a:pt x="1199" y="1155"/>
                </a:lnTo>
                <a:lnTo>
                  <a:pt x="1199" y="1155"/>
                </a:lnTo>
                <a:lnTo>
                  <a:pt x="1220" y="1113"/>
                </a:lnTo>
                <a:lnTo>
                  <a:pt x="1285" y="1070"/>
                </a:lnTo>
                <a:lnTo>
                  <a:pt x="1434" y="1006"/>
                </a:lnTo>
                <a:lnTo>
                  <a:pt x="1434" y="1006"/>
                </a:lnTo>
                <a:close/>
                <a:moveTo>
                  <a:pt x="707" y="1327"/>
                </a:moveTo>
                <a:lnTo>
                  <a:pt x="707" y="1327"/>
                </a:lnTo>
                <a:lnTo>
                  <a:pt x="793" y="1391"/>
                </a:lnTo>
                <a:lnTo>
                  <a:pt x="921" y="1562"/>
                </a:lnTo>
                <a:lnTo>
                  <a:pt x="1049" y="1733"/>
                </a:lnTo>
                <a:lnTo>
                  <a:pt x="1113" y="1840"/>
                </a:lnTo>
                <a:lnTo>
                  <a:pt x="1113" y="1840"/>
                </a:lnTo>
                <a:lnTo>
                  <a:pt x="1071" y="1861"/>
                </a:lnTo>
                <a:lnTo>
                  <a:pt x="1049" y="1861"/>
                </a:lnTo>
                <a:lnTo>
                  <a:pt x="964" y="1819"/>
                </a:lnTo>
                <a:lnTo>
                  <a:pt x="900" y="1733"/>
                </a:lnTo>
                <a:lnTo>
                  <a:pt x="814" y="1647"/>
                </a:lnTo>
                <a:lnTo>
                  <a:pt x="728" y="1434"/>
                </a:lnTo>
                <a:lnTo>
                  <a:pt x="707" y="1369"/>
                </a:lnTo>
                <a:lnTo>
                  <a:pt x="707" y="1327"/>
                </a:lnTo>
                <a:lnTo>
                  <a:pt x="707" y="1327"/>
                </a:lnTo>
                <a:close/>
                <a:moveTo>
                  <a:pt x="1007" y="2247"/>
                </a:moveTo>
                <a:lnTo>
                  <a:pt x="1007" y="2247"/>
                </a:lnTo>
                <a:lnTo>
                  <a:pt x="942" y="2225"/>
                </a:lnTo>
                <a:lnTo>
                  <a:pt x="900" y="2182"/>
                </a:lnTo>
                <a:lnTo>
                  <a:pt x="835" y="2054"/>
                </a:lnTo>
                <a:lnTo>
                  <a:pt x="835" y="2054"/>
                </a:lnTo>
                <a:lnTo>
                  <a:pt x="814" y="2054"/>
                </a:lnTo>
                <a:lnTo>
                  <a:pt x="814" y="2054"/>
                </a:lnTo>
                <a:lnTo>
                  <a:pt x="814" y="2033"/>
                </a:lnTo>
                <a:lnTo>
                  <a:pt x="835" y="2054"/>
                </a:lnTo>
                <a:lnTo>
                  <a:pt x="835" y="2054"/>
                </a:lnTo>
                <a:lnTo>
                  <a:pt x="964" y="2075"/>
                </a:lnTo>
                <a:lnTo>
                  <a:pt x="1028" y="2097"/>
                </a:lnTo>
                <a:lnTo>
                  <a:pt x="1071" y="2140"/>
                </a:lnTo>
                <a:lnTo>
                  <a:pt x="1071" y="2140"/>
                </a:lnTo>
                <a:lnTo>
                  <a:pt x="1092" y="2182"/>
                </a:lnTo>
                <a:lnTo>
                  <a:pt x="1071" y="2225"/>
                </a:lnTo>
                <a:lnTo>
                  <a:pt x="1049" y="2247"/>
                </a:lnTo>
                <a:lnTo>
                  <a:pt x="1007" y="2247"/>
                </a:lnTo>
                <a:lnTo>
                  <a:pt x="1007" y="2247"/>
                </a:lnTo>
                <a:close/>
                <a:moveTo>
                  <a:pt x="664" y="2311"/>
                </a:moveTo>
                <a:lnTo>
                  <a:pt x="664" y="2311"/>
                </a:lnTo>
                <a:lnTo>
                  <a:pt x="728" y="2354"/>
                </a:lnTo>
                <a:lnTo>
                  <a:pt x="857" y="2439"/>
                </a:lnTo>
                <a:lnTo>
                  <a:pt x="985" y="2525"/>
                </a:lnTo>
                <a:lnTo>
                  <a:pt x="1028" y="2589"/>
                </a:lnTo>
                <a:lnTo>
                  <a:pt x="1028" y="2589"/>
                </a:lnTo>
                <a:lnTo>
                  <a:pt x="964" y="2632"/>
                </a:lnTo>
                <a:lnTo>
                  <a:pt x="900" y="2653"/>
                </a:lnTo>
                <a:lnTo>
                  <a:pt x="835" y="2610"/>
                </a:lnTo>
                <a:lnTo>
                  <a:pt x="771" y="2546"/>
                </a:lnTo>
                <a:lnTo>
                  <a:pt x="728" y="2482"/>
                </a:lnTo>
                <a:lnTo>
                  <a:pt x="686" y="2418"/>
                </a:lnTo>
                <a:lnTo>
                  <a:pt x="664" y="2354"/>
                </a:lnTo>
                <a:lnTo>
                  <a:pt x="664" y="2311"/>
                </a:lnTo>
                <a:lnTo>
                  <a:pt x="664" y="2311"/>
                </a:lnTo>
                <a:close/>
                <a:moveTo>
                  <a:pt x="1606" y="3530"/>
                </a:moveTo>
                <a:lnTo>
                  <a:pt x="1606" y="3530"/>
                </a:lnTo>
                <a:lnTo>
                  <a:pt x="1584" y="3573"/>
                </a:lnTo>
                <a:lnTo>
                  <a:pt x="1541" y="3594"/>
                </a:lnTo>
                <a:lnTo>
                  <a:pt x="1477" y="3573"/>
                </a:lnTo>
                <a:lnTo>
                  <a:pt x="1392" y="3530"/>
                </a:lnTo>
                <a:lnTo>
                  <a:pt x="1285" y="3466"/>
                </a:lnTo>
                <a:lnTo>
                  <a:pt x="1199" y="3359"/>
                </a:lnTo>
                <a:lnTo>
                  <a:pt x="1135" y="3252"/>
                </a:lnTo>
                <a:lnTo>
                  <a:pt x="1092" y="3167"/>
                </a:lnTo>
                <a:lnTo>
                  <a:pt x="1071" y="3081"/>
                </a:lnTo>
                <a:lnTo>
                  <a:pt x="1071" y="3081"/>
                </a:lnTo>
                <a:lnTo>
                  <a:pt x="1113" y="2953"/>
                </a:lnTo>
                <a:lnTo>
                  <a:pt x="1178" y="2846"/>
                </a:lnTo>
                <a:lnTo>
                  <a:pt x="1199" y="2824"/>
                </a:lnTo>
                <a:lnTo>
                  <a:pt x="1242" y="2824"/>
                </a:lnTo>
                <a:lnTo>
                  <a:pt x="1306" y="2846"/>
                </a:lnTo>
                <a:lnTo>
                  <a:pt x="1349" y="2888"/>
                </a:lnTo>
                <a:lnTo>
                  <a:pt x="1349" y="2888"/>
                </a:lnTo>
                <a:lnTo>
                  <a:pt x="1413" y="2995"/>
                </a:lnTo>
                <a:lnTo>
                  <a:pt x="1499" y="3209"/>
                </a:lnTo>
                <a:lnTo>
                  <a:pt x="1584" y="3423"/>
                </a:lnTo>
                <a:lnTo>
                  <a:pt x="1606" y="3530"/>
                </a:lnTo>
                <a:lnTo>
                  <a:pt x="1606" y="3530"/>
                </a:lnTo>
                <a:close/>
                <a:moveTo>
                  <a:pt x="2761" y="4814"/>
                </a:moveTo>
                <a:lnTo>
                  <a:pt x="2761" y="4814"/>
                </a:lnTo>
                <a:lnTo>
                  <a:pt x="2483" y="4450"/>
                </a:lnTo>
                <a:lnTo>
                  <a:pt x="2354" y="4279"/>
                </a:lnTo>
                <a:lnTo>
                  <a:pt x="2226" y="4087"/>
                </a:lnTo>
                <a:lnTo>
                  <a:pt x="2226" y="4087"/>
                </a:lnTo>
                <a:lnTo>
                  <a:pt x="1948" y="3637"/>
                </a:lnTo>
                <a:lnTo>
                  <a:pt x="1841" y="3423"/>
                </a:lnTo>
                <a:lnTo>
                  <a:pt x="1734" y="3188"/>
                </a:lnTo>
                <a:lnTo>
                  <a:pt x="1734" y="3188"/>
                </a:lnTo>
                <a:lnTo>
                  <a:pt x="1670" y="3017"/>
                </a:lnTo>
                <a:lnTo>
                  <a:pt x="1606" y="2846"/>
                </a:lnTo>
                <a:lnTo>
                  <a:pt x="1584" y="2760"/>
                </a:lnTo>
                <a:lnTo>
                  <a:pt x="1606" y="2696"/>
                </a:lnTo>
                <a:lnTo>
                  <a:pt x="1670" y="2653"/>
                </a:lnTo>
                <a:lnTo>
                  <a:pt x="1755" y="2632"/>
                </a:lnTo>
                <a:lnTo>
                  <a:pt x="1755" y="2632"/>
                </a:lnTo>
                <a:lnTo>
                  <a:pt x="1798" y="2632"/>
                </a:lnTo>
                <a:lnTo>
                  <a:pt x="1841" y="2653"/>
                </a:lnTo>
                <a:lnTo>
                  <a:pt x="1905" y="2739"/>
                </a:lnTo>
                <a:lnTo>
                  <a:pt x="2012" y="2910"/>
                </a:lnTo>
                <a:lnTo>
                  <a:pt x="2012" y="2910"/>
                </a:lnTo>
                <a:lnTo>
                  <a:pt x="2140" y="3060"/>
                </a:lnTo>
                <a:lnTo>
                  <a:pt x="2312" y="3145"/>
                </a:lnTo>
                <a:lnTo>
                  <a:pt x="2312" y="3145"/>
                </a:lnTo>
                <a:lnTo>
                  <a:pt x="2419" y="3188"/>
                </a:lnTo>
                <a:lnTo>
                  <a:pt x="2547" y="3209"/>
                </a:lnTo>
                <a:lnTo>
                  <a:pt x="2782" y="3209"/>
                </a:lnTo>
                <a:lnTo>
                  <a:pt x="2782" y="3209"/>
                </a:lnTo>
                <a:lnTo>
                  <a:pt x="2889" y="3188"/>
                </a:lnTo>
                <a:lnTo>
                  <a:pt x="2975" y="3145"/>
                </a:lnTo>
                <a:lnTo>
                  <a:pt x="3167" y="3060"/>
                </a:lnTo>
                <a:lnTo>
                  <a:pt x="3167" y="3060"/>
                </a:lnTo>
                <a:lnTo>
                  <a:pt x="3167" y="3188"/>
                </a:lnTo>
                <a:lnTo>
                  <a:pt x="3146" y="3316"/>
                </a:lnTo>
                <a:lnTo>
                  <a:pt x="3125" y="3423"/>
                </a:lnTo>
                <a:lnTo>
                  <a:pt x="3125" y="3552"/>
                </a:lnTo>
                <a:lnTo>
                  <a:pt x="3125" y="3552"/>
                </a:lnTo>
                <a:lnTo>
                  <a:pt x="3167" y="3659"/>
                </a:lnTo>
                <a:lnTo>
                  <a:pt x="3189" y="3723"/>
                </a:lnTo>
                <a:lnTo>
                  <a:pt x="3189" y="3787"/>
                </a:lnTo>
                <a:lnTo>
                  <a:pt x="3125" y="3894"/>
                </a:lnTo>
                <a:lnTo>
                  <a:pt x="3125" y="3894"/>
                </a:lnTo>
                <a:lnTo>
                  <a:pt x="3018" y="4022"/>
                </a:lnTo>
                <a:lnTo>
                  <a:pt x="2868" y="4215"/>
                </a:lnTo>
                <a:lnTo>
                  <a:pt x="2825" y="4301"/>
                </a:lnTo>
                <a:lnTo>
                  <a:pt x="2804" y="4322"/>
                </a:lnTo>
                <a:lnTo>
                  <a:pt x="2825" y="4365"/>
                </a:lnTo>
                <a:lnTo>
                  <a:pt x="2847" y="4386"/>
                </a:lnTo>
                <a:lnTo>
                  <a:pt x="2889" y="4408"/>
                </a:lnTo>
                <a:lnTo>
                  <a:pt x="3018" y="4429"/>
                </a:lnTo>
                <a:lnTo>
                  <a:pt x="3018" y="4429"/>
                </a:lnTo>
                <a:lnTo>
                  <a:pt x="3146" y="4408"/>
                </a:lnTo>
                <a:lnTo>
                  <a:pt x="3274" y="4386"/>
                </a:lnTo>
                <a:lnTo>
                  <a:pt x="3488" y="4279"/>
                </a:lnTo>
                <a:lnTo>
                  <a:pt x="3724" y="4151"/>
                </a:lnTo>
                <a:lnTo>
                  <a:pt x="3852" y="4129"/>
                </a:lnTo>
                <a:lnTo>
                  <a:pt x="3981" y="4108"/>
                </a:lnTo>
                <a:lnTo>
                  <a:pt x="3981" y="4108"/>
                </a:lnTo>
                <a:lnTo>
                  <a:pt x="4216" y="4151"/>
                </a:lnTo>
                <a:lnTo>
                  <a:pt x="4537" y="4215"/>
                </a:lnTo>
                <a:lnTo>
                  <a:pt x="4687" y="4236"/>
                </a:lnTo>
                <a:lnTo>
                  <a:pt x="4815" y="4215"/>
                </a:lnTo>
                <a:lnTo>
                  <a:pt x="4879" y="4194"/>
                </a:lnTo>
                <a:lnTo>
                  <a:pt x="4922" y="4172"/>
                </a:lnTo>
                <a:lnTo>
                  <a:pt x="4943" y="4151"/>
                </a:lnTo>
                <a:lnTo>
                  <a:pt x="4943" y="4087"/>
                </a:lnTo>
                <a:lnTo>
                  <a:pt x="4943" y="4087"/>
                </a:lnTo>
                <a:lnTo>
                  <a:pt x="4943" y="4022"/>
                </a:lnTo>
                <a:lnTo>
                  <a:pt x="4922" y="3980"/>
                </a:lnTo>
                <a:lnTo>
                  <a:pt x="4879" y="3937"/>
                </a:lnTo>
                <a:lnTo>
                  <a:pt x="4815" y="3894"/>
                </a:lnTo>
                <a:lnTo>
                  <a:pt x="4708" y="3851"/>
                </a:lnTo>
                <a:lnTo>
                  <a:pt x="4601" y="3808"/>
                </a:lnTo>
                <a:lnTo>
                  <a:pt x="4601" y="3808"/>
                </a:lnTo>
                <a:lnTo>
                  <a:pt x="4408" y="3744"/>
                </a:lnTo>
                <a:lnTo>
                  <a:pt x="4280" y="3701"/>
                </a:lnTo>
                <a:lnTo>
                  <a:pt x="4259" y="3680"/>
                </a:lnTo>
                <a:lnTo>
                  <a:pt x="4237" y="3659"/>
                </a:lnTo>
                <a:lnTo>
                  <a:pt x="4237" y="3659"/>
                </a:lnTo>
                <a:lnTo>
                  <a:pt x="4237" y="3594"/>
                </a:lnTo>
                <a:lnTo>
                  <a:pt x="4280" y="3488"/>
                </a:lnTo>
                <a:lnTo>
                  <a:pt x="4323" y="3402"/>
                </a:lnTo>
                <a:lnTo>
                  <a:pt x="4344" y="3316"/>
                </a:lnTo>
                <a:lnTo>
                  <a:pt x="4344" y="3316"/>
                </a:lnTo>
                <a:lnTo>
                  <a:pt x="4301" y="3102"/>
                </a:lnTo>
                <a:lnTo>
                  <a:pt x="4259" y="2931"/>
                </a:lnTo>
                <a:lnTo>
                  <a:pt x="4259" y="2931"/>
                </a:lnTo>
                <a:lnTo>
                  <a:pt x="4301" y="2910"/>
                </a:lnTo>
                <a:lnTo>
                  <a:pt x="4366" y="2910"/>
                </a:lnTo>
                <a:lnTo>
                  <a:pt x="4537" y="2953"/>
                </a:lnTo>
                <a:lnTo>
                  <a:pt x="4708" y="2974"/>
                </a:lnTo>
                <a:lnTo>
                  <a:pt x="4794" y="2995"/>
                </a:lnTo>
                <a:lnTo>
                  <a:pt x="4858" y="2974"/>
                </a:lnTo>
                <a:lnTo>
                  <a:pt x="4858" y="2974"/>
                </a:lnTo>
                <a:lnTo>
                  <a:pt x="4943" y="2953"/>
                </a:lnTo>
                <a:lnTo>
                  <a:pt x="5029" y="2910"/>
                </a:lnTo>
                <a:lnTo>
                  <a:pt x="5093" y="2846"/>
                </a:lnTo>
                <a:lnTo>
                  <a:pt x="5157" y="2781"/>
                </a:lnTo>
                <a:lnTo>
                  <a:pt x="5243" y="2610"/>
                </a:lnTo>
                <a:lnTo>
                  <a:pt x="5286" y="2439"/>
                </a:lnTo>
                <a:lnTo>
                  <a:pt x="5286" y="2439"/>
                </a:lnTo>
                <a:lnTo>
                  <a:pt x="5307" y="2289"/>
                </a:lnTo>
                <a:lnTo>
                  <a:pt x="5307" y="2204"/>
                </a:lnTo>
                <a:lnTo>
                  <a:pt x="5328" y="2161"/>
                </a:lnTo>
                <a:lnTo>
                  <a:pt x="5350" y="2140"/>
                </a:lnTo>
                <a:lnTo>
                  <a:pt x="5478" y="2075"/>
                </a:lnTo>
                <a:lnTo>
                  <a:pt x="5478" y="2075"/>
                </a:lnTo>
                <a:lnTo>
                  <a:pt x="5585" y="2054"/>
                </a:lnTo>
                <a:lnTo>
                  <a:pt x="5671" y="2033"/>
                </a:lnTo>
                <a:lnTo>
                  <a:pt x="5735" y="2054"/>
                </a:lnTo>
                <a:lnTo>
                  <a:pt x="5756" y="2097"/>
                </a:lnTo>
                <a:lnTo>
                  <a:pt x="5778" y="2161"/>
                </a:lnTo>
                <a:lnTo>
                  <a:pt x="5778" y="2225"/>
                </a:lnTo>
                <a:lnTo>
                  <a:pt x="5735" y="2418"/>
                </a:lnTo>
                <a:lnTo>
                  <a:pt x="5735" y="2418"/>
                </a:lnTo>
                <a:lnTo>
                  <a:pt x="5628" y="2910"/>
                </a:lnTo>
                <a:lnTo>
                  <a:pt x="5457" y="3381"/>
                </a:lnTo>
                <a:lnTo>
                  <a:pt x="5264" y="3830"/>
                </a:lnTo>
                <a:lnTo>
                  <a:pt x="5008" y="4258"/>
                </a:lnTo>
                <a:lnTo>
                  <a:pt x="5008" y="4258"/>
                </a:lnTo>
                <a:lnTo>
                  <a:pt x="4729" y="4707"/>
                </a:lnTo>
                <a:lnTo>
                  <a:pt x="4580" y="4921"/>
                </a:lnTo>
                <a:lnTo>
                  <a:pt x="4430" y="5135"/>
                </a:lnTo>
                <a:lnTo>
                  <a:pt x="4430" y="5135"/>
                </a:lnTo>
                <a:lnTo>
                  <a:pt x="4301" y="5263"/>
                </a:lnTo>
                <a:lnTo>
                  <a:pt x="4259" y="5263"/>
                </a:lnTo>
                <a:lnTo>
                  <a:pt x="4237" y="5242"/>
                </a:lnTo>
                <a:lnTo>
                  <a:pt x="4216" y="5156"/>
                </a:lnTo>
                <a:lnTo>
                  <a:pt x="4194" y="5092"/>
                </a:lnTo>
                <a:lnTo>
                  <a:pt x="4152" y="5049"/>
                </a:lnTo>
                <a:lnTo>
                  <a:pt x="4152" y="5049"/>
                </a:lnTo>
                <a:lnTo>
                  <a:pt x="4109" y="5007"/>
                </a:lnTo>
                <a:lnTo>
                  <a:pt x="4066" y="5007"/>
                </a:lnTo>
                <a:lnTo>
                  <a:pt x="3959" y="4985"/>
                </a:lnTo>
                <a:lnTo>
                  <a:pt x="3852" y="4985"/>
                </a:lnTo>
                <a:lnTo>
                  <a:pt x="3767" y="4985"/>
                </a:lnTo>
                <a:lnTo>
                  <a:pt x="3767" y="4985"/>
                </a:lnTo>
                <a:lnTo>
                  <a:pt x="3724" y="4942"/>
                </a:lnTo>
                <a:lnTo>
                  <a:pt x="3702" y="4900"/>
                </a:lnTo>
                <a:lnTo>
                  <a:pt x="3660" y="4878"/>
                </a:lnTo>
                <a:lnTo>
                  <a:pt x="3595" y="4900"/>
                </a:lnTo>
                <a:lnTo>
                  <a:pt x="3595" y="4900"/>
                </a:lnTo>
                <a:lnTo>
                  <a:pt x="3553" y="4942"/>
                </a:lnTo>
                <a:lnTo>
                  <a:pt x="3531" y="5007"/>
                </a:lnTo>
                <a:lnTo>
                  <a:pt x="3488" y="5156"/>
                </a:lnTo>
                <a:lnTo>
                  <a:pt x="3446" y="5306"/>
                </a:lnTo>
                <a:lnTo>
                  <a:pt x="3403" y="5370"/>
                </a:lnTo>
                <a:lnTo>
                  <a:pt x="3360" y="5392"/>
                </a:lnTo>
                <a:lnTo>
                  <a:pt x="3360" y="5392"/>
                </a:lnTo>
                <a:lnTo>
                  <a:pt x="3274" y="5370"/>
                </a:lnTo>
                <a:lnTo>
                  <a:pt x="3210" y="5328"/>
                </a:lnTo>
                <a:lnTo>
                  <a:pt x="3018" y="5156"/>
                </a:lnTo>
                <a:lnTo>
                  <a:pt x="2868" y="4964"/>
                </a:lnTo>
                <a:lnTo>
                  <a:pt x="2761" y="4814"/>
                </a:lnTo>
                <a:lnTo>
                  <a:pt x="2761" y="4814"/>
                </a:lnTo>
                <a:close/>
                <a:moveTo>
                  <a:pt x="3702" y="7788"/>
                </a:moveTo>
                <a:lnTo>
                  <a:pt x="3702" y="7788"/>
                </a:lnTo>
                <a:lnTo>
                  <a:pt x="3595" y="8130"/>
                </a:lnTo>
                <a:lnTo>
                  <a:pt x="3510" y="8323"/>
                </a:lnTo>
                <a:lnTo>
                  <a:pt x="3488" y="8387"/>
                </a:lnTo>
                <a:lnTo>
                  <a:pt x="3467" y="8409"/>
                </a:lnTo>
                <a:lnTo>
                  <a:pt x="3467" y="8409"/>
                </a:lnTo>
                <a:lnTo>
                  <a:pt x="3424" y="8387"/>
                </a:lnTo>
                <a:lnTo>
                  <a:pt x="3403" y="8323"/>
                </a:lnTo>
                <a:lnTo>
                  <a:pt x="3360" y="8173"/>
                </a:lnTo>
                <a:lnTo>
                  <a:pt x="3317" y="7852"/>
                </a:lnTo>
                <a:lnTo>
                  <a:pt x="3317" y="7852"/>
                </a:lnTo>
                <a:lnTo>
                  <a:pt x="3339" y="7724"/>
                </a:lnTo>
                <a:lnTo>
                  <a:pt x="3381" y="7574"/>
                </a:lnTo>
                <a:lnTo>
                  <a:pt x="3403" y="7510"/>
                </a:lnTo>
                <a:lnTo>
                  <a:pt x="3467" y="7467"/>
                </a:lnTo>
                <a:lnTo>
                  <a:pt x="3531" y="7446"/>
                </a:lnTo>
                <a:lnTo>
                  <a:pt x="3595" y="7446"/>
                </a:lnTo>
                <a:lnTo>
                  <a:pt x="3595" y="7446"/>
                </a:lnTo>
                <a:lnTo>
                  <a:pt x="3660" y="7446"/>
                </a:lnTo>
                <a:lnTo>
                  <a:pt x="3724" y="7489"/>
                </a:lnTo>
                <a:lnTo>
                  <a:pt x="3745" y="7531"/>
                </a:lnTo>
                <a:lnTo>
                  <a:pt x="3745" y="7574"/>
                </a:lnTo>
                <a:lnTo>
                  <a:pt x="3724" y="7681"/>
                </a:lnTo>
                <a:lnTo>
                  <a:pt x="3702" y="7788"/>
                </a:lnTo>
                <a:lnTo>
                  <a:pt x="3702" y="7788"/>
                </a:lnTo>
                <a:close/>
                <a:moveTo>
                  <a:pt x="3381" y="6804"/>
                </a:moveTo>
                <a:lnTo>
                  <a:pt x="3381" y="6804"/>
                </a:lnTo>
                <a:lnTo>
                  <a:pt x="3403" y="6633"/>
                </a:lnTo>
                <a:lnTo>
                  <a:pt x="3424" y="6568"/>
                </a:lnTo>
                <a:lnTo>
                  <a:pt x="3446" y="6547"/>
                </a:lnTo>
                <a:lnTo>
                  <a:pt x="3488" y="6547"/>
                </a:lnTo>
                <a:lnTo>
                  <a:pt x="3488" y="6547"/>
                </a:lnTo>
                <a:lnTo>
                  <a:pt x="3531" y="6568"/>
                </a:lnTo>
                <a:lnTo>
                  <a:pt x="3574" y="6590"/>
                </a:lnTo>
                <a:lnTo>
                  <a:pt x="3617" y="6697"/>
                </a:lnTo>
                <a:lnTo>
                  <a:pt x="3638" y="6804"/>
                </a:lnTo>
                <a:lnTo>
                  <a:pt x="3617" y="6868"/>
                </a:lnTo>
                <a:lnTo>
                  <a:pt x="3617" y="6868"/>
                </a:lnTo>
                <a:lnTo>
                  <a:pt x="3617" y="6954"/>
                </a:lnTo>
                <a:lnTo>
                  <a:pt x="3595" y="7103"/>
                </a:lnTo>
                <a:lnTo>
                  <a:pt x="3553" y="7168"/>
                </a:lnTo>
                <a:lnTo>
                  <a:pt x="3531" y="7232"/>
                </a:lnTo>
                <a:lnTo>
                  <a:pt x="3467" y="7253"/>
                </a:lnTo>
                <a:lnTo>
                  <a:pt x="3424" y="7253"/>
                </a:lnTo>
                <a:lnTo>
                  <a:pt x="3424" y="7253"/>
                </a:lnTo>
                <a:lnTo>
                  <a:pt x="3381" y="7232"/>
                </a:lnTo>
                <a:lnTo>
                  <a:pt x="3381" y="7189"/>
                </a:lnTo>
                <a:lnTo>
                  <a:pt x="3360" y="7039"/>
                </a:lnTo>
                <a:lnTo>
                  <a:pt x="3381" y="6804"/>
                </a:lnTo>
                <a:lnTo>
                  <a:pt x="3381" y="6804"/>
                </a:lnTo>
                <a:close/>
                <a:moveTo>
                  <a:pt x="4002" y="8473"/>
                </a:moveTo>
                <a:lnTo>
                  <a:pt x="4002" y="8473"/>
                </a:lnTo>
                <a:lnTo>
                  <a:pt x="3959" y="8494"/>
                </a:lnTo>
                <a:lnTo>
                  <a:pt x="3916" y="8473"/>
                </a:lnTo>
                <a:lnTo>
                  <a:pt x="3895" y="8451"/>
                </a:lnTo>
                <a:lnTo>
                  <a:pt x="3874" y="8430"/>
                </a:lnTo>
                <a:lnTo>
                  <a:pt x="3874" y="8430"/>
                </a:lnTo>
                <a:lnTo>
                  <a:pt x="3916" y="8409"/>
                </a:lnTo>
                <a:lnTo>
                  <a:pt x="3959" y="8430"/>
                </a:lnTo>
                <a:lnTo>
                  <a:pt x="4002" y="8451"/>
                </a:lnTo>
                <a:lnTo>
                  <a:pt x="4002" y="8473"/>
                </a:lnTo>
                <a:lnTo>
                  <a:pt x="4002" y="8473"/>
                </a:lnTo>
                <a:close/>
                <a:moveTo>
                  <a:pt x="3938" y="6675"/>
                </a:moveTo>
                <a:lnTo>
                  <a:pt x="3938" y="6675"/>
                </a:lnTo>
                <a:lnTo>
                  <a:pt x="3938" y="6654"/>
                </a:lnTo>
                <a:lnTo>
                  <a:pt x="3938" y="6675"/>
                </a:lnTo>
                <a:lnTo>
                  <a:pt x="3938" y="6675"/>
                </a:lnTo>
                <a:close/>
                <a:moveTo>
                  <a:pt x="4087" y="7146"/>
                </a:moveTo>
                <a:lnTo>
                  <a:pt x="4087" y="7146"/>
                </a:lnTo>
                <a:lnTo>
                  <a:pt x="4045" y="7146"/>
                </a:lnTo>
                <a:lnTo>
                  <a:pt x="4002" y="7146"/>
                </a:lnTo>
                <a:lnTo>
                  <a:pt x="4002" y="7146"/>
                </a:lnTo>
                <a:lnTo>
                  <a:pt x="4023" y="7103"/>
                </a:lnTo>
                <a:lnTo>
                  <a:pt x="4087" y="7082"/>
                </a:lnTo>
                <a:lnTo>
                  <a:pt x="4152" y="7082"/>
                </a:lnTo>
                <a:lnTo>
                  <a:pt x="4173" y="7082"/>
                </a:lnTo>
                <a:lnTo>
                  <a:pt x="4173" y="7103"/>
                </a:lnTo>
                <a:lnTo>
                  <a:pt x="4173" y="7103"/>
                </a:lnTo>
                <a:lnTo>
                  <a:pt x="4152" y="7146"/>
                </a:lnTo>
                <a:lnTo>
                  <a:pt x="4087" y="7146"/>
                </a:lnTo>
                <a:lnTo>
                  <a:pt x="4087" y="7146"/>
                </a:lnTo>
                <a:close/>
                <a:moveTo>
                  <a:pt x="3874" y="6419"/>
                </a:moveTo>
                <a:lnTo>
                  <a:pt x="3874" y="6419"/>
                </a:lnTo>
                <a:lnTo>
                  <a:pt x="3788" y="6397"/>
                </a:lnTo>
                <a:lnTo>
                  <a:pt x="3681" y="6376"/>
                </a:lnTo>
                <a:lnTo>
                  <a:pt x="3574" y="6312"/>
                </a:lnTo>
                <a:lnTo>
                  <a:pt x="3488" y="6269"/>
                </a:lnTo>
                <a:lnTo>
                  <a:pt x="3403" y="6205"/>
                </a:lnTo>
                <a:lnTo>
                  <a:pt x="3339" y="6119"/>
                </a:lnTo>
                <a:lnTo>
                  <a:pt x="3274" y="6034"/>
                </a:lnTo>
                <a:lnTo>
                  <a:pt x="3253" y="5948"/>
                </a:lnTo>
                <a:lnTo>
                  <a:pt x="3253" y="5948"/>
                </a:lnTo>
                <a:lnTo>
                  <a:pt x="3232" y="5884"/>
                </a:lnTo>
                <a:lnTo>
                  <a:pt x="3232" y="5841"/>
                </a:lnTo>
                <a:lnTo>
                  <a:pt x="3253" y="5798"/>
                </a:lnTo>
                <a:lnTo>
                  <a:pt x="3296" y="5798"/>
                </a:lnTo>
                <a:lnTo>
                  <a:pt x="3381" y="5798"/>
                </a:lnTo>
                <a:lnTo>
                  <a:pt x="3510" y="5820"/>
                </a:lnTo>
                <a:lnTo>
                  <a:pt x="3510" y="5820"/>
                </a:lnTo>
                <a:lnTo>
                  <a:pt x="3767" y="5841"/>
                </a:lnTo>
                <a:lnTo>
                  <a:pt x="4023" y="5820"/>
                </a:lnTo>
                <a:lnTo>
                  <a:pt x="4023" y="5820"/>
                </a:lnTo>
                <a:lnTo>
                  <a:pt x="4109" y="5798"/>
                </a:lnTo>
                <a:lnTo>
                  <a:pt x="4194" y="5755"/>
                </a:lnTo>
                <a:lnTo>
                  <a:pt x="4366" y="5670"/>
                </a:lnTo>
                <a:lnTo>
                  <a:pt x="4430" y="5648"/>
                </a:lnTo>
                <a:lnTo>
                  <a:pt x="4494" y="5670"/>
                </a:lnTo>
                <a:lnTo>
                  <a:pt x="4515" y="5734"/>
                </a:lnTo>
                <a:lnTo>
                  <a:pt x="4515" y="5862"/>
                </a:lnTo>
                <a:lnTo>
                  <a:pt x="4515" y="5862"/>
                </a:lnTo>
                <a:lnTo>
                  <a:pt x="4494" y="5948"/>
                </a:lnTo>
                <a:lnTo>
                  <a:pt x="4451" y="6055"/>
                </a:lnTo>
                <a:lnTo>
                  <a:pt x="4387" y="6162"/>
                </a:lnTo>
                <a:lnTo>
                  <a:pt x="4280" y="6248"/>
                </a:lnTo>
                <a:lnTo>
                  <a:pt x="4173" y="6312"/>
                </a:lnTo>
                <a:lnTo>
                  <a:pt x="4087" y="6376"/>
                </a:lnTo>
                <a:lnTo>
                  <a:pt x="3981" y="6397"/>
                </a:lnTo>
                <a:lnTo>
                  <a:pt x="3874" y="6419"/>
                </a:lnTo>
                <a:lnTo>
                  <a:pt x="3874" y="6419"/>
                </a:lnTo>
                <a:close/>
                <a:moveTo>
                  <a:pt x="4259" y="6611"/>
                </a:moveTo>
                <a:lnTo>
                  <a:pt x="4259" y="6611"/>
                </a:lnTo>
                <a:lnTo>
                  <a:pt x="4280" y="6568"/>
                </a:lnTo>
                <a:lnTo>
                  <a:pt x="4323" y="6504"/>
                </a:lnTo>
                <a:lnTo>
                  <a:pt x="4366" y="6462"/>
                </a:lnTo>
                <a:lnTo>
                  <a:pt x="4430" y="6440"/>
                </a:lnTo>
                <a:lnTo>
                  <a:pt x="4515" y="6419"/>
                </a:lnTo>
                <a:lnTo>
                  <a:pt x="4580" y="6419"/>
                </a:lnTo>
                <a:lnTo>
                  <a:pt x="4644" y="6440"/>
                </a:lnTo>
                <a:lnTo>
                  <a:pt x="4687" y="6462"/>
                </a:lnTo>
                <a:lnTo>
                  <a:pt x="4687" y="6462"/>
                </a:lnTo>
                <a:lnTo>
                  <a:pt x="4729" y="6547"/>
                </a:lnTo>
                <a:lnTo>
                  <a:pt x="4751" y="6718"/>
                </a:lnTo>
                <a:lnTo>
                  <a:pt x="4794" y="6868"/>
                </a:lnTo>
                <a:lnTo>
                  <a:pt x="4794" y="6932"/>
                </a:lnTo>
                <a:lnTo>
                  <a:pt x="4794" y="6932"/>
                </a:lnTo>
                <a:lnTo>
                  <a:pt x="4772" y="7039"/>
                </a:lnTo>
                <a:lnTo>
                  <a:pt x="4751" y="7103"/>
                </a:lnTo>
                <a:lnTo>
                  <a:pt x="4729" y="7125"/>
                </a:lnTo>
                <a:lnTo>
                  <a:pt x="4708" y="7103"/>
                </a:lnTo>
                <a:lnTo>
                  <a:pt x="4644" y="7039"/>
                </a:lnTo>
                <a:lnTo>
                  <a:pt x="4537" y="6911"/>
                </a:lnTo>
                <a:lnTo>
                  <a:pt x="4537" y="6911"/>
                </a:lnTo>
                <a:lnTo>
                  <a:pt x="4473" y="6847"/>
                </a:lnTo>
                <a:lnTo>
                  <a:pt x="4366" y="6782"/>
                </a:lnTo>
                <a:lnTo>
                  <a:pt x="4301" y="6718"/>
                </a:lnTo>
                <a:lnTo>
                  <a:pt x="4259" y="6675"/>
                </a:lnTo>
                <a:lnTo>
                  <a:pt x="4259" y="6611"/>
                </a:lnTo>
                <a:lnTo>
                  <a:pt x="4259" y="6611"/>
                </a:lnTo>
                <a:close/>
                <a:moveTo>
                  <a:pt x="4858" y="8152"/>
                </a:moveTo>
                <a:lnTo>
                  <a:pt x="4858" y="8152"/>
                </a:lnTo>
                <a:lnTo>
                  <a:pt x="4815" y="8173"/>
                </a:lnTo>
                <a:lnTo>
                  <a:pt x="4772" y="8152"/>
                </a:lnTo>
                <a:lnTo>
                  <a:pt x="4729" y="8109"/>
                </a:lnTo>
                <a:lnTo>
                  <a:pt x="4687" y="8045"/>
                </a:lnTo>
                <a:lnTo>
                  <a:pt x="4580" y="7809"/>
                </a:lnTo>
                <a:lnTo>
                  <a:pt x="4580" y="7809"/>
                </a:lnTo>
                <a:lnTo>
                  <a:pt x="4515" y="7681"/>
                </a:lnTo>
                <a:lnTo>
                  <a:pt x="4430" y="7510"/>
                </a:lnTo>
                <a:lnTo>
                  <a:pt x="4408" y="7424"/>
                </a:lnTo>
                <a:lnTo>
                  <a:pt x="4408" y="7339"/>
                </a:lnTo>
                <a:lnTo>
                  <a:pt x="4430" y="7253"/>
                </a:lnTo>
                <a:lnTo>
                  <a:pt x="4473" y="7210"/>
                </a:lnTo>
                <a:lnTo>
                  <a:pt x="4473" y="7210"/>
                </a:lnTo>
                <a:lnTo>
                  <a:pt x="4515" y="7253"/>
                </a:lnTo>
                <a:lnTo>
                  <a:pt x="4580" y="7339"/>
                </a:lnTo>
                <a:lnTo>
                  <a:pt x="4622" y="7403"/>
                </a:lnTo>
                <a:lnTo>
                  <a:pt x="4687" y="7467"/>
                </a:lnTo>
                <a:lnTo>
                  <a:pt x="4687" y="7467"/>
                </a:lnTo>
                <a:lnTo>
                  <a:pt x="4794" y="7531"/>
                </a:lnTo>
                <a:lnTo>
                  <a:pt x="4879" y="7574"/>
                </a:lnTo>
                <a:lnTo>
                  <a:pt x="4879" y="7574"/>
                </a:lnTo>
                <a:lnTo>
                  <a:pt x="4901" y="7617"/>
                </a:lnTo>
                <a:lnTo>
                  <a:pt x="4922" y="7702"/>
                </a:lnTo>
                <a:lnTo>
                  <a:pt x="4922" y="7874"/>
                </a:lnTo>
                <a:lnTo>
                  <a:pt x="4901" y="8045"/>
                </a:lnTo>
                <a:lnTo>
                  <a:pt x="4879" y="8109"/>
                </a:lnTo>
                <a:lnTo>
                  <a:pt x="4858" y="8152"/>
                </a:lnTo>
                <a:lnTo>
                  <a:pt x="4858" y="8152"/>
                </a:lnTo>
                <a:close/>
                <a:moveTo>
                  <a:pt x="3809" y="4664"/>
                </a:moveTo>
                <a:lnTo>
                  <a:pt x="3809" y="4664"/>
                </a:lnTo>
                <a:lnTo>
                  <a:pt x="3916" y="4643"/>
                </a:lnTo>
                <a:lnTo>
                  <a:pt x="4066" y="4621"/>
                </a:lnTo>
                <a:lnTo>
                  <a:pt x="4130" y="4600"/>
                </a:lnTo>
                <a:lnTo>
                  <a:pt x="4194" y="4579"/>
                </a:lnTo>
                <a:lnTo>
                  <a:pt x="4216" y="4515"/>
                </a:lnTo>
                <a:lnTo>
                  <a:pt x="4216" y="4472"/>
                </a:lnTo>
                <a:lnTo>
                  <a:pt x="4216" y="4472"/>
                </a:lnTo>
                <a:lnTo>
                  <a:pt x="4194" y="4429"/>
                </a:lnTo>
                <a:lnTo>
                  <a:pt x="4152" y="4386"/>
                </a:lnTo>
                <a:lnTo>
                  <a:pt x="4066" y="4365"/>
                </a:lnTo>
                <a:lnTo>
                  <a:pt x="3852" y="4365"/>
                </a:lnTo>
                <a:lnTo>
                  <a:pt x="3852" y="4365"/>
                </a:lnTo>
                <a:lnTo>
                  <a:pt x="3767" y="4365"/>
                </a:lnTo>
                <a:lnTo>
                  <a:pt x="3638" y="4386"/>
                </a:lnTo>
                <a:lnTo>
                  <a:pt x="3574" y="4408"/>
                </a:lnTo>
                <a:lnTo>
                  <a:pt x="3510" y="4429"/>
                </a:lnTo>
                <a:lnTo>
                  <a:pt x="3488" y="4450"/>
                </a:lnTo>
                <a:lnTo>
                  <a:pt x="3467" y="4515"/>
                </a:lnTo>
                <a:lnTo>
                  <a:pt x="3467" y="4515"/>
                </a:lnTo>
                <a:lnTo>
                  <a:pt x="3467" y="4557"/>
                </a:lnTo>
                <a:lnTo>
                  <a:pt x="3510" y="4600"/>
                </a:lnTo>
                <a:lnTo>
                  <a:pt x="3553" y="4621"/>
                </a:lnTo>
                <a:lnTo>
                  <a:pt x="3595" y="4643"/>
                </a:lnTo>
                <a:lnTo>
                  <a:pt x="3724" y="4664"/>
                </a:lnTo>
                <a:lnTo>
                  <a:pt x="3809" y="4664"/>
                </a:lnTo>
                <a:lnTo>
                  <a:pt x="3809" y="4664"/>
                </a:lnTo>
                <a:close/>
                <a:moveTo>
                  <a:pt x="3531" y="1369"/>
                </a:moveTo>
                <a:lnTo>
                  <a:pt x="3531" y="1369"/>
                </a:lnTo>
                <a:lnTo>
                  <a:pt x="3660" y="1369"/>
                </a:lnTo>
                <a:lnTo>
                  <a:pt x="3874" y="1348"/>
                </a:lnTo>
                <a:lnTo>
                  <a:pt x="3959" y="1327"/>
                </a:lnTo>
                <a:lnTo>
                  <a:pt x="4045" y="1305"/>
                </a:lnTo>
                <a:lnTo>
                  <a:pt x="4087" y="1262"/>
                </a:lnTo>
                <a:lnTo>
                  <a:pt x="4087" y="1241"/>
                </a:lnTo>
                <a:lnTo>
                  <a:pt x="4087" y="1220"/>
                </a:lnTo>
                <a:lnTo>
                  <a:pt x="4087" y="1220"/>
                </a:lnTo>
                <a:lnTo>
                  <a:pt x="4045" y="1198"/>
                </a:lnTo>
                <a:lnTo>
                  <a:pt x="3959" y="1177"/>
                </a:lnTo>
                <a:lnTo>
                  <a:pt x="3724" y="1198"/>
                </a:lnTo>
                <a:lnTo>
                  <a:pt x="3317" y="1241"/>
                </a:lnTo>
                <a:lnTo>
                  <a:pt x="3317" y="1241"/>
                </a:lnTo>
                <a:lnTo>
                  <a:pt x="3039" y="1305"/>
                </a:lnTo>
                <a:lnTo>
                  <a:pt x="2868" y="1369"/>
                </a:lnTo>
                <a:lnTo>
                  <a:pt x="2825" y="1391"/>
                </a:lnTo>
                <a:lnTo>
                  <a:pt x="2825" y="1434"/>
                </a:lnTo>
                <a:lnTo>
                  <a:pt x="2825" y="1434"/>
                </a:lnTo>
                <a:lnTo>
                  <a:pt x="2868" y="1455"/>
                </a:lnTo>
                <a:lnTo>
                  <a:pt x="2932" y="1455"/>
                </a:lnTo>
                <a:lnTo>
                  <a:pt x="3146" y="1434"/>
                </a:lnTo>
                <a:lnTo>
                  <a:pt x="3531" y="1369"/>
                </a:lnTo>
                <a:lnTo>
                  <a:pt x="3531" y="1369"/>
                </a:lnTo>
                <a:close/>
                <a:moveTo>
                  <a:pt x="3317" y="1220"/>
                </a:moveTo>
                <a:lnTo>
                  <a:pt x="3317" y="1220"/>
                </a:lnTo>
                <a:lnTo>
                  <a:pt x="3381" y="1198"/>
                </a:lnTo>
                <a:lnTo>
                  <a:pt x="3446" y="1198"/>
                </a:lnTo>
                <a:lnTo>
                  <a:pt x="3574" y="1177"/>
                </a:lnTo>
                <a:lnTo>
                  <a:pt x="3724" y="1177"/>
                </a:lnTo>
                <a:lnTo>
                  <a:pt x="3852" y="1155"/>
                </a:lnTo>
                <a:lnTo>
                  <a:pt x="3852" y="1155"/>
                </a:lnTo>
                <a:lnTo>
                  <a:pt x="3981" y="1070"/>
                </a:lnTo>
                <a:lnTo>
                  <a:pt x="4002" y="1048"/>
                </a:lnTo>
                <a:lnTo>
                  <a:pt x="3981" y="1027"/>
                </a:lnTo>
                <a:lnTo>
                  <a:pt x="3895" y="1006"/>
                </a:lnTo>
                <a:lnTo>
                  <a:pt x="3767" y="1006"/>
                </a:lnTo>
                <a:lnTo>
                  <a:pt x="3767" y="1006"/>
                </a:lnTo>
                <a:lnTo>
                  <a:pt x="3424" y="984"/>
                </a:lnTo>
                <a:lnTo>
                  <a:pt x="3210" y="1006"/>
                </a:lnTo>
                <a:lnTo>
                  <a:pt x="3146" y="1027"/>
                </a:lnTo>
                <a:lnTo>
                  <a:pt x="3082" y="1070"/>
                </a:lnTo>
                <a:lnTo>
                  <a:pt x="3082" y="1070"/>
                </a:lnTo>
                <a:lnTo>
                  <a:pt x="3061" y="1113"/>
                </a:lnTo>
                <a:lnTo>
                  <a:pt x="3061" y="1155"/>
                </a:lnTo>
                <a:lnTo>
                  <a:pt x="3082" y="1198"/>
                </a:lnTo>
                <a:lnTo>
                  <a:pt x="3125" y="1220"/>
                </a:lnTo>
                <a:lnTo>
                  <a:pt x="3232" y="1220"/>
                </a:lnTo>
                <a:lnTo>
                  <a:pt x="3317" y="1220"/>
                </a:lnTo>
                <a:lnTo>
                  <a:pt x="3317" y="1220"/>
                </a:lnTo>
                <a:close/>
                <a:moveTo>
                  <a:pt x="4494" y="2354"/>
                </a:moveTo>
                <a:lnTo>
                  <a:pt x="4494" y="2354"/>
                </a:lnTo>
                <a:lnTo>
                  <a:pt x="4515" y="2418"/>
                </a:lnTo>
                <a:lnTo>
                  <a:pt x="4558" y="2482"/>
                </a:lnTo>
                <a:lnTo>
                  <a:pt x="4580" y="2503"/>
                </a:lnTo>
                <a:lnTo>
                  <a:pt x="4622" y="2503"/>
                </a:lnTo>
                <a:lnTo>
                  <a:pt x="4665" y="2482"/>
                </a:lnTo>
                <a:lnTo>
                  <a:pt x="4708" y="2461"/>
                </a:lnTo>
                <a:lnTo>
                  <a:pt x="4751" y="2396"/>
                </a:lnTo>
                <a:lnTo>
                  <a:pt x="4772" y="2332"/>
                </a:lnTo>
                <a:lnTo>
                  <a:pt x="4772" y="2332"/>
                </a:lnTo>
                <a:lnTo>
                  <a:pt x="4751" y="2247"/>
                </a:lnTo>
                <a:lnTo>
                  <a:pt x="4708" y="2182"/>
                </a:lnTo>
                <a:lnTo>
                  <a:pt x="4665" y="2161"/>
                </a:lnTo>
                <a:lnTo>
                  <a:pt x="4601" y="2161"/>
                </a:lnTo>
                <a:lnTo>
                  <a:pt x="4558" y="2161"/>
                </a:lnTo>
                <a:lnTo>
                  <a:pt x="4515" y="2204"/>
                </a:lnTo>
                <a:lnTo>
                  <a:pt x="4494" y="2268"/>
                </a:lnTo>
                <a:lnTo>
                  <a:pt x="4494" y="2354"/>
                </a:lnTo>
                <a:lnTo>
                  <a:pt x="4494" y="2354"/>
                </a:lnTo>
                <a:close/>
                <a:moveTo>
                  <a:pt x="2568" y="2439"/>
                </a:moveTo>
                <a:lnTo>
                  <a:pt x="2568" y="2439"/>
                </a:lnTo>
                <a:lnTo>
                  <a:pt x="2547" y="2525"/>
                </a:lnTo>
                <a:lnTo>
                  <a:pt x="2568" y="2567"/>
                </a:lnTo>
                <a:lnTo>
                  <a:pt x="2590" y="2632"/>
                </a:lnTo>
                <a:lnTo>
                  <a:pt x="2633" y="2653"/>
                </a:lnTo>
                <a:lnTo>
                  <a:pt x="2675" y="2674"/>
                </a:lnTo>
                <a:lnTo>
                  <a:pt x="2740" y="2653"/>
                </a:lnTo>
                <a:lnTo>
                  <a:pt x="2782" y="2610"/>
                </a:lnTo>
                <a:lnTo>
                  <a:pt x="2804" y="2546"/>
                </a:lnTo>
                <a:lnTo>
                  <a:pt x="2804" y="2546"/>
                </a:lnTo>
                <a:lnTo>
                  <a:pt x="2782" y="2439"/>
                </a:lnTo>
                <a:lnTo>
                  <a:pt x="2718" y="2375"/>
                </a:lnTo>
                <a:lnTo>
                  <a:pt x="2675" y="2354"/>
                </a:lnTo>
                <a:lnTo>
                  <a:pt x="2654" y="2375"/>
                </a:lnTo>
                <a:lnTo>
                  <a:pt x="2611" y="2396"/>
                </a:lnTo>
                <a:lnTo>
                  <a:pt x="2568" y="2439"/>
                </a:lnTo>
                <a:lnTo>
                  <a:pt x="2568" y="2439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6"/>
          <p:cNvSpPr/>
          <p:nvPr/>
        </p:nvSpPr>
        <p:spPr>
          <a:xfrm>
            <a:off x="4555972" y="813784"/>
            <a:ext cx="486995" cy="542930"/>
          </a:xfrm>
          <a:custGeom>
            <a:rect b="b" l="l" r="r" t="t"/>
            <a:pathLst>
              <a:path extrusionOk="0" h="7083" w="6869">
                <a:moveTo>
                  <a:pt x="3017" y="279"/>
                </a:moveTo>
                <a:lnTo>
                  <a:pt x="3103" y="300"/>
                </a:lnTo>
                <a:lnTo>
                  <a:pt x="3167" y="321"/>
                </a:lnTo>
                <a:lnTo>
                  <a:pt x="3210" y="364"/>
                </a:lnTo>
                <a:lnTo>
                  <a:pt x="3188" y="407"/>
                </a:lnTo>
                <a:lnTo>
                  <a:pt x="3145" y="471"/>
                </a:lnTo>
                <a:lnTo>
                  <a:pt x="3188" y="557"/>
                </a:lnTo>
                <a:lnTo>
                  <a:pt x="3210" y="600"/>
                </a:lnTo>
                <a:lnTo>
                  <a:pt x="3231" y="621"/>
                </a:lnTo>
                <a:lnTo>
                  <a:pt x="3103" y="621"/>
                </a:lnTo>
                <a:lnTo>
                  <a:pt x="2974" y="600"/>
                </a:lnTo>
                <a:lnTo>
                  <a:pt x="2996" y="535"/>
                </a:lnTo>
                <a:lnTo>
                  <a:pt x="3017" y="450"/>
                </a:lnTo>
                <a:lnTo>
                  <a:pt x="2996" y="386"/>
                </a:lnTo>
                <a:lnTo>
                  <a:pt x="2974" y="300"/>
                </a:lnTo>
                <a:lnTo>
                  <a:pt x="2996" y="279"/>
                </a:lnTo>
                <a:close/>
                <a:moveTo>
                  <a:pt x="3509" y="578"/>
                </a:moveTo>
                <a:lnTo>
                  <a:pt x="3573" y="600"/>
                </a:lnTo>
                <a:lnTo>
                  <a:pt x="3595" y="621"/>
                </a:lnTo>
                <a:lnTo>
                  <a:pt x="3595" y="664"/>
                </a:lnTo>
                <a:lnTo>
                  <a:pt x="3402" y="664"/>
                </a:lnTo>
                <a:lnTo>
                  <a:pt x="3402" y="621"/>
                </a:lnTo>
                <a:lnTo>
                  <a:pt x="3423" y="600"/>
                </a:lnTo>
                <a:lnTo>
                  <a:pt x="3509" y="578"/>
                </a:lnTo>
                <a:close/>
                <a:moveTo>
                  <a:pt x="963" y="4750"/>
                </a:moveTo>
                <a:lnTo>
                  <a:pt x="963" y="4772"/>
                </a:lnTo>
                <a:lnTo>
                  <a:pt x="942" y="4793"/>
                </a:lnTo>
                <a:lnTo>
                  <a:pt x="942" y="4815"/>
                </a:lnTo>
                <a:lnTo>
                  <a:pt x="920" y="4815"/>
                </a:lnTo>
                <a:lnTo>
                  <a:pt x="942" y="4793"/>
                </a:lnTo>
                <a:lnTo>
                  <a:pt x="942" y="4750"/>
                </a:lnTo>
                <a:close/>
                <a:moveTo>
                  <a:pt x="449" y="4836"/>
                </a:moveTo>
                <a:lnTo>
                  <a:pt x="471" y="4943"/>
                </a:lnTo>
                <a:lnTo>
                  <a:pt x="492" y="5114"/>
                </a:lnTo>
                <a:lnTo>
                  <a:pt x="492" y="5285"/>
                </a:lnTo>
                <a:lnTo>
                  <a:pt x="492" y="5392"/>
                </a:lnTo>
                <a:lnTo>
                  <a:pt x="449" y="5349"/>
                </a:lnTo>
                <a:lnTo>
                  <a:pt x="428" y="5285"/>
                </a:lnTo>
                <a:lnTo>
                  <a:pt x="428" y="5135"/>
                </a:lnTo>
                <a:lnTo>
                  <a:pt x="449" y="4986"/>
                </a:lnTo>
                <a:lnTo>
                  <a:pt x="449" y="4836"/>
                </a:lnTo>
                <a:close/>
                <a:moveTo>
                  <a:pt x="492" y="5414"/>
                </a:moveTo>
                <a:lnTo>
                  <a:pt x="535" y="5478"/>
                </a:lnTo>
                <a:lnTo>
                  <a:pt x="535" y="5542"/>
                </a:lnTo>
                <a:lnTo>
                  <a:pt x="492" y="5499"/>
                </a:lnTo>
                <a:lnTo>
                  <a:pt x="492" y="5414"/>
                </a:lnTo>
                <a:close/>
                <a:moveTo>
                  <a:pt x="4943" y="6184"/>
                </a:moveTo>
                <a:lnTo>
                  <a:pt x="4964" y="6205"/>
                </a:lnTo>
                <a:lnTo>
                  <a:pt x="4964" y="6248"/>
                </a:lnTo>
                <a:lnTo>
                  <a:pt x="4921" y="6269"/>
                </a:lnTo>
                <a:lnTo>
                  <a:pt x="4878" y="6269"/>
                </a:lnTo>
                <a:lnTo>
                  <a:pt x="4878" y="6248"/>
                </a:lnTo>
                <a:lnTo>
                  <a:pt x="4900" y="6227"/>
                </a:lnTo>
                <a:lnTo>
                  <a:pt x="4921" y="6205"/>
                </a:lnTo>
                <a:lnTo>
                  <a:pt x="4943" y="6184"/>
                </a:lnTo>
                <a:close/>
                <a:moveTo>
                  <a:pt x="2846" y="771"/>
                </a:moveTo>
                <a:lnTo>
                  <a:pt x="3038" y="814"/>
                </a:lnTo>
                <a:lnTo>
                  <a:pt x="3252" y="856"/>
                </a:lnTo>
                <a:lnTo>
                  <a:pt x="3423" y="899"/>
                </a:lnTo>
                <a:lnTo>
                  <a:pt x="3595" y="963"/>
                </a:lnTo>
                <a:lnTo>
                  <a:pt x="3787" y="1006"/>
                </a:lnTo>
                <a:lnTo>
                  <a:pt x="3958" y="1027"/>
                </a:lnTo>
                <a:lnTo>
                  <a:pt x="4023" y="1027"/>
                </a:lnTo>
                <a:lnTo>
                  <a:pt x="4087" y="1006"/>
                </a:lnTo>
                <a:lnTo>
                  <a:pt x="4151" y="1006"/>
                </a:lnTo>
                <a:lnTo>
                  <a:pt x="4215" y="1027"/>
                </a:lnTo>
                <a:lnTo>
                  <a:pt x="4279" y="1070"/>
                </a:lnTo>
                <a:lnTo>
                  <a:pt x="4343" y="1134"/>
                </a:lnTo>
                <a:lnTo>
                  <a:pt x="4472" y="1241"/>
                </a:lnTo>
                <a:lnTo>
                  <a:pt x="4579" y="1348"/>
                </a:lnTo>
                <a:lnTo>
                  <a:pt x="4686" y="1455"/>
                </a:lnTo>
                <a:lnTo>
                  <a:pt x="4878" y="1669"/>
                </a:lnTo>
                <a:lnTo>
                  <a:pt x="5092" y="1883"/>
                </a:lnTo>
                <a:lnTo>
                  <a:pt x="5285" y="2119"/>
                </a:lnTo>
                <a:lnTo>
                  <a:pt x="5456" y="2354"/>
                </a:lnTo>
                <a:lnTo>
                  <a:pt x="5627" y="2611"/>
                </a:lnTo>
                <a:lnTo>
                  <a:pt x="5777" y="2868"/>
                </a:lnTo>
                <a:lnTo>
                  <a:pt x="5905" y="3124"/>
                </a:lnTo>
                <a:lnTo>
                  <a:pt x="6034" y="3402"/>
                </a:lnTo>
                <a:lnTo>
                  <a:pt x="6119" y="3681"/>
                </a:lnTo>
                <a:lnTo>
                  <a:pt x="6205" y="3980"/>
                </a:lnTo>
                <a:lnTo>
                  <a:pt x="6269" y="4280"/>
                </a:lnTo>
                <a:lnTo>
                  <a:pt x="6290" y="4579"/>
                </a:lnTo>
                <a:lnTo>
                  <a:pt x="6312" y="4900"/>
                </a:lnTo>
                <a:lnTo>
                  <a:pt x="6312" y="5242"/>
                </a:lnTo>
                <a:lnTo>
                  <a:pt x="6312" y="5435"/>
                </a:lnTo>
                <a:lnTo>
                  <a:pt x="6312" y="5606"/>
                </a:lnTo>
                <a:lnTo>
                  <a:pt x="6290" y="5713"/>
                </a:lnTo>
                <a:lnTo>
                  <a:pt x="6248" y="5799"/>
                </a:lnTo>
                <a:lnTo>
                  <a:pt x="6226" y="5863"/>
                </a:lnTo>
                <a:lnTo>
                  <a:pt x="6162" y="5906"/>
                </a:lnTo>
                <a:lnTo>
                  <a:pt x="6098" y="5927"/>
                </a:lnTo>
                <a:lnTo>
                  <a:pt x="6034" y="5948"/>
                </a:lnTo>
                <a:lnTo>
                  <a:pt x="5841" y="5970"/>
                </a:lnTo>
                <a:lnTo>
                  <a:pt x="5477" y="5991"/>
                </a:lnTo>
                <a:lnTo>
                  <a:pt x="5221" y="5991"/>
                </a:lnTo>
                <a:lnTo>
                  <a:pt x="5135" y="5948"/>
                </a:lnTo>
                <a:lnTo>
                  <a:pt x="5092" y="5927"/>
                </a:lnTo>
                <a:lnTo>
                  <a:pt x="5050" y="5884"/>
                </a:lnTo>
                <a:lnTo>
                  <a:pt x="4964" y="5799"/>
                </a:lnTo>
                <a:lnTo>
                  <a:pt x="4900" y="5756"/>
                </a:lnTo>
                <a:lnTo>
                  <a:pt x="4793" y="5756"/>
                </a:lnTo>
                <a:lnTo>
                  <a:pt x="4707" y="5820"/>
                </a:lnTo>
                <a:lnTo>
                  <a:pt x="4622" y="5884"/>
                </a:lnTo>
                <a:lnTo>
                  <a:pt x="4557" y="5970"/>
                </a:lnTo>
                <a:lnTo>
                  <a:pt x="4493" y="6034"/>
                </a:lnTo>
                <a:lnTo>
                  <a:pt x="4408" y="6098"/>
                </a:lnTo>
                <a:lnTo>
                  <a:pt x="4258" y="6184"/>
                </a:lnTo>
                <a:lnTo>
                  <a:pt x="4108" y="6269"/>
                </a:lnTo>
                <a:lnTo>
                  <a:pt x="3958" y="6334"/>
                </a:lnTo>
                <a:lnTo>
                  <a:pt x="3787" y="6355"/>
                </a:lnTo>
                <a:lnTo>
                  <a:pt x="3595" y="6355"/>
                </a:lnTo>
                <a:lnTo>
                  <a:pt x="3381" y="6334"/>
                </a:lnTo>
                <a:lnTo>
                  <a:pt x="2974" y="6227"/>
                </a:lnTo>
                <a:lnTo>
                  <a:pt x="2782" y="6205"/>
                </a:lnTo>
                <a:lnTo>
                  <a:pt x="2610" y="6184"/>
                </a:lnTo>
                <a:lnTo>
                  <a:pt x="2568" y="6227"/>
                </a:lnTo>
                <a:lnTo>
                  <a:pt x="2525" y="6248"/>
                </a:lnTo>
                <a:lnTo>
                  <a:pt x="2482" y="6227"/>
                </a:lnTo>
                <a:lnTo>
                  <a:pt x="2461" y="6205"/>
                </a:lnTo>
                <a:lnTo>
                  <a:pt x="2396" y="6141"/>
                </a:lnTo>
                <a:lnTo>
                  <a:pt x="2354" y="6055"/>
                </a:lnTo>
                <a:lnTo>
                  <a:pt x="2311" y="5970"/>
                </a:lnTo>
                <a:lnTo>
                  <a:pt x="2247" y="5799"/>
                </a:lnTo>
                <a:lnTo>
                  <a:pt x="2204" y="5735"/>
                </a:lnTo>
                <a:lnTo>
                  <a:pt x="2161" y="5670"/>
                </a:lnTo>
                <a:lnTo>
                  <a:pt x="2076" y="5628"/>
                </a:lnTo>
                <a:lnTo>
                  <a:pt x="1969" y="5606"/>
                </a:lnTo>
                <a:lnTo>
                  <a:pt x="1904" y="5628"/>
                </a:lnTo>
                <a:lnTo>
                  <a:pt x="1840" y="5670"/>
                </a:lnTo>
                <a:lnTo>
                  <a:pt x="1776" y="5713"/>
                </a:lnTo>
                <a:lnTo>
                  <a:pt x="1755" y="5777"/>
                </a:lnTo>
                <a:lnTo>
                  <a:pt x="1712" y="5927"/>
                </a:lnTo>
                <a:lnTo>
                  <a:pt x="1712" y="6077"/>
                </a:lnTo>
                <a:lnTo>
                  <a:pt x="1648" y="5991"/>
                </a:lnTo>
                <a:lnTo>
                  <a:pt x="1626" y="5906"/>
                </a:lnTo>
                <a:lnTo>
                  <a:pt x="1605" y="5842"/>
                </a:lnTo>
                <a:lnTo>
                  <a:pt x="1626" y="5713"/>
                </a:lnTo>
                <a:lnTo>
                  <a:pt x="1669" y="5521"/>
                </a:lnTo>
                <a:lnTo>
                  <a:pt x="1712" y="5328"/>
                </a:lnTo>
                <a:lnTo>
                  <a:pt x="1626" y="5307"/>
                </a:lnTo>
                <a:lnTo>
                  <a:pt x="1562" y="5328"/>
                </a:lnTo>
                <a:lnTo>
                  <a:pt x="1498" y="5371"/>
                </a:lnTo>
                <a:lnTo>
                  <a:pt x="1434" y="5435"/>
                </a:lnTo>
                <a:lnTo>
                  <a:pt x="1369" y="5585"/>
                </a:lnTo>
                <a:lnTo>
                  <a:pt x="1305" y="5735"/>
                </a:lnTo>
                <a:lnTo>
                  <a:pt x="1198" y="5649"/>
                </a:lnTo>
                <a:lnTo>
                  <a:pt x="1134" y="5542"/>
                </a:lnTo>
                <a:lnTo>
                  <a:pt x="1113" y="5435"/>
                </a:lnTo>
                <a:lnTo>
                  <a:pt x="1113" y="5307"/>
                </a:lnTo>
                <a:lnTo>
                  <a:pt x="1134" y="5178"/>
                </a:lnTo>
                <a:lnTo>
                  <a:pt x="1177" y="5071"/>
                </a:lnTo>
                <a:lnTo>
                  <a:pt x="1262" y="4836"/>
                </a:lnTo>
                <a:lnTo>
                  <a:pt x="1327" y="4622"/>
                </a:lnTo>
                <a:lnTo>
                  <a:pt x="1369" y="4515"/>
                </a:lnTo>
                <a:lnTo>
                  <a:pt x="1348" y="4472"/>
                </a:lnTo>
                <a:lnTo>
                  <a:pt x="1327" y="4451"/>
                </a:lnTo>
                <a:lnTo>
                  <a:pt x="1241" y="4451"/>
                </a:lnTo>
                <a:lnTo>
                  <a:pt x="1177" y="4515"/>
                </a:lnTo>
                <a:lnTo>
                  <a:pt x="1134" y="4601"/>
                </a:lnTo>
                <a:lnTo>
                  <a:pt x="1091" y="4622"/>
                </a:lnTo>
                <a:lnTo>
                  <a:pt x="1070" y="4643"/>
                </a:lnTo>
                <a:lnTo>
                  <a:pt x="1412" y="3681"/>
                </a:lnTo>
                <a:lnTo>
                  <a:pt x="1476" y="3574"/>
                </a:lnTo>
                <a:lnTo>
                  <a:pt x="1519" y="3424"/>
                </a:lnTo>
                <a:lnTo>
                  <a:pt x="1541" y="3338"/>
                </a:lnTo>
                <a:lnTo>
                  <a:pt x="1541" y="3274"/>
                </a:lnTo>
                <a:lnTo>
                  <a:pt x="1519" y="3231"/>
                </a:lnTo>
                <a:lnTo>
                  <a:pt x="1476" y="3188"/>
                </a:lnTo>
                <a:lnTo>
                  <a:pt x="1412" y="3188"/>
                </a:lnTo>
                <a:lnTo>
                  <a:pt x="1348" y="3231"/>
                </a:lnTo>
                <a:lnTo>
                  <a:pt x="1284" y="3274"/>
                </a:lnTo>
                <a:lnTo>
                  <a:pt x="1241" y="3317"/>
                </a:lnTo>
                <a:lnTo>
                  <a:pt x="1156" y="3467"/>
                </a:lnTo>
                <a:lnTo>
                  <a:pt x="1091" y="3574"/>
                </a:lnTo>
                <a:lnTo>
                  <a:pt x="1091" y="3552"/>
                </a:lnTo>
                <a:lnTo>
                  <a:pt x="1091" y="3488"/>
                </a:lnTo>
                <a:lnTo>
                  <a:pt x="1134" y="3338"/>
                </a:lnTo>
                <a:lnTo>
                  <a:pt x="1220" y="3060"/>
                </a:lnTo>
                <a:lnTo>
                  <a:pt x="1327" y="2782"/>
                </a:lnTo>
                <a:lnTo>
                  <a:pt x="1391" y="2632"/>
                </a:lnTo>
                <a:lnTo>
                  <a:pt x="1391" y="2568"/>
                </a:lnTo>
                <a:lnTo>
                  <a:pt x="1369" y="2589"/>
                </a:lnTo>
                <a:lnTo>
                  <a:pt x="1327" y="2589"/>
                </a:lnTo>
                <a:lnTo>
                  <a:pt x="1455" y="2354"/>
                </a:lnTo>
                <a:lnTo>
                  <a:pt x="1626" y="2119"/>
                </a:lnTo>
                <a:lnTo>
                  <a:pt x="1969" y="1691"/>
                </a:lnTo>
                <a:lnTo>
                  <a:pt x="2311" y="1263"/>
                </a:lnTo>
                <a:lnTo>
                  <a:pt x="2482" y="1027"/>
                </a:lnTo>
                <a:lnTo>
                  <a:pt x="2632" y="814"/>
                </a:lnTo>
                <a:lnTo>
                  <a:pt x="2717" y="792"/>
                </a:lnTo>
                <a:lnTo>
                  <a:pt x="2846" y="771"/>
                </a:lnTo>
                <a:close/>
                <a:moveTo>
                  <a:pt x="2953" y="0"/>
                </a:moveTo>
                <a:lnTo>
                  <a:pt x="2610" y="22"/>
                </a:lnTo>
                <a:lnTo>
                  <a:pt x="2247" y="43"/>
                </a:lnTo>
                <a:lnTo>
                  <a:pt x="2076" y="86"/>
                </a:lnTo>
                <a:lnTo>
                  <a:pt x="1904" y="129"/>
                </a:lnTo>
                <a:lnTo>
                  <a:pt x="1755" y="193"/>
                </a:lnTo>
                <a:lnTo>
                  <a:pt x="1626" y="300"/>
                </a:lnTo>
                <a:lnTo>
                  <a:pt x="1562" y="364"/>
                </a:lnTo>
                <a:lnTo>
                  <a:pt x="1498" y="428"/>
                </a:lnTo>
                <a:lnTo>
                  <a:pt x="1412" y="600"/>
                </a:lnTo>
                <a:lnTo>
                  <a:pt x="1305" y="749"/>
                </a:lnTo>
                <a:lnTo>
                  <a:pt x="1262" y="814"/>
                </a:lnTo>
                <a:lnTo>
                  <a:pt x="1198" y="878"/>
                </a:lnTo>
                <a:lnTo>
                  <a:pt x="1027" y="963"/>
                </a:lnTo>
                <a:lnTo>
                  <a:pt x="856" y="1027"/>
                </a:lnTo>
                <a:lnTo>
                  <a:pt x="685" y="1092"/>
                </a:lnTo>
                <a:lnTo>
                  <a:pt x="535" y="1156"/>
                </a:lnTo>
                <a:lnTo>
                  <a:pt x="471" y="1220"/>
                </a:lnTo>
                <a:lnTo>
                  <a:pt x="428" y="1263"/>
                </a:lnTo>
                <a:lnTo>
                  <a:pt x="428" y="1327"/>
                </a:lnTo>
                <a:lnTo>
                  <a:pt x="428" y="1391"/>
                </a:lnTo>
                <a:lnTo>
                  <a:pt x="449" y="1455"/>
                </a:lnTo>
                <a:lnTo>
                  <a:pt x="492" y="1498"/>
                </a:lnTo>
                <a:lnTo>
                  <a:pt x="556" y="1520"/>
                </a:lnTo>
                <a:lnTo>
                  <a:pt x="642" y="1541"/>
                </a:lnTo>
                <a:lnTo>
                  <a:pt x="728" y="1520"/>
                </a:lnTo>
                <a:lnTo>
                  <a:pt x="813" y="1498"/>
                </a:lnTo>
                <a:lnTo>
                  <a:pt x="984" y="1413"/>
                </a:lnTo>
                <a:lnTo>
                  <a:pt x="1284" y="1241"/>
                </a:lnTo>
                <a:lnTo>
                  <a:pt x="1369" y="1177"/>
                </a:lnTo>
                <a:lnTo>
                  <a:pt x="1455" y="1113"/>
                </a:lnTo>
                <a:lnTo>
                  <a:pt x="1562" y="963"/>
                </a:lnTo>
                <a:lnTo>
                  <a:pt x="1690" y="792"/>
                </a:lnTo>
                <a:lnTo>
                  <a:pt x="1819" y="621"/>
                </a:lnTo>
                <a:lnTo>
                  <a:pt x="1883" y="557"/>
                </a:lnTo>
                <a:lnTo>
                  <a:pt x="1969" y="514"/>
                </a:lnTo>
                <a:lnTo>
                  <a:pt x="2161" y="428"/>
                </a:lnTo>
                <a:lnTo>
                  <a:pt x="2396" y="407"/>
                </a:lnTo>
                <a:lnTo>
                  <a:pt x="2568" y="407"/>
                </a:lnTo>
                <a:lnTo>
                  <a:pt x="2589" y="428"/>
                </a:lnTo>
                <a:lnTo>
                  <a:pt x="2610" y="450"/>
                </a:lnTo>
                <a:lnTo>
                  <a:pt x="2589" y="471"/>
                </a:lnTo>
                <a:lnTo>
                  <a:pt x="2568" y="514"/>
                </a:lnTo>
                <a:lnTo>
                  <a:pt x="2503" y="535"/>
                </a:lnTo>
                <a:lnTo>
                  <a:pt x="2482" y="557"/>
                </a:lnTo>
                <a:lnTo>
                  <a:pt x="2311" y="664"/>
                </a:lnTo>
                <a:lnTo>
                  <a:pt x="2140" y="771"/>
                </a:lnTo>
                <a:lnTo>
                  <a:pt x="1840" y="1049"/>
                </a:lnTo>
                <a:lnTo>
                  <a:pt x="1562" y="1348"/>
                </a:lnTo>
                <a:lnTo>
                  <a:pt x="1305" y="1669"/>
                </a:lnTo>
                <a:lnTo>
                  <a:pt x="1070" y="2033"/>
                </a:lnTo>
                <a:lnTo>
                  <a:pt x="856" y="2397"/>
                </a:lnTo>
                <a:lnTo>
                  <a:pt x="685" y="2761"/>
                </a:lnTo>
                <a:lnTo>
                  <a:pt x="514" y="3124"/>
                </a:lnTo>
                <a:lnTo>
                  <a:pt x="385" y="3467"/>
                </a:lnTo>
                <a:lnTo>
                  <a:pt x="257" y="3852"/>
                </a:lnTo>
                <a:lnTo>
                  <a:pt x="64" y="4579"/>
                </a:lnTo>
                <a:lnTo>
                  <a:pt x="22" y="4750"/>
                </a:lnTo>
                <a:lnTo>
                  <a:pt x="0" y="4943"/>
                </a:lnTo>
                <a:lnTo>
                  <a:pt x="0" y="5114"/>
                </a:lnTo>
                <a:lnTo>
                  <a:pt x="0" y="5285"/>
                </a:lnTo>
                <a:lnTo>
                  <a:pt x="43" y="5456"/>
                </a:lnTo>
                <a:lnTo>
                  <a:pt x="86" y="5628"/>
                </a:lnTo>
                <a:lnTo>
                  <a:pt x="171" y="5777"/>
                </a:lnTo>
                <a:lnTo>
                  <a:pt x="257" y="5927"/>
                </a:lnTo>
                <a:lnTo>
                  <a:pt x="471" y="6162"/>
                </a:lnTo>
                <a:lnTo>
                  <a:pt x="578" y="6269"/>
                </a:lnTo>
                <a:lnTo>
                  <a:pt x="685" y="6355"/>
                </a:lnTo>
                <a:lnTo>
                  <a:pt x="792" y="6441"/>
                </a:lnTo>
                <a:lnTo>
                  <a:pt x="920" y="6505"/>
                </a:lnTo>
                <a:lnTo>
                  <a:pt x="1070" y="6569"/>
                </a:lnTo>
                <a:lnTo>
                  <a:pt x="1220" y="6612"/>
                </a:lnTo>
                <a:lnTo>
                  <a:pt x="1369" y="6612"/>
                </a:lnTo>
                <a:lnTo>
                  <a:pt x="1498" y="6590"/>
                </a:lnTo>
                <a:lnTo>
                  <a:pt x="1797" y="6569"/>
                </a:lnTo>
                <a:lnTo>
                  <a:pt x="1947" y="6569"/>
                </a:lnTo>
                <a:lnTo>
                  <a:pt x="2011" y="6590"/>
                </a:lnTo>
                <a:lnTo>
                  <a:pt x="2097" y="6655"/>
                </a:lnTo>
                <a:lnTo>
                  <a:pt x="2268" y="6783"/>
                </a:lnTo>
                <a:lnTo>
                  <a:pt x="2418" y="6890"/>
                </a:lnTo>
                <a:lnTo>
                  <a:pt x="2610" y="6975"/>
                </a:lnTo>
                <a:lnTo>
                  <a:pt x="2782" y="7040"/>
                </a:lnTo>
                <a:lnTo>
                  <a:pt x="2953" y="7082"/>
                </a:lnTo>
                <a:lnTo>
                  <a:pt x="3167" y="7082"/>
                </a:lnTo>
                <a:lnTo>
                  <a:pt x="3316" y="7040"/>
                </a:lnTo>
                <a:lnTo>
                  <a:pt x="3466" y="6975"/>
                </a:lnTo>
                <a:lnTo>
                  <a:pt x="3616" y="6933"/>
                </a:lnTo>
                <a:lnTo>
                  <a:pt x="3787" y="6869"/>
                </a:lnTo>
                <a:lnTo>
                  <a:pt x="3980" y="6826"/>
                </a:lnTo>
                <a:lnTo>
                  <a:pt x="4172" y="6762"/>
                </a:lnTo>
                <a:lnTo>
                  <a:pt x="4343" y="6697"/>
                </a:lnTo>
                <a:lnTo>
                  <a:pt x="4536" y="6590"/>
                </a:lnTo>
                <a:lnTo>
                  <a:pt x="4664" y="6483"/>
                </a:lnTo>
                <a:lnTo>
                  <a:pt x="4729" y="6441"/>
                </a:lnTo>
                <a:lnTo>
                  <a:pt x="4793" y="6419"/>
                </a:lnTo>
                <a:lnTo>
                  <a:pt x="4857" y="6398"/>
                </a:lnTo>
                <a:lnTo>
                  <a:pt x="4878" y="6419"/>
                </a:lnTo>
                <a:lnTo>
                  <a:pt x="4857" y="6462"/>
                </a:lnTo>
                <a:lnTo>
                  <a:pt x="4900" y="6505"/>
                </a:lnTo>
                <a:lnTo>
                  <a:pt x="4943" y="6569"/>
                </a:lnTo>
                <a:lnTo>
                  <a:pt x="5007" y="6612"/>
                </a:lnTo>
                <a:lnTo>
                  <a:pt x="5178" y="6676"/>
                </a:lnTo>
                <a:lnTo>
                  <a:pt x="5349" y="6719"/>
                </a:lnTo>
                <a:lnTo>
                  <a:pt x="5499" y="6740"/>
                </a:lnTo>
                <a:lnTo>
                  <a:pt x="5734" y="6762"/>
                </a:lnTo>
                <a:lnTo>
                  <a:pt x="5948" y="6740"/>
                </a:lnTo>
                <a:lnTo>
                  <a:pt x="6119" y="6655"/>
                </a:lnTo>
                <a:lnTo>
                  <a:pt x="6333" y="6526"/>
                </a:lnTo>
                <a:lnTo>
                  <a:pt x="6547" y="6355"/>
                </a:lnTo>
                <a:lnTo>
                  <a:pt x="6654" y="6269"/>
                </a:lnTo>
                <a:lnTo>
                  <a:pt x="6740" y="6162"/>
                </a:lnTo>
                <a:lnTo>
                  <a:pt x="6804" y="6034"/>
                </a:lnTo>
                <a:lnTo>
                  <a:pt x="6847" y="5906"/>
                </a:lnTo>
                <a:lnTo>
                  <a:pt x="6868" y="5777"/>
                </a:lnTo>
                <a:lnTo>
                  <a:pt x="6868" y="5628"/>
                </a:lnTo>
                <a:lnTo>
                  <a:pt x="6847" y="5414"/>
                </a:lnTo>
                <a:lnTo>
                  <a:pt x="6847" y="5200"/>
                </a:lnTo>
                <a:lnTo>
                  <a:pt x="6847" y="4772"/>
                </a:lnTo>
                <a:lnTo>
                  <a:pt x="6804" y="4387"/>
                </a:lnTo>
                <a:lnTo>
                  <a:pt x="6761" y="4023"/>
                </a:lnTo>
                <a:lnTo>
                  <a:pt x="6676" y="3659"/>
                </a:lnTo>
                <a:lnTo>
                  <a:pt x="6547" y="3295"/>
                </a:lnTo>
                <a:lnTo>
                  <a:pt x="6376" y="2932"/>
                </a:lnTo>
                <a:lnTo>
                  <a:pt x="6205" y="2568"/>
                </a:lnTo>
                <a:lnTo>
                  <a:pt x="5991" y="2247"/>
                </a:lnTo>
                <a:lnTo>
                  <a:pt x="5756" y="1926"/>
                </a:lnTo>
                <a:lnTo>
                  <a:pt x="5499" y="1627"/>
                </a:lnTo>
                <a:lnTo>
                  <a:pt x="5221" y="1348"/>
                </a:lnTo>
                <a:lnTo>
                  <a:pt x="4943" y="1092"/>
                </a:lnTo>
                <a:lnTo>
                  <a:pt x="4622" y="835"/>
                </a:lnTo>
                <a:lnTo>
                  <a:pt x="4515" y="771"/>
                </a:lnTo>
                <a:lnTo>
                  <a:pt x="4343" y="685"/>
                </a:lnTo>
                <a:lnTo>
                  <a:pt x="4194" y="600"/>
                </a:lnTo>
                <a:lnTo>
                  <a:pt x="4130" y="557"/>
                </a:lnTo>
                <a:lnTo>
                  <a:pt x="4108" y="514"/>
                </a:lnTo>
                <a:lnTo>
                  <a:pt x="4087" y="471"/>
                </a:lnTo>
                <a:lnTo>
                  <a:pt x="4087" y="407"/>
                </a:lnTo>
                <a:lnTo>
                  <a:pt x="4087" y="279"/>
                </a:lnTo>
                <a:lnTo>
                  <a:pt x="4087" y="172"/>
                </a:lnTo>
                <a:lnTo>
                  <a:pt x="4065" y="129"/>
                </a:lnTo>
                <a:lnTo>
                  <a:pt x="4023" y="86"/>
                </a:lnTo>
                <a:lnTo>
                  <a:pt x="3937" y="43"/>
                </a:lnTo>
                <a:lnTo>
                  <a:pt x="3830" y="22"/>
                </a:lnTo>
                <a:lnTo>
                  <a:pt x="3616" y="22"/>
                </a:lnTo>
                <a:lnTo>
                  <a:pt x="3274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6"/>
          <p:cNvSpPr/>
          <p:nvPr/>
        </p:nvSpPr>
        <p:spPr>
          <a:xfrm>
            <a:off x="4686439" y="964675"/>
            <a:ext cx="226075" cy="241147"/>
          </a:xfrm>
          <a:custGeom>
            <a:rect b="b" l="l" r="r" t="t"/>
            <a:pathLst>
              <a:path extrusionOk="0" h="4109" w="2676">
                <a:moveTo>
                  <a:pt x="1028" y="835"/>
                </a:moveTo>
                <a:lnTo>
                  <a:pt x="1049" y="856"/>
                </a:lnTo>
                <a:lnTo>
                  <a:pt x="1092" y="942"/>
                </a:lnTo>
                <a:lnTo>
                  <a:pt x="1156" y="1156"/>
                </a:lnTo>
                <a:lnTo>
                  <a:pt x="1199" y="1412"/>
                </a:lnTo>
                <a:lnTo>
                  <a:pt x="1221" y="1562"/>
                </a:lnTo>
                <a:lnTo>
                  <a:pt x="1114" y="1562"/>
                </a:lnTo>
                <a:lnTo>
                  <a:pt x="1049" y="1519"/>
                </a:lnTo>
                <a:lnTo>
                  <a:pt x="1028" y="1455"/>
                </a:lnTo>
                <a:lnTo>
                  <a:pt x="1007" y="1348"/>
                </a:lnTo>
                <a:lnTo>
                  <a:pt x="942" y="1198"/>
                </a:lnTo>
                <a:lnTo>
                  <a:pt x="921" y="1113"/>
                </a:lnTo>
                <a:lnTo>
                  <a:pt x="900" y="1027"/>
                </a:lnTo>
                <a:lnTo>
                  <a:pt x="921" y="942"/>
                </a:lnTo>
                <a:lnTo>
                  <a:pt x="942" y="920"/>
                </a:lnTo>
                <a:lnTo>
                  <a:pt x="964" y="899"/>
                </a:lnTo>
                <a:lnTo>
                  <a:pt x="1028" y="835"/>
                </a:lnTo>
                <a:close/>
                <a:moveTo>
                  <a:pt x="1798" y="2140"/>
                </a:moveTo>
                <a:lnTo>
                  <a:pt x="1948" y="2183"/>
                </a:lnTo>
                <a:lnTo>
                  <a:pt x="2076" y="2225"/>
                </a:lnTo>
                <a:lnTo>
                  <a:pt x="2141" y="2247"/>
                </a:lnTo>
                <a:lnTo>
                  <a:pt x="2205" y="2290"/>
                </a:lnTo>
                <a:lnTo>
                  <a:pt x="2248" y="2354"/>
                </a:lnTo>
                <a:lnTo>
                  <a:pt x="2269" y="2418"/>
                </a:lnTo>
                <a:lnTo>
                  <a:pt x="2248" y="2525"/>
                </a:lnTo>
                <a:lnTo>
                  <a:pt x="2226" y="2675"/>
                </a:lnTo>
                <a:lnTo>
                  <a:pt x="2162" y="2803"/>
                </a:lnTo>
                <a:lnTo>
                  <a:pt x="2119" y="2825"/>
                </a:lnTo>
                <a:lnTo>
                  <a:pt x="2076" y="2846"/>
                </a:lnTo>
                <a:lnTo>
                  <a:pt x="2012" y="2803"/>
                </a:lnTo>
                <a:lnTo>
                  <a:pt x="1969" y="2718"/>
                </a:lnTo>
                <a:lnTo>
                  <a:pt x="1884" y="2482"/>
                </a:lnTo>
                <a:lnTo>
                  <a:pt x="1820" y="2247"/>
                </a:lnTo>
                <a:lnTo>
                  <a:pt x="1798" y="2140"/>
                </a:lnTo>
                <a:close/>
                <a:moveTo>
                  <a:pt x="1221" y="2033"/>
                </a:moveTo>
                <a:lnTo>
                  <a:pt x="1306" y="2054"/>
                </a:lnTo>
                <a:lnTo>
                  <a:pt x="1392" y="2076"/>
                </a:lnTo>
                <a:lnTo>
                  <a:pt x="1563" y="2546"/>
                </a:lnTo>
                <a:lnTo>
                  <a:pt x="1713" y="3017"/>
                </a:lnTo>
                <a:lnTo>
                  <a:pt x="1627" y="3039"/>
                </a:lnTo>
                <a:lnTo>
                  <a:pt x="1584" y="3039"/>
                </a:lnTo>
                <a:lnTo>
                  <a:pt x="1541" y="2996"/>
                </a:lnTo>
                <a:lnTo>
                  <a:pt x="1499" y="2910"/>
                </a:lnTo>
                <a:lnTo>
                  <a:pt x="1434" y="2760"/>
                </a:lnTo>
                <a:lnTo>
                  <a:pt x="1392" y="2611"/>
                </a:lnTo>
                <a:lnTo>
                  <a:pt x="1285" y="2332"/>
                </a:lnTo>
                <a:lnTo>
                  <a:pt x="1242" y="2183"/>
                </a:lnTo>
                <a:lnTo>
                  <a:pt x="1221" y="2033"/>
                </a:lnTo>
                <a:close/>
                <a:moveTo>
                  <a:pt x="1007" y="0"/>
                </a:moveTo>
                <a:lnTo>
                  <a:pt x="964" y="22"/>
                </a:lnTo>
                <a:lnTo>
                  <a:pt x="942" y="43"/>
                </a:lnTo>
                <a:lnTo>
                  <a:pt x="942" y="86"/>
                </a:lnTo>
                <a:lnTo>
                  <a:pt x="921" y="171"/>
                </a:lnTo>
                <a:lnTo>
                  <a:pt x="921" y="278"/>
                </a:lnTo>
                <a:lnTo>
                  <a:pt x="921" y="343"/>
                </a:lnTo>
                <a:lnTo>
                  <a:pt x="942" y="385"/>
                </a:lnTo>
                <a:lnTo>
                  <a:pt x="921" y="407"/>
                </a:lnTo>
                <a:lnTo>
                  <a:pt x="857" y="450"/>
                </a:lnTo>
                <a:lnTo>
                  <a:pt x="771" y="450"/>
                </a:lnTo>
                <a:lnTo>
                  <a:pt x="728" y="364"/>
                </a:lnTo>
                <a:lnTo>
                  <a:pt x="707" y="278"/>
                </a:lnTo>
                <a:lnTo>
                  <a:pt x="686" y="193"/>
                </a:lnTo>
                <a:lnTo>
                  <a:pt x="643" y="107"/>
                </a:lnTo>
                <a:lnTo>
                  <a:pt x="621" y="86"/>
                </a:lnTo>
                <a:lnTo>
                  <a:pt x="579" y="65"/>
                </a:lnTo>
                <a:lnTo>
                  <a:pt x="514" y="65"/>
                </a:lnTo>
                <a:lnTo>
                  <a:pt x="472" y="107"/>
                </a:lnTo>
                <a:lnTo>
                  <a:pt x="450" y="150"/>
                </a:lnTo>
                <a:lnTo>
                  <a:pt x="429" y="193"/>
                </a:lnTo>
                <a:lnTo>
                  <a:pt x="429" y="300"/>
                </a:lnTo>
                <a:lnTo>
                  <a:pt x="450" y="407"/>
                </a:lnTo>
                <a:lnTo>
                  <a:pt x="450" y="535"/>
                </a:lnTo>
                <a:lnTo>
                  <a:pt x="450" y="578"/>
                </a:lnTo>
                <a:lnTo>
                  <a:pt x="407" y="642"/>
                </a:lnTo>
                <a:lnTo>
                  <a:pt x="365" y="685"/>
                </a:lnTo>
                <a:lnTo>
                  <a:pt x="301" y="728"/>
                </a:lnTo>
                <a:lnTo>
                  <a:pt x="215" y="813"/>
                </a:lnTo>
                <a:lnTo>
                  <a:pt x="108" y="985"/>
                </a:lnTo>
                <a:lnTo>
                  <a:pt x="22" y="1156"/>
                </a:lnTo>
                <a:lnTo>
                  <a:pt x="1" y="1391"/>
                </a:lnTo>
                <a:lnTo>
                  <a:pt x="22" y="1498"/>
                </a:lnTo>
                <a:lnTo>
                  <a:pt x="65" y="1605"/>
                </a:lnTo>
                <a:lnTo>
                  <a:pt x="108" y="1691"/>
                </a:lnTo>
                <a:lnTo>
                  <a:pt x="172" y="1733"/>
                </a:lnTo>
                <a:lnTo>
                  <a:pt x="236" y="1798"/>
                </a:lnTo>
                <a:lnTo>
                  <a:pt x="322" y="1819"/>
                </a:lnTo>
                <a:lnTo>
                  <a:pt x="450" y="1862"/>
                </a:lnTo>
                <a:lnTo>
                  <a:pt x="600" y="1883"/>
                </a:lnTo>
                <a:lnTo>
                  <a:pt x="750" y="1905"/>
                </a:lnTo>
                <a:lnTo>
                  <a:pt x="793" y="1926"/>
                </a:lnTo>
                <a:lnTo>
                  <a:pt x="835" y="1947"/>
                </a:lnTo>
                <a:lnTo>
                  <a:pt x="900" y="2033"/>
                </a:lnTo>
                <a:lnTo>
                  <a:pt x="942" y="2161"/>
                </a:lnTo>
                <a:lnTo>
                  <a:pt x="1007" y="2418"/>
                </a:lnTo>
                <a:lnTo>
                  <a:pt x="1178" y="2910"/>
                </a:lnTo>
                <a:lnTo>
                  <a:pt x="1221" y="3039"/>
                </a:lnTo>
                <a:lnTo>
                  <a:pt x="1221" y="3103"/>
                </a:lnTo>
                <a:lnTo>
                  <a:pt x="1221" y="3145"/>
                </a:lnTo>
                <a:lnTo>
                  <a:pt x="1199" y="3167"/>
                </a:lnTo>
                <a:lnTo>
                  <a:pt x="1156" y="3188"/>
                </a:lnTo>
                <a:lnTo>
                  <a:pt x="1007" y="3210"/>
                </a:lnTo>
                <a:lnTo>
                  <a:pt x="878" y="3188"/>
                </a:lnTo>
                <a:lnTo>
                  <a:pt x="707" y="3167"/>
                </a:lnTo>
                <a:lnTo>
                  <a:pt x="514" y="3145"/>
                </a:lnTo>
                <a:lnTo>
                  <a:pt x="407" y="3145"/>
                </a:lnTo>
                <a:lnTo>
                  <a:pt x="386" y="3167"/>
                </a:lnTo>
                <a:lnTo>
                  <a:pt x="386" y="3210"/>
                </a:lnTo>
                <a:lnTo>
                  <a:pt x="365" y="3317"/>
                </a:lnTo>
                <a:lnTo>
                  <a:pt x="386" y="3424"/>
                </a:lnTo>
                <a:lnTo>
                  <a:pt x="407" y="3488"/>
                </a:lnTo>
                <a:lnTo>
                  <a:pt x="472" y="3552"/>
                </a:lnTo>
                <a:lnTo>
                  <a:pt x="536" y="3595"/>
                </a:lnTo>
                <a:lnTo>
                  <a:pt x="686" y="3659"/>
                </a:lnTo>
                <a:lnTo>
                  <a:pt x="878" y="3680"/>
                </a:lnTo>
                <a:lnTo>
                  <a:pt x="1049" y="3680"/>
                </a:lnTo>
                <a:lnTo>
                  <a:pt x="1242" y="3638"/>
                </a:lnTo>
                <a:lnTo>
                  <a:pt x="1413" y="3638"/>
                </a:lnTo>
                <a:lnTo>
                  <a:pt x="1456" y="3680"/>
                </a:lnTo>
                <a:lnTo>
                  <a:pt x="1499" y="3723"/>
                </a:lnTo>
                <a:lnTo>
                  <a:pt x="1541" y="3787"/>
                </a:lnTo>
                <a:lnTo>
                  <a:pt x="1584" y="3809"/>
                </a:lnTo>
                <a:lnTo>
                  <a:pt x="1648" y="3787"/>
                </a:lnTo>
                <a:lnTo>
                  <a:pt x="1670" y="3787"/>
                </a:lnTo>
                <a:lnTo>
                  <a:pt x="1691" y="3723"/>
                </a:lnTo>
                <a:lnTo>
                  <a:pt x="1691" y="3659"/>
                </a:lnTo>
                <a:lnTo>
                  <a:pt x="1713" y="3595"/>
                </a:lnTo>
                <a:lnTo>
                  <a:pt x="1777" y="3509"/>
                </a:lnTo>
                <a:lnTo>
                  <a:pt x="1820" y="3488"/>
                </a:lnTo>
                <a:lnTo>
                  <a:pt x="1841" y="3488"/>
                </a:lnTo>
                <a:lnTo>
                  <a:pt x="1884" y="3509"/>
                </a:lnTo>
                <a:lnTo>
                  <a:pt x="1927" y="3595"/>
                </a:lnTo>
                <a:lnTo>
                  <a:pt x="2012" y="3787"/>
                </a:lnTo>
                <a:lnTo>
                  <a:pt x="2055" y="3937"/>
                </a:lnTo>
                <a:lnTo>
                  <a:pt x="2098" y="4044"/>
                </a:lnTo>
                <a:lnTo>
                  <a:pt x="2162" y="4108"/>
                </a:lnTo>
                <a:lnTo>
                  <a:pt x="2226" y="4108"/>
                </a:lnTo>
                <a:lnTo>
                  <a:pt x="2248" y="4087"/>
                </a:lnTo>
                <a:lnTo>
                  <a:pt x="2290" y="4023"/>
                </a:lnTo>
                <a:lnTo>
                  <a:pt x="2312" y="3916"/>
                </a:lnTo>
                <a:lnTo>
                  <a:pt x="2290" y="3809"/>
                </a:lnTo>
                <a:lnTo>
                  <a:pt x="2248" y="3595"/>
                </a:lnTo>
                <a:lnTo>
                  <a:pt x="2205" y="3509"/>
                </a:lnTo>
                <a:lnTo>
                  <a:pt x="2183" y="3402"/>
                </a:lnTo>
                <a:lnTo>
                  <a:pt x="2205" y="3295"/>
                </a:lnTo>
                <a:lnTo>
                  <a:pt x="2226" y="3274"/>
                </a:lnTo>
                <a:lnTo>
                  <a:pt x="2269" y="3231"/>
                </a:lnTo>
                <a:lnTo>
                  <a:pt x="2354" y="3124"/>
                </a:lnTo>
                <a:lnTo>
                  <a:pt x="2461" y="3039"/>
                </a:lnTo>
                <a:lnTo>
                  <a:pt x="2547" y="2953"/>
                </a:lnTo>
                <a:lnTo>
                  <a:pt x="2633" y="2825"/>
                </a:lnTo>
                <a:lnTo>
                  <a:pt x="2654" y="2718"/>
                </a:lnTo>
                <a:lnTo>
                  <a:pt x="2675" y="2611"/>
                </a:lnTo>
                <a:lnTo>
                  <a:pt x="2654" y="2418"/>
                </a:lnTo>
                <a:lnTo>
                  <a:pt x="2611" y="2225"/>
                </a:lnTo>
                <a:lnTo>
                  <a:pt x="2526" y="2054"/>
                </a:lnTo>
                <a:lnTo>
                  <a:pt x="2397" y="1905"/>
                </a:lnTo>
                <a:lnTo>
                  <a:pt x="2248" y="1755"/>
                </a:lnTo>
                <a:lnTo>
                  <a:pt x="2076" y="1669"/>
                </a:lnTo>
                <a:lnTo>
                  <a:pt x="1884" y="1584"/>
                </a:lnTo>
                <a:lnTo>
                  <a:pt x="1713" y="1562"/>
                </a:lnTo>
                <a:lnTo>
                  <a:pt x="1627" y="1562"/>
                </a:lnTo>
                <a:lnTo>
                  <a:pt x="1563" y="1541"/>
                </a:lnTo>
                <a:lnTo>
                  <a:pt x="1541" y="1477"/>
                </a:lnTo>
                <a:lnTo>
                  <a:pt x="1520" y="1370"/>
                </a:lnTo>
                <a:lnTo>
                  <a:pt x="1477" y="1156"/>
                </a:lnTo>
                <a:lnTo>
                  <a:pt x="1392" y="942"/>
                </a:lnTo>
                <a:lnTo>
                  <a:pt x="1349" y="813"/>
                </a:lnTo>
                <a:lnTo>
                  <a:pt x="1349" y="771"/>
                </a:lnTo>
                <a:lnTo>
                  <a:pt x="1392" y="728"/>
                </a:lnTo>
                <a:lnTo>
                  <a:pt x="1499" y="685"/>
                </a:lnTo>
                <a:lnTo>
                  <a:pt x="1648" y="685"/>
                </a:lnTo>
                <a:lnTo>
                  <a:pt x="1798" y="664"/>
                </a:lnTo>
                <a:lnTo>
                  <a:pt x="1884" y="664"/>
                </a:lnTo>
                <a:lnTo>
                  <a:pt x="1948" y="621"/>
                </a:lnTo>
                <a:lnTo>
                  <a:pt x="2012" y="578"/>
                </a:lnTo>
                <a:lnTo>
                  <a:pt x="2055" y="514"/>
                </a:lnTo>
                <a:lnTo>
                  <a:pt x="2076" y="428"/>
                </a:lnTo>
                <a:lnTo>
                  <a:pt x="2055" y="364"/>
                </a:lnTo>
                <a:lnTo>
                  <a:pt x="2012" y="300"/>
                </a:lnTo>
                <a:lnTo>
                  <a:pt x="1927" y="278"/>
                </a:lnTo>
                <a:lnTo>
                  <a:pt x="1777" y="236"/>
                </a:lnTo>
                <a:lnTo>
                  <a:pt x="1606" y="236"/>
                </a:lnTo>
                <a:lnTo>
                  <a:pt x="1413" y="257"/>
                </a:lnTo>
                <a:lnTo>
                  <a:pt x="1306" y="278"/>
                </a:lnTo>
                <a:lnTo>
                  <a:pt x="1221" y="278"/>
                </a:lnTo>
                <a:lnTo>
                  <a:pt x="1199" y="257"/>
                </a:lnTo>
                <a:lnTo>
                  <a:pt x="1178" y="236"/>
                </a:lnTo>
                <a:lnTo>
                  <a:pt x="1156" y="150"/>
                </a:lnTo>
                <a:lnTo>
                  <a:pt x="1135" y="86"/>
                </a:lnTo>
                <a:lnTo>
                  <a:pt x="1114" y="43"/>
                </a:lnTo>
                <a:lnTo>
                  <a:pt x="1071" y="22"/>
                </a:lnTo>
                <a:lnTo>
                  <a:pt x="1007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6"/>
          <p:cNvSpPr/>
          <p:nvPr/>
        </p:nvSpPr>
        <p:spPr>
          <a:xfrm>
            <a:off x="6227394" y="721871"/>
            <a:ext cx="430218" cy="470291"/>
          </a:xfrm>
          <a:custGeom>
            <a:rect b="b" l="l" r="r" t="t"/>
            <a:pathLst>
              <a:path extrusionOk="0" h="9180" w="10036">
                <a:moveTo>
                  <a:pt x="9779" y="1049"/>
                </a:moveTo>
                <a:lnTo>
                  <a:pt x="9779" y="1049"/>
                </a:lnTo>
                <a:lnTo>
                  <a:pt x="9672" y="1007"/>
                </a:lnTo>
                <a:lnTo>
                  <a:pt x="9543" y="985"/>
                </a:lnTo>
                <a:lnTo>
                  <a:pt x="9308" y="942"/>
                </a:lnTo>
                <a:lnTo>
                  <a:pt x="9308" y="942"/>
                </a:lnTo>
                <a:lnTo>
                  <a:pt x="9180" y="921"/>
                </a:lnTo>
                <a:lnTo>
                  <a:pt x="9115" y="921"/>
                </a:lnTo>
                <a:lnTo>
                  <a:pt x="9051" y="878"/>
                </a:lnTo>
                <a:lnTo>
                  <a:pt x="9051" y="878"/>
                </a:lnTo>
                <a:lnTo>
                  <a:pt x="8966" y="835"/>
                </a:lnTo>
                <a:lnTo>
                  <a:pt x="8966" y="835"/>
                </a:lnTo>
                <a:lnTo>
                  <a:pt x="8944" y="814"/>
                </a:lnTo>
                <a:lnTo>
                  <a:pt x="8966" y="835"/>
                </a:lnTo>
                <a:lnTo>
                  <a:pt x="8966" y="835"/>
                </a:lnTo>
                <a:lnTo>
                  <a:pt x="8987" y="814"/>
                </a:lnTo>
                <a:lnTo>
                  <a:pt x="8987" y="771"/>
                </a:lnTo>
                <a:lnTo>
                  <a:pt x="8987" y="771"/>
                </a:lnTo>
                <a:lnTo>
                  <a:pt x="8966" y="664"/>
                </a:lnTo>
                <a:lnTo>
                  <a:pt x="8987" y="557"/>
                </a:lnTo>
                <a:lnTo>
                  <a:pt x="8966" y="450"/>
                </a:lnTo>
                <a:lnTo>
                  <a:pt x="8944" y="386"/>
                </a:lnTo>
                <a:lnTo>
                  <a:pt x="8901" y="322"/>
                </a:lnTo>
                <a:lnTo>
                  <a:pt x="8901" y="322"/>
                </a:lnTo>
                <a:lnTo>
                  <a:pt x="8837" y="258"/>
                </a:lnTo>
                <a:lnTo>
                  <a:pt x="8773" y="194"/>
                </a:lnTo>
                <a:lnTo>
                  <a:pt x="8602" y="108"/>
                </a:lnTo>
                <a:lnTo>
                  <a:pt x="8602" y="108"/>
                </a:lnTo>
                <a:lnTo>
                  <a:pt x="8495" y="87"/>
                </a:lnTo>
                <a:lnTo>
                  <a:pt x="8388" y="65"/>
                </a:lnTo>
                <a:lnTo>
                  <a:pt x="8281" y="87"/>
                </a:lnTo>
                <a:lnTo>
                  <a:pt x="8174" y="129"/>
                </a:lnTo>
                <a:lnTo>
                  <a:pt x="8174" y="129"/>
                </a:lnTo>
                <a:lnTo>
                  <a:pt x="8110" y="215"/>
                </a:lnTo>
                <a:lnTo>
                  <a:pt x="8046" y="300"/>
                </a:lnTo>
                <a:lnTo>
                  <a:pt x="7981" y="386"/>
                </a:lnTo>
                <a:lnTo>
                  <a:pt x="7939" y="407"/>
                </a:lnTo>
                <a:lnTo>
                  <a:pt x="7874" y="429"/>
                </a:lnTo>
                <a:lnTo>
                  <a:pt x="7874" y="429"/>
                </a:lnTo>
                <a:lnTo>
                  <a:pt x="7810" y="407"/>
                </a:lnTo>
                <a:lnTo>
                  <a:pt x="7746" y="386"/>
                </a:lnTo>
                <a:lnTo>
                  <a:pt x="7618" y="322"/>
                </a:lnTo>
                <a:lnTo>
                  <a:pt x="7489" y="236"/>
                </a:lnTo>
                <a:lnTo>
                  <a:pt x="7361" y="172"/>
                </a:lnTo>
                <a:lnTo>
                  <a:pt x="7361" y="172"/>
                </a:lnTo>
                <a:lnTo>
                  <a:pt x="7168" y="108"/>
                </a:lnTo>
                <a:lnTo>
                  <a:pt x="6954" y="65"/>
                </a:lnTo>
                <a:lnTo>
                  <a:pt x="6569" y="22"/>
                </a:lnTo>
                <a:lnTo>
                  <a:pt x="6569" y="22"/>
                </a:lnTo>
                <a:lnTo>
                  <a:pt x="6077" y="1"/>
                </a:lnTo>
                <a:lnTo>
                  <a:pt x="5585" y="1"/>
                </a:lnTo>
                <a:lnTo>
                  <a:pt x="5093" y="44"/>
                </a:lnTo>
                <a:lnTo>
                  <a:pt x="4622" y="108"/>
                </a:lnTo>
                <a:lnTo>
                  <a:pt x="4622" y="108"/>
                </a:lnTo>
                <a:lnTo>
                  <a:pt x="4173" y="194"/>
                </a:lnTo>
                <a:lnTo>
                  <a:pt x="3724" y="300"/>
                </a:lnTo>
                <a:lnTo>
                  <a:pt x="3296" y="450"/>
                </a:lnTo>
                <a:lnTo>
                  <a:pt x="2846" y="600"/>
                </a:lnTo>
                <a:lnTo>
                  <a:pt x="2846" y="600"/>
                </a:lnTo>
                <a:lnTo>
                  <a:pt x="2461" y="750"/>
                </a:lnTo>
                <a:lnTo>
                  <a:pt x="2055" y="921"/>
                </a:lnTo>
                <a:lnTo>
                  <a:pt x="1670" y="1114"/>
                </a:lnTo>
                <a:lnTo>
                  <a:pt x="1499" y="1221"/>
                </a:lnTo>
                <a:lnTo>
                  <a:pt x="1327" y="1327"/>
                </a:lnTo>
                <a:lnTo>
                  <a:pt x="1327" y="1327"/>
                </a:lnTo>
                <a:lnTo>
                  <a:pt x="1113" y="1477"/>
                </a:lnTo>
                <a:lnTo>
                  <a:pt x="964" y="1606"/>
                </a:lnTo>
                <a:lnTo>
                  <a:pt x="793" y="1755"/>
                </a:lnTo>
                <a:lnTo>
                  <a:pt x="664" y="1884"/>
                </a:lnTo>
                <a:lnTo>
                  <a:pt x="557" y="2034"/>
                </a:lnTo>
                <a:lnTo>
                  <a:pt x="557" y="2098"/>
                </a:lnTo>
                <a:lnTo>
                  <a:pt x="557" y="2141"/>
                </a:lnTo>
                <a:lnTo>
                  <a:pt x="579" y="2205"/>
                </a:lnTo>
                <a:lnTo>
                  <a:pt x="621" y="2247"/>
                </a:lnTo>
                <a:lnTo>
                  <a:pt x="621" y="2247"/>
                </a:lnTo>
                <a:lnTo>
                  <a:pt x="686" y="2269"/>
                </a:lnTo>
                <a:lnTo>
                  <a:pt x="728" y="2269"/>
                </a:lnTo>
                <a:lnTo>
                  <a:pt x="835" y="2226"/>
                </a:lnTo>
                <a:lnTo>
                  <a:pt x="1049" y="2119"/>
                </a:lnTo>
                <a:lnTo>
                  <a:pt x="1049" y="2119"/>
                </a:lnTo>
                <a:lnTo>
                  <a:pt x="1242" y="2034"/>
                </a:lnTo>
                <a:lnTo>
                  <a:pt x="1434" y="1969"/>
                </a:lnTo>
                <a:lnTo>
                  <a:pt x="1819" y="1862"/>
                </a:lnTo>
                <a:lnTo>
                  <a:pt x="1819" y="1862"/>
                </a:lnTo>
                <a:lnTo>
                  <a:pt x="2718" y="1606"/>
                </a:lnTo>
                <a:lnTo>
                  <a:pt x="3189" y="1499"/>
                </a:lnTo>
                <a:lnTo>
                  <a:pt x="3424" y="1456"/>
                </a:lnTo>
                <a:lnTo>
                  <a:pt x="3638" y="1434"/>
                </a:lnTo>
                <a:lnTo>
                  <a:pt x="3638" y="1434"/>
                </a:lnTo>
                <a:lnTo>
                  <a:pt x="3809" y="1434"/>
                </a:lnTo>
                <a:lnTo>
                  <a:pt x="3980" y="1456"/>
                </a:lnTo>
                <a:lnTo>
                  <a:pt x="4152" y="1456"/>
                </a:lnTo>
                <a:lnTo>
                  <a:pt x="4301" y="1434"/>
                </a:lnTo>
                <a:lnTo>
                  <a:pt x="4301" y="1434"/>
                </a:lnTo>
                <a:lnTo>
                  <a:pt x="4387" y="1392"/>
                </a:lnTo>
                <a:lnTo>
                  <a:pt x="4451" y="1349"/>
                </a:lnTo>
                <a:lnTo>
                  <a:pt x="4558" y="1242"/>
                </a:lnTo>
                <a:lnTo>
                  <a:pt x="4687" y="1114"/>
                </a:lnTo>
                <a:lnTo>
                  <a:pt x="4751" y="1071"/>
                </a:lnTo>
                <a:lnTo>
                  <a:pt x="4836" y="1049"/>
                </a:lnTo>
                <a:lnTo>
                  <a:pt x="4836" y="1049"/>
                </a:lnTo>
                <a:lnTo>
                  <a:pt x="4879" y="1156"/>
                </a:lnTo>
                <a:lnTo>
                  <a:pt x="4943" y="1285"/>
                </a:lnTo>
                <a:lnTo>
                  <a:pt x="5029" y="1392"/>
                </a:lnTo>
                <a:lnTo>
                  <a:pt x="5093" y="1434"/>
                </a:lnTo>
                <a:lnTo>
                  <a:pt x="5136" y="1456"/>
                </a:lnTo>
                <a:lnTo>
                  <a:pt x="5136" y="1456"/>
                </a:lnTo>
                <a:lnTo>
                  <a:pt x="5200" y="1456"/>
                </a:lnTo>
                <a:lnTo>
                  <a:pt x="5286" y="1434"/>
                </a:lnTo>
                <a:lnTo>
                  <a:pt x="5371" y="1434"/>
                </a:lnTo>
                <a:lnTo>
                  <a:pt x="5435" y="1413"/>
                </a:lnTo>
                <a:lnTo>
                  <a:pt x="5435" y="1413"/>
                </a:lnTo>
                <a:lnTo>
                  <a:pt x="5585" y="1434"/>
                </a:lnTo>
                <a:lnTo>
                  <a:pt x="5756" y="1456"/>
                </a:lnTo>
                <a:lnTo>
                  <a:pt x="5756" y="1456"/>
                </a:lnTo>
                <a:lnTo>
                  <a:pt x="5927" y="1520"/>
                </a:lnTo>
                <a:lnTo>
                  <a:pt x="6013" y="1541"/>
                </a:lnTo>
                <a:lnTo>
                  <a:pt x="6120" y="1520"/>
                </a:lnTo>
                <a:lnTo>
                  <a:pt x="6120" y="1520"/>
                </a:lnTo>
                <a:lnTo>
                  <a:pt x="6248" y="1413"/>
                </a:lnTo>
                <a:lnTo>
                  <a:pt x="6313" y="1349"/>
                </a:lnTo>
                <a:lnTo>
                  <a:pt x="6355" y="1327"/>
                </a:lnTo>
                <a:lnTo>
                  <a:pt x="6355" y="1327"/>
                </a:lnTo>
                <a:lnTo>
                  <a:pt x="6377" y="1349"/>
                </a:lnTo>
                <a:lnTo>
                  <a:pt x="6398" y="1392"/>
                </a:lnTo>
                <a:lnTo>
                  <a:pt x="6377" y="1499"/>
                </a:lnTo>
                <a:lnTo>
                  <a:pt x="6355" y="1627"/>
                </a:lnTo>
                <a:lnTo>
                  <a:pt x="6355" y="1713"/>
                </a:lnTo>
                <a:lnTo>
                  <a:pt x="6355" y="1713"/>
                </a:lnTo>
                <a:lnTo>
                  <a:pt x="6398" y="1820"/>
                </a:lnTo>
                <a:lnTo>
                  <a:pt x="6484" y="1905"/>
                </a:lnTo>
                <a:lnTo>
                  <a:pt x="6591" y="1991"/>
                </a:lnTo>
                <a:lnTo>
                  <a:pt x="6698" y="2055"/>
                </a:lnTo>
                <a:lnTo>
                  <a:pt x="6698" y="2055"/>
                </a:lnTo>
                <a:lnTo>
                  <a:pt x="6954" y="2183"/>
                </a:lnTo>
                <a:lnTo>
                  <a:pt x="7233" y="2312"/>
                </a:lnTo>
                <a:lnTo>
                  <a:pt x="7233" y="2312"/>
                </a:lnTo>
                <a:lnTo>
                  <a:pt x="7468" y="2376"/>
                </a:lnTo>
                <a:lnTo>
                  <a:pt x="7596" y="2419"/>
                </a:lnTo>
                <a:lnTo>
                  <a:pt x="7682" y="2461"/>
                </a:lnTo>
                <a:lnTo>
                  <a:pt x="7682" y="2461"/>
                </a:lnTo>
                <a:lnTo>
                  <a:pt x="7725" y="2504"/>
                </a:lnTo>
                <a:lnTo>
                  <a:pt x="7746" y="2568"/>
                </a:lnTo>
                <a:lnTo>
                  <a:pt x="7768" y="2675"/>
                </a:lnTo>
                <a:lnTo>
                  <a:pt x="7768" y="2825"/>
                </a:lnTo>
                <a:lnTo>
                  <a:pt x="7746" y="2975"/>
                </a:lnTo>
                <a:lnTo>
                  <a:pt x="7661" y="3274"/>
                </a:lnTo>
                <a:lnTo>
                  <a:pt x="7596" y="3510"/>
                </a:lnTo>
                <a:lnTo>
                  <a:pt x="7596" y="3510"/>
                </a:lnTo>
                <a:lnTo>
                  <a:pt x="7468" y="4195"/>
                </a:lnTo>
                <a:lnTo>
                  <a:pt x="7340" y="4858"/>
                </a:lnTo>
                <a:lnTo>
                  <a:pt x="7340" y="4858"/>
                </a:lnTo>
                <a:lnTo>
                  <a:pt x="7211" y="5500"/>
                </a:lnTo>
                <a:lnTo>
                  <a:pt x="7083" y="6142"/>
                </a:lnTo>
                <a:lnTo>
                  <a:pt x="6954" y="6762"/>
                </a:lnTo>
                <a:lnTo>
                  <a:pt x="6783" y="7382"/>
                </a:lnTo>
                <a:lnTo>
                  <a:pt x="6783" y="7382"/>
                </a:lnTo>
                <a:lnTo>
                  <a:pt x="6655" y="7810"/>
                </a:lnTo>
                <a:lnTo>
                  <a:pt x="6591" y="8110"/>
                </a:lnTo>
                <a:lnTo>
                  <a:pt x="6548" y="8431"/>
                </a:lnTo>
                <a:lnTo>
                  <a:pt x="6527" y="8730"/>
                </a:lnTo>
                <a:lnTo>
                  <a:pt x="6548" y="8880"/>
                </a:lnTo>
                <a:lnTo>
                  <a:pt x="6569" y="8987"/>
                </a:lnTo>
                <a:lnTo>
                  <a:pt x="6612" y="9073"/>
                </a:lnTo>
                <a:lnTo>
                  <a:pt x="6698" y="9137"/>
                </a:lnTo>
                <a:lnTo>
                  <a:pt x="6783" y="9158"/>
                </a:lnTo>
                <a:lnTo>
                  <a:pt x="6912" y="9137"/>
                </a:lnTo>
                <a:lnTo>
                  <a:pt x="6912" y="9137"/>
                </a:lnTo>
                <a:lnTo>
                  <a:pt x="7019" y="9094"/>
                </a:lnTo>
                <a:lnTo>
                  <a:pt x="7083" y="9009"/>
                </a:lnTo>
                <a:lnTo>
                  <a:pt x="7147" y="8902"/>
                </a:lnTo>
                <a:lnTo>
                  <a:pt x="7168" y="8773"/>
                </a:lnTo>
                <a:lnTo>
                  <a:pt x="7211" y="8516"/>
                </a:lnTo>
                <a:lnTo>
                  <a:pt x="7233" y="8281"/>
                </a:lnTo>
                <a:lnTo>
                  <a:pt x="7233" y="8281"/>
                </a:lnTo>
                <a:lnTo>
                  <a:pt x="7447" y="7104"/>
                </a:lnTo>
                <a:lnTo>
                  <a:pt x="7447" y="7104"/>
                </a:lnTo>
                <a:lnTo>
                  <a:pt x="7511" y="6805"/>
                </a:lnTo>
                <a:lnTo>
                  <a:pt x="7575" y="6505"/>
                </a:lnTo>
                <a:lnTo>
                  <a:pt x="7725" y="5885"/>
                </a:lnTo>
                <a:lnTo>
                  <a:pt x="7725" y="5885"/>
                </a:lnTo>
                <a:lnTo>
                  <a:pt x="7832" y="5243"/>
                </a:lnTo>
                <a:lnTo>
                  <a:pt x="7874" y="4922"/>
                </a:lnTo>
                <a:lnTo>
                  <a:pt x="7939" y="4601"/>
                </a:lnTo>
                <a:lnTo>
                  <a:pt x="7939" y="4601"/>
                </a:lnTo>
                <a:lnTo>
                  <a:pt x="8067" y="4023"/>
                </a:lnTo>
                <a:lnTo>
                  <a:pt x="8131" y="3745"/>
                </a:lnTo>
                <a:lnTo>
                  <a:pt x="8217" y="3446"/>
                </a:lnTo>
                <a:lnTo>
                  <a:pt x="8217" y="3446"/>
                </a:lnTo>
                <a:lnTo>
                  <a:pt x="8260" y="3296"/>
                </a:lnTo>
                <a:lnTo>
                  <a:pt x="8324" y="3061"/>
                </a:lnTo>
                <a:lnTo>
                  <a:pt x="8431" y="2847"/>
                </a:lnTo>
                <a:lnTo>
                  <a:pt x="8495" y="2782"/>
                </a:lnTo>
                <a:lnTo>
                  <a:pt x="8538" y="2740"/>
                </a:lnTo>
                <a:lnTo>
                  <a:pt x="8538" y="2740"/>
                </a:lnTo>
                <a:lnTo>
                  <a:pt x="8581" y="2740"/>
                </a:lnTo>
                <a:lnTo>
                  <a:pt x="8645" y="2740"/>
                </a:lnTo>
                <a:lnTo>
                  <a:pt x="8773" y="2804"/>
                </a:lnTo>
                <a:lnTo>
                  <a:pt x="8923" y="2868"/>
                </a:lnTo>
                <a:lnTo>
                  <a:pt x="8987" y="2889"/>
                </a:lnTo>
                <a:lnTo>
                  <a:pt x="9051" y="2911"/>
                </a:lnTo>
                <a:lnTo>
                  <a:pt x="9051" y="2911"/>
                </a:lnTo>
                <a:lnTo>
                  <a:pt x="9158" y="2889"/>
                </a:lnTo>
                <a:lnTo>
                  <a:pt x="9265" y="2847"/>
                </a:lnTo>
                <a:lnTo>
                  <a:pt x="9351" y="2782"/>
                </a:lnTo>
                <a:lnTo>
                  <a:pt x="9458" y="2718"/>
                </a:lnTo>
                <a:lnTo>
                  <a:pt x="9458" y="2718"/>
                </a:lnTo>
                <a:lnTo>
                  <a:pt x="9543" y="2633"/>
                </a:lnTo>
                <a:lnTo>
                  <a:pt x="9608" y="2526"/>
                </a:lnTo>
                <a:lnTo>
                  <a:pt x="9715" y="2290"/>
                </a:lnTo>
                <a:lnTo>
                  <a:pt x="9800" y="2034"/>
                </a:lnTo>
                <a:lnTo>
                  <a:pt x="9886" y="1798"/>
                </a:lnTo>
                <a:lnTo>
                  <a:pt x="9886" y="1798"/>
                </a:lnTo>
                <a:lnTo>
                  <a:pt x="9993" y="1584"/>
                </a:lnTo>
                <a:lnTo>
                  <a:pt x="10014" y="1477"/>
                </a:lnTo>
                <a:lnTo>
                  <a:pt x="10035" y="1370"/>
                </a:lnTo>
                <a:lnTo>
                  <a:pt x="10014" y="1285"/>
                </a:lnTo>
                <a:lnTo>
                  <a:pt x="9971" y="1199"/>
                </a:lnTo>
                <a:lnTo>
                  <a:pt x="9907" y="1114"/>
                </a:lnTo>
                <a:lnTo>
                  <a:pt x="9779" y="1049"/>
                </a:lnTo>
                <a:lnTo>
                  <a:pt x="9779" y="1049"/>
                </a:lnTo>
                <a:close/>
                <a:moveTo>
                  <a:pt x="8452" y="429"/>
                </a:moveTo>
                <a:lnTo>
                  <a:pt x="8452" y="429"/>
                </a:lnTo>
                <a:lnTo>
                  <a:pt x="8452" y="493"/>
                </a:lnTo>
                <a:lnTo>
                  <a:pt x="8431" y="557"/>
                </a:lnTo>
                <a:lnTo>
                  <a:pt x="8409" y="600"/>
                </a:lnTo>
                <a:lnTo>
                  <a:pt x="8345" y="621"/>
                </a:lnTo>
                <a:lnTo>
                  <a:pt x="8281" y="621"/>
                </a:lnTo>
                <a:lnTo>
                  <a:pt x="8238" y="621"/>
                </a:lnTo>
                <a:lnTo>
                  <a:pt x="8174" y="600"/>
                </a:lnTo>
                <a:lnTo>
                  <a:pt x="8153" y="536"/>
                </a:lnTo>
                <a:lnTo>
                  <a:pt x="8153" y="536"/>
                </a:lnTo>
                <a:lnTo>
                  <a:pt x="8131" y="472"/>
                </a:lnTo>
                <a:lnTo>
                  <a:pt x="8153" y="429"/>
                </a:lnTo>
                <a:lnTo>
                  <a:pt x="8195" y="386"/>
                </a:lnTo>
                <a:lnTo>
                  <a:pt x="8238" y="343"/>
                </a:lnTo>
                <a:lnTo>
                  <a:pt x="8302" y="343"/>
                </a:lnTo>
                <a:lnTo>
                  <a:pt x="8367" y="343"/>
                </a:lnTo>
                <a:lnTo>
                  <a:pt x="8409" y="386"/>
                </a:lnTo>
                <a:lnTo>
                  <a:pt x="8452" y="429"/>
                </a:lnTo>
                <a:lnTo>
                  <a:pt x="8452" y="429"/>
                </a:lnTo>
                <a:close/>
                <a:moveTo>
                  <a:pt x="9458" y="1713"/>
                </a:moveTo>
                <a:lnTo>
                  <a:pt x="9458" y="1713"/>
                </a:lnTo>
                <a:lnTo>
                  <a:pt x="9308" y="2098"/>
                </a:lnTo>
                <a:lnTo>
                  <a:pt x="9244" y="2290"/>
                </a:lnTo>
                <a:lnTo>
                  <a:pt x="9180" y="2483"/>
                </a:lnTo>
                <a:lnTo>
                  <a:pt x="9180" y="2483"/>
                </a:lnTo>
                <a:lnTo>
                  <a:pt x="8837" y="2376"/>
                </a:lnTo>
                <a:lnTo>
                  <a:pt x="8666" y="2312"/>
                </a:lnTo>
                <a:lnTo>
                  <a:pt x="8495" y="2269"/>
                </a:lnTo>
                <a:lnTo>
                  <a:pt x="8495" y="2269"/>
                </a:lnTo>
                <a:lnTo>
                  <a:pt x="8516" y="2226"/>
                </a:lnTo>
                <a:lnTo>
                  <a:pt x="8581" y="2183"/>
                </a:lnTo>
                <a:lnTo>
                  <a:pt x="8688" y="2076"/>
                </a:lnTo>
                <a:lnTo>
                  <a:pt x="8730" y="2034"/>
                </a:lnTo>
                <a:lnTo>
                  <a:pt x="8730" y="1991"/>
                </a:lnTo>
                <a:lnTo>
                  <a:pt x="8688" y="1969"/>
                </a:lnTo>
                <a:lnTo>
                  <a:pt x="8581" y="1927"/>
                </a:lnTo>
                <a:lnTo>
                  <a:pt x="8581" y="1927"/>
                </a:lnTo>
                <a:lnTo>
                  <a:pt x="8538" y="1927"/>
                </a:lnTo>
                <a:lnTo>
                  <a:pt x="8474" y="1927"/>
                </a:lnTo>
                <a:lnTo>
                  <a:pt x="8367" y="1969"/>
                </a:lnTo>
                <a:lnTo>
                  <a:pt x="8153" y="2055"/>
                </a:lnTo>
                <a:lnTo>
                  <a:pt x="8153" y="2055"/>
                </a:lnTo>
                <a:lnTo>
                  <a:pt x="8046" y="2076"/>
                </a:lnTo>
                <a:lnTo>
                  <a:pt x="7981" y="2076"/>
                </a:lnTo>
                <a:lnTo>
                  <a:pt x="7789" y="2034"/>
                </a:lnTo>
                <a:lnTo>
                  <a:pt x="7789" y="2034"/>
                </a:lnTo>
                <a:lnTo>
                  <a:pt x="7853" y="1991"/>
                </a:lnTo>
                <a:lnTo>
                  <a:pt x="7981" y="1927"/>
                </a:lnTo>
                <a:lnTo>
                  <a:pt x="8281" y="1798"/>
                </a:lnTo>
                <a:lnTo>
                  <a:pt x="8431" y="1734"/>
                </a:lnTo>
                <a:lnTo>
                  <a:pt x="8516" y="1648"/>
                </a:lnTo>
                <a:lnTo>
                  <a:pt x="8538" y="1627"/>
                </a:lnTo>
                <a:lnTo>
                  <a:pt x="8538" y="1584"/>
                </a:lnTo>
                <a:lnTo>
                  <a:pt x="8516" y="1541"/>
                </a:lnTo>
                <a:lnTo>
                  <a:pt x="8452" y="1520"/>
                </a:lnTo>
                <a:lnTo>
                  <a:pt x="8452" y="1520"/>
                </a:lnTo>
                <a:lnTo>
                  <a:pt x="8367" y="1477"/>
                </a:lnTo>
                <a:lnTo>
                  <a:pt x="8260" y="1499"/>
                </a:lnTo>
                <a:lnTo>
                  <a:pt x="8153" y="1520"/>
                </a:lnTo>
                <a:lnTo>
                  <a:pt x="8046" y="1563"/>
                </a:lnTo>
                <a:lnTo>
                  <a:pt x="7832" y="1670"/>
                </a:lnTo>
                <a:lnTo>
                  <a:pt x="7661" y="1777"/>
                </a:lnTo>
                <a:lnTo>
                  <a:pt x="7661" y="1777"/>
                </a:lnTo>
                <a:lnTo>
                  <a:pt x="7554" y="1820"/>
                </a:lnTo>
                <a:lnTo>
                  <a:pt x="7425" y="1841"/>
                </a:lnTo>
                <a:lnTo>
                  <a:pt x="7297" y="1841"/>
                </a:lnTo>
                <a:lnTo>
                  <a:pt x="7147" y="1820"/>
                </a:lnTo>
                <a:lnTo>
                  <a:pt x="7019" y="1777"/>
                </a:lnTo>
                <a:lnTo>
                  <a:pt x="6890" y="1713"/>
                </a:lnTo>
                <a:lnTo>
                  <a:pt x="6805" y="1627"/>
                </a:lnTo>
                <a:lnTo>
                  <a:pt x="6762" y="1520"/>
                </a:lnTo>
                <a:lnTo>
                  <a:pt x="6762" y="1520"/>
                </a:lnTo>
                <a:lnTo>
                  <a:pt x="6741" y="1392"/>
                </a:lnTo>
                <a:lnTo>
                  <a:pt x="6741" y="1263"/>
                </a:lnTo>
                <a:lnTo>
                  <a:pt x="6741" y="1156"/>
                </a:lnTo>
                <a:lnTo>
                  <a:pt x="6719" y="1049"/>
                </a:lnTo>
                <a:lnTo>
                  <a:pt x="6698" y="964"/>
                </a:lnTo>
                <a:lnTo>
                  <a:pt x="6676" y="942"/>
                </a:lnTo>
                <a:lnTo>
                  <a:pt x="6634" y="921"/>
                </a:lnTo>
                <a:lnTo>
                  <a:pt x="6591" y="921"/>
                </a:lnTo>
                <a:lnTo>
                  <a:pt x="6527" y="942"/>
                </a:lnTo>
                <a:lnTo>
                  <a:pt x="6398" y="1007"/>
                </a:lnTo>
                <a:lnTo>
                  <a:pt x="6398" y="1007"/>
                </a:lnTo>
                <a:lnTo>
                  <a:pt x="6206" y="1114"/>
                </a:lnTo>
                <a:lnTo>
                  <a:pt x="6120" y="1156"/>
                </a:lnTo>
                <a:lnTo>
                  <a:pt x="6013" y="1178"/>
                </a:lnTo>
                <a:lnTo>
                  <a:pt x="6013" y="1178"/>
                </a:lnTo>
                <a:lnTo>
                  <a:pt x="5927" y="1178"/>
                </a:lnTo>
                <a:lnTo>
                  <a:pt x="5820" y="1156"/>
                </a:lnTo>
                <a:lnTo>
                  <a:pt x="5628" y="1114"/>
                </a:lnTo>
                <a:lnTo>
                  <a:pt x="5628" y="1114"/>
                </a:lnTo>
                <a:lnTo>
                  <a:pt x="5414" y="1114"/>
                </a:lnTo>
                <a:lnTo>
                  <a:pt x="5328" y="1092"/>
                </a:lnTo>
                <a:lnTo>
                  <a:pt x="5221" y="1071"/>
                </a:lnTo>
                <a:lnTo>
                  <a:pt x="5221" y="1071"/>
                </a:lnTo>
                <a:lnTo>
                  <a:pt x="5157" y="1049"/>
                </a:lnTo>
                <a:lnTo>
                  <a:pt x="5114" y="985"/>
                </a:lnTo>
                <a:lnTo>
                  <a:pt x="5072" y="921"/>
                </a:lnTo>
                <a:lnTo>
                  <a:pt x="5007" y="857"/>
                </a:lnTo>
                <a:lnTo>
                  <a:pt x="5007" y="857"/>
                </a:lnTo>
                <a:lnTo>
                  <a:pt x="4900" y="793"/>
                </a:lnTo>
                <a:lnTo>
                  <a:pt x="4794" y="793"/>
                </a:lnTo>
                <a:lnTo>
                  <a:pt x="4708" y="814"/>
                </a:lnTo>
                <a:lnTo>
                  <a:pt x="4580" y="857"/>
                </a:lnTo>
                <a:lnTo>
                  <a:pt x="4580" y="857"/>
                </a:lnTo>
                <a:lnTo>
                  <a:pt x="4280" y="1028"/>
                </a:lnTo>
                <a:lnTo>
                  <a:pt x="4130" y="1071"/>
                </a:lnTo>
                <a:lnTo>
                  <a:pt x="3959" y="1092"/>
                </a:lnTo>
                <a:lnTo>
                  <a:pt x="3959" y="1092"/>
                </a:lnTo>
                <a:lnTo>
                  <a:pt x="3531" y="1114"/>
                </a:lnTo>
                <a:lnTo>
                  <a:pt x="3103" y="1156"/>
                </a:lnTo>
                <a:lnTo>
                  <a:pt x="2697" y="1221"/>
                </a:lnTo>
                <a:lnTo>
                  <a:pt x="2290" y="1327"/>
                </a:lnTo>
                <a:lnTo>
                  <a:pt x="2290" y="1327"/>
                </a:lnTo>
                <a:lnTo>
                  <a:pt x="2312" y="1263"/>
                </a:lnTo>
                <a:lnTo>
                  <a:pt x="2376" y="1199"/>
                </a:lnTo>
                <a:lnTo>
                  <a:pt x="2504" y="1135"/>
                </a:lnTo>
                <a:lnTo>
                  <a:pt x="2804" y="1028"/>
                </a:lnTo>
                <a:lnTo>
                  <a:pt x="2804" y="1028"/>
                </a:lnTo>
                <a:lnTo>
                  <a:pt x="3210" y="857"/>
                </a:lnTo>
                <a:lnTo>
                  <a:pt x="3617" y="728"/>
                </a:lnTo>
                <a:lnTo>
                  <a:pt x="3617" y="728"/>
                </a:lnTo>
                <a:lnTo>
                  <a:pt x="4130" y="600"/>
                </a:lnTo>
                <a:lnTo>
                  <a:pt x="4665" y="493"/>
                </a:lnTo>
                <a:lnTo>
                  <a:pt x="5200" y="429"/>
                </a:lnTo>
                <a:lnTo>
                  <a:pt x="5735" y="386"/>
                </a:lnTo>
                <a:lnTo>
                  <a:pt x="5735" y="386"/>
                </a:lnTo>
                <a:lnTo>
                  <a:pt x="6184" y="365"/>
                </a:lnTo>
                <a:lnTo>
                  <a:pt x="6420" y="343"/>
                </a:lnTo>
                <a:lnTo>
                  <a:pt x="6634" y="365"/>
                </a:lnTo>
                <a:lnTo>
                  <a:pt x="6634" y="365"/>
                </a:lnTo>
                <a:lnTo>
                  <a:pt x="6847" y="407"/>
                </a:lnTo>
                <a:lnTo>
                  <a:pt x="7019" y="493"/>
                </a:lnTo>
                <a:lnTo>
                  <a:pt x="7361" y="686"/>
                </a:lnTo>
                <a:lnTo>
                  <a:pt x="7361" y="686"/>
                </a:lnTo>
                <a:lnTo>
                  <a:pt x="7768" y="878"/>
                </a:lnTo>
                <a:lnTo>
                  <a:pt x="8195" y="1071"/>
                </a:lnTo>
                <a:lnTo>
                  <a:pt x="8409" y="1156"/>
                </a:lnTo>
                <a:lnTo>
                  <a:pt x="8645" y="1221"/>
                </a:lnTo>
                <a:lnTo>
                  <a:pt x="8859" y="1263"/>
                </a:lnTo>
                <a:lnTo>
                  <a:pt x="9073" y="1306"/>
                </a:lnTo>
                <a:lnTo>
                  <a:pt x="9073" y="1306"/>
                </a:lnTo>
                <a:lnTo>
                  <a:pt x="9287" y="1306"/>
                </a:lnTo>
                <a:lnTo>
                  <a:pt x="9394" y="1327"/>
                </a:lnTo>
                <a:lnTo>
                  <a:pt x="9458" y="1370"/>
                </a:lnTo>
                <a:lnTo>
                  <a:pt x="9458" y="1370"/>
                </a:lnTo>
                <a:lnTo>
                  <a:pt x="9501" y="1392"/>
                </a:lnTo>
                <a:lnTo>
                  <a:pt x="9501" y="1434"/>
                </a:lnTo>
                <a:lnTo>
                  <a:pt x="9501" y="1520"/>
                </a:lnTo>
                <a:lnTo>
                  <a:pt x="9458" y="1713"/>
                </a:lnTo>
                <a:lnTo>
                  <a:pt x="9458" y="1713"/>
                </a:lnTo>
                <a:close/>
                <a:moveTo>
                  <a:pt x="6077" y="6313"/>
                </a:moveTo>
                <a:lnTo>
                  <a:pt x="6077" y="6313"/>
                </a:lnTo>
                <a:lnTo>
                  <a:pt x="6206" y="6120"/>
                </a:lnTo>
                <a:lnTo>
                  <a:pt x="6270" y="5928"/>
                </a:lnTo>
                <a:lnTo>
                  <a:pt x="6291" y="5735"/>
                </a:lnTo>
                <a:lnTo>
                  <a:pt x="6248" y="5521"/>
                </a:lnTo>
                <a:lnTo>
                  <a:pt x="6248" y="5521"/>
                </a:lnTo>
                <a:lnTo>
                  <a:pt x="6184" y="5264"/>
                </a:lnTo>
                <a:lnTo>
                  <a:pt x="6077" y="4986"/>
                </a:lnTo>
                <a:lnTo>
                  <a:pt x="5820" y="4473"/>
                </a:lnTo>
                <a:lnTo>
                  <a:pt x="5820" y="4473"/>
                </a:lnTo>
                <a:lnTo>
                  <a:pt x="5585" y="3981"/>
                </a:lnTo>
                <a:lnTo>
                  <a:pt x="5457" y="3745"/>
                </a:lnTo>
                <a:lnTo>
                  <a:pt x="5328" y="3510"/>
                </a:lnTo>
                <a:lnTo>
                  <a:pt x="5328" y="3510"/>
                </a:lnTo>
                <a:lnTo>
                  <a:pt x="5179" y="3317"/>
                </a:lnTo>
                <a:lnTo>
                  <a:pt x="5007" y="3146"/>
                </a:lnTo>
                <a:lnTo>
                  <a:pt x="4815" y="2975"/>
                </a:lnTo>
                <a:lnTo>
                  <a:pt x="4601" y="2825"/>
                </a:lnTo>
                <a:lnTo>
                  <a:pt x="4366" y="2675"/>
                </a:lnTo>
                <a:lnTo>
                  <a:pt x="4130" y="2568"/>
                </a:lnTo>
                <a:lnTo>
                  <a:pt x="3873" y="2504"/>
                </a:lnTo>
                <a:lnTo>
                  <a:pt x="3638" y="2461"/>
                </a:lnTo>
                <a:lnTo>
                  <a:pt x="3638" y="2461"/>
                </a:lnTo>
                <a:lnTo>
                  <a:pt x="3360" y="2440"/>
                </a:lnTo>
                <a:lnTo>
                  <a:pt x="3082" y="2461"/>
                </a:lnTo>
                <a:lnTo>
                  <a:pt x="2825" y="2504"/>
                </a:lnTo>
                <a:lnTo>
                  <a:pt x="2547" y="2568"/>
                </a:lnTo>
                <a:lnTo>
                  <a:pt x="2290" y="2675"/>
                </a:lnTo>
                <a:lnTo>
                  <a:pt x="2033" y="2782"/>
                </a:lnTo>
                <a:lnTo>
                  <a:pt x="1798" y="2932"/>
                </a:lnTo>
                <a:lnTo>
                  <a:pt x="1563" y="3082"/>
                </a:lnTo>
                <a:lnTo>
                  <a:pt x="1563" y="3082"/>
                </a:lnTo>
                <a:lnTo>
                  <a:pt x="1113" y="3424"/>
                </a:lnTo>
                <a:lnTo>
                  <a:pt x="921" y="3617"/>
                </a:lnTo>
                <a:lnTo>
                  <a:pt x="707" y="3809"/>
                </a:lnTo>
                <a:lnTo>
                  <a:pt x="514" y="4023"/>
                </a:lnTo>
                <a:lnTo>
                  <a:pt x="365" y="4259"/>
                </a:lnTo>
                <a:lnTo>
                  <a:pt x="215" y="4494"/>
                </a:lnTo>
                <a:lnTo>
                  <a:pt x="108" y="4751"/>
                </a:lnTo>
                <a:lnTo>
                  <a:pt x="108" y="4751"/>
                </a:lnTo>
                <a:lnTo>
                  <a:pt x="65" y="4901"/>
                </a:lnTo>
                <a:lnTo>
                  <a:pt x="44" y="5029"/>
                </a:lnTo>
                <a:lnTo>
                  <a:pt x="22" y="5157"/>
                </a:lnTo>
                <a:lnTo>
                  <a:pt x="22" y="5286"/>
                </a:lnTo>
                <a:lnTo>
                  <a:pt x="65" y="5542"/>
                </a:lnTo>
                <a:lnTo>
                  <a:pt x="129" y="5778"/>
                </a:lnTo>
                <a:lnTo>
                  <a:pt x="236" y="6013"/>
                </a:lnTo>
                <a:lnTo>
                  <a:pt x="365" y="6227"/>
                </a:lnTo>
                <a:lnTo>
                  <a:pt x="621" y="6676"/>
                </a:lnTo>
                <a:lnTo>
                  <a:pt x="621" y="6676"/>
                </a:lnTo>
                <a:lnTo>
                  <a:pt x="750" y="6869"/>
                </a:lnTo>
                <a:lnTo>
                  <a:pt x="878" y="7126"/>
                </a:lnTo>
                <a:lnTo>
                  <a:pt x="921" y="7233"/>
                </a:lnTo>
                <a:lnTo>
                  <a:pt x="964" y="7361"/>
                </a:lnTo>
                <a:lnTo>
                  <a:pt x="964" y="7489"/>
                </a:lnTo>
                <a:lnTo>
                  <a:pt x="921" y="7596"/>
                </a:lnTo>
                <a:lnTo>
                  <a:pt x="921" y="7596"/>
                </a:lnTo>
                <a:lnTo>
                  <a:pt x="878" y="7661"/>
                </a:lnTo>
                <a:lnTo>
                  <a:pt x="835" y="7725"/>
                </a:lnTo>
                <a:lnTo>
                  <a:pt x="686" y="7810"/>
                </a:lnTo>
                <a:lnTo>
                  <a:pt x="536" y="7896"/>
                </a:lnTo>
                <a:lnTo>
                  <a:pt x="407" y="8003"/>
                </a:lnTo>
                <a:lnTo>
                  <a:pt x="407" y="8003"/>
                </a:lnTo>
                <a:lnTo>
                  <a:pt x="279" y="8153"/>
                </a:lnTo>
                <a:lnTo>
                  <a:pt x="108" y="8388"/>
                </a:lnTo>
                <a:lnTo>
                  <a:pt x="44" y="8516"/>
                </a:lnTo>
                <a:lnTo>
                  <a:pt x="1" y="8623"/>
                </a:lnTo>
                <a:lnTo>
                  <a:pt x="1" y="8730"/>
                </a:lnTo>
                <a:lnTo>
                  <a:pt x="22" y="8773"/>
                </a:lnTo>
                <a:lnTo>
                  <a:pt x="44" y="8795"/>
                </a:lnTo>
                <a:lnTo>
                  <a:pt x="44" y="8795"/>
                </a:lnTo>
                <a:lnTo>
                  <a:pt x="86" y="8795"/>
                </a:lnTo>
                <a:lnTo>
                  <a:pt x="129" y="8795"/>
                </a:lnTo>
                <a:lnTo>
                  <a:pt x="193" y="8752"/>
                </a:lnTo>
                <a:lnTo>
                  <a:pt x="258" y="8709"/>
                </a:lnTo>
                <a:lnTo>
                  <a:pt x="279" y="8709"/>
                </a:lnTo>
                <a:lnTo>
                  <a:pt x="300" y="8752"/>
                </a:lnTo>
                <a:lnTo>
                  <a:pt x="300" y="8752"/>
                </a:lnTo>
                <a:lnTo>
                  <a:pt x="322" y="8795"/>
                </a:lnTo>
                <a:lnTo>
                  <a:pt x="322" y="8837"/>
                </a:lnTo>
                <a:lnTo>
                  <a:pt x="300" y="8944"/>
                </a:lnTo>
                <a:lnTo>
                  <a:pt x="300" y="8987"/>
                </a:lnTo>
                <a:lnTo>
                  <a:pt x="300" y="9009"/>
                </a:lnTo>
                <a:lnTo>
                  <a:pt x="343" y="9030"/>
                </a:lnTo>
                <a:lnTo>
                  <a:pt x="407" y="9051"/>
                </a:lnTo>
                <a:lnTo>
                  <a:pt x="407" y="9051"/>
                </a:lnTo>
                <a:lnTo>
                  <a:pt x="493" y="9030"/>
                </a:lnTo>
                <a:lnTo>
                  <a:pt x="579" y="8966"/>
                </a:lnTo>
                <a:lnTo>
                  <a:pt x="643" y="8902"/>
                </a:lnTo>
                <a:lnTo>
                  <a:pt x="707" y="8816"/>
                </a:lnTo>
                <a:lnTo>
                  <a:pt x="857" y="8645"/>
                </a:lnTo>
                <a:lnTo>
                  <a:pt x="921" y="8581"/>
                </a:lnTo>
                <a:lnTo>
                  <a:pt x="985" y="8559"/>
                </a:lnTo>
                <a:lnTo>
                  <a:pt x="985" y="8559"/>
                </a:lnTo>
                <a:lnTo>
                  <a:pt x="964" y="8623"/>
                </a:lnTo>
                <a:lnTo>
                  <a:pt x="921" y="8709"/>
                </a:lnTo>
                <a:lnTo>
                  <a:pt x="793" y="8923"/>
                </a:lnTo>
                <a:lnTo>
                  <a:pt x="750" y="9009"/>
                </a:lnTo>
                <a:lnTo>
                  <a:pt x="728" y="9094"/>
                </a:lnTo>
                <a:lnTo>
                  <a:pt x="750" y="9116"/>
                </a:lnTo>
                <a:lnTo>
                  <a:pt x="771" y="9158"/>
                </a:lnTo>
                <a:lnTo>
                  <a:pt x="793" y="9158"/>
                </a:lnTo>
                <a:lnTo>
                  <a:pt x="857" y="9180"/>
                </a:lnTo>
                <a:lnTo>
                  <a:pt x="857" y="9180"/>
                </a:lnTo>
                <a:lnTo>
                  <a:pt x="899" y="9158"/>
                </a:lnTo>
                <a:lnTo>
                  <a:pt x="942" y="9137"/>
                </a:lnTo>
                <a:lnTo>
                  <a:pt x="1006" y="9073"/>
                </a:lnTo>
                <a:lnTo>
                  <a:pt x="1071" y="8987"/>
                </a:lnTo>
                <a:lnTo>
                  <a:pt x="1135" y="8923"/>
                </a:lnTo>
                <a:lnTo>
                  <a:pt x="1135" y="8923"/>
                </a:lnTo>
                <a:lnTo>
                  <a:pt x="1242" y="8859"/>
                </a:lnTo>
                <a:lnTo>
                  <a:pt x="1327" y="8837"/>
                </a:lnTo>
                <a:lnTo>
                  <a:pt x="1434" y="8816"/>
                </a:lnTo>
                <a:lnTo>
                  <a:pt x="1541" y="8752"/>
                </a:lnTo>
                <a:lnTo>
                  <a:pt x="1541" y="8752"/>
                </a:lnTo>
                <a:lnTo>
                  <a:pt x="1734" y="8516"/>
                </a:lnTo>
                <a:lnTo>
                  <a:pt x="1841" y="8409"/>
                </a:lnTo>
                <a:lnTo>
                  <a:pt x="1905" y="8388"/>
                </a:lnTo>
                <a:lnTo>
                  <a:pt x="1948" y="8388"/>
                </a:lnTo>
                <a:lnTo>
                  <a:pt x="1948" y="8388"/>
                </a:lnTo>
                <a:lnTo>
                  <a:pt x="1862" y="8538"/>
                </a:lnTo>
                <a:lnTo>
                  <a:pt x="1798" y="8752"/>
                </a:lnTo>
                <a:lnTo>
                  <a:pt x="1755" y="8837"/>
                </a:lnTo>
                <a:lnTo>
                  <a:pt x="1777" y="8923"/>
                </a:lnTo>
                <a:lnTo>
                  <a:pt x="1777" y="8944"/>
                </a:lnTo>
                <a:lnTo>
                  <a:pt x="1798" y="8966"/>
                </a:lnTo>
                <a:lnTo>
                  <a:pt x="1841" y="8987"/>
                </a:lnTo>
                <a:lnTo>
                  <a:pt x="1905" y="8987"/>
                </a:lnTo>
                <a:lnTo>
                  <a:pt x="1905" y="8987"/>
                </a:lnTo>
                <a:lnTo>
                  <a:pt x="1948" y="8966"/>
                </a:lnTo>
                <a:lnTo>
                  <a:pt x="1991" y="8944"/>
                </a:lnTo>
                <a:lnTo>
                  <a:pt x="2055" y="8880"/>
                </a:lnTo>
                <a:lnTo>
                  <a:pt x="2076" y="8859"/>
                </a:lnTo>
                <a:lnTo>
                  <a:pt x="2098" y="8837"/>
                </a:lnTo>
                <a:lnTo>
                  <a:pt x="2119" y="8859"/>
                </a:lnTo>
                <a:lnTo>
                  <a:pt x="2183" y="8902"/>
                </a:lnTo>
                <a:lnTo>
                  <a:pt x="2183" y="8902"/>
                </a:lnTo>
                <a:lnTo>
                  <a:pt x="2247" y="8923"/>
                </a:lnTo>
                <a:lnTo>
                  <a:pt x="2290" y="8966"/>
                </a:lnTo>
                <a:lnTo>
                  <a:pt x="2290" y="8966"/>
                </a:lnTo>
                <a:lnTo>
                  <a:pt x="2247" y="9030"/>
                </a:lnTo>
                <a:lnTo>
                  <a:pt x="2269" y="9116"/>
                </a:lnTo>
                <a:lnTo>
                  <a:pt x="2269" y="9116"/>
                </a:lnTo>
                <a:lnTo>
                  <a:pt x="2312" y="9158"/>
                </a:lnTo>
                <a:lnTo>
                  <a:pt x="2333" y="9180"/>
                </a:lnTo>
                <a:lnTo>
                  <a:pt x="2376" y="9180"/>
                </a:lnTo>
                <a:lnTo>
                  <a:pt x="2440" y="9180"/>
                </a:lnTo>
                <a:lnTo>
                  <a:pt x="2440" y="9180"/>
                </a:lnTo>
                <a:lnTo>
                  <a:pt x="2504" y="9137"/>
                </a:lnTo>
                <a:lnTo>
                  <a:pt x="2568" y="9073"/>
                </a:lnTo>
                <a:lnTo>
                  <a:pt x="2633" y="9009"/>
                </a:lnTo>
                <a:lnTo>
                  <a:pt x="2675" y="8966"/>
                </a:lnTo>
                <a:lnTo>
                  <a:pt x="2675" y="8966"/>
                </a:lnTo>
                <a:lnTo>
                  <a:pt x="2868" y="8902"/>
                </a:lnTo>
                <a:lnTo>
                  <a:pt x="3060" y="8837"/>
                </a:lnTo>
                <a:lnTo>
                  <a:pt x="3060" y="8837"/>
                </a:lnTo>
                <a:lnTo>
                  <a:pt x="2996" y="8923"/>
                </a:lnTo>
                <a:lnTo>
                  <a:pt x="2975" y="8987"/>
                </a:lnTo>
                <a:lnTo>
                  <a:pt x="2996" y="9030"/>
                </a:lnTo>
                <a:lnTo>
                  <a:pt x="3018" y="9094"/>
                </a:lnTo>
                <a:lnTo>
                  <a:pt x="3060" y="9116"/>
                </a:lnTo>
                <a:lnTo>
                  <a:pt x="3125" y="9137"/>
                </a:lnTo>
                <a:lnTo>
                  <a:pt x="3189" y="9116"/>
                </a:lnTo>
                <a:lnTo>
                  <a:pt x="3253" y="9094"/>
                </a:lnTo>
                <a:lnTo>
                  <a:pt x="3253" y="9094"/>
                </a:lnTo>
                <a:lnTo>
                  <a:pt x="3360" y="8966"/>
                </a:lnTo>
                <a:lnTo>
                  <a:pt x="3510" y="8752"/>
                </a:lnTo>
                <a:lnTo>
                  <a:pt x="3660" y="8538"/>
                </a:lnTo>
                <a:lnTo>
                  <a:pt x="3724" y="8495"/>
                </a:lnTo>
                <a:lnTo>
                  <a:pt x="3767" y="8474"/>
                </a:lnTo>
                <a:lnTo>
                  <a:pt x="3767" y="8474"/>
                </a:lnTo>
                <a:lnTo>
                  <a:pt x="3788" y="8495"/>
                </a:lnTo>
                <a:lnTo>
                  <a:pt x="3767" y="8581"/>
                </a:lnTo>
                <a:lnTo>
                  <a:pt x="3767" y="8773"/>
                </a:lnTo>
                <a:lnTo>
                  <a:pt x="3767" y="8859"/>
                </a:lnTo>
                <a:lnTo>
                  <a:pt x="3788" y="8880"/>
                </a:lnTo>
                <a:lnTo>
                  <a:pt x="3809" y="8902"/>
                </a:lnTo>
                <a:lnTo>
                  <a:pt x="3831" y="8902"/>
                </a:lnTo>
                <a:lnTo>
                  <a:pt x="3873" y="8880"/>
                </a:lnTo>
                <a:lnTo>
                  <a:pt x="4002" y="8795"/>
                </a:lnTo>
                <a:lnTo>
                  <a:pt x="4002" y="8795"/>
                </a:lnTo>
                <a:lnTo>
                  <a:pt x="4087" y="8666"/>
                </a:lnTo>
                <a:lnTo>
                  <a:pt x="4194" y="8452"/>
                </a:lnTo>
                <a:lnTo>
                  <a:pt x="4301" y="8238"/>
                </a:lnTo>
                <a:lnTo>
                  <a:pt x="4323" y="8174"/>
                </a:lnTo>
                <a:lnTo>
                  <a:pt x="4366" y="8153"/>
                </a:lnTo>
                <a:lnTo>
                  <a:pt x="4366" y="8153"/>
                </a:lnTo>
                <a:lnTo>
                  <a:pt x="4366" y="8238"/>
                </a:lnTo>
                <a:lnTo>
                  <a:pt x="4344" y="8324"/>
                </a:lnTo>
                <a:lnTo>
                  <a:pt x="4344" y="8324"/>
                </a:lnTo>
                <a:lnTo>
                  <a:pt x="4280" y="8495"/>
                </a:lnTo>
                <a:lnTo>
                  <a:pt x="4237" y="8581"/>
                </a:lnTo>
                <a:lnTo>
                  <a:pt x="4216" y="8688"/>
                </a:lnTo>
                <a:lnTo>
                  <a:pt x="4216" y="8773"/>
                </a:lnTo>
                <a:lnTo>
                  <a:pt x="4237" y="8859"/>
                </a:lnTo>
                <a:lnTo>
                  <a:pt x="4301" y="8923"/>
                </a:lnTo>
                <a:lnTo>
                  <a:pt x="4408" y="8966"/>
                </a:lnTo>
                <a:lnTo>
                  <a:pt x="4408" y="8966"/>
                </a:lnTo>
                <a:lnTo>
                  <a:pt x="4473" y="8966"/>
                </a:lnTo>
                <a:lnTo>
                  <a:pt x="4537" y="8923"/>
                </a:lnTo>
                <a:lnTo>
                  <a:pt x="4601" y="8880"/>
                </a:lnTo>
                <a:lnTo>
                  <a:pt x="4644" y="8816"/>
                </a:lnTo>
                <a:lnTo>
                  <a:pt x="4751" y="8688"/>
                </a:lnTo>
                <a:lnTo>
                  <a:pt x="4772" y="8645"/>
                </a:lnTo>
                <a:lnTo>
                  <a:pt x="4794" y="8645"/>
                </a:lnTo>
                <a:lnTo>
                  <a:pt x="4794" y="8645"/>
                </a:lnTo>
                <a:lnTo>
                  <a:pt x="4836" y="8666"/>
                </a:lnTo>
                <a:lnTo>
                  <a:pt x="4836" y="8709"/>
                </a:lnTo>
                <a:lnTo>
                  <a:pt x="4815" y="8837"/>
                </a:lnTo>
                <a:lnTo>
                  <a:pt x="4794" y="8902"/>
                </a:lnTo>
                <a:lnTo>
                  <a:pt x="4815" y="8944"/>
                </a:lnTo>
                <a:lnTo>
                  <a:pt x="4836" y="8987"/>
                </a:lnTo>
                <a:lnTo>
                  <a:pt x="4900" y="9009"/>
                </a:lnTo>
                <a:lnTo>
                  <a:pt x="4900" y="9009"/>
                </a:lnTo>
                <a:lnTo>
                  <a:pt x="4965" y="9030"/>
                </a:lnTo>
                <a:lnTo>
                  <a:pt x="5029" y="9009"/>
                </a:lnTo>
                <a:lnTo>
                  <a:pt x="5093" y="8966"/>
                </a:lnTo>
                <a:lnTo>
                  <a:pt x="5136" y="8923"/>
                </a:lnTo>
                <a:lnTo>
                  <a:pt x="5221" y="8816"/>
                </a:lnTo>
                <a:lnTo>
                  <a:pt x="5307" y="8730"/>
                </a:lnTo>
                <a:lnTo>
                  <a:pt x="5307" y="8730"/>
                </a:lnTo>
                <a:lnTo>
                  <a:pt x="5350" y="8688"/>
                </a:lnTo>
                <a:lnTo>
                  <a:pt x="5393" y="8709"/>
                </a:lnTo>
                <a:lnTo>
                  <a:pt x="5393" y="8730"/>
                </a:lnTo>
                <a:lnTo>
                  <a:pt x="5393" y="8795"/>
                </a:lnTo>
                <a:lnTo>
                  <a:pt x="5393" y="8923"/>
                </a:lnTo>
                <a:lnTo>
                  <a:pt x="5393" y="8987"/>
                </a:lnTo>
                <a:lnTo>
                  <a:pt x="5414" y="9030"/>
                </a:lnTo>
                <a:lnTo>
                  <a:pt x="5414" y="9030"/>
                </a:lnTo>
                <a:lnTo>
                  <a:pt x="5478" y="9094"/>
                </a:lnTo>
                <a:lnTo>
                  <a:pt x="5542" y="9116"/>
                </a:lnTo>
                <a:lnTo>
                  <a:pt x="5585" y="9094"/>
                </a:lnTo>
                <a:lnTo>
                  <a:pt x="5628" y="9051"/>
                </a:lnTo>
                <a:lnTo>
                  <a:pt x="5692" y="8944"/>
                </a:lnTo>
                <a:lnTo>
                  <a:pt x="5756" y="8837"/>
                </a:lnTo>
                <a:lnTo>
                  <a:pt x="5756" y="8837"/>
                </a:lnTo>
                <a:lnTo>
                  <a:pt x="5820" y="8880"/>
                </a:lnTo>
                <a:lnTo>
                  <a:pt x="5885" y="8902"/>
                </a:lnTo>
                <a:lnTo>
                  <a:pt x="5949" y="8880"/>
                </a:lnTo>
                <a:lnTo>
                  <a:pt x="5992" y="8859"/>
                </a:lnTo>
                <a:lnTo>
                  <a:pt x="6034" y="8816"/>
                </a:lnTo>
                <a:lnTo>
                  <a:pt x="6077" y="8752"/>
                </a:lnTo>
                <a:lnTo>
                  <a:pt x="6099" y="8688"/>
                </a:lnTo>
                <a:lnTo>
                  <a:pt x="6099" y="8623"/>
                </a:lnTo>
                <a:lnTo>
                  <a:pt x="6099" y="8623"/>
                </a:lnTo>
                <a:lnTo>
                  <a:pt x="6077" y="8581"/>
                </a:lnTo>
                <a:lnTo>
                  <a:pt x="6056" y="8516"/>
                </a:lnTo>
                <a:lnTo>
                  <a:pt x="5992" y="8388"/>
                </a:lnTo>
                <a:lnTo>
                  <a:pt x="5799" y="8174"/>
                </a:lnTo>
                <a:lnTo>
                  <a:pt x="5799" y="8174"/>
                </a:lnTo>
                <a:lnTo>
                  <a:pt x="5628" y="7939"/>
                </a:lnTo>
                <a:lnTo>
                  <a:pt x="5435" y="7703"/>
                </a:lnTo>
                <a:lnTo>
                  <a:pt x="5371" y="7596"/>
                </a:lnTo>
                <a:lnTo>
                  <a:pt x="5328" y="7468"/>
                </a:lnTo>
                <a:lnTo>
                  <a:pt x="5307" y="7318"/>
                </a:lnTo>
                <a:lnTo>
                  <a:pt x="5328" y="7190"/>
                </a:lnTo>
                <a:lnTo>
                  <a:pt x="5328" y="7190"/>
                </a:lnTo>
                <a:lnTo>
                  <a:pt x="5371" y="7040"/>
                </a:lnTo>
                <a:lnTo>
                  <a:pt x="5457" y="6933"/>
                </a:lnTo>
                <a:lnTo>
                  <a:pt x="5564" y="6826"/>
                </a:lnTo>
                <a:lnTo>
                  <a:pt x="5671" y="6719"/>
                </a:lnTo>
                <a:lnTo>
                  <a:pt x="5885" y="6527"/>
                </a:lnTo>
                <a:lnTo>
                  <a:pt x="5992" y="6420"/>
                </a:lnTo>
                <a:lnTo>
                  <a:pt x="6077" y="6313"/>
                </a:lnTo>
                <a:lnTo>
                  <a:pt x="6077" y="6313"/>
                </a:lnTo>
                <a:close/>
                <a:moveTo>
                  <a:pt x="5671" y="5478"/>
                </a:moveTo>
                <a:lnTo>
                  <a:pt x="5671" y="5478"/>
                </a:lnTo>
                <a:lnTo>
                  <a:pt x="5628" y="5435"/>
                </a:lnTo>
                <a:lnTo>
                  <a:pt x="5542" y="5414"/>
                </a:lnTo>
                <a:lnTo>
                  <a:pt x="5521" y="5393"/>
                </a:lnTo>
                <a:lnTo>
                  <a:pt x="5500" y="5350"/>
                </a:lnTo>
                <a:lnTo>
                  <a:pt x="5500" y="5307"/>
                </a:lnTo>
                <a:lnTo>
                  <a:pt x="5521" y="5264"/>
                </a:lnTo>
                <a:lnTo>
                  <a:pt x="5521" y="5264"/>
                </a:lnTo>
                <a:lnTo>
                  <a:pt x="5564" y="5200"/>
                </a:lnTo>
                <a:lnTo>
                  <a:pt x="5607" y="5200"/>
                </a:lnTo>
                <a:lnTo>
                  <a:pt x="5628" y="5222"/>
                </a:lnTo>
                <a:lnTo>
                  <a:pt x="5649" y="5264"/>
                </a:lnTo>
                <a:lnTo>
                  <a:pt x="5671" y="5393"/>
                </a:lnTo>
                <a:lnTo>
                  <a:pt x="5671" y="5478"/>
                </a:lnTo>
                <a:lnTo>
                  <a:pt x="5671" y="5478"/>
                </a:lnTo>
                <a:close/>
                <a:moveTo>
                  <a:pt x="5500" y="4729"/>
                </a:moveTo>
                <a:lnTo>
                  <a:pt x="5500" y="4729"/>
                </a:lnTo>
                <a:lnTo>
                  <a:pt x="5542" y="4772"/>
                </a:lnTo>
                <a:lnTo>
                  <a:pt x="5542" y="4836"/>
                </a:lnTo>
                <a:lnTo>
                  <a:pt x="5542" y="4836"/>
                </a:lnTo>
                <a:lnTo>
                  <a:pt x="5521" y="4836"/>
                </a:lnTo>
                <a:lnTo>
                  <a:pt x="5500" y="4815"/>
                </a:lnTo>
                <a:lnTo>
                  <a:pt x="5500" y="4729"/>
                </a:lnTo>
                <a:lnTo>
                  <a:pt x="5500" y="4729"/>
                </a:lnTo>
                <a:close/>
                <a:moveTo>
                  <a:pt x="5500" y="4965"/>
                </a:moveTo>
                <a:lnTo>
                  <a:pt x="5500" y="4965"/>
                </a:lnTo>
                <a:lnTo>
                  <a:pt x="5478" y="4986"/>
                </a:lnTo>
                <a:lnTo>
                  <a:pt x="5457" y="5008"/>
                </a:lnTo>
                <a:lnTo>
                  <a:pt x="5414" y="5008"/>
                </a:lnTo>
                <a:lnTo>
                  <a:pt x="5414" y="5050"/>
                </a:lnTo>
                <a:lnTo>
                  <a:pt x="5414" y="5050"/>
                </a:lnTo>
                <a:lnTo>
                  <a:pt x="5393" y="5029"/>
                </a:lnTo>
                <a:lnTo>
                  <a:pt x="5393" y="5008"/>
                </a:lnTo>
                <a:lnTo>
                  <a:pt x="5414" y="4965"/>
                </a:lnTo>
                <a:lnTo>
                  <a:pt x="5457" y="4922"/>
                </a:lnTo>
                <a:lnTo>
                  <a:pt x="5478" y="4943"/>
                </a:lnTo>
                <a:lnTo>
                  <a:pt x="5500" y="4965"/>
                </a:lnTo>
                <a:lnTo>
                  <a:pt x="5500" y="4965"/>
                </a:lnTo>
                <a:close/>
                <a:moveTo>
                  <a:pt x="5435" y="6035"/>
                </a:moveTo>
                <a:lnTo>
                  <a:pt x="5435" y="6035"/>
                </a:lnTo>
                <a:lnTo>
                  <a:pt x="5393" y="5992"/>
                </a:lnTo>
                <a:lnTo>
                  <a:pt x="5371" y="5928"/>
                </a:lnTo>
                <a:lnTo>
                  <a:pt x="5371" y="5928"/>
                </a:lnTo>
                <a:lnTo>
                  <a:pt x="5414" y="5928"/>
                </a:lnTo>
                <a:lnTo>
                  <a:pt x="5435" y="5949"/>
                </a:lnTo>
                <a:lnTo>
                  <a:pt x="5435" y="6035"/>
                </a:lnTo>
                <a:lnTo>
                  <a:pt x="5435" y="6035"/>
                </a:lnTo>
                <a:close/>
                <a:moveTo>
                  <a:pt x="4259" y="3018"/>
                </a:moveTo>
                <a:lnTo>
                  <a:pt x="4259" y="3018"/>
                </a:lnTo>
                <a:lnTo>
                  <a:pt x="4280" y="3039"/>
                </a:lnTo>
                <a:lnTo>
                  <a:pt x="4280" y="3061"/>
                </a:lnTo>
                <a:lnTo>
                  <a:pt x="4280" y="3103"/>
                </a:lnTo>
                <a:lnTo>
                  <a:pt x="4259" y="3125"/>
                </a:lnTo>
                <a:lnTo>
                  <a:pt x="4216" y="3125"/>
                </a:lnTo>
                <a:lnTo>
                  <a:pt x="4194" y="3125"/>
                </a:lnTo>
                <a:lnTo>
                  <a:pt x="4152" y="3103"/>
                </a:lnTo>
                <a:lnTo>
                  <a:pt x="4109" y="3082"/>
                </a:lnTo>
                <a:lnTo>
                  <a:pt x="4109" y="3082"/>
                </a:lnTo>
                <a:lnTo>
                  <a:pt x="4109" y="3039"/>
                </a:lnTo>
                <a:lnTo>
                  <a:pt x="4109" y="3018"/>
                </a:lnTo>
                <a:lnTo>
                  <a:pt x="4152" y="2996"/>
                </a:lnTo>
                <a:lnTo>
                  <a:pt x="4194" y="2996"/>
                </a:lnTo>
                <a:lnTo>
                  <a:pt x="4259" y="3018"/>
                </a:lnTo>
                <a:lnTo>
                  <a:pt x="4259" y="3018"/>
                </a:lnTo>
                <a:close/>
                <a:moveTo>
                  <a:pt x="3788" y="3018"/>
                </a:moveTo>
                <a:lnTo>
                  <a:pt x="3788" y="3018"/>
                </a:lnTo>
                <a:lnTo>
                  <a:pt x="3831" y="3039"/>
                </a:lnTo>
                <a:lnTo>
                  <a:pt x="3831" y="3082"/>
                </a:lnTo>
                <a:lnTo>
                  <a:pt x="3831" y="3189"/>
                </a:lnTo>
                <a:lnTo>
                  <a:pt x="3788" y="3274"/>
                </a:lnTo>
                <a:lnTo>
                  <a:pt x="3767" y="3296"/>
                </a:lnTo>
                <a:lnTo>
                  <a:pt x="3745" y="3296"/>
                </a:lnTo>
                <a:lnTo>
                  <a:pt x="3745" y="3296"/>
                </a:lnTo>
                <a:lnTo>
                  <a:pt x="3724" y="3274"/>
                </a:lnTo>
                <a:lnTo>
                  <a:pt x="3724" y="3253"/>
                </a:lnTo>
                <a:lnTo>
                  <a:pt x="3745" y="3168"/>
                </a:lnTo>
                <a:lnTo>
                  <a:pt x="3767" y="3082"/>
                </a:lnTo>
                <a:lnTo>
                  <a:pt x="3788" y="3018"/>
                </a:lnTo>
                <a:lnTo>
                  <a:pt x="3788" y="3018"/>
                </a:lnTo>
                <a:close/>
                <a:moveTo>
                  <a:pt x="4473" y="5692"/>
                </a:moveTo>
                <a:lnTo>
                  <a:pt x="4473" y="5692"/>
                </a:lnTo>
                <a:lnTo>
                  <a:pt x="4430" y="5863"/>
                </a:lnTo>
                <a:lnTo>
                  <a:pt x="4366" y="6013"/>
                </a:lnTo>
                <a:lnTo>
                  <a:pt x="4280" y="6120"/>
                </a:lnTo>
                <a:lnTo>
                  <a:pt x="4152" y="6249"/>
                </a:lnTo>
                <a:lnTo>
                  <a:pt x="4152" y="6249"/>
                </a:lnTo>
                <a:lnTo>
                  <a:pt x="3938" y="6441"/>
                </a:lnTo>
                <a:lnTo>
                  <a:pt x="3831" y="6569"/>
                </a:lnTo>
                <a:lnTo>
                  <a:pt x="3809" y="6634"/>
                </a:lnTo>
                <a:lnTo>
                  <a:pt x="3788" y="6698"/>
                </a:lnTo>
                <a:lnTo>
                  <a:pt x="3788" y="6698"/>
                </a:lnTo>
                <a:lnTo>
                  <a:pt x="3788" y="6783"/>
                </a:lnTo>
                <a:lnTo>
                  <a:pt x="3788" y="6783"/>
                </a:lnTo>
                <a:lnTo>
                  <a:pt x="3788" y="6741"/>
                </a:lnTo>
                <a:lnTo>
                  <a:pt x="3788" y="6676"/>
                </a:lnTo>
                <a:lnTo>
                  <a:pt x="3788" y="6676"/>
                </a:lnTo>
                <a:lnTo>
                  <a:pt x="3788" y="6762"/>
                </a:lnTo>
                <a:lnTo>
                  <a:pt x="3788" y="6869"/>
                </a:lnTo>
                <a:lnTo>
                  <a:pt x="3831" y="7104"/>
                </a:lnTo>
                <a:lnTo>
                  <a:pt x="3852" y="7211"/>
                </a:lnTo>
                <a:lnTo>
                  <a:pt x="3873" y="7318"/>
                </a:lnTo>
                <a:lnTo>
                  <a:pt x="3852" y="7425"/>
                </a:lnTo>
                <a:lnTo>
                  <a:pt x="3809" y="7511"/>
                </a:lnTo>
                <a:lnTo>
                  <a:pt x="3809" y="7511"/>
                </a:lnTo>
                <a:lnTo>
                  <a:pt x="3788" y="7575"/>
                </a:lnTo>
                <a:lnTo>
                  <a:pt x="3724" y="7618"/>
                </a:lnTo>
                <a:lnTo>
                  <a:pt x="3595" y="7682"/>
                </a:lnTo>
                <a:lnTo>
                  <a:pt x="3403" y="7725"/>
                </a:lnTo>
                <a:lnTo>
                  <a:pt x="3210" y="7746"/>
                </a:lnTo>
                <a:lnTo>
                  <a:pt x="3018" y="7746"/>
                </a:lnTo>
                <a:lnTo>
                  <a:pt x="2825" y="7703"/>
                </a:lnTo>
                <a:lnTo>
                  <a:pt x="2675" y="7661"/>
                </a:lnTo>
                <a:lnTo>
                  <a:pt x="2568" y="7596"/>
                </a:lnTo>
                <a:lnTo>
                  <a:pt x="2568" y="7596"/>
                </a:lnTo>
                <a:lnTo>
                  <a:pt x="2526" y="7532"/>
                </a:lnTo>
                <a:lnTo>
                  <a:pt x="2504" y="7489"/>
                </a:lnTo>
                <a:lnTo>
                  <a:pt x="2461" y="7340"/>
                </a:lnTo>
                <a:lnTo>
                  <a:pt x="2461" y="7211"/>
                </a:lnTo>
                <a:lnTo>
                  <a:pt x="2440" y="7062"/>
                </a:lnTo>
                <a:lnTo>
                  <a:pt x="2440" y="7062"/>
                </a:lnTo>
                <a:lnTo>
                  <a:pt x="2376" y="6890"/>
                </a:lnTo>
                <a:lnTo>
                  <a:pt x="2312" y="6741"/>
                </a:lnTo>
                <a:lnTo>
                  <a:pt x="2119" y="6462"/>
                </a:lnTo>
                <a:lnTo>
                  <a:pt x="2119" y="6462"/>
                </a:lnTo>
                <a:lnTo>
                  <a:pt x="1905" y="6120"/>
                </a:lnTo>
                <a:lnTo>
                  <a:pt x="1841" y="5970"/>
                </a:lnTo>
                <a:lnTo>
                  <a:pt x="1777" y="5799"/>
                </a:lnTo>
                <a:lnTo>
                  <a:pt x="1734" y="5628"/>
                </a:lnTo>
                <a:lnTo>
                  <a:pt x="1734" y="5457"/>
                </a:lnTo>
                <a:lnTo>
                  <a:pt x="1755" y="5264"/>
                </a:lnTo>
                <a:lnTo>
                  <a:pt x="1819" y="5072"/>
                </a:lnTo>
                <a:lnTo>
                  <a:pt x="1819" y="5072"/>
                </a:lnTo>
                <a:lnTo>
                  <a:pt x="1884" y="4922"/>
                </a:lnTo>
                <a:lnTo>
                  <a:pt x="1969" y="4794"/>
                </a:lnTo>
                <a:lnTo>
                  <a:pt x="2076" y="4644"/>
                </a:lnTo>
                <a:lnTo>
                  <a:pt x="2205" y="4494"/>
                </a:lnTo>
                <a:lnTo>
                  <a:pt x="2333" y="4366"/>
                </a:lnTo>
                <a:lnTo>
                  <a:pt x="2483" y="4259"/>
                </a:lnTo>
                <a:lnTo>
                  <a:pt x="2633" y="4152"/>
                </a:lnTo>
                <a:lnTo>
                  <a:pt x="2782" y="4066"/>
                </a:lnTo>
                <a:lnTo>
                  <a:pt x="2953" y="4002"/>
                </a:lnTo>
                <a:lnTo>
                  <a:pt x="3103" y="3938"/>
                </a:lnTo>
                <a:lnTo>
                  <a:pt x="3274" y="3916"/>
                </a:lnTo>
                <a:lnTo>
                  <a:pt x="3446" y="3916"/>
                </a:lnTo>
                <a:lnTo>
                  <a:pt x="3595" y="3959"/>
                </a:lnTo>
                <a:lnTo>
                  <a:pt x="3745" y="4023"/>
                </a:lnTo>
                <a:lnTo>
                  <a:pt x="3895" y="4130"/>
                </a:lnTo>
                <a:lnTo>
                  <a:pt x="4045" y="4259"/>
                </a:lnTo>
                <a:lnTo>
                  <a:pt x="4045" y="4259"/>
                </a:lnTo>
                <a:lnTo>
                  <a:pt x="4152" y="4408"/>
                </a:lnTo>
                <a:lnTo>
                  <a:pt x="4259" y="4580"/>
                </a:lnTo>
                <a:lnTo>
                  <a:pt x="4323" y="4751"/>
                </a:lnTo>
                <a:lnTo>
                  <a:pt x="4387" y="4943"/>
                </a:lnTo>
                <a:lnTo>
                  <a:pt x="4430" y="5115"/>
                </a:lnTo>
                <a:lnTo>
                  <a:pt x="4473" y="5307"/>
                </a:lnTo>
                <a:lnTo>
                  <a:pt x="4473" y="5500"/>
                </a:lnTo>
                <a:lnTo>
                  <a:pt x="4473" y="5692"/>
                </a:lnTo>
                <a:lnTo>
                  <a:pt x="4473" y="5692"/>
                </a:lnTo>
                <a:close/>
                <a:moveTo>
                  <a:pt x="4836" y="4088"/>
                </a:moveTo>
                <a:lnTo>
                  <a:pt x="4836" y="4088"/>
                </a:lnTo>
                <a:lnTo>
                  <a:pt x="4900" y="4088"/>
                </a:lnTo>
                <a:lnTo>
                  <a:pt x="4922" y="4109"/>
                </a:lnTo>
                <a:lnTo>
                  <a:pt x="4943" y="4152"/>
                </a:lnTo>
                <a:lnTo>
                  <a:pt x="4965" y="4216"/>
                </a:lnTo>
                <a:lnTo>
                  <a:pt x="4965" y="4216"/>
                </a:lnTo>
                <a:lnTo>
                  <a:pt x="4900" y="4216"/>
                </a:lnTo>
                <a:lnTo>
                  <a:pt x="4858" y="4195"/>
                </a:lnTo>
                <a:lnTo>
                  <a:pt x="4836" y="4152"/>
                </a:lnTo>
                <a:lnTo>
                  <a:pt x="4836" y="4088"/>
                </a:lnTo>
                <a:lnTo>
                  <a:pt x="4836" y="4088"/>
                </a:lnTo>
                <a:close/>
                <a:moveTo>
                  <a:pt x="4965" y="5435"/>
                </a:moveTo>
                <a:lnTo>
                  <a:pt x="4965" y="5435"/>
                </a:lnTo>
                <a:lnTo>
                  <a:pt x="5007" y="5435"/>
                </a:lnTo>
                <a:lnTo>
                  <a:pt x="5029" y="5457"/>
                </a:lnTo>
                <a:lnTo>
                  <a:pt x="5093" y="5521"/>
                </a:lnTo>
                <a:lnTo>
                  <a:pt x="5093" y="5607"/>
                </a:lnTo>
                <a:lnTo>
                  <a:pt x="5093" y="5628"/>
                </a:lnTo>
                <a:lnTo>
                  <a:pt x="5072" y="5649"/>
                </a:lnTo>
                <a:lnTo>
                  <a:pt x="5072" y="5649"/>
                </a:lnTo>
                <a:lnTo>
                  <a:pt x="5029" y="5671"/>
                </a:lnTo>
                <a:lnTo>
                  <a:pt x="4986" y="5649"/>
                </a:lnTo>
                <a:lnTo>
                  <a:pt x="4922" y="5585"/>
                </a:lnTo>
                <a:lnTo>
                  <a:pt x="4922" y="5542"/>
                </a:lnTo>
                <a:lnTo>
                  <a:pt x="4900" y="5500"/>
                </a:lnTo>
                <a:lnTo>
                  <a:pt x="4922" y="5457"/>
                </a:lnTo>
                <a:lnTo>
                  <a:pt x="4965" y="5435"/>
                </a:lnTo>
                <a:lnTo>
                  <a:pt x="4965" y="5435"/>
                </a:lnTo>
                <a:close/>
                <a:moveTo>
                  <a:pt x="5114" y="6077"/>
                </a:moveTo>
                <a:lnTo>
                  <a:pt x="5114" y="6077"/>
                </a:lnTo>
                <a:lnTo>
                  <a:pt x="5093" y="6077"/>
                </a:lnTo>
                <a:lnTo>
                  <a:pt x="5072" y="6077"/>
                </a:lnTo>
                <a:lnTo>
                  <a:pt x="5007" y="6035"/>
                </a:lnTo>
                <a:lnTo>
                  <a:pt x="4986" y="5970"/>
                </a:lnTo>
                <a:lnTo>
                  <a:pt x="5007" y="5906"/>
                </a:lnTo>
                <a:lnTo>
                  <a:pt x="5007" y="5906"/>
                </a:lnTo>
                <a:lnTo>
                  <a:pt x="5029" y="5885"/>
                </a:lnTo>
                <a:lnTo>
                  <a:pt x="5072" y="5885"/>
                </a:lnTo>
                <a:lnTo>
                  <a:pt x="5114" y="5949"/>
                </a:lnTo>
                <a:lnTo>
                  <a:pt x="5157" y="6013"/>
                </a:lnTo>
                <a:lnTo>
                  <a:pt x="5136" y="6056"/>
                </a:lnTo>
                <a:lnTo>
                  <a:pt x="5114" y="6077"/>
                </a:lnTo>
                <a:lnTo>
                  <a:pt x="5114" y="6077"/>
                </a:lnTo>
                <a:close/>
                <a:moveTo>
                  <a:pt x="5007" y="4836"/>
                </a:moveTo>
                <a:lnTo>
                  <a:pt x="5007" y="4836"/>
                </a:lnTo>
                <a:lnTo>
                  <a:pt x="4986" y="4815"/>
                </a:lnTo>
                <a:lnTo>
                  <a:pt x="4965" y="4794"/>
                </a:lnTo>
                <a:lnTo>
                  <a:pt x="5007" y="4729"/>
                </a:lnTo>
                <a:lnTo>
                  <a:pt x="5050" y="4687"/>
                </a:lnTo>
                <a:lnTo>
                  <a:pt x="5093" y="4665"/>
                </a:lnTo>
                <a:lnTo>
                  <a:pt x="5136" y="4687"/>
                </a:lnTo>
                <a:lnTo>
                  <a:pt x="5136" y="4687"/>
                </a:lnTo>
                <a:lnTo>
                  <a:pt x="5157" y="4708"/>
                </a:lnTo>
                <a:lnTo>
                  <a:pt x="5157" y="4729"/>
                </a:lnTo>
                <a:lnTo>
                  <a:pt x="5136" y="4794"/>
                </a:lnTo>
                <a:lnTo>
                  <a:pt x="5072" y="4858"/>
                </a:lnTo>
                <a:lnTo>
                  <a:pt x="5050" y="4858"/>
                </a:lnTo>
                <a:lnTo>
                  <a:pt x="5007" y="4836"/>
                </a:lnTo>
                <a:lnTo>
                  <a:pt x="5007" y="4836"/>
                </a:lnTo>
                <a:close/>
                <a:moveTo>
                  <a:pt x="5307" y="6527"/>
                </a:moveTo>
                <a:lnTo>
                  <a:pt x="5307" y="6527"/>
                </a:lnTo>
                <a:lnTo>
                  <a:pt x="5286" y="6569"/>
                </a:lnTo>
                <a:lnTo>
                  <a:pt x="5264" y="6591"/>
                </a:lnTo>
                <a:lnTo>
                  <a:pt x="5243" y="6612"/>
                </a:lnTo>
                <a:lnTo>
                  <a:pt x="5221" y="6591"/>
                </a:lnTo>
                <a:lnTo>
                  <a:pt x="5179" y="6548"/>
                </a:lnTo>
                <a:lnTo>
                  <a:pt x="5200" y="6505"/>
                </a:lnTo>
                <a:lnTo>
                  <a:pt x="5200" y="6462"/>
                </a:lnTo>
                <a:lnTo>
                  <a:pt x="5200" y="6462"/>
                </a:lnTo>
                <a:lnTo>
                  <a:pt x="5243" y="6420"/>
                </a:lnTo>
                <a:lnTo>
                  <a:pt x="5286" y="6420"/>
                </a:lnTo>
                <a:lnTo>
                  <a:pt x="5307" y="6462"/>
                </a:lnTo>
                <a:lnTo>
                  <a:pt x="5307" y="6527"/>
                </a:lnTo>
                <a:lnTo>
                  <a:pt x="5307" y="6527"/>
                </a:lnTo>
                <a:close/>
                <a:moveTo>
                  <a:pt x="3403" y="5842"/>
                </a:moveTo>
                <a:lnTo>
                  <a:pt x="3403" y="5842"/>
                </a:lnTo>
                <a:lnTo>
                  <a:pt x="3446" y="5906"/>
                </a:lnTo>
                <a:lnTo>
                  <a:pt x="3488" y="5949"/>
                </a:lnTo>
                <a:lnTo>
                  <a:pt x="3553" y="5970"/>
                </a:lnTo>
                <a:lnTo>
                  <a:pt x="3617" y="5992"/>
                </a:lnTo>
                <a:lnTo>
                  <a:pt x="3681" y="5970"/>
                </a:lnTo>
                <a:lnTo>
                  <a:pt x="3745" y="5949"/>
                </a:lnTo>
                <a:lnTo>
                  <a:pt x="3895" y="5885"/>
                </a:lnTo>
                <a:lnTo>
                  <a:pt x="4002" y="5756"/>
                </a:lnTo>
                <a:lnTo>
                  <a:pt x="4087" y="5628"/>
                </a:lnTo>
                <a:lnTo>
                  <a:pt x="4109" y="5542"/>
                </a:lnTo>
                <a:lnTo>
                  <a:pt x="4130" y="5478"/>
                </a:lnTo>
                <a:lnTo>
                  <a:pt x="4109" y="5393"/>
                </a:lnTo>
                <a:lnTo>
                  <a:pt x="4087" y="5328"/>
                </a:lnTo>
                <a:lnTo>
                  <a:pt x="4087" y="5328"/>
                </a:lnTo>
                <a:lnTo>
                  <a:pt x="4045" y="5264"/>
                </a:lnTo>
                <a:lnTo>
                  <a:pt x="4002" y="5243"/>
                </a:lnTo>
                <a:lnTo>
                  <a:pt x="3938" y="5222"/>
                </a:lnTo>
                <a:lnTo>
                  <a:pt x="3873" y="5222"/>
                </a:lnTo>
                <a:lnTo>
                  <a:pt x="3745" y="5243"/>
                </a:lnTo>
                <a:lnTo>
                  <a:pt x="3617" y="5328"/>
                </a:lnTo>
                <a:lnTo>
                  <a:pt x="3510" y="5435"/>
                </a:lnTo>
                <a:lnTo>
                  <a:pt x="3424" y="5564"/>
                </a:lnTo>
                <a:lnTo>
                  <a:pt x="3381" y="5714"/>
                </a:lnTo>
                <a:lnTo>
                  <a:pt x="3381" y="5778"/>
                </a:lnTo>
                <a:lnTo>
                  <a:pt x="3403" y="5842"/>
                </a:lnTo>
                <a:lnTo>
                  <a:pt x="3403" y="5842"/>
                </a:lnTo>
                <a:close/>
                <a:moveTo>
                  <a:pt x="2889" y="5949"/>
                </a:moveTo>
                <a:lnTo>
                  <a:pt x="2889" y="5949"/>
                </a:lnTo>
                <a:lnTo>
                  <a:pt x="2932" y="5885"/>
                </a:lnTo>
                <a:lnTo>
                  <a:pt x="2953" y="5799"/>
                </a:lnTo>
                <a:lnTo>
                  <a:pt x="2953" y="5735"/>
                </a:lnTo>
                <a:lnTo>
                  <a:pt x="2932" y="5649"/>
                </a:lnTo>
                <a:lnTo>
                  <a:pt x="2889" y="5585"/>
                </a:lnTo>
                <a:lnTo>
                  <a:pt x="2846" y="5500"/>
                </a:lnTo>
                <a:lnTo>
                  <a:pt x="2718" y="5371"/>
                </a:lnTo>
                <a:lnTo>
                  <a:pt x="2568" y="5286"/>
                </a:lnTo>
                <a:lnTo>
                  <a:pt x="2504" y="5243"/>
                </a:lnTo>
                <a:lnTo>
                  <a:pt x="2419" y="5243"/>
                </a:lnTo>
                <a:lnTo>
                  <a:pt x="2354" y="5243"/>
                </a:lnTo>
                <a:lnTo>
                  <a:pt x="2269" y="5264"/>
                </a:lnTo>
                <a:lnTo>
                  <a:pt x="2226" y="5307"/>
                </a:lnTo>
                <a:lnTo>
                  <a:pt x="2162" y="5371"/>
                </a:lnTo>
                <a:lnTo>
                  <a:pt x="2162" y="5371"/>
                </a:lnTo>
                <a:lnTo>
                  <a:pt x="2140" y="5435"/>
                </a:lnTo>
                <a:lnTo>
                  <a:pt x="2140" y="5500"/>
                </a:lnTo>
                <a:lnTo>
                  <a:pt x="2140" y="5564"/>
                </a:lnTo>
                <a:lnTo>
                  <a:pt x="2162" y="5649"/>
                </a:lnTo>
                <a:lnTo>
                  <a:pt x="2247" y="5778"/>
                </a:lnTo>
                <a:lnTo>
                  <a:pt x="2376" y="5906"/>
                </a:lnTo>
                <a:lnTo>
                  <a:pt x="2504" y="5992"/>
                </a:lnTo>
                <a:lnTo>
                  <a:pt x="2654" y="6056"/>
                </a:lnTo>
                <a:lnTo>
                  <a:pt x="2718" y="6056"/>
                </a:lnTo>
                <a:lnTo>
                  <a:pt x="2782" y="6035"/>
                </a:lnTo>
                <a:lnTo>
                  <a:pt x="2846" y="6013"/>
                </a:lnTo>
                <a:lnTo>
                  <a:pt x="2889" y="5949"/>
                </a:lnTo>
                <a:lnTo>
                  <a:pt x="2889" y="5949"/>
                </a:lnTo>
                <a:close/>
                <a:moveTo>
                  <a:pt x="3189" y="6291"/>
                </a:moveTo>
                <a:lnTo>
                  <a:pt x="3189" y="6291"/>
                </a:lnTo>
                <a:lnTo>
                  <a:pt x="3125" y="6291"/>
                </a:lnTo>
                <a:lnTo>
                  <a:pt x="3082" y="6313"/>
                </a:lnTo>
                <a:lnTo>
                  <a:pt x="2996" y="6398"/>
                </a:lnTo>
                <a:lnTo>
                  <a:pt x="2932" y="6527"/>
                </a:lnTo>
                <a:lnTo>
                  <a:pt x="2911" y="6634"/>
                </a:lnTo>
                <a:lnTo>
                  <a:pt x="2911" y="6634"/>
                </a:lnTo>
                <a:lnTo>
                  <a:pt x="2932" y="6719"/>
                </a:lnTo>
                <a:lnTo>
                  <a:pt x="2996" y="6783"/>
                </a:lnTo>
                <a:lnTo>
                  <a:pt x="3082" y="6805"/>
                </a:lnTo>
                <a:lnTo>
                  <a:pt x="3167" y="6826"/>
                </a:lnTo>
                <a:lnTo>
                  <a:pt x="3253" y="6826"/>
                </a:lnTo>
                <a:lnTo>
                  <a:pt x="3317" y="6783"/>
                </a:lnTo>
                <a:lnTo>
                  <a:pt x="3360" y="6719"/>
                </a:lnTo>
                <a:lnTo>
                  <a:pt x="3339" y="6655"/>
                </a:lnTo>
                <a:lnTo>
                  <a:pt x="3339" y="6655"/>
                </a:lnTo>
                <a:lnTo>
                  <a:pt x="3274" y="6441"/>
                </a:lnTo>
                <a:lnTo>
                  <a:pt x="3232" y="6334"/>
                </a:lnTo>
                <a:lnTo>
                  <a:pt x="3210" y="6313"/>
                </a:lnTo>
                <a:lnTo>
                  <a:pt x="3189" y="6291"/>
                </a:lnTo>
                <a:lnTo>
                  <a:pt x="3189" y="6291"/>
                </a:lnTo>
                <a:close/>
                <a:moveTo>
                  <a:pt x="3424" y="7104"/>
                </a:moveTo>
                <a:lnTo>
                  <a:pt x="3424" y="7104"/>
                </a:lnTo>
                <a:lnTo>
                  <a:pt x="3381" y="7126"/>
                </a:lnTo>
                <a:lnTo>
                  <a:pt x="3360" y="7169"/>
                </a:lnTo>
                <a:lnTo>
                  <a:pt x="3360" y="7233"/>
                </a:lnTo>
                <a:lnTo>
                  <a:pt x="3360" y="7297"/>
                </a:lnTo>
                <a:lnTo>
                  <a:pt x="3381" y="7340"/>
                </a:lnTo>
                <a:lnTo>
                  <a:pt x="3403" y="7382"/>
                </a:lnTo>
                <a:lnTo>
                  <a:pt x="3446" y="7404"/>
                </a:lnTo>
                <a:lnTo>
                  <a:pt x="3510" y="7382"/>
                </a:lnTo>
                <a:lnTo>
                  <a:pt x="3510" y="7382"/>
                </a:lnTo>
                <a:lnTo>
                  <a:pt x="3531" y="7361"/>
                </a:lnTo>
                <a:lnTo>
                  <a:pt x="3553" y="7318"/>
                </a:lnTo>
                <a:lnTo>
                  <a:pt x="3553" y="7211"/>
                </a:lnTo>
                <a:lnTo>
                  <a:pt x="3531" y="7147"/>
                </a:lnTo>
                <a:lnTo>
                  <a:pt x="3510" y="7126"/>
                </a:lnTo>
                <a:lnTo>
                  <a:pt x="3467" y="7104"/>
                </a:lnTo>
                <a:lnTo>
                  <a:pt x="3424" y="7104"/>
                </a:lnTo>
                <a:lnTo>
                  <a:pt x="3424" y="7104"/>
                </a:lnTo>
                <a:close/>
                <a:moveTo>
                  <a:pt x="2911" y="7404"/>
                </a:moveTo>
                <a:lnTo>
                  <a:pt x="2911" y="7404"/>
                </a:lnTo>
                <a:lnTo>
                  <a:pt x="2932" y="7340"/>
                </a:lnTo>
                <a:lnTo>
                  <a:pt x="2932" y="7254"/>
                </a:lnTo>
                <a:lnTo>
                  <a:pt x="2911" y="7104"/>
                </a:lnTo>
                <a:lnTo>
                  <a:pt x="2911" y="7104"/>
                </a:lnTo>
                <a:lnTo>
                  <a:pt x="2825" y="7104"/>
                </a:lnTo>
                <a:lnTo>
                  <a:pt x="2782" y="7126"/>
                </a:lnTo>
                <a:lnTo>
                  <a:pt x="2740" y="7190"/>
                </a:lnTo>
                <a:lnTo>
                  <a:pt x="2740" y="7254"/>
                </a:lnTo>
                <a:lnTo>
                  <a:pt x="2740" y="7318"/>
                </a:lnTo>
                <a:lnTo>
                  <a:pt x="2782" y="7382"/>
                </a:lnTo>
                <a:lnTo>
                  <a:pt x="2846" y="7404"/>
                </a:lnTo>
                <a:lnTo>
                  <a:pt x="2911" y="7404"/>
                </a:lnTo>
                <a:lnTo>
                  <a:pt x="2911" y="7404"/>
                </a:lnTo>
                <a:close/>
                <a:moveTo>
                  <a:pt x="3103" y="7126"/>
                </a:moveTo>
                <a:lnTo>
                  <a:pt x="3103" y="7126"/>
                </a:lnTo>
                <a:lnTo>
                  <a:pt x="3082" y="7169"/>
                </a:lnTo>
                <a:lnTo>
                  <a:pt x="3060" y="7211"/>
                </a:lnTo>
                <a:lnTo>
                  <a:pt x="3060" y="7318"/>
                </a:lnTo>
                <a:lnTo>
                  <a:pt x="3082" y="7361"/>
                </a:lnTo>
                <a:lnTo>
                  <a:pt x="3125" y="7382"/>
                </a:lnTo>
                <a:lnTo>
                  <a:pt x="3167" y="7382"/>
                </a:lnTo>
                <a:lnTo>
                  <a:pt x="3210" y="7361"/>
                </a:lnTo>
                <a:lnTo>
                  <a:pt x="3210" y="7361"/>
                </a:lnTo>
                <a:lnTo>
                  <a:pt x="3232" y="7318"/>
                </a:lnTo>
                <a:lnTo>
                  <a:pt x="3232" y="7275"/>
                </a:lnTo>
                <a:lnTo>
                  <a:pt x="3232" y="7169"/>
                </a:lnTo>
                <a:lnTo>
                  <a:pt x="3210" y="7126"/>
                </a:lnTo>
                <a:lnTo>
                  <a:pt x="3189" y="7104"/>
                </a:lnTo>
                <a:lnTo>
                  <a:pt x="3146" y="7104"/>
                </a:lnTo>
                <a:lnTo>
                  <a:pt x="3103" y="7126"/>
                </a:lnTo>
                <a:lnTo>
                  <a:pt x="3103" y="7126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6"/>
          <p:cNvSpPr/>
          <p:nvPr/>
        </p:nvSpPr>
        <p:spPr>
          <a:xfrm>
            <a:off x="5911271" y="1028346"/>
            <a:ext cx="430211" cy="325906"/>
          </a:xfrm>
          <a:custGeom>
            <a:rect b="b" l="l" r="r" t="t"/>
            <a:pathLst>
              <a:path extrusionOk="0" h="8731" w="9907">
                <a:moveTo>
                  <a:pt x="9843" y="7960"/>
                </a:moveTo>
                <a:lnTo>
                  <a:pt x="9843" y="7960"/>
                </a:lnTo>
                <a:lnTo>
                  <a:pt x="9757" y="7939"/>
                </a:lnTo>
                <a:lnTo>
                  <a:pt x="9672" y="7939"/>
                </a:lnTo>
                <a:lnTo>
                  <a:pt x="9543" y="7982"/>
                </a:lnTo>
                <a:lnTo>
                  <a:pt x="9436" y="8024"/>
                </a:lnTo>
                <a:lnTo>
                  <a:pt x="9201" y="8153"/>
                </a:lnTo>
                <a:lnTo>
                  <a:pt x="9030" y="8238"/>
                </a:lnTo>
                <a:lnTo>
                  <a:pt x="9030" y="8238"/>
                </a:lnTo>
                <a:lnTo>
                  <a:pt x="9094" y="8046"/>
                </a:lnTo>
                <a:lnTo>
                  <a:pt x="9201" y="7810"/>
                </a:lnTo>
                <a:lnTo>
                  <a:pt x="9222" y="7703"/>
                </a:lnTo>
                <a:lnTo>
                  <a:pt x="9244" y="7596"/>
                </a:lnTo>
                <a:lnTo>
                  <a:pt x="9222" y="7511"/>
                </a:lnTo>
                <a:lnTo>
                  <a:pt x="9201" y="7468"/>
                </a:lnTo>
                <a:lnTo>
                  <a:pt x="9158" y="7447"/>
                </a:lnTo>
                <a:lnTo>
                  <a:pt x="9158" y="7447"/>
                </a:lnTo>
                <a:lnTo>
                  <a:pt x="9051" y="7425"/>
                </a:lnTo>
                <a:lnTo>
                  <a:pt x="8966" y="7447"/>
                </a:lnTo>
                <a:lnTo>
                  <a:pt x="8859" y="7511"/>
                </a:lnTo>
                <a:lnTo>
                  <a:pt x="8730" y="7596"/>
                </a:lnTo>
                <a:lnTo>
                  <a:pt x="8538" y="7746"/>
                </a:lnTo>
                <a:lnTo>
                  <a:pt x="8431" y="7810"/>
                </a:lnTo>
                <a:lnTo>
                  <a:pt x="8345" y="7853"/>
                </a:lnTo>
                <a:lnTo>
                  <a:pt x="8345" y="7853"/>
                </a:lnTo>
                <a:lnTo>
                  <a:pt x="8302" y="7853"/>
                </a:lnTo>
                <a:lnTo>
                  <a:pt x="8302" y="7853"/>
                </a:lnTo>
                <a:lnTo>
                  <a:pt x="8302" y="7768"/>
                </a:lnTo>
                <a:lnTo>
                  <a:pt x="8345" y="7661"/>
                </a:lnTo>
                <a:lnTo>
                  <a:pt x="8431" y="7468"/>
                </a:lnTo>
                <a:lnTo>
                  <a:pt x="8431" y="7468"/>
                </a:lnTo>
                <a:lnTo>
                  <a:pt x="8538" y="7190"/>
                </a:lnTo>
                <a:lnTo>
                  <a:pt x="8623" y="6890"/>
                </a:lnTo>
                <a:lnTo>
                  <a:pt x="8623" y="6890"/>
                </a:lnTo>
                <a:lnTo>
                  <a:pt x="8730" y="6291"/>
                </a:lnTo>
                <a:lnTo>
                  <a:pt x="8859" y="5692"/>
                </a:lnTo>
                <a:lnTo>
                  <a:pt x="8859" y="5692"/>
                </a:lnTo>
                <a:lnTo>
                  <a:pt x="8987" y="5072"/>
                </a:lnTo>
                <a:lnTo>
                  <a:pt x="9137" y="4473"/>
                </a:lnTo>
                <a:lnTo>
                  <a:pt x="9179" y="4152"/>
                </a:lnTo>
                <a:lnTo>
                  <a:pt x="9244" y="3852"/>
                </a:lnTo>
                <a:lnTo>
                  <a:pt x="9265" y="3531"/>
                </a:lnTo>
                <a:lnTo>
                  <a:pt x="9286" y="3210"/>
                </a:lnTo>
                <a:lnTo>
                  <a:pt x="9286" y="3210"/>
                </a:lnTo>
                <a:lnTo>
                  <a:pt x="9265" y="2932"/>
                </a:lnTo>
                <a:lnTo>
                  <a:pt x="9222" y="2654"/>
                </a:lnTo>
                <a:lnTo>
                  <a:pt x="9179" y="2376"/>
                </a:lnTo>
                <a:lnTo>
                  <a:pt x="9158" y="2098"/>
                </a:lnTo>
                <a:lnTo>
                  <a:pt x="9158" y="2098"/>
                </a:lnTo>
                <a:lnTo>
                  <a:pt x="9158" y="1884"/>
                </a:lnTo>
                <a:lnTo>
                  <a:pt x="9158" y="1648"/>
                </a:lnTo>
                <a:lnTo>
                  <a:pt x="9137" y="1541"/>
                </a:lnTo>
                <a:lnTo>
                  <a:pt x="9115" y="1434"/>
                </a:lnTo>
                <a:lnTo>
                  <a:pt x="9072" y="1327"/>
                </a:lnTo>
                <a:lnTo>
                  <a:pt x="9008" y="1220"/>
                </a:lnTo>
                <a:lnTo>
                  <a:pt x="9008" y="1220"/>
                </a:lnTo>
                <a:lnTo>
                  <a:pt x="8859" y="1028"/>
                </a:lnTo>
                <a:lnTo>
                  <a:pt x="8709" y="835"/>
                </a:lnTo>
                <a:lnTo>
                  <a:pt x="8538" y="664"/>
                </a:lnTo>
                <a:lnTo>
                  <a:pt x="8366" y="493"/>
                </a:lnTo>
                <a:lnTo>
                  <a:pt x="8174" y="365"/>
                </a:lnTo>
                <a:lnTo>
                  <a:pt x="7981" y="236"/>
                </a:lnTo>
                <a:lnTo>
                  <a:pt x="7746" y="151"/>
                </a:lnTo>
                <a:lnTo>
                  <a:pt x="7511" y="86"/>
                </a:lnTo>
                <a:lnTo>
                  <a:pt x="7511" y="86"/>
                </a:lnTo>
                <a:lnTo>
                  <a:pt x="7254" y="44"/>
                </a:lnTo>
                <a:lnTo>
                  <a:pt x="6976" y="1"/>
                </a:lnTo>
                <a:lnTo>
                  <a:pt x="6698" y="1"/>
                </a:lnTo>
                <a:lnTo>
                  <a:pt x="6419" y="1"/>
                </a:lnTo>
                <a:lnTo>
                  <a:pt x="5842" y="22"/>
                </a:lnTo>
                <a:lnTo>
                  <a:pt x="5307" y="65"/>
                </a:lnTo>
                <a:lnTo>
                  <a:pt x="5307" y="65"/>
                </a:lnTo>
                <a:lnTo>
                  <a:pt x="4793" y="129"/>
                </a:lnTo>
                <a:lnTo>
                  <a:pt x="4258" y="215"/>
                </a:lnTo>
                <a:lnTo>
                  <a:pt x="4002" y="279"/>
                </a:lnTo>
                <a:lnTo>
                  <a:pt x="3745" y="343"/>
                </a:lnTo>
                <a:lnTo>
                  <a:pt x="3510" y="450"/>
                </a:lnTo>
                <a:lnTo>
                  <a:pt x="3296" y="557"/>
                </a:lnTo>
                <a:lnTo>
                  <a:pt x="3296" y="557"/>
                </a:lnTo>
                <a:lnTo>
                  <a:pt x="3103" y="707"/>
                </a:lnTo>
                <a:lnTo>
                  <a:pt x="2911" y="857"/>
                </a:lnTo>
                <a:lnTo>
                  <a:pt x="2761" y="1049"/>
                </a:lnTo>
                <a:lnTo>
                  <a:pt x="2654" y="1242"/>
                </a:lnTo>
                <a:lnTo>
                  <a:pt x="2525" y="1434"/>
                </a:lnTo>
                <a:lnTo>
                  <a:pt x="2440" y="1670"/>
                </a:lnTo>
                <a:lnTo>
                  <a:pt x="2376" y="1884"/>
                </a:lnTo>
                <a:lnTo>
                  <a:pt x="2311" y="2119"/>
                </a:lnTo>
                <a:lnTo>
                  <a:pt x="2204" y="2611"/>
                </a:lnTo>
                <a:lnTo>
                  <a:pt x="2140" y="3082"/>
                </a:lnTo>
                <a:lnTo>
                  <a:pt x="2076" y="3574"/>
                </a:lnTo>
                <a:lnTo>
                  <a:pt x="2033" y="4002"/>
                </a:lnTo>
                <a:lnTo>
                  <a:pt x="2033" y="4002"/>
                </a:lnTo>
                <a:lnTo>
                  <a:pt x="1862" y="5072"/>
                </a:lnTo>
                <a:lnTo>
                  <a:pt x="1798" y="5607"/>
                </a:lnTo>
                <a:lnTo>
                  <a:pt x="1691" y="6141"/>
                </a:lnTo>
                <a:lnTo>
                  <a:pt x="1691" y="6141"/>
                </a:lnTo>
                <a:lnTo>
                  <a:pt x="1563" y="6676"/>
                </a:lnTo>
                <a:lnTo>
                  <a:pt x="1498" y="6955"/>
                </a:lnTo>
                <a:lnTo>
                  <a:pt x="1456" y="7233"/>
                </a:lnTo>
                <a:lnTo>
                  <a:pt x="1456" y="7233"/>
                </a:lnTo>
                <a:lnTo>
                  <a:pt x="1456" y="7575"/>
                </a:lnTo>
                <a:lnTo>
                  <a:pt x="1434" y="7768"/>
                </a:lnTo>
                <a:lnTo>
                  <a:pt x="1413" y="7832"/>
                </a:lnTo>
                <a:lnTo>
                  <a:pt x="1391" y="7853"/>
                </a:lnTo>
                <a:lnTo>
                  <a:pt x="1391" y="7853"/>
                </a:lnTo>
                <a:lnTo>
                  <a:pt x="1349" y="7789"/>
                </a:lnTo>
                <a:lnTo>
                  <a:pt x="1327" y="7703"/>
                </a:lnTo>
                <a:lnTo>
                  <a:pt x="1306" y="7511"/>
                </a:lnTo>
                <a:lnTo>
                  <a:pt x="1284" y="7318"/>
                </a:lnTo>
                <a:lnTo>
                  <a:pt x="1242" y="7233"/>
                </a:lnTo>
                <a:lnTo>
                  <a:pt x="1177" y="7168"/>
                </a:lnTo>
                <a:lnTo>
                  <a:pt x="1177" y="7168"/>
                </a:lnTo>
                <a:lnTo>
                  <a:pt x="1135" y="7147"/>
                </a:lnTo>
                <a:lnTo>
                  <a:pt x="1092" y="7126"/>
                </a:lnTo>
                <a:lnTo>
                  <a:pt x="1049" y="7147"/>
                </a:lnTo>
                <a:lnTo>
                  <a:pt x="1028" y="7168"/>
                </a:lnTo>
                <a:lnTo>
                  <a:pt x="964" y="7233"/>
                </a:lnTo>
                <a:lnTo>
                  <a:pt x="942" y="7340"/>
                </a:lnTo>
                <a:lnTo>
                  <a:pt x="878" y="7575"/>
                </a:lnTo>
                <a:lnTo>
                  <a:pt x="857" y="7682"/>
                </a:lnTo>
                <a:lnTo>
                  <a:pt x="814" y="7746"/>
                </a:lnTo>
                <a:lnTo>
                  <a:pt x="814" y="7746"/>
                </a:lnTo>
                <a:lnTo>
                  <a:pt x="771" y="7511"/>
                </a:lnTo>
                <a:lnTo>
                  <a:pt x="664" y="7168"/>
                </a:lnTo>
                <a:lnTo>
                  <a:pt x="600" y="7019"/>
                </a:lnTo>
                <a:lnTo>
                  <a:pt x="536" y="6912"/>
                </a:lnTo>
                <a:lnTo>
                  <a:pt x="471" y="6869"/>
                </a:lnTo>
                <a:lnTo>
                  <a:pt x="429" y="6848"/>
                </a:lnTo>
                <a:lnTo>
                  <a:pt x="386" y="6848"/>
                </a:lnTo>
                <a:lnTo>
                  <a:pt x="343" y="6869"/>
                </a:lnTo>
                <a:lnTo>
                  <a:pt x="343" y="6869"/>
                </a:lnTo>
                <a:lnTo>
                  <a:pt x="300" y="6912"/>
                </a:lnTo>
                <a:lnTo>
                  <a:pt x="279" y="6955"/>
                </a:lnTo>
                <a:lnTo>
                  <a:pt x="236" y="7104"/>
                </a:lnTo>
                <a:lnTo>
                  <a:pt x="193" y="7361"/>
                </a:lnTo>
                <a:lnTo>
                  <a:pt x="193" y="7361"/>
                </a:lnTo>
                <a:lnTo>
                  <a:pt x="129" y="7639"/>
                </a:lnTo>
                <a:lnTo>
                  <a:pt x="65" y="7939"/>
                </a:lnTo>
                <a:lnTo>
                  <a:pt x="65" y="7939"/>
                </a:lnTo>
                <a:lnTo>
                  <a:pt x="43" y="8067"/>
                </a:lnTo>
                <a:lnTo>
                  <a:pt x="1" y="8238"/>
                </a:lnTo>
                <a:lnTo>
                  <a:pt x="1" y="8302"/>
                </a:lnTo>
                <a:lnTo>
                  <a:pt x="1" y="8367"/>
                </a:lnTo>
                <a:lnTo>
                  <a:pt x="43" y="8409"/>
                </a:lnTo>
                <a:lnTo>
                  <a:pt x="86" y="8431"/>
                </a:lnTo>
                <a:lnTo>
                  <a:pt x="86" y="8431"/>
                </a:lnTo>
                <a:lnTo>
                  <a:pt x="129" y="8409"/>
                </a:lnTo>
                <a:lnTo>
                  <a:pt x="172" y="8388"/>
                </a:lnTo>
                <a:lnTo>
                  <a:pt x="215" y="8324"/>
                </a:lnTo>
                <a:lnTo>
                  <a:pt x="279" y="8174"/>
                </a:lnTo>
                <a:lnTo>
                  <a:pt x="279" y="8174"/>
                </a:lnTo>
                <a:lnTo>
                  <a:pt x="322" y="7960"/>
                </a:lnTo>
                <a:lnTo>
                  <a:pt x="364" y="7725"/>
                </a:lnTo>
                <a:lnTo>
                  <a:pt x="407" y="7511"/>
                </a:lnTo>
                <a:lnTo>
                  <a:pt x="429" y="7425"/>
                </a:lnTo>
                <a:lnTo>
                  <a:pt x="471" y="7318"/>
                </a:lnTo>
                <a:lnTo>
                  <a:pt x="471" y="7318"/>
                </a:lnTo>
                <a:lnTo>
                  <a:pt x="514" y="7511"/>
                </a:lnTo>
                <a:lnTo>
                  <a:pt x="557" y="7682"/>
                </a:lnTo>
                <a:lnTo>
                  <a:pt x="664" y="8024"/>
                </a:lnTo>
                <a:lnTo>
                  <a:pt x="664" y="8024"/>
                </a:lnTo>
                <a:lnTo>
                  <a:pt x="664" y="8195"/>
                </a:lnTo>
                <a:lnTo>
                  <a:pt x="685" y="8281"/>
                </a:lnTo>
                <a:lnTo>
                  <a:pt x="707" y="8367"/>
                </a:lnTo>
                <a:lnTo>
                  <a:pt x="707" y="8367"/>
                </a:lnTo>
                <a:lnTo>
                  <a:pt x="750" y="8431"/>
                </a:lnTo>
                <a:lnTo>
                  <a:pt x="792" y="8452"/>
                </a:lnTo>
                <a:lnTo>
                  <a:pt x="814" y="8474"/>
                </a:lnTo>
                <a:lnTo>
                  <a:pt x="857" y="8452"/>
                </a:lnTo>
                <a:lnTo>
                  <a:pt x="921" y="8388"/>
                </a:lnTo>
                <a:lnTo>
                  <a:pt x="964" y="8281"/>
                </a:lnTo>
                <a:lnTo>
                  <a:pt x="1049" y="8024"/>
                </a:lnTo>
                <a:lnTo>
                  <a:pt x="1092" y="7832"/>
                </a:lnTo>
                <a:lnTo>
                  <a:pt x="1092" y="7832"/>
                </a:lnTo>
                <a:lnTo>
                  <a:pt x="1113" y="7939"/>
                </a:lnTo>
                <a:lnTo>
                  <a:pt x="1156" y="8110"/>
                </a:lnTo>
                <a:lnTo>
                  <a:pt x="1242" y="8388"/>
                </a:lnTo>
                <a:lnTo>
                  <a:pt x="1242" y="8388"/>
                </a:lnTo>
                <a:lnTo>
                  <a:pt x="1284" y="8452"/>
                </a:lnTo>
                <a:lnTo>
                  <a:pt x="1327" y="8495"/>
                </a:lnTo>
                <a:lnTo>
                  <a:pt x="1349" y="8516"/>
                </a:lnTo>
                <a:lnTo>
                  <a:pt x="1413" y="8538"/>
                </a:lnTo>
                <a:lnTo>
                  <a:pt x="1456" y="8538"/>
                </a:lnTo>
                <a:lnTo>
                  <a:pt x="1498" y="8516"/>
                </a:lnTo>
                <a:lnTo>
                  <a:pt x="1605" y="8452"/>
                </a:lnTo>
                <a:lnTo>
                  <a:pt x="1605" y="8452"/>
                </a:lnTo>
                <a:lnTo>
                  <a:pt x="1734" y="8302"/>
                </a:lnTo>
                <a:lnTo>
                  <a:pt x="1841" y="8153"/>
                </a:lnTo>
                <a:lnTo>
                  <a:pt x="2033" y="7832"/>
                </a:lnTo>
                <a:lnTo>
                  <a:pt x="2033" y="7832"/>
                </a:lnTo>
                <a:lnTo>
                  <a:pt x="2140" y="7661"/>
                </a:lnTo>
                <a:lnTo>
                  <a:pt x="2204" y="7575"/>
                </a:lnTo>
                <a:lnTo>
                  <a:pt x="2247" y="7554"/>
                </a:lnTo>
                <a:lnTo>
                  <a:pt x="2269" y="7532"/>
                </a:lnTo>
                <a:lnTo>
                  <a:pt x="2269" y="7532"/>
                </a:lnTo>
                <a:lnTo>
                  <a:pt x="2290" y="7554"/>
                </a:lnTo>
                <a:lnTo>
                  <a:pt x="2290" y="7596"/>
                </a:lnTo>
                <a:lnTo>
                  <a:pt x="2290" y="7768"/>
                </a:lnTo>
                <a:lnTo>
                  <a:pt x="2290" y="7982"/>
                </a:lnTo>
                <a:lnTo>
                  <a:pt x="2290" y="8217"/>
                </a:lnTo>
                <a:lnTo>
                  <a:pt x="2311" y="8324"/>
                </a:lnTo>
                <a:lnTo>
                  <a:pt x="2354" y="8388"/>
                </a:lnTo>
                <a:lnTo>
                  <a:pt x="2397" y="8452"/>
                </a:lnTo>
                <a:lnTo>
                  <a:pt x="2440" y="8474"/>
                </a:lnTo>
                <a:lnTo>
                  <a:pt x="2525" y="8474"/>
                </a:lnTo>
                <a:lnTo>
                  <a:pt x="2611" y="8409"/>
                </a:lnTo>
                <a:lnTo>
                  <a:pt x="2739" y="8302"/>
                </a:lnTo>
                <a:lnTo>
                  <a:pt x="2868" y="8131"/>
                </a:lnTo>
                <a:lnTo>
                  <a:pt x="2868" y="8131"/>
                </a:lnTo>
                <a:lnTo>
                  <a:pt x="3018" y="7982"/>
                </a:lnTo>
                <a:lnTo>
                  <a:pt x="3231" y="7725"/>
                </a:lnTo>
                <a:lnTo>
                  <a:pt x="3317" y="7575"/>
                </a:lnTo>
                <a:lnTo>
                  <a:pt x="3381" y="7468"/>
                </a:lnTo>
                <a:lnTo>
                  <a:pt x="3403" y="7404"/>
                </a:lnTo>
                <a:lnTo>
                  <a:pt x="3403" y="7361"/>
                </a:lnTo>
                <a:lnTo>
                  <a:pt x="3381" y="7340"/>
                </a:lnTo>
                <a:lnTo>
                  <a:pt x="3338" y="7318"/>
                </a:lnTo>
                <a:lnTo>
                  <a:pt x="3338" y="7318"/>
                </a:lnTo>
                <a:lnTo>
                  <a:pt x="3296" y="7297"/>
                </a:lnTo>
                <a:lnTo>
                  <a:pt x="3231" y="7318"/>
                </a:lnTo>
                <a:lnTo>
                  <a:pt x="3124" y="7382"/>
                </a:lnTo>
                <a:lnTo>
                  <a:pt x="2996" y="7489"/>
                </a:lnTo>
                <a:lnTo>
                  <a:pt x="2889" y="7618"/>
                </a:lnTo>
                <a:lnTo>
                  <a:pt x="2697" y="7917"/>
                </a:lnTo>
                <a:lnTo>
                  <a:pt x="2547" y="8110"/>
                </a:lnTo>
                <a:lnTo>
                  <a:pt x="2547" y="8110"/>
                </a:lnTo>
                <a:lnTo>
                  <a:pt x="2547" y="7917"/>
                </a:lnTo>
                <a:lnTo>
                  <a:pt x="2568" y="7703"/>
                </a:lnTo>
                <a:lnTo>
                  <a:pt x="2590" y="7318"/>
                </a:lnTo>
                <a:lnTo>
                  <a:pt x="2590" y="7318"/>
                </a:lnTo>
                <a:lnTo>
                  <a:pt x="2590" y="7168"/>
                </a:lnTo>
                <a:lnTo>
                  <a:pt x="2568" y="7126"/>
                </a:lnTo>
                <a:lnTo>
                  <a:pt x="2547" y="7083"/>
                </a:lnTo>
                <a:lnTo>
                  <a:pt x="2525" y="7061"/>
                </a:lnTo>
                <a:lnTo>
                  <a:pt x="2461" y="7040"/>
                </a:lnTo>
                <a:lnTo>
                  <a:pt x="2418" y="7061"/>
                </a:lnTo>
                <a:lnTo>
                  <a:pt x="2333" y="7083"/>
                </a:lnTo>
                <a:lnTo>
                  <a:pt x="2333" y="7083"/>
                </a:lnTo>
                <a:lnTo>
                  <a:pt x="2226" y="7190"/>
                </a:lnTo>
                <a:lnTo>
                  <a:pt x="2076" y="7361"/>
                </a:lnTo>
                <a:lnTo>
                  <a:pt x="1926" y="7532"/>
                </a:lnTo>
                <a:lnTo>
                  <a:pt x="1841" y="7596"/>
                </a:lnTo>
                <a:lnTo>
                  <a:pt x="1841" y="7596"/>
                </a:lnTo>
                <a:lnTo>
                  <a:pt x="1841" y="7575"/>
                </a:lnTo>
                <a:lnTo>
                  <a:pt x="1841" y="7511"/>
                </a:lnTo>
                <a:lnTo>
                  <a:pt x="1884" y="7361"/>
                </a:lnTo>
                <a:lnTo>
                  <a:pt x="1969" y="7083"/>
                </a:lnTo>
                <a:lnTo>
                  <a:pt x="1969" y="7083"/>
                </a:lnTo>
                <a:lnTo>
                  <a:pt x="1991" y="6848"/>
                </a:lnTo>
                <a:lnTo>
                  <a:pt x="2033" y="6741"/>
                </a:lnTo>
                <a:lnTo>
                  <a:pt x="2055" y="6698"/>
                </a:lnTo>
                <a:lnTo>
                  <a:pt x="2076" y="6655"/>
                </a:lnTo>
                <a:lnTo>
                  <a:pt x="2076" y="6655"/>
                </a:lnTo>
                <a:lnTo>
                  <a:pt x="2183" y="6612"/>
                </a:lnTo>
                <a:lnTo>
                  <a:pt x="2311" y="6591"/>
                </a:lnTo>
                <a:lnTo>
                  <a:pt x="2547" y="6569"/>
                </a:lnTo>
                <a:lnTo>
                  <a:pt x="2547" y="6569"/>
                </a:lnTo>
                <a:lnTo>
                  <a:pt x="2718" y="6505"/>
                </a:lnTo>
                <a:lnTo>
                  <a:pt x="2932" y="6420"/>
                </a:lnTo>
                <a:lnTo>
                  <a:pt x="2996" y="6377"/>
                </a:lnTo>
                <a:lnTo>
                  <a:pt x="3018" y="6313"/>
                </a:lnTo>
                <a:lnTo>
                  <a:pt x="3018" y="6291"/>
                </a:lnTo>
                <a:lnTo>
                  <a:pt x="2996" y="6270"/>
                </a:lnTo>
                <a:lnTo>
                  <a:pt x="2889" y="6248"/>
                </a:lnTo>
                <a:lnTo>
                  <a:pt x="2889" y="6248"/>
                </a:lnTo>
                <a:lnTo>
                  <a:pt x="2782" y="6227"/>
                </a:lnTo>
                <a:lnTo>
                  <a:pt x="2675" y="6227"/>
                </a:lnTo>
                <a:lnTo>
                  <a:pt x="2461" y="6270"/>
                </a:lnTo>
                <a:lnTo>
                  <a:pt x="2033" y="6420"/>
                </a:lnTo>
                <a:lnTo>
                  <a:pt x="2033" y="6420"/>
                </a:lnTo>
                <a:lnTo>
                  <a:pt x="2033" y="6291"/>
                </a:lnTo>
                <a:lnTo>
                  <a:pt x="2055" y="6141"/>
                </a:lnTo>
                <a:lnTo>
                  <a:pt x="2119" y="6013"/>
                </a:lnTo>
                <a:lnTo>
                  <a:pt x="2140" y="5949"/>
                </a:lnTo>
                <a:lnTo>
                  <a:pt x="2183" y="5906"/>
                </a:lnTo>
                <a:lnTo>
                  <a:pt x="2183" y="5906"/>
                </a:lnTo>
                <a:lnTo>
                  <a:pt x="2269" y="5885"/>
                </a:lnTo>
                <a:lnTo>
                  <a:pt x="2354" y="5863"/>
                </a:lnTo>
                <a:lnTo>
                  <a:pt x="2440" y="5842"/>
                </a:lnTo>
                <a:lnTo>
                  <a:pt x="2525" y="5821"/>
                </a:lnTo>
                <a:lnTo>
                  <a:pt x="2525" y="5821"/>
                </a:lnTo>
                <a:lnTo>
                  <a:pt x="2590" y="5778"/>
                </a:lnTo>
                <a:lnTo>
                  <a:pt x="2654" y="5735"/>
                </a:lnTo>
                <a:lnTo>
                  <a:pt x="2697" y="5671"/>
                </a:lnTo>
                <a:lnTo>
                  <a:pt x="2718" y="5628"/>
                </a:lnTo>
                <a:lnTo>
                  <a:pt x="2697" y="5585"/>
                </a:lnTo>
                <a:lnTo>
                  <a:pt x="2697" y="5585"/>
                </a:lnTo>
                <a:lnTo>
                  <a:pt x="2654" y="5542"/>
                </a:lnTo>
                <a:lnTo>
                  <a:pt x="2590" y="5542"/>
                </a:lnTo>
                <a:lnTo>
                  <a:pt x="2525" y="5542"/>
                </a:lnTo>
                <a:lnTo>
                  <a:pt x="2440" y="5564"/>
                </a:lnTo>
                <a:lnTo>
                  <a:pt x="2290" y="5607"/>
                </a:lnTo>
                <a:lnTo>
                  <a:pt x="2183" y="5649"/>
                </a:lnTo>
                <a:lnTo>
                  <a:pt x="2183" y="5649"/>
                </a:lnTo>
                <a:lnTo>
                  <a:pt x="2204" y="5542"/>
                </a:lnTo>
                <a:lnTo>
                  <a:pt x="2204" y="5414"/>
                </a:lnTo>
                <a:lnTo>
                  <a:pt x="2226" y="5286"/>
                </a:lnTo>
                <a:lnTo>
                  <a:pt x="2247" y="5243"/>
                </a:lnTo>
                <a:lnTo>
                  <a:pt x="2269" y="5200"/>
                </a:lnTo>
                <a:lnTo>
                  <a:pt x="2269" y="5200"/>
                </a:lnTo>
                <a:lnTo>
                  <a:pt x="2333" y="5157"/>
                </a:lnTo>
                <a:lnTo>
                  <a:pt x="2418" y="5136"/>
                </a:lnTo>
                <a:lnTo>
                  <a:pt x="2611" y="5093"/>
                </a:lnTo>
                <a:lnTo>
                  <a:pt x="2611" y="5093"/>
                </a:lnTo>
                <a:lnTo>
                  <a:pt x="2889" y="5029"/>
                </a:lnTo>
                <a:lnTo>
                  <a:pt x="3039" y="4965"/>
                </a:lnTo>
                <a:lnTo>
                  <a:pt x="3146" y="4901"/>
                </a:lnTo>
                <a:lnTo>
                  <a:pt x="3146" y="4901"/>
                </a:lnTo>
                <a:lnTo>
                  <a:pt x="3210" y="4858"/>
                </a:lnTo>
                <a:lnTo>
                  <a:pt x="3253" y="4794"/>
                </a:lnTo>
                <a:lnTo>
                  <a:pt x="3253" y="4751"/>
                </a:lnTo>
                <a:lnTo>
                  <a:pt x="3231" y="4708"/>
                </a:lnTo>
                <a:lnTo>
                  <a:pt x="3189" y="4687"/>
                </a:lnTo>
                <a:lnTo>
                  <a:pt x="3146" y="4665"/>
                </a:lnTo>
                <a:lnTo>
                  <a:pt x="2996" y="4665"/>
                </a:lnTo>
                <a:lnTo>
                  <a:pt x="2996" y="4665"/>
                </a:lnTo>
                <a:lnTo>
                  <a:pt x="2825" y="4708"/>
                </a:lnTo>
                <a:lnTo>
                  <a:pt x="2675" y="4772"/>
                </a:lnTo>
                <a:lnTo>
                  <a:pt x="2504" y="4836"/>
                </a:lnTo>
                <a:lnTo>
                  <a:pt x="2333" y="4879"/>
                </a:lnTo>
                <a:lnTo>
                  <a:pt x="2333" y="4879"/>
                </a:lnTo>
                <a:lnTo>
                  <a:pt x="2311" y="4729"/>
                </a:lnTo>
                <a:lnTo>
                  <a:pt x="2333" y="4622"/>
                </a:lnTo>
                <a:lnTo>
                  <a:pt x="2354" y="4558"/>
                </a:lnTo>
                <a:lnTo>
                  <a:pt x="2418" y="4494"/>
                </a:lnTo>
                <a:lnTo>
                  <a:pt x="2483" y="4451"/>
                </a:lnTo>
                <a:lnTo>
                  <a:pt x="2568" y="4408"/>
                </a:lnTo>
                <a:lnTo>
                  <a:pt x="2761" y="4301"/>
                </a:lnTo>
                <a:lnTo>
                  <a:pt x="2761" y="4301"/>
                </a:lnTo>
                <a:lnTo>
                  <a:pt x="2846" y="4259"/>
                </a:lnTo>
                <a:lnTo>
                  <a:pt x="2911" y="4173"/>
                </a:lnTo>
                <a:lnTo>
                  <a:pt x="2932" y="4152"/>
                </a:lnTo>
                <a:lnTo>
                  <a:pt x="2932" y="4109"/>
                </a:lnTo>
                <a:lnTo>
                  <a:pt x="2911" y="4066"/>
                </a:lnTo>
                <a:lnTo>
                  <a:pt x="2868" y="4045"/>
                </a:lnTo>
                <a:lnTo>
                  <a:pt x="2868" y="4045"/>
                </a:lnTo>
                <a:lnTo>
                  <a:pt x="2804" y="4023"/>
                </a:lnTo>
                <a:lnTo>
                  <a:pt x="2761" y="4023"/>
                </a:lnTo>
                <a:lnTo>
                  <a:pt x="2632" y="4045"/>
                </a:lnTo>
                <a:lnTo>
                  <a:pt x="2397" y="4152"/>
                </a:lnTo>
                <a:lnTo>
                  <a:pt x="2397" y="4152"/>
                </a:lnTo>
                <a:lnTo>
                  <a:pt x="2418" y="3724"/>
                </a:lnTo>
                <a:lnTo>
                  <a:pt x="2440" y="3510"/>
                </a:lnTo>
                <a:lnTo>
                  <a:pt x="2504" y="3317"/>
                </a:lnTo>
                <a:lnTo>
                  <a:pt x="2504" y="3317"/>
                </a:lnTo>
                <a:lnTo>
                  <a:pt x="2547" y="3210"/>
                </a:lnTo>
                <a:lnTo>
                  <a:pt x="2590" y="3167"/>
                </a:lnTo>
                <a:lnTo>
                  <a:pt x="2761" y="3125"/>
                </a:lnTo>
                <a:lnTo>
                  <a:pt x="2761" y="3125"/>
                </a:lnTo>
                <a:lnTo>
                  <a:pt x="2846" y="3103"/>
                </a:lnTo>
                <a:lnTo>
                  <a:pt x="2932" y="3060"/>
                </a:lnTo>
                <a:lnTo>
                  <a:pt x="2996" y="3018"/>
                </a:lnTo>
                <a:lnTo>
                  <a:pt x="3018" y="2975"/>
                </a:lnTo>
                <a:lnTo>
                  <a:pt x="3018" y="2932"/>
                </a:lnTo>
                <a:lnTo>
                  <a:pt x="3018" y="2932"/>
                </a:lnTo>
                <a:lnTo>
                  <a:pt x="2996" y="2868"/>
                </a:lnTo>
                <a:lnTo>
                  <a:pt x="2953" y="2847"/>
                </a:lnTo>
                <a:lnTo>
                  <a:pt x="2889" y="2825"/>
                </a:lnTo>
                <a:lnTo>
                  <a:pt x="2825" y="2847"/>
                </a:lnTo>
                <a:lnTo>
                  <a:pt x="2697" y="2868"/>
                </a:lnTo>
                <a:lnTo>
                  <a:pt x="2654" y="2889"/>
                </a:lnTo>
                <a:lnTo>
                  <a:pt x="2611" y="2889"/>
                </a:lnTo>
                <a:lnTo>
                  <a:pt x="2611" y="2889"/>
                </a:lnTo>
                <a:lnTo>
                  <a:pt x="2568" y="2847"/>
                </a:lnTo>
                <a:lnTo>
                  <a:pt x="2547" y="2782"/>
                </a:lnTo>
                <a:lnTo>
                  <a:pt x="2568" y="2697"/>
                </a:lnTo>
                <a:lnTo>
                  <a:pt x="2590" y="2611"/>
                </a:lnTo>
                <a:lnTo>
                  <a:pt x="2654" y="2461"/>
                </a:lnTo>
                <a:lnTo>
                  <a:pt x="2739" y="2354"/>
                </a:lnTo>
                <a:lnTo>
                  <a:pt x="2739" y="2354"/>
                </a:lnTo>
                <a:lnTo>
                  <a:pt x="2825" y="2333"/>
                </a:lnTo>
                <a:lnTo>
                  <a:pt x="2911" y="2312"/>
                </a:lnTo>
                <a:lnTo>
                  <a:pt x="2975" y="2269"/>
                </a:lnTo>
                <a:lnTo>
                  <a:pt x="2996" y="2226"/>
                </a:lnTo>
                <a:lnTo>
                  <a:pt x="2996" y="2183"/>
                </a:lnTo>
                <a:lnTo>
                  <a:pt x="2996" y="2183"/>
                </a:lnTo>
                <a:lnTo>
                  <a:pt x="2975" y="2140"/>
                </a:lnTo>
                <a:lnTo>
                  <a:pt x="2953" y="2119"/>
                </a:lnTo>
                <a:lnTo>
                  <a:pt x="2889" y="2119"/>
                </a:lnTo>
                <a:lnTo>
                  <a:pt x="2825" y="2140"/>
                </a:lnTo>
                <a:lnTo>
                  <a:pt x="2718" y="2162"/>
                </a:lnTo>
                <a:lnTo>
                  <a:pt x="2697" y="2162"/>
                </a:lnTo>
                <a:lnTo>
                  <a:pt x="2675" y="2140"/>
                </a:lnTo>
                <a:lnTo>
                  <a:pt x="2675" y="2140"/>
                </a:lnTo>
                <a:lnTo>
                  <a:pt x="2697" y="2098"/>
                </a:lnTo>
                <a:lnTo>
                  <a:pt x="2739" y="2055"/>
                </a:lnTo>
                <a:lnTo>
                  <a:pt x="2846" y="1991"/>
                </a:lnTo>
                <a:lnTo>
                  <a:pt x="3018" y="1927"/>
                </a:lnTo>
                <a:lnTo>
                  <a:pt x="3231" y="1884"/>
                </a:lnTo>
                <a:lnTo>
                  <a:pt x="3403" y="1841"/>
                </a:lnTo>
                <a:lnTo>
                  <a:pt x="3574" y="1777"/>
                </a:lnTo>
                <a:lnTo>
                  <a:pt x="3638" y="1755"/>
                </a:lnTo>
                <a:lnTo>
                  <a:pt x="3681" y="1713"/>
                </a:lnTo>
                <a:lnTo>
                  <a:pt x="3702" y="1670"/>
                </a:lnTo>
                <a:lnTo>
                  <a:pt x="3724" y="1606"/>
                </a:lnTo>
                <a:lnTo>
                  <a:pt x="3724" y="1606"/>
                </a:lnTo>
                <a:lnTo>
                  <a:pt x="3702" y="1563"/>
                </a:lnTo>
                <a:lnTo>
                  <a:pt x="3659" y="1520"/>
                </a:lnTo>
                <a:lnTo>
                  <a:pt x="3617" y="1499"/>
                </a:lnTo>
                <a:lnTo>
                  <a:pt x="3574" y="1499"/>
                </a:lnTo>
                <a:lnTo>
                  <a:pt x="3467" y="1520"/>
                </a:lnTo>
                <a:lnTo>
                  <a:pt x="3317" y="1563"/>
                </a:lnTo>
                <a:lnTo>
                  <a:pt x="3060" y="1691"/>
                </a:lnTo>
                <a:lnTo>
                  <a:pt x="2953" y="1734"/>
                </a:lnTo>
                <a:lnTo>
                  <a:pt x="2889" y="1734"/>
                </a:lnTo>
                <a:lnTo>
                  <a:pt x="2889" y="1734"/>
                </a:lnTo>
                <a:lnTo>
                  <a:pt x="2846" y="1713"/>
                </a:lnTo>
                <a:lnTo>
                  <a:pt x="2846" y="1691"/>
                </a:lnTo>
                <a:lnTo>
                  <a:pt x="2846" y="1627"/>
                </a:lnTo>
                <a:lnTo>
                  <a:pt x="2868" y="1584"/>
                </a:lnTo>
                <a:lnTo>
                  <a:pt x="2932" y="1477"/>
                </a:lnTo>
                <a:lnTo>
                  <a:pt x="3039" y="1349"/>
                </a:lnTo>
                <a:lnTo>
                  <a:pt x="3274" y="1113"/>
                </a:lnTo>
                <a:lnTo>
                  <a:pt x="3424" y="964"/>
                </a:lnTo>
                <a:lnTo>
                  <a:pt x="3424" y="964"/>
                </a:lnTo>
                <a:lnTo>
                  <a:pt x="3595" y="857"/>
                </a:lnTo>
                <a:lnTo>
                  <a:pt x="3788" y="771"/>
                </a:lnTo>
                <a:lnTo>
                  <a:pt x="3959" y="707"/>
                </a:lnTo>
                <a:lnTo>
                  <a:pt x="4151" y="664"/>
                </a:lnTo>
                <a:lnTo>
                  <a:pt x="4558" y="579"/>
                </a:lnTo>
                <a:lnTo>
                  <a:pt x="4943" y="536"/>
                </a:lnTo>
                <a:lnTo>
                  <a:pt x="4943" y="536"/>
                </a:lnTo>
                <a:lnTo>
                  <a:pt x="5200" y="493"/>
                </a:lnTo>
                <a:lnTo>
                  <a:pt x="5350" y="472"/>
                </a:lnTo>
                <a:lnTo>
                  <a:pt x="5435" y="472"/>
                </a:lnTo>
                <a:lnTo>
                  <a:pt x="5435" y="472"/>
                </a:lnTo>
                <a:lnTo>
                  <a:pt x="5478" y="514"/>
                </a:lnTo>
                <a:lnTo>
                  <a:pt x="5521" y="557"/>
                </a:lnTo>
                <a:lnTo>
                  <a:pt x="5542" y="600"/>
                </a:lnTo>
                <a:lnTo>
                  <a:pt x="5585" y="643"/>
                </a:lnTo>
                <a:lnTo>
                  <a:pt x="5585" y="643"/>
                </a:lnTo>
                <a:lnTo>
                  <a:pt x="5692" y="707"/>
                </a:lnTo>
                <a:lnTo>
                  <a:pt x="5735" y="707"/>
                </a:lnTo>
                <a:lnTo>
                  <a:pt x="5735" y="686"/>
                </a:lnTo>
                <a:lnTo>
                  <a:pt x="5756" y="621"/>
                </a:lnTo>
                <a:lnTo>
                  <a:pt x="5778" y="536"/>
                </a:lnTo>
                <a:lnTo>
                  <a:pt x="5778" y="536"/>
                </a:lnTo>
                <a:lnTo>
                  <a:pt x="5820" y="493"/>
                </a:lnTo>
                <a:lnTo>
                  <a:pt x="5885" y="450"/>
                </a:lnTo>
                <a:lnTo>
                  <a:pt x="5949" y="450"/>
                </a:lnTo>
                <a:lnTo>
                  <a:pt x="6034" y="429"/>
                </a:lnTo>
                <a:lnTo>
                  <a:pt x="6355" y="450"/>
                </a:lnTo>
                <a:lnTo>
                  <a:pt x="6355" y="450"/>
                </a:lnTo>
                <a:lnTo>
                  <a:pt x="6569" y="472"/>
                </a:lnTo>
                <a:lnTo>
                  <a:pt x="6783" y="493"/>
                </a:lnTo>
                <a:lnTo>
                  <a:pt x="6976" y="514"/>
                </a:lnTo>
                <a:lnTo>
                  <a:pt x="7190" y="536"/>
                </a:lnTo>
                <a:lnTo>
                  <a:pt x="7190" y="536"/>
                </a:lnTo>
                <a:lnTo>
                  <a:pt x="7361" y="536"/>
                </a:lnTo>
                <a:lnTo>
                  <a:pt x="7532" y="557"/>
                </a:lnTo>
                <a:lnTo>
                  <a:pt x="7682" y="600"/>
                </a:lnTo>
                <a:lnTo>
                  <a:pt x="7832" y="664"/>
                </a:lnTo>
                <a:lnTo>
                  <a:pt x="7981" y="728"/>
                </a:lnTo>
                <a:lnTo>
                  <a:pt x="8110" y="814"/>
                </a:lnTo>
                <a:lnTo>
                  <a:pt x="8259" y="921"/>
                </a:lnTo>
                <a:lnTo>
                  <a:pt x="8366" y="1049"/>
                </a:lnTo>
                <a:lnTo>
                  <a:pt x="8366" y="1049"/>
                </a:lnTo>
                <a:lnTo>
                  <a:pt x="8495" y="1220"/>
                </a:lnTo>
                <a:lnTo>
                  <a:pt x="8580" y="1392"/>
                </a:lnTo>
                <a:lnTo>
                  <a:pt x="8666" y="1563"/>
                </a:lnTo>
                <a:lnTo>
                  <a:pt x="8709" y="1755"/>
                </a:lnTo>
                <a:lnTo>
                  <a:pt x="8709" y="1755"/>
                </a:lnTo>
                <a:lnTo>
                  <a:pt x="8730" y="1969"/>
                </a:lnTo>
                <a:lnTo>
                  <a:pt x="8730" y="2162"/>
                </a:lnTo>
                <a:lnTo>
                  <a:pt x="8730" y="2354"/>
                </a:lnTo>
                <a:lnTo>
                  <a:pt x="8730" y="2547"/>
                </a:lnTo>
                <a:lnTo>
                  <a:pt x="8730" y="2547"/>
                </a:lnTo>
                <a:lnTo>
                  <a:pt x="8666" y="2504"/>
                </a:lnTo>
                <a:lnTo>
                  <a:pt x="8580" y="2461"/>
                </a:lnTo>
                <a:lnTo>
                  <a:pt x="8516" y="2397"/>
                </a:lnTo>
                <a:lnTo>
                  <a:pt x="8431" y="2397"/>
                </a:lnTo>
                <a:lnTo>
                  <a:pt x="8431" y="2397"/>
                </a:lnTo>
                <a:lnTo>
                  <a:pt x="8388" y="2397"/>
                </a:lnTo>
                <a:lnTo>
                  <a:pt x="8345" y="2419"/>
                </a:lnTo>
                <a:lnTo>
                  <a:pt x="8324" y="2440"/>
                </a:lnTo>
                <a:lnTo>
                  <a:pt x="8324" y="2483"/>
                </a:lnTo>
                <a:lnTo>
                  <a:pt x="8366" y="2547"/>
                </a:lnTo>
                <a:lnTo>
                  <a:pt x="8409" y="2611"/>
                </a:lnTo>
                <a:lnTo>
                  <a:pt x="8409" y="2611"/>
                </a:lnTo>
                <a:lnTo>
                  <a:pt x="8452" y="2654"/>
                </a:lnTo>
                <a:lnTo>
                  <a:pt x="8495" y="2697"/>
                </a:lnTo>
                <a:lnTo>
                  <a:pt x="8580" y="2740"/>
                </a:lnTo>
                <a:lnTo>
                  <a:pt x="8645" y="2782"/>
                </a:lnTo>
                <a:lnTo>
                  <a:pt x="8666" y="2825"/>
                </a:lnTo>
                <a:lnTo>
                  <a:pt x="8687" y="2889"/>
                </a:lnTo>
                <a:lnTo>
                  <a:pt x="8687" y="2889"/>
                </a:lnTo>
                <a:lnTo>
                  <a:pt x="8709" y="3018"/>
                </a:lnTo>
                <a:lnTo>
                  <a:pt x="8666" y="3146"/>
                </a:lnTo>
                <a:lnTo>
                  <a:pt x="8602" y="3424"/>
                </a:lnTo>
                <a:lnTo>
                  <a:pt x="8602" y="3424"/>
                </a:lnTo>
                <a:lnTo>
                  <a:pt x="8473" y="4173"/>
                </a:lnTo>
                <a:lnTo>
                  <a:pt x="8473" y="4173"/>
                </a:lnTo>
                <a:lnTo>
                  <a:pt x="8366" y="4687"/>
                </a:lnTo>
                <a:lnTo>
                  <a:pt x="8259" y="5179"/>
                </a:lnTo>
                <a:lnTo>
                  <a:pt x="8152" y="5671"/>
                </a:lnTo>
                <a:lnTo>
                  <a:pt x="8045" y="6163"/>
                </a:lnTo>
                <a:lnTo>
                  <a:pt x="8045" y="6163"/>
                </a:lnTo>
                <a:lnTo>
                  <a:pt x="7960" y="6634"/>
                </a:lnTo>
                <a:lnTo>
                  <a:pt x="7832" y="7104"/>
                </a:lnTo>
                <a:lnTo>
                  <a:pt x="7832" y="7104"/>
                </a:lnTo>
                <a:lnTo>
                  <a:pt x="7789" y="7340"/>
                </a:lnTo>
                <a:lnTo>
                  <a:pt x="7746" y="7575"/>
                </a:lnTo>
                <a:lnTo>
                  <a:pt x="7703" y="8046"/>
                </a:lnTo>
                <a:lnTo>
                  <a:pt x="7703" y="8046"/>
                </a:lnTo>
                <a:lnTo>
                  <a:pt x="7682" y="8195"/>
                </a:lnTo>
                <a:lnTo>
                  <a:pt x="7639" y="8388"/>
                </a:lnTo>
                <a:lnTo>
                  <a:pt x="7639" y="8474"/>
                </a:lnTo>
                <a:lnTo>
                  <a:pt x="7660" y="8538"/>
                </a:lnTo>
                <a:lnTo>
                  <a:pt x="7725" y="8602"/>
                </a:lnTo>
                <a:lnTo>
                  <a:pt x="7789" y="8623"/>
                </a:lnTo>
                <a:lnTo>
                  <a:pt x="7789" y="8623"/>
                </a:lnTo>
                <a:lnTo>
                  <a:pt x="7896" y="8602"/>
                </a:lnTo>
                <a:lnTo>
                  <a:pt x="7981" y="8559"/>
                </a:lnTo>
                <a:lnTo>
                  <a:pt x="8088" y="8474"/>
                </a:lnTo>
                <a:lnTo>
                  <a:pt x="8174" y="8388"/>
                </a:lnTo>
                <a:lnTo>
                  <a:pt x="8366" y="8217"/>
                </a:lnTo>
                <a:lnTo>
                  <a:pt x="8538" y="8067"/>
                </a:lnTo>
                <a:lnTo>
                  <a:pt x="8538" y="8067"/>
                </a:lnTo>
                <a:lnTo>
                  <a:pt x="8709" y="7896"/>
                </a:lnTo>
                <a:lnTo>
                  <a:pt x="8816" y="7832"/>
                </a:lnTo>
                <a:lnTo>
                  <a:pt x="8859" y="7810"/>
                </a:lnTo>
                <a:lnTo>
                  <a:pt x="8880" y="7810"/>
                </a:lnTo>
                <a:lnTo>
                  <a:pt x="8880" y="7810"/>
                </a:lnTo>
                <a:lnTo>
                  <a:pt x="8901" y="7853"/>
                </a:lnTo>
                <a:lnTo>
                  <a:pt x="8880" y="7896"/>
                </a:lnTo>
                <a:lnTo>
                  <a:pt x="8837" y="8046"/>
                </a:lnTo>
                <a:lnTo>
                  <a:pt x="8730" y="8281"/>
                </a:lnTo>
                <a:lnTo>
                  <a:pt x="8730" y="8281"/>
                </a:lnTo>
                <a:lnTo>
                  <a:pt x="8730" y="8345"/>
                </a:lnTo>
                <a:lnTo>
                  <a:pt x="8752" y="8409"/>
                </a:lnTo>
                <a:lnTo>
                  <a:pt x="8773" y="8452"/>
                </a:lnTo>
                <a:lnTo>
                  <a:pt x="8816" y="8474"/>
                </a:lnTo>
                <a:lnTo>
                  <a:pt x="8923" y="8495"/>
                </a:lnTo>
                <a:lnTo>
                  <a:pt x="9051" y="8474"/>
                </a:lnTo>
                <a:lnTo>
                  <a:pt x="9201" y="8409"/>
                </a:lnTo>
                <a:lnTo>
                  <a:pt x="9329" y="8367"/>
                </a:lnTo>
                <a:lnTo>
                  <a:pt x="9565" y="8260"/>
                </a:lnTo>
                <a:lnTo>
                  <a:pt x="9565" y="8260"/>
                </a:lnTo>
                <a:lnTo>
                  <a:pt x="9693" y="8217"/>
                </a:lnTo>
                <a:lnTo>
                  <a:pt x="9821" y="8153"/>
                </a:lnTo>
                <a:lnTo>
                  <a:pt x="9886" y="8110"/>
                </a:lnTo>
                <a:lnTo>
                  <a:pt x="9907" y="8067"/>
                </a:lnTo>
                <a:lnTo>
                  <a:pt x="9886" y="8024"/>
                </a:lnTo>
                <a:lnTo>
                  <a:pt x="9843" y="7960"/>
                </a:lnTo>
                <a:lnTo>
                  <a:pt x="9843" y="7960"/>
                </a:lnTo>
                <a:close/>
                <a:moveTo>
                  <a:pt x="7639" y="1156"/>
                </a:moveTo>
                <a:lnTo>
                  <a:pt x="7639" y="1156"/>
                </a:lnTo>
                <a:lnTo>
                  <a:pt x="7639" y="1113"/>
                </a:lnTo>
                <a:lnTo>
                  <a:pt x="7618" y="1071"/>
                </a:lnTo>
                <a:lnTo>
                  <a:pt x="7553" y="1071"/>
                </a:lnTo>
                <a:lnTo>
                  <a:pt x="7468" y="1071"/>
                </a:lnTo>
                <a:lnTo>
                  <a:pt x="7382" y="1092"/>
                </a:lnTo>
                <a:lnTo>
                  <a:pt x="7318" y="1113"/>
                </a:lnTo>
                <a:lnTo>
                  <a:pt x="7254" y="1178"/>
                </a:lnTo>
                <a:lnTo>
                  <a:pt x="7211" y="1242"/>
                </a:lnTo>
                <a:lnTo>
                  <a:pt x="7211" y="1242"/>
                </a:lnTo>
                <a:lnTo>
                  <a:pt x="7211" y="1306"/>
                </a:lnTo>
                <a:lnTo>
                  <a:pt x="7254" y="1349"/>
                </a:lnTo>
                <a:lnTo>
                  <a:pt x="7318" y="1349"/>
                </a:lnTo>
                <a:lnTo>
                  <a:pt x="7382" y="1327"/>
                </a:lnTo>
                <a:lnTo>
                  <a:pt x="7532" y="1242"/>
                </a:lnTo>
                <a:lnTo>
                  <a:pt x="7596" y="1199"/>
                </a:lnTo>
                <a:lnTo>
                  <a:pt x="7639" y="1156"/>
                </a:lnTo>
                <a:lnTo>
                  <a:pt x="7639" y="1156"/>
                </a:lnTo>
                <a:close/>
                <a:moveTo>
                  <a:pt x="6077" y="1456"/>
                </a:moveTo>
                <a:lnTo>
                  <a:pt x="6077" y="1456"/>
                </a:lnTo>
                <a:lnTo>
                  <a:pt x="6098" y="1477"/>
                </a:lnTo>
                <a:lnTo>
                  <a:pt x="6120" y="1499"/>
                </a:lnTo>
                <a:lnTo>
                  <a:pt x="6227" y="1520"/>
                </a:lnTo>
                <a:lnTo>
                  <a:pt x="6355" y="1499"/>
                </a:lnTo>
                <a:lnTo>
                  <a:pt x="6505" y="1456"/>
                </a:lnTo>
                <a:lnTo>
                  <a:pt x="6633" y="1370"/>
                </a:lnTo>
                <a:lnTo>
                  <a:pt x="6740" y="1306"/>
                </a:lnTo>
                <a:lnTo>
                  <a:pt x="6826" y="1220"/>
                </a:lnTo>
                <a:lnTo>
                  <a:pt x="6826" y="1199"/>
                </a:lnTo>
                <a:lnTo>
                  <a:pt x="6826" y="1156"/>
                </a:lnTo>
                <a:lnTo>
                  <a:pt x="6826" y="1156"/>
                </a:lnTo>
                <a:lnTo>
                  <a:pt x="6805" y="1135"/>
                </a:lnTo>
                <a:lnTo>
                  <a:pt x="6762" y="1113"/>
                </a:lnTo>
                <a:lnTo>
                  <a:pt x="6655" y="1113"/>
                </a:lnTo>
                <a:lnTo>
                  <a:pt x="6526" y="1156"/>
                </a:lnTo>
                <a:lnTo>
                  <a:pt x="6398" y="1199"/>
                </a:lnTo>
                <a:lnTo>
                  <a:pt x="6270" y="1242"/>
                </a:lnTo>
                <a:lnTo>
                  <a:pt x="6163" y="1327"/>
                </a:lnTo>
                <a:lnTo>
                  <a:pt x="6098" y="1392"/>
                </a:lnTo>
                <a:lnTo>
                  <a:pt x="6077" y="1413"/>
                </a:lnTo>
                <a:lnTo>
                  <a:pt x="6077" y="1456"/>
                </a:lnTo>
                <a:lnTo>
                  <a:pt x="6077" y="1456"/>
                </a:lnTo>
                <a:close/>
                <a:moveTo>
                  <a:pt x="3595" y="4280"/>
                </a:moveTo>
                <a:lnTo>
                  <a:pt x="3595" y="4280"/>
                </a:lnTo>
                <a:lnTo>
                  <a:pt x="3638" y="4344"/>
                </a:lnTo>
                <a:lnTo>
                  <a:pt x="3659" y="4366"/>
                </a:lnTo>
                <a:lnTo>
                  <a:pt x="3702" y="4366"/>
                </a:lnTo>
                <a:lnTo>
                  <a:pt x="3724" y="4344"/>
                </a:lnTo>
                <a:lnTo>
                  <a:pt x="3766" y="4280"/>
                </a:lnTo>
                <a:lnTo>
                  <a:pt x="3809" y="4173"/>
                </a:lnTo>
                <a:lnTo>
                  <a:pt x="3873" y="4087"/>
                </a:lnTo>
                <a:lnTo>
                  <a:pt x="3938" y="4023"/>
                </a:lnTo>
                <a:lnTo>
                  <a:pt x="3959" y="4023"/>
                </a:lnTo>
                <a:lnTo>
                  <a:pt x="4023" y="4023"/>
                </a:lnTo>
                <a:lnTo>
                  <a:pt x="4066" y="4066"/>
                </a:lnTo>
                <a:lnTo>
                  <a:pt x="4130" y="4109"/>
                </a:lnTo>
                <a:lnTo>
                  <a:pt x="4130" y="4109"/>
                </a:lnTo>
                <a:lnTo>
                  <a:pt x="4216" y="4259"/>
                </a:lnTo>
                <a:lnTo>
                  <a:pt x="4344" y="4451"/>
                </a:lnTo>
                <a:lnTo>
                  <a:pt x="4408" y="4537"/>
                </a:lnTo>
                <a:lnTo>
                  <a:pt x="4494" y="4601"/>
                </a:lnTo>
                <a:lnTo>
                  <a:pt x="4558" y="4622"/>
                </a:lnTo>
                <a:lnTo>
                  <a:pt x="4601" y="4622"/>
                </a:lnTo>
                <a:lnTo>
                  <a:pt x="4622" y="4580"/>
                </a:lnTo>
                <a:lnTo>
                  <a:pt x="4622" y="4580"/>
                </a:lnTo>
                <a:lnTo>
                  <a:pt x="4644" y="4558"/>
                </a:lnTo>
                <a:lnTo>
                  <a:pt x="4644" y="4515"/>
                </a:lnTo>
                <a:lnTo>
                  <a:pt x="4644" y="4430"/>
                </a:lnTo>
                <a:lnTo>
                  <a:pt x="4579" y="4323"/>
                </a:lnTo>
                <a:lnTo>
                  <a:pt x="4515" y="4216"/>
                </a:lnTo>
                <a:lnTo>
                  <a:pt x="4365" y="4023"/>
                </a:lnTo>
                <a:lnTo>
                  <a:pt x="4301" y="3938"/>
                </a:lnTo>
                <a:lnTo>
                  <a:pt x="4301" y="3938"/>
                </a:lnTo>
                <a:lnTo>
                  <a:pt x="4408" y="3895"/>
                </a:lnTo>
                <a:lnTo>
                  <a:pt x="4515" y="3852"/>
                </a:lnTo>
                <a:lnTo>
                  <a:pt x="4601" y="3788"/>
                </a:lnTo>
                <a:lnTo>
                  <a:pt x="4686" y="3724"/>
                </a:lnTo>
                <a:lnTo>
                  <a:pt x="4751" y="3638"/>
                </a:lnTo>
                <a:lnTo>
                  <a:pt x="4793" y="3531"/>
                </a:lnTo>
                <a:lnTo>
                  <a:pt x="4815" y="3424"/>
                </a:lnTo>
                <a:lnTo>
                  <a:pt x="4793" y="3317"/>
                </a:lnTo>
                <a:lnTo>
                  <a:pt x="4793" y="3317"/>
                </a:lnTo>
                <a:lnTo>
                  <a:pt x="4729" y="3210"/>
                </a:lnTo>
                <a:lnTo>
                  <a:pt x="4644" y="3125"/>
                </a:lnTo>
                <a:lnTo>
                  <a:pt x="4537" y="3060"/>
                </a:lnTo>
                <a:lnTo>
                  <a:pt x="4408" y="3039"/>
                </a:lnTo>
                <a:lnTo>
                  <a:pt x="4280" y="3018"/>
                </a:lnTo>
                <a:lnTo>
                  <a:pt x="4151" y="2996"/>
                </a:lnTo>
                <a:lnTo>
                  <a:pt x="3895" y="3018"/>
                </a:lnTo>
                <a:lnTo>
                  <a:pt x="3895" y="3018"/>
                </a:lnTo>
                <a:lnTo>
                  <a:pt x="3788" y="3039"/>
                </a:lnTo>
                <a:lnTo>
                  <a:pt x="3702" y="3060"/>
                </a:lnTo>
                <a:lnTo>
                  <a:pt x="3659" y="3125"/>
                </a:lnTo>
                <a:lnTo>
                  <a:pt x="3617" y="3189"/>
                </a:lnTo>
                <a:lnTo>
                  <a:pt x="3617" y="3253"/>
                </a:lnTo>
                <a:lnTo>
                  <a:pt x="3617" y="3360"/>
                </a:lnTo>
                <a:lnTo>
                  <a:pt x="3617" y="3574"/>
                </a:lnTo>
                <a:lnTo>
                  <a:pt x="3617" y="3574"/>
                </a:lnTo>
                <a:lnTo>
                  <a:pt x="3574" y="3938"/>
                </a:lnTo>
                <a:lnTo>
                  <a:pt x="3552" y="4130"/>
                </a:lnTo>
                <a:lnTo>
                  <a:pt x="3574" y="4216"/>
                </a:lnTo>
                <a:lnTo>
                  <a:pt x="3595" y="4280"/>
                </a:lnTo>
                <a:lnTo>
                  <a:pt x="3595" y="4280"/>
                </a:lnTo>
                <a:close/>
                <a:moveTo>
                  <a:pt x="3809" y="3339"/>
                </a:moveTo>
                <a:lnTo>
                  <a:pt x="3809" y="3339"/>
                </a:lnTo>
                <a:lnTo>
                  <a:pt x="3873" y="3296"/>
                </a:lnTo>
                <a:lnTo>
                  <a:pt x="3959" y="3274"/>
                </a:lnTo>
                <a:lnTo>
                  <a:pt x="4087" y="3253"/>
                </a:lnTo>
                <a:lnTo>
                  <a:pt x="4216" y="3274"/>
                </a:lnTo>
                <a:lnTo>
                  <a:pt x="4344" y="3274"/>
                </a:lnTo>
                <a:lnTo>
                  <a:pt x="4451" y="3317"/>
                </a:lnTo>
                <a:lnTo>
                  <a:pt x="4537" y="3360"/>
                </a:lnTo>
                <a:lnTo>
                  <a:pt x="4558" y="3424"/>
                </a:lnTo>
                <a:lnTo>
                  <a:pt x="4558" y="3424"/>
                </a:lnTo>
                <a:lnTo>
                  <a:pt x="4558" y="3488"/>
                </a:lnTo>
                <a:lnTo>
                  <a:pt x="4515" y="3553"/>
                </a:lnTo>
                <a:lnTo>
                  <a:pt x="4451" y="3617"/>
                </a:lnTo>
                <a:lnTo>
                  <a:pt x="4365" y="3660"/>
                </a:lnTo>
                <a:lnTo>
                  <a:pt x="4173" y="3702"/>
                </a:lnTo>
                <a:lnTo>
                  <a:pt x="4023" y="3745"/>
                </a:lnTo>
                <a:lnTo>
                  <a:pt x="4023" y="3745"/>
                </a:lnTo>
                <a:lnTo>
                  <a:pt x="3916" y="3745"/>
                </a:lnTo>
                <a:lnTo>
                  <a:pt x="3873" y="3724"/>
                </a:lnTo>
                <a:lnTo>
                  <a:pt x="3873" y="3681"/>
                </a:lnTo>
                <a:lnTo>
                  <a:pt x="3852" y="3595"/>
                </a:lnTo>
                <a:lnTo>
                  <a:pt x="3852" y="3595"/>
                </a:lnTo>
                <a:lnTo>
                  <a:pt x="3809" y="3467"/>
                </a:lnTo>
                <a:lnTo>
                  <a:pt x="3809" y="3381"/>
                </a:lnTo>
                <a:lnTo>
                  <a:pt x="3809" y="3339"/>
                </a:lnTo>
                <a:lnTo>
                  <a:pt x="3809" y="3339"/>
                </a:lnTo>
                <a:close/>
                <a:moveTo>
                  <a:pt x="5542" y="4430"/>
                </a:moveTo>
                <a:lnTo>
                  <a:pt x="5542" y="4430"/>
                </a:lnTo>
                <a:lnTo>
                  <a:pt x="5414" y="4430"/>
                </a:lnTo>
                <a:lnTo>
                  <a:pt x="5414" y="4430"/>
                </a:lnTo>
                <a:lnTo>
                  <a:pt x="5350" y="4451"/>
                </a:lnTo>
                <a:lnTo>
                  <a:pt x="5307" y="4451"/>
                </a:lnTo>
                <a:lnTo>
                  <a:pt x="5285" y="4473"/>
                </a:lnTo>
                <a:lnTo>
                  <a:pt x="5285" y="4558"/>
                </a:lnTo>
                <a:lnTo>
                  <a:pt x="5285" y="4558"/>
                </a:lnTo>
                <a:lnTo>
                  <a:pt x="5328" y="4622"/>
                </a:lnTo>
                <a:lnTo>
                  <a:pt x="5414" y="4665"/>
                </a:lnTo>
                <a:lnTo>
                  <a:pt x="5499" y="4687"/>
                </a:lnTo>
                <a:lnTo>
                  <a:pt x="5606" y="4708"/>
                </a:lnTo>
                <a:lnTo>
                  <a:pt x="5713" y="4708"/>
                </a:lnTo>
                <a:lnTo>
                  <a:pt x="5799" y="4708"/>
                </a:lnTo>
                <a:lnTo>
                  <a:pt x="5885" y="4665"/>
                </a:lnTo>
                <a:lnTo>
                  <a:pt x="5927" y="4601"/>
                </a:lnTo>
                <a:lnTo>
                  <a:pt x="5927" y="4601"/>
                </a:lnTo>
                <a:lnTo>
                  <a:pt x="5927" y="4537"/>
                </a:lnTo>
                <a:lnTo>
                  <a:pt x="5906" y="4515"/>
                </a:lnTo>
                <a:lnTo>
                  <a:pt x="5863" y="4494"/>
                </a:lnTo>
                <a:lnTo>
                  <a:pt x="5842" y="4473"/>
                </a:lnTo>
                <a:lnTo>
                  <a:pt x="5842" y="4473"/>
                </a:lnTo>
                <a:lnTo>
                  <a:pt x="5820" y="4344"/>
                </a:lnTo>
                <a:lnTo>
                  <a:pt x="5820" y="4216"/>
                </a:lnTo>
                <a:lnTo>
                  <a:pt x="5820" y="4216"/>
                </a:lnTo>
                <a:lnTo>
                  <a:pt x="5885" y="3767"/>
                </a:lnTo>
                <a:lnTo>
                  <a:pt x="5885" y="3531"/>
                </a:lnTo>
                <a:lnTo>
                  <a:pt x="5885" y="3317"/>
                </a:lnTo>
                <a:lnTo>
                  <a:pt x="5885" y="3317"/>
                </a:lnTo>
                <a:lnTo>
                  <a:pt x="5992" y="3296"/>
                </a:lnTo>
                <a:lnTo>
                  <a:pt x="6056" y="3274"/>
                </a:lnTo>
                <a:lnTo>
                  <a:pt x="6077" y="3232"/>
                </a:lnTo>
                <a:lnTo>
                  <a:pt x="6077" y="3232"/>
                </a:lnTo>
                <a:lnTo>
                  <a:pt x="6077" y="3167"/>
                </a:lnTo>
                <a:lnTo>
                  <a:pt x="6034" y="3125"/>
                </a:lnTo>
                <a:lnTo>
                  <a:pt x="5949" y="3082"/>
                </a:lnTo>
                <a:lnTo>
                  <a:pt x="5863" y="3039"/>
                </a:lnTo>
                <a:lnTo>
                  <a:pt x="5756" y="3018"/>
                </a:lnTo>
                <a:lnTo>
                  <a:pt x="5671" y="2996"/>
                </a:lnTo>
                <a:lnTo>
                  <a:pt x="5585" y="3018"/>
                </a:lnTo>
                <a:lnTo>
                  <a:pt x="5521" y="3039"/>
                </a:lnTo>
                <a:lnTo>
                  <a:pt x="5521" y="3039"/>
                </a:lnTo>
                <a:lnTo>
                  <a:pt x="5478" y="3082"/>
                </a:lnTo>
                <a:lnTo>
                  <a:pt x="5499" y="3146"/>
                </a:lnTo>
                <a:lnTo>
                  <a:pt x="5585" y="3232"/>
                </a:lnTo>
                <a:lnTo>
                  <a:pt x="5585" y="3232"/>
                </a:lnTo>
                <a:lnTo>
                  <a:pt x="5606" y="3274"/>
                </a:lnTo>
                <a:lnTo>
                  <a:pt x="5628" y="3296"/>
                </a:lnTo>
                <a:lnTo>
                  <a:pt x="5649" y="3274"/>
                </a:lnTo>
                <a:lnTo>
                  <a:pt x="5649" y="3274"/>
                </a:lnTo>
                <a:lnTo>
                  <a:pt x="5649" y="3274"/>
                </a:lnTo>
                <a:lnTo>
                  <a:pt x="5692" y="3403"/>
                </a:lnTo>
                <a:lnTo>
                  <a:pt x="5692" y="3403"/>
                </a:lnTo>
                <a:lnTo>
                  <a:pt x="5692" y="3595"/>
                </a:lnTo>
                <a:lnTo>
                  <a:pt x="5671" y="3852"/>
                </a:lnTo>
                <a:lnTo>
                  <a:pt x="5628" y="4087"/>
                </a:lnTo>
                <a:lnTo>
                  <a:pt x="5585" y="4259"/>
                </a:lnTo>
                <a:lnTo>
                  <a:pt x="5585" y="4259"/>
                </a:lnTo>
                <a:lnTo>
                  <a:pt x="5542" y="4430"/>
                </a:lnTo>
                <a:lnTo>
                  <a:pt x="5542" y="4430"/>
                </a:lnTo>
                <a:close/>
                <a:moveTo>
                  <a:pt x="6805" y="4537"/>
                </a:moveTo>
                <a:lnTo>
                  <a:pt x="6805" y="4537"/>
                </a:lnTo>
                <a:lnTo>
                  <a:pt x="6826" y="4622"/>
                </a:lnTo>
                <a:lnTo>
                  <a:pt x="6847" y="4708"/>
                </a:lnTo>
                <a:lnTo>
                  <a:pt x="6890" y="4729"/>
                </a:lnTo>
                <a:lnTo>
                  <a:pt x="6933" y="4729"/>
                </a:lnTo>
                <a:lnTo>
                  <a:pt x="6976" y="4708"/>
                </a:lnTo>
                <a:lnTo>
                  <a:pt x="7019" y="4687"/>
                </a:lnTo>
                <a:lnTo>
                  <a:pt x="7019" y="4687"/>
                </a:lnTo>
                <a:lnTo>
                  <a:pt x="7061" y="4644"/>
                </a:lnTo>
                <a:lnTo>
                  <a:pt x="7083" y="4580"/>
                </a:lnTo>
                <a:lnTo>
                  <a:pt x="7104" y="4451"/>
                </a:lnTo>
                <a:lnTo>
                  <a:pt x="7083" y="4194"/>
                </a:lnTo>
                <a:lnTo>
                  <a:pt x="7083" y="4194"/>
                </a:lnTo>
                <a:lnTo>
                  <a:pt x="7168" y="4194"/>
                </a:lnTo>
                <a:lnTo>
                  <a:pt x="7339" y="4173"/>
                </a:lnTo>
                <a:lnTo>
                  <a:pt x="7511" y="4130"/>
                </a:lnTo>
                <a:lnTo>
                  <a:pt x="7639" y="4066"/>
                </a:lnTo>
                <a:lnTo>
                  <a:pt x="7639" y="4066"/>
                </a:lnTo>
                <a:lnTo>
                  <a:pt x="7767" y="3981"/>
                </a:lnTo>
                <a:lnTo>
                  <a:pt x="7810" y="3916"/>
                </a:lnTo>
                <a:lnTo>
                  <a:pt x="7853" y="3852"/>
                </a:lnTo>
                <a:lnTo>
                  <a:pt x="7874" y="3788"/>
                </a:lnTo>
                <a:lnTo>
                  <a:pt x="7874" y="3702"/>
                </a:lnTo>
                <a:lnTo>
                  <a:pt x="7874" y="3617"/>
                </a:lnTo>
                <a:lnTo>
                  <a:pt x="7853" y="3531"/>
                </a:lnTo>
                <a:lnTo>
                  <a:pt x="7853" y="3531"/>
                </a:lnTo>
                <a:lnTo>
                  <a:pt x="7789" y="3403"/>
                </a:lnTo>
                <a:lnTo>
                  <a:pt x="7682" y="3274"/>
                </a:lnTo>
                <a:lnTo>
                  <a:pt x="7532" y="3189"/>
                </a:lnTo>
                <a:lnTo>
                  <a:pt x="7382" y="3103"/>
                </a:lnTo>
                <a:lnTo>
                  <a:pt x="7211" y="3082"/>
                </a:lnTo>
                <a:lnTo>
                  <a:pt x="7147" y="3082"/>
                </a:lnTo>
                <a:lnTo>
                  <a:pt x="7083" y="3103"/>
                </a:lnTo>
                <a:lnTo>
                  <a:pt x="7019" y="3125"/>
                </a:lnTo>
                <a:lnTo>
                  <a:pt x="6954" y="3167"/>
                </a:lnTo>
                <a:lnTo>
                  <a:pt x="6912" y="3232"/>
                </a:lnTo>
                <a:lnTo>
                  <a:pt x="6869" y="3317"/>
                </a:lnTo>
                <a:lnTo>
                  <a:pt x="6869" y="3317"/>
                </a:lnTo>
                <a:lnTo>
                  <a:pt x="6847" y="3510"/>
                </a:lnTo>
                <a:lnTo>
                  <a:pt x="6826" y="3702"/>
                </a:lnTo>
                <a:lnTo>
                  <a:pt x="6826" y="4087"/>
                </a:lnTo>
                <a:lnTo>
                  <a:pt x="6826" y="4087"/>
                </a:lnTo>
                <a:lnTo>
                  <a:pt x="6805" y="4301"/>
                </a:lnTo>
                <a:lnTo>
                  <a:pt x="6805" y="4537"/>
                </a:lnTo>
                <a:lnTo>
                  <a:pt x="6805" y="4537"/>
                </a:lnTo>
                <a:close/>
                <a:moveTo>
                  <a:pt x="7168" y="3317"/>
                </a:moveTo>
                <a:lnTo>
                  <a:pt x="7168" y="3317"/>
                </a:lnTo>
                <a:lnTo>
                  <a:pt x="7361" y="3381"/>
                </a:lnTo>
                <a:lnTo>
                  <a:pt x="7468" y="3467"/>
                </a:lnTo>
                <a:lnTo>
                  <a:pt x="7553" y="3574"/>
                </a:lnTo>
                <a:lnTo>
                  <a:pt x="7575" y="3681"/>
                </a:lnTo>
                <a:lnTo>
                  <a:pt x="7553" y="3724"/>
                </a:lnTo>
                <a:lnTo>
                  <a:pt x="7532" y="3767"/>
                </a:lnTo>
                <a:lnTo>
                  <a:pt x="7489" y="3809"/>
                </a:lnTo>
                <a:lnTo>
                  <a:pt x="7446" y="3852"/>
                </a:lnTo>
                <a:lnTo>
                  <a:pt x="7318" y="3916"/>
                </a:lnTo>
                <a:lnTo>
                  <a:pt x="7125" y="3938"/>
                </a:lnTo>
                <a:lnTo>
                  <a:pt x="7125" y="3938"/>
                </a:lnTo>
                <a:lnTo>
                  <a:pt x="7104" y="3895"/>
                </a:lnTo>
                <a:lnTo>
                  <a:pt x="7104" y="3831"/>
                </a:lnTo>
                <a:lnTo>
                  <a:pt x="7125" y="3638"/>
                </a:lnTo>
                <a:lnTo>
                  <a:pt x="7168" y="3424"/>
                </a:lnTo>
                <a:lnTo>
                  <a:pt x="7190" y="3339"/>
                </a:lnTo>
                <a:lnTo>
                  <a:pt x="7168" y="3317"/>
                </a:lnTo>
                <a:lnTo>
                  <a:pt x="7168" y="3317"/>
                </a:lnTo>
                <a:close/>
                <a:moveTo>
                  <a:pt x="4729" y="4430"/>
                </a:moveTo>
                <a:lnTo>
                  <a:pt x="4729" y="4430"/>
                </a:lnTo>
                <a:lnTo>
                  <a:pt x="4729" y="4473"/>
                </a:lnTo>
                <a:lnTo>
                  <a:pt x="4751" y="4515"/>
                </a:lnTo>
                <a:lnTo>
                  <a:pt x="4793" y="4537"/>
                </a:lnTo>
                <a:lnTo>
                  <a:pt x="4836" y="4537"/>
                </a:lnTo>
                <a:lnTo>
                  <a:pt x="4900" y="4515"/>
                </a:lnTo>
                <a:lnTo>
                  <a:pt x="4922" y="4494"/>
                </a:lnTo>
                <a:lnTo>
                  <a:pt x="4943" y="4451"/>
                </a:lnTo>
                <a:lnTo>
                  <a:pt x="4943" y="4408"/>
                </a:lnTo>
                <a:lnTo>
                  <a:pt x="4943" y="4408"/>
                </a:lnTo>
                <a:lnTo>
                  <a:pt x="4943" y="4366"/>
                </a:lnTo>
                <a:lnTo>
                  <a:pt x="4900" y="4323"/>
                </a:lnTo>
                <a:lnTo>
                  <a:pt x="4858" y="4323"/>
                </a:lnTo>
                <a:lnTo>
                  <a:pt x="4836" y="4323"/>
                </a:lnTo>
                <a:lnTo>
                  <a:pt x="4793" y="4323"/>
                </a:lnTo>
                <a:lnTo>
                  <a:pt x="4751" y="4344"/>
                </a:lnTo>
                <a:lnTo>
                  <a:pt x="4729" y="4387"/>
                </a:lnTo>
                <a:lnTo>
                  <a:pt x="4729" y="4430"/>
                </a:lnTo>
                <a:lnTo>
                  <a:pt x="4729" y="4430"/>
                </a:lnTo>
                <a:close/>
                <a:moveTo>
                  <a:pt x="6013" y="4537"/>
                </a:moveTo>
                <a:lnTo>
                  <a:pt x="6013" y="4537"/>
                </a:lnTo>
                <a:lnTo>
                  <a:pt x="6013" y="4601"/>
                </a:lnTo>
                <a:lnTo>
                  <a:pt x="6034" y="4622"/>
                </a:lnTo>
                <a:lnTo>
                  <a:pt x="6077" y="4644"/>
                </a:lnTo>
                <a:lnTo>
                  <a:pt x="6141" y="4644"/>
                </a:lnTo>
                <a:lnTo>
                  <a:pt x="6184" y="4622"/>
                </a:lnTo>
                <a:lnTo>
                  <a:pt x="6205" y="4601"/>
                </a:lnTo>
                <a:lnTo>
                  <a:pt x="6227" y="4558"/>
                </a:lnTo>
                <a:lnTo>
                  <a:pt x="6227" y="4515"/>
                </a:lnTo>
                <a:lnTo>
                  <a:pt x="6227" y="4515"/>
                </a:lnTo>
                <a:lnTo>
                  <a:pt x="6205" y="4473"/>
                </a:lnTo>
                <a:lnTo>
                  <a:pt x="6184" y="4451"/>
                </a:lnTo>
                <a:lnTo>
                  <a:pt x="6141" y="4430"/>
                </a:lnTo>
                <a:lnTo>
                  <a:pt x="6098" y="4430"/>
                </a:lnTo>
                <a:lnTo>
                  <a:pt x="6034" y="4473"/>
                </a:lnTo>
                <a:lnTo>
                  <a:pt x="6013" y="4494"/>
                </a:lnTo>
                <a:lnTo>
                  <a:pt x="6013" y="4537"/>
                </a:lnTo>
                <a:lnTo>
                  <a:pt x="6013" y="4537"/>
                </a:lnTo>
                <a:close/>
                <a:moveTo>
                  <a:pt x="7553" y="4687"/>
                </a:moveTo>
                <a:lnTo>
                  <a:pt x="7553" y="4687"/>
                </a:lnTo>
                <a:lnTo>
                  <a:pt x="7532" y="4644"/>
                </a:lnTo>
                <a:lnTo>
                  <a:pt x="7511" y="4622"/>
                </a:lnTo>
                <a:lnTo>
                  <a:pt x="7425" y="4601"/>
                </a:lnTo>
                <a:lnTo>
                  <a:pt x="7382" y="4601"/>
                </a:lnTo>
                <a:lnTo>
                  <a:pt x="7339" y="4622"/>
                </a:lnTo>
                <a:lnTo>
                  <a:pt x="7318" y="4665"/>
                </a:lnTo>
                <a:lnTo>
                  <a:pt x="7318" y="4708"/>
                </a:lnTo>
                <a:lnTo>
                  <a:pt x="7318" y="4708"/>
                </a:lnTo>
                <a:lnTo>
                  <a:pt x="7339" y="4751"/>
                </a:lnTo>
                <a:lnTo>
                  <a:pt x="7361" y="4772"/>
                </a:lnTo>
                <a:lnTo>
                  <a:pt x="7446" y="4794"/>
                </a:lnTo>
                <a:lnTo>
                  <a:pt x="7489" y="4794"/>
                </a:lnTo>
                <a:lnTo>
                  <a:pt x="7511" y="4772"/>
                </a:lnTo>
                <a:lnTo>
                  <a:pt x="7532" y="4729"/>
                </a:lnTo>
                <a:lnTo>
                  <a:pt x="7553" y="4687"/>
                </a:lnTo>
                <a:lnTo>
                  <a:pt x="7553" y="4687"/>
                </a:lnTo>
                <a:close/>
                <a:moveTo>
                  <a:pt x="4815" y="5350"/>
                </a:moveTo>
                <a:lnTo>
                  <a:pt x="4815" y="5350"/>
                </a:lnTo>
                <a:lnTo>
                  <a:pt x="4793" y="5328"/>
                </a:lnTo>
                <a:lnTo>
                  <a:pt x="4772" y="5307"/>
                </a:lnTo>
                <a:lnTo>
                  <a:pt x="4729" y="5243"/>
                </a:lnTo>
                <a:lnTo>
                  <a:pt x="4708" y="5179"/>
                </a:lnTo>
                <a:lnTo>
                  <a:pt x="4665" y="5114"/>
                </a:lnTo>
                <a:lnTo>
                  <a:pt x="4665" y="5114"/>
                </a:lnTo>
                <a:lnTo>
                  <a:pt x="4579" y="5093"/>
                </a:lnTo>
                <a:lnTo>
                  <a:pt x="4494" y="5093"/>
                </a:lnTo>
                <a:lnTo>
                  <a:pt x="4430" y="5136"/>
                </a:lnTo>
                <a:lnTo>
                  <a:pt x="4365" y="5200"/>
                </a:lnTo>
                <a:lnTo>
                  <a:pt x="4365" y="5200"/>
                </a:lnTo>
                <a:lnTo>
                  <a:pt x="4301" y="5307"/>
                </a:lnTo>
                <a:lnTo>
                  <a:pt x="4280" y="5371"/>
                </a:lnTo>
                <a:lnTo>
                  <a:pt x="4280" y="5414"/>
                </a:lnTo>
                <a:lnTo>
                  <a:pt x="4301" y="5435"/>
                </a:lnTo>
                <a:lnTo>
                  <a:pt x="4301" y="5435"/>
                </a:lnTo>
                <a:lnTo>
                  <a:pt x="4344" y="5457"/>
                </a:lnTo>
                <a:lnTo>
                  <a:pt x="4365" y="5457"/>
                </a:lnTo>
                <a:lnTo>
                  <a:pt x="4430" y="5414"/>
                </a:lnTo>
                <a:lnTo>
                  <a:pt x="4494" y="5350"/>
                </a:lnTo>
                <a:lnTo>
                  <a:pt x="4537" y="5307"/>
                </a:lnTo>
                <a:lnTo>
                  <a:pt x="4537" y="5307"/>
                </a:lnTo>
                <a:lnTo>
                  <a:pt x="4601" y="5435"/>
                </a:lnTo>
                <a:lnTo>
                  <a:pt x="4708" y="5564"/>
                </a:lnTo>
                <a:lnTo>
                  <a:pt x="4708" y="5564"/>
                </a:lnTo>
                <a:lnTo>
                  <a:pt x="4793" y="5607"/>
                </a:lnTo>
                <a:lnTo>
                  <a:pt x="4858" y="5607"/>
                </a:lnTo>
                <a:lnTo>
                  <a:pt x="4922" y="5585"/>
                </a:lnTo>
                <a:lnTo>
                  <a:pt x="4965" y="5564"/>
                </a:lnTo>
                <a:lnTo>
                  <a:pt x="5071" y="5478"/>
                </a:lnTo>
                <a:lnTo>
                  <a:pt x="5136" y="5457"/>
                </a:lnTo>
                <a:lnTo>
                  <a:pt x="5200" y="5435"/>
                </a:lnTo>
                <a:lnTo>
                  <a:pt x="5200" y="5435"/>
                </a:lnTo>
                <a:lnTo>
                  <a:pt x="5264" y="5457"/>
                </a:lnTo>
                <a:lnTo>
                  <a:pt x="5328" y="5478"/>
                </a:lnTo>
                <a:lnTo>
                  <a:pt x="5414" y="5564"/>
                </a:lnTo>
                <a:lnTo>
                  <a:pt x="5521" y="5671"/>
                </a:lnTo>
                <a:lnTo>
                  <a:pt x="5564" y="5714"/>
                </a:lnTo>
                <a:lnTo>
                  <a:pt x="5628" y="5714"/>
                </a:lnTo>
                <a:lnTo>
                  <a:pt x="5628" y="5714"/>
                </a:lnTo>
                <a:lnTo>
                  <a:pt x="5735" y="5714"/>
                </a:lnTo>
                <a:lnTo>
                  <a:pt x="5799" y="5671"/>
                </a:lnTo>
                <a:lnTo>
                  <a:pt x="5885" y="5628"/>
                </a:lnTo>
                <a:lnTo>
                  <a:pt x="5970" y="5607"/>
                </a:lnTo>
                <a:lnTo>
                  <a:pt x="5970" y="5607"/>
                </a:lnTo>
                <a:lnTo>
                  <a:pt x="6034" y="5607"/>
                </a:lnTo>
                <a:lnTo>
                  <a:pt x="6098" y="5607"/>
                </a:lnTo>
                <a:lnTo>
                  <a:pt x="6184" y="5607"/>
                </a:lnTo>
                <a:lnTo>
                  <a:pt x="6248" y="5607"/>
                </a:lnTo>
                <a:lnTo>
                  <a:pt x="6248" y="5607"/>
                </a:lnTo>
                <a:lnTo>
                  <a:pt x="6312" y="5564"/>
                </a:lnTo>
                <a:lnTo>
                  <a:pt x="6355" y="5542"/>
                </a:lnTo>
                <a:lnTo>
                  <a:pt x="6377" y="5500"/>
                </a:lnTo>
                <a:lnTo>
                  <a:pt x="6355" y="5435"/>
                </a:lnTo>
                <a:lnTo>
                  <a:pt x="6334" y="5393"/>
                </a:lnTo>
                <a:lnTo>
                  <a:pt x="6291" y="5371"/>
                </a:lnTo>
                <a:lnTo>
                  <a:pt x="6227" y="5328"/>
                </a:lnTo>
                <a:lnTo>
                  <a:pt x="6163" y="5307"/>
                </a:lnTo>
                <a:lnTo>
                  <a:pt x="6163" y="5307"/>
                </a:lnTo>
                <a:lnTo>
                  <a:pt x="6098" y="5307"/>
                </a:lnTo>
                <a:lnTo>
                  <a:pt x="6034" y="5328"/>
                </a:lnTo>
                <a:lnTo>
                  <a:pt x="5885" y="5393"/>
                </a:lnTo>
                <a:lnTo>
                  <a:pt x="5756" y="5435"/>
                </a:lnTo>
                <a:lnTo>
                  <a:pt x="5692" y="5435"/>
                </a:lnTo>
                <a:lnTo>
                  <a:pt x="5649" y="5435"/>
                </a:lnTo>
                <a:lnTo>
                  <a:pt x="5649" y="5435"/>
                </a:lnTo>
                <a:lnTo>
                  <a:pt x="5585" y="5393"/>
                </a:lnTo>
                <a:lnTo>
                  <a:pt x="5542" y="5371"/>
                </a:lnTo>
                <a:lnTo>
                  <a:pt x="5457" y="5286"/>
                </a:lnTo>
                <a:lnTo>
                  <a:pt x="5371" y="5221"/>
                </a:lnTo>
                <a:lnTo>
                  <a:pt x="5307" y="5200"/>
                </a:lnTo>
                <a:lnTo>
                  <a:pt x="5221" y="5200"/>
                </a:lnTo>
                <a:lnTo>
                  <a:pt x="5221" y="5200"/>
                </a:lnTo>
                <a:lnTo>
                  <a:pt x="5178" y="5200"/>
                </a:lnTo>
                <a:lnTo>
                  <a:pt x="5114" y="5221"/>
                </a:lnTo>
                <a:lnTo>
                  <a:pt x="5007" y="5264"/>
                </a:lnTo>
                <a:lnTo>
                  <a:pt x="4922" y="5328"/>
                </a:lnTo>
                <a:lnTo>
                  <a:pt x="4858" y="5350"/>
                </a:lnTo>
                <a:lnTo>
                  <a:pt x="4815" y="5350"/>
                </a:lnTo>
                <a:lnTo>
                  <a:pt x="4815" y="5350"/>
                </a:lnTo>
                <a:close/>
                <a:moveTo>
                  <a:pt x="4237" y="5970"/>
                </a:moveTo>
                <a:lnTo>
                  <a:pt x="4237" y="5970"/>
                </a:lnTo>
                <a:lnTo>
                  <a:pt x="4130" y="5949"/>
                </a:lnTo>
                <a:lnTo>
                  <a:pt x="3959" y="5949"/>
                </a:lnTo>
                <a:lnTo>
                  <a:pt x="3895" y="5949"/>
                </a:lnTo>
                <a:lnTo>
                  <a:pt x="3831" y="5970"/>
                </a:lnTo>
                <a:lnTo>
                  <a:pt x="3809" y="5992"/>
                </a:lnTo>
                <a:lnTo>
                  <a:pt x="3809" y="6056"/>
                </a:lnTo>
                <a:lnTo>
                  <a:pt x="3809" y="6056"/>
                </a:lnTo>
                <a:lnTo>
                  <a:pt x="3831" y="6077"/>
                </a:lnTo>
                <a:lnTo>
                  <a:pt x="3852" y="6120"/>
                </a:lnTo>
                <a:lnTo>
                  <a:pt x="3980" y="6163"/>
                </a:lnTo>
                <a:lnTo>
                  <a:pt x="4151" y="6206"/>
                </a:lnTo>
                <a:lnTo>
                  <a:pt x="4344" y="6227"/>
                </a:lnTo>
                <a:lnTo>
                  <a:pt x="4515" y="6227"/>
                </a:lnTo>
                <a:lnTo>
                  <a:pt x="4665" y="6227"/>
                </a:lnTo>
                <a:lnTo>
                  <a:pt x="4751" y="6184"/>
                </a:lnTo>
                <a:lnTo>
                  <a:pt x="4772" y="6141"/>
                </a:lnTo>
                <a:lnTo>
                  <a:pt x="4772" y="6099"/>
                </a:lnTo>
                <a:lnTo>
                  <a:pt x="4772" y="6099"/>
                </a:lnTo>
                <a:lnTo>
                  <a:pt x="4751" y="6056"/>
                </a:lnTo>
                <a:lnTo>
                  <a:pt x="4686" y="6035"/>
                </a:lnTo>
                <a:lnTo>
                  <a:pt x="4537" y="5992"/>
                </a:lnTo>
                <a:lnTo>
                  <a:pt x="4237" y="5970"/>
                </a:lnTo>
                <a:lnTo>
                  <a:pt x="4237" y="5970"/>
                </a:lnTo>
                <a:close/>
                <a:moveTo>
                  <a:pt x="7939" y="6056"/>
                </a:moveTo>
                <a:lnTo>
                  <a:pt x="7939" y="6056"/>
                </a:lnTo>
                <a:lnTo>
                  <a:pt x="7917" y="6035"/>
                </a:lnTo>
                <a:lnTo>
                  <a:pt x="7853" y="6013"/>
                </a:lnTo>
                <a:lnTo>
                  <a:pt x="7703" y="6035"/>
                </a:lnTo>
                <a:lnTo>
                  <a:pt x="7575" y="6099"/>
                </a:lnTo>
                <a:lnTo>
                  <a:pt x="7532" y="6141"/>
                </a:lnTo>
                <a:lnTo>
                  <a:pt x="7511" y="6163"/>
                </a:lnTo>
                <a:lnTo>
                  <a:pt x="7511" y="6163"/>
                </a:lnTo>
                <a:lnTo>
                  <a:pt x="7532" y="6206"/>
                </a:lnTo>
                <a:lnTo>
                  <a:pt x="7575" y="6227"/>
                </a:lnTo>
                <a:lnTo>
                  <a:pt x="7660" y="6227"/>
                </a:lnTo>
                <a:lnTo>
                  <a:pt x="7746" y="6227"/>
                </a:lnTo>
                <a:lnTo>
                  <a:pt x="7832" y="6206"/>
                </a:lnTo>
                <a:lnTo>
                  <a:pt x="7917" y="6163"/>
                </a:lnTo>
                <a:lnTo>
                  <a:pt x="7939" y="6120"/>
                </a:lnTo>
                <a:lnTo>
                  <a:pt x="7939" y="6056"/>
                </a:lnTo>
                <a:lnTo>
                  <a:pt x="7939" y="6056"/>
                </a:lnTo>
                <a:close/>
                <a:moveTo>
                  <a:pt x="5457" y="6120"/>
                </a:moveTo>
                <a:lnTo>
                  <a:pt x="5457" y="6120"/>
                </a:lnTo>
                <a:lnTo>
                  <a:pt x="5414" y="6163"/>
                </a:lnTo>
                <a:lnTo>
                  <a:pt x="5414" y="6184"/>
                </a:lnTo>
                <a:lnTo>
                  <a:pt x="5435" y="6206"/>
                </a:lnTo>
                <a:lnTo>
                  <a:pt x="5478" y="6248"/>
                </a:lnTo>
                <a:lnTo>
                  <a:pt x="5564" y="6270"/>
                </a:lnTo>
                <a:lnTo>
                  <a:pt x="5756" y="6313"/>
                </a:lnTo>
                <a:lnTo>
                  <a:pt x="5863" y="6334"/>
                </a:lnTo>
                <a:lnTo>
                  <a:pt x="5863" y="6334"/>
                </a:lnTo>
                <a:lnTo>
                  <a:pt x="6227" y="6355"/>
                </a:lnTo>
                <a:lnTo>
                  <a:pt x="6441" y="6355"/>
                </a:lnTo>
                <a:lnTo>
                  <a:pt x="6505" y="6355"/>
                </a:lnTo>
                <a:lnTo>
                  <a:pt x="6548" y="6334"/>
                </a:lnTo>
                <a:lnTo>
                  <a:pt x="6548" y="6334"/>
                </a:lnTo>
                <a:lnTo>
                  <a:pt x="6419" y="6248"/>
                </a:lnTo>
                <a:lnTo>
                  <a:pt x="6270" y="6206"/>
                </a:lnTo>
                <a:lnTo>
                  <a:pt x="5970" y="6163"/>
                </a:lnTo>
                <a:lnTo>
                  <a:pt x="5970" y="6163"/>
                </a:lnTo>
                <a:lnTo>
                  <a:pt x="5713" y="6120"/>
                </a:lnTo>
                <a:lnTo>
                  <a:pt x="5564" y="6099"/>
                </a:lnTo>
                <a:lnTo>
                  <a:pt x="5499" y="6099"/>
                </a:lnTo>
                <a:lnTo>
                  <a:pt x="5457" y="6120"/>
                </a:lnTo>
                <a:lnTo>
                  <a:pt x="5457" y="6120"/>
                </a:lnTo>
                <a:close/>
                <a:moveTo>
                  <a:pt x="5200" y="7853"/>
                </a:moveTo>
                <a:lnTo>
                  <a:pt x="5200" y="7853"/>
                </a:lnTo>
                <a:lnTo>
                  <a:pt x="5114" y="7875"/>
                </a:lnTo>
                <a:lnTo>
                  <a:pt x="5093" y="7875"/>
                </a:lnTo>
                <a:lnTo>
                  <a:pt x="5093" y="7853"/>
                </a:lnTo>
                <a:lnTo>
                  <a:pt x="5178" y="7682"/>
                </a:lnTo>
                <a:lnTo>
                  <a:pt x="5178" y="7682"/>
                </a:lnTo>
                <a:lnTo>
                  <a:pt x="5221" y="7596"/>
                </a:lnTo>
                <a:lnTo>
                  <a:pt x="5264" y="7489"/>
                </a:lnTo>
                <a:lnTo>
                  <a:pt x="5264" y="7447"/>
                </a:lnTo>
                <a:lnTo>
                  <a:pt x="5264" y="7425"/>
                </a:lnTo>
                <a:lnTo>
                  <a:pt x="5243" y="7382"/>
                </a:lnTo>
                <a:lnTo>
                  <a:pt x="5178" y="7361"/>
                </a:lnTo>
                <a:lnTo>
                  <a:pt x="5178" y="7361"/>
                </a:lnTo>
                <a:lnTo>
                  <a:pt x="5093" y="7382"/>
                </a:lnTo>
                <a:lnTo>
                  <a:pt x="4986" y="7425"/>
                </a:lnTo>
                <a:lnTo>
                  <a:pt x="4879" y="7489"/>
                </a:lnTo>
                <a:lnTo>
                  <a:pt x="4751" y="7575"/>
                </a:lnTo>
                <a:lnTo>
                  <a:pt x="4558" y="7789"/>
                </a:lnTo>
                <a:lnTo>
                  <a:pt x="4430" y="7939"/>
                </a:lnTo>
                <a:lnTo>
                  <a:pt x="4430" y="7939"/>
                </a:lnTo>
                <a:lnTo>
                  <a:pt x="4430" y="7703"/>
                </a:lnTo>
                <a:lnTo>
                  <a:pt x="4451" y="7361"/>
                </a:lnTo>
                <a:lnTo>
                  <a:pt x="4430" y="7211"/>
                </a:lnTo>
                <a:lnTo>
                  <a:pt x="4387" y="7061"/>
                </a:lnTo>
                <a:lnTo>
                  <a:pt x="4365" y="7019"/>
                </a:lnTo>
                <a:lnTo>
                  <a:pt x="4323" y="6997"/>
                </a:lnTo>
                <a:lnTo>
                  <a:pt x="4280" y="6976"/>
                </a:lnTo>
                <a:lnTo>
                  <a:pt x="4216" y="6976"/>
                </a:lnTo>
                <a:lnTo>
                  <a:pt x="4216" y="6976"/>
                </a:lnTo>
                <a:lnTo>
                  <a:pt x="4109" y="7019"/>
                </a:lnTo>
                <a:lnTo>
                  <a:pt x="4023" y="7083"/>
                </a:lnTo>
                <a:lnTo>
                  <a:pt x="3938" y="7190"/>
                </a:lnTo>
                <a:lnTo>
                  <a:pt x="3852" y="7318"/>
                </a:lnTo>
                <a:lnTo>
                  <a:pt x="3702" y="7554"/>
                </a:lnTo>
                <a:lnTo>
                  <a:pt x="3595" y="7746"/>
                </a:lnTo>
                <a:lnTo>
                  <a:pt x="3595" y="7746"/>
                </a:lnTo>
                <a:lnTo>
                  <a:pt x="3488" y="7960"/>
                </a:lnTo>
                <a:lnTo>
                  <a:pt x="3445" y="8067"/>
                </a:lnTo>
                <a:lnTo>
                  <a:pt x="3424" y="8110"/>
                </a:lnTo>
                <a:lnTo>
                  <a:pt x="3445" y="8174"/>
                </a:lnTo>
                <a:lnTo>
                  <a:pt x="3445" y="8174"/>
                </a:lnTo>
                <a:lnTo>
                  <a:pt x="3467" y="8217"/>
                </a:lnTo>
                <a:lnTo>
                  <a:pt x="3488" y="8238"/>
                </a:lnTo>
                <a:lnTo>
                  <a:pt x="3531" y="8238"/>
                </a:lnTo>
                <a:lnTo>
                  <a:pt x="3552" y="8238"/>
                </a:lnTo>
                <a:lnTo>
                  <a:pt x="3638" y="8195"/>
                </a:lnTo>
                <a:lnTo>
                  <a:pt x="3702" y="8110"/>
                </a:lnTo>
                <a:lnTo>
                  <a:pt x="3702" y="8110"/>
                </a:lnTo>
                <a:lnTo>
                  <a:pt x="3788" y="7960"/>
                </a:lnTo>
                <a:lnTo>
                  <a:pt x="3895" y="7746"/>
                </a:lnTo>
                <a:lnTo>
                  <a:pt x="3959" y="7639"/>
                </a:lnTo>
                <a:lnTo>
                  <a:pt x="4023" y="7554"/>
                </a:lnTo>
                <a:lnTo>
                  <a:pt x="4087" y="7489"/>
                </a:lnTo>
                <a:lnTo>
                  <a:pt x="4173" y="7468"/>
                </a:lnTo>
                <a:lnTo>
                  <a:pt x="4173" y="7468"/>
                </a:lnTo>
                <a:lnTo>
                  <a:pt x="4151" y="7554"/>
                </a:lnTo>
                <a:lnTo>
                  <a:pt x="4130" y="7661"/>
                </a:lnTo>
                <a:lnTo>
                  <a:pt x="4130" y="7768"/>
                </a:lnTo>
                <a:lnTo>
                  <a:pt x="4130" y="7896"/>
                </a:lnTo>
                <a:lnTo>
                  <a:pt x="4151" y="8003"/>
                </a:lnTo>
                <a:lnTo>
                  <a:pt x="4216" y="8110"/>
                </a:lnTo>
                <a:lnTo>
                  <a:pt x="4280" y="8174"/>
                </a:lnTo>
                <a:lnTo>
                  <a:pt x="4387" y="8195"/>
                </a:lnTo>
                <a:lnTo>
                  <a:pt x="4387" y="8195"/>
                </a:lnTo>
                <a:lnTo>
                  <a:pt x="4472" y="8153"/>
                </a:lnTo>
                <a:lnTo>
                  <a:pt x="4622" y="8046"/>
                </a:lnTo>
                <a:lnTo>
                  <a:pt x="4836" y="7875"/>
                </a:lnTo>
                <a:lnTo>
                  <a:pt x="4836" y="7875"/>
                </a:lnTo>
                <a:lnTo>
                  <a:pt x="4815" y="7960"/>
                </a:lnTo>
                <a:lnTo>
                  <a:pt x="4793" y="8067"/>
                </a:lnTo>
                <a:lnTo>
                  <a:pt x="4815" y="8195"/>
                </a:lnTo>
                <a:lnTo>
                  <a:pt x="4836" y="8238"/>
                </a:lnTo>
                <a:lnTo>
                  <a:pt x="4879" y="8260"/>
                </a:lnTo>
                <a:lnTo>
                  <a:pt x="4879" y="8260"/>
                </a:lnTo>
                <a:lnTo>
                  <a:pt x="4922" y="8281"/>
                </a:lnTo>
                <a:lnTo>
                  <a:pt x="4965" y="8260"/>
                </a:lnTo>
                <a:lnTo>
                  <a:pt x="5029" y="8238"/>
                </a:lnTo>
                <a:lnTo>
                  <a:pt x="5114" y="8174"/>
                </a:lnTo>
                <a:lnTo>
                  <a:pt x="5178" y="8153"/>
                </a:lnTo>
                <a:lnTo>
                  <a:pt x="5178" y="8153"/>
                </a:lnTo>
                <a:lnTo>
                  <a:pt x="5178" y="8153"/>
                </a:lnTo>
                <a:lnTo>
                  <a:pt x="5157" y="8174"/>
                </a:lnTo>
                <a:lnTo>
                  <a:pt x="5157" y="8238"/>
                </a:lnTo>
                <a:lnTo>
                  <a:pt x="5157" y="8324"/>
                </a:lnTo>
                <a:lnTo>
                  <a:pt x="5200" y="8409"/>
                </a:lnTo>
                <a:lnTo>
                  <a:pt x="5243" y="8474"/>
                </a:lnTo>
                <a:lnTo>
                  <a:pt x="5264" y="8474"/>
                </a:lnTo>
                <a:lnTo>
                  <a:pt x="5307" y="8474"/>
                </a:lnTo>
                <a:lnTo>
                  <a:pt x="5328" y="8452"/>
                </a:lnTo>
                <a:lnTo>
                  <a:pt x="5350" y="8409"/>
                </a:lnTo>
                <a:lnTo>
                  <a:pt x="5414" y="8260"/>
                </a:lnTo>
                <a:lnTo>
                  <a:pt x="5414" y="8260"/>
                </a:lnTo>
                <a:lnTo>
                  <a:pt x="5478" y="8046"/>
                </a:lnTo>
                <a:lnTo>
                  <a:pt x="5499" y="7939"/>
                </a:lnTo>
                <a:lnTo>
                  <a:pt x="5499" y="7875"/>
                </a:lnTo>
                <a:lnTo>
                  <a:pt x="5478" y="7832"/>
                </a:lnTo>
                <a:lnTo>
                  <a:pt x="5478" y="7832"/>
                </a:lnTo>
                <a:lnTo>
                  <a:pt x="5457" y="7810"/>
                </a:lnTo>
                <a:lnTo>
                  <a:pt x="5414" y="7789"/>
                </a:lnTo>
                <a:lnTo>
                  <a:pt x="5392" y="7768"/>
                </a:lnTo>
                <a:lnTo>
                  <a:pt x="5350" y="7789"/>
                </a:lnTo>
                <a:lnTo>
                  <a:pt x="5200" y="7853"/>
                </a:lnTo>
                <a:lnTo>
                  <a:pt x="5200" y="7853"/>
                </a:lnTo>
                <a:close/>
                <a:moveTo>
                  <a:pt x="5842" y="7168"/>
                </a:moveTo>
                <a:lnTo>
                  <a:pt x="5842" y="7168"/>
                </a:lnTo>
                <a:lnTo>
                  <a:pt x="5820" y="7190"/>
                </a:lnTo>
                <a:lnTo>
                  <a:pt x="5820" y="7233"/>
                </a:lnTo>
                <a:lnTo>
                  <a:pt x="5842" y="7361"/>
                </a:lnTo>
                <a:lnTo>
                  <a:pt x="5885" y="7511"/>
                </a:lnTo>
                <a:lnTo>
                  <a:pt x="5970" y="7682"/>
                </a:lnTo>
                <a:lnTo>
                  <a:pt x="6141" y="8024"/>
                </a:lnTo>
                <a:lnTo>
                  <a:pt x="6205" y="8153"/>
                </a:lnTo>
                <a:lnTo>
                  <a:pt x="6227" y="8238"/>
                </a:lnTo>
                <a:lnTo>
                  <a:pt x="6227" y="8238"/>
                </a:lnTo>
                <a:lnTo>
                  <a:pt x="6227" y="8345"/>
                </a:lnTo>
                <a:lnTo>
                  <a:pt x="6205" y="8474"/>
                </a:lnTo>
                <a:lnTo>
                  <a:pt x="6205" y="8602"/>
                </a:lnTo>
                <a:lnTo>
                  <a:pt x="6205" y="8645"/>
                </a:lnTo>
                <a:lnTo>
                  <a:pt x="6227" y="8688"/>
                </a:lnTo>
                <a:lnTo>
                  <a:pt x="6227" y="8688"/>
                </a:lnTo>
                <a:lnTo>
                  <a:pt x="6291" y="8730"/>
                </a:lnTo>
                <a:lnTo>
                  <a:pt x="6355" y="8730"/>
                </a:lnTo>
                <a:lnTo>
                  <a:pt x="6419" y="8688"/>
                </a:lnTo>
                <a:lnTo>
                  <a:pt x="6462" y="8623"/>
                </a:lnTo>
                <a:lnTo>
                  <a:pt x="6462" y="8623"/>
                </a:lnTo>
                <a:lnTo>
                  <a:pt x="6484" y="8559"/>
                </a:lnTo>
                <a:lnTo>
                  <a:pt x="6505" y="8474"/>
                </a:lnTo>
                <a:lnTo>
                  <a:pt x="6484" y="8260"/>
                </a:lnTo>
                <a:lnTo>
                  <a:pt x="6419" y="7982"/>
                </a:lnTo>
                <a:lnTo>
                  <a:pt x="6312" y="7725"/>
                </a:lnTo>
                <a:lnTo>
                  <a:pt x="6184" y="7468"/>
                </a:lnTo>
                <a:lnTo>
                  <a:pt x="6056" y="7275"/>
                </a:lnTo>
                <a:lnTo>
                  <a:pt x="5992" y="7211"/>
                </a:lnTo>
                <a:lnTo>
                  <a:pt x="5949" y="7168"/>
                </a:lnTo>
                <a:lnTo>
                  <a:pt x="5885" y="7147"/>
                </a:lnTo>
                <a:lnTo>
                  <a:pt x="5842" y="7168"/>
                </a:lnTo>
                <a:lnTo>
                  <a:pt x="5842" y="7168"/>
                </a:lnTo>
                <a:close/>
                <a:moveTo>
                  <a:pt x="6869" y="8195"/>
                </a:moveTo>
                <a:lnTo>
                  <a:pt x="6869" y="8195"/>
                </a:lnTo>
                <a:lnTo>
                  <a:pt x="6890" y="8153"/>
                </a:lnTo>
                <a:lnTo>
                  <a:pt x="6869" y="8046"/>
                </a:lnTo>
                <a:lnTo>
                  <a:pt x="6847" y="7939"/>
                </a:lnTo>
                <a:lnTo>
                  <a:pt x="6805" y="7810"/>
                </a:lnTo>
                <a:lnTo>
                  <a:pt x="6740" y="7703"/>
                </a:lnTo>
                <a:lnTo>
                  <a:pt x="6676" y="7618"/>
                </a:lnTo>
                <a:lnTo>
                  <a:pt x="6612" y="7554"/>
                </a:lnTo>
                <a:lnTo>
                  <a:pt x="6569" y="7554"/>
                </a:lnTo>
                <a:lnTo>
                  <a:pt x="6548" y="7554"/>
                </a:lnTo>
                <a:lnTo>
                  <a:pt x="6548" y="7554"/>
                </a:lnTo>
                <a:lnTo>
                  <a:pt x="6505" y="7596"/>
                </a:lnTo>
                <a:lnTo>
                  <a:pt x="6505" y="7703"/>
                </a:lnTo>
                <a:lnTo>
                  <a:pt x="6548" y="7960"/>
                </a:lnTo>
                <a:lnTo>
                  <a:pt x="6633" y="8431"/>
                </a:lnTo>
                <a:lnTo>
                  <a:pt x="6633" y="8431"/>
                </a:lnTo>
                <a:lnTo>
                  <a:pt x="6633" y="8516"/>
                </a:lnTo>
                <a:lnTo>
                  <a:pt x="6655" y="8623"/>
                </a:lnTo>
                <a:lnTo>
                  <a:pt x="6676" y="8666"/>
                </a:lnTo>
                <a:lnTo>
                  <a:pt x="6698" y="8709"/>
                </a:lnTo>
                <a:lnTo>
                  <a:pt x="6740" y="8730"/>
                </a:lnTo>
                <a:lnTo>
                  <a:pt x="6805" y="8730"/>
                </a:lnTo>
                <a:lnTo>
                  <a:pt x="6805" y="8730"/>
                </a:lnTo>
                <a:lnTo>
                  <a:pt x="6847" y="8730"/>
                </a:lnTo>
                <a:lnTo>
                  <a:pt x="6890" y="8688"/>
                </a:lnTo>
                <a:lnTo>
                  <a:pt x="6976" y="8602"/>
                </a:lnTo>
                <a:lnTo>
                  <a:pt x="7040" y="8495"/>
                </a:lnTo>
                <a:lnTo>
                  <a:pt x="7083" y="8409"/>
                </a:lnTo>
                <a:lnTo>
                  <a:pt x="7083" y="8409"/>
                </a:lnTo>
                <a:lnTo>
                  <a:pt x="7125" y="8538"/>
                </a:lnTo>
                <a:lnTo>
                  <a:pt x="7147" y="8581"/>
                </a:lnTo>
                <a:lnTo>
                  <a:pt x="7190" y="8623"/>
                </a:lnTo>
                <a:lnTo>
                  <a:pt x="7211" y="8645"/>
                </a:lnTo>
                <a:lnTo>
                  <a:pt x="7254" y="8645"/>
                </a:lnTo>
                <a:lnTo>
                  <a:pt x="7297" y="8602"/>
                </a:lnTo>
                <a:lnTo>
                  <a:pt x="7339" y="8538"/>
                </a:lnTo>
                <a:lnTo>
                  <a:pt x="7339" y="8538"/>
                </a:lnTo>
                <a:lnTo>
                  <a:pt x="7361" y="8409"/>
                </a:lnTo>
                <a:lnTo>
                  <a:pt x="7361" y="8281"/>
                </a:lnTo>
                <a:lnTo>
                  <a:pt x="7297" y="8003"/>
                </a:lnTo>
                <a:lnTo>
                  <a:pt x="7297" y="8003"/>
                </a:lnTo>
                <a:lnTo>
                  <a:pt x="7254" y="7853"/>
                </a:lnTo>
                <a:lnTo>
                  <a:pt x="7211" y="7789"/>
                </a:lnTo>
                <a:lnTo>
                  <a:pt x="7168" y="7789"/>
                </a:lnTo>
                <a:lnTo>
                  <a:pt x="7147" y="7789"/>
                </a:lnTo>
                <a:lnTo>
                  <a:pt x="7083" y="7853"/>
                </a:lnTo>
                <a:lnTo>
                  <a:pt x="6976" y="8024"/>
                </a:lnTo>
                <a:lnTo>
                  <a:pt x="6869" y="8195"/>
                </a:lnTo>
                <a:lnTo>
                  <a:pt x="6869" y="8195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6"/>
          <p:cNvSpPr/>
          <p:nvPr/>
        </p:nvSpPr>
        <p:spPr>
          <a:xfrm>
            <a:off x="7420312" y="804140"/>
            <a:ext cx="590459" cy="542939"/>
          </a:xfrm>
          <a:custGeom>
            <a:rect b="b" l="l" r="r" t="t"/>
            <a:pathLst>
              <a:path extrusionOk="0" h="8773" w="8945">
                <a:moveTo>
                  <a:pt x="6205" y="385"/>
                </a:moveTo>
                <a:lnTo>
                  <a:pt x="6419" y="407"/>
                </a:lnTo>
                <a:lnTo>
                  <a:pt x="6633" y="449"/>
                </a:lnTo>
                <a:lnTo>
                  <a:pt x="6847" y="535"/>
                </a:lnTo>
                <a:lnTo>
                  <a:pt x="7040" y="663"/>
                </a:lnTo>
                <a:lnTo>
                  <a:pt x="7147" y="749"/>
                </a:lnTo>
                <a:lnTo>
                  <a:pt x="7232" y="834"/>
                </a:lnTo>
                <a:lnTo>
                  <a:pt x="7297" y="941"/>
                </a:lnTo>
                <a:lnTo>
                  <a:pt x="7361" y="1048"/>
                </a:lnTo>
                <a:lnTo>
                  <a:pt x="7404" y="1177"/>
                </a:lnTo>
                <a:lnTo>
                  <a:pt x="7425" y="1305"/>
                </a:lnTo>
                <a:lnTo>
                  <a:pt x="7425" y="1412"/>
                </a:lnTo>
                <a:lnTo>
                  <a:pt x="7382" y="1541"/>
                </a:lnTo>
                <a:lnTo>
                  <a:pt x="7339" y="1648"/>
                </a:lnTo>
                <a:lnTo>
                  <a:pt x="7254" y="1754"/>
                </a:lnTo>
                <a:lnTo>
                  <a:pt x="7061" y="1926"/>
                </a:lnTo>
                <a:lnTo>
                  <a:pt x="6890" y="2033"/>
                </a:lnTo>
                <a:lnTo>
                  <a:pt x="6805" y="2097"/>
                </a:lnTo>
                <a:lnTo>
                  <a:pt x="6740" y="2161"/>
                </a:lnTo>
                <a:lnTo>
                  <a:pt x="6719" y="2225"/>
                </a:lnTo>
                <a:lnTo>
                  <a:pt x="6719" y="2268"/>
                </a:lnTo>
                <a:lnTo>
                  <a:pt x="6719" y="2311"/>
                </a:lnTo>
                <a:lnTo>
                  <a:pt x="6762" y="2354"/>
                </a:lnTo>
                <a:lnTo>
                  <a:pt x="6847" y="2396"/>
                </a:lnTo>
                <a:lnTo>
                  <a:pt x="6954" y="2396"/>
                </a:lnTo>
                <a:lnTo>
                  <a:pt x="7061" y="2375"/>
                </a:lnTo>
                <a:lnTo>
                  <a:pt x="7147" y="2332"/>
                </a:lnTo>
                <a:lnTo>
                  <a:pt x="7318" y="2204"/>
                </a:lnTo>
                <a:lnTo>
                  <a:pt x="7446" y="2075"/>
                </a:lnTo>
                <a:lnTo>
                  <a:pt x="7532" y="2033"/>
                </a:lnTo>
                <a:lnTo>
                  <a:pt x="7596" y="2033"/>
                </a:lnTo>
                <a:lnTo>
                  <a:pt x="7639" y="2075"/>
                </a:lnTo>
                <a:lnTo>
                  <a:pt x="7660" y="2118"/>
                </a:lnTo>
                <a:lnTo>
                  <a:pt x="7660" y="2247"/>
                </a:lnTo>
                <a:lnTo>
                  <a:pt x="7660" y="2375"/>
                </a:lnTo>
                <a:lnTo>
                  <a:pt x="7660" y="2461"/>
                </a:lnTo>
                <a:lnTo>
                  <a:pt x="7618" y="2568"/>
                </a:lnTo>
                <a:lnTo>
                  <a:pt x="7553" y="2675"/>
                </a:lnTo>
                <a:lnTo>
                  <a:pt x="7468" y="2760"/>
                </a:lnTo>
                <a:lnTo>
                  <a:pt x="7382" y="2824"/>
                </a:lnTo>
                <a:lnTo>
                  <a:pt x="7254" y="2867"/>
                </a:lnTo>
                <a:lnTo>
                  <a:pt x="7147" y="2910"/>
                </a:lnTo>
                <a:lnTo>
                  <a:pt x="7019" y="2931"/>
                </a:lnTo>
                <a:lnTo>
                  <a:pt x="6826" y="2931"/>
                </a:lnTo>
                <a:lnTo>
                  <a:pt x="6698" y="2888"/>
                </a:lnTo>
                <a:lnTo>
                  <a:pt x="6462" y="2846"/>
                </a:lnTo>
                <a:lnTo>
                  <a:pt x="6334" y="2824"/>
                </a:lnTo>
                <a:lnTo>
                  <a:pt x="6248" y="2846"/>
                </a:lnTo>
                <a:lnTo>
                  <a:pt x="6227" y="2888"/>
                </a:lnTo>
                <a:lnTo>
                  <a:pt x="6205" y="2910"/>
                </a:lnTo>
                <a:lnTo>
                  <a:pt x="6205" y="2974"/>
                </a:lnTo>
                <a:lnTo>
                  <a:pt x="6205" y="3038"/>
                </a:lnTo>
                <a:lnTo>
                  <a:pt x="6227" y="3124"/>
                </a:lnTo>
                <a:lnTo>
                  <a:pt x="6270" y="3167"/>
                </a:lnTo>
                <a:lnTo>
                  <a:pt x="6270" y="3209"/>
                </a:lnTo>
                <a:lnTo>
                  <a:pt x="6227" y="3274"/>
                </a:lnTo>
                <a:lnTo>
                  <a:pt x="6163" y="3338"/>
                </a:lnTo>
                <a:lnTo>
                  <a:pt x="6056" y="3359"/>
                </a:lnTo>
                <a:lnTo>
                  <a:pt x="5970" y="3381"/>
                </a:lnTo>
                <a:lnTo>
                  <a:pt x="5863" y="3381"/>
                </a:lnTo>
                <a:lnTo>
                  <a:pt x="5778" y="3359"/>
                </a:lnTo>
                <a:lnTo>
                  <a:pt x="5692" y="3338"/>
                </a:lnTo>
                <a:lnTo>
                  <a:pt x="5649" y="3295"/>
                </a:lnTo>
                <a:lnTo>
                  <a:pt x="5628" y="3274"/>
                </a:lnTo>
                <a:lnTo>
                  <a:pt x="5606" y="3188"/>
                </a:lnTo>
                <a:lnTo>
                  <a:pt x="5606" y="3102"/>
                </a:lnTo>
                <a:lnTo>
                  <a:pt x="5564" y="3038"/>
                </a:lnTo>
                <a:lnTo>
                  <a:pt x="5499" y="2995"/>
                </a:lnTo>
                <a:lnTo>
                  <a:pt x="5414" y="2953"/>
                </a:lnTo>
                <a:lnTo>
                  <a:pt x="5307" y="2931"/>
                </a:lnTo>
                <a:lnTo>
                  <a:pt x="5221" y="2953"/>
                </a:lnTo>
                <a:lnTo>
                  <a:pt x="5178" y="2995"/>
                </a:lnTo>
                <a:lnTo>
                  <a:pt x="5136" y="3060"/>
                </a:lnTo>
                <a:lnTo>
                  <a:pt x="5093" y="3102"/>
                </a:lnTo>
                <a:lnTo>
                  <a:pt x="5050" y="3124"/>
                </a:lnTo>
                <a:lnTo>
                  <a:pt x="5007" y="3102"/>
                </a:lnTo>
                <a:lnTo>
                  <a:pt x="4965" y="3081"/>
                </a:lnTo>
                <a:lnTo>
                  <a:pt x="4943" y="3060"/>
                </a:lnTo>
                <a:lnTo>
                  <a:pt x="4922" y="2974"/>
                </a:lnTo>
                <a:lnTo>
                  <a:pt x="4900" y="2888"/>
                </a:lnTo>
                <a:lnTo>
                  <a:pt x="4879" y="2867"/>
                </a:lnTo>
                <a:lnTo>
                  <a:pt x="4815" y="2867"/>
                </a:lnTo>
                <a:lnTo>
                  <a:pt x="4793" y="2888"/>
                </a:lnTo>
                <a:lnTo>
                  <a:pt x="4772" y="2910"/>
                </a:lnTo>
                <a:lnTo>
                  <a:pt x="4751" y="2974"/>
                </a:lnTo>
                <a:lnTo>
                  <a:pt x="4729" y="3017"/>
                </a:lnTo>
                <a:lnTo>
                  <a:pt x="4708" y="3038"/>
                </a:lnTo>
                <a:lnTo>
                  <a:pt x="4665" y="3038"/>
                </a:lnTo>
                <a:lnTo>
                  <a:pt x="4644" y="3017"/>
                </a:lnTo>
                <a:lnTo>
                  <a:pt x="4622" y="2974"/>
                </a:lnTo>
                <a:lnTo>
                  <a:pt x="4622" y="2888"/>
                </a:lnTo>
                <a:lnTo>
                  <a:pt x="4622" y="2781"/>
                </a:lnTo>
                <a:lnTo>
                  <a:pt x="4622" y="2632"/>
                </a:lnTo>
                <a:lnTo>
                  <a:pt x="4622" y="2568"/>
                </a:lnTo>
                <a:lnTo>
                  <a:pt x="4601" y="2525"/>
                </a:lnTo>
                <a:lnTo>
                  <a:pt x="4558" y="2503"/>
                </a:lnTo>
                <a:lnTo>
                  <a:pt x="4515" y="2525"/>
                </a:lnTo>
                <a:lnTo>
                  <a:pt x="4451" y="2546"/>
                </a:lnTo>
                <a:lnTo>
                  <a:pt x="4430" y="2503"/>
                </a:lnTo>
                <a:lnTo>
                  <a:pt x="4430" y="2482"/>
                </a:lnTo>
                <a:lnTo>
                  <a:pt x="4451" y="2396"/>
                </a:lnTo>
                <a:lnTo>
                  <a:pt x="4451" y="2311"/>
                </a:lnTo>
                <a:lnTo>
                  <a:pt x="4451" y="2268"/>
                </a:lnTo>
                <a:lnTo>
                  <a:pt x="4430" y="2225"/>
                </a:lnTo>
                <a:lnTo>
                  <a:pt x="4344" y="2225"/>
                </a:lnTo>
                <a:lnTo>
                  <a:pt x="4301" y="2247"/>
                </a:lnTo>
                <a:lnTo>
                  <a:pt x="4280" y="2247"/>
                </a:lnTo>
                <a:lnTo>
                  <a:pt x="4237" y="2204"/>
                </a:lnTo>
                <a:lnTo>
                  <a:pt x="4258" y="2140"/>
                </a:lnTo>
                <a:lnTo>
                  <a:pt x="4258" y="2075"/>
                </a:lnTo>
                <a:lnTo>
                  <a:pt x="4258" y="2011"/>
                </a:lnTo>
                <a:lnTo>
                  <a:pt x="4216" y="1968"/>
                </a:lnTo>
                <a:lnTo>
                  <a:pt x="4194" y="1947"/>
                </a:lnTo>
                <a:lnTo>
                  <a:pt x="4109" y="1926"/>
                </a:lnTo>
                <a:lnTo>
                  <a:pt x="4087" y="1947"/>
                </a:lnTo>
                <a:lnTo>
                  <a:pt x="3873" y="1947"/>
                </a:lnTo>
                <a:lnTo>
                  <a:pt x="3809" y="1926"/>
                </a:lnTo>
                <a:lnTo>
                  <a:pt x="3788" y="1904"/>
                </a:lnTo>
                <a:lnTo>
                  <a:pt x="3745" y="1926"/>
                </a:lnTo>
                <a:lnTo>
                  <a:pt x="3724" y="1947"/>
                </a:lnTo>
                <a:lnTo>
                  <a:pt x="3724" y="1990"/>
                </a:lnTo>
                <a:lnTo>
                  <a:pt x="3724" y="2075"/>
                </a:lnTo>
                <a:lnTo>
                  <a:pt x="3681" y="2054"/>
                </a:lnTo>
                <a:lnTo>
                  <a:pt x="3659" y="2011"/>
                </a:lnTo>
                <a:lnTo>
                  <a:pt x="3659" y="1883"/>
                </a:lnTo>
                <a:lnTo>
                  <a:pt x="3638" y="1754"/>
                </a:lnTo>
                <a:lnTo>
                  <a:pt x="3638" y="1690"/>
                </a:lnTo>
                <a:lnTo>
                  <a:pt x="3595" y="1669"/>
                </a:lnTo>
                <a:lnTo>
                  <a:pt x="3552" y="1648"/>
                </a:lnTo>
                <a:lnTo>
                  <a:pt x="3510" y="1648"/>
                </a:lnTo>
                <a:lnTo>
                  <a:pt x="3488" y="1669"/>
                </a:lnTo>
                <a:lnTo>
                  <a:pt x="3467" y="1690"/>
                </a:lnTo>
                <a:lnTo>
                  <a:pt x="3424" y="1776"/>
                </a:lnTo>
                <a:lnTo>
                  <a:pt x="3381" y="1840"/>
                </a:lnTo>
                <a:lnTo>
                  <a:pt x="3381" y="1605"/>
                </a:lnTo>
                <a:lnTo>
                  <a:pt x="3360" y="1541"/>
                </a:lnTo>
                <a:lnTo>
                  <a:pt x="3338" y="1498"/>
                </a:lnTo>
                <a:lnTo>
                  <a:pt x="3317" y="1455"/>
                </a:lnTo>
                <a:lnTo>
                  <a:pt x="3253" y="1434"/>
                </a:lnTo>
                <a:lnTo>
                  <a:pt x="3189" y="1434"/>
                </a:lnTo>
                <a:lnTo>
                  <a:pt x="3124" y="1455"/>
                </a:lnTo>
                <a:lnTo>
                  <a:pt x="2996" y="1498"/>
                </a:lnTo>
                <a:lnTo>
                  <a:pt x="2632" y="1605"/>
                </a:lnTo>
                <a:lnTo>
                  <a:pt x="2525" y="1669"/>
                </a:lnTo>
                <a:lnTo>
                  <a:pt x="2418" y="1733"/>
                </a:lnTo>
                <a:lnTo>
                  <a:pt x="2290" y="1797"/>
                </a:lnTo>
                <a:lnTo>
                  <a:pt x="2204" y="1840"/>
                </a:lnTo>
                <a:lnTo>
                  <a:pt x="2162" y="1819"/>
                </a:lnTo>
                <a:lnTo>
                  <a:pt x="2140" y="1819"/>
                </a:lnTo>
                <a:lnTo>
                  <a:pt x="2076" y="1754"/>
                </a:lnTo>
                <a:lnTo>
                  <a:pt x="2076" y="1669"/>
                </a:lnTo>
                <a:lnTo>
                  <a:pt x="2076" y="1583"/>
                </a:lnTo>
                <a:lnTo>
                  <a:pt x="2119" y="1519"/>
                </a:lnTo>
                <a:lnTo>
                  <a:pt x="2162" y="1498"/>
                </a:lnTo>
                <a:lnTo>
                  <a:pt x="2226" y="1498"/>
                </a:lnTo>
                <a:lnTo>
                  <a:pt x="2290" y="1541"/>
                </a:lnTo>
                <a:lnTo>
                  <a:pt x="2376" y="1583"/>
                </a:lnTo>
                <a:lnTo>
                  <a:pt x="2483" y="1583"/>
                </a:lnTo>
                <a:lnTo>
                  <a:pt x="2525" y="1562"/>
                </a:lnTo>
                <a:lnTo>
                  <a:pt x="2547" y="1519"/>
                </a:lnTo>
                <a:lnTo>
                  <a:pt x="2568" y="1434"/>
                </a:lnTo>
                <a:lnTo>
                  <a:pt x="2590" y="1348"/>
                </a:lnTo>
                <a:lnTo>
                  <a:pt x="2611" y="1220"/>
                </a:lnTo>
                <a:lnTo>
                  <a:pt x="2632" y="1134"/>
                </a:lnTo>
                <a:lnTo>
                  <a:pt x="2675" y="1048"/>
                </a:lnTo>
                <a:lnTo>
                  <a:pt x="2761" y="963"/>
                </a:lnTo>
                <a:lnTo>
                  <a:pt x="2932" y="813"/>
                </a:lnTo>
                <a:lnTo>
                  <a:pt x="3146" y="685"/>
                </a:lnTo>
                <a:lnTo>
                  <a:pt x="3403" y="578"/>
                </a:lnTo>
                <a:lnTo>
                  <a:pt x="3659" y="535"/>
                </a:lnTo>
                <a:lnTo>
                  <a:pt x="3788" y="514"/>
                </a:lnTo>
                <a:lnTo>
                  <a:pt x="3916" y="535"/>
                </a:lnTo>
                <a:lnTo>
                  <a:pt x="4045" y="535"/>
                </a:lnTo>
                <a:lnTo>
                  <a:pt x="4173" y="578"/>
                </a:lnTo>
                <a:lnTo>
                  <a:pt x="4280" y="642"/>
                </a:lnTo>
                <a:lnTo>
                  <a:pt x="4365" y="706"/>
                </a:lnTo>
                <a:lnTo>
                  <a:pt x="4451" y="792"/>
                </a:lnTo>
                <a:lnTo>
                  <a:pt x="4537" y="920"/>
                </a:lnTo>
                <a:lnTo>
                  <a:pt x="4558" y="1006"/>
                </a:lnTo>
                <a:lnTo>
                  <a:pt x="4558" y="1113"/>
                </a:lnTo>
                <a:lnTo>
                  <a:pt x="4579" y="1220"/>
                </a:lnTo>
                <a:lnTo>
                  <a:pt x="4601" y="1262"/>
                </a:lnTo>
                <a:lnTo>
                  <a:pt x="4622" y="1284"/>
                </a:lnTo>
                <a:lnTo>
                  <a:pt x="4665" y="1305"/>
                </a:lnTo>
                <a:lnTo>
                  <a:pt x="4708" y="1305"/>
                </a:lnTo>
                <a:lnTo>
                  <a:pt x="4772" y="1284"/>
                </a:lnTo>
                <a:lnTo>
                  <a:pt x="4836" y="1220"/>
                </a:lnTo>
                <a:lnTo>
                  <a:pt x="4879" y="1155"/>
                </a:lnTo>
                <a:lnTo>
                  <a:pt x="5050" y="834"/>
                </a:lnTo>
                <a:lnTo>
                  <a:pt x="5093" y="749"/>
                </a:lnTo>
                <a:lnTo>
                  <a:pt x="5157" y="685"/>
                </a:lnTo>
                <a:lnTo>
                  <a:pt x="5221" y="642"/>
                </a:lnTo>
                <a:lnTo>
                  <a:pt x="5328" y="578"/>
                </a:lnTo>
                <a:lnTo>
                  <a:pt x="5542" y="492"/>
                </a:lnTo>
                <a:lnTo>
                  <a:pt x="5756" y="428"/>
                </a:lnTo>
                <a:lnTo>
                  <a:pt x="5970" y="385"/>
                </a:lnTo>
                <a:close/>
                <a:moveTo>
                  <a:pt x="6141" y="0"/>
                </a:moveTo>
                <a:lnTo>
                  <a:pt x="5885" y="21"/>
                </a:lnTo>
                <a:lnTo>
                  <a:pt x="5606" y="64"/>
                </a:lnTo>
                <a:lnTo>
                  <a:pt x="5478" y="107"/>
                </a:lnTo>
                <a:lnTo>
                  <a:pt x="5371" y="171"/>
                </a:lnTo>
                <a:lnTo>
                  <a:pt x="5264" y="235"/>
                </a:lnTo>
                <a:lnTo>
                  <a:pt x="5157" y="300"/>
                </a:lnTo>
                <a:lnTo>
                  <a:pt x="4986" y="492"/>
                </a:lnTo>
                <a:lnTo>
                  <a:pt x="4922" y="578"/>
                </a:lnTo>
                <a:lnTo>
                  <a:pt x="4879" y="621"/>
                </a:lnTo>
                <a:lnTo>
                  <a:pt x="4815" y="621"/>
                </a:lnTo>
                <a:lnTo>
                  <a:pt x="4729" y="599"/>
                </a:lnTo>
                <a:lnTo>
                  <a:pt x="4644" y="535"/>
                </a:lnTo>
                <a:lnTo>
                  <a:pt x="4558" y="471"/>
                </a:lnTo>
                <a:lnTo>
                  <a:pt x="4472" y="385"/>
                </a:lnTo>
                <a:lnTo>
                  <a:pt x="4365" y="321"/>
                </a:lnTo>
                <a:lnTo>
                  <a:pt x="4173" y="257"/>
                </a:lnTo>
                <a:lnTo>
                  <a:pt x="3980" y="214"/>
                </a:lnTo>
                <a:lnTo>
                  <a:pt x="3788" y="193"/>
                </a:lnTo>
                <a:lnTo>
                  <a:pt x="3595" y="193"/>
                </a:lnTo>
                <a:lnTo>
                  <a:pt x="3403" y="214"/>
                </a:lnTo>
                <a:lnTo>
                  <a:pt x="3231" y="257"/>
                </a:lnTo>
                <a:lnTo>
                  <a:pt x="3018" y="364"/>
                </a:lnTo>
                <a:lnTo>
                  <a:pt x="2825" y="492"/>
                </a:lnTo>
                <a:lnTo>
                  <a:pt x="2654" y="642"/>
                </a:lnTo>
                <a:lnTo>
                  <a:pt x="2504" y="792"/>
                </a:lnTo>
                <a:lnTo>
                  <a:pt x="2397" y="963"/>
                </a:lnTo>
                <a:lnTo>
                  <a:pt x="2354" y="1027"/>
                </a:lnTo>
                <a:lnTo>
                  <a:pt x="2269" y="1091"/>
                </a:lnTo>
                <a:lnTo>
                  <a:pt x="2204" y="1134"/>
                </a:lnTo>
                <a:lnTo>
                  <a:pt x="2119" y="1155"/>
                </a:lnTo>
                <a:lnTo>
                  <a:pt x="2033" y="1177"/>
                </a:lnTo>
                <a:lnTo>
                  <a:pt x="1948" y="1220"/>
                </a:lnTo>
                <a:lnTo>
                  <a:pt x="1862" y="1305"/>
                </a:lnTo>
                <a:lnTo>
                  <a:pt x="1798" y="1391"/>
                </a:lnTo>
                <a:lnTo>
                  <a:pt x="1755" y="1455"/>
                </a:lnTo>
                <a:lnTo>
                  <a:pt x="1712" y="1541"/>
                </a:lnTo>
                <a:lnTo>
                  <a:pt x="1712" y="1626"/>
                </a:lnTo>
                <a:lnTo>
                  <a:pt x="1712" y="1690"/>
                </a:lnTo>
                <a:lnTo>
                  <a:pt x="1734" y="1776"/>
                </a:lnTo>
                <a:lnTo>
                  <a:pt x="1777" y="1840"/>
                </a:lnTo>
                <a:lnTo>
                  <a:pt x="1819" y="1904"/>
                </a:lnTo>
                <a:lnTo>
                  <a:pt x="1884" y="1947"/>
                </a:lnTo>
                <a:lnTo>
                  <a:pt x="1948" y="1990"/>
                </a:lnTo>
                <a:lnTo>
                  <a:pt x="2033" y="2011"/>
                </a:lnTo>
                <a:lnTo>
                  <a:pt x="2119" y="2033"/>
                </a:lnTo>
                <a:lnTo>
                  <a:pt x="2311" y="2033"/>
                </a:lnTo>
                <a:lnTo>
                  <a:pt x="2418" y="2011"/>
                </a:lnTo>
                <a:lnTo>
                  <a:pt x="2632" y="1926"/>
                </a:lnTo>
                <a:lnTo>
                  <a:pt x="2761" y="1883"/>
                </a:lnTo>
                <a:lnTo>
                  <a:pt x="2846" y="1883"/>
                </a:lnTo>
                <a:lnTo>
                  <a:pt x="2889" y="1926"/>
                </a:lnTo>
                <a:lnTo>
                  <a:pt x="2932" y="2011"/>
                </a:lnTo>
                <a:lnTo>
                  <a:pt x="2975" y="2075"/>
                </a:lnTo>
                <a:lnTo>
                  <a:pt x="3018" y="2140"/>
                </a:lnTo>
                <a:lnTo>
                  <a:pt x="3189" y="2268"/>
                </a:lnTo>
                <a:lnTo>
                  <a:pt x="3403" y="2375"/>
                </a:lnTo>
                <a:lnTo>
                  <a:pt x="3510" y="2396"/>
                </a:lnTo>
                <a:lnTo>
                  <a:pt x="3766" y="2396"/>
                </a:lnTo>
                <a:lnTo>
                  <a:pt x="3873" y="2418"/>
                </a:lnTo>
                <a:lnTo>
                  <a:pt x="3916" y="2461"/>
                </a:lnTo>
                <a:lnTo>
                  <a:pt x="3938" y="2525"/>
                </a:lnTo>
                <a:lnTo>
                  <a:pt x="3980" y="2675"/>
                </a:lnTo>
                <a:lnTo>
                  <a:pt x="4023" y="2867"/>
                </a:lnTo>
                <a:lnTo>
                  <a:pt x="4066" y="2995"/>
                </a:lnTo>
                <a:lnTo>
                  <a:pt x="4173" y="3167"/>
                </a:lnTo>
                <a:lnTo>
                  <a:pt x="4323" y="3295"/>
                </a:lnTo>
                <a:lnTo>
                  <a:pt x="4472" y="3402"/>
                </a:lnTo>
                <a:lnTo>
                  <a:pt x="4665" y="3466"/>
                </a:lnTo>
                <a:lnTo>
                  <a:pt x="4793" y="3488"/>
                </a:lnTo>
                <a:lnTo>
                  <a:pt x="4922" y="3488"/>
                </a:lnTo>
                <a:lnTo>
                  <a:pt x="5050" y="3466"/>
                </a:lnTo>
                <a:lnTo>
                  <a:pt x="5178" y="3466"/>
                </a:lnTo>
                <a:lnTo>
                  <a:pt x="5264" y="3509"/>
                </a:lnTo>
                <a:lnTo>
                  <a:pt x="5350" y="3552"/>
                </a:lnTo>
                <a:lnTo>
                  <a:pt x="5521" y="3659"/>
                </a:lnTo>
                <a:lnTo>
                  <a:pt x="5735" y="3723"/>
                </a:lnTo>
                <a:lnTo>
                  <a:pt x="5949" y="3744"/>
                </a:lnTo>
                <a:lnTo>
                  <a:pt x="6056" y="3723"/>
                </a:lnTo>
                <a:lnTo>
                  <a:pt x="6163" y="3702"/>
                </a:lnTo>
                <a:lnTo>
                  <a:pt x="6270" y="3680"/>
                </a:lnTo>
                <a:lnTo>
                  <a:pt x="6377" y="3637"/>
                </a:lnTo>
                <a:lnTo>
                  <a:pt x="6441" y="3552"/>
                </a:lnTo>
                <a:lnTo>
                  <a:pt x="6526" y="3466"/>
                </a:lnTo>
                <a:lnTo>
                  <a:pt x="6591" y="3402"/>
                </a:lnTo>
                <a:lnTo>
                  <a:pt x="6676" y="3338"/>
                </a:lnTo>
                <a:lnTo>
                  <a:pt x="6762" y="3316"/>
                </a:lnTo>
                <a:lnTo>
                  <a:pt x="6869" y="3295"/>
                </a:lnTo>
                <a:lnTo>
                  <a:pt x="7083" y="3295"/>
                </a:lnTo>
                <a:lnTo>
                  <a:pt x="7297" y="3252"/>
                </a:lnTo>
                <a:lnTo>
                  <a:pt x="7468" y="3188"/>
                </a:lnTo>
                <a:lnTo>
                  <a:pt x="7639" y="3081"/>
                </a:lnTo>
                <a:lnTo>
                  <a:pt x="7810" y="2931"/>
                </a:lnTo>
                <a:lnTo>
                  <a:pt x="7874" y="2846"/>
                </a:lnTo>
                <a:lnTo>
                  <a:pt x="7939" y="2760"/>
                </a:lnTo>
                <a:lnTo>
                  <a:pt x="7981" y="2653"/>
                </a:lnTo>
                <a:lnTo>
                  <a:pt x="8003" y="2546"/>
                </a:lnTo>
                <a:lnTo>
                  <a:pt x="8003" y="2439"/>
                </a:lnTo>
                <a:lnTo>
                  <a:pt x="8003" y="2332"/>
                </a:lnTo>
                <a:lnTo>
                  <a:pt x="7981" y="2204"/>
                </a:lnTo>
                <a:lnTo>
                  <a:pt x="7960" y="2097"/>
                </a:lnTo>
                <a:lnTo>
                  <a:pt x="7896" y="2011"/>
                </a:lnTo>
                <a:lnTo>
                  <a:pt x="7832" y="1926"/>
                </a:lnTo>
                <a:lnTo>
                  <a:pt x="7767" y="1840"/>
                </a:lnTo>
                <a:lnTo>
                  <a:pt x="7746" y="1754"/>
                </a:lnTo>
                <a:lnTo>
                  <a:pt x="7746" y="1669"/>
                </a:lnTo>
                <a:lnTo>
                  <a:pt x="7767" y="1562"/>
                </a:lnTo>
                <a:lnTo>
                  <a:pt x="7810" y="1455"/>
                </a:lnTo>
                <a:lnTo>
                  <a:pt x="7810" y="1369"/>
                </a:lnTo>
                <a:lnTo>
                  <a:pt x="7810" y="1220"/>
                </a:lnTo>
                <a:lnTo>
                  <a:pt x="7789" y="1091"/>
                </a:lnTo>
                <a:lnTo>
                  <a:pt x="7746" y="963"/>
                </a:lnTo>
                <a:lnTo>
                  <a:pt x="7682" y="856"/>
                </a:lnTo>
                <a:lnTo>
                  <a:pt x="7618" y="727"/>
                </a:lnTo>
                <a:lnTo>
                  <a:pt x="7553" y="621"/>
                </a:lnTo>
                <a:lnTo>
                  <a:pt x="7361" y="449"/>
                </a:lnTo>
                <a:lnTo>
                  <a:pt x="7147" y="278"/>
                </a:lnTo>
                <a:lnTo>
                  <a:pt x="6912" y="150"/>
                </a:lnTo>
                <a:lnTo>
                  <a:pt x="6655" y="64"/>
                </a:lnTo>
                <a:lnTo>
                  <a:pt x="6398" y="21"/>
                </a:lnTo>
                <a:lnTo>
                  <a:pt x="6141" y="0"/>
                </a:lnTo>
                <a:close/>
                <a:moveTo>
                  <a:pt x="2311" y="2568"/>
                </a:moveTo>
                <a:lnTo>
                  <a:pt x="2397" y="2589"/>
                </a:lnTo>
                <a:lnTo>
                  <a:pt x="2483" y="2632"/>
                </a:lnTo>
                <a:lnTo>
                  <a:pt x="2525" y="2675"/>
                </a:lnTo>
                <a:lnTo>
                  <a:pt x="2547" y="2781"/>
                </a:lnTo>
                <a:lnTo>
                  <a:pt x="2568" y="2931"/>
                </a:lnTo>
                <a:lnTo>
                  <a:pt x="2590" y="3188"/>
                </a:lnTo>
                <a:lnTo>
                  <a:pt x="2697" y="3702"/>
                </a:lnTo>
                <a:lnTo>
                  <a:pt x="2804" y="4236"/>
                </a:lnTo>
                <a:lnTo>
                  <a:pt x="2846" y="4493"/>
                </a:lnTo>
                <a:lnTo>
                  <a:pt x="2889" y="4771"/>
                </a:lnTo>
                <a:lnTo>
                  <a:pt x="2889" y="4921"/>
                </a:lnTo>
                <a:lnTo>
                  <a:pt x="2868" y="5092"/>
                </a:lnTo>
                <a:lnTo>
                  <a:pt x="2846" y="5156"/>
                </a:lnTo>
                <a:lnTo>
                  <a:pt x="2804" y="5178"/>
                </a:lnTo>
                <a:lnTo>
                  <a:pt x="2761" y="5156"/>
                </a:lnTo>
                <a:lnTo>
                  <a:pt x="2675" y="5092"/>
                </a:lnTo>
                <a:lnTo>
                  <a:pt x="2697" y="5049"/>
                </a:lnTo>
                <a:lnTo>
                  <a:pt x="2697" y="4985"/>
                </a:lnTo>
                <a:lnTo>
                  <a:pt x="2654" y="4942"/>
                </a:lnTo>
                <a:lnTo>
                  <a:pt x="2611" y="4921"/>
                </a:lnTo>
                <a:lnTo>
                  <a:pt x="2547" y="4814"/>
                </a:lnTo>
                <a:lnTo>
                  <a:pt x="2525" y="4793"/>
                </a:lnTo>
                <a:lnTo>
                  <a:pt x="2461" y="4750"/>
                </a:lnTo>
                <a:lnTo>
                  <a:pt x="2440" y="4793"/>
                </a:lnTo>
                <a:lnTo>
                  <a:pt x="2440" y="4771"/>
                </a:lnTo>
                <a:lnTo>
                  <a:pt x="2440" y="4750"/>
                </a:lnTo>
                <a:lnTo>
                  <a:pt x="2461" y="4729"/>
                </a:lnTo>
                <a:lnTo>
                  <a:pt x="2461" y="4622"/>
                </a:lnTo>
                <a:lnTo>
                  <a:pt x="2440" y="4429"/>
                </a:lnTo>
                <a:lnTo>
                  <a:pt x="2440" y="4322"/>
                </a:lnTo>
                <a:lnTo>
                  <a:pt x="2440" y="4258"/>
                </a:lnTo>
                <a:lnTo>
                  <a:pt x="2397" y="4215"/>
                </a:lnTo>
                <a:lnTo>
                  <a:pt x="2376" y="4194"/>
                </a:lnTo>
                <a:lnTo>
                  <a:pt x="2290" y="4194"/>
                </a:lnTo>
                <a:lnTo>
                  <a:pt x="2247" y="4129"/>
                </a:lnTo>
                <a:lnTo>
                  <a:pt x="2247" y="4087"/>
                </a:lnTo>
                <a:lnTo>
                  <a:pt x="2269" y="4044"/>
                </a:lnTo>
                <a:lnTo>
                  <a:pt x="2290" y="4022"/>
                </a:lnTo>
                <a:lnTo>
                  <a:pt x="2376" y="3937"/>
                </a:lnTo>
                <a:lnTo>
                  <a:pt x="2418" y="3894"/>
                </a:lnTo>
                <a:lnTo>
                  <a:pt x="2440" y="3830"/>
                </a:lnTo>
                <a:lnTo>
                  <a:pt x="2418" y="3766"/>
                </a:lnTo>
                <a:lnTo>
                  <a:pt x="2397" y="3744"/>
                </a:lnTo>
                <a:lnTo>
                  <a:pt x="2333" y="3723"/>
                </a:lnTo>
                <a:lnTo>
                  <a:pt x="2269" y="3723"/>
                </a:lnTo>
                <a:lnTo>
                  <a:pt x="2290" y="3702"/>
                </a:lnTo>
                <a:lnTo>
                  <a:pt x="2333" y="3659"/>
                </a:lnTo>
                <a:lnTo>
                  <a:pt x="2397" y="3509"/>
                </a:lnTo>
                <a:lnTo>
                  <a:pt x="2440" y="3316"/>
                </a:lnTo>
                <a:lnTo>
                  <a:pt x="2418" y="3252"/>
                </a:lnTo>
                <a:lnTo>
                  <a:pt x="2397" y="3188"/>
                </a:lnTo>
                <a:lnTo>
                  <a:pt x="2354" y="3167"/>
                </a:lnTo>
                <a:lnTo>
                  <a:pt x="2311" y="3145"/>
                </a:lnTo>
                <a:lnTo>
                  <a:pt x="2226" y="3145"/>
                </a:lnTo>
                <a:lnTo>
                  <a:pt x="2140" y="3167"/>
                </a:lnTo>
                <a:lnTo>
                  <a:pt x="2097" y="3145"/>
                </a:lnTo>
                <a:lnTo>
                  <a:pt x="2055" y="3145"/>
                </a:lnTo>
                <a:lnTo>
                  <a:pt x="2033" y="3102"/>
                </a:lnTo>
                <a:lnTo>
                  <a:pt x="2033" y="3081"/>
                </a:lnTo>
                <a:lnTo>
                  <a:pt x="2076" y="3060"/>
                </a:lnTo>
                <a:lnTo>
                  <a:pt x="2140" y="3017"/>
                </a:lnTo>
                <a:lnTo>
                  <a:pt x="2183" y="2995"/>
                </a:lnTo>
                <a:lnTo>
                  <a:pt x="2226" y="2910"/>
                </a:lnTo>
                <a:lnTo>
                  <a:pt x="2226" y="2867"/>
                </a:lnTo>
                <a:lnTo>
                  <a:pt x="2183" y="2846"/>
                </a:lnTo>
                <a:lnTo>
                  <a:pt x="2140" y="2846"/>
                </a:lnTo>
                <a:lnTo>
                  <a:pt x="2076" y="2824"/>
                </a:lnTo>
                <a:lnTo>
                  <a:pt x="2033" y="2803"/>
                </a:lnTo>
                <a:lnTo>
                  <a:pt x="1991" y="2781"/>
                </a:lnTo>
                <a:lnTo>
                  <a:pt x="1991" y="2717"/>
                </a:lnTo>
                <a:lnTo>
                  <a:pt x="2012" y="2653"/>
                </a:lnTo>
                <a:lnTo>
                  <a:pt x="2055" y="2610"/>
                </a:lnTo>
                <a:lnTo>
                  <a:pt x="2140" y="2568"/>
                </a:lnTo>
                <a:close/>
                <a:moveTo>
                  <a:pt x="5906" y="4900"/>
                </a:moveTo>
                <a:lnTo>
                  <a:pt x="5949" y="4942"/>
                </a:lnTo>
                <a:lnTo>
                  <a:pt x="5970" y="4985"/>
                </a:lnTo>
                <a:lnTo>
                  <a:pt x="6013" y="5092"/>
                </a:lnTo>
                <a:lnTo>
                  <a:pt x="6013" y="5199"/>
                </a:lnTo>
                <a:lnTo>
                  <a:pt x="5992" y="5242"/>
                </a:lnTo>
                <a:lnTo>
                  <a:pt x="5949" y="5263"/>
                </a:lnTo>
                <a:lnTo>
                  <a:pt x="5885" y="5285"/>
                </a:lnTo>
                <a:lnTo>
                  <a:pt x="5542" y="5285"/>
                </a:lnTo>
                <a:lnTo>
                  <a:pt x="4900" y="5263"/>
                </a:lnTo>
                <a:lnTo>
                  <a:pt x="4579" y="5285"/>
                </a:lnTo>
                <a:lnTo>
                  <a:pt x="4430" y="5285"/>
                </a:lnTo>
                <a:lnTo>
                  <a:pt x="4344" y="5263"/>
                </a:lnTo>
                <a:lnTo>
                  <a:pt x="4301" y="5242"/>
                </a:lnTo>
                <a:lnTo>
                  <a:pt x="4194" y="5178"/>
                </a:lnTo>
                <a:lnTo>
                  <a:pt x="4194" y="5135"/>
                </a:lnTo>
                <a:lnTo>
                  <a:pt x="4194" y="5114"/>
                </a:lnTo>
                <a:lnTo>
                  <a:pt x="4258" y="5071"/>
                </a:lnTo>
                <a:lnTo>
                  <a:pt x="4387" y="5049"/>
                </a:lnTo>
                <a:lnTo>
                  <a:pt x="4644" y="5028"/>
                </a:lnTo>
                <a:lnTo>
                  <a:pt x="4815" y="5028"/>
                </a:lnTo>
                <a:lnTo>
                  <a:pt x="5136" y="5007"/>
                </a:lnTo>
                <a:lnTo>
                  <a:pt x="5457" y="4985"/>
                </a:lnTo>
                <a:lnTo>
                  <a:pt x="5692" y="4921"/>
                </a:lnTo>
                <a:lnTo>
                  <a:pt x="5820" y="4900"/>
                </a:lnTo>
                <a:close/>
                <a:moveTo>
                  <a:pt x="7211" y="5199"/>
                </a:moveTo>
                <a:lnTo>
                  <a:pt x="7275" y="5221"/>
                </a:lnTo>
                <a:lnTo>
                  <a:pt x="7361" y="5221"/>
                </a:lnTo>
                <a:lnTo>
                  <a:pt x="7404" y="5263"/>
                </a:lnTo>
                <a:lnTo>
                  <a:pt x="7318" y="5285"/>
                </a:lnTo>
                <a:lnTo>
                  <a:pt x="7232" y="5285"/>
                </a:lnTo>
                <a:lnTo>
                  <a:pt x="7147" y="5263"/>
                </a:lnTo>
                <a:lnTo>
                  <a:pt x="7125" y="5242"/>
                </a:lnTo>
                <a:lnTo>
                  <a:pt x="7125" y="5221"/>
                </a:lnTo>
                <a:lnTo>
                  <a:pt x="7168" y="5221"/>
                </a:lnTo>
                <a:lnTo>
                  <a:pt x="7211" y="5199"/>
                </a:lnTo>
                <a:close/>
                <a:moveTo>
                  <a:pt x="2911" y="5263"/>
                </a:moveTo>
                <a:lnTo>
                  <a:pt x="2932" y="5306"/>
                </a:lnTo>
                <a:lnTo>
                  <a:pt x="2889" y="5328"/>
                </a:lnTo>
                <a:lnTo>
                  <a:pt x="2868" y="5306"/>
                </a:lnTo>
                <a:lnTo>
                  <a:pt x="2889" y="5263"/>
                </a:lnTo>
                <a:close/>
                <a:moveTo>
                  <a:pt x="7019" y="6504"/>
                </a:moveTo>
                <a:lnTo>
                  <a:pt x="7061" y="6547"/>
                </a:lnTo>
                <a:lnTo>
                  <a:pt x="7083" y="6611"/>
                </a:lnTo>
                <a:lnTo>
                  <a:pt x="7104" y="6676"/>
                </a:lnTo>
                <a:lnTo>
                  <a:pt x="7083" y="6718"/>
                </a:lnTo>
                <a:lnTo>
                  <a:pt x="7061" y="6740"/>
                </a:lnTo>
                <a:lnTo>
                  <a:pt x="7040" y="6740"/>
                </a:lnTo>
                <a:lnTo>
                  <a:pt x="7019" y="6718"/>
                </a:lnTo>
                <a:lnTo>
                  <a:pt x="6997" y="6633"/>
                </a:lnTo>
                <a:lnTo>
                  <a:pt x="6997" y="6569"/>
                </a:lnTo>
                <a:lnTo>
                  <a:pt x="7019" y="6504"/>
                </a:lnTo>
                <a:close/>
                <a:moveTo>
                  <a:pt x="5949" y="6483"/>
                </a:moveTo>
                <a:lnTo>
                  <a:pt x="6013" y="6526"/>
                </a:lnTo>
                <a:lnTo>
                  <a:pt x="6034" y="6569"/>
                </a:lnTo>
                <a:lnTo>
                  <a:pt x="6056" y="6633"/>
                </a:lnTo>
                <a:lnTo>
                  <a:pt x="6056" y="6697"/>
                </a:lnTo>
                <a:lnTo>
                  <a:pt x="6034" y="6740"/>
                </a:lnTo>
                <a:lnTo>
                  <a:pt x="5992" y="6761"/>
                </a:lnTo>
                <a:lnTo>
                  <a:pt x="5927" y="6782"/>
                </a:lnTo>
                <a:lnTo>
                  <a:pt x="5863" y="6761"/>
                </a:lnTo>
                <a:lnTo>
                  <a:pt x="5799" y="6740"/>
                </a:lnTo>
                <a:lnTo>
                  <a:pt x="5778" y="6697"/>
                </a:lnTo>
                <a:lnTo>
                  <a:pt x="5756" y="6654"/>
                </a:lnTo>
                <a:lnTo>
                  <a:pt x="5756" y="6590"/>
                </a:lnTo>
                <a:lnTo>
                  <a:pt x="5778" y="6547"/>
                </a:lnTo>
                <a:lnTo>
                  <a:pt x="5820" y="6504"/>
                </a:lnTo>
                <a:lnTo>
                  <a:pt x="5885" y="6483"/>
                </a:lnTo>
                <a:close/>
                <a:moveTo>
                  <a:pt x="4708" y="6440"/>
                </a:moveTo>
                <a:lnTo>
                  <a:pt x="4772" y="6462"/>
                </a:lnTo>
                <a:lnTo>
                  <a:pt x="4793" y="6526"/>
                </a:lnTo>
                <a:lnTo>
                  <a:pt x="4772" y="6590"/>
                </a:lnTo>
                <a:lnTo>
                  <a:pt x="4729" y="6654"/>
                </a:lnTo>
                <a:lnTo>
                  <a:pt x="4601" y="6782"/>
                </a:lnTo>
                <a:lnTo>
                  <a:pt x="4558" y="6847"/>
                </a:lnTo>
                <a:lnTo>
                  <a:pt x="4537" y="6825"/>
                </a:lnTo>
                <a:lnTo>
                  <a:pt x="4537" y="6804"/>
                </a:lnTo>
                <a:lnTo>
                  <a:pt x="4558" y="6697"/>
                </a:lnTo>
                <a:lnTo>
                  <a:pt x="4601" y="6547"/>
                </a:lnTo>
                <a:lnTo>
                  <a:pt x="4622" y="6526"/>
                </a:lnTo>
                <a:lnTo>
                  <a:pt x="4622" y="6504"/>
                </a:lnTo>
                <a:lnTo>
                  <a:pt x="4601" y="6462"/>
                </a:lnTo>
                <a:lnTo>
                  <a:pt x="4601" y="6440"/>
                </a:lnTo>
                <a:close/>
                <a:moveTo>
                  <a:pt x="7019" y="6205"/>
                </a:moveTo>
                <a:lnTo>
                  <a:pt x="6783" y="6248"/>
                </a:lnTo>
                <a:lnTo>
                  <a:pt x="6698" y="6290"/>
                </a:lnTo>
                <a:lnTo>
                  <a:pt x="6655" y="6312"/>
                </a:lnTo>
                <a:lnTo>
                  <a:pt x="6633" y="6355"/>
                </a:lnTo>
                <a:lnTo>
                  <a:pt x="6612" y="6440"/>
                </a:lnTo>
                <a:lnTo>
                  <a:pt x="6633" y="6569"/>
                </a:lnTo>
                <a:lnTo>
                  <a:pt x="6676" y="6782"/>
                </a:lnTo>
                <a:lnTo>
                  <a:pt x="6698" y="6868"/>
                </a:lnTo>
                <a:lnTo>
                  <a:pt x="6762" y="6954"/>
                </a:lnTo>
                <a:lnTo>
                  <a:pt x="6826" y="7018"/>
                </a:lnTo>
                <a:lnTo>
                  <a:pt x="6912" y="7061"/>
                </a:lnTo>
                <a:lnTo>
                  <a:pt x="6997" y="7082"/>
                </a:lnTo>
                <a:lnTo>
                  <a:pt x="7104" y="7103"/>
                </a:lnTo>
                <a:lnTo>
                  <a:pt x="7211" y="7103"/>
                </a:lnTo>
                <a:lnTo>
                  <a:pt x="7297" y="7082"/>
                </a:lnTo>
                <a:lnTo>
                  <a:pt x="7382" y="7039"/>
                </a:lnTo>
                <a:lnTo>
                  <a:pt x="7446" y="6975"/>
                </a:lnTo>
                <a:lnTo>
                  <a:pt x="7468" y="6911"/>
                </a:lnTo>
                <a:lnTo>
                  <a:pt x="7468" y="6847"/>
                </a:lnTo>
                <a:lnTo>
                  <a:pt x="7446" y="6654"/>
                </a:lnTo>
                <a:lnTo>
                  <a:pt x="7382" y="6483"/>
                </a:lnTo>
                <a:lnTo>
                  <a:pt x="7339" y="6333"/>
                </a:lnTo>
                <a:lnTo>
                  <a:pt x="7318" y="6290"/>
                </a:lnTo>
                <a:lnTo>
                  <a:pt x="7275" y="6269"/>
                </a:lnTo>
                <a:lnTo>
                  <a:pt x="7168" y="6226"/>
                </a:lnTo>
                <a:lnTo>
                  <a:pt x="7019" y="6205"/>
                </a:lnTo>
                <a:close/>
                <a:moveTo>
                  <a:pt x="5842" y="6141"/>
                </a:moveTo>
                <a:lnTo>
                  <a:pt x="5735" y="6162"/>
                </a:lnTo>
                <a:lnTo>
                  <a:pt x="5606" y="6183"/>
                </a:lnTo>
                <a:lnTo>
                  <a:pt x="5499" y="6248"/>
                </a:lnTo>
                <a:lnTo>
                  <a:pt x="5414" y="6312"/>
                </a:lnTo>
                <a:lnTo>
                  <a:pt x="5371" y="6397"/>
                </a:lnTo>
                <a:lnTo>
                  <a:pt x="5371" y="6526"/>
                </a:lnTo>
                <a:lnTo>
                  <a:pt x="5414" y="6782"/>
                </a:lnTo>
                <a:lnTo>
                  <a:pt x="5457" y="6932"/>
                </a:lnTo>
                <a:lnTo>
                  <a:pt x="5499" y="7018"/>
                </a:lnTo>
                <a:lnTo>
                  <a:pt x="5542" y="7061"/>
                </a:lnTo>
                <a:lnTo>
                  <a:pt x="5585" y="7082"/>
                </a:lnTo>
                <a:lnTo>
                  <a:pt x="5713" y="7103"/>
                </a:lnTo>
                <a:lnTo>
                  <a:pt x="5949" y="7103"/>
                </a:lnTo>
                <a:lnTo>
                  <a:pt x="5992" y="7125"/>
                </a:lnTo>
                <a:lnTo>
                  <a:pt x="6120" y="7103"/>
                </a:lnTo>
                <a:lnTo>
                  <a:pt x="6227" y="7103"/>
                </a:lnTo>
                <a:lnTo>
                  <a:pt x="6312" y="7082"/>
                </a:lnTo>
                <a:lnTo>
                  <a:pt x="6377" y="7018"/>
                </a:lnTo>
                <a:lnTo>
                  <a:pt x="6419" y="6932"/>
                </a:lnTo>
                <a:lnTo>
                  <a:pt x="6419" y="6847"/>
                </a:lnTo>
                <a:lnTo>
                  <a:pt x="6419" y="6761"/>
                </a:lnTo>
                <a:lnTo>
                  <a:pt x="6398" y="6547"/>
                </a:lnTo>
                <a:lnTo>
                  <a:pt x="6355" y="6376"/>
                </a:lnTo>
                <a:lnTo>
                  <a:pt x="6312" y="6290"/>
                </a:lnTo>
                <a:lnTo>
                  <a:pt x="6248" y="6226"/>
                </a:lnTo>
                <a:lnTo>
                  <a:pt x="6184" y="6183"/>
                </a:lnTo>
                <a:lnTo>
                  <a:pt x="6077" y="6162"/>
                </a:lnTo>
                <a:lnTo>
                  <a:pt x="5842" y="6141"/>
                </a:lnTo>
                <a:close/>
                <a:moveTo>
                  <a:pt x="4622" y="6098"/>
                </a:moveTo>
                <a:lnTo>
                  <a:pt x="4494" y="6119"/>
                </a:lnTo>
                <a:lnTo>
                  <a:pt x="4387" y="6141"/>
                </a:lnTo>
                <a:lnTo>
                  <a:pt x="4280" y="6183"/>
                </a:lnTo>
                <a:lnTo>
                  <a:pt x="4194" y="6248"/>
                </a:lnTo>
                <a:lnTo>
                  <a:pt x="4130" y="6333"/>
                </a:lnTo>
                <a:lnTo>
                  <a:pt x="4087" y="6462"/>
                </a:lnTo>
                <a:lnTo>
                  <a:pt x="4087" y="6590"/>
                </a:lnTo>
                <a:lnTo>
                  <a:pt x="4109" y="6868"/>
                </a:lnTo>
                <a:lnTo>
                  <a:pt x="4130" y="6954"/>
                </a:lnTo>
                <a:lnTo>
                  <a:pt x="4173" y="7039"/>
                </a:lnTo>
                <a:lnTo>
                  <a:pt x="4237" y="7082"/>
                </a:lnTo>
                <a:lnTo>
                  <a:pt x="4323" y="7125"/>
                </a:lnTo>
                <a:lnTo>
                  <a:pt x="4430" y="7146"/>
                </a:lnTo>
                <a:lnTo>
                  <a:pt x="4579" y="7168"/>
                </a:lnTo>
                <a:lnTo>
                  <a:pt x="4601" y="7146"/>
                </a:lnTo>
                <a:lnTo>
                  <a:pt x="4644" y="7146"/>
                </a:lnTo>
                <a:lnTo>
                  <a:pt x="4793" y="7168"/>
                </a:lnTo>
                <a:lnTo>
                  <a:pt x="5072" y="7168"/>
                </a:lnTo>
                <a:lnTo>
                  <a:pt x="5114" y="7125"/>
                </a:lnTo>
                <a:lnTo>
                  <a:pt x="5136" y="7103"/>
                </a:lnTo>
                <a:lnTo>
                  <a:pt x="5178" y="6996"/>
                </a:lnTo>
                <a:lnTo>
                  <a:pt x="5178" y="6889"/>
                </a:lnTo>
                <a:lnTo>
                  <a:pt x="5157" y="6782"/>
                </a:lnTo>
                <a:lnTo>
                  <a:pt x="5136" y="6526"/>
                </a:lnTo>
                <a:lnTo>
                  <a:pt x="5136" y="6419"/>
                </a:lnTo>
                <a:lnTo>
                  <a:pt x="5093" y="6333"/>
                </a:lnTo>
                <a:lnTo>
                  <a:pt x="5050" y="6248"/>
                </a:lnTo>
                <a:lnTo>
                  <a:pt x="4986" y="6183"/>
                </a:lnTo>
                <a:lnTo>
                  <a:pt x="4879" y="6141"/>
                </a:lnTo>
                <a:lnTo>
                  <a:pt x="4751" y="6098"/>
                </a:lnTo>
                <a:close/>
                <a:moveTo>
                  <a:pt x="3510" y="6248"/>
                </a:moveTo>
                <a:lnTo>
                  <a:pt x="3231" y="6290"/>
                </a:lnTo>
                <a:lnTo>
                  <a:pt x="3082" y="6312"/>
                </a:lnTo>
                <a:lnTo>
                  <a:pt x="2975" y="6355"/>
                </a:lnTo>
                <a:lnTo>
                  <a:pt x="2911" y="6397"/>
                </a:lnTo>
                <a:lnTo>
                  <a:pt x="2868" y="6440"/>
                </a:lnTo>
                <a:lnTo>
                  <a:pt x="2846" y="6483"/>
                </a:lnTo>
                <a:lnTo>
                  <a:pt x="2846" y="6526"/>
                </a:lnTo>
                <a:lnTo>
                  <a:pt x="2825" y="6654"/>
                </a:lnTo>
                <a:lnTo>
                  <a:pt x="2846" y="6761"/>
                </a:lnTo>
                <a:lnTo>
                  <a:pt x="2825" y="6782"/>
                </a:lnTo>
                <a:lnTo>
                  <a:pt x="2825" y="6825"/>
                </a:lnTo>
                <a:lnTo>
                  <a:pt x="2825" y="6932"/>
                </a:lnTo>
                <a:lnTo>
                  <a:pt x="2889" y="7146"/>
                </a:lnTo>
                <a:lnTo>
                  <a:pt x="2975" y="7210"/>
                </a:lnTo>
                <a:lnTo>
                  <a:pt x="3060" y="7253"/>
                </a:lnTo>
                <a:lnTo>
                  <a:pt x="3274" y="7253"/>
                </a:lnTo>
                <a:lnTo>
                  <a:pt x="3403" y="7232"/>
                </a:lnTo>
                <a:lnTo>
                  <a:pt x="3574" y="7168"/>
                </a:lnTo>
                <a:lnTo>
                  <a:pt x="3724" y="7082"/>
                </a:lnTo>
                <a:lnTo>
                  <a:pt x="3766" y="7039"/>
                </a:lnTo>
                <a:lnTo>
                  <a:pt x="3788" y="6996"/>
                </a:lnTo>
                <a:lnTo>
                  <a:pt x="3809" y="6889"/>
                </a:lnTo>
                <a:lnTo>
                  <a:pt x="3788" y="6761"/>
                </a:lnTo>
                <a:lnTo>
                  <a:pt x="3745" y="6526"/>
                </a:lnTo>
                <a:lnTo>
                  <a:pt x="3724" y="6397"/>
                </a:lnTo>
                <a:lnTo>
                  <a:pt x="3702" y="6312"/>
                </a:lnTo>
                <a:lnTo>
                  <a:pt x="3638" y="6269"/>
                </a:lnTo>
                <a:lnTo>
                  <a:pt x="3510" y="6248"/>
                </a:lnTo>
                <a:close/>
                <a:moveTo>
                  <a:pt x="7446" y="5713"/>
                </a:moveTo>
                <a:lnTo>
                  <a:pt x="7575" y="5734"/>
                </a:lnTo>
                <a:lnTo>
                  <a:pt x="7660" y="5777"/>
                </a:lnTo>
                <a:lnTo>
                  <a:pt x="7725" y="5841"/>
                </a:lnTo>
                <a:lnTo>
                  <a:pt x="7746" y="5884"/>
                </a:lnTo>
                <a:lnTo>
                  <a:pt x="7746" y="5948"/>
                </a:lnTo>
                <a:lnTo>
                  <a:pt x="7746" y="6098"/>
                </a:lnTo>
                <a:lnTo>
                  <a:pt x="7703" y="6355"/>
                </a:lnTo>
                <a:lnTo>
                  <a:pt x="7682" y="6889"/>
                </a:lnTo>
                <a:lnTo>
                  <a:pt x="7703" y="7424"/>
                </a:lnTo>
                <a:lnTo>
                  <a:pt x="7703" y="7703"/>
                </a:lnTo>
                <a:lnTo>
                  <a:pt x="7703" y="7981"/>
                </a:lnTo>
                <a:lnTo>
                  <a:pt x="7682" y="8109"/>
                </a:lnTo>
                <a:lnTo>
                  <a:pt x="7660" y="8152"/>
                </a:lnTo>
                <a:lnTo>
                  <a:pt x="7639" y="8173"/>
                </a:lnTo>
                <a:lnTo>
                  <a:pt x="7553" y="8195"/>
                </a:lnTo>
                <a:lnTo>
                  <a:pt x="6013" y="8195"/>
                </a:lnTo>
                <a:lnTo>
                  <a:pt x="5863" y="8216"/>
                </a:lnTo>
                <a:lnTo>
                  <a:pt x="4194" y="8216"/>
                </a:lnTo>
                <a:lnTo>
                  <a:pt x="3809" y="8237"/>
                </a:lnTo>
                <a:lnTo>
                  <a:pt x="3424" y="8259"/>
                </a:lnTo>
                <a:lnTo>
                  <a:pt x="3338" y="8259"/>
                </a:lnTo>
                <a:lnTo>
                  <a:pt x="3231" y="8216"/>
                </a:lnTo>
                <a:lnTo>
                  <a:pt x="3189" y="8195"/>
                </a:lnTo>
                <a:lnTo>
                  <a:pt x="3167" y="8152"/>
                </a:lnTo>
                <a:lnTo>
                  <a:pt x="3146" y="8130"/>
                </a:lnTo>
                <a:lnTo>
                  <a:pt x="3082" y="8109"/>
                </a:lnTo>
                <a:lnTo>
                  <a:pt x="3060" y="8130"/>
                </a:lnTo>
                <a:lnTo>
                  <a:pt x="3018" y="8152"/>
                </a:lnTo>
                <a:lnTo>
                  <a:pt x="2932" y="8237"/>
                </a:lnTo>
                <a:lnTo>
                  <a:pt x="2889" y="8280"/>
                </a:lnTo>
                <a:lnTo>
                  <a:pt x="2846" y="8302"/>
                </a:lnTo>
                <a:lnTo>
                  <a:pt x="2804" y="8302"/>
                </a:lnTo>
                <a:lnTo>
                  <a:pt x="2761" y="8259"/>
                </a:lnTo>
                <a:lnTo>
                  <a:pt x="2761" y="8237"/>
                </a:lnTo>
                <a:lnTo>
                  <a:pt x="2782" y="8195"/>
                </a:lnTo>
                <a:lnTo>
                  <a:pt x="2846" y="8109"/>
                </a:lnTo>
                <a:lnTo>
                  <a:pt x="2868" y="8045"/>
                </a:lnTo>
                <a:lnTo>
                  <a:pt x="2889" y="8002"/>
                </a:lnTo>
                <a:lnTo>
                  <a:pt x="2868" y="7981"/>
                </a:lnTo>
                <a:lnTo>
                  <a:pt x="2804" y="7938"/>
                </a:lnTo>
                <a:lnTo>
                  <a:pt x="2418" y="8173"/>
                </a:lnTo>
                <a:lnTo>
                  <a:pt x="2290" y="8259"/>
                </a:lnTo>
                <a:lnTo>
                  <a:pt x="2162" y="8323"/>
                </a:lnTo>
                <a:lnTo>
                  <a:pt x="2076" y="8344"/>
                </a:lnTo>
                <a:lnTo>
                  <a:pt x="2055" y="8344"/>
                </a:lnTo>
                <a:lnTo>
                  <a:pt x="2033" y="8323"/>
                </a:lnTo>
                <a:lnTo>
                  <a:pt x="2055" y="8280"/>
                </a:lnTo>
                <a:lnTo>
                  <a:pt x="2076" y="8237"/>
                </a:lnTo>
                <a:lnTo>
                  <a:pt x="2162" y="8173"/>
                </a:lnTo>
                <a:lnTo>
                  <a:pt x="2226" y="8088"/>
                </a:lnTo>
                <a:lnTo>
                  <a:pt x="2247" y="8023"/>
                </a:lnTo>
                <a:lnTo>
                  <a:pt x="2247" y="7981"/>
                </a:lnTo>
                <a:lnTo>
                  <a:pt x="2226" y="7938"/>
                </a:lnTo>
                <a:lnTo>
                  <a:pt x="2204" y="7895"/>
                </a:lnTo>
                <a:lnTo>
                  <a:pt x="2119" y="7895"/>
                </a:lnTo>
                <a:lnTo>
                  <a:pt x="2033" y="7916"/>
                </a:lnTo>
                <a:lnTo>
                  <a:pt x="1948" y="7959"/>
                </a:lnTo>
                <a:lnTo>
                  <a:pt x="1798" y="8066"/>
                </a:lnTo>
                <a:lnTo>
                  <a:pt x="1584" y="8216"/>
                </a:lnTo>
                <a:lnTo>
                  <a:pt x="1477" y="8302"/>
                </a:lnTo>
                <a:lnTo>
                  <a:pt x="1391" y="8323"/>
                </a:lnTo>
                <a:lnTo>
                  <a:pt x="1349" y="8323"/>
                </a:lnTo>
                <a:lnTo>
                  <a:pt x="1349" y="8280"/>
                </a:lnTo>
                <a:lnTo>
                  <a:pt x="1349" y="8237"/>
                </a:lnTo>
                <a:lnTo>
                  <a:pt x="1370" y="8173"/>
                </a:lnTo>
                <a:lnTo>
                  <a:pt x="1477" y="8109"/>
                </a:lnTo>
                <a:lnTo>
                  <a:pt x="1691" y="7916"/>
                </a:lnTo>
                <a:lnTo>
                  <a:pt x="1798" y="7831"/>
                </a:lnTo>
                <a:lnTo>
                  <a:pt x="1862" y="7724"/>
                </a:lnTo>
                <a:lnTo>
                  <a:pt x="1862" y="7703"/>
                </a:lnTo>
                <a:lnTo>
                  <a:pt x="1862" y="7660"/>
                </a:lnTo>
                <a:lnTo>
                  <a:pt x="1819" y="7617"/>
                </a:lnTo>
                <a:lnTo>
                  <a:pt x="1777" y="7596"/>
                </a:lnTo>
                <a:lnTo>
                  <a:pt x="1712" y="7596"/>
                </a:lnTo>
                <a:lnTo>
                  <a:pt x="1627" y="7638"/>
                </a:lnTo>
                <a:lnTo>
                  <a:pt x="1391" y="7767"/>
                </a:lnTo>
                <a:lnTo>
                  <a:pt x="1284" y="7788"/>
                </a:lnTo>
                <a:lnTo>
                  <a:pt x="1199" y="7809"/>
                </a:lnTo>
                <a:lnTo>
                  <a:pt x="1177" y="7788"/>
                </a:lnTo>
                <a:lnTo>
                  <a:pt x="1156" y="7745"/>
                </a:lnTo>
                <a:lnTo>
                  <a:pt x="1199" y="7638"/>
                </a:lnTo>
                <a:lnTo>
                  <a:pt x="1242" y="7553"/>
                </a:lnTo>
                <a:lnTo>
                  <a:pt x="1327" y="7489"/>
                </a:lnTo>
                <a:lnTo>
                  <a:pt x="1541" y="7360"/>
                </a:lnTo>
                <a:lnTo>
                  <a:pt x="1648" y="7317"/>
                </a:lnTo>
                <a:lnTo>
                  <a:pt x="1734" y="7253"/>
                </a:lnTo>
                <a:lnTo>
                  <a:pt x="1819" y="7168"/>
                </a:lnTo>
                <a:lnTo>
                  <a:pt x="1884" y="7082"/>
                </a:lnTo>
                <a:lnTo>
                  <a:pt x="1905" y="6975"/>
                </a:lnTo>
                <a:lnTo>
                  <a:pt x="1884" y="6911"/>
                </a:lnTo>
                <a:lnTo>
                  <a:pt x="1841" y="6868"/>
                </a:lnTo>
                <a:lnTo>
                  <a:pt x="1691" y="6868"/>
                </a:lnTo>
                <a:lnTo>
                  <a:pt x="1605" y="6911"/>
                </a:lnTo>
                <a:lnTo>
                  <a:pt x="1456" y="6975"/>
                </a:lnTo>
                <a:lnTo>
                  <a:pt x="1306" y="7125"/>
                </a:lnTo>
                <a:lnTo>
                  <a:pt x="1199" y="7168"/>
                </a:lnTo>
                <a:lnTo>
                  <a:pt x="1177" y="7168"/>
                </a:lnTo>
                <a:lnTo>
                  <a:pt x="1135" y="7146"/>
                </a:lnTo>
                <a:lnTo>
                  <a:pt x="1113" y="7103"/>
                </a:lnTo>
                <a:lnTo>
                  <a:pt x="1113" y="7082"/>
                </a:lnTo>
                <a:lnTo>
                  <a:pt x="1156" y="7018"/>
                </a:lnTo>
                <a:lnTo>
                  <a:pt x="1284" y="6911"/>
                </a:lnTo>
                <a:lnTo>
                  <a:pt x="1391" y="6804"/>
                </a:lnTo>
                <a:lnTo>
                  <a:pt x="1520" y="6676"/>
                </a:lnTo>
                <a:lnTo>
                  <a:pt x="1563" y="6611"/>
                </a:lnTo>
                <a:lnTo>
                  <a:pt x="1584" y="6547"/>
                </a:lnTo>
                <a:lnTo>
                  <a:pt x="1563" y="6483"/>
                </a:lnTo>
                <a:lnTo>
                  <a:pt x="1498" y="6440"/>
                </a:lnTo>
                <a:lnTo>
                  <a:pt x="1413" y="6419"/>
                </a:lnTo>
                <a:lnTo>
                  <a:pt x="1327" y="6440"/>
                </a:lnTo>
                <a:lnTo>
                  <a:pt x="1199" y="6526"/>
                </a:lnTo>
                <a:lnTo>
                  <a:pt x="1156" y="6547"/>
                </a:lnTo>
                <a:lnTo>
                  <a:pt x="1113" y="6547"/>
                </a:lnTo>
                <a:lnTo>
                  <a:pt x="1071" y="6504"/>
                </a:lnTo>
                <a:lnTo>
                  <a:pt x="1028" y="6397"/>
                </a:lnTo>
                <a:lnTo>
                  <a:pt x="964" y="6141"/>
                </a:lnTo>
                <a:lnTo>
                  <a:pt x="942" y="6012"/>
                </a:lnTo>
                <a:lnTo>
                  <a:pt x="921" y="5905"/>
                </a:lnTo>
                <a:lnTo>
                  <a:pt x="942" y="5841"/>
                </a:lnTo>
                <a:lnTo>
                  <a:pt x="964" y="5798"/>
                </a:lnTo>
                <a:lnTo>
                  <a:pt x="1071" y="5777"/>
                </a:lnTo>
                <a:lnTo>
                  <a:pt x="1327" y="5756"/>
                </a:lnTo>
                <a:lnTo>
                  <a:pt x="1584" y="5777"/>
                </a:lnTo>
                <a:lnTo>
                  <a:pt x="1862" y="5798"/>
                </a:lnTo>
                <a:lnTo>
                  <a:pt x="2119" y="5798"/>
                </a:lnTo>
                <a:lnTo>
                  <a:pt x="2697" y="5777"/>
                </a:lnTo>
                <a:lnTo>
                  <a:pt x="3274" y="5734"/>
                </a:lnTo>
                <a:lnTo>
                  <a:pt x="3873" y="5713"/>
                </a:lnTo>
                <a:close/>
                <a:moveTo>
                  <a:pt x="2440" y="2161"/>
                </a:moveTo>
                <a:lnTo>
                  <a:pt x="2226" y="2182"/>
                </a:lnTo>
                <a:lnTo>
                  <a:pt x="2012" y="2225"/>
                </a:lnTo>
                <a:lnTo>
                  <a:pt x="1862" y="2289"/>
                </a:lnTo>
                <a:lnTo>
                  <a:pt x="1798" y="2332"/>
                </a:lnTo>
                <a:lnTo>
                  <a:pt x="1755" y="2418"/>
                </a:lnTo>
                <a:lnTo>
                  <a:pt x="1712" y="2482"/>
                </a:lnTo>
                <a:lnTo>
                  <a:pt x="1712" y="2589"/>
                </a:lnTo>
                <a:lnTo>
                  <a:pt x="1691" y="2781"/>
                </a:lnTo>
                <a:lnTo>
                  <a:pt x="1691" y="2931"/>
                </a:lnTo>
                <a:lnTo>
                  <a:pt x="1627" y="3851"/>
                </a:lnTo>
                <a:lnTo>
                  <a:pt x="1563" y="4771"/>
                </a:lnTo>
                <a:lnTo>
                  <a:pt x="1563" y="5092"/>
                </a:lnTo>
                <a:lnTo>
                  <a:pt x="1541" y="5263"/>
                </a:lnTo>
                <a:lnTo>
                  <a:pt x="1520" y="5328"/>
                </a:lnTo>
                <a:lnTo>
                  <a:pt x="1477" y="5392"/>
                </a:lnTo>
                <a:lnTo>
                  <a:pt x="1391" y="5435"/>
                </a:lnTo>
                <a:lnTo>
                  <a:pt x="1092" y="5435"/>
                </a:lnTo>
                <a:lnTo>
                  <a:pt x="857" y="5413"/>
                </a:lnTo>
                <a:lnTo>
                  <a:pt x="750" y="5435"/>
                </a:lnTo>
                <a:lnTo>
                  <a:pt x="664" y="5477"/>
                </a:lnTo>
                <a:lnTo>
                  <a:pt x="600" y="5520"/>
                </a:lnTo>
                <a:lnTo>
                  <a:pt x="578" y="5584"/>
                </a:lnTo>
                <a:lnTo>
                  <a:pt x="557" y="5670"/>
                </a:lnTo>
                <a:lnTo>
                  <a:pt x="578" y="5756"/>
                </a:lnTo>
                <a:lnTo>
                  <a:pt x="600" y="5927"/>
                </a:lnTo>
                <a:lnTo>
                  <a:pt x="643" y="6098"/>
                </a:lnTo>
                <a:lnTo>
                  <a:pt x="707" y="6504"/>
                </a:lnTo>
                <a:lnTo>
                  <a:pt x="750" y="6932"/>
                </a:lnTo>
                <a:lnTo>
                  <a:pt x="835" y="7874"/>
                </a:lnTo>
                <a:lnTo>
                  <a:pt x="878" y="8109"/>
                </a:lnTo>
                <a:lnTo>
                  <a:pt x="899" y="8237"/>
                </a:lnTo>
                <a:lnTo>
                  <a:pt x="899" y="8323"/>
                </a:lnTo>
                <a:lnTo>
                  <a:pt x="878" y="8387"/>
                </a:lnTo>
                <a:lnTo>
                  <a:pt x="857" y="8409"/>
                </a:lnTo>
                <a:lnTo>
                  <a:pt x="750" y="8430"/>
                </a:lnTo>
                <a:lnTo>
                  <a:pt x="600" y="8451"/>
                </a:lnTo>
                <a:lnTo>
                  <a:pt x="364" y="8473"/>
                </a:lnTo>
                <a:lnTo>
                  <a:pt x="150" y="8494"/>
                </a:lnTo>
                <a:lnTo>
                  <a:pt x="86" y="8516"/>
                </a:lnTo>
                <a:lnTo>
                  <a:pt x="44" y="8558"/>
                </a:lnTo>
                <a:lnTo>
                  <a:pt x="1" y="8644"/>
                </a:lnTo>
                <a:lnTo>
                  <a:pt x="22" y="8687"/>
                </a:lnTo>
                <a:lnTo>
                  <a:pt x="65" y="8730"/>
                </a:lnTo>
                <a:lnTo>
                  <a:pt x="150" y="8751"/>
                </a:lnTo>
                <a:lnTo>
                  <a:pt x="343" y="8772"/>
                </a:lnTo>
                <a:lnTo>
                  <a:pt x="493" y="8772"/>
                </a:lnTo>
                <a:lnTo>
                  <a:pt x="1349" y="8730"/>
                </a:lnTo>
                <a:lnTo>
                  <a:pt x="2204" y="8665"/>
                </a:lnTo>
                <a:lnTo>
                  <a:pt x="3082" y="8623"/>
                </a:lnTo>
                <a:lnTo>
                  <a:pt x="3938" y="8601"/>
                </a:lnTo>
                <a:lnTo>
                  <a:pt x="5799" y="8623"/>
                </a:lnTo>
                <a:lnTo>
                  <a:pt x="7660" y="8623"/>
                </a:lnTo>
                <a:lnTo>
                  <a:pt x="7917" y="8644"/>
                </a:lnTo>
                <a:lnTo>
                  <a:pt x="8431" y="8644"/>
                </a:lnTo>
                <a:lnTo>
                  <a:pt x="8687" y="8601"/>
                </a:lnTo>
                <a:lnTo>
                  <a:pt x="8794" y="8580"/>
                </a:lnTo>
                <a:lnTo>
                  <a:pt x="8880" y="8537"/>
                </a:lnTo>
                <a:lnTo>
                  <a:pt x="8923" y="8494"/>
                </a:lnTo>
                <a:lnTo>
                  <a:pt x="8944" y="8430"/>
                </a:lnTo>
                <a:lnTo>
                  <a:pt x="8923" y="8366"/>
                </a:lnTo>
                <a:lnTo>
                  <a:pt x="8859" y="8280"/>
                </a:lnTo>
                <a:lnTo>
                  <a:pt x="8794" y="8216"/>
                </a:lnTo>
                <a:lnTo>
                  <a:pt x="8709" y="8195"/>
                </a:lnTo>
                <a:lnTo>
                  <a:pt x="8602" y="8195"/>
                </a:lnTo>
                <a:lnTo>
                  <a:pt x="8495" y="8216"/>
                </a:lnTo>
                <a:lnTo>
                  <a:pt x="8302" y="8237"/>
                </a:lnTo>
                <a:lnTo>
                  <a:pt x="8217" y="8216"/>
                </a:lnTo>
                <a:lnTo>
                  <a:pt x="8152" y="8173"/>
                </a:lnTo>
                <a:lnTo>
                  <a:pt x="8110" y="8109"/>
                </a:lnTo>
                <a:lnTo>
                  <a:pt x="8088" y="8002"/>
                </a:lnTo>
                <a:lnTo>
                  <a:pt x="8088" y="7724"/>
                </a:lnTo>
                <a:lnTo>
                  <a:pt x="8110" y="7253"/>
                </a:lnTo>
                <a:lnTo>
                  <a:pt x="8131" y="6290"/>
                </a:lnTo>
                <a:lnTo>
                  <a:pt x="8174" y="5841"/>
                </a:lnTo>
                <a:lnTo>
                  <a:pt x="8174" y="5713"/>
                </a:lnTo>
                <a:lnTo>
                  <a:pt x="8174" y="5606"/>
                </a:lnTo>
                <a:lnTo>
                  <a:pt x="8131" y="5499"/>
                </a:lnTo>
                <a:lnTo>
                  <a:pt x="8088" y="5413"/>
                </a:lnTo>
                <a:lnTo>
                  <a:pt x="8003" y="5392"/>
                </a:lnTo>
                <a:lnTo>
                  <a:pt x="7939" y="5370"/>
                </a:lnTo>
                <a:lnTo>
                  <a:pt x="7853" y="5370"/>
                </a:lnTo>
                <a:lnTo>
                  <a:pt x="7789" y="5328"/>
                </a:lnTo>
                <a:lnTo>
                  <a:pt x="7746" y="5285"/>
                </a:lnTo>
                <a:lnTo>
                  <a:pt x="7746" y="5242"/>
                </a:lnTo>
                <a:lnTo>
                  <a:pt x="7725" y="5178"/>
                </a:lnTo>
                <a:lnTo>
                  <a:pt x="7725" y="5114"/>
                </a:lnTo>
                <a:lnTo>
                  <a:pt x="7682" y="5049"/>
                </a:lnTo>
                <a:lnTo>
                  <a:pt x="7639" y="5007"/>
                </a:lnTo>
                <a:lnTo>
                  <a:pt x="7575" y="4985"/>
                </a:lnTo>
                <a:lnTo>
                  <a:pt x="7532" y="4964"/>
                </a:lnTo>
                <a:lnTo>
                  <a:pt x="7404" y="4942"/>
                </a:lnTo>
                <a:lnTo>
                  <a:pt x="7254" y="4942"/>
                </a:lnTo>
                <a:lnTo>
                  <a:pt x="7061" y="4900"/>
                </a:lnTo>
                <a:lnTo>
                  <a:pt x="6954" y="4900"/>
                </a:lnTo>
                <a:lnTo>
                  <a:pt x="6869" y="4921"/>
                </a:lnTo>
                <a:lnTo>
                  <a:pt x="6805" y="4964"/>
                </a:lnTo>
                <a:lnTo>
                  <a:pt x="6783" y="5028"/>
                </a:lnTo>
                <a:lnTo>
                  <a:pt x="6805" y="5071"/>
                </a:lnTo>
                <a:lnTo>
                  <a:pt x="6805" y="5156"/>
                </a:lnTo>
                <a:lnTo>
                  <a:pt x="6783" y="5221"/>
                </a:lnTo>
                <a:lnTo>
                  <a:pt x="6805" y="5242"/>
                </a:lnTo>
                <a:lnTo>
                  <a:pt x="6698" y="5285"/>
                </a:lnTo>
                <a:lnTo>
                  <a:pt x="6398" y="5285"/>
                </a:lnTo>
                <a:lnTo>
                  <a:pt x="6312" y="5263"/>
                </a:lnTo>
                <a:lnTo>
                  <a:pt x="6270" y="5199"/>
                </a:lnTo>
                <a:lnTo>
                  <a:pt x="6270" y="5114"/>
                </a:lnTo>
                <a:lnTo>
                  <a:pt x="6270" y="4964"/>
                </a:lnTo>
                <a:lnTo>
                  <a:pt x="6291" y="4878"/>
                </a:lnTo>
                <a:lnTo>
                  <a:pt x="6270" y="4793"/>
                </a:lnTo>
                <a:lnTo>
                  <a:pt x="6248" y="4729"/>
                </a:lnTo>
                <a:lnTo>
                  <a:pt x="6184" y="4664"/>
                </a:lnTo>
                <a:lnTo>
                  <a:pt x="6120" y="4622"/>
                </a:lnTo>
                <a:lnTo>
                  <a:pt x="5820" y="4622"/>
                </a:lnTo>
                <a:lnTo>
                  <a:pt x="5457" y="4686"/>
                </a:lnTo>
                <a:lnTo>
                  <a:pt x="5243" y="4707"/>
                </a:lnTo>
                <a:lnTo>
                  <a:pt x="5029" y="4729"/>
                </a:lnTo>
                <a:lnTo>
                  <a:pt x="4601" y="4750"/>
                </a:lnTo>
                <a:lnTo>
                  <a:pt x="4280" y="4729"/>
                </a:lnTo>
                <a:lnTo>
                  <a:pt x="4087" y="4750"/>
                </a:lnTo>
                <a:lnTo>
                  <a:pt x="4023" y="4771"/>
                </a:lnTo>
                <a:lnTo>
                  <a:pt x="3980" y="4814"/>
                </a:lnTo>
                <a:lnTo>
                  <a:pt x="3938" y="4878"/>
                </a:lnTo>
                <a:lnTo>
                  <a:pt x="3938" y="4942"/>
                </a:lnTo>
                <a:lnTo>
                  <a:pt x="3959" y="5049"/>
                </a:lnTo>
                <a:lnTo>
                  <a:pt x="3959" y="5114"/>
                </a:lnTo>
                <a:lnTo>
                  <a:pt x="3959" y="5178"/>
                </a:lnTo>
                <a:lnTo>
                  <a:pt x="3938" y="5221"/>
                </a:lnTo>
                <a:lnTo>
                  <a:pt x="3873" y="5263"/>
                </a:lnTo>
                <a:lnTo>
                  <a:pt x="3766" y="5285"/>
                </a:lnTo>
                <a:lnTo>
                  <a:pt x="3595" y="5306"/>
                </a:lnTo>
                <a:lnTo>
                  <a:pt x="3424" y="5285"/>
                </a:lnTo>
                <a:lnTo>
                  <a:pt x="3360" y="5285"/>
                </a:lnTo>
                <a:lnTo>
                  <a:pt x="3317" y="5263"/>
                </a:lnTo>
                <a:lnTo>
                  <a:pt x="3274" y="5199"/>
                </a:lnTo>
                <a:lnTo>
                  <a:pt x="3253" y="5114"/>
                </a:lnTo>
                <a:lnTo>
                  <a:pt x="3231" y="4921"/>
                </a:lnTo>
                <a:lnTo>
                  <a:pt x="3231" y="4707"/>
                </a:lnTo>
                <a:lnTo>
                  <a:pt x="3231" y="4536"/>
                </a:lnTo>
                <a:lnTo>
                  <a:pt x="3167" y="4129"/>
                </a:lnTo>
                <a:lnTo>
                  <a:pt x="3082" y="3723"/>
                </a:lnTo>
                <a:lnTo>
                  <a:pt x="2868" y="2739"/>
                </a:lnTo>
                <a:lnTo>
                  <a:pt x="2825" y="2589"/>
                </a:lnTo>
                <a:lnTo>
                  <a:pt x="2804" y="2418"/>
                </a:lnTo>
                <a:lnTo>
                  <a:pt x="2761" y="2354"/>
                </a:lnTo>
                <a:lnTo>
                  <a:pt x="2718" y="2268"/>
                </a:lnTo>
                <a:lnTo>
                  <a:pt x="2675" y="2225"/>
                </a:lnTo>
                <a:lnTo>
                  <a:pt x="2611" y="2182"/>
                </a:lnTo>
                <a:lnTo>
                  <a:pt x="2525" y="2161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6"/>
          <p:cNvSpPr/>
          <p:nvPr/>
        </p:nvSpPr>
        <p:spPr>
          <a:xfrm>
            <a:off x="3810155" y="3633326"/>
            <a:ext cx="548700" cy="542925"/>
          </a:xfrm>
          <a:custGeom>
            <a:rect b="b" l="l" r="r" t="t"/>
            <a:pathLst>
              <a:path extrusionOk="0" h="7532" w="9008">
                <a:moveTo>
                  <a:pt x="7959" y="2867"/>
                </a:moveTo>
                <a:lnTo>
                  <a:pt x="7959" y="2867"/>
                </a:lnTo>
                <a:lnTo>
                  <a:pt x="7831" y="2867"/>
                </a:lnTo>
                <a:lnTo>
                  <a:pt x="7638" y="2889"/>
                </a:lnTo>
                <a:lnTo>
                  <a:pt x="7467" y="2910"/>
                </a:lnTo>
                <a:lnTo>
                  <a:pt x="7403" y="2910"/>
                </a:lnTo>
                <a:lnTo>
                  <a:pt x="7360" y="2889"/>
                </a:lnTo>
                <a:lnTo>
                  <a:pt x="7360" y="2889"/>
                </a:lnTo>
                <a:lnTo>
                  <a:pt x="7318" y="2846"/>
                </a:lnTo>
                <a:lnTo>
                  <a:pt x="7296" y="2782"/>
                </a:lnTo>
                <a:lnTo>
                  <a:pt x="7253" y="2589"/>
                </a:lnTo>
                <a:lnTo>
                  <a:pt x="7211" y="2247"/>
                </a:lnTo>
                <a:lnTo>
                  <a:pt x="7211" y="2247"/>
                </a:lnTo>
                <a:lnTo>
                  <a:pt x="7168" y="1969"/>
                </a:lnTo>
                <a:lnTo>
                  <a:pt x="7104" y="1712"/>
                </a:lnTo>
                <a:lnTo>
                  <a:pt x="7039" y="1455"/>
                </a:lnTo>
                <a:lnTo>
                  <a:pt x="6911" y="1198"/>
                </a:lnTo>
                <a:lnTo>
                  <a:pt x="6911" y="1198"/>
                </a:lnTo>
                <a:lnTo>
                  <a:pt x="6825" y="1049"/>
                </a:lnTo>
                <a:lnTo>
                  <a:pt x="6740" y="920"/>
                </a:lnTo>
                <a:lnTo>
                  <a:pt x="6526" y="685"/>
                </a:lnTo>
                <a:lnTo>
                  <a:pt x="6269" y="471"/>
                </a:lnTo>
                <a:lnTo>
                  <a:pt x="5991" y="300"/>
                </a:lnTo>
                <a:lnTo>
                  <a:pt x="5713" y="171"/>
                </a:lnTo>
                <a:lnTo>
                  <a:pt x="5392" y="86"/>
                </a:lnTo>
                <a:lnTo>
                  <a:pt x="5071" y="22"/>
                </a:lnTo>
                <a:lnTo>
                  <a:pt x="4750" y="0"/>
                </a:lnTo>
                <a:lnTo>
                  <a:pt x="4408" y="0"/>
                </a:lnTo>
                <a:lnTo>
                  <a:pt x="4087" y="43"/>
                </a:lnTo>
                <a:lnTo>
                  <a:pt x="3744" y="129"/>
                </a:lnTo>
                <a:lnTo>
                  <a:pt x="3423" y="214"/>
                </a:lnTo>
                <a:lnTo>
                  <a:pt x="3124" y="364"/>
                </a:lnTo>
                <a:lnTo>
                  <a:pt x="2846" y="514"/>
                </a:lnTo>
                <a:lnTo>
                  <a:pt x="2589" y="706"/>
                </a:lnTo>
                <a:lnTo>
                  <a:pt x="2354" y="899"/>
                </a:lnTo>
                <a:lnTo>
                  <a:pt x="2354" y="899"/>
                </a:lnTo>
                <a:lnTo>
                  <a:pt x="2225" y="1049"/>
                </a:lnTo>
                <a:lnTo>
                  <a:pt x="2118" y="1198"/>
                </a:lnTo>
                <a:lnTo>
                  <a:pt x="1926" y="1498"/>
                </a:lnTo>
                <a:lnTo>
                  <a:pt x="1776" y="1840"/>
                </a:lnTo>
                <a:lnTo>
                  <a:pt x="1648" y="2183"/>
                </a:lnTo>
                <a:lnTo>
                  <a:pt x="1648" y="2183"/>
                </a:lnTo>
                <a:lnTo>
                  <a:pt x="1541" y="2504"/>
                </a:lnTo>
                <a:lnTo>
                  <a:pt x="1455" y="2846"/>
                </a:lnTo>
                <a:lnTo>
                  <a:pt x="1455" y="2846"/>
                </a:lnTo>
                <a:lnTo>
                  <a:pt x="1434" y="3060"/>
                </a:lnTo>
                <a:lnTo>
                  <a:pt x="1391" y="3124"/>
                </a:lnTo>
                <a:lnTo>
                  <a:pt x="1305" y="3167"/>
                </a:lnTo>
                <a:lnTo>
                  <a:pt x="1305" y="3167"/>
                </a:lnTo>
                <a:lnTo>
                  <a:pt x="1220" y="3167"/>
                </a:lnTo>
                <a:lnTo>
                  <a:pt x="1113" y="3167"/>
                </a:lnTo>
                <a:lnTo>
                  <a:pt x="1027" y="3167"/>
                </a:lnTo>
                <a:lnTo>
                  <a:pt x="942" y="3167"/>
                </a:lnTo>
                <a:lnTo>
                  <a:pt x="942" y="3167"/>
                </a:lnTo>
                <a:lnTo>
                  <a:pt x="813" y="3231"/>
                </a:lnTo>
                <a:lnTo>
                  <a:pt x="706" y="3295"/>
                </a:lnTo>
                <a:lnTo>
                  <a:pt x="706" y="3295"/>
                </a:lnTo>
                <a:lnTo>
                  <a:pt x="471" y="3466"/>
                </a:lnTo>
                <a:lnTo>
                  <a:pt x="364" y="3573"/>
                </a:lnTo>
                <a:lnTo>
                  <a:pt x="278" y="3680"/>
                </a:lnTo>
                <a:lnTo>
                  <a:pt x="278" y="3680"/>
                </a:lnTo>
                <a:lnTo>
                  <a:pt x="171" y="3937"/>
                </a:lnTo>
                <a:lnTo>
                  <a:pt x="86" y="4215"/>
                </a:lnTo>
                <a:lnTo>
                  <a:pt x="22" y="4515"/>
                </a:lnTo>
                <a:lnTo>
                  <a:pt x="0" y="4793"/>
                </a:lnTo>
                <a:lnTo>
                  <a:pt x="0" y="4793"/>
                </a:lnTo>
                <a:lnTo>
                  <a:pt x="22" y="5114"/>
                </a:lnTo>
                <a:lnTo>
                  <a:pt x="86" y="5456"/>
                </a:lnTo>
                <a:lnTo>
                  <a:pt x="171" y="5777"/>
                </a:lnTo>
                <a:lnTo>
                  <a:pt x="236" y="5927"/>
                </a:lnTo>
                <a:lnTo>
                  <a:pt x="321" y="6077"/>
                </a:lnTo>
                <a:lnTo>
                  <a:pt x="407" y="6205"/>
                </a:lnTo>
                <a:lnTo>
                  <a:pt x="514" y="6312"/>
                </a:lnTo>
                <a:lnTo>
                  <a:pt x="621" y="6419"/>
                </a:lnTo>
                <a:lnTo>
                  <a:pt x="749" y="6505"/>
                </a:lnTo>
                <a:lnTo>
                  <a:pt x="899" y="6569"/>
                </a:lnTo>
                <a:lnTo>
                  <a:pt x="1049" y="6590"/>
                </a:lnTo>
                <a:lnTo>
                  <a:pt x="1220" y="6612"/>
                </a:lnTo>
                <a:lnTo>
                  <a:pt x="1391" y="6569"/>
                </a:lnTo>
                <a:lnTo>
                  <a:pt x="1391" y="6569"/>
                </a:lnTo>
                <a:lnTo>
                  <a:pt x="1583" y="6526"/>
                </a:lnTo>
                <a:lnTo>
                  <a:pt x="1712" y="6419"/>
                </a:lnTo>
                <a:lnTo>
                  <a:pt x="1797" y="6312"/>
                </a:lnTo>
                <a:lnTo>
                  <a:pt x="1862" y="6184"/>
                </a:lnTo>
                <a:lnTo>
                  <a:pt x="1904" y="6034"/>
                </a:lnTo>
                <a:lnTo>
                  <a:pt x="1904" y="5863"/>
                </a:lnTo>
                <a:lnTo>
                  <a:pt x="1926" y="5520"/>
                </a:lnTo>
                <a:lnTo>
                  <a:pt x="1926" y="5520"/>
                </a:lnTo>
                <a:lnTo>
                  <a:pt x="1926" y="4771"/>
                </a:lnTo>
                <a:lnTo>
                  <a:pt x="1926" y="4408"/>
                </a:lnTo>
                <a:lnTo>
                  <a:pt x="1904" y="4023"/>
                </a:lnTo>
                <a:lnTo>
                  <a:pt x="1904" y="4023"/>
                </a:lnTo>
                <a:lnTo>
                  <a:pt x="1883" y="3702"/>
                </a:lnTo>
                <a:lnTo>
                  <a:pt x="1883" y="3359"/>
                </a:lnTo>
                <a:lnTo>
                  <a:pt x="1904" y="3038"/>
                </a:lnTo>
                <a:lnTo>
                  <a:pt x="1947" y="2696"/>
                </a:lnTo>
                <a:lnTo>
                  <a:pt x="2011" y="2354"/>
                </a:lnTo>
                <a:lnTo>
                  <a:pt x="2118" y="2054"/>
                </a:lnTo>
                <a:lnTo>
                  <a:pt x="2268" y="1755"/>
                </a:lnTo>
                <a:lnTo>
                  <a:pt x="2439" y="1477"/>
                </a:lnTo>
                <a:lnTo>
                  <a:pt x="2439" y="1477"/>
                </a:lnTo>
                <a:lnTo>
                  <a:pt x="2568" y="1327"/>
                </a:lnTo>
                <a:lnTo>
                  <a:pt x="2696" y="1198"/>
                </a:lnTo>
                <a:lnTo>
                  <a:pt x="2846" y="1113"/>
                </a:lnTo>
                <a:lnTo>
                  <a:pt x="2996" y="1006"/>
                </a:lnTo>
                <a:lnTo>
                  <a:pt x="3167" y="942"/>
                </a:lnTo>
                <a:lnTo>
                  <a:pt x="3338" y="877"/>
                </a:lnTo>
                <a:lnTo>
                  <a:pt x="3680" y="770"/>
                </a:lnTo>
                <a:lnTo>
                  <a:pt x="3680" y="770"/>
                </a:lnTo>
                <a:lnTo>
                  <a:pt x="4001" y="728"/>
                </a:lnTo>
                <a:lnTo>
                  <a:pt x="4322" y="685"/>
                </a:lnTo>
                <a:lnTo>
                  <a:pt x="4322" y="685"/>
                </a:lnTo>
                <a:lnTo>
                  <a:pt x="4622" y="599"/>
                </a:lnTo>
                <a:lnTo>
                  <a:pt x="4771" y="578"/>
                </a:lnTo>
                <a:lnTo>
                  <a:pt x="4921" y="578"/>
                </a:lnTo>
                <a:lnTo>
                  <a:pt x="4921" y="578"/>
                </a:lnTo>
                <a:lnTo>
                  <a:pt x="5071" y="599"/>
                </a:lnTo>
                <a:lnTo>
                  <a:pt x="5221" y="621"/>
                </a:lnTo>
                <a:lnTo>
                  <a:pt x="5371" y="685"/>
                </a:lnTo>
                <a:lnTo>
                  <a:pt x="5520" y="749"/>
                </a:lnTo>
                <a:lnTo>
                  <a:pt x="5798" y="899"/>
                </a:lnTo>
                <a:lnTo>
                  <a:pt x="6055" y="1091"/>
                </a:lnTo>
                <a:lnTo>
                  <a:pt x="6269" y="1327"/>
                </a:lnTo>
                <a:lnTo>
                  <a:pt x="6462" y="1584"/>
                </a:lnTo>
                <a:lnTo>
                  <a:pt x="6633" y="1840"/>
                </a:lnTo>
                <a:lnTo>
                  <a:pt x="6740" y="2140"/>
                </a:lnTo>
                <a:lnTo>
                  <a:pt x="6740" y="2140"/>
                </a:lnTo>
                <a:lnTo>
                  <a:pt x="6825" y="2504"/>
                </a:lnTo>
                <a:lnTo>
                  <a:pt x="6890" y="2889"/>
                </a:lnTo>
                <a:lnTo>
                  <a:pt x="6954" y="3659"/>
                </a:lnTo>
                <a:lnTo>
                  <a:pt x="6954" y="3659"/>
                </a:lnTo>
                <a:lnTo>
                  <a:pt x="6997" y="4279"/>
                </a:lnTo>
                <a:lnTo>
                  <a:pt x="6997" y="4279"/>
                </a:lnTo>
                <a:lnTo>
                  <a:pt x="7018" y="4429"/>
                </a:lnTo>
                <a:lnTo>
                  <a:pt x="6997" y="4515"/>
                </a:lnTo>
                <a:lnTo>
                  <a:pt x="6932" y="4600"/>
                </a:lnTo>
                <a:lnTo>
                  <a:pt x="6804" y="4665"/>
                </a:lnTo>
                <a:lnTo>
                  <a:pt x="6804" y="4665"/>
                </a:lnTo>
                <a:lnTo>
                  <a:pt x="6654" y="4750"/>
                </a:lnTo>
                <a:lnTo>
                  <a:pt x="6547" y="4771"/>
                </a:lnTo>
                <a:lnTo>
                  <a:pt x="6504" y="4771"/>
                </a:lnTo>
                <a:lnTo>
                  <a:pt x="6483" y="4729"/>
                </a:lnTo>
                <a:lnTo>
                  <a:pt x="6462" y="4665"/>
                </a:lnTo>
                <a:lnTo>
                  <a:pt x="6462" y="4579"/>
                </a:lnTo>
                <a:lnTo>
                  <a:pt x="6462" y="4579"/>
                </a:lnTo>
                <a:lnTo>
                  <a:pt x="6398" y="3894"/>
                </a:lnTo>
                <a:lnTo>
                  <a:pt x="6398" y="3894"/>
                </a:lnTo>
                <a:lnTo>
                  <a:pt x="6376" y="3744"/>
                </a:lnTo>
                <a:lnTo>
                  <a:pt x="6376" y="3573"/>
                </a:lnTo>
                <a:lnTo>
                  <a:pt x="6398" y="3274"/>
                </a:lnTo>
                <a:lnTo>
                  <a:pt x="6419" y="2974"/>
                </a:lnTo>
                <a:lnTo>
                  <a:pt x="6419" y="2824"/>
                </a:lnTo>
                <a:lnTo>
                  <a:pt x="6419" y="2653"/>
                </a:lnTo>
                <a:lnTo>
                  <a:pt x="6419" y="2653"/>
                </a:lnTo>
                <a:lnTo>
                  <a:pt x="6333" y="2332"/>
                </a:lnTo>
                <a:lnTo>
                  <a:pt x="6269" y="2183"/>
                </a:lnTo>
                <a:lnTo>
                  <a:pt x="6205" y="2033"/>
                </a:lnTo>
                <a:lnTo>
                  <a:pt x="6141" y="1883"/>
                </a:lnTo>
                <a:lnTo>
                  <a:pt x="6034" y="1755"/>
                </a:lnTo>
                <a:lnTo>
                  <a:pt x="5927" y="1626"/>
                </a:lnTo>
                <a:lnTo>
                  <a:pt x="5820" y="1519"/>
                </a:lnTo>
                <a:lnTo>
                  <a:pt x="5820" y="1519"/>
                </a:lnTo>
                <a:lnTo>
                  <a:pt x="5584" y="1348"/>
                </a:lnTo>
                <a:lnTo>
                  <a:pt x="5328" y="1198"/>
                </a:lnTo>
                <a:lnTo>
                  <a:pt x="5328" y="1198"/>
                </a:lnTo>
                <a:lnTo>
                  <a:pt x="5178" y="1156"/>
                </a:lnTo>
                <a:lnTo>
                  <a:pt x="5028" y="1134"/>
                </a:lnTo>
                <a:lnTo>
                  <a:pt x="4878" y="1156"/>
                </a:lnTo>
                <a:lnTo>
                  <a:pt x="4707" y="1177"/>
                </a:lnTo>
                <a:lnTo>
                  <a:pt x="4707" y="1177"/>
                </a:lnTo>
                <a:lnTo>
                  <a:pt x="4065" y="1156"/>
                </a:lnTo>
                <a:lnTo>
                  <a:pt x="3916" y="1177"/>
                </a:lnTo>
                <a:lnTo>
                  <a:pt x="3744" y="1198"/>
                </a:lnTo>
                <a:lnTo>
                  <a:pt x="3595" y="1220"/>
                </a:lnTo>
                <a:lnTo>
                  <a:pt x="3445" y="1284"/>
                </a:lnTo>
                <a:lnTo>
                  <a:pt x="3445" y="1284"/>
                </a:lnTo>
                <a:lnTo>
                  <a:pt x="3145" y="1412"/>
                </a:lnTo>
                <a:lnTo>
                  <a:pt x="2889" y="1584"/>
                </a:lnTo>
                <a:lnTo>
                  <a:pt x="2782" y="1669"/>
                </a:lnTo>
                <a:lnTo>
                  <a:pt x="2675" y="1776"/>
                </a:lnTo>
                <a:lnTo>
                  <a:pt x="2568" y="1904"/>
                </a:lnTo>
                <a:lnTo>
                  <a:pt x="2482" y="2033"/>
                </a:lnTo>
                <a:lnTo>
                  <a:pt x="2482" y="2033"/>
                </a:lnTo>
                <a:lnTo>
                  <a:pt x="2311" y="2290"/>
                </a:lnTo>
                <a:lnTo>
                  <a:pt x="2247" y="2418"/>
                </a:lnTo>
                <a:lnTo>
                  <a:pt x="2225" y="2568"/>
                </a:lnTo>
                <a:lnTo>
                  <a:pt x="2225" y="2568"/>
                </a:lnTo>
                <a:lnTo>
                  <a:pt x="2204" y="2739"/>
                </a:lnTo>
                <a:lnTo>
                  <a:pt x="2225" y="2931"/>
                </a:lnTo>
                <a:lnTo>
                  <a:pt x="2290" y="3295"/>
                </a:lnTo>
                <a:lnTo>
                  <a:pt x="2290" y="3295"/>
                </a:lnTo>
                <a:lnTo>
                  <a:pt x="2290" y="3659"/>
                </a:lnTo>
                <a:lnTo>
                  <a:pt x="2290" y="4001"/>
                </a:lnTo>
                <a:lnTo>
                  <a:pt x="2225" y="4729"/>
                </a:lnTo>
                <a:lnTo>
                  <a:pt x="2225" y="4729"/>
                </a:lnTo>
                <a:lnTo>
                  <a:pt x="2225" y="4729"/>
                </a:lnTo>
                <a:lnTo>
                  <a:pt x="2204" y="4771"/>
                </a:lnTo>
                <a:lnTo>
                  <a:pt x="2225" y="4921"/>
                </a:lnTo>
                <a:lnTo>
                  <a:pt x="2290" y="5392"/>
                </a:lnTo>
                <a:lnTo>
                  <a:pt x="2375" y="5884"/>
                </a:lnTo>
                <a:lnTo>
                  <a:pt x="2439" y="6184"/>
                </a:lnTo>
                <a:lnTo>
                  <a:pt x="2439" y="6184"/>
                </a:lnTo>
                <a:lnTo>
                  <a:pt x="2568" y="6505"/>
                </a:lnTo>
                <a:lnTo>
                  <a:pt x="2653" y="6676"/>
                </a:lnTo>
                <a:lnTo>
                  <a:pt x="2739" y="6825"/>
                </a:lnTo>
                <a:lnTo>
                  <a:pt x="2867" y="6975"/>
                </a:lnTo>
                <a:lnTo>
                  <a:pt x="2974" y="7125"/>
                </a:lnTo>
                <a:lnTo>
                  <a:pt x="3124" y="7232"/>
                </a:lnTo>
                <a:lnTo>
                  <a:pt x="3274" y="7296"/>
                </a:lnTo>
                <a:lnTo>
                  <a:pt x="3274" y="7296"/>
                </a:lnTo>
                <a:lnTo>
                  <a:pt x="3616" y="7425"/>
                </a:lnTo>
                <a:lnTo>
                  <a:pt x="3809" y="7467"/>
                </a:lnTo>
                <a:lnTo>
                  <a:pt x="4001" y="7510"/>
                </a:lnTo>
                <a:lnTo>
                  <a:pt x="4194" y="7532"/>
                </a:lnTo>
                <a:lnTo>
                  <a:pt x="4386" y="7532"/>
                </a:lnTo>
                <a:lnTo>
                  <a:pt x="4579" y="7489"/>
                </a:lnTo>
                <a:lnTo>
                  <a:pt x="4750" y="7446"/>
                </a:lnTo>
                <a:lnTo>
                  <a:pt x="4750" y="7446"/>
                </a:lnTo>
                <a:lnTo>
                  <a:pt x="5114" y="7296"/>
                </a:lnTo>
                <a:lnTo>
                  <a:pt x="5456" y="7082"/>
                </a:lnTo>
                <a:lnTo>
                  <a:pt x="5627" y="6975"/>
                </a:lnTo>
                <a:lnTo>
                  <a:pt x="5777" y="6847"/>
                </a:lnTo>
                <a:lnTo>
                  <a:pt x="5927" y="6718"/>
                </a:lnTo>
                <a:lnTo>
                  <a:pt x="6034" y="6569"/>
                </a:lnTo>
                <a:lnTo>
                  <a:pt x="6034" y="6569"/>
                </a:lnTo>
                <a:lnTo>
                  <a:pt x="6226" y="6312"/>
                </a:lnTo>
                <a:lnTo>
                  <a:pt x="6291" y="6184"/>
                </a:lnTo>
                <a:lnTo>
                  <a:pt x="6355" y="6034"/>
                </a:lnTo>
                <a:lnTo>
                  <a:pt x="6355" y="6034"/>
                </a:lnTo>
                <a:lnTo>
                  <a:pt x="6376" y="5905"/>
                </a:lnTo>
                <a:lnTo>
                  <a:pt x="6398" y="5756"/>
                </a:lnTo>
                <a:lnTo>
                  <a:pt x="6440" y="5606"/>
                </a:lnTo>
                <a:lnTo>
                  <a:pt x="6462" y="5542"/>
                </a:lnTo>
                <a:lnTo>
                  <a:pt x="6483" y="5478"/>
                </a:lnTo>
                <a:lnTo>
                  <a:pt x="6483" y="5478"/>
                </a:lnTo>
                <a:lnTo>
                  <a:pt x="6590" y="5392"/>
                </a:lnTo>
                <a:lnTo>
                  <a:pt x="6761" y="5306"/>
                </a:lnTo>
                <a:lnTo>
                  <a:pt x="6932" y="5264"/>
                </a:lnTo>
                <a:lnTo>
                  <a:pt x="7018" y="5264"/>
                </a:lnTo>
                <a:lnTo>
                  <a:pt x="7061" y="5285"/>
                </a:lnTo>
                <a:lnTo>
                  <a:pt x="7061" y="5285"/>
                </a:lnTo>
                <a:lnTo>
                  <a:pt x="7082" y="5328"/>
                </a:lnTo>
                <a:lnTo>
                  <a:pt x="7082" y="5413"/>
                </a:lnTo>
                <a:lnTo>
                  <a:pt x="7082" y="5585"/>
                </a:lnTo>
                <a:lnTo>
                  <a:pt x="7082" y="5777"/>
                </a:lnTo>
                <a:lnTo>
                  <a:pt x="7104" y="5905"/>
                </a:lnTo>
                <a:lnTo>
                  <a:pt x="7104" y="5905"/>
                </a:lnTo>
                <a:lnTo>
                  <a:pt x="7125" y="5970"/>
                </a:lnTo>
                <a:lnTo>
                  <a:pt x="7168" y="6034"/>
                </a:lnTo>
                <a:lnTo>
                  <a:pt x="7232" y="6077"/>
                </a:lnTo>
                <a:lnTo>
                  <a:pt x="7296" y="6119"/>
                </a:lnTo>
                <a:lnTo>
                  <a:pt x="7446" y="6184"/>
                </a:lnTo>
                <a:lnTo>
                  <a:pt x="7617" y="6226"/>
                </a:lnTo>
                <a:lnTo>
                  <a:pt x="7788" y="6226"/>
                </a:lnTo>
                <a:lnTo>
                  <a:pt x="7959" y="6226"/>
                </a:lnTo>
                <a:lnTo>
                  <a:pt x="8131" y="6184"/>
                </a:lnTo>
                <a:lnTo>
                  <a:pt x="8259" y="6141"/>
                </a:lnTo>
                <a:lnTo>
                  <a:pt x="8259" y="6141"/>
                </a:lnTo>
                <a:lnTo>
                  <a:pt x="8387" y="6077"/>
                </a:lnTo>
                <a:lnTo>
                  <a:pt x="8516" y="5948"/>
                </a:lnTo>
                <a:lnTo>
                  <a:pt x="8623" y="5820"/>
                </a:lnTo>
                <a:lnTo>
                  <a:pt x="8730" y="5670"/>
                </a:lnTo>
                <a:lnTo>
                  <a:pt x="8815" y="5520"/>
                </a:lnTo>
                <a:lnTo>
                  <a:pt x="8879" y="5349"/>
                </a:lnTo>
                <a:lnTo>
                  <a:pt x="8965" y="5050"/>
                </a:lnTo>
                <a:lnTo>
                  <a:pt x="8965" y="5050"/>
                </a:lnTo>
                <a:lnTo>
                  <a:pt x="8986" y="4900"/>
                </a:lnTo>
                <a:lnTo>
                  <a:pt x="9008" y="4750"/>
                </a:lnTo>
                <a:lnTo>
                  <a:pt x="8986" y="4429"/>
                </a:lnTo>
                <a:lnTo>
                  <a:pt x="8944" y="4087"/>
                </a:lnTo>
                <a:lnTo>
                  <a:pt x="8837" y="3744"/>
                </a:lnTo>
                <a:lnTo>
                  <a:pt x="8772" y="3595"/>
                </a:lnTo>
                <a:lnTo>
                  <a:pt x="8687" y="3445"/>
                </a:lnTo>
                <a:lnTo>
                  <a:pt x="8601" y="3295"/>
                </a:lnTo>
                <a:lnTo>
                  <a:pt x="8494" y="3188"/>
                </a:lnTo>
                <a:lnTo>
                  <a:pt x="8366" y="3060"/>
                </a:lnTo>
                <a:lnTo>
                  <a:pt x="8259" y="2974"/>
                </a:lnTo>
                <a:lnTo>
                  <a:pt x="8109" y="2910"/>
                </a:lnTo>
                <a:lnTo>
                  <a:pt x="7959" y="2867"/>
                </a:lnTo>
                <a:lnTo>
                  <a:pt x="7959" y="2867"/>
                </a:lnTo>
                <a:close/>
                <a:moveTo>
                  <a:pt x="1434" y="6162"/>
                </a:moveTo>
                <a:lnTo>
                  <a:pt x="1434" y="6162"/>
                </a:lnTo>
                <a:lnTo>
                  <a:pt x="1305" y="6226"/>
                </a:lnTo>
                <a:lnTo>
                  <a:pt x="1284" y="6248"/>
                </a:lnTo>
                <a:lnTo>
                  <a:pt x="1241" y="6248"/>
                </a:lnTo>
                <a:lnTo>
                  <a:pt x="1220" y="6226"/>
                </a:lnTo>
                <a:lnTo>
                  <a:pt x="1220" y="6205"/>
                </a:lnTo>
                <a:lnTo>
                  <a:pt x="1220" y="6119"/>
                </a:lnTo>
                <a:lnTo>
                  <a:pt x="1263" y="5948"/>
                </a:lnTo>
                <a:lnTo>
                  <a:pt x="1305" y="5798"/>
                </a:lnTo>
                <a:lnTo>
                  <a:pt x="1305" y="5798"/>
                </a:lnTo>
                <a:lnTo>
                  <a:pt x="1305" y="5691"/>
                </a:lnTo>
                <a:lnTo>
                  <a:pt x="1263" y="5627"/>
                </a:lnTo>
                <a:lnTo>
                  <a:pt x="1241" y="5606"/>
                </a:lnTo>
                <a:lnTo>
                  <a:pt x="1198" y="5606"/>
                </a:lnTo>
                <a:lnTo>
                  <a:pt x="1091" y="5649"/>
                </a:lnTo>
                <a:lnTo>
                  <a:pt x="1091" y="5649"/>
                </a:lnTo>
                <a:lnTo>
                  <a:pt x="1049" y="5691"/>
                </a:lnTo>
                <a:lnTo>
                  <a:pt x="984" y="5798"/>
                </a:lnTo>
                <a:lnTo>
                  <a:pt x="920" y="5884"/>
                </a:lnTo>
                <a:lnTo>
                  <a:pt x="899" y="5905"/>
                </a:lnTo>
                <a:lnTo>
                  <a:pt x="856" y="5927"/>
                </a:lnTo>
                <a:lnTo>
                  <a:pt x="856" y="5927"/>
                </a:lnTo>
                <a:lnTo>
                  <a:pt x="856" y="5905"/>
                </a:lnTo>
                <a:lnTo>
                  <a:pt x="856" y="5884"/>
                </a:lnTo>
                <a:lnTo>
                  <a:pt x="877" y="5820"/>
                </a:lnTo>
                <a:lnTo>
                  <a:pt x="984" y="5563"/>
                </a:lnTo>
                <a:lnTo>
                  <a:pt x="1113" y="5328"/>
                </a:lnTo>
                <a:lnTo>
                  <a:pt x="1156" y="5221"/>
                </a:lnTo>
                <a:lnTo>
                  <a:pt x="1156" y="5178"/>
                </a:lnTo>
                <a:lnTo>
                  <a:pt x="1156" y="5178"/>
                </a:lnTo>
                <a:lnTo>
                  <a:pt x="1156" y="5135"/>
                </a:lnTo>
                <a:lnTo>
                  <a:pt x="1113" y="5114"/>
                </a:lnTo>
                <a:lnTo>
                  <a:pt x="1091" y="5114"/>
                </a:lnTo>
                <a:lnTo>
                  <a:pt x="1049" y="5114"/>
                </a:lnTo>
                <a:lnTo>
                  <a:pt x="963" y="5135"/>
                </a:lnTo>
                <a:lnTo>
                  <a:pt x="877" y="5221"/>
                </a:lnTo>
                <a:lnTo>
                  <a:pt x="706" y="5392"/>
                </a:lnTo>
                <a:lnTo>
                  <a:pt x="599" y="5520"/>
                </a:lnTo>
                <a:lnTo>
                  <a:pt x="599" y="5520"/>
                </a:lnTo>
                <a:lnTo>
                  <a:pt x="663" y="5392"/>
                </a:lnTo>
                <a:lnTo>
                  <a:pt x="728" y="5264"/>
                </a:lnTo>
                <a:lnTo>
                  <a:pt x="728" y="5264"/>
                </a:lnTo>
                <a:lnTo>
                  <a:pt x="899" y="4985"/>
                </a:lnTo>
                <a:lnTo>
                  <a:pt x="984" y="4857"/>
                </a:lnTo>
                <a:lnTo>
                  <a:pt x="1049" y="4707"/>
                </a:lnTo>
                <a:lnTo>
                  <a:pt x="1049" y="4707"/>
                </a:lnTo>
                <a:lnTo>
                  <a:pt x="1091" y="4600"/>
                </a:lnTo>
                <a:lnTo>
                  <a:pt x="1091" y="4515"/>
                </a:lnTo>
                <a:lnTo>
                  <a:pt x="1091" y="4493"/>
                </a:lnTo>
                <a:lnTo>
                  <a:pt x="1049" y="4472"/>
                </a:lnTo>
                <a:lnTo>
                  <a:pt x="1006" y="4472"/>
                </a:lnTo>
                <a:lnTo>
                  <a:pt x="942" y="4472"/>
                </a:lnTo>
                <a:lnTo>
                  <a:pt x="942" y="4472"/>
                </a:lnTo>
                <a:lnTo>
                  <a:pt x="856" y="4536"/>
                </a:lnTo>
                <a:lnTo>
                  <a:pt x="856" y="4536"/>
                </a:lnTo>
                <a:lnTo>
                  <a:pt x="835" y="4536"/>
                </a:lnTo>
                <a:lnTo>
                  <a:pt x="835" y="4536"/>
                </a:lnTo>
                <a:lnTo>
                  <a:pt x="813" y="4558"/>
                </a:lnTo>
                <a:lnTo>
                  <a:pt x="856" y="4536"/>
                </a:lnTo>
                <a:lnTo>
                  <a:pt x="856" y="4536"/>
                </a:lnTo>
                <a:lnTo>
                  <a:pt x="877" y="4472"/>
                </a:lnTo>
                <a:lnTo>
                  <a:pt x="920" y="4386"/>
                </a:lnTo>
                <a:lnTo>
                  <a:pt x="1049" y="4258"/>
                </a:lnTo>
                <a:lnTo>
                  <a:pt x="1113" y="4172"/>
                </a:lnTo>
                <a:lnTo>
                  <a:pt x="1156" y="4108"/>
                </a:lnTo>
                <a:lnTo>
                  <a:pt x="1177" y="4044"/>
                </a:lnTo>
                <a:lnTo>
                  <a:pt x="1156" y="3958"/>
                </a:lnTo>
                <a:lnTo>
                  <a:pt x="1156" y="3958"/>
                </a:lnTo>
                <a:lnTo>
                  <a:pt x="1134" y="3916"/>
                </a:lnTo>
                <a:lnTo>
                  <a:pt x="1091" y="3894"/>
                </a:lnTo>
                <a:lnTo>
                  <a:pt x="1049" y="3873"/>
                </a:lnTo>
                <a:lnTo>
                  <a:pt x="1027" y="3894"/>
                </a:lnTo>
                <a:lnTo>
                  <a:pt x="942" y="3916"/>
                </a:lnTo>
                <a:lnTo>
                  <a:pt x="856" y="3958"/>
                </a:lnTo>
                <a:lnTo>
                  <a:pt x="685" y="4087"/>
                </a:lnTo>
                <a:lnTo>
                  <a:pt x="621" y="4130"/>
                </a:lnTo>
                <a:lnTo>
                  <a:pt x="578" y="4108"/>
                </a:lnTo>
                <a:lnTo>
                  <a:pt x="578" y="4108"/>
                </a:lnTo>
                <a:lnTo>
                  <a:pt x="556" y="4087"/>
                </a:lnTo>
                <a:lnTo>
                  <a:pt x="556" y="4044"/>
                </a:lnTo>
                <a:lnTo>
                  <a:pt x="599" y="3980"/>
                </a:lnTo>
                <a:lnTo>
                  <a:pt x="663" y="3894"/>
                </a:lnTo>
                <a:lnTo>
                  <a:pt x="770" y="3809"/>
                </a:lnTo>
                <a:lnTo>
                  <a:pt x="984" y="3680"/>
                </a:lnTo>
                <a:lnTo>
                  <a:pt x="1070" y="3638"/>
                </a:lnTo>
                <a:lnTo>
                  <a:pt x="1134" y="3616"/>
                </a:lnTo>
                <a:lnTo>
                  <a:pt x="1134" y="3616"/>
                </a:lnTo>
                <a:lnTo>
                  <a:pt x="1241" y="3638"/>
                </a:lnTo>
                <a:lnTo>
                  <a:pt x="1327" y="3702"/>
                </a:lnTo>
                <a:lnTo>
                  <a:pt x="1391" y="3766"/>
                </a:lnTo>
                <a:lnTo>
                  <a:pt x="1434" y="3873"/>
                </a:lnTo>
                <a:lnTo>
                  <a:pt x="1455" y="3980"/>
                </a:lnTo>
                <a:lnTo>
                  <a:pt x="1455" y="4087"/>
                </a:lnTo>
                <a:lnTo>
                  <a:pt x="1455" y="4301"/>
                </a:lnTo>
                <a:lnTo>
                  <a:pt x="1455" y="4301"/>
                </a:lnTo>
                <a:lnTo>
                  <a:pt x="1476" y="4814"/>
                </a:lnTo>
                <a:lnTo>
                  <a:pt x="1498" y="5349"/>
                </a:lnTo>
                <a:lnTo>
                  <a:pt x="1498" y="5349"/>
                </a:lnTo>
                <a:lnTo>
                  <a:pt x="1541" y="5777"/>
                </a:lnTo>
                <a:lnTo>
                  <a:pt x="1541" y="5905"/>
                </a:lnTo>
                <a:lnTo>
                  <a:pt x="1519" y="6012"/>
                </a:lnTo>
                <a:lnTo>
                  <a:pt x="1476" y="6098"/>
                </a:lnTo>
                <a:lnTo>
                  <a:pt x="1434" y="6162"/>
                </a:lnTo>
                <a:lnTo>
                  <a:pt x="1434" y="6162"/>
                </a:lnTo>
                <a:close/>
                <a:moveTo>
                  <a:pt x="5413" y="1969"/>
                </a:moveTo>
                <a:lnTo>
                  <a:pt x="5413" y="1969"/>
                </a:lnTo>
                <a:lnTo>
                  <a:pt x="5499" y="1969"/>
                </a:lnTo>
                <a:lnTo>
                  <a:pt x="5584" y="2011"/>
                </a:lnTo>
                <a:lnTo>
                  <a:pt x="5649" y="2076"/>
                </a:lnTo>
                <a:lnTo>
                  <a:pt x="5691" y="2161"/>
                </a:lnTo>
                <a:lnTo>
                  <a:pt x="5691" y="2161"/>
                </a:lnTo>
                <a:lnTo>
                  <a:pt x="5670" y="2268"/>
                </a:lnTo>
                <a:lnTo>
                  <a:pt x="5670" y="2332"/>
                </a:lnTo>
                <a:lnTo>
                  <a:pt x="5649" y="2375"/>
                </a:lnTo>
                <a:lnTo>
                  <a:pt x="5649" y="2375"/>
                </a:lnTo>
                <a:lnTo>
                  <a:pt x="5606" y="2290"/>
                </a:lnTo>
                <a:lnTo>
                  <a:pt x="5584" y="2204"/>
                </a:lnTo>
                <a:lnTo>
                  <a:pt x="5563" y="2118"/>
                </a:lnTo>
                <a:lnTo>
                  <a:pt x="5520" y="2076"/>
                </a:lnTo>
                <a:lnTo>
                  <a:pt x="5499" y="2054"/>
                </a:lnTo>
                <a:lnTo>
                  <a:pt x="5499" y="2054"/>
                </a:lnTo>
                <a:lnTo>
                  <a:pt x="5456" y="2033"/>
                </a:lnTo>
                <a:lnTo>
                  <a:pt x="5413" y="2054"/>
                </a:lnTo>
                <a:lnTo>
                  <a:pt x="5392" y="2097"/>
                </a:lnTo>
                <a:lnTo>
                  <a:pt x="5371" y="2097"/>
                </a:lnTo>
                <a:lnTo>
                  <a:pt x="5371" y="2097"/>
                </a:lnTo>
                <a:lnTo>
                  <a:pt x="5328" y="2097"/>
                </a:lnTo>
                <a:lnTo>
                  <a:pt x="5328" y="2076"/>
                </a:lnTo>
                <a:lnTo>
                  <a:pt x="5349" y="2033"/>
                </a:lnTo>
                <a:lnTo>
                  <a:pt x="5392" y="1990"/>
                </a:lnTo>
                <a:lnTo>
                  <a:pt x="5413" y="1969"/>
                </a:lnTo>
                <a:lnTo>
                  <a:pt x="5413" y="1969"/>
                </a:lnTo>
                <a:close/>
                <a:moveTo>
                  <a:pt x="5007" y="1990"/>
                </a:moveTo>
                <a:lnTo>
                  <a:pt x="5007" y="1990"/>
                </a:lnTo>
                <a:lnTo>
                  <a:pt x="4985" y="1840"/>
                </a:lnTo>
                <a:lnTo>
                  <a:pt x="4985" y="1840"/>
                </a:lnTo>
                <a:lnTo>
                  <a:pt x="5007" y="1797"/>
                </a:lnTo>
                <a:lnTo>
                  <a:pt x="5028" y="1776"/>
                </a:lnTo>
                <a:lnTo>
                  <a:pt x="5050" y="1776"/>
                </a:lnTo>
                <a:lnTo>
                  <a:pt x="5050" y="1819"/>
                </a:lnTo>
                <a:lnTo>
                  <a:pt x="5071" y="1904"/>
                </a:lnTo>
                <a:lnTo>
                  <a:pt x="5050" y="1947"/>
                </a:lnTo>
                <a:lnTo>
                  <a:pt x="5007" y="1990"/>
                </a:lnTo>
                <a:lnTo>
                  <a:pt x="5007" y="1990"/>
                </a:lnTo>
                <a:close/>
                <a:moveTo>
                  <a:pt x="3851" y="2397"/>
                </a:moveTo>
                <a:lnTo>
                  <a:pt x="3851" y="2397"/>
                </a:lnTo>
                <a:lnTo>
                  <a:pt x="3873" y="2418"/>
                </a:lnTo>
                <a:lnTo>
                  <a:pt x="3873" y="2461"/>
                </a:lnTo>
                <a:lnTo>
                  <a:pt x="3873" y="2461"/>
                </a:lnTo>
                <a:lnTo>
                  <a:pt x="3851" y="2482"/>
                </a:lnTo>
                <a:lnTo>
                  <a:pt x="3830" y="2461"/>
                </a:lnTo>
                <a:lnTo>
                  <a:pt x="3851" y="2397"/>
                </a:lnTo>
                <a:lnTo>
                  <a:pt x="3851" y="2397"/>
                </a:lnTo>
                <a:close/>
                <a:moveTo>
                  <a:pt x="3103" y="2397"/>
                </a:moveTo>
                <a:lnTo>
                  <a:pt x="3103" y="2397"/>
                </a:lnTo>
                <a:lnTo>
                  <a:pt x="3124" y="2204"/>
                </a:lnTo>
                <a:lnTo>
                  <a:pt x="3145" y="2118"/>
                </a:lnTo>
                <a:lnTo>
                  <a:pt x="3145" y="2118"/>
                </a:lnTo>
                <a:lnTo>
                  <a:pt x="3167" y="2140"/>
                </a:lnTo>
                <a:lnTo>
                  <a:pt x="3188" y="2204"/>
                </a:lnTo>
                <a:lnTo>
                  <a:pt x="3252" y="2418"/>
                </a:lnTo>
                <a:lnTo>
                  <a:pt x="3295" y="2653"/>
                </a:lnTo>
                <a:lnTo>
                  <a:pt x="3295" y="2653"/>
                </a:lnTo>
                <a:lnTo>
                  <a:pt x="3295" y="2803"/>
                </a:lnTo>
                <a:lnTo>
                  <a:pt x="3274" y="2824"/>
                </a:lnTo>
                <a:lnTo>
                  <a:pt x="3274" y="2846"/>
                </a:lnTo>
                <a:lnTo>
                  <a:pt x="3231" y="2803"/>
                </a:lnTo>
                <a:lnTo>
                  <a:pt x="3188" y="2739"/>
                </a:lnTo>
                <a:lnTo>
                  <a:pt x="3124" y="2504"/>
                </a:lnTo>
                <a:lnTo>
                  <a:pt x="3103" y="2418"/>
                </a:lnTo>
                <a:lnTo>
                  <a:pt x="3103" y="2397"/>
                </a:lnTo>
                <a:lnTo>
                  <a:pt x="3103" y="2397"/>
                </a:lnTo>
                <a:close/>
                <a:moveTo>
                  <a:pt x="6077" y="3766"/>
                </a:moveTo>
                <a:lnTo>
                  <a:pt x="6077" y="3766"/>
                </a:lnTo>
                <a:lnTo>
                  <a:pt x="6055" y="4322"/>
                </a:lnTo>
                <a:lnTo>
                  <a:pt x="6034" y="4600"/>
                </a:lnTo>
                <a:lnTo>
                  <a:pt x="5991" y="4878"/>
                </a:lnTo>
                <a:lnTo>
                  <a:pt x="5991" y="4878"/>
                </a:lnTo>
                <a:lnTo>
                  <a:pt x="5970" y="4985"/>
                </a:lnTo>
                <a:lnTo>
                  <a:pt x="5884" y="5050"/>
                </a:lnTo>
                <a:lnTo>
                  <a:pt x="5798" y="5114"/>
                </a:lnTo>
                <a:lnTo>
                  <a:pt x="5713" y="5157"/>
                </a:lnTo>
                <a:lnTo>
                  <a:pt x="5477" y="5221"/>
                </a:lnTo>
                <a:lnTo>
                  <a:pt x="5264" y="5242"/>
                </a:lnTo>
                <a:lnTo>
                  <a:pt x="5264" y="5242"/>
                </a:lnTo>
                <a:lnTo>
                  <a:pt x="5028" y="5328"/>
                </a:lnTo>
                <a:lnTo>
                  <a:pt x="4921" y="5349"/>
                </a:lnTo>
                <a:lnTo>
                  <a:pt x="4814" y="5349"/>
                </a:lnTo>
                <a:lnTo>
                  <a:pt x="4814" y="5349"/>
                </a:lnTo>
                <a:lnTo>
                  <a:pt x="4707" y="5306"/>
                </a:lnTo>
                <a:lnTo>
                  <a:pt x="4622" y="5264"/>
                </a:lnTo>
                <a:lnTo>
                  <a:pt x="4515" y="5199"/>
                </a:lnTo>
                <a:lnTo>
                  <a:pt x="4408" y="5178"/>
                </a:lnTo>
                <a:lnTo>
                  <a:pt x="4408" y="5178"/>
                </a:lnTo>
                <a:lnTo>
                  <a:pt x="4301" y="5178"/>
                </a:lnTo>
                <a:lnTo>
                  <a:pt x="4194" y="5178"/>
                </a:lnTo>
                <a:lnTo>
                  <a:pt x="4087" y="5221"/>
                </a:lnTo>
                <a:lnTo>
                  <a:pt x="4001" y="5264"/>
                </a:lnTo>
                <a:lnTo>
                  <a:pt x="3916" y="5328"/>
                </a:lnTo>
                <a:lnTo>
                  <a:pt x="3830" y="5413"/>
                </a:lnTo>
                <a:lnTo>
                  <a:pt x="3766" y="5499"/>
                </a:lnTo>
                <a:lnTo>
                  <a:pt x="3723" y="5585"/>
                </a:lnTo>
                <a:lnTo>
                  <a:pt x="3723" y="5585"/>
                </a:lnTo>
                <a:lnTo>
                  <a:pt x="3702" y="5691"/>
                </a:lnTo>
                <a:lnTo>
                  <a:pt x="3702" y="5798"/>
                </a:lnTo>
                <a:lnTo>
                  <a:pt x="3723" y="5884"/>
                </a:lnTo>
                <a:lnTo>
                  <a:pt x="3744" y="5991"/>
                </a:lnTo>
                <a:lnTo>
                  <a:pt x="3809" y="6077"/>
                </a:lnTo>
                <a:lnTo>
                  <a:pt x="3873" y="6141"/>
                </a:lnTo>
                <a:lnTo>
                  <a:pt x="3937" y="6226"/>
                </a:lnTo>
                <a:lnTo>
                  <a:pt x="4023" y="6291"/>
                </a:lnTo>
                <a:lnTo>
                  <a:pt x="4108" y="6333"/>
                </a:lnTo>
                <a:lnTo>
                  <a:pt x="4194" y="6376"/>
                </a:lnTo>
                <a:lnTo>
                  <a:pt x="4301" y="6398"/>
                </a:lnTo>
                <a:lnTo>
                  <a:pt x="4386" y="6398"/>
                </a:lnTo>
                <a:lnTo>
                  <a:pt x="4493" y="6398"/>
                </a:lnTo>
                <a:lnTo>
                  <a:pt x="4579" y="6376"/>
                </a:lnTo>
                <a:lnTo>
                  <a:pt x="4664" y="6333"/>
                </a:lnTo>
                <a:lnTo>
                  <a:pt x="4750" y="6248"/>
                </a:lnTo>
                <a:lnTo>
                  <a:pt x="4750" y="6248"/>
                </a:lnTo>
                <a:lnTo>
                  <a:pt x="4814" y="6162"/>
                </a:lnTo>
                <a:lnTo>
                  <a:pt x="4857" y="6055"/>
                </a:lnTo>
                <a:lnTo>
                  <a:pt x="4900" y="5970"/>
                </a:lnTo>
                <a:lnTo>
                  <a:pt x="4943" y="5884"/>
                </a:lnTo>
                <a:lnTo>
                  <a:pt x="4943" y="5884"/>
                </a:lnTo>
                <a:lnTo>
                  <a:pt x="5007" y="5820"/>
                </a:lnTo>
                <a:lnTo>
                  <a:pt x="5092" y="5798"/>
                </a:lnTo>
                <a:lnTo>
                  <a:pt x="5285" y="5777"/>
                </a:lnTo>
                <a:lnTo>
                  <a:pt x="5285" y="5777"/>
                </a:lnTo>
                <a:lnTo>
                  <a:pt x="5435" y="5734"/>
                </a:lnTo>
                <a:lnTo>
                  <a:pt x="5649" y="5670"/>
                </a:lnTo>
                <a:lnTo>
                  <a:pt x="5756" y="5649"/>
                </a:lnTo>
                <a:lnTo>
                  <a:pt x="5841" y="5649"/>
                </a:lnTo>
                <a:lnTo>
                  <a:pt x="5927" y="5691"/>
                </a:lnTo>
                <a:lnTo>
                  <a:pt x="5927" y="5713"/>
                </a:lnTo>
                <a:lnTo>
                  <a:pt x="5948" y="5734"/>
                </a:lnTo>
                <a:lnTo>
                  <a:pt x="5948" y="5734"/>
                </a:lnTo>
                <a:lnTo>
                  <a:pt x="5948" y="5798"/>
                </a:lnTo>
                <a:lnTo>
                  <a:pt x="5927" y="5863"/>
                </a:lnTo>
                <a:lnTo>
                  <a:pt x="5841" y="6012"/>
                </a:lnTo>
                <a:lnTo>
                  <a:pt x="5670" y="6248"/>
                </a:lnTo>
                <a:lnTo>
                  <a:pt x="5670" y="6248"/>
                </a:lnTo>
                <a:lnTo>
                  <a:pt x="5520" y="6419"/>
                </a:lnTo>
                <a:lnTo>
                  <a:pt x="5349" y="6569"/>
                </a:lnTo>
                <a:lnTo>
                  <a:pt x="5349" y="6569"/>
                </a:lnTo>
                <a:lnTo>
                  <a:pt x="5157" y="6697"/>
                </a:lnTo>
                <a:lnTo>
                  <a:pt x="4964" y="6825"/>
                </a:lnTo>
                <a:lnTo>
                  <a:pt x="4750" y="6911"/>
                </a:lnTo>
                <a:lnTo>
                  <a:pt x="4536" y="6975"/>
                </a:lnTo>
                <a:lnTo>
                  <a:pt x="4536" y="6975"/>
                </a:lnTo>
                <a:lnTo>
                  <a:pt x="4408" y="6997"/>
                </a:lnTo>
                <a:lnTo>
                  <a:pt x="4301" y="6997"/>
                </a:lnTo>
                <a:lnTo>
                  <a:pt x="4065" y="6975"/>
                </a:lnTo>
                <a:lnTo>
                  <a:pt x="3851" y="6911"/>
                </a:lnTo>
                <a:lnTo>
                  <a:pt x="3680" y="6804"/>
                </a:lnTo>
                <a:lnTo>
                  <a:pt x="3509" y="6676"/>
                </a:lnTo>
                <a:lnTo>
                  <a:pt x="3359" y="6505"/>
                </a:lnTo>
                <a:lnTo>
                  <a:pt x="3210" y="6312"/>
                </a:lnTo>
                <a:lnTo>
                  <a:pt x="3103" y="6119"/>
                </a:lnTo>
                <a:lnTo>
                  <a:pt x="3103" y="6119"/>
                </a:lnTo>
                <a:lnTo>
                  <a:pt x="3017" y="5863"/>
                </a:lnTo>
                <a:lnTo>
                  <a:pt x="2931" y="5585"/>
                </a:lnTo>
                <a:lnTo>
                  <a:pt x="2867" y="5328"/>
                </a:lnTo>
                <a:lnTo>
                  <a:pt x="2824" y="5071"/>
                </a:lnTo>
                <a:lnTo>
                  <a:pt x="2782" y="4515"/>
                </a:lnTo>
                <a:lnTo>
                  <a:pt x="2717" y="3980"/>
                </a:lnTo>
                <a:lnTo>
                  <a:pt x="2717" y="3980"/>
                </a:lnTo>
                <a:lnTo>
                  <a:pt x="2696" y="3830"/>
                </a:lnTo>
                <a:lnTo>
                  <a:pt x="2696" y="3680"/>
                </a:lnTo>
                <a:lnTo>
                  <a:pt x="2696" y="3616"/>
                </a:lnTo>
                <a:lnTo>
                  <a:pt x="2717" y="3552"/>
                </a:lnTo>
                <a:lnTo>
                  <a:pt x="2760" y="3509"/>
                </a:lnTo>
                <a:lnTo>
                  <a:pt x="2803" y="3445"/>
                </a:lnTo>
                <a:lnTo>
                  <a:pt x="2803" y="3445"/>
                </a:lnTo>
                <a:lnTo>
                  <a:pt x="2889" y="3424"/>
                </a:lnTo>
                <a:lnTo>
                  <a:pt x="2974" y="3381"/>
                </a:lnTo>
                <a:lnTo>
                  <a:pt x="3167" y="3338"/>
                </a:lnTo>
                <a:lnTo>
                  <a:pt x="3167" y="3338"/>
                </a:lnTo>
                <a:lnTo>
                  <a:pt x="3381" y="3252"/>
                </a:lnTo>
                <a:lnTo>
                  <a:pt x="3595" y="3167"/>
                </a:lnTo>
                <a:lnTo>
                  <a:pt x="3595" y="3167"/>
                </a:lnTo>
                <a:lnTo>
                  <a:pt x="3830" y="3017"/>
                </a:lnTo>
                <a:lnTo>
                  <a:pt x="4044" y="2867"/>
                </a:lnTo>
                <a:lnTo>
                  <a:pt x="4237" y="2696"/>
                </a:lnTo>
                <a:lnTo>
                  <a:pt x="4429" y="2525"/>
                </a:lnTo>
                <a:lnTo>
                  <a:pt x="4429" y="2525"/>
                </a:lnTo>
                <a:lnTo>
                  <a:pt x="4515" y="2439"/>
                </a:lnTo>
                <a:lnTo>
                  <a:pt x="4557" y="2418"/>
                </a:lnTo>
                <a:lnTo>
                  <a:pt x="4600" y="2439"/>
                </a:lnTo>
                <a:lnTo>
                  <a:pt x="4664" y="2504"/>
                </a:lnTo>
                <a:lnTo>
                  <a:pt x="4664" y="2504"/>
                </a:lnTo>
                <a:lnTo>
                  <a:pt x="4750" y="2568"/>
                </a:lnTo>
                <a:lnTo>
                  <a:pt x="4814" y="2653"/>
                </a:lnTo>
                <a:lnTo>
                  <a:pt x="4900" y="2739"/>
                </a:lnTo>
                <a:lnTo>
                  <a:pt x="4985" y="2803"/>
                </a:lnTo>
                <a:lnTo>
                  <a:pt x="4985" y="2803"/>
                </a:lnTo>
                <a:lnTo>
                  <a:pt x="5071" y="2867"/>
                </a:lnTo>
                <a:lnTo>
                  <a:pt x="5178" y="2931"/>
                </a:lnTo>
                <a:lnTo>
                  <a:pt x="5413" y="3017"/>
                </a:lnTo>
                <a:lnTo>
                  <a:pt x="5863" y="3124"/>
                </a:lnTo>
                <a:lnTo>
                  <a:pt x="5863" y="3124"/>
                </a:lnTo>
                <a:lnTo>
                  <a:pt x="5948" y="3167"/>
                </a:lnTo>
                <a:lnTo>
                  <a:pt x="6012" y="3231"/>
                </a:lnTo>
                <a:lnTo>
                  <a:pt x="6055" y="3295"/>
                </a:lnTo>
                <a:lnTo>
                  <a:pt x="6077" y="3381"/>
                </a:lnTo>
                <a:lnTo>
                  <a:pt x="6077" y="3573"/>
                </a:lnTo>
                <a:lnTo>
                  <a:pt x="6077" y="3766"/>
                </a:lnTo>
                <a:lnTo>
                  <a:pt x="6077" y="3766"/>
                </a:lnTo>
                <a:close/>
                <a:moveTo>
                  <a:pt x="8473" y="5028"/>
                </a:moveTo>
                <a:lnTo>
                  <a:pt x="8473" y="5028"/>
                </a:lnTo>
                <a:lnTo>
                  <a:pt x="8451" y="5178"/>
                </a:lnTo>
                <a:lnTo>
                  <a:pt x="8409" y="5371"/>
                </a:lnTo>
                <a:lnTo>
                  <a:pt x="8387" y="5478"/>
                </a:lnTo>
                <a:lnTo>
                  <a:pt x="8345" y="5563"/>
                </a:lnTo>
                <a:lnTo>
                  <a:pt x="8280" y="5627"/>
                </a:lnTo>
                <a:lnTo>
                  <a:pt x="8216" y="5670"/>
                </a:lnTo>
                <a:lnTo>
                  <a:pt x="8216" y="5670"/>
                </a:lnTo>
                <a:lnTo>
                  <a:pt x="8173" y="5691"/>
                </a:lnTo>
                <a:lnTo>
                  <a:pt x="8109" y="5670"/>
                </a:lnTo>
                <a:lnTo>
                  <a:pt x="8045" y="5670"/>
                </a:lnTo>
                <a:lnTo>
                  <a:pt x="7981" y="5670"/>
                </a:lnTo>
                <a:lnTo>
                  <a:pt x="7981" y="5670"/>
                </a:lnTo>
                <a:lnTo>
                  <a:pt x="7917" y="5691"/>
                </a:lnTo>
                <a:lnTo>
                  <a:pt x="7874" y="5713"/>
                </a:lnTo>
                <a:lnTo>
                  <a:pt x="7831" y="5756"/>
                </a:lnTo>
                <a:lnTo>
                  <a:pt x="7767" y="5734"/>
                </a:lnTo>
                <a:lnTo>
                  <a:pt x="7767" y="5734"/>
                </a:lnTo>
                <a:lnTo>
                  <a:pt x="7745" y="5713"/>
                </a:lnTo>
                <a:lnTo>
                  <a:pt x="7745" y="5691"/>
                </a:lnTo>
                <a:lnTo>
                  <a:pt x="7745" y="5627"/>
                </a:lnTo>
                <a:lnTo>
                  <a:pt x="7788" y="5542"/>
                </a:lnTo>
                <a:lnTo>
                  <a:pt x="7831" y="5456"/>
                </a:lnTo>
                <a:lnTo>
                  <a:pt x="7959" y="5264"/>
                </a:lnTo>
                <a:lnTo>
                  <a:pt x="8002" y="5199"/>
                </a:lnTo>
                <a:lnTo>
                  <a:pt x="8024" y="5135"/>
                </a:lnTo>
                <a:lnTo>
                  <a:pt x="8024" y="5135"/>
                </a:lnTo>
                <a:lnTo>
                  <a:pt x="8024" y="5050"/>
                </a:lnTo>
                <a:lnTo>
                  <a:pt x="8002" y="5007"/>
                </a:lnTo>
                <a:lnTo>
                  <a:pt x="7959" y="4964"/>
                </a:lnTo>
                <a:lnTo>
                  <a:pt x="7895" y="4921"/>
                </a:lnTo>
                <a:lnTo>
                  <a:pt x="7895" y="4921"/>
                </a:lnTo>
                <a:lnTo>
                  <a:pt x="7831" y="4921"/>
                </a:lnTo>
                <a:lnTo>
                  <a:pt x="7788" y="4921"/>
                </a:lnTo>
                <a:lnTo>
                  <a:pt x="7724" y="4985"/>
                </a:lnTo>
                <a:lnTo>
                  <a:pt x="7681" y="5050"/>
                </a:lnTo>
                <a:lnTo>
                  <a:pt x="7638" y="5092"/>
                </a:lnTo>
                <a:lnTo>
                  <a:pt x="7638" y="5092"/>
                </a:lnTo>
                <a:lnTo>
                  <a:pt x="7574" y="5178"/>
                </a:lnTo>
                <a:lnTo>
                  <a:pt x="7553" y="5221"/>
                </a:lnTo>
                <a:lnTo>
                  <a:pt x="7510" y="5242"/>
                </a:lnTo>
                <a:lnTo>
                  <a:pt x="7510" y="5242"/>
                </a:lnTo>
                <a:lnTo>
                  <a:pt x="7531" y="5199"/>
                </a:lnTo>
                <a:lnTo>
                  <a:pt x="7574" y="5135"/>
                </a:lnTo>
                <a:lnTo>
                  <a:pt x="7660" y="5050"/>
                </a:lnTo>
                <a:lnTo>
                  <a:pt x="7660" y="5050"/>
                </a:lnTo>
                <a:lnTo>
                  <a:pt x="7917" y="4665"/>
                </a:lnTo>
                <a:lnTo>
                  <a:pt x="7917" y="4665"/>
                </a:lnTo>
                <a:lnTo>
                  <a:pt x="8024" y="4493"/>
                </a:lnTo>
                <a:lnTo>
                  <a:pt x="8066" y="4386"/>
                </a:lnTo>
                <a:lnTo>
                  <a:pt x="8045" y="4344"/>
                </a:lnTo>
                <a:lnTo>
                  <a:pt x="8045" y="4301"/>
                </a:lnTo>
                <a:lnTo>
                  <a:pt x="8045" y="4301"/>
                </a:lnTo>
                <a:lnTo>
                  <a:pt x="7981" y="4237"/>
                </a:lnTo>
                <a:lnTo>
                  <a:pt x="7917" y="4215"/>
                </a:lnTo>
                <a:lnTo>
                  <a:pt x="7831" y="4194"/>
                </a:lnTo>
                <a:lnTo>
                  <a:pt x="7810" y="4215"/>
                </a:lnTo>
                <a:lnTo>
                  <a:pt x="7788" y="4237"/>
                </a:lnTo>
                <a:lnTo>
                  <a:pt x="7788" y="4237"/>
                </a:lnTo>
                <a:lnTo>
                  <a:pt x="7852" y="4130"/>
                </a:lnTo>
                <a:lnTo>
                  <a:pt x="7938" y="4023"/>
                </a:lnTo>
                <a:lnTo>
                  <a:pt x="8002" y="3894"/>
                </a:lnTo>
                <a:lnTo>
                  <a:pt x="8024" y="3830"/>
                </a:lnTo>
                <a:lnTo>
                  <a:pt x="8024" y="3787"/>
                </a:lnTo>
                <a:lnTo>
                  <a:pt x="8024" y="3787"/>
                </a:lnTo>
                <a:lnTo>
                  <a:pt x="8002" y="3680"/>
                </a:lnTo>
                <a:lnTo>
                  <a:pt x="7981" y="3659"/>
                </a:lnTo>
                <a:lnTo>
                  <a:pt x="7938" y="3659"/>
                </a:lnTo>
                <a:lnTo>
                  <a:pt x="7874" y="3659"/>
                </a:lnTo>
                <a:lnTo>
                  <a:pt x="7788" y="3702"/>
                </a:lnTo>
                <a:lnTo>
                  <a:pt x="7617" y="3809"/>
                </a:lnTo>
                <a:lnTo>
                  <a:pt x="7489" y="3894"/>
                </a:lnTo>
                <a:lnTo>
                  <a:pt x="7489" y="3894"/>
                </a:lnTo>
                <a:lnTo>
                  <a:pt x="7467" y="3830"/>
                </a:lnTo>
                <a:lnTo>
                  <a:pt x="7467" y="3744"/>
                </a:lnTo>
                <a:lnTo>
                  <a:pt x="7510" y="3616"/>
                </a:lnTo>
                <a:lnTo>
                  <a:pt x="7596" y="3488"/>
                </a:lnTo>
                <a:lnTo>
                  <a:pt x="7703" y="3381"/>
                </a:lnTo>
                <a:lnTo>
                  <a:pt x="7703" y="3381"/>
                </a:lnTo>
                <a:lnTo>
                  <a:pt x="7767" y="3338"/>
                </a:lnTo>
                <a:lnTo>
                  <a:pt x="7831" y="3317"/>
                </a:lnTo>
                <a:lnTo>
                  <a:pt x="7895" y="3317"/>
                </a:lnTo>
                <a:lnTo>
                  <a:pt x="7981" y="3317"/>
                </a:lnTo>
                <a:lnTo>
                  <a:pt x="8045" y="3338"/>
                </a:lnTo>
                <a:lnTo>
                  <a:pt x="8109" y="3402"/>
                </a:lnTo>
                <a:lnTo>
                  <a:pt x="8152" y="3445"/>
                </a:lnTo>
                <a:lnTo>
                  <a:pt x="8216" y="3531"/>
                </a:lnTo>
                <a:lnTo>
                  <a:pt x="8216" y="3531"/>
                </a:lnTo>
                <a:lnTo>
                  <a:pt x="8280" y="3702"/>
                </a:lnTo>
                <a:lnTo>
                  <a:pt x="8345" y="3873"/>
                </a:lnTo>
                <a:lnTo>
                  <a:pt x="8387" y="4237"/>
                </a:lnTo>
                <a:lnTo>
                  <a:pt x="8387" y="4237"/>
                </a:lnTo>
                <a:lnTo>
                  <a:pt x="8473" y="4622"/>
                </a:lnTo>
                <a:lnTo>
                  <a:pt x="8473" y="4836"/>
                </a:lnTo>
                <a:lnTo>
                  <a:pt x="8473" y="5028"/>
                </a:lnTo>
                <a:lnTo>
                  <a:pt x="8473" y="5028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6"/>
          <p:cNvSpPr/>
          <p:nvPr/>
        </p:nvSpPr>
        <p:spPr>
          <a:xfrm>
            <a:off x="4938763" y="3379113"/>
            <a:ext cx="1118400" cy="10500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6"/>
          <p:cNvSpPr/>
          <p:nvPr/>
        </p:nvSpPr>
        <p:spPr>
          <a:xfrm>
            <a:off x="6335738" y="3379125"/>
            <a:ext cx="1118400" cy="10500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6"/>
          <p:cNvSpPr/>
          <p:nvPr/>
        </p:nvSpPr>
        <p:spPr>
          <a:xfrm>
            <a:off x="5223630" y="3632649"/>
            <a:ext cx="548680" cy="542929"/>
          </a:xfrm>
          <a:custGeom>
            <a:rect b="b" l="l" r="r" t="t"/>
            <a:pathLst>
              <a:path extrusionOk="0" h="8067" w="8901">
                <a:moveTo>
                  <a:pt x="3637" y="1306"/>
                </a:moveTo>
                <a:lnTo>
                  <a:pt x="3637" y="1327"/>
                </a:lnTo>
                <a:lnTo>
                  <a:pt x="3595" y="1306"/>
                </a:lnTo>
                <a:close/>
                <a:moveTo>
                  <a:pt x="2354" y="1306"/>
                </a:moveTo>
                <a:lnTo>
                  <a:pt x="2375" y="1349"/>
                </a:lnTo>
                <a:lnTo>
                  <a:pt x="2354" y="1370"/>
                </a:lnTo>
                <a:lnTo>
                  <a:pt x="2332" y="1327"/>
                </a:lnTo>
                <a:lnTo>
                  <a:pt x="2354" y="1306"/>
                </a:lnTo>
                <a:close/>
                <a:moveTo>
                  <a:pt x="4707" y="1135"/>
                </a:moveTo>
                <a:lnTo>
                  <a:pt x="4643" y="1177"/>
                </a:lnTo>
                <a:lnTo>
                  <a:pt x="4557" y="1220"/>
                </a:lnTo>
                <a:lnTo>
                  <a:pt x="4536" y="1263"/>
                </a:lnTo>
                <a:lnTo>
                  <a:pt x="4536" y="1284"/>
                </a:lnTo>
                <a:lnTo>
                  <a:pt x="4557" y="1327"/>
                </a:lnTo>
                <a:lnTo>
                  <a:pt x="4600" y="1349"/>
                </a:lnTo>
                <a:lnTo>
                  <a:pt x="4964" y="1413"/>
                </a:lnTo>
                <a:lnTo>
                  <a:pt x="5306" y="1456"/>
                </a:lnTo>
                <a:lnTo>
                  <a:pt x="6034" y="1456"/>
                </a:lnTo>
                <a:lnTo>
                  <a:pt x="6376" y="1477"/>
                </a:lnTo>
                <a:lnTo>
                  <a:pt x="6547" y="1456"/>
                </a:lnTo>
                <a:lnTo>
                  <a:pt x="6718" y="1434"/>
                </a:lnTo>
                <a:lnTo>
                  <a:pt x="6783" y="1413"/>
                </a:lnTo>
                <a:lnTo>
                  <a:pt x="6825" y="1370"/>
                </a:lnTo>
                <a:lnTo>
                  <a:pt x="6847" y="1327"/>
                </a:lnTo>
                <a:lnTo>
                  <a:pt x="6847" y="1284"/>
                </a:lnTo>
                <a:lnTo>
                  <a:pt x="6804" y="1263"/>
                </a:lnTo>
                <a:lnTo>
                  <a:pt x="6761" y="1220"/>
                </a:lnTo>
                <a:lnTo>
                  <a:pt x="6697" y="1199"/>
                </a:lnTo>
                <a:lnTo>
                  <a:pt x="5991" y="1199"/>
                </a:lnTo>
                <a:lnTo>
                  <a:pt x="5670" y="1220"/>
                </a:lnTo>
                <a:lnTo>
                  <a:pt x="5349" y="1199"/>
                </a:lnTo>
                <a:lnTo>
                  <a:pt x="5028" y="1156"/>
                </a:lnTo>
                <a:lnTo>
                  <a:pt x="4857" y="1135"/>
                </a:lnTo>
                <a:close/>
                <a:moveTo>
                  <a:pt x="2675" y="1284"/>
                </a:moveTo>
                <a:lnTo>
                  <a:pt x="2696" y="1306"/>
                </a:lnTo>
                <a:lnTo>
                  <a:pt x="2696" y="1391"/>
                </a:lnTo>
                <a:lnTo>
                  <a:pt x="2653" y="1498"/>
                </a:lnTo>
                <a:lnTo>
                  <a:pt x="2610" y="1520"/>
                </a:lnTo>
                <a:lnTo>
                  <a:pt x="2568" y="1520"/>
                </a:lnTo>
                <a:lnTo>
                  <a:pt x="2568" y="1477"/>
                </a:lnTo>
                <a:lnTo>
                  <a:pt x="2589" y="1413"/>
                </a:lnTo>
                <a:lnTo>
                  <a:pt x="2653" y="1306"/>
                </a:lnTo>
                <a:lnTo>
                  <a:pt x="2675" y="1284"/>
                </a:lnTo>
                <a:close/>
                <a:moveTo>
                  <a:pt x="3038" y="1284"/>
                </a:moveTo>
                <a:lnTo>
                  <a:pt x="3102" y="1306"/>
                </a:lnTo>
                <a:lnTo>
                  <a:pt x="3124" y="1370"/>
                </a:lnTo>
                <a:lnTo>
                  <a:pt x="3102" y="1434"/>
                </a:lnTo>
                <a:lnTo>
                  <a:pt x="3038" y="1541"/>
                </a:lnTo>
                <a:lnTo>
                  <a:pt x="2974" y="1627"/>
                </a:lnTo>
                <a:lnTo>
                  <a:pt x="2910" y="1669"/>
                </a:lnTo>
                <a:lnTo>
                  <a:pt x="2889" y="1627"/>
                </a:lnTo>
                <a:lnTo>
                  <a:pt x="2910" y="1541"/>
                </a:lnTo>
                <a:lnTo>
                  <a:pt x="2953" y="1391"/>
                </a:lnTo>
                <a:lnTo>
                  <a:pt x="2995" y="1306"/>
                </a:lnTo>
                <a:lnTo>
                  <a:pt x="3038" y="1284"/>
                </a:lnTo>
                <a:close/>
                <a:moveTo>
                  <a:pt x="4900" y="1648"/>
                </a:moveTo>
                <a:lnTo>
                  <a:pt x="4750" y="1669"/>
                </a:lnTo>
                <a:lnTo>
                  <a:pt x="4664" y="1712"/>
                </a:lnTo>
                <a:lnTo>
                  <a:pt x="4643" y="1755"/>
                </a:lnTo>
                <a:lnTo>
                  <a:pt x="4643" y="1776"/>
                </a:lnTo>
                <a:lnTo>
                  <a:pt x="4664" y="1841"/>
                </a:lnTo>
                <a:lnTo>
                  <a:pt x="4750" y="1905"/>
                </a:lnTo>
                <a:lnTo>
                  <a:pt x="4878" y="1948"/>
                </a:lnTo>
                <a:lnTo>
                  <a:pt x="6654" y="1948"/>
                </a:lnTo>
                <a:lnTo>
                  <a:pt x="6783" y="1926"/>
                </a:lnTo>
                <a:lnTo>
                  <a:pt x="6847" y="1905"/>
                </a:lnTo>
                <a:lnTo>
                  <a:pt x="6890" y="1862"/>
                </a:lnTo>
                <a:lnTo>
                  <a:pt x="6911" y="1819"/>
                </a:lnTo>
                <a:lnTo>
                  <a:pt x="6890" y="1776"/>
                </a:lnTo>
                <a:lnTo>
                  <a:pt x="6868" y="1734"/>
                </a:lnTo>
                <a:lnTo>
                  <a:pt x="6825" y="1712"/>
                </a:lnTo>
                <a:lnTo>
                  <a:pt x="6654" y="1691"/>
                </a:lnTo>
                <a:lnTo>
                  <a:pt x="6483" y="1669"/>
                </a:lnTo>
                <a:lnTo>
                  <a:pt x="6119" y="1669"/>
                </a:lnTo>
                <a:lnTo>
                  <a:pt x="5413" y="1691"/>
                </a:lnTo>
                <a:lnTo>
                  <a:pt x="5071" y="1669"/>
                </a:lnTo>
                <a:lnTo>
                  <a:pt x="4900" y="1648"/>
                </a:lnTo>
                <a:close/>
                <a:moveTo>
                  <a:pt x="3038" y="2119"/>
                </a:moveTo>
                <a:lnTo>
                  <a:pt x="3209" y="2140"/>
                </a:lnTo>
                <a:lnTo>
                  <a:pt x="3381" y="2140"/>
                </a:lnTo>
                <a:lnTo>
                  <a:pt x="3488" y="2162"/>
                </a:lnTo>
                <a:lnTo>
                  <a:pt x="3509" y="2162"/>
                </a:lnTo>
                <a:lnTo>
                  <a:pt x="3509" y="2183"/>
                </a:lnTo>
                <a:lnTo>
                  <a:pt x="3466" y="2204"/>
                </a:lnTo>
                <a:lnTo>
                  <a:pt x="3423" y="2226"/>
                </a:lnTo>
                <a:lnTo>
                  <a:pt x="3338" y="2226"/>
                </a:lnTo>
                <a:lnTo>
                  <a:pt x="3145" y="2204"/>
                </a:lnTo>
                <a:lnTo>
                  <a:pt x="2931" y="2204"/>
                </a:lnTo>
                <a:lnTo>
                  <a:pt x="2824" y="2183"/>
                </a:lnTo>
                <a:lnTo>
                  <a:pt x="2824" y="2162"/>
                </a:lnTo>
                <a:lnTo>
                  <a:pt x="2846" y="2140"/>
                </a:lnTo>
                <a:lnTo>
                  <a:pt x="2953" y="2119"/>
                </a:lnTo>
                <a:close/>
                <a:moveTo>
                  <a:pt x="2525" y="2097"/>
                </a:moveTo>
                <a:lnTo>
                  <a:pt x="2589" y="2119"/>
                </a:lnTo>
                <a:lnTo>
                  <a:pt x="2653" y="2140"/>
                </a:lnTo>
                <a:lnTo>
                  <a:pt x="2653" y="2162"/>
                </a:lnTo>
                <a:lnTo>
                  <a:pt x="2653" y="2204"/>
                </a:lnTo>
                <a:lnTo>
                  <a:pt x="2610" y="2226"/>
                </a:lnTo>
                <a:lnTo>
                  <a:pt x="2546" y="2247"/>
                </a:lnTo>
                <a:lnTo>
                  <a:pt x="2418" y="2247"/>
                </a:lnTo>
                <a:lnTo>
                  <a:pt x="2354" y="2226"/>
                </a:lnTo>
                <a:lnTo>
                  <a:pt x="2332" y="2204"/>
                </a:lnTo>
                <a:lnTo>
                  <a:pt x="2375" y="2162"/>
                </a:lnTo>
                <a:lnTo>
                  <a:pt x="2461" y="2097"/>
                </a:lnTo>
                <a:close/>
                <a:moveTo>
                  <a:pt x="6312" y="2140"/>
                </a:moveTo>
                <a:lnTo>
                  <a:pt x="5969" y="2162"/>
                </a:lnTo>
                <a:lnTo>
                  <a:pt x="5627" y="2204"/>
                </a:lnTo>
                <a:lnTo>
                  <a:pt x="4707" y="2204"/>
                </a:lnTo>
                <a:lnTo>
                  <a:pt x="4600" y="2226"/>
                </a:lnTo>
                <a:lnTo>
                  <a:pt x="4536" y="2226"/>
                </a:lnTo>
                <a:lnTo>
                  <a:pt x="4515" y="2269"/>
                </a:lnTo>
                <a:lnTo>
                  <a:pt x="4493" y="2311"/>
                </a:lnTo>
                <a:lnTo>
                  <a:pt x="4515" y="2354"/>
                </a:lnTo>
                <a:lnTo>
                  <a:pt x="4557" y="2397"/>
                </a:lnTo>
                <a:lnTo>
                  <a:pt x="4600" y="2418"/>
                </a:lnTo>
                <a:lnTo>
                  <a:pt x="4964" y="2461"/>
                </a:lnTo>
                <a:lnTo>
                  <a:pt x="5328" y="2483"/>
                </a:lnTo>
                <a:lnTo>
                  <a:pt x="5691" y="2461"/>
                </a:lnTo>
                <a:lnTo>
                  <a:pt x="6055" y="2440"/>
                </a:lnTo>
                <a:lnTo>
                  <a:pt x="6376" y="2440"/>
                </a:lnTo>
                <a:lnTo>
                  <a:pt x="6547" y="2418"/>
                </a:lnTo>
                <a:lnTo>
                  <a:pt x="6697" y="2397"/>
                </a:lnTo>
                <a:lnTo>
                  <a:pt x="6783" y="2354"/>
                </a:lnTo>
                <a:lnTo>
                  <a:pt x="6825" y="2311"/>
                </a:lnTo>
                <a:lnTo>
                  <a:pt x="6825" y="2290"/>
                </a:lnTo>
                <a:lnTo>
                  <a:pt x="6825" y="2247"/>
                </a:lnTo>
                <a:lnTo>
                  <a:pt x="6804" y="2226"/>
                </a:lnTo>
                <a:lnTo>
                  <a:pt x="6761" y="2204"/>
                </a:lnTo>
                <a:lnTo>
                  <a:pt x="6633" y="2162"/>
                </a:lnTo>
                <a:lnTo>
                  <a:pt x="6483" y="2140"/>
                </a:lnTo>
                <a:close/>
                <a:moveTo>
                  <a:pt x="3316" y="1006"/>
                </a:moveTo>
                <a:lnTo>
                  <a:pt x="3081" y="1028"/>
                </a:lnTo>
                <a:lnTo>
                  <a:pt x="2396" y="1028"/>
                </a:lnTo>
                <a:lnTo>
                  <a:pt x="2289" y="1049"/>
                </a:lnTo>
                <a:lnTo>
                  <a:pt x="2225" y="1092"/>
                </a:lnTo>
                <a:lnTo>
                  <a:pt x="2161" y="1156"/>
                </a:lnTo>
                <a:lnTo>
                  <a:pt x="2118" y="1220"/>
                </a:lnTo>
                <a:lnTo>
                  <a:pt x="2097" y="1306"/>
                </a:lnTo>
                <a:lnTo>
                  <a:pt x="2075" y="1456"/>
                </a:lnTo>
                <a:lnTo>
                  <a:pt x="2075" y="1798"/>
                </a:lnTo>
                <a:lnTo>
                  <a:pt x="2075" y="1948"/>
                </a:lnTo>
                <a:lnTo>
                  <a:pt x="2054" y="2162"/>
                </a:lnTo>
                <a:lnTo>
                  <a:pt x="2075" y="2247"/>
                </a:lnTo>
                <a:lnTo>
                  <a:pt x="2097" y="2333"/>
                </a:lnTo>
                <a:lnTo>
                  <a:pt x="2140" y="2418"/>
                </a:lnTo>
                <a:lnTo>
                  <a:pt x="2182" y="2461"/>
                </a:lnTo>
                <a:lnTo>
                  <a:pt x="2268" y="2483"/>
                </a:lnTo>
                <a:lnTo>
                  <a:pt x="2354" y="2504"/>
                </a:lnTo>
                <a:lnTo>
                  <a:pt x="2568" y="2504"/>
                </a:lnTo>
                <a:lnTo>
                  <a:pt x="2953" y="2461"/>
                </a:lnTo>
                <a:lnTo>
                  <a:pt x="3231" y="2461"/>
                </a:lnTo>
                <a:lnTo>
                  <a:pt x="3488" y="2483"/>
                </a:lnTo>
                <a:lnTo>
                  <a:pt x="3616" y="2504"/>
                </a:lnTo>
                <a:lnTo>
                  <a:pt x="3702" y="2525"/>
                </a:lnTo>
                <a:lnTo>
                  <a:pt x="3766" y="2504"/>
                </a:lnTo>
                <a:lnTo>
                  <a:pt x="3851" y="2440"/>
                </a:lnTo>
                <a:lnTo>
                  <a:pt x="3894" y="2333"/>
                </a:lnTo>
                <a:lnTo>
                  <a:pt x="3916" y="2226"/>
                </a:lnTo>
                <a:lnTo>
                  <a:pt x="3916" y="2119"/>
                </a:lnTo>
                <a:lnTo>
                  <a:pt x="3894" y="1883"/>
                </a:lnTo>
                <a:lnTo>
                  <a:pt x="3894" y="1669"/>
                </a:lnTo>
                <a:lnTo>
                  <a:pt x="3916" y="1498"/>
                </a:lnTo>
                <a:lnTo>
                  <a:pt x="3937" y="1306"/>
                </a:lnTo>
                <a:lnTo>
                  <a:pt x="3916" y="1220"/>
                </a:lnTo>
                <a:lnTo>
                  <a:pt x="3894" y="1135"/>
                </a:lnTo>
                <a:lnTo>
                  <a:pt x="3830" y="1070"/>
                </a:lnTo>
                <a:lnTo>
                  <a:pt x="3766" y="1028"/>
                </a:lnTo>
                <a:lnTo>
                  <a:pt x="3659" y="1006"/>
                </a:lnTo>
                <a:close/>
                <a:moveTo>
                  <a:pt x="2268" y="2889"/>
                </a:moveTo>
                <a:lnTo>
                  <a:pt x="2182" y="2910"/>
                </a:lnTo>
                <a:lnTo>
                  <a:pt x="2097" y="2953"/>
                </a:lnTo>
                <a:lnTo>
                  <a:pt x="2075" y="2975"/>
                </a:lnTo>
                <a:lnTo>
                  <a:pt x="2054" y="3017"/>
                </a:lnTo>
                <a:lnTo>
                  <a:pt x="2075" y="3039"/>
                </a:lnTo>
                <a:lnTo>
                  <a:pt x="2140" y="3060"/>
                </a:lnTo>
                <a:lnTo>
                  <a:pt x="2247" y="3103"/>
                </a:lnTo>
                <a:lnTo>
                  <a:pt x="2375" y="3124"/>
                </a:lnTo>
                <a:lnTo>
                  <a:pt x="2653" y="3146"/>
                </a:lnTo>
                <a:lnTo>
                  <a:pt x="3359" y="3146"/>
                </a:lnTo>
                <a:lnTo>
                  <a:pt x="3637" y="3124"/>
                </a:lnTo>
                <a:lnTo>
                  <a:pt x="3766" y="3103"/>
                </a:lnTo>
                <a:lnTo>
                  <a:pt x="3851" y="3060"/>
                </a:lnTo>
                <a:lnTo>
                  <a:pt x="3851" y="3039"/>
                </a:lnTo>
                <a:lnTo>
                  <a:pt x="3851" y="3017"/>
                </a:lnTo>
                <a:lnTo>
                  <a:pt x="3830" y="2975"/>
                </a:lnTo>
                <a:lnTo>
                  <a:pt x="3787" y="2932"/>
                </a:lnTo>
                <a:lnTo>
                  <a:pt x="3702" y="2910"/>
                </a:lnTo>
                <a:lnTo>
                  <a:pt x="3595" y="2910"/>
                </a:lnTo>
                <a:lnTo>
                  <a:pt x="3381" y="2932"/>
                </a:lnTo>
                <a:lnTo>
                  <a:pt x="2824" y="2889"/>
                </a:lnTo>
                <a:close/>
                <a:moveTo>
                  <a:pt x="6141" y="3060"/>
                </a:moveTo>
                <a:lnTo>
                  <a:pt x="6183" y="3082"/>
                </a:lnTo>
                <a:lnTo>
                  <a:pt x="6205" y="3103"/>
                </a:lnTo>
                <a:lnTo>
                  <a:pt x="6076" y="3210"/>
                </a:lnTo>
                <a:lnTo>
                  <a:pt x="5969" y="3317"/>
                </a:lnTo>
                <a:lnTo>
                  <a:pt x="5969" y="3231"/>
                </a:lnTo>
                <a:lnTo>
                  <a:pt x="5991" y="3146"/>
                </a:lnTo>
                <a:lnTo>
                  <a:pt x="6034" y="3103"/>
                </a:lnTo>
                <a:lnTo>
                  <a:pt x="6055" y="3082"/>
                </a:lnTo>
                <a:lnTo>
                  <a:pt x="6141" y="3060"/>
                </a:lnTo>
                <a:close/>
                <a:moveTo>
                  <a:pt x="5007" y="3039"/>
                </a:moveTo>
                <a:lnTo>
                  <a:pt x="5049" y="3060"/>
                </a:lnTo>
                <a:lnTo>
                  <a:pt x="5049" y="3103"/>
                </a:lnTo>
                <a:lnTo>
                  <a:pt x="5007" y="3231"/>
                </a:lnTo>
                <a:lnTo>
                  <a:pt x="4964" y="3317"/>
                </a:lnTo>
                <a:lnTo>
                  <a:pt x="4921" y="3360"/>
                </a:lnTo>
                <a:lnTo>
                  <a:pt x="4900" y="3317"/>
                </a:lnTo>
                <a:lnTo>
                  <a:pt x="4900" y="3210"/>
                </a:lnTo>
                <a:lnTo>
                  <a:pt x="4900" y="3103"/>
                </a:lnTo>
                <a:lnTo>
                  <a:pt x="4900" y="3060"/>
                </a:lnTo>
                <a:lnTo>
                  <a:pt x="4921" y="3060"/>
                </a:lnTo>
                <a:lnTo>
                  <a:pt x="4964" y="3039"/>
                </a:lnTo>
                <a:close/>
                <a:moveTo>
                  <a:pt x="5370" y="3017"/>
                </a:moveTo>
                <a:lnTo>
                  <a:pt x="5435" y="3039"/>
                </a:lnTo>
                <a:lnTo>
                  <a:pt x="5435" y="3082"/>
                </a:lnTo>
                <a:lnTo>
                  <a:pt x="5435" y="3124"/>
                </a:lnTo>
                <a:lnTo>
                  <a:pt x="5328" y="3231"/>
                </a:lnTo>
                <a:lnTo>
                  <a:pt x="5221" y="3360"/>
                </a:lnTo>
                <a:lnTo>
                  <a:pt x="5135" y="3445"/>
                </a:lnTo>
                <a:lnTo>
                  <a:pt x="5135" y="3403"/>
                </a:lnTo>
                <a:lnTo>
                  <a:pt x="5156" y="3403"/>
                </a:lnTo>
                <a:lnTo>
                  <a:pt x="5178" y="3317"/>
                </a:lnTo>
                <a:lnTo>
                  <a:pt x="5242" y="3146"/>
                </a:lnTo>
                <a:lnTo>
                  <a:pt x="5285" y="3082"/>
                </a:lnTo>
                <a:lnTo>
                  <a:pt x="5328" y="3039"/>
                </a:lnTo>
                <a:lnTo>
                  <a:pt x="5370" y="3017"/>
                </a:lnTo>
                <a:close/>
                <a:moveTo>
                  <a:pt x="3680" y="3317"/>
                </a:moveTo>
                <a:lnTo>
                  <a:pt x="3488" y="3338"/>
                </a:lnTo>
                <a:lnTo>
                  <a:pt x="2910" y="3360"/>
                </a:lnTo>
                <a:lnTo>
                  <a:pt x="2696" y="3360"/>
                </a:lnTo>
                <a:lnTo>
                  <a:pt x="2396" y="3381"/>
                </a:lnTo>
                <a:lnTo>
                  <a:pt x="2247" y="3403"/>
                </a:lnTo>
                <a:lnTo>
                  <a:pt x="2140" y="3445"/>
                </a:lnTo>
                <a:lnTo>
                  <a:pt x="2118" y="3467"/>
                </a:lnTo>
                <a:lnTo>
                  <a:pt x="2097" y="3488"/>
                </a:lnTo>
                <a:lnTo>
                  <a:pt x="2097" y="3531"/>
                </a:lnTo>
                <a:lnTo>
                  <a:pt x="2118" y="3574"/>
                </a:lnTo>
                <a:lnTo>
                  <a:pt x="2161" y="3595"/>
                </a:lnTo>
                <a:lnTo>
                  <a:pt x="2225" y="3617"/>
                </a:lnTo>
                <a:lnTo>
                  <a:pt x="2653" y="3617"/>
                </a:lnTo>
                <a:lnTo>
                  <a:pt x="3231" y="3595"/>
                </a:lnTo>
                <a:lnTo>
                  <a:pt x="3402" y="3595"/>
                </a:lnTo>
                <a:lnTo>
                  <a:pt x="3702" y="3552"/>
                </a:lnTo>
                <a:lnTo>
                  <a:pt x="3830" y="3510"/>
                </a:lnTo>
                <a:lnTo>
                  <a:pt x="3916" y="3467"/>
                </a:lnTo>
                <a:lnTo>
                  <a:pt x="3937" y="3445"/>
                </a:lnTo>
                <a:lnTo>
                  <a:pt x="3937" y="3403"/>
                </a:lnTo>
                <a:lnTo>
                  <a:pt x="3916" y="3381"/>
                </a:lnTo>
                <a:lnTo>
                  <a:pt x="3873" y="3338"/>
                </a:lnTo>
                <a:lnTo>
                  <a:pt x="3787" y="3317"/>
                </a:lnTo>
                <a:close/>
                <a:moveTo>
                  <a:pt x="6462" y="3017"/>
                </a:moveTo>
                <a:lnTo>
                  <a:pt x="6504" y="3039"/>
                </a:lnTo>
                <a:lnTo>
                  <a:pt x="6526" y="3082"/>
                </a:lnTo>
                <a:lnTo>
                  <a:pt x="6526" y="3146"/>
                </a:lnTo>
                <a:lnTo>
                  <a:pt x="6526" y="3274"/>
                </a:lnTo>
                <a:lnTo>
                  <a:pt x="6504" y="3360"/>
                </a:lnTo>
                <a:lnTo>
                  <a:pt x="6483" y="3445"/>
                </a:lnTo>
                <a:lnTo>
                  <a:pt x="6462" y="3531"/>
                </a:lnTo>
                <a:lnTo>
                  <a:pt x="6419" y="3595"/>
                </a:lnTo>
                <a:lnTo>
                  <a:pt x="6355" y="3638"/>
                </a:lnTo>
                <a:lnTo>
                  <a:pt x="6312" y="3681"/>
                </a:lnTo>
                <a:lnTo>
                  <a:pt x="6290" y="3681"/>
                </a:lnTo>
                <a:lnTo>
                  <a:pt x="6269" y="3617"/>
                </a:lnTo>
                <a:lnTo>
                  <a:pt x="6290" y="3531"/>
                </a:lnTo>
                <a:lnTo>
                  <a:pt x="6333" y="3424"/>
                </a:lnTo>
                <a:lnTo>
                  <a:pt x="6376" y="3317"/>
                </a:lnTo>
                <a:lnTo>
                  <a:pt x="6419" y="3060"/>
                </a:lnTo>
                <a:lnTo>
                  <a:pt x="6462" y="3017"/>
                </a:lnTo>
                <a:close/>
                <a:moveTo>
                  <a:pt x="5456" y="3274"/>
                </a:moveTo>
                <a:lnTo>
                  <a:pt x="5435" y="3360"/>
                </a:lnTo>
                <a:lnTo>
                  <a:pt x="5413" y="3424"/>
                </a:lnTo>
                <a:lnTo>
                  <a:pt x="5370" y="3510"/>
                </a:lnTo>
                <a:lnTo>
                  <a:pt x="5370" y="3595"/>
                </a:lnTo>
                <a:lnTo>
                  <a:pt x="5370" y="3659"/>
                </a:lnTo>
                <a:lnTo>
                  <a:pt x="5413" y="3723"/>
                </a:lnTo>
                <a:lnTo>
                  <a:pt x="5499" y="3745"/>
                </a:lnTo>
                <a:lnTo>
                  <a:pt x="5563" y="3702"/>
                </a:lnTo>
                <a:lnTo>
                  <a:pt x="5649" y="3766"/>
                </a:lnTo>
                <a:lnTo>
                  <a:pt x="5691" y="3809"/>
                </a:lnTo>
                <a:lnTo>
                  <a:pt x="5734" y="3852"/>
                </a:lnTo>
                <a:lnTo>
                  <a:pt x="5863" y="3809"/>
                </a:lnTo>
                <a:lnTo>
                  <a:pt x="5927" y="3809"/>
                </a:lnTo>
                <a:lnTo>
                  <a:pt x="5927" y="3830"/>
                </a:lnTo>
                <a:lnTo>
                  <a:pt x="5863" y="3873"/>
                </a:lnTo>
                <a:lnTo>
                  <a:pt x="5777" y="3895"/>
                </a:lnTo>
                <a:lnTo>
                  <a:pt x="5542" y="3937"/>
                </a:lnTo>
                <a:lnTo>
                  <a:pt x="5199" y="3937"/>
                </a:lnTo>
                <a:lnTo>
                  <a:pt x="5156" y="3916"/>
                </a:lnTo>
                <a:lnTo>
                  <a:pt x="5156" y="3852"/>
                </a:lnTo>
                <a:lnTo>
                  <a:pt x="5156" y="3788"/>
                </a:lnTo>
                <a:lnTo>
                  <a:pt x="5242" y="3574"/>
                </a:lnTo>
                <a:lnTo>
                  <a:pt x="5349" y="3381"/>
                </a:lnTo>
                <a:lnTo>
                  <a:pt x="5392" y="3317"/>
                </a:lnTo>
                <a:lnTo>
                  <a:pt x="5456" y="3274"/>
                </a:lnTo>
                <a:close/>
                <a:moveTo>
                  <a:pt x="3466" y="3809"/>
                </a:moveTo>
                <a:lnTo>
                  <a:pt x="3167" y="3830"/>
                </a:lnTo>
                <a:lnTo>
                  <a:pt x="2568" y="3852"/>
                </a:lnTo>
                <a:lnTo>
                  <a:pt x="2332" y="3852"/>
                </a:lnTo>
                <a:lnTo>
                  <a:pt x="2204" y="3873"/>
                </a:lnTo>
                <a:lnTo>
                  <a:pt x="2161" y="3895"/>
                </a:lnTo>
                <a:lnTo>
                  <a:pt x="2118" y="3916"/>
                </a:lnTo>
                <a:lnTo>
                  <a:pt x="2097" y="3980"/>
                </a:lnTo>
                <a:lnTo>
                  <a:pt x="2118" y="4023"/>
                </a:lnTo>
                <a:lnTo>
                  <a:pt x="2140" y="4066"/>
                </a:lnTo>
                <a:lnTo>
                  <a:pt x="2204" y="4087"/>
                </a:lnTo>
                <a:lnTo>
                  <a:pt x="2311" y="4109"/>
                </a:lnTo>
                <a:lnTo>
                  <a:pt x="2910" y="4109"/>
                </a:lnTo>
                <a:lnTo>
                  <a:pt x="3423" y="4087"/>
                </a:lnTo>
                <a:lnTo>
                  <a:pt x="3787" y="4087"/>
                </a:lnTo>
                <a:lnTo>
                  <a:pt x="3894" y="4044"/>
                </a:lnTo>
                <a:lnTo>
                  <a:pt x="3958" y="4002"/>
                </a:lnTo>
                <a:lnTo>
                  <a:pt x="3980" y="3959"/>
                </a:lnTo>
                <a:lnTo>
                  <a:pt x="3980" y="3916"/>
                </a:lnTo>
                <a:lnTo>
                  <a:pt x="3958" y="3873"/>
                </a:lnTo>
                <a:lnTo>
                  <a:pt x="3873" y="3830"/>
                </a:lnTo>
                <a:lnTo>
                  <a:pt x="3744" y="3809"/>
                </a:lnTo>
                <a:close/>
                <a:moveTo>
                  <a:pt x="5156" y="2761"/>
                </a:moveTo>
                <a:lnTo>
                  <a:pt x="4900" y="2782"/>
                </a:lnTo>
                <a:lnTo>
                  <a:pt x="4793" y="2825"/>
                </a:lnTo>
                <a:lnTo>
                  <a:pt x="4729" y="2868"/>
                </a:lnTo>
                <a:lnTo>
                  <a:pt x="4686" y="2910"/>
                </a:lnTo>
                <a:lnTo>
                  <a:pt x="4664" y="2953"/>
                </a:lnTo>
                <a:lnTo>
                  <a:pt x="4643" y="3082"/>
                </a:lnTo>
                <a:lnTo>
                  <a:pt x="4664" y="3338"/>
                </a:lnTo>
                <a:lnTo>
                  <a:pt x="4643" y="3595"/>
                </a:lnTo>
                <a:lnTo>
                  <a:pt x="4622" y="3745"/>
                </a:lnTo>
                <a:lnTo>
                  <a:pt x="4643" y="3852"/>
                </a:lnTo>
                <a:lnTo>
                  <a:pt x="4750" y="4023"/>
                </a:lnTo>
                <a:lnTo>
                  <a:pt x="4814" y="4087"/>
                </a:lnTo>
                <a:lnTo>
                  <a:pt x="4878" y="4130"/>
                </a:lnTo>
                <a:lnTo>
                  <a:pt x="4964" y="4173"/>
                </a:lnTo>
                <a:lnTo>
                  <a:pt x="5049" y="4173"/>
                </a:lnTo>
                <a:lnTo>
                  <a:pt x="5242" y="4194"/>
                </a:lnTo>
                <a:lnTo>
                  <a:pt x="5627" y="4151"/>
                </a:lnTo>
                <a:lnTo>
                  <a:pt x="6119" y="4130"/>
                </a:lnTo>
                <a:lnTo>
                  <a:pt x="6504" y="4130"/>
                </a:lnTo>
                <a:lnTo>
                  <a:pt x="6569" y="4109"/>
                </a:lnTo>
                <a:lnTo>
                  <a:pt x="6611" y="4087"/>
                </a:lnTo>
                <a:lnTo>
                  <a:pt x="6676" y="4023"/>
                </a:lnTo>
                <a:lnTo>
                  <a:pt x="6740" y="3937"/>
                </a:lnTo>
                <a:lnTo>
                  <a:pt x="6761" y="3830"/>
                </a:lnTo>
                <a:lnTo>
                  <a:pt x="6761" y="3702"/>
                </a:lnTo>
                <a:lnTo>
                  <a:pt x="6761" y="3467"/>
                </a:lnTo>
                <a:lnTo>
                  <a:pt x="6761" y="3274"/>
                </a:lnTo>
                <a:lnTo>
                  <a:pt x="6783" y="3082"/>
                </a:lnTo>
                <a:lnTo>
                  <a:pt x="6804" y="2932"/>
                </a:lnTo>
                <a:lnTo>
                  <a:pt x="6783" y="2868"/>
                </a:lnTo>
                <a:lnTo>
                  <a:pt x="6740" y="2825"/>
                </a:lnTo>
                <a:lnTo>
                  <a:pt x="6676" y="2782"/>
                </a:lnTo>
                <a:lnTo>
                  <a:pt x="5606" y="2782"/>
                </a:lnTo>
                <a:lnTo>
                  <a:pt x="5156" y="2761"/>
                </a:lnTo>
                <a:close/>
                <a:moveTo>
                  <a:pt x="7018" y="407"/>
                </a:moveTo>
                <a:lnTo>
                  <a:pt x="7253" y="450"/>
                </a:lnTo>
                <a:lnTo>
                  <a:pt x="7360" y="493"/>
                </a:lnTo>
                <a:lnTo>
                  <a:pt x="7446" y="557"/>
                </a:lnTo>
                <a:lnTo>
                  <a:pt x="7531" y="621"/>
                </a:lnTo>
                <a:lnTo>
                  <a:pt x="7617" y="685"/>
                </a:lnTo>
                <a:lnTo>
                  <a:pt x="7681" y="771"/>
                </a:lnTo>
                <a:lnTo>
                  <a:pt x="7724" y="856"/>
                </a:lnTo>
                <a:lnTo>
                  <a:pt x="7767" y="1049"/>
                </a:lnTo>
                <a:lnTo>
                  <a:pt x="7788" y="1263"/>
                </a:lnTo>
                <a:lnTo>
                  <a:pt x="7788" y="1456"/>
                </a:lnTo>
                <a:lnTo>
                  <a:pt x="7788" y="2504"/>
                </a:lnTo>
                <a:lnTo>
                  <a:pt x="7788" y="2932"/>
                </a:lnTo>
                <a:lnTo>
                  <a:pt x="7810" y="3403"/>
                </a:lnTo>
                <a:lnTo>
                  <a:pt x="7788" y="3638"/>
                </a:lnTo>
                <a:lnTo>
                  <a:pt x="7767" y="3852"/>
                </a:lnTo>
                <a:lnTo>
                  <a:pt x="7703" y="4066"/>
                </a:lnTo>
                <a:lnTo>
                  <a:pt x="7617" y="4258"/>
                </a:lnTo>
                <a:lnTo>
                  <a:pt x="7531" y="4365"/>
                </a:lnTo>
                <a:lnTo>
                  <a:pt x="7467" y="4430"/>
                </a:lnTo>
                <a:lnTo>
                  <a:pt x="7360" y="4515"/>
                </a:lnTo>
                <a:lnTo>
                  <a:pt x="7275" y="4558"/>
                </a:lnTo>
                <a:lnTo>
                  <a:pt x="7082" y="4622"/>
                </a:lnTo>
                <a:lnTo>
                  <a:pt x="6868" y="4665"/>
                </a:lnTo>
                <a:lnTo>
                  <a:pt x="6397" y="4665"/>
                </a:lnTo>
                <a:lnTo>
                  <a:pt x="5948" y="4622"/>
                </a:lnTo>
                <a:lnTo>
                  <a:pt x="4942" y="4579"/>
                </a:lnTo>
                <a:lnTo>
                  <a:pt x="3958" y="4537"/>
                </a:lnTo>
                <a:lnTo>
                  <a:pt x="3338" y="4494"/>
                </a:lnTo>
                <a:lnTo>
                  <a:pt x="3017" y="4494"/>
                </a:lnTo>
                <a:lnTo>
                  <a:pt x="2717" y="4515"/>
                </a:lnTo>
                <a:lnTo>
                  <a:pt x="2439" y="4537"/>
                </a:lnTo>
                <a:lnTo>
                  <a:pt x="2161" y="4537"/>
                </a:lnTo>
                <a:lnTo>
                  <a:pt x="1883" y="4515"/>
                </a:lnTo>
                <a:lnTo>
                  <a:pt x="1755" y="4494"/>
                </a:lnTo>
                <a:lnTo>
                  <a:pt x="1626" y="4451"/>
                </a:lnTo>
                <a:lnTo>
                  <a:pt x="1498" y="4387"/>
                </a:lnTo>
                <a:lnTo>
                  <a:pt x="1412" y="4301"/>
                </a:lnTo>
                <a:lnTo>
                  <a:pt x="1348" y="4194"/>
                </a:lnTo>
                <a:lnTo>
                  <a:pt x="1305" y="4066"/>
                </a:lnTo>
                <a:lnTo>
                  <a:pt x="1305" y="3916"/>
                </a:lnTo>
                <a:lnTo>
                  <a:pt x="1305" y="3788"/>
                </a:lnTo>
                <a:lnTo>
                  <a:pt x="1305" y="3510"/>
                </a:lnTo>
                <a:lnTo>
                  <a:pt x="1305" y="2910"/>
                </a:lnTo>
                <a:lnTo>
                  <a:pt x="1327" y="2333"/>
                </a:lnTo>
                <a:lnTo>
                  <a:pt x="1305" y="1905"/>
                </a:lnTo>
                <a:lnTo>
                  <a:pt x="1305" y="1648"/>
                </a:lnTo>
                <a:lnTo>
                  <a:pt x="1327" y="1370"/>
                </a:lnTo>
                <a:lnTo>
                  <a:pt x="1348" y="1113"/>
                </a:lnTo>
                <a:lnTo>
                  <a:pt x="1434" y="899"/>
                </a:lnTo>
                <a:lnTo>
                  <a:pt x="1476" y="792"/>
                </a:lnTo>
                <a:lnTo>
                  <a:pt x="1519" y="707"/>
                </a:lnTo>
                <a:lnTo>
                  <a:pt x="1605" y="664"/>
                </a:lnTo>
                <a:lnTo>
                  <a:pt x="1690" y="621"/>
                </a:lnTo>
                <a:lnTo>
                  <a:pt x="1926" y="536"/>
                </a:lnTo>
                <a:lnTo>
                  <a:pt x="2161" y="514"/>
                </a:lnTo>
                <a:lnTo>
                  <a:pt x="2418" y="493"/>
                </a:lnTo>
                <a:lnTo>
                  <a:pt x="3680" y="493"/>
                </a:lnTo>
                <a:lnTo>
                  <a:pt x="4750" y="471"/>
                </a:lnTo>
                <a:lnTo>
                  <a:pt x="5820" y="450"/>
                </a:lnTo>
                <a:lnTo>
                  <a:pt x="6269" y="429"/>
                </a:lnTo>
                <a:lnTo>
                  <a:pt x="6526" y="407"/>
                </a:lnTo>
                <a:close/>
                <a:moveTo>
                  <a:pt x="4343" y="1"/>
                </a:moveTo>
                <a:lnTo>
                  <a:pt x="3766" y="22"/>
                </a:lnTo>
                <a:lnTo>
                  <a:pt x="3167" y="43"/>
                </a:lnTo>
                <a:lnTo>
                  <a:pt x="1968" y="108"/>
                </a:lnTo>
                <a:lnTo>
                  <a:pt x="1712" y="108"/>
                </a:lnTo>
                <a:lnTo>
                  <a:pt x="1476" y="129"/>
                </a:lnTo>
                <a:lnTo>
                  <a:pt x="1348" y="172"/>
                </a:lnTo>
                <a:lnTo>
                  <a:pt x="1241" y="215"/>
                </a:lnTo>
                <a:lnTo>
                  <a:pt x="1134" y="279"/>
                </a:lnTo>
                <a:lnTo>
                  <a:pt x="1048" y="386"/>
                </a:lnTo>
                <a:lnTo>
                  <a:pt x="963" y="493"/>
                </a:lnTo>
                <a:lnTo>
                  <a:pt x="920" y="621"/>
                </a:lnTo>
                <a:lnTo>
                  <a:pt x="877" y="749"/>
                </a:lnTo>
                <a:lnTo>
                  <a:pt x="856" y="899"/>
                </a:lnTo>
                <a:lnTo>
                  <a:pt x="856" y="1199"/>
                </a:lnTo>
                <a:lnTo>
                  <a:pt x="835" y="1477"/>
                </a:lnTo>
                <a:lnTo>
                  <a:pt x="813" y="2183"/>
                </a:lnTo>
                <a:lnTo>
                  <a:pt x="813" y="2910"/>
                </a:lnTo>
                <a:lnTo>
                  <a:pt x="835" y="3659"/>
                </a:lnTo>
                <a:lnTo>
                  <a:pt x="899" y="4365"/>
                </a:lnTo>
                <a:lnTo>
                  <a:pt x="920" y="4494"/>
                </a:lnTo>
                <a:lnTo>
                  <a:pt x="963" y="4601"/>
                </a:lnTo>
                <a:lnTo>
                  <a:pt x="1027" y="4708"/>
                </a:lnTo>
                <a:lnTo>
                  <a:pt x="1113" y="4772"/>
                </a:lnTo>
                <a:lnTo>
                  <a:pt x="1198" y="4836"/>
                </a:lnTo>
                <a:lnTo>
                  <a:pt x="1305" y="4900"/>
                </a:lnTo>
                <a:lnTo>
                  <a:pt x="1412" y="4922"/>
                </a:lnTo>
                <a:lnTo>
                  <a:pt x="1541" y="4964"/>
                </a:lnTo>
                <a:lnTo>
                  <a:pt x="1776" y="4986"/>
                </a:lnTo>
                <a:lnTo>
                  <a:pt x="2033" y="4986"/>
                </a:lnTo>
                <a:lnTo>
                  <a:pt x="2503" y="4943"/>
                </a:lnTo>
                <a:lnTo>
                  <a:pt x="2782" y="4922"/>
                </a:lnTo>
                <a:lnTo>
                  <a:pt x="3081" y="4922"/>
                </a:lnTo>
                <a:lnTo>
                  <a:pt x="3659" y="4943"/>
                </a:lnTo>
                <a:lnTo>
                  <a:pt x="4793" y="5007"/>
                </a:lnTo>
                <a:lnTo>
                  <a:pt x="5392" y="5029"/>
                </a:lnTo>
                <a:lnTo>
                  <a:pt x="5991" y="5050"/>
                </a:lnTo>
                <a:lnTo>
                  <a:pt x="6633" y="5114"/>
                </a:lnTo>
                <a:lnTo>
                  <a:pt x="6954" y="5114"/>
                </a:lnTo>
                <a:lnTo>
                  <a:pt x="7125" y="5093"/>
                </a:lnTo>
                <a:lnTo>
                  <a:pt x="7275" y="5071"/>
                </a:lnTo>
                <a:lnTo>
                  <a:pt x="7424" y="5029"/>
                </a:lnTo>
                <a:lnTo>
                  <a:pt x="7553" y="4964"/>
                </a:lnTo>
                <a:lnTo>
                  <a:pt x="7660" y="4922"/>
                </a:lnTo>
                <a:lnTo>
                  <a:pt x="7767" y="4836"/>
                </a:lnTo>
                <a:lnTo>
                  <a:pt x="7852" y="4750"/>
                </a:lnTo>
                <a:lnTo>
                  <a:pt x="7917" y="4665"/>
                </a:lnTo>
                <a:lnTo>
                  <a:pt x="7981" y="4558"/>
                </a:lnTo>
                <a:lnTo>
                  <a:pt x="8045" y="4451"/>
                </a:lnTo>
                <a:lnTo>
                  <a:pt x="8130" y="4237"/>
                </a:lnTo>
                <a:lnTo>
                  <a:pt x="8173" y="3980"/>
                </a:lnTo>
                <a:lnTo>
                  <a:pt x="8195" y="3723"/>
                </a:lnTo>
                <a:lnTo>
                  <a:pt x="8195" y="3445"/>
                </a:lnTo>
                <a:lnTo>
                  <a:pt x="8216" y="2354"/>
                </a:lnTo>
                <a:lnTo>
                  <a:pt x="8216" y="1798"/>
                </a:lnTo>
                <a:lnTo>
                  <a:pt x="8216" y="1242"/>
                </a:lnTo>
                <a:lnTo>
                  <a:pt x="8195" y="985"/>
                </a:lnTo>
                <a:lnTo>
                  <a:pt x="8152" y="728"/>
                </a:lnTo>
                <a:lnTo>
                  <a:pt x="8109" y="578"/>
                </a:lnTo>
                <a:lnTo>
                  <a:pt x="8066" y="450"/>
                </a:lnTo>
                <a:lnTo>
                  <a:pt x="8002" y="343"/>
                </a:lnTo>
                <a:lnTo>
                  <a:pt x="7917" y="236"/>
                </a:lnTo>
                <a:lnTo>
                  <a:pt x="7810" y="150"/>
                </a:lnTo>
                <a:lnTo>
                  <a:pt x="7703" y="86"/>
                </a:lnTo>
                <a:lnTo>
                  <a:pt x="7596" y="43"/>
                </a:lnTo>
                <a:lnTo>
                  <a:pt x="7467" y="22"/>
                </a:lnTo>
                <a:lnTo>
                  <a:pt x="7189" y="1"/>
                </a:lnTo>
                <a:lnTo>
                  <a:pt x="6932" y="1"/>
                </a:lnTo>
                <a:lnTo>
                  <a:pt x="6312" y="22"/>
                </a:lnTo>
                <a:lnTo>
                  <a:pt x="5670" y="43"/>
                </a:lnTo>
                <a:lnTo>
                  <a:pt x="5349" y="43"/>
                </a:lnTo>
                <a:lnTo>
                  <a:pt x="5007" y="22"/>
                </a:lnTo>
                <a:lnTo>
                  <a:pt x="4686" y="1"/>
                </a:lnTo>
                <a:close/>
                <a:moveTo>
                  <a:pt x="4942" y="6526"/>
                </a:moveTo>
                <a:lnTo>
                  <a:pt x="4985" y="6548"/>
                </a:lnTo>
                <a:lnTo>
                  <a:pt x="5028" y="6591"/>
                </a:lnTo>
                <a:lnTo>
                  <a:pt x="5049" y="6655"/>
                </a:lnTo>
                <a:lnTo>
                  <a:pt x="5049" y="6740"/>
                </a:lnTo>
                <a:lnTo>
                  <a:pt x="5028" y="6804"/>
                </a:lnTo>
                <a:lnTo>
                  <a:pt x="5007" y="6826"/>
                </a:lnTo>
                <a:lnTo>
                  <a:pt x="4729" y="6826"/>
                </a:lnTo>
                <a:lnTo>
                  <a:pt x="4472" y="6804"/>
                </a:lnTo>
                <a:lnTo>
                  <a:pt x="3980" y="6783"/>
                </a:lnTo>
                <a:lnTo>
                  <a:pt x="3916" y="6762"/>
                </a:lnTo>
                <a:lnTo>
                  <a:pt x="3851" y="6740"/>
                </a:lnTo>
                <a:lnTo>
                  <a:pt x="3809" y="6719"/>
                </a:lnTo>
                <a:lnTo>
                  <a:pt x="3787" y="6697"/>
                </a:lnTo>
                <a:lnTo>
                  <a:pt x="3787" y="6655"/>
                </a:lnTo>
                <a:lnTo>
                  <a:pt x="3809" y="6612"/>
                </a:lnTo>
                <a:lnTo>
                  <a:pt x="3873" y="6591"/>
                </a:lnTo>
                <a:lnTo>
                  <a:pt x="3937" y="6548"/>
                </a:lnTo>
                <a:lnTo>
                  <a:pt x="4108" y="6526"/>
                </a:lnTo>
                <a:close/>
                <a:moveTo>
                  <a:pt x="3980" y="6141"/>
                </a:moveTo>
                <a:lnTo>
                  <a:pt x="3809" y="6184"/>
                </a:lnTo>
                <a:lnTo>
                  <a:pt x="3637" y="6227"/>
                </a:lnTo>
                <a:lnTo>
                  <a:pt x="3573" y="6270"/>
                </a:lnTo>
                <a:lnTo>
                  <a:pt x="3530" y="6312"/>
                </a:lnTo>
                <a:lnTo>
                  <a:pt x="3445" y="6441"/>
                </a:lnTo>
                <a:lnTo>
                  <a:pt x="3402" y="6612"/>
                </a:lnTo>
                <a:lnTo>
                  <a:pt x="3402" y="6783"/>
                </a:lnTo>
                <a:lnTo>
                  <a:pt x="3423" y="6847"/>
                </a:lnTo>
                <a:lnTo>
                  <a:pt x="3445" y="6911"/>
                </a:lnTo>
                <a:lnTo>
                  <a:pt x="3488" y="6976"/>
                </a:lnTo>
                <a:lnTo>
                  <a:pt x="3552" y="7018"/>
                </a:lnTo>
                <a:lnTo>
                  <a:pt x="3680" y="7061"/>
                </a:lnTo>
                <a:lnTo>
                  <a:pt x="3851" y="7083"/>
                </a:lnTo>
                <a:lnTo>
                  <a:pt x="4044" y="7104"/>
                </a:lnTo>
                <a:lnTo>
                  <a:pt x="4408" y="7061"/>
                </a:lnTo>
                <a:lnTo>
                  <a:pt x="4707" y="7040"/>
                </a:lnTo>
                <a:lnTo>
                  <a:pt x="5049" y="7061"/>
                </a:lnTo>
                <a:lnTo>
                  <a:pt x="5221" y="7040"/>
                </a:lnTo>
                <a:lnTo>
                  <a:pt x="5306" y="7018"/>
                </a:lnTo>
                <a:lnTo>
                  <a:pt x="5349" y="6976"/>
                </a:lnTo>
                <a:lnTo>
                  <a:pt x="5392" y="6911"/>
                </a:lnTo>
                <a:lnTo>
                  <a:pt x="5392" y="6847"/>
                </a:lnTo>
                <a:lnTo>
                  <a:pt x="5392" y="6655"/>
                </a:lnTo>
                <a:lnTo>
                  <a:pt x="5349" y="6484"/>
                </a:lnTo>
                <a:lnTo>
                  <a:pt x="5306" y="6355"/>
                </a:lnTo>
                <a:lnTo>
                  <a:pt x="5263" y="6291"/>
                </a:lnTo>
                <a:lnTo>
                  <a:pt x="5199" y="6248"/>
                </a:lnTo>
                <a:lnTo>
                  <a:pt x="5156" y="6205"/>
                </a:lnTo>
                <a:lnTo>
                  <a:pt x="5092" y="6184"/>
                </a:lnTo>
                <a:lnTo>
                  <a:pt x="4814" y="6184"/>
                </a:lnTo>
                <a:lnTo>
                  <a:pt x="4472" y="6141"/>
                </a:lnTo>
                <a:close/>
                <a:moveTo>
                  <a:pt x="3188" y="5564"/>
                </a:moveTo>
                <a:lnTo>
                  <a:pt x="4001" y="5585"/>
                </a:lnTo>
                <a:lnTo>
                  <a:pt x="4472" y="5606"/>
                </a:lnTo>
                <a:lnTo>
                  <a:pt x="5413" y="5606"/>
                </a:lnTo>
                <a:lnTo>
                  <a:pt x="5863" y="5628"/>
                </a:lnTo>
                <a:lnTo>
                  <a:pt x="6397" y="5670"/>
                </a:lnTo>
                <a:lnTo>
                  <a:pt x="6932" y="5713"/>
                </a:lnTo>
                <a:lnTo>
                  <a:pt x="7360" y="5692"/>
                </a:lnTo>
                <a:lnTo>
                  <a:pt x="7574" y="5713"/>
                </a:lnTo>
                <a:lnTo>
                  <a:pt x="7681" y="5756"/>
                </a:lnTo>
                <a:lnTo>
                  <a:pt x="7767" y="5799"/>
                </a:lnTo>
                <a:lnTo>
                  <a:pt x="7852" y="5884"/>
                </a:lnTo>
                <a:lnTo>
                  <a:pt x="7981" y="6056"/>
                </a:lnTo>
                <a:lnTo>
                  <a:pt x="8088" y="6291"/>
                </a:lnTo>
                <a:lnTo>
                  <a:pt x="8216" y="6548"/>
                </a:lnTo>
                <a:lnTo>
                  <a:pt x="8323" y="6804"/>
                </a:lnTo>
                <a:lnTo>
                  <a:pt x="8387" y="7018"/>
                </a:lnTo>
                <a:lnTo>
                  <a:pt x="8409" y="7190"/>
                </a:lnTo>
                <a:lnTo>
                  <a:pt x="8387" y="7232"/>
                </a:lnTo>
                <a:lnTo>
                  <a:pt x="8366" y="7254"/>
                </a:lnTo>
                <a:lnTo>
                  <a:pt x="8130" y="7318"/>
                </a:lnTo>
                <a:lnTo>
                  <a:pt x="7874" y="7361"/>
                </a:lnTo>
                <a:lnTo>
                  <a:pt x="7638" y="7382"/>
                </a:lnTo>
                <a:lnTo>
                  <a:pt x="7382" y="7361"/>
                </a:lnTo>
                <a:lnTo>
                  <a:pt x="6890" y="7339"/>
                </a:lnTo>
                <a:lnTo>
                  <a:pt x="6419" y="7275"/>
                </a:lnTo>
                <a:lnTo>
                  <a:pt x="5927" y="7232"/>
                </a:lnTo>
                <a:lnTo>
                  <a:pt x="5435" y="7211"/>
                </a:lnTo>
                <a:lnTo>
                  <a:pt x="4942" y="7190"/>
                </a:lnTo>
                <a:lnTo>
                  <a:pt x="4450" y="7211"/>
                </a:lnTo>
                <a:lnTo>
                  <a:pt x="3916" y="7232"/>
                </a:lnTo>
                <a:lnTo>
                  <a:pt x="3402" y="7254"/>
                </a:lnTo>
                <a:lnTo>
                  <a:pt x="3167" y="7254"/>
                </a:lnTo>
                <a:lnTo>
                  <a:pt x="2953" y="7232"/>
                </a:lnTo>
                <a:lnTo>
                  <a:pt x="2717" y="7211"/>
                </a:lnTo>
                <a:lnTo>
                  <a:pt x="2503" y="7211"/>
                </a:lnTo>
                <a:lnTo>
                  <a:pt x="1626" y="7254"/>
                </a:lnTo>
                <a:lnTo>
                  <a:pt x="1134" y="7275"/>
                </a:lnTo>
                <a:lnTo>
                  <a:pt x="770" y="7275"/>
                </a:lnTo>
                <a:lnTo>
                  <a:pt x="663" y="7232"/>
                </a:lnTo>
                <a:lnTo>
                  <a:pt x="599" y="7190"/>
                </a:lnTo>
                <a:lnTo>
                  <a:pt x="556" y="7147"/>
                </a:lnTo>
                <a:lnTo>
                  <a:pt x="514" y="7083"/>
                </a:lnTo>
                <a:lnTo>
                  <a:pt x="514" y="7018"/>
                </a:lnTo>
                <a:lnTo>
                  <a:pt x="535" y="6847"/>
                </a:lnTo>
                <a:lnTo>
                  <a:pt x="599" y="6655"/>
                </a:lnTo>
                <a:lnTo>
                  <a:pt x="706" y="6484"/>
                </a:lnTo>
                <a:lnTo>
                  <a:pt x="792" y="6291"/>
                </a:lnTo>
                <a:lnTo>
                  <a:pt x="984" y="6034"/>
                </a:lnTo>
                <a:lnTo>
                  <a:pt x="1155" y="5799"/>
                </a:lnTo>
                <a:lnTo>
                  <a:pt x="1241" y="5692"/>
                </a:lnTo>
                <a:lnTo>
                  <a:pt x="1305" y="5649"/>
                </a:lnTo>
                <a:lnTo>
                  <a:pt x="1391" y="5628"/>
                </a:lnTo>
                <a:lnTo>
                  <a:pt x="1626" y="5585"/>
                </a:lnTo>
                <a:lnTo>
                  <a:pt x="2354" y="5585"/>
                </a:lnTo>
                <a:lnTo>
                  <a:pt x="2782" y="5564"/>
                </a:lnTo>
                <a:close/>
                <a:moveTo>
                  <a:pt x="2140" y="5029"/>
                </a:moveTo>
                <a:lnTo>
                  <a:pt x="1883" y="5050"/>
                </a:lnTo>
                <a:lnTo>
                  <a:pt x="1626" y="5093"/>
                </a:lnTo>
                <a:lnTo>
                  <a:pt x="1391" y="5157"/>
                </a:lnTo>
                <a:lnTo>
                  <a:pt x="1262" y="5200"/>
                </a:lnTo>
                <a:lnTo>
                  <a:pt x="1155" y="5264"/>
                </a:lnTo>
                <a:lnTo>
                  <a:pt x="1070" y="5307"/>
                </a:lnTo>
                <a:lnTo>
                  <a:pt x="984" y="5392"/>
                </a:lnTo>
                <a:lnTo>
                  <a:pt x="856" y="5564"/>
                </a:lnTo>
                <a:lnTo>
                  <a:pt x="728" y="5756"/>
                </a:lnTo>
                <a:lnTo>
                  <a:pt x="407" y="6205"/>
                </a:lnTo>
                <a:lnTo>
                  <a:pt x="257" y="6441"/>
                </a:lnTo>
                <a:lnTo>
                  <a:pt x="150" y="6697"/>
                </a:lnTo>
                <a:lnTo>
                  <a:pt x="64" y="6911"/>
                </a:lnTo>
                <a:lnTo>
                  <a:pt x="21" y="7125"/>
                </a:lnTo>
                <a:lnTo>
                  <a:pt x="0" y="7361"/>
                </a:lnTo>
                <a:lnTo>
                  <a:pt x="0" y="7575"/>
                </a:lnTo>
                <a:lnTo>
                  <a:pt x="43" y="7703"/>
                </a:lnTo>
                <a:lnTo>
                  <a:pt x="86" y="7810"/>
                </a:lnTo>
                <a:lnTo>
                  <a:pt x="171" y="7874"/>
                </a:lnTo>
                <a:lnTo>
                  <a:pt x="257" y="7917"/>
                </a:lnTo>
                <a:lnTo>
                  <a:pt x="342" y="7938"/>
                </a:lnTo>
                <a:lnTo>
                  <a:pt x="471" y="7960"/>
                </a:lnTo>
                <a:lnTo>
                  <a:pt x="706" y="8003"/>
                </a:lnTo>
                <a:lnTo>
                  <a:pt x="963" y="8024"/>
                </a:lnTo>
                <a:lnTo>
                  <a:pt x="1220" y="8045"/>
                </a:lnTo>
                <a:lnTo>
                  <a:pt x="1755" y="8024"/>
                </a:lnTo>
                <a:lnTo>
                  <a:pt x="2268" y="8003"/>
                </a:lnTo>
                <a:lnTo>
                  <a:pt x="2525" y="7981"/>
                </a:lnTo>
                <a:lnTo>
                  <a:pt x="2782" y="7981"/>
                </a:lnTo>
                <a:lnTo>
                  <a:pt x="3316" y="8024"/>
                </a:lnTo>
                <a:lnTo>
                  <a:pt x="3573" y="8045"/>
                </a:lnTo>
                <a:lnTo>
                  <a:pt x="3830" y="8045"/>
                </a:lnTo>
                <a:lnTo>
                  <a:pt x="4429" y="8024"/>
                </a:lnTo>
                <a:lnTo>
                  <a:pt x="6248" y="8024"/>
                </a:lnTo>
                <a:lnTo>
                  <a:pt x="6569" y="8045"/>
                </a:lnTo>
                <a:lnTo>
                  <a:pt x="7788" y="8045"/>
                </a:lnTo>
                <a:lnTo>
                  <a:pt x="8130" y="8067"/>
                </a:lnTo>
                <a:lnTo>
                  <a:pt x="8280" y="8045"/>
                </a:lnTo>
                <a:lnTo>
                  <a:pt x="8451" y="8024"/>
                </a:lnTo>
                <a:lnTo>
                  <a:pt x="8580" y="7981"/>
                </a:lnTo>
                <a:lnTo>
                  <a:pt x="8708" y="7896"/>
                </a:lnTo>
                <a:lnTo>
                  <a:pt x="8772" y="7810"/>
                </a:lnTo>
                <a:lnTo>
                  <a:pt x="8837" y="7703"/>
                </a:lnTo>
                <a:lnTo>
                  <a:pt x="8858" y="7575"/>
                </a:lnTo>
                <a:lnTo>
                  <a:pt x="8879" y="7446"/>
                </a:lnTo>
                <a:lnTo>
                  <a:pt x="8901" y="7318"/>
                </a:lnTo>
                <a:lnTo>
                  <a:pt x="8879" y="7190"/>
                </a:lnTo>
                <a:lnTo>
                  <a:pt x="8858" y="7061"/>
                </a:lnTo>
                <a:lnTo>
                  <a:pt x="8837" y="6954"/>
                </a:lnTo>
                <a:lnTo>
                  <a:pt x="8665" y="6505"/>
                </a:lnTo>
                <a:lnTo>
                  <a:pt x="8558" y="6270"/>
                </a:lnTo>
                <a:lnTo>
                  <a:pt x="8451" y="6056"/>
                </a:lnTo>
                <a:lnTo>
                  <a:pt x="8259" y="5692"/>
                </a:lnTo>
                <a:lnTo>
                  <a:pt x="8152" y="5499"/>
                </a:lnTo>
                <a:lnTo>
                  <a:pt x="8088" y="5435"/>
                </a:lnTo>
                <a:lnTo>
                  <a:pt x="8002" y="5371"/>
                </a:lnTo>
                <a:lnTo>
                  <a:pt x="7895" y="5307"/>
                </a:lnTo>
                <a:lnTo>
                  <a:pt x="7767" y="5264"/>
                </a:lnTo>
                <a:lnTo>
                  <a:pt x="7638" y="5264"/>
                </a:lnTo>
                <a:lnTo>
                  <a:pt x="7489" y="5243"/>
                </a:lnTo>
                <a:lnTo>
                  <a:pt x="6954" y="5243"/>
                </a:lnTo>
                <a:lnTo>
                  <a:pt x="6333" y="5221"/>
                </a:lnTo>
                <a:lnTo>
                  <a:pt x="5691" y="5178"/>
                </a:lnTo>
                <a:lnTo>
                  <a:pt x="4557" y="5136"/>
                </a:lnTo>
                <a:lnTo>
                  <a:pt x="3423" y="5071"/>
                </a:lnTo>
                <a:lnTo>
                  <a:pt x="2931" y="5050"/>
                </a:lnTo>
                <a:lnTo>
                  <a:pt x="2396" y="5029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6731911" y="3685915"/>
            <a:ext cx="326044" cy="437745"/>
          </a:xfrm>
          <a:custGeom>
            <a:rect b="b" l="l" r="r" t="t"/>
            <a:pathLst>
              <a:path extrusionOk="0" h="8859" w="5308">
                <a:moveTo>
                  <a:pt x="4152" y="942"/>
                </a:moveTo>
                <a:lnTo>
                  <a:pt x="4237" y="964"/>
                </a:lnTo>
                <a:lnTo>
                  <a:pt x="4344" y="985"/>
                </a:lnTo>
                <a:lnTo>
                  <a:pt x="4366" y="1071"/>
                </a:lnTo>
                <a:lnTo>
                  <a:pt x="4387" y="1156"/>
                </a:lnTo>
                <a:lnTo>
                  <a:pt x="4408" y="1242"/>
                </a:lnTo>
                <a:lnTo>
                  <a:pt x="4387" y="1413"/>
                </a:lnTo>
                <a:lnTo>
                  <a:pt x="4387" y="2376"/>
                </a:lnTo>
                <a:lnTo>
                  <a:pt x="4408" y="2804"/>
                </a:lnTo>
                <a:lnTo>
                  <a:pt x="4451" y="3232"/>
                </a:lnTo>
                <a:lnTo>
                  <a:pt x="4494" y="3660"/>
                </a:lnTo>
                <a:lnTo>
                  <a:pt x="4494" y="3874"/>
                </a:lnTo>
                <a:lnTo>
                  <a:pt x="4473" y="4088"/>
                </a:lnTo>
                <a:lnTo>
                  <a:pt x="4430" y="4601"/>
                </a:lnTo>
                <a:lnTo>
                  <a:pt x="4430" y="5136"/>
                </a:lnTo>
                <a:lnTo>
                  <a:pt x="4408" y="5649"/>
                </a:lnTo>
                <a:lnTo>
                  <a:pt x="4387" y="6184"/>
                </a:lnTo>
                <a:lnTo>
                  <a:pt x="4366" y="6291"/>
                </a:lnTo>
                <a:lnTo>
                  <a:pt x="4344" y="6377"/>
                </a:lnTo>
                <a:lnTo>
                  <a:pt x="4280" y="6462"/>
                </a:lnTo>
                <a:lnTo>
                  <a:pt x="4194" y="6527"/>
                </a:lnTo>
                <a:lnTo>
                  <a:pt x="4087" y="6569"/>
                </a:lnTo>
                <a:lnTo>
                  <a:pt x="4002" y="6591"/>
                </a:lnTo>
                <a:lnTo>
                  <a:pt x="3274" y="6591"/>
                </a:lnTo>
                <a:lnTo>
                  <a:pt x="2761" y="6612"/>
                </a:lnTo>
                <a:lnTo>
                  <a:pt x="1884" y="6655"/>
                </a:lnTo>
                <a:lnTo>
                  <a:pt x="1456" y="6698"/>
                </a:lnTo>
                <a:lnTo>
                  <a:pt x="1349" y="6676"/>
                </a:lnTo>
                <a:lnTo>
                  <a:pt x="1242" y="6676"/>
                </a:lnTo>
                <a:lnTo>
                  <a:pt x="1156" y="6655"/>
                </a:lnTo>
                <a:lnTo>
                  <a:pt x="1071" y="6591"/>
                </a:lnTo>
                <a:lnTo>
                  <a:pt x="985" y="6527"/>
                </a:lnTo>
                <a:lnTo>
                  <a:pt x="921" y="6420"/>
                </a:lnTo>
                <a:lnTo>
                  <a:pt x="878" y="6313"/>
                </a:lnTo>
                <a:lnTo>
                  <a:pt x="857" y="6206"/>
                </a:lnTo>
                <a:lnTo>
                  <a:pt x="835" y="5949"/>
                </a:lnTo>
                <a:lnTo>
                  <a:pt x="835" y="5735"/>
                </a:lnTo>
                <a:lnTo>
                  <a:pt x="814" y="5371"/>
                </a:lnTo>
                <a:lnTo>
                  <a:pt x="814" y="5008"/>
                </a:lnTo>
                <a:lnTo>
                  <a:pt x="793" y="4408"/>
                </a:lnTo>
                <a:lnTo>
                  <a:pt x="814" y="3788"/>
                </a:lnTo>
                <a:lnTo>
                  <a:pt x="814" y="3168"/>
                </a:lnTo>
                <a:lnTo>
                  <a:pt x="814" y="2547"/>
                </a:lnTo>
                <a:lnTo>
                  <a:pt x="835" y="2354"/>
                </a:lnTo>
                <a:lnTo>
                  <a:pt x="857" y="2183"/>
                </a:lnTo>
                <a:lnTo>
                  <a:pt x="900" y="2012"/>
                </a:lnTo>
                <a:lnTo>
                  <a:pt x="900" y="1820"/>
                </a:lnTo>
                <a:lnTo>
                  <a:pt x="921" y="1627"/>
                </a:lnTo>
                <a:lnTo>
                  <a:pt x="921" y="1413"/>
                </a:lnTo>
                <a:lnTo>
                  <a:pt x="921" y="1306"/>
                </a:lnTo>
                <a:lnTo>
                  <a:pt x="942" y="1199"/>
                </a:lnTo>
                <a:lnTo>
                  <a:pt x="985" y="1135"/>
                </a:lnTo>
                <a:lnTo>
                  <a:pt x="1006" y="1092"/>
                </a:lnTo>
                <a:lnTo>
                  <a:pt x="1113" y="1049"/>
                </a:lnTo>
                <a:lnTo>
                  <a:pt x="1242" y="1028"/>
                </a:lnTo>
                <a:lnTo>
                  <a:pt x="1370" y="1007"/>
                </a:lnTo>
                <a:lnTo>
                  <a:pt x="1627" y="985"/>
                </a:lnTo>
                <a:lnTo>
                  <a:pt x="2140" y="985"/>
                </a:lnTo>
                <a:lnTo>
                  <a:pt x="2376" y="964"/>
                </a:lnTo>
                <a:lnTo>
                  <a:pt x="3060" y="964"/>
                </a:lnTo>
                <a:lnTo>
                  <a:pt x="3467" y="942"/>
                </a:lnTo>
                <a:close/>
                <a:moveTo>
                  <a:pt x="1220" y="7147"/>
                </a:moveTo>
                <a:lnTo>
                  <a:pt x="1220" y="7169"/>
                </a:lnTo>
                <a:lnTo>
                  <a:pt x="1220" y="7190"/>
                </a:lnTo>
                <a:lnTo>
                  <a:pt x="1220" y="7233"/>
                </a:lnTo>
                <a:lnTo>
                  <a:pt x="1199" y="7211"/>
                </a:lnTo>
                <a:lnTo>
                  <a:pt x="1199" y="7190"/>
                </a:lnTo>
                <a:lnTo>
                  <a:pt x="1220" y="7147"/>
                </a:lnTo>
                <a:close/>
                <a:moveTo>
                  <a:pt x="343" y="7233"/>
                </a:moveTo>
                <a:lnTo>
                  <a:pt x="322" y="7254"/>
                </a:lnTo>
                <a:lnTo>
                  <a:pt x="300" y="7254"/>
                </a:lnTo>
                <a:lnTo>
                  <a:pt x="322" y="7233"/>
                </a:lnTo>
                <a:close/>
                <a:moveTo>
                  <a:pt x="1777" y="7169"/>
                </a:moveTo>
                <a:lnTo>
                  <a:pt x="1905" y="7190"/>
                </a:lnTo>
                <a:lnTo>
                  <a:pt x="1862" y="7233"/>
                </a:lnTo>
                <a:lnTo>
                  <a:pt x="1798" y="7254"/>
                </a:lnTo>
                <a:lnTo>
                  <a:pt x="1691" y="7275"/>
                </a:lnTo>
                <a:lnTo>
                  <a:pt x="1477" y="7340"/>
                </a:lnTo>
                <a:lnTo>
                  <a:pt x="1499" y="7275"/>
                </a:lnTo>
                <a:lnTo>
                  <a:pt x="1520" y="7233"/>
                </a:lnTo>
                <a:lnTo>
                  <a:pt x="1563" y="7190"/>
                </a:lnTo>
                <a:lnTo>
                  <a:pt x="1627" y="7169"/>
                </a:lnTo>
                <a:close/>
                <a:moveTo>
                  <a:pt x="4430" y="7297"/>
                </a:moveTo>
                <a:lnTo>
                  <a:pt x="4451" y="7318"/>
                </a:lnTo>
                <a:lnTo>
                  <a:pt x="4473" y="7340"/>
                </a:lnTo>
                <a:lnTo>
                  <a:pt x="4451" y="7382"/>
                </a:lnTo>
                <a:lnTo>
                  <a:pt x="4408" y="7382"/>
                </a:lnTo>
                <a:lnTo>
                  <a:pt x="4430" y="7297"/>
                </a:lnTo>
                <a:close/>
                <a:moveTo>
                  <a:pt x="1820" y="7425"/>
                </a:moveTo>
                <a:lnTo>
                  <a:pt x="1798" y="7447"/>
                </a:lnTo>
                <a:lnTo>
                  <a:pt x="1755" y="7447"/>
                </a:lnTo>
                <a:lnTo>
                  <a:pt x="1777" y="7425"/>
                </a:lnTo>
                <a:close/>
                <a:moveTo>
                  <a:pt x="258" y="7318"/>
                </a:moveTo>
                <a:lnTo>
                  <a:pt x="279" y="7404"/>
                </a:lnTo>
                <a:lnTo>
                  <a:pt x="279" y="7489"/>
                </a:lnTo>
                <a:lnTo>
                  <a:pt x="279" y="7596"/>
                </a:lnTo>
                <a:lnTo>
                  <a:pt x="279" y="7703"/>
                </a:lnTo>
                <a:lnTo>
                  <a:pt x="236" y="7682"/>
                </a:lnTo>
                <a:lnTo>
                  <a:pt x="193" y="7639"/>
                </a:lnTo>
                <a:lnTo>
                  <a:pt x="193" y="7596"/>
                </a:lnTo>
                <a:lnTo>
                  <a:pt x="193" y="7532"/>
                </a:lnTo>
                <a:lnTo>
                  <a:pt x="215" y="7425"/>
                </a:lnTo>
                <a:lnTo>
                  <a:pt x="258" y="7318"/>
                </a:lnTo>
                <a:close/>
                <a:moveTo>
                  <a:pt x="1541" y="7425"/>
                </a:moveTo>
                <a:lnTo>
                  <a:pt x="1499" y="7511"/>
                </a:lnTo>
                <a:lnTo>
                  <a:pt x="1434" y="7575"/>
                </a:lnTo>
                <a:lnTo>
                  <a:pt x="1392" y="7639"/>
                </a:lnTo>
                <a:lnTo>
                  <a:pt x="1370" y="7725"/>
                </a:lnTo>
                <a:lnTo>
                  <a:pt x="1349" y="7682"/>
                </a:lnTo>
                <a:lnTo>
                  <a:pt x="1349" y="7639"/>
                </a:lnTo>
                <a:lnTo>
                  <a:pt x="1392" y="7532"/>
                </a:lnTo>
                <a:lnTo>
                  <a:pt x="1456" y="7447"/>
                </a:lnTo>
                <a:lnTo>
                  <a:pt x="1499" y="7425"/>
                </a:lnTo>
                <a:close/>
                <a:moveTo>
                  <a:pt x="4002" y="7447"/>
                </a:moveTo>
                <a:lnTo>
                  <a:pt x="4066" y="7468"/>
                </a:lnTo>
                <a:lnTo>
                  <a:pt x="4045" y="7575"/>
                </a:lnTo>
                <a:lnTo>
                  <a:pt x="4002" y="7661"/>
                </a:lnTo>
                <a:lnTo>
                  <a:pt x="3959" y="7725"/>
                </a:lnTo>
                <a:lnTo>
                  <a:pt x="3916" y="7746"/>
                </a:lnTo>
                <a:lnTo>
                  <a:pt x="3852" y="7746"/>
                </a:lnTo>
                <a:lnTo>
                  <a:pt x="3852" y="7639"/>
                </a:lnTo>
                <a:lnTo>
                  <a:pt x="3874" y="7532"/>
                </a:lnTo>
                <a:lnTo>
                  <a:pt x="3916" y="7489"/>
                </a:lnTo>
                <a:lnTo>
                  <a:pt x="3959" y="7468"/>
                </a:lnTo>
                <a:lnTo>
                  <a:pt x="4002" y="7447"/>
                </a:lnTo>
                <a:close/>
                <a:moveTo>
                  <a:pt x="386" y="7746"/>
                </a:moveTo>
                <a:lnTo>
                  <a:pt x="429" y="7768"/>
                </a:lnTo>
                <a:lnTo>
                  <a:pt x="407" y="7789"/>
                </a:lnTo>
                <a:lnTo>
                  <a:pt x="386" y="7789"/>
                </a:lnTo>
                <a:lnTo>
                  <a:pt x="343" y="7746"/>
                </a:lnTo>
                <a:close/>
                <a:moveTo>
                  <a:pt x="1755" y="8024"/>
                </a:moveTo>
                <a:lnTo>
                  <a:pt x="1798" y="8046"/>
                </a:lnTo>
                <a:lnTo>
                  <a:pt x="1820" y="8089"/>
                </a:lnTo>
                <a:lnTo>
                  <a:pt x="1841" y="8110"/>
                </a:lnTo>
                <a:lnTo>
                  <a:pt x="1820" y="8153"/>
                </a:lnTo>
                <a:lnTo>
                  <a:pt x="1755" y="8217"/>
                </a:lnTo>
                <a:lnTo>
                  <a:pt x="1713" y="8238"/>
                </a:lnTo>
                <a:lnTo>
                  <a:pt x="1670" y="8260"/>
                </a:lnTo>
                <a:lnTo>
                  <a:pt x="1627" y="8174"/>
                </a:lnTo>
                <a:lnTo>
                  <a:pt x="1627" y="8110"/>
                </a:lnTo>
                <a:lnTo>
                  <a:pt x="1648" y="8067"/>
                </a:lnTo>
                <a:lnTo>
                  <a:pt x="1670" y="8046"/>
                </a:lnTo>
                <a:lnTo>
                  <a:pt x="1691" y="8024"/>
                </a:lnTo>
                <a:close/>
                <a:moveTo>
                  <a:pt x="2675" y="7233"/>
                </a:moveTo>
                <a:lnTo>
                  <a:pt x="2782" y="7254"/>
                </a:lnTo>
                <a:lnTo>
                  <a:pt x="2868" y="7318"/>
                </a:lnTo>
                <a:lnTo>
                  <a:pt x="2932" y="7404"/>
                </a:lnTo>
                <a:lnTo>
                  <a:pt x="2996" y="7511"/>
                </a:lnTo>
                <a:lnTo>
                  <a:pt x="3039" y="7639"/>
                </a:lnTo>
                <a:lnTo>
                  <a:pt x="3060" y="7746"/>
                </a:lnTo>
                <a:lnTo>
                  <a:pt x="3060" y="7875"/>
                </a:lnTo>
                <a:lnTo>
                  <a:pt x="3039" y="8003"/>
                </a:lnTo>
                <a:lnTo>
                  <a:pt x="2975" y="8089"/>
                </a:lnTo>
                <a:lnTo>
                  <a:pt x="2889" y="8174"/>
                </a:lnTo>
                <a:lnTo>
                  <a:pt x="2782" y="8217"/>
                </a:lnTo>
                <a:lnTo>
                  <a:pt x="2675" y="8238"/>
                </a:lnTo>
                <a:lnTo>
                  <a:pt x="2568" y="8260"/>
                </a:lnTo>
                <a:lnTo>
                  <a:pt x="2333" y="8260"/>
                </a:lnTo>
                <a:lnTo>
                  <a:pt x="2183" y="8131"/>
                </a:lnTo>
                <a:lnTo>
                  <a:pt x="2076" y="8024"/>
                </a:lnTo>
                <a:lnTo>
                  <a:pt x="2033" y="7960"/>
                </a:lnTo>
                <a:lnTo>
                  <a:pt x="2012" y="7875"/>
                </a:lnTo>
                <a:lnTo>
                  <a:pt x="2012" y="7789"/>
                </a:lnTo>
                <a:lnTo>
                  <a:pt x="2012" y="7682"/>
                </a:lnTo>
                <a:lnTo>
                  <a:pt x="2033" y="7596"/>
                </a:lnTo>
                <a:lnTo>
                  <a:pt x="2076" y="7511"/>
                </a:lnTo>
                <a:lnTo>
                  <a:pt x="2119" y="7425"/>
                </a:lnTo>
                <a:lnTo>
                  <a:pt x="2183" y="7382"/>
                </a:lnTo>
                <a:lnTo>
                  <a:pt x="2269" y="7340"/>
                </a:lnTo>
                <a:lnTo>
                  <a:pt x="2354" y="7297"/>
                </a:lnTo>
                <a:lnTo>
                  <a:pt x="2547" y="7233"/>
                </a:lnTo>
                <a:close/>
                <a:moveTo>
                  <a:pt x="835" y="8345"/>
                </a:moveTo>
                <a:lnTo>
                  <a:pt x="857" y="8367"/>
                </a:lnTo>
                <a:lnTo>
                  <a:pt x="857" y="8388"/>
                </a:lnTo>
                <a:lnTo>
                  <a:pt x="814" y="8474"/>
                </a:lnTo>
                <a:lnTo>
                  <a:pt x="793" y="8474"/>
                </a:lnTo>
                <a:lnTo>
                  <a:pt x="750" y="8452"/>
                </a:lnTo>
                <a:lnTo>
                  <a:pt x="728" y="8452"/>
                </a:lnTo>
                <a:lnTo>
                  <a:pt x="728" y="8409"/>
                </a:lnTo>
                <a:lnTo>
                  <a:pt x="728" y="8388"/>
                </a:lnTo>
                <a:lnTo>
                  <a:pt x="750" y="8345"/>
                </a:lnTo>
                <a:close/>
                <a:moveTo>
                  <a:pt x="2012" y="1"/>
                </a:moveTo>
                <a:lnTo>
                  <a:pt x="1413" y="44"/>
                </a:lnTo>
                <a:lnTo>
                  <a:pt x="1092" y="44"/>
                </a:lnTo>
                <a:lnTo>
                  <a:pt x="793" y="87"/>
                </a:lnTo>
                <a:lnTo>
                  <a:pt x="664" y="108"/>
                </a:lnTo>
                <a:lnTo>
                  <a:pt x="514" y="172"/>
                </a:lnTo>
                <a:lnTo>
                  <a:pt x="407" y="258"/>
                </a:lnTo>
                <a:lnTo>
                  <a:pt x="279" y="386"/>
                </a:lnTo>
                <a:lnTo>
                  <a:pt x="193" y="536"/>
                </a:lnTo>
                <a:lnTo>
                  <a:pt x="129" y="707"/>
                </a:lnTo>
                <a:lnTo>
                  <a:pt x="86" y="878"/>
                </a:lnTo>
                <a:lnTo>
                  <a:pt x="65" y="1049"/>
                </a:lnTo>
                <a:lnTo>
                  <a:pt x="44" y="1413"/>
                </a:lnTo>
                <a:lnTo>
                  <a:pt x="44" y="1777"/>
                </a:lnTo>
                <a:lnTo>
                  <a:pt x="1" y="2633"/>
                </a:lnTo>
                <a:lnTo>
                  <a:pt x="1" y="3488"/>
                </a:lnTo>
                <a:lnTo>
                  <a:pt x="22" y="4323"/>
                </a:lnTo>
                <a:lnTo>
                  <a:pt x="65" y="5179"/>
                </a:lnTo>
                <a:lnTo>
                  <a:pt x="22" y="5542"/>
                </a:lnTo>
                <a:lnTo>
                  <a:pt x="22" y="5928"/>
                </a:lnTo>
                <a:lnTo>
                  <a:pt x="22" y="6676"/>
                </a:lnTo>
                <a:lnTo>
                  <a:pt x="22" y="7361"/>
                </a:lnTo>
                <a:lnTo>
                  <a:pt x="44" y="7703"/>
                </a:lnTo>
                <a:lnTo>
                  <a:pt x="65" y="7875"/>
                </a:lnTo>
                <a:lnTo>
                  <a:pt x="108" y="8024"/>
                </a:lnTo>
                <a:lnTo>
                  <a:pt x="172" y="8174"/>
                </a:lnTo>
                <a:lnTo>
                  <a:pt x="236" y="8281"/>
                </a:lnTo>
                <a:lnTo>
                  <a:pt x="322" y="8388"/>
                </a:lnTo>
                <a:lnTo>
                  <a:pt x="429" y="8495"/>
                </a:lnTo>
                <a:lnTo>
                  <a:pt x="557" y="8559"/>
                </a:lnTo>
                <a:lnTo>
                  <a:pt x="664" y="8623"/>
                </a:lnTo>
                <a:lnTo>
                  <a:pt x="942" y="8709"/>
                </a:lnTo>
                <a:lnTo>
                  <a:pt x="1242" y="8773"/>
                </a:lnTo>
                <a:lnTo>
                  <a:pt x="1541" y="8816"/>
                </a:lnTo>
                <a:lnTo>
                  <a:pt x="2098" y="8837"/>
                </a:lnTo>
                <a:lnTo>
                  <a:pt x="2440" y="8859"/>
                </a:lnTo>
                <a:lnTo>
                  <a:pt x="2782" y="8859"/>
                </a:lnTo>
                <a:lnTo>
                  <a:pt x="3446" y="8816"/>
                </a:lnTo>
                <a:lnTo>
                  <a:pt x="3874" y="8816"/>
                </a:lnTo>
                <a:lnTo>
                  <a:pt x="4002" y="8795"/>
                </a:lnTo>
                <a:lnTo>
                  <a:pt x="4087" y="8773"/>
                </a:lnTo>
                <a:lnTo>
                  <a:pt x="4152" y="8730"/>
                </a:lnTo>
                <a:lnTo>
                  <a:pt x="4280" y="8645"/>
                </a:lnTo>
                <a:lnTo>
                  <a:pt x="4387" y="8623"/>
                </a:lnTo>
                <a:lnTo>
                  <a:pt x="4473" y="8581"/>
                </a:lnTo>
                <a:lnTo>
                  <a:pt x="4580" y="8559"/>
                </a:lnTo>
                <a:lnTo>
                  <a:pt x="4665" y="8516"/>
                </a:lnTo>
                <a:lnTo>
                  <a:pt x="4751" y="8452"/>
                </a:lnTo>
                <a:lnTo>
                  <a:pt x="4836" y="8345"/>
                </a:lnTo>
                <a:lnTo>
                  <a:pt x="5008" y="8153"/>
                </a:lnTo>
                <a:lnTo>
                  <a:pt x="5072" y="8024"/>
                </a:lnTo>
                <a:lnTo>
                  <a:pt x="5136" y="7875"/>
                </a:lnTo>
                <a:lnTo>
                  <a:pt x="5157" y="7725"/>
                </a:lnTo>
                <a:lnTo>
                  <a:pt x="5179" y="7532"/>
                </a:lnTo>
                <a:lnTo>
                  <a:pt x="5179" y="7190"/>
                </a:lnTo>
                <a:lnTo>
                  <a:pt x="5179" y="6869"/>
                </a:lnTo>
                <a:lnTo>
                  <a:pt x="5221" y="5435"/>
                </a:lnTo>
                <a:lnTo>
                  <a:pt x="5286" y="4002"/>
                </a:lnTo>
                <a:lnTo>
                  <a:pt x="5307" y="3660"/>
                </a:lnTo>
                <a:lnTo>
                  <a:pt x="5286" y="3296"/>
                </a:lnTo>
                <a:lnTo>
                  <a:pt x="5264" y="2590"/>
                </a:lnTo>
                <a:lnTo>
                  <a:pt x="5243" y="1905"/>
                </a:lnTo>
                <a:lnTo>
                  <a:pt x="5264" y="1541"/>
                </a:lnTo>
                <a:lnTo>
                  <a:pt x="5286" y="1199"/>
                </a:lnTo>
                <a:lnTo>
                  <a:pt x="5286" y="1071"/>
                </a:lnTo>
                <a:lnTo>
                  <a:pt x="5286" y="942"/>
                </a:lnTo>
                <a:lnTo>
                  <a:pt x="5264" y="793"/>
                </a:lnTo>
                <a:lnTo>
                  <a:pt x="5221" y="686"/>
                </a:lnTo>
                <a:lnTo>
                  <a:pt x="5157" y="557"/>
                </a:lnTo>
                <a:lnTo>
                  <a:pt x="5093" y="450"/>
                </a:lnTo>
                <a:lnTo>
                  <a:pt x="5008" y="343"/>
                </a:lnTo>
                <a:lnTo>
                  <a:pt x="4922" y="236"/>
                </a:lnTo>
                <a:lnTo>
                  <a:pt x="4794" y="151"/>
                </a:lnTo>
                <a:lnTo>
                  <a:pt x="4644" y="108"/>
                </a:lnTo>
                <a:lnTo>
                  <a:pt x="4494" y="65"/>
                </a:lnTo>
                <a:lnTo>
                  <a:pt x="3745" y="65"/>
                </a:lnTo>
                <a:lnTo>
                  <a:pt x="3167" y="22"/>
                </a:lnTo>
                <a:lnTo>
                  <a:pt x="2590" y="1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6"/>
          <p:cNvSpPr/>
          <p:nvPr/>
        </p:nvSpPr>
        <p:spPr>
          <a:xfrm>
            <a:off x="2144813" y="3379113"/>
            <a:ext cx="1118400" cy="10500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6"/>
          <p:cNvSpPr/>
          <p:nvPr/>
        </p:nvSpPr>
        <p:spPr>
          <a:xfrm>
            <a:off x="2460512" y="3580741"/>
            <a:ext cx="487003" cy="542914"/>
          </a:xfrm>
          <a:custGeom>
            <a:rect b="b" l="l" r="r" t="t"/>
            <a:pathLst>
              <a:path extrusionOk="0" h="10357" w="5414">
                <a:moveTo>
                  <a:pt x="5414" y="7703"/>
                </a:moveTo>
                <a:lnTo>
                  <a:pt x="5414" y="7703"/>
                </a:lnTo>
                <a:lnTo>
                  <a:pt x="5371" y="7639"/>
                </a:lnTo>
                <a:lnTo>
                  <a:pt x="5328" y="7553"/>
                </a:lnTo>
                <a:lnTo>
                  <a:pt x="5243" y="7468"/>
                </a:lnTo>
                <a:lnTo>
                  <a:pt x="5136" y="7404"/>
                </a:lnTo>
                <a:lnTo>
                  <a:pt x="4772" y="7168"/>
                </a:lnTo>
                <a:lnTo>
                  <a:pt x="4772" y="7168"/>
                </a:lnTo>
                <a:lnTo>
                  <a:pt x="4408" y="6933"/>
                </a:lnTo>
                <a:lnTo>
                  <a:pt x="4044" y="6719"/>
                </a:lnTo>
                <a:lnTo>
                  <a:pt x="4044" y="6719"/>
                </a:lnTo>
                <a:lnTo>
                  <a:pt x="3980" y="6676"/>
                </a:lnTo>
                <a:lnTo>
                  <a:pt x="3916" y="6612"/>
                </a:lnTo>
                <a:lnTo>
                  <a:pt x="3809" y="6462"/>
                </a:lnTo>
                <a:lnTo>
                  <a:pt x="3702" y="6291"/>
                </a:lnTo>
                <a:lnTo>
                  <a:pt x="3638" y="6120"/>
                </a:lnTo>
                <a:lnTo>
                  <a:pt x="3638" y="6120"/>
                </a:lnTo>
                <a:lnTo>
                  <a:pt x="3616" y="6013"/>
                </a:lnTo>
                <a:lnTo>
                  <a:pt x="3595" y="5927"/>
                </a:lnTo>
                <a:lnTo>
                  <a:pt x="3616" y="5842"/>
                </a:lnTo>
                <a:lnTo>
                  <a:pt x="3638" y="5756"/>
                </a:lnTo>
                <a:lnTo>
                  <a:pt x="3723" y="5585"/>
                </a:lnTo>
                <a:lnTo>
                  <a:pt x="3809" y="5392"/>
                </a:lnTo>
                <a:lnTo>
                  <a:pt x="3809" y="5392"/>
                </a:lnTo>
                <a:lnTo>
                  <a:pt x="4002" y="4965"/>
                </a:lnTo>
                <a:lnTo>
                  <a:pt x="4173" y="4537"/>
                </a:lnTo>
                <a:lnTo>
                  <a:pt x="4173" y="4537"/>
                </a:lnTo>
                <a:lnTo>
                  <a:pt x="4258" y="4344"/>
                </a:lnTo>
                <a:lnTo>
                  <a:pt x="4365" y="4194"/>
                </a:lnTo>
                <a:lnTo>
                  <a:pt x="4601" y="3873"/>
                </a:lnTo>
                <a:lnTo>
                  <a:pt x="4601" y="3873"/>
                </a:lnTo>
                <a:lnTo>
                  <a:pt x="4708" y="3702"/>
                </a:lnTo>
                <a:lnTo>
                  <a:pt x="4836" y="3510"/>
                </a:lnTo>
                <a:lnTo>
                  <a:pt x="4943" y="3317"/>
                </a:lnTo>
                <a:lnTo>
                  <a:pt x="4964" y="3210"/>
                </a:lnTo>
                <a:lnTo>
                  <a:pt x="4964" y="3124"/>
                </a:lnTo>
                <a:lnTo>
                  <a:pt x="4964" y="3124"/>
                </a:lnTo>
                <a:lnTo>
                  <a:pt x="4943" y="3039"/>
                </a:lnTo>
                <a:lnTo>
                  <a:pt x="4900" y="2996"/>
                </a:lnTo>
                <a:lnTo>
                  <a:pt x="4857" y="2953"/>
                </a:lnTo>
                <a:lnTo>
                  <a:pt x="4793" y="2953"/>
                </a:lnTo>
                <a:lnTo>
                  <a:pt x="4643" y="2975"/>
                </a:lnTo>
                <a:lnTo>
                  <a:pt x="4494" y="2975"/>
                </a:lnTo>
                <a:lnTo>
                  <a:pt x="4494" y="2975"/>
                </a:lnTo>
                <a:lnTo>
                  <a:pt x="4408" y="2953"/>
                </a:lnTo>
                <a:lnTo>
                  <a:pt x="4387" y="2932"/>
                </a:lnTo>
                <a:lnTo>
                  <a:pt x="4365" y="2911"/>
                </a:lnTo>
                <a:lnTo>
                  <a:pt x="4387" y="2846"/>
                </a:lnTo>
                <a:lnTo>
                  <a:pt x="4408" y="2739"/>
                </a:lnTo>
                <a:lnTo>
                  <a:pt x="4408" y="2739"/>
                </a:lnTo>
                <a:lnTo>
                  <a:pt x="4515" y="2333"/>
                </a:lnTo>
                <a:lnTo>
                  <a:pt x="4515" y="2333"/>
                </a:lnTo>
                <a:lnTo>
                  <a:pt x="4536" y="2162"/>
                </a:lnTo>
                <a:lnTo>
                  <a:pt x="4558" y="1990"/>
                </a:lnTo>
                <a:lnTo>
                  <a:pt x="4558" y="1905"/>
                </a:lnTo>
                <a:lnTo>
                  <a:pt x="4536" y="1819"/>
                </a:lnTo>
                <a:lnTo>
                  <a:pt x="4472" y="1777"/>
                </a:lnTo>
                <a:lnTo>
                  <a:pt x="4408" y="1712"/>
                </a:lnTo>
                <a:lnTo>
                  <a:pt x="4408" y="1712"/>
                </a:lnTo>
                <a:lnTo>
                  <a:pt x="4323" y="1691"/>
                </a:lnTo>
                <a:lnTo>
                  <a:pt x="4237" y="1691"/>
                </a:lnTo>
                <a:lnTo>
                  <a:pt x="4044" y="1691"/>
                </a:lnTo>
                <a:lnTo>
                  <a:pt x="3959" y="1691"/>
                </a:lnTo>
                <a:lnTo>
                  <a:pt x="3873" y="1670"/>
                </a:lnTo>
                <a:lnTo>
                  <a:pt x="3788" y="1648"/>
                </a:lnTo>
                <a:lnTo>
                  <a:pt x="3723" y="1584"/>
                </a:lnTo>
                <a:lnTo>
                  <a:pt x="3723" y="1584"/>
                </a:lnTo>
                <a:lnTo>
                  <a:pt x="3702" y="1477"/>
                </a:lnTo>
                <a:lnTo>
                  <a:pt x="3681" y="1391"/>
                </a:lnTo>
                <a:lnTo>
                  <a:pt x="3659" y="1306"/>
                </a:lnTo>
                <a:lnTo>
                  <a:pt x="3638" y="1263"/>
                </a:lnTo>
                <a:lnTo>
                  <a:pt x="3595" y="1220"/>
                </a:lnTo>
                <a:lnTo>
                  <a:pt x="3595" y="1220"/>
                </a:lnTo>
                <a:lnTo>
                  <a:pt x="3531" y="1177"/>
                </a:lnTo>
                <a:lnTo>
                  <a:pt x="3467" y="1156"/>
                </a:lnTo>
                <a:lnTo>
                  <a:pt x="3317" y="1135"/>
                </a:lnTo>
                <a:lnTo>
                  <a:pt x="2953" y="1135"/>
                </a:lnTo>
                <a:lnTo>
                  <a:pt x="2782" y="1135"/>
                </a:lnTo>
                <a:lnTo>
                  <a:pt x="2632" y="1092"/>
                </a:lnTo>
                <a:lnTo>
                  <a:pt x="2568" y="1070"/>
                </a:lnTo>
                <a:lnTo>
                  <a:pt x="2525" y="1028"/>
                </a:lnTo>
                <a:lnTo>
                  <a:pt x="2504" y="964"/>
                </a:lnTo>
                <a:lnTo>
                  <a:pt x="2483" y="899"/>
                </a:lnTo>
                <a:lnTo>
                  <a:pt x="2483" y="899"/>
                </a:lnTo>
                <a:lnTo>
                  <a:pt x="2483" y="835"/>
                </a:lnTo>
                <a:lnTo>
                  <a:pt x="2504" y="750"/>
                </a:lnTo>
                <a:lnTo>
                  <a:pt x="2589" y="600"/>
                </a:lnTo>
                <a:lnTo>
                  <a:pt x="2589" y="600"/>
                </a:lnTo>
                <a:lnTo>
                  <a:pt x="2654" y="493"/>
                </a:lnTo>
                <a:lnTo>
                  <a:pt x="2696" y="450"/>
                </a:lnTo>
                <a:lnTo>
                  <a:pt x="2739" y="450"/>
                </a:lnTo>
                <a:lnTo>
                  <a:pt x="2825" y="450"/>
                </a:lnTo>
                <a:lnTo>
                  <a:pt x="2825" y="450"/>
                </a:lnTo>
                <a:lnTo>
                  <a:pt x="2953" y="386"/>
                </a:lnTo>
                <a:lnTo>
                  <a:pt x="3060" y="343"/>
                </a:lnTo>
                <a:lnTo>
                  <a:pt x="3103" y="300"/>
                </a:lnTo>
                <a:lnTo>
                  <a:pt x="3124" y="236"/>
                </a:lnTo>
                <a:lnTo>
                  <a:pt x="3103" y="172"/>
                </a:lnTo>
                <a:lnTo>
                  <a:pt x="3039" y="108"/>
                </a:lnTo>
                <a:lnTo>
                  <a:pt x="3039" y="108"/>
                </a:lnTo>
                <a:lnTo>
                  <a:pt x="2996" y="65"/>
                </a:lnTo>
                <a:lnTo>
                  <a:pt x="2932" y="43"/>
                </a:lnTo>
                <a:lnTo>
                  <a:pt x="2761" y="1"/>
                </a:lnTo>
                <a:lnTo>
                  <a:pt x="2589" y="1"/>
                </a:lnTo>
                <a:lnTo>
                  <a:pt x="2440" y="1"/>
                </a:lnTo>
                <a:lnTo>
                  <a:pt x="2440" y="1"/>
                </a:lnTo>
                <a:lnTo>
                  <a:pt x="2290" y="22"/>
                </a:lnTo>
                <a:lnTo>
                  <a:pt x="2162" y="86"/>
                </a:lnTo>
                <a:lnTo>
                  <a:pt x="2033" y="172"/>
                </a:lnTo>
                <a:lnTo>
                  <a:pt x="1905" y="257"/>
                </a:lnTo>
                <a:lnTo>
                  <a:pt x="1905" y="257"/>
                </a:lnTo>
                <a:lnTo>
                  <a:pt x="1798" y="386"/>
                </a:lnTo>
                <a:lnTo>
                  <a:pt x="1712" y="536"/>
                </a:lnTo>
                <a:lnTo>
                  <a:pt x="1669" y="685"/>
                </a:lnTo>
                <a:lnTo>
                  <a:pt x="1648" y="857"/>
                </a:lnTo>
                <a:lnTo>
                  <a:pt x="1648" y="857"/>
                </a:lnTo>
                <a:lnTo>
                  <a:pt x="1648" y="942"/>
                </a:lnTo>
                <a:lnTo>
                  <a:pt x="1669" y="1028"/>
                </a:lnTo>
                <a:lnTo>
                  <a:pt x="1712" y="1220"/>
                </a:lnTo>
                <a:lnTo>
                  <a:pt x="1755" y="1391"/>
                </a:lnTo>
                <a:lnTo>
                  <a:pt x="1755" y="1477"/>
                </a:lnTo>
                <a:lnTo>
                  <a:pt x="1755" y="1541"/>
                </a:lnTo>
                <a:lnTo>
                  <a:pt x="1755" y="1541"/>
                </a:lnTo>
                <a:lnTo>
                  <a:pt x="1776" y="1563"/>
                </a:lnTo>
                <a:lnTo>
                  <a:pt x="1776" y="1563"/>
                </a:lnTo>
                <a:lnTo>
                  <a:pt x="1776" y="1563"/>
                </a:lnTo>
                <a:lnTo>
                  <a:pt x="1712" y="1520"/>
                </a:lnTo>
                <a:lnTo>
                  <a:pt x="1669" y="1520"/>
                </a:lnTo>
                <a:lnTo>
                  <a:pt x="1605" y="1520"/>
                </a:lnTo>
                <a:lnTo>
                  <a:pt x="1520" y="1541"/>
                </a:lnTo>
                <a:lnTo>
                  <a:pt x="1391" y="1627"/>
                </a:lnTo>
                <a:lnTo>
                  <a:pt x="1284" y="1691"/>
                </a:lnTo>
                <a:lnTo>
                  <a:pt x="1284" y="1691"/>
                </a:lnTo>
                <a:lnTo>
                  <a:pt x="1156" y="1734"/>
                </a:lnTo>
                <a:lnTo>
                  <a:pt x="1049" y="1777"/>
                </a:lnTo>
                <a:lnTo>
                  <a:pt x="1028" y="1819"/>
                </a:lnTo>
                <a:lnTo>
                  <a:pt x="1006" y="1862"/>
                </a:lnTo>
                <a:lnTo>
                  <a:pt x="985" y="2012"/>
                </a:lnTo>
                <a:lnTo>
                  <a:pt x="985" y="2012"/>
                </a:lnTo>
                <a:lnTo>
                  <a:pt x="985" y="2247"/>
                </a:lnTo>
                <a:lnTo>
                  <a:pt x="1006" y="2483"/>
                </a:lnTo>
                <a:lnTo>
                  <a:pt x="1028" y="2718"/>
                </a:lnTo>
                <a:lnTo>
                  <a:pt x="1028" y="2932"/>
                </a:lnTo>
                <a:lnTo>
                  <a:pt x="1028" y="2932"/>
                </a:lnTo>
                <a:lnTo>
                  <a:pt x="1028" y="3103"/>
                </a:lnTo>
                <a:lnTo>
                  <a:pt x="1006" y="3146"/>
                </a:lnTo>
                <a:lnTo>
                  <a:pt x="985" y="3167"/>
                </a:lnTo>
                <a:lnTo>
                  <a:pt x="899" y="3189"/>
                </a:lnTo>
                <a:lnTo>
                  <a:pt x="835" y="3210"/>
                </a:lnTo>
                <a:lnTo>
                  <a:pt x="771" y="3253"/>
                </a:lnTo>
                <a:lnTo>
                  <a:pt x="771" y="3253"/>
                </a:lnTo>
                <a:lnTo>
                  <a:pt x="685" y="3317"/>
                </a:lnTo>
                <a:lnTo>
                  <a:pt x="642" y="3381"/>
                </a:lnTo>
                <a:lnTo>
                  <a:pt x="621" y="3467"/>
                </a:lnTo>
                <a:lnTo>
                  <a:pt x="600" y="3531"/>
                </a:lnTo>
                <a:lnTo>
                  <a:pt x="621" y="3617"/>
                </a:lnTo>
                <a:lnTo>
                  <a:pt x="642" y="3702"/>
                </a:lnTo>
                <a:lnTo>
                  <a:pt x="728" y="3873"/>
                </a:lnTo>
                <a:lnTo>
                  <a:pt x="835" y="4044"/>
                </a:lnTo>
                <a:lnTo>
                  <a:pt x="963" y="4216"/>
                </a:lnTo>
                <a:lnTo>
                  <a:pt x="1070" y="4365"/>
                </a:lnTo>
                <a:lnTo>
                  <a:pt x="1135" y="4494"/>
                </a:lnTo>
                <a:lnTo>
                  <a:pt x="1135" y="4494"/>
                </a:lnTo>
                <a:lnTo>
                  <a:pt x="1284" y="4858"/>
                </a:lnTo>
                <a:lnTo>
                  <a:pt x="1456" y="5221"/>
                </a:lnTo>
                <a:lnTo>
                  <a:pt x="1456" y="5221"/>
                </a:lnTo>
                <a:lnTo>
                  <a:pt x="1541" y="5392"/>
                </a:lnTo>
                <a:lnTo>
                  <a:pt x="1648" y="5585"/>
                </a:lnTo>
                <a:lnTo>
                  <a:pt x="1734" y="5778"/>
                </a:lnTo>
                <a:lnTo>
                  <a:pt x="1734" y="5885"/>
                </a:lnTo>
                <a:lnTo>
                  <a:pt x="1734" y="5970"/>
                </a:lnTo>
                <a:lnTo>
                  <a:pt x="1734" y="5970"/>
                </a:lnTo>
                <a:lnTo>
                  <a:pt x="1691" y="6184"/>
                </a:lnTo>
                <a:lnTo>
                  <a:pt x="1605" y="6355"/>
                </a:lnTo>
                <a:lnTo>
                  <a:pt x="1520" y="6548"/>
                </a:lnTo>
                <a:lnTo>
                  <a:pt x="1391" y="6740"/>
                </a:lnTo>
                <a:lnTo>
                  <a:pt x="1263" y="6912"/>
                </a:lnTo>
                <a:lnTo>
                  <a:pt x="1135" y="7061"/>
                </a:lnTo>
                <a:lnTo>
                  <a:pt x="985" y="7211"/>
                </a:lnTo>
                <a:lnTo>
                  <a:pt x="835" y="7339"/>
                </a:lnTo>
                <a:lnTo>
                  <a:pt x="835" y="7339"/>
                </a:lnTo>
                <a:lnTo>
                  <a:pt x="578" y="7532"/>
                </a:lnTo>
                <a:lnTo>
                  <a:pt x="300" y="7767"/>
                </a:lnTo>
                <a:lnTo>
                  <a:pt x="193" y="7874"/>
                </a:lnTo>
                <a:lnTo>
                  <a:pt x="86" y="8003"/>
                </a:lnTo>
                <a:lnTo>
                  <a:pt x="22" y="8152"/>
                </a:lnTo>
                <a:lnTo>
                  <a:pt x="1" y="8302"/>
                </a:lnTo>
                <a:lnTo>
                  <a:pt x="1" y="8302"/>
                </a:lnTo>
                <a:lnTo>
                  <a:pt x="86" y="8409"/>
                </a:lnTo>
                <a:lnTo>
                  <a:pt x="86" y="8409"/>
                </a:lnTo>
                <a:lnTo>
                  <a:pt x="108" y="8580"/>
                </a:lnTo>
                <a:lnTo>
                  <a:pt x="108" y="8580"/>
                </a:lnTo>
                <a:lnTo>
                  <a:pt x="108" y="8709"/>
                </a:lnTo>
                <a:lnTo>
                  <a:pt x="150" y="8752"/>
                </a:lnTo>
                <a:lnTo>
                  <a:pt x="215" y="8773"/>
                </a:lnTo>
                <a:lnTo>
                  <a:pt x="215" y="8773"/>
                </a:lnTo>
                <a:lnTo>
                  <a:pt x="257" y="8773"/>
                </a:lnTo>
                <a:lnTo>
                  <a:pt x="300" y="8773"/>
                </a:lnTo>
                <a:lnTo>
                  <a:pt x="343" y="8709"/>
                </a:lnTo>
                <a:lnTo>
                  <a:pt x="343" y="8645"/>
                </a:lnTo>
                <a:lnTo>
                  <a:pt x="364" y="8538"/>
                </a:lnTo>
                <a:lnTo>
                  <a:pt x="364" y="8452"/>
                </a:lnTo>
                <a:lnTo>
                  <a:pt x="364" y="8366"/>
                </a:lnTo>
                <a:lnTo>
                  <a:pt x="407" y="8324"/>
                </a:lnTo>
                <a:lnTo>
                  <a:pt x="429" y="8324"/>
                </a:lnTo>
                <a:lnTo>
                  <a:pt x="471" y="8324"/>
                </a:lnTo>
                <a:lnTo>
                  <a:pt x="471" y="8324"/>
                </a:lnTo>
                <a:lnTo>
                  <a:pt x="493" y="8345"/>
                </a:lnTo>
                <a:lnTo>
                  <a:pt x="514" y="8409"/>
                </a:lnTo>
                <a:lnTo>
                  <a:pt x="535" y="8580"/>
                </a:lnTo>
                <a:lnTo>
                  <a:pt x="557" y="8645"/>
                </a:lnTo>
                <a:lnTo>
                  <a:pt x="578" y="8687"/>
                </a:lnTo>
                <a:lnTo>
                  <a:pt x="621" y="8709"/>
                </a:lnTo>
                <a:lnTo>
                  <a:pt x="707" y="8666"/>
                </a:lnTo>
                <a:lnTo>
                  <a:pt x="707" y="8666"/>
                </a:lnTo>
                <a:lnTo>
                  <a:pt x="707" y="8623"/>
                </a:lnTo>
                <a:lnTo>
                  <a:pt x="728" y="8538"/>
                </a:lnTo>
                <a:lnTo>
                  <a:pt x="728" y="8324"/>
                </a:lnTo>
                <a:lnTo>
                  <a:pt x="749" y="8110"/>
                </a:lnTo>
                <a:lnTo>
                  <a:pt x="771" y="8045"/>
                </a:lnTo>
                <a:lnTo>
                  <a:pt x="771" y="8045"/>
                </a:lnTo>
                <a:lnTo>
                  <a:pt x="792" y="8024"/>
                </a:lnTo>
                <a:lnTo>
                  <a:pt x="792" y="8024"/>
                </a:lnTo>
                <a:lnTo>
                  <a:pt x="835" y="8067"/>
                </a:lnTo>
                <a:lnTo>
                  <a:pt x="856" y="8131"/>
                </a:lnTo>
                <a:lnTo>
                  <a:pt x="835" y="8324"/>
                </a:lnTo>
                <a:lnTo>
                  <a:pt x="835" y="8431"/>
                </a:lnTo>
                <a:lnTo>
                  <a:pt x="835" y="8538"/>
                </a:lnTo>
                <a:lnTo>
                  <a:pt x="878" y="8602"/>
                </a:lnTo>
                <a:lnTo>
                  <a:pt x="921" y="8645"/>
                </a:lnTo>
                <a:lnTo>
                  <a:pt x="921" y="8645"/>
                </a:lnTo>
                <a:lnTo>
                  <a:pt x="963" y="8666"/>
                </a:lnTo>
                <a:lnTo>
                  <a:pt x="1006" y="8666"/>
                </a:lnTo>
                <a:lnTo>
                  <a:pt x="1028" y="8645"/>
                </a:lnTo>
                <a:lnTo>
                  <a:pt x="1049" y="8602"/>
                </a:lnTo>
                <a:lnTo>
                  <a:pt x="1092" y="8516"/>
                </a:lnTo>
                <a:lnTo>
                  <a:pt x="1092" y="8409"/>
                </a:lnTo>
                <a:lnTo>
                  <a:pt x="1092" y="8152"/>
                </a:lnTo>
                <a:lnTo>
                  <a:pt x="1092" y="7981"/>
                </a:lnTo>
                <a:lnTo>
                  <a:pt x="1092" y="7981"/>
                </a:lnTo>
                <a:lnTo>
                  <a:pt x="1070" y="7832"/>
                </a:lnTo>
                <a:lnTo>
                  <a:pt x="1092" y="7746"/>
                </a:lnTo>
                <a:lnTo>
                  <a:pt x="1113" y="7725"/>
                </a:lnTo>
                <a:lnTo>
                  <a:pt x="1135" y="7703"/>
                </a:lnTo>
                <a:lnTo>
                  <a:pt x="1135" y="7703"/>
                </a:lnTo>
                <a:lnTo>
                  <a:pt x="1177" y="7682"/>
                </a:lnTo>
                <a:lnTo>
                  <a:pt x="1199" y="7703"/>
                </a:lnTo>
                <a:lnTo>
                  <a:pt x="1199" y="7746"/>
                </a:lnTo>
                <a:lnTo>
                  <a:pt x="1220" y="7789"/>
                </a:lnTo>
                <a:lnTo>
                  <a:pt x="1220" y="7789"/>
                </a:lnTo>
                <a:lnTo>
                  <a:pt x="1242" y="7832"/>
                </a:lnTo>
                <a:lnTo>
                  <a:pt x="1263" y="7874"/>
                </a:lnTo>
                <a:lnTo>
                  <a:pt x="1284" y="7896"/>
                </a:lnTo>
                <a:lnTo>
                  <a:pt x="1349" y="7896"/>
                </a:lnTo>
                <a:lnTo>
                  <a:pt x="1349" y="7896"/>
                </a:lnTo>
                <a:lnTo>
                  <a:pt x="1370" y="7874"/>
                </a:lnTo>
                <a:lnTo>
                  <a:pt x="1391" y="7853"/>
                </a:lnTo>
                <a:lnTo>
                  <a:pt x="1391" y="7746"/>
                </a:lnTo>
                <a:lnTo>
                  <a:pt x="1391" y="7596"/>
                </a:lnTo>
                <a:lnTo>
                  <a:pt x="1391" y="7596"/>
                </a:lnTo>
                <a:lnTo>
                  <a:pt x="1391" y="7511"/>
                </a:lnTo>
                <a:lnTo>
                  <a:pt x="1413" y="7425"/>
                </a:lnTo>
                <a:lnTo>
                  <a:pt x="1456" y="7339"/>
                </a:lnTo>
                <a:lnTo>
                  <a:pt x="1498" y="7318"/>
                </a:lnTo>
                <a:lnTo>
                  <a:pt x="1541" y="7297"/>
                </a:lnTo>
                <a:lnTo>
                  <a:pt x="1541" y="7297"/>
                </a:lnTo>
                <a:lnTo>
                  <a:pt x="1562" y="7297"/>
                </a:lnTo>
                <a:lnTo>
                  <a:pt x="1584" y="7318"/>
                </a:lnTo>
                <a:lnTo>
                  <a:pt x="1627" y="7404"/>
                </a:lnTo>
                <a:lnTo>
                  <a:pt x="1669" y="7553"/>
                </a:lnTo>
                <a:lnTo>
                  <a:pt x="1669" y="7553"/>
                </a:lnTo>
                <a:lnTo>
                  <a:pt x="1712" y="7618"/>
                </a:lnTo>
                <a:lnTo>
                  <a:pt x="1755" y="7660"/>
                </a:lnTo>
                <a:lnTo>
                  <a:pt x="1798" y="7682"/>
                </a:lnTo>
                <a:lnTo>
                  <a:pt x="1841" y="7682"/>
                </a:lnTo>
                <a:lnTo>
                  <a:pt x="1926" y="7660"/>
                </a:lnTo>
                <a:lnTo>
                  <a:pt x="1990" y="7660"/>
                </a:lnTo>
                <a:lnTo>
                  <a:pt x="2033" y="7682"/>
                </a:lnTo>
                <a:lnTo>
                  <a:pt x="2033" y="7682"/>
                </a:lnTo>
                <a:lnTo>
                  <a:pt x="2097" y="7725"/>
                </a:lnTo>
                <a:lnTo>
                  <a:pt x="2140" y="7810"/>
                </a:lnTo>
                <a:lnTo>
                  <a:pt x="2247" y="7960"/>
                </a:lnTo>
                <a:lnTo>
                  <a:pt x="2247" y="7960"/>
                </a:lnTo>
                <a:lnTo>
                  <a:pt x="2311" y="8067"/>
                </a:lnTo>
                <a:lnTo>
                  <a:pt x="2333" y="8131"/>
                </a:lnTo>
                <a:lnTo>
                  <a:pt x="2311" y="8238"/>
                </a:lnTo>
                <a:lnTo>
                  <a:pt x="2290" y="8366"/>
                </a:lnTo>
                <a:lnTo>
                  <a:pt x="2290" y="8366"/>
                </a:lnTo>
                <a:lnTo>
                  <a:pt x="2226" y="8602"/>
                </a:lnTo>
                <a:lnTo>
                  <a:pt x="2162" y="8837"/>
                </a:lnTo>
                <a:lnTo>
                  <a:pt x="2097" y="9308"/>
                </a:lnTo>
                <a:lnTo>
                  <a:pt x="2097" y="9308"/>
                </a:lnTo>
                <a:lnTo>
                  <a:pt x="2055" y="9543"/>
                </a:lnTo>
                <a:lnTo>
                  <a:pt x="2012" y="9693"/>
                </a:lnTo>
                <a:lnTo>
                  <a:pt x="2012" y="9800"/>
                </a:lnTo>
                <a:lnTo>
                  <a:pt x="2012" y="9800"/>
                </a:lnTo>
                <a:lnTo>
                  <a:pt x="2033" y="9886"/>
                </a:lnTo>
                <a:lnTo>
                  <a:pt x="2055" y="9928"/>
                </a:lnTo>
                <a:lnTo>
                  <a:pt x="2097" y="9950"/>
                </a:lnTo>
                <a:lnTo>
                  <a:pt x="2119" y="10014"/>
                </a:lnTo>
                <a:lnTo>
                  <a:pt x="2119" y="10014"/>
                </a:lnTo>
                <a:lnTo>
                  <a:pt x="2140" y="10078"/>
                </a:lnTo>
                <a:lnTo>
                  <a:pt x="2140" y="10142"/>
                </a:lnTo>
                <a:lnTo>
                  <a:pt x="2140" y="10271"/>
                </a:lnTo>
                <a:lnTo>
                  <a:pt x="2162" y="10313"/>
                </a:lnTo>
                <a:lnTo>
                  <a:pt x="2204" y="10335"/>
                </a:lnTo>
                <a:lnTo>
                  <a:pt x="2269" y="10356"/>
                </a:lnTo>
                <a:lnTo>
                  <a:pt x="2376" y="10356"/>
                </a:lnTo>
                <a:lnTo>
                  <a:pt x="2376" y="10356"/>
                </a:lnTo>
                <a:lnTo>
                  <a:pt x="2504" y="10313"/>
                </a:lnTo>
                <a:lnTo>
                  <a:pt x="2654" y="10292"/>
                </a:lnTo>
                <a:lnTo>
                  <a:pt x="2654" y="10292"/>
                </a:lnTo>
                <a:lnTo>
                  <a:pt x="2782" y="10271"/>
                </a:lnTo>
                <a:lnTo>
                  <a:pt x="2889" y="10206"/>
                </a:lnTo>
                <a:lnTo>
                  <a:pt x="2889" y="10206"/>
                </a:lnTo>
                <a:lnTo>
                  <a:pt x="3017" y="10142"/>
                </a:lnTo>
                <a:lnTo>
                  <a:pt x="3146" y="10057"/>
                </a:lnTo>
                <a:lnTo>
                  <a:pt x="3146" y="10057"/>
                </a:lnTo>
                <a:lnTo>
                  <a:pt x="3189" y="9993"/>
                </a:lnTo>
                <a:lnTo>
                  <a:pt x="3210" y="9928"/>
                </a:lnTo>
                <a:lnTo>
                  <a:pt x="3231" y="9864"/>
                </a:lnTo>
                <a:lnTo>
                  <a:pt x="3274" y="9800"/>
                </a:lnTo>
                <a:lnTo>
                  <a:pt x="3274" y="9800"/>
                </a:lnTo>
                <a:lnTo>
                  <a:pt x="3317" y="9779"/>
                </a:lnTo>
                <a:lnTo>
                  <a:pt x="3360" y="9779"/>
                </a:lnTo>
                <a:lnTo>
                  <a:pt x="3445" y="9757"/>
                </a:lnTo>
                <a:lnTo>
                  <a:pt x="3488" y="9757"/>
                </a:lnTo>
                <a:lnTo>
                  <a:pt x="3488" y="9714"/>
                </a:lnTo>
                <a:lnTo>
                  <a:pt x="3509" y="9650"/>
                </a:lnTo>
                <a:lnTo>
                  <a:pt x="3488" y="9565"/>
                </a:lnTo>
                <a:lnTo>
                  <a:pt x="3488" y="9565"/>
                </a:lnTo>
                <a:lnTo>
                  <a:pt x="3445" y="9372"/>
                </a:lnTo>
                <a:lnTo>
                  <a:pt x="3360" y="9179"/>
                </a:lnTo>
                <a:lnTo>
                  <a:pt x="3274" y="8987"/>
                </a:lnTo>
                <a:lnTo>
                  <a:pt x="3210" y="8794"/>
                </a:lnTo>
                <a:lnTo>
                  <a:pt x="3210" y="8794"/>
                </a:lnTo>
                <a:lnTo>
                  <a:pt x="3060" y="8388"/>
                </a:lnTo>
                <a:lnTo>
                  <a:pt x="2996" y="8174"/>
                </a:lnTo>
                <a:lnTo>
                  <a:pt x="2975" y="8067"/>
                </a:lnTo>
                <a:lnTo>
                  <a:pt x="2996" y="8003"/>
                </a:lnTo>
                <a:lnTo>
                  <a:pt x="2996" y="8003"/>
                </a:lnTo>
                <a:lnTo>
                  <a:pt x="3082" y="7853"/>
                </a:lnTo>
                <a:lnTo>
                  <a:pt x="3167" y="7767"/>
                </a:lnTo>
                <a:lnTo>
                  <a:pt x="3210" y="7725"/>
                </a:lnTo>
                <a:lnTo>
                  <a:pt x="3210" y="7725"/>
                </a:lnTo>
                <a:lnTo>
                  <a:pt x="3274" y="7725"/>
                </a:lnTo>
                <a:lnTo>
                  <a:pt x="3317" y="7725"/>
                </a:lnTo>
                <a:lnTo>
                  <a:pt x="3360" y="7725"/>
                </a:lnTo>
                <a:lnTo>
                  <a:pt x="3424" y="7725"/>
                </a:lnTo>
                <a:lnTo>
                  <a:pt x="3424" y="7725"/>
                </a:lnTo>
                <a:lnTo>
                  <a:pt x="3488" y="7660"/>
                </a:lnTo>
                <a:lnTo>
                  <a:pt x="3552" y="7596"/>
                </a:lnTo>
                <a:lnTo>
                  <a:pt x="3638" y="7404"/>
                </a:lnTo>
                <a:lnTo>
                  <a:pt x="3745" y="7211"/>
                </a:lnTo>
                <a:lnTo>
                  <a:pt x="3830" y="7061"/>
                </a:lnTo>
                <a:lnTo>
                  <a:pt x="3830" y="7061"/>
                </a:lnTo>
                <a:lnTo>
                  <a:pt x="3895" y="6997"/>
                </a:lnTo>
                <a:lnTo>
                  <a:pt x="3937" y="6976"/>
                </a:lnTo>
                <a:lnTo>
                  <a:pt x="4002" y="6954"/>
                </a:lnTo>
                <a:lnTo>
                  <a:pt x="4044" y="6976"/>
                </a:lnTo>
                <a:lnTo>
                  <a:pt x="4173" y="7061"/>
                </a:lnTo>
                <a:lnTo>
                  <a:pt x="4301" y="7168"/>
                </a:lnTo>
                <a:lnTo>
                  <a:pt x="4301" y="7168"/>
                </a:lnTo>
                <a:lnTo>
                  <a:pt x="4686" y="7425"/>
                </a:lnTo>
                <a:lnTo>
                  <a:pt x="4879" y="7553"/>
                </a:lnTo>
                <a:lnTo>
                  <a:pt x="5050" y="7703"/>
                </a:lnTo>
                <a:lnTo>
                  <a:pt x="5050" y="7703"/>
                </a:lnTo>
                <a:lnTo>
                  <a:pt x="5157" y="7789"/>
                </a:lnTo>
                <a:lnTo>
                  <a:pt x="5285" y="7853"/>
                </a:lnTo>
                <a:lnTo>
                  <a:pt x="5328" y="7853"/>
                </a:lnTo>
                <a:lnTo>
                  <a:pt x="5371" y="7832"/>
                </a:lnTo>
                <a:lnTo>
                  <a:pt x="5392" y="7789"/>
                </a:lnTo>
                <a:lnTo>
                  <a:pt x="5414" y="7703"/>
                </a:lnTo>
                <a:lnTo>
                  <a:pt x="5414" y="7703"/>
                </a:lnTo>
                <a:close/>
                <a:moveTo>
                  <a:pt x="4323" y="3231"/>
                </a:moveTo>
                <a:lnTo>
                  <a:pt x="4323" y="3231"/>
                </a:lnTo>
                <a:lnTo>
                  <a:pt x="4408" y="3189"/>
                </a:lnTo>
                <a:lnTo>
                  <a:pt x="4515" y="3167"/>
                </a:lnTo>
                <a:lnTo>
                  <a:pt x="4622" y="3189"/>
                </a:lnTo>
                <a:lnTo>
                  <a:pt x="4708" y="3210"/>
                </a:lnTo>
                <a:lnTo>
                  <a:pt x="4708" y="3210"/>
                </a:lnTo>
                <a:lnTo>
                  <a:pt x="4665" y="3360"/>
                </a:lnTo>
                <a:lnTo>
                  <a:pt x="4579" y="3510"/>
                </a:lnTo>
                <a:lnTo>
                  <a:pt x="4472" y="3659"/>
                </a:lnTo>
                <a:lnTo>
                  <a:pt x="4408" y="3724"/>
                </a:lnTo>
                <a:lnTo>
                  <a:pt x="4365" y="3745"/>
                </a:lnTo>
                <a:lnTo>
                  <a:pt x="4365" y="3745"/>
                </a:lnTo>
                <a:lnTo>
                  <a:pt x="4301" y="3488"/>
                </a:lnTo>
                <a:lnTo>
                  <a:pt x="4301" y="3317"/>
                </a:lnTo>
                <a:lnTo>
                  <a:pt x="4301" y="3274"/>
                </a:lnTo>
                <a:lnTo>
                  <a:pt x="4323" y="3231"/>
                </a:lnTo>
                <a:lnTo>
                  <a:pt x="4323" y="3231"/>
                </a:lnTo>
                <a:close/>
                <a:moveTo>
                  <a:pt x="1092" y="3659"/>
                </a:moveTo>
                <a:lnTo>
                  <a:pt x="1092" y="3659"/>
                </a:lnTo>
                <a:lnTo>
                  <a:pt x="1070" y="3745"/>
                </a:lnTo>
                <a:lnTo>
                  <a:pt x="1049" y="3788"/>
                </a:lnTo>
                <a:lnTo>
                  <a:pt x="1028" y="3809"/>
                </a:lnTo>
                <a:lnTo>
                  <a:pt x="985" y="3809"/>
                </a:lnTo>
                <a:lnTo>
                  <a:pt x="942" y="3788"/>
                </a:lnTo>
                <a:lnTo>
                  <a:pt x="921" y="3745"/>
                </a:lnTo>
                <a:lnTo>
                  <a:pt x="878" y="3681"/>
                </a:lnTo>
                <a:lnTo>
                  <a:pt x="878" y="3617"/>
                </a:lnTo>
                <a:lnTo>
                  <a:pt x="878" y="3617"/>
                </a:lnTo>
                <a:lnTo>
                  <a:pt x="878" y="3531"/>
                </a:lnTo>
                <a:lnTo>
                  <a:pt x="899" y="3445"/>
                </a:lnTo>
                <a:lnTo>
                  <a:pt x="921" y="3424"/>
                </a:lnTo>
                <a:lnTo>
                  <a:pt x="942" y="3403"/>
                </a:lnTo>
                <a:lnTo>
                  <a:pt x="985" y="3403"/>
                </a:lnTo>
                <a:lnTo>
                  <a:pt x="1028" y="3424"/>
                </a:lnTo>
                <a:lnTo>
                  <a:pt x="1028" y="3424"/>
                </a:lnTo>
                <a:lnTo>
                  <a:pt x="1070" y="3424"/>
                </a:lnTo>
                <a:lnTo>
                  <a:pt x="1092" y="3467"/>
                </a:lnTo>
                <a:lnTo>
                  <a:pt x="1092" y="3531"/>
                </a:lnTo>
                <a:lnTo>
                  <a:pt x="1092" y="3659"/>
                </a:lnTo>
                <a:lnTo>
                  <a:pt x="1092" y="3659"/>
                </a:lnTo>
                <a:close/>
                <a:moveTo>
                  <a:pt x="1734" y="5285"/>
                </a:moveTo>
                <a:lnTo>
                  <a:pt x="1734" y="5285"/>
                </a:lnTo>
                <a:lnTo>
                  <a:pt x="1562" y="4900"/>
                </a:lnTo>
                <a:lnTo>
                  <a:pt x="1477" y="4708"/>
                </a:lnTo>
                <a:lnTo>
                  <a:pt x="1413" y="4515"/>
                </a:lnTo>
                <a:lnTo>
                  <a:pt x="1349" y="4323"/>
                </a:lnTo>
                <a:lnTo>
                  <a:pt x="1327" y="4109"/>
                </a:lnTo>
                <a:lnTo>
                  <a:pt x="1327" y="3916"/>
                </a:lnTo>
                <a:lnTo>
                  <a:pt x="1370" y="3702"/>
                </a:lnTo>
                <a:lnTo>
                  <a:pt x="1370" y="3702"/>
                </a:lnTo>
                <a:lnTo>
                  <a:pt x="1456" y="3873"/>
                </a:lnTo>
                <a:lnTo>
                  <a:pt x="1477" y="3916"/>
                </a:lnTo>
                <a:lnTo>
                  <a:pt x="1520" y="3916"/>
                </a:lnTo>
                <a:lnTo>
                  <a:pt x="1541" y="3916"/>
                </a:lnTo>
                <a:lnTo>
                  <a:pt x="1562" y="3873"/>
                </a:lnTo>
                <a:lnTo>
                  <a:pt x="1605" y="3788"/>
                </a:lnTo>
                <a:lnTo>
                  <a:pt x="1648" y="3659"/>
                </a:lnTo>
                <a:lnTo>
                  <a:pt x="1648" y="3531"/>
                </a:lnTo>
                <a:lnTo>
                  <a:pt x="1669" y="3424"/>
                </a:lnTo>
                <a:lnTo>
                  <a:pt x="1648" y="3381"/>
                </a:lnTo>
                <a:lnTo>
                  <a:pt x="1648" y="3381"/>
                </a:lnTo>
                <a:lnTo>
                  <a:pt x="1648" y="3189"/>
                </a:lnTo>
                <a:lnTo>
                  <a:pt x="1669" y="2996"/>
                </a:lnTo>
                <a:lnTo>
                  <a:pt x="1712" y="2804"/>
                </a:lnTo>
                <a:lnTo>
                  <a:pt x="1776" y="2611"/>
                </a:lnTo>
                <a:lnTo>
                  <a:pt x="1776" y="2611"/>
                </a:lnTo>
                <a:lnTo>
                  <a:pt x="1948" y="2269"/>
                </a:lnTo>
                <a:lnTo>
                  <a:pt x="2076" y="2076"/>
                </a:lnTo>
                <a:lnTo>
                  <a:pt x="2140" y="2012"/>
                </a:lnTo>
                <a:lnTo>
                  <a:pt x="2183" y="1990"/>
                </a:lnTo>
                <a:lnTo>
                  <a:pt x="2183" y="1990"/>
                </a:lnTo>
                <a:lnTo>
                  <a:pt x="2247" y="2012"/>
                </a:lnTo>
                <a:lnTo>
                  <a:pt x="2290" y="2055"/>
                </a:lnTo>
                <a:lnTo>
                  <a:pt x="2376" y="2162"/>
                </a:lnTo>
                <a:lnTo>
                  <a:pt x="2418" y="2247"/>
                </a:lnTo>
                <a:lnTo>
                  <a:pt x="2483" y="2290"/>
                </a:lnTo>
                <a:lnTo>
                  <a:pt x="2547" y="2333"/>
                </a:lnTo>
                <a:lnTo>
                  <a:pt x="2632" y="2333"/>
                </a:lnTo>
                <a:lnTo>
                  <a:pt x="2632" y="2333"/>
                </a:lnTo>
                <a:lnTo>
                  <a:pt x="2718" y="2311"/>
                </a:lnTo>
                <a:lnTo>
                  <a:pt x="2803" y="2290"/>
                </a:lnTo>
                <a:lnTo>
                  <a:pt x="2932" y="2183"/>
                </a:lnTo>
                <a:lnTo>
                  <a:pt x="3146" y="1948"/>
                </a:lnTo>
                <a:lnTo>
                  <a:pt x="3146" y="1948"/>
                </a:lnTo>
                <a:lnTo>
                  <a:pt x="3210" y="1862"/>
                </a:lnTo>
                <a:lnTo>
                  <a:pt x="3274" y="1841"/>
                </a:lnTo>
                <a:lnTo>
                  <a:pt x="3317" y="1819"/>
                </a:lnTo>
                <a:lnTo>
                  <a:pt x="3360" y="1819"/>
                </a:lnTo>
                <a:lnTo>
                  <a:pt x="3403" y="1862"/>
                </a:lnTo>
                <a:lnTo>
                  <a:pt x="3445" y="1905"/>
                </a:lnTo>
                <a:lnTo>
                  <a:pt x="3552" y="2055"/>
                </a:lnTo>
                <a:lnTo>
                  <a:pt x="3552" y="2055"/>
                </a:lnTo>
                <a:lnTo>
                  <a:pt x="3638" y="2183"/>
                </a:lnTo>
                <a:lnTo>
                  <a:pt x="3702" y="2333"/>
                </a:lnTo>
                <a:lnTo>
                  <a:pt x="3766" y="2483"/>
                </a:lnTo>
                <a:lnTo>
                  <a:pt x="3809" y="2654"/>
                </a:lnTo>
                <a:lnTo>
                  <a:pt x="3809" y="2654"/>
                </a:lnTo>
                <a:lnTo>
                  <a:pt x="3830" y="2846"/>
                </a:lnTo>
                <a:lnTo>
                  <a:pt x="3830" y="3060"/>
                </a:lnTo>
                <a:lnTo>
                  <a:pt x="3830" y="3274"/>
                </a:lnTo>
                <a:lnTo>
                  <a:pt x="3852" y="3381"/>
                </a:lnTo>
                <a:lnTo>
                  <a:pt x="3873" y="3488"/>
                </a:lnTo>
                <a:lnTo>
                  <a:pt x="3873" y="3488"/>
                </a:lnTo>
                <a:lnTo>
                  <a:pt x="3895" y="3552"/>
                </a:lnTo>
                <a:lnTo>
                  <a:pt x="3937" y="3617"/>
                </a:lnTo>
                <a:lnTo>
                  <a:pt x="3959" y="3681"/>
                </a:lnTo>
                <a:lnTo>
                  <a:pt x="4002" y="3745"/>
                </a:lnTo>
                <a:lnTo>
                  <a:pt x="4002" y="3745"/>
                </a:lnTo>
                <a:lnTo>
                  <a:pt x="4002" y="3831"/>
                </a:lnTo>
                <a:lnTo>
                  <a:pt x="4002" y="3916"/>
                </a:lnTo>
                <a:lnTo>
                  <a:pt x="3959" y="4087"/>
                </a:lnTo>
                <a:lnTo>
                  <a:pt x="3959" y="4087"/>
                </a:lnTo>
                <a:lnTo>
                  <a:pt x="3916" y="4301"/>
                </a:lnTo>
                <a:lnTo>
                  <a:pt x="3852" y="4515"/>
                </a:lnTo>
                <a:lnTo>
                  <a:pt x="3702" y="4922"/>
                </a:lnTo>
                <a:lnTo>
                  <a:pt x="3509" y="5328"/>
                </a:lnTo>
                <a:lnTo>
                  <a:pt x="3360" y="5735"/>
                </a:lnTo>
                <a:lnTo>
                  <a:pt x="3360" y="5735"/>
                </a:lnTo>
                <a:lnTo>
                  <a:pt x="3231" y="5992"/>
                </a:lnTo>
                <a:lnTo>
                  <a:pt x="3146" y="6184"/>
                </a:lnTo>
                <a:lnTo>
                  <a:pt x="3060" y="6355"/>
                </a:lnTo>
                <a:lnTo>
                  <a:pt x="2953" y="6505"/>
                </a:lnTo>
                <a:lnTo>
                  <a:pt x="2825" y="6633"/>
                </a:lnTo>
                <a:lnTo>
                  <a:pt x="2761" y="6676"/>
                </a:lnTo>
                <a:lnTo>
                  <a:pt x="2696" y="6719"/>
                </a:lnTo>
                <a:lnTo>
                  <a:pt x="2632" y="6719"/>
                </a:lnTo>
                <a:lnTo>
                  <a:pt x="2568" y="6698"/>
                </a:lnTo>
                <a:lnTo>
                  <a:pt x="2568" y="6698"/>
                </a:lnTo>
                <a:lnTo>
                  <a:pt x="2483" y="6676"/>
                </a:lnTo>
                <a:lnTo>
                  <a:pt x="2418" y="6612"/>
                </a:lnTo>
                <a:lnTo>
                  <a:pt x="2311" y="6441"/>
                </a:lnTo>
                <a:lnTo>
                  <a:pt x="2140" y="6077"/>
                </a:lnTo>
                <a:lnTo>
                  <a:pt x="2140" y="6077"/>
                </a:lnTo>
                <a:lnTo>
                  <a:pt x="1734" y="5285"/>
                </a:lnTo>
                <a:lnTo>
                  <a:pt x="1734" y="5285"/>
                </a:lnTo>
                <a:close/>
                <a:moveTo>
                  <a:pt x="2803" y="8366"/>
                </a:moveTo>
                <a:lnTo>
                  <a:pt x="2803" y="8366"/>
                </a:lnTo>
                <a:lnTo>
                  <a:pt x="2782" y="8409"/>
                </a:lnTo>
                <a:lnTo>
                  <a:pt x="2739" y="8452"/>
                </a:lnTo>
                <a:lnTo>
                  <a:pt x="2632" y="8516"/>
                </a:lnTo>
                <a:lnTo>
                  <a:pt x="2589" y="8538"/>
                </a:lnTo>
                <a:lnTo>
                  <a:pt x="2547" y="8538"/>
                </a:lnTo>
                <a:lnTo>
                  <a:pt x="2525" y="8495"/>
                </a:lnTo>
                <a:lnTo>
                  <a:pt x="2504" y="8431"/>
                </a:lnTo>
                <a:lnTo>
                  <a:pt x="2504" y="8431"/>
                </a:lnTo>
                <a:lnTo>
                  <a:pt x="2525" y="8345"/>
                </a:lnTo>
                <a:lnTo>
                  <a:pt x="2547" y="8302"/>
                </a:lnTo>
                <a:lnTo>
                  <a:pt x="2589" y="8238"/>
                </a:lnTo>
                <a:lnTo>
                  <a:pt x="2654" y="8217"/>
                </a:lnTo>
                <a:lnTo>
                  <a:pt x="2696" y="8217"/>
                </a:lnTo>
                <a:lnTo>
                  <a:pt x="2739" y="8238"/>
                </a:lnTo>
                <a:lnTo>
                  <a:pt x="2782" y="8281"/>
                </a:lnTo>
                <a:lnTo>
                  <a:pt x="2803" y="8366"/>
                </a:lnTo>
                <a:lnTo>
                  <a:pt x="2803" y="8366"/>
                </a:lnTo>
                <a:close/>
                <a:moveTo>
                  <a:pt x="2269" y="7489"/>
                </a:moveTo>
                <a:lnTo>
                  <a:pt x="2269" y="7489"/>
                </a:lnTo>
                <a:lnTo>
                  <a:pt x="2226" y="7446"/>
                </a:lnTo>
                <a:lnTo>
                  <a:pt x="2226" y="7425"/>
                </a:lnTo>
                <a:lnTo>
                  <a:pt x="2290" y="7361"/>
                </a:lnTo>
                <a:lnTo>
                  <a:pt x="2290" y="7361"/>
                </a:lnTo>
                <a:lnTo>
                  <a:pt x="2311" y="7382"/>
                </a:lnTo>
                <a:lnTo>
                  <a:pt x="2311" y="7425"/>
                </a:lnTo>
                <a:lnTo>
                  <a:pt x="2290" y="7446"/>
                </a:lnTo>
                <a:lnTo>
                  <a:pt x="2269" y="7489"/>
                </a:lnTo>
                <a:lnTo>
                  <a:pt x="2269" y="7489"/>
                </a:lnTo>
                <a:close/>
                <a:moveTo>
                  <a:pt x="1926" y="7361"/>
                </a:moveTo>
                <a:lnTo>
                  <a:pt x="1926" y="7361"/>
                </a:lnTo>
                <a:lnTo>
                  <a:pt x="1883" y="7361"/>
                </a:lnTo>
                <a:lnTo>
                  <a:pt x="1862" y="7339"/>
                </a:lnTo>
                <a:lnTo>
                  <a:pt x="1798" y="7275"/>
                </a:lnTo>
                <a:lnTo>
                  <a:pt x="1755" y="7190"/>
                </a:lnTo>
                <a:lnTo>
                  <a:pt x="1734" y="7083"/>
                </a:lnTo>
                <a:lnTo>
                  <a:pt x="1712" y="6890"/>
                </a:lnTo>
                <a:lnTo>
                  <a:pt x="1712" y="6805"/>
                </a:lnTo>
                <a:lnTo>
                  <a:pt x="1712" y="6805"/>
                </a:lnTo>
                <a:lnTo>
                  <a:pt x="1755" y="6655"/>
                </a:lnTo>
                <a:lnTo>
                  <a:pt x="1819" y="6484"/>
                </a:lnTo>
                <a:lnTo>
                  <a:pt x="1862" y="6398"/>
                </a:lnTo>
                <a:lnTo>
                  <a:pt x="1905" y="6334"/>
                </a:lnTo>
                <a:lnTo>
                  <a:pt x="1969" y="6291"/>
                </a:lnTo>
                <a:lnTo>
                  <a:pt x="2012" y="6312"/>
                </a:lnTo>
                <a:lnTo>
                  <a:pt x="2012" y="6312"/>
                </a:lnTo>
                <a:lnTo>
                  <a:pt x="2076" y="6398"/>
                </a:lnTo>
                <a:lnTo>
                  <a:pt x="2204" y="6591"/>
                </a:lnTo>
                <a:lnTo>
                  <a:pt x="2376" y="6890"/>
                </a:lnTo>
                <a:lnTo>
                  <a:pt x="2376" y="6890"/>
                </a:lnTo>
                <a:lnTo>
                  <a:pt x="2354" y="6933"/>
                </a:lnTo>
                <a:lnTo>
                  <a:pt x="2311" y="6997"/>
                </a:lnTo>
                <a:lnTo>
                  <a:pt x="2183" y="7147"/>
                </a:lnTo>
                <a:lnTo>
                  <a:pt x="2033" y="7297"/>
                </a:lnTo>
                <a:lnTo>
                  <a:pt x="1969" y="7339"/>
                </a:lnTo>
                <a:lnTo>
                  <a:pt x="1926" y="7361"/>
                </a:lnTo>
                <a:lnTo>
                  <a:pt x="1926" y="7361"/>
                </a:lnTo>
                <a:close/>
                <a:moveTo>
                  <a:pt x="3146" y="9458"/>
                </a:moveTo>
                <a:lnTo>
                  <a:pt x="3146" y="9458"/>
                </a:lnTo>
                <a:lnTo>
                  <a:pt x="3103" y="9479"/>
                </a:lnTo>
                <a:lnTo>
                  <a:pt x="2996" y="9543"/>
                </a:lnTo>
                <a:lnTo>
                  <a:pt x="2718" y="9650"/>
                </a:lnTo>
                <a:lnTo>
                  <a:pt x="2440" y="9714"/>
                </a:lnTo>
                <a:lnTo>
                  <a:pt x="2354" y="9736"/>
                </a:lnTo>
                <a:lnTo>
                  <a:pt x="2290" y="9714"/>
                </a:lnTo>
                <a:lnTo>
                  <a:pt x="2290" y="9714"/>
                </a:lnTo>
                <a:lnTo>
                  <a:pt x="2269" y="9693"/>
                </a:lnTo>
                <a:lnTo>
                  <a:pt x="2269" y="9650"/>
                </a:lnTo>
                <a:lnTo>
                  <a:pt x="2311" y="9565"/>
                </a:lnTo>
                <a:lnTo>
                  <a:pt x="2397" y="9479"/>
                </a:lnTo>
                <a:lnTo>
                  <a:pt x="2504" y="9372"/>
                </a:lnTo>
                <a:lnTo>
                  <a:pt x="2739" y="9201"/>
                </a:lnTo>
                <a:lnTo>
                  <a:pt x="2910" y="9137"/>
                </a:lnTo>
                <a:lnTo>
                  <a:pt x="2910" y="9137"/>
                </a:lnTo>
                <a:lnTo>
                  <a:pt x="2953" y="9137"/>
                </a:lnTo>
                <a:lnTo>
                  <a:pt x="3017" y="9137"/>
                </a:lnTo>
                <a:lnTo>
                  <a:pt x="3039" y="9179"/>
                </a:lnTo>
                <a:lnTo>
                  <a:pt x="3082" y="9201"/>
                </a:lnTo>
                <a:lnTo>
                  <a:pt x="3124" y="9329"/>
                </a:lnTo>
                <a:lnTo>
                  <a:pt x="3146" y="9458"/>
                </a:lnTo>
                <a:lnTo>
                  <a:pt x="3146" y="9458"/>
                </a:lnTo>
                <a:close/>
                <a:moveTo>
                  <a:pt x="2718" y="7896"/>
                </a:moveTo>
                <a:lnTo>
                  <a:pt x="2718" y="7896"/>
                </a:lnTo>
                <a:lnTo>
                  <a:pt x="2718" y="7853"/>
                </a:lnTo>
                <a:lnTo>
                  <a:pt x="2718" y="7832"/>
                </a:lnTo>
                <a:lnTo>
                  <a:pt x="2739" y="7725"/>
                </a:lnTo>
                <a:lnTo>
                  <a:pt x="2761" y="7639"/>
                </a:lnTo>
                <a:lnTo>
                  <a:pt x="2782" y="7553"/>
                </a:lnTo>
                <a:lnTo>
                  <a:pt x="2782" y="7553"/>
                </a:lnTo>
                <a:lnTo>
                  <a:pt x="2739" y="7511"/>
                </a:lnTo>
                <a:lnTo>
                  <a:pt x="2696" y="7468"/>
                </a:lnTo>
                <a:lnTo>
                  <a:pt x="2696" y="7425"/>
                </a:lnTo>
                <a:lnTo>
                  <a:pt x="2696" y="7404"/>
                </a:lnTo>
                <a:lnTo>
                  <a:pt x="2696" y="7382"/>
                </a:lnTo>
                <a:lnTo>
                  <a:pt x="2739" y="7361"/>
                </a:lnTo>
                <a:lnTo>
                  <a:pt x="2739" y="7361"/>
                </a:lnTo>
                <a:lnTo>
                  <a:pt x="2803" y="7382"/>
                </a:lnTo>
                <a:lnTo>
                  <a:pt x="2910" y="7446"/>
                </a:lnTo>
                <a:lnTo>
                  <a:pt x="2975" y="7511"/>
                </a:lnTo>
                <a:lnTo>
                  <a:pt x="3017" y="7575"/>
                </a:lnTo>
                <a:lnTo>
                  <a:pt x="3017" y="7575"/>
                </a:lnTo>
                <a:lnTo>
                  <a:pt x="2996" y="7639"/>
                </a:lnTo>
                <a:lnTo>
                  <a:pt x="2889" y="7746"/>
                </a:lnTo>
                <a:lnTo>
                  <a:pt x="2782" y="7832"/>
                </a:lnTo>
                <a:lnTo>
                  <a:pt x="2718" y="7896"/>
                </a:lnTo>
                <a:lnTo>
                  <a:pt x="2718" y="7896"/>
                </a:lnTo>
                <a:close/>
                <a:moveTo>
                  <a:pt x="3317" y="7425"/>
                </a:moveTo>
                <a:lnTo>
                  <a:pt x="3317" y="7425"/>
                </a:lnTo>
                <a:lnTo>
                  <a:pt x="3253" y="7425"/>
                </a:lnTo>
                <a:lnTo>
                  <a:pt x="3167" y="7382"/>
                </a:lnTo>
                <a:lnTo>
                  <a:pt x="2953" y="7232"/>
                </a:lnTo>
                <a:lnTo>
                  <a:pt x="2761" y="7083"/>
                </a:lnTo>
                <a:lnTo>
                  <a:pt x="2654" y="6997"/>
                </a:lnTo>
                <a:lnTo>
                  <a:pt x="2654" y="6997"/>
                </a:lnTo>
                <a:lnTo>
                  <a:pt x="2782" y="6954"/>
                </a:lnTo>
                <a:lnTo>
                  <a:pt x="2910" y="6933"/>
                </a:lnTo>
                <a:lnTo>
                  <a:pt x="3017" y="6912"/>
                </a:lnTo>
                <a:lnTo>
                  <a:pt x="3146" y="6847"/>
                </a:lnTo>
                <a:lnTo>
                  <a:pt x="3146" y="6847"/>
                </a:lnTo>
                <a:lnTo>
                  <a:pt x="3210" y="6783"/>
                </a:lnTo>
                <a:lnTo>
                  <a:pt x="3231" y="6698"/>
                </a:lnTo>
                <a:lnTo>
                  <a:pt x="3253" y="6633"/>
                </a:lnTo>
                <a:lnTo>
                  <a:pt x="3274" y="6548"/>
                </a:lnTo>
                <a:lnTo>
                  <a:pt x="3274" y="6548"/>
                </a:lnTo>
                <a:lnTo>
                  <a:pt x="3338" y="6419"/>
                </a:lnTo>
                <a:lnTo>
                  <a:pt x="3403" y="6377"/>
                </a:lnTo>
                <a:lnTo>
                  <a:pt x="3445" y="6377"/>
                </a:lnTo>
                <a:lnTo>
                  <a:pt x="3445" y="6377"/>
                </a:lnTo>
                <a:lnTo>
                  <a:pt x="3509" y="6441"/>
                </a:lnTo>
                <a:lnTo>
                  <a:pt x="3595" y="6548"/>
                </a:lnTo>
                <a:lnTo>
                  <a:pt x="3723" y="6740"/>
                </a:lnTo>
                <a:lnTo>
                  <a:pt x="3723" y="6740"/>
                </a:lnTo>
                <a:lnTo>
                  <a:pt x="3659" y="6890"/>
                </a:lnTo>
                <a:lnTo>
                  <a:pt x="3552" y="7125"/>
                </a:lnTo>
                <a:lnTo>
                  <a:pt x="3424" y="7318"/>
                </a:lnTo>
                <a:lnTo>
                  <a:pt x="3360" y="7404"/>
                </a:lnTo>
                <a:lnTo>
                  <a:pt x="3317" y="7425"/>
                </a:lnTo>
                <a:lnTo>
                  <a:pt x="3317" y="7425"/>
                </a:lnTo>
                <a:close/>
                <a:moveTo>
                  <a:pt x="2910" y="4708"/>
                </a:moveTo>
                <a:lnTo>
                  <a:pt x="2910" y="4708"/>
                </a:lnTo>
                <a:lnTo>
                  <a:pt x="2975" y="4644"/>
                </a:lnTo>
                <a:lnTo>
                  <a:pt x="3060" y="4515"/>
                </a:lnTo>
                <a:lnTo>
                  <a:pt x="3082" y="4472"/>
                </a:lnTo>
                <a:lnTo>
                  <a:pt x="3082" y="4408"/>
                </a:lnTo>
                <a:lnTo>
                  <a:pt x="3060" y="4365"/>
                </a:lnTo>
                <a:lnTo>
                  <a:pt x="3017" y="4344"/>
                </a:lnTo>
                <a:lnTo>
                  <a:pt x="3017" y="4344"/>
                </a:lnTo>
                <a:lnTo>
                  <a:pt x="2975" y="4344"/>
                </a:lnTo>
                <a:lnTo>
                  <a:pt x="2932" y="4365"/>
                </a:lnTo>
                <a:lnTo>
                  <a:pt x="2846" y="4472"/>
                </a:lnTo>
                <a:lnTo>
                  <a:pt x="2782" y="4558"/>
                </a:lnTo>
                <a:lnTo>
                  <a:pt x="2761" y="4601"/>
                </a:lnTo>
                <a:lnTo>
                  <a:pt x="2718" y="4622"/>
                </a:lnTo>
                <a:lnTo>
                  <a:pt x="2718" y="4622"/>
                </a:lnTo>
                <a:lnTo>
                  <a:pt x="2675" y="4601"/>
                </a:lnTo>
                <a:lnTo>
                  <a:pt x="2654" y="4601"/>
                </a:lnTo>
                <a:lnTo>
                  <a:pt x="2611" y="4558"/>
                </a:lnTo>
                <a:lnTo>
                  <a:pt x="2611" y="4515"/>
                </a:lnTo>
                <a:lnTo>
                  <a:pt x="2589" y="4408"/>
                </a:lnTo>
                <a:lnTo>
                  <a:pt x="2589" y="4280"/>
                </a:lnTo>
                <a:lnTo>
                  <a:pt x="2654" y="4023"/>
                </a:lnTo>
                <a:lnTo>
                  <a:pt x="2696" y="3852"/>
                </a:lnTo>
                <a:lnTo>
                  <a:pt x="2696" y="3852"/>
                </a:lnTo>
                <a:lnTo>
                  <a:pt x="2675" y="3788"/>
                </a:lnTo>
                <a:lnTo>
                  <a:pt x="2654" y="3745"/>
                </a:lnTo>
                <a:lnTo>
                  <a:pt x="2611" y="3745"/>
                </a:lnTo>
                <a:lnTo>
                  <a:pt x="2547" y="3766"/>
                </a:lnTo>
                <a:lnTo>
                  <a:pt x="2547" y="3766"/>
                </a:lnTo>
                <a:lnTo>
                  <a:pt x="2504" y="3809"/>
                </a:lnTo>
                <a:lnTo>
                  <a:pt x="2483" y="3873"/>
                </a:lnTo>
                <a:lnTo>
                  <a:pt x="2418" y="4066"/>
                </a:lnTo>
                <a:lnTo>
                  <a:pt x="2397" y="4258"/>
                </a:lnTo>
                <a:lnTo>
                  <a:pt x="2376" y="4387"/>
                </a:lnTo>
                <a:lnTo>
                  <a:pt x="2376" y="4387"/>
                </a:lnTo>
                <a:lnTo>
                  <a:pt x="2397" y="4515"/>
                </a:lnTo>
                <a:lnTo>
                  <a:pt x="2418" y="4622"/>
                </a:lnTo>
                <a:lnTo>
                  <a:pt x="2483" y="4708"/>
                </a:lnTo>
                <a:lnTo>
                  <a:pt x="2547" y="4772"/>
                </a:lnTo>
                <a:lnTo>
                  <a:pt x="2632" y="4815"/>
                </a:lnTo>
                <a:lnTo>
                  <a:pt x="2718" y="4836"/>
                </a:lnTo>
                <a:lnTo>
                  <a:pt x="2825" y="4793"/>
                </a:lnTo>
                <a:lnTo>
                  <a:pt x="2910" y="4708"/>
                </a:lnTo>
                <a:lnTo>
                  <a:pt x="2910" y="4708"/>
                </a:lnTo>
                <a:close/>
                <a:moveTo>
                  <a:pt x="2376" y="3060"/>
                </a:moveTo>
                <a:lnTo>
                  <a:pt x="2376" y="3060"/>
                </a:lnTo>
                <a:lnTo>
                  <a:pt x="2397" y="2996"/>
                </a:lnTo>
                <a:lnTo>
                  <a:pt x="2376" y="2953"/>
                </a:lnTo>
                <a:lnTo>
                  <a:pt x="2354" y="2911"/>
                </a:lnTo>
                <a:lnTo>
                  <a:pt x="2311" y="2868"/>
                </a:lnTo>
                <a:lnTo>
                  <a:pt x="2204" y="2804"/>
                </a:lnTo>
                <a:lnTo>
                  <a:pt x="2097" y="2782"/>
                </a:lnTo>
                <a:lnTo>
                  <a:pt x="2097" y="2782"/>
                </a:lnTo>
                <a:lnTo>
                  <a:pt x="1990" y="2825"/>
                </a:lnTo>
                <a:lnTo>
                  <a:pt x="1883" y="2889"/>
                </a:lnTo>
                <a:lnTo>
                  <a:pt x="1798" y="2996"/>
                </a:lnTo>
                <a:lnTo>
                  <a:pt x="1776" y="3039"/>
                </a:lnTo>
                <a:lnTo>
                  <a:pt x="1776" y="3103"/>
                </a:lnTo>
                <a:lnTo>
                  <a:pt x="1776" y="3103"/>
                </a:lnTo>
                <a:lnTo>
                  <a:pt x="1776" y="3189"/>
                </a:lnTo>
                <a:lnTo>
                  <a:pt x="1819" y="3231"/>
                </a:lnTo>
                <a:lnTo>
                  <a:pt x="1841" y="3253"/>
                </a:lnTo>
                <a:lnTo>
                  <a:pt x="1905" y="3231"/>
                </a:lnTo>
                <a:lnTo>
                  <a:pt x="1990" y="3146"/>
                </a:lnTo>
                <a:lnTo>
                  <a:pt x="2076" y="3082"/>
                </a:lnTo>
                <a:lnTo>
                  <a:pt x="2076" y="3082"/>
                </a:lnTo>
                <a:lnTo>
                  <a:pt x="2119" y="3082"/>
                </a:lnTo>
                <a:lnTo>
                  <a:pt x="2162" y="3082"/>
                </a:lnTo>
                <a:lnTo>
                  <a:pt x="2226" y="3124"/>
                </a:lnTo>
                <a:lnTo>
                  <a:pt x="2269" y="3124"/>
                </a:lnTo>
                <a:lnTo>
                  <a:pt x="2311" y="3124"/>
                </a:lnTo>
                <a:lnTo>
                  <a:pt x="2354" y="3103"/>
                </a:lnTo>
                <a:lnTo>
                  <a:pt x="2376" y="3060"/>
                </a:lnTo>
                <a:lnTo>
                  <a:pt x="2376" y="3060"/>
                </a:lnTo>
                <a:close/>
                <a:moveTo>
                  <a:pt x="2975" y="3167"/>
                </a:moveTo>
                <a:lnTo>
                  <a:pt x="2975" y="3167"/>
                </a:lnTo>
                <a:lnTo>
                  <a:pt x="3017" y="3189"/>
                </a:lnTo>
                <a:lnTo>
                  <a:pt x="3039" y="3167"/>
                </a:lnTo>
                <a:lnTo>
                  <a:pt x="3124" y="3124"/>
                </a:lnTo>
                <a:lnTo>
                  <a:pt x="3210" y="3060"/>
                </a:lnTo>
                <a:lnTo>
                  <a:pt x="3253" y="3060"/>
                </a:lnTo>
                <a:lnTo>
                  <a:pt x="3317" y="3060"/>
                </a:lnTo>
                <a:lnTo>
                  <a:pt x="3317" y="3060"/>
                </a:lnTo>
                <a:lnTo>
                  <a:pt x="3403" y="3060"/>
                </a:lnTo>
                <a:lnTo>
                  <a:pt x="3424" y="3039"/>
                </a:lnTo>
                <a:lnTo>
                  <a:pt x="3445" y="3017"/>
                </a:lnTo>
                <a:lnTo>
                  <a:pt x="3467" y="2975"/>
                </a:lnTo>
                <a:lnTo>
                  <a:pt x="3424" y="2911"/>
                </a:lnTo>
                <a:lnTo>
                  <a:pt x="3381" y="2846"/>
                </a:lnTo>
                <a:lnTo>
                  <a:pt x="3296" y="2804"/>
                </a:lnTo>
                <a:lnTo>
                  <a:pt x="3189" y="2804"/>
                </a:lnTo>
                <a:lnTo>
                  <a:pt x="3146" y="2825"/>
                </a:lnTo>
                <a:lnTo>
                  <a:pt x="3082" y="2846"/>
                </a:lnTo>
                <a:lnTo>
                  <a:pt x="3082" y="2846"/>
                </a:lnTo>
                <a:lnTo>
                  <a:pt x="3017" y="2911"/>
                </a:lnTo>
                <a:lnTo>
                  <a:pt x="2953" y="2996"/>
                </a:lnTo>
                <a:lnTo>
                  <a:pt x="2932" y="3039"/>
                </a:lnTo>
                <a:lnTo>
                  <a:pt x="2932" y="3082"/>
                </a:lnTo>
                <a:lnTo>
                  <a:pt x="2932" y="3124"/>
                </a:lnTo>
                <a:lnTo>
                  <a:pt x="2975" y="3167"/>
                </a:lnTo>
                <a:lnTo>
                  <a:pt x="2975" y="3167"/>
                </a:lnTo>
                <a:close/>
                <a:moveTo>
                  <a:pt x="3103" y="3510"/>
                </a:moveTo>
                <a:lnTo>
                  <a:pt x="3103" y="3510"/>
                </a:lnTo>
                <a:lnTo>
                  <a:pt x="3103" y="3638"/>
                </a:lnTo>
                <a:lnTo>
                  <a:pt x="3124" y="3724"/>
                </a:lnTo>
                <a:lnTo>
                  <a:pt x="3167" y="3766"/>
                </a:lnTo>
                <a:lnTo>
                  <a:pt x="3210" y="3788"/>
                </a:lnTo>
                <a:lnTo>
                  <a:pt x="3253" y="3766"/>
                </a:lnTo>
                <a:lnTo>
                  <a:pt x="3296" y="3724"/>
                </a:lnTo>
                <a:lnTo>
                  <a:pt x="3338" y="3659"/>
                </a:lnTo>
                <a:lnTo>
                  <a:pt x="3360" y="3552"/>
                </a:lnTo>
                <a:lnTo>
                  <a:pt x="3360" y="3552"/>
                </a:lnTo>
                <a:lnTo>
                  <a:pt x="3360" y="3445"/>
                </a:lnTo>
                <a:lnTo>
                  <a:pt x="3317" y="3360"/>
                </a:lnTo>
                <a:lnTo>
                  <a:pt x="3274" y="3317"/>
                </a:lnTo>
                <a:lnTo>
                  <a:pt x="3231" y="3296"/>
                </a:lnTo>
                <a:lnTo>
                  <a:pt x="3189" y="3296"/>
                </a:lnTo>
                <a:lnTo>
                  <a:pt x="3146" y="3338"/>
                </a:lnTo>
                <a:lnTo>
                  <a:pt x="3103" y="3403"/>
                </a:lnTo>
                <a:lnTo>
                  <a:pt x="3103" y="3510"/>
                </a:lnTo>
                <a:lnTo>
                  <a:pt x="3103" y="3510"/>
                </a:lnTo>
                <a:close/>
                <a:moveTo>
                  <a:pt x="2269" y="3574"/>
                </a:moveTo>
                <a:lnTo>
                  <a:pt x="2269" y="3574"/>
                </a:lnTo>
                <a:lnTo>
                  <a:pt x="2247" y="3510"/>
                </a:lnTo>
                <a:lnTo>
                  <a:pt x="2226" y="3424"/>
                </a:lnTo>
                <a:lnTo>
                  <a:pt x="2183" y="3360"/>
                </a:lnTo>
                <a:lnTo>
                  <a:pt x="2140" y="3338"/>
                </a:lnTo>
                <a:lnTo>
                  <a:pt x="2097" y="3338"/>
                </a:lnTo>
                <a:lnTo>
                  <a:pt x="2097" y="3338"/>
                </a:lnTo>
                <a:lnTo>
                  <a:pt x="2076" y="3338"/>
                </a:lnTo>
                <a:lnTo>
                  <a:pt x="2033" y="3381"/>
                </a:lnTo>
                <a:lnTo>
                  <a:pt x="2012" y="3445"/>
                </a:lnTo>
                <a:lnTo>
                  <a:pt x="2012" y="3617"/>
                </a:lnTo>
                <a:lnTo>
                  <a:pt x="2012" y="3617"/>
                </a:lnTo>
                <a:lnTo>
                  <a:pt x="2012" y="3702"/>
                </a:lnTo>
                <a:lnTo>
                  <a:pt x="2012" y="3788"/>
                </a:lnTo>
                <a:lnTo>
                  <a:pt x="2033" y="3831"/>
                </a:lnTo>
                <a:lnTo>
                  <a:pt x="2055" y="3852"/>
                </a:lnTo>
                <a:lnTo>
                  <a:pt x="2097" y="3873"/>
                </a:lnTo>
                <a:lnTo>
                  <a:pt x="2140" y="3873"/>
                </a:lnTo>
                <a:lnTo>
                  <a:pt x="2140" y="3873"/>
                </a:lnTo>
                <a:lnTo>
                  <a:pt x="2183" y="3852"/>
                </a:lnTo>
                <a:lnTo>
                  <a:pt x="2226" y="3809"/>
                </a:lnTo>
                <a:lnTo>
                  <a:pt x="2247" y="3745"/>
                </a:lnTo>
                <a:lnTo>
                  <a:pt x="2269" y="3659"/>
                </a:lnTo>
                <a:lnTo>
                  <a:pt x="2269" y="3574"/>
                </a:lnTo>
                <a:lnTo>
                  <a:pt x="2269" y="3574"/>
                </a:lnTo>
                <a:close/>
                <a:moveTo>
                  <a:pt x="2696" y="5029"/>
                </a:moveTo>
                <a:lnTo>
                  <a:pt x="2696" y="5029"/>
                </a:lnTo>
                <a:lnTo>
                  <a:pt x="2611" y="5050"/>
                </a:lnTo>
                <a:lnTo>
                  <a:pt x="2525" y="5093"/>
                </a:lnTo>
                <a:lnTo>
                  <a:pt x="2461" y="5136"/>
                </a:lnTo>
                <a:lnTo>
                  <a:pt x="2440" y="5178"/>
                </a:lnTo>
                <a:lnTo>
                  <a:pt x="2440" y="5221"/>
                </a:lnTo>
                <a:lnTo>
                  <a:pt x="2440" y="5221"/>
                </a:lnTo>
                <a:lnTo>
                  <a:pt x="2461" y="5243"/>
                </a:lnTo>
                <a:lnTo>
                  <a:pt x="2483" y="5264"/>
                </a:lnTo>
                <a:lnTo>
                  <a:pt x="2589" y="5285"/>
                </a:lnTo>
                <a:lnTo>
                  <a:pt x="2782" y="5243"/>
                </a:lnTo>
                <a:lnTo>
                  <a:pt x="2782" y="5243"/>
                </a:lnTo>
                <a:lnTo>
                  <a:pt x="2803" y="5264"/>
                </a:lnTo>
                <a:lnTo>
                  <a:pt x="2889" y="5264"/>
                </a:lnTo>
                <a:lnTo>
                  <a:pt x="2953" y="5221"/>
                </a:lnTo>
                <a:lnTo>
                  <a:pt x="2975" y="5200"/>
                </a:lnTo>
                <a:lnTo>
                  <a:pt x="2975" y="5157"/>
                </a:lnTo>
                <a:lnTo>
                  <a:pt x="2975" y="5157"/>
                </a:lnTo>
                <a:lnTo>
                  <a:pt x="2953" y="5114"/>
                </a:lnTo>
                <a:lnTo>
                  <a:pt x="2932" y="5093"/>
                </a:lnTo>
                <a:lnTo>
                  <a:pt x="2868" y="5050"/>
                </a:lnTo>
                <a:lnTo>
                  <a:pt x="2761" y="5029"/>
                </a:lnTo>
                <a:lnTo>
                  <a:pt x="2696" y="5029"/>
                </a:lnTo>
                <a:lnTo>
                  <a:pt x="2696" y="5029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6"/>
          <p:cNvSpPr/>
          <p:nvPr/>
        </p:nvSpPr>
        <p:spPr>
          <a:xfrm>
            <a:off x="2742761" y="4016705"/>
            <a:ext cx="241712" cy="211660"/>
          </a:xfrm>
          <a:custGeom>
            <a:rect b="b" l="l" r="r" t="t"/>
            <a:pathLst>
              <a:path extrusionOk="0" h="7832" w="8944">
                <a:moveTo>
                  <a:pt x="5371" y="471"/>
                </a:moveTo>
                <a:lnTo>
                  <a:pt x="5478" y="492"/>
                </a:lnTo>
                <a:lnTo>
                  <a:pt x="5585" y="535"/>
                </a:lnTo>
                <a:lnTo>
                  <a:pt x="5627" y="599"/>
                </a:lnTo>
                <a:lnTo>
                  <a:pt x="5670" y="685"/>
                </a:lnTo>
                <a:lnTo>
                  <a:pt x="5670" y="792"/>
                </a:lnTo>
                <a:lnTo>
                  <a:pt x="5670" y="920"/>
                </a:lnTo>
                <a:lnTo>
                  <a:pt x="5649" y="963"/>
                </a:lnTo>
                <a:lnTo>
                  <a:pt x="5606" y="963"/>
                </a:lnTo>
                <a:lnTo>
                  <a:pt x="5499" y="985"/>
                </a:lnTo>
                <a:lnTo>
                  <a:pt x="5371" y="1006"/>
                </a:lnTo>
                <a:lnTo>
                  <a:pt x="5306" y="1027"/>
                </a:lnTo>
                <a:lnTo>
                  <a:pt x="5242" y="1070"/>
                </a:lnTo>
                <a:lnTo>
                  <a:pt x="5199" y="1113"/>
                </a:lnTo>
                <a:lnTo>
                  <a:pt x="5199" y="1156"/>
                </a:lnTo>
                <a:lnTo>
                  <a:pt x="5199" y="1220"/>
                </a:lnTo>
                <a:lnTo>
                  <a:pt x="5199" y="1241"/>
                </a:lnTo>
                <a:lnTo>
                  <a:pt x="5178" y="1241"/>
                </a:lnTo>
                <a:lnTo>
                  <a:pt x="5050" y="1284"/>
                </a:lnTo>
                <a:lnTo>
                  <a:pt x="4793" y="1327"/>
                </a:lnTo>
                <a:lnTo>
                  <a:pt x="4515" y="1327"/>
                </a:lnTo>
                <a:lnTo>
                  <a:pt x="4237" y="1305"/>
                </a:lnTo>
                <a:lnTo>
                  <a:pt x="3959" y="1305"/>
                </a:lnTo>
                <a:lnTo>
                  <a:pt x="3616" y="1348"/>
                </a:lnTo>
                <a:lnTo>
                  <a:pt x="3338" y="1348"/>
                </a:lnTo>
                <a:lnTo>
                  <a:pt x="3295" y="1305"/>
                </a:lnTo>
                <a:lnTo>
                  <a:pt x="3252" y="1263"/>
                </a:lnTo>
                <a:lnTo>
                  <a:pt x="3252" y="1220"/>
                </a:lnTo>
                <a:lnTo>
                  <a:pt x="3231" y="1177"/>
                </a:lnTo>
                <a:lnTo>
                  <a:pt x="3210" y="1113"/>
                </a:lnTo>
                <a:lnTo>
                  <a:pt x="3188" y="1092"/>
                </a:lnTo>
                <a:lnTo>
                  <a:pt x="2825" y="1092"/>
                </a:lnTo>
                <a:lnTo>
                  <a:pt x="2825" y="920"/>
                </a:lnTo>
                <a:lnTo>
                  <a:pt x="2825" y="813"/>
                </a:lnTo>
                <a:lnTo>
                  <a:pt x="2846" y="728"/>
                </a:lnTo>
                <a:lnTo>
                  <a:pt x="2996" y="664"/>
                </a:lnTo>
                <a:lnTo>
                  <a:pt x="3188" y="621"/>
                </a:lnTo>
                <a:lnTo>
                  <a:pt x="3552" y="578"/>
                </a:lnTo>
                <a:lnTo>
                  <a:pt x="3787" y="578"/>
                </a:lnTo>
                <a:lnTo>
                  <a:pt x="4044" y="557"/>
                </a:lnTo>
                <a:lnTo>
                  <a:pt x="4301" y="557"/>
                </a:lnTo>
                <a:lnTo>
                  <a:pt x="4536" y="535"/>
                </a:lnTo>
                <a:lnTo>
                  <a:pt x="5007" y="471"/>
                </a:lnTo>
                <a:close/>
                <a:moveTo>
                  <a:pt x="2354" y="4451"/>
                </a:moveTo>
                <a:lnTo>
                  <a:pt x="2397" y="4472"/>
                </a:lnTo>
                <a:lnTo>
                  <a:pt x="2397" y="4493"/>
                </a:lnTo>
                <a:lnTo>
                  <a:pt x="2397" y="4515"/>
                </a:lnTo>
                <a:lnTo>
                  <a:pt x="2354" y="4558"/>
                </a:lnTo>
                <a:lnTo>
                  <a:pt x="2290" y="4558"/>
                </a:lnTo>
                <a:lnTo>
                  <a:pt x="2290" y="4515"/>
                </a:lnTo>
                <a:lnTo>
                  <a:pt x="2311" y="4493"/>
                </a:lnTo>
                <a:lnTo>
                  <a:pt x="2354" y="4493"/>
                </a:lnTo>
                <a:lnTo>
                  <a:pt x="2354" y="4451"/>
                </a:lnTo>
                <a:close/>
                <a:moveTo>
                  <a:pt x="7981" y="1712"/>
                </a:moveTo>
                <a:lnTo>
                  <a:pt x="8024" y="1733"/>
                </a:lnTo>
                <a:lnTo>
                  <a:pt x="8066" y="1755"/>
                </a:lnTo>
                <a:lnTo>
                  <a:pt x="8088" y="1819"/>
                </a:lnTo>
                <a:lnTo>
                  <a:pt x="8131" y="2012"/>
                </a:lnTo>
                <a:lnTo>
                  <a:pt x="8195" y="2375"/>
                </a:lnTo>
                <a:lnTo>
                  <a:pt x="8238" y="2760"/>
                </a:lnTo>
                <a:lnTo>
                  <a:pt x="8259" y="3124"/>
                </a:lnTo>
                <a:lnTo>
                  <a:pt x="8323" y="3509"/>
                </a:lnTo>
                <a:lnTo>
                  <a:pt x="8345" y="3745"/>
                </a:lnTo>
                <a:lnTo>
                  <a:pt x="8366" y="3852"/>
                </a:lnTo>
                <a:lnTo>
                  <a:pt x="8345" y="3959"/>
                </a:lnTo>
                <a:lnTo>
                  <a:pt x="8323" y="4066"/>
                </a:lnTo>
                <a:lnTo>
                  <a:pt x="8280" y="4108"/>
                </a:lnTo>
                <a:lnTo>
                  <a:pt x="8216" y="4108"/>
                </a:lnTo>
                <a:lnTo>
                  <a:pt x="8109" y="4130"/>
                </a:lnTo>
                <a:lnTo>
                  <a:pt x="7211" y="4237"/>
                </a:lnTo>
                <a:lnTo>
                  <a:pt x="6761" y="4301"/>
                </a:lnTo>
                <a:lnTo>
                  <a:pt x="6312" y="4365"/>
                </a:lnTo>
                <a:lnTo>
                  <a:pt x="5820" y="4365"/>
                </a:lnTo>
                <a:lnTo>
                  <a:pt x="5777" y="4386"/>
                </a:lnTo>
                <a:lnTo>
                  <a:pt x="5713" y="4408"/>
                </a:lnTo>
                <a:lnTo>
                  <a:pt x="5649" y="4472"/>
                </a:lnTo>
                <a:lnTo>
                  <a:pt x="5606" y="4515"/>
                </a:lnTo>
                <a:lnTo>
                  <a:pt x="5542" y="4536"/>
                </a:lnTo>
                <a:lnTo>
                  <a:pt x="5520" y="4365"/>
                </a:lnTo>
                <a:lnTo>
                  <a:pt x="5499" y="4215"/>
                </a:lnTo>
                <a:lnTo>
                  <a:pt x="5435" y="4066"/>
                </a:lnTo>
                <a:lnTo>
                  <a:pt x="5392" y="4001"/>
                </a:lnTo>
                <a:lnTo>
                  <a:pt x="5328" y="3937"/>
                </a:lnTo>
                <a:lnTo>
                  <a:pt x="5199" y="3894"/>
                </a:lnTo>
                <a:lnTo>
                  <a:pt x="5050" y="3852"/>
                </a:lnTo>
                <a:lnTo>
                  <a:pt x="4900" y="3852"/>
                </a:lnTo>
                <a:lnTo>
                  <a:pt x="4772" y="3873"/>
                </a:lnTo>
                <a:lnTo>
                  <a:pt x="4579" y="3894"/>
                </a:lnTo>
                <a:lnTo>
                  <a:pt x="4386" y="3937"/>
                </a:lnTo>
                <a:lnTo>
                  <a:pt x="4215" y="3980"/>
                </a:lnTo>
                <a:lnTo>
                  <a:pt x="4023" y="4001"/>
                </a:lnTo>
                <a:lnTo>
                  <a:pt x="3723" y="3980"/>
                </a:lnTo>
                <a:lnTo>
                  <a:pt x="3573" y="3980"/>
                </a:lnTo>
                <a:lnTo>
                  <a:pt x="3509" y="4001"/>
                </a:lnTo>
                <a:lnTo>
                  <a:pt x="3424" y="4044"/>
                </a:lnTo>
                <a:lnTo>
                  <a:pt x="3359" y="4087"/>
                </a:lnTo>
                <a:lnTo>
                  <a:pt x="3338" y="4151"/>
                </a:lnTo>
                <a:lnTo>
                  <a:pt x="3317" y="4194"/>
                </a:lnTo>
                <a:lnTo>
                  <a:pt x="3317" y="4258"/>
                </a:lnTo>
                <a:lnTo>
                  <a:pt x="3338" y="4365"/>
                </a:lnTo>
                <a:lnTo>
                  <a:pt x="3338" y="4429"/>
                </a:lnTo>
                <a:lnTo>
                  <a:pt x="3317" y="4515"/>
                </a:lnTo>
                <a:lnTo>
                  <a:pt x="3274" y="4558"/>
                </a:lnTo>
                <a:lnTo>
                  <a:pt x="3231" y="4579"/>
                </a:lnTo>
                <a:lnTo>
                  <a:pt x="3081" y="4579"/>
                </a:lnTo>
                <a:lnTo>
                  <a:pt x="3060" y="4558"/>
                </a:lnTo>
                <a:lnTo>
                  <a:pt x="3038" y="4536"/>
                </a:lnTo>
                <a:lnTo>
                  <a:pt x="3017" y="4515"/>
                </a:lnTo>
                <a:lnTo>
                  <a:pt x="2932" y="4515"/>
                </a:lnTo>
                <a:lnTo>
                  <a:pt x="2846" y="4536"/>
                </a:lnTo>
                <a:lnTo>
                  <a:pt x="2782" y="4558"/>
                </a:lnTo>
                <a:lnTo>
                  <a:pt x="2696" y="4558"/>
                </a:lnTo>
                <a:lnTo>
                  <a:pt x="2653" y="4515"/>
                </a:lnTo>
                <a:lnTo>
                  <a:pt x="2611" y="4451"/>
                </a:lnTo>
                <a:lnTo>
                  <a:pt x="2589" y="4386"/>
                </a:lnTo>
                <a:lnTo>
                  <a:pt x="2546" y="4344"/>
                </a:lnTo>
                <a:lnTo>
                  <a:pt x="2504" y="4322"/>
                </a:lnTo>
                <a:lnTo>
                  <a:pt x="2439" y="4344"/>
                </a:lnTo>
                <a:lnTo>
                  <a:pt x="2332" y="4386"/>
                </a:lnTo>
                <a:lnTo>
                  <a:pt x="2332" y="4258"/>
                </a:lnTo>
                <a:lnTo>
                  <a:pt x="2311" y="4215"/>
                </a:lnTo>
                <a:lnTo>
                  <a:pt x="2268" y="4194"/>
                </a:lnTo>
                <a:lnTo>
                  <a:pt x="2204" y="4194"/>
                </a:lnTo>
                <a:lnTo>
                  <a:pt x="2118" y="4237"/>
                </a:lnTo>
                <a:lnTo>
                  <a:pt x="1905" y="4386"/>
                </a:lnTo>
                <a:lnTo>
                  <a:pt x="1798" y="4451"/>
                </a:lnTo>
                <a:lnTo>
                  <a:pt x="1733" y="4493"/>
                </a:lnTo>
                <a:lnTo>
                  <a:pt x="1755" y="4408"/>
                </a:lnTo>
                <a:lnTo>
                  <a:pt x="1798" y="4365"/>
                </a:lnTo>
                <a:lnTo>
                  <a:pt x="1733" y="4322"/>
                </a:lnTo>
                <a:lnTo>
                  <a:pt x="1712" y="4258"/>
                </a:lnTo>
                <a:lnTo>
                  <a:pt x="1733" y="4215"/>
                </a:lnTo>
                <a:lnTo>
                  <a:pt x="1755" y="4151"/>
                </a:lnTo>
                <a:lnTo>
                  <a:pt x="1712" y="4130"/>
                </a:lnTo>
                <a:lnTo>
                  <a:pt x="1691" y="4130"/>
                </a:lnTo>
                <a:lnTo>
                  <a:pt x="1626" y="4151"/>
                </a:lnTo>
                <a:lnTo>
                  <a:pt x="1562" y="4194"/>
                </a:lnTo>
                <a:lnTo>
                  <a:pt x="1498" y="4215"/>
                </a:lnTo>
                <a:lnTo>
                  <a:pt x="1498" y="4215"/>
                </a:lnTo>
                <a:lnTo>
                  <a:pt x="1562" y="4130"/>
                </a:lnTo>
                <a:lnTo>
                  <a:pt x="1584" y="4044"/>
                </a:lnTo>
                <a:lnTo>
                  <a:pt x="1605" y="3980"/>
                </a:lnTo>
                <a:lnTo>
                  <a:pt x="1584" y="3959"/>
                </a:lnTo>
                <a:lnTo>
                  <a:pt x="1562" y="3916"/>
                </a:lnTo>
                <a:lnTo>
                  <a:pt x="1519" y="3894"/>
                </a:lnTo>
                <a:lnTo>
                  <a:pt x="1455" y="3894"/>
                </a:lnTo>
                <a:lnTo>
                  <a:pt x="1412" y="3916"/>
                </a:lnTo>
                <a:lnTo>
                  <a:pt x="1327" y="3959"/>
                </a:lnTo>
                <a:lnTo>
                  <a:pt x="1263" y="4023"/>
                </a:lnTo>
                <a:lnTo>
                  <a:pt x="1156" y="4066"/>
                </a:lnTo>
                <a:lnTo>
                  <a:pt x="1156" y="3980"/>
                </a:lnTo>
                <a:lnTo>
                  <a:pt x="1134" y="3959"/>
                </a:lnTo>
                <a:lnTo>
                  <a:pt x="1091" y="3937"/>
                </a:lnTo>
                <a:lnTo>
                  <a:pt x="1070" y="3873"/>
                </a:lnTo>
                <a:lnTo>
                  <a:pt x="1049" y="3787"/>
                </a:lnTo>
                <a:lnTo>
                  <a:pt x="1070" y="3680"/>
                </a:lnTo>
                <a:lnTo>
                  <a:pt x="1091" y="3552"/>
                </a:lnTo>
                <a:lnTo>
                  <a:pt x="1091" y="3531"/>
                </a:lnTo>
                <a:lnTo>
                  <a:pt x="1070" y="3509"/>
                </a:lnTo>
                <a:lnTo>
                  <a:pt x="1027" y="3509"/>
                </a:lnTo>
                <a:lnTo>
                  <a:pt x="920" y="3466"/>
                </a:lnTo>
                <a:lnTo>
                  <a:pt x="963" y="3359"/>
                </a:lnTo>
                <a:lnTo>
                  <a:pt x="984" y="3231"/>
                </a:lnTo>
                <a:lnTo>
                  <a:pt x="1006" y="3188"/>
                </a:lnTo>
                <a:lnTo>
                  <a:pt x="984" y="3146"/>
                </a:lnTo>
                <a:lnTo>
                  <a:pt x="963" y="3103"/>
                </a:lnTo>
                <a:lnTo>
                  <a:pt x="899" y="3103"/>
                </a:lnTo>
                <a:lnTo>
                  <a:pt x="856" y="3124"/>
                </a:lnTo>
                <a:lnTo>
                  <a:pt x="813" y="3167"/>
                </a:lnTo>
                <a:lnTo>
                  <a:pt x="792" y="3231"/>
                </a:lnTo>
                <a:lnTo>
                  <a:pt x="749" y="3252"/>
                </a:lnTo>
                <a:lnTo>
                  <a:pt x="749" y="3210"/>
                </a:lnTo>
                <a:lnTo>
                  <a:pt x="813" y="3060"/>
                </a:lnTo>
                <a:lnTo>
                  <a:pt x="942" y="2825"/>
                </a:lnTo>
                <a:lnTo>
                  <a:pt x="942" y="2718"/>
                </a:lnTo>
                <a:lnTo>
                  <a:pt x="920" y="2696"/>
                </a:lnTo>
                <a:lnTo>
                  <a:pt x="856" y="2696"/>
                </a:lnTo>
                <a:lnTo>
                  <a:pt x="792" y="2739"/>
                </a:lnTo>
                <a:lnTo>
                  <a:pt x="685" y="2846"/>
                </a:lnTo>
                <a:lnTo>
                  <a:pt x="621" y="2889"/>
                </a:lnTo>
                <a:lnTo>
                  <a:pt x="599" y="2889"/>
                </a:lnTo>
                <a:lnTo>
                  <a:pt x="599" y="2846"/>
                </a:lnTo>
                <a:lnTo>
                  <a:pt x="642" y="2782"/>
                </a:lnTo>
                <a:lnTo>
                  <a:pt x="771" y="2525"/>
                </a:lnTo>
                <a:lnTo>
                  <a:pt x="856" y="2375"/>
                </a:lnTo>
                <a:lnTo>
                  <a:pt x="899" y="2268"/>
                </a:lnTo>
                <a:lnTo>
                  <a:pt x="920" y="2161"/>
                </a:lnTo>
                <a:lnTo>
                  <a:pt x="920" y="2119"/>
                </a:lnTo>
                <a:lnTo>
                  <a:pt x="899" y="2097"/>
                </a:lnTo>
                <a:lnTo>
                  <a:pt x="856" y="2097"/>
                </a:lnTo>
                <a:lnTo>
                  <a:pt x="792" y="2119"/>
                </a:lnTo>
                <a:lnTo>
                  <a:pt x="728" y="2140"/>
                </a:lnTo>
                <a:lnTo>
                  <a:pt x="685" y="2140"/>
                </a:lnTo>
                <a:lnTo>
                  <a:pt x="621" y="2119"/>
                </a:lnTo>
                <a:lnTo>
                  <a:pt x="599" y="2140"/>
                </a:lnTo>
                <a:lnTo>
                  <a:pt x="578" y="2161"/>
                </a:lnTo>
                <a:lnTo>
                  <a:pt x="535" y="2183"/>
                </a:lnTo>
                <a:lnTo>
                  <a:pt x="514" y="2183"/>
                </a:lnTo>
                <a:lnTo>
                  <a:pt x="514" y="2076"/>
                </a:lnTo>
                <a:lnTo>
                  <a:pt x="514" y="1990"/>
                </a:lnTo>
                <a:lnTo>
                  <a:pt x="578" y="1947"/>
                </a:lnTo>
                <a:lnTo>
                  <a:pt x="706" y="1926"/>
                </a:lnTo>
                <a:lnTo>
                  <a:pt x="899" y="1905"/>
                </a:lnTo>
                <a:lnTo>
                  <a:pt x="1091" y="1883"/>
                </a:lnTo>
                <a:lnTo>
                  <a:pt x="2974" y="1883"/>
                </a:lnTo>
                <a:lnTo>
                  <a:pt x="5799" y="1776"/>
                </a:lnTo>
                <a:lnTo>
                  <a:pt x="6697" y="1755"/>
                </a:lnTo>
                <a:lnTo>
                  <a:pt x="7574" y="1733"/>
                </a:lnTo>
                <a:lnTo>
                  <a:pt x="7917" y="1733"/>
                </a:lnTo>
                <a:lnTo>
                  <a:pt x="7981" y="1712"/>
                </a:lnTo>
                <a:close/>
                <a:moveTo>
                  <a:pt x="599" y="4558"/>
                </a:moveTo>
                <a:lnTo>
                  <a:pt x="599" y="4579"/>
                </a:lnTo>
                <a:lnTo>
                  <a:pt x="621" y="4579"/>
                </a:lnTo>
                <a:lnTo>
                  <a:pt x="621" y="4600"/>
                </a:lnTo>
                <a:lnTo>
                  <a:pt x="578" y="4600"/>
                </a:lnTo>
                <a:lnTo>
                  <a:pt x="578" y="4579"/>
                </a:lnTo>
                <a:lnTo>
                  <a:pt x="599" y="4558"/>
                </a:lnTo>
                <a:close/>
                <a:moveTo>
                  <a:pt x="963" y="4451"/>
                </a:moveTo>
                <a:lnTo>
                  <a:pt x="1006" y="4515"/>
                </a:lnTo>
                <a:lnTo>
                  <a:pt x="1027" y="4558"/>
                </a:lnTo>
                <a:lnTo>
                  <a:pt x="1027" y="4579"/>
                </a:lnTo>
                <a:lnTo>
                  <a:pt x="1027" y="4600"/>
                </a:lnTo>
                <a:lnTo>
                  <a:pt x="984" y="4622"/>
                </a:lnTo>
                <a:lnTo>
                  <a:pt x="942" y="4622"/>
                </a:lnTo>
                <a:lnTo>
                  <a:pt x="920" y="4600"/>
                </a:lnTo>
                <a:lnTo>
                  <a:pt x="899" y="4600"/>
                </a:lnTo>
                <a:lnTo>
                  <a:pt x="920" y="4558"/>
                </a:lnTo>
                <a:lnTo>
                  <a:pt x="963" y="4493"/>
                </a:lnTo>
                <a:lnTo>
                  <a:pt x="963" y="4451"/>
                </a:lnTo>
                <a:close/>
                <a:moveTo>
                  <a:pt x="4921" y="4344"/>
                </a:moveTo>
                <a:lnTo>
                  <a:pt x="5007" y="4365"/>
                </a:lnTo>
                <a:lnTo>
                  <a:pt x="5028" y="4386"/>
                </a:lnTo>
                <a:lnTo>
                  <a:pt x="5071" y="4408"/>
                </a:lnTo>
                <a:lnTo>
                  <a:pt x="5135" y="4536"/>
                </a:lnTo>
                <a:lnTo>
                  <a:pt x="5157" y="4643"/>
                </a:lnTo>
                <a:lnTo>
                  <a:pt x="5178" y="4750"/>
                </a:lnTo>
                <a:lnTo>
                  <a:pt x="5178" y="4879"/>
                </a:lnTo>
                <a:lnTo>
                  <a:pt x="5178" y="4921"/>
                </a:lnTo>
                <a:lnTo>
                  <a:pt x="5135" y="4964"/>
                </a:lnTo>
                <a:lnTo>
                  <a:pt x="5092" y="5007"/>
                </a:lnTo>
                <a:lnTo>
                  <a:pt x="5028" y="5028"/>
                </a:lnTo>
                <a:lnTo>
                  <a:pt x="4857" y="5071"/>
                </a:lnTo>
                <a:lnTo>
                  <a:pt x="4558" y="5114"/>
                </a:lnTo>
                <a:lnTo>
                  <a:pt x="4237" y="5178"/>
                </a:lnTo>
                <a:lnTo>
                  <a:pt x="4087" y="5199"/>
                </a:lnTo>
                <a:lnTo>
                  <a:pt x="4001" y="5178"/>
                </a:lnTo>
                <a:lnTo>
                  <a:pt x="3937" y="5157"/>
                </a:lnTo>
                <a:lnTo>
                  <a:pt x="3766" y="5028"/>
                </a:lnTo>
                <a:lnTo>
                  <a:pt x="3680" y="4921"/>
                </a:lnTo>
                <a:lnTo>
                  <a:pt x="3638" y="4857"/>
                </a:lnTo>
                <a:lnTo>
                  <a:pt x="3638" y="4772"/>
                </a:lnTo>
                <a:lnTo>
                  <a:pt x="3680" y="4643"/>
                </a:lnTo>
                <a:lnTo>
                  <a:pt x="3723" y="4536"/>
                </a:lnTo>
                <a:lnTo>
                  <a:pt x="3766" y="4451"/>
                </a:lnTo>
                <a:lnTo>
                  <a:pt x="3809" y="4451"/>
                </a:lnTo>
                <a:lnTo>
                  <a:pt x="3873" y="4429"/>
                </a:lnTo>
                <a:lnTo>
                  <a:pt x="4322" y="4429"/>
                </a:lnTo>
                <a:lnTo>
                  <a:pt x="4558" y="4408"/>
                </a:lnTo>
                <a:lnTo>
                  <a:pt x="4772" y="4365"/>
                </a:lnTo>
                <a:lnTo>
                  <a:pt x="4921" y="4344"/>
                </a:lnTo>
                <a:close/>
                <a:moveTo>
                  <a:pt x="8066" y="6526"/>
                </a:moveTo>
                <a:lnTo>
                  <a:pt x="8131" y="6547"/>
                </a:lnTo>
                <a:lnTo>
                  <a:pt x="8152" y="6590"/>
                </a:lnTo>
                <a:lnTo>
                  <a:pt x="8195" y="6676"/>
                </a:lnTo>
                <a:lnTo>
                  <a:pt x="8195" y="6761"/>
                </a:lnTo>
                <a:lnTo>
                  <a:pt x="8195" y="6890"/>
                </a:lnTo>
                <a:lnTo>
                  <a:pt x="8173" y="6997"/>
                </a:lnTo>
                <a:lnTo>
                  <a:pt x="8131" y="7082"/>
                </a:lnTo>
                <a:lnTo>
                  <a:pt x="8066" y="7125"/>
                </a:lnTo>
                <a:lnTo>
                  <a:pt x="7767" y="7125"/>
                </a:lnTo>
                <a:lnTo>
                  <a:pt x="7382" y="7104"/>
                </a:lnTo>
                <a:lnTo>
                  <a:pt x="7232" y="7104"/>
                </a:lnTo>
                <a:lnTo>
                  <a:pt x="7189" y="7061"/>
                </a:lnTo>
                <a:lnTo>
                  <a:pt x="7211" y="6954"/>
                </a:lnTo>
                <a:lnTo>
                  <a:pt x="7211" y="6890"/>
                </a:lnTo>
                <a:lnTo>
                  <a:pt x="7253" y="6826"/>
                </a:lnTo>
                <a:lnTo>
                  <a:pt x="7339" y="6719"/>
                </a:lnTo>
                <a:lnTo>
                  <a:pt x="7403" y="6654"/>
                </a:lnTo>
                <a:lnTo>
                  <a:pt x="7467" y="6612"/>
                </a:lnTo>
                <a:lnTo>
                  <a:pt x="7617" y="6547"/>
                </a:lnTo>
                <a:lnTo>
                  <a:pt x="7788" y="6526"/>
                </a:lnTo>
                <a:close/>
                <a:moveTo>
                  <a:pt x="8002" y="4814"/>
                </a:moveTo>
                <a:lnTo>
                  <a:pt x="8045" y="4857"/>
                </a:lnTo>
                <a:lnTo>
                  <a:pt x="8088" y="4900"/>
                </a:lnTo>
                <a:lnTo>
                  <a:pt x="8109" y="5028"/>
                </a:lnTo>
                <a:lnTo>
                  <a:pt x="8131" y="5285"/>
                </a:lnTo>
                <a:lnTo>
                  <a:pt x="8173" y="5649"/>
                </a:lnTo>
                <a:lnTo>
                  <a:pt x="8173" y="5841"/>
                </a:lnTo>
                <a:lnTo>
                  <a:pt x="8173" y="6013"/>
                </a:lnTo>
                <a:lnTo>
                  <a:pt x="8173" y="6098"/>
                </a:lnTo>
                <a:lnTo>
                  <a:pt x="8152" y="6141"/>
                </a:lnTo>
                <a:lnTo>
                  <a:pt x="7681" y="6141"/>
                </a:lnTo>
                <a:lnTo>
                  <a:pt x="7489" y="6184"/>
                </a:lnTo>
                <a:lnTo>
                  <a:pt x="7275" y="6269"/>
                </a:lnTo>
                <a:lnTo>
                  <a:pt x="7211" y="6312"/>
                </a:lnTo>
                <a:lnTo>
                  <a:pt x="7146" y="6376"/>
                </a:lnTo>
                <a:lnTo>
                  <a:pt x="7039" y="6505"/>
                </a:lnTo>
                <a:lnTo>
                  <a:pt x="6954" y="6633"/>
                </a:lnTo>
                <a:lnTo>
                  <a:pt x="6911" y="6697"/>
                </a:lnTo>
                <a:lnTo>
                  <a:pt x="6847" y="6740"/>
                </a:lnTo>
                <a:lnTo>
                  <a:pt x="6847" y="6933"/>
                </a:lnTo>
                <a:lnTo>
                  <a:pt x="6826" y="7040"/>
                </a:lnTo>
                <a:lnTo>
                  <a:pt x="6804" y="7125"/>
                </a:lnTo>
                <a:lnTo>
                  <a:pt x="6740" y="7147"/>
                </a:lnTo>
                <a:lnTo>
                  <a:pt x="6654" y="7147"/>
                </a:lnTo>
                <a:lnTo>
                  <a:pt x="6505" y="7125"/>
                </a:lnTo>
                <a:lnTo>
                  <a:pt x="6355" y="7125"/>
                </a:lnTo>
                <a:lnTo>
                  <a:pt x="6205" y="7147"/>
                </a:lnTo>
                <a:lnTo>
                  <a:pt x="5906" y="7189"/>
                </a:lnTo>
                <a:lnTo>
                  <a:pt x="5285" y="7211"/>
                </a:lnTo>
                <a:lnTo>
                  <a:pt x="3402" y="7211"/>
                </a:lnTo>
                <a:lnTo>
                  <a:pt x="2718" y="7232"/>
                </a:lnTo>
                <a:lnTo>
                  <a:pt x="2439" y="7275"/>
                </a:lnTo>
                <a:lnTo>
                  <a:pt x="2183" y="7318"/>
                </a:lnTo>
                <a:lnTo>
                  <a:pt x="2033" y="7339"/>
                </a:lnTo>
                <a:lnTo>
                  <a:pt x="1947" y="7360"/>
                </a:lnTo>
                <a:lnTo>
                  <a:pt x="1883" y="7339"/>
                </a:lnTo>
                <a:lnTo>
                  <a:pt x="1862" y="7296"/>
                </a:lnTo>
                <a:lnTo>
                  <a:pt x="1862" y="7232"/>
                </a:lnTo>
                <a:lnTo>
                  <a:pt x="1862" y="7104"/>
                </a:lnTo>
                <a:lnTo>
                  <a:pt x="1819" y="6954"/>
                </a:lnTo>
                <a:lnTo>
                  <a:pt x="1755" y="6826"/>
                </a:lnTo>
                <a:lnTo>
                  <a:pt x="1648" y="6719"/>
                </a:lnTo>
                <a:lnTo>
                  <a:pt x="1541" y="6612"/>
                </a:lnTo>
                <a:lnTo>
                  <a:pt x="1412" y="6526"/>
                </a:lnTo>
                <a:lnTo>
                  <a:pt x="1284" y="6462"/>
                </a:lnTo>
                <a:lnTo>
                  <a:pt x="1134" y="6440"/>
                </a:lnTo>
                <a:lnTo>
                  <a:pt x="984" y="6440"/>
                </a:lnTo>
                <a:lnTo>
                  <a:pt x="984" y="6098"/>
                </a:lnTo>
                <a:lnTo>
                  <a:pt x="984" y="5756"/>
                </a:lnTo>
                <a:lnTo>
                  <a:pt x="942" y="5435"/>
                </a:lnTo>
                <a:lnTo>
                  <a:pt x="899" y="5093"/>
                </a:lnTo>
                <a:lnTo>
                  <a:pt x="1263" y="5050"/>
                </a:lnTo>
                <a:lnTo>
                  <a:pt x="2033" y="5050"/>
                </a:lnTo>
                <a:lnTo>
                  <a:pt x="2397" y="5071"/>
                </a:lnTo>
                <a:lnTo>
                  <a:pt x="3103" y="5093"/>
                </a:lnTo>
                <a:lnTo>
                  <a:pt x="3295" y="5114"/>
                </a:lnTo>
                <a:lnTo>
                  <a:pt x="3359" y="5135"/>
                </a:lnTo>
                <a:lnTo>
                  <a:pt x="3445" y="5178"/>
                </a:lnTo>
                <a:lnTo>
                  <a:pt x="3488" y="5285"/>
                </a:lnTo>
                <a:lnTo>
                  <a:pt x="3531" y="5392"/>
                </a:lnTo>
                <a:lnTo>
                  <a:pt x="3595" y="5456"/>
                </a:lnTo>
                <a:lnTo>
                  <a:pt x="3638" y="5499"/>
                </a:lnTo>
                <a:lnTo>
                  <a:pt x="3702" y="5542"/>
                </a:lnTo>
                <a:lnTo>
                  <a:pt x="3766" y="5563"/>
                </a:lnTo>
                <a:lnTo>
                  <a:pt x="3916" y="5606"/>
                </a:lnTo>
                <a:lnTo>
                  <a:pt x="4729" y="5606"/>
                </a:lnTo>
                <a:lnTo>
                  <a:pt x="4943" y="5563"/>
                </a:lnTo>
                <a:lnTo>
                  <a:pt x="5092" y="5542"/>
                </a:lnTo>
                <a:lnTo>
                  <a:pt x="5221" y="5478"/>
                </a:lnTo>
                <a:lnTo>
                  <a:pt x="5349" y="5392"/>
                </a:lnTo>
                <a:lnTo>
                  <a:pt x="5456" y="5306"/>
                </a:lnTo>
                <a:lnTo>
                  <a:pt x="5520" y="5199"/>
                </a:lnTo>
                <a:lnTo>
                  <a:pt x="5563" y="5135"/>
                </a:lnTo>
                <a:lnTo>
                  <a:pt x="5606" y="5093"/>
                </a:lnTo>
                <a:lnTo>
                  <a:pt x="5692" y="5071"/>
                </a:lnTo>
                <a:lnTo>
                  <a:pt x="6012" y="5071"/>
                </a:lnTo>
                <a:lnTo>
                  <a:pt x="6398" y="5028"/>
                </a:lnTo>
                <a:lnTo>
                  <a:pt x="6783" y="4964"/>
                </a:lnTo>
                <a:lnTo>
                  <a:pt x="7168" y="4900"/>
                </a:lnTo>
                <a:lnTo>
                  <a:pt x="7553" y="4857"/>
                </a:lnTo>
                <a:lnTo>
                  <a:pt x="7767" y="4836"/>
                </a:lnTo>
                <a:lnTo>
                  <a:pt x="7895" y="4814"/>
                </a:lnTo>
                <a:close/>
                <a:moveTo>
                  <a:pt x="984" y="6826"/>
                </a:moveTo>
                <a:lnTo>
                  <a:pt x="1134" y="6847"/>
                </a:lnTo>
                <a:lnTo>
                  <a:pt x="1241" y="6890"/>
                </a:lnTo>
                <a:lnTo>
                  <a:pt x="1305" y="6933"/>
                </a:lnTo>
                <a:lnTo>
                  <a:pt x="1370" y="6997"/>
                </a:lnTo>
                <a:lnTo>
                  <a:pt x="1412" y="7082"/>
                </a:lnTo>
                <a:lnTo>
                  <a:pt x="1434" y="7189"/>
                </a:lnTo>
                <a:lnTo>
                  <a:pt x="1455" y="7403"/>
                </a:lnTo>
                <a:lnTo>
                  <a:pt x="1284" y="7425"/>
                </a:lnTo>
                <a:lnTo>
                  <a:pt x="1049" y="7446"/>
                </a:lnTo>
                <a:lnTo>
                  <a:pt x="942" y="7446"/>
                </a:lnTo>
                <a:lnTo>
                  <a:pt x="856" y="7425"/>
                </a:lnTo>
                <a:lnTo>
                  <a:pt x="813" y="7382"/>
                </a:lnTo>
                <a:lnTo>
                  <a:pt x="813" y="7339"/>
                </a:lnTo>
                <a:lnTo>
                  <a:pt x="813" y="7296"/>
                </a:lnTo>
                <a:lnTo>
                  <a:pt x="856" y="7253"/>
                </a:lnTo>
                <a:lnTo>
                  <a:pt x="899" y="7211"/>
                </a:lnTo>
                <a:lnTo>
                  <a:pt x="963" y="7168"/>
                </a:lnTo>
                <a:lnTo>
                  <a:pt x="984" y="7104"/>
                </a:lnTo>
                <a:lnTo>
                  <a:pt x="1006" y="6954"/>
                </a:lnTo>
                <a:lnTo>
                  <a:pt x="984" y="6826"/>
                </a:lnTo>
                <a:close/>
                <a:moveTo>
                  <a:pt x="5328" y="0"/>
                </a:moveTo>
                <a:lnTo>
                  <a:pt x="4943" y="22"/>
                </a:lnTo>
                <a:lnTo>
                  <a:pt x="4622" y="65"/>
                </a:lnTo>
                <a:lnTo>
                  <a:pt x="3916" y="86"/>
                </a:lnTo>
                <a:lnTo>
                  <a:pt x="3552" y="107"/>
                </a:lnTo>
                <a:lnTo>
                  <a:pt x="3210" y="150"/>
                </a:lnTo>
                <a:lnTo>
                  <a:pt x="2889" y="214"/>
                </a:lnTo>
                <a:lnTo>
                  <a:pt x="2718" y="278"/>
                </a:lnTo>
                <a:lnTo>
                  <a:pt x="2568" y="364"/>
                </a:lnTo>
                <a:lnTo>
                  <a:pt x="2504" y="428"/>
                </a:lnTo>
                <a:lnTo>
                  <a:pt x="2461" y="514"/>
                </a:lnTo>
                <a:lnTo>
                  <a:pt x="2418" y="578"/>
                </a:lnTo>
                <a:lnTo>
                  <a:pt x="2397" y="664"/>
                </a:lnTo>
                <a:lnTo>
                  <a:pt x="2375" y="835"/>
                </a:lnTo>
                <a:lnTo>
                  <a:pt x="2375" y="1027"/>
                </a:lnTo>
                <a:lnTo>
                  <a:pt x="2332" y="1006"/>
                </a:lnTo>
                <a:lnTo>
                  <a:pt x="2247" y="985"/>
                </a:lnTo>
                <a:lnTo>
                  <a:pt x="2183" y="985"/>
                </a:lnTo>
                <a:lnTo>
                  <a:pt x="2118" y="1006"/>
                </a:lnTo>
                <a:lnTo>
                  <a:pt x="2054" y="1027"/>
                </a:lnTo>
                <a:lnTo>
                  <a:pt x="1990" y="1070"/>
                </a:lnTo>
                <a:lnTo>
                  <a:pt x="1969" y="1113"/>
                </a:lnTo>
                <a:lnTo>
                  <a:pt x="1969" y="1198"/>
                </a:lnTo>
                <a:lnTo>
                  <a:pt x="1990" y="1241"/>
                </a:lnTo>
                <a:lnTo>
                  <a:pt x="2033" y="1263"/>
                </a:lnTo>
                <a:lnTo>
                  <a:pt x="2118" y="1305"/>
                </a:lnTo>
                <a:lnTo>
                  <a:pt x="2204" y="1327"/>
                </a:lnTo>
                <a:lnTo>
                  <a:pt x="2225" y="1348"/>
                </a:lnTo>
                <a:lnTo>
                  <a:pt x="2247" y="1370"/>
                </a:lnTo>
                <a:lnTo>
                  <a:pt x="1990" y="1391"/>
                </a:lnTo>
                <a:lnTo>
                  <a:pt x="1733" y="1391"/>
                </a:lnTo>
                <a:lnTo>
                  <a:pt x="1198" y="1348"/>
                </a:lnTo>
                <a:lnTo>
                  <a:pt x="942" y="1370"/>
                </a:lnTo>
                <a:lnTo>
                  <a:pt x="685" y="1412"/>
                </a:lnTo>
                <a:lnTo>
                  <a:pt x="557" y="1455"/>
                </a:lnTo>
                <a:lnTo>
                  <a:pt x="450" y="1498"/>
                </a:lnTo>
                <a:lnTo>
                  <a:pt x="343" y="1584"/>
                </a:lnTo>
                <a:lnTo>
                  <a:pt x="236" y="1669"/>
                </a:lnTo>
                <a:lnTo>
                  <a:pt x="171" y="1733"/>
                </a:lnTo>
                <a:lnTo>
                  <a:pt x="129" y="1819"/>
                </a:lnTo>
                <a:lnTo>
                  <a:pt x="86" y="1926"/>
                </a:lnTo>
                <a:lnTo>
                  <a:pt x="43" y="2033"/>
                </a:lnTo>
                <a:lnTo>
                  <a:pt x="22" y="2268"/>
                </a:lnTo>
                <a:lnTo>
                  <a:pt x="0" y="2504"/>
                </a:lnTo>
                <a:lnTo>
                  <a:pt x="22" y="2739"/>
                </a:lnTo>
                <a:lnTo>
                  <a:pt x="43" y="2996"/>
                </a:lnTo>
                <a:lnTo>
                  <a:pt x="86" y="3424"/>
                </a:lnTo>
                <a:lnTo>
                  <a:pt x="86" y="3659"/>
                </a:lnTo>
                <a:lnTo>
                  <a:pt x="86" y="3894"/>
                </a:lnTo>
                <a:lnTo>
                  <a:pt x="129" y="4087"/>
                </a:lnTo>
                <a:lnTo>
                  <a:pt x="150" y="4301"/>
                </a:lnTo>
                <a:lnTo>
                  <a:pt x="129" y="4600"/>
                </a:lnTo>
                <a:lnTo>
                  <a:pt x="129" y="4772"/>
                </a:lnTo>
                <a:lnTo>
                  <a:pt x="171" y="4900"/>
                </a:lnTo>
                <a:lnTo>
                  <a:pt x="214" y="5007"/>
                </a:lnTo>
                <a:lnTo>
                  <a:pt x="278" y="5050"/>
                </a:lnTo>
                <a:lnTo>
                  <a:pt x="343" y="5093"/>
                </a:lnTo>
                <a:lnTo>
                  <a:pt x="407" y="5157"/>
                </a:lnTo>
                <a:lnTo>
                  <a:pt x="428" y="5199"/>
                </a:lnTo>
                <a:lnTo>
                  <a:pt x="450" y="5242"/>
                </a:lnTo>
                <a:lnTo>
                  <a:pt x="450" y="5371"/>
                </a:lnTo>
                <a:lnTo>
                  <a:pt x="407" y="5627"/>
                </a:lnTo>
                <a:lnTo>
                  <a:pt x="407" y="5927"/>
                </a:lnTo>
                <a:lnTo>
                  <a:pt x="407" y="6226"/>
                </a:lnTo>
                <a:lnTo>
                  <a:pt x="428" y="6826"/>
                </a:lnTo>
                <a:lnTo>
                  <a:pt x="428" y="7082"/>
                </a:lnTo>
                <a:lnTo>
                  <a:pt x="428" y="7339"/>
                </a:lnTo>
                <a:lnTo>
                  <a:pt x="385" y="7510"/>
                </a:lnTo>
                <a:lnTo>
                  <a:pt x="385" y="7617"/>
                </a:lnTo>
                <a:lnTo>
                  <a:pt x="407" y="7703"/>
                </a:lnTo>
                <a:lnTo>
                  <a:pt x="471" y="7767"/>
                </a:lnTo>
                <a:lnTo>
                  <a:pt x="557" y="7810"/>
                </a:lnTo>
                <a:lnTo>
                  <a:pt x="685" y="7831"/>
                </a:lnTo>
                <a:lnTo>
                  <a:pt x="1477" y="7831"/>
                </a:lnTo>
                <a:lnTo>
                  <a:pt x="1712" y="7810"/>
                </a:lnTo>
                <a:lnTo>
                  <a:pt x="2183" y="7724"/>
                </a:lnTo>
                <a:lnTo>
                  <a:pt x="2504" y="7681"/>
                </a:lnTo>
                <a:lnTo>
                  <a:pt x="2803" y="7660"/>
                </a:lnTo>
                <a:lnTo>
                  <a:pt x="3402" y="7660"/>
                </a:lnTo>
                <a:lnTo>
                  <a:pt x="5713" y="7703"/>
                </a:lnTo>
                <a:lnTo>
                  <a:pt x="6890" y="7767"/>
                </a:lnTo>
                <a:lnTo>
                  <a:pt x="7489" y="7746"/>
                </a:lnTo>
                <a:lnTo>
                  <a:pt x="7788" y="7724"/>
                </a:lnTo>
                <a:lnTo>
                  <a:pt x="8066" y="7703"/>
                </a:lnTo>
                <a:lnTo>
                  <a:pt x="8195" y="7681"/>
                </a:lnTo>
                <a:lnTo>
                  <a:pt x="8323" y="7639"/>
                </a:lnTo>
                <a:lnTo>
                  <a:pt x="8430" y="7596"/>
                </a:lnTo>
                <a:lnTo>
                  <a:pt x="8473" y="7553"/>
                </a:lnTo>
                <a:lnTo>
                  <a:pt x="8516" y="7489"/>
                </a:lnTo>
                <a:lnTo>
                  <a:pt x="8537" y="7382"/>
                </a:lnTo>
                <a:lnTo>
                  <a:pt x="8559" y="7253"/>
                </a:lnTo>
                <a:lnTo>
                  <a:pt x="8580" y="6997"/>
                </a:lnTo>
                <a:lnTo>
                  <a:pt x="8601" y="6676"/>
                </a:lnTo>
                <a:lnTo>
                  <a:pt x="8601" y="6376"/>
                </a:lnTo>
                <a:lnTo>
                  <a:pt x="8580" y="5756"/>
                </a:lnTo>
                <a:lnTo>
                  <a:pt x="8559" y="5478"/>
                </a:lnTo>
                <a:lnTo>
                  <a:pt x="8516" y="5135"/>
                </a:lnTo>
                <a:lnTo>
                  <a:pt x="8516" y="4964"/>
                </a:lnTo>
                <a:lnTo>
                  <a:pt x="8516" y="4814"/>
                </a:lnTo>
                <a:lnTo>
                  <a:pt x="8559" y="4686"/>
                </a:lnTo>
                <a:lnTo>
                  <a:pt x="8580" y="4622"/>
                </a:lnTo>
                <a:lnTo>
                  <a:pt x="8623" y="4579"/>
                </a:lnTo>
                <a:lnTo>
                  <a:pt x="8687" y="4536"/>
                </a:lnTo>
                <a:lnTo>
                  <a:pt x="8773" y="4515"/>
                </a:lnTo>
                <a:lnTo>
                  <a:pt x="8858" y="4472"/>
                </a:lnTo>
                <a:lnTo>
                  <a:pt x="8922" y="4408"/>
                </a:lnTo>
                <a:lnTo>
                  <a:pt x="8944" y="4365"/>
                </a:lnTo>
                <a:lnTo>
                  <a:pt x="8944" y="4322"/>
                </a:lnTo>
                <a:lnTo>
                  <a:pt x="8922" y="4237"/>
                </a:lnTo>
                <a:lnTo>
                  <a:pt x="8880" y="4173"/>
                </a:lnTo>
                <a:lnTo>
                  <a:pt x="8858" y="4066"/>
                </a:lnTo>
                <a:lnTo>
                  <a:pt x="8837" y="3638"/>
                </a:lnTo>
                <a:lnTo>
                  <a:pt x="8815" y="3188"/>
                </a:lnTo>
                <a:lnTo>
                  <a:pt x="8773" y="2739"/>
                </a:lnTo>
                <a:lnTo>
                  <a:pt x="8730" y="2311"/>
                </a:lnTo>
                <a:lnTo>
                  <a:pt x="8666" y="2012"/>
                </a:lnTo>
                <a:lnTo>
                  <a:pt x="8623" y="1840"/>
                </a:lnTo>
                <a:lnTo>
                  <a:pt x="8580" y="1691"/>
                </a:lnTo>
                <a:lnTo>
                  <a:pt x="8516" y="1541"/>
                </a:lnTo>
                <a:lnTo>
                  <a:pt x="8430" y="1412"/>
                </a:lnTo>
                <a:lnTo>
                  <a:pt x="8323" y="1305"/>
                </a:lnTo>
                <a:lnTo>
                  <a:pt x="8195" y="1241"/>
                </a:lnTo>
                <a:lnTo>
                  <a:pt x="8088" y="1220"/>
                </a:lnTo>
                <a:lnTo>
                  <a:pt x="7981" y="1198"/>
                </a:lnTo>
                <a:lnTo>
                  <a:pt x="7767" y="1220"/>
                </a:lnTo>
                <a:lnTo>
                  <a:pt x="7532" y="1220"/>
                </a:lnTo>
                <a:lnTo>
                  <a:pt x="7318" y="1241"/>
                </a:lnTo>
                <a:lnTo>
                  <a:pt x="6911" y="1241"/>
                </a:lnTo>
                <a:lnTo>
                  <a:pt x="6526" y="1263"/>
                </a:lnTo>
                <a:lnTo>
                  <a:pt x="6355" y="1284"/>
                </a:lnTo>
                <a:lnTo>
                  <a:pt x="6269" y="1284"/>
                </a:lnTo>
                <a:lnTo>
                  <a:pt x="6205" y="1263"/>
                </a:lnTo>
                <a:lnTo>
                  <a:pt x="6184" y="1241"/>
                </a:lnTo>
                <a:lnTo>
                  <a:pt x="6162" y="1177"/>
                </a:lnTo>
                <a:lnTo>
                  <a:pt x="6162" y="1049"/>
                </a:lnTo>
                <a:lnTo>
                  <a:pt x="6162" y="835"/>
                </a:lnTo>
                <a:lnTo>
                  <a:pt x="6162" y="664"/>
                </a:lnTo>
                <a:lnTo>
                  <a:pt x="6141" y="471"/>
                </a:lnTo>
                <a:lnTo>
                  <a:pt x="6098" y="300"/>
                </a:lnTo>
                <a:lnTo>
                  <a:pt x="6055" y="236"/>
                </a:lnTo>
                <a:lnTo>
                  <a:pt x="5991" y="150"/>
                </a:lnTo>
                <a:lnTo>
                  <a:pt x="5927" y="107"/>
                </a:lnTo>
                <a:lnTo>
                  <a:pt x="5863" y="65"/>
                </a:lnTo>
                <a:lnTo>
                  <a:pt x="5713" y="22"/>
                </a:lnTo>
                <a:lnTo>
                  <a:pt x="5520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7"/>
          <p:cNvSpPr/>
          <p:nvPr/>
        </p:nvSpPr>
        <p:spPr>
          <a:xfrm>
            <a:off x="7294350" y="2632288"/>
            <a:ext cx="590400" cy="3936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7"/>
          <p:cNvSpPr/>
          <p:nvPr/>
        </p:nvSpPr>
        <p:spPr>
          <a:xfrm>
            <a:off x="7458500" y="2087288"/>
            <a:ext cx="486900" cy="3936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7"/>
          <p:cNvSpPr/>
          <p:nvPr/>
        </p:nvSpPr>
        <p:spPr>
          <a:xfrm>
            <a:off x="6896050" y="1955863"/>
            <a:ext cx="486900" cy="3936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2324050" y="2552100"/>
            <a:ext cx="660300" cy="4980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2428260" y="1996200"/>
            <a:ext cx="486900" cy="4980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1800173" y="1913723"/>
            <a:ext cx="548700" cy="4980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4346138" y="1969675"/>
            <a:ext cx="1118400" cy="1050000"/>
          </a:xfrm>
          <a:prstGeom prst="ellipse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1644113" y="2491475"/>
            <a:ext cx="548700" cy="4980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3526375" y="3379788"/>
            <a:ext cx="1118400" cy="10500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7148725" y="594088"/>
            <a:ext cx="1118400" cy="105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5765050" y="594088"/>
            <a:ext cx="1118400" cy="105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7"/>
          <p:cNvSpPr/>
          <p:nvPr/>
        </p:nvSpPr>
        <p:spPr>
          <a:xfrm>
            <a:off x="4346138" y="594100"/>
            <a:ext cx="1118400" cy="105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2949163" y="594113"/>
            <a:ext cx="1118400" cy="105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1552200" y="594113"/>
            <a:ext cx="1118400" cy="105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7"/>
          <p:cNvSpPr txBox="1"/>
          <p:nvPr>
            <p:ph idx="12" type="sldNum"/>
          </p:nvPr>
        </p:nvSpPr>
        <p:spPr>
          <a:xfrm>
            <a:off x="7899350" y="409842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1" name="Google Shape;151;p17"/>
          <p:cNvSpPr/>
          <p:nvPr/>
        </p:nvSpPr>
        <p:spPr>
          <a:xfrm>
            <a:off x="1682743" y="789832"/>
            <a:ext cx="548681" cy="470285"/>
          </a:xfrm>
          <a:custGeom>
            <a:rect b="b" l="l" r="r" t="t"/>
            <a:pathLst>
              <a:path extrusionOk="0" h="16571" w="18956">
                <a:moveTo>
                  <a:pt x="9222" y="2604"/>
                </a:moveTo>
                <a:lnTo>
                  <a:pt x="9149" y="2628"/>
                </a:lnTo>
                <a:lnTo>
                  <a:pt x="9028" y="2701"/>
                </a:lnTo>
                <a:lnTo>
                  <a:pt x="8809" y="2896"/>
                </a:lnTo>
                <a:lnTo>
                  <a:pt x="8517" y="3139"/>
                </a:lnTo>
                <a:lnTo>
                  <a:pt x="8249" y="3358"/>
                </a:lnTo>
                <a:lnTo>
                  <a:pt x="7957" y="3577"/>
                </a:lnTo>
                <a:lnTo>
                  <a:pt x="7665" y="3821"/>
                </a:lnTo>
                <a:lnTo>
                  <a:pt x="6619" y="4818"/>
                </a:lnTo>
                <a:lnTo>
                  <a:pt x="5573" y="5816"/>
                </a:lnTo>
                <a:lnTo>
                  <a:pt x="5256" y="6181"/>
                </a:lnTo>
                <a:lnTo>
                  <a:pt x="4964" y="6546"/>
                </a:lnTo>
                <a:lnTo>
                  <a:pt x="4380" y="7325"/>
                </a:lnTo>
                <a:lnTo>
                  <a:pt x="4210" y="7495"/>
                </a:lnTo>
                <a:lnTo>
                  <a:pt x="3942" y="7763"/>
                </a:lnTo>
                <a:lnTo>
                  <a:pt x="3821" y="7909"/>
                </a:lnTo>
                <a:lnTo>
                  <a:pt x="3723" y="8055"/>
                </a:lnTo>
                <a:lnTo>
                  <a:pt x="3675" y="8176"/>
                </a:lnTo>
                <a:lnTo>
                  <a:pt x="3675" y="8225"/>
                </a:lnTo>
                <a:lnTo>
                  <a:pt x="3699" y="8274"/>
                </a:lnTo>
                <a:lnTo>
                  <a:pt x="3796" y="8347"/>
                </a:lnTo>
                <a:lnTo>
                  <a:pt x="3918" y="8347"/>
                </a:lnTo>
                <a:lnTo>
                  <a:pt x="4040" y="8322"/>
                </a:lnTo>
                <a:lnTo>
                  <a:pt x="4186" y="8249"/>
                </a:lnTo>
                <a:lnTo>
                  <a:pt x="4332" y="8128"/>
                </a:lnTo>
                <a:lnTo>
                  <a:pt x="4478" y="8006"/>
                </a:lnTo>
                <a:lnTo>
                  <a:pt x="4794" y="7665"/>
                </a:lnTo>
                <a:lnTo>
                  <a:pt x="5086" y="7300"/>
                </a:lnTo>
                <a:lnTo>
                  <a:pt x="5354" y="6935"/>
                </a:lnTo>
                <a:lnTo>
                  <a:pt x="5694" y="6473"/>
                </a:lnTo>
                <a:lnTo>
                  <a:pt x="6108" y="6035"/>
                </a:lnTo>
                <a:lnTo>
                  <a:pt x="6521" y="5621"/>
                </a:lnTo>
                <a:lnTo>
                  <a:pt x="7422" y="4818"/>
                </a:lnTo>
                <a:lnTo>
                  <a:pt x="7860" y="4380"/>
                </a:lnTo>
                <a:lnTo>
                  <a:pt x="8322" y="3967"/>
                </a:lnTo>
                <a:lnTo>
                  <a:pt x="8663" y="3699"/>
                </a:lnTo>
                <a:lnTo>
                  <a:pt x="9003" y="3456"/>
                </a:lnTo>
                <a:lnTo>
                  <a:pt x="9174" y="3285"/>
                </a:lnTo>
                <a:lnTo>
                  <a:pt x="9295" y="3139"/>
                </a:lnTo>
                <a:lnTo>
                  <a:pt x="9320" y="3139"/>
                </a:lnTo>
                <a:lnTo>
                  <a:pt x="9466" y="3285"/>
                </a:lnTo>
                <a:lnTo>
                  <a:pt x="10366" y="4113"/>
                </a:lnTo>
                <a:lnTo>
                  <a:pt x="11169" y="4916"/>
                </a:lnTo>
                <a:lnTo>
                  <a:pt x="11558" y="5329"/>
                </a:lnTo>
                <a:lnTo>
                  <a:pt x="11923" y="5767"/>
                </a:lnTo>
                <a:lnTo>
                  <a:pt x="12264" y="6181"/>
                </a:lnTo>
                <a:lnTo>
                  <a:pt x="12605" y="6643"/>
                </a:lnTo>
                <a:lnTo>
                  <a:pt x="12945" y="7057"/>
                </a:lnTo>
                <a:lnTo>
                  <a:pt x="13116" y="7276"/>
                </a:lnTo>
                <a:lnTo>
                  <a:pt x="13310" y="7471"/>
                </a:lnTo>
                <a:lnTo>
                  <a:pt x="13675" y="7787"/>
                </a:lnTo>
                <a:lnTo>
                  <a:pt x="14040" y="8079"/>
                </a:lnTo>
                <a:lnTo>
                  <a:pt x="14308" y="8322"/>
                </a:lnTo>
                <a:lnTo>
                  <a:pt x="14429" y="8420"/>
                </a:lnTo>
                <a:lnTo>
                  <a:pt x="14502" y="8444"/>
                </a:lnTo>
                <a:lnTo>
                  <a:pt x="14600" y="8493"/>
                </a:lnTo>
                <a:lnTo>
                  <a:pt x="14697" y="8493"/>
                </a:lnTo>
                <a:lnTo>
                  <a:pt x="14770" y="8444"/>
                </a:lnTo>
                <a:lnTo>
                  <a:pt x="14843" y="8371"/>
                </a:lnTo>
                <a:lnTo>
                  <a:pt x="14867" y="8274"/>
                </a:lnTo>
                <a:lnTo>
                  <a:pt x="14867" y="8201"/>
                </a:lnTo>
                <a:lnTo>
                  <a:pt x="14843" y="8103"/>
                </a:lnTo>
                <a:lnTo>
                  <a:pt x="14746" y="7957"/>
                </a:lnTo>
                <a:lnTo>
                  <a:pt x="14648" y="7811"/>
                </a:lnTo>
                <a:lnTo>
                  <a:pt x="14502" y="7690"/>
                </a:lnTo>
                <a:lnTo>
                  <a:pt x="14186" y="7446"/>
                </a:lnTo>
                <a:lnTo>
                  <a:pt x="13894" y="7252"/>
                </a:lnTo>
                <a:lnTo>
                  <a:pt x="13675" y="7057"/>
                </a:lnTo>
                <a:lnTo>
                  <a:pt x="13481" y="6862"/>
                </a:lnTo>
                <a:lnTo>
                  <a:pt x="13116" y="6424"/>
                </a:lnTo>
                <a:lnTo>
                  <a:pt x="12434" y="5500"/>
                </a:lnTo>
                <a:lnTo>
                  <a:pt x="12045" y="5037"/>
                </a:lnTo>
                <a:lnTo>
                  <a:pt x="11607" y="4599"/>
                </a:lnTo>
                <a:lnTo>
                  <a:pt x="11169" y="4161"/>
                </a:lnTo>
                <a:lnTo>
                  <a:pt x="10731" y="3723"/>
                </a:lnTo>
                <a:lnTo>
                  <a:pt x="10293" y="3334"/>
                </a:lnTo>
                <a:lnTo>
                  <a:pt x="9806" y="2920"/>
                </a:lnTo>
                <a:lnTo>
                  <a:pt x="9660" y="2799"/>
                </a:lnTo>
                <a:lnTo>
                  <a:pt x="9514" y="2726"/>
                </a:lnTo>
                <a:lnTo>
                  <a:pt x="9417" y="2628"/>
                </a:lnTo>
                <a:lnTo>
                  <a:pt x="9368" y="2604"/>
                </a:lnTo>
                <a:close/>
                <a:moveTo>
                  <a:pt x="9271" y="8979"/>
                </a:moveTo>
                <a:lnTo>
                  <a:pt x="9247" y="9125"/>
                </a:lnTo>
                <a:lnTo>
                  <a:pt x="9271" y="9271"/>
                </a:lnTo>
                <a:lnTo>
                  <a:pt x="9295" y="9563"/>
                </a:lnTo>
                <a:lnTo>
                  <a:pt x="8517" y="9563"/>
                </a:lnTo>
                <a:lnTo>
                  <a:pt x="8298" y="9587"/>
                </a:lnTo>
                <a:lnTo>
                  <a:pt x="8176" y="9612"/>
                </a:lnTo>
                <a:lnTo>
                  <a:pt x="8054" y="9636"/>
                </a:lnTo>
                <a:lnTo>
                  <a:pt x="8054" y="9466"/>
                </a:lnTo>
                <a:lnTo>
                  <a:pt x="8054" y="9320"/>
                </a:lnTo>
                <a:lnTo>
                  <a:pt x="8006" y="9174"/>
                </a:lnTo>
                <a:lnTo>
                  <a:pt x="7957" y="9028"/>
                </a:lnTo>
                <a:lnTo>
                  <a:pt x="8614" y="9028"/>
                </a:lnTo>
                <a:lnTo>
                  <a:pt x="9271" y="8979"/>
                </a:lnTo>
                <a:close/>
                <a:moveTo>
                  <a:pt x="10317" y="8979"/>
                </a:moveTo>
                <a:lnTo>
                  <a:pt x="10682" y="9028"/>
                </a:lnTo>
                <a:lnTo>
                  <a:pt x="11047" y="9052"/>
                </a:lnTo>
                <a:lnTo>
                  <a:pt x="11047" y="9344"/>
                </a:lnTo>
                <a:lnTo>
                  <a:pt x="11047" y="9636"/>
                </a:lnTo>
                <a:lnTo>
                  <a:pt x="10731" y="9612"/>
                </a:lnTo>
                <a:lnTo>
                  <a:pt x="9685" y="9587"/>
                </a:lnTo>
                <a:lnTo>
                  <a:pt x="9636" y="9271"/>
                </a:lnTo>
                <a:lnTo>
                  <a:pt x="9612" y="9125"/>
                </a:lnTo>
                <a:lnTo>
                  <a:pt x="9563" y="8979"/>
                </a:lnTo>
                <a:close/>
                <a:moveTo>
                  <a:pt x="8054" y="10001"/>
                </a:moveTo>
                <a:lnTo>
                  <a:pt x="8176" y="10025"/>
                </a:lnTo>
                <a:lnTo>
                  <a:pt x="8930" y="10025"/>
                </a:lnTo>
                <a:lnTo>
                  <a:pt x="9320" y="10050"/>
                </a:lnTo>
                <a:lnTo>
                  <a:pt x="9295" y="10707"/>
                </a:lnTo>
                <a:lnTo>
                  <a:pt x="8638" y="10634"/>
                </a:lnTo>
                <a:lnTo>
                  <a:pt x="8298" y="10634"/>
                </a:lnTo>
                <a:lnTo>
                  <a:pt x="8006" y="10658"/>
                </a:lnTo>
                <a:lnTo>
                  <a:pt x="8030" y="10342"/>
                </a:lnTo>
                <a:lnTo>
                  <a:pt x="8054" y="10001"/>
                </a:lnTo>
                <a:close/>
                <a:moveTo>
                  <a:pt x="9709" y="10074"/>
                </a:moveTo>
                <a:lnTo>
                  <a:pt x="10366" y="10147"/>
                </a:lnTo>
                <a:lnTo>
                  <a:pt x="10901" y="10147"/>
                </a:lnTo>
                <a:lnTo>
                  <a:pt x="11047" y="10123"/>
                </a:lnTo>
                <a:lnTo>
                  <a:pt x="11047" y="10123"/>
                </a:lnTo>
                <a:lnTo>
                  <a:pt x="11023" y="10390"/>
                </a:lnTo>
                <a:lnTo>
                  <a:pt x="10974" y="10634"/>
                </a:lnTo>
                <a:lnTo>
                  <a:pt x="10755" y="10707"/>
                </a:lnTo>
                <a:lnTo>
                  <a:pt x="10536" y="10731"/>
                </a:lnTo>
                <a:lnTo>
                  <a:pt x="10123" y="10755"/>
                </a:lnTo>
                <a:lnTo>
                  <a:pt x="9685" y="10755"/>
                </a:lnTo>
                <a:lnTo>
                  <a:pt x="9685" y="10707"/>
                </a:lnTo>
                <a:lnTo>
                  <a:pt x="9709" y="10390"/>
                </a:lnTo>
                <a:lnTo>
                  <a:pt x="9709" y="10074"/>
                </a:lnTo>
                <a:close/>
                <a:moveTo>
                  <a:pt x="8955" y="8468"/>
                </a:moveTo>
                <a:lnTo>
                  <a:pt x="8541" y="8493"/>
                </a:lnTo>
                <a:lnTo>
                  <a:pt x="8346" y="8517"/>
                </a:lnTo>
                <a:lnTo>
                  <a:pt x="8152" y="8566"/>
                </a:lnTo>
                <a:lnTo>
                  <a:pt x="7957" y="8614"/>
                </a:lnTo>
                <a:lnTo>
                  <a:pt x="7762" y="8687"/>
                </a:lnTo>
                <a:lnTo>
                  <a:pt x="7738" y="8736"/>
                </a:lnTo>
                <a:lnTo>
                  <a:pt x="7714" y="8760"/>
                </a:lnTo>
                <a:lnTo>
                  <a:pt x="7689" y="8833"/>
                </a:lnTo>
                <a:lnTo>
                  <a:pt x="7641" y="8882"/>
                </a:lnTo>
                <a:lnTo>
                  <a:pt x="7592" y="8906"/>
                </a:lnTo>
                <a:lnTo>
                  <a:pt x="7568" y="8979"/>
                </a:lnTo>
                <a:lnTo>
                  <a:pt x="7568" y="9028"/>
                </a:lnTo>
                <a:lnTo>
                  <a:pt x="7616" y="9247"/>
                </a:lnTo>
                <a:lnTo>
                  <a:pt x="7616" y="9490"/>
                </a:lnTo>
                <a:lnTo>
                  <a:pt x="7592" y="9709"/>
                </a:lnTo>
                <a:lnTo>
                  <a:pt x="7568" y="9952"/>
                </a:lnTo>
                <a:lnTo>
                  <a:pt x="7495" y="10415"/>
                </a:lnTo>
                <a:lnTo>
                  <a:pt x="7495" y="10634"/>
                </a:lnTo>
                <a:lnTo>
                  <a:pt x="7519" y="10877"/>
                </a:lnTo>
                <a:lnTo>
                  <a:pt x="7519" y="10926"/>
                </a:lnTo>
                <a:lnTo>
                  <a:pt x="7568" y="10974"/>
                </a:lnTo>
                <a:lnTo>
                  <a:pt x="7641" y="11023"/>
                </a:lnTo>
                <a:lnTo>
                  <a:pt x="7762" y="11047"/>
                </a:lnTo>
                <a:lnTo>
                  <a:pt x="7860" y="10999"/>
                </a:lnTo>
                <a:lnTo>
                  <a:pt x="8079" y="11072"/>
                </a:lnTo>
                <a:lnTo>
                  <a:pt x="8298" y="11120"/>
                </a:lnTo>
                <a:lnTo>
                  <a:pt x="8784" y="11169"/>
                </a:lnTo>
                <a:lnTo>
                  <a:pt x="9733" y="11218"/>
                </a:lnTo>
                <a:lnTo>
                  <a:pt x="10123" y="11242"/>
                </a:lnTo>
                <a:lnTo>
                  <a:pt x="10561" y="11218"/>
                </a:lnTo>
                <a:lnTo>
                  <a:pt x="10780" y="11193"/>
                </a:lnTo>
                <a:lnTo>
                  <a:pt x="10999" y="11145"/>
                </a:lnTo>
                <a:lnTo>
                  <a:pt x="11169" y="11072"/>
                </a:lnTo>
                <a:lnTo>
                  <a:pt x="11339" y="10950"/>
                </a:lnTo>
                <a:lnTo>
                  <a:pt x="11388" y="10877"/>
                </a:lnTo>
                <a:lnTo>
                  <a:pt x="11388" y="10828"/>
                </a:lnTo>
                <a:lnTo>
                  <a:pt x="11412" y="10804"/>
                </a:lnTo>
                <a:lnTo>
                  <a:pt x="11461" y="10561"/>
                </a:lnTo>
                <a:lnTo>
                  <a:pt x="11510" y="10293"/>
                </a:lnTo>
                <a:lnTo>
                  <a:pt x="11510" y="10025"/>
                </a:lnTo>
                <a:lnTo>
                  <a:pt x="11510" y="9782"/>
                </a:lnTo>
                <a:lnTo>
                  <a:pt x="11510" y="9223"/>
                </a:lnTo>
                <a:lnTo>
                  <a:pt x="11485" y="8931"/>
                </a:lnTo>
                <a:lnTo>
                  <a:pt x="11437" y="8663"/>
                </a:lnTo>
                <a:lnTo>
                  <a:pt x="11412" y="8614"/>
                </a:lnTo>
                <a:lnTo>
                  <a:pt x="11364" y="8590"/>
                </a:lnTo>
                <a:lnTo>
                  <a:pt x="11315" y="8566"/>
                </a:lnTo>
                <a:lnTo>
                  <a:pt x="11218" y="8566"/>
                </a:lnTo>
                <a:lnTo>
                  <a:pt x="10755" y="8493"/>
                </a:lnTo>
                <a:lnTo>
                  <a:pt x="10293" y="8468"/>
                </a:lnTo>
                <a:close/>
                <a:moveTo>
                  <a:pt x="10244" y="12556"/>
                </a:moveTo>
                <a:lnTo>
                  <a:pt x="10390" y="12678"/>
                </a:lnTo>
                <a:lnTo>
                  <a:pt x="10536" y="12799"/>
                </a:lnTo>
                <a:lnTo>
                  <a:pt x="10634" y="12970"/>
                </a:lnTo>
                <a:lnTo>
                  <a:pt x="10415" y="13018"/>
                </a:lnTo>
                <a:lnTo>
                  <a:pt x="10342" y="12775"/>
                </a:lnTo>
                <a:lnTo>
                  <a:pt x="10244" y="12556"/>
                </a:lnTo>
                <a:close/>
                <a:moveTo>
                  <a:pt x="10828" y="13359"/>
                </a:moveTo>
                <a:lnTo>
                  <a:pt x="10901" y="13578"/>
                </a:lnTo>
                <a:lnTo>
                  <a:pt x="10707" y="13675"/>
                </a:lnTo>
                <a:lnTo>
                  <a:pt x="10536" y="13797"/>
                </a:lnTo>
                <a:lnTo>
                  <a:pt x="10536" y="13773"/>
                </a:lnTo>
                <a:lnTo>
                  <a:pt x="10488" y="13383"/>
                </a:lnTo>
                <a:lnTo>
                  <a:pt x="10512" y="13359"/>
                </a:lnTo>
                <a:close/>
                <a:moveTo>
                  <a:pt x="10974" y="13919"/>
                </a:moveTo>
                <a:lnTo>
                  <a:pt x="11023" y="14332"/>
                </a:lnTo>
                <a:lnTo>
                  <a:pt x="10853" y="14381"/>
                </a:lnTo>
                <a:lnTo>
                  <a:pt x="10707" y="14430"/>
                </a:lnTo>
                <a:lnTo>
                  <a:pt x="10536" y="14478"/>
                </a:lnTo>
                <a:lnTo>
                  <a:pt x="10536" y="14113"/>
                </a:lnTo>
                <a:lnTo>
                  <a:pt x="10658" y="14065"/>
                </a:lnTo>
                <a:lnTo>
                  <a:pt x="10780" y="13992"/>
                </a:lnTo>
                <a:lnTo>
                  <a:pt x="10974" y="13919"/>
                </a:lnTo>
                <a:close/>
                <a:moveTo>
                  <a:pt x="11047" y="14722"/>
                </a:moveTo>
                <a:lnTo>
                  <a:pt x="11047" y="14941"/>
                </a:lnTo>
                <a:lnTo>
                  <a:pt x="10755" y="15038"/>
                </a:lnTo>
                <a:lnTo>
                  <a:pt x="10609" y="15087"/>
                </a:lnTo>
                <a:lnTo>
                  <a:pt x="10463" y="15160"/>
                </a:lnTo>
                <a:lnTo>
                  <a:pt x="10512" y="14819"/>
                </a:lnTo>
                <a:lnTo>
                  <a:pt x="10804" y="14746"/>
                </a:lnTo>
                <a:lnTo>
                  <a:pt x="11047" y="14722"/>
                </a:lnTo>
                <a:close/>
                <a:moveTo>
                  <a:pt x="11047" y="15306"/>
                </a:moveTo>
                <a:lnTo>
                  <a:pt x="11023" y="15573"/>
                </a:lnTo>
                <a:lnTo>
                  <a:pt x="11023" y="15671"/>
                </a:lnTo>
                <a:lnTo>
                  <a:pt x="10999" y="15671"/>
                </a:lnTo>
                <a:lnTo>
                  <a:pt x="10804" y="15719"/>
                </a:lnTo>
                <a:lnTo>
                  <a:pt x="10585" y="15792"/>
                </a:lnTo>
                <a:lnTo>
                  <a:pt x="10488" y="15841"/>
                </a:lnTo>
                <a:lnTo>
                  <a:pt x="10390" y="15890"/>
                </a:lnTo>
                <a:lnTo>
                  <a:pt x="10390" y="15890"/>
                </a:lnTo>
                <a:lnTo>
                  <a:pt x="10439" y="15427"/>
                </a:lnTo>
                <a:lnTo>
                  <a:pt x="10585" y="15427"/>
                </a:lnTo>
                <a:lnTo>
                  <a:pt x="10731" y="15403"/>
                </a:lnTo>
                <a:lnTo>
                  <a:pt x="11047" y="15306"/>
                </a:lnTo>
                <a:close/>
                <a:moveTo>
                  <a:pt x="9441" y="536"/>
                </a:moveTo>
                <a:lnTo>
                  <a:pt x="9612" y="804"/>
                </a:lnTo>
                <a:lnTo>
                  <a:pt x="9831" y="1023"/>
                </a:lnTo>
                <a:lnTo>
                  <a:pt x="10050" y="1242"/>
                </a:lnTo>
                <a:lnTo>
                  <a:pt x="10293" y="1460"/>
                </a:lnTo>
                <a:lnTo>
                  <a:pt x="10780" y="1825"/>
                </a:lnTo>
                <a:lnTo>
                  <a:pt x="11266" y="2215"/>
                </a:lnTo>
                <a:lnTo>
                  <a:pt x="11899" y="2750"/>
                </a:lnTo>
                <a:lnTo>
                  <a:pt x="12507" y="3334"/>
                </a:lnTo>
                <a:lnTo>
                  <a:pt x="13091" y="3942"/>
                </a:lnTo>
                <a:lnTo>
                  <a:pt x="13651" y="4575"/>
                </a:lnTo>
                <a:lnTo>
                  <a:pt x="14746" y="5792"/>
                </a:lnTo>
                <a:lnTo>
                  <a:pt x="15305" y="6376"/>
                </a:lnTo>
                <a:lnTo>
                  <a:pt x="15622" y="6668"/>
                </a:lnTo>
                <a:lnTo>
                  <a:pt x="15914" y="6935"/>
                </a:lnTo>
                <a:lnTo>
                  <a:pt x="16206" y="7179"/>
                </a:lnTo>
                <a:lnTo>
                  <a:pt x="16522" y="7398"/>
                </a:lnTo>
                <a:lnTo>
                  <a:pt x="17155" y="7884"/>
                </a:lnTo>
                <a:lnTo>
                  <a:pt x="17471" y="8128"/>
                </a:lnTo>
                <a:lnTo>
                  <a:pt x="17763" y="8371"/>
                </a:lnTo>
                <a:lnTo>
                  <a:pt x="18031" y="8639"/>
                </a:lnTo>
                <a:lnTo>
                  <a:pt x="18274" y="8931"/>
                </a:lnTo>
                <a:lnTo>
                  <a:pt x="17885" y="8955"/>
                </a:lnTo>
                <a:lnTo>
                  <a:pt x="16741" y="8955"/>
                </a:lnTo>
                <a:lnTo>
                  <a:pt x="16425" y="8931"/>
                </a:lnTo>
                <a:lnTo>
                  <a:pt x="16060" y="8931"/>
                </a:lnTo>
                <a:lnTo>
                  <a:pt x="15889" y="8955"/>
                </a:lnTo>
                <a:lnTo>
                  <a:pt x="15719" y="8979"/>
                </a:lnTo>
                <a:lnTo>
                  <a:pt x="15597" y="9052"/>
                </a:lnTo>
                <a:lnTo>
                  <a:pt x="15524" y="9125"/>
                </a:lnTo>
                <a:lnTo>
                  <a:pt x="15500" y="9174"/>
                </a:lnTo>
                <a:lnTo>
                  <a:pt x="15500" y="9223"/>
                </a:lnTo>
                <a:lnTo>
                  <a:pt x="15573" y="9296"/>
                </a:lnTo>
                <a:lnTo>
                  <a:pt x="15549" y="9369"/>
                </a:lnTo>
                <a:lnTo>
                  <a:pt x="15549" y="10317"/>
                </a:lnTo>
                <a:lnTo>
                  <a:pt x="15549" y="11266"/>
                </a:lnTo>
                <a:lnTo>
                  <a:pt x="15524" y="12215"/>
                </a:lnTo>
                <a:lnTo>
                  <a:pt x="15476" y="13164"/>
                </a:lnTo>
                <a:lnTo>
                  <a:pt x="15451" y="14065"/>
                </a:lnTo>
                <a:lnTo>
                  <a:pt x="15427" y="14989"/>
                </a:lnTo>
                <a:lnTo>
                  <a:pt x="15427" y="15427"/>
                </a:lnTo>
                <a:lnTo>
                  <a:pt x="15451" y="15646"/>
                </a:lnTo>
                <a:lnTo>
                  <a:pt x="15500" y="15890"/>
                </a:lnTo>
                <a:lnTo>
                  <a:pt x="15208" y="15938"/>
                </a:lnTo>
                <a:lnTo>
                  <a:pt x="14965" y="15987"/>
                </a:lnTo>
                <a:lnTo>
                  <a:pt x="14210" y="16060"/>
                </a:lnTo>
                <a:lnTo>
                  <a:pt x="12069" y="16060"/>
                </a:lnTo>
                <a:lnTo>
                  <a:pt x="11826" y="16036"/>
                </a:lnTo>
                <a:lnTo>
                  <a:pt x="11680" y="16011"/>
                </a:lnTo>
                <a:lnTo>
                  <a:pt x="11510" y="16011"/>
                </a:lnTo>
                <a:lnTo>
                  <a:pt x="11534" y="15744"/>
                </a:lnTo>
                <a:lnTo>
                  <a:pt x="11558" y="15500"/>
                </a:lnTo>
                <a:lnTo>
                  <a:pt x="11558" y="15135"/>
                </a:lnTo>
                <a:lnTo>
                  <a:pt x="11558" y="14795"/>
                </a:lnTo>
                <a:lnTo>
                  <a:pt x="11534" y="14454"/>
                </a:lnTo>
                <a:lnTo>
                  <a:pt x="11510" y="14113"/>
                </a:lnTo>
                <a:lnTo>
                  <a:pt x="11461" y="13821"/>
                </a:lnTo>
                <a:lnTo>
                  <a:pt x="11388" y="13505"/>
                </a:lnTo>
                <a:lnTo>
                  <a:pt x="11291" y="13213"/>
                </a:lnTo>
                <a:lnTo>
                  <a:pt x="11169" y="12921"/>
                </a:lnTo>
                <a:lnTo>
                  <a:pt x="11023" y="12629"/>
                </a:lnTo>
                <a:lnTo>
                  <a:pt x="10828" y="12410"/>
                </a:lnTo>
                <a:lnTo>
                  <a:pt x="10731" y="12288"/>
                </a:lnTo>
                <a:lnTo>
                  <a:pt x="10609" y="12191"/>
                </a:lnTo>
                <a:lnTo>
                  <a:pt x="10463" y="12118"/>
                </a:lnTo>
                <a:lnTo>
                  <a:pt x="10342" y="12045"/>
                </a:lnTo>
                <a:lnTo>
                  <a:pt x="10147" y="11972"/>
                </a:lnTo>
                <a:lnTo>
                  <a:pt x="9977" y="11948"/>
                </a:lnTo>
                <a:lnTo>
                  <a:pt x="9782" y="11923"/>
                </a:lnTo>
                <a:lnTo>
                  <a:pt x="9587" y="11923"/>
                </a:lnTo>
                <a:lnTo>
                  <a:pt x="9417" y="11948"/>
                </a:lnTo>
                <a:lnTo>
                  <a:pt x="9222" y="11996"/>
                </a:lnTo>
                <a:lnTo>
                  <a:pt x="9052" y="12045"/>
                </a:lnTo>
                <a:lnTo>
                  <a:pt x="8857" y="12118"/>
                </a:lnTo>
                <a:lnTo>
                  <a:pt x="8687" y="12215"/>
                </a:lnTo>
                <a:lnTo>
                  <a:pt x="8541" y="12313"/>
                </a:lnTo>
                <a:lnTo>
                  <a:pt x="8371" y="12434"/>
                </a:lnTo>
                <a:lnTo>
                  <a:pt x="8249" y="12580"/>
                </a:lnTo>
                <a:lnTo>
                  <a:pt x="8103" y="12702"/>
                </a:lnTo>
                <a:lnTo>
                  <a:pt x="7981" y="12848"/>
                </a:lnTo>
                <a:lnTo>
                  <a:pt x="7884" y="13018"/>
                </a:lnTo>
                <a:lnTo>
                  <a:pt x="7811" y="13164"/>
                </a:lnTo>
                <a:lnTo>
                  <a:pt x="7714" y="13383"/>
                </a:lnTo>
                <a:lnTo>
                  <a:pt x="7665" y="13578"/>
                </a:lnTo>
                <a:lnTo>
                  <a:pt x="7568" y="14016"/>
                </a:lnTo>
                <a:lnTo>
                  <a:pt x="7495" y="14454"/>
                </a:lnTo>
                <a:lnTo>
                  <a:pt x="7446" y="14892"/>
                </a:lnTo>
                <a:lnTo>
                  <a:pt x="7397" y="15281"/>
                </a:lnTo>
                <a:lnTo>
                  <a:pt x="7373" y="15525"/>
                </a:lnTo>
                <a:lnTo>
                  <a:pt x="7373" y="15768"/>
                </a:lnTo>
                <a:lnTo>
                  <a:pt x="6181" y="15768"/>
                </a:lnTo>
                <a:lnTo>
                  <a:pt x="5013" y="15817"/>
                </a:lnTo>
                <a:lnTo>
                  <a:pt x="4234" y="15817"/>
                </a:lnTo>
                <a:lnTo>
                  <a:pt x="3796" y="15841"/>
                </a:lnTo>
                <a:lnTo>
                  <a:pt x="3602" y="15865"/>
                </a:lnTo>
                <a:lnTo>
                  <a:pt x="3407" y="15914"/>
                </a:lnTo>
                <a:lnTo>
                  <a:pt x="3431" y="15598"/>
                </a:lnTo>
                <a:lnTo>
                  <a:pt x="3456" y="15281"/>
                </a:lnTo>
                <a:lnTo>
                  <a:pt x="3431" y="14965"/>
                </a:lnTo>
                <a:lnTo>
                  <a:pt x="3456" y="14673"/>
                </a:lnTo>
                <a:lnTo>
                  <a:pt x="3504" y="13651"/>
                </a:lnTo>
                <a:lnTo>
                  <a:pt x="3553" y="12605"/>
                </a:lnTo>
                <a:lnTo>
                  <a:pt x="3529" y="12191"/>
                </a:lnTo>
                <a:lnTo>
                  <a:pt x="3504" y="11777"/>
                </a:lnTo>
                <a:lnTo>
                  <a:pt x="3383" y="10950"/>
                </a:lnTo>
                <a:lnTo>
                  <a:pt x="3334" y="10512"/>
                </a:lnTo>
                <a:lnTo>
                  <a:pt x="3285" y="10098"/>
                </a:lnTo>
                <a:lnTo>
                  <a:pt x="3261" y="9685"/>
                </a:lnTo>
                <a:lnTo>
                  <a:pt x="3261" y="9271"/>
                </a:lnTo>
                <a:lnTo>
                  <a:pt x="3261" y="9247"/>
                </a:lnTo>
                <a:lnTo>
                  <a:pt x="3334" y="9198"/>
                </a:lnTo>
                <a:lnTo>
                  <a:pt x="3383" y="9125"/>
                </a:lnTo>
                <a:lnTo>
                  <a:pt x="3407" y="9028"/>
                </a:lnTo>
                <a:lnTo>
                  <a:pt x="3383" y="8931"/>
                </a:lnTo>
                <a:lnTo>
                  <a:pt x="3334" y="8833"/>
                </a:lnTo>
                <a:lnTo>
                  <a:pt x="3261" y="8760"/>
                </a:lnTo>
                <a:lnTo>
                  <a:pt x="3164" y="8736"/>
                </a:lnTo>
                <a:lnTo>
                  <a:pt x="3042" y="8736"/>
                </a:lnTo>
                <a:lnTo>
                  <a:pt x="2774" y="8760"/>
                </a:lnTo>
                <a:lnTo>
                  <a:pt x="2507" y="8785"/>
                </a:lnTo>
                <a:lnTo>
                  <a:pt x="1947" y="8809"/>
                </a:lnTo>
                <a:lnTo>
                  <a:pt x="1412" y="8785"/>
                </a:lnTo>
                <a:lnTo>
                  <a:pt x="876" y="8785"/>
                </a:lnTo>
                <a:lnTo>
                  <a:pt x="1850" y="7982"/>
                </a:lnTo>
                <a:lnTo>
                  <a:pt x="2336" y="7544"/>
                </a:lnTo>
                <a:lnTo>
                  <a:pt x="2799" y="7106"/>
                </a:lnTo>
                <a:lnTo>
                  <a:pt x="4040" y="5792"/>
                </a:lnTo>
                <a:lnTo>
                  <a:pt x="4648" y="5135"/>
                </a:lnTo>
                <a:lnTo>
                  <a:pt x="5256" y="4502"/>
                </a:lnTo>
                <a:lnTo>
                  <a:pt x="6546" y="3237"/>
                </a:lnTo>
                <a:lnTo>
                  <a:pt x="7835" y="1971"/>
                </a:lnTo>
                <a:lnTo>
                  <a:pt x="8371" y="1485"/>
                </a:lnTo>
                <a:lnTo>
                  <a:pt x="8906" y="998"/>
                </a:lnTo>
                <a:lnTo>
                  <a:pt x="9247" y="706"/>
                </a:lnTo>
                <a:lnTo>
                  <a:pt x="9368" y="609"/>
                </a:lnTo>
                <a:lnTo>
                  <a:pt x="9417" y="560"/>
                </a:lnTo>
                <a:lnTo>
                  <a:pt x="9441" y="560"/>
                </a:lnTo>
                <a:lnTo>
                  <a:pt x="9441" y="536"/>
                </a:lnTo>
                <a:close/>
                <a:moveTo>
                  <a:pt x="9198" y="1"/>
                </a:moveTo>
                <a:lnTo>
                  <a:pt x="9125" y="25"/>
                </a:lnTo>
                <a:lnTo>
                  <a:pt x="8979" y="122"/>
                </a:lnTo>
                <a:lnTo>
                  <a:pt x="8736" y="341"/>
                </a:lnTo>
                <a:lnTo>
                  <a:pt x="7884" y="1120"/>
                </a:lnTo>
                <a:lnTo>
                  <a:pt x="7227" y="1752"/>
                </a:lnTo>
                <a:lnTo>
                  <a:pt x="6546" y="2385"/>
                </a:lnTo>
                <a:lnTo>
                  <a:pt x="5232" y="3675"/>
                </a:lnTo>
                <a:lnTo>
                  <a:pt x="4551" y="4356"/>
                </a:lnTo>
                <a:lnTo>
                  <a:pt x="3918" y="5037"/>
                </a:lnTo>
                <a:lnTo>
                  <a:pt x="2628" y="6424"/>
                </a:lnTo>
                <a:lnTo>
                  <a:pt x="2020" y="7033"/>
                </a:lnTo>
                <a:lnTo>
                  <a:pt x="1704" y="7325"/>
                </a:lnTo>
                <a:lnTo>
                  <a:pt x="1387" y="7617"/>
                </a:lnTo>
                <a:lnTo>
                  <a:pt x="706" y="8176"/>
                </a:lnTo>
                <a:lnTo>
                  <a:pt x="365" y="8493"/>
                </a:lnTo>
                <a:lnTo>
                  <a:pt x="73" y="8833"/>
                </a:lnTo>
                <a:lnTo>
                  <a:pt x="25" y="8931"/>
                </a:lnTo>
                <a:lnTo>
                  <a:pt x="0" y="9028"/>
                </a:lnTo>
                <a:lnTo>
                  <a:pt x="25" y="9101"/>
                </a:lnTo>
                <a:lnTo>
                  <a:pt x="73" y="9174"/>
                </a:lnTo>
                <a:lnTo>
                  <a:pt x="146" y="9223"/>
                </a:lnTo>
                <a:lnTo>
                  <a:pt x="244" y="9247"/>
                </a:lnTo>
                <a:lnTo>
                  <a:pt x="317" y="9223"/>
                </a:lnTo>
                <a:lnTo>
                  <a:pt x="414" y="9174"/>
                </a:lnTo>
                <a:lnTo>
                  <a:pt x="560" y="9247"/>
                </a:lnTo>
                <a:lnTo>
                  <a:pt x="706" y="9296"/>
                </a:lnTo>
                <a:lnTo>
                  <a:pt x="876" y="9320"/>
                </a:lnTo>
                <a:lnTo>
                  <a:pt x="1047" y="9344"/>
                </a:lnTo>
                <a:lnTo>
                  <a:pt x="2555" y="9344"/>
                </a:lnTo>
                <a:lnTo>
                  <a:pt x="2847" y="9320"/>
                </a:lnTo>
                <a:lnTo>
                  <a:pt x="2823" y="9490"/>
                </a:lnTo>
                <a:lnTo>
                  <a:pt x="2799" y="9636"/>
                </a:lnTo>
                <a:lnTo>
                  <a:pt x="2774" y="9952"/>
                </a:lnTo>
                <a:lnTo>
                  <a:pt x="2774" y="10269"/>
                </a:lnTo>
                <a:lnTo>
                  <a:pt x="2823" y="10585"/>
                </a:lnTo>
                <a:lnTo>
                  <a:pt x="2969" y="11510"/>
                </a:lnTo>
                <a:lnTo>
                  <a:pt x="2993" y="11972"/>
                </a:lnTo>
                <a:lnTo>
                  <a:pt x="3018" y="12434"/>
                </a:lnTo>
                <a:lnTo>
                  <a:pt x="3018" y="12970"/>
                </a:lnTo>
                <a:lnTo>
                  <a:pt x="2993" y="13481"/>
                </a:lnTo>
                <a:lnTo>
                  <a:pt x="2920" y="14503"/>
                </a:lnTo>
                <a:lnTo>
                  <a:pt x="2872" y="14892"/>
                </a:lnTo>
                <a:lnTo>
                  <a:pt x="2823" y="15330"/>
                </a:lnTo>
                <a:lnTo>
                  <a:pt x="2823" y="15549"/>
                </a:lnTo>
                <a:lnTo>
                  <a:pt x="2823" y="15768"/>
                </a:lnTo>
                <a:lnTo>
                  <a:pt x="2847" y="15963"/>
                </a:lnTo>
                <a:lnTo>
                  <a:pt x="2920" y="16133"/>
                </a:lnTo>
                <a:lnTo>
                  <a:pt x="2896" y="16157"/>
                </a:lnTo>
                <a:lnTo>
                  <a:pt x="2872" y="16230"/>
                </a:lnTo>
                <a:lnTo>
                  <a:pt x="2872" y="16303"/>
                </a:lnTo>
                <a:lnTo>
                  <a:pt x="2920" y="16352"/>
                </a:lnTo>
                <a:lnTo>
                  <a:pt x="2969" y="16401"/>
                </a:lnTo>
                <a:lnTo>
                  <a:pt x="3091" y="16449"/>
                </a:lnTo>
                <a:lnTo>
                  <a:pt x="3212" y="16474"/>
                </a:lnTo>
                <a:lnTo>
                  <a:pt x="3480" y="16474"/>
                </a:lnTo>
                <a:lnTo>
                  <a:pt x="3991" y="16425"/>
                </a:lnTo>
                <a:lnTo>
                  <a:pt x="4599" y="16401"/>
                </a:lnTo>
                <a:lnTo>
                  <a:pt x="5183" y="16401"/>
                </a:lnTo>
                <a:lnTo>
                  <a:pt x="6375" y="16425"/>
                </a:lnTo>
                <a:lnTo>
                  <a:pt x="6984" y="16401"/>
                </a:lnTo>
                <a:lnTo>
                  <a:pt x="7276" y="16376"/>
                </a:lnTo>
                <a:lnTo>
                  <a:pt x="7568" y="16328"/>
                </a:lnTo>
                <a:lnTo>
                  <a:pt x="7641" y="16303"/>
                </a:lnTo>
                <a:lnTo>
                  <a:pt x="7714" y="16255"/>
                </a:lnTo>
                <a:lnTo>
                  <a:pt x="7738" y="16206"/>
                </a:lnTo>
                <a:lnTo>
                  <a:pt x="7762" y="16157"/>
                </a:lnTo>
                <a:lnTo>
                  <a:pt x="7835" y="16084"/>
                </a:lnTo>
                <a:lnTo>
                  <a:pt x="7860" y="16011"/>
                </a:lnTo>
                <a:lnTo>
                  <a:pt x="7860" y="15354"/>
                </a:lnTo>
                <a:lnTo>
                  <a:pt x="7884" y="14989"/>
                </a:lnTo>
                <a:lnTo>
                  <a:pt x="7908" y="14649"/>
                </a:lnTo>
                <a:lnTo>
                  <a:pt x="7981" y="14284"/>
                </a:lnTo>
                <a:lnTo>
                  <a:pt x="8054" y="13943"/>
                </a:lnTo>
                <a:lnTo>
                  <a:pt x="8152" y="13627"/>
                </a:lnTo>
                <a:lnTo>
                  <a:pt x="8273" y="13310"/>
                </a:lnTo>
                <a:lnTo>
                  <a:pt x="8371" y="13164"/>
                </a:lnTo>
                <a:lnTo>
                  <a:pt x="8492" y="12994"/>
                </a:lnTo>
                <a:lnTo>
                  <a:pt x="8638" y="12848"/>
                </a:lnTo>
                <a:lnTo>
                  <a:pt x="8784" y="12726"/>
                </a:lnTo>
                <a:lnTo>
                  <a:pt x="8979" y="12629"/>
                </a:lnTo>
                <a:lnTo>
                  <a:pt x="9149" y="12532"/>
                </a:lnTo>
                <a:lnTo>
                  <a:pt x="9344" y="12483"/>
                </a:lnTo>
                <a:lnTo>
                  <a:pt x="9539" y="12434"/>
                </a:lnTo>
                <a:lnTo>
                  <a:pt x="9660" y="12580"/>
                </a:lnTo>
                <a:lnTo>
                  <a:pt x="9758" y="12726"/>
                </a:lnTo>
                <a:lnTo>
                  <a:pt x="9855" y="12872"/>
                </a:lnTo>
                <a:lnTo>
                  <a:pt x="9952" y="13043"/>
                </a:lnTo>
                <a:lnTo>
                  <a:pt x="10025" y="13335"/>
                </a:lnTo>
                <a:lnTo>
                  <a:pt x="10050" y="13627"/>
                </a:lnTo>
                <a:lnTo>
                  <a:pt x="10050" y="13919"/>
                </a:lnTo>
                <a:lnTo>
                  <a:pt x="10050" y="14211"/>
                </a:lnTo>
                <a:lnTo>
                  <a:pt x="10025" y="14697"/>
                </a:lnTo>
                <a:lnTo>
                  <a:pt x="9977" y="15208"/>
                </a:lnTo>
                <a:lnTo>
                  <a:pt x="9928" y="15695"/>
                </a:lnTo>
                <a:lnTo>
                  <a:pt x="9879" y="16206"/>
                </a:lnTo>
                <a:lnTo>
                  <a:pt x="9904" y="16303"/>
                </a:lnTo>
                <a:lnTo>
                  <a:pt x="9952" y="16376"/>
                </a:lnTo>
                <a:lnTo>
                  <a:pt x="10025" y="16425"/>
                </a:lnTo>
                <a:lnTo>
                  <a:pt x="10123" y="16449"/>
                </a:lnTo>
                <a:lnTo>
                  <a:pt x="10488" y="16498"/>
                </a:lnTo>
                <a:lnTo>
                  <a:pt x="10853" y="16522"/>
                </a:lnTo>
                <a:lnTo>
                  <a:pt x="11218" y="16522"/>
                </a:lnTo>
                <a:lnTo>
                  <a:pt x="11583" y="16498"/>
                </a:lnTo>
                <a:lnTo>
                  <a:pt x="11753" y="16522"/>
                </a:lnTo>
                <a:lnTo>
                  <a:pt x="11948" y="16547"/>
                </a:lnTo>
                <a:lnTo>
                  <a:pt x="12313" y="16547"/>
                </a:lnTo>
                <a:lnTo>
                  <a:pt x="13091" y="16571"/>
                </a:lnTo>
                <a:lnTo>
                  <a:pt x="14892" y="16571"/>
                </a:lnTo>
                <a:lnTo>
                  <a:pt x="15208" y="16547"/>
                </a:lnTo>
                <a:lnTo>
                  <a:pt x="15476" y="16474"/>
                </a:lnTo>
                <a:lnTo>
                  <a:pt x="15597" y="16425"/>
                </a:lnTo>
                <a:lnTo>
                  <a:pt x="15719" y="16376"/>
                </a:lnTo>
                <a:lnTo>
                  <a:pt x="15792" y="16303"/>
                </a:lnTo>
                <a:lnTo>
                  <a:pt x="15865" y="16230"/>
                </a:lnTo>
                <a:lnTo>
                  <a:pt x="15962" y="16206"/>
                </a:lnTo>
                <a:lnTo>
                  <a:pt x="16035" y="16157"/>
                </a:lnTo>
                <a:lnTo>
                  <a:pt x="16084" y="16060"/>
                </a:lnTo>
                <a:lnTo>
                  <a:pt x="16108" y="15963"/>
                </a:lnTo>
                <a:lnTo>
                  <a:pt x="16108" y="15841"/>
                </a:lnTo>
                <a:lnTo>
                  <a:pt x="16084" y="15719"/>
                </a:lnTo>
                <a:lnTo>
                  <a:pt x="16035" y="15476"/>
                </a:lnTo>
                <a:lnTo>
                  <a:pt x="16011" y="15111"/>
                </a:lnTo>
                <a:lnTo>
                  <a:pt x="16011" y="14746"/>
                </a:lnTo>
                <a:lnTo>
                  <a:pt x="16035" y="13846"/>
                </a:lnTo>
                <a:lnTo>
                  <a:pt x="16084" y="12945"/>
                </a:lnTo>
                <a:lnTo>
                  <a:pt x="16108" y="12069"/>
                </a:lnTo>
                <a:lnTo>
                  <a:pt x="16133" y="11193"/>
                </a:lnTo>
                <a:lnTo>
                  <a:pt x="16133" y="10755"/>
                </a:lnTo>
                <a:lnTo>
                  <a:pt x="16108" y="10317"/>
                </a:lnTo>
                <a:lnTo>
                  <a:pt x="16084" y="9879"/>
                </a:lnTo>
                <a:lnTo>
                  <a:pt x="16035" y="9466"/>
                </a:lnTo>
                <a:lnTo>
                  <a:pt x="16741" y="9466"/>
                </a:lnTo>
                <a:lnTo>
                  <a:pt x="17252" y="9490"/>
                </a:lnTo>
                <a:lnTo>
                  <a:pt x="17763" y="9490"/>
                </a:lnTo>
                <a:lnTo>
                  <a:pt x="18250" y="9466"/>
                </a:lnTo>
                <a:lnTo>
                  <a:pt x="18761" y="9417"/>
                </a:lnTo>
                <a:lnTo>
                  <a:pt x="18834" y="9393"/>
                </a:lnTo>
                <a:lnTo>
                  <a:pt x="18907" y="9344"/>
                </a:lnTo>
                <a:lnTo>
                  <a:pt x="18931" y="9296"/>
                </a:lnTo>
                <a:lnTo>
                  <a:pt x="18955" y="9223"/>
                </a:lnTo>
                <a:lnTo>
                  <a:pt x="18955" y="9150"/>
                </a:lnTo>
                <a:lnTo>
                  <a:pt x="18931" y="9077"/>
                </a:lnTo>
                <a:lnTo>
                  <a:pt x="18907" y="9028"/>
                </a:lnTo>
                <a:lnTo>
                  <a:pt x="18858" y="8955"/>
                </a:lnTo>
                <a:lnTo>
                  <a:pt x="18882" y="8858"/>
                </a:lnTo>
                <a:lnTo>
                  <a:pt x="18834" y="8760"/>
                </a:lnTo>
                <a:lnTo>
                  <a:pt x="18761" y="8639"/>
                </a:lnTo>
                <a:lnTo>
                  <a:pt x="18688" y="8517"/>
                </a:lnTo>
                <a:lnTo>
                  <a:pt x="18469" y="8298"/>
                </a:lnTo>
                <a:lnTo>
                  <a:pt x="18031" y="7909"/>
                </a:lnTo>
                <a:lnTo>
                  <a:pt x="17374" y="7373"/>
                </a:lnTo>
                <a:lnTo>
                  <a:pt x="16717" y="6862"/>
                </a:lnTo>
                <a:lnTo>
                  <a:pt x="16084" y="6327"/>
                </a:lnTo>
                <a:lnTo>
                  <a:pt x="15476" y="5767"/>
                </a:lnTo>
                <a:lnTo>
                  <a:pt x="14916" y="5159"/>
                </a:lnTo>
                <a:lnTo>
                  <a:pt x="14356" y="4551"/>
                </a:lnTo>
                <a:lnTo>
                  <a:pt x="13797" y="3918"/>
                </a:lnTo>
                <a:lnTo>
                  <a:pt x="13237" y="3334"/>
                </a:lnTo>
                <a:lnTo>
                  <a:pt x="12653" y="2726"/>
                </a:lnTo>
                <a:lnTo>
                  <a:pt x="12045" y="2166"/>
                </a:lnTo>
                <a:lnTo>
                  <a:pt x="11753" y="1923"/>
                </a:lnTo>
                <a:lnTo>
                  <a:pt x="11437" y="1679"/>
                </a:lnTo>
                <a:lnTo>
                  <a:pt x="10804" y="1193"/>
                </a:lnTo>
                <a:lnTo>
                  <a:pt x="10488" y="950"/>
                </a:lnTo>
                <a:lnTo>
                  <a:pt x="10196" y="682"/>
                </a:lnTo>
                <a:lnTo>
                  <a:pt x="9904" y="414"/>
                </a:lnTo>
                <a:lnTo>
                  <a:pt x="9660" y="98"/>
                </a:lnTo>
                <a:lnTo>
                  <a:pt x="9612" y="25"/>
                </a:lnTo>
                <a:lnTo>
                  <a:pt x="9539" y="1"/>
                </a:lnTo>
                <a:lnTo>
                  <a:pt x="9466" y="1"/>
                </a:lnTo>
                <a:lnTo>
                  <a:pt x="9393" y="25"/>
                </a:lnTo>
                <a:lnTo>
                  <a:pt x="9344" y="1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52" name="Google Shape;152;p17"/>
          <p:cNvSpPr/>
          <p:nvPr/>
        </p:nvSpPr>
        <p:spPr>
          <a:xfrm>
            <a:off x="2272868" y="978107"/>
            <a:ext cx="333722" cy="282025"/>
          </a:xfrm>
          <a:custGeom>
            <a:rect b="b" l="l" r="r" t="t"/>
            <a:pathLst>
              <a:path extrusionOk="0" h="16328" w="19321">
                <a:moveTo>
                  <a:pt x="15403" y="1996"/>
                </a:moveTo>
                <a:lnTo>
                  <a:pt x="15573" y="2215"/>
                </a:lnTo>
                <a:lnTo>
                  <a:pt x="15695" y="2458"/>
                </a:lnTo>
                <a:lnTo>
                  <a:pt x="15500" y="2531"/>
                </a:lnTo>
                <a:lnTo>
                  <a:pt x="15306" y="2629"/>
                </a:lnTo>
                <a:lnTo>
                  <a:pt x="14916" y="2799"/>
                </a:lnTo>
                <a:lnTo>
                  <a:pt x="14819" y="2483"/>
                </a:lnTo>
                <a:lnTo>
                  <a:pt x="14673" y="2215"/>
                </a:lnTo>
                <a:lnTo>
                  <a:pt x="14965" y="2118"/>
                </a:lnTo>
                <a:lnTo>
                  <a:pt x="15403" y="1996"/>
                </a:lnTo>
                <a:close/>
                <a:moveTo>
                  <a:pt x="15817" y="2702"/>
                </a:moveTo>
                <a:lnTo>
                  <a:pt x="16011" y="3140"/>
                </a:lnTo>
                <a:lnTo>
                  <a:pt x="15646" y="3286"/>
                </a:lnTo>
                <a:lnTo>
                  <a:pt x="15379" y="3407"/>
                </a:lnTo>
                <a:lnTo>
                  <a:pt x="15111" y="3553"/>
                </a:lnTo>
                <a:lnTo>
                  <a:pt x="14989" y="3042"/>
                </a:lnTo>
                <a:lnTo>
                  <a:pt x="15306" y="2921"/>
                </a:lnTo>
                <a:lnTo>
                  <a:pt x="15573" y="2823"/>
                </a:lnTo>
                <a:lnTo>
                  <a:pt x="15817" y="2702"/>
                </a:lnTo>
                <a:close/>
                <a:moveTo>
                  <a:pt x="16084" y="3286"/>
                </a:moveTo>
                <a:lnTo>
                  <a:pt x="16206" y="3602"/>
                </a:lnTo>
                <a:lnTo>
                  <a:pt x="15817" y="3772"/>
                </a:lnTo>
                <a:lnTo>
                  <a:pt x="15500" y="3894"/>
                </a:lnTo>
                <a:lnTo>
                  <a:pt x="15354" y="3943"/>
                </a:lnTo>
                <a:lnTo>
                  <a:pt x="15208" y="4040"/>
                </a:lnTo>
                <a:lnTo>
                  <a:pt x="15135" y="3699"/>
                </a:lnTo>
                <a:lnTo>
                  <a:pt x="15427" y="3578"/>
                </a:lnTo>
                <a:lnTo>
                  <a:pt x="15719" y="3456"/>
                </a:lnTo>
                <a:lnTo>
                  <a:pt x="16084" y="3286"/>
                </a:lnTo>
                <a:close/>
                <a:moveTo>
                  <a:pt x="16303" y="3894"/>
                </a:moveTo>
                <a:lnTo>
                  <a:pt x="16449" y="4283"/>
                </a:lnTo>
                <a:lnTo>
                  <a:pt x="16376" y="4259"/>
                </a:lnTo>
                <a:lnTo>
                  <a:pt x="16279" y="4259"/>
                </a:lnTo>
                <a:lnTo>
                  <a:pt x="16133" y="4308"/>
                </a:lnTo>
                <a:lnTo>
                  <a:pt x="15841" y="4454"/>
                </a:lnTo>
                <a:lnTo>
                  <a:pt x="15598" y="4575"/>
                </a:lnTo>
                <a:lnTo>
                  <a:pt x="15379" y="4697"/>
                </a:lnTo>
                <a:lnTo>
                  <a:pt x="15257" y="4259"/>
                </a:lnTo>
                <a:lnTo>
                  <a:pt x="15427" y="4210"/>
                </a:lnTo>
                <a:lnTo>
                  <a:pt x="15573" y="4162"/>
                </a:lnTo>
                <a:lnTo>
                  <a:pt x="15890" y="4040"/>
                </a:lnTo>
                <a:lnTo>
                  <a:pt x="16303" y="3894"/>
                </a:lnTo>
                <a:close/>
                <a:moveTo>
                  <a:pt x="16498" y="4405"/>
                </a:moveTo>
                <a:lnTo>
                  <a:pt x="16498" y="4454"/>
                </a:lnTo>
                <a:lnTo>
                  <a:pt x="16595" y="4721"/>
                </a:lnTo>
                <a:lnTo>
                  <a:pt x="16449" y="4770"/>
                </a:lnTo>
                <a:lnTo>
                  <a:pt x="16303" y="4819"/>
                </a:lnTo>
                <a:lnTo>
                  <a:pt x="16011" y="4965"/>
                </a:lnTo>
                <a:lnTo>
                  <a:pt x="15768" y="5086"/>
                </a:lnTo>
                <a:lnTo>
                  <a:pt x="15622" y="5184"/>
                </a:lnTo>
                <a:lnTo>
                  <a:pt x="15549" y="5232"/>
                </a:lnTo>
                <a:lnTo>
                  <a:pt x="15525" y="5305"/>
                </a:lnTo>
                <a:lnTo>
                  <a:pt x="15427" y="4892"/>
                </a:lnTo>
                <a:lnTo>
                  <a:pt x="15695" y="4819"/>
                </a:lnTo>
                <a:lnTo>
                  <a:pt x="15938" y="4721"/>
                </a:lnTo>
                <a:lnTo>
                  <a:pt x="16255" y="4624"/>
                </a:lnTo>
                <a:lnTo>
                  <a:pt x="16401" y="4527"/>
                </a:lnTo>
                <a:lnTo>
                  <a:pt x="16449" y="4478"/>
                </a:lnTo>
                <a:lnTo>
                  <a:pt x="16498" y="4405"/>
                </a:lnTo>
                <a:close/>
                <a:moveTo>
                  <a:pt x="16717" y="5062"/>
                </a:moveTo>
                <a:lnTo>
                  <a:pt x="16814" y="5305"/>
                </a:lnTo>
                <a:lnTo>
                  <a:pt x="16547" y="5403"/>
                </a:lnTo>
                <a:lnTo>
                  <a:pt x="16303" y="5524"/>
                </a:lnTo>
                <a:lnTo>
                  <a:pt x="15987" y="5670"/>
                </a:lnTo>
                <a:lnTo>
                  <a:pt x="15817" y="5743"/>
                </a:lnTo>
                <a:lnTo>
                  <a:pt x="15671" y="5816"/>
                </a:lnTo>
                <a:lnTo>
                  <a:pt x="15549" y="5354"/>
                </a:lnTo>
                <a:lnTo>
                  <a:pt x="15622" y="5403"/>
                </a:lnTo>
                <a:lnTo>
                  <a:pt x="15719" y="5427"/>
                </a:lnTo>
                <a:lnTo>
                  <a:pt x="15792" y="5403"/>
                </a:lnTo>
                <a:lnTo>
                  <a:pt x="15890" y="5378"/>
                </a:lnTo>
                <a:lnTo>
                  <a:pt x="16084" y="5305"/>
                </a:lnTo>
                <a:lnTo>
                  <a:pt x="16255" y="5257"/>
                </a:lnTo>
                <a:lnTo>
                  <a:pt x="16498" y="5159"/>
                </a:lnTo>
                <a:lnTo>
                  <a:pt x="16620" y="5111"/>
                </a:lnTo>
                <a:lnTo>
                  <a:pt x="16717" y="5062"/>
                </a:lnTo>
                <a:close/>
                <a:moveTo>
                  <a:pt x="17082" y="4551"/>
                </a:moveTo>
                <a:lnTo>
                  <a:pt x="17106" y="4575"/>
                </a:lnTo>
                <a:lnTo>
                  <a:pt x="17228" y="4673"/>
                </a:lnTo>
                <a:lnTo>
                  <a:pt x="17350" y="4746"/>
                </a:lnTo>
                <a:lnTo>
                  <a:pt x="17496" y="4794"/>
                </a:lnTo>
                <a:lnTo>
                  <a:pt x="17666" y="4819"/>
                </a:lnTo>
                <a:lnTo>
                  <a:pt x="17885" y="4867"/>
                </a:lnTo>
                <a:lnTo>
                  <a:pt x="18128" y="4965"/>
                </a:lnTo>
                <a:lnTo>
                  <a:pt x="18323" y="5062"/>
                </a:lnTo>
                <a:lnTo>
                  <a:pt x="18518" y="5208"/>
                </a:lnTo>
                <a:lnTo>
                  <a:pt x="18591" y="5281"/>
                </a:lnTo>
                <a:lnTo>
                  <a:pt x="18664" y="5354"/>
                </a:lnTo>
                <a:lnTo>
                  <a:pt x="18785" y="5573"/>
                </a:lnTo>
                <a:lnTo>
                  <a:pt x="18810" y="5670"/>
                </a:lnTo>
                <a:lnTo>
                  <a:pt x="18834" y="5768"/>
                </a:lnTo>
                <a:lnTo>
                  <a:pt x="18834" y="5889"/>
                </a:lnTo>
                <a:lnTo>
                  <a:pt x="18810" y="6011"/>
                </a:lnTo>
                <a:lnTo>
                  <a:pt x="18761" y="6108"/>
                </a:lnTo>
                <a:lnTo>
                  <a:pt x="18664" y="6181"/>
                </a:lnTo>
                <a:lnTo>
                  <a:pt x="18542" y="6254"/>
                </a:lnTo>
                <a:lnTo>
                  <a:pt x="18396" y="6303"/>
                </a:lnTo>
                <a:lnTo>
                  <a:pt x="18080" y="6376"/>
                </a:lnTo>
                <a:lnTo>
                  <a:pt x="17812" y="6400"/>
                </a:lnTo>
                <a:lnTo>
                  <a:pt x="17447" y="5476"/>
                </a:lnTo>
                <a:lnTo>
                  <a:pt x="17082" y="4551"/>
                </a:lnTo>
                <a:close/>
                <a:moveTo>
                  <a:pt x="16936" y="5622"/>
                </a:moveTo>
                <a:lnTo>
                  <a:pt x="17033" y="5889"/>
                </a:lnTo>
                <a:lnTo>
                  <a:pt x="16863" y="5938"/>
                </a:lnTo>
                <a:lnTo>
                  <a:pt x="16717" y="6011"/>
                </a:lnTo>
                <a:lnTo>
                  <a:pt x="16401" y="6157"/>
                </a:lnTo>
                <a:lnTo>
                  <a:pt x="16084" y="6303"/>
                </a:lnTo>
                <a:lnTo>
                  <a:pt x="15768" y="6425"/>
                </a:lnTo>
                <a:lnTo>
                  <a:pt x="15768" y="6376"/>
                </a:lnTo>
                <a:lnTo>
                  <a:pt x="15719" y="6303"/>
                </a:lnTo>
                <a:lnTo>
                  <a:pt x="15719" y="6157"/>
                </a:lnTo>
                <a:lnTo>
                  <a:pt x="15719" y="6011"/>
                </a:lnTo>
                <a:lnTo>
                  <a:pt x="15890" y="5987"/>
                </a:lnTo>
                <a:lnTo>
                  <a:pt x="16084" y="5938"/>
                </a:lnTo>
                <a:lnTo>
                  <a:pt x="16425" y="5816"/>
                </a:lnTo>
                <a:lnTo>
                  <a:pt x="16668" y="5719"/>
                </a:lnTo>
                <a:lnTo>
                  <a:pt x="16936" y="5622"/>
                </a:lnTo>
                <a:close/>
                <a:moveTo>
                  <a:pt x="2142" y="4770"/>
                </a:moveTo>
                <a:lnTo>
                  <a:pt x="1607" y="6303"/>
                </a:lnTo>
                <a:lnTo>
                  <a:pt x="1534" y="6473"/>
                </a:lnTo>
                <a:lnTo>
                  <a:pt x="1436" y="6449"/>
                </a:lnTo>
                <a:lnTo>
                  <a:pt x="877" y="6449"/>
                </a:lnTo>
                <a:lnTo>
                  <a:pt x="779" y="6400"/>
                </a:lnTo>
                <a:lnTo>
                  <a:pt x="706" y="6327"/>
                </a:lnTo>
                <a:lnTo>
                  <a:pt x="609" y="6230"/>
                </a:lnTo>
                <a:lnTo>
                  <a:pt x="536" y="6084"/>
                </a:lnTo>
                <a:lnTo>
                  <a:pt x="512" y="5938"/>
                </a:lnTo>
                <a:lnTo>
                  <a:pt x="536" y="5816"/>
                </a:lnTo>
                <a:lnTo>
                  <a:pt x="560" y="5670"/>
                </a:lnTo>
                <a:lnTo>
                  <a:pt x="633" y="5524"/>
                </a:lnTo>
                <a:lnTo>
                  <a:pt x="706" y="5403"/>
                </a:lnTo>
                <a:lnTo>
                  <a:pt x="804" y="5305"/>
                </a:lnTo>
                <a:lnTo>
                  <a:pt x="901" y="5208"/>
                </a:lnTo>
                <a:lnTo>
                  <a:pt x="998" y="5111"/>
                </a:lnTo>
                <a:lnTo>
                  <a:pt x="1144" y="5038"/>
                </a:lnTo>
                <a:lnTo>
                  <a:pt x="1266" y="4965"/>
                </a:lnTo>
                <a:lnTo>
                  <a:pt x="1412" y="4916"/>
                </a:lnTo>
                <a:lnTo>
                  <a:pt x="1704" y="4867"/>
                </a:lnTo>
                <a:lnTo>
                  <a:pt x="1996" y="4819"/>
                </a:lnTo>
                <a:lnTo>
                  <a:pt x="2142" y="4770"/>
                </a:lnTo>
                <a:close/>
                <a:moveTo>
                  <a:pt x="10342" y="1899"/>
                </a:moveTo>
                <a:lnTo>
                  <a:pt x="10926" y="1923"/>
                </a:lnTo>
                <a:lnTo>
                  <a:pt x="11510" y="1972"/>
                </a:lnTo>
                <a:lnTo>
                  <a:pt x="12094" y="2045"/>
                </a:lnTo>
                <a:lnTo>
                  <a:pt x="12702" y="2118"/>
                </a:lnTo>
                <a:lnTo>
                  <a:pt x="13286" y="2239"/>
                </a:lnTo>
                <a:lnTo>
                  <a:pt x="13797" y="2361"/>
                </a:lnTo>
                <a:lnTo>
                  <a:pt x="14065" y="2410"/>
                </a:lnTo>
                <a:lnTo>
                  <a:pt x="14308" y="2434"/>
                </a:lnTo>
                <a:lnTo>
                  <a:pt x="14332" y="2653"/>
                </a:lnTo>
                <a:lnTo>
                  <a:pt x="14357" y="2872"/>
                </a:lnTo>
                <a:lnTo>
                  <a:pt x="14478" y="3334"/>
                </a:lnTo>
                <a:lnTo>
                  <a:pt x="14600" y="3772"/>
                </a:lnTo>
                <a:lnTo>
                  <a:pt x="14722" y="4186"/>
                </a:lnTo>
                <a:lnTo>
                  <a:pt x="14989" y="5305"/>
                </a:lnTo>
                <a:lnTo>
                  <a:pt x="15111" y="5816"/>
                </a:lnTo>
                <a:lnTo>
                  <a:pt x="15184" y="6084"/>
                </a:lnTo>
                <a:lnTo>
                  <a:pt x="15281" y="6327"/>
                </a:lnTo>
                <a:lnTo>
                  <a:pt x="15014" y="6449"/>
                </a:lnTo>
                <a:lnTo>
                  <a:pt x="14722" y="6571"/>
                </a:lnTo>
                <a:lnTo>
                  <a:pt x="14162" y="6814"/>
                </a:lnTo>
                <a:lnTo>
                  <a:pt x="13457" y="7033"/>
                </a:lnTo>
                <a:lnTo>
                  <a:pt x="12751" y="7228"/>
                </a:lnTo>
                <a:lnTo>
                  <a:pt x="11972" y="7398"/>
                </a:lnTo>
                <a:lnTo>
                  <a:pt x="11169" y="7520"/>
                </a:lnTo>
                <a:lnTo>
                  <a:pt x="10366" y="7593"/>
                </a:lnTo>
                <a:lnTo>
                  <a:pt x="9588" y="7617"/>
                </a:lnTo>
                <a:lnTo>
                  <a:pt x="8809" y="7617"/>
                </a:lnTo>
                <a:lnTo>
                  <a:pt x="8055" y="7568"/>
                </a:lnTo>
                <a:lnTo>
                  <a:pt x="7300" y="7471"/>
                </a:lnTo>
                <a:lnTo>
                  <a:pt x="6546" y="7325"/>
                </a:lnTo>
                <a:lnTo>
                  <a:pt x="5840" y="7155"/>
                </a:lnTo>
                <a:lnTo>
                  <a:pt x="5135" y="6960"/>
                </a:lnTo>
                <a:lnTo>
                  <a:pt x="4794" y="6838"/>
                </a:lnTo>
                <a:lnTo>
                  <a:pt x="4478" y="6717"/>
                </a:lnTo>
                <a:lnTo>
                  <a:pt x="4137" y="6595"/>
                </a:lnTo>
                <a:lnTo>
                  <a:pt x="3821" y="6498"/>
                </a:lnTo>
                <a:lnTo>
                  <a:pt x="3821" y="6449"/>
                </a:lnTo>
                <a:lnTo>
                  <a:pt x="3943" y="5914"/>
                </a:lnTo>
                <a:lnTo>
                  <a:pt x="4064" y="5378"/>
                </a:lnTo>
                <a:lnTo>
                  <a:pt x="4186" y="4867"/>
                </a:lnTo>
                <a:lnTo>
                  <a:pt x="4356" y="4332"/>
                </a:lnTo>
                <a:lnTo>
                  <a:pt x="4527" y="3821"/>
                </a:lnTo>
                <a:lnTo>
                  <a:pt x="4697" y="3310"/>
                </a:lnTo>
                <a:lnTo>
                  <a:pt x="4843" y="2896"/>
                </a:lnTo>
                <a:lnTo>
                  <a:pt x="4916" y="2702"/>
                </a:lnTo>
                <a:lnTo>
                  <a:pt x="4965" y="2483"/>
                </a:lnTo>
                <a:lnTo>
                  <a:pt x="5038" y="2507"/>
                </a:lnTo>
                <a:lnTo>
                  <a:pt x="5111" y="2507"/>
                </a:lnTo>
                <a:lnTo>
                  <a:pt x="6254" y="2264"/>
                </a:lnTo>
                <a:lnTo>
                  <a:pt x="6838" y="2142"/>
                </a:lnTo>
                <a:lnTo>
                  <a:pt x="7398" y="2069"/>
                </a:lnTo>
                <a:lnTo>
                  <a:pt x="7982" y="1996"/>
                </a:lnTo>
                <a:lnTo>
                  <a:pt x="8566" y="1947"/>
                </a:lnTo>
                <a:lnTo>
                  <a:pt x="9150" y="1923"/>
                </a:lnTo>
                <a:lnTo>
                  <a:pt x="9734" y="1899"/>
                </a:lnTo>
                <a:close/>
                <a:moveTo>
                  <a:pt x="16863" y="7933"/>
                </a:moveTo>
                <a:lnTo>
                  <a:pt x="16011" y="8177"/>
                </a:lnTo>
                <a:lnTo>
                  <a:pt x="15160" y="8371"/>
                </a:lnTo>
                <a:lnTo>
                  <a:pt x="14308" y="8566"/>
                </a:lnTo>
                <a:lnTo>
                  <a:pt x="13432" y="8736"/>
                </a:lnTo>
                <a:lnTo>
                  <a:pt x="12581" y="8882"/>
                </a:lnTo>
                <a:lnTo>
                  <a:pt x="11705" y="9004"/>
                </a:lnTo>
                <a:lnTo>
                  <a:pt x="10829" y="9077"/>
                </a:lnTo>
                <a:lnTo>
                  <a:pt x="9953" y="9126"/>
                </a:lnTo>
                <a:lnTo>
                  <a:pt x="9052" y="9126"/>
                </a:lnTo>
                <a:lnTo>
                  <a:pt x="8176" y="9101"/>
                </a:lnTo>
                <a:lnTo>
                  <a:pt x="7276" y="9053"/>
                </a:lnTo>
                <a:lnTo>
                  <a:pt x="6400" y="8955"/>
                </a:lnTo>
                <a:lnTo>
                  <a:pt x="5476" y="8834"/>
                </a:lnTo>
                <a:lnTo>
                  <a:pt x="4575" y="8663"/>
                </a:lnTo>
                <a:lnTo>
                  <a:pt x="3675" y="8469"/>
                </a:lnTo>
                <a:lnTo>
                  <a:pt x="2775" y="8323"/>
                </a:lnTo>
                <a:lnTo>
                  <a:pt x="2702" y="8347"/>
                </a:lnTo>
                <a:lnTo>
                  <a:pt x="2677" y="8371"/>
                </a:lnTo>
                <a:lnTo>
                  <a:pt x="2677" y="8420"/>
                </a:lnTo>
                <a:lnTo>
                  <a:pt x="2726" y="8469"/>
                </a:lnTo>
                <a:lnTo>
                  <a:pt x="3140" y="8615"/>
                </a:lnTo>
                <a:lnTo>
                  <a:pt x="3553" y="8761"/>
                </a:lnTo>
                <a:lnTo>
                  <a:pt x="3991" y="8882"/>
                </a:lnTo>
                <a:lnTo>
                  <a:pt x="4429" y="8980"/>
                </a:lnTo>
                <a:lnTo>
                  <a:pt x="5305" y="9126"/>
                </a:lnTo>
                <a:lnTo>
                  <a:pt x="6181" y="9272"/>
                </a:lnTo>
                <a:lnTo>
                  <a:pt x="7081" y="9369"/>
                </a:lnTo>
                <a:lnTo>
                  <a:pt x="7957" y="9442"/>
                </a:lnTo>
                <a:lnTo>
                  <a:pt x="8858" y="9466"/>
                </a:lnTo>
                <a:lnTo>
                  <a:pt x="9758" y="9466"/>
                </a:lnTo>
                <a:lnTo>
                  <a:pt x="10658" y="9442"/>
                </a:lnTo>
                <a:lnTo>
                  <a:pt x="11583" y="9393"/>
                </a:lnTo>
                <a:lnTo>
                  <a:pt x="12508" y="9296"/>
                </a:lnTo>
                <a:lnTo>
                  <a:pt x="13408" y="9174"/>
                </a:lnTo>
                <a:lnTo>
                  <a:pt x="14308" y="9004"/>
                </a:lnTo>
                <a:lnTo>
                  <a:pt x="15208" y="8785"/>
                </a:lnTo>
                <a:lnTo>
                  <a:pt x="16084" y="8542"/>
                </a:lnTo>
                <a:lnTo>
                  <a:pt x="16960" y="8250"/>
                </a:lnTo>
                <a:lnTo>
                  <a:pt x="17009" y="8225"/>
                </a:lnTo>
                <a:lnTo>
                  <a:pt x="17058" y="8177"/>
                </a:lnTo>
                <a:lnTo>
                  <a:pt x="17058" y="8104"/>
                </a:lnTo>
                <a:lnTo>
                  <a:pt x="17058" y="8055"/>
                </a:lnTo>
                <a:lnTo>
                  <a:pt x="17033" y="8006"/>
                </a:lnTo>
                <a:lnTo>
                  <a:pt x="16985" y="7958"/>
                </a:lnTo>
                <a:lnTo>
                  <a:pt x="16936" y="7933"/>
                </a:lnTo>
                <a:close/>
                <a:moveTo>
                  <a:pt x="9320" y="9953"/>
                </a:moveTo>
                <a:lnTo>
                  <a:pt x="8639" y="9977"/>
                </a:lnTo>
                <a:lnTo>
                  <a:pt x="7714" y="9977"/>
                </a:lnTo>
                <a:lnTo>
                  <a:pt x="7446" y="10001"/>
                </a:lnTo>
                <a:lnTo>
                  <a:pt x="7300" y="10026"/>
                </a:lnTo>
                <a:lnTo>
                  <a:pt x="7179" y="10050"/>
                </a:lnTo>
                <a:lnTo>
                  <a:pt x="7081" y="10123"/>
                </a:lnTo>
                <a:lnTo>
                  <a:pt x="6984" y="10220"/>
                </a:lnTo>
                <a:lnTo>
                  <a:pt x="6960" y="10269"/>
                </a:lnTo>
                <a:lnTo>
                  <a:pt x="6984" y="10293"/>
                </a:lnTo>
                <a:lnTo>
                  <a:pt x="7057" y="10366"/>
                </a:lnTo>
                <a:lnTo>
                  <a:pt x="7154" y="10415"/>
                </a:lnTo>
                <a:lnTo>
                  <a:pt x="7252" y="10464"/>
                </a:lnTo>
                <a:lnTo>
                  <a:pt x="7349" y="10488"/>
                </a:lnTo>
                <a:lnTo>
                  <a:pt x="7568" y="10512"/>
                </a:lnTo>
                <a:lnTo>
                  <a:pt x="10585" y="10512"/>
                </a:lnTo>
                <a:lnTo>
                  <a:pt x="12021" y="10561"/>
                </a:lnTo>
                <a:lnTo>
                  <a:pt x="12143" y="10537"/>
                </a:lnTo>
                <a:lnTo>
                  <a:pt x="12216" y="10488"/>
                </a:lnTo>
                <a:lnTo>
                  <a:pt x="12264" y="10391"/>
                </a:lnTo>
                <a:lnTo>
                  <a:pt x="12289" y="10293"/>
                </a:lnTo>
                <a:lnTo>
                  <a:pt x="12264" y="10196"/>
                </a:lnTo>
                <a:lnTo>
                  <a:pt x="12216" y="10099"/>
                </a:lnTo>
                <a:lnTo>
                  <a:pt x="12143" y="10050"/>
                </a:lnTo>
                <a:lnTo>
                  <a:pt x="12021" y="10001"/>
                </a:lnTo>
                <a:lnTo>
                  <a:pt x="10683" y="9977"/>
                </a:lnTo>
                <a:lnTo>
                  <a:pt x="9320" y="9953"/>
                </a:lnTo>
                <a:close/>
                <a:moveTo>
                  <a:pt x="10950" y="10975"/>
                </a:moveTo>
                <a:lnTo>
                  <a:pt x="10683" y="10999"/>
                </a:lnTo>
                <a:lnTo>
                  <a:pt x="10123" y="11023"/>
                </a:lnTo>
                <a:lnTo>
                  <a:pt x="9612" y="11048"/>
                </a:lnTo>
                <a:lnTo>
                  <a:pt x="9028" y="11023"/>
                </a:lnTo>
                <a:lnTo>
                  <a:pt x="8152" y="11023"/>
                </a:lnTo>
                <a:lnTo>
                  <a:pt x="7860" y="11048"/>
                </a:lnTo>
                <a:lnTo>
                  <a:pt x="7568" y="11096"/>
                </a:lnTo>
                <a:lnTo>
                  <a:pt x="7300" y="11169"/>
                </a:lnTo>
                <a:lnTo>
                  <a:pt x="7252" y="11194"/>
                </a:lnTo>
                <a:lnTo>
                  <a:pt x="7227" y="11218"/>
                </a:lnTo>
                <a:lnTo>
                  <a:pt x="7203" y="11315"/>
                </a:lnTo>
                <a:lnTo>
                  <a:pt x="7227" y="11413"/>
                </a:lnTo>
                <a:lnTo>
                  <a:pt x="7252" y="11437"/>
                </a:lnTo>
                <a:lnTo>
                  <a:pt x="7300" y="11461"/>
                </a:lnTo>
                <a:lnTo>
                  <a:pt x="7568" y="11534"/>
                </a:lnTo>
                <a:lnTo>
                  <a:pt x="7811" y="11559"/>
                </a:lnTo>
                <a:lnTo>
                  <a:pt x="8079" y="11583"/>
                </a:lnTo>
                <a:lnTo>
                  <a:pt x="8347" y="11607"/>
                </a:lnTo>
                <a:lnTo>
                  <a:pt x="9417" y="11559"/>
                </a:lnTo>
                <a:lnTo>
                  <a:pt x="10561" y="11559"/>
                </a:lnTo>
                <a:lnTo>
                  <a:pt x="11145" y="11583"/>
                </a:lnTo>
                <a:lnTo>
                  <a:pt x="11437" y="11559"/>
                </a:lnTo>
                <a:lnTo>
                  <a:pt x="11583" y="11534"/>
                </a:lnTo>
                <a:lnTo>
                  <a:pt x="11729" y="11486"/>
                </a:lnTo>
                <a:lnTo>
                  <a:pt x="11802" y="11461"/>
                </a:lnTo>
                <a:lnTo>
                  <a:pt x="11851" y="11413"/>
                </a:lnTo>
                <a:lnTo>
                  <a:pt x="11875" y="11364"/>
                </a:lnTo>
                <a:lnTo>
                  <a:pt x="11875" y="11291"/>
                </a:lnTo>
                <a:lnTo>
                  <a:pt x="11875" y="11218"/>
                </a:lnTo>
                <a:lnTo>
                  <a:pt x="11851" y="11169"/>
                </a:lnTo>
                <a:lnTo>
                  <a:pt x="11802" y="11121"/>
                </a:lnTo>
                <a:lnTo>
                  <a:pt x="11729" y="11096"/>
                </a:lnTo>
                <a:lnTo>
                  <a:pt x="11486" y="11023"/>
                </a:lnTo>
                <a:lnTo>
                  <a:pt x="11218" y="10999"/>
                </a:lnTo>
                <a:lnTo>
                  <a:pt x="10950" y="10975"/>
                </a:lnTo>
                <a:close/>
                <a:moveTo>
                  <a:pt x="4210" y="9734"/>
                </a:moveTo>
                <a:lnTo>
                  <a:pt x="4356" y="9758"/>
                </a:lnTo>
                <a:lnTo>
                  <a:pt x="4478" y="9783"/>
                </a:lnTo>
                <a:lnTo>
                  <a:pt x="4600" y="9807"/>
                </a:lnTo>
                <a:lnTo>
                  <a:pt x="4819" y="9928"/>
                </a:lnTo>
                <a:lnTo>
                  <a:pt x="5013" y="10074"/>
                </a:lnTo>
                <a:lnTo>
                  <a:pt x="5184" y="10269"/>
                </a:lnTo>
                <a:lnTo>
                  <a:pt x="5330" y="10488"/>
                </a:lnTo>
                <a:lnTo>
                  <a:pt x="5451" y="10756"/>
                </a:lnTo>
                <a:lnTo>
                  <a:pt x="5524" y="10902"/>
                </a:lnTo>
                <a:lnTo>
                  <a:pt x="5549" y="11048"/>
                </a:lnTo>
                <a:lnTo>
                  <a:pt x="5549" y="11194"/>
                </a:lnTo>
                <a:lnTo>
                  <a:pt x="5524" y="11315"/>
                </a:lnTo>
                <a:lnTo>
                  <a:pt x="5476" y="11437"/>
                </a:lnTo>
                <a:lnTo>
                  <a:pt x="5427" y="11534"/>
                </a:lnTo>
                <a:lnTo>
                  <a:pt x="5330" y="11607"/>
                </a:lnTo>
                <a:lnTo>
                  <a:pt x="5232" y="11680"/>
                </a:lnTo>
                <a:lnTo>
                  <a:pt x="5135" y="11753"/>
                </a:lnTo>
                <a:lnTo>
                  <a:pt x="5013" y="11802"/>
                </a:lnTo>
                <a:lnTo>
                  <a:pt x="4770" y="11875"/>
                </a:lnTo>
                <a:lnTo>
                  <a:pt x="4478" y="11924"/>
                </a:lnTo>
                <a:lnTo>
                  <a:pt x="4210" y="11924"/>
                </a:lnTo>
                <a:lnTo>
                  <a:pt x="3967" y="11899"/>
                </a:lnTo>
                <a:lnTo>
                  <a:pt x="3699" y="11851"/>
                </a:lnTo>
                <a:lnTo>
                  <a:pt x="3456" y="11753"/>
                </a:lnTo>
                <a:lnTo>
                  <a:pt x="3213" y="11656"/>
                </a:lnTo>
                <a:lnTo>
                  <a:pt x="3018" y="11510"/>
                </a:lnTo>
                <a:lnTo>
                  <a:pt x="2921" y="11413"/>
                </a:lnTo>
                <a:lnTo>
                  <a:pt x="2848" y="11315"/>
                </a:lnTo>
                <a:lnTo>
                  <a:pt x="2799" y="11194"/>
                </a:lnTo>
                <a:lnTo>
                  <a:pt x="2750" y="11096"/>
                </a:lnTo>
                <a:lnTo>
                  <a:pt x="2702" y="10950"/>
                </a:lnTo>
                <a:lnTo>
                  <a:pt x="2677" y="10829"/>
                </a:lnTo>
                <a:lnTo>
                  <a:pt x="2702" y="10707"/>
                </a:lnTo>
                <a:lnTo>
                  <a:pt x="2702" y="10610"/>
                </a:lnTo>
                <a:lnTo>
                  <a:pt x="2726" y="10512"/>
                </a:lnTo>
                <a:lnTo>
                  <a:pt x="2775" y="10415"/>
                </a:lnTo>
                <a:lnTo>
                  <a:pt x="2896" y="10269"/>
                </a:lnTo>
                <a:lnTo>
                  <a:pt x="3042" y="10147"/>
                </a:lnTo>
                <a:lnTo>
                  <a:pt x="3213" y="10050"/>
                </a:lnTo>
                <a:lnTo>
                  <a:pt x="3383" y="9977"/>
                </a:lnTo>
                <a:lnTo>
                  <a:pt x="3772" y="9807"/>
                </a:lnTo>
                <a:lnTo>
                  <a:pt x="3797" y="9807"/>
                </a:lnTo>
                <a:lnTo>
                  <a:pt x="3943" y="9758"/>
                </a:lnTo>
                <a:lnTo>
                  <a:pt x="4089" y="9758"/>
                </a:lnTo>
                <a:lnTo>
                  <a:pt x="4210" y="9734"/>
                </a:lnTo>
                <a:close/>
                <a:moveTo>
                  <a:pt x="15208" y="9612"/>
                </a:moveTo>
                <a:lnTo>
                  <a:pt x="15476" y="9637"/>
                </a:lnTo>
                <a:lnTo>
                  <a:pt x="15622" y="9685"/>
                </a:lnTo>
                <a:lnTo>
                  <a:pt x="15719" y="9734"/>
                </a:lnTo>
                <a:lnTo>
                  <a:pt x="15914" y="9880"/>
                </a:lnTo>
                <a:lnTo>
                  <a:pt x="16084" y="10050"/>
                </a:lnTo>
                <a:lnTo>
                  <a:pt x="16279" y="10220"/>
                </a:lnTo>
                <a:lnTo>
                  <a:pt x="16401" y="10342"/>
                </a:lnTo>
                <a:lnTo>
                  <a:pt x="16498" y="10464"/>
                </a:lnTo>
                <a:lnTo>
                  <a:pt x="16547" y="10585"/>
                </a:lnTo>
                <a:lnTo>
                  <a:pt x="16571" y="10731"/>
                </a:lnTo>
                <a:lnTo>
                  <a:pt x="16571" y="10877"/>
                </a:lnTo>
                <a:lnTo>
                  <a:pt x="16547" y="11023"/>
                </a:lnTo>
                <a:lnTo>
                  <a:pt x="16498" y="11169"/>
                </a:lnTo>
                <a:lnTo>
                  <a:pt x="16425" y="11315"/>
                </a:lnTo>
                <a:lnTo>
                  <a:pt x="16352" y="11437"/>
                </a:lnTo>
                <a:lnTo>
                  <a:pt x="16255" y="11534"/>
                </a:lnTo>
                <a:lnTo>
                  <a:pt x="16133" y="11632"/>
                </a:lnTo>
                <a:lnTo>
                  <a:pt x="16011" y="11705"/>
                </a:lnTo>
                <a:lnTo>
                  <a:pt x="15768" y="11826"/>
                </a:lnTo>
                <a:lnTo>
                  <a:pt x="15500" y="11899"/>
                </a:lnTo>
                <a:lnTo>
                  <a:pt x="15208" y="11948"/>
                </a:lnTo>
                <a:lnTo>
                  <a:pt x="14916" y="11972"/>
                </a:lnTo>
                <a:lnTo>
                  <a:pt x="14624" y="11972"/>
                </a:lnTo>
                <a:lnTo>
                  <a:pt x="14357" y="11924"/>
                </a:lnTo>
                <a:lnTo>
                  <a:pt x="14235" y="11875"/>
                </a:lnTo>
                <a:lnTo>
                  <a:pt x="14113" y="11802"/>
                </a:lnTo>
                <a:lnTo>
                  <a:pt x="14016" y="11729"/>
                </a:lnTo>
                <a:lnTo>
                  <a:pt x="13919" y="11632"/>
                </a:lnTo>
                <a:lnTo>
                  <a:pt x="13846" y="11534"/>
                </a:lnTo>
                <a:lnTo>
                  <a:pt x="13797" y="11413"/>
                </a:lnTo>
                <a:lnTo>
                  <a:pt x="13773" y="11267"/>
                </a:lnTo>
                <a:lnTo>
                  <a:pt x="13748" y="11096"/>
                </a:lnTo>
                <a:lnTo>
                  <a:pt x="13773" y="10902"/>
                </a:lnTo>
                <a:lnTo>
                  <a:pt x="13821" y="10707"/>
                </a:lnTo>
                <a:lnTo>
                  <a:pt x="13919" y="10537"/>
                </a:lnTo>
                <a:lnTo>
                  <a:pt x="14040" y="10391"/>
                </a:lnTo>
                <a:lnTo>
                  <a:pt x="14284" y="10074"/>
                </a:lnTo>
                <a:lnTo>
                  <a:pt x="14405" y="9928"/>
                </a:lnTo>
                <a:lnTo>
                  <a:pt x="14503" y="9758"/>
                </a:lnTo>
                <a:lnTo>
                  <a:pt x="14746" y="9685"/>
                </a:lnTo>
                <a:lnTo>
                  <a:pt x="14989" y="9637"/>
                </a:lnTo>
                <a:lnTo>
                  <a:pt x="15208" y="9612"/>
                </a:lnTo>
                <a:close/>
                <a:moveTo>
                  <a:pt x="4064" y="9247"/>
                </a:moveTo>
                <a:lnTo>
                  <a:pt x="3870" y="9296"/>
                </a:lnTo>
                <a:lnTo>
                  <a:pt x="3675" y="9345"/>
                </a:lnTo>
                <a:lnTo>
                  <a:pt x="3626" y="9393"/>
                </a:lnTo>
                <a:lnTo>
                  <a:pt x="3578" y="9418"/>
                </a:lnTo>
                <a:lnTo>
                  <a:pt x="3334" y="9491"/>
                </a:lnTo>
                <a:lnTo>
                  <a:pt x="3091" y="9612"/>
                </a:lnTo>
                <a:lnTo>
                  <a:pt x="2848" y="9758"/>
                </a:lnTo>
                <a:lnTo>
                  <a:pt x="2653" y="9928"/>
                </a:lnTo>
                <a:lnTo>
                  <a:pt x="2458" y="10123"/>
                </a:lnTo>
                <a:lnTo>
                  <a:pt x="2337" y="10342"/>
                </a:lnTo>
                <a:lnTo>
                  <a:pt x="2239" y="10585"/>
                </a:lnTo>
                <a:lnTo>
                  <a:pt x="2215" y="10707"/>
                </a:lnTo>
                <a:lnTo>
                  <a:pt x="2215" y="10829"/>
                </a:lnTo>
                <a:lnTo>
                  <a:pt x="2239" y="11023"/>
                </a:lnTo>
                <a:lnTo>
                  <a:pt x="2264" y="11218"/>
                </a:lnTo>
                <a:lnTo>
                  <a:pt x="2337" y="11388"/>
                </a:lnTo>
                <a:lnTo>
                  <a:pt x="2434" y="11559"/>
                </a:lnTo>
                <a:lnTo>
                  <a:pt x="2531" y="11705"/>
                </a:lnTo>
                <a:lnTo>
                  <a:pt x="2653" y="11826"/>
                </a:lnTo>
                <a:lnTo>
                  <a:pt x="2775" y="11948"/>
                </a:lnTo>
                <a:lnTo>
                  <a:pt x="2945" y="12045"/>
                </a:lnTo>
                <a:lnTo>
                  <a:pt x="3091" y="12118"/>
                </a:lnTo>
                <a:lnTo>
                  <a:pt x="3261" y="12216"/>
                </a:lnTo>
                <a:lnTo>
                  <a:pt x="3626" y="12313"/>
                </a:lnTo>
                <a:lnTo>
                  <a:pt x="4016" y="12386"/>
                </a:lnTo>
                <a:lnTo>
                  <a:pt x="4381" y="12435"/>
                </a:lnTo>
                <a:lnTo>
                  <a:pt x="4575" y="12435"/>
                </a:lnTo>
                <a:lnTo>
                  <a:pt x="4746" y="12410"/>
                </a:lnTo>
                <a:lnTo>
                  <a:pt x="4916" y="12386"/>
                </a:lnTo>
                <a:lnTo>
                  <a:pt x="5086" y="12337"/>
                </a:lnTo>
                <a:lnTo>
                  <a:pt x="5232" y="12264"/>
                </a:lnTo>
                <a:lnTo>
                  <a:pt x="5378" y="12191"/>
                </a:lnTo>
                <a:lnTo>
                  <a:pt x="5500" y="12118"/>
                </a:lnTo>
                <a:lnTo>
                  <a:pt x="5622" y="11997"/>
                </a:lnTo>
                <a:lnTo>
                  <a:pt x="5719" y="11875"/>
                </a:lnTo>
                <a:lnTo>
                  <a:pt x="5816" y="11753"/>
                </a:lnTo>
                <a:lnTo>
                  <a:pt x="5889" y="11607"/>
                </a:lnTo>
                <a:lnTo>
                  <a:pt x="5938" y="11461"/>
                </a:lnTo>
                <a:lnTo>
                  <a:pt x="5986" y="11315"/>
                </a:lnTo>
                <a:lnTo>
                  <a:pt x="5986" y="11145"/>
                </a:lnTo>
                <a:lnTo>
                  <a:pt x="5986" y="10950"/>
                </a:lnTo>
                <a:lnTo>
                  <a:pt x="5962" y="10780"/>
                </a:lnTo>
                <a:lnTo>
                  <a:pt x="5913" y="10585"/>
                </a:lnTo>
                <a:lnTo>
                  <a:pt x="5865" y="10415"/>
                </a:lnTo>
                <a:lnTo>
                  <a:pt x="5768" y="10245"/>
                </a:lnTo>
                <a:lnTo>
                  <a:pt x="5670" y="10074"/>
                </a:lnTo>
                <a:lnTo>
                  <a:pt x="5549" y="9928"/>
                </a:lnTo>
                <a:lnTo>
                  <a:pt x="5427" y="9783"/>
                </a:lnTo>
                <a:lnTo>
                  <a:pt x="5281" y="9661"/>
                </a:lnTo>
                <a:lnTo>
                  <a:pt x="5111" y="9539"/>
                </a:lnTo>
                <a:lnTo>
                  <a:pt x="4965" y="9442"/>
                </a:lnTo>
                <a:lnTo>
                  <a:pt x="4794" y="9369"/>
                </a:lnTo>
                <a:lnTo>
                  <a:pt x="4600" y="9296"/>
                </a:lnTo>
                <a:lnTo>
                  <a:pt x="4429" y="9272"/>
                </a:lnTo>
                <a:lnTo>
                  <a:pt x="4235" y="9247"/>
                </a:lnTo>
                <a:close/>
                <a:moveTo>
                  <a:pt x="14916" y="9150"/>
                </a:moveTo>
                <a:lnTo>
                  <a:pt x="14746" y="9199"/>
                </a:lnTo>
                <a:lnTo>
                  <a:pt x="14576" y="9247"/>
                </a:lnTo>
                <a:lnTo>
                  <a:pt x="14405" y="9320"/>
                </a:lnTo>
                <a:lnTo>
                  <a:pt x="14259" y="9418"/>
                </a:lnTo>
                <a:lnTo>
                  <a:pt x="14113" y="9539"/>
                </a:lnTo>
                <a:lnTo>
                  <a:pt x="14065" y="9612"/>
                </a:lnTo>
                <a:lnTo>
                  <a:pt x="14065" y="9710"/>
                </a:lnTo>
                <a:lnTo>
                  <a:pt x="13846" y="9904"/>
                </a:lnTo>
                <a:lnTo>
                  <a:pt x="13676" y="10123"/>
                </a:lnTo>
                <a:lnTo>
                  <a:pt x="13505" y="10366"/>
                </a:lnTo>
                <a:lnTo>
                  <a:pt x="13408" y="10634"/>
                </a:lnTo>
                <a:lnTo>
                  <a:pt x="13335" y="10926"/>
                </a:lnTo>
                <a:lnTo>
                  <a:pt x="13311" y="11194"/>
                </a:lnTo>
                <a:lnTo>
                  <a:pt x="13335" y="11461"/>
                </a:lnTo>
                <a:lnTo>
                  <a:pt x="13359" y="11583"/>
                </a:lnTo>
                <a:lnTo>
                  <a:pt x="13408" y="11705"/>
                </a:lnTo>
                <a:lnTo>
                  <a:pt x="13505" y="11875"/>
                </a:lnTo>
                <a:lnTo>
                  <a:pt x="13627" y="12021"/>
                </a:lnTo>
                <a:lnTo>
                  <a:pt x="13773" y="12143"/>
                </a:lnTo>
                <a:lnTo>
                  <a:pt x="13919" y="12240"/>
                </a:lnTo>
                <a:lnTo>
                  <a:pt x="14089" y="12337"/>
                </a:lnTo>
                <a:lnTo>
                  <a:pt x="14259" y="12386"/>
                </a:lnTo>
                <a:lnTo>
                  <a:pt x="14454" y="12410"/>
                </a:lnTo>
                <a:lnTo>
                  <a:pt x="14649" y="12435"/>
                </a:lnTo>
                <a:lnTo>
                  <a:pt x="14843" y="12459"/>
                </a:lnTo>
                <a:lnTo>
                  <a:pt x="15038" y="12435"/>
                </a:lnTo>
                <a:lnTo>
                  <a:pt x="15452" y="12386"/>
                </a:lnTo>
                <a:lnTo>
                  <a:pt x="15817" y="12289"/>
                </a:lnTo>
                <a:lnTo>
                  <a:pt x="16157" y="12143"/>
                </a:lnTo>
                <a:lnTo>
                  <a:pt x="16303" y="12070"/>
                </a:lnTo>
                <a:lnTo>
                  <a:pt x="16449" y="11972"/>
                </a:lnTo>
                <a:lnTo>
                  <a:pt x="16571" y="11875"/>
                </a:lnTo>
                <a:lnTo>
                  <a:pt x="16693" y="11753"/>
                </a:lnTo>
                <a:lnTo>
                  <a:pt x="16790" y="11607"/>
                </a:lnTo>
                <a:lnTo>
                  <a:pt x="16887" y="11461"/>
                </a:lnTo>
                <a:lnTo>
                  <a:pt x="16936" y="11315"/>
                </a:lnTo>
                <a:lnTo>
                  <a:pt x="16985" y="11169"/>
                </a:lnTo>
                <a:lnTo>
                  <a:pt x="17033" y="10999"/>
                </a:lnTo>
                <a:lnTo>
                  <a:pt x="17033" y="10853"/>
                </a:lnTo>
                <a:lnTo>
                  <a:pt x="17033" y="10683"/>
                </a:lnTo>
                <a:lnTo>
                  <a:pt x="17009" y="10512"/>
                </a:lnTo>
                <a:lnTo>
                  <a:pt x="16936" y="10366"/>
                </a:lnTo>
                <a:lnTo>
                  <a:pt x="16863" y="10220"/>
                </a:lnTo>
                <a:lnTo>
                  <a:pt x="16790" y="10074"/>
                </a:lnTo>
                <a:lnTo>
                  <a:pt x="16668" y="9953"/>
                </a:lnTo>
                <a:lnTo>
                  <a:pt x="16401" y="9685"/>
                </a:lnTo>
                <a:lnTo>
                  <a:pt x="16109" y="9466"/>
                </a:lnTo>
                <a:lnTo>
                  <a:pt x="15963" y="9369"/>
                </a:lnTo>
                <a:lnTo>
                  <a:pt x="15817" y="9296"/>
                </a:lnTo>
                <a:lnTo>
                  <a:pt x="15646" y="9223"/>
                </a:lnTo>
                <a:lnTo>
                  <a:pt x="15452" y="9174"/>
                </a:lnTo>
                <a:lnTo>
                  <a:pt x="15281" y="9150"/>
                </a:lnTo>
                <a:close/>
                <a:moveTo>
                  <a:pt x="12337" y="561"/>
                </a:moveTo>
                <a:lnTo>
                  <a:pt x="12751" y="585"/>
                </a:lnTo>
                <a:lnTo>
                  <a:pt x="13213" y="658"/>
                </a:lnTo>
                <a:lnTo>
                  <a:pt x="13676" y="780"/>
                </a:lnTo>
                <a:lnTo>
                  <a:pt x="14113" y="974"/>
                </a:lnTo>
                <a:lnTo>
                  <a:pt x="14527" y="1193"/>
                </a:lnTo>
                <a:lnTo>
                  <a:pt x="14478" y="1218"/>
                </a:lnTo>
                <a:lnTo>
                  <a:pt x="14211" y="1315"/>
                </a:lnTo>
                <a:lnTo>
                  <a:pt x="14089" y="1412"/>
                </a:lnTo>
                <a:lnTo>
                  <a:pt x="13992" y="1534"/>
                </a:lnTo>
                <a:lnTo>
                  <a:pt x="13967" y="1558"/>
                </a:lnTo>
                <a:lnTo>
                  <a:pt x="13992" y="1607"/>
                </a:lnTo>
                <a:lnTo>
                  <a:pt x="14016" y="1631"/>
                </a:lnTo>
                <a:lnTo>
                  <a:pt x="14211" y="1631"/>
                </a:lnTo>
                <a:lnTo>
                  <a:pt x="14357" y="1583"/>
                </a:lnTo>
                <a:lnTo>
                  <a:pt x="14649" y="1461"/>
                </a:lnTo>
                <a:lnTo>
                  <a:pt x="14819" y="1412"/>
                </a:lnTo>
                <a:lnTo>
                  <a:pt x="15014" y="1558"/>
                </a:lnTo>
                <a:lnTo>
                  <a:pt x="15184" y="1729"/>
                </a:lnTo>
                <a:lnTo>
                  <a:pt x="14892" y="1850"/>
                </a:lnTo>
                <a:lnTo>
                  <a:pt x="14527" y="1996"/>
                </a:lnTo>
                <a:lnTo>
                  <a:pt x="14454" y="1972"/>
                </a:lnTo>
                <a:lnTo>
                  <a:pt x="14381" y="2020"/>
                </a:lnTo>
                <a:lnTo>
                  <a:pt x="14138" y="1923"/>
                </a:lnTo>
                <a:lnTo>
                  <a:pt x="13894" y="1826"/>
                </a:lnTo>
                <a:lnTo>
                  <a:pt x="13651" y="1777"/>
                </a:lnTo>
                <a:lnTo>
                  <a:pt x="13384" y="1729"/>
                </a:lnTo>
                <a:lnTo>
                  <a:pt x="12848" y="1656"/>
                </a:lnTo>
                <a:lnTo>
                  <a:pt x="12337" y="1583"/>
                </a:lnTo>
                <a:lnTo>
                  <a:pt x="11753" y="1510"/>
                </a:lnTo>
                <a:lnTo>
                  <a:pt x="11145" y="1461"/>
                </a:lnTo>
                <a:lnTo>
                  <a:pt x="10537" y="1437"/>
                </a:lnTo>
                <a:lnTo>
                  <a:pt x="9928" y="1412"/>
                </a:lnTo>
                <a:lnTo>
                  <a:pt x="9296" y="1412"/>
                </a:lnTo>
                <a:lnTo>
                  <a:pt x="8663" y="1437"/>
                </a:lnTo>
                <a:lnTo>
                  <a:pt x="8055" y="1485"/>
                </a:lnTo>
                <a:lnTo>
                  <a:pt x="7422" y="1534"/>
                </a:lnTo>
                <a:lnTo>
                  <a:pt x="6814" y="1631"/>
                </a:lnTo>
                <a:lnTo>
                  <a:pt x="6205" y="1729"/>
                </a:lnTo>
                <a:lnTo>
                  <a:pt x="5597" y="1874"/>
                </a:lnTo>
                <a:lnTo>
                  <a:pt x="4989" y="2020"/>
                </a:lnTo>
                <a:lnTo>
                  <a:pt x="4916" y="2069"/>
                </a:lnTo>
                <a:lnTo>
                  <a:pt x="4867" y="2118"/>
                </a:lnTo>
                <a:lnTo>
                  <a:pt x="4819" y="2166"/>
                </a:lnTo>
                <a:lnTo>
                  <a:pt x="4819" y="2239"/>
                </a:lnTo>
                <a:lnTo>
                  <a:pt x="4648" y="2410"/>
                </a:lnTo>
                <a:lnTo>
                  <a:pt x="4527" y="2580"/>
                </a:lnTo>
                <a:lnTo>
                  <a:pt x="4405" y="2799"/>
                </a:lnTo>
                <a:lnTo>
                  <a:pt x="4308" y="2994"/>
                </a:lnTo>
                <a:lnTo>
                  <a:pt x="4162" y="3456"/>
                </a:lnTo>
                <a:lnTo>
                  <a:pt x="4016" y="3870"/>
                </a:lnTo>
                <a:lnTo>
                  <a:pt x="3821" y="4478"/>
                </a:lnTo>
                <a:lnTo>
                  <a:pt x="3651" y="5086"/>
                </a:lnTo>
                <a:lnTo>
                  <a:pt x="3505" y="5695"/>
                </a:lnTo>
                <a:lnTo>
                  <a:pt x="3383" y="6303"/>
                </a:lnTo>
                <a:lnTo>
                  <a:pt x="3383" y="6376"/>
                </a:lnTo>
                <a:lnTo>
                  <a:pt x="3383" y="6425"/>
                </a:lnTo>
                <a:lnTo>
                  <a:pt x="3432" y="6522"/>
                </a:lnTo>
                <a:lnTo>
                  <a:pt x="3432" y="6595"/>
                </a:lnTo>
                <a:lnTo>
                  <a:pt x="3480" y="6644"/>
                </a:lnTo>
                <a:lnTo>
                  <a:pt x="3772" y="6863"/>
                </a:lnTo>
                <a:lnTo>
                  <a:pt x="4089" y="7057"/>
                </a:lnTo>
                <a:lnTo>
                  <a:pt x="4454" y="7203"/>
                </a:lnTo>
                <a:lnTo>
                  <a:pt x="4819" y="7349"/>
                </a:lnTo>
                <a:lnTo>
                  <a:pt x="5184" y="7471"/>
                </a:lnTo>
                <a:lnTo>
                  <a:pt x="5549" y="7568"/>
                </a:lnTo>
                <a:lnTo>
                  <a:pt x="6278" y="7763"/>
                </a:lnTo>
                <a:lnTo>
                  <a:pt x="7057" y="7933"/>
                </a:lnTo>
                <a:lnTo>
                  <a:pt x="7836" y="8031"/>
                </a:lnTo>
                <a:lnTo>
                  <a:pt x="8614" y="8104"/>
                </a:lnTo>
                <a:lnTo>
                  <a:pt x="9417" y="8128"/>
                </a:lnTo>
                <a:lnTo>
                  <a:pt x="10196" y="8128"/>
                </a:lnTo>
                <a:lnTo>
                  <a:pt x="10999" y="8055"/>
                </a:lnTo>
                <a:lnTo>
                  <a:pt x="11778" y="7933"/>
                </a:lnTo>
                <a:lnTo>
                  <a:pt x="12556" y="7787"/>
                </a:lnTo>
                <a:lnTo>
                  <a:pt x="12970" y="7714"/>
                </a:lnTo>
                <a:lnTo>
                  <a:pt x="13359" y="7593"/>
                </a:lnTo>
                <a:lnTo>
                  <a:pt x="14138" y="7349"/>
                </a:lnTo>
                <a:lnTo>
                  <a:pt x="14795" y="7106"/>
                </a:lnTo>
                <a:lnTo>
                  <a:pt x="15135" y="6984"/>
                </a:lnTo>
                <a:lnTo>
                  <a:pt x="15452" y="6814"/>
                </a:lnTo>
                <a:lnTo>
                  <a:pt x="15695" y="6814"/>
                </a:lnTo>
                <a:lnTo>
                  <a:pt x="15914" y="6765"/>
                </a:lnTo>
                <a:lnTo>
                  <a:pt x="16133" y="6668"/>
                </a:lnTo>
                <a:lnTo>
                  <a:pt x="16352" y="6595"/>
                </a:lnTo>
                <a:lnTo>
                  <a:pt x="16766" y="6425"/>
                </a:lnTo>
                <a:lnTo>
                  <a:pt x="16960" y="6327"/>
                </a:lnTo>
                <a:lnTo>
                  <a:pt x="17131" y="6206"/>
                </a:lnTo>
                <a:lnTo>
                  <a:pt x="17301" y="6619"/>
                </a:lnTo>
                <a:lnTo>
                  <a:pt x="17082" y="6692"/>
                </a:lnTo>
                <a:lnTo>
                  <a:pt x="16863" y="6790"/>
                </a:lnTo>
                <a:lnTo>
                  <a:pt x="16425" y="6984"/>
                </a:lnTo>
                <a:lnTo>
                  <a:pt x="15719" y="7252"/>
                </a:lnTo>
                <a:lnTo>
                  <a:pt x="15354" y="7422"/>
                </a:lnTo>
                <a:lnTo>
                  <a:pt x="15038" y="7593"/>
                </a:lnTo>
                <a:lnTo>
                  <a:pt x="15014" y="7617"/>
                </a:lnTo>
                <a:lnTo>
                  <a:pt x="15014" y="7666"/>
                </a:lnTo>
                <a:lnTo>
                  <a:pt x="15014" y="7690"/>
                </a:lnTo>
                <a:lnTo>
                  <a:pt x="15062" y="7690"/>
                </a:lnTo>
                <a:lnTo>
                  <a:pt x="15427" y="7641"/>
                </a:lnTo>
                <a:lnTo>
                  <a:pt x="15792" y="7544"/>
                </a:lnTo>
                <a:lnTo>
                  <a:pt x="16157" y="7422"/>
                </a:lnTo>
                <a:lnTo>
                  <a:pt x="16498" y="7301"/>
                </a:lnTo>
                <a:lnTo>
                  <a:pt x="16960" y="7130"/>
                </a:lnTo>
                <a:lnTo>
                  <a:pt x="17204" y="7033"/>
                </a:lnTo>
                <a:lnTo>
                  <a:pt x="17423" y="6911"/>
                </a:lnTo>
                <a:lnTo>
                  <a:pt x="17569" y="7252"/>
                </a:lnTo>
                <a:lnTo>
                  <a:pt x="17325" y="7276"/>
                </a:lnTo>
                <a:lnTo>
                  <a:pt x="17082" y="7349"/>
                </a:lnTo>
                <a:lnTo>
                  <a:pt x="16595" y="7520"/>
                </a:lnTo>
                <a:lnTo>
                  <a:pt x="16084" y="7690"/>
                </a:lnTo>
                <a:lnTo>
                  <a:pt x="15841" y="7812"/>
                </a:lnTo>
                <a:lnTo>
                  <a:pt x="15719" y="7885"/>
                </a:lnTo>
                <a:lnTo>
                  <a:pt x="15622" y="7958"/>
                </a:lnTo>
                <a:lnTo>
                  <a:pt x="15622" y="7982"/>
                </a:lnTo>
                <a:lnTo>
                  <a:pt x="15622" y="8006"/>
                </a:lnTo>
                <a:lnTo>
                  <a:pt x="15768" y="8031"/>
                </a:lnTo>
                <a:lnTo>
                  <a:pt x="15890" y="8031"/>
                </a:lnTo>
                <a:lnTo>
                  <a:pt x="16182" y="8006"/>
                </a:lnTo>
                <a:lnTo>
                  <a:pt x="16449" y="7933"/>
                </a:lnTo>
                <a:lnTo>
                  <a:pt x="16693" y="7860"/>
                </a:lnTo>
                <a:lnTo>
                  <a:pt x="16960" y="7787"/>
                </a:lnTo>
                <a:lnTo>
                  <a:pt x="17204" y="7690"/>
                </a:lnTo>
                <a:lnTo>
                  <a:pt x="17447" y="7568"/>
                </a:lnTo>
                <a:lnTo>
                  <a:pt x="17642" y="7422"/>
                </a:lnTo>
                <a:lnTo>
                  <a:pt x="17666" y="7471"/>
                </a:lnTo>
                <a:lnTo>
                  <a:pt x="17715" y="7544"/>
                </a:lnTo>
                <a:lnTo>
                  <a:pt x="17788" y="7568"/>
                </a:lnTo>
                <a:lnTo>
                  <a:pt x="17812" y="7763"/>
                </a:lnTo>
                <a:lnTo>
                  <a:pt x="17836" y="7958"/>
                </a:lnTo>
                <a:lnTo>
                  <a:pt x="17934" y="8347"/>
                </a:lnTo>
                <a:lnTo>
                  <a:pt x="17763" y="8396"/>
                </a:lnTo>
                <a:lnTo>
                  <a:pt x="17593" y="8444"/>
                </a:lnTo>
                <a:lnTo>
                  <a:pt x="17252" y="8590"/>
                </a:lnTo>
                <a:lnTo>
                  <a:pt x="16790" y="8761"/>
                </a:lnTo>
                <a:lnTo>
                  <a:pt x="16547" y="8834"/>
                </a:lnTo>
                <a:lnTo>
                  <a:pt x="16328" y="8955"/>
                </a:lnTo>
                <a:lnTo>
                  <a:pt x="16303" y="8955"/>
                </a:lnTo>
                <a:lnTo>
                  <a:pt x="16303" y="8980"/>
                </a:lnTo>
                <a:lnTo>
                  <a:pt x="16328" y="9004"/>
                </a:lnTo>
                <a:lnTo>
                  <a:pt x="16328" y="9028"/>
                </a:lnTo>
                <a:lnTo>
                  <a:pt x="16595" y="9028"/>
                </a:lnTo>
                <a:lnTo>
                  <a:pt x="16839" y="9004"/>
                </a:lnTo>
                <a:lnTo>
                  <a:pt x="17106" y="8955"/>
                </a:lnTo>
                <a:lnTo>
                  <a:pt x="17350" y="8882"/>
                </a:lnTo>
                <a:lnTo>
                  <a:pt x="17666" y="8785"/>
                </a:lnTo>
                <a:lnTo>
                  <a:pt x="17836" y="8712"/>
                </a:lnTo>
                <a:lnTo>
                  <a:pt x="18007" y="8639"/>
                </a:lnTo>
                <a:lnTo>
                  <a:pt x="18031" y="8809"/>
                </a:lnTo>
                <a:lnTo>
                  <a:pt x="17812" y="8907"/>
                </a:lnTo>
                <a:lnTo>
                  <a:pt x="17617" y="9004"/>
                </a:lnTo>
                <a:lnTo>
                  <a:pt x="17398" y="9077"/>
                </a:lnTo>
                <a:lnTo>
                  <a:pt x="17155" y="9174"/>
                </a:lnTo>
                <a:lnTo>
                  <a:pt x="16936" y="9247"/>
                </a:lnTo>
                <a:lnTo>
                  <a:pt x="16741" y="9369"/>
                </a:lnTo>
                <a:lnTo>
                  <a:pt x="16717" y="9418"/>
                </a:lnTo>
                <a:lnTo>
                  <a:pt x="16717" y="9466"/>
                </a:lnTo>
                <a:lnTo>
                  <a:pt x="16741" y="9515"/>
                </a:lnTo>
                <a:lnTo>
                  <a:pt x="16790" y="9539"/>
                </a:lnTo>
                <a:lnTo>
                  <a:pt x="16887" y="9564"/>
                </a:lnTo>
                <a:lnTo>
                  <a:pt x="17228" y="9564"/>
                </a:lnTo>
                <a:lnTo>
                  <a:pt x="17471" y="9491"/>
                </a:lnTo>
                <a:lnTo>
                  <a:pt x="17690" y="9442"/>
                </a:lnTo>
                <a:lnTo>
                  <a:pt x="17885" y="9369"/>
                </a:lnTo>
                <a:lnTo>
                  <a:pt x="18080" y="9272"/>
                </a:lnTo>
                <a:lnTo>
                  <a:pt x="18128" y="9564"/>
                </a:lnTo>
                <a:lnTo>
                  <a:pt x="17958" y="9612"/>
                </a:lnTo>
                <a:lnTo>
                  <a:pt x="17812" y="9661"/>
                </a:lnTo>
                <a:lnTo>
                  <a:pt x="17301" y="9880"/>
                </a:lnTo>
                <a:lnTo>
                  <a:pt x="17228" y="9928"/>
                </a:lnTo>
                <a:lnTo>
                  <a:pt x="17155" y="10001"/>
                </a:lnTo>
                <a:lnTo>
                  <a:pt x="17106" y="10074"/>
                </a:lnTo>
                <a:lnTo>
                  <a:pt x="17033" y="10147"/>
                </a:lnTo>
                <a:lnTo>
                  <a:pt x="17009" y="10172"/>
                </a:lnTo>
                <a:lnTo>
                  <a:pt x="17033" y="10172"/>
                </a:lnTo>
                <a:lnTo>
                  <a:pt x="17106" y="10196"/>
                </a:lnTo>
                <a:lnTo>
                  <a:pt x="17204" y="10220"/>
                </a:lnTo>
                <a:lnTo>
                  <a:pt x="17277" y="10245"/>
                </a:lnTo>
                <a:lnTo>
                  <a:pt x="17471" y="10245"/>
                </a:lnTo>
                <a:lnTo>
                  <a:pt x="17593" y="10196"/>
                </a:lnTo>
                <a:lnTo>
                  <a:pt x="17812" y="10123"/>
                </a:lnTo>
                <a:lnTo>
                  <a:pt x="17982" y="10074"/>
                </a:lnTo>
                <a:lnTo>
                  <a:pt x="18153" y="9977"/>
                </a:lnTo>
                <a:lnTo>
                  <a:pt x="18153" y="10220"/>
                </a:lnTo>
                <a:lnTo>
                  <a:pt x="18031" y="10269"/>
                </a:lnTo>
                <a:lnTo>
                  <a:pt x="17909" y="10318"/>
                </a:lnTo>
                <a:lnTo>
                  <a:pt x="17690" y="10415"/>
                </a:lnTo>
                <a:lnTo>
                  <a:pt x="17471" y="10512"/>
                </a:lnTo>
                <a:lnTo>
                  <a:pt x="17301" y="10634"/>
                </a:lnTo>
                <a:lnTo>
                  <a:pt x="17204" y="10731"/>
                </a:lnTo>
                <a:lnTo>
                  <a:pt x="17131" y="10829"/>
                </a:lnTo>
                <a:lnTo>
                  <a:pt x="17131" y="10853"/>
                </a:lnTo>
                <a:lnTo>
                  <a:pt x="17155" y="10902"/>
                </a:lnTo>
                <a:lnTo>
                  <a:pt x="17374" y="10902"/>
                </a:lnTo>
                <a:lnTo>
                  <a:pt x="17593" y="10877"/>
                </a:lnTo>
                <a:lnTo>
                  <a:pt x="17788" y="10804"/>
                </a:lnTo>
                <a:lnTo>
                  <a:pt x="17982" y="10731"/>
                </a:lnTo>
                <a:lnTo>
                  <a:pt x="18153" y="10683"/>
                </a:lnTo>
                <a:lnTo>
                  <a:pt x="18128" y="11169"/>
                </a:lnTo>
                <a:lnTo>
                  <a:pt x="17861" y="11267"/>
                </a:lnTo>
                <a:lnTo>
                  <a:pt x="17617" y="11364"/>
                </a:lnTo>
                <a:lnTo>
                  <a:pt x="17447" y="11413"/>
                </a:lnTo>
                <a:lnTo>
                  <a:pt x="17277" y="11461"/>
                </a:lnTo>
                <a:lnTo>
                  <a:pt x="17106" y="11510"/>
                </a:lnTo>
                <a:lnTo>
                  <a:pt x="16960" y="11607"/>
                </a:lnTo>
                <a:lnTo>
                  <a:pt x="16936" y="11632"/>
                </a:lnTo>
                <a:lnTo>
                  <a:pt x="16936" y="11680"/>
                </a:lnTo>
                <a:lnTo>
                  <a:pt x="16960" y="11729"/>
                </a:lnTo>
                <a:lnTo>
                  <a:pt x="16985" y="11753"/>
                </a:lnTo>
                <a:lnTo>
                  <a:pt x="17106" y="11802"/>
                </a:lnTo>
                <a:lnTo>
                  <a:pt x="17228" y="11826"/>
                </a:lnTo>
                <a:lnTo>
                  <a:pt x="17374" y="11826"/>
                </a:lnTo>
                <a:lnTo>
                  <a:pt x="17544" y="11778"/>
                </a:lnTo>
                <a:lnTo>
                  <a:pt x="17690" y="11753"/>
                </a:lnTo>
                <a:lnTo>
                  <a:pt x="17836" y="11680"/>
                </a:lnTo>
                <a:lnTo>
                  <a:pt x="17982" y="11607"/>
                </a:lnTo>
                <a:lnTo>
                  <a:pt x="18104" y="11510"/>
                </a:lnTo>
                <a:lnTo>
                  <a:pt x="18080" y="11656"/>
                </a:lnTo>
                <a:lnTo>
                  <a:pt x="17934" y="11705"/>
                </a:lnTo>
                <a:lnTo>
                  <a:pt x="17763" y="11753"/>
                </a:lnTo>
                <a:lnTo>
                  <a:pt x="17471" y="11899"/>
                </a:lnTo>
                <a:lnTo>
                  <a:pt x="17301" y="11948"/>
                </a:lnTo>
                <a:lnTo>
                  <a:pt x="17106" y="11972"/>
                </a:lnTo>
                <a:lnTo>
                  <a:pt x="16936" y="12021"/>
                </a:lnTo>
                <a:lnTo>
                  <a:pt x="16839" y="12045"/>
                </a:lnTo>
                <a:lnTo>
                  <a:pt x="16766" y="12094"/>
                </a:lnTo>
                <a:lnTo>
                  <a:pt x="16741" y="12143"/>
                </a:lnTo>
                <a:lnTo>
                  <a:pt x="16741" y="12167"/>
                </a:lnTo>
                <a:lnTo>
                  <a:pt x="16766" y="12240"/>
                </a:lnTo>
                <a:lnTo>
                  <a:pt x="16863" y="12289"/>
                </a:lnTo>
                <a:lnTo>
                  <a:pt x="16960" y="12337"/>
                </a:lnTo>
                <a:lnTo>
                  <a:pt x="17058" y="12362"/>
                </a:lnTo>
                <a:lnTo>
                  <a:pt x="17155" y="12362"/>
                </a:lnTo>
                <a:lnTo>
                  <a:pt x="17374" y="12313"/>
                </a:lnTo>
                <a:lnTo>
                  <a:pt x="17569" y="12289"/>
                </a:lnTo>
                <a:lnTo>
                  <a:pt x="17812" y="12216"/>
                </a:lnTo>
                <a:lnTo>
                  <a:pt x="18007" y="12094"/>
                </a:lnTo>
                <a:lnTo>
                  <a:pt x="17934" y="12435"/>
                </a:lnTo>
                <a:lnTo>
                  <a:pt x="17788" y="12459"/>
                </a:lnTo>
                <a:lnTo>
                  <a:pt x="17642" y="12508"/>
                </a:lnTo>
                <a:lnTo>
                  <a:pt x="17325" y="12629"/>
                </a:lnTo>
                <a:lnTo>
                  <a:pt x="16839" y="12751"/>
                </a:lnTo>
                <a:lnTo>
                  <a:pt x="16328" y="12897"/>
                </a:lnTo>
                <a:lnTo>
                  <a:pt x="16303" y="12897"/>
                </a:lnTo>
                <a:lnTo>
                  <a:pt x="16303" y="12946"/>
                </a:lnTo>
                <a:lnTo>
                  <a:pt x="16303" y="12970"/>
                </a:lnTo>
                <a:lnTo>
                  <a:pt x="16328" y="12970"/>
                </a:lnTo>
                <a:lnTo>
                  <a:pt x="16571" y="13019"/>
                </a:lnTo>
                <a:lnTo>
                  <a:pt x="16814" y="13019"/>
                </a:lnTo>
                <a:lnTo>
                  <a:pt x="17058" y="12994"/>
                </a:lnTo>
                <a:lnTo>
                  <a:pt x="17277" y="12946"/>
                </a:lnTo>
                <a:lnTo>
                  <a:pt x="17569" y="12897"/>
                </a:lnTo>
                <a:lnTo>
                  <a:pt x="17861" y="12824"/>
                </a:lnTo>
                <a:lnTo>
                  <a:pt x="17739" y="13286"/>
                </a:lnTo>
                <a:lnTo>
                  <a:pt x="15671" y="13286"/>
                </a:lnTo>
                <a:lnTo>
                  <a:pt x="13627" y="13311"/>
                </a:lnTo>
                <a:lnTo>
                  <a:pt x="9515" y="13359"/>
                </a:lnTo>
                <a:lnTo>
                  <a:pt x="5232" y="13408"/>
                </a:lnTo>
                <a:lnTo>
                  <a:pt x="3115" y="13432"/>
                </a:lnTo>
                <a:lnTo>
                  <a:pt x="1509" y="13432"/>
                </a:lnTo>
                <a:lnTo>
                  <a:pt x="1388" y="12654"/>
                </a:lnTo>
                <a:lnTo>
                  <a:pt x="1290" y="11851"/>
                </a:lnTo>
                <a:lnTo>
                  <a:pt x="1266" y="11048"/>
                </a:lnTo>
                <a:lnTo>
                  <a:pt x="1266" y="10245"/>
                </a:lnTo>
                <a:lnTo>
                  <a:pt x="1290" y="9442"/>
                </a:lnTo>
                <a:lnTo>
                  <a:pt x="1363" y="8615"/>
                </a:lnTo>
                <a:lnTo>
                  <a:pt x="1436" y="8152"/>
                </a:lnTo>
                <a:lnTo>
                  <a:pt x="1485" y="7690"/>
                </a:lnTo>
                <a:lnTo>
                  <a:pt x="1777" y="6936"/>
                </a:lnTo>
                <a:lnTo>
                  <a:pt x="2385" y="5305"/>
                </a:lnTo>
                <a:lnTo>
                  <a:pt x="2653" y="4575"/>
                </a:lnTo>
                <a:lnTo>
                  <a:pt x="2921" y="3821"/>
                </a:lnTo>
                <a:lnTo>
                  <a:pt x="3067" y="3456"/>
                </a:lnTo>
                <a:lnTo>
                  <a:pt x="3237" y="3091"/>
                </a:lnTo>
                <a:lnTo>
                  <a:pt x="3407" y="2750"/>
                </a:lnTo>
                <a:lnTo>
                  <a:pt x="3602" y="2410"/>
                </a:lnTo>
                <a:lnTo>
                  <a:pt x="3748" y="2215"/>
                </a:lnTo>
                <a:lnTo>
                  <a:pt x="3894" y="2045"/>
                </a:lnTo>
                <a:lnTo>
                  <a:pt x="4064" y="1899"/>
                </a:lnTo>
                <a:lnTo>
                  <a:pt x="4283" y="1753"/>
                </a:lnTo>
                <a:lnTo>
                  <a:pt x="4502" y="1607"/>
                </a:lnTo>
                <a:lnTo>
                  <a:pt x="4721" y="1485"/>
                </a:lnTo>
                <a:lnTo>
                  <a:pt x="4989" y="1388"/>
                </a:lnTo>
                <a:lnTo>
                  <a:pt x="5232" y="1291"/>
                </a:lnTo>
                <a:lnTo>
                  <a:pt x="5816" y="1096"/>
                </a:lnTo>
                <a:lnTo>
                  <a:pt x="6400" y="950"/>
                </a:lnTo>
                <a:lnTo>
                  <a:pt x="7033" y="853"/>
                </a:lnTo>
                <a:lnTo>
                  <a:pt x="7641" y="755"/>
                </a:lnTo>
                <a:lnTo>
                  <a:pt x="8249" y="707"/>
                </a:lnTo>
                <a:lnTo>
                  <a:pt x="8858" y="658"/>
                </a:lnTo>
                <a:lnTo>
                  <a:pt x="9904" y="609"/>
                </a:lnTo>
                <a:lnTo>
                  <a:pt x="10707" y="609"/>
                </a:lnTo>
                <a:lnTo>
                  <a:pt x="11121" y="585"/>
                </a:lnTo>
                <a:lnTo>
                  <a:pt x="11534" y="561"/>
                </a:lnTo>
                <a:close/>
                <a:moveTo>
                  <a:pt x="2410" y="13919"/>
                </a:moveTo>
                <a:lnTo>
                  <a:pt x="2239" y="14089"/>
                </a:lnTo>
                <a:lnTo>
                  <a:pt x="2093" y="14260"/>
                </a:lnTo>
                <a:lnTo>
                  <a:pt x="1850" y="14649"/>
                </a:lnTo>
                <a:lnTo>
                  <a:pt x="1826" y="14479"/>
                </a:lnTo>
                <a:lnTo>
                  <a:pt x="1850" y="14308"/>
                </a:lnTo>
                <a:lnTo>
                  <a:pt x="1899" y="14114"/>
                </a:lnTo>
                <a:lnTo>
                  <a:pt x="1972" y="13919"/>
                </a:lnTo>
                <a:close/>
                <a:moveTo>
                  <a:pt x="14746" y="13846"/>
                </a:moveTo>
                <a:lnTo>
                  <a:pt x="14649" y="13992"/>
                </a:lnTo>
                <a:lnTo>
                  <a:pt x="14551" y="14138"/>
                </a:lnTo>
                <a:lnTo>
                  <a:pt x="14405" y="14430"/>
                </a:lnTo>
                <a:lnTo>
                  <a:pt x="14235" y="14771"/>
                </a:lnTo>
                <a:lnTo>
                  <a:pt x="14235" y="14527"/>
                </a:lnTo>
                <a:lnTo>
                  <a:pt x="14259" y="14284"/>
                </a:lnTo>
                <a:lnTo>
                  <a:pt x="14235" y="14065"/>
                </a:lnTo>
                <a:lnTo>
                  <a:pt x="14211" y="13943"/>
                </a:lnTo>
                <a:lnTo>
                  <a:pt x="14186" y="13846"/>
                </a:lnTo>
                <a:close/>
                <a:moveTo>
                  <a:pt x="2994" y="13919"/>
                </a:moveTo>
                <a:lnTo>
                  <a:pt x="2848" y="14065"/>
                </a:lnTo>
                <a:lnTo>
                  <a:pt x="2702" y="14211"/>
                </a:lnTo>
                <a:lnTo>
                  <a:pt x="2458" y="14552"/>
                </a:lnTo>
                <a:lnTo>
                  <a:pt x="2288" y="14819"/>
                </a:lnTo>
                <a:lnTo>
                  <a:pt x="2191" y="15014"/>
                </a:lnTo>
                <a:lnTo>
                  <a:pt x="2142" y="15184"/>
                </a:lnTo>
                <a:lnTo>
                  <a:pt x="2045" y="15087"/>
                </a:lnTo>
                <a:lnTo>
                  <a:pt x="2239" y="14771"/>
                </a:lnTo>
                <a:lnTo>
                  <a:pt x="2434" y="14479"/>
                </a:lnTo>
                <a:lnTo>
                  <a:pt x="2629" y="14211"/>
                </a:lnTo>
                <a:lnTo>
                  <a:pt x="2799" y="13919"/>
                </a:lnTo>
                <a:close/>
                <a:moveTo>
                  <a:pt x="4405" y="14381"/>
                </a:moveTo>
                <a:lnTo>
                  <a:pt x="4381" y="14649"/>
                </a:lnTo>
                <a:lnTo>
                  <a:pt x="4308" y="14941"/>
                </a:lnTo>
                <a:lnTo>
                  <a:pt x="4259" y="15087"/>
                </a:lnTo>
                <a:lnTo>
                  <a:pt x="4162" y="15209"/>
                </a:lnTo>
                <a:lnTo>
                  <a:pt x="4040" y="15330"/>
                </a:lnTo>
                <a:lnTo>
                  <a:pt x="3894" y="15403"/>
                </a:lnTo>
                <a:lnTo>
                  <a:pt x="3894" y="15403"/>
                </a:lnTo>
                <a:lnTo>
                  <a:pt x="4016" y="15160"/>
                </a:lnTo>
                <a:lnTo>
                  <a:pt x="4235" y="14771"/>
                </a:lnTo>
                <a:lnTo>
                  <a:pt x="4308" y="14576"/>
                </a:lnTo>
                <a:lnTo>
                  <a:pt x="4405" y="14381"/>
                </a:lnTo>
                <a:close/>
                <a:moveTo>
                  <a:pt x="3845" y="13895"/>
                </a:moveTo>
                <a:lnTo>
                  <a:pt x="3651" y="14041"/>
                </a:lnTo>
                <a:lnTo>
                  <a:pt x="3456" y="14211"/>
                </a:lnTo>
                <a:lnTo>
                  <a:pt x="3286" y="14406"/>
                </a:lnTo>
                <a:lnTo>
                  <a:pt x="3140" y="14625"/>
                </a:lnTo>
                <a:lnTo>
                  <a:pt x="2848" y="15038"/>
                </a:lnTo>
                <a:lnTo>
                  <a:pt x="2629" y="15476"/>
                </a:lnTo>
                <a:lnTo>
                  <a:pt x="2629" y="15501"/>
                </a:lnTo>
                <a:lnTo>
                  <a:pt x="2458" y="15428"/>
                </a:lnTo>
                <a:lnTo>
                  <a:pt x="2556" y="15306"/>
                </a:lnTo>
                <a:lnTo>
                  <a:pt x="2629" y="15160"/>
                </a:lnTo>
                <a:lnTo>
                  <a:pt x="2726" y="14941"/>
                </a:lnTo>
                <a:lnTo>
                  <a:pt x="2896" y="14673"/>
                </a:lnTo>
                <a:lnTo>
                  <a:pt x="3067" y="14406"/>
                </a:lnTo>
                <a:lnTo>
                  <a:pt x="3261" y="14162"/>
                </a:lnTo>
                <a:lnTo>
                  <a:pt x="3432" y="13919"/>
                </a:lnTo>
                <a:lnTo>
                  <a:pt x="3845" y="13895"/>
                </a:lnTo>
                <a:close/>
                <a:moveTo>
                  <a:pt x="4381" y="13895"/>
                </a:moveTo>
                <a:lnTo>
                  <a:pt x="4381" y="14065"/>
                </a:lnTo>
                <a:lnTo>
                  <a:pt x="4186" y="14260"/>
                </a:lnTo>
                <a:lnTo>
                  <a:pt x="4016" y="14503"/>
                </a:lnTo>
                <a:lnTo>
                  <a:pt x="3724" y="14990"/>
                </a:lnTo>
                <a:lnTo>
                  <a:pt x="3529" y="15257"/>
                </a:lnTo>
                <a:lnTo>
                  <a:pt x="3359" y="15549"/>
                </a:lnTo>
                <a:lnTo>
                  <a:pt x="3261" y="15574"/>
                </a:lnTo>
                <a:lnTo>
                  <a:pt x="2994" y="15574"/>
                </a:lnTo>
                <a:lnTo>
                  <a:pt x="3237" y="15160"/>
                </a:lnTo>
                <a:lnTo>
                  <a:pt x="3505" y="14746"/>
                </a:lnTo>
                <a:lnTo>
                  <a:pt x="3821" y="14333"/>
                </a:lnTo>
                <a:lnTo>
                  <a:pt x="3967" y="14114"/>
                </a:lnTo>
                <a:lnTo>
                  <a:pt x="4113" y="13895"/>
                </a:lnTo>
                <a:close/>
                <a:moveTo>
                  <a:pt x="15865" y="13846"/>
                </a:moveTo>
                <a:lnTo>
                  <a:pt x="15695" y="13968"/>
                </a:lnTo>
                <a:lnTo>
                  <a:pt x="15525" y="14089"/>
                </a:lnTo>
                <a:lnTo>
                  <a:pt x="15403" y="14211"/>
                </a:lnTo>
                <a:lnTo>
                  <a:pt x="15306" y="14333"/>
                </a:lnTo>
                <a:lnTo>
                  <a:pt x="15111" y="14625"/>
                </a:lnTo>
                <a:lnTo>
                  <a:pt x="14965" y="14844"/>
                </a:lnTo>
                <a:lnTo>
                  <a:pt x="14819" y="15063"/>
                </a:lnTo>
                <a:lnTo>
                  <a:pt x="14746" y="15184"/>
                </a:lnTo>
                <a:lnTo>
                  <a:pt x="14697" y="15306"/>
                </a:lnTo>
                <a:lnTo>
                  <a:pt x="14673" y="15452"/>
                </a:lnTo>
                <a:lnTo>
                  <a:pt x="14673" y="15574"/>
                </a:lnTo>
                <a:lnTo>
                  <a:pt x="14503" y="15428"/>
                </a:lnTo>
                <a:lnTo>
                  <a:pt x="14381" y="15257"/>
                </a:lnTo>
                <a:lnTo>
                  <a:pt x="14478" y="15111"/>
                </a:lnTo>
                <a:lnTo>
                  <a:pt x="14551" y="14965"/>
                </a:lnTo>
                <a:lnTo>
                  <a:pt x="14673" y="14673"/>
                </a:lnTo>
                <a:lnTo>
                  <a:pt x="14819" y="14284"/>
                </a:lnTo>
                <a:lnTo>
                  <a:pt x="14868" y="14065"/>
                </a:lnTo>
                <a:lnTo>
                  <a:pt x="14892" y="13870"/>
                </a:lnTo>
                <a:lnTo>
                  <a:pt x="14868" y="13846"/>
                </a:lnTo>
                <a:close/>
                <a:moveTo>
                  <a:pt x="16790" y="14625"/>
                </a:moveTo>
                <a:lnTo>
                  <a:pt x="16766" y="14917"/>
                </a:lnTo>
                <a:lnTo>
                  <a:pt x="16717" y="15184"/>
                </a:lnTo>
                <a:lnTo>
                  <a:pt x="16644" y="15330"/>
                </a:lnTo>
                <a:lnTo>
                  <a:pt x="16571" y="15452"/>
                </a:lnTo>
                <a:lnTo>
                  <a:pt x="16449" y="15574"/>
                </a:lnTo>
                <a:lnTo>
                  <a:pt x="16352" y="15647"/>
                </a:lnTo>
                <a:lnTo>
                  <a:pt x="16352" y="15647"/>
                </a:lnTo>
                <a:lnTo>
                  <a:pt x="16571" y="15111"/>
                </a:lnTo>
                <a:lnTo>
                  <a:pt x="16693" y="14868"/>
                </a:lnTo>
                <a:lnTo>
                  <a:pt x="16790" y="14625"/>
                </a:lnTo>
                <a:close/>
                <a:moveTo>
                  <a:pt x="16498" y="13846"/>
                </a:moveTo>
                <a:lnTo>
                  <a:pt x="16328" y="14041"/>
                </a:lnTo>
                <a:lnTo>
                  <a:pt x="16133" y="14260"/>
                </a:lnTo>
                <a:lnTo>
                  <a:pt x="15987" y="14479"/>
                </a:lnTo>
                <a:lnTo>
                  <a:pt x="15817" y="14746"/>
                </a:lnTo>
                <a:lnTo>
                  <a:pt x="15525" y="15257"/>
                </a:lnTo>
                <a:lnTo>
                  <a:pt x="15379" y="15549"/>
                </a:lnTo>
                <a:lnTo>
                  <a:pt x="15257" y="15817"/>
                </a:lnTo>
                <a:lnTo>
                  <a:pt x="15062" y="15768"/>
                </a:lnTo>
                <a:lnTo>
                  <a:pt x="14868" y="15695"/>
                </a:lnTo>
                <a:lnTo>
                  <a:pt x="14965" y="15622"/>
                </a:lnTo>
                <a:lnTo>
                  <a:pt x="15038" y="15549"/>
                </a:lnTo>
                <a:lnTo>
                  <a:pt x="15160" y="15355"/>
                </a:lnTo>
                <a:lnTo>
                  <a:pt x="15379" y="14941"/>
                </a:lnTo>
                <a:lnTo>
                  <a:pt x="15719" y="14381"/>
                </a:lnTo>
                <a:lnTo>
                  <a:pt x="15817" y="14260"/>
                </a:lnTo>
                <a:lnTo>
                  <a:pt x="15865" y="14114"/>
                </a:lnTo>
                <a:lnTo>
                  <a:pt x="16011" y="13846"/>
                </a:lnTo>
                <a:close/>
                <a:moveTo>
                  <a:pt x="16717" y="13846"/>
                </a:moveTo>
                <a:lnTo>
                  <a:pt x="16766" y="14235"/>
                </a:lnTo>
                <a:lnTo>
                  <a:pt x="16620" y="14430"/>
                </a:lnTo>
                <a:lnTo>
                  <a:pt x="16474" y="14625"/>
                </a:lnTo>
                <a:lnTo>
                  <a:pt x="16255" y="15063"/>
                </a:lnTo>
                <a:lnTo>
                  <a:pt x="16084" y="15428"/>
                </a:lnTo>
                <a:lnTo>
                  <a:pt x="15987" y="15622"/>
                </a:lnTo>
                <a:lnTo>
                  <a:pt x="15938" y="15817"/>
                </a:lnTo>
                <a:lnTo>
                  <a:pt x="15646" y="15841"/>
                </a:lnTo>
                <a:lnTo>
                  <a:pt x="15890" y="15379"/>
                </a:lnTo>
                <a:lnTo>
                  <a:pt x="16133" y="14917"/>
                </a:lnTo>
                <a:lnTo>
                  <a:pt x="16401" y="14381"/>
                </a:lnTo>
                <a:lnTo>
                  <a:pt x="16644" y="13846"/>
                </a:lnTo>
                <a:close/>
                <a:moveTo>
                  <a:pt x="8493" y="1"/>
                </a:moveTo>
                <a:lnTo>
                  <a:pt x="7884" y="25"/>
                </a:lnTo>
                <a:lnTo>
                  <a:pt x="7252" y="98"/>
                </a:lnTo>
                <a:lnTo>
                  <a:pt x="6619" y="171"/>
                </a:lnTo>
                <a:lnTo>
                  <a:pt x="6011" y="317"/>
                </a:lnTo>
                <a:lnTo>
                  <a:pt x="5427" y="488"/>
                </a:lnTo>
                <a:lnTo>
                  <a:pt x="5135" y="585"/>
                </a:lnTo>
                <a:lnTo>
                  <a:pt x="4867" y="707"/>
                </a:lnTo>
                <a:lnTo>
                  <a:pt x="4600" y="853"/>
                </a:lnTo>
                <a:lnTo>
                  <a:pt x="4356" y="999"/>
                </a:lnTo>
                <a:lnTo>
                  <a:pt x="4113" y="1169"/>
                </a:lnTo>
                <a:lnTo>
                  <a:pt x="3894" y="1339"/>
                </a:lnTo>
                <a:lnTo>
                  <a:pt x="3699" y="1534"/>
                </a:lnTo>
                <a:lnTo>
                  <a:pt x="3529" y="1753"/>
                </a:lnTo>
                <a:lnTo>
                  <a:pt x="3310" y="2045"/>
                </a:lnTo>
                <a:lnTo>
                  <a:pt x="3115" y="2385"/>
                </a:lnTo>
                <a:lnTo>
                  <a:pt x="2945" y="2702"/>
                </a:lnTo>
                <a:lnTo>
                  <a:pt x="2799" y="3042"/>
                </a:lnTo>
                <a:lnTo>
                  <a:pt x="2507" y="3748"/>
                </a:lnTo>
                <a:lnTo>
                  <a:pt x="2264" y="4454"/>
                </a:lnTo>
                <a:lnTo>
                  <a:pt x="2142" y="4405"/>
                </a:lnTo>
                <a:lnTo>
                  <a:pt x="2020" y="4356"/>
                </a:lnTo>
                <a:lnTo>
                  <a:pt x="1728" y="4356"/>
                </a:lnTo>
                <a:lnTo>
                  <a:pt x="1412" y="4405"/>
                </a:lnTo>
                <a:lnTo>
                  <a:pt x="1193" y="4478"/>
                </a:lnTo>
                <a:lnTo>
                  <a:pt x="998" y="4551"/>
                </a:lnTo>
                <a:lnTo>
                  <a:pt x="804" y="4624"/>
                </a:lnTo>
                <a:lnTo>
                  <a:pt x="633" y="4746"/>
                </a:lnTo>
                <a:lnTo>
                  <a:pt x="487" y="4867"/>
                </a:lnTo>
                <a:lnTo>
                  <a:pt x="366" y="5013"/>
                </a:lnTo>
                <a:lnTo>
                  <a:pt x="244" y="5159"/>
                </a:lnTo>
                <a:lnTo>
                  <a:pt x="147" y="5354"/>
                </a:lnTo>
                <a:lnTo>
                  <a:pt x="49" y="5524"/>
                </a:lnTo>
                <a:lnTo>
                  <a:pt x="25" y="5695"/>
                </a:lnTo>
                <a:lnTo>
                  <a:pt x="1" y="5865"/>
                </a:lnTo>
                <a:lnTo>
                  <a:pt x="25" y="6060"/>
                </a:lnTo>
                <a:lnTo>
                  <a:pt x="49" y="6230"/>
                </a:lnTo>
                <a:lnTo>
                  <a:pt x="122" y="6400"/>
                </a:lnTo>
                <a:lnTo>
                  <a:pt x="220" y="6571"/>
                </a:lnTo>
                <a:lnTo>
                  <a:pt x="317" y="6692"/>
                </a:lnTo>
                <a:lnTo>
                  <a:pt x="463" y="6814"/>
                </a:lnTo>
                <a:lnTo>
                  <a:pt x="658" y="6911"/>
                </a:lnTo>
                <a:lnTo>
                  <a:pt x="901" y="6984"/>
                </a:lnTo>
                <a:lnTo>
                  <a:pt x="1023" y="6984"/>
                </a:lnTo>
                <a:lnTo>
                  <a:pt x="1120" y="7009"/>
                </a:lnTo>
                <a:lnTo>
                  <a:pt x="1242" y="6984"/>
                </a:lnTo>
                <a:lnTo>
                  <a:pt x="1363" y="6960"/>
                </a:lnTo>
                <a:lnTo>
                  <a:pt x="1169" y="7495"/>
                </a:lnTo>
                <a:lnTo>
                  <a:pt x="1071" y="7739"/>
                </a:lnTo>
                <a:lnTo>
                  <a:pt x="998" y="8006"/>
                </a:lnTo>
                <a:lnTo>
                  <a:pt x="901" y="8542"/>
                </a:lnTo>
                <a:lnTo>
                  <a:pt x="779" y="9393"/>
                </a:lnTo>
                <a:lnTo>
                  <a:pt x="731" y="10245"/>
                </a:lnTo>
                <a:lnTo>
                  <a:pt x="731" y="11072"/>
                </a:lnTo>
                <a:lnTo>
                  <a:pt x="755" y="11875"/>
                </a:lnTo>
                <a:lnTo>
                  <a:pt x="852" y="12702"/>
                </a:lnTo>
                <a:lnTo>
                  <a:pt x="974" y="13505"/>
                </a:lnTo>
                <a:lnTo>
                  <a:pt x="925" y="13505"/>
                </a:lnTo>
                <a:lnTo>
                  <a:pt x="877" y="13530"/>
                </a:lnTo>
                <a:lnTo>
                  <a:pt x="828" y="13578"/>
                </a:lnTo>
                <a:lnTo>
                  <a:pt x="804" y="13627"/>
                </a:lnTo>
                <a:lnTo>
                  <a:pt x="804" y="13676"/>
                </a:lnTo>
                <a:lnTo>
                  <a:pt x="804" y="13749"/>
                </a:lnTo>
                <a:lnTo>
                  <a:pt x="828" y="13797"/>
                </a:lnTo>
                <a:lnTo>
                  <a:pt x="877" y="13846"/>
                </a:lnTo>
                <a:lnTo>
                  <a:pt x="925" y="13870"/>
                </a:lnTo>
                <a:lnTo>
                  <a:pt x="1193" y="13895"/>
                </a:lnTo>
                <a:lnTo>
                  <a:pt x="1461" y="13919"/>
                </a:lnTo>
                <a:lnTo>
                  <a:pt x="1412" y="14041"/>
                </a:lnTo>
                <a:lnTo>
                  <a:pt x="1363" y="14187"/>
                </a:lnTo>
                <a:lnTo>
                  <a:pt x="1315" y="14333"/>
                </a:lnTo>
                <a:lnTo>
                  <a:pt x="1315" y="14479"/>
                </a:lnTo>
                <a:lnTo>
                  <a:pt x="1315" y="14649"/>
                </a:lnTo>
                <a:lnTo>
                  <a:pt x="1339" y="14795"/>
                </a:lnTo>
                <a:lnTo>
                  <a:pt x="1363" y="14941"/>
                </a:lnTo>
                <a:lnTo>
                  <a:pt x="1412" y="15063"/>
                </a:lnTo>
                <a:lnTo>
                  <a:pt x="1534" y="15282"/>
                </a:lnTo>
                <a:lnTo>
                  <a:pt x="1680" y="15476"/>
                </a:lnTo>
                <a:lnTo>
                  <a:pt x="1850" y="15647"/>
                </a:lnTo>
                <a:lnTo>
                  <a:pt x="2020" y="15768"/>
                </a:lnTo>
                <a:lnTo>
                  <a:pt x="2215" y="15890"/>
                </a:lnTo>
                <a:lnTo>
                  <a:pt x="2434" y="15987"/>
                </a:lnTo>
                <a:lnTo>
                  <a:pt x="2677" y="16036"/>
                </a:lnTo>
                <a:lnTo>
                  <a:pt x="2921" y="16085"/>
                </a:lnTo>
                <a:lnTo>
                  <a:pt x="3115" y="16109"/>
                </a:lnTo>
                <a:lnTo>
                  <a:pt x="3334" y="16109"/>
                </a:lnTo>
                <a:lnTo>
                  <a:pt x="3529" y="16085"/>
                </a:lnTo>
                <a:lnTo>
                  <a:pt x="3748" y="16036"/>
                </a:lnTo>
                <a:lnTo>
                  <a:pt x="3943" y="15963"/>
                </a:lnTo>
                <a:lnTo>
                  <a:pt x="4137" y="15890"/>
                </a:lnTo>
                <a:lnTo>
                  <a:pt x="4308" y="15793"/>
                </a:lnTo>
                <a:lnTo>
                  <a:pt x="4478" y="15647"/>
                </a:lnTo>
                <a:lnTo>
                  <a:pt x="4648" y="15476"/>
                </a:lnTo>
                <a:lnTo>
                  <a:pt x="4770" y="15282"/>
                </a:lnTo>
                <a:lnTo>
                  <a:pt x="4843" y="15063"/>
                </a:lnTo>
                <a:lnTo>
                  <a:pt x="4892" y="14844"/>
                </a:lnTo>
                <a:lnTo>
                  <a:pt x="4940" y="14600"/>
                </a:lnTo>
                <a:lnTo>
                  <a:pt x="4940" y="14357"/>
                </a:lnTo>
                <a:lnTo>
                  <a:pt x="4916" y="13895"/>
                </a:lnTo>
                <a:lnTo>
                  <a:pt x="5062" y="13895"/>
                </a:lnTo>
                <a:lnTo>
                  <a:pt x="9515" y="13870"/>
                </a:lnTo>
                <a:lnTo>
                  <a:pt x="14040" y="13846"/>
                </a:lnTo>
                <a:lnTo>
                  <a:pt x="13967" y="13919"/>
                </a:lnTo>
                <a:lnTo>
                  <a:pt x="13919" y="13992"/>
                </a:lnTo>
                <a:lnTo>
                  <a:pt x="13846" y="14162"/>
                </a:lnTo>
                <a:lnTo>
                  <a:pt x="13797" y="14357"/>
                </a:lnTo>
                <a:lnTo>
                  <a:pt x="13797" y="14576"/>
                </a:lnTo>
                <a:lnTo>
                  <a:pt x="13821" y="14795"/>
                </a:lnTo>
                <a:lnTo>
                  <a:pt x="13846" y="14990"/>
                </a:lnTo>
                <a:lnTo>
                  <a:pt x="13943" y="15355"/>
                </a:lnTo>
                <a:lnTo>
                  <a:pt x="13967" y="15476"/>
                </a:lnTo>
                <a:lnTo>
                  <a:pt x="14016" y="15574"/>
                </a:lnTo>
                <a:lnTo>
                  <a:pt x="14162" y="15768"/>
                </a:lnTo>
                <a:lnTo>
                  <a:pt x="14357" y="15914"/>
                </a:lnTo>
                <a:lnTo>
                  <a:pt x="14551" y="16060"/>
                </a:lnTo>
                <a:lnTo>
                  <a:pt x="14795" y="16158"/>
                </a:lnTo>
                <a:lnTo>
                  <a:pt x="15038" y="16231"/>
                </a:lnTo>
                <a:lnTo>
                  <a:pt x="15281" y="16279"/>
                </a:lnTo>
                <a:lnTo>
                  <a:pt x="15500" y="16328"/>
                </a:lnTo>
                <a:lnTo>
                  <a:pt x="15744" y="16328"/>
                </a:lnTo>
                <a:lnTo>
                  <a:pt x="15963" y="16304"/>
                </a:lnTo>
                <a:lnTo>
                  <a:pt x="16157" y="16255"/>
                </a:lnTo>
                <a:lnTo>
                  <a:pt x="16352" y="16182"/>
                </a:lnTo>
                <a:lnTo>
                  <a:pt x="16547" y="16060"/>
                </a:lnTo>
                <a:lnTo>
                  <a:pt x="16717" y="15939"/>
                </a:lnTo>
                <a:lnTo>
                  <a:pt x="16887" y="15793"/>
                </a:lnTo>
                <a:lnTo>
                  <a:pt x="17033" y="15622"/>
                </a:lnTo>
                <a:lnTo>
                  <a:pt x="17131" y="15428"/>
                </a:lnTo>
                <a:lnTo>
                  <a:pt x="17204" y="15209"/>
                </a:lnTo>
                <a:lnTo>
                  <a:pt x="17252" y="14990"/>
                </a:lnTo>
                <a:lnTo>
                  <a:pt x="17277" y="14746"/>
                </a:lnTo>
                <a:lnTo>
                  <a:pt x="17277" y="14527"/>
                </a:lnTo>
                <a:lnTo>
                  <a:pt x="17277" y="14284"/>
                </a:lnTo>
                <a:lnTo>
                  <a:pt x="17204" y="13822"/>
                </a:lnTo>
                <a:lnTo>
                  <a:pt x="18250" y="13797"/>
                </a:lnTo>
                <a:lnTo>
                  <a:pt x="18372" y="13773"/>
                </a:lnTo>
                <a:lnTo>
                  <a:pt x="18445" y="13724"/>
                </a:lnTo>
                <a:lnTo>
                  <a:pt x="18493" y="13627"/>
                </a:lnTo>
                <a:lnTo>
                  <a:pt x="18493" y="13530"/>
                </a:lnTo>
                <a:lnTo>
                  <a:pt x="18493" y="13457"/>
                </a:lnTo>
                <a:lnTo>
                  <a:pt x="18445" y="13359"/>
                </a:lnTo>
                <a:lnTo>
                  <a:pt x="18372" y="13311"/>
                </a:lnTo>
                <a:lnTo>
                  <a:pt x="18250" y="13286"/>
                </a:lnTo>
                <a:lnTo>
                  <a:pt x="18445" y="12556"/>
                </a:lnTo>
                <a:lnTo>
                  <a:pt x="18566" y="11802"/>
                </a:lnTo>
                <a:lnTo>
                  <a:pt x="18639" y="11048"/>
                </a:lnTo>
                <a:lnTo>
                  <a:pt x="18664" y="10293"/>
                </a:lnTo>
                <a:lnTo>
                  <a:pt x="18639" y="9880"/>
                </a:lnTo>
                <a:lnTo>
                  <a:pt x="18615" y="9466"/>
                </a:lnTo>
                <a:lnTo>
                  <a:pt x="18493" y="8639"/>
                </a:lnTo>
                <a:lnTo>
                  <a:pt x="18445" y="8323"/>
                </a:lnTo>
                <a:lnTo>
                  <a:pt x="18372" y="7982"/>
                </a:lnTo>
                <a:lnTo>
                  <a:pt x="18250" y="7666"/>
                </a:lnTo>
                <a:lnTo>
                  <a:pt x="18177" y="7520"/>
                </a:lnTo>
                <a:lnTo>
                  <a:pt x="18104" y="7374"/>
                </a:lnTo>
                <a:lnTo>
                  <a:pt x="18080" y="7276"/>
                </a:lnTo>
                <a:lnTo>
                  <a:pt x="17982" y="6887"/>
                </a:lnTo>
                <a:lnTo>
                  <a:pt x="18274" y="6838"/>
                </a:lnTo>
                <a:lnTo>
                  <a:pt x="18542" y="6741"/>
                </a:lnTo>
                <a:lnTo>
                  <a:pt x="18834" y="6644"/>
                </a:lnTo>
                <a:lnTo>
                  <a:pt x="19102" y="6498"/>
                </a:lnTo>
                <a:lnTo>
                  <a:pt x="19199" y="6400"/>
                </a:lnTo>
                <a:lnTo>
                  <a:pt x="19272" y="6279"/>
                </a:lnTo>
                <a:lnTo>
                  <a:pt x="19321" y="6157"/>
                </a:lnTo>
                <a:lnTo>
                  <a:pt x="19321" y="6011"/>
                </a:lnTo>
                <a:lnTo>
                  <a:pt x="19321" y="5841"/>
                </a:lnTo>
                <a:lnTo>
                  <a:pt x="19321" y="5695"/>
                </a:lnTo>
                <a:lnTo>
                  <a:pt x="19272" y="5451"/>
                </a:lnTo>
                <a:lnTo>
                  <a:pt x="19199" y="5281"/>
                </a:lnTo>
                <a:lnTo>
                  <a:pt x="19126" y="5135"/>
                </a:lnTo>
                <a:lnTo>
                  <a:pt x="19029" y="5013"/>
                </a:lnTo>
                <a:lnTo>
                  <a:pt x="18907" y="4892"/>
                </a:lnTo>
                <a:lnTo>
                  <a:pt x="18785" y="4794"/>
                </a:lnTo>
                <a:lnTo>
                  <a:pt x="18664" y="4697"/>
                </a:lnTo>
                <a:lnTo>
                  <a:pt x="18372" y="4527"/>
                </a:lnTo>
                <a:lnTo>
                  <a:pt x="18080" y="4429"/>
                </a:lnTo>
                <a:lnTo>
                  <a:pt x="17934" y="4356"/>
                </a:lnTo>
                <a:lnTo>
                  <a:pt x="17763" y="4332"/>
                </a:lnTo>
                <a:lnTo>
                  <a:pt x="17593" y="4308"/>
                </a:lnTo>
                <a:lnTo>
                  <a:pt x="17423" y="4308"/>
                </a:lnTo>
                <a:lnTo>
                  <a:pt x="17252" y="4356"/>
                </a:lnTo>
                <a:lnTo>
                  <a:pt x="17131" y="4405"/>
                </a:lnTo>
                <a:lnTo>
                  <a:pt x="17082" y="4478"/>
                </a:lnTo>
                <a:lnTo>
                  <a:pt x="17082" y="4527"/>
                </a:lnTo>
                <a:lnTo>
                  <a:pt x="16863" y="3967"/>
                </a:lnTo>
                <a:lnTo>
                  <a:pt x="16595" y="3261"/>
                </a:lnTo>
                <a:lnTo>
                  <a:pt x="16303" y="2580"/>
                </a:lnTo>
                <a:lnTo>
                  <a:pt x="16133" y="2239"/>
                </a:lnTo>
                <a:lnTo>
                  <a:pt x="15938" y="1923"/>
                </a:lnTo>
                <a:lnTo>
                  <a:pt x="15719" y="1607"/>
                </a:lnTo>
                <a:lnTo>
                  <a:pt x="15476" y="1315"/>
                </a:lnTo>
                <a:lnTo>
                  <a:pt x="15354" y="1193"/>
                </a:lnTo>
                <a:lnTo>
                  <a:pt x="15379" y="1145"/>
                </a:lnTo>
                <a:lnTo>
                  <a:pt x="15403" y="1120"/>
                </a:lnTo>
                <a:lnTo>
                  <a:pt x="15379" y="1023"/>
                </a:lnTo>
                <a:lnTo>
                  <a:pt x="15306" y="974"/>
                </a:lnTo>
                <a:lnTo>
                  <a:pt x="15257" y="950"/>
                </a:lnTo>
                <a:lnTo>
                  <a:pt x="15208" y="950"/>
                </a:lnTo>
                <a:lnTo>
                  <a:pt x="15111" y="974"/>
                </a:lnTo>
                <a:lnTo>
                  <a:pt x="14892" y="804"/>
                </a:lnTo>
                <a:lnTo>
                  <a:pt x="14624" y="658"/>
                </a:lnTo>
                <a:lnTo>
                  <a:pt x="14381" y="536"/>
                </a:lnTo>
                <a:lnTo>
                  <a:pt x="14113" y="415"/>
                </a:lnTo>
                <a:lnTo>
                  <a:pt x="13821" y="317"/>
                </a:lnTo>
                <a:lnTo>
                  <a:pt x="13530" y="244"/>
                </a:lnTo>
                <a:lnTo>
                  <a:pt x="12970" y="123"/>
                </a:lnTo>
                <a:lnTo>
                  <a:pt x="12556" y="74"/>
                </a:lnTo>
                <a:lnTo>
                  <a:pt x="12143" y="50"/>
                </a:lnTo>
                <a:lnTo>
                  <a:pt x="11729" y="50"/>
                </a:lnTo>
                <a:lnTo>
                  <a:pt x="11291" y="74"/>
                </a:lnTo>
                <a:lnTo>
                  <a:pt x="10902" y="50"/>
                </a:lnTo>
                <a:lnTo>
                  <a:pt x="10123" y="25"/>
                </a:lnTo>
                <a:lnTo>
                  <a:pt x="9077" y="1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53" name="Google Shape;153;p17"/>
          <p:cNvSpPr/>
          <p:nvPr/>
        </p:nvSpPr>
        <p:spPr>
          <a:xfrm>
            <a:off x="5042975" y="956162"/>
            <a:ext cx="430192" cy="325916"/>
          </a:xfrm>
          <a:custGeom>
            <a:rect b="b" l="l" r="r" t="t"/>
            <a:pathLst>
              <a:path extrusionOk="0" h="15136" w="19126">
                <a:moveTo>
                  <a:pt x="8979" y="2628"/>
                </a:moveTo>
                <a:lnTo>
                  <a:pt x="8687" y="2653"/>
                </a:lnTo>
                <a:lnTo>
                  <a:pt x="8395" y="2701"/>
                </a:lnTo>
                <a:lnTo>
                  <a:pt x="7811" y="2799"/>
                </a:lnTo>
                <a:lnTo>
                  <a:pt x="7543" y="2872"/>
                </a:lnTo>
                <a:lnTo>
                  <a:pt x="7251" y="2969"/>
                </a:lnTo>
                <a:lnTo>
                  <a:pt x="7130" y="3042"/>
                </a:lnTo>
                <a:lnTo>
                  <a:pt x="7008" y="3139"/>
                </a:lnTo>
                <a:lnTo>
                  <a:pt x="6935" y="3237"/>
                </a:lnTo>
                <a:lnTo>
                  <a:pt x="6886" y="3383"/>
                </a:lnTo>
                <a:lnTo>
                  <a:pt x="6886" y="3456"/>
                </a:lnTo>
                <a:lnTo>
                  <a:pt x="6935" y="3529"/>
                </a:lnTo>
                <a:lnTo>
                  <a:pt x="7032" y="3553"/>
                </a:lnTo>
                <a:lnTo>
                  <a:pt x="7105" y="3577"/>
                </a:lnTo>
                <a:lnTo>
                  <a:pt x="7203" y="3577"/>
                </a:lnTo>
                <a:lnTo>
                  <a:pt x="7300" y="3553"/>
                </a:lnTo>
                <a:lnTo>
                  <a:pt x="7470" y="3480"/>
                </a:lnTo>
                <a:lnTo>
                  <a:pt x="7641" y="3407"/>
                </a:lnTo>
                <a:lnTo>
                  <a:pt x="7908" y="3334"/>
                </a:lnTo>
                <a:lnTo>
                  <a:pt x="8176" y="3261"/>
                </a:lnTo>
                <a:lnTo>
                  <a:pt x="8736" y="3188"/>
                </a:lnTo>
                <a:lnTo>
                  <a:pt x="9076" y="3164"/>
                </a:lnTo>
                <a:lnTo>
                  <a:pt x="9563" y="3139"/>
                </a:lnTo>
                <a:lnTo>
                  <a:pt x="9806" y="3164"/>
                </a:lnTo>
                <a:lnTo>
                  <a:pt x="10025" y="3212"/>
                </a:lnTo>
                <a:lnTo>
                  <a:pt x="10196" y="3261"/>
                </a:lnTo>
                <a:lnTo>
                  <a:pt x="10269" y="3310"/>
                </a:lnTo>
                <a:lnTo>
                  <a:pt x="10317" y="3383"/>
                </a:lnTo>
                <a:lnTo>
                  <a:pt x="10390" y="3456"/>
                </a:lnTo>
                <a:lnTo>
                  <a:pt x="10487" y="3504"/>
                </a:lnTo>
                <a:lnTo>
                  <a:pt x="10585" y="3504"/>
                </a:lnTo>
                <a:lnTo>
                  <a:pt x="10682" y="3456"/>
                </a:lnTo>
                <a:lnTo>
                  <a:pt x="10755" y="3407"/>
                </a:lnTo>
                <a:lnTo>
                  <a:pt x="10804" y="3310"/>
                </a:lnTo>
                <a:lnTo>
                  <a:pt x="10828" y="3212"/>
                </a:lnTo>
                <a:lnTo>
                  <a:pt x="10779" y="3091"/>
                </a:lnTo>
                <a:lnTo>
                  <a:pt x="10706" y="2993"/>
                </a:lnTo>
                <a:lnTo>
                  <a:pt x="10633" y="2920"/>
                </a:lnTo>
                <a:lnTo>
                  <a:pt x="10536" y="2847"/>
                </a:lnTo>
                <a:lnTo>
                  <a:pt x="10439" y="2799"/>
                </a:lnTo>
                <a:lnTo>
                  <a:pt x="10220" y="2726"/>
                </a:lnTo>
                <a:lnTo>
                  <a:pt x="9952" y="2653"/>
                </a:lnTo>
                <a:lnTo>
                  <a:pt x="9709" y="2628"/>
                </a:lnTo>
                <a:close/>
                <a:moveTo>
                  <a:pt x="13797" y="3577"/>
                </a:moveTo>
                <a:lnTo>
                  <a:pt x="13578" y="3601"/>
                </a:lnTo>
                <a:lnTo>
                  <a:pt x="13334" y="3650"/>
                </a:lnTo>
                <a:lnTo>
                  <a:pt x="13115" y="3723"/>
                </a:lnTo>
                <a:lnTo>
                  <a:pt x="13018" y="3772"/>
                </a:lnTo>
                <a:lnTo>
                  <a:pt x="12945" y="3845"/>
                </a:lnTo>
                <a:lnTo>
                  <a:pt x="12945" y="3893"/>
                </a:lnTo>
                <a:lnTo>
                  <a:pt x="12945" y="3918"/>
                </a:lnTo>
                <a:lnTo>
                  <a:pt x="13042" y="3942"/>
                </a:lnTo>
                <a:lnTo>
                  <a:pt x="13140" y="3966"/>
                </a:lnTo>
                <a:lnTo>
                  <a:pt x="13334" y="3966"/>
                </a:lnTo>
                <a:lnTo>
                  <a:pt x="13699" y="3942"/>
                </a:lnTo>
                <a:lnTo>
                  <a:pt x="13918" y="3942"/>
                </a:lnTo>
                <a:lnTo>
                  <a:pt x="14137" y="3966"/>
                </a:lnTo>
                <a:lnTo>
                  <a:pt x="14356" y="3966"/>
                </a:lnTo>
                <a:lnTo>
                  <a:pt x="14478" y="3942"/>
                </a:lnTo>
                <a:lnTo>
                  <a:pt x="14575" y="3918"/>
                </a:lnTo>
                <a:lnTo>
                  <a:pt x="14600" y="3893"/>
                </a:lnTo>
                <a:lnTo>
                  <a:pt x="14600" y="3869"/>
                </a:lnTo>
                <a:lnTo>
                  <a:pt x="14624" y="3820"/>
                </a:lnTo>
                <a:lnTo>
                  <a:pt x="14600" y="3772"/>
                </a:lnTo>
                <a:lnTo>
                  <a:pt x="14527" y="3699"/>
                </a:lnTo>
                <a:lnTo>
                  <a:pt x="14454" y="3650"/>
                </a:lnTo>
                <a:lnTo>
                  <a:pt x="14381" y="3601"/>
                </a:lnTo>
                <a:lnTo>
                  <a:pt x="14186" y="3577"/>
                </a:lnTo>
                <a:close/>
                <a:moveTo>
                  <a:pt x="3650" y="5548"/>
                </a:moveTo>
                <a:lnTo>
                  <a:pt x="3553" y="5597"/>
                </a:lnTo>
                <a:lnTo>
                  <a:pt x="3480" y="5621"/>
                </a:lnTo>
                <a:lnTo>
                  <a:pt x="3382" y="5694"/>
                </a:lnTo>
                <a:lnTo>
                  <a:pt x="3309" y="5767"/>
                </a:lnTo>
                <a:lnTo>
                  <a:pt x="3188" y="5937"/>
                </a:lnTo>
                <a:lnTo>
                  <a:pt x="3163" y="6035"/>
                </a:lnTo>
                <a:lnTo>
                  <a:pt x="3139" y="6132"/>
                </a:lnTo>
                <a:lnTo>
                  <a:pt x="3115" y="6254"/>
                </a:lnTo>
                <a:lnTo>
                  <a:pt x="3139" y="6375"/>
                </a:lnTo>
                <a:lnTo>
                  <a:pt x="3163" y="6473"/>
                </a:lnTo>
                <a:lnTo>
                  <a:pt x="3212" y="6594"/>
                </a:lnTo>
                <a:lnTo>
                  <a:pt x="3285" y="6692"/>
                </a:lnTo>
                <a:lnTo>
                  <a:pt x="3358" y="6765"/>
                </a:lnTo>
                <a:lnTo>
                  <a:pt x="3455" y="6838"/>
                </a:lnTo>
                <a:lnTo>
                  <a:pt x="3577" y="6886"/>
                </a:lnTo>
                <a:lnTo>
                  <a:pt x="3674" y="6911"/>
                </a:lnTo>
                <a:lnTo>
                  <a:pt x="3772" y="6935"/>
                </a:lnTo>
                <a:lnTo>
                  <a:pt x="3869" y="6911"/>
                </a:lnTo>
                <a:lnTo>
                  <a:pt x="3966" y="6911"/>
                </a:lnTo>
                <a:lnTo>
                  <a:pt x="4161" y="6813"/>
                </a:lnTo>
                <a:lnTo>
                  <a:pt x="4307" y="6692"/>
                </a:lnTo>
                <a:lnTo>
                  <a:pt x="4404" y="6521"/>
                </a:lnTo>
                <a:lnTo>
                  <a:pt x="4453" y="6351"/>
                </a:lnTo>
                <a:lnTo>
                  <a:pt x="4453" y="6181"/>
                </a:lnTo>
                <a:lnTo>
                  <a:pt x="4404" y="6010"/>
                </a:lnTo>
                <a:lnTo>
                  <a:pt x="4356" y="5937"/>
                </a:lnTo>
                <a:lnTo>
                  <a:pt x="4307" y="5840"/>
                </a:lnTo>
                <a:lnTo>
                  <a:pt x="4234" y="5743"/>
                </a:lnTo>
                <a:lnTo>
                  <a:pt x="4161" y="5670"/>
                </a:lnTo>
                <a:lnTo>
                  <a:pt x="4064" y="5621"/>
                </a:lnTo>
                <a:lnTo>
                  <a:pt x="3966" y="5572"/>
                </a:lnTo>
                <a:lnTo>
                  <a:pt x="3869" y="5548"/>
                </a:lnTo>
                <a:close/>
                <a:moveTo>
                  <a:pt x="17495" y="7373"/>
                </a:moveTo>
                <a:lnTo>
                  <a:pt x="17739" y="7446"/>
                </a:lnTo>
                <a:lnTo>
                  <a:pt x="17617" y="7592"/>
                </a:lnTo>
                <a:lnTo>
                  <a:pt x="17447" y="7689"/>
                </a:lnTo>
                <a:lnTo>
                  <a:pt x="17447" y="7543"/>
                </a:lnTo>
                <a:lnTo>
                  <a:pt x="17495" y="7373"/>
                </a:lnTo>
                <a:close/>
                <a:moveTo>
                  <a:pt x="5061" y="487"/>
                </a:moveTo>
                <a:lnTo>
                  <a:pt x="5256" y="560"/>
                </a:lnTo>
                <a:lnTo>
                  <a:pt x="5426" y="633"/>
                </a:lnTo>
                <a:lnTo>
                  <a:pt x="5621" y="682"/>
                </a:lnTo>
                <a:lnTo>
                  <a:pt x="5791" y="779"/>
                </a:lnTo>
                <a:lnTo>
                  <a:pt x="5913" y="852"/>
                </a:lnTo>
                <a:lnTo>
                  <a:pt x="6035" y="949"/>
                </a:lnTo>
                <a:lnTo>
                  <a:pt x="6254" y="1168"/>
                </a:lnTo>
                <a:lnTo>
                  <a:pt x="6473" y="1387"/>
                </a:lnTo>
                <a:lnTo>
                  <a:pt x="6692" y="1606"/>
                </a:lnTo>
                <a:lnTo>
                  <a:pt x="6813" y="1655"/>
                </a:lnTo>
                <a:lnTo>
                  <a:pt x="6911" y="1655"/>
                </a:lnTo>
                <a:lnTo>
                  <a:pt x="7032" y="1631"/>
                </a:lnTo>
                <a:lnTo>
                  <a:pt x="7105" y="1558"/>
                </a:lnTo>
                <a:lnTo>
                  <a:pt x="8127" y="1485"/>
                </a:lnTo>
                <a:lnTo>
                  <a:pt x="9174" y="1485"/>
                </a:lnTo>
                <a:lnTo>
                  <a:pt x="9490" y="1509"/>
                </a:lnTo>
                <a:lnTo>
                  <a:pt x="9806" y="1558"/>
                </a:lnTo>
                <a:lnTo>
                  <a:pt x="10439" y="1679"/>
                </a:lnTo>
                <a:lnTo>
                  <a:pt x="11047" y="1850"/>
                </a:lnTo>
                <a:lnTo>
                  <a:pt x="11655" y="2044"/>
                </a:lnTo>
                <a:lnTo>
                  <a:pt x="12093" y="2239"/>
                </a:lnTo>
                <a:lnTo>
                  <a:pt x="12556" y="2409"/>
                </a:lnTo>
                <a:lnTo>
                  <a:pt x="12434" y="2458"/>
                </a:lnTo>
                <a:lnTo>
                  <a:pt x="12361" y="2507"/>
                </a:lnTo>
                <a:lnTo>
                  <a:pt x="12288" y="2580"/>
                </a:lnTo>
                <a:lnTo>
                  <a:pt x="12264" y="2677"/>
                </a:lnTo>
                <a:lnTo>
                  <a:pt x="12264" y="2701"/>
                </a:lnTo>
                <a:lnTo>
                  <a:pt x="12288" y="2726"/>
                </a:lnTo>
                <a:lnTo>
                  <a:pt x="12385" y="2774"/>
                </a:lnTo>
                <a:lnTo>
                  <a:pt x="12483" y="2750"/>
                </a:lnTo>
                <a:lnTo>
                  <a:pt x="12677" y="2726"/>
                </a:lnTo>
                <a:lnTo>
                  <a:pt x="12872" y="2701"/>
                </a:lnTo>
                <a:lnTo>
                  <a:pt x="12969" y="2677"/>
                </a:lnTo>
                <a:lnTo>
                  <a:pt x="13042" y="2653"/>
                </a:lnTo>
                <a:lnTo>
                  <a:pt x="13626" y="2993"/>
                </a:lnTo>
                <a:lnTo>
                  <a:pt x="13432" y="3018"/>
                </a:lnTo>
                <a:lnTo>
                  <a:pt x="12896" y="3066"/>
                </a:lnTo>
                <a:lnTo>
                  <a:pt x="12653" y="3115"/>
                </a:lnTo>
                <a:lnTo>
                  <a:pt x="12410" y="3212"/>
                </a:lnTo>
                <a:lnTo>
                  <a:pt x="12385" y="3237"/>
                </a:lnTo>
                <a:lnTo>
                  <a:pt x="12410" y="3261"/>
                </a:lnTo>
                <a:lnTo>
                  <a:pt x="12531" y="3285"/>
                </a:lnTo>
                <a:lnTo>
                  <a:pt x="12653" y="3310"/>
                </a:lnTo>
                <a:lnTo>
                  <a:pt x="12921" y="3310"/>
                </a:lnTo>
                <a:lnTo>
                  <a:pt x="13432" y="3261"/>
                </a:lnTo>
                <a:lnTo>
                  <a:pt x="13699" y="3261"/>
                </a:lnTo>
                <a:lnTo>
                  <a:pt x="13991" y="3237"/>
                </a:lnTo>
                <a:lnTo>
                  <a:pt x="14259" y="3456"/>
                </a:lnTo>
                <a:lnTo>
                  <a:pt x="14527" y="3699"/>
                </a:lnTo>
                <a:lnTo>
                  <a:pt x="14819" y="3966"/>
                </a:lnTo>
                <a:lnTo>
                  <a:pt x="15062" y="4283"/>
                </a:lnTo>
                <a:lnTo>
                  <a:pt x="14794" y="4258"/>
                </a:lnTo>
                <a:lnTo>
                  <a:pt x="14551" y="4283"/>
                </a:lnTo>
                <a:lnTo>
                  <a:pt x="14308" y="4283"/>
                </a:lnTo>
                <a:lnTo>
                  <a:pt x="14016" y="4307"/>
                </a:lnTo>
                <a:lnTo>
                  <a:pt x="13870" y="4331"/>
                </a:lnTo>
                <a:lnTo>
                  <a:pt x="13724" y="4380"/>
                </a:lnTo>
                <a:lnTo>
                  <a:pt x="13626" y="4453"/>
                </a:lnTo>
                <a:lnTo>
                  <a:pt x="13529" y="4526"/>
                </a:lnTo>
                <a:lnTo>
                  <a:pt x="13529" y="4550"/>
                </a:lnTo>
                <a:lnTo>
                  <a:pt x="13553" y="4575"/>
                </a:lnTo>
                <a:lnTo>
                  <a:pt x="13651" y="4623"/>
                </a:lnTo>
                <a:lnTo>
                  <a:pt x="13748" y="4648"/>
                </a:lnTo>
                <a:lnTo>
                  <a:pt x="13967" y="4648"/>
                </a:lnTo>
                <a:lnTo>
                  <a:pt x="14429" y="4623"/>
                </a:lnTo>
                <a:lnTo>
                  <a:pt x="14770" y="4623"/>
                </a:lnTo>
                <a:lnTo>
                  <a:pt x="15086" y="4648"/>
                </a:lnTo>
                <a:lnTo>
                  <a:pt x="15232" y="4672"/>
                </a:lnTo>
                <a:lnTo>
                  <a:pt x="15354" y="4672"/>
                </a:lnTo>
                <a:lnTo>
                  <a:pt x="15549" y="5037"/>
                </a:lnTo>
                <a:lnTo>
                  <a:pt x="15330" y="4988"/>
                </a:lnTo>
                <a:lnTo>
                  <a:pt x="14600" y="4988"/>
                </a:lnTo>
                <a:lnTo>
                  <a:pt x="14332" y="5037"/>
                </a:lnTo>
                <a:lnTo>
                  <a:pt x="14210" y="5086"/>
                </a:lnTo>
                <a:lnTo>
                  <a:pt x="14089" y="5134"/>
                </a:lnTo>
                <a:lnTo>
                  <a:pt x="14064" y="5159"/>
                </a:lnTo>
                <a:lnTo>
                  <a:pt x="14064" y="5183"/>
                </a:lnTo>
                <a:lnTo>
                  <a:pt x="14064" y="5207"/>
                </a:lnTo>
                <a:lnTo>
                  <a:pt x="14089" y="5232"/>
                </a:lnTo>
                <a:lnTo>
                  <a:pt x="14186" y="5256"/>
                </a:lnTo>
                <a:lnTo>
                  <a:pt x="14283" y="5280"/>
                </a:lnTo>
                <a:lnTo>
                  <a:pt x="14502" y="5305"/>
                </a:lnTo>
                <a:lnTo>
                  <a:pt x="14916" y="5305"/>
                </a:lnTo>
                <a:lnTo>
                  <a:pt x="15305" y="5329"/>
                </a:lnTo>
                <a:lnTo>
                  <a:pt x="15695" y="5378"/>
                </a:lnTo>
                <a:lnTo>
                  <a:pt x="15792" y="5645"/>
                </a:lnTo>
                <a:lnTo>
                  <a:pt x="15889" y="5913"/>
                </a:lnTo>
                <a:lnTo>
                  <a:pt x="15743" y="5864"/>
                </a:lnTo>
                <a:lnTo>
                  <a:pt x="15597" y="5816"/>
                </a:lnTo>
                <a:lnTo>
                  <a:pt x="15305" y="5767"/>
                </a:lnTo>
                <a:lnTo>
                  <a:pt x="15038" y="5743"/>
                </a:lnTo>
                <a:lnTo>
                  <a:pt x="14746" y="5718"/>
                </a:lnTo>
                <a:lnTo>
                  <a:pt x="14454" y="5718"/>
                </a:lnTo>
                <a:lnTo>
                  <a:pt x="14186" y="5767"/>
                </a:lnTo>
                <a:lnTo>
                  <a:pt x="14162" y="5767"/>
                </a:lnTo>
                <a:lnTo>
                  <a:pt x="14137" y="5791"/>
                </a:lnTo>
                <a:lnTo>
                  <a:pt x="14162" y="5816"/>
                </a:lnTo>
                <a:lnTo>
                  <a:pt x="14162" y="5840"/>
                </a:lnTo>
                <a:lnTo>
                  <a:pt x="14259" y="5889"/>
                </a:lnTo>
                <a:lnTo>
                  <a:pt x="14381" y="5937"/>
                </a:lnTo>
                <a:lnTo>
                  <a:pt x="14600" y="5986"/>
                </a:lnTo>
                <a:lnTo>
                  <a:pt x="15038" y="6010"/>
                </a:lnTo>
                <a:lnTo>
                  <a:pt x="15354" y="6083"/>
                </a:lnTo>
                <a:lnTo>
                  <a:pt x="15670" y="6156"/>
                </a:lnTo>
                <a:lnTo>
                  <a:pt x="15841" y="6229"/>
                </a:lnTo>
                <a:lnTo>
                  <a:pt x="15914" y="6254"/>
                </a:lnTo>
                <a:lnTo>
                  <a:pt x="15987" y="6278"/>
                </a:lnTo>
                <a:lnTo>
                  <a:pt x="16035" y="6570"/>
                </a:lnTo>
                <a:lnTo>
                  <a:pt x="16084" y="6838"/>
                </a:lnTo>
                <a:lnTo>
                  <a:pt x="15914" y="6740"/>
                </a:lnTo>
                <a:lnTo>
                  <a:pt x="15743" y="6667"/>
                </a:lnTo>
                <a:lnTo>
                  <a:pt x="15524" y="6619"/>
                </a:lnTo>
                <a:lnTo>
                  <a:pt x="15305" y="6594"/>
                </a:lnTo>
                <a:lnTo>
                  <a:pt x="14867" y="6546"/>
                </a:lnTo>
                <a:lnTo>
                  <a:pt x="14551" y="6497"/>
                </a:lnTo>
                <a:lnTo>
                  <a:pt x="14527" y="6497"/>
                </a:lnTo>
                <a:lnTo>
                  <a:pt x="14502" y="6546"/>
                </a:lnTo>
                <a:lnTo>
                  <a:pt x="14575" y="6619"/>
                </a:lnTo>
                <a:lnTo>
                  <a:pt x="14624" y="6667"/>
                </a:lnTo>
                <a:lnTo>
                  <a:pt x="14794" y="6765"/>
                </a:lnTo>
                <a:lnTo>
                  <a:pt x="14965" y="6838"/>
                </a:lnTo>
                <a:lnTo>
                  <a:pt x="15159" y="6886"/>
                </a:lnTo>
                <a:lnTo>
                  <a:pt x="15378" y="6935"/>
                </a:lnTo>
                <a:lnTo>
                  <a:pt x="15597" y="7008"/>
                </a:lnTo>
                <a:lnTo>
                  <a:pt x="15816" y="7105"/>
                </a:lnTo>
                <a:lnTo>
                  <a:pt x="15987" y="7227"/>
                </a:lnTo>
                <a:lnTo>
                  <a:pt x="16060" y="7276"/>
                </a:lnTo>
                <a:lnTo>
                  <a:pt x="16108" y="7276"/>
                </a:lnTo>
                <a:lnTo>
                  <a:pt x="16133" y="7762"/>
                </a:lnTo>
                <a:lnTo>
                  <a:pt x="16060" y="7714"/>
                </a:lnTo>
                <a:lnTo>
                  <a:pt x="15743" y="7519"/>
                </a:lnTo>
                <a:lnTo>
                  <a:pt x="15427" y="7324"/>
                </a:lnTo>
                <a:lnTo>
                  <a:pt x="15281" y="7276"/>
                </a:lnTo>
                <a:lnTo>
                  <a:pt x="15013" y="7203"/>
                </a:lnTo>
                <a:lnTo>
                  <a:pt x="14794" y="7203"/>
                </a:lnTo>
                <a:lnTo>
                  <a:pt x="14770" y="7227"/>
                </a:lnTo>
                <a:lnTo>
                  <a:pt x="14746" y="7251"/>
                </a:lnTo>
                <a:lnTo>
                  <a:pt x="14746" y="7276"/>
                </a:lnTo>
                <a:lnTo>
                  <a:pt x="14746" y="7324"/>
                </a:lnTo>
                <a:lnTo>
                  <a:pt x="14794" y="7373"/>
                </a:lnTo>
                <a:lnTo>
                  <a:pt x="14843" y="7397"/>
                </a:lnTo>
                <a:lnTo>
                  <a:pt x="14965" y="7470"/>
                </a:lnTo>
                <a:lnTo>
                  <a:pt x="15378" y="7689"/>
                </a:lnTo>
                <a:lnTo>
                  <a:pt x="15597" y="7835"/>
                </a:lnTo>
                <a:lnTo>
                  <a:pt x="15816" y="7981"/>
                </a:lnTo>
                <a:lnTo>
                  <a:pt x="15962" y="8103"/>
                </a:lnTo>
                <a:lnTo>
                  <a:pt x="16108" y="8200"/>
                </a:lnTo>
                <a:lnTo>
                  <a:pt x="16035" y="8784"/>
                </a:lnTo>
                <a:lnTo>
                  <a:pt x="15914" y="8687"/>
                </a:lnTo>
                <a:lnTo>
                  <a:pt x="15792" y="8590"/>
                </a:lnTo>
                <a:lnTo>
                  <a:pt x="15549" y="8419"/>
                </a:lnTo>
                <a:lnTo>
                  <a:pt x="15354" y="8273"/>
                </a:lnTo>
                <a:lnTo>
                  <a:pt x="15111" y="8152"/>
                </a:lnTo>
                <a:lnTo>
                  <a:pt x="14867" y="8030"/>
                </a:lnTo>
                <a:lnTo>
                  <a:pt x="14746" y="7981"/>
                </a:lnTo>
                <a:lnTo>
                  <a:pt x="14624" y="7957"/>
                </a:lnTo>
                <a:lnTo>
                  <a:pt x="14600" y="7981"/>
                </a:lnTo>
                <a:lnTo>
                  <a:pt x="14575" y="8006"/>
                </a:lnTo>
                <a:lnTo>
                  <a:pt x="14575" y="8054"/>
                </a:lnTo>
                <a:lnTo>
                  <a:pt x="14575" y="8079"/>
                </a:lnTo>
                <a:lnTo>
                  <a:pt x="14746" y="8249"/>
                </a:lnTo>
                <a:lnTo>
                  <a:pt x="14940" y="8371"/>
                </a:lnTo>
                <a:lnTo>
                  <a:pt x="15330" y="8638"/>
                </a:lnTo>
                <a:lnTo>
                  <a:pt x="15622" y="8882"/>
                </a:lnTo>
                <a:lnTo>
                  <a:pt x="15792" y="9003"/>
                </a:lnTo>
                <a:lnTo>
                  <a:pt x="15962" y="9101"/>
                </a:lnTo>
                <a:lnTo>
                  <a:pt x="15889" y="9368"/>
                </a:lnTo>
                <a:lnTo>
                  <a:pt x="15792" y="9612"/>
                </a:lnTo>
                <a:lnTo>
                  <a:pt x="15695" y="9466"/>
                </a:lnTo>
                <a:lnTo>
                  <a:pt x="15549" y="9320"/>
                </a:lnTo>
                <a:lnTo>
                  <a:pt x="15281" y="9101"/>
                </a:lnTo>
                <a:lnTo>
                  <a:pt x="15135" y="8955"/>
                </a:lnTo>
                <a:lnTo>
                  <a:pt x="14965" y="8809"/>
                </a:lnTo>
                <a:lnTo>
                  <a:pt x="14794" y="8711"/>
                </a:lnTo>
                <a:lnTo>
                  <a:pt x="14697" y="8663"/>
                </a:lnTo>
                <a:lnTo>
                  <a:pt x="14600" y="8663"/>
                </a:lnTo>
                <a:lnTo>
                  <a:pt x="14600" y="8760"/>
                </a:lnTo>
                <a:lnTo>
                  <a:pt x="14648" y="8833"/>
                </a:lnTo>
                <a:lnTo>
                  <a:pt x="14746" y="9003"/>
                </a:lnTo>
                <a:lnTo>
                  <a:pt x="14867" y="9149"/>
                </a:lnTo>
                <a:lnTo>
                  <a:pt x="14989" y="9271"/>
                </a:lnTo>
                <a:lnTo>
                  <a:pt x="15330" y="9587"/>
                </a:lnTo>
                <a:lnTo>
                  <a:pt x="15476" y="9758"/>
                </a:lnTo>
                <a:lnTo>
                  <a:pt x="15549" y="9831"/>
                </a:lnTo>
                <a:lnTo>
                  <a:pt x="15646" y="9879"/>
                </a:lnTo>
                <a:lnTo>
                  <a:pt x="15646" y="9904"/>
                </a:lnTo>
                <a:lnTo>
                  <a:pt x="15476" y="10196"/>
                </a:lnTo>
                <a:lnTo>
                  <a:pt x="15232" y="10463"/>
                </a:lnTo>
                <a:lnTo>
                  <a:pt x="15232" y="10293"/>
                </a:lnTo>
                <a:lnTo>
                  <a:pt x="15159" y="10147"/>
                </a:lnTo>
                <a:lnTo>
                  <a:pt x="15013" y="9855"/>
                </a:lnTo>
                <a:lnTo>
                  <a:pt x="14843" y="9636"/>
                </a:lnTo>
                <a:lnTo>
                  <a:pt x="14673" y="9466"/>
                </a:lnTo>
                <a:lnTo>
                  <a:pt x="14454" y="9295"/>
                </a:lnTo>
                <a:lnTo>
                  <a:pt x="14235" y="9149"/>
                </a:lnTo>
                <a:lnTo>
                  <a:pt x="14186" y="9149"/>
                </a:lnTo>
                <a:lnTo>
                  <a:pt x="14186" y="9174"/>
                </a:lnTo>
                <a:lnTo>
                  <a:pt x="14308" y="9393"/>
                </a:lnTo>
                <a:lnTo>
                  <a:pt x="14429" y="9563"/>
                </a:lnTo>
                <a:lnTo>
                  <a:pt x="14697" y="9952"/>
                </a:lnTo>
                <a:lnTo>
                  <a:pt x="14794" y="10147"/>
                </a:lnTo>
                <a:lnTo>
                  <a:pt x="14867" y="10366"/>
                </a:lnTo>
                <a:lnTo>
                  <a:pt x="14916" y="10536"/>
                </a:lnTo>
                <a:lnTo>
                  <a:pt x="14965" y="10609"/>
                </a:lnTo>
                <a:lnTo>
                  <a:pt x="15038" y="10658"/>
                </a:lnTo>
                <a:lnTo>
                  <a:pt x="14892" y="10780"/>
                </a:lnTo>
                <a:lnTo>
                  <a:pt x="14843" y="10658"/>
                </a:lnTo>
                <a:lnTo>
                  <a:pt x="14794" y="10561"/>
                </a:lnTo>
                <a:lnTo>
                  <a:pt x="14648" y="10366"/>
                </a:lnTo>
                <a:lnTo>
                  <a:pt x="14308" y="10001"/>
                </a:lnTo>
                <a:lnTo>
                  <a:pt x="14113" y="9831"/>
                </a:lnTo>
                <a:lnTo>
                  <a:pt x="13918" y="9685"/>
                </a:lnTo>
                <a:lnTo>
                  <a:pt x="13894" y="9685"/>
                </a:lnTo>
                <a:lnTo>
                  <a:pt x="13870" y="9733"/>
                </a:lnTo>
                <a:lnTo>
                  <a:pt x="13918" y="9904"/>
                </a:lnTo>
                <a:lnTo>
                  <a:pt x="14016" y="10050"/>
                </a:lnTo>
                <a:lnTo>
                  <a:pt x="14113" y="10196"/>
                </a:lnTo>
                <a:lnTo>
                  <a:pt x="14235" y="10342"/>
                </a:lnTo>
                <a:lnTo>
                  <a:pt x="14356" y="10488"/>
                </a:lnTo>
                <a:lnTo>
                  <a:pt x="14478" y="10634"/>
                </a:lnTo>
                <a:lnTo>
                  <a:pt x="14575" y="10804"/>
                </a:lnTo>
                <a:lnTo>
                  <a:pt x="14600" y="10974"/>
                </a:lnTo>
                <a:lnTo>
                  <a:pt x="14502" y="11047"/>
                </a:lnTo>
                <a:lnTo>
                  <a:pt x="14356" y="10853"/>
                </a:lnTo>
                <a:lnTo>
                  <a:pt x="14186" y="10658"/>
                </a:lnTo>
                <a:lnTo>
                  <a:pt x="13991" y="10512"/>
                </a:lnTo>
                <a:lnTo>
                  <a:pt x="13797" y="10390"/>
                </a:lnTo>
                <a:lnTo>
                  <a:pt x="13772" y="10366"/>
                </a:lnTo>
                <a:lnTo>
                  <a:pt x="13724" y="10366"/>
                </a:lnTo>
                <a:lnTo>
                  <a:pt x="13675" y="10415"/>
                </a:lnTo>
                <a:lnTo>
                  <a:pt x="13651" y="10463"/>
                </a:lnTo>
                <a:lnTo>
                  <a:pt x="13651" y="10512"/>
                </a:lnTo>
                <a:lnTo>
                  <a:pt x="13675" y="10536"/>
                </a:lnTo>
                <a:lnTo>
                  <a:pt x="13845" y="10682"/>
                </a:lnTo>
                <a:lnTo>
                  <a:pt x="13991" y="10853"/>
                </a:lnTo>
                <a:lnTo>
                  <a:pt x="14113" y="11023"/>
                </a:lnTo>
                <a:lnTo>
                  <a:pt x="14235" y="11218"/>
                </a:lnTo>
                <a:lnTo>
                  <a:pt x="14040" y="11339"/>
                </a:lnTo>
                <a:lnTo>
                  <a:pt x="13918" y="11218"/>
                </a:lnTo>
                <a:lnTo>
                  <a:pt x="13797" y="11120"/>
                </a:lnTo>
                <a:lnTo>
                  <a:pt x="13675" y="11023"/>
                </a:lnTo>
                <a:lnTo>
                  <a:pt x="13578" y="10974"/>
                </a:lnTo>
                <a:lnTo>
                  <a:pt x="13529" y="10950"/>
                </a:lnTo>
                <a:lnTo>
                  <a:pt x="13480" y="10950"/>
                </a:lnTo>
                <a:lnTo>
                  <a:pt x="13407" y="10999"/>
                </a:lnTo>
                <a:lnTo>
                  <a:pt x="13407" y="11047"/>
                </a:lnTo>
                <a:lnTo>
                  <a:pt x="13383" y="11072"/>
                </a:lnTo>
                <a:lnTo>
                  <a:pt x="13407" y="11120"/>
                </a:lnTo>
                <a:lnTo>
                  <a:pt x="13432" y="11145"/>
                </a:lnTo>
                <a:lnTo>
                  <a:pt x="13553" y="11315"/>
                </a:lnTo>
                <a:lnTo>
                  <a:pt x="13675" y="11485"/>
                </a:lnTo>
                <a:lnTo>
                  <a:pt x="13724" y="11583"/>
                </a:lnTo>
                <a:lnTo>
                  <a:pt x="13553" y="11704"/>
                </a:lnTo>
                <a:lnTo>
                  <a:pt x="13432" y="11558"/>
                </a:lnTo>
                <a:lnTo>
                  <a:pt x="13261" y="11461"/>
                </a:lnTo>
                <a:lnTo>
                  <a:pt x="13213" y="11461"/>
                </a:lnTo>
                <a:lnTo>
                  <a:pt x="13188" y="11485"/>
                </a:lnTo>
                <a:lnTo>
                  <a:pt x="13188" y="11534"/>
                </a:lnTo>
                <a:lnTo>
                  <a:pt x="13213" y="11558"/>
                </a:lnTo>
                <a:lnTo>
                  <a:pt x="13261" y="11631"/>
                </a:lnTo>
                <a:lnTo>
                  <a:pt x="13310" y="11704"/>
                </a:lnTo>
                <a:lnTo>
                  <a:pt x="13359" y="11874"/>
                </a:lnTo>
                <a:lnTo>
                  <a:pt x="13359" y="11899"/>
                </a:lnTo>
                <a:lnTo>
                  <a:pt x="13237" y="12020"/>
                </a:lnTo>
                <a:lnTo>
                  <a:pt x="13188" y="12118"/>
                </a:lnTo>
                <a:lnTo>
                  <a:pt x="13164" y="12215"/>
                </a:lnTo>
                <a:lnTo>
                  <a:pt x="13188" y="12288"/>
                </a:lnTo>
                <a:lnTo>
                  <a:pt x="13213" y="12385"/>
                </a:lnTo>
                <a:lnTo>
                  <a:pt x="13213" y="12775"/>
                </a:lnTo>
                <a:lnTo>
                  <a:pt x="13237" y="13164"/>
                </a:lnTo>
                <a:lnTo>
                  <a:pt x="13237" y="13553"/>
                </a:lnTo>
                <a:lnTo>
                  <a:pt x="13213" y="13748"/>
                </a:lnTo>
                <a:lnTo>
                  <a:pt x="13188" y="13943"/>
                </a:lnTo>
                <a:lnTo>
                  <a:pt x="13140" y="14064"/>
                </a:lnTo>
                <a:lnTo>
                  <a:pt x="13067" y="14162"/>
                </a:lnTo>
                <a:lnTo>
                  <a:pt x="12994" y="14210"/>
                </a:lnTo>
                <a:lnTo>
                  <a:pt x="12921" y="14235"/>
                </a:lnTo>
                <a:lnTo>
                  <a:pt x="12823" y="14210"/>
                </a:lnTo>
                <a:lnTo>
                  <a:pt x="12726" y="14186"/>
                </a:lnTo>
                <a:lnTo>
                  <a:pt x="12507" y="14040"/>
                </a:lnTo>
                <a:lnTo>
                  <a:pt x="12288" y="13821"/>
                </a:lnTo>
                <a:lnTo>
                  <a:pt x="12069" y="13578"/>
                </a:lnTo>
                <a:lnTo>
                  <a:pt x="11728" y="13164"/>
                </a:lnTo>
                <a:lnTo>
                  <a:pt x="11850" y="13042"/>
                </a:lnTo>
                <a:lnTo>
                  <a:pt x="11923" y="12969"/>
                </a:lnTo>
                <a:lnTo>
                  <a:pt x="11947" y="12896"/>
                </a:lnTo>
                <a:lnTo>
                  <a:pt x="11947" y="12823"/>
                </a:lnTo>
                <a:lnTo>
                  <a:pt x="11923" y="12750"/>
                </a:lnTo>
                <a:lnTo>
                  <a:pt x="11874" y="12677"/>
                </a:lnTo>
                <a:lnTo>
                  <a:pt x="11826" y="12629"/>
                </a:lnTo>
                <a:lnTo>
                  <a:pt x="11777" y="12604"/>
                </a:lnTo>
                <a:lnTo>
                  <a:pt x="11680" y="12580"/>
                </a:lnTo>
                <a:lnTo>
                  <a:pt x="11655" y="12385"/>
                </a:lnTo>
                <a:lnTo>
                  <a:pt x="11631" y="12361"/>
                </a:lnTo>
                <a:lnTo>
                  <a:pt x="11582" y="12361"/>
                </a:lnTo>
                <a:lnTo>
                  <a:pt x="11582" y="12385"/>
                </a:lnTo>
                <a:lnTo>
                  <a:pt x="11558" y="12580"/>
                </a:lnTo>
                <a:lnTo>
                  <a:pt x="11509" y="12580"/>
                </a:lnTo>
                <a:lnTo>
                  <a:pt x="11485" y="12604"/>
                </a:lnTo>
                <a:lnTo>
                  <a:pt x="11461" y="12604"/>
                </a:lnTo>
                <a:lnTo>
                  <a:pt x="11242" y="12702"/>
                </a:lnTo>
                <a:lnTo>
                  <a:pt x="11169" y="12361"/>
                </a:lnTo>
                <a:lnTo>
                  <a:pt x="11144" y="12191"/>
                </a:lnTo>
                <a:lnTo>
                  <a:pt x="11169" y="12020"/>
                </a:lnTo>
                <a:lnTo>
                  <a:pt x="11144" y="11972"/>
                </a:lnTo>
                <a:lnTo>
                  <a:pt x="11120" y="11947"/>
                </a:lnTo>
                <a:lnTo>
                  <a:pt x="11071" y="11947"/>
                </a:lnTo>
                <a:lnTo>
                  <a:pt x="11047" y="11972"/>
                </a:lnTo>
                <a:lnTo>
                  <a:pt x="11023" y="12118"/>
                </a:lnTo>
                <a:lnTo>
                  <a:pt x="10998" y="12312"/>
                </a:lnTo>
                <a:lnTo>
                  <a:pt x="10998" y="12556"/>
                </a:lnTo>
                <a:lnTo>
                  <a:pt x="10998" y="12799"/>
                </a:lnTo>
                <a:lnTo>
                  <a:pt x="10633" y="12896"/>
                </a:lnTo>
                <a:lnTo>
                  <a:pt x="10609" y="12604"/>
                </a:lnTo>
                <a:lnTo>
                  <a:pt x="10560" y="12361"/>
                </a:lnTo>
                <a:lnTo>
                  <a:pt x="10512" y="12118"/>
                </a:lnTo>
                <a:lnTo>
                  <a:pt x="10390" y="11607"/>
                </a:lnTo>
                <a:lnTo>
                  <a:pt x="10366" y="11583"/>
                </a:lnTo>
                <a:lnTo>
                  <a:pt x="10342" y="11558"/>
                </a:lnTo>
                <a:lnTo>
                  <a:pt x="10293" y="11583"/>
                </a:lnTo>
                <a:lnTo>
                  <a:pt x="10269" y="11607"/>
                </a:lnTo>
                <a:lnTo>
                  <a:pt x="10244" y="11826"/>
                </a:lnTo>
                <a:lnTo>
                  <a:pt x="10244" y="12045"/>
                </a:lnTo>
                <a:lnTo>
                  <a:pt x="10269" y="12507"/>
                </a:lnTo>
                <a:lnTo>
                  <a:pt x="10269" y="12726"/>
                </a:lnTo>
                <a:lnTo>
                  <a:pt x="10269" y="12945"/>
                </a:lnTo>
                <a:lnTo>
                  <a:pt x="9636" y="12994"/>
                </a:lnTo>
                <a:lnTo>
                  <a:pt x="9612" y="12726"/>
                </a:lnTo>
                <a:lnTo>
                  <a:pt x="9612" y="12507"/>
                </a:lnTo>
                <a:lnTo>
                  <a:pt x="9612" y="12337"/>
                </a:lnTo>
                <a:lnTo>
                  <a:pt x="9612" y="12142"/>
                </a:lnTo>
                <a:lnTo>
                  <a:pt x="9563" y="11972"/>
                </a:lnTo>
                <a:lnTo>
                  <a:pt x="9514" y="11899"/>
                </a:lnTo>
                <a:lnTo>
                  <a:pt x="9466" y="11826"/>
                </a:lnTo>
                <a:lnTo>
                  <a:pt x="9417" y="11826"/>
                </a:lnTo>
                <a:lnTo>
                  <a:pt x="9393" y="11850"/>
                </a:lnTo>
                <a:lnTo>
                  <a:pt x="9344" y="12020"/>
                </a:lnTo>
                <a:lnTo>
                  <a:pt x="9320" y="12215"/>
                </a:lnTo>
                <a:lnTo>
                  <a:pt x="9295" y="12604"/>
                </a:lnTo>
                <a:lnTo>
                  <a:pt x="9271" y="12799"/>
                </a:lnTo>
                <a:lnTo>
                  <a:pt x="9247" y="12994"/>
                </a:lnTo>
                <a:lnTo>
                  <a:pt x="9052" y="12994"/>
                </a:lnTo>
                <a:lnTo>
                  <a:pt x="9003" y="12604"/>
                </a:lnTo>
                <a:lnTo>
                  <a:pt x="8930" y="12191"/>
                </a:lnTo>
                <a:lnTo>
                  <a:pt x="8857" y="11753"/>
                </a:lnTo>
                <a:lnTo>
                  <a:pt x="8833" y="11704"/>
                </a:lnTo>
                <a:lnTo>
                  <a:pt x="8784" y="11680"/>
                </a:lnTo>
                <a:lnTo>
                  <a:pt x="8711" y="11704"/>
                </a:lnTo>
                <a:lnTo>
                  <a:pt x="8711" y="11777"/>
                </a:lnTo>
                <a:lnTo>
                  <a:pt x="8711" y="12191"/>
                </a:lnTo>
                <a:lnTo>
                  <a:pt x="8687" y="12604"/>
                </a:lnTo>
                <a:lnTo>
                  <a:pt x="8687" y="12994"/>
                </a:lnTo>
                <a:lnTo>
                  <a:pt x="8176" y="12994"/>
                </a:lnTo>
                <a:lnTo>
                  <a:pt x="8200" y="12653"/>
                </a:lnTo>
                <a:lnTo>
                  <a:pt x="8273" y="12215"/>
                </a:lnTo>
                <a:lnTo>
                  <a:pt x="8346" y="11777"/>
                </a:lnTo>
                <a:lnTo>
                  <a:pt x="8346" y="11704"/>
                </a:lnTo>
                <a:lnTo>
                  <a:pt x="8298" y="11655"/>
                </a:lnTo>
                <a:lnTo>
                  <a:pt x="8249" y="11655"/>
                </a:lnTo>
                <a:lnTo>
                  <a:pt x="8200" y="11704"/>
                </a:lnTo>
                <a:lnTo>
                  <a:pt x="8079" y="11899"/>
                </a:lnTo>
                <a:lnTo>
                  <a:pt x="8006" y="12118"/>
                </a:lnTo>
                <a:lnTo>
                  <a:pt x="7933" y="12337"/>
                </a:lnTo>
                <a:lnTo>
                  <a:pt x="7884" y="12556"/>
                </a:lnTo>
                <a:lnTo>
                  <a:pt x="7835" y="12750"/>
                </a:lnTo>
                <a:lnTo>
                  <a:pt x="7811" y="12969"/>
                </a:lnTo>
                <a:lnTo>
                  <a:pt x="7300" y="12945"/>
                </a:lnTo>
                <a:lnTo>
                  <a:pt x="7349" y="12653"/>
                </a:lnTo>
                <a:lnTo>
                  <a:pt x="7397" y="12385"/>
                </a:lnTo>
                <a:lnTo>
                  <a:pt x="7495" y="12045"/>
                </a:lnTo>
                <a:lnTo>
                  <a:pt x="7592" y="11680"/>
                </a:lnTo>
                <a:lnTo>
                  <a:pt x="7568" y="11655"/>
                </a:lnTo>
                <a:lnTo>
                  <a:pt x="7543" y="11631"/>
                </a:lnTo>
                <a:lnTo>
                  <a:pt x="7470" y="11680"/>
                </a:lnTo>
                <a:lnTo>
                  <a:pt x="7397" y="11728"/>
                </a:lnTo>
                <a:lnTo>
                  <a:pt x="7276" y="11850"/>
                </a:lnTo>
                <a:lnTo>
                  <a:pt x="7178" y="11996"/>
                </a:lnTo>
                <a:lnTo>
                  <a:pt x="7130" y="12166"/>
                </a:lnTo>
                <a:lnTo>
                  <a:pt x="7008" y="12507"/>
                </a:lnTo>
                <a:lnTo>
                  <a:pt x="6959" y="12702"/>
                </a:lnTo>
                <a:lnTo>
                  <a:pt x="6935" y="12872"/>
                </a:lnTo>
                <a:lnTo>
                  <a:pt x="6473" y="12702"/>
                </a:lnTo>
                <a:lnTo>
                  <a:pt x="6521" y="12556"/>
                </a:lnTo>
                <a:lnTo>
                  <a:pt x="6546" y="12483"/>
                </a:lnTo>
                <a:lnTo>
                  <a:pt x="6546" y="12410"/>
                </a:lnTo>
                <a:lnTo>
                  <a:pt x="6546" y="12337"/>
                </a:lnTo>
                <a:lnTo>
                  <a:pt x="6497" y="12288"/>
                </a:lnTo>
                <a:lnTo>
                  <a:pt x="6473" y="12288"/>
                </a:lnTo>
                <a:lnTo>
                  <a:pt x="6375" y="12385"/>
                </a:lnTo>
                <a:lnTo>
                  <a:pt x="6302" y="12483"/>
                </a:lnTo>
                <a:lnTo>
                  <a:pt x="6181" y="12629"/>
                </a:lnTo>
                <a:lnTo>
                  <a:pt x="5889" y="12629"/>
                </a:lnTo>
                <a:lnTo>
                  <a:pt x="5816" y="12653"/>
                </a:lnTo>
                <a:lnTo>
                  <a:pt x="5743" y="12750"/>
                </a:lnTo>
                <a:lnTo>
                  <a:pt x="5743" y="12799"/>
                </a:lnTo>
                <a:lnTo>
                  <a:pt x="5743" y="12872"/>
                </a:lnTo>
                <a:lnTo>
                  <a:pt x="5743" y="12921"/>
                </a:lnTo>
                <a:lnTo>
                  <a:pt x="5791" y="12969"/>
                </a:lnTo>
                <a:lnTo>
                  <a:pt x="5986" y="13115"/>
                </a:lnTo>
                <a:lnTo>
                  <a:pt x="6181" y="13237"/>
                </a:lnTo>
                <a:lnTo>
                  <a:pt x="5986" y="13505"/>
                </a:lnTo>
                <a:lnTo>
                  <a:pt x="5767" y="13748"/>
                </a:lnTo>
                <a:lnTo>
                  <a:pt x="5305" y="14210"/>
                </a:lnTo>
                <a:lnTo>
                  <a:pt x="5134" y="14381"/>
                </a:lnTo>
                <a:lnTo>
                  <a:pt x="4988" y="14527"/>
                </a:lnTo>
                <a:lnTo>
                  <a:pt x="4891" y="14551"/>
                </a:lnTo>
                <a:lnTo>
                  <a:pt x="4818" y="14551"/>
                </a:lnTo>
                <a:lnTo>
                  <a:pt x="4721" y="14527"/>
                </a:lnTo>
                <a:lnTo>
                  <a:pt x="4648" y="14454"/>
                </a:lnTo>
                <a:lnTo>
                  <a:pt x="4648" y="13383"/>
                </a:lnTo>
                <a:lnTo>
                  <a:pt x="4623" y="12872"/>
                </a:lnTo>
                <a:lnTo>
                  <a:pt x="4599" y="12337"/>
                </a:lnTo>
                <a:lnTo>
                  <a:pt x="4575" y="12239"/>
                </a:lnTo>
                <a:lnTo>
                  <a:pt x="4526" y="12191"/>
                </a:lnTo>
                <a:lnTo>
                  <a:pt x="4502" y="12166"/>
                </a:lnTo>
                <a:lnTo>
                  <a:pt x="4404" y="12118"/>
                </a:lnTo>
                <a:lnTo>
                  <a:pt x="4307" y="12020"/>
                </a:lnTo>
                <a:lnTo>
                  <a:pt x="4185" y="11947"/>
                </a:lnTo>
                <a:lnTo>
                  <a:pt x="3918" y="11801"/>
                </a:lnTo>
                <a:lnTo>
                  <a:pt x="3650" y="11680"/>
                </a:lnTo>
                <a:lnTo>
                  <a:pt x="3407" y="11510"/>
                </a:lnTo>
                <a:lnTo>
                  <a:pt x="3163" y="11339"/>
                </a:lnTo>
                <a:lnTo>
                  <a:pt x="2920" y="11145"/>
                </a:lnTo>
                <a:lnTo>
                  <a:pt x="2677" y="10926"/>
                </a:lnTo>
                <a:lnTo>
                  <a:pt x="2482" y="10658"/>
                </a:lnTo>
                <a:lnTo>
                  <a:pt x="2288" y="10390"/>
                </a:lnTo>
                <a:lnTo>
                  <a:pt x="2117" y="10098"/>
                </a:lnTo>
                <a:lnTo>
                  <a:pt x="1947" y="9758"/>
                </a:lnTo>
                <a:lnTo>
                  <a:pt x="1850" y="9587"/>
                </a:lnTo>
                <a:lnTo>
                  <a:pt x="1752" y="9441"/>
                </a:lnTo>
                <a:lnTo>
                  <a:pt x="1704" y="9028"/>
                </a:lnTo>
                <a:lnTo>
                  <a:pt x="1655" y="8614"/>
                </a:lnTo>
                <a:lnTo>
                  <a:pt x="1655" y="8517"/>
                </a:lnTo>
                <a:lnTo>
                  <a:pt x="1631" y="8371"/>
                </a:lnTo>
                <a:lnTo>
                  <a:pt x="1582" y="8249"/>
                </a:lnTo>
                <a:lnTo>
                  <a:pt x="1533" y="8225"/>
                </a:lnTo>
                <a:lnTo>
                  <a:pt x="1485" y="8225"/>
                </a:lnTo>
                <a:lnTo>
                  <a:pt x="1412" y="8249"/>
                </a:lnTo>
                <a:lnTo>
                  <a:pt x="1363" y="8322"/>
                </a:lnTo>
                <a:lnTo>
                  <a:pt x="1339" y="8371"/>
                </a:lnTo>
                <a:lnTo>
                  <a:pt x="1314" y="8444"/>
                </a:lnTo>
                <a:lnTo>
                  <a:pt x="1290" y="8614"/>
                </a:lnTo>
                <a:lnTo>
                  <a:pt x="1266" y="8760"/>
                </a:lnTo>
                <a:lnTo>
                  <a:pt x="1266" y="8906"/>
                </a:lnTo>
                <a:lnTo>
                  <a:pt x="1266" y="9076"/>
                </a:lnTo>
                <a:lnTo>
                  <a:pt x="1120" y="9101"/>
                </a:lnTo>
                <a:lnTo>
                  <a:pt x="998" y="9149"/>
                </a:lnTo>
                <a:lnTo>
                  <a:pt x="828" y="9003"/>
                </a:lnTo>
                <a:lnTo>
                  <a:pt x="755" y="8906"/>
                </a:lnTo>
                <a:lnTo>
                  <a:pt x="682" y="8809"/>
                </a:lnTo>
                <a:lnTo>
                  <a:pt x="584" y="8565"/>
                </a:lnTo>
                <a:lnTo>
                  <a:pt x="511" y="8322"/>
                </a:lnTo>
                <a:lnTo>
                  <a:pt x="463" y="8079"/>
                </a:lnTo>
                <a:lnTo>
                  <a:pt x="438" y="7811"/>
                </a:lnTo>
                <a:lnTo>
                  <a:pt x="438" y="7592"/>
                </a:lnTo>
                <a:lnTo>
                  <a:pt x="438" y="7373"/>
                </a:lnTo>
                <a:lnTo>
                  <a:pt x="487" y="7154"/>
                </a:lnTo>
                <a:lnTo>
                  <a:pt x="536" y="6911"/>
                </a:lnTo>
                <a:lnTo>
                  <a:pt x="609" y="6740"/>
                </a:lnTo>
                <a:lnTo>
                  <a:pt x="706" y="6570"/>
                </a:lnTo>
                <a:lnTo>
                  <a:pt x="925" y="6302"/>
                </a:lnTo>
                <a:lnTo>
                  <a:pt x="998" y="6302"/>
                </a:lnTo>
                <a:lnTo>
                  <a:pt x="1290" y="6327"/>
                </a:lnTo>
                <a:lnTo>
                  <a:pt x="1436" y="6302"/>
                </a:lnTo>
                <a:lnTo>
                  <a:pt x="1533" y="6327"/>
                </a:lnTo>
                <a:lnTo>
                  <a:pt x="1631" y="6327"/>
                </a:lnTo>
                <a:lnTo>
                  <a:pt x="1728" y="6254"/>
                </a:lnTo>
                <a:lnTo>
                  <a:pt x="1752" y="6205"/>
                </a:lnTo>
                <a:lnTo>
                  <a:pt x="1777" y="6156"/>
                </a:lnTo>
                <a:lnTo>
                  <a:pt x="1874" y="5840"/>
                </a:lnTo>
                <a:lnTo>
                  <a:pt x="1971" y="5548"/>
                </a:lnTo>
                <a:lnTo>
                  <a:pt x="2093" y="5280"/>
                </a:lnTo>
                <a:lnTo>
                  <a:pt x="2239" y="5013"/>
                </a:lnTo>
                <a:lnTo>
                  <a:pt x="2409" y="4769"/>
                </a:lnTo>
                <a:lnTo>
                  <a:pt x="2604" y="4526"/>
                </a:lnTo>
                <a:lnTo>
                  <a:pt x="3017" y="4039"/>
                </a:lnTo>
                <a:lnTo>
                  <a:pt x="3407" y="3601"/>
                </a:lnTo>
                <a:lnTo>
                  <a:pt x="3820" y="3164"/>
                </a:lnTo>
                <a:lnTo>
                  <a:pt x="4137" y="2872"/>
                </a:lnTo>
                <a:lnTo>
                  <a:pt x="4283" y="2726"/>
                </a:lnTo>
                <a:lnTo>
                  <a:pt x="4429" y="2555"/>
                </a:lnTo>
                <a:lnTo>
                  <a:pt x="4502" y="2555"/>
                </a:lnTo>
                <a:lnTo>
                  <a:pt x="4550" y="2507"/>
                </a:lnTo>
                <a:lnTo>
                  <a:pt x="4599" y="2361"/>
                </a:lnTo>
                <a:lnTo>
                  <a:pt x="4599" y="2215"/>
                </a:lnTo>
                <a:lnTo>
                  <a:pt x="4599" y="2069"/>
                </a:lnTo>
                <a:lnTo>
                  <a:pt x="4623" y="1923"/>
                </a:lnTo>
                <a:lnTo>
                  <a:pt x="4672" y="1631"/>
                </a:lnTo>
                <a:lnTo>
                  <a:pt x="4745" y="1339"/>
                </a:lnTo>
                <a:lnTo>
                  <a:pt x="4891" y="901"/>
                </a:lnTo>
                <a:lnTo>
                  <a:pt x="5061" y="487"/>
                </a:lnTo>
                <a:close/>
                <a:moveTo>
                  <a:pt x="4915" y="0"/>
                </a:moveTo>
                <a:lnTo>
                  <a:pt x="4842" y="25"/>
                </a:lnTo>
                <a:lnTo>
                  <a:pt x="4794" y="49"/>
                </a:lnTo>
                <a:lnTo>
                  <a:pt x="4696" y="146"/>
                </a:lnTo>
                <a:lnTo>
                  <a:pt x="4599" y="268"/>
                </a:lnTo>
                <a:lnTo>
                  <a:pt x="4526" y="414"/>
                </a:lnTo>
                <a:lnTo>
                  <a:pt x="4453" y="584"/>
                </a:lnTo>
                <a:lnTo>
                  <a:pt x="4356" y="925"/>
                </a:lnTo>
                <a:lnTo>
                  <a:pt x="4283" y="1217"/>
                </a:lnTo>
                <a:lnTo>
                  <a:pt x="4210" y="1436"/>
                </a:lnTo>
                <a:lnTo>
                  <a:pt x="4137" y="1728"/>
                </a:lnTo>
                <a:lnTo>
                  <a:pt x="4112" y="2020"/>
                </a:lnTo>
                <a:lnTo>
                  <a:pt x="4112" y="2166"/>
                </a:lnTo>
                <a:lnTo>
                  <a:pt x="4137" y="2288"/>
                </a:lnTo>
                <a:lnTo>
                  <a:pt x="3893" y="2385"/>
                </a:lnTo>
                <a:lnTo>
                  <a:pt x="3674" y="2531"/>
                </a:lnTo>
                <a:lnTo>
                  <a:pt x="3455" y="2726"/>
                </a:lnTo>
                <a:lnTo>
                  <a:pt x="3236" y="2945"/>
                </a:lnTo>
                <a:lnTo>
                  <a:pt x="2871" y="3383"/>
                </a:lnTo>
                <a:lnTo>
                  <a:pt x="2531" y="3772"/>
                </a:lnTo>
                <a:lnTo>
                  <a:pt x="2142" y="4210"/>
                </a:lnTo>
                <a:lnTo>
                  <a:pt x="1923" y="4453"/>
                </a:lnTo>
                <a:lnTo>
                  <a:pt x="1752" y="4721"/>
                </a:lnTo>
                <a:lnTo>
                  <a:pt x="1582" y="4988"/>
                </a:lnTo>
                <a:lnTo>
                  <a:pt x="1436" y="5280"/>
                </a:lnTo>
                <a:lnTo>
                  <a:pt x="1339" y="5572"/>
                </a:lnTo>
                <a:lnTo>
                  <a:pt x="1290" y="5864"/>
                </a:lnTo>
                <a:lnTo>
                  <a:pt x="925" y="5864"/>
                </a:lnTo>
                <a:lnTo>
                  <a:pt x="755" y="5889"/>
                </a:lnTo>
                <a:lnTo>
                  <a:pt x="633" y="5937"/>
                </a:lnTo>
                <a:lnTo>
                  <a:pt x="536" y="5986"/>
                </a:lnTo>
                <a:lnTo>
                  <a:pt x="438" y="6083"/>
                </a:lnTo>
                <a:lnTo>
                  <a:pt x="341" y="6181"/>
                </a:lnTo>
                <a:lnTo>
                  <a:pt x="268" y="6302"/>
                </a:lnTo>
                <a:lnTo>
                  <a:pt x="219" y="6424"/>
                </a:lnTo>
                <a:lnTo>
                  <a:pt x="122" y="6716"/>
                </a:lnTo>
                <a:lnTo>
                  <a:pt x="49" y="7032"/>
                </a:lnTo>
                <a:lnTo>
                  <a:pt x="25" y="7324"/>
                </a:lnTo>
                <a:lnTo>
                  <a:pt x="0" y="7592"/>
                </a:lnTo>
                <a:lnTo>
                  <a:pt x="0" y="7811"/>
                </a:lnTo>
                <a:lnTo>
                  <a:pt x="25" y="8054"/>
                </a:lnTo>
                <a:lnTo>
                  <a:pt x="49" y="8322"/>
                </a:lnTo>
                <a:lnTo>
                  <a:pt x="122" y="8638"/>
                </a:lnTo>
                <a:lnTo>
                  <a:pt x="219" y="8930"/>
                </a:lnTo>
                <a:lnTo>
                  <a:pt x="365" y="9198"/>
                </a:lnTo>
                <a:lnTo>
                  <a:pt x="438" y="9320"/>
                </a:lnTo>
                <a:lnTo>
                  <a:pt x="536" y="9417"/>
                </a:lnTo>
                <a:lnTo>
                  <a:pt x="633" y="9514"/>
                </a:lnTo>
                <a:lnTo>
                  <a:pt x="730" y="9563"/>
                </a:lnTo>
                <a:lnTo>
                  <a:pt x="852" y="9612"/>
                </a:lnTo>
                <a:lnTo>
                  <a:pt x="1047" y="9612"/>
                </a:lnTo>
                <a:lnTo>
                  <a:pt x="1095" y="9587"/>
                </a:lnTo>
                <a:lnTo>
                  <a:pt x="1314" y="9587"/>
                </a:lnTo>
                <a:lnTo>
                  <a:pt x="1339" y="9612"/>
                </a:lnTo>
                <a:lnTo>
                  <a:pt x="1387" y="9758"/>
                </a:lnTo>
                <a:lnTo>
                  <a:pt x="1436" y="9928"/>
                </a:lnTo>
                <a:lnTo>
                  <a:pt x="1582" y="10220"/>
                </a:lnTo>
                <a:lnTo>
                  <a:pt x="1752" y="10512"/>
                </a:lnTo>
                <a:lnTo>
                  <a:pt x="1923" y="10804"/>
                </a:lnTo>
                <a:lnTo>
                  <a:pt x="2117" y="11072"/>
                </a:lnTo>
                <a:lnTo>
                  <a:pt x="2312" y="11315"/>
                </a:lnTo>
                <a:lnTo>
                  <a:pt x="2531" y="11510"/>
                </a:lnTo>
                <a:lnTo>
                  <a:pt x="2750" y="11704"/>
                </a:lnTo>
                <a:lnTo>
                  <a:pt x="3236" y="12045"/>
                </a:lnTo>
                <a:lnTo>
                  <a:pt x="3455" y="12191"/>
                </a:lnTo>
                <a:lnTo>
                  <a:pt x="3674" y="12288"/>
                </a:lnTo>
                <a:lnTo>
                  <a:pt x="3918" y="12385"/>
                </a:lnTo>
                <a:lnTo>
                  <a:pt x="4137" y="12507"/>
                </a:lnTo>
                <a:lnTo>
                  <a:pt x="4161" y="12531"/>
                </a:lnTo>
                <a:lnTo>
                  <a:pt x="4112" y="13067"/>
                </a:lnTo>
                <a:lnTo>
                  <a:pt x="4112" y="13626"/>
                </a:lnTo>
                <a:lnTo>
                  <a:pt x="4112" y="14746"/>
                </a:lnTo>
                <a:lnTo>
                  <a:pt x="4137" y="14819"/>
                </a:lnTo>
                <a:lnTo>
                  <a:pt x="4161" y="14867"/>
                </a:lnTo>
                <a:lnTo>
                  <a:pt x="4185" y="14916"/>
                </a:lnTo>
                <a:lnTo>
                  <a:pt x="4234" y="14965"/>
                </a:lnTo>
                <a:lnTo>
                  <a:pt x="4331" y="14989"/>
                </a:lnTo>
                <a:lnTo>
                  <a:pt x="4453" y="14989"/>
                </a:lnTo>
                <a:lnTo>
                  <a:pt x="4550" y="15062"/>
                </a:lnTo>
                <a:lnTo>
                  <a:pt x="4648" y="15111"/>
                </a:lnTo>
                <a:lnTo>
                  <a:pt x="4769" y="15135"/>
                </a:lnTo>
                <a:lnTo>
                  <a:pt x="4891" y="15111"/>
                </a:lnTo>
                <a:lnTo>
                  <a:pt x="4988" y="15086"/>
                </a:lnTo>
                <a:lnTo>
                  <a:pt x="5110" y="15038"/>
                </a:lnTo>
                <a:lnTo>
                  <a:pt x="5305" y="14940"/>
                </a:lnTo>
                <a:lnTo>
                  <a:pt x="5548" y="14721"/>
                </a:lnTo>
                <a:lnTo>
                  <a:pt x="5791" y="14502"/>
                </a:lnTo>
                <a:lnTo>
                  <a:pt x="6229" y="14040"/>
                </a:lnTo>
                <a:lnTo>
                  <a:pt x="6497" y="13748"/>
                </a:lnTo>
                <a:lnTo>
                  <a:pt x="6619" y="13602"/>
                </a:lnTo>
                <a:lnTo>
                  <a:pt x="6716" y="13432"/>
                </a:lnTo>
                <a:lnTo>
                  <a:pt x="6984" y="13505"/>
                </a:lnTo>
                <a:lnTo>
                  <a:pt x="7227" y="13529"/>
                </a:lnTo>
                <a:lnTo>
                  <a:pt x="7762" y="13578"/>
                </a:lnTo>
                <a:lnTo>
                  <a:pt x="8273" y="13578"/>
                </a:lnTo>
                <a:lnTo>
                  <a:pt x="8760" y="13602"/>
                </a:lnTo>
                <a:lnTo>
                  <a:pt x="9198" y="13578"/>
                </a:lnTo>
                <a:lnTo>
                  <a:pt x="9660" y="13578"/>
                </a:lnTo>
                <a:lnTo>
                  <a:pt x="10098" y="13529"/>
                </a:lnTo>
                <a:lnTo>
                  <a:pt x="10560" y="13480"/>
                </a:lnTo>
                <a:lnTo>
                  <a:pt x="10925" y="13407"/>
                </a:lnTo>
                <a:lnTo>
                  <a:pt x="11315" y="13334"/>
                </a:lnTo>
                <a:lnTo>
                  <a:pt x="11363" y="13480"/>
                </a:lnTo>
                <a:lnTo>
                  <a:pt x="11436" y="13626"/>
                </a:lnTo>
                <a:lnTo>
                  <a:pt x="11607" y="13943"/>
                </a:lnTo>
                <a:lnTo>
                  <a:pt x="11850" y="14210"/>
                </a:lnTo>
                <a:lnTo>
                  <a:pt x="11972" y="14356"/>
                </a:lnTo>
                <a:lnTo>
                  <a:pt x="12118" y="14478"/>
                </a:lnTo>
                <a:lnTo>
                  <a:pt x="12264" y="14575"/>
                </a:lnTo>
                <a:lnTo>
                  <a:pt x="12410" y="14673"/>
                </a:lnTo>
                <a:lnTo>
                  <a:pt x="12580" y="14721"/>
                </a:lnTo>
                <a:lnTo>
                  <a:pt x="12726" y="14770"/>
                </a:lnTo>
                <a:lnTo>
                  <a:pt x="12896" y="14794"/>
                </a:lnTo>
                <a:lnTo>
                  <a:pt x="13042" y="14770"/>
                </a:lnTo>
                <a:lnTo>
                  <a:pt x="13213" y="14721"/>
                </a:lnTo>
                <a:lnTo>
                  <a:pt x="13359" y="14624"/>
                </a:lnTo>
                <a:lnTo>
                  <a:pt x="13480" y="14527"/>
                </a:lnTo>
                <a:lnTo>
                  <a:pt x="13578" y="14405"/>
                </a:lnTo>
                <a:lnTo>
                  <a:pt x="13651" y="14283"/>
                </a:lnTo>
                <a:lnTo>
                  <a:pt x="13724" y="14162"/>
                </a:lnTo>
                <a:lnTo>
                  <a:pt x="13748" y="14016"/>
                </a:lnTo>
                <a:lnTo>
                  <a:pt x="13772" y="13845"/>
                </a:lnTo>
                <a:lnTo>
                  <a:pt x="13797" y="13529"/>
                </a:lnTo>
                <a:lnTo>
                  <a:pt x="13772" y="13213"/>
                </a:lnTo>
                <a:lnTo>
                  <a:pt x="13748" y="12872"/>
                </a:lnTo>
                <a:lnTo>
                  <a:pt x="13748" y="12580"/>
                </a:lnTo>
                <a:lnTo>
                  <a:pt x="13748" y="12288"/>
                </a:lnTo>
                <a:lnTo>
                  <a:pt x="13943" y="12118"/>
                </a:lnTo>
                <a:lnTo>
                  <a:pt x="14137" y="11947"/>
                </a:lnTo>
                <a:lnTo>
                  <a:pt x="14551" y="11655"/>
                </a:lnTo>
                <a:lnTo>
                  <a:pt x="14989" y="11388"/>
                </a:lnTo>
                <a:lnTo>
                  <a:pt x="15403" y="11072"/>
                </a:lnTo>
                <a:lnTo>
                  <a:pt x="15622" y="10877"/>
                </a:lnTo>
                <a:lnTo>
                  <a:pt x="15816" y="10634"/>
                </a:lnTo>
                <a:lnTo>
                  <a:pt x="15987" y="10390"/>
                </a:lnTo>
                <a:lnTo>
                  <a:pt x="16133" y="10123"/>
                </a:lnTo>
                <a:lnTo>
                  <a:pt x="16254" y="9855"/>
                </a:lnTo>
                <a:lnTo>
                  <a:pt x="16376" y="9563"/>
                </a:lnTo>
                <a:lnTo>
                  <a:pt x="16449" y="9271"/>
                </a:lnTo>
                <a:lnTo>
                  <a:pt x="16522" y="8979"/>
                </a:lnTo>
                <a:lnTo>
                  <a:pt x="16595" y="8614"/>
                </a:lnTo>
                <a:lnTo>
                  <a:pt x="16619" y="8249"/>
                </a:lnTo>
                <a:lnTo>
                  <a:pt x="16765" y="8273"/>
                </a:lnTo>
                <a:lnTo>
                  <a:pt x="16911" y="8298"/>
                </a:lnTo>
                <a:lnTo>
                  <a:pt x="17057" y="8273"/>
                </a:lnTo>
                <a:lnTo>
                  <a:pt x="17203" y="8249"/>
                </a:lnTo>
                <a:lnTo>
                  <a:pt x="17228" y="8273"/>
                </a:lnTo>
                <a:lnTo>
                  <a:pt x="17325" y="8346"/>
                </a:lnTo>
                <a:lnTo>
                  <a:pt x="17422" y="8444"/>
                </a:lnTo>
                <a:lnTo>
                  <a:pt x="17641" y="8565"/>
                </a:lnTo>
                <a:lnTo>
                  <a:pt x="17885" y="8663"/>
                </a:lnTo>
                <a:lnTo>
                  <a:pt x="18128" y="8687"/>
                </a:lnTo>
                <a:lnTo>
                  <a:pt x="18395" y="8663"/>
                </a:lnTo>
                <a:lnTo>
                  <a:pt x="18639" y="8614"/>
                </a:lnTo>
                <a:lnTo>
                  <a:pt x="18858" y="8492"/>
                </a:lnTo>
                <a:lnTo>
                  <a:pt x="18979" y="8419"/>
                </a:lnTo>
                <a:lnTo>
                  <a:pt x="19077" y="8346"/>
                </a:lnTo>
                <a:lnTo>
                  <a:pt x="19125" y="8249"/>
                </a:lnTo>
                <a:lnTo>
                  <a:pt x="19125" y="8176"/>
                </a:lnTo>
                <a:lnTo>
                  <a:pt x="19101" y="8079"/>
                </a:lnTo>
                <a:lnTo>
                  <a:pt x="19052" y="8006"/>
                </a:lnTo>
                <a:lnTo>
                  <a:pt x="18979" y="7957"/>
                </a:lnTo>
                <a:lnTo>
                  <a:pt x="18833" y="7957"/>
                </a:lnTo>
                <a:lnTo>
                  <a:pt x="18736" y="8006"/>
                </a:lnTo>
                <a:lnTo>
                  <a:pt x="18639" y="8103"/>
                </a:lnTo>
                <a:lnTo>
                  <a:pt x="18517" y="8176"/>
                </a:lnTo>
                <a:lnTo>
                  <a:pt x="18371" y="8200"/>
                </a:lnTo>
                <a:lnTo>
                  <a:pt x="18225" y="8225"/>
                </a:lnTo>
                <a:lnTo>
                  <a:pt x="18079" y="8200"/>
                </a:lnTo>
                <a:lnTo>
                  <a:pt x="17933" y="8176"/>
                </a:lnTo>
                <a:lnTo>
                  <a:pt x="17787" y="8127"/>
                </a:lnTo>
                <a:lnTo>
                  <a:pt x="17666" y="8054"/>
                </a:lnTo>
                <a:lnTo>
                  <a:pt x="17885" y="7933"/>
                </a:lnTo>
                <a:lnTo>
                  <a:pt x="18031" y="7835"/>
                </a:lnTo>
                <a:lnTo>
                  <a:pt x="18104" y="7738"/>
                </a:lnTo>
                <a:lnTo>
                  <a:pt x="18152" y="7641"/>
                </a:lnTo>
                <a:lnTo>
                  <a:pt x="18201" y="7543"/>
                </a:lnTo>
                <a:lnTo>
                  <a:pt x="18225" y="7446"/>
                </a:lnTo>
                <a:lnTo>
                  <a:pt x="18250" y="7349"/>
                </a:lnTo>
                <a:lnTo>
                  <a:pt x="18225" y="7251"/>
                </a:lnTo>
                <a:lnTo>
                  <a:pt x="18201" y="7154"/>
                </a:lnTo>
                <a:lnTo>
                  <a:pt x="18177" y="7057"/>
                </a:lnTo>
                <a:lnTo>
                  <a:pt x="18128" y="6984"/>
                </a:lnTo>
                <a:lnTo>
                  <a:pt x="18055" y="6911"/>
                </a:lnTo>
                <a:lnTo>
                  <a:pt x="18006" y="6862"/>
                </a:lnTo>
                <a:lnTo>
                  <a:pt x="17909" y="6813"/>
                </a:lnTo>
                <a:lnTo>
                  <a:pt x="17812" y="6789"/>
                </a:lnTo>
                <a:lnTo>
                  <a:pt x="17714" y="6789"/>
                </a:lnTo>
                <a:lnTo>
                  <a:pt x="17593" y="6813"/>
                </a:lnTo>
                <a:lnTo>
                  <a:pt x="17495" y="6838"/>
                </a:lnTo>
                <a:lnTo>
                  <a:pt x="17349" y="6911"/>
                </a:lnTo>
                <a:lnTo>
                  <a:pt x="17228" y="7008"/>
                </a:lnTo>
                <a:lnTo>
                  <a:pt x="17130" y="7105"/>
                </a:lnTo>
                <a:lnTo>
                  <a:pt x="17082" y="7227"/>
                </a:lnTo>
                <a:lnTo>
                  <a:pt x="17033" y="7373"/>
                </a:lnTo>
                <a:lnTo>
                  <a:pt x="17009" y="7519"/>
                </a:lnTo>
                <a:lnTo>
                  <a:pt x="17009" y="7665"/>
                </a:lnTo>
                <a:lnTo>
                  <a:pt x="17033" y="7811"/>
                </a:lnTo>
                <a:lnTo>
                  <a:pt x="16644" y="7835"/>
                </a:lnTo>
                <a:lnTo>
                  <a:pt x="16644" y="7397"/>
                </a:lnTo>
                <a:lnTo>
                  <a:pt x="16619" y="6935"/>
                </a:lnTo>
                <a:lnTo>
                  <a:pt x="16546" y="6497"/>
                </a:lnTo>
                <a:lnTo>
                  <a:pt x="16449" y="6059"/>
                </a:lnTo>
                <a:lnTo>
                  <a:pt x="16327" y="5621"/>
                </a:lnTo>
                <a:lnTo>
                  <a:pt x="16157" y="5207"/>
                </a:lnTo>
                <a:lnTo>
                  <a:pt x="15987" y="4794"/>
                </a:lnTo>
                <a:lnTo>
                  <a:pt x="15768" y="4404"/>
                </a:lnTo>
                <a:lnTo>
                  <a:pt x="15597" y="4161"/>
                </a:lnTo>
                <a:lnTo>
                  <a:pt x="15427" y="3918"/>
                </a:lnTo>
                <a:lnTo>
                  <a:pt x="15232" y="3699"/>
                </a:lnTo>
                <a:lnTo>
                  <a:pt x="15038" y="3480"/>
                </a:lnTo>
                <a:lnTo>
                  <a:pt x="14843" y="3285"/>
                </a:lnTo>
                <a:lnTo>
                  <a:pt x="14624" y="3091"/>
                </a:lnTo>
                <a:lnTo>
                  <a:pt x="14162" y="2750"/>
                </a:lnTo>
                <a:lnTo>
                  <a:pt x="13675" y="2434"/>
                </a:lnTo>
                <a:lnTo>
                  <a:pt x="13164" y="2166"/>
                </a:lnTo>
                <a:lnTo>
                  <a:pt x="12629" y="1923"/>
                </a:lnTo>
                <a:lnTo>
                  <a:pt x="12093" y="1704"/>
                </a:lnTo>
                <a:lnTo>
                  <a:pt x="11461" y="1460"/>
                </a:lnTo>
                <a:lnTo>
                  <a:pt x="10804" y="1266"/>
                </a:lnTo>
                <a:lnTo>
                  <a:pt x="10147" y="1120"/>
                </a:lnTo>
                <a:lnTo>
                  <a:pt x="9466" y="1022"/>
                </a:lnTo>
                <a:lnTo>
                  <a:pt x="8882" y="974"/>
                </a:lnTo>
                <a:lnTo>
                  <a:pt x="8249" y="974"/>
                </a:lnTo>
                <a:lnTo>
                  <a:pt x="7933" y="998"/>
                </a:lnTo>
                <a:lnTo>
                  <a:pt x="7641" y="1047"/>
                </a:lnTo>
                <a:lnTo>
                  <a:pt x="7349" y="1120"/>
                </a:lnTo>
                <a:lnTo>
                  <a:pt x="7057" y="1217"/>
                </a:lnTo>
                <a:lnTo>
                  <a:pt x="6570" y="755"/>
                </a:lnTo>
                <a:lnTo>
                  <a:pt x="6327" y="536"/>
                </a:lnTo>
                <a:lnTo>
                  <a:pt x="6059" y="317"/>
                </a:lnTo>
                <a:lnTo>
                  <a:pt x="5816" y="195"/>
                </a:lnTo>
                <a:lnTo>
                  <a:pt x="5548" y="98"/>
                </a:lnTo>
                <a:lnTo>
                  <a:pt x="5280" y="25"/>
                </a:lnTo>
                <a:lnTo>
                  <a:pt x="5013" y="25"/>
                </a:lnTo>
                <a:lnTo>
                  <a:pt x="4964" y="0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7"/>
          <p:cNvSpPr/>
          <p:nvPr/>
        </p:nvSpPr>
        <p:spPr>
          <a:xfrm>
            <a:off x="3650300" y="1113101"/>
            <a:ext cx="163663" cy="241144"/>
          </a:xfrm>
          <a:custGeom>
            <a:rect b="b" l="l" r="r" t="t"/>
            <a:pathLst>
              <a:path extrusionOk="0" h="8923" w="6056">
                <a:moveTo>
                  <a:pt x="1177" y="450"/>
                </a:moveTo>
                <a:lnTo>
                  <a:pt x="1220" y="471"/>
                </a:lnTo>
                <a:lnTo>
                  <a:pt x="1241" y="514"/>
                </a:lnTo>
                <a:lnTo>
                  <a:pt x="1263" y="621"/>
                </a:lnTo>
                <a:lnTo>
                  <a:pt x="1263" y="899"/>
                </a:lnTo>
                <a:lnTo>
                  <a:pt x="1241" y="1049"/>
                </a:lnTo>
                <a:lnTo>
                  <a:pt x="1220" y="1177"/>
                </a:lnTo>
                <a:lnTo>
                  <a:pt x="1177" y="1263"/>
                </a:lnTo>
                <a:lnTo>
                  <a:pt x="1156" y="1284"/>
                </a:lnTo>
                <a:lnTo>
                  <a:pt x="1113" y="1284"/>
                </a:lnTo>
                <a:lnTo>
                  <a:pt x="1092" y="1242"/>
                </a:lnTo>
                <a:lnTo>
                  <a:pt x="1070" y="1135"/>
                </a:lnTo>
                <a:lnTo>
                  <a:pt x="1049" y="985"/>
                </a:lnTo>
                <a:lnTo>
                  <a:pt x="1049" y="814"/>
                </a:lnTo>
                <a:lnTo>
                  <a:pt x="1070" y="664"/>
                </a:lnTo>
                <a:lnTo>
                  <a:pt x="1092" y="536"/>
                </a:lnTo>
                <a:lnTo>
                  <a:pt x="1113" y="493"/>
                </a:lnTo>
                <a:lnTo>
                  <a:pt x="1156" y="450"/>
                </a:lnTo>
                <a:close/>
                <a:moveTo>
                  <a:pt x="2033" y="471"/>
                </a:moveTo>
                <a:lnTo>
                  <a:pt x="2054" y="493"/>
                </a:lnTo>
                <a:lnTo>
                  <a:pt x="2076" y="578"/>
                </a:lnTo>
                <a:lnTo>
                  <a:pt x="2076" y="685"/>
                </a:lnTo>
                <a:lnTo>
                  <a:pt x="2097" y="985"/>
                </a:lnTo>
                <a:lnTo>
                  <a:pt x="2097" y="1156"/>
                </a:lnTo>
                <a:lnTo>
                  <a:pt x="2097" y="1220"/>
                </a:lnTo>
                <a:lnTo>
                  <a:pt x="2076" y="1263"/>
                </a:lnTo>
                <a:lnTo>
                  <a:pt x="2054" y="1306"/>
                </a:lnTo>
                <a:lnTo>
                  <a:pt x="2012" y="1306"/>
                </a:lnTo>
                <a:lnTo>
                  <a:pt x="1990" y="1284"/>
                </a:lnTo>
                <a:lnTo>
                  <a:pt x="1969" y="1263"/>
                </a:lnTo>
                <a:lnTo>
                  <a:pt x="1926" y="1156"/>
                </a:lnTo>
                <a:lnTo>
                  <a:pt x="1905" y="1006"/>
                </a:lnTo>
                <a:lnTo>
                  <a:pt x="1883" y="707"/>
                </a:lnTo>
                <a:lnTo>
                  <a:pt x="1883" y="578"/>
                </a:lnTo>
                <a:lnTo>
                  <a:pt x="1905" y="514"/>
                </a:lnTo>
                <a:lnTo>
                  <a:pt x="1947" y="471"/>
                </a:lnTo>
                <a:close/>
                <a:moveTo>
                  <a:pt x="1584" y="471"/>
                </a:moveTo>
                <a:lnTo>
                  <a:pt x="1648" y="493"/>
                </a:lnTo>
                <a:lnTo>
                  <a:pt x="1712" y="557"/>
                </a:lnTo>
                <a:lnTo>
                  <a:pt x="1712" y="643"/>
                </a:lnTo>
                <a:lnTo>
                  <a:pt x="1712" y="792"/>
                </a:lnTo>
                <a:lnTo>
                  <a:pt x="1669" y="1028"/>
                </a:lnTo>
                <a:lnTo>
                  <a:pt x="1669" y="1135"/>
                </a:lnTo>
                <a:lnTo>
                  <a:pt x="1669" y="1242"/>
                </a:lnTo>
                <a:lnTo>
                  <a:pt x="1648" y="1284"/>
                </a:lnTo>
                <a:lnTo>
                  <a:pt x="1605" y="1327"/>
                </a:lnTo>
                <a:lnTo>
                  <a:pt x="1562" y="1327"/>
                </a:lnTo>
                <a:lnTo>
                  <a:pt x="1498" y="1306"/>
                </a:lnTo>
                <a:lnTo>
                  <a:pt x="1455" y="1263"/>
                </a:lnTo>
                <a:lnTo>
                  <a:pt x="1434" y="1177"/>
                </a:lnTo>
                <a:lnTo>
                  <a:pt x="1434" y="942"/>
                </a:lnTo>
                <a:lnTo>
                  <a:pt x="1455" y="536"/>
                </a:lnTo>
                <a:lnTo>
                  <a:pt x="1477" y="493"/>
                </a:lnTo>
                <a:lnTo>
                  <a:pt x="1498" y="471"/>
                </a:lnTo>
                <a:close/>
                <a:moveTo>
                  <a:pt x="3895" y="450"/>
                </a:moveTo>
                <a:lnTo>
                  <a:pt x="3959" y="471"/>
                </a:lnTo>
                <a:lnTo>
                  <a:pt x="4001" y="493"/>
                </a:lnTo>
                <a:lnTo>
                  <a:pt x="4001" y="536"/>
                </a:lnTo>
                <a:lnTo>
                  <a:pt x="4023" y="643"/>
                </a:lnTo>
                <a:lnTo>
                  <a:pt x="4001" y="792"/>
                </a:lnTo>
                <a:lnTo>
                  <a:pt x="4023" y="985"/>
                </a:lnTo>
                <a:lnTo>
                  <a:pt x="4044" y="1092"/>
                </a:lnTo>
                <a:lnTo>
                  <a:pt x="4044" y="1199"/>
                </a:lnTo>
                <a:lnTo>
                  <a:pt x="4044" y="1263"/>
                </a:lnTo>
                <a:lnTo>
                  <a:pt x="4044" y="1327"/>
                </a:lnTo>
                <a:lnTo>
                  <a:pt x="4044" y="1349"/>
                </a:lnTo>
                <a:lnTo>
                  <a:pt x="3959" y="1370"/>
                </a:lnTo>
                <a:lnTo>
                  <a:pt x="3895" y="1391"/>
                </a:lnTo>
                <a:lnTo>
                  <a:pt x="3830" y="1370"/>
                </a:lnTo>
                <a:lnTo>
                  <a:pt x="3788" y="1327"/>
                </a:lnTo>
                <a:lnTo>
                  <a:pt x="3745" y="1284"/>
                </a:lnTo>
                <a:lnTo>
                  <a:pt x="3723" y="1135"/>
                </a:lnTo>
                <a:lnTo>
                  <a:pt x="3702" y="964"/>
                </a:lnTo>
                <a:lnTo>
                  <a:pt x="3723" y="792"/>
                </a:lnTo>
                <a:lnTo>
                  <a:pt x="3745" y="621"/>
                </a:lnTo>
                <a:lnTo>
                  <a:pt x="3788" y="514"/>
                </a:lnTo>
                <a:lnTo>
                  <a:pt x="3809" y="471"/>
                </a:lnTo>
                <a:lnTo>
                  <a:pt x="3895" y="450"/>
                </a:lnTo>
                <a:close/>
                <a:moveTo>
                  <a:pt x="4451" y="364"/>
                </a:moveTo>
                <a:lnTo>
                  <a:pt x="4536" y="386"/>
                </a:lnTo>
                <a:lnTo>
                  <a:pt x="4579" y="386"/>
                </a:lnTo>
                <a:lnTo>
                  <a:pt x="4601" y="407"/>
                </a:lnTo>
                <a:lnTo>
                  <a:pt x="4622" y="429"/>
                </a:lnTo>
                <a:lnTo>
                  <a:pt x="4622" y="493"/>
                </a:lnTo>
                <a:lnTo>
                  <a:pt x="4579" y="471"/>
                </a:lnTo>
                <a:lnTo>
                  <a:pt x="4536" y="493"/>
                </a:lnTo>
                <a:lnTo>
                  <a:pt x="4515" y="621"/>
                </a:lnTo>
                <a:lnTo>
                  <a:pt x="4515" y="728"/>
                </a:lnTo>
                <a:lnTo>
                  <a:pt x="4515" y="857"/>
                </a:lnTo>
                <a:lnTo>
                  <a:pt x="4558" y="1006"/>
                </a:lnTo>
                <a:lnTo>
                  <a:pt x="4601" y="1156"/>
                </a:lnTo>
                <a:lnTo>
                  <a:pt x="4601" y="1220"/>
                </a:lnTo>
                <a:lnTo>
                  <a:pt x="4579" y="1284"/>
                </a:lnTo>
                <a:lnTo>
                  <a:pt x="4536" y="1327"/>
                </a:lnTo>
                <a:lnTo>
                  <a:pt x="4494" y="1370"/>
                </a:lnTo>
                <a:lnTo>
                  <a:pt x="4408" y="1391"/>
                </a:lnTo>
                <a:lnTo>
                  <a:pt x="4365" y="1391"/>
                </a:lnTo>
                <a:lnTo>
                  <a:pt x="4344" y="1370"/>
                </a:lnTo>
                <a:lnTo>
                  <a:pt x="4301" y="1306"/>
                </a:lnTo>
                <a:lnTo>
                  <a:pt x="4301" y="1242"/>
                </a:lnTo>
                <a:lnTo>
                  <a:pt x="4322" y="1092"/>
                </a:lnTo>
                <a:lnTo>
                  <a:pt x="4280" y="921"/>
                </a:lnTo>
                <a:lnTo>
                  <a:pt x="4237" y="685"/>
                </a:lnTo>
                <a:lnTo>
                  <a:pt x="4237" y="578"/>
                </a:lnTo>
                <a:lnTo>
                  <a:pt x="4237" y="493"/>
                </a:lnTo>
                <a:lnTo>
                  <a:pt x="4280" y="407"/>
                </a:lnTo>
                <a:lnTo>
                  <a:pt x="4301" y="386"/>
                </a:lnTo>
                <a:lnTo>
                  <a:pt x="4344" y="386"/>
                </a:lnTo>
                <a:lnTo>
                  <a:pt x="4451" y="364"/>
                </a:lnTo>
                <a:close/>
                <a:moveTo>
                  <a:pt x="2910" y="450"/>
                </a:moveTo>
                <a:lnTo>
                  <a:pt x="2974" y="471"/>
                </a:lnTo>
                <a:lnTo>
                  <a:pt x="3039" y="514"/>
                </a:lnTo>
                <a:lnTo>
                  <a:pt x="3039" y="557"/>
                </a:lnTo>
                <a:lnTo>
                  <a:pt x="3060" y="621"/>
                </a:lnTo>
                <a:lnTo>
                  <a:pt x="3060" y="750"/>
                </a:lnTo>
                <a:lnTo>
                  <a:pt x="3039" y="899"/>
                </a:lnTo>
                <a:lnTo>
                  <a:pt x="3039" y="1006"/>
                </a:lnTo>
                <a:lnTo>
                  <a:pt x="3103" y="1156"/>
                </a:lnTo>
                <a:lnTo>
                  <a:pt x="3146" y="1284"/>
                </a:lnTo>
                <a:lnTo>
                  <a:pt x="3146" y="1349"/>
                </a:lnTo>
                <a:lnTo>
                  <a:pt x="3124" y="1370"/>
                </a:lnTo>
                <a:lnTo>
                  <a:pt x="3060" y="1413"/>
                </a:lnTo>
                <a:lnTo>
                  <a:pt x="2632" y="1413"/>
                </a:lnTo>
                <a:lnTo>
                  <a:pt x="2440" y="1370"/>
                </a:lnTo>
                <a:lnTo>
                  <a:pt x="2375" y="1349"/>
                </a:lnTo>
                <a:lnTo>
                  <a:pt x="2333" y="1306"/>
                </a:lnTo>
                <a:lnTo>
                  <a:pt x="2311" y="1263"/>
                </a:lnTo>
                <a:lnTo>
                  <a:pt x="2290" y="1156"/>
                </a:lnTo>
                <a:lnTo>
                  <a:pt x="2268" y="899"/>
                </a:lnTo>
                <a:lnTo>
                  <a:pt x="2268" y="664"/>
                </a:lnTo>
                <a:lnTo>
                  <a:pt x="2290" y="578"/>
                </a:lnTo>
                <a:lnTo>
                  <a:pt x="2290" y="536"/>
                </a:lnTo>
                <a:lnTo>
                  <a:pt x="2354" y="493"/>
                </a:lnTo>
                <a:lnTo>
                  <a:pt x="2397" y="471"/>
                </a:lnTo>
                <a:lnTo>
                  <a:pt x="2440" y="493"/>
                </a:lnTo>
                <a:lnTo>
                  <a:pt x="2461" y="536"/>
                </a:lnTo>
                <a:lnTo>
                  <a:pt x="2482" y="643"/>
                </a:lnTo>
                <a:lnTo>
                  <a:pt x="2482" y="814"/>
                </a:lnTo>
                <a:lnTo>
                  <a:pt x="2504" y="985"/>
                </a:lnTo>
                <a:lnTo>
                  <a:pt x="2525" y="1156"/>
                </a:lnTo>
                <a:lnTo>
                  <a:pt x="2547" y="1220"/>
                </a:lnTo>
                <a:lnTo>
                  <a:pt x="2568" y="1263"/>
                </a:lnTo>
                <a:lnTo>
                  <a:pt x="2611" y="1306"/>
                </a:lnTo>
                <a:lnTo>
                  <a:pt x="2675" y="1306"/>
                </a:lnTo>
                <a:lnTo>
                  <a:pt x="2739" y="1284"/>
                </a:lnTo>
                <a:lnTo>
                  <a:pt x="2782" y="1220"/>
                </a:lnTo>
                <a:lnTo>
                  <a:pt x="2803" y="1135"/>
                </a:lnTo>
                <a:lnTo>
                  <a:pt x="2803" y="1049"/>
                </a:lnTo>
                <a:lnTo>
                  <a:pt x="2782" y="857"/>
                </a:lnTo>
                <a:lnTo>
                  <a:pt x="2761" y="728"/>
                </a:lnTo>
                <a:lnTo>
                  <a:pt x="2739" y="600"/>
                </a:lnTo>
                <a:lnTo>
                  <a:pt x="2739" y="536"/>
                </a:lnTo>
                <a:lnTo>
                  <a:pt x="2782" y="471"/>
                </a:lnTo>
                <a:lnTo>
                  <a:pt x="2846" y="450"/>
                </a:lnTo>
                <a:close/>
                <a:moveTo>
                  <a:pt x="3402" y="450"/>
                </a:moveTo>
                <a:lnTo>
                  <a:pt x="3467" y="471"/>
                </a:lnTo>
                <a:lnTo>
                  <a:pt x="3509" y="514"/>
                </a:lnTo>
                <a:lnTo>
                  <a:pt x="3531" y="578"/>
                </a:lnTo>
                <a:lnTo>
                  <a:pt x="3531" y="643"/>
                </a:lnTo>
                <a:lnTo>
                  <a:pt x="3509" y="814"/>
                </a:lnTo>
                <a:lnTo>
                  <a:pt x="3488" y="942"/>
                </a:lnTo>
                <a:lnTo>
                  <a:pt x="3488" y="1070"/>
                </a:lnTo>
                <a:lnTo>
                  <a:pt x="3488" y="1242"/>
                </a:lnTo>
                <a:lnTo>
                  <a:pt x="3467" y="1349"/>
                </a:lnTo>
                <a:lnTo>
                  <a:pt x="3445" y="1413"/>
                </a:lnTo>
                <a:lnTo>
                  <a:pt x="3424" y="1434"/>
                </a:lnTo>
                <a:lnTo>
                  <a:pt x="3360" y="1413"/>
                </a:lnTo>
                <a:lnTo>
                  <a:pt x="3338" y="1391"/>
                </a:lnTo>
                <a:lnTo>
                  <a:pt x="3317" y="1327"/>
                </a:lnTo>
                <a:lnTo>
                  <a:pt x="3295" y="1177"/>
                </a:lnTo>
                <a:lnTo>
                  <a:pt x="3295" y="878"/>
                </a:lnTo>
                <a:lnTo>
                  <a:pt x="3274" y="750"/>
                </a:lnTo>
                <a:lnTo>
                  <a:pt x="3253" y="600"/>
                </a:lnTo>
                <a:lnTo>
                  <a:pt x="3253" y="557"/>
                </a:lnTo>
                <a:lnTo>
                  <a:pt x="3274" y="493"/>
                </a:lnTo>
                <a:lnTo>
                  <a:pt x="3338" y="471"/>
                </a:lnTo>
                <a:lnTo>
                  <a:pt x="3402" y="450"/>
                </a:lnTo>
                <a:close/>
                <a:moveTo>
                  <a:pt x="3937" y="1798"/>
                </a:moveTo>
                <a:lnTo>
                  <a:pt x="4023" y="1819"/>
                </a:lnTo>
                <a:lnTo>
                  <a:pt x="4108" y="1841"/>
                </a:lnTo>
                <a:lnTo>
                  <a:pt x="4151" y="1884"/>
                </a:lnTo>
                <a:lnTo>
                  <a:pt x="4194" y="1948"/>
                </a:lnTo>
                <a:lnTo>
                  <a:pt x="4258" y="2076"/>
                </a:lnTo>
                <a:lnTo>
                  <a:pt x="4344" y="2140"/>
                </a:lnTo>
                <a:lnTo>
                  <a:pt x="4429" y="2204"/>
                </a:lnTo>
                <a:lnTo>
                  <a:pt x="4622" y="2311"/>
                </a:lnTo>
                <a:lnTo>
                  <a:pt x="4900" y="2525"/>
                </a:lnTo>
                <a:lnTo>
                  <a:pt x="5071" y="2697"/>
                </a:lnTo>
                <a:lnTo>
                  <a:pt x="5242" y="2868"/>
                </a:lnTo>
                <a:lnTo>
                  <a:pt x="5371" y="3039"/>
                </a:lnTo>
                <a:lnTo>
                  <a:pt x="5414" y="3124"/>
                </a:lnTo>
                <a:lnTo>
                  <a:pt x="5435" y="3189"/>
                </a:lnTo>
                <a:lnTo>
                  <a:pt x="5435" y="3253"/>
                </a:lnTo>
                <a:lnTo>
                  <a:pt x="5392" y="3296"/>
                </a:lnTo>
                <a:lnTo>
                  <a:pt x="5328" y="3338"/>
                </a:lnTo>
                <a:lnTo>
                  <a:pt x="5221" y="3381"/>
                </a:lnTo>
                <a:lnTo>
                  <a:pt x="4922" y="3403"/>
                </a:lnTo>
                <a:lnTo>
                  <a:pt x="4622" y="3424"/>
                </a:lnTo>
                <a:lnTo>
                  <a:pt x="4001" y="3424"/>
                </a:lnTo>
                <a:lnTo>
                  <a:pt x="2782" y="3403"/>
                </a:lnTo>
                <a:lnTo>
                  <a:pt x="1969" y="3403"/>
                </a:lnTo>
                <a:lnTo>
                  <a:pt x="1498" y="3381"/>
                </a:lnTo>
                <a:lnTo>
                  <a:pt x="835" y="3381"/>
                </a:lnTo>
                <a:lnTo>
                  <a:pt x="771" y="3360"/>
                </a:lnTo>
                <a:lnTo>
                  <a:pt x="771" y="3338"/>
                </a:lnTo>
                <a:lnTo>
                  <a:pt x="771" y="3317"/>
                </a:lnTo>
                <a:lnTo>
                  <a:pt x="899" y="3124"/>
                </a:lnTo>
                <a:lnTo>
                  <a:pt x="1027" y="2953"/>
                </a:lnTo>
                <a:lnTo>
                  <a:pt x="1306" y="2568"/>
                </a:lnTo>
                <a:lnTo>
                  <a:pt x="1391" y="2440"/>
                </a:lnTo>
                <a:lnTo>
                  <a:pt x="1477" y="2333"/>
                </a:lnTo>
                <a:lnTo>
                  <a:pt x="1520" y="2247"/>
                </a:lnTo>
                <a:lnTo>
                  <a:pt x="1541" y="2162"/>
                </a:lnTo>
                <a:lnTo>
                  <a:pt x="1584" y="2076"/>
                </a:lnTo>
                <a:lnTo>
                  <a:pt x="1627" y="1991"/>
                </a:lnTo>
                <a:lnTo>
                  <a:pt x="1669" y="1948"/>
                </a:lnTo>
                <a:lnTo>
                  <a:pt x="1755" y="1926"/>
                </a:lnTo>
                <a:lnTo>
                  <a:pt x="1969" y="1905"/>
                </a:lnTo>
                <a:lnTo>
                  <a:pt x="2354" y="1905"/>
                </a:lnTo>
                <a:lnTo>
                  <a:pt x="3274" y="1884"/>
                </a:lnTo>
                <a:lnTo>
                  <a:pt x="3467" y="1841"/>
                </a:lnTo>
                <a:lnTo>
                  <a:pt x="3702" y="1819"/>
                </a:lnTo>
                <a:lnTo>
                  <a:pt x="3937" y="1798"/>
                </a:lnTo>
                <a:close/>
                <a:moveTo>
                  <a:pt x="5242" y="3766"/>
                </a:moveTo>
                <a:lnTo>
                  <a:pt x="5349" y="3788"/>
                </a:lnTo>
                <a:lnTo>
                  <a:pt x="5435" y="3809"/>
                </a:lnTo>
                <a:lnTo>
                  <a:pt x="5521" y="3852"/>
                </a:lnTo>
                <a:lnTo>
                  <a:pt x="5542" y="3916"/>
                </a:lnTo>
                <a:lnTo>
                  <a:pt x="5563" y="4023"/>
                </a:lnTo>
                <a:lnTo>
                  <a:pt x="5585" y="4216"/>
                </a:lnTo>
                <a:lnTo>
                  <a:pt x="5606" y="4408"/>
                </a:lnTo>
                <a:lnTo>
                  <a:pt x="5606" y="4622"/>
                </a:lnTo>
                <a:lnTo>
                  <a:pt x="5585" y="5029"/>
                </a:lnTo>
                <a:lnTo>
                  <a:pt x="5563" y="6098"/>
                </a:lnTo>
                <a:lnTo>
                  <a:pt x="5563" y="6698"/>
                </a:lnTo>
                <a:lnTo>
                  <a:pt x="5563" y="6826"/>
                </a:lnTo>
                <a:lnTo>
                  <a:pt x="5563" y="6912"/>
                </a:lnTo>
                <a:lnTo>
                  <a:pt x="5521" y="6976"/>
                </a:lnTo>
                <a:lnTo>
                  <a:pt x="5414" y="7019"/>
                </a:lnTo>
                <a:lnTo>
                  <a:pt x="5285" y="7040"/>
                </a:lnTo>
                <a:lnTo>
                  <a:pt x="5135" y="7040"/>
                </a:lnTo>
                <a:lnTo>
                  <a:pt x="4836" y="7019"/>
                </a:lnTo>
                <a:lnTo>
                  <a:pt x="4215" y="7061"/>
                </a:lnTo>
                <a:lnTo>
                  <a:pt x="3595" y="7083"/>
                </a:lnTo>
                <a:lnTo>
                  <a:pt x="2996" y="7083"/>
                </a:lnTo>
                <a:lnTo>
                  <a:pt x="2739" y="7104"/>
                </a:lnTo>
                <a:lnTo>
                  <a:pt x="2611" y="7125"/>
                </a:lnTo>
                <a:lnTo>
                  <a:pt x="2482" y="7125"/>
                </a:lnTo>
                <a:lnTo>
                  <a:pt x="2375" y="7104"/>
                </a:lnTo>
                <a:lnTo>
                  <a:pt x="2333" y="7061"/>
                </a:lnTo>
                <a:lnTo>
                  <a:pt x="2311" y="7019"/>
                </a:lnTo>
                <a:lnTo>
                  <a:pt x="2247" y="6933"/>
                </a:lnTo>
                <a:lnTo>
                  <a:pt x="2204" y="6912"/>
                </a:lnTo>
                <a:lnTo>
                  <a:pt x="2161" y="6912"/>
                </a:lnTo>
                <a:lnTo>
                  <a:pt x="2076" y="6933"/>
                </a:lnTo>
                <a:lnTo>
                  <a:pt x="2012" y="6976"/>
                </a:lnTo>
                <a:lnTo>
                  <a:pt x="1947" y="7061"/>
                </a:lnTo>
                <a:lnTo>
                  <a:pt x="1883" y="7125"/>
                </a:lnTo>
                <a:lnTo>
                  <a:pt x="1798" y="7168"/>
                </a:lnTo>
                <a:lnTo>
                  <a:pt x="1734" y="7168"/>
                </a:lnTo>
                <a:lnTo>
                  <a:pt x="1691" y="7147"/>
                </a:lnTo>
                <a:lnTo>
                  <a:pt x="1648" y="7104"/>
                </a:lnTo>
                <a:lnTo>
                  <a:pt x="1627" y="7061"/>
                </a:lnTo>
                <a:lnTo>
                  <a:pt x="1648" y="6976"/>
                </a:lnTo>
                <a:lnTo>
                  <a:pt x="1734" y="6783"/>
                </a:lnTo>
                <a:lnTo>
                  <a:pt x="1819" y="6569"/>
                </a:lnTo>
                <a:lnTo>
                  <a:pt x="1819" y="6484"/>
                </a:lnTo>
                <a:lnTo>
                  <a:pt x="1819" y="6398"/>
                </a:lnTo>
                <a:lnTo>
                  <a:pt x="1776" y="6355"/>
                </a:lnTo>
                <a:lnTo>
                  <a:pt x="1734" y="6334"/>
                </a:lnTo>
                <a:lnTo>
                  <a:pt x="1669" y="6334"/>
                </a:lnTo>
                <a:lnTo>
                  <a:pt x="1584" y="6377"/>
                </a:lnTo>
                <a:lnTo>
                  <a:pt x="1498" y="6462"/>
                </a:lnTo>
                <a:lnTo>
                  <a:pt x="1327" y="6676"/>
                </a:lnTo>
                <a:lnTo>
                  <a:pt x="1241" y="6847"/>
                </a:lnTo>
                <a:lnTo>
                  <a:pt x="1156" y="7040"/>
                </a:lnTo>
                <a:lnTo>
                  <a:pt x="1092" y="7104"/>
                </a:lnTo>
                <a:lnTo>
                  <a:pt x="1049" y="7125"/>
                </a:lnTo>
                <a:lnTo>
                  <a:pt x="1006" y="7147"/>
                </a:lnTo>
                <a:lnTo>
                  <a:pt x="856" y="7147"/>
                </a:lnTo>
                <a:lnTo>
                  <a:pt x="856" y="7125"/>
                </a:lnTo>
                <a:lnTo>
                  <a:pt x="878" y="7061"/>
                </a:lnTo>
                <a:lnTo>
                  <a:pt x="921" y="6997"/>
                </a:lnTo>
                <a:lnTo>
                  <a:pt x="942" y="6869"/>
                </a:lnTo>
                <a:lnTo>
                  <a:pt x="985" y="6740"/>
                </a:lnTo>
                <a:lnTo>
                  <a:pt x="1134" y="6505"/>
                </a:lnTo>
                <a:lnTo>
                  <a:pt x="1220" y="6377"/>
                </a:lnTo>
                <a:lnTo>
                  <a:pt x="1284" y="6248"/>
                </a:lnTo>
                <a:lnTo>
                  <a:pt x="1306" y="6120"/>
                </a:lnTo>
                <a:lnTo>
                  <a:pt x="1327" y="5970"/>
                </a:lnTo>
                <a:lnTo>
                  <a:pt x="1284" y="5842"/>
                </a:lnTo>
                <a:lnTo>
                  <a:pt x="1263" y="5799"/>
                </a:lnTo>
                <a:lnTo>
                  <a:pt x="1241" y="5778"/>
                </a:lnTo>
                <a:lnTo>
                  <a:pt x="1199" y="5778"/>
                </a:lnTo>
                <a:lnTo>
                  <a:pt x="1156" y="5799"/>
                </a:lnTo>
                <a:lnTo>
                  <a:pt x="1092" y="5863"/>
                </a:lnTo>
                <a:lnTo>
                  <a:pt x="921" y="6056"/>
                </a:lnTo>
                <a:lnTo>
                  <a:pt x="835" y="6141"/>
                </a:lnTo>
                <a:lnTo>
                  <a:pt x="792" y="6184"/>
                </a:lnTo>
                <a:lnTo>
                  <a:pt x="728" y="6227"/>
                </a:lnTo>
                <a:lnTo>
                  <a:pt x="707" y="6205"/>
                </a:lnTo>
                <a:lnTo>
                  <a:pt x="707" y="6141"/>
                </a:lnTo>
                <a:lnTo>
                  <a:pt x="707" y="6077"/>
                </a:lnTo>
                <a:lnTo>
                  <a:pt x="728" y="6013"/>
                </a:lnTo>
                <a:lnTo>
                  <a:pt x="792" y="5842"/>
                </a:lnTo>
                <a:lnTo>
                  <a:pt x="942" y="5564"/>
                </a:lnTo>
                <a:lnTo>
                  <a:pt x="1027" y="5350"/>
                </a:lnTo>
                <a:lnTo>
                  <a:pt x="1049" y="5243"/>
                </a:lnTo>
                <a:lnTo>
                  <a:pt x="1049" y="5157"/>
                </a:lnTo>
                <a:lnTo>
                  <a:pt x="1027" y="5072"/>
                </a:lnTo>
                <a:lnTo>
                  <a:pt x="985" y="5029"/>
                </a:lnTo>
                <a:lnTo>
                  <a:pt x="899" y="4986"/>
                </a:lnTo>
                <a:lnTo>
                  <a:pt x="771" y="5007"/>
                </a:lnTo>
                <a:lnTo>
                  <a:pt x="685" y="5029"/>
                </a:lnTo>
                <a:lnTo>
                  <a:pt x="664" y="5050"/>
                </a:lnTo>
                <a:lnTo>
                  <a:pt x="642" y="5029"/>
                </a:lnTo>
                <a:lnTo>
                  <a:pt x="621" y="4922"/>
                </a:lnTo>
                <a:lnTo>
                  <a:pt x="600" y="4772"/>
                </a:lnTo>
                <a:lnTo>
                  <a:pt x="600" y="4601"/>
                </a:lnTo>
                <a:lnTo>
                  <a:pt x="621" y="4301"/>
                </a:lnTo>
                <a:lnTo>
                  <a:pt x="642" y="4173"/>
                </a:lnTo>
                <a:lnTo>
                  <a:pt x="685" y="4045"/>
                </a:lnTo>
                <a:lnTo>
                  <a:pt x="749" y="3916"/>
                </a:lnTo>
                <a:lnTo>
                  <a:pt x="792" y="3873"/>
                </a:lnTo>
                <a:lnTo>
                  <a:pt x="835" y="3852"/>
                </a:lnTo>
                <a:lnTo>
                  <a:pt x="899" y="3831"/>
                </a:lnTo>
                <a:lnTo>
                  <a:pt x="985" y="3831"/>
                </a:lnTo>
                <a:lnTo>
                  <a:pt x="1113" y="3852"/>
                </a:lnTo>
                <a:lnTo>
                  <a:pt x="1798" y="3852"/>
                </a:lnTo>
                <a:lnTo>
                  <a:pt x="3231" y="3831"/>
                </a:lnTo>
                <a:lnTo>
                  <a:pt x="4665" y="3809"/>
                </a:lnTo>
                <a:lnTo>
                  <a:pt x="5114" y="3766"/>
                </a:lnTo>
                <a:close/>
                <a:moveTo>
                  <a:pt x="5349" y="7446"/>
                </a:moveTo>
                <a:lnTo>
                  <a:pt x="5414" y="7468"/>
                </a:lnTo>
                <a:lnTo>
                  <a:pt x="5456" y="7489"/>
                </a:lnTo>
                <a:lnTo>
                  <a:pt x="5499" y="7532"/>
                </a:lnTo>
                <a:lnTo>
                  <a:pt x="5542" y="7618"/>
                </a:lnTo>
                <a:lnTo>
                  <a:pt x="5542" y="7725"/>
                </a:lnTo>
                <a:lnTo>
                  <a:pt x="5499" y="7832"/>
                </a:lnTo>
                <a:lnTo>
                  <a:pt x="5435" y="7960"/>
                </a:lnTo>
                <a:lnTo>
                  <a:pt x="5371" y="8067"/>
                </a:lnTo>
                <a:lnTo>
                  <a:pt x="5285" y="8152"/>
                </a:lnTo>
                <a:lnTo>
                  <a:pt x="5135" y="8259"/>
                </a:lnTo>
                <a:lnTo>
                  <a:pt x="4964" y="8345"/>
                </a:lnTo>
                <a:lnTo>
                  <a:pt x="4793" y="8388"/>
                </a:lnTo>
                <a:lnTo>
                  <a:pt x="4601" y="8409"/>
                </a:lnTo>
                <a:lnTo>
                  <a:pt x="4194" y="8431"/>
                </a:lnTo>
                <a:lnTo>
                  <a:pt x="3830" y="8452"/>
                </a:lnTo>
                <a:lnTo>
                  <a:pt x="3488" y="8473"/>
                </a:lnTo>
                <a:lnTo>
                  <a:pt x="3146" y="8495"/>
                </a:lnTo>
                <a:lnTo>
                  <a:pt x="2504" y="8495"/>
                </a:lnTo>
                <a:lnTo>
                  <a:pt x="2440" y="8473"/>
                </a:lnTo>
                <a:lnTo>
                  <a:pt x="2375" y="8431"/>
                </a:lnTo>
                <a:lnTo>
                  <a:pt x="2333" y="8366"/>
                </a:lnTo>
                <a:lnTo>
                  <a:pt x="2290" y="8324"/>
                </a:lnTo>
                <a:lnTo>
                  <a:pt x="2226" y="8281"/>
                </a:lnTo>
                <a:lnTo>
                  <a:pt x="2161" y="8281"/>
                </a:lnTo>
                <a:lnTo>
                  <a:pt x="2076" y="8302"/>
                </a:lnTo>
                <a:lnTo>
                  <a:pt x="1990" y="8324"/>
                </a:lnTo>
                <a:lnTo>
                  <a:pt x="1905" y="8345"/>
                </a:lnTo>
                <a:lnTo>
                  <a:pt x="1776" y="8324"/>
                </a:lnTo>
                <a:lnTo>
                  <a:pt x="1712" y="8302"/>
                </a:lnTo>
                <a:lnTo>
                  <a:pt x="1669" y="8238"/>
                </a:lnTo>
                <a:lnTo>
                  <a:pt x="1605" y="8131"/>
                </a:lnTo>
                <a:lnTo>
                  <a:pt x="1541" y="8024"/>
                </a:lnTo>
                <a:lnTo>
                  <a:pt x="1498" y="8003"/>
                </a:lnTo>
                <a:lnTo>
                  <a:pt x="1477" y="8003"/>
                </a:lnTo>
                <a:lnTo>
                  <a:pt x="1413" y="8024"/>
                </a:lnTo>
                <a:lnTo>
                  <a:pt x="1306" y="8067"/>
                </a:lnTo>
                <a:lnTo>
                  <a:pt x="1284" y="8110"/>
                </a:lnTo>
                <a:lnTo>
                  <a:pt x="1263" y="8131"/>
                </a:lnTo>
                <a:lnTo>
                  <a:pt x="1220" y="8152"/>
                </a:lnTo>
                <a:lnTo>
                  <a:pt x="1177" y="8131"/>
                </a:lnTo>
                <a:lnTo>
                  <a:pt x="1134" y="8088"/>
                </a:lnTo>
                <a:lnTo>
                  <a:pt x="1134" y="8024"/>
                </a:lnTo>
                <a:lnTo>
                  <a:pt x="1134" y="7917"/>
                </a:lnTo>
                <a:lnTo>
                  <a:pt x="1134" y="7767"/>
                </a:lnTo>
                <a:lnTo>
                  <a:pt x="1156" y="7660"/>
                </a:lnTo>
                <a:lnTo>
                  <a:pt x="1177" y="7639"/>
                </a:lnTo>
                <a:lnTo>
                  <a:pt x="1199" y="7596"/>
                </a:lnTo>
                <a:lnTo>
                  <a:pt x="1263" y="7575"/>
                </a:lnTo>
                <a:lnTo>
                  <a:pt x="1327" y="7553"/>
                </a:lnTo>
                <a:lnTo>
                  <a:pt x="1883" y="7553"/>
                </a:lnTo>
                <a:lnTo>
                  <a:pt x="2076" y="7532"/>
                </a:lnTo>
                <a:lnTo>
                  <a:pt x="2461" y="7511"/>
                </a:lnTo>
                <a:lnTo>
                  <a:pt x="2868" y="7489"/>
                </a:lnTo>
                <a:lnTo>
                  <a:pt x="3638" y="7489"/>
                </a:lnTo>
                <a:lnTo>
                  <a:pt x="4451" y="7468"/>
                </a:lnTo>
                <a:lnTo>
                  <a:pt x="4879" y="7446"/>
                </a:lnTo>
                <a:close/>
                <a:moveTo>
                  <a:pt x="2932" y="1"/>
                </a:moveTo>
                <a:lnTo>
                  <a:pt x="2632" y="22"/>
                </a:lnTo>
                <a:lnTo>
                  <a:pt x="2333" y="43"/>
                </a:lnTo>
                <a:lnTo>
                  <a:pt x="1755" y="108"/>
                </a:lnTo>
                <a:lnTo>
                  <a:pt x="1498" y="129"/>
                </a:lnTo>
                <a:lnTo>
                  <a:pt x="1220" y="129"/>
                </a:lnTo>
                <a:lnTo>
                  <a:pt x="1070" y="150"/>
                </a:lnTo>
                <a:lnTo>
                  <a:pt x="942" y="172"/>
                </a:lnTo>
                <a:lnTo>
                  <a:pt x="814" y="236"/>
                </a:lnTo>
                <a:lnTo>
                  <a:pt x="728" y="300"/>
                </a:lnTo>
                <a:lnTo>
                  <a:pt x="642" y="386"/>
                </a:lnTo>
                <a:lnTo>
                  <a:pt x="600" y="493"/>
                </a:lnTo>
                <a:lnTo>
                  <a:pt x="578" y="621"/>
                </a:lnTo>
                <a:lnTo>
                  <a:pt x="557" y="728"/>
                </a:lnTo>
                <a:lnTo>
                  <a:pt x="557" y="985"/>
                </a:lnTo>
                <a:lnTo>
                  <a:pt x="578" y="1220"/>
                </a:lnTo>
                <a:lnTo>
                  <a:pt x="600" y="1434"/>
                </a:lnTo>
                <a:lnTo>
                  <a:pt x="642" y="1520"/>
                </a:lnTo>
                <a:lnTo>
                  <a:pt x="707" y="1605"/>
                </a:lnTo>
                <a:lnTo>
                  <a:pt x="749" y="1648"/>
                </a:lnTo>
                <a:lnTo>
                  <a:pt x="792" y="1691"/>
                </a:lnTo>
                <a:lnTo>
                  <a:pt x="921" y="1734"/>
                </a:lnTo>
                <a:lnTo>
                  <a:pt x="1027" y="1777"/>
                </a:lnTo>
                <a:lnTo>
                  <a:pt x="1070" y="1798"/>
                </a:lnTo>
                <a:lnTo>
                  <a:pt x="1113" y="1841"/>
                </a:lnTo>
                <a:lnTo>
                  <a:pt x="1113" y="1862"/>
                </a:lnTo>
                <a:lnTo>
                  <a:pt x="1113" y="1905"/>
                </a:lnTo>
                <a:lnTo>
                  <a:pt x="1092" y="2012"/>
                </a:lnTo>
                <a:lnTo>
                  <a:pt x="1006" y="2119"/>
                </a:lnTo>
                <a:lnTo>
                  <a:pt x="899" y="2247"/>
                </a:lnTo>
                <a:lnTo>
                  <a:pt x="685" y="2483"/>
                </a:lnTo>
                <a:lnTo>
                  <a:pt x="514" y="2654"/>
                </a:lnTo>
                <a:lnTo>
                  <a:pt x="364" y="2825"/>
                </a:lnTo>
                <a:lnTo>
                  <a:pt x="236" y="3039"/>
                </a:lnTo>
                <a:lnTo>
                  <a:pt x="129" y="3253"/>
                </a:lnTo>
                <a:lnTo>
                  <a:pt x="65" y="3467"/>
                </a:lnTo>
                <a:lnTo>
                  <a:pt x="22" y="3788"/>
                </a:lnTo>
                <a:lnTo>
                  <a:pt x="0" y="4109"/>
                </a:lnTo>
                <a:lnTo>
                  <a:pt x="0" y="4430"/>
                </a:lnTo>
                <a:lnTo>
                  <a:pt x="0" y="4772"/>
                </a:lnTo>
                <a:lnTo>
                  <a:pt x="65" y="5414"/>
                </a:lnTo>
                <a:lnTo>
                  <a:pt x="150" y="6056"/>
                </a:lnTo>
                <a:lnTo>
                  <a:pt x="193" y="6591"/>
                </a:lnTo>
                <a:lnTo>
                  <a:pt x="236" y="7147"/>
                </a:lnTo>
                <a:lnTo>
                  <a:pt x="236" y="7425"/>
                </a:lnTo>
                <a:lnTo>
                  <a:pt x="214" y="7725"/>
                </a:lnTo>
                <a:lnTo>
                  <a:pt x="214" y="7874"/>
                </a:lnTo>
                <a:lnTo>
                  <a:pt x="236" y="8024"/>
                </a:lnTo>
                <a:lnTo>
                  <a:pt x="279" y="8152"/>
                </a:lnTo>
                <a:lnTo>
                  <a:pt x="364" y="8281"/>
                </a:lnTo>
                <a:lnTo>
                  <a:pt x="428" y="8388"/>
                </a:lnTo>
                <a:lnTo>
                  <a:pt x="514" y="8473"/>
                </a:lnTo>
                <a:lnTo>
                  <a:pt x="728" y="8645"/>
                </a:lnTo>
                <a:lnTo>
                  <a:pt x="963" y="8794"/>
                </a:lnTo>
                <a:lnTo>
                  <a:pt x="1199" y="8880"/>
                </a:lnTo>
                <a:lnTo>
                  <a:pt x="1327" y="8901"/>
                </a:lnTo>
                <a:lnTo>
                  <a:pt x="1477" y="8923"/>
                </a:lnTo>
                <a:lnTo>
                  <a:pt x="1798" y="8923"/>
                </a:lnTo>
                <a:lnTo>
                  <a:pt x="2418" y="8859"/>
                </a:lnTo>
                <a:lnTo>
                  <a:pt x="3103" y="8816"/>
                </a:lnTo>
                <a:lnTo>
                  <a:pt x="3788" y="8816"/>
                </a:lnTo>
                <a:lnTo>
                  <a:pt x="4494" y="8794"/>
                </a:lnTo>
                <a:lnTo>
                  <a:pt x="5178" y="8752"/>
                </a:lnTo>
                <a:lnTo>
                  <a:pt x="5328" y="8730"/>
                </a:lnTo>
                <a:lnTo>
                  <a:pt x="5435" y="8709"/>
                </a:lnTo>
                <a:lnTo>
                  <a:pt x="5521" y="8666"/>
                </a:lnTo>
                <a:lnTo>
                  <a:pt x="5628" y="8580"/>
                </a:lnTo>
                <a:lnTo>
                  <a:pt x="5799" y="8388"/>
                </a:lnTo>
                <a:lnTo>
                  <a:pt x="5906" y="8281"/>
                </a:lnTo>
                <a:lnTo>
                  <a:pt x="5970" y="8174"/>
                </a:lnTo>
                <a:lnTo>
                  <a:pt x="6013" y="8024"/>
                </a:lnTo>
                <a:lnTo>
                  <a:pt x="6034" y="7874"/>
                </a:lnTo>
                <a:lnTo>
                  <a:pt x="6055" y="7682"/>
                </a:lnTo>
                <a:lnTo>
                  <a:pt x="6055" y="7511"/>
                </a:lnTo>
                <a:lnTo>
                  <a:pt x="6034" y="7147"/>
                </a:lnTo>
                <a:lnTo>
                  <a:pt x="6013" y="6805"/>
                </a:lnTo>
                <a:lnTo>
                  <a:pt x="6013" y="5285"/>
                </a:lnTo>
                <a:lnTo>
                  <a:pt x="5991" y="4515"/>
                </a:lnTo>
                <a:lnTo>
                  <a:pt x="5948" y="3766"/>
                </a:lnTo>
                <a:lnTo>
                  <a:pt x="5927" y="3445"/>
                </a:lnTo>
                <a:lnTo>
                  <a:pt x="5863" y="3167"/>
                </a:lnTo>
                <a:lnTo>
                  <a:pt x="5820" y="3018"/>
                </a:lnTo>
                <a:lnTo>
                  <a:pt x="5777" y="2889"/>
                </a:lnTo>
                <a:lnTo>
                  <a:pt x="5713" y="2739"/>
                </a:lnTo>
                <a:lnTo>
                  <a:pt x="5628" y="2611"/>
                </a:lnTo>
                <a:lnTo>
                  <a:pt x="5521" y="2483"/>
                </a:lnTo>
                <a:lnTo>
                  <a:pt x="5414" y="2376"/>
                </a:lnTo>
                <a:lnTo>
                  <a:pt x="5307" y="2269"/>
                </a:lnTo>
                <a:lnTo>
                  <a:pt x="5178" y="2183"/>
                </a:lnTo>
                <a:lnTo>
                  <a:pt x="4879" y="1991"/>
                </a:lnTo>
                <a:lnTo>
                  <a:pt x="4729" y="1884"/>
                </a:lnTo>
                <a:lnTo>
                  <a:pt x="4665" y="1819"/>
                </a:lnTo>
                <a:lnTo>
                  <a:pt x="4643" y="1777"/>
                </a:lnTo>
                <a:lnTo>
                  <a:pt x="4686" y="1755"/>
                </a:lnTo>
                <a:lnTo>
                  <a:pt x="4793" y="1734"/>
                </a:lnTo>
                <a:lnTo>
                  <a:pt x="4964" y="1648"/>
                </a:lnTo>
                <a:lnTo>
                  <a:pt x="5007" y="1584"/>
                </a:lnTo>
                <a:lnTo>
                  <a:pt x="5007" y="1498"/>
                </a:lnTo>
                <a:lnTo>
                  <a:pt x="5028" y="1349"/>
                </a:lnTo>
                <a:lnTo>
                  <a:pt x="5071" y="1070"/>
                </a:lnTo>
                <a:lnTo>
                  <a:pt x="5135" y="750"/>
                </a:lnTo>
                <a:lnTo>
                  <a:pt x="5157" y="600"/>
                </a:lnTo>
                <a:lnTo>
                  <a:pt x="5157" y="450"/>
                </a:lnTo>
                <a:lnTo>
                  <a:pt x="5135" y="322"/>
                </a:lnTo>
                <a:lnTo>
                  <a:pt x="5071" y="193"/>
                </a:lnTo>
                <a:lnTo>
                  <a:pt x="5007" y="108"/>
                </a:lnTo>
                <a:lnTo>
                  <a:pt x="4879" y="43"/>
                </a:lnTo>
                <a:lnTo>
                  <a:pt x="4750" y="1"/>
                </a:lnTo>
                <a:lnTo>
                  <a:pt x="4301" y="1"/>
                </a:lnTo>
                <a:lnTo>
                  <a:pt x="4066" y="22"/>
                </a:lnTo>
                <a:lnTo>
                  <a:pt x="2932" y="1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7"/>
          <p:cNvSpPr/>
          <p:nvPr/>
        </p:nvSpPr>
        <p:spPr>
          <a:xfrm>
            <a:off x="3202742" y="883950"/>
            <a:ext cx="487003" cy="470310"/>
          </a:xfrm>
          <a:custGeom>
            <a:rect b="b" l="l" r="r" t="t"/>
            <a:pathLst>
              <a:path extrusionOk="0" h="9907" w="7725">
                <a:moveTo>
                  <a:pt x="7703" y="7681"/>
                </a:moveTo>
                <a:lnTo>
                  <a:pt x="7703" y="7681"/>
                </a:lnTo>
                <a:lnTo>
                  <a:pt x="7661" y="7595"/>
                </a:lnTo>
                <a:lnTo>
                  <a:pt x="7596" y="7531"/>
                </a:lnTo>
                <a:lnTo>
                  <a:pt x="7382" y="7382"/>
                </a:lnTo>
                <a:lnTo>
                  <a:pt x="6997" y="7168"/>
                </a:lnTo>
                <a:lnTo>
                  <a:pt x="6997" y="7168"/>
                </a:lnTo>
                <a:lnTo>
                  <a:pt x="6634" y="6954"/>
                </a:lnTo>
                <a:lnTo>
                  <a:pt x="6291" y="6718"/>
                </a:lnTo>
                <a:lnTo>
                  <a:pt x="6291" y="6718"/>
                </a:lnTo>
                <a:lnTo>
                  <a:pt x="6099" y="6568"/>
                </a:lnTo>
                <a:lnTo>
                  <a:pt x="5863" y="6462"/>
                </a:lnTo>
                <a:lnTo>
                  <a:pt x="5393" y="6269"/>
                </a:lnTo>
                <a:lnTo>
                  <a:pt x="5393" y="6269"/>
                </a:lnTo>
                <a:lnTo>
                  <a:pt x="5221" y="6183"/>
                </a:lnTo>
                <a:lnTo>
                  <a:pt x="5093" y="6098"/>
                </a:lnTo>
                <a:lnTo>
                  <a:pt x="4965" y="5969"/>
                </a:lnTo>
                <a:lnTo>
                  <a:pt x="4879" y="5841"/>
                </a:lnTo>
                <a:lnTo>
                  <a:pt x="4794" y="5691"/>
                </a:lnTo>
                <a:lnTo>
                  <a:pt x="4772" y="5520"/>
                </a:lnTo>
                <a:lnTo>
                  <a:pt x="4772" y="5349"/>
                </a:lnTo>
                <a:lnTo>
                  <a:pt x="4815" y="5156"/>
                </a:lnTo>
                <a:lnTo>
                  <a:pt x="4815" y="5156"/>
                </a:lnTo>
                <a:lnTo>
                  <a:pt x="4922" y="4964"/>
                </a:lnTo>
                <a:lnTo>
                  <a:pt x="5050" y="4771"/>
                </a:lnTo>
                <a:lnTo>
                  <a:pt x="5179" y="4579"/>
                </a:lnTo>
                <a:lnTo>
                  <a:pt x="5307" y="4386"/>
                </a:lnTo>
                <a:lnTo>
                  <a:pt x="5307" y="4386"/>
                </a:lnTo>
                <a:lnTo>
                  <a:pt x="5542" y="3980"/>
                </a:lnTo>
                <a:lnTo>
                  <a:pt x="5756" y="3573"/>
                </a:lnTo>
                <a:lnTo>
                  <a:pt x="5756" y="3573"/>
                </a:lnTo>
                <a:lnTo>
                  <a:pt x="5799" y="3445"/>
                </a:lnTo>
                <a:lnTo>
                  <a:pt x="5863" y="3359"/>
                </a:lnTo>
                <a:lnTo>
                  <a:pt x="5970" y="3295"/>
                </a:lnTo>
                <a:lnTo>
                  <a:pt x="6099" y="3274"/>
                </a:lnTo>
                <a:lnTo>
                  <a:pt x="6099" y="3274"/>
                </a:lnTo>
                <a:lnTo>
                  <a:pt x="6227" y="3252"/>
                </a:lnTo>
                <a:lnTo>
                  <a:pt x="6334" y="3209"/>
                </a:lnTo>
                <a:lnTo>
                  <a:pt x="6420" y="3145"/>
                </a:lnTo>
                <a:lnTo>
                  <a:pt x="6505" y="3038"/>
                </a:lnTo>
                <a:lnTo>
                  <a:pt x="6505" y="3038"/>
                </a:lnTo>
                <a:lnTo>
                  <a:pt x="6569" y="2846"/>
                </a:lnTo>
                <a:lnTo>
                  <a:pt x="6655" y="2610"/>
                </a:lnTo>
                <a:lnTo>
                  <a:pt x="6698" y="2375"/>
                </a:lnTo>
                <a:lnTo>
                  <a:pt x="6698" y="2268"/>
                </a:lnTo>
                <a:lnTo>
                  <a:pt x="6698" y="2161"/>
                </a:lnTo>
                <a:lnTo>
                  <a:pt x="6698" y="2161"/>
                </a:lnTo>
                <a:lnTo>
                  <a:pt x="6676" y="2097"/>
                </a:lnTo>
                <a:lnTo>
                  <a:pt x="6634" y="2011"/>
                </a:lnTo>
                <a:lnTo>
                  <a:pt x="6591" y="1947"/>
                </a:lnTo>
                <a:lnTo>
                  <a:pt x="6569" y="1883"/>
                </a:lnTo>
                <a:lnTo>
                  <a:pt x="6569" y="1883"/>
                </a:lnTo>
                <a:lnTo>
                  <a:pt x="6591" y="1776"/>
                </a:lnTo>
                <a:lnTo>
                  <a:pt x="6634" y="1690"/>
                </a:lnTo>
                <a:lnTo>
                  <a:pt x="6741" y="1498"/>
                </a:lnTo>
                <a:lnTo>
                  <a:pt x="6741" y="1498"/>
                </a:lnTo>
                <a:lnTo>
                  <a:pt x="6869" y="1155"/>
                </a:lnTo>
                <a:lnTo>
                  <a:pt x="6933" y="963"/>
                </a:lnTo>
                <a:lnTo>
                  <a:pt x="6955" y="770"/>
                </a:lnTo>
                <a:lnTo>
                  <a:pt x="6976" y="578"/>
                </a:lnTo>
                <a:lnTo>
                  <a:pt x="6933" y="407"/>
                </a:lnTo>
                <a:lnTo>
                  <a:pt x="6912" y="321"/>
                </a:lnTo>
                <a:lnTo>
                  <a:pt x="6869" y="257"/>
                </a:lnTo>
                <a:lnTo>
                  <a:pt x="6805" y="193"/>
                </a:lnTo>
                <a:lnTo>
                  <a:pt x="6719" y="128"/>
                </a:lnTo>
                <a:lnTo>
                  <a:pt x="6719" y="128"/>
                </a:lnTo>
                <a:lnTo>
                  <a:pt x="6527" y="43"/>
                </a:lnTo>
                <a:lnTo>
                  <a:pt x="6334" y="21"/>
                </a:lnTo>
                <a:lnTo>
                  <a:pt x="6163" y="0"/>
                </a:lnTo>
                <a:lnTo>
                  <a:pt x="5970" y="21"/>
                </a:lnTo>
                <a:lnTo>
                  <a:pt x="5607" y="64"/>
                </a:lnTo>
                <a:lnTo>
                  <a:pt x="5435" y="64"/>
                </a:lnTo>
                <a:lnTo>
                  <a:pt x="5243" y="43"/>
                </a:lnTo>
                <a:lnTo>
                  <a:pt x="5243" y="43"/>
                </a:lnTo>
                <a:lnTo>
                  <a:pt x="5029" y="21"/>
                </a:lnTo>
                <a:lnTo>
                  <a:pt x="4815" y="0"/>
                </a:lnTo>
                <a:lnTo>
                  <a:pt x="4387" y="0"/>
                </a:lnTo>
                <a:lnTo>
                  <a:pt x="3959" y="43"/>
                </a:lnTo>
                <a:lnTo>
                  <a:pt x="3531" y="128"/>
                </a:lnTo>
                <a:lnTo>
                  <a:pt x="3531" y="128"/>
                </a:lnTo>
                <a:lnTo>
                  <a:pt x="3103" y="214"/>
                </a:lnTo>
                <a:lnTo>
                  <a:pt x="2889" y="278"/>
                </a:lnTo>
                <a:lnTo>
                  <a:pt x="2697" y="364"/>
                </a:lnTo>
                <a:lnTo>
                  <a:pt x="2697" y="364"/>
                </a:lnTo>
                <a:lnTo>
                  <a:pt x="2526" y="449"/>
                </a:lnTo>
                <a:lnTo>
                  <a:pt x="2376" y="535"/>
                </a:lnTo>
                <a:lnTo>
                  <a:pt x="2226" y="642"/>
                </a:lnTo>
                <a:lnTo>
                  <a:pt x="2076" y="727"/>
                </a:lnTo>
                <a:lnTo>
                  <a:pt x="2076" y="727"/>
                </a:lnTo>
                <a:lnTo>
                  <a:pt x="1991" y="749"/>
                </a:lnTo>
                <a:lnTo>
                  <a:pt x="1905" y="770"/>
                </a:lnTo>
                <a:lnTo>
                  <a:pt x="1691" y="749"/>
                </a:lnTo>
                <a:lnTo>
                  <a:pt x="1456" y="727"/>
                </a:lnTo>
                <a:lnTo>
                  <a:pt x="1349" y="727"/>
                </a:lnTo>
                <a:lnTo>
                  <a:pt x="1263" y="727"/>
                </a:lnTo>
                <a:lnTo>
                  <a:pt x="1263" y="727"/>
                </a:lnTo>
                <a:lnTo>
                  <a:pt x="1071" y="770"/>
                </a:lnTo>
                <a:lnTo>
                  <a:pt x="878" y="834"/>
                </a:lnTo>
                <a:lnTo>
                  <a:pt x="514" y="1006"/>
                </a:lnTo>
                <a:lnTo>
                  <a:pt x="514" y="1006"/>
                </a:lnTo>
                <a:lnTo>
                  <a:pt x="343" y="1113"/>
                </a:lnTo>
                <a:lnTo>
                  <a:pt x="215" y="1241"/>
                </a:lnTo>
                <a:lnTo>
                  <a:pt x="108" y="1412"/>
                </a:lnTo>
                <a:lnTo>
                  <a:pt x="44" y="1583"/>
                </a:lnTo>
                <a:lnTo>
                  <a:pt x="1" y="1754"/>
                </a:lnTo>
                <a:lnTo>
                  <a:pt x="1" y="1947"/>
                </a:lnTo>
                <a:lnTo>
                  <a:pt x="44" y="2161"/>
                </a:lnTo>
                <a:lnTo>
                  <a:pt x="108" y="2354"/>
                </a:lnTo>
                <a:lnTo>
                  <a:pt x="108" y="2354"/>
                </a:lnTo>
                <a:lnTo>
                  <a:pt x="193" y="2546"/>
                </a:lnTo>
                <a:lnTo>
                  <a:pt x="322" y="2717"/>
                </a:lnTo>
                <a:lnTo>
                  <a:pt x="450" y="2888"/>
                </a:lnTo>
                <a:lnTo>
                  <a:pt x="600" y="3060"/>
                </a:lnTo>
                <a:lnTo>
                  <a:pt x="600" y="3060"/>
                </a:lnTo>
                <a:lnTo>
                  <a:pt x="728" y="3167"/>
                </a:lnTo>
                <a:lnTo>
                  <a:pt x="835" y="3274"/>
                </a:lnTo>
                <a:lnTo>
                  <a:pt x="835" y="3274"/>
                </a:lnTo>
                <a:lnTo>
                  <a:pt x="921" y="3402"/>
                </a:lnTo>
                <a:lnTo>
                  <a:pt x="964" y="3466"/>
                </a:lnTo>
                <a:lnTo>
                  <a:pt x="1028" y="3530"/>
                </a:lnTo>
                <a:lnTo>
                  <a:pt x="1028" y="3530"/>
                </a:lnTo>
                <a:lnTo>
                  <a:pt x="1178" y="3637"/>
                </a:lnTo>
                <a:lnTo>
                  <a:pt x="1349" y="3723"/>
                </a:lnTo>
                <a:lnTo>
                  <a:pt x="1648" y="3915"/>
                </a:lnTo>
                <a:lnTo>
                  <a:pt x="1648" y="3915"/>
                </a:lnTo>
                <a:lnTo>
                  <a:pt x="1798" y="4044"/>
                </a:lnTo>
                <a:lnTo>
                  <a:pt x="1905" y="4194"/>
                </a:lnTo>
                <a:lnTo>
                  <a:pt x="2098" y="4536"/>
                </a:lnTo>
                <a:lnTo>
                  <a:pt x="2098" y="4536"/>
                </a:lnTo>
                <a:lnTo>
                  <a:pt x="2333" y="4857"/>
                </a:lnTo>
                <a:lnTo>
                  <a:pt x="2568" y="5178"/>
                </a:lnTo>
                <a:lnTo>
                  <a:pt x="2782" y="5499"/>
                </a:lnTo>
                <a:lnTo>
                  <a:pt x="2889" y="5691"/>
                </a:lnTo>
                <a:lnTo>
                  <a:pt x="2954" y="5862"/>
                </a:lnTo>
                <a:lnTo>
                  <a:pt x="2954" y="5862"/>
                </a:lnTo>
                <a:lnTo>
                  <a:pt x="2996" y="5991"/>
                </a:lnTo>
                <a:lnTo>
                  <a:pt x="2996" y="6076"/>
                </a:lnTo>
                <a:lnTo>
                  <a:pt x="2996" y="6162"/>
                </a:lnTo>
                <a:lnTo>
                  <a:pt x="2975" y="6226"/>
                </a:lnTo>
                <a:lnTo>
                  <a:pt x="2932" y="6312"/>
                </a:lnTo>
                <a:lnTo>
                  <a:pt x="2889" y="6376"/>
                </a:lnTo>
                <a:lnTo>
                  <a:pt x="2718" y="6504"/>
                </a:lnTo>
                <a:lnTo>
                  <a:pt x="2718" y="6504"/>
                </a:lnTo>
                <a:lnTo>
                  <a:pt x="2397" y="6697"/>
                </a:lnTo>
                <a:lnTo>
                  <a:pt x="2226" y="6804"/>
                </a:lnTo>
                <a:lnTo>
                  <a:pt x="2076" y="6911"/>
                </a:lnTo>
                <a:lnTo>
                  <a:pt x="2076" y="6911"/>
                </a:lnTo>
                <a:lnTo>
                  <a:pt x="1905" y="7018"/>
                </a:lnTo>
                <a:lnTo>
                  <a:pt x="1755" y="7125"/>
                </a:lnTo>
                <a:lnTo>
                  <a:pt x="1392" y="7317"/>
                </a:lnTo>
                <a:lnTo>
                  <a:pt x="1392" y="7317"/>
                </a:lnTo>
                <a:lnTo>
                  <a:pt x="1071" y="7489"/>
                </a:lnTo>
                <a:lnTo>
                  <a:pt x="900" y="7595"/>
                </a:lnTo>
                <a:lnTo>
                  <a:pt x="771" y="7702"/>
                </a:lnTo>
                <a:lnTo>
                  <a:pt x="771" y="7702"/>
                </a:lnTo>
                <a:lnTo>
                  <a:pt x="728" y="7788"/>
                </a:lnTo>
                <a:lnTo>
                  <a:pt x="707" y="7852"/>
                </a:lnTo>
                <a:lnTo>
                  <a:pt x="686" y="7938"/>
                </a:lnTo>
                <a:lnTo>
                  <a:pt x="686" y="8045"/>
                </a:lnTo>
                <a:lnTo>
                  <a:pt x="728" y="8216"/>
                </a:lnTo>
                <a:lnTo>
                  <a:pt x="750" y="8302"/>
                </a:lnTo>
                <a:lnTo>
                  <a:pt x="793" y="8366"/>
                </a:lnTo>
                <a:lnTo>
                  <a:pt x="793" y="8366"/>
                </a:lnTo>
                <a:lnTo>
                  <a:pt x="900" y="8473"/>
                </a:lnTo>
                <a:lnTo>
                  <a:pt x="942" y="8494"/>
                </a:lnTo>
                <a:lnTo>
                  <a:pt x="985" y="8494"/>
                </a:lnTo>
                <a:lnTo>
                  <a:pt x="1028" y="8473"/>
                </a:lnTo>
                <a:lnTo>
                  <a:pt x="1071" y="8451"/>
                </a:lnTo>
                <a:lnTo>
                  <a:pt x="1092" y="8387"/>
                </a:lnTo>
                <a:lnTo>
                  <a:pt x="1113" y="8323"/>
                </a:lnTo>
                <a:lnTo>
                  <a:pt x="1113" y="8323"/>
                </a:lnTo>
                <a:lnTo>
                  <a:pt x="1049" y="8259"/>
                </a:lnTo>
                <a:lnTo>
                  <a:pt x="1028" y="8216"/>
                </a:lnTo>
                <a:lnTo>
                  <a:pt x="1028" y="8173"/>
                </a:lnTo>
                <a:lnTo>
                  <a:pt x="1028" y="8173"/>
                </a:lnTo>
                <a:lnTo>
                  <a:pt x="1135" y="8302"/>
                </a:lnTo>
                <a:lnTo>
                  <a:pt x="1178" y="8323"/>
                </a:lnTo>
                <a:lnTo>
                  <a:pt x="1220" y="8344"/>
                </a:lnTo>
                <a:lnTo>
                  <a:pt x="1349" y="8344"/>
                </a:lnTo>
                <a:lnTo>
                  <a:pt x="1477" y="8323"/>
                </a:lnTo>
                <a:lnTo>
                  <a:pt x="1477" y="8323"/>
                </a:lnTo>
                <a:lnTo>
                  <a:pt x="1627" y="8280"/>
                </a:lnTo>
                <a:lnTo>
                  <a:pt x="1627" y="8259"/>
                </a:lnTo>
                <a:lnTo>
                  <a:pt x="1627" y="8152"/>
                </a:lnTo>
                <a:lnTo>
                  <a:pt x="1627" y="8152"/>
                </a:lnTo>
                <a:lnTo>
                  <a:pt x="1584" y="8088"/>
                </a:lnTo>
                <a:lnTo>
                  <a:pt x="1520" y="7981"/>
                </a:lnTo>
                <a:lnTo>
                  <a:pt x="1456" y="7895"/>
                </a:lnTo>
                <a:lnTo>
                  <a:pt x="1456" y="7852"/>
                </a:lnTo>
                <a:lnTo>
                  <a:pt x="1477" y="7831"/>
                </a:lnTo>
                <a:lnTo>
                  <a:pt x="1477" y="7831"/>
                </a:lnTo>
                <a:lnTo>
                  <a:pt x="1499" y="7831"/>
                </a:lnTo>
                <a:lnTo>
                  <a:pt x="1520" y="7852"/>
                </a:lnTo>
                <a:lnTo>
                  <a:pt x="1606" y="7938"/>
                </a:lnTo>
                <a:lnTo>
                  <a:pt x="1691" y="8045"/>
                </a:lnTo>
                <a:lnTo>
                  <a:pt x="1734" y="8066"/>
                </a:lnTo>
                <a:lnTo>
                  <a:pt x="1755" y="8066"/>
                </a:lnTo>
                <a:lnTo>
                  <a:pt x="1755" y="8066"/>
                </a:lnTo>
                <a:lnTo>
                  <a:pt x="1798" y="8045"/>
                </a:lnTo>
                <a:lnTo>
                  <a:pt x="1820" y="8002"/>
                </a:lnTo>
                <a:lnTo>
                  <a:pt x="1798" y="7916"/>
                </a:lnTo>
                <a:lnTo>
                  <a:pt x="1777" y="7809"/>
                </a:lnTo>
                <a:lnTo>
                  <a:pt x="1755" y="7767"/>
                </a:lnTo>
                <a:lnTo>
                  <a:pt x="1777" y="7724"/>
                </a:lnTo>
                <a:lnTo>
                  <a:pt x="1777" y="7724"/>
                </a:lnTo>
                <a:lnTo>
                  <a:pt x="1777" y="7745"/>
                </a:lnTo>
                <a:lnTo>
                  <a:pt x="1798" y="7767"/>
                </a:lnTo>
                <a:lnTo>
                  <a:pt x="1862" y="7809"/>
                </a:lnTo>
                <a:lnTo>
                  <a:pt x="2012" y="7852"/>
                </a:lnTo>
                <a:lnTo>
                  <a:pt x="2012" y="7852"/>
                </a:lnTo>
                <a:lnTo>
                  <a:pt x="2034" y="7852"/>
                </a:lnTo>
                <a:lnTo>
                  <a:pt x="2055" y="7831"/>
                </a:lnTo>
                <a:lnTo>
                  <a:pt x="2076" y="7831"/>
                </a:lnTo>
                <a:lnTo>
                  <a:pt x="2119" y="7852"/>
                </a:lnTo>
                <a:lnTo>
                  <a:pt x="2119" y="7852"/>
                </a:lnTo>
                <a:lnTo>
                  <a:pt x="2162" y="7916"/>
                </a:lnTo>
                <a:lnTo>
                  <a:pt x="2205" y="8002"/>
                </a:lnTo>
                <a:lnTo>
                  <a:pt x="2205" y="8002"/>
                </a:lnTo>
                <a:lnTo>
                  <a:pt x="2312" y="8152"/>
                </a:lnTo>
                <a:lnTo>
                  <a:pt x="2354" y="8259"/>
                </a:lnTo>
                <a:lnTo>
                  <a:pt x="2397" y="8323"/>
                </a:lnTo>
                <a:lnTo>
                  <a:pt x="2397" y="8323"/>
                </a:lnTo>
                <a:lnTo>
                  <a:pt x="2397" y="8387"/>
                </a:lnTo>
                <a:lnTo>
                  <a:pt x="2397" y="8430"/>
                </a:lnTo>
                <a:lnTo>
                  <a:pt x="2333" y="8516"/>
                </a:lnTo>
                <a:lnTo>
                  <a:pt x="2269" y="8622"/>
                </a:lnTo>
                <a:lnTo>
                  <a:pt x="2226" y="8729"/>
                </a:lnTo>
                <a:lnTo>
                  <a:pt x="2226" y="8729"/>
                </a:lnTo>
                <a:lnTo>
                  <a:pt x="2247" y="8836"/>
                </a:lnTo>
                <a:lnTo>
                  <a:pt x="2290" y="8922"/>
                </a:lnTo>
                <a:lnTo>
                  <a:pt x="2354" y="9029"/>
                </a:lnTo>
                <a:lnTo>
                  <a:pt x="2440" y="9115"/>
                </a:lnTo>
                <a:lnTo>
                  <a:pt x="2654" y="9286"/>
                </a:lnTo>
                <a:lnTo>
                  <a:pt x="2825" y="9414"/>
                </a:lnTo>
                <a:lnTo>
                  <a:pt x="2825" y="9414"/>
                </a:lnTo>
                <a:lnTo>
                  <a:pt x="2975" y="9564"/>
                </a:lnTo>
                <a:lnTo>
                  <a:pt x="3210" y="9735"/>
                </a:lnTo>
                <a:lnTo>
                  <a:pt x="3317" y="9821"/>
                </a:lnTo>
                <a:lnTo>
                  <a:pt x="3446" y="9885"/>
                </a:lnTo>
                <a:lnTo>
                  <a:pt x="3531" y="9906"/>
                </a:lnTo>
                <a:lnTo>
                  <a:pt x="3595" y="9906"/>
                </a:lnTo>
                <a:lnTo>
                  <a:pt x="3638" y="9885"/>
                </a:lnTo>
                <a:lnTo>
                  <a:pt x="3638" y="9885"/>
                </a:lnTo>
                <a:lnTo>
                  <a:pt x="3681" y="9842"/>
                </a:lnTo>
                <a:lnTo>
                  <a:pt x="3681" y="9778"/>
                </a:lnTo>
                <a:lnTo>
                  <a:pt x="3660" y="9692"/>
                </a:lnTo>
                <a:lnTo>
                  <a:pt x="3595" y="9628"/>
                </a:lnTo>
                <a:lnTo>
                  <a:pt x="3446" y="9500"/>
                </a:lnTo>
                <a:lnTo>
                  <a:pt x="3317" y="9414"/>
                </a:lnTo>
                <a:lnTo>
                  <a:pt x="3317" y="9414"/>
                </a:lnTo>
                <a:lnTo>
                  <a:pt x="2996" y="9136"/>
                </a:lnTo>
                <a:lnTo>
                  <a:pt x="2847" y="8986"/>
                </a:lnTo>
                <a:lnTo>
                  <a:pt x="2697" y="8836"/>
                </a:lnTo>
                <a:lnTo>
                  <a:pt x="2697" y="8836"/>
                </a:lnTo>
                <a:lnTo>
                  <a:pt x="2633" y="8751"/>
                </a:lnTo>
                <a:lnTo>
                  <a:pt x="2611" y="8687"/>
                </a:lnTo>
                <a:lnTo>
                  <a:pt x="2611" y="8622"/>
                </a:lnTo>
                <a:lnTo>
                  <a:pt x="2633" y="8558"/>
                </a:lnTo>
                <a:lnTo>
                  <a:pt x="2718" y="8409"/>
                </a:lnTo>
                <a:lnTo>
                  <a:pt x="2825" y="8259"/>
                </a:lnTo>
                <a:lnTo>
                  <a:pt x="2825" y="8259"/>
                </a:lnTo>
                <a:lnTo>
                  <a:pt x="2911" y="8130"/>
                </a:lnTo>
                <a:lnTo>
                  <a:pt x="2932" y="8066"/>
                </a:lnTo>
                <a:lnTo>
                  <a:pt x="2954" y="8002"/>
                </a:lnTo>
                <a:lnTo>
                  <a:pt x="2954" y="7959"/>
                </a:lnTo>
                <a:lnTo>
                  <a:pt x="2911" y="7916"/>
                </a:lnTo>
                <a:lnTo>
                  <a:pt x="2868" y="7874"/>
                </a:lnTo>
                <a:lnTo>
                  <a:pt x="2761" y="7852"/>
                </a:lnTo>
                <a:lnTo>
                  <a:pt x="2761" y="7852"/>
                </a:lnTo>
                <a:lnTo>
                  <a:pt x="2675" y="7852"/>
                </a:lnTo>
                <a:lnTo>
                  <a:pt x="2611" y="7874"/>
                </a:lnTo>
                <a:lnTo>
                  <a:pt x="2547" y="7852"/>
                </a:lnTo>
                <a:lnTo>
                  <a:pt x="2483" y="7767"/>
                </a:lnTo>
                <a:lnTo>
                  <a:pt x="2483" y="7767"/>
                </a:lnTo>
                <a:lnTo>
                  <a:pt x="2440" y="7681"/>
                </a:lnTo>
                <a:lnTo>
                  <a:pt x="2376" y="7553"/>
                </a:lnTo>
                <a:lnTo>
                  <a:pt x="2290" y="7339"/>
                </a:lnTo>
                <a:lnTo>
                  <a:pt x="2290" y="7339"/>
                </a:lnTo>
                <a:lnTo>
                  <a:pt x="2269" y="7232"/>
                </a:lnTo>
                <a:lnTo>
                  <a:pt x="2269" y="7146"/>
                </a:lnTo>
                <a:lnTo>
                  <a:pt x="2290" y="7082"/>
                </a:lnTo>
                <a:lnTo>
                  <a:pt x="2354" y="7018"/>
                </a:lnTo>
                <a:lnTo>
                  <a:pt x="2483" y="6932"/>
                </a:lnTo>
                <a:lnTo>
                  <a:pt x="2654" y="6825"/>
                </a:lnTo>
                <a:lnTo>
                  <a:pt x="2654" y="6825"/>
                </a:lnTo>
                <a:lnTo>
                  <a:pt x="2804" y="6718"/>
                </a:lnTo>
                <a:lnTo>
                  <a:pt x="2932" y="6611"/>
                </a:lnTo>
                <a:lnTo>
                  <a:pt x="2996" y="6568"/>
                </a:lnTo>
                <a:lnTo>
                  <a:pt x="3039" y="6590"/>
                </a:lnTo>
                <a:lnTo>
                  <a:pt x="3082" y="6633"/>
                </a:lnTo>
                <a:lnTo>
                  <a:pt x="3103" y="6718"/>
                </a:lnTo>
                <a:lnTo>
                  <a:pt x="3103" y="6718"/>
                </a:lnTo>
                <a:lnTo>
                  <a:pt x="3082" y="6954"/>
                </a:lnTo>
                <a:lnTo>
                  <a:pt x="3061" y="7189"/>
                </a:lnTo>
                <a:lnTo>
                  <a:pt x="3039" y="7403"/>
                </a:lnTo>
                <a:lnTo>
                  <a:pt x="3039" y="7638"/>
                </a:lnTo>
                <a:lnTo>
                  <a:pt x="3039" y="7638"/>
                </a:lnTo>
                <a:lnTo>
                  <a:pt x="3061" y="8066"/>
                </a:lnTo>
                <a:lnTo>
                  <a:pt x="3082" y="8280"/>
                </a:lnTo>
                <a:lnTo>
                  <a:pt x="3125" y="8473"/>
                </a:lnTo>
                <a:lnTo>
                  <a:pt x="3189" y="8687"/>
                </a:lnTo>
                <a:lnTo>
                  <a:pt x="3253" y="8879"/>
                </a:lnTo>
                <a:lnTo>
                  <a:pt x="3339" y="9072"/>
                </a:lnTo>
                <a:lnTo>
                  <a:pt x="3446" y="9264"/>
                </a:lnTo>
                <a:lnTo>
                  <a:pt x="3446" y="9264"/>
                </a:lnTo>
                <a:lnTo>
                  <a:pt x="3531" y="9393"/>
                </a:lnTo>
                <a:lnTo>
                  <a:pt x="3595" y="9457"/>
                </a:lnTo>
                <a:lnTo>
                  <a:pt x="3660" y="9500"/>
                </a:lnTo>
                <a:lnTo>
                  <a:pt x="3724" y="9543"/>
                </a:lnTo>
                <a:lnTo>
                  <a:pt x="3788" y="9543"/>
                </a:lnTo>
                <a:lnTo>
                  <a:pt x="3852" y="9500"/>
                </a:lnTo>
                <a:lnTo>
                  <a:pt x="3895" y="9414"/>
                </a:lnTo>
                <a:lnTo>
                  <a:pt x="3895" y="9414"/>
                </a:lnTo>
                <a:lnTo>
                  <a:pt x="3895" y="9350"/>
                </a:lnTo>
                <a:lnTo>
                  <a:pt x="3874" y="9286"/>
                </a:lnTo>
                <a:lnTo>
                  <a:pt x="3874" y="9222"/>
                </a:lnTo>
                <a:lnTo>
                  <a:pt x="3874" y="9179"/>
                </a:lnTo>
                <a:lnTo>
                  <a:pt x="3895" y="9157"/>
                </a:lnTo>
                <a:lnTo>
                  <a:pt x="3895" y="9157"/>
                </a:lnTo>
                <a:lnTo>
                  <a:pt x="3959" y="9136"/>
                </a:lnTo>
                <a:lnTo>
                  <a:pt x="4023" y="9136"/>
                </a:lnTo>
                <a:lnTo>
                  <a:pt x="4109" y="9115"/>
                </a:lnTo>
                <a:lnTo>
                  <a:pt x="4130" y="9093"/>
                </a:lnTo>
                <a:lnTo>
                  <a:pt x="4152" y="9072"/>
                </a:lnTo>
                <a:lnTo>
                  <a:pt x="4152" y="9072"/>
                </a:lnTo>
                <a:lnTo>
                  <a:pt x="4173" y="9008"/>
                </a:lnTo>
                <a:lnTo>
                  <a:pt x="4152" y="8965"/>
                </a:lnTo>
                <a:lnTo>
                  <a:pt x="4109" y="8922"/>
                </a:lnTo>
                <a:lnTo>
                  <a:pt x="4045" y="8901"/>
                </a:lnTo>
                <a:lnTo>
                  <a:pt x="3895" y="8879"/>
                </a:lnTo>
                <a:lnTo>
                  <a:pt x="3852" y="8858"/>
                </a:lnTo>
                <a:lnTo>
                  <a:pt x="3809" y="8815"/>
                </a:lnTo>
                <a:lnTo>
                  <a:pt x="3809" y="8815"/>
                </a:lnTo>
                <a:lnTo>
                  <a:pt x="3809" y="8772"/>
                </a:lnTo>
                <a:lnTo>
                  <a:pt x="3852" y="8751"/>
                </a:lnTo>
                <a:lnTo>
                  <a:pt x="3959" y="8751"/>
                </a:lnTo>
                <a:lnTo>
                  <a:pt x="4087" y="8772"/>
                </a:lnTo>
                <a:lnTo>
                  <a:pt x="4130" y="8772"/>
                </a:lnTo>
                <a:lnTo>
                  <a:pt x="4173" y="8772"/>
                </a:lnTo>
                <a:lnTo>
                  <a:pt x="4173" y="8772"/>
                </a:lnTo>
                <a:lnTo>
                  <a:pt x="4237" y="8708"/>
                </a:lnTo>
                <a:lnTo>
                  <a:pt x="4237" y="8665"/>
                </a:lnTo>
                <a:lnTo>
                  <a:pt x="4237" y="8601"/>
                </a:lnTo>
                <a:lnTo>
                  <a:pt x="4237" y="8537"/>
                </a:lnTo>
                <a:lnTo>
                  <a:pt x="4237" y="8537"/>
                </a:lnTo>
                <a:lnTo>
                  <a:pt x="4259" y="8494"/>
                </a:lnTo>
                <a:lnTo>
                  <a:pt x="4301" y="8451"/>
                </a:lnTo>
                <a:lnTo>
                  <a:pt x="4344" y="8430"/>
                </a:lnTo>
                <a:lnTo>
                  <a:pt x="4366" y="8387"/>
                </a:lnTo>
                <a:lnTo>
                  <a:pt x="4366" y="8387"/>
                </a:lnTo>
                <a:lnTo>
                  <a:pt x="4344" y="8323"/>
                </a:lnTo>
                <a:lnTo>
                  <a:pt x="4301" y="8280"/>
                </a:lnTo>
                <a:lnTo>
                  <a:pt x="4259" y="8259"/>
                </a:lnTo>
                <a:lnTo>
                  <a:pt x="4194" y="8237"/>
                </a:lnTo>
                <a:lnTo>
                  <a:pt x="4066" y="8195"/>
                </a:lnTo>
                <a:lnTo>
                  <a:pt x="4023" y="8173"/>
                </a:lnTo>
                <a:lnTo>
                  <a:pt x="3981" y="8130"/>
                </a:lnTo>
                <a:lnTo>
                  <a:pt x="3981" y="8130"/>
                </a:lnTo>
                <a:lnTo>
                  <a:pt x="4045" y="8130"/>
                </a:lnTo>
                <a:lnTo>
                  <a:pt x="4130" y="8130"/>
                </a:lnTo>
                <a:lnTo>
                  <a:pt x="4216" y="8130"/>
                </a:lnTo>
                <a:lnTo>
                  <a:pt x="4259" y="8109"/>
                </a:lnTo>
                <a:lnTo>
                  <a:pt x="4280" y="8088"/>
                </a:lnTo>
                <a:lnTo>
                  <a:pt x="4280" y="8088"/>
                </a:lnTo>
                <a:lnTo>
                  <a:pt x="4301" y="8045"/>
                </a:lnTo>
                <a:lnTo>
                  <a:pt x="4280" y="8002"/>
                </a:lnTo>
                <a:lnTo>
                  <a:pt x="4237" y="7959"/>
                </a:lnTo>
                <a:lnTo>
                  <a:pt x="4194" y="7916"/>
                </a:lnTo>
                <a:lnTo>
                  <a:pt x="4173" y="7874"/>
                </a:lnTo>
                <a:lnTo>
                  <a:pt x="4173" y="7874"/>
                </a:lnTo>
                <a:lnTo>
                  <a:pt x="4194" y="7852"/>
                </a:lnTo>
                <a:lnTo>
                  <a:pt x="4216" y="7852"/>
                </a:lnTo>
                <a:lnTo>
                  <a:pt x="4280" y="7874"/>
                </a:lnTo>
                <a:lnTo>
                  <a:pt x="4344" y="7959"/>
                </a:lnTo>
                <a:lnTo>
                  <a:pt x="4430" y="8066"/>
                </a:lnTo>
                <a:lnTo>
                  <a:pt x="4558" y="8323"/>
                </a:lnTo>
                <a:lnTo>
                  <a:pt x="4644" y="8473"/>
                </a:lnTo>
                <a:lnTo>
                  <a:pt x="4644" y="8473"/>
                </a:lnTo>
                <a:lnTo>
                  <a:pt x="4665" y="8580"/>
                </a:lnTo>
                <a:lnTo>
                  <a:pt x="4687" y="8644"/>
                </a:lnTo>
                <a:lnTo>
                  <a:pt x="4644" y="8836"/>
                </a:lnTo>
                <a:lnTo>
                  <a:pt x="4644" y="8836"/>
                </a:lnTo>
                <a:lnTo>
                  <a:pt x="4622" y="8943"/>
                </a:lnTo>
                <a:lnTo>
                  <a:pt x="4622" y="9008"/>
                </a:lnTo>
                <a:lnTo>
                  <a:pt x="4665" y="9050"/>
                </a:lnTo>
                <a:lnTo>
                  <a:pt x="4665" y="9050"/>
                </a:lnTo>
                <a:lnTo>
                  <a:pt x="4729" y="9072"/>
                </a:lnTo>
                <a:lnTo>
                  <a:pt x="4794" y="9050"/>
                </a:lnTo>
                <a:lnTo>
                  <a:pt x="4836" y="8986"/>
                </a:lnTo>
                <a:lnTo>
                  <a:pt x="4879" y="8922"/>
                </a:lnTo>
                <a:lnTo>
                  <a:pt x="4965" y="8687"/>
                </a:lnTo>
                <a:lnTo>
                  <a:pt x="5029" y="8409"/>
                </a:lnTo>
                <a:lnTo>
                  <a:pt x="5072" y="8130"/>
                </a:lnTo>
                <a:lnTo>
                  <a:pt x="5114" y="7852"/>
                </a:lnTo>
                <a:lnTo>
                  <a:pt x="5136" y="7510"/>
                </a:lnTo>
                <a:lnTo>
                  <a:pt x="5136" y="7510"/>
                </a:lnTo>
                <a:lnTo>
                  <a:pt x="5136" y="6975"/>
                </a:lnTo>
                <a:lnTo>
                  <a:pt x="5136" y="6975"/>
                </a:lnTo>
                <a:lnTo>
                  <a:pt x="5093" y="6761"/>
                </a:lnTo>
                <a:lnTo>
                  <a:pt x="5072" y="6654"/>
                </a:lnTo>
                <a:lnTo>
                  <a:pt x="5072" y="6568"/>
                </a:lnTo>
                <a:lnTo>
                  <a:pt x="5072" y="6568"/>
                </a:lnTo>
                <a:lnTo>
                  <a:pt x="5093" y="6462"/>
                </a:lnTo>
                <a:lnTo>
                  <a:pt x="5179" y="6462"/>
                </a:lnTo>
                <a:lnTo>
                  <a:pt x="5179" y="6462"/>
                </a:lnTo>
                <a:lnTo>
                  <a:pt x="5221" y="6462"/>
                </a:lnTo>
                <a:lnTo>
                  <a:pt x="5286" y="6483"/>
                </a:lnTo>
                <a:lnTo>
                  <a:pt x="5435" y="6547"/>
                </a:lnTo>
                <a:lnTo>
                  <a:pt x="5692" y="6697"/>
                </a:lnTo>
                <a:lnTo>
                  <a:pt x="5692" y="6697"/>
                </a:lnTo>
                <a:lnTo>
                  <a:pt x="5863" y="6761"/>
                </a:lnTo>
                <a:lnTo>
                  <a:pt x="5906" y="6804"/>
                </a:lnTo>
                <a:lnTo>
                  <a:pt x="5949" y="6847"/>
                </a:lnTo>
                <a:lnTo>
                  <a:pt x="5970" y="6889"/>
                </a:lnTo>
                <a:lnTo>
                  <a:pt x="5970" y="6932"/>
                </a:lnTo>
                <a:lnTo>
                  <a:pt x="5949" y="7018"/>
                </a:lnTo>
                <a:lnTo>
                  <a:pt x="5906" y="7125"/>
                </a:lnTo>
                <a:lnTo>
                  <a:pt x="5906" y="7125"/>
                </a:lnTo>
                <a:lnTo>
                  <a:pt x="5778" y="7446"/>
                </a:lnTo>
                <a:lnTo>
                  <a:pt x="5692" y="7595"/>
                </a:lnTo>
                <a:lnTo>
                  <a:pt x="5628" y="7660"/>
                </a:lnTo>
                <a:lnTo>
                  <a:pt x="5564" y="7724"/>
                </a:lnTo>
                <a:lnTo>
                  <a:pt x="5564" y="7724"/>
                </a:lnTo>
                <a:lnTo>
                  <a:pt x="5414" y="7788"/>
                </a:lnTo>
                <a:lnTo>
                  <a:pt x="5264" y="7852"/>
                </a:lnTo>
                <a:lnTo>
                  <a:pt x="5200" y="7895"/>
                </a:lnTo>
                <a:lnTo>
                  <a:pt x="5179" y="7938"/>
                </a:lnTo>
                <a:lnTo>
                  <a:pt x="5200" y="8023"/>
                </a:lnTo>
                <a:lnTo>
                  <a:pt x="5264" y="8109"/>
                </a:lnTo>
                <a:lnTo>
                  <a:pt x="5264" y="8109"/>
                </a:lnTo>
                <a:lnTo>
                  <a:pt x="5307" y="8152"/>
                </a:lnTo>
                <a:lnTo>
                  <a:pt x="5371" y="8195"/>
                </a:lnTo>
                <a:lnTo>
                  <a:pt x="5542" y="8259"/>
                </a:lnTo>
                <a:lnTo>
                  <a:pt x="5714" y="8323"/>
                </a:lnTo>
                <a:lnTo>
                  <a:pt x="5756" y="8366"/>
                </a:lnTo>
                <a:lnTo>
                  <a:pt x="5799" y="8409"/>
                </a:lnTo>
                <a:lnTo>
                  <a:pt x="5799" y="8409"/>
                </a:lnTo>
                <a:lnTo>
                  <a:pt x="5821" y="8451"/>
                </a:lnTo>
                <a:lnTo>
                  <a:pt x="5799" y="8516"/>
                </a:lnTo>
                <a:lnTo>
                  <a:pt x="5714" y="8665"/>
                </a:lnTo>
                <a:lnTo>
                  <a:pt x="5564" y="8836"/>
                </a:lnTo>
                <a:lnTo>
                  <a:pt x="5371" y="9029"/>
                </a:lnTo>
                <a:lnTo>
                  <a:pt x="5008" y="9350"/>
                </a:lnTo>
                <a:lnTo>
                  <a:pt x="4858" y="9500"/>
                </a:lnTo>
                <a:lnTo>
                  <a:pt x="4751" y="9585"/>
                </a:lnTo>
                <a:lnTo>
                  <a:pt x="4751" y="9585"/>
                </a:lnTo>
                <a:lnTo>
                  <a:pt x="4708" y="9671"/>
                </a:lnTo>
                <a:lnTo>
                  <a:pt x="4687" y="9735"/>
                </a:lnTo>
                <a:lnTo>
                  <a:pt x="4687" y="9799"/>
                </a:lnTo>
                <a:lnTo>
                  <a:pt x="4708" y="9842"/>
                </a:lnTo>
                <a:lnTo>
                  <a:pt x="4751" y="9863"/>
                </a:lnTo>
                <a:lnTo>
                  <a:pt x="4815" y="9863"/>
                </a:lnTo>
                <a:lnTo>
                  <a:pt x="4879" y="9842"/>
                </a:lnTo>
                <a:lnTo>
                  <a:pt x="4965" y="9778"/>
                </a:lnTo>
                <a:lnTo>
                  <a:pt x="4965" y="9778"/>
                </a:lnTo>
                <a:lnTo>
                  <a:pt x="5307" y="9436"/>
                </a:lnTo>
                <a:lnTo>
                  <a:pt x="5649" y="9093"/>
                </a:lnTo>
                <a:lnTo>
                  <a:pt x="5649" y="9093"/>
                </a:lnTo>
                <a:lnTo>
                  <a:pt x="5778" y="8965"/>
                </a:lnTo>
                <a:lnTo>
                  <a:pt x="5928" y="8772"/>
                </a:lnTo>
                <a:lnTo>
                  <a:pt x="6056" y="8601"/>
                </a:lnTo>
                <a:lnTo>
                  <a:pt x="6099" y="8516"/>
                </a:lnTo>
                <a:lnTo>
                  <a:pt x="6120" y="8430"/>
                </a:lnTo>
                <a:lnTo>
                  <a:pt x="6120" y="8430"/>
                </a:lnTo>
                <a:lnTo>
                  <a:pt x="6141" y="8344"/>
                </a:lnTo>
                <a:lnTo>
                  <a:pt x="6099" y="8259"/>
                </a:lnTo>
                <a:lnTo>
                  <a:pt x="6035" y="8216"/>
                </a:lnTo>
                <a:lnTo>
                  <a:pt x="5970" y="8173"/>
                </a:lnTo>
                <a:lnTo>
                  <a:pt x="5778" y="8109"/>
                </a:lnTo>
                <a:lnTo>
                  <a:pt x="5692" y="8066"/>
                </a:lnTo>
                <a:lnTo>
                  <a:pt x="5628" y="8002"/>
                </a:lnTo>
                <a:lnTo>
                  <a:pt x="5628" y="8002"/>
                </a:lnTo>
                <a:lnTo>
                  <a:pt x="5692" y="7959"/>
                </a:lnTo>
                <a:lnTo>
                  <a:pt x="5756" y="7916"/>
                </a:lnTo>
                <a:lnTo>
                  <a:pt x="5842" y="7874"/>
                </a:lnTo>
                <a:lnTo>
                  <a:pt x="5885" y="7788"/>
                </a:lnTo>
                <a:lnTo>
                  <a:pt x="5885" y="7788"/>
                </a:lnTo>
                <a:lnTo>
                  <a:pt x="5906" y="7724"/>
                </a:lnTo>
                <a:lnTo>
                  <a:pt x="5928" y="7595"/>
                </a:lnTo>
                <a:lnTo>
                  <a:pt x="5970" y="7489"/>
                </a:lnTo>
                <a:lnTo>
                  <a:pt x="5992" y="7446"/>
                </a:lnTo>
                <a:lnTo>
                  <a:pt x="6013" y="7446"/>
                </a:lnTo>
                <a:lnTo>
                  <a:pt x="6013" y="7446"/>
                </a:lnTo>
                <a:lnTo>
                  <a:pt x="6056" y="7446"/>
                </a:lnTo>
                <a:lnTo>
                  <a:pt x="6099" y="7467"/>
                </a:lnTo>
                <a:lnTo>
                  <a:pt x="6141" y="7531"/>
                </a:lnTo>
                <a:lnTo>
                  <a:pt x="6163" y="7553"/>
                </a:lnTo>
                <a:lnTo>
                  <a:pt x="6184" y="7553"/>
                </a:lnTo>
                <a:lnTo>
                  <a:pt x="6227" y="7553"/>
                </a:lnTo>
                <a:lnTo>
                  <a:pt x="6291" y="7510"/>
                </a:lnTo>
                <a:lnTo>
                  <a:pt x="6291" y="7510"/>
                </a:lnTo>
                <a:lnTo>
                  <a:pt x="6334" y="7446"/>
                </a:lnTo>
                <a:lnTo>
                  <a:pt x="6377" y="7360"/>
                </a:lnTo>
                <a:lnTo>
                  <a:pt x="6420" y="7275"/>
                </a:lnTo>
                <a:lnTo>
                  <a:pt x="6441" y="7253"/>
                </a:lnTo>
                <a:lnTo>
                  <a:pt x="6484" y="7232"/>
                </a:lnTo>
                <a:lnTo>
                  <a:pt x="6484" y="7232"/>
                </a:lnTo>
                <a:lnTo>
                  <a:pt x="6505" y="7253"/>
                </a:lnTo>
                <a:lnTo>
                  <a:pt x="6527" y="7275"/>
                </a:lnTo>
                <a:lnTo>
                  <a:pt x="6527" y="7339"/>
                </a:lnTo>
                <a:lnTo>
                  <a:pt x="6484" y="7531"/>
                </a:lnTo>
                <a:lnTo>
                  <a:pt x="6462" y="7595"/>
                </a:lnTo>
                <a:lnTo>
                  <a:pt x="6484" y="7660"/>
                </a:lnTo>
                <a:lnTo>
                  <a:pt x="6505" y="7660"/>
                </a:lnTo>
                <a:lnTo>
                  <a:pt x="6527" y="7660"/>
                </a:lnTo>
                <a:lnTo>
                  <a:pt x="6634" y="7595"/>
                </a:lnTo>
                <a:lnTo>
                  <a:pt x="6634" y="7595"/>
                </a:lnTo>
                <a:lnTo>
                  <a:pt x="6676" y="7531"/>
                </a:lnTo>
                <a:lnTo>
                  <a:pt x="6719" y="7467"/>
                </a:lnTo>
                <a:lnTo>
                  <a:pt x="6783" y="7424"/>
                </a:lnTo>
                <a:lnTo>
                  <a:pt x="6805" y="7403"/>
                </a:lnTo>
                <a:lnTo>
                  <a:pt x="6848" y="7424"/>
                </a:lnTo>
                <a:lnTo>
                  <a:pt x="6848" y="7424"/>
                </a:lnTo>
                <a:lnTo>
                  <a:pt x="6890" y="7467"/>
                </a:lnTo>
                <a:lnTo>
                  <a:pt x="6912" y="7510"/>
                </a:lnTo>
                <a:lnTo>
                  <a:pt x="6933" y="7553"/>
                </a:lnTo>
                <a:lnTo>
                  <a:pt x="6976" y="7595"/>
                </a:lnTo>
                <a:lnTo>
                  <a:pt x="6976" y="7595"/>
                </a:lnTo>
                <a:lnTo>
                  <a:pt x="7040" y="7595"/>
                </a:lnTo>
                <a:lnTo>
                  <a:pt x="7126" y="7595"/>
                </a:lnTo>
                <a:lnTo>
                  <a:pt x="7190" y="7617"/>
                </a:lnTo>
                <a:lnTo>
                  <a:pt x="7211" y="7638"/>
                </a:lnTo>
                <a:lnTo>
                  <a:pt x="7254" y="7681"/>
                </a:lnTo>
                <a:lnTo>
                  <a:pt x="7254" y="7681"/>
                </a:lnTo>
                <a:lnTo>
                  <a:pt x="7254" y="7745"/>
                </a:lnTo>
                <a:lnTo>
                  <a:pt x="7233" y="7809"/>
                </a:lnTo>
                <a:lnTo>
                  <a:pt x="7233" y="7852"/>
                </a:lnTo>
                <a:lnTo>
                  <a:pt x="7233" y="7895"/>
                </a:lnTo>
                <a:lnTo>
                  <a:pt x="7275" y="7916"/>
                </a:lnTo>
                <a:lnTo>
                  <a:pt x="7275" y="7916"/>
                </a:lnTo>
                <a:lnTo>
                  <a:pt x="7318" y="7916"/>
                </a:lnTo>
                <a:lnTo>
                  <a:pt x="7404" y="7895"/>
                </a:lnTo>
                <a:lnTo>
                  <a:pt x="7554" y="7874"/>
                </a:lnTo>
                <a:lnTo>
                  <a:pt x="7554" y="7874"/>
                </a:lnTo>
                <a:lnTo>
                  <a:pt x="7618" y="7852"/>
                </a:lnTo>
                <a:lnTo>
                  <a:pt x="7682" y="7809"/>
                </a:lnTo>
                <a:lnTo>
                  <a:pt x="7725" y="7767"/>
                </a:lnTo>
                <a:lnTo>
                  <a:pt x="7703" y="7681"/>
                </a:lnTo>
                <a:lnTo>
                  <a:pt x="7703" y="7681"/>
                </a:lnTo>
                <a:close/>
                <a:moveTo>
                  <a:pt x="6184" y="3017"/>
                </a:moveTo>
                <a:lnTo>
                  <a:pt x="6184" y="3017"/>
                </a:lnTo>
                <a:lnTo>
                  <a:pt x="6120" y="3017"/>
                </a:lnTo>
                <a:lnTo>
                  <a:pt x="6077" y="2995"/>
                </a:lnTo>
                <a:lnTo>
                  <a:pt x="6035" y="2953"/>
                </a:lnTo>
                <a:lnTo>
                  <a:pt x="6013" y="2888"/>
                </a:lnTo>
                <a:lnTo>
                  <a:pt x="6013" y="2760"/>
                </a:lnTo>
                <a:lnTo>
                  <a:pt x="6035" y="2632"/>
                </a:lnTo>
                <a:lnTo>
                  <a:pt x="6035" y="2632"/>
                </a:lnTo>
                <a:lnTo>
                  <a:pt x="6056" y="2482"/>
                </a:lnTo>
                <a:lnTo>
                  <a:pt x="6099" y="2311"/>
                </a:lnTo>
                <a:lnTo>
                  <a:pt x="6120" y="2247"/>
                </a:lnTo>
                <a:lnTo>
                  <a:pt x="6163" y="2182"/>
                </a:lnTo>
                <a:lnTo>
                  <a:pt x="6227" y="2140"/>
                </a:lnTo>
                <a:lnTo>
                  <a:pt x="6291" y="2140"/>
                </a:lnTo>
                <a:lnTo>
                  <a:pt x="6291" y="2140"/>
                </a:lnTo>
                <a:lnTo>
                  <a:pt x="6355" y="2140"/>
                </a:lnTo>
                <a:lnTo>
                  <a:pt x="6398" y="2161"/>
                </a:lnTo>
                <a:lnTo>
                  <a:pt x="6441" y="2204"/>
                </a:lnTo>
                <a:lnTo>
                  <a:pt x="6441" y="2247"/>
                </a:lnTo>
                <a:lnTo>
                  <a:pt x="6462" y="2354"/>
                </a:lnTo>
                <a:lnTo>
                  <a:pt x="6462" y="2482"/>
                </a:lnTo>
                <a:lnTo>
                  <a:pt x="6462" y="2482"/>
                </a:lnTo>
                <a:lnTo>
                  <a:pt x="6441" y="2632"/>
                </a:lnTo>
                <a:lnTo>
                  <a:pt x="6398" y="2803"/>
                </a:lnTo>
                <a:lnTo>
                  <a:pt x="6377" y="2867"/>
                </a:lnTo>
                <a:lnTo>
                  <a:pt x="6334" y="2931"/>
                </a:lnTo>
                <a:lnTo>
                  <a:pt x="6270" y="2995"/>
                </a:lnTo>
                <a:lnTo>
                  <a:pt x="6184" y="3017"/>
                </a:lnTo>
                <a:lnTo>
                  <a:pt x="6184" y="3017"/>
                </a:lnTo>
                <a:close/>
                <a:moveTo>
                  <a:pt x="6099" y="1669"/>
                </a:moveTo>
                <a:lnTo>
                  <a:pt x="6099" y="1669"/>
                </a:lnTo>
                <a:lnTo>
                  <a:pt x="6120" y="1626"/>
                </a:lnTo>
                <a:lnTo>
                  <a:pt x="6184" y="1583"/>
                </a:lnTo>
                <a:lnTo>
                  <a:pt x="6248" y="1562"/>
                </a:lnTo>
                <a:lnTo>
                  <a:pt x="6313" y="1562"/>
                </a:lnTo>
                <a:lnTo>
                  <a:pt x="6313" y="1562"/>
                </a:lnTo>
                <a:lnTo>
                  <a:pt x="6398" y="1540"/>
                </a:lnTo>
                <a:lnTo>
                  <a:pt x="6420" y="1540"/>
                </a:lnTo>
                <a:lnTo>
                  <a:pt x="6377" y="1647"/>
                </a:lnTo>
                <a:lnTo>
                  <a:pt x="6377" y="1647"/>
                </a:lnTo>
                <a:lnTo>
                  <a:pt x="6355" y="1733"/>
                </a:lnTo>
                <a:lnTo>
                  <a:pt x="6313" y="1797"/>
                </a:lnTo>
                <a:lnTo>
                  <a:pt x="6270" y="1840"/>
                </a:lnTo>
                <a:lnTo>
                  <a:pt x="6227" y="1861"/>
                </a:lnTo>
                <a:lnTo>
                  <a:pt x="6184" y="1861"/>
                </a:lnTo>
                <a:lnTo>
                  <a:pt x="6141" y="1819"/>
                </a:lnTo>
                <a:lnTo>
                  <a:pt x="6099" y="1776"/>
                </a:lnTo>
                <a:lnTo>
                  <a:pt x="6099" y="1669"/>
                </a:lnTo>
                <a:lnTo>
                  <a:pt x="6099" y="1669"/>
                </a:lnTo>
                <a:close/>
                <a:moveTo>
                  <a:pt x="6163" y="1412"/>
                </a:moveTo>
                <a:lnTo>
                  <a:pt x="6163" y="1412"/>
                </a:lnTo>
                <a:lnTo>
                  <a:pt x="6141" y="1391"/>
                </a:lnTo>
                <a:lnTo>
                  <a:pt x="6141" y="1369"/>
                </a:lnTo>
                <a:lnTo>
                  <a:pt x="6163" y="1305"/>
                </a:lnTo>
                <a:lnTo>
                  <a:pt x="6248" y="1262"/>
                </a:lnTo>
                <a:lnTo>
                  <a:pt x="6334" y="1198"/>
                </a:lnTo>
                <a:lnTo>
                  <a:pt x="6527" y="1091"/>
                </a:lnTo>
                <a:lnTo>
                  <a:pt x="6591" y="1048"/>
                </a:lnTo>
                <a:lnTo>
                  <a:pt x="6612" y="1027"/>
                </a:lnTo>
                <a:lnTo>
                  <a:pt x="6612" y="1027"/>
                </a:lnTo>
                <a:lnTo>
                  <a:pt x="6634" y="1113"/>
                </a:lnTo>
                <a:lnTo>
                  <a:pt x="6634" y="1198"/>
                </a:lnTo>
                <a:lnTo>
                  <a:pt x="6569" y="1262"/>
                </a:lnTo>
                <a:lnTo>
                  <a:pt x="6505" y="1305"/>
                </a:lnTo>
                <a:lnTo>
                  <a:pt x="6313" y="1369"/>
                </a:lnTo>
                <a:lnTo>
                  <a:pt x="6163" y="1412"/>
                </a:lnTo>
                <a:lnTo>
                  <a:pt x="6163" y="1412"/>
                </a:lnTo>
                <a:close/>
                <a:moveTo>
                  <a:pt x="6163" y="214"/>
                </a:moveTo>
                <a:lnTo>
                  <a:pt x="6163" y="214"/>
                </a:lnTo>
                <a:lnTo>
                  <a:pt x="6248" y="214"/>
                </a:lnTo>
                <a:lnTo>
                  <a:pt x="6377" y="257"/>
                </a:lnTo>
                <a:lnTo>
                  <a:pt x="6527" y="300"/>
                </a:lnTo>
                <a:lnTo>
                  <a:pt x="6612" y="342"/>
                </a:lnTo>
                <a:lnTo>
                  <a:pt x="6612" y="342"/>
                </a:lnTo>
                <a:lnTo>
                  <a:pt x="6676" y="407"/>
                </a:lnTo>
                <a:lnTo>
                  <a:pt x="6719" y="492"/>
                </a:lnTo>
                <a:lnTo>
                  <a:pt x="6741" y="578"/>
                </a:lnTo>
                <a:lnTo>
                  <a:pt x="6741" y="685"/>
                </a:lnTo>
                <a:lnTo>
                  <a:pt x="6741" y="685"/>
                </a:lnTo>
                <a:lnTo>
                  <a:pt x="6719" y="727"/>
                </a:lnTo>
                <a:lnTo>
                  <a:pt x="6698" y="770"/>
                </a:lnTo>
                <a:lnTo>
                  <a:pt x="6655" y="813"/>
                </a:lnTo>
                <a:lnTo>
                  <a:pt x="6591" y="813"/>
                </a:lnTo>
                <a:lnTo>
                  <a:pt x="6462" y="856"/>
                </a:lnTo>
                <a:lnTo>
                  <a:pt x="6355" y="899"/>
                </a:lnTo>
                <a:lnTo>
                  <a:pt x="6355" y="899"/>
                </a:lnTo>
                <a:lnTo>
                  <a:pt x="6184" y="1027"/>
                </a:lnTo>
                <a:lnTo>
                  <a:pt x="6141" y="1048"/>
                </a:lnTo>
                <a:lnTo>
                  <a:pt x="6099" y="1048"/>
                </a:lnTo>
                <a:lnTo>
                  <a:pt x="6077" y="1027"/>
                </a:lnTo>
                <a:lnTo>
                  <a:pt x="6056" y="984"/>
                </a:lnTo>
                <a:lnTo>
                  <a:pt x="6056" y="984"/>
                </a:lnTo>
                <a:lnTo>
                  <a:pt x="6141" y="856"/>
                </a:lnTo>
                <a:lnTo>
                  <a:pt x="6313" y="642"/>
                </a:lnTo>
                <a:lnTo>
                  <a:pt x="6377" y="535"/>
                </a:lnTo>
                <a:lnTo>
                  <a:pt x="6377" y="471"/>
                </a:lnTo>
                <a:lnTo>
                  <a:pt x="6355" y="449"/>
                </a:lnTo>
                <a:lnTo>
                  <a:pt x="6334" y="449"/>
                </a:lnTo>
                <a:lnTo>
                  <a:pt x="6184" y="513"/>
                </a:lnTo>
                <a:lnTo>
                  <a:pt x="6184" y="513"/>
                </a:lnTo>
                <a:lnTo>
                  <a:pt x="6056" y="642"/>
                </a:lnTo>
                <a:lnTo>
                  <a:pt x="5970" y="706"/>
                </a:lnTo>
                <a:lnTo>
                  <a:pt x="5928" y="706"/>
                </a:lnTo>
                <a:lnTo>
                  <a:pt x="5906" y="663"/>
                </a:lnTo>
                <a:lnTo>
                  <a:pt x="5906" y="663"/>
                </a:lnTo>
                <a:lnTo>
                  <a:pt x="5928" y="578"/>
                </a:lnTo>
                <a:lnTo>
                  <a:pt x="6013" y="428"/>
                </a:lnTo>
                <a:lnTo>
                  <a:pt x="6099" y="278"/>
                </a:lnTo>
                <a:lnTo>
                  <a:pt x="6163" y="214"/>
                </a:lnTo>
                <a:lnTo>
                  <a:pt x="6163" y="214"/>
                </a:lnTo>
                <a:close/>
                <a:moveTo>
                  <a:pt x="5778" y="235"/>
                </a:moveTo>
                <a:lnTo>
                  <a:pt x="5778" y="235"/>
                </a:lnTo>
                <a:lnTo>
                  <a:pt x="5821" y="257"/>
                </a:lnTo>
                <a:lnTo>
                  <a:pt x="5863" y="278"/>
                </a:lnTo>
                <a:lnTo>
                  <a:pt x="5863" y="278"/>
                </a:lnTo>
                <a:lnTo>
                  <a:pt x="5863" y="321"/>
                </a:lnTo>
                <a:lnTo>
                  <a:pt x="5821" y="342"/>
                </a:lnTo>
                <a:lnTo>
                  <a:pt x="5756" y="342"/>
                </a:lnTo>
                <a:lnTo>
                  <a:pt x="5714" y="342"/>
                </a:lnTo>
                <a:lnTo>
                  <a:pt x="5671" y="321"/>
                </a:lnTo>
                <a:lnTo>
                  <a:pt x="5649" y="278"/>
                </a:lnTo>
                <a:lnTo>
                  <a:pt x="5692" y="257"/>
                </a:lnTo>
                <a:lnTo>
                  <a:pt x="5778" y="235"/>
                </a:lnTo>
                <a:lnTo>
                  <a:pt x="5778" y="235"/>
                </a:lnTo>
                <a:close/>
                <a:moveTo>
                  <a:pt x="3146" y="620"/>
                </a:moveTo>
                <a:lnTo>
                  <a:pt x="3146" y="620"/>
                </a:lnTo>
                <a:lnTo>
                  <a:pt x="3424" y="556"/>
                </a:lnTo>
                <a:lnTo>
                  <a:pt x="3916" y="471"/>
                </a:lnTo>
                <a:lnTo>
                  <a:pt x="4387" y="407"/>
                </a:lnTo>
                <a:lnTo>
                  <a:pt x="4537" y="407"/>
                </a:lnTo>
                <a:lnTo>
                  <a:pt x="4580" y="407"/>
                </a:lnTo>
                <a:lnTo>
                  <a:pt x="4601" y="407"/>
                </a:lnTo>
                <a:lnTo>
                  <a:pt x="4601" y="407"/>
                </a:lnTo>
                <a:lnTo>
                  <a:pt x="4922" y="428"/>
                </a:lnTo>
                <a:lnTo>
                  <a:pt x="5093" y="471"/>
                </a:lnTo>
                <a:lnTo>
                  <a:pt x="5221" y="513"/>
                </a:lnTo>
                <a:lnTo>
                  <a:pt x="5350" y="578"/>
                </a:lnTo>
                <a:lnTo>
                  <a:pt x="5478" y="685"/>
                </a:lnTo>
                <a:lnTo>
                  <a:pt x="5585" y="792"/>
                </a:lnTo>
                <a:lnTo>
                  <a:pt x="5671" y="963"/>
                </a:lnTo>
                <a:lnTo>
                  <a:pt x="5671" y="963"/>
                </a:lnTo>
                <a:lnTo>
                  <a:pt x="5735" y="1113"/>
                </a:lnTo>
                <a:lnTo>
                  <a:pt x="5799" y="1284"/>
                </a:lnTo>
                <a:lnTo>
                  <a:pt x="5821" y="1476"/>
                </a:lnTo>
                <a:lnTo>
                  <a:pt x="5821" y="1562"/>
                </a:lnTo>
                <a:lnTo>
                  <a:pt x="5821" y="1626"/>
                </a:lnTo>
                <a:lnTo>
                  <a:pt x="5821" y="1626"/>
                </a:lnTo>
                <a:lnTo>
                  <a:pt x="5778" y="1669"/>
                </a:lnTo>
                <a:lnTo>
                  <a:pt x="5735" y="1733"/>
                </a:lnTo>
                <a:lnTo>
                  <a:pt x="5585" y="1797"/>
                </a:lnTo>
                <a:lnTo>
                  <a:pt x="5435" y="1840"/>
                </a:lnTo>
                <a:lnTo>
                  <a:pt x="5307" y="1840"/>
                </a:lnTo>
                <a:lnTo>
                  <a:pt x="5307" y="1840"/>
                </a:lnTo>
                <a:lnTo>
                  <a:pt x="5221" y="1819"/>
                </a:lnTo>
                <a:lnTo>
                  <a:pt x="5179" y="1776"/>
                </a:lnTo>
                <a:lnTo>
                  <a:pt x="5114" y="1712"/>
                </a:lnTo>
                <a:lnTo>
                  <a:pt x="5072" y="1669"/>
                </a:lnTo>
                <a:lnTo>
                  <a:pt x="5072" y="1669"/>
                </a:lnTo>
                <a:lnTo>
                  <a:pt x="4986" y="1626"/>
                </a:lnTo>
                <a:lnTo>
                  <a:pt x="4901" y="1605"/>
                </a:lnTo>
                <a:lnTo>
                  <a:pt x="4751" y="1562"/>
                </a:lnTo>
                <a:lnTo>
                  <a:pt x="4751" y="1562"/>
                </a:lnTo>
                <a:lnTo>
                  <a:pt x="4601" y="1540"/>
                </a:lnTo>
                <a:lnTo>
                  <a:pt x="4451" y="1540"/>
                </a:lnTo>
                <a:lnTo>
                  <a:pt x="4301" y="1562"/>
                </a:lnTo>
                <a:lnTo>
                  <a:pt x="4237" y="1583"/>
                </a:lnTo>
                <a:lnTo>
                  <a:pt x="4173" y="1626"/>
                </a:lnTo>
                <a:lnTo>
                  <a:pt x="4173" y="1626"/>
                </a:lnTo>
                <a:lnTo>
                  <a:pt x="4130" y="1669"/>
                </a:lnTo>
                <a:lnTo>
                  <a:pt x="4087" y="1712"/>
                </a:lnTo>
                <a:lnTo>
                  <a:pt x="4045" y="1776"/>
                </a:lnTo>
                <a:lnTo>
                  <a:pt x="4002" y="1819"/>
                </a:lnTo>
                <a:lnTo>
                  <a:pt x="4002" y="1819"/>
                </a:lnTo>
                <a:lnTo>
                  <a:pt x="3938" y="1819"/>
                </a:lnTo>
                <a:lnTo>
                  <a:pt x="3874" y="1819"/>
                </a:lnTo>
                <a:lnTo>
                  <a:pt x="3745" y="1797"/>
                </a:lnTo>
                <a:lnTo>
                  <a:pt x="3745" y="1797"/>
                </a:lnTo>
                <a:lnTo>
                  <a:pt x="3638" y="1819"/>
                </a:lnTo>
                <a:lnTo>
                  <a:pt x="3553" y="1840"/>
                </a:lnTo>
                <a:lnTo>
                  <a:pt x="3381" y="1904"/>
                </a:lnTo>
                <a:lnTo>
                  <a:pt x="3381" y="1904"/>
                </a:lnTo>
                <a:lnTo>
                  <a:pt x="3253" y="1947"/>
                </a:lnTo>
                <a:lnTo>
                  <a:pt x="3125" y="1904"/>
                </a:lnTo>
                <a:lnTo>
                  <a:pt x="3125" y="1904"/>
                </a:lnTo>
                <a:lnTo>
                  <a:pt x="2825" y="1797"/>
                </a:lnTo>
                <a:lnTo>
                  <a:pt x="2675" y="1776"/>
                </a:lnTo>
                <a:lnTo>
                  <a:pt x="2590" y="1754"/>
                </a:lnTo>
                <a:lnTo>
                  <a:pt x="2504" y="1776"/>
                </a:lnTo>
                <a:lnTo>
                  <a:pt x="2504" y="1776"/>
                </a:lnTo>
                <a:lnTo>
                  <a:pt x="2440" y="1776"/>
                </a:lnTo>
                <a:lnTo>
                  <a:pt x="2376" y="1819"/>
                </a:lnTo>
                <a:lnTo>
                  <a:pt x="2290" y="1883"/>
                </a:lnTo>
                <a:lnTo>
                  <a:pt x="2205" y="1968"/>
                </a:lnTo>
                <a:lnTo>
                  <a:pt x="2098" y="2054"/>
                </a:lnTo>
                <a:lnTo>
                  <a:pt x="2098" y="2054"/>
                </a:lnTo>
                <a:lnTo>
                  <a:pt x="1969" y="2097"/>
                </a:lnTo>
                <a:lnTo>
                  <a:pt x="1777" y="2118"/>
                </a:lnTo>
                <a:lnTo>
                  <a:pt x="1691" y="2097"/>
                </a:lnTo>
                <a:lnTo>
                  <a:pt x="1606" y="2097"/>
                </a:lnTo>
                <a:lnTo>
                  <a:pt x="1563" y="2054"/>
                </a:lnTo>
                <a:lnTo>
                  <a:pt x="1520" y="2011"/>
                </a:lnTo>
                <a:lnTo>
                  <a:pt x="1520" y="2011"/>
                </a:lnTo>
                <a:lnTo>
                  <a:pt x="1520" y="1947"/>
                </a:lnTo>
                <a:lnTo>
                  <a:pt x="1541" y="1883"/>
                </a:lnTo>
                <a:lnTo>
                  <a:pt x="1606" y="1712"/>
                </a:lnTo>
                <a:lnTo>
                  <a:pt x="1713" y="1540"/>
                </a:lnTo>
                <a:lnTo>
                  <a:pt x="1820" y="1412"/>
                </a:lnTo>
                <a:lnTo>
                  <a:pt x="1820" y="1412"/>
                </a:lnTo>
                <a:lnTo>
                  <a:pt x="1948" y="1284"/>
                </a:lnTo>
                <a:lnTo>
                  <a:pt x="2098" y="1155"/>
                </a:lnTo>
                <a:lnTo>
                  <a:pt x="2247" y="1027"/>
                </a:lnTo>
                <a:lnTo>
                  <a:pt x="2419" y="920"/>
                </a:lnTo>
                <a:lnTo>
                  <a:pt x="2782" y="749"/>
                </a:lnTo>
                <a:lnTo>
                  <a:pt x="3146" y="620"/>
                </a:lnTo>
                <a:lnTo>
                  <a:pt x="3146" y="620"/>
                </a:lnTo>
                <a:close/>
                <a:moveTo>
                  <a:pt x="5093" y="2225"/>
                </a:moveTo>
                <a:lnTo>
                  <a:pt x="5093" y="2225"/>
                </a:lnTo>
                <a:lnTo>
                  <a:pt x="5050" y="2461"/>
                </a:lnTo>
                <a:lnTo>
                  <a:pt x="5008" y="2567"/>
                </a:lnTo>
                <a:lnTo>
                  <a:pt x="4965" y="2632"/>
                </a:lnTo>
                <a:lnTo>
                  <a:pt x="4922" y="2696"/>
                </a:lnTo>
                <a:lnTo>
                  <a:pt x="4836" y="2739"/>
                </a:lnTo>
                <a:lnTo>
                  <a:pt x="4729" y="2760"/>
                </a:lnTo>
                <a:lnTo>
                  <a:pt x="4601" y="2760"/>
                </a:lnTo>
                <a:lnTo>
                  <a:pt x="4601" y="2760"/>
                </a:lnTo>
                <a:lnTo>
                  <a:pt x="4494" y="2739"/>
                </a:lnTo>
                <a:lnTo>
                  <a:pt x="4408" y="2696"/>
                </a:lnTo>
                <a:lnTo>
                  <a:pt x="4344" y="2653"/>
                </a:lnTo>
                <a:lnTo>
                  <a:pt x="4280" y="2589"/>
                </a:lnTo>
                <a:lnTo>
                  <a:pt x="4237" y="2525"/>
                </a:lnTo>
                <a:lnTo>
                  <a:pt x="4194" y="2439"/>
                </a:lnTo>
                <a:lnTo>
                  <a:pt x="4173" y="2354"/>
                </a:lnTo>
                <a:lnTo>
                  <a:pt x="4173" y="2247"/>
                </a:lnTo>
                <a:lnTo>
                  <a:pt x="4173" y="2247"/>
                </a:lnTo>
                <a:lnTo>
                  <a:pt x="4194" y="2140"/>
                </a:lnTo>
                <a:lnTo>
                  <a:pt x="4237" y="2075"/>
                </a:lnTo>
                <a:lnTo>
                  <a:pt x="4280" y="2011"/>
                </a:lnTo>
                <a:lnTo>
                  <a:pt x="4344" y="1947"/>
                </a:lnTo>
                <a:lnTo>
                  <a:pt x="4408" y="1904"/>
                </a:lnTo>
                <a:lnTo>
                  <a:pt x="4494" y="1883"/>
                </a:lnTo>
                <a:lnTo>
                  <a:pt x="4665" y="1840"/>
                </a:lnTo>
                <a:lnTo>
                  <a:pt x="4665" y="1840"/>
                </a:lnTo>
                <a:lnTo>
                  <a:pt x="4772" y="1840"/>
                </a:lnTo>
                <a:lnTo>
                  <a:pt x="4858" y="1861"/>
                </a:lnTo>
                <a:lnTo>
                  <a:pt x="4943" y="1883"/>
                </a:lnTo>
                <a:lnTo>
                  <a:pt x="5008" y="1947"/>
                </a:lnTo>
                <a:lnTo>
                  <a:pt x="5008" y="1947"/>
                </a:lnTo>
                <a:lnTo>
                  <a:pt x="5029" y="2011"/>
                </a:lnTo>
                <a:lnTo>
                  <a:pt x="5050" y="2118"/>
                </a:lnTo>
                <a:lnTo>
                  <a:pt x="5072" y="2204"/>
                </a:lnTo>
                <a:lnTo>
                  <a:pt x="5093" y="2225"/>
                </a:lnTo>
                <a:lnTo>
                  <a:pt x="5093" y="2225"/>
                </a:lnTo>
                <a:close/>
                <a:moveTo>
                  <a:pt x="4066" y="3381"/>
                </a:moveTo>
                <a:lnTo>
                  <a:pt x="4066" y="3381"/>
                </a:lnTo>
                <a:lnTo>
                  <a:pt x="4045" y="3445"/>
                </a:lnTo>
                <a:lnTo>
                  <a:pt x="3981" y="3488"/>
                </a:lnTo>
                <a:lnTo>
                  <a:pt x="3895" y="3530"/>
                </a:lnTo>
                <a:lnTo>
                  <a:pt x="3809" y="3552"/>
                </a:lnTo>
                <a:lnTo>
                  <a:pt x="3724" y="3573"/>
                </a:lnTo>
                <a:lnTo>
                  <a:pt x="3617" y="3573"/>
                </a:lnTo>
                <a:lnTo>
                  <a:pt x="3553" y="3552"/>
                </a:lnTo>
                <a:lnTo>
                  <a:pt x="3488" y="3509"/>
                </a:lnTo>
                <a:lnTo>
                  <a:pt x="3488" y="3509"/>
                </a:lnTo>
                <a:lnTo>
                  <a:pt x="3446" y="3445"/>
                </a:lnTo>
                <a:lnTo>
                  <a:pt x="3424" y="3338"/>
                </a:lnTo>
                <a:lnTo>
                  <a:pt x="3381" y="3081"/>
                </a:lnTo>
                <a:lnTo>
                  <a:pt x="3360" y="2717"/>
                </a:lnTo>
                <a:lnTo>
                  <a:pt x="3360" y="2717"/>
                </a:lnTo>
                <a:lnTo>
                  <a:pt x="3360" y="2546"/>
                </a:lnTo>
                <a:lnTo>
                  <a:pt x="3360" y="2375"/>
                </a:lnTo>
                <a:lnTo>
                  <a:pt x="3381" y="2289"/>
                </a:lnTo>
                <a:lnTo>
                  <a:pt x="3403" y="2225"/>
                </a:lnTo>
                <a:lnTo>
                  <a:pt x="3424" y="2140"/>
                </a:lnTo>
                <a:lnTo>
                  <a:pt x="3488" y="2097"/>
                </a:lnTo>
                <a:lnTo>
                  <a:pt x="3488" y="2097"/>
                </a:lnTo>
                <a:lnTo>
                  <a:pt x="3574" y="2054"/>
                </a:lnTo>
                <a:lnTo>
                  <a:pt x="3681" y="2033"/>
                </a:lnTo>
                <a:lnTo>
                  <a:pt x="3788" y="2054"/>
                </a:lnTo>
                <a:lnTo>
                  <a:pt x="3874" y="2097"/>
                </a:lnTo>
                <a:lnTo>
                  <a:pt x="3874" y="2097"/>
                </a:lnTo>
                <a:lnTo>
                  <a:pt x="3916" y="2161"/>
                </a:lnTo>
                <a:lnTo>
                  <a:pt x="3938" y="2225"/>
                </a:lnTo>
                <a:lnTo>
                  <a:pt x="3981" y="2418"/>
                </a:lnTo>
                <a:lnTo>
                  <a:pt x="4045" y="2803"/>
                </a:lnTo>
                <a:lnTo>
                  <a:pt x="4045" y="2803"/>
                </a:lnTo>
                <a:lnTo>
                  <a:pt x="4087" y="3102"/>
                </a:lnTo>
                <a:lnTo>
                  <a:pt x="4087" y="3252"/>
                </a:lnTo>
                <a:lnTo>
                  <a:pt x="4087" y="3338"/>
                </a:lnTo>
                <a:lnTo>
                  <a:pt x="4066" y="3381"/>
                </a:lnTo>
                <a:lnTo>
                  <a:pt x="4066" y="3381"/>
                </a:lnTo>
                <a:close/>
                <a:moveTo>
                  <a:pt x="2654" y="2953"/>
                </a:moveTo>
                <a:lnTo>
                  <a:pt x="2654" y="2953"/>
                </a:lnTo>
                <a:lnTo>
                  <a:pt x="2547" y="2910"/>
                </a:lnTo>
                <a:lnTo>
                  <a:pt x="2483" y="2867"/>
                </a:lnTo>
                <a:lnTo>
                  <a:pt x="2397" y="2803"/>
                </a:lnTo>
                <a:lnTo>
                  <a:pt x="2333" y="2717"/>
                </a:lnTo>
                <a:lnTo>
                  <a:pt x="2290" y="2632"/>
                </a:lnTo>
                <a:lnTo>
                  <a:pt x="2269" y="2546"/>
                </a:lnTo>
                <a:lnTo>
                  <a:pt x="2247" y="2439"/>
                </a:lnTo>
                <a:lnTo>
                  <a:pt x="2269" y="2354"/>
                </a:lnTo>
                <a:lnTo>
                  <a:pt x="2269" y="2354"/>
                </a:lnTo>
                <a:lnTo>
                  <a:pt x="2290" y="2268"/>
                </a:lnTo>
                <a:lnTo>
                  <a:pt x="2354" y="2204"/>
                </a:lnTo>
                <a:lnTo>
                  <a:pt x="2419" y="2140"/>
                </a:lnTo>
                <a:lnTo>
                  <a:pt x="2483" y="2097"/>
                </a:lnTo>
                <a:lnTo>
                  <a:pt x="2483" y="2097"/>
                </a:lnTo>
                <a:lnTo>
                  <a:pt x="2611" y="2054"/>
                </a:lnTo>
                <a:lnTo>
                  <a:pt x="2675" y="2033"/>
                </a:lnTo>
                <a:lnTo>
                  <a:pt x="2697" y="2054"/>
                </a:lnTo>
                <a:lnTo>
                  <a:pt x="2697" y="2054"/>
                </a:lnTo>
                <a:lnTo>
                  <a:pt x="2825" y="2054"/>
                </a:lnTo>
                <a:lnTo>
                  <a:pt x="2932" y="2097"/>
                </a:lnTo>
                <a:lnTo>
                  <a:pt x="2996" y="2140"/>
                </a:lnTo>
                <a:lnTo>
                  <a:pt x="3061" y="2204"/>
                </a:lnTo>
                <a:lnTo>
                  <a:pt x="3103" y="2289"/>
                </a:lnTo>
                <a:lnTo>
                  <a:pt x="3125" y="2375"/>
                </a:lnTo>
                <a:lnTo>
                  <a:pt x="3125" y="2461"/>
                </a:lnTo>
                <a:lnTo>
                  <a:pt x="3125" y="2567"/>
                </a:lnTo>
                <a:lnTo>
                  <a:pt x="3103" y="2653"/>
                </a:lnTo>
                <a:lnTo>
                  <a:pt x="3061" y="2739"/>
                </a:lnTo>
                <a:lnTo>
                  <a:pt x="3018" y="2803"/>
                </a:lnTo>
                <a:lnTo>
                  <a:pt x="2954" y="2888"/>
                </a:lnTo>
                <a:lnTo>
                  <a:pt x="2889" y="2931"/>
                </a:lnTo>
                <a:lnTo>
                  <a:pt x="2825" y="2953"/>
                </a:lnTo>
                <a:lnTo>
                  <a:pt x="2740" y="2974"/>
                </a:lnTo>
                <a:lnTo>
                  <a:pt x="2654" y="2953"/>
                </a:lnTo>
                <a:lnTo>
                  <a:pt x="2654" y="2953"/>
                </a:lnTo>
                <a:close/>
                <a:moveTo>
                  <a:pt x="1434" y="1006"/>
                </a:moveTo>
                <a:lnTo>
                  <a:pt x="1434" y="1006"/>
                </a:lnTo>
                <a:lnTo>
                  <a:pt x="1477" y="1048"/>
                </a:lnTo>
                <a:lnTo>
                  <a:pt x="1520" y="1091"/>
                </a:lnTo>
                <a:lnTo>
                  <a:pt x="1541" y="1155"/>
                </a:lnTo>
                <a:lnTo>
                  <a:pt x="1541" y="1220"/>
                </a:lnTo>
                <a:lnTo>
                  <a:pt x="1541" y="1262"/>
                </a:lnTo>
                <a:lnTo>
                  <a:pt x="1520" y="1305"/>
                </a:lnTo>
                <a:lnTo>
                  <a:pt x="1456" y="1348"/>
                </a:lnTo>
                <a:lnTo>
                  <a:pt x="1392" y="1348"/>
                </a:lnTo>
                <a:lnTo>
                  <a:pt x="1392" y="1348"/>
                </a:lnTo>
                <a:lnTo>
                  <a:pt x="1285" y="1262"/>
                </a:lnTo>
                <a:lnTo>
                  <a:pt x="1220" y="1220"/>
                </a:lnTo>
                <a:lnTo>
                  <a:pt x="1199" y="1155"/>
                </a:lnTo>
                <a:lnTo>
                  <a:pt x="1199" y="1155"/>
                </a:lnTo>
                <a:lnTo>
                  <a:pt x="1220" y="1113"/>
                </a:lnTo>
                <a:lnTo>
                  <a:pt x="1285" y="1070"/>
                </a:lnTo>
                <a:lnTo>
                  <a:pt x="1434" y="1006"/>
                </a:lnTo>
                <a:lnTo>
                  <a:pt x="1434" y="1006"/>
                </a:lnTo>
                <a:close/>
                <a:moveTo>
                  <a:pt x="707" y="1327"/>
                </a:moveTo>
                <a:lnTo>
                  <a:pt x="707" y="1327"/>
                </a:lnTo>
                <a:lnTo>
                  <a:pt x="793" y="1391"/>
                </a:lnTo>
                <a:lnTo>
                  <a:pt x="921" y="1562"/>
                </a:lnTo>
                <a:lnTo>
                  <a:pt x="1049" y="1733"/>
                </a:lnTo>
                <a:lnTo>
                  <a:pt x="1113" y="1840"/>
                </a:lnTo>
                <a:lnTo>
                  <a:pt x="1113" y="1840"/>
                </a:lnTo>
                <a:lnTo>
                  <a:pt x="1071" y="1861"/>
                </a:lnTo>
                <a:lnTo>
                  <a:pt x="1049" y="1861"/>
                </a:lnTo>
                <a:lnTo>
                  <a:pt x="964" y="1819"/>
                </a:lnTo>
                <a:lnTo>
                  <a:pt x="900" y="1733"/>
                </a:lnTo>
                <a:lnTo>
                  <a:pt x="814" y="1647"/>
                </a:lnTo>
                <a:lnTo>
                  <a:pt x="728" y="1434"/>
                </a:lnTo>
                <a:lnTo>
                  <a:pt x="707" y="1369"/>
                </a:lnTo>
                <a:lnTo>
                  <a:pt x="707" y="1327"/>
                </a:lnTo>
                <a:lnTo>
                  <a:pt x="707" y="1327"/>
                </a:lnTo>
                <a:close/>
                <a:moveTo>
                  <a:pt x="1007" y="2247"/>
                </a:moveTo>
                <a:lnTo>
                  <a:pt x="1007" y="2247"/>
                </a:lnTo>
                <a:lnTo>
                  <a:pt x="942" y="2225"/>
                </a:lnTo>
                <a:lnTo>
                  <a:pt x="900" y="2182"/>
                </a:lnTo>
                <a:lnTo>
                  <a:pt x="835" y="2054"/>
                </a:lnTo>
                <a:lnTo>
                  <a:pt x="835" y="2054"/>
                </a:lnTo>
                <a:lnTo>
                  <a:pt x="814" y="2054"/>
                </a:lnTo>
                <a:lnTo>
                  <a:pt x="814" y="2054"/>
                </a:lnTo>
                <a:lnTo>
                  <a:pt x="814" y="2033"/>
                </a:lnTo>
                <a:lnTo>
                  <a:pt x="835" y="2054"/>
                </a:lnTo>
                <a:lnTo>
                  <a:pt x="835" y="2054"/>
                </a:lnTo>
                <a:lnTo>
                  <a:pt x="964" y="2075"/>
                </a:lnTo>
                <a:lnTo>
                  <a:pt x="1028" y="2097"/>
                </a:lnTo>
                <a:lnTo>
                  <a:pt x="1071" y="2140"/>
                </a:lnTo>
                <a:lnTo>
                  <a:pt x="1071" y="2140"/>
                </a:lnTo>
                <a:lnTo>
                  <a:pt x="1092" y="2182"/>
                </a:lnTo>
                <a:lnTo>
                  <a:pt x="1071" y="2225"/>
                </a:lnTo>
                <a:lnTo>
                  <a:pt x="1049" y="2247"/>
                </a:lnTo>
                <a:lnTo>
                  <a:pt x="1007" y="2247"/>
                </a:lnTo>
                <a:lnTo>
                  <a:pt x="1007" y="2247"/>
                </a:lnTo>
                <a:close/>
                <a:moveTo>
                  <a:pt x="664" y="2311"/>
                </a:moveTo>
                <a:lnTo>
                  <a:pt x="664" y="2311"/>
                </a:lnTo>
                <a:lnTo>
                  <a:pt x="728" y="2354"/>
                </a:lnTo>
                <a:lnTo>
                  <a:pt x="857" y="2439"/>
                </a:lnTo>
                <a:lnTo>
                  <a:pt x="985" y="2525"/>
                </a:lnTo>
                <a:lnTo>
                  <a:pt x="1028" y="2589"/>
                </a:lnTo>
                <a:lnTo>
                  <a:pt x="1028" y="2589"/>
                </a:lnTo>
                <a:lnTo>
                  <a:pt x="964" y="2632"/>
                </a:lnTo>
                <a:lnTo>
                  <a:pt x="900" y="2653"/>
                </a:lnTo>
                <a:lnTo>
                  <a:pt x="835" y="2610"/>
                </a:lnTo>
                <a:lnTo>
                  <a:pt x="771" y="2546"/>
                </a:lnTo>
                <a:lnTo>
                  <a:pt x="728" y="2482"/>
                </a:lnTo>
                <a:lnTo>
                  <a:pt x="686" y="2418"/>
                </a:lnTo>
                <a:lnTo>
                  <a:pt x="664" y="2354"/>
                </a:lnTo>
                <a:lnTo>
                  <a:pt x="664" y="2311"/>
                </a:lnTo>
                <a:lnTo>
                  <a:pt x="664" y="2311"/>
                </a:lnTo>
                <a:close/>
                <a:moveTo>
                  <a:pt x="1606" y="3530"/>
                </a:moveTo>
                <a:lnTo>
                  <a:pt x="1606" y="3530"/>
                </a:lnTo>
                <a:lnTo>
                  <a:pt x="1584" y="3573"/>
                </a:lnTo>
                <a:lnTo>
                  <a:pt x="1541" y="3594"/>
                </a:lnTo>
                <a:lnTo>
                  <a:pt x="1477" y="3573"/>
                </a:lnTo>
                <a:lnTo>
                  <a:pt x="1392" y="3530"/>
                </a:lnTo>
                <a:lnTo>
                  <a:pt x="1285" y="3466"/>
                </a:lnTo>
                <a:lnTo>
                  <a:pt x="1199" y="3359"/>
                </a:lnTo>
                <a:lnTo>
                  <a:pt x="1135" y="3252"/>
                </a:lnTo>
                <a:lnTo>
                  <a:pt x="1092" y="3167"/>
                </a:lnTo>
                <a:lnTo>
                  <a:pt x="1071" y="3081"/>
                </a:lnTo>
                <a:lnTo>
                  <a:pt x="1071" y="3081"/>
                </a:lnTo>
                <a:lnTo>
                  <a:pt x="1113" y="2953"/>
                </a:lnTo>
                <a:lnTo>
                  <a:pt x="1178" y="2846"/>
                </a:lnTo>
                <a:lnTo>
                  <a:pt x="1199" y="2824"/>
                </a:lnTo>
                <a:lnTo>
                  <a:pt x="1242" y="2824"/>
                </a:lnTo>
                <a:lnTo>
                  <a:pt x="1306" y="2846"/>
                </a:lnTo>
                <a:lnTo>
                  <a:pt x="1349" y="2888"/>
                </a:lnTo>
                <a:lnTo>
                  <a:pt x="1349" y="2888"/>
                </a:lnTo>
                <a:lnTo>
                  <a:pt x="1413" y="2995"/>
                </a:lnTo>
                <a:lnTo>
                  <a:pt x="1499" y="3209"/>
                </a:lnTo>
                <a:lnTo>
                  <a:pt x="1584" y="3423"/>
                </a:lnTo>
                <a:lnTo>
                  <a:pt x="1606" y="3530"/>
                </a:lnTo>
                <a:lnTo>
                  <a:pt x="1606" y="3530"/>
                </a:lnTo>
                <a:close/>
                <a:moveTo>
                  <a:pt x="2761" y="4814"/>
                </a:moveTo>
                <a:lnTo>
                  <a:pt x="2761" y="4814"/>
                </a:lnTo>
                <a:lnTo>
                  <a:pt x="2483" y="4450"/>
                </a:lnTo>
                <a:lnTo>
                  <a:pt x="2354" y="4279"/>
                </a:lnTo>
                <a:lnTo>
                  <a:pt x="2226" y="4087"/>
                </a:lnTo>
                <a:lnTo>
                  <a:pt x="2226" y="4087"/>
                </a:lnTo>
                <a:lnTo>
                  <a:pt x="1948" y="3637"/>
                </a:lnTo>
                <a:lnTo>
                  <a:pt x="1841" y="3423"/>
                </a:lnTo>
                <a:lnTo>
                  <a:pt x="1734" y="3188"/>
                </a:lnTo>
                <a:lnTo>
                  <a:pt x="1734" y="3188"/>
                </a:lnTo>
                <a:lnTo>
                  <a:pt x="1670" y="3017"/>
                </a:lnTo>
                <a:lnTo>
                  <a:pt x="1606" y="2846"/>
                </a:lnTo>
                <a:lnTo>
                  <a:pt x="1584" y="2760"/>
                </a:lnTo>
                <a:lnTo>
                  <a:pt x="1606" y="2696"/>
                </a:lnTo>
                <a:lnTo>
                  <a:pt x="1670" y="2653"/>
                </a:lnTo>
                <a:lnTo>
                  <a:pt x="1755" y="2632"/>
                </a:lnTo>
                <a:lnTo>
                  <a:pt x="1755" y="2632"/>
                </a:lnTo>
                <a:lnTo>
                  <a:pt x="1798" y="2632"/>
                </a:lnTo>
                <a:lnTo>
                  <a:pt x="1841" y="2653"/>
                </a:lnTo>
                <a:lnTo>
                  <a:pt x="1905" y="2739"/>
                </a:lnTo>
                <a:lnTo>
                  <a:pt x="2012" y="2910"/>
                </a:lnTo>
                <a:lnTo>
                  <a:pt x="2012" y="2910"/>
                </a:lnTo>
                <a:lnTo>
                  <a:pt x="2140" y="3060"/>
                </a:lnTo>
                <a:lnTo>
                  <a:pt x="2312" y="3145"/>
                </a:lnTo>
                <a:lnTo>
                  <a:pt x="2312" y="3145"/>
                </a:lnTo>
                <a:lnTo>
                  <a:pt x="2419" y="3188"/>
                </a:lnTo>
                <a:lnTo>
                  <a:pt x="2547" y="3209"/>
                </a:lnTo>
                <a:lnTo>
                  <a:pt x="2782" y="3209"/>
                </a:lnTo>
                <a:lnTo>
                  <a:pt x="2782" y="3209"/>
                </a:lnTo>
                <a:lnTo>
                  <a:pt x="2889" y="3188"/>
                </a:lnTo>
                <a:lnTo>
                  <a:pt x="2975" y="3145"/>
                </a:lnTo>
                <a:lnTo>
                  <a:pt x="3167" y="3060"/>
                </a:lnTo>
                <a:lnTo>
                  <a:pt x="3167" y="3060"/>
                </a:lnTo>
                <a:lnTo>
                  <a:pt x="3167" y="3188"/>
                </a:lnTo>
                <a:lnTo>
                  <a:pt x="3146" y="3316"/>
                </a:lnTo>
                <a:lnTo>
                  <a:pt x="3125" y="3423"/>
                </a:lnTo>
                <a:lnTo>
                  <a:pt x="3125" y="3552"/>
                </a:lnTo>
                <a:lnTo>
                  <a:pt x="3125" y="3552"/>
                </a:lnTo>
                <a:lnTo>
                  <a:pt x="3167" y="3659"/>
                </a:lnTo>
                <a:lnTo>
                  <a:pt x="3189" y="3723"/>
                </a:lnTo>
                <a:lnTo>
                  <a:pt x="3189" y="3787"/>
                </a:lnTo>
                <a:lnTo>
                  <a:pt x="3125" y="3894"/>
                </a:lnTo>
                <a:lnTo>
                  <a:pt x="3125" y="3894"/>
                </a:lnTo>
                <a:lnTo>
                  <a:pt x="3018" y="4022"/>
                </a:lnTo>
                <a:lnTo>
                  <a:pt x="2868" y="4215"/>
                </a:lnTo>
                <a:lnTo>
                  <a:pt x="2825" y="4301"/>
                </a:lnTo>
                <a:lnTo>
                  <a:pt x="2804" y="4322"/>
                </a:lnTo>
                <a:lnTo>
                  <a:pt x="2825" y="4365"/>
                </a:lnTo>
                <a:lnTo>
                  <a:pt x="2847" y="4386"/>
                </a:lnTo>
                <a:lnTo>
                  <a:pt x="2889" y="4408"/>
                </a:lnTo>
                <a:lnTo>
                  <a:pt x="3018" y="4429"/>
                </a:lnTo>
                <a:lnTo>
                  <a:pt x="3018" y="4429"/>
                </a:lnTo>
                <a:lnTo>
                  <a:pt x="3146" y="4408"/>
                </a:lnTo>
                <a:lnTo>
                  <a:pt x="3274" y="4386"/>
                </a:lnTo>
                <a:lnTo>
                  <a:pt x="3488" y="4279"/>
                </a:lnTo>
                <a:lnTo>
                  <a:pt x="3724" y="4151"/>
                </a:lnTo>
                <a:lnTo>
                  <a:pt x="3852" y="4129"/>
                </a:lnTo>
                <a:lnTo>
                  <a:pt x="3981" y="4108"/>
                </a:lnTo>
                <a:lnTo>
                  <a:pt x="3981" y="4108"/>
                </a:lnTo>
                <a:lnTo>
                  <a:pt x="4216" y="4151"/>
                </a:lnTo>
                <a:lnTo>
                  <a:pt x="4537" y="4215"/>
                </a:lnTo>
                <a:lnTo>
                  <a:pt x="4687" y="4236"/>
                </a:lnTo>
                <a:lnTo>
                  <a:pt x="4815" y="4215"/>
                </a:lnTo>
                <a:lnTo>
                  <a:pt x="4879" y="4194"/>
                </a:lnTo>
                <a:lnTo>
                  <a:pt x="4922" y="4172"/>
                </a:lnTo>
                <a:lnTo>
                  <a:pt x="4943" y="4151"/>
                </a:lnTo>
                <a:lnTo>
                  <a:pt x="4943" y="4087"/>
                </a:lnTo>
                <a:lnTo>
                  <a:pt x="4943" y="4087"/>
                </a:lnTo>
                <a:lnTo>
                  <a:pt x="4943" y="4022"/>
                </a:lnTo>
                <a:lnTo>
                  <a:pt x="4922" y="3980"/>
                </a:lnTo>
                <a:lnTo>
                  <a:pt x="4879" y="3937"/>
                </a:lnTo>
                <a:lnTo>
                  <a:pt x="4815" y="3894"/>
                </a:lnTo>
                <a:lnTo>
                  <a:pt x="4708" y="3851"/>
                </a:lnTo>
                <a:lnTo>
                  <a:pt x="4601" y="3808"/>
                </a:lnTo>
                <a:lnTo>
                  <a:pt x="4601" y="3808"/>
                </a:lnTo>
                <a:lnTo>
                  <a:pt x="4408" y="3744"/>
                </a:lnTo>
                <a:lnTo>
                  <a:pt x="4280" y="3701"/>
                </a:lnTo>
                <a:lnTo>
                  <a:pt x="4259" y="3680"/>
                </a:lnTo>
                <a:lnTo>
                  <a:pt x="4237" y="3659"/>
                </a:lnTo>
                <a:lnTo>
                  <a:pt x="4237" y="3659"/>
                </a:lnTo>
                <a:lnTo>
                  <a:pt x="4237" y="3594"/>
                </a:lnTo>
                <a:lnTo>
                  <a:pt x="4280" y="3488"/>
                </a:lnTo>
                <a:lnTo>
                  <a:pt x="4323" y="3402"/>
                </a:lnTo>
                <a:lnTo>
                  <a:pt x="4344" y="3316"/>
                </a:lnTo>
                <a:lnTo>
                  <a:pt x="4344" y="3316"/>
                </a:lnTo>
                <a:lnTo>
                  <a:pt x="4301" y="3102"/>
                </a:lnTo>
                <a:lnTo>
                  <a:pt x="4259" y="2931"/>
                </a:lnTo>
                <a:lnTo>
                  <a:pt x="4259" y="2931"/>
                </a:lnTo>
                <a:lnTo>
                  <a:pt x="4301" y="2910"/>
                </a:lnTo>
                <a:lnTo>
                  <a:pt x="4366" y="2910"/>
                </a:lnTo>
                <a:lnTo>
                  <a:pt x="4537" y="2953"/>
                </a:lnTo>
                <a:lnTo>
                  <a:pt x="4708" y="2974"/>
                </a:lnTo>
                <a:lnTo>
                  <a:pt x="4794" y="2995"/>
                </a:lnTo>
                <a:lnTo>
                  <a:pt x="4858" y="2974"/>
                </a:lnTo>
                <a:lnTo>
                  <a:pt x="4858" y="2974"/>
                </a:lnTo>
                <a:lnTo>
                  <a:pt x="4943" y="2953"/>
                </a:lnTo>
                <a:lnTo>
                  <a:pt x="5029" y="2910"/>
                </a:lnTo>
                <a:lnTo>
                  <a:pt x="5093" y="2846"/>
                </a:lnTo>
                <a:lnTo>
                  <a:pt x="5157" y="2781"/>
                </a:lnTo>
                <a:lnTo>
                  <a:pt x="5243" y="2610"/>
                </a:lnTo>
                <a:lnTo>
                  <a:pt x="5286" y="2439"/>
                </a:lnTo>
                <a:lnTo>
                  <a:pt x="5286" y="2439"/>
                </a:lnTo>
                <a:lnTo>
                  <a:pt x="5307" y="2289"/>
                </a:lnTo>
                <a:lnTo>
                  <a:pt x="5307" y="2204"/>
                </a:lnTo>
                <a:lnTo>
                  <a:pt x="5328" y="2161"/>
                </a:lnTo>
                <a:lnTo>
                  <a:pt x="5350" y="2140"/>
                </a:lnTo>
                <a:lnTo>
                  <a:pt x="5478" y="2075"/>
                </a:lnTo>
                <a:lnTo>
                  <a:pt x="5478" y="2075"/>
                </a:lnTo>
                <a:lnTo>
                  <a:pt x="5585" y="2054"/>
                </a:lnTo>
                <a:lnTo>
                  <a:pt x="5671" y="2033"/>
                </a:lnTo>
                <a:lnTo>
                  <a:pt x="5735" y="2054"/>
                </a:lnTo>
                <a:lnTo>
                  <a:pt x="5756" y="2097"/>
                </a:lnTo>
                <a:lnTo>
                  <a:pt x="5778" y="2161"/>
                </a:lnTo>
                <a:lnTo>
                  <a:pt x="5778" y="2225"/>
                </a:lnTo>
                <a:lnTo>
                  <a:pt x="5735" y="2418"/>
                </a:lnTo>
                <a:lnTo>
                  <a:pt x="5735" y="2418"/>
                </a:lnTo>
                <a:lnTo>
                  <a:pt x="5628" y="2910"/>
                </a:lnTo>
                <a:lnTo>
                  <a:pt x="5457" y="3381"/>
                </a:lnTo>
                <a:lnTo>
                  <a:pt x="5264" y="3830"/>
                </a:lnTo>
                <a:lnTo>
                  <a:pt x="5008" y="4258"/>
                </a:lnTo>
                <a:lnTo>
                  <a:pt x="5008" y="4258"/>
                </a:lnTo>
                <a:lnTo>
                  <a:pt x="4729" y="4707"/>
                </a:lnTo>
                <a:lnTo>
                  <a:pt x="4580" y="4921"/>
                </a:lnTo>
                <a:lnTo>
                  <a:pt x="4430" y="5135"/>
                </a:lnTo>
                <a:lnTo>
                  <a:pt x="4430" y="5135"/>
                </a:lnTo>
                <a:lnTo>
                  <a:pt x="4301" y="5263"/>
                </a:lnTo>
                <a:lnTo>
                  <a:pt x="4259" y="5263"/>
                </a:lnTo>
                <a:lnTo>
                  <a:pt x="4237" y="5242"/>
                </a:lnTo>
                <a:lnTo>
                  <a:pt x="4216" y="5156"/>
                </a:lnTo>
                <a:lnTo>
                  <a:pt x="4194" y="5092"/>
                </a:lnTo>
                <a:lnTo>
                  <a:pt x="4152" y="5049"/>
                </a:lnTo>
                <a:lnTo>
                  <a:pt x="4152" y="5049"/>
                </a:lnTo>
                <a:lnTo>
                  <a:pt x="4109" y="5007"/>
                </a:lnTo>
                <a:lnTo>
                  <a:pt x="4066" y="5007"/>
                </a:lnTo>
                <a:lnTo>
                  <a:pt x="3959" y="4985"/>
                </a:lnTo>
                <a:lnTo>
                  <a:pt x="3852" y="4985"/>
                </a:lnTo>
                <a:lnTo>
                  <a:pt x="3767" y="4985"/>
                </a:lnTo>
                <a:lnTo>
                  <a:pt x="3767" y="4985"/>
                </a:lnTo>
                <a:lnTo>
                  <a:pt x="3724" y="4942"/>
                </a:lnTo>
                <a:lnTo>
                  <a:pt x="3702" y="4900"/>
                </a:lnTo>
                <a:lnTo>
                  <a:pt x="3660" y="4878"/>
                </a:lnTo>
                <a:lnTo>
                  <a:pt x="3595" y="4900"/>
                </a:lnTo>
                <a:lnTo>
                  <a:pt x="3595" y="4900"/>
                </a:lnTo>
                <a:lnTo>
                  <a:pt x="3553" y="4942"/>
                </a:lnTo>
                <a:lnTo>
                  <a:pt x="3531" y="5007"/>
                </a:lnTo>
                <a:lnTo>
                  <a:pt x="3488" y="5156"/>
                </a:lnTo>
                <a:lnTo>
                  <a:pt x="3446" y="5306"/>
                </a:lnTo>
                <a:lnTo>
                  <a:pt x="3403" y="5370"/>
                </a:lnTo>
                <a:lnTo>
                  <a:pt x="3360" y="5392"/>
                </a:lnTo>
                <a:lnTo>
                  <a:pt x="3360" y="5392"/>
                </a:lnTo>
                <a:lnTo>
                  <a:pt x="3274" y="5370"/>
                </a:lnTo>
                <a:lnTo>
                  <a:pt x="3210" y="5328"/>
                </a:lnTo>
                <a:lnTo>
                  <a:pt x="3018" y="5156"/>
                </a:lnTo>
                <a:lnTo>
                  <a:pt x="2868" y="4964"/>
                </a:lnTo>
                <a:lnTo>
                  <a:pt x="2761" y="4814"/>
                </a:lnTo>
                <a:lnTo>
                  <a:pt x="2761" y="4814"/>
                </a:lnTo>
                <a:close/>
                <a:moveTo>
                  <a:pt x="3702" y="7788"/>
                </a:moveTo>
                <a:lnTo>
                  <a:pt x="3702" y="7788"/>
                </a:lnTo>
                <a:lnTo>
                  <a:pt x="3595" y="8130"/>
                </a:lnTo>
                <a:lnTo>
                  <a:pt x="3510" y="8323"/>
                </a:lnTo>
                <a:lnTo>
                  <a:pt x="3488" y="8387"/>
                </a:lnTo>
                <a:lnTo>
                  <a:pt x="3467" y="8409"/>
                </a:lnTo>
                <a:lnTo>
                  <a:pt x="3467" y="8409"/>
                </a:lnTo>
                <a:lnTo>
                  <a:pt x="3424" y="8387"/>
                </a:lnTo>
                <a:lnTo>
                  <a:pt x="3403" y="8323"/>
                </a:lnTo>
                <a:lnTo>
                  <a:pt x="3360" y="8173"/>
                </a:lnTo>
                <a:lnTo>
                  <a:pt x="3317" y="7852"/>
                </a:lnTo>
                <a:lnTo>
                  <a:pt x="3317" y="7852"/>
                </a:lnTo>
                <a:lnTo>
                  <a:pt x="3339" y="7724"/>
                </a:lnTo>
                <a:lnTo>
                  <a:pt x="3381" y="7574"/>
                </a:lnTo>
                <a:lnTo>
                  <a:pt x="3403" y="7510"/>
                </a:lnTo>
                <a:lnTo>
                  <a:pt x="3467" y="7467"/>
                </a:lnTo>
                <a:lnTo>
                  <a:pt x="3531" y="7446"/>
                </a:lnTo>
                <a:lnTo>
                  <a:pt x="3595" y="7446"/>
                </a:lnTo>
                <a:lnTo>
                  <a:pt x="3595" y="7446"/>
                </a:lnTo>
                <a:lnTo>
                  <a:pt x="3660" y="7446"/>
                </a:lnTo>
                <a:lnTo>
                  <a:pt x="3724" y="7489"/>
                </a:lnTo>
                <a:lnTo>
                  <a:pt x="3745" y="7531"/>
                </a:lnTo>
                <a:lnTo>
                  <a:pt x="3745" y="7574"/>
                </a:lnTo>
                <a:lnTo>
                  <a:pt x="3724" y="7681"/>
                </a:lnTo>
                <a:lnTo>
                  <a:pt x="3702" y="7788"/>
                </a:lnTo>
                <a:lnTo>
                  <a:pt x="3702" y="7788"/>
                </a:lnTo>
                <a:close/>
                <a:moveTo>
                  <a:pt x="3381" y="6804"/>
                </a:moveTo>
                <a:lnTo>
                  <a:pt x="3381" y="6804"/>
                </a:lnTo>
                <a:lnTo>
                  <a:pt x="3403" y="6633"/>
                </a:lnTo>
                <a:lnTo>
                  <a:pt x="3424" y="6568"/>
                </a:lnTo>
                <a:lnTo>
                  <a:pt x="3446" y="6547"/>
                </a:lnTo>
                <a:lnTo>
                  <a:pt x="3488" y="6547"/>
                </a:lnTo>
                <a:lnTo>
                  <a:pt x="3488" y="6547"/>
                </a:lnTo>
                <a:lnTo>
                  <a:pt x="3531" y="6568"/>
                </a:lnTo>
                <a:lnTo>
                  <a:pt x="3574" y="6590"/>
                </a:lnTo>
                <a:lnTo>
                  <a:pt x="3617" y="6697"/>
                </a:lnTo>
                <a:lnTo>
                  <a:pt x="3638" y="6804"/>
                </a:lnTo>
                <a:lnTo>
                  <a:pt x="3617" y="6868"/>
                </a:lnTo>
                <a:lnTo>
                  <a:pt x="3617" y="6868"/>
                </a:lnTo>
                <a:lnTo>
                  <a:pt x="3617" y="6954"/>
                </a:lnTo>
                <a:lnTo>
                  <a:pt x="3595" y="7103"/>
                </a:lnTo>
                <a:lnTo>
                  <a:pt x="3553" y="7168"/>
                </a:lnTo>
                <a:lnTo>
                  <a:pt x="3531" y="7232"/>
                </a:lnTo>
                <a:lnTo>
                  <a:pt x="3467" y="7253"/>
                </a:lnTo>
                <a:lnTo>
                  <a:pt x="3424" y="7253"/>
                </a:lnTo>
                <a:lnTo>
                  <a:pt x="3424" y="7253"/>
                </a:lnTo>
                <a:lnTo>
                  <a:pt x="3381" y="7232"/>
                </a:lnTo>
                <a:lnTo>
                  <a:pt x="3381" y="7189"/>
                </a:lnTo>
                <a:lnTo>
                  <a:pt x="3360" y="7039"/>
                </a:lnTo>
                <a:lnTo>
                  <a:pt x="3381" y="6804"/>
                </a:lnTo>
                <a:lnTo>
                  <a:pt x="3381" y="6804"/>
                </a:lnTo>
                <a:close/>
                <a:moveTo>
                  <a:pt x="4002" y="8473"/>
                </a:moveTo>
                <a:lnTo>
                  <a:pt x="4002" y="8473"/>
                </a:lnTo>
                <a:lnTo>
                  <a:pt x="3959" y="8494"/>
                </a:lnTo>
                <a:lnTo>
                  <a:pt x="3916" y="8473"/>
                </a:lnTo>
                <a:lnTo>
                  <a:pt x="3895" y="8451"/>
                </a:lnTo>
                <a:lnTo>
                  <a:pt x="3874" y="8430"/>
                </a:lnTo>
                <a:lnTo>
                  <a:pt x="3874" y="8430"/>
                </a:lnTo>
                <a:lnTo>
                  <a:pt x="3916" y="8409"/>
                </a:lnTo>
                <a:lnTo>
                  <a:pt x="3959" y="8430"/>
                </a:lnTo>
                <a:lnTo>
                  <a:pt x="4002" y="8451"/>
                </a:lnTo>
                <a:lnTo>
                  <a:pt x="4002" y="8473"/>
                </a:lnTo>
                <a:lnTo>
                  <a:pt x="4002" y="8473"/>
                </a:lnTo>
                <a:close/>
                <a:moveTo>
                  <a:pt x="3938" y="6675"/>
                </a:moveTo>
                <a:lnTo>
                  <a:pt x="3938" y="6675"/>
                </a:lnTo>
                <a:lnTo>
                  <a:pt x="3938" y="6654"/>
                </a:lnTo>
                <a:lnTo>
                  <a:pt x="3938" y="6675"/>
                </a:lnTo>
                <a:lnTo>
                  <a:pt x="3938" y="6675"/>
                </a:lnTo>
                <a:close/>
                <a:moveTo>
                  <a:pt x="4087" y="7146"/>
                </a:moveTo>
                <a:lnTo>
                  <a:pt x="4087" y="7146"/>
                </a:lnTo>
                <a:lnTo>
                  <a:pt x="4045" y="7146"/>
                </a:lnTo>
                <a:lnTo>
                  <a:pt x="4002" y="7146"/>
                </a:lnTo>
                <a:lnTo>
                  <a:pt x="4002" y="7146"/>
                </a:lnTo>
                <a:lnTo>
                  <a:pt x="4023" y="7103"/>
                </a:lnTo>
                <a:lnTo>
                  <a:pt x="4087" y="7082"/>
                </a:lnTo>
                <a:lnTo>
                  <a:pt x="4152" y="7082"/>
                </a:lnTo>
                <a:lnTo>
                  <a:pt x="4173" y="7082"/>
                </a:lnTo>
                <a:lnTo>
                  <a:pt x="4173" y="7103"/>
                </a:lnTo>
                <a:lnTo>
                  <a:pt x="4173" y="7103"/>
                </a:lnTo>
                <a:lnTo>
                  <a:pt x="4152" y="7146"/>
                </a:lnTo>
                <a:lnTo>
                  <a:pt x="4087" y="7146"/>
                </a:lnTo>
                <a:lnTo>
                  <a:pt x="4087" y="7146"/>
                </a:lnTo>
                <a:close/>
                <a:moveTo>
                  <a:pt x="3874" y="6419"/>
                </a:moveTo>
                <a:lnTo>
                  <a:pt x="3874" y="6419"/>
                </a:lnTo>
                <a:lnTo>
                  <a:pt x="3788" y="6397"/>
                </a:lnTo>
                <a:lnTo>
                  <a:pt x="3681" y="6376"/>
                </a:lnTo>
                <a:lnTo>
                  <a:pt x="3574" y="6312"/>
                </a:lnTo>
                <a:lnTo>
                  <a:pt x="3488" y="6269"/>
                </a:lnTo>
                <a:lnTo>
                  <a:pt x="3403" y="6205"/>
                </a:lnTo>
                <a:lnTo>
                  <a:pt x="3339" y="6119"/>
                </a:lnTo>
                <a:lnTo>
                  <a:pt x="3274" y="6034"/>
                </a:lnTo>
                <a:lnTo>
                  <a:pt x="3253" y="5948"/>
                </a:lnTo>
                <a:lnTo>
                  <a:pt x="3253" y="5948"/>
                </a:lnTo>
                <a:lnTo>
                  <a:pt x="3232" y="5884"/>
                </a:lnTo>
                <a:lnTo>
                  <a:pt x="3232" y="5841"/>
                </a:lnTo>
                <a:lnTo>
                  <a:pt x="3253" y="5798"/>
                </a:lnTo>
                <a:lnTo>
                  <a:pt x="3296" y="5798"/>
                </a:lnTo>
                <a:lnTo>
                  <a:pt x="3381" y="5798"/>
                </a:lnTo>
                <a:lnTo>
                  <a:pt x="3510" y="5820"/>
                </a:lnTo>
                <a:lnTo>
                  <a:pt x="3510" y="5820"/>
                </a:lnTo>
                <a:lnTo>
                  <a:pt x="3767" y="5841"/>
                </a:lnTo>
                <a:lnTo>
                  <a:pt x="4023" y="5820"/>
                </a:lnTo>
                <a:lnTo>
                  <a:pt x="4023" y="5820"/>
                </a:lnTo>
                <a:lnTo>
                  <a:pt x="4109" y="5798"/>
                </a:lnTo>
                <a:lnTo>
                  <a:pt x="4194" y="5755"/>
                </a:lnTo>
                <a:lnTo>
                  <a:pt x="4366" y="5670"/>
                </a:lnTo>
                <a:lnTo>
                  <a:pt x="4430" y="5648"/>
                </a:lnTo>
                <a:lnTo>
                  <a:pt x="4494" y="5670"/>
                </a:lnTo>
                <a:lnTo>
                  <a:pt x="4515" y="5734"/>
                </a:lnTo>
                <a:lnTo>
                  <a:pt x="4515" y="5862"/>
                </a:lnTo>
                <a:lnTo>
                  <a:pt x="4515" y="5862"/>
                </a:lnTo>
                <a:lnTo>
                  <a:pt x="4494" y="5948"/>
                </a:lnTo>
                <a:lnTo>
                  <a:pt x="4451" y="6055"/>
                </a:lnTo>
                <a:lnTo>
                  <a:pt x="4387" y="6162"/>
                </a:lnTo>
                <a:lnTo>
                  <a:pt x="4280" y="6248"/>
                </a:lnTo>
                <a:lnTo>
                  <a:pt x="4173" y="6312"/>
                </a:lnTo>
                <a:lnTo>
                  <a:pt x="4087" y="6376"/>
                </a:lnTo>
                <a:lnTo>
                  <a:pt x="3981" y="6397"/>
                </a:lnTo>
                <a:lnTo>
                  <a:pt x="3874" y="6419"/>
                </a:lnTo>
                <a:lnTo>
                  <a:pt x="3874" y="6419"/>
                </a:lnTo>
                <a:close/>
                <a:moveTo>
                  <a:pt x="4259" y="6611"/>
                </a:moveTo>
                <a:lnTo>
                  <a:pt x="4259" y="6611"/>
                </a:lnTo>
                <a:lnTo>
                  <a:pt x="4280" y="6568"/>
                </a:lnTo>
                <a:lnTo>
                  <a:pt x="4323" y="6504"/>
                </a:lnTo>
                <a:lnTo>
                  <a:pt x="4366" y="6462"/>
                </a:lnTo>
                <a:lnTo>
                  <a:pt x="4430" y="6440"/>
                </a:lnTo>
                <a:lnTo>
                  <a:pt x="4515" y="6419"/>
                </a:lnTo>
                <a:lnTo>
                  <a:pt x="4580" y="6419"/>
                </a:lnTo>
                <a:lnTo>
                  <a:pt x="4644" y="6440"/>
                </a:lnTo>
                <a:lnTo>
                  <a:pt x="4687" y="6462"/>
                </a:lnTo>
                <a:lnTo>
                  <a:pt x="4687" y="6462"/>
                </a:lnTo>
                <a:lnTo>
                  <a:pt x="4729" y="6547"/>
                </a:lnTo>
                <a:lnTo>
                  <a:pt x="4751" y="6718"/>
                </a:lnTo>
                <a:lnTo>
                  <a:pt x="4794" y="6868"/>
                </a:lnTo>
                <a:lnTo>
                  <a:pt x="4794" y="6932"/>
                </a:lnTo>
                <a:lnTo>
                  <a:pt x="4794" y="6932"/>
                </a:lnTo>
                <a:lnTo>
                  <a:pt x="4772" y="7039"/>
                </a:lnTo>
                <a:lnTo>
                  <a:pt x="4751" y="7103"/>
                </a:lnTo>
                <a:lnTo>
                  <a:pt x="4729" y="7125"/>
                </a:lnTo>
                <a:lnTo>
                  <a:pt x="4708" y="7103"/>
                </a:lnTo>
                <a:lnTo>
                  <a:pt x="4644" y="7039"/>
                </a:lnTo>
                <a:lnTo>
                  <a:pt x="4537" y="6911"/>
                </a:lnTo>
                <a:lnTo>
                  <a:pt x="4537" y="6911"/>
                </a:lnTo>
                <a:lnTo>
                  <a:pt x="4473" y="6847"/>
                </a:lnTo>
                <a:lnTo>
                  <a:pt x="4366" y="6782"/>
                </a:lnTo>
                <a:lnTo>
                  <a:pt x="4301" y="6718"/>
                </a:lnTo>
                <a:lnTo>
                  <a:pt x="4259" y="6675"/>
                </a:lnTo>
                <a:lnTo>
                  <a:pt x="4259" y="6611"/>
                </a:lnTo>
                <a:lnTo>
                  <a:pt x="4259" y="6611"/>
                </a:lnTo>
                <a:close/>
                <a:moveTo>
                  <a:pt x="4858" y="8152"/>
                </a:moveTo>
                <a:lnTo>
                  <a:pt x="4858" y="8152"/>
                </a:lnTo>
                <a:lnTo>
                  <a:pt x="4815" y="8173"/>
                </a:lnTo>
                <a:lnTo>
                  <a:pt x="4772" y="8152"/>
                </a:lnTo>
                <a:lnTo>
                  <a:pt x="4729" y="8109"/>
                </a:lnTo>
                <a:lnTo>
                  <a:pt x="4687" y="8045"/>
                </a:lnTo>
                <a:lnTo>
                  <a:pt x="4580" y="7809"/>
                </a:lnTo>
                <a:lnTo>
                  <a:pt x="4580" y="7809"/>
                </a:lnTo>
                <a:lnTo>
                  <a:pt x="4515" y="7681"/>
                </a:lnTo>
                <a:lnTo>
                  <a:pt x="4430" y="7510"/>
                </a:lnTo>
                <a:lnTo>
                  <a:pt x="4408" y="7424"/>
                </a:lnTo>
                <a:lnTo>
                  <a:pt x="4408" y="7339"/>
                </a:lnTo>
                <a:lnTo>
                  <a:pt x="4430" y="7253"/>
                </a:lnTo>
                <a:lnTo>
                  <a:pt x="4473" y="7210"/>
                </a:lnTo>
                <a:lnTo>
                  <a:pt x="4473" y="7210"/>
                </a:lnTo>
                <a:lnTo>
                  <a:pt x="4515" y="7253"/>
                </a:lnTo>
                <a:lnTo>
                  <a:pt x="4580" y="7339"/>
                </a:lnTo>
                <a:lnTo>
                  <a:pt x="4622" y="7403"/>
                </a:lnTo>
                <a:lnTo>
                  <a:pt x="4687" y="7467"/>
                </a:lnTo>
                <a:lnTo>
                  <a:pt x="4687" y="7467"/>
                </a:lnTo>
                <a:lnTo>
                  <a:pt x="4794" y="7531"/>
                </a:lnTo>
                <a:lnTo>
                  <a:pt x="4879" y="7574"/>
                </a:lnTo>
                <a:lnTo>
                  <a:pt x="4879" y="7574"/>
                </a:lnTo>
                <a:lnTo>
                  <a:pt x="4901" y="7617"/>
                </a:lnTo>
                <a:lnTo>
                  <a:pt x="4922" y="7702"/>
                </a:lnTo>
                <a:lnTo>
                  <a:pt x="4922" y="7874"/>
                </a:lnTo>
                <a:lnTo>
                  <a:pt x="4901" y="8045"/>
                </a:lnTo>
                <a:lnTo>
                  <a:pt x="4879" y="8109"/>
                </a:lnTo>
                <a:lnTo>
                  <a:pt x="4858" y="8152"/>
                </a:lnTo>
                <a:lnTo>
                  <a:pt x="4858" y="8152"/>
                </a:lnTo>
                <a:close/>
                <a:moveTo>
                  <a:pt x="3809" y="4664"/>
                </a:moveTo>
                <a:lnTo>
                  <a:pt x="3809" y="4664"/>
                </a:lnTo>
                <a:lnTo>
                  <a:pt x="3916" y="4643"/>
                </a:lnTo>
                <a:lnTo>
                  <a:pt x="4066" y="4621"/>
                </a:lnTo>
                <a:lnTo>
                  <a:pt x="4130" y="4600"/>
                </a:lnTo>
                <a:lnTo>
                  <a:pt x="4194" y="4579"/>
                </a:lnTo>
                <a:lnTo>
                  <a:pt x="4216" y="4515"/>
                </a:lnTo>
                <a:lnTo>
                  <a:pt x="4216" y="4472"/>
                </a:lnTo>
                <a:lnTo>
                  <a:pt x="4216" y="4472"/>
                </a:lnTo>
                <a:lnTo>
                  <a:pt x="4194" y="4429"/>
                </a:lnTo>
                <a:lnTo>
                  <a:pt x="4152" y="4386"/>
                </a:lnTo>
                <a:lnTo>
                  <a:pt x="4066" y="4365"/>
                </a:lnTo>
                <a:lnTo>
                  <a:pt x="3852" y="4365"/>
                </a:lnTo>
                <a:lnTo>
                  <a:pt x="3852" y="4365"/>
                </a:lnTo>
                <a:lnTo>
                  <a:pt x="3767" y="4365"/>
                </a:lnTo>
                <a:lnTo>
                  <a:pt x="3638" y="4386"/>
                </a:lnTo>
                <a:lnTo>
                  <a:pt x="3574" y="4408"/>
                </a:lnTo>
                <a:lnTo>
                  <a:pt x="3510" y="4429"/>
                </a:lnTo>
                <a:lnTo>
                  <a:pt x="3488" y="4450"/>
                </a:lnTo>
                <a:lnTo>
                  <a:pt x="3467" y="4515"/>
                </a:lnTo>
                <a:lnTo>
                  <a:pt x="3467" y="4515"/>
                </a:lnTo>
                <a:lnTo>
                  <a:pt x="3467" y="4557"/>
                </a:lnTo>
                <a:lnTo>
                  <a:pt x="3510" y="4600"/>
                </a:lnTo>
                <a:lnTo>
                  <a:pt x="3553" y="4621"/>
                </a:lnTo>
                <a:lnTo>
                  <a:pt x="3595" y="4643"/>
                </a:lnTo>
                <a:lnTo>
                  <a:pt x="3724" y="4664"/>
                </a:lnTo>
                <a:lnTo>
                  <a:pt x="3809" y="4664"/>
                </a:lnTo>
                <a:lnTo>
                  <a:pt x="3809" y="4664"/>
                </a:lnTo>
                <a:close/>
                <a:moveTo>
                  <a:pt x="3531" y="1369"/>
                </a:moveTo>
                <a:lnTo>
                  <a:pt x="3531" y="1369"/>
                </a:lnTo>
                <a:lnTo>
                  <a:pt x="3660" y="1369"/>
                </a:lnTo>
                <a:lnTo>
                  <a:pt x="3874" y="1348"/>
                </a:lnTo>
                <a:lnTo>
                  <a:pt x="3959" y="1327"/>
                </a:lnTo>
                <a:lnTo>
                  <a:pt x="4045" y="1305"/>
                </a:lnTo>
                <a:lnTo>
                  <a:pt x="4087" y="1262"/>
                </a:lnTo>
                <a:lnTo>
                  <a:pt x="4087" y="1241"/>
                </a:lnTo>
                <a:lnTo>
                  <a:pt x="4087" y="1220"/>
                </a:lnTo>
                <a:lnTo>
                  <a:pt x="4087" y="1220"/>
                </a:lnTo>
                <a:lnTo>
                  <a:pt x="4045" y="1198"/>
                </a:lnTo>
                <a:lnTo>
                  <a:pt x="3959" y="1177"/>
                </a:lnTo>
                <a:lnTo>
                  <a:pt x="3724" y="1198"/>
                </a:lnTo>
                <a:lnTo>
                  <a:pt x="3317" y="1241"/>
                </a:lnTo>
                <a:lnTo>
                  <a:pt x="3317" y="1241"/>
                </a:lnTo>
                <a:lnTo>
                  <a:pt x="3039" y="1305"/>
                </a:lnTo>
                <a:lnTo>
                  <a:pt x="2868" y="1369"/>
                </a:lnTo>
                <a:lnTo>
                  <a:pt x="2825" y="1391"/>
                </a:lnTo>
                <a:lnTo>
                  <a:pt x="2825" y="1434"/>
                </a:lnTo>
                <a:lnTo>
                  <a:pt x="2825" y="1434"/>
                </a:lnTo>
                <a:lnTo>
                  <a:pt x="2868" y="1455"/>
                </a:lnTo>
                <a:lnTo>
                  <a:pt x="2932" y="1455"/>
                </a:lnTo>
                <a:lnTo>
                  <a:pt x="3146" y="1434"/>
                </a:lnTo>
                <a:lnTo>
                  <a:pt x="3531" y="1369"/>
                </a:lnTo>
                <a:lnTo>
                  <a:pt x="3531" y="1369"/>
                </a:lnTo>
                <a:close/>
                <a:moveTo>
                  <a:pt x="3317" y="1220"/>
                </a:moveTo>
                <a:lnTo>
                  <a:pt x="3317" y="1220"/>
                </a:lnTo>
                <a:lnTo>
                  <a:pt x="3381" y="1198"/>
                </a:lnTo>
                <a:lnTo>
                  <a:pt x="3446" y="1198"/>
                </a:lnTo>
                <a:lnTo>
                  <a:pt x="3574" y="1177"/>
                </a:lnTo>
                <a:lnTo>
                  <a:pt x="3724" y="1177"/>
                </a:lnTo>
                <a:lnTo>
                  <a:pt x="3852" y="1155"/>
                </a:lnTo>
                <a:lnTo>
                  <a:pt x="3852" y="1155"/>
                </a:lnTo>
                <a:lnTo>
                  <a:pt x="3981" y="1070"/>
                </a:lnTo>
                <a:lnTo>
                  <a:pt x="4002" y="1048"/>
                </a:lnTo>
                <a:lnTo>
                  <a:pt x="3981" y="1027"/>
                </a:lnTo>
                <a:lnTo>
                  <a:pt x="3895" y="1006"/>
                </a:lnTo>
                <a:lnTo>
                  <a:pt x="3767" y="1006"/>
                </a:lnTo>
                <a:lnTo>
                  <a:pt x="3767" y="1006"/>
                </a:lnTo>
                <a:lnTo>
                  <a:pt x="3424" y="984"/>
                </a:lnTo>
                <a:lnTo>
                  <a:pt x="3210" y="1006"/>
                </a:lnTo>
                <a:lnTo>
                  <a:pt x="3146" y="1027"/>
                </a:lnTo>
                <a:lnTo>
                  <a:pt x="3082" y="1070"/>
                </a:lnTo>
                <a:lnTo>
                  <a:pt x="3082" y="1070"/>
                </a:lnTo>
                <a:lnTo>
                  <a:pt x="3061" y="1113"/>
                </a:lnTo>
                <a:lnTo>
                  <a:pt x="3061" y="1155"/>
                </a:lnTo>
                <a:lnTo>
                  <a:pt x="3082" y="1198"/>
                </a:lnTo>
                <a:lnTo>
                  <a:pt x="3125" y="1220"/>
                </a:lnTo>
                <a:lnTo>
                  <a:pt x="3232" y="1220"/>
                </a:lnTo>
                <a:lnTo>
                  <a:pt x="3317" y="1220"/>
                </a:lnTo>
                <a:lnTo>
                  <a:pt x="3317" y="1220"/>
                </a:lnTo>
                <a:close/>
                <a:moveTo>
                  <a:pt x="4494" y="2354"/>
                </a:moveTo>
                <a:lnTo>
                  <a:pt x="4494" y="2354"/>
                </a:lnTo>
                <a:lnTo>
                  <a:pt x="4515" y="2418"/>
                </a:lnTo>
                <a:lnTo>
                  <a:pt x="4558" y="2482"/>
                </a:lnTo>
                <a:lnTo>
                  <a:pt x="4580" y="2503"/>
                </a:lnTo>
                <a:lnTo>
                  <a:pt x="4622" y="2503"/>
                </a:lnTo>
                <a:lnTo>
                  <a:pt x="4665" y="2482"/>
                </a:lnTo>
                <a:lnTo>
                  <a:pt x="4708" y="2461"/>
                </a:lnTo>
                <a:lnTo>
                  <a:pt x="4751" y="2396"/>
                </a:lnTo>
                <a:lnTo>
                  <a:pt x="4772" y="2332"/>
                </a:lnTo>
                <a:lnTo>
                  <a:pt x="4772" y="2332"/>
                </a:lnTo>
                <a:lnTo>
                  <a:pt x="4751" y="2247"/>
                </a:lnTo>
                <a:lnTo>
                  <a:pt x="4708" y="2182"/>
                </a:lnTo>
                <a:lnTo>
                  <a:pt x="4665" y="2161"/>
                </a:lnTo>
                <a:lnTo>
                  <a:pt x="4601" y="2161"/>
                </a:lnTo>
                <a:lnTo>
                  <a:pt x="4558" y="2161"/>
                </a:lnTo>
                <a:lnTo>
                  <a:pt x="4515" y="2204"/>
                </a:lnTo>
                <a:lnTo>
                  <a:pt x="4494" y="2268"/>
                </a:lnTo>
                <a:lnTo>
                  <a:pt x="4494" y="2354"/>
                </a:lnTo>
                <a:lnTo>
                  <a:pt x="4494" y="2354"/>
                </a:lnTo>
                <a:close/>
                <a:moveTo>
                  <a:pt x="2568" y="2439"/>
                </a:moveTo>
                <a:lnTo>
                  <a:pt x="2568" y="2439"/>
                </a:lnTo>
                <a:lnTo>
                  <a:pt x="2547" y="2525"/>
                </a:lnTo>
                <a:lnTo>
                  <a:pt x="2568" y="2567"/>
                </a:lnTo>
                <a:lnTo>
                  <a:pt x="2590" y="2632"/>
                </a:lnTo>
                <a:lnTo>
                  <a:pt x="2633" y="2653"/>
                </a:lnTo>
                <a:lnTo>
                  <a:pt x="2675" y="2674"/>
                </a:lnTo>
                <a:lnTo>
                  <a:pt x="2740" y="2653"/>
                </a:lnTo>
                <a:lnTo>
                  <a:pt x="2782" y="2610"/>
                </a:lnTo>
                <a:lnTo>
                  <a:pt x="2804" y="2546"/>
                </a:lnTo>
                <a:lnTo>
                  <a:pt x="2804" y="2546"/>
                </a:lnTo>
                <a:lnTo>
                  <a:pt x="2782" y="2439"/>
                </a:lnTo>
                <a:lnTo>
                  <a:pt x="2718" y="2375"/>
                </a:lnTo>
                <a:lnTo>
                  <a:pt x="2675" y="2354"/>
                </a:lnTo>
                <a:lnTo>
                  <a:pt x="2654" y="2375"/>
                </a:lnTo>
                <a:lnTo>
                  <a:pt x="2611" y="2396"/>
                </a:lnTo>
                <a:lnTo>
                  <a:pt x="2568" y="2439"/>
                </a:lnTo>
                <a:lnTo>
                  <a:pt x="2568" y="2439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7"/>
          <p:cNvSpPr/>
          <p:nvPr/>
        </p:nvSpPr>
        <p:spPr>
          <a:xfrm>
            <a:off x="4555972" y="813784"/>
            <a:ext cx="486995" cy="542930"/>
          </a:xfrm>
          <a:custGeom>
            <a:rect b="b" l="l" r="r" t="t"/>
            <a:pathLst>
              <a:path extrusionOk="0" h="7083" w="6869">
                <a:moveTo>
                  <a:pt x="3017" y="279"/>
                </a:moveTo>
                <a:lnTo>
                  <a:pt x="3103" y="300"/>
                </a:lnTo>
                <a:lnTo>
                  <a:pt x="3167" y="321"/>
                </a:lnTo>
                <a:lnTo>
                  <a:pt x="3210" y="364"/>
                </a:lnTo>
                <a:lnTo>
                  <a:pt x="3188" y="407"/>
                </a:lnTo>
                <a:lnTo>
                  <a:pt x="3145" y="471"/>
                </a:lnTo>
                <a:lnTo>
                  <a:pt x="3188" y="557"/>
                </a:lnTo>
                <a:lnTo>
                  <a:pt x="3210" y="600"/>
                </a:lnTo>
                <a:lnTo>
                  <a:pt x="3231" y="621"/>
                </a:lnTo>
                <a:lnTo>
                  <a:pt x="3103" y="621"/>
                </a:lnTo>
                <a:lnTo>
                  <a:pt x="2974" y="600"/>
                </a:lnTo>
                <a:lnTo>
                  <a:pt x="2996" y="535"/>
                </a:lnTo>
                <a:lnTo>
                  <a:pt x="3017" y="450"/>
                </a:lnTo>
                <a:lnTo>
                  <a:pt x="2996" y="386"/>
                </a:lnTo>
                <a:lnTo>
                  <a:pt x="2974" y="300"/>
                </a:lnTo>
                <a:lnTo>
                  <a:pt x="2996" y="279"/>
                </a:lnTo>
                <a:close/>
                <a:moveTo>
                  <a:pt x="3509" y="578"/>
                </a:moveTo>
                <a:lnTo>
                  <a:pt x="3573" y="600"/>
                </a:lnTo>
                <a:lnTo>
                  <a:pt x="3595" y="621"/>
                </a:lnTo>
                <a:lnTo>
                  <a:pt x="3595" y="664"/>
                </a:lnTo>
                <a:lnTo>
                  <a:pt x="3402" y="664"/>
                </a:lnTo>
                <a:lnTo>
                  <a:pt x="3402" y="621"/>
                </a:lnTo>
                <a:lnTo>
                  <a:pt x="3423" y="600"/>
                </a:lnTo>
                <a:lnTo>
                  <a:pt x="3509" y="578"/>
                </a:lnTo>
                <a:close/>
                <a:moveTo>
                  <a:pt x="963" y="4750"/>
                </a:moveTo>
                <a:lnTo>
                  <a:pt x="963" y="4772"/>
                </a:lnTo>
                <a:lnTo>
                  <a:pt x="942" y="4793"/>
                </a:lnTo>
                <a:lnTo>
                  <a:pt x="942" y="4815"/>
                </a:lnTo>
                <a:lnTo>
                  <a:pt x="920" y="4815"/>
                </a:lnTo>
                <a:lnTo>
                  <a:pt x="942" y="4793"/>
                </a:lnTo>
                <a:lnTo>
                  <a:pt x="942" y="4750"/>
                </a:lnTo>
                <a:close/>
                <a:moveTo>
                  <a:pt x="449" y="4836"/>
                </a:moveTo>
                <a:lnTo>
                  <a:pt x="471" y="4943"/>
                </a:lnTo>
                <a:lnTo>
                  <a:pt x="492" y="5114"/>
                </a:lnTo>
                <a:lnTo>
                  <a:pt x="492" y="5285"/>
                </a:lnTo>
                <a:lnTo>
                  <a:pt x="492" y="5392"/>
                </a:lnTo>
                <a:lnTo>
                  <a:pt x="449" y="5349"/>
                </a:lnTo>
                <a:lnTo>
                  <a:pt x="428" y="5285"/>
                </a:lnTo>
                <a:lnTo>
                  <a:pt x="428" y="5135"/>
                </a:lnTo>
                <a:lnTo>
                  <a:pt x="449" y="4986"/>
                </a:lnTo>
                <a:lnTo>
                  <a:pt x="449" y="4836"/>
                </a:lnTo>
                <a:close/>
                <a:moveTo>
                  <a:pt x="492" y="5414"/>
                </a:moveTo>
                <a:lnTo>
                  <a:pt x="535" y="5478"/>
                </a:lnTo>
                <a:lnTo>
                  <a:pt x="535" y="5542"/>
                </a:lnTo>
                <a:lnTo>
                  <a:pt x="492" y="5499"/>
                </a:lnTo>
                <a:lnTo>
                  <a:pt x="492" y="5414"/>
                </a:lnTo>
                <a:close/>
                <a:moveTo>
                  <a:pt x="4943" y="6184"/>
                </a:moveTo>
                <a:lnTo>
                  <a:pt x="4964" y="6205"/>
                </a:lnTo>
                <a:lnTo>
                  <a:pt x="4964" y="6248"/>
                </a:lnTo>
                <a:lnTo>
                  <a:pt x="4921" y="6269"/>
                </a:lnTo>
                <a:lnTo>
                  <a:pt x="4878" y="6269"/>
                </a:lnTo>
                <a:lnTo>
                  <a:pt x="4878" y="6248"/>
                </a:lnTo>
                <a:lnTo>
                  <a:pt x="4900" y="6227"/>
                </a:lnTo>
                <a:lnTo>
                  <a:pt x="4921" y="6205"/>
                </a:lnTo>
                <a:lnTo>
                  <a:pt x="4943" y="6184"/>
                </a:lnTo>
                <a:close/>
                <a:moveTo>
                  <a:pt x="2846" y="771"/>
                </a:moveTo>
                <a:lnTo>
                  <a:pt x="3038" y="814"/>
                </a:lnTo>
                <a:lnTo>
                  <a:pt x="3252" y="856"/>
                </a:lnTo>
                <a:lnTo>
                  <a:pt x="3423" y="899"/>
                </a:lnTo>
                <a:lnTo>
                  <a:pt x="3595" y="963"/>
                </a:lnTo>
                <a:lnTo>
                  <a:pt x="3787" y="1006"/>
                </a:lnTo>
                <a:lnTo>
                  <a:pt x="3958" y="1027"/>
                </a:lnTo>
                <a:lnTo>
                  <a:pt x="4023" y="1027"/>
                </a:lnTo>
                <a:lnTo>
                  <a:pt x="4087" y="1006"/>
                </a:lnTo>
                <a:lnTo>
                  <a:pt x="4151" y="1006"/>
                </a:lnTo>
                <a:lnTo>
                  <a:pt x="4215" y="1027"/>
                </a:lnTo>
                <a:lnTo>
                  <a:pt x="4279" y="1070"/>
                </a:lnTo>
                <a:lnTo>
                  <a:pt x="4343" y="1134"/>
                </a:lnTo>
                <a:lnTo>
                  <a:pt x="4472" y="1241"/>
                </a:lnTo>
                <a:lnTo>
                  <a:pt x="4579" y="1348"/>
                </a:lnTo>
                <a:lnTo>
                  <a:pt x="4686" y="1455"/>
                </a:lnTo>
                <a:lnTo>
                  <a:pt x="4878" y="1669"/>
                </a:lnTo>
                <a:lnTo>
                  <a:pt x="5092" y="1883"/>
                </a:lnTo>
                <a:lnTo>
                  <a:pt x="5285" y="2119"/>
                </a:lnTo>
                <a:lnTo>
                  <a:pt x="5456" y="2354"/>
                </a:lnTo>
                <a:lnTo>
                  <a:pt x="5627" y="2611"/>
                </a:lnTo>
                <a:lnTo>
                  <a:pt x="5777" y="2868"/>
                </a:lnTo>
                <a:lnTo>
                  <a:pt x="5905" y="3124"/>
                </a:lnTo>
                <a:lnTo>
                  <a:pt x="6034" y="3402"/>
                </a:lnTo>
                <a:lnTo>
                  <a:pt x="6119" y="3681"/>
                </a:lnTo>
                <a:lnTo>
                  <a:pt x="6205" y="3980"/>
                </a:lnTo>
                <a:lnTo>
                  <a:pt x="6269" y="4280"/>
                </a:lnTo>
                <a:lnTo>
                  <a:pt x="6290" y="4579"/>
                </a:lnTo>
                <a:lnTo>
                  <a:pt x="6312" y="4900"/>
                </a:lnTo>
                <a:lnTo>
                  <a:pt x="6312" y="5242"/>
                </a:lnTo>
                <a:lnTo>
                  <a:pt x="6312" y="5435"/>
                </a:lnTo>
                <a:lnTo>
                  <a:pt x="6312" y="5606"/>
                </a:lnTo>
                <a:lnTo>
                  <a:pt x="6290" y="5713"/>
                </a:lnTo>
                <a:lnTo>
                  <a:pt x="6248" y="5799"/>
                </a:lnTo>
                <a:lnTo>
                  <a:pt x="6226" y="5863"/>
                </a:lnTo>
                <a:lnTo>
                  <a:pt x="6162" y="5906"/>
                </a:lnTo>
                <a:lnTo>
                  <a:pt x="6098" y="5927"/>
                </a:lnTo>
                <a:lnTo>
                  <a:pt x="6034" y="5948"/>
                </a:lnTo>
                <a:lnTo>
                  <a:pt x="5841" y="5970"/>
                </a:lnTo>
                <a:lnTo>
                  <a:pt x="5477" y="5991"/>
                </a:lnTo>
                <a:lnTo>
                  <a:pt x="5221" y="5991"/>
                </a:lnTo>
                <a:lnTo>
                  <a:pt x="5135" y="5948"/>
                </a:lnTo>
                <a:lnTo>
                  <a:pt x="5092" y="5927"/>
                </a:lnTo>
                <a:lnTo>
                  <a:pt x="5050" y="5884"/>
                </a:lnTo>
                <a:lnTo>
                  <a:pt x="4964" y="5799"/>
                </a:lnTo>
                <a:lnTo>
                  <a:pt x="4900" y="5756"/>
                </a:lnTo>
                <a:lnTo>
                  <a:pt x="4793" y="5756"/>
                </a:lnTo>
                <a:lnTo>
                  <a:pt x="4707" y="5820"/>
                </a:lnTo>
                <a:lnTo>
                  <a:pt x="4622" y="5884"/>
                </a:lnTo>
                <a:lnTo>
                  <a:pt x="4557" y="5970"/>
                </a:lnTo>
                <a:lnTo>
                  <a:pt x="4493" y="6034"/>
                </a:lnTo>
                <a:lnTo>
                  <a:pt x="4408" y="6098"/>
                </a:lnTo>
                <a:lnTo>
                  <a:pt x="4258" y="6184"/>
                </a:lnTo>
                <a:lnTo>
                  <a:pt x="4108" y="6269"/>
                </a:lnTo>
                <a:lnTo>
                  <a:pt x="3958" y="6334"/>
                </a:lnTo>
                <a:lnTo>
                  <a:pt x="3787" y="6355"/>
                </a:lnTo>
                <a:lnTo>
                  <a:pt x="3595" y="6355"/>
                </a:lnTo>
                <a:lnTo>
                  <a:pt x="3381" y="6334"/>
                </a:lnTo>
                <a:lnTo>
                  <a:pt x="2974" y="6227"/>
                </a:lnTo>
                <a:lnTo>
                  <a:pt x="2782" y="6205"/>
                </a:lnTo>
                <a:lnTo>
                  <a:pt x="2610" y="6184"/>
                </a:lnTo>
                <a:lnTo>
                  <a:pt x="2568" y="6227"/>
                </a:lnTo>
                <a:lnTo>
                  <a:pt x="2525" y="6248"/>
                </a:lnTo>
                <a:lnTo>
                  <a:pt x="2482" y="6227"/>
                </a:lnTo>
                <a:lnTo>
                  <a:pt x="2461" y="6205"/>
                </a:lnTo>
                <a:lnTo>
                  <a:pt x="2396" y="6141"/>
                </a:lnTo>
                <a:lnTo>
                  <a:pt x="2354" y="6055"/>
                </a:lnTo>
                <a:lnTo>
                  <a:pt x="2311" y="5970"/>
                </a:lnTo>
                <a:lnTo>
                  <a:pt x="2247" y="5799"/>
                </a:lnTo>
                <a:lnTo>
                  <a:pt x="2204" y="5735"/>
                </a:lnTo>
                <a:lnTo>
                  <a:pt x="2161" y="5670"/>
                </a:lnTo>
                <a:lnTo>
                  <a:pt x="2076" y="5628"/>
                </a:lnTo>
                <a:lnTo>
                  <a:pt x="1969" y="5606"/>
                </a:lnTo>
                <a:lnTo>
                  <a:pt x="1904" y="5628"/>
                </a:lnTo>
                <a:lnTo>
                  <a:pt x="1840" y="5670"/>
                </a:lnTo>
                <a:lnTo>
                  <a:pt x="1776" y="5713"/>
                </a:lnTo>
                <a:lnTo>
                  <a:pt x="1755" y="5777"/>
                </a:lnTo>
                <a:lnTo>
                  <a:pt x="1712" y="5927"/>
                </a:lnTo>
                <a:lnTo>
                  <a:pt x="1712" y="6077"/>
                </a:lnTo>
                <a:lnTo>
                  <a:pt x="1648" y="5991"/>
                </a:lnTo>
                <a:lnTo>
                  <a:pt x="1626" y="5906"/>
                </a:lnTo>
                <a:lnTo>
                  <a:pt x="1605" y="5842"/>
                </a:lnTo>
                <a:lnTo>
                  <a:pt x="1626" y="5713"/>
                </a:lnTo>
                <a:lnTo>
                  <a:pt x="1669" y="5521"/>
                </a:lnTo>
                <a:lnTo>
                  <a:pt x="1712" y="5328"/>
                </a:lnTo>
                <a:lnTo>
                  <a:pt x="1626" y="5307"/>
                </a:lnTo>
                <a:lnTo>
                  <a:pt x="1562" y="5328"/>
                </a:lnTo>
                <a:lnTo>
                  <a:pt x="1498" y="5371"/>
                </a:lnTo>
                <a:lnTo>
                  <a:pt x="1434" y="5435"/>
                </a:lnTo>
                <a:lnTo>
                  <a:pt x="1369" y="5585"/>
                </a:lnTo>
                <a:lnTo>
                  <a:pt x="1305" y="5735"/>
                </a:lnTo>
                <a:lnTo>
                  <a:pt x="1198" y="5649"/>
                </a:lnTo>
                <a:lnTo>
                  <a:pt x="1134" y="5542"/>
                </a:lnTo>
                <a:lnTo>
                  <a:pt x="1113" y="5435"/>
                </a:lnTo>
                <a:lnTo>
                  <a:pt x="1113" y="5307"/>
                </a:lnTo>
                <a:lnTo>
                  <a:pt x="1134" y="5178"/>
                </a:lnTo>
                <a:lnTo>
                  <a:pt x="1177" y="5071"/>
                </a:lnTo>
                <a:lnTo>
                  <a:pt x="1262" y="4836"/>
                </a:lnTo>
                <a:lnTo>
                  <a:pt x="1327" y="4622"/>
                </a:lnTo>
                <a:lnTo>
                  <a:pt x="1369" y="4515"/>
                </a:lnTo>
                <a:lnTo>
                  <a:pt x="1348" y="4472"/>
                </a:lnTo>
                <a:lnTo>
                  <a:pt x="1327" y="4451"/>
                </a:lnTo>
                <a:lnTo>
                  <a:pt x="1241" y="4451"/>
                </a:lnTo>
                <a:lnTo>
                  <a:pt x="1177" y="4515"/>
                </a:lnTo>
                <a:lnTo>
                  <a:pt x="1134" y="4601"/>
                </a:lnTo>
                <a:lnTo>
                  <a:pt x="1091" y="4622"/>
                </a:lnTo>
                <a:lnTo>
                  <a:pt x="1070" y="4643"/>
                </a:lnTo>
                <a:lnTo>
                  <a:pt x="1412" y="3681"/>
                </a:lnTo>
                <a:lnTo>
                  <a:pt x="1476" y="3574"/>
                </a:lnTo>
                <a:lnTo>
                  <a:pt x="1519" y="3424"/>
                </a:lnTo>
                <a:lnTo>
                  <a:pt x="1541" y="3338"/>
                </a:lnTo>
                <a:lnTo>
                  <a:pt x="1541" y="3274"/>
                </a:lnTo>
                <a:lnTo>
                  <a:pt x="1519" y="3231"/>
                </a:lnTo>
                <a:lnTo>
                  <a:pt x="1476" y="3188"/>
                </a:lnTo>
                <a:lnTo>
                  <a:pt x="1412" y="3188"/>
                </a:lnTo>
                <a:lnTo>
                  <a:pt x="1348" y="3231"/>
                </a:lnTo>
                <a:lnTo>
                  <a:pt x="1284" y="3274"/>
                </a:lnTo>
                <a:lnTo>
                  <a:pt x="1241" y="3317"/>
                </a:lnTo>
                <a:lnTo>
                  <a:pt x="1156" y="3467"/>
                </a:lnTo>
                <a:lnTo>
                  <a:pt x="1091" y="3574"/>
                </a:lnTo>
                <a:lnTo>
                  <a:pt x="1091" y="3552"/>
                </a:lnTo>
                <a:lnTo>
                  <a:pt x="1091" y="3488"/>
                </a:lnTo>
                <a:lnTo>
                  <a:pt x="1134" y="3338"/>
                </a:lnTo>
                <a:lnTo>
                  <a:pt x="1220" y="3060"/>
                </a:lnTo>
                <a:lnTo>
                  <a:pt x="1327" y="2782"/>
                </a:lnTo>
                <a:lnTo>
                  <a:pt x="1391" y="2632"/>
                </a:lnTo>
                <a:lnTo>
                  <a:pt x="1391" y="2568"/>
                </a:lnTo>
                <a:lnTo>
                  <a:pt x="1369" y="2589"/>
                </a:lnTo>
                <a:lnTo>
                  <a:pt x="1327" y="2589"/>
                </a:lnTo>
                <a:lnTo>
                  <a:pt x="1455" y="2354"/>
                </a:lnTo>
                <a:lnTo>
                  <a:pt x="1626" y="2119"/>
                </a:lnTo>
                <a:lnTo>
                  <a:pt x="1969" y="1691"/>
                </a:lnTo>
                <a:lnTo>
                  <a:pt x="2311" y="1263"/>
                </a:lnTo>
                <a:lnTo>
                  <a:pt x="2482" y="1027"/>
                </a:lnTo>
                <a:lnTo>
                  <a:pt x="2632" y="814"/>
                </a:lnTo>
                <a:lnTo>
                  <a:pt x="2717" y="792"/>
                </a:lnTo>
                <a:lnTo>
                  <a:pt x="2846" y="771"/>
                </a:lnTo>
                <a:close/>
                <a:moveTo>
                  <a:pt x="2953" y="0"/>
                </a:moveTo>
                <a:lnTo>
                  <a:pt x="2610" y="22"/>
                </a:lnTo>
                <a:lnTo>
                  <a:pt x="2247" y="43"/>
                </a:lnTo>
                <a:lnTo>
                  <a:pt x="2076" y="86"/>
                </a:lnTo>
                <a:lnTo>
                  <a:pt x="1904" y="129"/>
                </a:lnTo>
                <a:lnTo>
                  <a:pt x="1755" y="193"/>
                </a:lnTo>
                <a:lnTo>
                  <a:pt x="1626" y="300"/>
                </a:lnTo>
                <a:lnTo>
                  <a:pt x="1562" y="364"/>
                </a:lnTo>
                <a:lnTo>
                  <a:pt x="1498" y="428"/>
                </a:lnTo>
                <a:lnTo>
                  <a:pt x="1412" y="600"/>
                </a:lnTo>
                <a:lnTo>
                  <a:pt x="1305" y="749"/>
                </a:lnTo>
                <a:lnTo>
                  <a:pt x="1262" y="814"/>
                </a:lnTo>
                <a:lnTo>
                  <a:pt x="1198" y="878"/>
                </a:lnTo>
                <a:lnTo>
                  <a:pt x="1027" y="963"/>
                </a:lnTo>
                <a:lnTo>
                  <a:pt x="856" y="1027"/>
                </a:lnTo>
                <a:lnTo>
                  <a:pt x="685" y="1092"/>
                </a:lnTo>
                <a:lnTo>
                  <a:pt x="535" y="1156"/>
                </a:lnTo>
                <a:lnTo>
                  <a:pt x="471" y="1220"/>
                </a:lnTo>
                <a:lnTo>
                  <a:pt x="428" y="1263"/>
                </a:lnTo>
                <a:lnTo>
                  <a:pt x="428" y="1327"/>
                </a:lnTo>
                <a:lnTo>
                  <a:pt x="428" y="1391"/>
                </a:lnTo>
                <a:lnTo>
                  <a:pt x="449" y="1455"/>
                </a:lnTo>
                <a:lnTo>
                  <a:pt x="492" y="1498"/>
                </a:lnTo>
                <a:lnTo>
                  <a:pt x="556" y="1520"/>
                </a:lnTo>
                <a:lnTo>
                  <a:pt x="642" y="1541"/>
                </a:lnTo>
                <a:lnTo>
                  <a:pt x="728" y="1520"/>
                </a:lnTo>
                <a:lnTo>
                  <a:pt x="813" y="1498"/>
                </a:lnTo>
                <a:lnTo>
                  <a:pt x="984" y="1413"/>
                </a:lnTo>
                <a:lnTo>
                  <a:pt x="1284" y="1241"/>
                </a:lnTo>
                <a:lnTo>
                  <a:pt x="1369" y="1177"/>
                </a:lnTo>
                <a:lnTo>
                  <a:pt x="1455" y="1113"/>
                </a:lnTo>
                <a:lnTo>
                  <a:pt x="1562" y="963"/>
                </a:lnTo>
                <a:lnTo>
                  <a:pt x="1690" y="792"/>
                </a:lnTo>
                <a:lnTo>
                  <a:pt x="1819" y="621"/>
                </a:lnTo>
                <a:lnTo>
                  <a:pt x="1883" y="557"/>
                </a:lnTo>
                <a:lnTo>
                  <a:pt x="1969" y="514"/>
                </a:lnTo>
                <a:lnTo>
                  <a:pt x="2161" y="428"/>
                </a:lnTo>
                <a:lnTo>
                  <a:pt x="2396" y="407"/>
                </a:lnTo>
                <a:lnTo>
                  <a:pt x="2568" y="407"/>
                </a:lnTo>
                <a:lnTo>
                  <a:pt x="2589" y="428"/>
                </a:lnTo>
                <a:lnTo>
                  <a:pt x="2610" y="450"/>
                </a:lnTo>
                <a:lnTo>
                  <a:pt x="2589" y="471"/>
                </a:lnTo>
                <a:lnTo>
                  <a:pt x="2568" y="514"/>
                </a:lnTo>
                <a:lnTo>
                  <a:pt x="2503" y="535"/>
                </a:lnTo>
                <a:lnTo>
                  <a:pt x="2482" y="557"/>
                </a:lnTo>
                <a:lnTo>
                  <a:pt x="2311" y="664"/>
                </a:lnTo>
                <a:lnTo>
                  <a:pt x="2140" y="771"/>
                </a:lnTo>
                <a:lnTo>
                  <a:pt x="1840" y="1049"/>
                </a:lnTo>
                <a:lnTo>
                  <a:pt x="1562" y="1348"/>
                </a:lnTo>
                <a:lnTo>
                  <a:pt x="1305" y="1669"/>
                </a:lnTo>
                <a:lnTo>
                  <a:pt x="1070" y="2033"/>
                </a:lnTo>
                <a:lnTo>
                  <a:pt x="856" y="2397"/>
                </a:lnTo>
                <a:lnTo>
                  <a:pt x="685" y="2761"/>
                </a:lnTo>
                <a:lnTo>
                  <a:pt x="514" y="3124"/>
                </a:lnTo>
                <a:lnTo>
                  <a:pt x="385" y="3467"/>
                </a:lnTo>
                <a:lnTo>
                  <a:pt x="257" y="3852"/>
                </a:lnTo>
                <a:lnTo>
                  <a:pt x="64" y="4579"/>
                </a:lnTo>
                <a:lnTo>
                  <a:pt x="22" y="4750"/>
                </a:lnTo>
                <a:lnTo>
                  <a:pt x="0" y="4943"/>
                </a:lnTo>
                <a:lnTo>
                  <a:pt x="0" y="5114"/>
                </a:lnTo>
                <a:lnTo>
                  <a:pt x="0" y="5285"/>
                </a:lnTo>
                <a:lnTo>
                  <a:pt x="43" y="5456"/>
                </a:lnTo>
                <a:lnTo>
                  <a:pt x="86" y="5628"/>
                </a:lnTo>
                <a:lnTo>
                  <a:pt x="171" y="5777"/>
                </a:lnTo>
                <a:lnTo>
                  <a:pt x="257" y="5927"/>
                </a:lnTo>
                <a:lnTo>
                  <a:pt x="471" y="6162"/>
                </a:lnTo>
                <a:lnTo>
                  <a:pt x="578" y="6269"/>
                </a:lnTo>
                <a:lnTo>
                  <a:pt x="685" y="6355"/>
                </a:lnTo>
                <a:lnTo>
                  <a:pt x="792" y="6441"/>
                </a:lnTo>
                <a:lnTo>
                  <a:pt x="920" y="6505"/>
                </a:lnTo>
                <a:lnTo>
                  <a:pt x="1070" y="6569"/>
                </a:lnTo>
                <a:lnTo>
                  <a:pt x="1220" y="6612"/>
                </a:lnTo>
                <a:lnTo>
                  <a:pt x="1369" y="6612"/>
                </a:lnTo>
                <a:lnTo>
                  <a:pt x="1498" y="6590"/>
                </a:lnTo>
                <a:lnTo>
                  <a:pt x="1797" y="6569"/>
                </a:lnTo>
                <a:lnTo>
                  <a:pt x="1947" y="6569"/>
                </a:lnTo>
                <a:lnTo>
                  <a:pt x="2011" y="6590"/>
                </a:lnTo>
                <a:lnTo>
                  <a:pt x="2097" y="6655"/>
                </a:lnTo>
                <a:lnTo>
                  <a:pt x="2268" y="6783"/>
                </a:lnTo>
                <a:lnTo>
                  <a:pt x="2418" y="6890"/>
                </a:lnTo>
                <a:lnTo>
                  <a:pt x="2610" y="6975"/>
                </a:lnTo>
                <a:lnTo>
                  <a:pt x="2782" y="7040"/>
                </a:lnTo>
                <a:lnTo>
                  <a:pt x="2953" y="7082"/>
                </a:lnTo>
                <a:lnTo>
                  <a:pt x="3167" y="7082"/>
                </a:lnTo>
                <a:lnTo>
                  <a:pt x="3316" y="7040"/>
                </a:lnTo>
                <a:lnTo>
                  <a:pt x="3466" y="6975"/>
                </a:lnTo>
                <a:lnTo>
                  <a:pt x="3616" y="6933"/>
                </a:lnTo>
                <a:lnTo>
                  <a:pt x="3787" y="6869"/>
                </a:lnTo>
                <a:lnTo>
                  <a:pt x="3980" y="6826"/>
                </a:lnTo>
                <a:lnTo>
                  <a:pt x="4172" y="6762"/>
                </a:lnTo>
                <a:lnTo>
                  <a:pt x="4343" y="6697"/>
                </a:lnTo>
                <a:lnTo>
                  <a:pt x="4536" y="6590"/>
                </a:lnTo>
                <a:lnTo>
                  <a:pt x="4664" y="6483"/>
                </a:lnTo>
                <a:lnTo>
                  <a:pt x="4729" y="6441"/>
                </a:lnTo>
                <a:lnTo>
                  <a:pt x="4793" y="6419"/>
                </a:lnTo>
                <a:lnTo>
                  <a:pt x="4857" y="6398"/>
                </a:lnTo>
                <a:lnTo>
                  <a:pt x="4878" y="6419"/>
                </a:lnTo>
                <a:lnTo>
                  <a:pt x="4857" y="6462"/>
                </a:lnTo>
                <a:lnTo>
                  <a:pt x="4900" y="6505"/>
                </a:lnTo>
                <a:lnTo>
                  <a:pt x="4943" y="6569"/>
                </a:lnTo>
                <a:lnTo>
                  <a:pt x="5007" y="6612"/>
                </a:lnTo>
                <a:lnTo>
                  <a:pt x="5178" y="6676"/>
                </a:lnTo>
                <a:lnTo>
                  <a:pt x="5349" y="6719"/>
                </a:lnTo>
                <a:lnTo>
                  <a:pt x="5499" y="6740"/>
                </a:lnTo>
                <a:lnTo>
                  <a:pt x="5734" y="6762"/>
                </a:lnTo>
                <a:lnTo>
                  <a:pt x="5948" y="6740"/>
                </a:lnTo>
                <a:lnTo>
                  <a:pt x="6119" y="6655"/>
                </a:lnTo>
                <a:lnTo>
                  <a:pt x="6333" y="6526"/>
                </a:lnTo>
                <a:lnTo>
                  <a:pt x="6547" y="6355"/>
                </a:lnTo>
                <a:lnTo>
                  <a:pt x="6654" y="6269"/>
                </a:lnTo>
                <a:lnTo>
                  <a:pt x="6740" y="6162"/>
                </a:lnTo>
                <a:lnTo>
                  <a:pt x="6804" y="6034"/>
                </a:lnTo>
                <a:lnTo>
                  <a:pt x="6847" y="5906"/>
                </a:lnTo>
                <a:lnTo>
                  <a:pt x="6868" y="5777"/>
                </a:lnTo>
                <a:lnTo>
                  <a:pt x="6868" y="5628"/>
                </a:lnTo>
                <a:lnTo>
                  <a:pt x="6847" y="5414"/>
                </a:lnTo>
                <a:lnTo>
                  <a:pt x="6847" y="5200"/>
                </a:lnTo>
                <a:lnTo>
                  <a:pt x="6847" y="4772"/>
                </a:lnTo>
                <a:lnTo>
                  <a:pt x="6804" y="4387"/>
                </a:lnTo>
                <a:lnTo>
                  <a:pt x="6761" y="4023"/>
                </a:lnTo>
                <a:lnTo>
                  <a:pt x="6676" y="3659"/>
                </a:lnTo>
                <a:lnTo>
                  <a:pt x="6547" y="3295"/>
                </a:lnTo>
                <a:lnTo>
                  <a:pt x="6376" y="2932"/>
                </a:lnTo>
                <a:lnTo>
                  <a:pt x="6205" y="2568"/>
                </a:lnTo>
                <a:lnTo>
                  <a:pt x="5991" y="2247"/>
                </a:lnTo>
                <a:lnTo>
                  <a:pt x="5756" y="1926"/>
                </a:lnTo>
                <a:lnTo>
                  <a:pt x="5499" y="1627"/>
                </a:lnTo>
                <a:lnTo>
                  <a:pt x="5221" y="1348"/>
                </a:lnTo>
                <a:lnTo>
                  <a:pt x="4943" y="1092"/>
                </a:lnTo>
                <a:lnTo>
                  <a:pt x="4622" y="835"/>
                </a:lnTo>
                <a:lnTo>
                  <a:pt x="4515" y="771"/>
                </a:lnTo>
                <a:lnTo>
                  <a:pt x="4343" y="685"/>
                </a:lnTo>
                <a:lnTo>
                  <a:pt x="4194" y="600"/>
                </a:lnTo>
                <a:lnTo>
                  <a:pt x="4130" y="557"/>
                </a:lnTo>
                <a:lnTo>
                  <a:pt x="4108" y="514"/>
                </a:lnTo>
                <a:lnTo>
                  <a:pt x="4087" y="471"/>
                </a:lnTo>
                <a:lnTo>
                  <a:pt x="4087" y="407"/>
                </a:lnTo>
                <a:lnTo>
                  <a:pt x="4087" y="279"/>
                </a:lnTo>
                <a:lnTo>
                  <a:pt x="4087" y="172"/>
                </a:lnTo>
                <a:lnTo>
                  <a:pt x="4065" y="129"/>
                </a:lnTo>
                <a:lnTo>
                  <a:pt x="4023" y="86"/>
                </a:lnTo>
                <a:lnTo>
                  <a:pt x="3937" y="43"/>
                </a:lnTo>
                <a:lnTo>
                  <a:pt x="3830" y="22"/>
                </a:lnTo>
                <a:lnTo>
                  <a:pt x="3616" y="22"/>
                </a:lnTo>
                <a:lnTo>
                  <a:pt x="3274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7"/>
          <p:cNvSpPr/>
          <p:nvPr/>
        </p:nvSpPr>
        <p:spPr>
          <a:xfrm>
            <a:off x="4686439" y="964675"/>
            <a:ext cx="226075" cy="241147"/>
          </a:xfrm>
          <a:custGeom>
            <a:rect b="b" l="l" r="r" t="t"/>
            <a:pathLst>
              <a:path extrusionOk="0" h="4109" w="2676">
                <a:moveTo>
                  <a:pt x="1028" y="835"/>
                </a:moveTo>
                <a:lnTo>
                  <a:pt x="1049" y="856"/>
                </a:lnTo>
                <a:lnTo>
                  <a:pt x="1092" y="942"/>
                </a:lnTo>
                <a:lnTo>
                  <a:pt x="1156" y="1156"/>
                </a:lnTo>
                <a:lnTo>
                  <a:pt x="1199" y="1412"/>
                </a:lnTo>
                <a:lnTo>
                  <a:pt x="1221" y="1562"/>
                </a:lnTo>
                <a:lnTo>
                  <a:pt x="1114" y="1562"/>
                </a:lnTo>
                <a:lnTo>
                  <a:pt x="1049" y="1519"/>
                </a:lnTo>
                <a:lnTo>
                  <a:pt x="1028" y="1455"/>
                </a:lnTo>
                <a:lnTo>
                  <a:pt x="1007" y="1348"/>
                </a:lnTo>
                <a:lnTo>
                  <a:pt x="942" y="1198"/>
                </a:lnTo>
                <a:lnTo>
                  <a:pt x="921" y="1113"/>
                </a:lnTo>
                <a:lnTo>
                  <a:pt x="900" y="1027"/>
                </a:lnTo>
                <a:lnTo>
                  <a:pt x="921" y="942"/>
                </a:lnTo>
                <a:lnTo>
                  <a:pt x="942" y="920"/>
                </a:lnTo>
                <a:lnTo>
                  <a:pt x="964" y="899"/>
                </a:lnTo>
                <a:lnTo>
                  <a:pt x="1028" y="835"/>
                </a:lnTo>
                <a:close/>
                <a:moveTo>
                  <a:pt x="1798" y="2140"/>
                </a:moveTo>
                <a:lnTo>
                  <a:pt x="1948" y="2183"/>
                </a:lnTo>
                <a:lnTo>
                  <a:pt x="2076" y="2225"/>
                </a:lnTo>
                <a:lnTo>
                  <a:pt x="2141" y="2247"/>
                </a:lnTo>
                <a:lnTo>
                  <a:pt x="2205" y="2290"/>
                </a:lnTo>
                <a:lnTo>
                  <a:pt x="2248" y="2354"/>
                </a:lnTo>
                <a:lnTo>
                  <a:pt x="2269" y="2418"/>
                </a:lnTo>
                <a:lnTo>
                  <a:pt x="2248" y="2525"/>
                </a:lnTo>
                <a:lnTo>
                  <a:pt x="2226" y="2675"/>
                </a:lnTo>
                <a:lnTo>
                  <a:pt x="2162" y="2803"/>
                </a:lnTo>
                <a:lnTo>
                  <a:pt x="2119" y="2825"/>
                </a:lnTo>
                <a:lnTo>
                  <a:pt x="2076" y="2846"/>
                </a:lnTo>
                <a:lnTo>
                  <a:pt x="2012" y="2803"/>
                </a:lnTo>
                <a:lnTo>
                  <a:pt x="1969" y="2718"/>
                </a:lnTo>
                <a:lnTo>
                  <a:pt x="1884" y="2482"/>
                </a:lnTo>
                <a:lnTo>
                  <a:pt x="1820" y="2247"/>
                </a:lnTo>
                <a:lnTo>
                  <a:pt x="1798" y="2140"/>
                </a:lnTo>
                <a:close/>
                <a:moveTo>
                  <a:pt x="1221" y="2033"/>
                </a:moveTo>
                <a:lnTo>
                  <a:pt x="1306" y="2054"/>
                </a:lnTo>
                <a:lnTo>
                  <a:pt x="1392" y="2076"/>
                </a:lnTo>
                <a:lnTo>
                  <a:pt x="1563" y="2546"/>
                </a:lnTo>
                <a:lnTo>
                  <a:pt x="1713" y="3017"/>
                </a:lnTo>
                <a:lnTo>
                  <a:pt x="1627" y="3039"/>
                </a:lnTo>
                <a:lnTo>
                  <a:pt x="1584" y="3039"/>
                </a:lnTo>
                <a:lnTo>
                  <a:pt x="1541" y="2996"/>
                </a:lnTo>
                <a:lnTo>
                  <a:pt x="1499" y="2910"/>
                </a:lnTo>
                <a:lnTo>
                  <a:pt x="1434" y="2760"/>
                </a:lnTo>
                <a:lnTo>
                  <a:pt x="1392" y="2611"/>
                </a:lnTo>
                <a:lnTo>
                  <a:pt x="1285" y="2332"/>
                </a:lnTo>
                <a:lnTo>
                  <a:pt x="1242" y="2183"/>
                </a:lnTo>
                <a:lnTo>
                  <a:pt x="1221" y="2033"/>
                </a:lnTo>
                <a:close/>
                <a:moveTo>
                  <a:pt x="1007" y="0"/>
                </a:moveTo>
                <a:lnTo>
                  <a:pt x="964" y="22"/>
                </a:lnTo>
                <a:lnTo>
                  <a:pt x="942" y="43"/>
                </a:lnTo>
                <a:lnTo>
                  <a:pt x="942" y="86"/>
                </a:lnTo>
                <a:lnTo>
                  <a:pt x="921" y="171"/>
                </a:lnTo>
                <a:lnTo>
                  <a:pt x="921" y="278"/>
                </a:lnTo>
                <a:lnTo>
                  <a:pt x="921" y="343"/>
                </a:lnTo>
                <a:lnTo>
                  <a:pt x="942" y="385"/>
                </a:lnTo>
                <a:lnTo>
                  <a:pt x="921" y="407"/>
                </a:lnTo>
                <a:lnTo>
                  <a:pt x="857" y="450"/>
                </a:lnTo>
                <a:lnTo>
                  <a:pt x="771" y="450"/>
                </a:lnTo>
                <a:lnTo>
                  <a:pt x="728" y="364"/>
                </a:lnTo>
                <a:lnTo>
                  <a:pt x="707" y="278"/>
                </a:lnTo>
                <a:lnTo>
                  <a:pt x="686" y="193"/>
                </a:lnTo>
                <a:lnTo>
                  <a:pt x="643" y="107"/>
                </a:lnTo>
                <a:lnTo>
                  <a:pt x="621" y="86"/>
                </a:lnTo>
                <a:lnTo>
                  <a:pt x="579" y="65"/>
                </a:lnTo>
                <a:lnTo>
                  <a:pt x="514" y="65"/>
                </a:lnTo>
                <a:lnTo>
                  <a:pt x="472" y="107"/>
                </a:lnTo>
                <a:lnTo>
                  <a:pt x="450" y="150"/>
                </a:lnTo>
                <a:lnTo>
                  <a:pt x="429" y="193"/>
                </a:lnTo>
                <a:lnTo>
                  <a:pt x="429" y="300"/>
                </a:lnTo>
                <a:lnTo>
                  <a:pt x="450" y="407"/>
                </a:lnTo>
                <a:lnTo>
                  <a:pt x="450" y="535"/>
                </a:lnTo>
                <a:lnTo>
                  <a:pt x="450" y="578"/>
                </a:lnTo>
                <a:lnTo>
                  <a:pt x="407" y="642"/>
                </a:lnTo>
                <a:lnTo>
                  <a:pt x="365" y="685"/>
                </a:lnTo>
                <a:lnTo>
                  <a:pt x="301" y="728"/>
                </a:lnTo>
                <a:lnTo>
                  <a:pt x="215" y="813"/>
                </a:lnTo>
                <a:lnTo>
                  <a:pt x="108" y="985"/>
                </a:lnTo>
                <a:lnTo>
                  <a:pt x="22" y="1156"/>
                </a:lnTo>
                <a:lnTo>
                  <a:pt x="1" y="1391"/>
                </a:lnTo>
                <a:lnTo>
                  <a:pt x="22" y="1498"/>
                </a:lnTo>
                <a:lnTo>
                  <a:pt x="65" y="1605"/>
                </a:lnTo>
                <a:lnTo>
                  <a:pt x="108" y="1691"/>
                </a:lnTo>
                <a:lnTo>
                  <a:pt x="172" y="1733"/>
                </a:lnTo>
                <a:lnTo>
                  <a:pt x="236" y="1798"/>
                </a:lnTo>
                <a:lnTo>
                  <a:pt x="322" y="1819"/>
                </a:lnTo>
                <a:lnTo>
                  <a:pt x="450" y="1862"/>
                </a:lnTo>
                <a:lnTo>
                  <a:pt x="600" y="1883"/>
                </a:lnTo>
                <a:lnTo>
                  <a:pt x="750" y="1905"/>
                </a:lnTo>
                <a:lnTo>
                  <a:pt x="793" y="1926"/>
                </a:lnTo>
                <a:lnTo>
                  <a:pt x="835" y="1947"/>
                </a:lnTo>
                <a:lnTo>
                  <a:pt x="900" y="2033"/>
                </a:lnTo>
                <a:lnTo>
                  <a:pt x="942" y="2161"/>
                </a:lnTo>
                <a:lnTo>
                  <a:pt x="1007" y="2418"/>
                </a:lnTo>
                <a:lnTo>
                  <a:pt x="1178" y="2910"/>
                </a:lnTo>
                <a:lnTo>
                  <a:pt x="1221" y="3039"/>
                </a:lnTo>
                <a:lnTo>
                  <a:pt x="1221" y="3103"/>
                </a:lnTo>
                <a:lnTo>
                  <a:pt x="1221" y="3145"/>
                </a:lnTo>
                <a:lnTo>
                  <a:pt x="1199" y="3167"/>
                </a:lnTo>
                <a:lnTo>
                  <a:pt x="1156" y="3188"/>
                </a:lnTo>
                <a:lnTo>
                  <a:pt x="1007" y="3210"/>
                </a:lnTo>
                <a:lnTo>
                  <a:pt x="878" y="3188"/>
                </a:lnTo>
                <a:lnTo>
                  <a:pt x="707" y="3167"/>
                </a:lnTo>
                <a:lnTo>
                  <a:pt x="514" y="3145"/>
                </a:lnTo>
                <a:lnTo>
                  <a:pt x="407" y="3145"/>
                </a:lnTo>
                <a:lnTo>
                  <a:pt x="386" y="3167"/>
                </a:lnTo>
                <a:lnTo>
                  <a:pt x="386" y="3210"/>
                </a:lnTo>
                <a:lnTo>
                  <a:pt x="365" y="3317"/>
                </a:lnTo>
                <a:lnTo>
                  <a:pt x="386" y="3424"/>
                </a:lnTo>
                <a:lnTo>
                  <a:pt x="407" y="3488"/>
                </a:lnTo>
                <a:lnTo>
                  <a:pt x="472" y="3552"/>
                </a:lnTo>
                <a:lnTo>
                  <a:pt x="536" y="3595"/>
                </a:lnTo>
                <a:lnTo>
                  <a:pt x="686" y="3659"/>
                </a:lnTo>
                <a:lnTo>
                  <a:pt x="878" y="3680"/>
                </a:lnTo>
                <a:lnTo>
                  <a:pt x="1049" y="3680"/>
                </a:lnTo>
                <a:lnTo>
                  <a:pt x="1242" y="3638"/>
                </a:lnTo>
                <a:lnTo>
                  <a:pt x="1413" y="3638"/>
                </a:lnTo>
                <a:lnTo>
                  <a:pt x="1456" y="3680"/>
                </a:lnTo>
                <a:lnTo>
                  <a:pt x="1499" y="3723"/>
                </a:lnTo>
                <a:lnTo>
                  <a:pt x="1541" y="3787"/>
                </a:lnTo>
                <a:lnTo>
                  <a:pt x="1584" y="3809"/>
                </a:lnTo>
                <a:lnTo>
                  <a:pt x="1648" y="3787"/>
                </a:lnTo>
                <a:lnTo>
                  <a:pt x="1670" y="3787"/>
                </a:lnTo>
                <a:lnTo>
                  <a:pt x="1691" y="3723"/>
                </a:lnTo>
                <a:lnTo>
                  <a:pt x="1691" y="3659"/>
                </a:lnTo>
                <a:lnTo>
                  <a:pt x="1713" y="3595"/>
                </a:lnTo>
                <a:lnTo>
                  <a:pt x="1777" y="3509"/>
                </a:lnTo>
                <a:lnTo>
                  <a:pt x="1820" y="3488"/>
                </a:lnTo>
                <a:lnTo>
                  <a:pt x="1841" y="3488"/>
                </a:lnTo>
                <a:lnTo>
                  <a:pt x="1884" y="3509"/>
                </a:lnTo>
                <a:lnTo>
                  <a:pt x="1927" y="3595"/>
                </a:lnTo>
                <a:lnTo>
                  <a:pt x="2012" y="3787"/>
                </a:lnTo>
                <a:lnTo>
                  <a:pt x="2055" y="3937"/>
                </a:lnTo>
                <a:lnTo>
                  <a:pt x="2098" y="4044"/>
                </a:lnTo>
                <a:lnTo>
                  <a:pt x="2162" y="4108"/>
                </a:lnTo>
                <a:lnTo>
                  <a:pt x="2226" y="4108"/>
                </a:lnTo>
                <a:lnTo>
                  <a:pt x="2248" y="4087"/>
                </a:lnTo>
                <a:lnTo>
                  <a:pt x="2290" y="4023"/>
                </a:lnTo>
                <a:lnTo>
                  <a:pt x="2312" y="3916"/>
                </a:lnTo>
                <a:lnTo>
                  <a:pt x="2290" y="3809"/>
                </a:lnTo>
                <a:lnTo>
                  <a:pt x="2248" y="3595"/>
                </a:lnTo>
                <a:lnTo>
                  <a:pt x="2205" y="3509"/>
                </a:lnTo>
                <a:lnTo>
                  <a:pt x="2183" y="3402"/>
                </a:lnTo>
                <a:lnTo>
                  <a:pt x="2205" y="3295"/>
                </a:lnTo>
                <a:lnTo>
                  <a:pt x="2226" y="3274"/>
                </a:lnTo>
                <a:lnTo>
                  <a:pt x="2269" y="3231"/>
                </a:lnTo>
                <a:lnTo>
                  <a:pt x="2354" y="3124"/>
                </a:lnTo>
                <a:lnTo>
                  <a:pt x="2461" y="3039"/>
                </a:lnTo>
                <a:lnTo>
                  <a:pt x="2547" y="2953"/>
                </a:lnTo>
                <a:lnTo>
                  <a:pt x="2633" y="2825"/>
                </a:lnTo>
                <a:lnTo>
                  <a:pt x="2654" y="2718"/>
                </a:lnTo>
                <a:lnTo>
                  <a:pt x="2675" y="2611"/>
                </a:lnTo>
                <a:lnTo>
                  <a:pt x="2654" y="2418"/>
                </a:lnTo>
                <a:lnTo>
                  <a:pt x="2611" y="2225"/>
                </a:lnTo>
                <a:lnTo>
                  <a:pt x="2526" y="2054"/>
                </a:lnTo>
                <a:lnTo>
                  <a:pt x="2397" y="1905"/>
                </a:lnTo>
                <a:lnTo>
                  <a:pt x="2248" y="1755"/>
                </a:lnTo>
                <a:lnTo>
                  <a:pt x="2076" y="1669"/>
                </a:lnTo>
                <a:lnTo>
                  <a:pt x="1884" y="1584"/>
                </a:lnTo>
                <a:lnTo>
                  <a:pt x="1713" y="1562"/>
                </a:lnTo>
                <a:lnTo>
                  <a:pt x="1627" y="1562"/>
                </a:lnTo>
                <a:lnTo>
                  <a:pt x="1563" y="1541"/>
                </a:lnTo>
                <a:lnTo>
                  <a:pt x="1541" y="1477"/>
                </a:lnTo>
                <a:lnTo>
                  <a:pt x="1520" y="1370"/>
                </a:lnTo>
                <a:lnTo>
                  <a:pt x="1477" y="1156"/>
                </a:lnTo>
                <a:lnTo>
                  <a:pt x="1392" y="942"/>
                </a:lnTo>
                <a:lnTo>
                  <a:pt x="1349" y="813"/>
                </a:lnTo>
                <a:lnTo>
                  <a:pt x="1349" y="771"/>
                </a:lnTo>
                <a:lnTo>
                  <a:pt x="1392" y="728"/>
                </a:lnTo>
                <a:lnTo>
                  <a:pt x="1499" y="685"/>
                </a:lnTo>
                <a:lnTo>
                  <a:pt x="1648" y="685"/>
                </a:lnTo>
                <a:lnTo>
                  <a:pt x="1798" y="664"/>
                </a:lnTo>
                <a:lnTo>
                  <a:pt x="1884" y="664"/>
                </a:lnTo>
                <a:lnTo>
                  <a:pt x="1948" y="621"/>
                </a:lnTo>
                <a:lnTo>
                  <a:pt x="2012" y="578"/>
                </a:lnTo>
                <a:lnTo>
                  <a:pt x="2055" y="514"/>
                </a:lnTo>
                <a:lnTo>
                  <a:pt x="2076" y="428"/>
                </a:lnTo>
                <a:lnTo>
                  <a:pt x="2055" y="364"/>
                </a:lnTo>
                <a:lnTo>
                  <a:pt x="2012" y="300"/>
                </a:lnTo>
                <a:lnTo>
                  <a:pt x="1927" y="278"/>
                </a:lnTo>
                <a:lnTo>
                  <a:pt x="1777" y="236"/>
                </a:lnTo>
                <a:lnTo>
                  <a:pt x="1606" y="236"/>
                </a:lnTo>
                <a:lnTo>
                  <a:pt x="1413" y="257"/>
                </a:lnTo>
                <a:lnTo>
                  <a:pt x="1306" y="278"/>
                </a:lnTo>
                <a:lnTo>
                  <a:pt x="1221" y="278"/>
                </a:lnTo>
                <a:lnTo>
                  <a:pt x="1199" y="257"/>
                </a:lnTo>
                <a:lnTo>
                  <a:pt x="1178" y="236"/>
                </a:lnTo>
                <a:lnTo>
                  <a:pt x="1156" y="150"/>
                </a:lnTo>
                <a:lnTo>
                  <a:pt x="1135" y="86"/>
                </a:lnTo>
                <a:lnTo>
                  <a:pt x="1114" y="43"/>
                </a:lnTo>
                <a:lnTo>
                  <a:pt x="1071" y="22"/>
                </a:lnTo>
                <a:lnTo>
                  <a:pt x="1007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6227394" y="721871"/>
            <a:ext cx="430218" cy="470291"/>
          </a:xfrm>
          <a:custGeom>
            <a:rect b="b" l="l" r="r" t="t"/>
            <a:pathLst>
              <a:path extrusionOk="0" h="9180" w="10036">
                <a:moveTo>
                  <a:pt x="9779" y="1049"/>
                </a:moveTo>
                <a:lnTo>
                  <a:pt x="9779" y="1049"/>
                </a:lnTo>
                <a:lnTo>
                  <a:pt x="9672" y="1007"/>
                </a:lnTo>
                <a:lnTo>
                  <a:pt x="9543" y="985"/>
                </a:lnTo>
                <a:lnTo>
                  <a:pt x="9308" y="942"/>
                </a:lnTo>
                <a:lnTo>
                  <a:pt x="9308" y="942"/>
                </a:lnTo>
                <a:lnTo>
                  <a:pt x="9180" y="921"/>
                </a:lnTo>
                <a:lnTo>
                  <a:pt x="9115" y="921"/>
                </a:lnTo>
                <a:lnTo>
                  <a:pt x="9051" y="878"/>
                </a:lnTo>
                <a:lnTo>
                  <a:pt x="9051" y="878"/>
                </a:lnTo>
                <a:lnTo>
                  <a:pt x="8966" y="835"/>
                </a:lnTo>
                <a:lnTo>
                  <a:pt x="8966" y="835"/>
                </a:lnTo>
                <a:lnTo>
                  <a:pt x="8944" y="814"/>
                </a:lnTo>
                <a:lnTo>
                  <a:pt x="8966" y="835"/>
                </a:lnTo>
                <a:lnTo>
                  <a:pt x="8966" y="835"/>
                </a:lnTo>
                <a:lnTo>
                  <a:pt x="8987" y="814"/>
                </a:lnTo>
                <a:lnTo>
                  <a:pt x="8987" y="771"/>
                </a:lnTo>
                <a:lnTo>
                  <a:pt x="8987" y="771"/>
                </a:lnTo>
                <a:lnTo>
                  <a:pt x="8966" y="664"/>
                </a:lnTo>
                <a:lnTo>
                  <a:pt x="8987" y="557"/>
                </a:lnTo>
                <a:lnTo>
                  <a:pt x="8966" y="450"/>
                </a:lnTo>
                <a:lnTo>
                  <a:pt x="8944" y="386"/>
                </a:lnTo>
                <a:lnTo>
                  <a:pt x="8901" y="322"/>
                </a:lnTo>
                <a:lnTo>
                  <a:pt x="8901" y="322"/>
                </a:lnTo>
                <a:lnTo>
                  <a:pt x="8837" y="258"/>
                </a:lnTo>
                <a:lnTo>
                  <a:pt x="8773" y="194"/>
                </a:lnTo>
                <a:lnTo>
                  <a:pt x="8602" y="108"/>
                </a:lnTo>
                <a:lnTo>
                  <a:pt x="8602" y="108"/>
                </a:lnTo>
                <a:lnTo>
                  <a:pt x="8495" y="87"/>
                </a:lnTo>
                <a:lnTo>
                  <a:pt x="8388" y="65"/>
                </a:lnTo>
                <a:lnTo>
                  <a:pt x="8281" y="87"/>
                </a:lnTo>
                <a:lnTo>
                  <a:pt x="8174" y="129"/>
                </a:lnTo>
                <a:lnTo>
                  <a:pt x="8174" y="129"/>
                </a:lnTo>
                <a:lnTo>
                  <a:pt x="8110" y="215"/>
                </a:lnTo>
                <a:lnTo>
                  <a:pt x="8046" y="300"/>
                </a:lnTo>
                <a:lnTo>
                  <a:pt x="7981" y="386"/>
                </a:lnTo>
                <a:lnTo>
                  <a:pt x="7939" y="407"/>
                </a:lnTo>
                <a:lnTo>
                  <a:pt x="7874" y="429"/>
                </a:lnTo>
                <a:lnTo>
                  <a:pt x="7874" y="429"/>
                </a:lnTo>
                <a:lnTo>
                  <a:pt x="7810" y="407"/>
                </a:lnTo>
                <a:lnTo>
                  <a:pt x="7746" y="386"/>
                </a:lnTo>
                <a:lnTo>
                  <a:pt x="7618" y="322"/>
                </a:lnTo>
                <a:lnTo>
                  <a:pt x="7489" y="236"/>
                </a:lnTo>
                <a:lnTo>
                  <a:pt x="7361" y="172"/>
                </a:lnTo>
                <a:lnTo>
                  <a:pt x="7361" y="172"/>
                </a:lnTo>
                <a:lnTo>
                  <a:pt x="7168" y="108"/>
                </a:lnTo>
                <a:lnTo>
                  <a:pt x="6954" y="65"/>
                </a:lnTo>
                <a:lnTo>
                  <a:pt x="6569" y="22"/>
                </a:lnTo>
                <a:lnTo>
                  <a:pt x="6569" y="22"/>
                </a:lnTo>
                <a:lnTo>
                  <a:pt x="6077" y="1"/>
                </a:lnTo>
                <a:lnTo>
                  <a:pt x="5585" y="1"/>
                </a:lnTo>
                <a:lnTo>
                  <a:pt x="5093" y="44"/>
                </a:lnTo>
                <a:lnTo>
                  <a:pt x="4622" y="108"/>
                </a:lnTo>
                <a:lnTo>
                  <a:pt x="4622" y="108"/>
                </a:lnTo>
                <a:lnTo>
                  <a:pt x="4173" y="194"/>
                </a:lnTo>
                <a:lnTo>
                  <a:pt x="3724" y="300"/>
                </a:lnTo>
                <a:lnTo>
                  <a:pt x="3296" y="450"/>
                </a:lnTo>
                <a:lnTo>
                  <a:pt x="2846" y="600"/>
                </a:lnTo>
                <a:lnTo>
                  <a:pt x="2846" y="600"/>
                </a:lnTo>
                <a:lnTo>
                  <a:pt x="2461" y="750"/>
                </a:lnTo>
                <a:lnTo>
                  <a:pt x="2055" y="921"/>
                </a:lnTo>
                <a:lnTo>
                  <a:pt x="1670" y="1114"/>
                </a:lnTo>
                <a:lnTo>
                  <a:pt x="1499" y="1221"/>
                </a:lnTo>
                <a:lnTo>
                  <a:pt x="1327" y="1327"/>
                </a:lnTo>
                <a:lnTo>
                  <a:pt x="1327" y="1327"/>
                </a:lnTo>
                <a:lnTo>
                  <a:pt x="1113" y="1477"/>
                </a:lnTo>
                <a:lnTo>
                  <a:pt x="964" y="1606"/>
                </a:lnTo>
                <a:lnTo>
                  <a:pt x="793" y="1755"/>
                </a:lnTo>
                <a:lnTo>
                  <a:pt x="664" y="1884"/>
                </a:lnTo>
                <a:lnTo>
                  <a:pt x="557" y="2034"/>
                </a:lnTo>
                <a:lnTo>
                  <a:pt x="557" y="2098"/>
                </a:lnTo>
                <a:lnTo>
                  <a:pt x="557" y="2141"/>
                </a:lnTo>
                <a:lnTo>
                  <a:pt x="579" y="2205"/>
                </a:lnTo>
                <a:lnTo>
                  <a:pt x="621" y="2247"/>
                </a:lnTo>
                <a:lnTo>
                  <a:pt x="621" y="2247"/>
                </a:lnTo>
                <a:lnTo>
                  <a:pt x="686" y="2269"/>
                </a:lnTo>
                <a:lnTo>
                  <a:pt x="728" y="2269"/>
                </a:lnTo>
                <a:lnTo>
                  <a:pt x="835" y="2226"/>
                </a:lnTo>
                <a:lnTo>
                  <a:pt x="1049" y="2119"/>
                </a:lnTo>
                <a:lnTo>
                  <a:pt x="1049" y="2119"/>
                </a:lnTo>
                <a:lnTo>
                  <a:pt x="1242" y="2034"/>
                </a:lnTo>
                <a:lnTo>
                  <a:pt x="1434" y="1969"/>
                </a:lnTo>
                <a:lnTo>
                  <a:pt x="1819" y="1862"/>
                </a:lnTo>
                <a:lnTo>
                  <a:pt x="1819" y="1862"/>
                </a:lnTo>
                <a:lnTo>
                  <a:pt x="2718" y="1606"/>
                </a:lnTo>
                <a:lnTo>
                  <a:pt x="3189" y="1499"/>
                </a:lnTo>
                <a:lnTo>
                  <a:pt x="3424" y="1456"/>
                </a:lnTo>
                <a:lnTo>
                  <a:pt x="3638" y="1434"/>
                </a:lnTo>
                <a:lnTo>
                  <a:pt x="3638" y="1434"/>
                </a:lnTo>
                <a:lnTo>
                  <a:pt x="3809" y="1434"/>
                </a:lnTo>
                <a:lnTo>
                  <a:pt x="3980" y="1456"/>
                </a:lnTo>
                <a:lnTo>
                  <a:pt x="4152" y="1456"/>
                </a:lnTo>
                <a:lnTo>
                  <a:pt x="4301" y="1434"/>
                </a:lnTo>
                <a:lnTo>
                  <a:pt x="4301" y="1434"/>
                </a:lnTo>
                <a:lnTo>
                  <a:pt x="4387" y="1392"/>
                </a:lnTo>
                <a:lnTo>
                  <a:pt x="4451" y="1349"/>
                </a:lnTo>
                <a:lnTo>
                  <a:pt x="4558" y="1242"/>
                </a:lnTo>
                <a:lnTo>
                  <a:pt x="4687" y="1114"/>
                </a:lnTo>
                <a:lnTo>
                  <a:pt x="4751" y="1071"/>
                </a:lnTo>
                <a:lnTo>
                  <a:pt x="4836" y="1049"/>
                </a:lnTo>
                <a:lnTo>
                  <a:pt x="4836" y="1049"/>
                </a:lnTo>
                <a:lnTo>
                  <a:pt x="4879" y="1156"/>
                </a:lnTo>
                <a:lnTo>
                  <a:pt x="4943" y="1285"/>
                </a:lnTo>
                <a:lnTo>
                  <a:pt x="5029" y="1392"/>
                </a:lnTo>
                <a:lnTo>
                  <a:pt x="5093" y="1434"/>
                </a:lnTo>
                <a:lnTo>
                  <a:pt x="5136" y="1456"/>
                </a:lnTo>
                <a:lnTo>
                  <a:pt x="5136" y="1456"/>
                </a:lnTo>
                <a:lnTo>
                  <a:pt x="5200" y="1456"/>
                </a:lnTo>
                <a:lnTo>
                  <a:pt x="5286" y="1434"/>
                </a:lnTo>
                <a:lnTo>
                  <a:pt x="5371" y="1434"/>
                </a:lnTo>
                <a:lnTo>
                  <a:pt x="5435" y="1413"/>
                </a:lnTo>
                <a:lnTo>
                  <a:pt x="5435" y="1413"/>
                </a:lnTo>
                <a:lnTo>
                  <a:pt x="5585" y="1434"/>
                </a:lnTo>
                <a:lnTo>
                  <a:pt x="5756" y="1456"/>
                </a:lnTo>
                <a:lnTo>
                  <a:pt x="5756" y="1456"/>
                </a:lnTo>
                <a:lnTo>
                  <a:pt x="5927" y="1520"/>
                </a:lnTo>
                <a:lnTo>
                  <a:pt x="6013" y="1541"/>
                </a:lnTo>
                <a:lnTo>
                  <a:pt x="6120" y="1520"/>
                </a:lnTo>
                <a:lnTo>
                  <a:pt x="6120" y="1520"/>
                </a:lnTo>
                <a:lnTo>
                  <a:pt x="6248" y="1413"/>
                </a:lnTo>
                <a:lnTo>
                  <a:pt x="6313" y="1349"/>
                </a:lnTo>
                <a:lnTo>
                  <a:pt x="6355" y="1327"/>
                </a:lnTo>
                <a:lnTo>
                  <a:pt x="6355" y="1327"/>
                </a:lnTo>
                <a:lnTo>
                  <a:pt x="6377" y="1349"/>
                </a:lnTo>
                <a:lnTo>
                  <a:pt x="6398" y="1392"/>
                </a:lnTo>
                <a:lnTo>
                  <a:pt x="6377" y="1499"/>
                </a:lnTo>
                <a:lnTo>
                  <a:pt x="6355" y="1627"/>
                </a:lnTo>
                <a:lnTo>
                  <a:pt x="6355" y="1713"/>
                </a:lnTo>
                <a:lnTo>
                  <a:pt x="6355" y="1713"/>
                </a:lnTo>
                <a:lnTo>
                  <a:pt x="6398" y="1820"/>
                </a:lnTo>
                <a:lnTo>
                  <a:pt x="6484" y="1905"/>
                </a:lnTo>
                <a:lnTo>
                  <a:pt x="6591" y="1991"/>
                </a:lnTo>
                <a:lnTo>
                  <a:pt x="6698" y="2055"/>
                </a:lnTo>
                <a:lnTo>
                  <a:pt x="6698" y="2055"/>
                </a:lnTo>
                <a:lnTo>
                  <a:pt x="6954" y="2183"/>
                </a:lnTo>
                <a:lnTo>
                  <a:pt x="7233" y="2312"/>
                </a:lnTo>
                <a:lnTo>
                  <a:pt x="7233" y="2312"/>
                </a:lnTo>
                <a:lnTo>
                  <a:pt x="7468" y="2376"/>
                </a:lnTo>
                <a:lnTo>
                  <a:pt x="7596" y="2419"/>
                </a:lnTo>
                <a:lnTo>
                  <a:pt x="7682" y="2461"/>
                </a:lnTo>
                <a:lnTo>
                  <a:pt x="7682" y="2461"/>
                </a:lnTo>
                <a:lnTo>
                  <a:pt x="7725" y="2504"/>
                </a:lnTo>
                <a:lnTo>
                  <a:pt x="7746" y="2568"/>
                </a:lnTo>
                <a:lnTo>
                  <a:pt x="7768" y="2675"/>
                </a:lnTo>
                <a:lnTo>
                  <a:pt x="7768" y="2825"/>
                </a:lnTo>
                <a:lnTo>
                  <a:pt x="7746" y="2975"/>
                </a:lnTo>
                <a:lnTo>
                  <a:pt x="7661" y="3274"/>
                </a:lnTo>
                <a:lnTo>
                  <a:pt x="7596" y="3510"/>
                </a:lnTo>
                <a:lnTo>
                  <a:pt x="7596" y="3510"/>
                </a:lnTo>
                <a:lnTo>
                  <a:pt x="7468" y="4195"/>
                </a:lnTo>
                <a:lnTo>
                  <a:pt x="7340" y="4858"/>
                </a:lnTo>
                <a:lnTo>
                  <a:pt x="7340" y="4858"/>
                </a:lnTo>
                <a:lnTo>
                  <a:pt x="7211" y="5500"/>
                </a:lnTo>
                <a:lnTo>
                  <a:pt x="7083" y="6142"/>
                </a:lnTo>
                <a:lnTo>
                  <a:pt x="6954" y="6762"/>
                </a:lnTo>
                <a:lnTo>
                  <a:pt x="6783" y="7382"/>
                </a:lnTo>
                <a:lnTo>
                  <a:pt x="6783" y="7382"/>
                </a:lnTo>
                <a:lnTo>
                  <a:pt x="6655" y="7810"/>
                </a:lnTo>
                <a:lnTo>
                  <a:pt x="6591" y="8110"/>
                </a:lnTo>
                <a:lnTo>
                  <a:pt x="6548" y="8431"/>
                </a:lnTo>
                <a:lnTo>
                  <a:pt x="6527" y="8730"/>
                </a:lnTo>
                <a:lnTo>
                  <a:pt x="6548" y="8880"/>
                </a:lnTo>
                <a:lnTo>
                  <a:pt x="6569" y="8987"/>
                </a:lnTo>
                <a:lnTo>
                  <a:pt x="6612" y="9073"/>
                </a:lnTo>
                <a:lnTo>
                  <a:pt x="6698" y="9137"/>
                </a:lnTo>
                <a:lnTo>
                  <a:pt x="6783" y="9158"/>
                </a:lnTo>
                <a:lnTo>
                  <a:pt x="6912" y="9137"/>
                </a:lnTo>
                <a:lnTo>
                  <a:pt x="6912" y="9137"/>
                </a:lnTo>
                <a:lnTo>
                  <a:pt x="7019" y="9094"/>
                </a:lnTo>
                <a:lnTo>
                  <a:pt x="7083" y="9009"/>
                </a:lnTo>
                <a:lnTo>
                  <a:pt x="7147" y="8902"/>
                </a:lnTo>
                <a:lnTo>
                  <a:pt x="7168" y="8773"/>
                </a:lnTo>
                <a:lnTo>
                  <a:pt x="7211" y="8516"/>
                </a:lnTo>
                <a:lnTo>
                  <a:pt x="7233" y="8281"/>
                </a:lnTo>
                <a:lnTo>
                  <a:pt x="7233" y="8281"/>
                </a:lnTo>
                <a:lnTo>
                  <a:pt x="7447" y="7104"/>
                </a:lnTo>
                <a:lnTo>
                  <a:pt x="7447" y="7104"/>
                </a:lnTo>
                <a:lnTo>
                  <a:pt x="7511" y="6805"/>
                </a:lnTo>
                <a:lnTo>
                  <a:pt x="7575" y="6505"/>
                </a:lnTo>
                <a:lnTo>
                  <a:pt x="7725" y="5885"/>
                </a:lnTo>
                <a:lnTo>
                  <a:pt x="7725" y="5885"/>
                </a:lnTo>
                <a:lnTo>
                  <a:pt x="7832" y="5243"/>
                </a:lnTo>
                <a:lnTo>
                  <a:pt x="7874" y="4922"/>
                </a:lnTo>
                <a:lnTo>
                  <a:pt x="7939" y="4601"/>
                </a:lnTo>
                <a:lnTo>
                  <a:pt x="7939" y="4601"/>
                </a:lnTo>
                <a:lnTo>
                  <a:pt x="8067" y="4023"/>
                </a:lnTo>
                <a:lnTo>
                  <a:pt x="8131" y="3745"/>
                </a:lnTo>
                <a:lnTo>
                  <a:pt x="8217" y="3446"/>
                </a:lnTo>
                <a:lnTo>
                  <a:pt x="8217" y="3446"/>
                </a:lnTo>
                <a:lnTo>
                  <a:pt x="8260" y="3296"/>
                </a:lnTo>
                <a:lnTo>
                  <a:pt x="8324" y="3061"/>
                </a:lnTo>
                <a:lnTo>
                  <a:pt x="8431" y="2847"/>
                </a:lnTo>
                <a:lnTo>
                  <a:pt x="8495" y="2782"/>
                </a:lnTo>
                <a:lnTo>
                  <a:pt x="8538" y="2740"/>
                </a:lnTo>
                <a:lnTo>
                  <a:pt x="8538" y="2740"/>
                </a:lnTo>
                <a:lnTo>
                  <a:pt x="8581" y="2740"/>
                </a:lnTo>
                <a:lnTo>
                  <a:pt x="8645" y="2740"/>
                </a:lnTo>
                <a:lnTo>
                  <a:pt x="8773" y="2804"/>
                </a:lnTo>
                <a:lnTo>
                  <a:pt x="8923" y="2868"/>
                </a:lnTo>
                <a:lnTo>
                  <a:pt x="8987" y="2889"/>
                </a:lnTo>
                <a:lnTo>
                  <a:pt x="9051" y="2911"/>
                </a:lnTo>
                <a:lnTo>
                  <a:pt x="9051" y="2911"/>
                </a:lnTo>
                <a:lnTo>
                  <a:pt x="9158" y="2889"/>
                </a:lnTo>
                <a:lnTo>
                  <a:pt x="9265" y="2847"/>
                </a:lnTo>
                <a:lnTo>
                  <a:pt x="9351" y="2782"/>
                </a:lnTo>
                <a:lnTo>
                  <a:pt x="9458" y="2718"/>
                </a:lnTo>
                <a:lnTo>
                  <a:pt x="9458" y="2718"/>
                </a:lnTo>
                <a:lnTo>
                  <a:pt x="9543" y="2633"/>
                </a:lnTo>
                <a:lnTo>
                  <a:pt x="9608" y="2526"/>
                </a:lnTo>
                <a:lnTo>
                  <a:pt x="9715" y="2290"/>
                </a:lnTo>
                <a:lnTo>
                  <a:pt x="9800" y="2034"/>
                </a:lnTo>
                <a:lnTo>
                  <a:pt x="9886" y="1798"/>
                </a:lnTo>
                <a:lnTo>
                  <a:pt x="9886" y="1798"/>
                </a:lnTo>
                <a:lnTo>
                  <a:pt x="9993" y="1584"/>
                </a:lnTo>
                <a:lnTo>
                  <a:pt x="10014" y="1477"/>
                </a:lnTo>
                <a:lnTo>
                  <a:pt x="10035" y="1370"/>
                </a:lnTo>
                <a:lnTo>
                  <a:pt x="10014" y="1285"/>
                </a:lnTo>
                <a:lnTo>
                  <a:pt x="9971" y="1199"/>
                </a:lnTo>
                <a:lnTo>
                  <a:pt x="9907" y="1114"/>
                </a:lnTo>
                <a:lnTo>
                  <a:pt x="9779" y="1049"/>
                </a:lnTo>
                <a:lnTo>
                  <a:pt x="9779" y="1049"/>
                </a:lnTo>
                <a:close/>
                <a:moveTo>
                  <a:pt x="8452" y="429"/>
                </a:moveTo>
                <a:lnTo>
                  <a:pt x="8452" y="429"/>
                </a:lnTo>
                <a:lnTo>
                  <a:pt x="8452" y="493"/>
                </a:lnTo>
                <a:lnTo>
                  <a:pt x="8431" y="557"/>
                </a:lnTo>
                <a:lnTo>
                  <a:pt x="8409" y="600"/>
                </a:lnTo>
                <a:lnTo>
                  <a:pt x="8345" y="621"/>
                </a:lnTo>
                <a:lnTo>
                  <a:pt x="8281" y="621"/>
                </a:lnTo>
                <a:lnTo>
                  <a:pt x="8238" y="621"/>
                </a:lnTo>
                <a:lnTo>
                  <a:pt x="8174" y="600"/>
                </a:lnTo>
                <a:lnTo>
                  <a:pt x="8153" y="536"/>
                </a:lnTo>
                <a:lnTo>
                  <a:pt x="8153" y="536"/>
                </a:lnTo>
                <a:lnTo>
                  <a:pt x="8131" y="472"/>
                </a:lnTo>
                <a:lnTo>
                  <a:pt x="8153" y="429"/>
                </a:lnTo>
                <a:lnTo>
                  <a:pt x="8195" y="386"/>
                </a:lnTo>
                <a:lnTo>
                  <a:pt x="8238" y="343"/>
                </a:lnTo>
                <a:lnTo>
                  <a:pt x="8302" y="343"/>
                </a:lnTo>
                <a:lnTo>
                  <a:pt x="8367" y="343"/>
                </a:lnTo>
                <a:lnTo>
                  <a:pt x="8409" y="386"/>
                </a:lnTo>
                <a:lnTo>
                  <a:pt x="8452" y="429"/>
                </a:lnTo>
                <a:lnTo>
                  <a:pt x="8452" y="429"/>
                </a:lnTo>
                <a:close/>
                <a:moveTo>
                  <a:pt x="9458" y="1713"/>
                </a:moveTo>
                <a:lnTo>
                  <a:pt x="9458" y="1713"/>
                </a:lnTo>
                <a:lnTo>
                  <a:pt x="9308" y="2098"/>
                </a:lnTo>
                <a:lnTo>
                  <a:pt x="9244" y="2290"/>
                </a:lnTo>
                <a:lnTo>
                  <a:pt x="9180" y="2483"/>
                </a:lnTo>
                <a:lnTo>
                  <a:pt x="9180" y="2483"/>
                </a:lnTo>
                <a:lnTo>
                  <a:pt x="8837" y="2376"/>
                </a:lnTo>
                <a:lnTo>
                  <a:pt x="8666" y="2312"/>
                </a:lnTo>
                <a:lnTo>
                  <a:pt x="8495" y="2269"/>
                </a:lnTo>
                <a:lnTo>
                  <a:pt x="8495" y="2269"/>
                </a:lnTo>
                <a:lnTo>
                  <a:pt x="8516" y="2226"/>
                </a:lnTo>
                <a:lnTo>
                  <a:pt x="8581" y="2183"/>
                </a:lnTo>
                <a:lnTo>
                  <a:pt x="8688" y="2076"/>
                </a:lnTo>
                <a:lnTo>
                  <a:pt x="8730" y="2034"/>
                </a:lnTo>
                <a:lnTo>
                  <a:pt x="8730" y="1991"/>
                </a:lnTo>
                <a:lnTo>
                  <a:pt x="8688" y="1969"/>
                </a:lnTo>
                <a:lnTo>
                  <a:pt x="8581" y="1927"/>
                </a:lnTo>
                <a:lnTo>
                  <a:pt x="8581" y="1927"/>
                </a:lnTo>
                <a:lnTo>
                  <a:pt x="8538" y="1927"/>
                </a:lnTo>
                <a:lnTo>
                  <a:pt x="8474" y="1927"/>
                </a:lnTo>
                <a:lnTo>
                  <a:pt x="8367" y="1969"/>
                </a:lnTo>
                <a:lnTo>
                  <a:pt x="8153" y="2055"/>
                </a:lnTo>
                <a:lnTo>
                  <a:pt x="8153" y="2055"/>
                </a:lnTo>
                <a:lnTo>
                  <a:pt x="8046" y="2076"/>
                </a:lnTo>
                <a:lnTo>
                  <a:pt x="7981" y="2076"/>
                </a:lnTo>
                <a:lnTo>
                  <a:pt x="7789" y="2034"/>
                </a:lnTo>
                <a:lnTo>
                  <a:pt x="7789" y="2034"/>
                </a:lnTo>
                <a:lnTo>
                  <a:pt x="7853" y="1991"/>
                </a:lnTo>
                <a:lnTo>
                  <a:pt x="7981" y="1927"/>
                </a:lnTo>
                <a:lnTo>
                  <a:pt x="8281" y="1798"/>
                </a:lnTo>
                <a:lnTo>
                  <a:pt x="8431" y="1734"/>
                </a:lnTo>
                <a:lnTo>
                  <a:pt x="8516" y="1648"/>
                </a:lnTo>
                <a:lnTo>
                  <a:pt x="8538" y="1627"/>
                </a:lnTo>
                <a:lnTo>
                  <a:pt x="8538" y="1584"/>
                </a:lnTo>
                <a:lnTo>
                  <a:pt x="8516" y="1541"/>
                </a:lnTo>
                <a:lnTo>
                  <a:pt x="8452" y="1520"/>
                </a:lnTo>
                <a:lnTo>
                  <a:pt x="8452" y="1520"/>
                </a:lnTo>
                <a:lnTo>
                  <a:pt x="8367" y="1477"/>
                </a:lnTo>
                <a:lnTo>
                  <a:pt x="8260" y="1499"/>
                </a:lnTo>
                <a:lnTo>
                  <a:pt x="8153" y="1520"/>
                </a:lnTo>
                <a:lnTo>
                  <a:pt x="8046" y="1563"/>
                </a:lnTo>
                <a:lnTo>
                  <a:pt x="7832" y="1670"/>
                </a:lnTo>
                <a:lnTo>
                  <a:pt x="7661" y="1777"/>
                </a:lnTo>
                <a:lnTo>
                  <a:pt x="7661" y="1777"/>
                </a:lnTo>
                <a:lnTo>
                  <a:pt x="7554" y="1820"/>
                </a:lnTo>
                <a:lnTo>
                  <a:pt x="7425" y="1841"/>
                </a:lnTo>
                <a:lnTo>
                  <a:pt x="7297" y="1841"/>
                </a:lnTo>
                <a:lnTo>
                  <a:pt x="7147" y="1820"/>
                </a:lnTo>
                <a:lnTo>
                  <a:pt x="7019" y="1777"/>
                </a:lnTo>
                <a:lnTo>
                  <a:pt x="6890" y="1713"/>
                </a:lnTo>
                <a:lnTo>
                  <a:pt x="6805" y="1627"/>
                </a:lnTo>
                <a:lnTo>
                  <a:pt x="6762" y="1520"/>
                </a:lnTo>
                <a:lnTo>
                  <a:pt x="6762" y="1520"/>
                </a:lnTo>
                <a:lnTo>
                  <a:pt x="6741" y="1392"/>
                </a:lnTo>
                <a:lnTo>
                  <a:pt x="6741" y="1263"/>
                </a:lnTo>
                <a:lnTo>
                  <a:pt x="6741" y="1156"/>
                </a:lnTo>
                <a:lnTo>
                  <a:pt x="6719" y="1049"/>
                </a:lnTo>
                <a:lnTo>
                  <a:pt x="6698" y="964"/>
                </a:lnTo>
                <a:lnTo>
                  <a:pt x="6676" y="942"/>
                </a:lnTo>
                <a:lnTo>
                  <a:pt x="6634" y="921"/>
                </a:lnTo>
                <a:lnTo>
                  <a:pt x="6591" y="921"/>
                </a:lnTo>
                <a:lnTo>
                  <a:pt x="6527" y="942"/>
                </a:lnTo>
                <a:lnTo>
                  <a:pt x="6398" y="1007"/>
                </a:lnTo>
                <a:lnTo>
                  <a:pt x="6398" y="1007"/>
                </a:lnTo>
                <a:lnTo>
                  <a:pt x="6206" y="1114"/>
                </a:lnTo>
                <a:lnTo>
                  <a:pt x="6120" y="1156"/>
                </a:lnTo>
                <a:lnTo>
                  <a:pt x="6013" y="1178"/>
                </a:lnTo>
                <a:lnTo>
                  <a:pt x="6013" y="1178"/>
                </a:lnTo>
                <a:lnTo>
                  <a:pt x="5927" y="1178"/>
                </a:lnTo>
                <a:lnTo>
                  <a:pt x="5820" y="1156"/>
                </a:lnTo>
                <a:lnTo>
                  <a:pt x="5628" y="1114"/>
                </a:lnTo>
                <a:lnTo>
                  <a:pt x="5628" y="1114"/>
                </a:lnTo>
                <a:lnTo>
                  <a:pt x="5414" y="1114"/>
                </a:lnTo>
                <a:lnTo>
                  <a:pt x="5328" y="1092"/>
                </a:lnTo>
                <a:lnTo>
                  <a:pt x="5221" y="1071"/>
                </a:lnTo>
                <a:lnTo>
                  <a:pt x="5221" y="1071"/>
                </a:lnTo>
                <a:lnTo>
                  <a:pt x="5157" y="1049"/>
                </a:lnTo>
                <a:lnTo>
                  <a:pt x="5114" y="985"/>
                </a:lnTo>
                <a:lnTo>
                  <a:pt x="5072" y="921"/>
                </a:lnTo>
                <a:lnTo>
                  <a:pt x="5007" y="857"/>
                </a:lnTo>
                <a:lnTo>
                  <a:pt x="5007" y="857"/>
                </a:lnTo>
                <a:lnTo>
                  <a:pt x="4900" y="793"/>
                </a:lnTo>
                <a:lnTo>
                  <a:pt x="4794" y="793"/>
                </a:lnTo>
                <a:lnTo>
                  <a:pt x="4708" y="814"/>
                </a:lnTo>
                <a:lnTo>
                  <a:pt x="4580" y="857"/>
                </a:lnTo>
                <a:lnTo>
                  <a:pt x="4580" y="857"/>
                </a:lnTo>
                <a:lnTo>
                  <a:pt x="4280" y="1028"/>
                </a:lnTo>
                <a:lnTo>
                  <a:pt x="4130" y="1071"/>
                </a:lnTo>
                <a:lnTo>
                  <a:pt x="3959" y="1092"/>
                </a:lnTo>
                <a:lnTo>
                  <a:pt x="3959" y="1092"/>
                </a:lnTo>
                <a:lnTo>
                  <a:pt x="3531" y="1114"/>
                </a:lnTo>
                <a:lnTo>
                  <a:pt x="3103" y="1156"/>
                </a:lnTo>
                <a:lnTo>
                  <a:pt x="2697" y="1221"/>
                </a:lnTo>
                <a:lnTo>
                  <a:pt x="2290" y="1327"/>
                </a:lnTo>
                <a:lnTo>
                  <a:pt x="2290" y="1327"/>
                </a:lnTo>
                <a:lnTo>
                  <a:pt x="2312" y="1263"/>
                </a:lnTo>
                <a:lnTo>
                  <a:pt x="2376" y="1199"/>
                </a:lnTo>
                <a:lnTo>
                  <a:pt x="2504" y="1135"/>
                </a:lnTo>
                <a:lnTo>
                  <a:pt x="2804" y="1028"/>
                </a:lnTo>
                <a:lnTo>
                  <a:pt x="2804" y="1028"/>
                </a:lnTo>
                <a:lnTo>
                  <a:pt x="3210" y="857"/>
                </a:lnTo>
                <a:lnTo>
                  <a:pt x="3617" y="728"/>
                </a:lnTo>
                <a:lnTo>
                  <a:pt x="3617" y="728"/>
                </a:lnTo>
                <a:lnTo>
                  <a:pt x="4130" y="600"/>
                </a:lnTo>
                <a:lnTo>
                  <a:pt x="4665" y="493"/>
                </a:lnTo>
                <a:lnTo>
                  <a:pt x="5200" y="429"/>
                </a:lnTo>
                <a:lnTo>
                  <a:pt x="5735" y="386"/>
                </a:lnTo>
                <a:lnTo>
                  <a:pt x="5735" y="386"/>
                </a:lnTo>
                <a:lnTo>
                  <a:pt x="6184" y="365"/>
                </a:lnTo>
                <a:lnTo>
                  <a:pt x="6420" y="343"/>
                </a:lnTo>
                <a:lnTo>
                  <a:pt x="6634" y="365"/>
                </a:lnTo>
                <a:lnTo>
                  <a:pt x="6634" y="365"/>
                </a:lnTo>
                <a:lnTo>
                  <a:pt x="6847" y="407"/>
                </a:lnTo>
                <a:lnTo>
                  <a:pt x="7019" y="493"/>
                </a:lnTo>
                <a:lnTo>
                  <a:pt x="7361" y="686"/>
                </a:lnTo>
                <a:lnTo>
                  <a:pt x="7361" y="686"/>
                </a:lnTo>
                <a:lnTo>
                  <a:pt x="7768" y="878"/>
                </a:lnTo>
                <a:lnTo>
                  <a:pt x="8195" y="1071"/>
                </a:lnTo>
                <a:lnTo>
                  <a:pt x="8409" y="1156"/>
                </a:lnTo>
                <a:lnTo>
                  <a:pt x="8645" y="1221"/>
                </a:lnTo>
                <a:lnTo>
                  <a:pt x="8859" y="1263"/>
                </a:lnTo>
                <a:lnTo>
                  <a:pt x="9073" y="1306"/>
                </a:lnTo>
                <a:lnTo>
                  <a:pt x="9073" y="1306"/>
                </a:lnTo>
                <a:lnTo>
                  <a:pt x="9287" y="1306"/>
                </a:lnTo>
                <a:lnTo>
                  <a:pt x="9394" y="1327"/>
                </a:lnTo>
                <a:lnTo>
                  <a:pt x="9458" y="1370"/>
                </a:lnTo>
                <a:lnTo>
                  <a:pt x="9458" y="1370"/>
                </a:lnTo>
                <a:lnTo>
                  <a:pt x="9501" y="1392"/>
                </a:lnTo>
                <a:lnTo>
                  <a:pt x="9501" y="1434"/>
                </a:lnTo>
                <a:lnTo>
                  <a:pt x="9501" y="1520"/>
                </a:lnTo>
                <a:lnTo>
                  <a:pt x="9458" y="1713"/>
                </a:lnTo>
                <a:lnTo>
                  <a:pt x="9458" y="1713"/>
                </a:lnTo>
                <a:close/>
                <a:moveTo>
                  <a:pt x="6077" y="6313"/>
                </a:moveTo>
                <a:lnTo>
                  <a:pt x="6077" y="6313"/>
                </a:lnTo>
                <a:lnTo>
                  <a:pt x="6206" y="6120"/>
                </a:lnTo>
                <a:lnTo>
                  <a:pt x="6270" y="5928"/>
                </a:lnTo>
                <a:lnTo>
                  <a:pt x="6291" y="5735"/>
                </a:lnTo>
                <a:lnTo>
                  <a:pt x="6248" y="5521"/>
                </a:lnTo>
                <a:lnTo>
                  <a:pt x="6248" y="5521"/>
                </a:lnTo>
                <a:lnTo>
                  <a:pt x="6184" y="5264"/>
                </a:lnTo>
                <a:lnTo>
                  <a:pt x="6077" y="4986"/>
                </a:lnTo>
                <a:lnTo>
                  <a:pt x="5820" y="4473"/>
                </a:lnTo>
                <a:lnTo>
                  <a:pt x="5820" y="4473"/>
                </a:lnTo>
                <a:lnTo>
                  <a:pt x="5585" y="3981"/>
                </a:lnTo>
                <a:lnTo>
                  <a:pt x="5457" y="3745"/>
                </a:lnTo>
                <a:lnTo>
                  <a:pt x="5328" y="3510"/>
                </a:lnTo>
                <a:lnTo>
                  <a:pt x="5328" y="3510"/>
                </a:lnTo>
                <a:lnTo>
                  <a:pt x="5179" y="3317"/>
                </a:lnTo>
                <a:lnTo>
                  <a:pt x="5007" y="3146"/>
                </a:lnTo>
                <a:lnTo>
                  <a:pt x="4815" y="2975"/>
                </a:lnTo>
                <a:lnTo>
                  <a:pt x="4601" y="2825"/>
                </a:lnTo>
                <a:lnTo>
                  <a:pt x="4366" y="2675"/>
                </a:lnTo>
                <a:lnTo>
                  <a:pt x="4130" y="2568"/>
                </a:lnTo>
                <a:lnTo>
                  <a:pt x="3873" y="2504"/>
                </a:lnTo>
                <a:lnTo>
                  <a:pt x="3638" y="2461"/>
                </a:lnTo>
                <a:lnTo>
                  <a:pt x="3638" y="2461"/>
                </a:lnTo>
                <a:lnTo>
                  <a:pt x="3360" y="2440"/>
                </a:lnTo>
                <a:lnTo>
                  <a:pt x="3082" y="2461"/>
                </a:lnTo>
                <a:lnTo>
                  <a:pt x="2825" y="2504"/>
                </a:lnTo>
                <a:lnTo>
                  <a:pt x="2547" y="2568"/>
                </a:lnTo>
                <a:lnTo>
                  <a:pt x="2290" y="2675"/>
                </a:lnTo>
                <a:lnTo>
                  <a:pt x="2033" y="2782"/>
                </a:lnTo>
                <a:lnTo>
                  <a:pt x="1798" y="2932"/>
                </a:lnTo>
                <a:lnTo>
                  <a:pt x="1563" y="3082"/>
                </a:lnTo>
                <a:lnTo>
                  <a:pt x="1563" y="3082"/>
                </a:lnTo>
                <a:lnTo>
                  <a:pt x="1113" y="3424"/>
                </a:lnTo>
                <a:lnTo>
                  <a:pt x="921" y="3617"/>
                </a:lnTo>
                <a:lnTo>
                  <a:pt x="707" y="3809"/>
                </a:lnTo>
                <a:lnTo>
                  <a:pt x="514" y="4023"/>
                </a:lnTo>
                <a:lnTo>
                  <a:pt x="365" y="4259"/>
                </a:lnTo>
                <a:lnTo>
                  <a:pt x="215" y="4494"/>
                </a:lnTo>
                <a:lnTo>
                  <a:pt x="108" y="4751"/>
                </a:lnTo>
                <a:lnTo>
                  <a:pt x="108" y="4751"/>
                </a:lnTo>
                <a:lnTo>
                  <a:pt x="65" y="4901"/>
                </a:lnTo>
                <a:lnTo>
                  <a:pt x="44" y="5029"/>
                </a:lnTo>
                <a:lnTo>
                  <a:pt x="22" y="5157"/>
                </a:lnTo>
                <a:lnTo>
                  <a:pt x="22" y="5286"/>
                </a:lnTo>
                <a:lnTo>
                  <a:pt x="65" y="5542"/>
                </a:lnTo>
                <a:lnTo>
                  <a:pt x="129" y="5778"/>
                </a:lnTo>
                <a:lnTo>
                  <a:pt x="236" y="6013"/>
                </a:lnTo>
                <a:lnTo>
                  <a:pt x="365" y="6227"/>
                </a:lnTo>
                <a:lnTo>
                  <a:pt x="621" y="6676"/>
                </a:lnTo>
                <a:lnTo>
                  <a:pt x="621" y="6676"/>
                </a:lnTo>
                <a:lnTo>
                  <a:pt x="750" y="6869"/>
                </a:lnTo>
                <a:lnTo>
                  <a:pt x="878" y="7126"/>
                </a:lnTo>
                <a:lnTo>
                  <a:pt x="921" y="7233"/>
                </a:lnTo>
                <a:lnTo>
                  <a:pt x="964" y="7361"/>
                </a:lnTo>
                <a:lnTo>
                  <a:pt x="964" y="7489"/>
                </a:lnTo>
                <a:lnTo>
                  <a:pt x="921" y="7596"/>
                </a:lnTo>
                <a:lnTo>
                  <a:pt x="921" y="7596"/>
                </a:lnTo>
                <a:lnTo>
                  <a:pt x="878" y="7661"/>
                </a:lnTo>
                <a:lnTo>
                  <a:pt x="835" y="7725"/>
                </a:lnTo>
                <a:lnTo>
                  <a:pt x="686" y="7810"/>
                </a:lnTo>
                <a:lnTo>
                  <a:pt x="536" y="7896"/>
                </a:lnTo>
                <a:lnTo>
                  <a:pt x="407" y="8003"/>
                </a:lnTo>
                <a:lnTo>
                  <a:pt x="407" y="8003"/>
                </a:lnTo>
                <a:lnTo>
                  <a:pt x="279" y="8153"/>
                </a:lnTo>
                <a:lnTo>
                  <a:pt x="108" y="8388"/>
                </a:lnTo>
                <a:lnTo>
                  <a:pt x="44" y="8516"/>
                </a:lnTo>
                <a:lnTo>
                  <a:pt x="1" y="8623"/>
                </a:lnTo>
                <a:lnTo>
                  <a:pt x="1" y="8730"/>
                </a:lnTo>
                <a:lnTo>
                  <a:pt x="22" y="8773"/>
                </a:lnTo>
                <a:lnTo>
                  <a:pt x="44" y="8795"/>
                </a:lnTo>
                <a:lnTo>
                  <a:pt x="44" y="8795"/>
                </a:lnTo>
                <a:lnTo>
                  <a:pt x="86" y="8795"/>
                </a:lnTo>
                <a:lnTo>
                  <a:pt x="129" y="8795"/>
                </a:lnTo>
                <a:lnTo>
                  <a:pt x="193" y="8752"/>
                </a:lnTo>
                <a:lnTo>
                  <a:pt x="258" y="8709"/>
                </a:lnTo>
                <a:lnTo>
                  <a:pt x="279" y="8709"/>
                </a:lnTo>
                <a:lnTo>
                  <a:pt x="300" y="8752"/>
                </a:lnTo>
                <a:lnTo>
                  <a:pt x="300" y="8752"/>
                </a:lnTo>
                <a:lnTo>
                  <a:pt x="322" y="8795"/>
                </a:lnTo>
                <a:lnTo>
                  <a:pt x="322" y="8837"/>
                </a:lnTo>
                <a:lnTo>
                  <a:pt x="300" y="8944"/>
                </a:lnTo>
                <a:lnTo>
                  <a:pt x="300" y="8987"/>
                </a:lnTo>
                <a:lnTo>
                  <a:pt x="300" y="9009"/>
                </a:lnTo>
                <a:lnTo>
                  <a:pt x="343" y="9030"/>
                </a:lnTo>
                <a:lnTo>
                  <a:pt x="407" y="9051"/>
                </a:lnTo>
                <a:lnTo>
                  <a:pt x="407" y="9051"/>
                </a:lnTo>
                <a:lnTo>
                  <a:pt x="493" y="9030"/>
                </a:lnTo>
                <a:lnTo>
                  <a:pt x="579" y="8966"/>
                </a:lnTo>
                <a:lnTo>
                  <a:pt x="643" y="8902"/>
                </a:lnTo>
                <a:lnTo>
                  <a:pt x="707" y="8816"/>
                </a:lnTo>
                <a:lnTo>
                  <a:pt x="857" y="8645"/>
                </a:lnTo>
                <a:lnTo>
                  <a:pt x="921" y="8581"/>
                </a:lnTo>
                <a:lnTo>
                  <a:pt x="985" y="8559"/>
                </a:lnTo>
                <a:lnTo>
                  <a:pt x="985" y="8559"/>
                </a:lnTo>
                <a:lnTo>
                  <a:pt x="964" y="8623"/>
                </a:lnTo>
                <a:lnTo>
                  <a:pt x="921" y="8709"/>
                </a:lnTo>
                <a:lnTo>
                  <a:pt x="793" y="8923"/>
                </a:lnTo>
                <a:lnTo>
                  <a:pt x="750" y="9009"/>
                </a:lnTo>
                <a:lnTo>
                  <a:pt x="728" y="9094"/>
                </a:lnTo>
                <a:lnTo>
                  <a:pt x="750" y="9116"/>
                </a:lnTo>
                <a:lnTo>
                  <a:pt x="771" y="9158"/>
                </a:lnTo>
                <a:lnTo>
                  <a:pt x="793" y="9158"/>
                </a:lnTo>
                <a:lnTo>
                  <a:pt x="857" y="9180"/>
                </a:lnTo>
                <a:lnTo>
                  <a:pt x="857" y="9180"/>
                </a:lnTo>
                <a:lnTo>
                  <a:pt x="899" y="9158"/>
                </a:lnTo>
                <a:lnTo>
                  <a:pt x="942" y="9137"/>
                </a:lnTo>
                <a:lnTo>
                  <a:pt x="1006" y="9073"/>
                </a:lnTo>
                <a:lnTo>
                  <a:pt x="1071" y="8987"/>
                </a:lnTo>
                <a:lnTo>
                  <a:pt x="1135" y="8923"/>
                </a:lnTo>
                <a:lnTo>
                  <a:pt x="1135" y="8923"/>
                </a:lnTo>
                <a:lnTo>
                  <a:pt x="1242" y="8859"/>
                </a:lnTo>
                <a:lnTo>
                  <a:pt x="1327" y="8837"/>
                </a:lnTo>
                <a:lnTo>
                  <a:pt x="1434" y="8816"/>
                </a:lnTo>
                <a:lnTo>
                  <a:pt x="1541" y="8752"/>
                </a:lnTo>
                <a:lnTo>
                  <a:pt x="1541" y="8752"/>
                </a:lnTo>
                <a:lnTo>
                  <a:pt x="1734" y="8516"/>
                </a:lnTo>
                <a:lnTo>
                  <a:pt x="1841" y="8409"/>
                </a:lnTo>
                <a:lnTo>
                  <a:pt x="1905" y="8388"/>
                </a:lnTo>
                <a:lnTo>
                  <a:pt x="1948" y="8388"/>
                </a:lnTo>
                <a:lnTo>
                  <a:pt x="1948" y="8388"/>
                </a:lnTo>
                <a:lnTo>
                  <a:pt x="1862" y="8538"/>
                </a:lnTo>
                <a:lnTo>
                  <a:pt x="1798" y="8752"/>
                </a:lnTo>
                <a:lnTo>
                  <a:pt x="1755" y="8837"/>
                </a:lnTo>
                <a:lnTo>
                  <a:pt x="1777" y="8923"/>
                </a:lnTo>
                <a:lnTo>
                  <a:pt x="1777" y="8944"/>
                </a:lnTo>
                <a:lnTo>
                  <a:pt x="1798" y="8966"/>
                </a:lnTo>
                <a:lnTo>
                  <a:pt x="1841" y="8987"/>
                </a:lnTo>
                <a:lnTo>
                  <a:pt x="1905" y="8987"/>
                </a:lnTo>
                <a:lnTo>
                  <a:pt x="1905" y="8987"/>
                </a:lnTo>
                <a:lnTo>
                  <a:pt x="1948" y="8966"/>
                </a:lnTo>
                <a:lnTo>
                  <a:pt x="1991" y="8944"/>
                </a:lnTo>
                <a:lnTo>
                  <a:pt x="2055" y="8880"/>
                </a:lnTo>
                <a:lnTo>
                  <a:pt x="2076" y="8859"/>
                </a:lnTo>
                <a:lnTo>
                  <a:pt x="2098" y="8837"/>
                </a:lnTo>
                <a:lnTo>
                  <a:pt x="2119" y="8859"/>
                </a:lnTo>
                <a:lnTo>
                  <a:pt x="2183" y="8902"/>
                </a:lnTo>
                <a:lnTo>
                  <a:pt x="2183" y="8902"/>
                </a:lnTo>
                <a:lnTo>
                  <a:pt x="2247" y="8923"/>
                </a:lnTo>
                <a:lnTo>
                  <a:pt x="2290" y="8966"/>
                </a:lnTo>
                <a:lnTo>
                  <a:pt x="2290" y="8966"/>
                </a:lnTo>
                <a:lnTo>
                  <a:pt x="2247" y="9030"/>
                </a:lnTo>
                <a:lnTo>
                  <a:pt x="2269" y="9116"/>
                </a:lnTo>
                <a:lnTo>
                  <a:pt x="2269" y="9116"/>
                </a:lnTo>
                <a:lnTo>
                  <a:pt x="2312" y="9158"/>
                </a:lnTo>
                <a:lnTo>
                  <a:pt x="2333" y="9180"/>
                </a:lnTo>
                <a:lnTo>
                  <a:pt x="2376" y="9180"/>
                </a:lnTo>
                <a:lnTo>
                  <a:pt x="2440" y="9180"/>
                </a:lnTo>
                <a:lnTo>
                  <a:pt x="2440" y="9180"/>
                </a:lnTo>
                <a:lnTo>
                  <a:pt x="2504" y="9137"/>
                </a:lnTo>
                <a:lnTo>
                  <a:pt x="2568" y="9073"/>
                </a:lnTo>
                <a:lnTo>
                  <a:pt x="2633" y="9009"/>
                </a:lnTo>
                <a:lnTo>
                  <a:pt x="2675" y="8966"/>
                </a:lnTo>
                <a:lnTo>
                  <a:pt x="2675" y="8966"/>
                </a:lnTo>
                <a:lnTo>
                  <a:pt x="2868" y="8902"/>
                </a:lnTo>
                <a:lnTo>
                  <a:pt x="3060" y="8837"/>
                </a:lnTo>
                <a:lnTo>
                  <a:pt x="3060" y="8837"/>
                </a:lnTo>
                <a:lnTo>
                  <a:pt x="2996" y="8923"/>
                </a:lnTo>
                <a:lnTo>
                  <a:pt x="2975" y="8987"/>
                </a:lnTo>
                <a:lnTo>
                  <a:pt x="2996" y="9030"/>
                </a:lnTo>
                <a:lnTo>
                  <a:pt x="3018" y="9094"/>
                </a:lnTo>
                <a:lnTo>
                  <a:pt x="3060" y="9116"/>
                </a:lnTo>
                <a:lnTo>
                  <a:pt x="3125" y="9137"/>
                </a:lnTo>
                <a:lnTo>
                  <a:pt x="3189" y="9116"/>
                </a:lnTo>
                <a:lnTo>
                  <a:pt x="3253" y="9094"/>
                </a:lnTo>
                <a:lnTo>
                  <a:pt x="3253" y="9094"/>
                </a:lnTo>
                <a:lnTo>
                  <a:pt x="3360" y="8966"/>
                </a:lnTo>
                <a:lnTo>
                  <a:pt x="3510" y="8752"/>
                </a:lnTo>
                <a:lnTo>
                  <a:pt x="3660" y="8538"/>
                </a:lnTo>
                <a:lnTo>
                  <a:pt x="3724" y="8495"/>
                </a:lnTo>
                <a:lnTo>
                  <a:pt x="3767" y="8474"/>
                </a:lnTo>
                <a:lnTo>
                  <a:pt x="3767" y="8474"/>
                </a:lnTo>
                <a:lnTo>
                  <a:pt x="3788" y="8495"/>
                </a:lnTo>
                <a:lnTo>
                  <a:pt x="3767" y="8581"/>
                </a:lnTo>
                <a:lnTo>
                  <a:pt x="3767" y="8773"/>
                </a:lnTo>
                <a:lnTo>
                  <a:pt x="3767" y="8859"/>
                </a:lnTo>
                <a:lnTo>
                  <a:pt x="3788" y="8880"/>
                </a:lnTo>
                <a:lnTo>
                  <a:pt x="3809" y="8902"/>
                </a:lnTo>
                <a:lnTo>
                  <a:pt x="3831" y="8902"/>
                </a:lnTo>
                <a:lnTo>
                  <a:pt x="3873" y="8880"/>
                </a:lnTo>
                <a:lnTo>
                  <a:pt x="4002" y="8795"/>
                </a:lnTo>
                <a:lnTo>
                  <a:pt x="4002" y="8795"/>
                </a:lnTo>
                <a:lnTo>
                  <a:pt x="4087" y="8666"/>
                </a:lnTo>
                <a:lnTo>
                  <a:pt x="4194" y="8452"/>
                </a:lnTo>
                <a:lnTo>
                  <a:pt x="4301" y="8238"/>
                </a:lnTo>
                <a:lnTo>
                  <a:pt x="4323" y="8174"/>
                </a:lnTo>
                <a:lnTo>
                  <a:pt x="4366" y="8153"/>
                </a:lnTo>
                <a:lnTo>
                  <a:pt x="4366" y="8153"/>
                </a:lnTo>
                <a:lnTo>
                  <a:pt x="4366" y="8238"/>
                </a:lnTo>
                <a:lnTo>
                  <a:pt x="4344" y="8324"/>
                </a:lnTo>
                <a:lnTo>
                  <a:pt x="4344" y="8324"/>
                </a:lnTo>
                <a:lnTo>
                  <a:pt x="4280" y="8495"/>
                </a:lnTo>
                <a:lnTo>
                  <a:pt x="4237" y="8581"/>
                </a:lnTo>
                <a:lnTo>
                  <a:pt x="4216" y="8688"/>
                </a:lnTo>
                <a:lnTo>
                  <a:pt x="4216" y="8773"/>
                </a:lnTo>
                <a:lnTo>
                  <a:pt x="4237" y="8859"/>
                </a:lnTo>
                <a:lnTo>
                  <a:pt x="4301" y="8923"/>
                </a:lnTo>
                <a:lnTo>
                  <a:pt x="4408" y="8966"/>
                </a:lnTo>
                <a:lnTo>
                  <a:pt x="4408" y="8966"/>
                </a:lnTo>
                <a:lnTo>
                  <a:pt x="4473" y="8966"/>
                </a:lnTo>
                <a:lnTo>
                  <a:pt x="4537" y="8923"/>
                </a:lnTo>
                <a:lnTo>
                  <a:pt x="4601" y="8880"/>
                </a:lnTo>
                <a:lnTo>
                  <a:pt x="4644" y="8816"/>
                </a:lnTo>
                <a:lnTo>
                  <a:pt x="4751" y="8688"/>
                </a:lnTo>
                <a:lnTo>
                  <a:pt x="4772" y="8645"/>
                </a:lnTo>
                <a:lnTo>
                  <a:pt x="4794" y="8645"/>
                </a:lnTo>
                <a:lnTo>
                  <a:pt x="4794" y="8645"/>
                </a:lnTo>
                <a:lnTo>
                  <a:pt x="4836" y="8666"/>
                </a:lnTo>
                <a:lnTo>
                  <a:pt x="4836" y="8709"/>
                </a:lnTo>
                <a:lnTo>
                  <a:pt x="4815" y="8837"/>
                </a:lnTo>
                <a:lnTo>
                  <a:pt x="4794" y="8902"/>
                </a:lnTo>
                <a:lnTo>
                  <a:pt x="4815" y="8944"/>
                </a:lnTo>
                <a:lnTo>
                  <a:pt x="4836" y="8987"/>
                </a:lnTo>
                <a:lnTo>
                  <a:pt x="4900" y="9009"/>
                </a:lnTo>
                <a:lnTo>
                  <a:pt x="4900" y="9009"/>
                </a:lnTo>
                <a:lnTo>
                  <a:pt x="4965" y="9030"/>
                </a:lnTo>
                <a:lnTo>
                  <a:pt x="5029" y="9009"/>
                </a:lnTo>
                <a:lnTo>
                  <a:pt x="5093" y="8966"/>
                </a:lnTo>
                <a:lnTo>
                  <a:pt x="5136" y="8923"/>
                </a:lnTo>
                <a:lnTo>
                  <a:pt x="5221" y="8816"/>
                </a:lnTo>
                <a:lnTo>
                  <a:pt x="5307" y="8730"/>
                </a:lnTo>
                <a:lnTo>
                  <a:pt x="5307" y="8730"/>
                </a:lnTo>
                <a:lnTo>
                  <a:pt x="5350" y="8688"/>
                </a:lnTo>
                <a:lnTo>
                  <a:pt x="5393" y="8709"/>
                </a:lnTo>
                <a:lnTo>
                  <a:pt x="5393" y="8730"/>
                </a:lnTo>
                <a:lnTo>
                  <a:pt x="5393" y="8795"/>
                </a:lnTo>
                <a:lnTo>
                  <a:pt x="5393" y="8923"/>
                </a:lnTo>
                <a:lnTo>
                  <a:pt x="5393" y="8987"/>
                </a:lnTo>
                <a:lnTo>
                  <a:pt x="5414" y="9030"/>
                </a:lnTo>
                <a:lnTo>
                  <a:pt x="5414" y="9030"/>
                </a:lnTo>
                <a:lnTo>
                  <a:pt x="5478" y="9094"/>
                </a:lnTo>
                <a:lnTo>
                  <a:pt x="5542" y="9116"/>
                </a:lnTo>
                <a:lnTo>
                  <a:pt x="5585" y="9094"/>
                </a:lnTo>
                <a:lnTo>
                  <a:pt x="5628" y="9051"/>
                </a:lnTo>
                <a:lnTo>
                  <a:pt x="5692" y="8944"/>
                </a:lnTo>
                <a:lnTo>
                  <a:pt x="5756" y="8837"/>
                </a:lnTo>
                <a:lnTo>
                  <a:pt x="5756" y="8837"/>
                </a:lnTo>
                <a:lnTo>
                  <a:pt x="5820" y="8880"/>
                </a:lnTo>
                <a:lnTo>
                  <a:pt x="5885" y="8902"/>
                </a:lnTo>
                <a:lnTo>
                  <a:pt x="5949" y="8880"/>
                </a:lnTo>
                <a:lnTo>
                  <a:pt x="5992" y="8859"/>
                </a:lnTo>
                <a:lnTo>
                  <a:pt x="6034" y="8816"/>
                </a:lnTo>
                <a:lnTo>
                  <a:pt x="6077" y="8752"/>
                </a:lnTo>
                <a:lnTo>
                  <a:pt x="6099" y="8688"/>
                </a:lnTo>
                <a:lnTo>
                  <a:pt x="6099" y="8623"/>
                </a:lnTo>
                <a:lnTo>
                  <a:pt x="6099" y="8623"/>
                </a:lnTo>
                <a:lnTo>
                  <a:pt x="6077" y="8581"/>
                </a:lnTo>
                <a:lnTo>
                  <a:pt x="6056" y="8516"/>
                </a:lnTo>
                <a:lnTo>
                  <a:pt x="5992" y="8388"/>
                </a:lnTo>
                <a:lnTo>
                  <a:pt x="5799" y="8174"/>
                </a:lnTo>
                <a:lnTo>
                  <a:pt x="5799" y="8174"/>
                </a:lnTo>
                <a:lnTo>
                  <a:pt x="5628" y="7939"/>
                </a:lnTo>
                <a:lnTo>
                  <a:pt x="5435" y="7703"/>
                </a:lnTo>
                <a:lnTo>
                  <a:pt x="5371" y="7596"/>
                </a:lnTo>
                <a:lnTo>
                  <a:pt x="5328" y="7468"/>
                </a:lnTo>
                <a:lnTo>
                  <a:pt x="5307" y="7318"/>
                </a:lnTo>
                <a:lnTo>
                  <a:pt x="5328" y="7190"/>
                </a:lnTo>
                <a:lnTo>
                  <a:pt x="5328" y="7190"/>
                </a:lnTo>
                <a:lnTo>
                  <a:pt x="5371" y="7040"/>
                </a:lnTo>
                <a:lnTo>
                  <a:pt x="5457" y="6933"/>
                </a:lnTo>
                <a:lnTo>
                  <a:pt x="5564" y="6826"/>
                </a:lnTo>
                <a:lnTo>
                  <a:pt x="5671" y="6719"/>
                </a:lnTo>
                <a:lnTo>
                  <a:pt x="5885" y="6527"/>
                </a:lnTo>
                <a:lnTo>
                  <a:pt x="5992" y="6420"/>
                </a:lnTo>
                <a:lnTo>
                  <a:pt x="6077" y="6313"/>
                </a:lnTo>
                <a:lnTo>
                  <a:pt x="6077" y="6313"/>
                </a:lnTo>
                <a:close/>
                <a:moveTo>
                  <a:pt x="5671" y="5478"/>
                </a:moveTo>
                <a:lnTo>
                  <a:pt x="5671" y="5478"/>
                </a:lnTo>
                <a:lnTo>
                  <a:pt x="5628" y="5435"/>
                </a:lnTo>
                <a:lnTo>
                  <a:pt x="5542" y="5414"/>
                </a:lnTo>
                <a:lnTo>
                  <a:pt x="5521" y="5393"/>
                </a:lnTo>
                <a:lnTo>
                  <a:pt x="5500" y="5350"/>
                </a:lnTo>
                <a:lnTo>
                  <a:pt x="5500" y="5307"/>
                </a:lnTo>
                <a:lnTo>
                  <a:pt x="5521" y="5264"/>
                </a:lnTo>
                <a:lnTo>
                  <a:pt x="5521" y="5264"/>
                </a:lnTo>
                <a:lnTo>
                  <a:pt x="5564" y="5200"/>
                </a:lnTo>
                <a:lnTo>
                  <a:pt x="5607" y="5200"/>
                </a:lnTo>
                <a:lnTo>
                  <a:pt x="5628" y="5222"/>
                </a:lnTo>
                <a:lnTo>
                  <a:pt x="5649" y="5264"/>
                </a:lnTo>
                <a:lnTo>
                  <a:pt x="5671" y="5393"/>
                </a:lnTo>
                <a:lnTo>
                  <a:pt x="5671" y="5478"/>
                </a:lnTo>
                <a:lnTo>
                  <a:pt x="5671" y="5478"/>
                </a:lnTo>
                <a:close/>
                <a:moveTo>
                  <a:pt x="5500" y="4729"/>
                </a:moveTo>
                <a:lnTo>
                  <a:pt x="5500" y="4729"/>
                </a:lnTo>
                <a:lnTo>
                  <a:pt x="5542" y="4772"/>
                </a:lnTo>
                <a:lnTo>
                  <a:pt x="5542" y="4836"/>
                </a:lnTo>
                <a:lnTo>
                  <a:pt x="5542" y="4836"/>
                </a:lnTo>
                <a:lnTo>
                  <a:pt x="5521" y="4836"/>
                </a:lnTo>
                <a:lnTo>
                  <a:pt x="5500" y="4815"/>
                </a:lnTo>
                <a:lnTo>
                  <a:pt x="5500" y="4729"/>
                </a:lnTo>
                <a:lnTo>
                  <a:pt x="5500" y="4729"/>
                </a:lnTo>
                <a:close/>
                <a:moveTo>
                  <a:pt x="5500" y="4965"/>
                </a:moveTo>
                <a:lnTo>
                  <a:pt x="5500" y="4965"/>
                </a:lnTo>
                <a:lnTo>
                  <a:pt x="5478" y="4986"/>
                </a:lnTo>
                <a:lnTo>
                  <a:pt x="5457" y="5008"/>
                </a:lnTo>
                <a:lnTo>
                  <a:pt x="5414" y="5008"/>
                </a:lnTo>
                <a:lnTo>
                  <a:pt x="5414" y="5050"/>
                </a:lnTo>
                <a:lnTo>
                  <a:pt x="5414" y="5050"/>
                </a:lnTo>
                <a:lnTo>
                  <a:pt x="5393" y="5029"/>
                </a:lnTo>
                <a:lnTo>
                  <a:pt x="5393" y="5008"/>
                </a:lnTo>
                <a:lnTo>
                  <a:pt x="5414" y="4965"/>
                </a:lnTo>
                <a:lnTo>
                  <a:pt x="5457" y="4922"/>
                </a:lnTo>
                <a:lnTo>
                  <a:pt x="5478" y="4943"/>
                </a:lnTo>
                <a:lnTo>
                  <a:pt x="5500" y="4965"/>
                </a:lnTo>
                <a:lnTo>
                  <a:pt x="5500" y="4965"/>
                </a:lnTo>
                <a:close/>
                <a:moveTo>
                  <a:pt x="5435" y="6035"/>
                </a:moveTo>
                <a:lnTo>
                  <a:pt x="5435" y="6035"/>
                </a:lnTo>
                <a:lnTo>
                  <a:pt x="5393" y="5992"/>
                </a:lnTo>
                <a:lnTo>
                  <a:pt x="5371" y="5928"/>
                </a:lnTo>
                <a:lnTo>
                  <a:pt x="5371" y="5928"/>
                </a:lnTo>
                <a:lnTo>
                  <a:pt x="5414" y="5928"/>
                </a:lnTo>
                <a:lnTo>
                  <a:pt x="5435" y="5949"/>
                </a:lnTo>
                <a:lnTo>
                  <a:pt x="5435" y="6035"/>
                </a:lnTo>
                <a:lnTo>
                  <a:pt x="5435" y="6035"/>
                </a:lnTo>
                <a:close/>
                <a:moveTo>
                  <a:pt x="4259" y="3018"/>
                </a:moveTo>
                <a:lnTo>
                  <a:pt x="4259" y="3018"/>
                </a:lnTo>
                <a:lnTo>
                  <a:pt x="4280" y="3039"/>
                </a:lnTo>
                <a:lnTo>
                  <a:pt x="4280" y="3061"/>
                </a:lnTo>
                <a:lnTo>
                  <a:pt x="4280" y="3103"/>
                </a:lnTo>
                <a:lnTo>
                  <a:pt x="4259" y="3125"/>
                </a:lnTo>
                <a:lnTo>
                  <a:pt x="4216" y="3125"/>
                </a:lnTo>
                <a:lnTo>
                  <a:pt x="4194" y="3125"/>
                </a:lnTo>
                <a:lnTo>
                  <a:pt x="4152" y="3103"/>
                </a:lnTo>
                <a:lnTo>
                  <a:pt x="4109" y="3082"/>
                </a:lnTo>
                <a:lnTo>
                  <a:pt x="4109" y="3082"/>
                </a:lnTo>
                <a:lnTo>
                  <a:pt x="4109" y="3039"/>
                </a:lnTo>
                <a:lnTo>
                  <a:pt x="4109" y="3018"/>
                </a:lnTo>
                <a:lnTo>
                  <a:pt x="4152" y="2996"/>
                </a:lnTo>
                <a:lnTo>
                  <a:pt x="4194" y="2996"/>
                </a:lnTo>
                <a:lnTo>
                  <a:pt x="4259" y="3018"/>
                </a:lnTo>
                <a:lnTo>
                  <a:pt x="4259" y="3018"/>
                </a:lnTo>
                <a:close/>
                <a:moveTo>
                  <a:pt x="3788" y="3018"/>
                </a:moveTo>
                <a:lnTo>
                  <a:pt x="3788" y="3018"/>
                </a:lnTo>
                <a:lnTo>
                  <a:pt x="3831" y="3039"/>
                </a:lnTo>
                <a:lnTo>
                  <a:pt x="3831" y="3082"/>
                </a:lnTo>
                <a:lnTo>
                  <a:pt x="3831" y="3189"/>
                </a:lnTo>
                <a:lnTo>
                  <a:pt x="3788" y="3274"/>
                </a:lnTo>
                <a:lnTo>
                  <a:pt x="3767" y="3296"/>
                </a:lnTo>
                <a:lnTo>
                  <a:pt x="3745" y="3296"/>
                </a:lnTo>
                <a:lnTo>
                  <a:pt x="3745" y="3296"/>
                </a:lnTo>
                <a:lnTo>
                  <a:pt x="3724" y="3274"/>
                </a:lnTo>
                <a:lnTo>
                  <a:pt x="3724" y="3253"/>
                </a:lnTo>
                <a:lnTo>
                  <a:pt x="3745" y="3168"/>
                </a:lnTo>
                <a:lnTo>
                  <a:pt x="3767" y="3082"/>
                </a:lnTo>
                <a:lnTo>
                  <a:pt x="3788" y="3018"/>
                </a:lnTo>
                <a:lnTo>
                  <a:pt x="3788" y="3018"/>
                </a:lnTo>
                <a:close/>
                <a:moveTo>
                  <a:pt x="4473" y="5692"/>
                </a:moveTo>
                <a:lnTo>
                  <a:pt x="4473" y="5692"/>
                </a:lnTo>
                <a:lnTo>
                  <a:pt x="4430" y="5863"/>
                </a:lnTo>
                <a:lnTo>
                  <a:pt x="4366" y="6013"/>
                </a:lnTo>
                <a:lnTo>
                  <a:pt x="4280" y="6120"/>
                </a:lnTo>
                <a:lnTo>
                  <a:pt x="4152" y="6249"/>
                </a:lnTo>
                <a:lnTo>
                  <a:pt x="4152" y="6249"/>
                </a:lnTo>
                <a:lnTo>
                  <a:pt x="3938" y="6441"/>
                </a:lnTo>
                <a:lnTo>
                  <a:pt x="3831" y="6569"/>
                </a:lnTo>
                <a:lnTo>
                  <a:pt x="3809" y="6634"/>
                </a:lnTo>
                <a:lnTo>
                  <a:pt x="3788" y="6698"/>
                </a:lnTo>
                <a:lnTo>
                  <a:pt x="3788" y="6698"/>
                </a:lnTo>
                <a:lnTo>
                  <a:pt x="3788" y="6783"/>
                </a:lnTo>
                <a:lnTo>
                  <a:pt x="3788" y="6783"/>
                </a:lnTo>
                <a:lnTo>
                  <a:pt x="3788" y="6741"/>
                </a:lnTo>
                <a:lnTo>
                  <a:pt x="3788" y="6676"/>
                </a:lnTo>
                <a:lnTo>
                  <a:pt x="3788" y="6676"/>
                </a:lnTo>
                <a:lnTo>
                  <a:pt x="3788" y="6762"/>
                </a:lnTo>
                <a:lnTo>
                  <a:pt x="3788" y="6869"/>
                </a:lnTo>
                <a:lnTo>
                  <a:pt x="3831" y="7104"/>
                </a:lnTo>
                <a:lnTo>
                  <a:pt x="3852" y="7211"/>
                </a:lnTo>
                <a:lnTo>
                  <a:pt x="3873" y="7318"/>
                </a:lnTo>
                <a:lnTo>
                  <a:pt x="3852" y="7425"/>
                </a:lnTo>
                <a:lnTo>
                  <a:pt x="3809" y="7511"/>
                </a:lnTo>
                <a:lnTo>
                  <a:pt x="3809" y="7511"/>
                </a:lnTo>
                <a:lnTo>
                  <a:pt x="3788" y="7575"/>
                </a:lnTo>
                <a:lnTo>
                  <a:pt x="3724" y="7618"/>
                </a:lnTo>
                <a:lnTo>
                  <a:pt x="3595" y="7682"/>
                </a:lnTo>
                <a:lnTo>
                  <a:pt x="3403" y="7725"/>
                </a:lnTo>
                <a:lnTo>
                  <a:pt x="3210" y="7746"/>
                </a:lnTo>
                <a:lnTo>
                  <a:pt x="3018" y="7746"/>
                </a:lnTo>
                <a:lnTo>
                  <a:pt x="2825" y="7703"/>
                </a:lnTo>
                <a:lnTo>
                  <a:pt x="2675" y="7661"/>
                </a:lnTo>
                <a:lnTo>
                  <a:pt x="2568" y="7596"/>
                </a:lnTo>
                <a:lnTo>
                  <a:pt x="2568" y="7596"/>
                </a:lnTo>
                <a:lnTo>
                  <a:pt x="2526" y="7532"/>
                </a:lnTo>
                <a:lnTo>
                  <a:pt x="2504" y="7489"/>
                </a:lnTo>
                <a:lnTo>
                  <a:pt x="2461" y="7340"/>
                </a:lnTo>
                <a:lnTo>
                  <a:pt x="2461" y="7211"/>
                </a:lnTo>
                <a:lnTo>
                  <a:pt x="2440" y="7062"/>
                </a:lnTo>
                <a:lnTo>
                  <a:pt x="2440" y="7062"/>
                </a:lnTo>
                <a:lnTo>
                  <a:pt x="2376" y="6890"/>
                </a:lnTo>
                <a:lnTo>
                  <a:pt x="2312" y="6741"/>
                </a:lnTo>
                <a:lnTo>
                  <a:pt x="2119" y="6462"/>
                </a:lnTo>
                <a:lnTo>
                  <a:pt x="2119" y="6462"/>
                </a:lnTo>
                <a:lnTo>
                  <a:pt x="1905" y="6120"/>
                </a:lnTo>
                <a:lnTo>
                  <a:pt x="1841" y="5970"/>
                </a:lnTo>
                <a:lnTo>
                  <a:pt x="1777" y="5799"/>
                </a:lnTo>
                <a:lnTo>
                  <a:pt x="1734" y="5628"/>
                </a:lnTo>
                <a:lnTo>
                  <a:pt x="1734" y="5457"/>
                </a:lnTo>
                <a:lnTo>
                  <a:pt x="1755" y="5264"/>
                </a:lnTo>
                <a:lnTo>
                  <a:pt x="1819" y="5072"/>
                </a:lnTo>
                <a:lnTo>
                  <a:pt x="1819" y="5072"/>
                </a:lnTo>
                <a:lnTo>
                  <a:pt x="1884" y="4922"/>
                </a:lnTo>
                <a:lnTo>
                  <a:pt x="1969" y="4794"/>
                </a:lnTo>
                <a:lnTo>
                  <a:pt x="2076" y="4644"/>
                </a:lnTo>
                <a:lnTo>
                  <a:pt x="2205" y="4494"/>
                </a:lnTo>
                <a:lnTo>
                  <a:pt x="2333" y="4366"/>
                </a:lnTo>
                <a:lnTo>
                  <a:pt x="2483" y="4259"/>
                </a:lnTo>
                <a:lnTo>
                  <a:pt x="2633" y="4152"/>
                </a:lnTo>
                <a:lnTo>
                  <a:pt x="2782" y="4066"/>
                </a:lnTo>
                <a:lnTo>
                  <a:pt x="2953" y="4002"/>
                </a:lnTo>
                <a:lnTo>
                  <a:pt x="3103" y="3938"/>
                </a:lnTo>
                <a:lnTo>
                  <a:pt x="3274" y="3916"/>
                </a:lnTo>
                <a:lnTo>
                  <a:pt x="3446" y="3916"/>
                </a:lnTo>
                <a:lnTo>
                  <a:pt x="3595" y="3959"/>
                </a:lnTo>
                <a:lnTo>
                  <a:pt x="3745" y="4023"/>
                </a:lnTo>
                <a:lnTo>
                  <a:pt x="3895" y="4130"/>
                </a:lnTo>
                <a:lnTo>
                  <a:pt x="4045" y="4259"/>
                </a:lnTo>
                <a:lnTo>
                  <a:pt x="4045" y="4259"/>
                </a:lnTo>
                <a:lnTo>
                  <a:pt x="4152" y="4408"/>
                </a:lnTo>
                <a:lnTo>
                  <a:pt x="4259" y="4580"/>
                </a:lnTo>
                <a:lnTo>
                  <a:pt x="4323" y="4751"/>
                </a:lnTo>
                <a:lnTo>
                  <a:pt x="4387" y="4943"/>
                </a:lnTo>
                <a:lnTo>
                  <a:pt x="4430" y="5115"/>
                </a:lnTo>
                <a:lnTo>
                  <a:pt x="4473" y="5307"/>
                </a:lnTo>
                <a:lnTo>
                  <a:pt x="4473" y="5500"/>
                </a:lnTo>
                <a:lnTo>
                  <a:pt x="4473" y="5692"/>
                </a:lnTo>
                <a:lnTo>
                  <a:pt x="4473" y="5692"/>
                </a:lnTo>
                <a:close/>
                <a:moveTo>
                  <a:pt x="4836" y="4088"/>
                </a:moveTo>
                <a:lnTo>
                  <a:pt x="4836" y="4088"/>
                </a:lnTo>
                <a:lnTo>
                  <a:pt x="4900" y="4088"/>
                </a:lnTo>
                <a:lnTo>
                  <a:pt x="4922" y="4109"/>
                </a:lnTo>
                <a:lnTo>
                  <a:pt x="4943" y="4152"/>
                </a:lnTo>
                <a:lnTo>
                  <a:pt x="4965" y="4216"/>
                </a:lnTo>
                <a:lnTo>
                  <a:pt x="4965" y="4216"/>
                </a:lnTo>
                <a:lnTo>
                  <a:pt x="4900" y="4216"/>
                </a:lnTo>
                <a:lnTo>
                  <a:pt x="4858" y="4195"/>
                </a:lnTo>
                <a:lnTo>
                  <a:pt x="4836" y="4152"/>
                </a:lnTo>
                <a:lnTo>
                  <a:pt x="4836" y="4088"/>
                </a:lnTo>
                <a:lnTo>
                  <a:pt x="4836" y="4088"/>
                </a:lnTo>
                <a:close/>
                <a:moveTo>
                  <a:pt x="4965" y="5435"/>
                </a:moveTo>
                <a:lnTo>
                  <a:pt x="4965" y="5435"/>
                </a:lnTo>
                <a:lnTo>
                  <a:pt x="5007" y="5435"/>
                </a:lnTo>
                <a:lnTo>
                  <a:pt x="5029" y="5457"/>
                </a:lnTo>
                <a:lnTo>
                  <a:pt x="5093" y="5521"/>
                </a:lnTo>
                <a:lnTo>
                  <a:pt x="5093" y="5607"/>
                </a:lnTo>
                <a:lnTo>
                  <a:pt x="5093" y="5628"/>
                </a:lnTo>
                <a:lnTo>
                  <a:pt x="5072" y="5649"/>
                </a:lnTo>
                <a:lnTo>
                  <a:pt x="5072" y="5649"/>
                </a:lnTo>
                <a:lnTo>
                  <a:pt x="5029" y="5671"/>
                </a:lnTo>
                <a:lnTo>
                  <a:pt x="4986" y="5649"/>
                </a:lnTo>
                <a:lnTo>
                  <a:pt x="4922" y="5585"/>
                </a:lnTo>
                <a:lnTo>
                  <a:pt x="4922" y="5542"/>
                </a:lnTo>
                <a:lnTo>
                  <a:pt x="4900" y="5500"/>
                </a:lnTo>
                <a:lnTo>
                  <a:pt x="4922" y="5457"/>
                </a:lnTo>
                <a:lnTo>
                  <a:pt x="4965" y="5435"/>
                </a:lnTo>
                <a:lnTo>
                  <a:pt x="4965" y="5435"/>
                </a:lnTo>
                <a:close/>
                <a:moveTo>
                  <a:pt x="5114" y="6077"/>
                </a:moveTo>
                <a:lnTo>
                  <a:pt x="5114" y="6077"/>
                </a:lnTo>
                <a:lnTo>
                  <a:pt x="5093" y="6077"/>
                </a:lnTo>
                <a:lnTo>
                  <a:pt x="5072" y="6077"/>
                </a:lnTo>
                <a:lnTo>
                  <a:pt x="5007" y="6035"/>
                </a:lnTo>
                <a:lnTo>
                  <a:pt x="4986" y="5970"/>
                </a:lnTo>
                <a:lnTo>
                  <a:pt x="5007" y="5906"/>
                </a:lnTo>
                <a:lnTo>
                  <a:pt x="5007" y="5906"/>
                </a:lnTo>
                <a:lnTo>
                  <a:pt x="5029" y="5885"/>
                </a:lnTo>
                <a:lnTo>
                  <a:pt x="5072" y="5885"/>
                </a:lnTo>
                <a:lnTo>
                  <a:pt x="5114" y="5949"/>
                </a:lnTo>
                <a:lnTo>
                  <a:pt x="5157" y="6013"/>
                </a:lnTo>
                <a:lnTo>
                  <a:pt x="5136" y="6056"/>
                </a:lnTo>
                <a:lnTo>
                  <a:pt x="5114" y="6077"/>
                </a:lnTo>
                <a:lnTo>
                  <a:pt x="5114" y="6077"/>
                </a:lnTo>
                <a:close/>
                <a:moveTo>
                  <a:pt x="5007" y="4836"/>
                </a:moveTo>
                <a:lnTo>
                  <a:pt x="5007" y="4836"/>
                </a:lnTo>
                <a:lnTo>
                  <a:pt x="4986" y="4815"/>
                </a:lnTo>
                <a:lnTo>
                  <a:pt x="4965" y="4794"/>
                </a:lnTo>
                <a:lnTo>
                  <a:pt x="5007" y="4729"/>
                </a:lnTo>
                <a:lnTo>
                  <a:pt x="5050" y="4687"/>
                </a:lnTo>
                <a:lnTo>
                  <a:pt x="5093" y="4665"/>
                </a:lnTo>
                <a:lnTo>
                  <a:pt x="5136" y="4687"/>
                </a:lnTo>
                <a:lnTo>
                  <a:pt x="5136" y="4687"/>
                </a:lnTo>
                <a:lnTo>
                  <a:pt x="5157" y="4708"/>
                </a:lnTo>
                <a:lnTo>
                  <a:pt x="5157" y="4729"/>
                </a:lnTo>
                <a:lnTo>
                  <a:pt x="5136" y="4794"/>
                </a:lnTo>
                <a:lnTo>
                  <a:pt x="5072" y="4858"/>
                </a:lnTo>
                <a:lnTo>
                  <a:pt x="5050" y="4858"/>
                </a:lnTo>
                <a:lnTo>
                  <a:pt x="5007" y="4836"/>
                </a:lnTo>
                <a:lnTo>
                  <a:pt x="5007" y="4836"/>
                </a:lnTo>
                <a:close/>
                <a:moveTo>
                  <a:pt x="5307" y="6527"/>
                </a:moveTo>
                <a:lnTo>
                  <a:pt x="5307" y="6527"/>
                </a:lnTo>
                <a:lnTo>
                  <a:pt x="5286" y="6569"/>
                </a:lnTo>
                <a:lnTo>
                  <a:pt x="5264" y="6591"/>
                </a:lnTo>
                <a:lnTo>
                  <a:pt x="5243" y="6612"/>
                </a:lnTo>
                <a:lnTo>
                  <a:pt x="5221" y="6591"/>
                </a:lnTo>
                <a:lnTo>
                  <a:pt x="5179" y="6548"/>
                </a:lnTo>
                <a:lnTo>
                  <a:pt x="5200" y="6505"/>
                </a:lnTo>
                <a:lnTo>
                  <a:pt x="5200" y="6462"/>
                </a:lnTo>
                <a:lnTo>
                  <a:pt x="5200" y="6462"/>
                </a:lnTo>
                <a:lnTo>
                  <a:pt x="5243" y="6420"/>
                </a:lnTo>
                <a:lnTo>
                  <a:pt x="5286" y="6420"/>
                </a:lnTo>
                <a:lnTo>
                  <a:pt x="5307" y="6462"/>
                </a:lnTo>
                <a:lnTo>
                  <a:pt x="5307" y="6527"/>
                </a:lnTo>
                <a:lnTo>
                  <a:pt x="5307" y="6527"/>
                </a:lnTo>
                <a:close/>
                <a:moveTo>
                  <a:pt x="3403" y="5842"/>
                </a:moveTo>
                <a:lnTo>
                  <a:pt x="3403" y="5842"/>
                </a:lnTo>
                <a:lnTo>
                  <a:pt x="3446" y="5906"/>
                </a:lnTo>
                <a:lnTo>
                  <a:pt x="3488" y="5949"/>
                </a:lnTo>
                <a:lnTo>
                  <a:pt x="3553" y="5970"/>
                </a:lnTo>
                <a:lnTo>
                  <a:pt x="3617" y="5992"/>
                </a:lnTo>
                <a:lnTo>
                  <a:pt x="3681" y="5970"/>
                </a:lnTo>
                <a:lnTo>
                  <a:pt x="3745" y="5949"/>
                </a:lnTo>
                <a:lnTo>
                  <a:pt x="3895" y="5885"/>
                </a:lnTo>
                <a:lnTo>
                  <a:pt x="4002" y="5756"/>
                </a:lnTo>
                <a:lnTo>
                  <a:pt x="4087" y="5628"/>
                </a:lnTo>
                <a:lnTo>
                  <a:pt x="4109" y="5542"/>
                </a:lnTo>
                <a:lnTo>
                  <a:pt x="4130" y="5478"/>
                </a:lnTo>
                <a:lnTo>
                  <a:pt x="4109" y="5393"/>
                </a:lnTo>
                <a:lnTo>
                  <a:pt x="4087" y="5328"/>
                </a:lnTo>
                <a:lnTo>
                  <a:pt x="4087" y="5328"/>
                </a:lnTo>
                <a:lnTo>
                  <a:pt x="4045" y="5264"/>
                </a:lnTo>
                <a:lnTo>
                  <a:pt x="4002" y="5243"/>
                </a:lnTo>
                <a:lnTo>
                  <a:pt x="3938" y="5222"/>
                </a:lnTo>
                <a:lnTo>
                  <a:pt x="3873" y="5222"/>
                </a:lnTo>
                <a:lnTo>
                  <a:pt x="3745" y="5243"/>
                </a:lnTo>
                <a:lnTo>
                  <a:pt x="3617" y="5328"/>
                </a:lnTo>
                <a:lnTo>
                  <a:pt x="3510" y="5435"/>
                </a:lnTo>
                <a:lnTo>
                  <a:pt x="3424" y="5564"/>
                </a:lnTo>
                <a:lnTo>
                  <a:pt x="3381" y="5714"/>
                </a:lnTo>
                <a:lnTo>
                  <a:pt x="3381" y="5778"/>
                </a:lnTo>
                <a:lnTo>
                  <a:pt x="3403" y="5842"/>
                </a:lnTo>
                <a:lnTo>
                  <a:pt x="3403" y="5842"/>
                </a:lnTo>
                <a:close/>
                <a:moveTo>
                  <a:pt x="2889" y="5949"/>
                </a:moveTo>
                <a:lnTo>
                  <a:pt x="2889" y="5949"/>
                </a:lnTo>
                <a:lnTo>
                  <a:pt x="2932" y="5885"/>
                </a:lnTo>
                <a:lnTo>
                  <a:pt x="2953" y="5799"/>
                </a:lnTo>
                <a:lnTo>
                  <a:pt x="2953" y="5735"/>
                </a:lnTo>
                <a:lnTo>
                  <a:pt x="2932" y="5649"/>
                </a:lnTo>
                <a:lnTo>
                  <a:pt x="2889" y="5585"/>
                </a:lnTo>
                <a:lnTo>
                  <a:pt x="2846" y="5500"/>
                </a:lnTo>
                <a:lnTo>
                  <a:pt x="2718" y="5371"/>
                </a:lnTo>
                <a:lnTo>
                  <a:pt x="2568" y="5286"/>
                </a:lnTo>
                <a:lnTo>
                  <a:pt x="2504" y="5243"/>
                </a:lnTo>
                <a:lnTo>
                  <a:pt x="2419" y="5243"/>
                </a:lnTo>
                <a:lnTo>
                  <a:pt x="2354" y="5243"/>
                </a:lnTo>
                <a:lnTo>
                  <a:pt x="2269" y="5264"/>
                </a:lnTo>
                <a:lnTo>
                  <a:pt x="2226" y="5307"/>
                </a:lnTo>
                <a:lnTo>
                  <a:pt x="2162" y="5371"/>
                </a:lnTo>
                <a:lnTo>
                  <a:pt x="2162" y="5371"/>
                </a:lnTo>
                <a:lnTo>
                  <a:pt x="2140" y="5435"/>
                </a:lnTo>
                <a:lnTo>
                  <a:pt x="2140" y="5500"/>
                </a:lnTo>
                <a:lnTo>
                  <a:pt x="2140" y="5564"/>
                </a:lnTo>
                <a:lnTo>
                  <a:pt x="2162" y="5649"/>
                </a:lnTo>
                <a:lnTo>
                  <a:pt x="2247" y="5778"/>
                </a:lnTo>
                <a:lnTo>
                  <a:pt x="2376" y="5906"/>
                </a:lnTo>
                <a:lnTo>
                  <a:pt x="2504" y="5992"/>
                </a:lnTo>
                <a:lnTo>
                  <a:pt x="2654" y="6056"/>
                </a:lnTo>
                <a:lnTo>
                  <a:pt x="2718" y="6056"/>
                </a:lnTo>
                <a:lnTo>
                  <a:pt x="2782" y="6035"/>
                </a:lnTo>
                <a:lnTo>
                  <a:pt x="2846" y="6013"/>
                </a:lnTo>
                <a:lnTo>
                  <a:pt x="2889" y="5949"/>
                </a:lnTo>
                <a:lnTo>
                  <a:pt x="2889" y="5949"/>
                </a:lnTo>
                <a:close/>
                <a:moveTo>
                  <a:pt x="3189" y="6291"/>
                </a:moveTo>
                <a:lnTo>
                  <a:pt x="3189" y="6291"/>
                </a:lnTo>
                <a:lnTo>
                  <a:pt x="3125" y="6291"/>
                </a:lnTo>
                <a:lnTo>
                  <a:pt x="3082" y="6313"/>
                </a:lnTo>
                <a:lnTo>
                  <a:pt x="2996" y="6398"/>
                </a:lnTo>
                <a:lnTo>
                  <a:pt x="2932" y="6527"/>
                </a:lnTo>
                <a:lnTo>
                  <a:pt x="2911" y="6634"/>
                </a:lnTo>
                <a:lnTo>
                  <a:pt x="2911" y="6634"/>
                </a:lnTo>
                <a:lnTo>
                  <a:pt x="2932" y="6719"/>
                </a:lnTo>
                <a:lnTo>
                  <a:pt x="2996" y="6783"/>
                </a:lnTo>
                <a:lnTo>
                  <a:pt x="3082" y="6805"/>
                </a:lnTo>
                <a:lnTo>
                  <a:pt x="3167" y="6826"/>
                </a:lnTo>
                <a:lnTo>
                  <a:pt x="3253" y="6826"/>
                </a:lnTo>
                <a:lnTo>
                  <a:pt x="3317" y="6783"/>
                </a:lnTo>
                <a:lnTo>
                  <a:pt x="3360" y="6719"/>
                </a:lnTo>
                <a:lnTo>
                  <a:pt x="3339" y="6655"/>
                </a:lnTo>
                <a:lnTo>
                  <a:pt x="3339" y="6655"/>
                </a:lnTo>
                <a:lnTo>
                  <a:pt x="3274" y="6441"/>
                </a:lnTo>
                <a:lnTo>
                  <a:pt x="3232" y="6334"/>
                </a:lnTo>
                <a:lnTo>
                  <a:pt x="3210" y="6313"/>
                </a:lnTo>
                <a:lnTo>
                  <a:pt x="3189" y="6291"/>
                </a:lnTo>
                <a:lnTo>
                  <a:pt x="3189" y="6291"/>
                </a:lnTo>
                <a:close/>
                <a:moveTo>
                  <a:pt x="3424" y="7104"/>
                </a:moveTo>
                <a:lnTo>
                  <a:pt x="3424" y="7104"/>
                </a:lnTo>
                <a:lnTo>
                  <a:pt x="3381" y="7126"/>
                </a:lnTo>
                <a:lnTo>
                  <a:pt x="3360" y="7169"/>
                </a:lnTo>
                <a:lnTo>
                  <a:pt x="3360" y="7233"/>
                </a:lnTo>
                <a:lnTo>
                  <a:pt x="3360" y="7297"/>
                </a:lnTo>
                <a:lnTo>
                  <a:pt x="3381" y="7340"/>
                </a:lnTo>
                <a:lnTo>
                  <a:pt x="3403" y="7382"/>
                </a:lnTo>
                <a:lnTo>
                  <a:pt x="3446" y="7404"/>
                </a:lnTo>
                <a:lnTo>
                  <a:pt x="3510" y="7382"/>
                </a:lnTo>
                <a:lnTo>
                  <a:pt x="3510" y="7382"/>
                </a:lnTo>
                <a:lnTo>
                  <a:pt x="3531" y="7361"/>
                </a:lnTo>
                <a:lnTo>
                  <a:pt x="3553" y="7318"/>
                </a:lnTo>
                <a:lnTo>
                  <a:pt x="3553" y="7211"/>
                </a:lnTo>
                <a:lnTo>
                  <a:pt x="3531" y="7147"/>
                </a:lnTo>
                <a:lnTo>
                  <a:pt x="3510" y="7126"/>
                </a:lnTo>
                <a:lnTo>
                  <a:pt x="3467" y="7104"/>
                </a:lnTo>
                <a:lnTo>
                  <a:pt x="3424" y="7104"/>
                </a:lnTo>
                <a:lnTo>
                  <a:pt x="3424" y="7104"/>
                </a:lnTo>
                <a:close/>
                <a:moveTo>
                  <a:pt x="2911" y="7404"/>
                </a:moveTo>
                <a:lnTo>
                  <a:pt x="2911" y="7404"/>
                </a:lnTo>
                <a:lnTo>
                  <a:pt x="2932" y="7340"/>
                </a:lnTo>
                <a:lnTo>
                  <a:pt x="2932" y="7254"/>
                </a:lnTo>
                <a:lnTo>
                  <a:pt x="2911" y="7104"/>
                </a:lnTo>
                <a:lnTo>
                  <a:pt x="2911" y="7104"/>
                </a:lnTo>
                <a:lnTo>
                  <a:pt x="2825" y="7104"/>
                </a:lnTo>
                <a:lnTo>
                  <a:pt x="2782" y="7126"/>
                </a:lnTo>
                <a:lnTo>
                  <a:pt x="2740" y="7190"/>
                </a:lnTo>
                <a:lnTo>
                  <a:pt x="2740" y="7254"/>
                </a:lnTo>
                <a:lnTo>
                  <a:pt x="2740" y="7318"/>
                </a:lnTo>
                <a:lnTo>
                  <a:pt x="2782" y="7382"/>
                </a:lnTo>
                <a:lnTo>
                  <a:pt x="2846" y="7404"/>
                </a:lnTo>
                <a:lnTo>
                  <a:pt x="2911" y="7404"/>
                </a:lnTo>
                <a:lnTo>
                  <a:pt x="2911" y="7404"/>
                </a:lnTo>
                <a:close/>
                <a:moveTo>
                  <a:pt x="3103" y="7126"/>
                </a:moveTo>
                <a:lnTo>
                  <a:pt x="3103" y="7126"/>
                </a:lnTo>
                <a:lnTo>
                  <a:pt x="3082" y="7169"/>
                </a:lnTo>
                <a:lnTo>
                  <a:pt x="3060" y="7211"/>
                </a:lnTo>
                <a:lnTo>
                  <a:pt x="3060" y="7318"/>
                </a:lnTo>
                <a:lnTo>
                  <a:pt x="3082" y="7361"/>
                </a:lnTo>
                <a:lnTo>
                  <a:pt x="3125" y="7382"/>
                </a:lnTo>
                <a:lnTo>
                  <a:pt x="3167" y="7382"/>
                </a:lnTo>
                <a:lnTo>
                  <a:pt x="3210" y="7361"/>
                </a:lnTo>
                <a:lnTo>
                  <a:pt x="3210" y="7361"/>
                </a:lnTo>
                <a:lnTo>
                  <a:pt x="3232" y="7318"/>
                </a:lnTo>
                <a:lnTo>
                  <a:pt x="3232" y="7275"/>
                </a:lnTo>
                <a:lnTo>
                  <a:pt x="3232" y="7169"/>
                </a:lnTo>
                <a:lnTo>
                  <a:pt x="3210" y="7126"/>
                </a:lnTo>
                <a:lnTo>
                  <a:pt x="3189" y="7104"/>
                </a:lnTo>
                <a:lnTo>
                  <a:pt x="3146" y="7104"/>
                </a:lnTo>
                <a:lnTo>
                  <a:pt x="3103" y="7126"/>
                </a:lnTo>
                <a:lnTo>
                  <a:pt x="3103" y="7126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7"/>
          <p:cNvSpPr/>
          <p:nvPr/>
        </p:nvSpPr>
        <p:spPr>
          <a:xfrm>
            <a:off x="5911271" y="1028346"/>
            <a:ext cx="430211" cy="325906"/>
          </a:xfrm>
          <a:custGeom>
            <a:rect b="b" l="l" r="r" t="t"/>
            <a:pathLst>
              <a:path extrusionOk="0" h="8731" w="9907">
                <a:moveTo>
                  <a:pt x="9843" y="7960"/>
                </a:moveTo>
                <a:lnTo>
                  <a:pt x="9843" y="7960"/>
                </a:lnTo>
                <a:lnTo>
                  <a:pt x="9757" y="7939"/>
                </a:lnTo>
                <a:lnTo>
                  <a:pt x="9672" y="7939"/>
                </a:lnTo>
                <a:lnTo>
                  <a:pt x="9543" y="7982"/>
                </a:lnTo>
                <a:lnTo>
                  <a:pt x="9436" y="8024"/>
                </a:lnTo>
                <a:lnTo>
                  <a:pt x="9201" y="8153"/>
                </a:lnTo>
                <a:lnTo>
                  <a:pt x="9030" y="8238"/>
                </a:lnTo>
                <a:lnTo>
                  <a:pt x="9030" y="8238"/>
                </a:lnTo>
                <a:lnTo>
                  <a:pt x="9094" y="8046"/>
                </a:lnTo>
                <a:lnTo>
                  <a:pt x="9201" y="7810"/>
                </a:lnTo>
                <a:lnTo>
                  <a:pt x="9222" y="7703"/>
                </a:lnTo>
                <a:lnTo>
                  <a:pt x="9244" y="7596"/>
                </a:lnTo>
                <a:lnTo>
                  <a:pt x="9222" y="7511"/>
                </a:lnTo>
                <a:lnTo>
                  <a:pt x="9201" y="7468"/>
                </a:lnTo>
                <a:lnTo>
                  <a:pt x="9158" y="7447"/>
                </a:lnTo>
                <a:lnTo>
                  <a:pt x="9158" y="7447"/>
                </a:lnTo>
                <a:lnTo>
                  <a:pt x="9051" y="7425"/>
                </a:lnTo>
                <a:lnTo>
                  <a:pt x="8966" y="7447"/>
                </a:lnTo>
                <a:lnTo>
                  <a:pt x="8859" y="7511"/>
                </a:lnTo>
                <a:lnTo>
                  <a:pt x="8730" y="7596"/>
                </a:lnTo>
                <a:lnTo>
                  <a:pt x="8538" y="7746"/>
                </a:lnTo>
                <a:lnTo>
                  <a:pt x="8431" y="7810"/>
                </a:lnTo>
                <a:lnTo>
                  <a:pt x="8345" y="7853"/>
                </a:lnTo>
                <a:lnTo>
                  <a:pt x="8345" y="7853"/>
                </a:lnTo>
                <a:lnTo>
                  <a:pt x="8302" y="7853"/>
                </a:lnTo>
                <a:lnTo>
                  <a:pt x="8302" y="7853"/>
                </a:lnTo>
                <a:lnTo>
                  <a:pt x="8302" y="7768"/>
                </a:lnTo>
                <a:lnTo>
                  <a:pt x="8345" y="7661"/>
                </a:lnTo>
                <a:lnTo>
                  <a:pt x="8431" y="7468"/>
                </a:lnTo>
                <a:lnTo>
                  <a:pt x="8431" y="7468"/>
                </a:lnTo>
                <a:lnTo>
                  <a:pt x="8538" y="7190"/>
                </a:lnTo>
                <a:lnTo>
                  <a:pt x="8623" y="6890"/>
                </a:lnTo>
                <a:lnTo>
                  <a:pt x="8623" y="6890"/>
                </a:lnTo>
                <a:lnTo>
                  <a:pt x="8730" y="6291"/>
                </a:lnTo>
                <a:lnTo>
                  <a:pt x="8859" y="5692"/>
                </a:lnTo>
                <a:lnTo>
                  <a:pt x="8859" y="5692"/>
                </a:lnTo>
                <a:lnTo>
                  <a:pt x="8987" y="5072"/>
                </a:lnTo>
                <a:lnTo>
                  <a:pt x="9137" y="4473"/>
                </a:lnTo>
                <a:lnTo>
                  <a:pt x="9179" y="4152"/>
                </a:lnTo>
                <a:lnTo>
                  <a:pt x="9244" y="3852"/>
                </a:lnTo>
                <a:lnTo>
                  <a:pt x="9265" y="3531"/>
                </a:lnTo>
                <a:lnTo>
                  <a:pt x="9286" y="3210"/>
                </a:lnTo>
                <a:lnTo>
                  <a:pt x="9286" y="3210"/>
                </a:lnTo>
                <a:lnTo>
                  <a:pt x="9265" y="2932"/>
                </a:lnTo>
                <a:lnTo>
                  <a:pt x="9222" y="2654"/>
                </a:lnTo>
                <a:lnTo>
                  <a:pt x="9179" y="2376"/>
                </a:lnTo>
                <a:lnTo>
                  <a:pt x="9158" y="2098"/>
                </a:lnTo>
                <a:lnTo>
                  <a:pt x="9158" y="2098"/>
                </a:lnTo>
                <a:lnTo>
                  <a:pt x="9158" y="1884"/>
                </a:lnTo>
                <a:lnTo>
                  <a:pt x="9158" y="1648"/>
                </a:lnTo>
                <a:lnTo>
                  <a:pt x="9137" y="1541"/>
                </a:lnTo>
                <a:lnTo>
                  <a:pt x="9115" y="1434"/>
                </a:lnTo>
                <a:lnTo>
                  <a:pt x="9072" y="1327"/>
                </a:lnTo>
                <a:lnTo>
                  <a:pt x="9008" y="1220"/>
                </a:lnTo>
                <a:lnTo>
                  <a:pt x="9008" y="1220"/>
                </a:lnTo>
                <a:lnTo>
                  <a:pt x="8859" y="1028"/>
                </a:lnTo>
                <a:lnTo>
                  <a:pt x="8709" y="835"/>
                </a:lnTo>
                <a:lnTo>
                  <a:pt x="8538" y="664"/>
                </a:lnTo>
                <a:lnTo>
                  <a:pt x="8366" y="493"/>
                </a:lnTo>
                <a:lnTo>
                  <a:pt x="8174" y="365"/>
                </a:lnTo>
                <a:lnTo>
                  <a:pt x="7981" y="236"/>
                </a:lnTo>
                <a:lnTo>
                  <a:pt x="7746" y="151"/>
                </a:lnTo>
                <a:lnTo>
                  <a:pt x="7511" y="86"/>
                </a:lnTo>
                <a:lnTo>
                  <a:pt x="7511" y="86"/>
                </a:lnTo>
                <a:lnTo>
                  <a:pt x="7254" y="44"/>
                </a:lnTo>
                <a:lnTo>
                  <a:pt x="6976" y="1"/>
                </a:lnTo>
                <a:lnTo>
                  <a:pt x="6698" y="1"/>
                </a:lnTo>
                <a:lnTo>
                  <a:pt x="6419" y="1"/>
                </a:lnTo>
                <a:lnTo>
                  <a:pt x="5842" y="22"/>
                </a:lnTo>
                <a:lnTo>
                  <a:pt x="5307" y="65"/>
                </a:lnTo>
                <a:lnTo>
                  <a:pt x="5307" y="65"/>
                </a:lnTo>
                <a:lnTo>
                  <a:pt x="4793" y="129"/>
                </a:lnTo>
                <a:lnTo>
                  <a:pt x="4258" y="215"/>
                </a:lnTo>
                <a:lnTo>
                  <a:pt x="4002" y="279"/>
                </a:lnTo>
                <a:lnTo>
                  <a:pt x="3745" y="343"/>
                </a:lnTo>
                <a:lnTo>
                  <a:pt x="3510" y="450"/>
                </a:lnTo>
                <a:lnTo>
                  <a:pt x="3296" y="557"/>
                </a:lnTo>
                <a:lnTo>
                  <a:pt x="3296" y="557"/>
                </a:lnTo>
                <a:lnTo>
                  <a:pt x="3103" y="707"/>
                </a:lnTo>
                <a:lnTo>
                  <a:pt x="2911" y="857"/>
                </a:lnTo>
                <a:lnTo>
                  <a:pt x="2761" y="1049"/>
                </a:lnTo>
                <a:lnTo>
                  <a:pt x="2654" y="1242"/>
                </a:lnTo>
                <a:lnTo>
                  <a:pt x="2525" y="1434"/>
                </a:lnTo>
                <a:lnTo>
                  <a:pt x="2440" y="1670"/>
                </a:lnTo>
                <a:lnTo>
                  <a:pt x="2376" y="1884"/>
                </a:lnTo>
                <a:lnTo>
                  <a:pt x="2311" y="2119"/>
                </a:lnTo>
                <a:lnTo>
                  <a:pt x="2204" y="2611"/>
                </a:lnTo>
                <a:lnTo>
                  <a:pt x="2140" y="3082"/>
                </a:lnTo>
                <a:lnTo>
                  <a:pt x="2076" y="3574"/>
                </a:lnTo>
                <a:lnTo>
                  <a:pt x="2033" y="4002"/>
                </a:lnTo>
                <a:lnTo>
                  <a:pt x="2033" y="4002"/>
                </a:lnTo>
                <a:lnTo>
                  <a:pt x="1862" y="5072"/>
                </a:lnTo>
                <a:lnTo>
                  <a:pt x="1798" y="5607"/>
                </a:lnTo>
                <a:lnTo>
                  <a:pt x="1691" y="6141"/>
                </a:lnTo>
                <a:lnTo>
                  <a:pt x="1691" y="6141"/>
                </a:lnTo>
                <a:lnTo>
                  <a:pt x="1563" y="6676"/>
                </a:lnTo>
                <a:lnTo>
                  <a:pt x="1498" y="6955"/>
                </a:lnTo>
                <a:lnTo>
                  <a:pt x="1456" y="7233"/>
                </a:lnTo>
                <a:lnTo>
                  <a:pt x="1456" y="7233"/>
                </a:lnTo>
                <a:lnTo>
                  <a:pt x="1456" y="7575"/>
                </a:lnTo>
                <a:lnTo>
                  <a:pt x="1434" y="7768"/>
                </a:lnTo>
                <a:lnTo>
                  <a:pt x="1413" y="7832"/>
                </a:lnTo>
                <a:lnTo>
                  <a:pt x="1391" y="7853"/>
                </a:lnTo>
                <a:lnTo>
                  <a:pt x="1391" y="7853"/>
                </a:lnTo>
                <a:lnTo>
                  <a:pt x="1349" y="7789"/>
                </a:lnTo>
                <a:lnTo>
                  <a:pt x="1327" y="7703"/>
                </a:lnTo>
                <a:lnTo>
                  <a:pt x="1306" y="7511"/>
                </a:lnTo>
                <a:lnTo>
                  <a:pt x="1284" y="7318"/>
                </a:lnTo>
                <a:lnTo>
                  <a:pt x="1242" y="7233"/>
                </a:lnTo>
                <a:lnTo>
                  <a:pt x="1177" y="7168"/>
                </a:lnTo>
                <a:lnTo>
                  <a:pt x="1177" y="7168"/>
                </a:lnTo>
                <a:lnTo>
                  <a:pt x="1135" y="7147"/>
                </a:lnTo>
                <a:lnTo>
                  <a:pt x="1092" y="7126"/>
                </a:lnTo>
                <a:lnTo>
                  <a:pt x="1049" y="7147"/>
                </a:lnTo>
                <a:lnTo>
                  <a:pt x="1028" y="7168"/>
                </a:lnTo>
                <a:lnTo>
                  <a:pt x="964" y="7233"/>
                </a:lnTo>
                <a:lnTo>
                  <a:pt x="942" y="7340"/>
                </a:lnTo>
                <a:lnTo>
                  <a:pt x="878" y="7575"/>
                </a:lnTo>
                <a:lnTo>
                  <a:pt x="857" y="7682"/>
                </a:lnTo>
                <a:lnTo>
                  <a:pt x="814" y="7746"/>
                </a:lnTo>
                <a:lnTo>
                  <a:pt x="814" y="7746"/>
                </a:lnTo>
                <a:lnTo>
                  <a:pt x="771" y="7511"/>
                </a:lnTo>
                <a:lnTo>
                  <a:pt x="664" y="7168"/>
                </a:lnTo>
                <a:lnTo>
                  <a:pt x="600" y="7019"/>
                </a:lnTo>
                <a:lnTo>
                  <a:pt x="536" y="6912"/>
                </a:lnTo>
                <a:lnTo>
                  <a:pt x="471" y="6869"/>
                </a:lnTo>
                <a:lnTo>
                  <a:pt x="429" y="6848"/>
                </a:lnTo>
                <a:lnTo>
                  <a:pt x="386" y="6848"/>
                </a:lnTo>
                <a:lnTo>
                  <a:pt x="343" y="6869"/>
                </a:lnTo>
                <a:lnTo>
                  <a:pt x="343" y="6869"/>
                </a:lnTo>
                <a:lnTo>
                  <a:pt x="300" y="6912"/>
                </a:lnTo>
                <a:lnTo>
                  <a:pt x="279" y="6955"/>
                </a:lnTo>
                <a:lnTo>
                  <a:pt x="236" y="7104"/>
                </a:lnTo>
                <a:lnTo>
                  <a:pt x="193" y="7361"/>
                </a:lnTo>
                <a:lnTo>
                  <a:pt x="193" y="7361"/>
                </a:lnTo>
                <a:lnTo>
                  <a:pt x="129" y="7639"/>
                </a:lnTo>
                <a:lnTo>
                  <a:pt x="65" y="7939"/>
                </a:lnTo>
                <a:lnTo>
                  <a:pt x="65" y="7939"/>
                </a:lnTo>
                <a:lnTo>
                  <a:pt x="43" y="8067"/>
                </a:lnTo>
                <a:lnTo>
                  <a:pt x="1" y="8238"/>
                </a:lnTo>
                <a:lnTo>
                  <a:pt x="1" y="8302"/>
                </a:lnTo>
                <a:lnTo>
                  <a:pt x="1" y="8367"/>
                </a:lnTo>
                <a:lnTo>
                  <a:pt x="43" y="8409"/>
                </a:lnTo>
                <a:lnTo>
                  <a:pt x="86" y="8431"/>
                </a:lnTo>
                <a:lnTo>
                  <a:pt x="86" y="8431"/>
                </a:lnTo>
                <a:lnTo>
                  <a:pt x="129" y="8409"/>
                </a:lnTo>
                <a:lnTo>
                  <a:pt x="172" y="8388"/>
                </a:lnTo>
                <a:lnTo>
                  <a:pt x="215" y="8324"/>
                </a:lnTo>
                <a:lnTo>
                  <a:pt x="279" y="8174"/>
                </a:lnTo>
                <a:lnTo>
                  <a:pt x="279" y="8174"/>
                </a:lnTo>
                <a:lnTo>
                  <a:pt x="322" y="7960"/>
                </a:lnTo>
                <a:lnTo>
                  <a:pt x="364" y="7725"/>
                </a:lnTo>
                <a:lnTo>
                  <a:pt x="407" y="7511"/>
                </a:lnTo>
                <a:lnTo>
                  <a:pt x="429" y="7425"/>
                </a:lnTo>
                <a:lnTo>
                  <a:pt x="471" y="7318"/>
                </a:lnTo>
                <a:lnTo>
                  <a:pt x="471" y="7318"/>
                </a:lnTo>
                <a:lnTo>
                  <a:pt x="514" y="7511"/>
                </a:lnTo>
                <a:lnTo>
                  <a:pt x="557" y="7682"/>
                </a:lnTo>
                <a:lnTo>
                  <a:pt x="664" y="8024"/>
                </a:lnTo>
                <a:lnTo>
                  <a:pt x="664" y="8024"/>
                </a:lnTo>
                <a:lnTo>
                  <a:pt x="664" y="8195"/>
                </a:lnTo>
                <a:lnTo>
                  <a:pt x="685" y="8281"/>
                </a:lnTo>
                <a:lnTo>
                  <a:pt x="707" y="8367"/>
                </a:lnTo>
                <a:lnTo>
                  <a:pt x="707" y="8367"/>
                </a:lnTo>
                <a:lnTo>
                  <a:pt x="750" y="8431"/>
                </a:lnTo>
                <a:lnTo>
                  <a:pt x="792" y="8452"/>
                </a:lnTo>
                <a:lnTo>
                  <a:pt x="814" y="8474"/>
                </a:lnTo>
                <a:lnTo>
                  <a:pt x="857" y="8452"/>
                </a:lnTo>
                <a:lnTo>
                  <a:pt x="921" y="8388"/>
                </a:lnTo>
                <a:lnTo>
                  <a:pt x="964" y="8281"/>
                </a:lnTo>
                <a:lnTo>
                  <a:pt x="1049" y="8024"/>
                </a:lnTo>
                <a:lnTo>
                  <a:pt x="1092" y="7832"/>
                </a:lnTo>
                <a:lnTo>
                  <a:pt x="1092" y="7832"/>
                </a:lnTo>
                <a:lnTo>
                  <a:pt x="1113" y="7939"/>
                </a:lnTo>
                <a:lnTo>
                  <a:pt x="1156" y="8110"/>
                </a:lnTo>
                <a:lnTo>
                  <a:pt x="1242" y="8388"/>
                </a:lnTo>
                <a:lnTo>
                  <a:pt x="1242" y="8388"/>
                </a:lnTo>
                <a:lnTo>
                  <a:pt x="1284" y="8452"/>
                </a:lnTo>
                <a:lnTo>
                  <a:pt x="1327" y="8495"/>
                </a:lnTo>
                <a:lnTo>
                  <a:pt x="1349" y="8516"/>
                </a:lnTo>
                <a:lnTo>
                  <a:pt x="1413" y="8538"/>
                </a:lnTo>
                <a:lnTo>
                  <a:pt x="1456" y="8538"/>
                </a:lnTo>
                <a:lnTo>
                  <a:pt x="1498" y="8516"/>
                </a:lnTo>
                <a:lnTo>
                  <a:pt x="1605" y="8452"/>
                </a:lnTo>
                <a:lnTo>
                  <a:pt x="1605" y="8452"/>
                </a:lnTo>
                <a:lnTo>
                  <a:pt x="1734" y="8302"/>
                </a:lnTo>
                <a:lnTo>
                  <a:pt x="1841" y="8153"/>
                </a:lnTo>
                <a:lnTo>
                  <a:pt x="2033" y="7832"/>
                </a:lnTo>
                <a:lnTo>
                  <a:pt x="2033" y="7832"/>
                </a:lnTo>
                <a:lnTo>
                  <a:pt x="2140" y="7661"/>
                </a:lnTo>
                <a:lnTo>
                  <a:pt x="2204" y="7575"/>
                </a:lnTo>
                <a:lnTo>
                  <a:pt x="2247" y="7554"/>
                </a:lnTo>
                <a:lnTo>
                  <a:pt x="2269" y="7532"/>
                </a:lnTo>
                <a:lnTo>
                  <a:pt x="2269" y="7532"/>
                </a:lnTo>
                <a:lnTo>
                  <a:pt x="2290" y="7554"/>
                </a:lnTo>
                <a:lnTo>
                  <a:pt x="2290" y="7596"/>
                </a:lnTo>
                <a:lnTo>
                  <a:pt x="2290" y="7768"/>
                </a:lnTo>
                <a:lnTo>
                  <a:pt x="2290" y="7982"/>
                </a:lnTo>
                <a:lnTo>
                  <a:pt x="2290" y="8217"/>
                </a:lnTo>
                <a:lnTo>
                  <a:pt x="2311" y="8324"/>
                </a:lnTo>
                <a:lnTo>
                  <a:pt x="2354" y="8388"/>
                </a:lnTo>
                <a:lnTo>
                  <a:pt x="2397" y="8452"/>
                </a:lnTo>
                <a:lnTo>
                  <a:pt x="2440" y="8474"/>
                </a:lnTo>
                <a:lnTo>
                  <a:pt x="2525" y="8474"/>
                </a:lnTo>
                <a:lnTo>
                  <a:pt x="2611" y="8409"/>
                </a:lnTo>
                <a:lnTo>
                  <a:pt x="2739" y="8302"/>
                </a:lnTo>
                <a:lnTo>
                  <a:pt x="2868" y="8131"/>
                </a:lnTo>
                <a:lnTo>
                  <a:pt x="2868" y="8131"/>
                </a:lnTo>
                <a:lnTo>
                  <a:pt x="3018" y="7982"/>
                </a:lnTo>
                <a:lnTo>
                  <a:pt x="3231" y="7725"/>
                </a:lnTo>
                <a:lnTo>
                  <a:pt x="3317" y="7575"/>
                </a:lnTo>
                <a:lnTo>
                  <a:pt x="3381" y="7468"/>
                </a:lnTo>
                <a:lnTo>
                  <a:pt x="3403" y="7404"/>
                </a:lnTo>
                <a:lnTo>
                  <a:pt x="3403" y="7361"/>
                </a:lnTo>
                <a:lnTo>
                  <a:pt x="3381" y="7340"/>
                </a:lnTo>
                <a:lnTo>
                  <a:pt x="3338" y="7318"/>
                </a:lnTo>
                <a:lnTo>
                  <a:pt x="3338" y="7318"/>
                </a:lnTo>
                <a:lnTo>
                  <a:pt x="3296" y="7297"/>
                </a:lnTo>
                <a:lnTo>
                  <a:pt x="3231" y="7318"/>
                </a:lnTo>
                <a:lnTo>
                  <a:pt x="3124" y="7382"/>
                </a:lnTo>
                <a:lnTo>
                  <a:pt x="2996" y="7489"/>
                </a:lnTo>
                <a:lnTo>
                  <a:pt x="2889" y="7618"/>
                </a:lnTo>
                <a:lnTo>
                  <a:pt x="2697" y="7917"/>
                </a:lnTo>
                <a:lnTo>
                  <a:pt x="2547" y="8110"/>
                </a:lnTo>
                <a:lnTo>
                  <a:pt x="2547" y="8110"/>
                </a:lnTo>
                <a:lnTo>
                  <a:pt x="2547" y="7917"/>
                </a:lnTo>
                <a:lnTo>
                  <a:pt x="2568" y="7703"/>
                </a:lnTo>
                <a:lnTo>
                  <a:pt x="2590" y="7318"/>
                </a:lnTo>
                <a:lnTo>
                  <a:pt x="2590" y="7318"/>
                </a:lnTo>
                <a:lnTo>
                  <a:pt x="2590" y="7168"/>
                </a:lnTo>
                <a:lnTo>
                  <a:pt x="2568" y="7126"/>
                </a:lnTo>
                <a:lnTo>
                  <a:pt x="2547" y="7083"/>
                </a:lnTo>
                <a:lnTo>
                  <a:pt x="2525" y="7061"/>
                </a:lnTo>
                <a:lnTo>
                  <a:pt x="2461" y="7040"/>
                </a:lnTo>
                <a:lnTo>
                  <a:pt x="2418" y="7061"/>
                </a:lnTo>
                <a:lnTo>
                  <a:pt x="2333" y="7083"/>
                </a:lnTo>
                <a:lnTo>
                  <a:pt x="2333" y="7083"/>
                </a:lnTo>
                <a:lnTo>
                  <a:pt x="2226" y="7190"/>
                </a:lnTo>
                <a:lnTo>
                  <a:pt x="2076" y="7361"/>
                </a:lnTo>
                <a:lnTo>
                  <a:pt x="1926" y="7532"/>
                </a:lnTo>
                <a:lnTo>
                  <a:pt x="1841" y="7596"/>
                </a:lnTo>
                <a:lnTo>
                  <a:pt x="1841" y="7596"/>
                </a:lnTo>
                <a:lnTo>
                  <a:pt x="1841" y="7575"/>
                </a:lnTo>
                <a:lnTo>
                  <a:pt x="1841" y="7511"/>
                </a:lnTo>
                <a:lnTo>
                  <a:pt x="1884" y="7361"/>
                </a:lnTo>
                <a:lnTo>
                  <a:pt x="1969" y="7083"/>
                </a:lnTo>
                <a:lnTo>
                  <a:pt x="1969" y="7083"/>
                </a:lnTo>
                <a:lnTo>
                  <a:pt x="1991" y="6848"/>
                </a:lnTo>
                <a:lnTo>
                  <a:pt x="2033" y="6741"/>
                </a:lnTo>
                <a:lnTo>
                  <a:pt x="2055" y="6698"/>
                </a:lnTo>
                <a:lnTo>
                  <a:pt x="2076" y="6655"/>
                </a:lnTo>
                <a:lnTo>
                  <a:pt x="2076" y="6655"/>
                </a:lnTo>
                <a:lnTo>
                  <a:pt x="2183" y="6612"/>
                </a:lnTo>
                <a:lnTo>
                  <a:pt x="2311" y="6591"/>
                </a:lnTo>
                <a:lnTo>
                  <a:pt x="2547" y="6569"/>
                </a:lnTo>
                <a:lnTo>
                  <a:pt x="2547" y="6569"/>
                </a:lnTo>
                <a:lnTo>
                  <a:pt x="2718" y="6505"/>
                </a:lnTo>
                <a:lnTo>
                  <a:pt x="2932" y="6420"/>
                </a:lnTo>
                <a:lnTo>
                  <a:pt x="2996" y="6377"/>
                </a:lnTo>
                <a:lnTo>
                  <a:pt x="3018" y="6313"/>
                </a:lnTo>
                <a:lnTo>
                  <a:pt x="3018" y="6291"/>
                </a:lnTo>
                <a:lnTo>
                  <a:pt x="2996" y="6270"/>
                </a:lnTo>
                <a:lnTo>
                  <a:pt x="2889" y="6248"/>
                </a:lnTo>
                <a:lnTo>
                  <a:pt x="2889" y="6248"/>
                </a:lnTo>
                <a:lnTo>
                  <a:pt x="2782" y="6227"/>
                </a:lnTo>
                <a:lnTo>
                  <a:pt x="2675" y="6227"/>
                </a:lnTo>
                <a:lnTo>
                  <a:pt x="2461" y="6270"/>
                </a:lnTo>
                <a:lnTo>
                  <a:pt x="2033" y="6420"/>
                </a:lnTo>
                <a:lnTo>
                  <a:pt x="2033" y="6420"/>
                </a:lnTo>
                <a:lnTo>
                  <a:pt x="2033" y="6291"/>
                </a:lnTo>
                <a:lnTo>
                  <a:pt x="2055" y="6141"/>
                </a:lnTo>
                <a:lnTo>
                  <a:pt x="2119" y="6013"/>
                </a:lnTo>
                <a:lnTo>
                  <a:pt x="2140" y="5949"/>
                </a:lnTo>
                <a:lnTo>
                  <a:pt x="2183" y="5906"/>
                </a:lnTo>
                <a:lnTo>
                  <a:pt x="2183" y="5906"/>
                </a:lnTo>
                <a:lnTo>
                  <a:pt x="2269" y="5885"/>
                </a:lnTo>
                <a:lnTo>
                  <a:pt x="2354" y="5863"/>
                </a:lnTo>
                <a:lnTo>
                  <a:pt x="2440" y="5842"/>
                </a:lnTo>
                <a:lnTo>
                  <a:pt x="2525" y="5821"/>
                </a:lnTo>
                <a:lnTo>
                  <a:pt x="2525" y="5821"/>
                </a:lnTo>
                <a:lnTo>
                  <a:pt x="2590" y="5778"/>
                </a:lnTo>
                <a:lnTo>
                  <a:pt x="2654" y="5735"/>
                </a:lnTo>
                <a:lnTo>
                  <a:pt x="2697" y="5671"/>
                </a:lnTo>
                <a:lnTo>
                  <a:pt x="2718" y="5628"/>
                </a:lnTo>
                <a:lnTo>
                  <a:pt x="2697" y="5585"/>
                </a:lnTo>
                <a:lnTo>
                  <a:pt x="2697" y="5585"/>
                </a:lnTo>
                <a:lnTo>
                  <a:pt x="2654" y="5542"/>
                </a:lnTo>
                <a:lnTo>
                  <a:pt x="2590" y="5542"/>
                </a:lnTo>
                <a:lnTo>
                  <a:pt x="2525" y="5542"/>
                </a:lnTo>
                <a:lnTo>
                  <a:pt x="2440" y="5564"/>
                </a:lnTo>
                <a:lnTo>
                  <a:pt x="2290" y="5607"/>
                </a:lnTo>
                <a:lnTo>
                  <a:pt x="2183" y="5649"/>
                </a:lnTo>
                <a:lnTo>
                  <a:pt x="2183" y="5649"/>
                </a:lnTo>
                <a:lnTo>
                  <a:pt x="2204" y="5542"/>
                </a:lnTo>
                <a:lnTo>
                  <a:pt x="2204" y="5414"/>
                </a:lnTo>
                <a:lnTo>
                  <a:pt x="2226" y="5286"/>
                </a:lnTo>
                <a:lnTo>
                  <a:pt x="2247" y="5243"/>
                </a:lnTo>
                <a:lnTo>
                  <a:pt x="2269" y="5200"/>
                </a:lnTo>
                <a:lnTo>
                  <a:pt x="2269" y="5200"/>
                </a:lnTo>
                <a:lnTo>
                  <a:pt x="2333" y="5157"/>
                </a:lnTo>
                <a:lnTo>
                  <a:pt x="2418" y="5136"/>
                </a:lnTo>
                <a:lnTo>
                  <a:pt x="2611" y="5093"/>
                </a:lnTo>
                <a:lnTo>
                  <a:pt x="2611" y="5093"/>
                </a:lnTo>
                <a:lnTo>
                  <a:pt x="2889" y="5029"/>
                </a:lnTo>
                <a:lnTo>
                  <a:pt x="3039" y="4965"/>
                </a:lnTo>
                <a:lnTo>
                  <a:pt x="3146" y="4901"/>
                </a:lnTo>
                <a:lnTo>
                  <a:pt x="3146" y="4901"/>
                </a:lnTo>
                <a:lnTo>
                  <a:pt x="3210" y="4858"/>
                </a:lnTo>
                <a:lnTo>
                  <a:pt x="3253" y="4794"/>
                </a:lnTo>
                <a:lnTo>
                  <a:pt x="3253" y="4751"/>
                </a:lnTo>
                <a:lnTo>
                  <a:pt x="3231" y="4708"/>
                </a:lnTo>
                <a:lnTo>
                  <a:pt x="3189" y="4687"/>
                </a:lnTo>
                <a:lnTo>
                  <a:pt x="3146" y="4665"/>
                </a:lnTo>
                <a:lnTo>
                  <a:pt x="2996" y="4665"/>
                </a:lnTo>
                <a:lnTo>
                  <a:pt x="2996" y="4665"/>
                </a:lnTo>
                <a:lnTo>
                  <a:pt x="2825" y="4708"/>
                </a:lnTo>
                <a:lnTo>
                  <a:pt x="2675" y="4772"/>
                </a:lnTo>
                <a:lnTo>
                  <a:pt x="2504" y="4836"/>
                </a:lnTo>
                <a:lnTo>
                  <a:pt x="2333" y="4879"/>
                </a:lnTo>
                <a:lnTo>
                  <a:pt x="2333" y="4879"/>
                </a:lnTo>
                <a:lnTo>
                  <a:pt x="2311" y="4729"/>
                </a:lnTo>
                <a:lnTo>
                  <a:pt x="2333" y="4622"/>
                </a:lnTo>
                <a:lnTo>
                  <a:pt x="2354" y="4558"/>
                </a:lnTo>
                <a:lnTo>
                  <a:pt x="2418" y="4494"/>
                </a:lnTo>
                <a:lnTo>
                  <a:pt x="2483" y="4451"/>
                </a:lnTo>
                <a:lnTo>
                  <a:pt x="2568" y="4408"/>
                </a:lnTo>
                <a:lnTo>
                  <a:pt x="2761" y="4301"/>
                </a:lnTo>
                <a:lnTo>
                  <a:pt x="2761" y="4301"/>
                </a:lnTo>
                <a:lnTo>
                  <a:pt x="2846" y="4259"/>
                </a:lnTo>
                <a:lnTo>
                  <a:pt x="2911" y="4173"/>
                </a:lnTo>
                <a:lnTo>
                  <a:pt x="2932" y="4152"/>
                </a:lnTo>
                <a:lnTo>
                  <a:pt x="2932" y="4109"/>
                </a:lnTo>
                <a:lnTo>
                  <a:pt x="2911" y="4066"/>
                </a:lnTo>
                <a:lnTo>
                  <a:pt x="2868" y="4045"/>
                </a:lnTo>
                <a:lnTo>
                  <a:pt x="2868" y="4045"/>
                </a:lnTo>
                <a:lnTo>
                  <a:pt x="2804" y="4023"/>
                </a:lnTo>
                <a:lnTo>
                  <a:pt x="2761" y="4023"/>
                </a:lnTo>
                <a:lnTo>
                  <a:pt x="2632" y="4045"/>
                </a:lnTo>
                <a:lnTo>
                  <a:pt x="2397" y="4152"/>
                </a:lnTo>
                <a:lnTo>
                  <a:pt x="2397" y="4152"/>
                </a:lnTo>
                <a:lnTo>
                  <a:pt x="2418" y="3724"/>
                </a:lnTo>
                <a:lnTo>
                  <a:pt x="2440" y="3510"/>
                </a:lnTo>
                <a:lnTo>
                  <a:pt x="2504" y="3317"/>
                </a:lnTo>
                <a:lnTo>
                  <a:pt x="2504" y="3317"/>
                </a:lnTo>
                <a:lnTo>
                  <a:pt x="2547" y="3210"/>
                </a:lnTo>
                <a:lnTo>
                  <a:pt x="2590" y="3167"/>
                </a:lnTo>
                <a:lnTo>
                  <a:pt x="2761" y="3125"/>
                </a:lnTo>
                <a:lnTo>
                  <a:pt x="2761" y="3125"/>
                </a:lnTo>
                <a:lnTo>
                  <a:pt x="2846" y="3103"/>
                </a:lnTo>
                <a:lnTo>
                  <a:pt x="2932" y="3060"/>
                </a:lnTo>
                <a:lnTo>
                  <a:pt x="2996" y="3018"/>
                </a:lnTo>
                <a:lnTo>
                  <a:pt x="3018" y="2975"/>
                </a:lnTo>
                <a:lnTo>
                  <a:pt x="3018" y="2932"/>
                </a:lnTo>
                <a:lnTo>
                  <a:pt x="3018" y="2932"/>
                </a:lnTo>
                <a:lnTo>
                  <a:pt x="2996" y="2868"/>
                </a:lnTo>
                <a:lnTo>
                  <a:pt x="2953" y="2847"/>
                </a:lnTo>
                <a:lnTo>
                  <a:pt x="2889" y="2825"/>
                </a:lnTo>
                <a:lnTo>
                  <a:pt x="2825" y="2847"/>
                </a:lnTo>
                <a:lnTo>
                  <a:pt x="2697" y="2868"/>
                </a:lnTo>
                <a:lnTo>
                  <a:pt x="2654" y="2889"/>
                </a:lnTo>
                <a:lnTo>
                  <a:pt x="2611" y="2889"/>
                </a:lnTo>
                <a:lnTo>
                  <a:pt x="2611" y="2889"/>
                </a:lnTo>
                <a:lnTo>
                  <a:pt x="2568" y="2847"/>
                </a:lnTo>
                <a:lnTo>
                  <a:pt x="2547" y="2782"/>
                </a:lnTo>
                <a:lnTo>
                  <a:pt x="2568" y="2697"/>
                </a:lnTo>
                <a:lnTo>
                  <a:pt x="2590" y="2611"/>
                </a:lnTo>
                <a:lnTo>
                  <a:pt x="2654" y="2461"/>
                </a:lnTo>
                <a:lnTo>
                  <a:pt x="2739" y="2354"/>
                </a:lnTo>
                <a:lnTo>
                  <a:pt x="2739" y="2354"/>
                </a:lnTo>
                <a:lnTo>
                  <a:pt x="2825" y="2333"/>
                </a:lnTo>
                <a:lnTo>
                  <a:pt x="2911" y="2312"/>
                </a:lnTo>
                <a:lnTo>
                  <a:pt x="2975" y="2269"/>
                </a:lnTo>
                <a:lnTo>
                  <a:pt x="2996" y="2226"/>
                </a:lnTo>
                <a:lnTo>
                  <a:pt x="2996" y="2183"/>
                </a:lnTo>
                <a:lnTo>
                  <a:pt x="2996" y="2183"/>
                </a:lnTo>
                <a:lnTo>
                  <a:pt x="2975" y="2140"/>
                </a:lnTo>
                <a:lnTo>
                  <a:pt x="2953" y="2119"/>
                </a:lnTo>
                <a:lnTo>
                  <a:pt x="2889" y="2119"/>
                </a:lnTo>
                <a:lnTo>
                  <a:pt x="2825" y="2140"/>
                </a:lnTo>
                <a:lnTo>
                  <a:pt x="2718" y="2162"/>
                </a:lnTo>
                <a:lnTo>
                  <a:pt x="2697" y="2162"/>
                </a:lnTo>
                <a:lnTo>
                  <a:pt x="2675" y="2140"/>
                </a:lnTo>
                <a:lnTo>
                  <a:pt x="2675" y="2140"/>
                </a:lnTo>
                <a:lnTo>
                  <a:pt x="2697" y="2098"/>
                </a:lnTo>
                <a:lnTo>
                  <a:pt x="2739" y="2055"/>
                </a:lnTo>
                <a:lnTo>
                  <a:pt x="2846" y="1991"/>
                </a:lnTo>
                <a:lnTo>
                  <a:pt x="3018" y="1927"/>
                </a:lnTo>
                <a:lnTo>
                  <a:pt x="3231" y="1884"/>
                </a:lnTo>
                <a:lnTo>
                  <a:pt x="3403" y="1841"/>
                </a:lnTo>
                <a:lnTo>
                  <a:pt x="3574" y="1777"/>
                </a:lnTo>
                <a:lnTo>
                  <a:pt x="3638" y="1755"/>
                </a:lnTo>
                <a:lnTo>
                  <a:pt x="3681" y="1713"/>
                </a:lnTo>
                <a:lnTo>
                  <a:pt x="3702" y="1670"/>
                </a:lnTo>
                <a:lnTo>
                  <a:pt x="3724" y="1606"/>
                </a:lnTo>
                <a:lnTo>
                  <a:pt x="3724" y="1606"/>
                </a:lnTo>
                <a:lnTo>
                  <a:pt x="3702" y="1563"/>
                </a:lnTo>
                <a:lnTo>
                  <a:pt x="3659" y="1520"/>
                </a:lnTo>
                <a:lnTo>
                  <a:pt x="3617" y="1499"/>
                </a:lnTo>
                <a:lnTo>
                  <a:pt x="3574" y="1499"/>
                </a:lnTo>
                <a:lnTo>
                  <a:pt x="3467" y="1520"/>
                </a:lnTo>
                <a:lnTo>
                  <a:pt x="3317" y="1563"/>
                </a:lnTo>
                <a:lnTo>
                  <a:pt x="3060" y="1691"/>
                </a:lnTo>
                <a:lnTo>
                  <a:pt x="2953" y="1734"/>
                </a:lnTo>
                <a:lnTo>
                  <a:pt x="2889" y="1734"/>
                </a:lnTo>
                <a:lnTo>
                  <a:pt x="2889" y="1734"/>
                </a:lnTo>
                <a:lnTo>
                  <a:pt x="2846" y="1713"/>
                </a:lnTo>
                <a:lnTo>
                  <a:pt x="2846" y="1691"/>
                </a:lnTo>
                <a:lnTo>
                  <a:pt x="2846" y="1627"/>
                </a:lnTo>
                <a:lnTo>
                  <a:pt x="2868" y="1584"/>
                </a:lnTo>
                <a:lnTo>
                  <a:pt x="2932" y="1477"/>
                </a:lnTo>
                <a:lnTo>
                  <a:pt x="3039" y="1349"/>
                </a:lnTo>
                <a:lnTo>
                  <a:pt x="3274" y="1113"/>
                </a:lnTo>
                <a:lnTo>
                  <a:pt x="3424" y="964"/>
                </a:lnTo>
                <a:lnTo>
                  <a:pt x="3424" y="964"/>
                </a:lnTo>
                <a:lnTo>
                  <a:pt x="3595" y="857"/>
                </a:lnTo>
                <a:lnTo>
                  <a:pt x="3788" y="771"/>
                </a:lnTo>
                <a:lnTo>
                  <a:pt x="3959" y="707"/>
                </a:lnTo>
                <a:lnTo>
                  <a:pt x="4151" y="664"/>
                </a:lnTo>
                <a:lnTo>
                  <a:pt x="4558" y="579"/>
                </a:lnTo>
                <a:lnTo>
                  <a:pt x="4943" y="536"/>
                </a:lnTo>
                <a:lnTo>
                  <a:pt x="4943" y="536"/>
                </a:lnTo>
                <a:lnTo>
                  <a:pt x="5200" y="493"/>
                </a:lnTo>
                <a:lnTo>
                  <a:pt x="5350" y="472"/>
                </a:lnTo>
                <a:lnTo>
                  <a:pt x="5435" y="472"/>
                </a:lnTo>
                <a:lnTo>
                  <a:pt x="5435" y="472"/>
                </a:lnTo>
                <a:lnTo>
                  <a:pt x="5478" y="514"/>
                </a:lnTo>
                <a:lnTo>
                  <a:pt x="5521" y="557"/>
                </a:lnTo>
                <a:lnTo>
                  <a:pt x="5542" y="600"/>
                </a:lnTo>
                <a:lnTo>
                  <a:pt x="5585" y="643"/>
                </a:lnTo>
                <a:lnTo>
                  <a:pt x="5585" y="643"/>
                </a:lnTo>
                <a:lnTo>
                  <a:pt x="5692" y="707"/>
                </a:lnTo>
                <a:lnTo>
                  <a:pt x="5735" y="707"/>
                </a:lnTo>
                <a:lnTo>
                  <a:pt x="5735" y="686"/>
                </a:lnTo>
                <a:lnTo>
                  <a:pt x="5756" y="621"/>
                </a:lnTo>
                <a:lnTo>
                  <a:pt x="5778" y="536"/>
                </a:lnTo>
                <a:lnTo>
                  <a:pt x="5778" y="536"/>
                </a:lnTo>
                <a:lnTo>
                  <a:pt x="5820" y="493"/>
                </a:lnTo>
                <a:lnTo>
                  <a:pt x="5885" y="450"/>
                </a:lnTo>
                <a:lnTo>
                  <a:pt x="5949" y="450"/>
                </a:lnTo>
                <a:lnTo>
                  <a:pt x="6034" y="429"/>
                </a:lnTo>
                <a:lnTo>
                  <a:pt x="6355" y="450"/>
                </a:lnTo>
                <a:lnTo>
                  <a:pt x="6355" y="450"/>
                </a:lnTo>
                <a:lnTo>
                  <a:pt x="6569" y="472"/>
                </a:lnTo>
                <a:lnTo>
                  <a:pt x="6783" y="493"/>
                </a:lnTo>
                <a:lnTo>
                  <a:pt x="6976" y="514"/>
                </a:lnTo>
                <a:lnTo>
                  <a:pt x="7190" y="536"/>
                </a:lnTo>
                <a:lnTo>
                  <a:pt x="7190" y="536"/>
                </a:lnTo>
                <a:lnTo>
                  <a:pt x="7361" y="536"/>
                </a:lnTo>
                <a:lnTo>
                  <a:pt x="7532" y="557"/>
                </a:lnTo>
                <a:lnTo>
                  <a:pt x="7682" y="600"/>
                </a:lnTo>
                <a:lnTo>
                  <a:pt x="7832" y="664"/>
                </a:lnTo>
                <a:lnTo>
                  <a:pt x="7981" y="728"/>
                </a:lnTo>
                <a:lnTo>
                  <a:pt x="8110" y="814"/>
                </a:lnTo>
                <a:lnTo>
                  <a:pt x="8259" y="921"/>
                </a:lnTo>
                <a:lnTo>
                  <a:pt x="8366" y="1049"/>
                </a:lnTo>
                <a:lnTo>
                  <a:pt x="8366" y="1049"/>
                </a:lnTo>
                <a:lnTo>
                  <a:pt x="8495" y="1220"/>
                </a:lnTo>
                <a:lnTo>
                  <a:pt x="8580" y="1392"/>
                </a:lnTo>
                <a:lnTo>
                  <a:pt x="8666" y="1563"/>
                </a:lnTo>
                <a:lnTo>
                  <a:pt x="8709" y="1755"/>
                </a:lnTo>
                <a:lnTo>
                  <a:pt x="8709" y="1755"/>
                </a:lnTo>
                <a:lnTo>
                  <a:pt x="8730" y="1969"/>
                </a:lnTo>
                <a:lnTo>
                  <a:pt x="8730" y="2162"/>
                </a:lnTo>
                <a:lnTo>
                  <a:pt x="8730" y="2354"/>
                </a:lnTo>
                <a:lnTo>
                  <a:pt x="8730" y="2547"/>
                </a:lnTo>
                <a:lnTo>
                  <a:pt x="8730" y="2547"/>
                </a:lnTo>
                <a:lnTo>
                  <a:pt x="8666" y="2504"/>
                </a:lnTo>
                <a:lnTo>
                  <a:pt x="8580" y="2461"/>
                </a:lnTo>
                <a:lnTo>
                  <a:pt x="8516" y="2397"/>
                </a:lnTo>
                <a:lnTo>
                  <a:pt x="8431" y="2397"/>
                </a:lnTo>
                <a:lnTo>
                  <a:pt x="8431" y="2397"/>
                </a:lnTo>
                <a:lnTo>
                  <a:pt x="8388" y="2397"/>
                </a:lnTo>
                <a:lnTo>
                  <a:pt x="8345" y="2419"/>
                </a:lnTo>
                <a:lnTo>
                  <a:pt x="8324" y="2440"/>
                </a:lnTo>
                <a:lnTo>
                  <a:pt x="8324" y="2483"/>
                </a:lnTo>
                <a:lnTo>
                  <a:pt x="8366" y="2547"/>
                </a:lnTo>
                <a:lnTo>
                  <a:pt x="8409" y="2611"/>
                </a:lnTo>
                <a:lnTo>
                  <a:pt x="8409" y="2611"/>
                </a:lnTo>
                <a:lnTo>
                  <a:pt x="8452" y="2654"/>
                </a:lnTo>
                <a:lnTo>
                  <a:pt x="8495" y="2697"/>
                </a:lnTo>
                <a:lnTo>
                  <a:pt x="8580" y="2740"/>
                </a:lnTo>
                <a:lnTo>
                  <a:pt x="8645" y="2782"/>
                </a:lnTo>
                <a:lnTo>
                  <a:pt x="8666" y="2825"/>
                </a:lnTo>
                <a:lnTo>
                  <a:pt x="8687" y="2889"/>
                </a:lnTo>
                <a:lnTo>
                  <a:pt x="8687" y="2889"/>
                </a:lnTo>
                <a:lnTo>
                  <a:pt x="8709" y="3018"/>
                </a:lnTo>
                <a:lnTo>
                  <a:pt x="8666" y="3146"/>
                </a:lnTo>
                <a:lnTo>
                  <a:pt x="8602" y="3424"/>
                </a:lnTo>
                <a:lnTo>
                  <a:pt x="8602" y="3424"/>
                </a:lnTo>
                <a:lnTo>
                  <a:pt x="8473" y="4173"/>
                </a:lnTo>
                <a:lnTo>
                  <a:pt x="8473" y="4173"/>
                </a:lnTo>
                <a:lnTo>
                  <a:pt x="8366" y="4687"/>
                </a:lnTo>
                <a:lnTo>
                  <a:pt x="8259" y="5179"/>
                </a:lnTo>
                <a:lnTo>
                  <a:pt x="8152" y="5671"/>
                </a:lnTo>
                <a:lnTo>
                  <a:pt x="8045" y="6163"/>
                </a:lnTo>
                <a:lnTo>
                  <a:pt x="8045" y="6163"/>
                </a:lnTo>
                <a:lnTo>
                  <a:pt x="7960" y="6634"/>
                </a:lnTo>
                <a:lnTo>
                  <a:pt x="7832" y="7104"/>
                </a:lnTo>
                <a:lnTo>
                  <a:pt x="7832" y="7104"/>
                </a:lnTo>
                <a:lnTo>
                  <a:pt x="7789" y="7340"/>
                </a:lnTo>
                <a:lnTo>
                  <a:pt x="7746" y="7575"/>
                </a:lnTo>
                <a:lnTo>
                  <a:pt x="7703" y="8046"/>
                </a:lnTo>
                <a:lnTo>
                  <a:pt x="7703" y="8046"/>
                </a:lnTo>
                <a:lnTo>
                  <a:pt x="7682" y="8195"/>
                </a:lnTo>
                <a:lnTo>
                  <a:pt x="7639" y="8388"/>
                </a:lnTo>
                <a:lnTo>
                  <a:pt x="7639" y="8474"/>
                </a:lnTo>
                <a:lnTo>
                  <a:pt x="7660" y="8538"/>
                </a:lnTo>
                <a:lnTo>
                  <a:pt x="7725" y="8602"/>
                </a:lnTo>
                <a:lnTo>
                  <a:pt x="7789" y="8623"/>
                </a:lnTo>
                <a:lnTo>
                  <a:pt x="7789" y="8623"/>
                </a:lnTo>
                <a:lnTo>
                  <a:pt x="7896" y="8602"/>
                </a:lnTo>
                <a:lnTo>
                  <a:pt x="7981" y="8559"/>
                </a:lnTo>
                <a:lnTo>
                  <a:pt x="8088" y="8474"/>
                </a:lnTo>
                <a:lnTo>
                  <a:pt x="8174" y="8388"/>
                </a:lnTo>
                <a:lnTo>
                  <a:pt x="8366" y="8217"/>
                </a:lnTo>
                <a:lnTo>
                  <a:pt x="8538" y="8067"/>
                </a:lnTo>
                <a:lnTo>
                  <a:pt x="8538" y="8067"/>
                </a:lnTo>
                <a:lnTo>
                  <a:pt x="8709" y="7896"/>
                </a:lnTo>
                <a:lnTo>
                  <a:pt x="8816" y="7832"/>
                </a:lnTo>
                <a:lnTo>
                  <a:pt x="8859" y="7810"/>
                </a:lnTo>
                <a:lnTo>
                  <a:pt x="8880" y="7810"/>
                </a:lnTo>
                <a:lnTo>
                  <a:pt x="8880" y="7810"/>
                </a:lnTo>
                <a:lnTo>
                  <a:pt x="8901" y="7853"/>
                </a:lnTo>
                <a:lnTo>
                  <a:pt x="8880" y="7896"/>
                </a:lnTo>
                <a:lnTo>
                  <a:pt x="8837" y="8046"/>
                </a:lnTo>
                <a:lnTo>
                  <a:pt x="8730" y="8281"/>
                </a:lnTo>
                <a:lnTo>
                  <a:pt x="8730" y="8281"/>
                </a:lnTo>
                <a:lnTo>
                  <a:pt x="8730" y="8345"/>
                </a:lnTo>
                <a:lnTo>
                  <a:pt x="8752" y="8409"/>
                </a:lnTo>
                <a:lnTo>
                  <a:pt x="8773" y="8452"/>
                </a:lnTo>
                <a:lnTo>
                  <a:pt x="8816" y="8474"/>
                </a:lnTo>
                <a:lnTo>
                  <a:pt x="8923" y="8495"/>
                </a:lnTo>
                <a:lnTo>
                  <a:pt x="9051" y="8474"/>
                </a:lnTo>
                <a:lnTo>
                  <a:pt x="9201" y="8409"/>
                </a:lnTo>
                <a:lnTo>
                  <a:pt x="9329" y="8367"/>
                </a:lnTo>
                <a:lnTo>
                  <a:pt x="9565" y="8260"/>
                </a:lnTo>
                <a:lnTo>
                  <a:pt x="9565" y="8260"/>
                </a:lnTo>
                <a:lnTo>
                  <a:pt x="9693" y="8217"/>
                </a:lnTo>
                <a:lnTo>
                  <a:pt x="9821" y="8153"/>
                </a:lnTo>
                <a:lnTo>
                  <a:pt x="9886" y="8110"/>
                </a:lnTo>
                <a:lnTo>
                  <a:pt x="9907" y="8067"/>
                </a:lnTo>
                <a:lnTo>
                  <a:pt x="9886" y="8024"/>
                </a:lnTo>
                <a:lnTo>
                  <a:pt x="9843" y="7960"/>
                </a:lnTo>
                <a:lnTo>
                  <a:pt x="9843" y="7960"/>
                </a:lnTo>
                <a:close/>
                <a:moveTo>
                  <a:pt x="7639" y="1156"/>
                </a:moveTo>
                <a:lnTo>
                  <a:pt x="7639" y="1156"/>
                </a:lnTo>
                <a:lnTo>
                  <a:pt x="7639" y="1113"/>
                </a:lnTo>
                <a:lnTo>
                  <a:pt x="7618" y="1071"/>
                </a:lnTo>
                <a:lnTo>
                  <a:pt x="7553" y="1071"/>
                </a:lnTo>
                <a:lnTo>
                  <a:pt x="7468" y="1071"/>
                </a:lnTo>
                <a:lnTo>
                  <a:pt x="7382" y="1092"/>
                </a:lnTo>
                <a:lnTo>
                  <a:pt x="7318" y="1113"/>
                </a:lnTo>
                <a:lnTo>
                  <a:pt x="7254" y="1178"/>
                </a:lnTo>
                <a:lnTo>
                  <a:pt x="7211" y="1242"/>
                </a:lnTo>
                <a:lnTo>
                  <a:pt x="7211" y="1242"/>
                </a:lnTo>
                <a:lnTo>
                  <a:pt x="7211" y="1306"/>
                </a:lnTo>
                <a:lnTo>
                  <a:pt x="7254" y="1349"/>
                </a:lnTo>
                <a:lnTo>
                  <a:pt x="7318" y="1349"/>
                </a:lnTo>
                <a:lnTo>
                  <a:pt x="7382" y="1327"/>
                </a:lnTo>
                <a:lnTo>
                  <a:pt x="7532" y="1242"/>
                </a:lnTo>
                <a:lnTo>
                  <a:pt x="7596" y="1199"/>
                </a:lnTo>
                <a:lnTo>
                  <a:pt x="7639" y="1156"/>
                </a:lnTo>
                <a:lnTo>
                  <a:pt x="7639" y="1156"/>
                </a:lnTo>
                <a:close/>
                <a:moveTo>
                  <a:pt x="6077" y="1456"/>
                </a:moveTo>
                <a:lnTo>
                  <a:pt x="6077" y="1456"/>
                </a:lnTo>
                <a:lnTo>
                  <a:pt x="6098" y="1477"/>
                </a:lnTo>
                <a:lnTo>
                  <a:pt x="6120" y="1499"/>
                </a:lnTo>
                <a:lnTo>
                  <a:pt x="6227" y="1520"/>
                </a:lnTo>
                <a:lnTo>
                  <a:pt x="6355" y="1499"/>
                </a:lnTo>
                <a:lnTo>
                  <a:pt x="6505" y="1456"/>
                </a:lnTo>
                <a:lnTo>
                  <a:pt x="6633" y="1370"/>
                </a:lnTo>
                <a:lnTo>
                  <a:pt x="6740" y="1306"/>
                </a:lnTo>
                <a:lnTo>
                  <a:pt x="6826" y="1220"/>
                </a:lnTo>
                <a:lnTo>
                  <a:pt x="6826" y="1199"/>
                </a:lnTo>
                <a:lnTo>
                  <a:pt x="6826" y="1156"/>
                </a:lnTo>
                <a:lnTo>
                  <a:pt x="6826" y="1156"/>
                </a:lnTo>
                <a:lnTo>
                  <a:pt x="6805" y="1135"/>
                </a:lnTo>
                <a:lnTo>
                  <a:pt x="6762" y="1113"/>
                </a:lnTo>
                <a:lnTo>
                  <a:pt x="6655" y="1113"/>
                </a:lnTo>
                <a:lnTo>
                  <a:pt x="6526" y="1156"/>
                </a:lnTo>
                <a:lnTo>
                  <a:pt x="6398" y="1199"/>
                </a:lnTo>
                <a:lnTo>
                  <a:pt x="6270" y="1242"/>
                </a:lnTo>
                <a:lnTo>
                  <a:pt x="6163" y="1327"/>
                </a:lnTo>
                <a:lnTo>
                  <a:pt x="6098" y="1392"/>
                </a:lnTo>
                <a:lnTo>
                  <a:pt x="6077" y="1413"/>
                </a:lnTo>
                <a:lnTo>
                  <a:pt x="6077" y="1456"/>
                </a:lnTo>
                <a:lnTo>
                  <a:pt x="6077" y="1456"/>
                </a:lnTo>
                <a:close/>
                <a:moveTo>
                  <a:pt x="3595" y="4280"/>
                </a:moveTo>
                <a:lnTo>
                  <a:pt x="3595" y="4280"/>
                </a:lnTo>
                <a:lnTo>
                  <a:pt x="3638" y="4344"/>
                </a:lnTo>
                <a:lnTo>
                  <a:pt x="3659" y="4366"/>
                </a:lnTo>
                <a:lnTo>
                  <a:pt x="3702" y="4366"/>
                </a:lnTo>
                <a:lnTo>
                  <a:pt x="3724" y="4344"/>
                </a:lnTo>
                <a:lnTo>
                  <a:pt x="3766" y="4280"/>
                </a:lnTo>
                <a:lnTo>
                  <a:pt x="3809" y="4173"/>
                </a:lnTo>
                <a:lnTo>
                  <a:pt x="3873" y="4087"/>
                </a:lnTo>
                <a:lnTo>
                  <a:pt x="3938" y="4023"/>
                </a:lnTo>
                <a:lnTo>
                  <a:pt x="3959" y="4023"/>
                </a:lnTo>
                <a:lnTo>
                  <a:pt x="4023" y="4023"/>
                </a:lnTo>
                <a:lnTo>
                  <a:pt x="4066" y="4066"/>
                </a:lnTo>
                <a:lnTo>
                  <a:pt x="4130" y="4109"/>
                </a:lnTo>
                <a:lnTo>
                  <a:pt x="4130" y="4109"/>
                </a:lnTo>
                <a:lnTo>
                  <a:pt x="4216" y="4259"/>
                </a:lnTo>
                <a:lnTo>
                  <a:pt x="4344" y="4451"/>
                </a:lnTo>
                <a:lnTo>
                  <a:pt x="4408" y="4537"/>
                </a:lnTo>
                <a:lnTo>
                  <a:pt x="4494" y="4601"/>
                </a:lnTo>
                <a:lnTo>
                  <a:pt x="4558" y="4622"/>
                </a:lnTo>
                <a:lnTo>
                  <a:pt x="4601" y="4622"/>
                </a:lnTo>
                <a:lnTo>
                  <a:pt x="4622" y="4580"/>
                </a:lnTo>
                <a:lnTo>
                  <a:pt x="4622" y="4580"/>
                </a:lnTo>
                <a:lnTo>
                  <a:pt x="4644" y="4558"/>
                </a:lnTo>
                <a:lnTo>
                  <a:pt x="4644" y="4515"/>
                </a:lnTo>
                <a:lnTo>
                  <a:pt x="4644" y="4430"/>
                </a:lnTo>
                <a:lnTo>
                  <a:pt x="4579" y="4323"/>
                </a:lnTo>
                <a:lnTo>
                  <a:pt x="4515" y="4216"/>
                </a:lnTo>
                <a:lnTo>
                  <a:pt x="4365" y="4023"/>
                </a:lnTo>
                <a:lnTo>
                  <a:pt x="4301" y="3938"/>
                </a:lnTo>
                <a:lnTo>
                  <a:pt x="4301" y="3938"/>
                </a:lnTo>
                <a:lnTo>
                  <a:pt x="4408" y="3895"/>
                </a:lnTo>
                <a:lnTo>
                  <a:pt x="4515" y="3852"/>
                </a:lnTo>
                <a:lnTo>
                  <a:pt x="4601" y="3788"/>
                </a:lnTo>
                <a:lnTo>
                  <a:pt x="4686" y="3724"/>
                </a:lnTo>
                <a:lnTo>
                  <a:pt x="4751" y="3638"/>
                </a:lnTo>
                <a:lnTo>
                  <a:pt x="4793" y="3531"/>
                </a:lnTo>
                <a:lnTo>
                  <a:pt x="4815" y="3424"/>
                </a:lnTo>
                <a:lnTo>
                  <a:pt x="4793" y="3317"/>
                </a:lnTo>
                <a:lnTo>
                  <a:pt x="4793" y="3317"/>
                </a:lnTo>
                <a:lnTo>
                  <a:pt x="4729" y="3210"/>
                </a:lnTo>
                <a:lnTo>
                  <a:pt x="4644" y="3125"/>
                </a:lnTo>
                <a:lnTo>
                  <a:pt x="4537" y="3060"/>
                </a:lnTo>
                <a:lnTo>
                  <a:pt x="4408" y="3039"/>
                </a:lnTo>
                <a:lnTo>
                  <a:pt x="4280" y="3018"/>
                </a:lnTo>
                <a:lnTo>
                  <a:pt x="4151" y="2996"/>
                </a:lnTo>
                <a:lnTo>
                  <a:pt x="3895" y="3018"/>
                </a:lnTo>
                <a:lnTo>
                  <a:pt x="3895" y="3018"/>
                </a:lnTo>
                <a:lnTo>
                  <a:pt x="3788" y="3039"/>
                </a:lnTo>
                <a:lnTo>
                  <a:pt x="3702" y="3060"/>
                </a:lnTo>
                <a:lnTo>
                  <a:pt x="3659" y="3125"/>
                </a:lnTo>
                <a:lnTo>
                  <a:pt x="3617" y="3189"/>
                </a:lnTo>
                <a:lnTo>
                  <a:pt x="3617" y="3253"/>
                </a:lnTo>
                <a:lnTo>
                  <a:pt x="3617" y="3360"/>
                </a:lnTo>
                <a:lnTo>
                  <a:pt x="3617" y="3574"/>
                </a:lnTo>
                <a:lnTo>
                  <a:pt x="3617" y="3574"/>
                </a:lnTo>
                <a:lnTo>
                  <a:pt x="3574" y="3938"/>
                </a:lnTo>
                <a:lnTo>
                  <a:pt x="3552" y="4130"/>
                </a:lnTo>
                <a:lnTo>
                  <a:pt x="3574" y="4216"/>
                </a:lnTo>
                <a:lnTo>
                  <a:pt x="3595" y="4280"/>
                </a:lnTo>
                <a:lnTo>
                  <a:pt x="3595" y="4280"/>
                </a:lnTo>
                <a:close/>
                <a:moveTo>
                  <a:pt x="3809" y="3339"/>
                </a:moveTo>
                <a:lnTo>
                  <a:pt x="3809" y="3339"/>
                </a:lnTo>
                <a:lnTo>
                  <a:pt x="3873" y="3296"/>
                </a:lnTo>
                <a:lnTo>
                  <a:pt x="3959" y="3274"/>
                </a:lnTo>
                <a:lnTo>
                  <a:pt x="4087" y="3253"/>
                </a:lnTo>
                <a:lnTo>
                  <a:pt x="4216" y="3274"/>
                </a:lnTo>
                <a:lnTo>
                  <a:pt x="4344" y="3274"/>
                </a:lnTo>
                <a:lnTo>
                  <a:pt x="4451" y="3317"/>
                </a:lnTo>
                <a:lnTo>
                  <a:pt x="4537" y="3360"/>
                </a:lnTo>
                <a:lnTo>
                  <a:pt x="4558" y="3424"/>
                </a:lnTo>
                <a:lnTo>
                  <a:pt x="4558" y="3424"/>
                </a:lnTo>
                <a:lnTo>
                  <a:pt x="4558" y="3488"/>
                </a:lnTo>
                <a:lnTo>
                  <a:pt x="4515" y="3553"/>
                </a:lnTo>
                <a:lnTo>
                  <a:pt x="4451" y="3617"/>
                </a:lnTo>
                <a:lnTo>
                  <a:pt x="4365" y="3660"/>
                </a:lnTo>
                <a:lnTo>
                  <a:pt x="4173" y="3702"/>
                </a:lnTo>
                <a:lnTo>
                  <a:pt x="4023" y="3745"/>
                </a:lnTo>
                <a:lnTo>
                  <a:pt x="4023" y="3745"/>
                </a:lnTo>
                <a:lnTo>
                  <a:pt x="3916" y="3745"/>
                </a:lnTo>
                <a:lnTo>
                  <a:pt x="3873" y="3724"/>
                </a:lnTo>
                <a:lnTo>
                  <a:pt x="3873" y="3681"/>
                </a:lnTo>
                <a:lnTo>
                  <a:pt x="3852" y="3595"/>
                </a:lnTo>
                <a:lnTo>
                  <a:pt x="3852" y="3595"/>
                </a:lnTo>
                <a:lnTo>
                  <a:pt x="3809" y="3467"/>
                </a:lnTo>
                <a:lnTo>
                  <a:pt x="3809" y="3381"/>
                </a:lnTo>
                <a:lnTo>
                  <a:pt x="3809" y="3339"/>
                </a:lnTo>
                <a:lnTo>
                  <a:pt x="3809" y="3339"/>
                </a:lnTo>
                <a:close/>
                <a:moveTo>
                  <a:pt x="5542" y="4430"/>
                </a:moveTo>
                <a:lnTo>
                  <a:pt x="5542" y="4430"/>
                </a:lnTo>
                <a:lnTo>
                  <a:pt x="5414" y="4430"/>
                </a:lnTo>
                <a:lnTo>
                  <a:pt x="5414" y="4430"/>
                </a:lnTo>
                <a:lnTo>
                  <a:pt x="5350" y="4451"/>
                </a:lnTo>
                <a:lnTo>
                  <a:pt x="5307" y="4451"/>
                </a:lnTo>
                <a:lnTo>
                  <a:pt x="5285" y="4473"/>
                </a:lnTo>
                <a:lnTo>
                  <a:pt x="5285" y="4558"/>
                </a:lnTo>
                <a:lnTo>
                  <a:pt x="5285" y="4558"/>
                </a:lnTo>
                <a:lnTo>
                  <a:pt x="5328" y="4622"/>
                </a:lnTo>
                <a:lnTo>
                  <a:pt x="5414" y="4665"/>
                </a:lnTo>
                <a:lnTo>
                  <a:pt x="5499" y="4687"/>
                </a:lnTo>
                <a:lnTo>
                  <a:pt x="5606" y="4708"/>
                </a:lnTo>
                <a:lnTo>
                  <a:pt x="5713" y="4708"/>
                </a:lnTo>
                <a:lnTo>
                  <a:pt x="5799" y="4708"/>
                </a:lnTo>
                <a:lnTo>
                  <a:pt x="5885" y="4665"/>
                </a:lnTo>
                <a:lnTo>
                  <a:pt x="5927" y="4601"/>
                </a:lnTo>
                <a:lnTo>
                  <a:pt x="5927" y="4601"/>
                </a:lnTo>
                <a:lnTo>
                  <a:pt x="5927" y="4537"/>
                </a:lnTo>
                <a:lnTo>
                  <a:pt x="5906" y="4515"/>
                </a:lnTo>
                <a:lnTo>
                  <a:pt x="5863" y="4494"/>
                </a:lnTo>
                <a:lnTo>
                  <a:pt x="5842" y="4473"/>
                </a:lnTo>
                <a:lnTo>
                  <a:pt x="5842" y="4473"/>
                </a:lnTo>
                <a:lnTo>
                  <a:pt x="5820" y="4344"/>
                </a:lnTo>
                <a:lnTo>
                  <a:pt x="5820" y="4216"/>
                </a:lnTo>
                <a:lnTo>
                  <a:pt x="5820" y="4216"/>
                </a:lnTo>
                <a:lnTo>
                  <a:pt x="5885" y="3767"/>
                </a:lnTo>
                <a:lnTo>
                  <a:pt x="5885" y="3531"/>
                </a:lnTo>
                <a:lnTo>
                  <a:pt x="5885" y="3317"/>
                </a:lnTo>
                <a:lnTo>
                  <a:pt x="5885" y="3317"/>
                </a:lnTo>
                <a:lnTo>
                  <a:pt x="5992" y="3296"/>
                </a:lnTo>
                <a:lnTo>
                  <a:pt x="6056" y="3274"/>
                </a:lnTo>
                <a:lnTo>
                  <a:pt x="6077" y="3232"/>
                </a:lnTo>
                <a:lnTo>
                  <a:pt x="6077" y="3232"/>
                </a:lnTo>
                <a:lnTo>
                  <a:pt x="6077" y="3167"/>
                </a:lnTo>
                <a:lnTo>
                  <a:pt x="6034" y="3125"/>
                </a:lnTo>
                <a:lnTo>
                  <a:pt x="5949" y="3082"/>
                </a:lnTo>
                <a:lnTo>
                  <a:pt x="5863" y="3039"/>
                </a:lnTo>
                <a:lnTo>
                  <a:pt x="5756" y="3018"/>
                </a:lnTo>
                <a:lnTo>
                  <a:pt x="5671" y="2996"/>
                </a:lnTo>
                <a:lnTo>
                  <a:pt x="5585" y="3018"/>
                </a:lnTo>
                <a:lnTo>
                  <a:pt x="5521" y="3039"/>
                </a:lnTo>
                <a:lnTo>
                  <a:pt x="5521" y="3039"/>
                </a:lnTo>
                <a:lnTo>
                  <a:pt x="5478" y="3082"/>
                </a:lnTo>
                <a:lnTo>
                  <a:pt x="5499" y="3146"/>
                </a:lnTo>
                <a:lnTo>
                  <a:pt x="5585" y="3232"/>
                </a:lnTo>
                <a:lnTo>
                  <a:pt x="5585" y="3232"/>
                </a:lnTo>
                <a:lnTo>
                  <a:pt x="5606" y="3274"/>
                </a:lnTo>
                <a:lnTo>
                  <a:pt x="5628" y="3296"/>
                </a:lnTo>
                <a:lnTo>
                  <a:pt x="5649" y="3274"/>
                </a:lnTo>
                <a:lnTo>
                  <a:pt x="5649" y="3274"/>
                </a:lnTo>
                <a:lnTo>
                  <a:pt x="5649" y="3274"/>
                </a:lnTo>
                <a:lnTo>
                  <a:pt x="5692" y="3403"/>
                </a:lnTo>
                <a:lnTo>
                  <a:pt x="5692" y="3403"/>
                </a:lnTo>
                <a:lnTo>
                  <a:pt x="5692" y="3595"/>
                </a:lnTo>
                <a:lnTo>
                  <a:pt x="5671" y="3852"/>
                </a:lnTo>
                <a:lnTo>
                  <a:pt x="5628" y="4087"/>
                </a:lnTo>
                <a:lnTo>
                  <a:pt x="5585" y="4259"/>
                </a:lnTo>
                <a:lnTo>
                  <a:pt x="5585" y="4259"/>
                </a:lnTo>
                <a:lnTo>
                  <a:pt x="5542" y="4430"/>
                </a:lnTo>
                <a:lnTo>
                  <a:pt x="5542" y="4430"/>
                </a:lnTo>
                <a:close/>
                <a:moveTo>
                  <a:pt x="6805" y="4537"/>
                </a:moveTo>
                <a:lnTo>
                  <a:pt x="6805" y="4537"/>
                </a:lnTo>
                <a:lnTo>
                  <a:pt x="6826" y="4622"/>
                </a:lnTo>
                <a:lnTo>
                  <a:pt x="6847" y="4708"/>
                </a:lnTo>
                <a:lnTo>
                  <a:pt x="6890" y="4729"/>
                </a:lnTo>
                <a:lnTo>
                  <a:pt x="6933" y="4729"/>
                </a:lnTo>
                <a:lnTo>
                  <a:pt x="6976" y="4708"/>
                </a:lnTo>
                <a:lnTo>
                  <a:pt x="7019" y="4687"/>
                </a:lnTo>
                <a:lnTo>
                  <a:pt x="7019" y="4687"/>
                </a:lnTo>
                <a:lnTo>
                  <a:pt x="7061" y="4644"/>
                </a:lnTo>
                <a:lnTo>
                  <a:pt x="7083" y="4580"/>
                </a:lnTo>
                <a:lnTo>
                  <a:pt x="7104" y="4451"/>
                </a:lnTo>
                <a:lnTo>
                  <a:pt x="7083" y="4194"/>
                </a:lnTo>
                <a:lnTo>
                  <a:pt x="7083" y="4194"/>
                </a:lnTo>
                <a:lnTo>
                  <a:pt x="7168" y="4194"/>
                </a:lnTo>
                <a:lnTo>
                  <a:pt x="7339" y="4173"/>
                </a:lnTo>
                <a:lnTo>
                  <a:pt x="7511" y="4130"/>
                </a:lnTo>
                <a:lnTo>
                  <a:pt x="7639" y="4066"/>
                </a:lnTo>
                <a:lnTo>
                  <a:pt x="7639" y="4066"/>
                </a:lnTo>
                <a:lnTo>
                  <a:pt x="7767" y="3981"/>
                </a:lnTo>
                <a:lnTo>
                  <a:pt x="7810" y="3916"/>
                </a:lnTo>
                <a:lnTo>
                  <a:pt x="7853" y="3852"/>
                </a:lnTo>
                <a:lnTo>
                  <a:pt x="7874" y="3788"/>
                </a:lnTo>
                <a:lnTo>
                  <a:pt x="7874" y="3702"/>
                </a:lnTo>
                <a:lnTo>
                  <a:pt x="7874" y="3617"/>
                </a:lnTo>
                <a:lnTo>
                  <a:pt x="7853" y="3531"/>
                </a:lnTo>
                <a:lnTo>
                  <a:pt x="7853" y="3531"/>
                </a:lnTo>
                <a:lnTo>
                  <a:pt x="7789" y="3403"/>
                </a:lnTo>
                <a:lnTo>
                  <a:pt x="7682" y="3274"/>
                </a:lnTo>
                <a:lnTo>
                  <a:pt x="7532" y="3189"/>
                </a:lnTo>
                <a:lnTo>
                  <a:pt x="7382" y="3103"/>
                </a:lnTo>
                <a:lnTo>
                  <a:pt x="7211" y="3082"/>
                </a:lnTo>
                <a:lnTo>
                  <a:pt x="7147" y="3082"/>
                </a:lnTo>
                <a:lnTo>
                  <a:pt x="7083" y="3103"/>
                </a:lnTo>
                <a:lnTo>
                  <a:pt x="7019" y="3125"/>
                </a:lnTo>
                <a:lnTo>
                  <a:pt x="6954" y="3167"/>
                </a:lnTo>
                <a:lnTo>
                  <a:pt x="6912" y="3232"/>
                </a:lnTo>
                <a:lnTo>
                  <a:pt x="6869" y="3317"/>
                </a:lnTo>
                <a:lnTo>
                  <a:pt x="6869" y="3317"/>
                </a:lnTo>
                <a:lnTo>
                  <a:pt x="6847" y="3510"/>
                </a:lnTo>
                <a:lnTo>
                  <a:pt x="6826" y="3702"/>
                </a:lnTo>
                <a:lnTo>
                  <a:pt x="6826" y="4087"/>
                </a:lnTo>
                <a:lnTo>
                  <a:pt x="6826" y="4087"/>
                </a:lnTo>
                <a:lnTo>
                  <a:pt x="6805" y="4301"/>
                </a:lnTo>
                <a:lnTo>
                  <a:pt x="6805" y="4537"/>
                </a:lnTo>
                <a:lnTo>
                  <a:pt x="6805" y="4537"/>
                </a:lnTo>
                <a:close/>
                <a:moveTo>
                  <a:pt x="7168" y="3317"/>
                </a:moveTo>
                <a:lnTo>
                  <a:pt x="7168" y="3317"/>
                </a:lnTo>
                <a:lnTo>
                  <a:pt x="7361" y="3381"/>
                </a:lnTo>
                <a:lnTo>
                  <a:pt x="7468" y="3467"/>
                </a:lnTo>
                <a:lnTo>
                  <a:pt x="7553" y="3574"/>
                </a:lnTo>
                <a:lnTo>
                  <a:pt x="7575" y="3681"/>
                </a:lnTo>
                <a:lnTo>
                  <a:pt x="7553" y="3724"/>
                </a:lnTo>
                <a:lnTo>
                  <a:pt x="7532" y="3767"/>
                </a:lnTo>
                <a:lnTo>
                  <a:pt x="7489" y="3809"/>
                </a:lnTo>
                <a:lnTo>
                  <a:pt x="7446" y="3852"/>
                </a:lnTo>
                <a:lnTo>
                  <a:pt x="7318" y="3916"/>
                </a:lnTo>
                <a:lnTo>
                  <a:pt x="7125" y="3938"/>
                </a:lnTo>
                <a:lnTo>
                  <a:pt x="7125" y="3938"/>
                </a:lnTo>
                <a:lnTo>
                  <a:pt x="7104" y="3895"/>
                </a:lnTo>
                <a:lnTo>
                  <a:pt x="7104" y="3831"/>
                </a:lnTo>
                <a:lnTo>
                  <a:pt x="7125" y="3638"/>
                </a:lnTo>
                <a:lnTo>
                  <a:pt x="7168" y="3424"/>
                </a:lnTo>
                <a:lnTo>
                  <a:pt x="7190" y="3339"/>
                </a:lnTo>
                <a:lnTo>
                  <a:pt x="7168" y="3317"/>
                </a:lnTo>
                <a:lnTo>
                  <a:pt x="7168" y="3317"/>
                </a:lnTo>
                <a:close/>
                <a:moveTo>
                  <a:pt x="4729" y="4430"/>
                </a:moveTo>
                <a:lnTo>
                  <a:pt x="4729" y="4430"/>
                </a:lnTo>
                <a:lnTo>
                  <a:pt x="4729" y="4473"/>
                </a:lnTo>
                <a:lnTo>
                  <a:pt x="4751" y="4515"/>
                </a:lnTo>
                <a:lnTo>
                  <a:pt x="4793" y="4537"/>
                </a:lnTo>
                <a:lnTo>
                  <a:pt x="4836" y="4537"/>
                </a:lnTo>
                <a:lnTo>
                  <a:pt x="4900" y="4515"/>
                </a:lnTo>
                <a:lnTo>
                  <a:pt x="4922" y="4494"/>
                </a:lnTo>
                <a:lnTo>
                  <a:pt x="4943" y="4451"/>
                </a:lnTo>
                <a:lnTo>
                  <a:pt x="4943" y="4408"/>
                </a:lnTo>
                <a:lnTo>
                  <a:pt x="4943" y="4408"/>
                </a:lnTo>
                <a:lnTo>
                  <a:pt x="4943" y="4366"/>
                </a:lnTo>
                <a:lnTo>
                  <a:pt x="4900" y="4323"/>
                </a:lnTo>
                <a:lnTo>
                  <a:pt x="4858" y="4323"/>
                </a:lnTo>
                <a:lnTo>
                  <a:pt x="4836" y="4323"/>
                </a:lnTo>
                <a:lnTo>
                  <a:pt x="4793" y="4323"/>
                </a:lnTo>
                <a:lnTo>
                  <a:pt x="4751" y="4344"/>
                </a:lnTo>
                <a:lnTo>
                  <a:pt x="4729" y="4387"/>
                </a:lnTo>
                <a:lnTo>
                  <a:pt x="4729" y="4430"/>
                </a:lnTo>
                <a:lnTo>
                  <a:pt x="4729" y="4430"/>
                </a:lnTo>
                <a:close/>
                <a:moveTo>
                  <a:pt x="6013" y="4537"/>
                </a:moveTo>
                <a:lnTo>
                  <a:pt x="6013" y="4537"/>
                </a:lnTo>
                <a:lnTo>
                  <a:pt x="6013" y="4601"/>
                </a:lnTo>
                <a:lnTo>
                  <a:pt x="6034" y="4622"/>
                </a:lnTo>
                <a:lnTo>
                  <a:pt x="6077" y="4644"/>
                </a:lnTo>
                <a:lnTo>
                  <a:pt x="6141" y="4644"/>
                </a:lnTo>
                <a:lnTo>
                  <a:pt x="6184" y="4622"/>
                </a:lnTo>
                <a:lnTo>
                  <a:pt x="6205" y="4601"/>
                </a:lnTo>
                <a:lnTo>
                  <a:pt x="6227" y="4558"/>
                </a:lnTo>
                <a:lnTo>
                  <a:pt x="6227" y="4515"/>
                </a:lnTo>
                <a:lnTo>
                  <a:pt x="6227" y="4515"/>
                </a:lnTo>
                <a:lnTo>
                  <a:pt x="6205" y="4473"/>
                </a:lnTo>
                <a:lnTo>
                  <a:pt x="6184" y="4451"/>
                </a:lnTo>
                <a:lnTo>
                  <a:pt x="6141" y="4430"/>
                </a:lnTo>
                <a:lnTo>
                  <a:pt x="6098" y="4430"/>
                </a:lnTo>
                <a:lnTo>
                  <a:pt x="6034" y="4473"/>
                </a:lnTo>
                <a:lnTo>
                  <a:pt x="6013" y="4494"/>
                </a:lnTo>
                <a:lnTo>
                  <a:pt x="6013" y="4537"/>
                </a:lnTo>
                <a:lnTo>
                  <a:pt x="6013" y="4537"/>
                </a:lnTo>
                <a:close/>
                <a:moveTo>
                  <a:pt x="7553" y="4687"/>
                </a:moveTo>
                <a:lnTo>
                  <a:pt x="7553" y="4687"/>
                </a:lnTo>
                <a:lnTo>
                  <a:pt x="7532" y="4644"/>
                </a:lnTo>
                <a:lnTo>
                  <a:pt x="7511" y="4622"/>
                </a:lnTo>
                <a:lnTo>
                  <a:pt x="7425" y="4601"/>
                </a:lnTo>
                <a:lnTo>
                  <a:pt x="7382" y="4601"/>
                </a:lnTo>
                <a:lnTo>
                  <a:pt x="7339" y="4622"/>
                </a:lnTo>
                <a:lnTo>
                  <a:pt x="7318" y="4665"/>
                </a:lnTo>
                <a:lnTo>
                  <a:pt x="7318" y="4708"/>
                </a:lnTo>
                <a:lnTo>
                  <a:pt x="7318" y="4708"/>
                </a:lnTo>
                <a:lnTo>
                  <a:pt x="7339" y="4751"/>
                </a:lnTo>
                <a:lnTo>
                  <a:pt x="7361" y="4772"/>
                </a:lnTo>
                <a:lnTo>
                  <a:pt x="7446" y="4794"/>
                </a:lnTo>
                <a:lnTo>
                  <a:pt x="7489" y="4794"/>
                </a:lnTo>
                <a:lnTo>
                  <a:pt x="7511" y="4772"/>
                </a:lnTo>
                <a:lnTo>
                  <a:pt x="7532" y="4729"/>
                </a:lnTo>
                <a:lnTo>
                  <a:pt x="7553" y="4687"/>
                </a:lnTo>
                <a:lnTo>
                  <a:pt x="7553" y="4687"/>
                </a:lnTo>
                <a:close/>
                <a:moveTo>
                  <a:pt x="4815" y="5350"/>
                </a:moveTo>
                <a:lnTo>
                  <a:pt x="4815" y="5350"/>
                </a:lnTo>
                <a:lnTo>
                  <a:pt x="4793" y="5328"/>
                </a:lnTo>
                <a:lnTo>
                  <a:pt x="4772" y="5307"/>
                </a:lnTo>
                <a:lnTo>
                  <a:pt x="4729" y="5243"/>
                </a:lnTo>
                <a:lnTo>
                  <a:pt x="4708" y="5179"/>
                </a:lnTo>
                <a:lnTo>
                  <a:pt x="4665" y="5114"/>
                </a:lnTo>
                <a:lnTo>
                  <a:pt x="4665" y="5114"/>
                </a:lnTo>
                <a:lnTo>
                  <a:pt x="4579" y="5093"/>
                </a:lnTo>
                <a:lnTo>
                  <a:pt x="4494" y="5093"/>
                </a:lnTo>
                <a:lnTo>
                  <a:pt x="4430" y="5136"/>
                </a:lnTo>
                <a:lnTo>
                  <a:pt x="4365" y="5200"/>
                </a:lnTo>
                <a:lnTo>
                  <a:pt x="4365" y="5200"/>
                </a:lnTo>
                <a:lnTo>
                  <a:pt x="4301" y="5307"/>
                </a:lnTo>
                <a:lnTo>
                  <a:pt x="4280" y="5371"/>
                </a:lnTo>
                <a:lnTo>
                  <a:pt x="4280" y="5414"/>
                </a:lnTo>
                <a:lnTo>
                  <a:pt x="4301" y="5435"/>
                </a:lnTo>
                <a:lnTo>
                  <a:pt x="4301" y="5435"/>
                </a:lnTo>
                <a:lnTo>
                  <a:pt x="4344" y="5457"/>
                </a:lnTo>
                <a:lnTo>
                  <a:pt x="4365" y="5457"/>
                </a:lnTo>
                <a:lnTo>
                  <a:pt x="4430" y="5414"/>
                </a:lnTo>
                <a:lnTo>
                  <a:pt x="4494" y="5350"/>
                </a:lnTo>
                <a:lnTo>
                  <a:pt x="4537" y="5307"/>
                </a:lnTo>
                <a:lnTo>
                  <a:pt x="4537" y="5307"/>
                </a:lnTo>
                <a:lnTo>
                  <a:pt x="4601" y="5435"/>
                </a:lnTo>
                <a:lnTo>
                  <a:pt x="4708" y="5564"/>
                </a:lnTo>
                <a:lnTo>
                  <a:pt x="4708" y="5564"/>
                </a:lnTo>
                <a:lnTo>
                  <a:pt x="4793" y="5607"/>
                </a:lnTo>
                <a:lnTo>
                  <a:pt x="4858" y="5607"/>
                </a:lnTo>
                <a:lnTo>
                  <a:pt x="4922" y="5585"/>
                </a:lnTo>
                <a:lnTo>
                  <a:pt x="4965" y="5564"/>
                </a:lnTo>
                <a:lnTo>
                  <a:pt x="5071" y="5478"/>
                </a:lnTo>
                <a:lnTo>
                  <a:pt x="5136" y="5457"/>
                </a:lnTo>
                <a:lnTo>
                  <a:pt x="5200" y="5435"/>
                </a:lnTo>
                <a:lnTo>
                  <a:pt x="5200" y="5435"/>
                </a:lnTo>
                <a:lnTo>
                  <a:pt x="5264" y="5457"/>
                </a:lnTo>
                <a:lnTo>
                  <a:pt x="5328" y="5478"/>
                </a:lnTo>
                <a:lnTo>
                  <a:pt x="5414" y="5564"/>
                </a:lnTo>
                <a:lnTo>
                  <a:pt x="5521" y="5671"/>
                </a:lnTo>
                <a:lnTo>
                  <a:pt x="5564" y="5714"/>
                </a:lnTo>
                <a:lnTo>
                  <a:pt x="5628" y="5714"/>
                </a:lnTo>
                <a:lnTo>
                  <a:pt x="5628" y="5714"/>
                </a:lnTo>
                <a:lnTo>
                  <a:pt x="5735" y="5714"/>
                </a:lnTo>
                <a:lnTo>
                  <a:pt x="5799" y="5671"/>
                </a:lnTo>
                <a:lnTo>
                  <a:pt x="5885" y="5628"/>
                </a:lnTo>
                <a:lnTo>
                  <a:pt x="5970" y="5607"/>
                </a:lnTo>
                <a:lnTo>
                  <a:pt x="5970" y="5607"/>
                </a:lnTo>
                <a:lnTo>
                  <a:pt x="6034" y="5607"/>
                </a:lnTo>
                <a:lnTo>
                  <a:pt x="6098" y="5607"/>
                </a:lnTo>
                <a:lnTo>
                  <a:pt x="6184" y="5607"/>
                </a:lnTo>
                <a:lnTo>
                  <a:pt x="6248" y="5607"/>
                </a:lnTo>
                <a:lnTo>
                  <a:pt x="6248" y="5607"/>
                </a:lnTo>
                <a:lnTo>
                  <a:pt x="6312" y="5564"/>
                </a:lnTo>
                <a:lnTo>
                  <a:pt x="6355" y="5542"/>
                </a:lnTo>
                <a:lnTo>
                  <a:pt x="6377" y="5500"/>
                </a:lnTo>
                <a:lnTo>
                  <a:pt x="6355" y="5435"/>
                </a:lnTo>
                <a:lnTo>
                  <a:pt x="6334" y="5393"/>
                </a:lnTo>
                <a:lnTo>
                  <a:pt x="6291" y="5371"/>
                </a:lnTo>
                <a:lnTo>
                  <a:pt x="6227" y="5328"/>
                </a:lnTo>
                <a:lnTo>
                  <a:pt x="6163" y="5307"/>
                </a:lnTo>
                <a:lnTo>
                  <a:pt x="6163" y="5307"/>
                </a:lnTo>
                <a:lnTo>
                  <a:pt x="6098" y="5307"/>
                </a:lnTo>
                <a:lnTo>
                  <a:pt x="6034" y="5328"/>
                </a:lnTo>
                <a:lnTo>
                  <a:pt x="5885" y="5393"/>
                </a:lnTo>
                <a:lnTo>
                  <a:pt x="5756" y="5435"/>
                </a:lnTo>
                <a:lnTo>
                  <a:pt x="5692" y="5435"/>
                </a:lnTo>
                <a:lnTo>
                  <a:pt x="5649" y="5435"/>
                </a:lnTo>
                <a:lnTo>
                  <a:pt x="5649" y="5435"/>
                </a:lnTo>
                <a:lnTo>
                  <a:pt x="5585" y="5393"/>
                </a:lnTo>
                <a:lnTo>
                  <a:pt x="5542" y="5371"/>
                </a:lnTo>
                <a:lnTo>
                  <a:pt x="5457" y="5286"/>
                </a:lnTo>
                <a:lnTo>
                  <a:pt x="5371" y="5221"/>
                </a:lnTo>
                <a:lnTo>
                  <a:pt x="5307" y="5200"/>
                </a:lnTo>
                <a:lnTo>
                  <a:pt x="5221" y="5200"/>
                </a:lnTo>
                <a:lnTo>
                  <a:pt x="5221" y="5200"/>
                </a:lnTo>
                <a:lnTo>
                  <a:pt x="5178" y="5200"/>
                </a:lnTo>
                <a:lnTo>
                  <a:pt x="5114" y="5221"/>
                </a:lnTo>
                <a:lnTo>
                  <a:pt x="5007" y="5264"/>
                </a:lnTo>
                <a:lnTo>
                  <a:pt x="4922" y="5328"/>
                </a:lnTo>
                <a:lnTo>
                  <a:pt x="4858" y="5350"/>
                </a:lnTo>
                <a:lnTo>
                  <a:pt x="4815" y="5350"/>
                </a:lnTo>
                <a:lnTo>
                  <a:pt x="4815" y="5350"/>
                </a:lnTo>
                <a:close/>
                <a:moveTo>
                  <a:pt x="4237" y="5970"/>
                </a:moveTo>
                <a:lnTo>
                  <a:pt x="4237" y="5970"/>
                </a:lnTo>
                <a:lnTo>
                  <a:pt x="4130" y="5949"/>
                </a:lnTo>
                <a:lnTo>
                  <a:pt x="3959" y="5949"/>
                </a:lnTo>
                <a:lnTo>
                  <a:pt x="3895" y="5949"/>
                </a:lnTo>
                <a:lnTo>
                  <a:pt x="3831" y="5970"/>
                </a:lnTo>
                <a:lnTo>
                  <a:pt x="3809" y="5992"/>
                </a:lnTo>
                <a:lnTo>
                  <a:pt x="3809" y="6056"/>
                </a:lnTo>
                <a:lnTo>
                  <a:pt x="3809" y="6056"/>
                </a:lnTo>
                <a:lnTo>
                  <a:pt x="3831" y="6077"/>
                </a:lnTo>
                <a:lnTo>
                  <a:pt x="3852" y="6120"/>
                </a:lnTo>
                <a:lnTo>
                  <a:pt x="3980" y="6163"/>
                </a:lnTo>
                <a:lnTo>
                  <a:pt x="4151" y="6206"/>
                </a:lnTo>
                <a:lnTo>
                  <a:pt x="4344" y="6227"/>
                </a:lnTo>
                <a:lnTo>
                  <a:pt x="4515" y="6227"/>
                </a:lnTo>
                <a:lnTo>
                  <a:pt x="4665" y="6227"/>
                </a:lnTo>
                <a:lnTo>
                  <a:pt x="4751" y="6184"/>
                </a:lnTo>
                <a:lnTo>
                  <a:pt x="4772" y="6141"/>
                </a:lnTo>
                <a:lnTo>
                  <a:pt x="4772" y="6099"/>
                </a:lnTo>
                <a:lnTo>
                  <a:pt x="4772" y="6099"/>
                </a:lnTo>
                <a:lnTo>
                  <a:pt x="4751" y="6056"/>
                </a:lnTo>
                <a:lnTo>
                  <a:pt x="4686" y="6035"/>
                </a:lnTo>
                <a:lnTo>
                  <a:pt x="4537" y="5992"/>
                </a:lnTo>
                <a:lnTo>
                  <a:pt x="4237" y="5970"/>
                </a:lnTo>
                <a:lnTo>
                  <a:pt x="4237" y="5970"/>
                </a:lnTo>
                <a:close/>
                <a:moveTo>
                  <a:pt x="7939" y="6056"/>
                </a:moveTo>
                <a:lnTo>
                  <a:pt x="7939" y="6056"/>
                </a:lnTo>
                <a:lnTo>
                  <a:pt x="7917" y="6035"/>
                </a:lnTo>
                <a:lnTo>
                  <a:pt x="7853" y="6013"/>
                </a:lnTo>
                <a:lnTo>
                  <a:pt x="7703" y="6035"/>
                </a:lnTo>
                <a:lnTo>
                  <a:pt x="7575" y="6099"/>
                </a:lnTo>
                <a:lnTo>
                  <a:pt x="7532" y="6141"/>
                </a:lnTo>
                <a:lnTo>
                  <a:pt x="7511" y="6163"/>
                </a:lnTo>
                <a:lnTo>
                  <a:pt x="7511" y="6163"/>
                </a:lnTo>
                <a:lnTo>
                  <a:pt x="7532" y="6206"/>
                </a:lnTo>
                <a:lnTo>
                  <a:pt x="7575" y="6227"/>
                </a:lnTo>
                <a:lnTo>
                  <a:pt x="7660" y="6227"/>
                </a:lnTo>
                <a:lnTo>
                  <a:pt x="7746" y="6227"/>
                </a:lnTo>
                <a:lnTo>
                  <a:pt x="7832" y="6206"/>
                </a:lnTo>
                <a:lnTo>
                  <a:pt x="7917" y="6163"/>
                </a:lnTo>
                <a:lnTo>
                  <a:pt x="7939" y="6120"/>
                </a:lnTo>
                <a:lnTo>
                  <a:pt x="7939" y="6056"/>
                </a:lnTo>
                <a:lnTo>
                  <a:pt x="7939" y="6056"/>
                </a:lnTo>
                <a:close/>
                <a:moveTo>
                  <a:pt x="5457" y="6120"/>
                </a:moveTo>
                <a:lnTo>
                  <a:pt x="5457" y="6120"/>
                </a:lnTo>
                <a:lnTo>
                  <a:pt x="5414" y="6163"/>
                </a:lnTo>
                <a:lnTo>
                  <a:pt x="5414" y="6184"/>
                </a:lnTo>
                <a:lnTo>
                  <a:pt x="5435" y="6206"/>
                </a:lnTo>
                <a:lnTo>
                  <a:pt x="5478" y="6248"/>
                </a:lnTo>
                <a:lnTo>
                  <a:pt x="5564" y="6270"/>
                </a:lnTo>
                <a:lnTo>
                  <a:pt x="5756" y="6313"/>
                </a:lnTo>
                <a:lnTo>
                  <a:pt x="5863" y="6334"/>
                </a:lnTo>
                <a:lnTo>
                  <a:pt x="5863" y="6334"/>
                </a:lnTo>
                <a:lnTo>
                  <a:pt x="6227" y="6355"/>
                </a:lnTo>
                <a:lnTo>
                  <a:pt x="6441" y="6355"/>
                </a:lnTo>
                <a:lnTo>
                  <a:pt x="6505" y="6355"/>
                </a:lnTo>
                <a:lnTo>
                  <a:pt x="6548" y="6334"/>
                </a:lnTo>
                <a:lnTo>
                  <a:pt x="6548" y="6334"/>
                </a:lnTo>
                <a:lnTo>
                  <a:pt x="6419" y="6248"/>
                </a:lnTo>
                <a:lnTo>
                  <a:pt x="6270" y="6206"/>
                </a:lnTo>
                <a:lnTo>
                  <a:pt x="5970" y="6163"/>
                </a:lnTo>
                <a:lnTo>
                  <a:pt x="5970" y="6163"/>
                </a:lnTo>
                <a:lnTo>
                  <a:pt x="5713" y="6120"/>
                </a:lnTo>
                <a:lnTo>
                  <a:pt x="5564" y="6099"/>
                </a:lnTo>
                <a:lnTo>
                  <a:pt x="5499" y="6099"/>
                </a:lnTo>
                <a:lnTo>
                  <a:pt x="5457" y="6120"/>
                </a:lnTo>
                <a:lnTo>
                  <a:pt x="5457" y="6120"/>
                </a:lnTo>
                <a:close/>
                <a:moveTo>
                  <a:pt x="5200" y="7853"/>
                </a:moveTo>
                <a:lnTo>
                  <a:pt x="5200" y="7853"/>
                </a:lnTo>
                <a:lnTo>
                  <a:pt x="5114" y="7875"/>
                </a:lnTo>
                <a:lnTo>
                  <a:pt x="5093" y="7875"/>
                </a:lnTo>
                <a:lnTo>
                  <a:pt x="5093" y="7853"/>
                </a:lnTo>
                <a:lnTo>
                  <a:pt x="5178" y="7682"/>
                </a:lnTo>
                <a:lnTo>
                  <a:pt x="5178" y="7682"/>
                </a:lnTo>
                <a:lnTo>
                  <a:pt x="5221" y="7596"/>
                </a:lnTo>
                <a:lnTo>
                  <a:pt x="5264" y="7489"/>
                </a:lnTo>
                <a:lnTo>
                  <a:pt x="5264" y="7447"/>
                </a:lnTo>
                <a:lnTo>
                  <a:pt x="5264" y="7425"/>
                </a:lnTo>
                <a:lnTo>
                  <a:pt x="5243" y="7382"/>
                </a:lnTo>
                <a:lnTo>
                  <a:pt x="5178" y="7361"/>
                </a:lnTo>
                <a:lnTo>
                  <a:pt x="5178" y="7361"/>
                </a:lnTo>
                <a:lnTo>
                  <a:pt x="5093" y="7382"/>
                </a:lnTo>
                <a:lnTo>
                  <a:pt x="4986" y="7425"/>
                </a:lnTo>
                <a:lnTo>
                  <a:pt x="4879" y="7489"/>
                </a:lnTo>
                <a:lnTo>
                  <a:pt x="4751" y="7575"/>
                </a:lnTo>
                <a:lnTo>
                  <a:pt x="4558" y="7789"/>
                </a:lnTo>
                <a:lnTo>
                  <a:pt x="4430" y="7939"/>
                </a:lnTo>
                <a:lnTo>
                  <a:pt x="4430" y="7939"/>
                </a:lnTo>
                <a:lnTo>
                  <a:pt x="4430" y="7703"/>
                </a:lnTo>
                <a:lnTo>
                  <a:pt x="4451" y="7361"/>
                </a:lnTo>
                <a:lnTo>
                  <a:pt x="4430" y="7211"/>
                </a:lnTo>
                <a:lnTo>
                  <a:pt x="4387" y="7061"/>
                </a:lnTo>
                <a:lnTo>
                  <a:pt x="4365" y="7019"/>
                </a:lnTo>
                <a:lnTo>
                  <a:pt x="4323" y="6997"/>
                </a:lnTo>
                <a:lnTo>
                  <a:pt x="4280" y="6976"/>
                </a:lnTo>
                <a:lnTo>
                  <a:pt x="4216" y="6976"/>
                </a:lnTo>
                <a:lnTo>
                  <a:pt x="4216" y="6976"/>
                </a:lnTo>
                <a:lnTo>
                  <a:pt x="4109" y="7019"/>
                </a:lnTo>
                <a:lnTo>
                  <a:pt x="4023" y="7083"/>
                </a:lnTo>
                <a:lnTo>
                  <a:pt x="3938" y="7190"/>
                </a:lnTo>
                <a:lnTo>
                  <a:pt x="3852" y="7318"/>
                </a:lnTo>
                <a:lnTo>
                  <a:pt x="3702" y="7554"/>
                </a:lnTo>
                <a:lnTo>
                  <a:pt x="3595" y="7746"/>
                </a:lnTo>
                <a:lnTo>
                  <a:pt x="3595" y="7746"/>
                </a:lnTo>
                <a:lnTo>
                  <a:pt x="3488" y="7960"/>
                </a:lnTo>
                <a:lnTo>
                  <a:pt x="3445" y="8067"/>
                </a:lnTo>
                <a:lnTo>
                  <a:pt x="3424" y="8110"/>
                </a:lnTo>
                <a:lnTo>
                  <a:pt x="3445" y="8174"/>
                </a:lnTo>
                <a:lnTo>
                  <a:pt x="3445" y="8174"/>
                </a:lnTo>
                <a:lnTo>
                  <a:pt x="3467" y="8217"/>
                </a:lnTo>
                <a:lnTo>
                  <a:pt x="3488" y="8238"/>
                </a:lnTo>
                <a:lnTo>
                  <a:pt x="3531" y="8238"/>
                </a:lnTo>
                <a:lnTo>
                  <a:pt x="3552" y="8238"/>
                </a:lnTo>
                <a:lnTo>
                  <a:pt x="3638" y="8195"/>
                </a:lnTo>
                <a:lnTo>
                  <a:pt x="3702" y="8110"/>
                </a:lnTo>
                <a:lnTo>
                  <a:pt x="3702" y="8110"/>
                </a:lnTo>
                <a:lnTo>
                  <a:pt x="3788" y="7960"/>
                </a:lnTo>
                <a:lnTo>
                  <a:pt x="3895" y="7746"/>
                </a:lnTo>
                <a:lnTo>
                  <a:pt x="3959" y="7639"/>
                </a:lnTo>
                <a:lnTo>
                  <a:pt x="4023" y="7554"/>
                </a:lnTo>
                <a:lnTo>
                  <a:pt x="4087" y="7489"/>
                </a:lnTo>
                <a:lnTo>
                  <a:pt x="4173" y="7468"/>
                </a:lnTo>
                <a:lnTo>
                  <a:pt x="4173" y="7468"/>
                </a:lnTo>
                <a:lnTo>
                  <a:pt x="4151" y="7554"/>
                </a:lnTo>
                <a:lnTo>
                  <a:pt x="4130" y="7661"/>
                </a:lnTo>
                <a:lnTo>
                  <a:pt x="4130" y="7768"/>
                </a:lnTo>
                <a:lnTo>
                  <a:pt x="4130" y="7896"/>
                </a:lnTo>
                <a:lnTo>
                  <a:pt x="4151" y="8003"/>
                </a:lnTo>
                <a:lnTo>
                  <a:pt x="4216" y="8110"/>
                </a:lnTo>
                <a:lnTo>
                  <a:pt x="4280" y="8174"/>
                </a:lnTo>
                <a:lnTo>
                  <a:pt x="4387" y="8195"/>
                </a:lnTo>
                <a:lnTo>
                  <a:pt x="4387" y="8195"/>
                </a:lnTo>
                <a:lnTo>
                  <a:pt x="4472" y="8153"/>
                </a:lnTo>
                <a:lnTo>
                  <a:pt x="4622" y="8046"/>
                </a:lnTo>
                <a:lnTo>
                  <a:pt x="4836" y="7875"/>
                </a:lnTo>
                <a:lnTo>
                  <a:pt x="4836" y="7875"/>
                </a:lnTo>
                <a:lnTo>
                  <a:pt x="4815" y="7960"/>
                </a:lnTo>
                <a:lnTo>
                  <a:pt x="4793" y="8067"/>
                </a:lnTo>
                <a:lnTo>
                  <a:pt x="4815" y="8195"/>
                </a:lnTo>
                <a:lnTo>
                  <a:pt x="4836" y="8238"/>
                </a:lnTo>
                <a:lnTo>
                  <a:pt x="4879" y="8260"/>
                </a:lnTo>
                <a:lnTo>
                  <a:pt x="4879" y="8260"/>
                </a:lnTo>
                <a:lnTo>
                  <a:pt x="4922" y="8281"/>
                </a:lnTo>
                <a:lnTo>
                  <a:pt x="4965" y="8260"/>
                </a:lnTo>
                <a:lnTo>
                  <a:pt x="5029" y="8238"/>
                </a:lnTo>
                <a:lnTo>
                  <a:pt x="5114" y="8174"/>
                </a:lnTo>
                <a:lnTo>
                  <a:pt x="5178" y="8153"/>
                </a:lnTo>
                <a:lnTo>
                  <a:pt x="5178" y="8153"/>
                </a:lnTo>
                <a:lnTo>
                  <a:pt x="5178" y="8153"/>
                </a:lnTo>
                <a:lnTo>
                  <a:pt x="5157" y="8174"/>
                </a:lnTo>
                <a:lnTo>
                  <a:pt x="5157" y="8238"/>
                </a:lnTo>
                <a:lnTo>
                  <a:pt x="5157" y="8324"/>
                </a:lnTo>
                <a:lnTo>
                  <a:pt x="5200" y="8409"/>
                </a:lnTo>
                <a:lnTo>
                  <a:pt x="5243" y="8474"/>
                </a:lnTo>
                <a:lnTo>
                  <a:pt x="5264" y="8474"/>
                </a:lnTo>
                <a:lnTo>
                  <a:pt x="5307" y="8474"/>
                </a:lnTo>
                <a:lnTo>
                  <a:pt x="5328" y="8452"/>
                </a:lnTo>
                <a:lnTo>
                  <a:pt x="5350" y="8409"/>
                </a:lnTo>
                <a:lnTo>
                  <a:pt x="5414" y="8260"/>
                </a:lnTo>
                <a:lnTo>
                  <a:pt x="5414" y="8260"/>
                </a:lnTo>
                <a:lnTo>
                  <a:pt x="5478" y="8046"/>
                </a:lnTo>
                <a:lnTo>
                  <a:pt x="5499" y="7939"/>
                </a:lnTo>
                <a:lnTo>
                  <a:pt x="5499" y="7875"/>
                </a:lnTo>
                <a:lnTo>
                  <a:pt x="5478" y="7832"/>
                </a:lnTo>
                <a:lnTo>
                  <a:pt x="5478" y="7832"/>
                </a:lnTo>
                <a:lnTo>
                  <a:pt x="5457" y="7810"/>
                </a:lnTo>
                <a:lnTo>
                  <a:pt x="5414" y="7789"/>
                </a:lnTo>
                <a:lnTo>
                  <a:pt x="5392" y="7768"/>
                </a:lnTo>
                <a:lnTo>
                  <a:pt x="5350" y="7789"/>
                </a:lnTo>
                <a:lnTo>
                  <a:pt x="5200" y="7853"/>
                </a:lnTo>
                <a:lnTo>
                  <a:pt x="5200" y="7853"/>
                </a:lnTo>
                <a:close/>
                <a:moveTo>
                  <a:pt x="5842" y="7168"/>
                </a:moveTo>
                <a:lnTo>
                  <a:pt x="5842" y="7168"/>
                </a:lnTo>
                <a:lnTo>
                  <a:pt x="5820" y="7190"/>
                </a:lnTo>
                <a:lnTo>
                  <a:pt x="5820" y="7233"/>
                </a:lnTo>
                <a:lnTo>
                  <a:pt x="5842" y="7361"/>
                </a:lnTo>
                <a:lnTo>
                  <a:pt x="5885" y="7511"/>
                </a:lnTo>
                <a:lnTo>
                  <a:pt x="5970" y="7682"/>
                </a:lnTo>
                <a:lnTo>
                  <a:pt x="6141" y="8024"/>
                </a:lnTo>
                <a:lnTo>
                  <a:pt x="6205" y="8153"/>
                </a:lnTo>
                <a:lnTo>
                  <a:pt x="6227" y="8238"/>
                </a:lnTo>
                <a:lnTo>
                  <a:pt x="6227" y="8238"/>
                </a:lnTo>
                <a:lnTo>
                  <a:pt x="6227" y="8345"/>
                </a:lnTo>
                <a:lnTo>
                  <a:pt x="6205" y="8474"/>
                </a:lnTo>
                <a:lnTo>
                  <a:pt x="6205" y="8602"/>
                </a:lnTo>
                <a:lnTo>
                  <a:pt x="6205" y="8645"/>
                </a:lnTo>
                <a:lnTo>
                  <a:pt x="6227" y="8688"/>
                </a:lnTo>
                <a:lnTo>
                  <a:pt x="6227" y="8688"/>
                </a:lnTo>
                <a:lnTo>
                  <a:pt x="6291" y="8730"/>
                </a:lnTo>
                <a:lnTo>
                  <a:pt x="6355" y="8730"/>
                </a:lnTo>
                <a:lnTo>
                  <a:pt x="6419" y="8688"/>
                </a:lnTo>
                <a:lnTo>
                  <a:pt x="6462" y="8623"/>
                </a:lnTo>
                <a:lnTo>
                  <a:pt x="6462" y="8623"/>
                </a:lnTo>
                <a:lnTo>
                  <a:pt x="6484" y="8559"/>
                </a:lnTo>
                <a:lnTo>
                  <a:pt x="6505" y="8474"/>
                </a:lnTo>
                <a:lnTo>
                  <a:pt x="6484" y="8260"/>
                </a:lnTo>
                <a:lnTo>
                  <a:pt x="6419" y="7982"/>
                </a:lnTo>
                <a:lnTo>
                  <a:pt x="6312" y="7725"/>
                </a:lnTo>
                <a:lnTo>
                  <a:pt x="6184" y="7468"/>
                </a:lnTo>
                <a:lnTo>
                  <a:pt x="6056" y="7275"/>
                </a:lnTo>
                <a:lnTo>
                  <a:pt x="5992" y="7211"/>
                </a:lnTo>
                <a:lnTo>
                  <a:pt x="5949" y="7168"/>
                </a:lnTo>
                <a:lnTo>
                  <a:pt x="5885" y="7147"/>
                </a:lnTo>
                <a:lnTo>
                  <a:pt x="5842" y="7168"/>
                </a:lnTo>
                <a:lnTo>
                  <a:pt x="5842" y="7168"/>
                </a:lnTo>
                <a:close/>
                <a:moveTo>
                  <a:pt x="6869" y="8195"/>
                </a:moveTo>
                <a:lnTo>
                  <a:pt x="6869" y="8195"/>
                </a:lnTo>
                <a:lnTo>
                  <a:pt x="6890" y="8153"/>
                </a:lnTo>
                <a:lnTo>
                  <a:pt x="6869" y="8046"/>
                </a:lnTo>
                <a:lnTo>
                  <a:pt x="6847" y="7939"/>
                </a:lnTo>
                <a:lnTo>
                  <a:pt x="6805" y="7810"/>
                </a:lnTo>
                <a:lnTo>
                  <a:pt x="6740" y="7703"/>
                </a:lnTo>
                <a:lnTo>
                  <a:pt x="6676" y="7618"/>
                </a:lnTo>
                <a:lnTo>
                  <a:pt x="6612" y="7554"/>
                </a:lnTo>
                <a:lnTo>
                  <a:pt x="6569" y="7554"/>
                </a:lnTo>
                <a:lnTo>
                  <a:pt x="6548" y="7554"/>
                </a:lnTo>
                <a:lnTo>
                  <a:pt x="6548" y="7554"/>
                </a:lnTo>
                <a:lnTo>
                  <a:pt x="6505" y="7596"/>
                </a:lnTo>
                <a:lnTo>
                  <a:pt x="6505" y="7703"/>
                </a:lnTo>
                <a:lnTo>
                  <a:pt x="6548" y="7960"/>
                </a:lnTo>
                <a:lnTo>
                  <a:pt x="6633" y="8431"/>
                </a:lnTo>
                <a:lnTo>
                  <a:pt x="6633" y="8431"/>
                </a:lnTo>
                <a:lnTo>
                  <a:pt x="6633" y="8516"/>
                </a:lnTo>
                <a:lnTo>
                  <a:pt x="6655" y="8623"/>
                </a:lnTo>
                <a:lnTo>
                  <a:pt x="6676" y="8666"/>
                </a:lnTo>
                <a:lnTo>
                  <a:pt x="6698" y="8709"/>
                </a:lnTo>
                <a:lnTo>
                  <a:pt x="6740" y="8730"/>
                </a:lnTo>
                <a:lnTo>
                  <a:pt x="6805" y="8730"/>
                </a:lnTo>
                <a:lnTo>
                  <a:pt x="6805" y="8730"/>
                </a:lnTo>
                <a:lnTo>
                  <a:pt x="6847" y="8730"/>
                </a:lnTo>
                <a:lnTo>
                  <a:pt x="6890" y="8688"/>
                </a:lnTo>
                <a:lnTo>
                  <a:pt x="6976" y="8602"/>
                </a:lnTo>
                <a:lnTo>
                  <a:pt x="7040" y="8495"/>
                </a:lnTo>
                <a:lnTo>
                  <a:pt x="7083" y="8409"/>
                </a:lnTo>
                <a:lnTo>
                  <a:pt x="7083" y="8409"/>
                </a:lnTo>
                <a:lnTo>
                  <a:pt x="7125" y="8538"/>
                </a:lnTo>
                <a:lnTo>
                  <a:pt x="7147" y="8581"/>
                </a:lnTo>
                <a:lnTo>
                  <a:pt x="7190" y="8623"/>
                </a:lnTo>
                <a:lnTo>
                  <a:pt x="7211" y="8645"/>
                </a:lnTo>
                <a:lnTo>
                  <a:pt x="7254" y="8645"/>
                </a:lnTo>
                <a:lnTo>
                  <a:pt x="7297" y="8602"/>
                </a:lnTo>
                <a:lnTo>
                  <a:pt x="7339" y="8538"/>
                </a:lnTo>
                <a:lnTo>
                  <a:pt x="7339" y="8538"/>
                </a:lnTo>
                <a:lnTo>
                  <a:pt x="7361" y="8409"/>
                </a:lnTo>
                <a:lnTo>
                  <a:pt x="7361" y="8281"/>
                </a:lnTo>
                <a:lnTo>
                  <a:pt x="7297" y="8003"/>
                </a:lnTo>
                <a:lnTo>
                  <a:pt x="7297" y="8003"/>
                </a:lnTo>
                <a:lnTo>
                  <a:pt x="7254" y="7853"/>
                </a:lnTo>
                <a:lnTo>
                  <a:pt x="7211" y="7789"/>
                </a:lnTo>
                <a:lnTo>
                  <a:pt x="7168" y="7789"/>
                </a:lnTo>
                <a:lnTo>
                  <a:pt x="7147" y="7789"/>
                </a:lnTo>
                <a:lnTo>
                  <a:pt x="7083" y="7853"/>
                </a:lnTo>
                <a:lnTo>
                  <a:pt x="6976" y="8024"/>
                </a:lnTo>
                <a:lnTo>
                  <a:pt x="6869" y="8195"/>
                </a:lnTo>
                <a:lnTo>
                  <a:pt x="6869" y="8195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7"/>
          <p:cNvSpPr/>
          <p:nvPr/>
        </p:nvSpPr>
        <p:spPr>
          <a:xfrm>
            <a:off x="7420312" y="804140"/>
            <a:ext cx="590459" cy="542939"/>
          </a:xfrm>
          <a:custGeom>
            <a:rect b="b" l="l" r="r" t="t"/>
            <a:pathLst>
              <a:path extrusionOk="0" h="8773" w="8945">
                <a:moveTo>
                  <a:pt x="6205" y="385"/>
                </a:moveTo>
                <a:lnTo>
                  <a:pt x="6419" y="407"/>
                </a:lnTo>
                <a:lnTo>
                  <a:pt x="6633" y="449"/>
                </a:lnTo>
                <a:lnTo>
                  <a:pt x="6847" y="535"/>
                </a:lnTo>
                <a:lnTo>
                  <a:pt x="7040" y="663"/>
                </a:lnTo>
                <a:lnTo>
                  <a:pt x="7147" y="749"/>
                </a:lnTo>
                <a:lnTo>
                  <a:pt x="7232" y="834"/>
                </a:lnTo>
                <a:lnTo>
                  <a:pt x="7297" y="941"/>
                </a:lnTo>
                <a:lnTo>
                  <a:pt x="7361" y="1048"/>
                </a:lnTo>
                <a:lnTo>
                  <a:pt x="7404" y="1177"/>
                </a:lnTo>
                <a:lnTo>
                  <a:pt x="7425" y="1305"/>
                </a:lnTo>
                <a:lnTo>
                  <a:pt x="7425" y="1412"/>
                </a:lnTo>
                <a:lnTo>
                  <a:pt x="7382" y="1541"/>
                </a:lnTo>
                <a:lnTo>
                  <a:pt x="7339" y="1648"/>
                </a:lnTo>
                <a:lnTo>
                  <a:pt x="7254" y="1754"/>
                </a:lnTo>
                <a:lnTo>
                  <a:pt x="7061" y="1926"/>
                </a:lnTo>
                <a:lnTo>
                  <a:pt x="6890" y="2033"/>
                </a:lnTo>
                <a:lnTo>
                  <a:pt x="6805" y="2097"/>
                </a:lnTo>
                <a:lnTo>
                  <a:pt x="6740" y="2161"/>
                </a:lnTo>
                <a:lnTo>
                  <a:pt x="6719" y="2225"/>
                </a:lnTo>
                <a:lnTo>
                  <a:pt x="6719" y="2268"/>
                </a:lnTo>
                <a:lnTo>
                  <a:pt x="6719" y="2311"/>
                </a:lnTo>
                <a:lnTo>
                  <a:pt x="6762" y="2354"/>
                </a:lnTo>
                <a:lnTo>
                  <a:pt x="6847" y="2396"/>
                </a:lnTo>
                <a:lnTo>
                  <a:pt x="6954" y="2396"/>
                </a:lnTo>
                <a:lnTo>
                  <a:pt x="7061" y="2375"/>
                </a:lnTo>
                <a:lnTo>
                  <a:pt x="7147" y="2332"/>
                </a:lnTo>
                <a:lnTo>
                  <a:pt x="7318" y="2204"/>
                </a:lnTo>
                <a:lnTo>
                  <a:pt x="7446" y="2075"/>
                </a:lnTo>
                <a:lnTo>
                  <a:pt x="7532" y="2033"/>
                </a:lnTo>
                <a:lnTo>
                  <a:pt x="7596" y="2033"/>
                </a:lnTo>
                <a:lnTo>
                  <a:pt x="7639" y="2075"/>
                </a:lnTo>
                <a:lnTo>
                  <a:pt x="7660" y="2118"/>
                </a:lnTo>
                <a:lnTo>
                  <a:pt x="7660" y="2247"/>
                </a:lnTo>
                <a:lnTo>
                  <a:pt x="7660" y="2375"/>
                </a:lnTo>
                <a:lnTo>
                  <a:pt x="7660" y="2461"/>
                </a:lnTo>
                <a:lnTo>
                  <a:pt x="7618" y="2568"/>
                </a:lnTo>
                <a:lnTo>
                  <a:pt x="7553" y="2675"/>
                </a:lnTo>
                <a:lnTo>
                  <a:pt x="7468" y="2760"/>
                </a:lnTo>
                <a:lnTo>
                  <a:pt x="7382" y="2824"/>
                </a:lnTo>
                <a:lnTo>
                  <a:pt x="7254" y="2867"/>
                </a:lnTo>
                <a:lnTo>
                  <a:pt x="7147" y="2910"/>
                </a:lnTo>
                <a:lnTo>
                  <a:pt x="7019" y="2931"/>
                </a:lnTo>
                <a:lnTo>
                  <a:pt x="6826" y="2931"/>
                </a:lnTo>
                <a:lnTo>
                  <a:pt x="6698" y="2888"/>
                </a:lnTo>
                <a:lnTo>
                  <a:pt x="6462" y="2846"/>
                </a:lnTo>
                <a:lnTo>
                  <a:pt x="6334" y="2824"/>
                </a:lnTo>
                <a:lnTo>
                  <a:pt x="6248" y="2846"/>
                </a:lnTo>
                <a:lnTo>
                  <a:pt x="6227" y="2888"/>
                </a:lnTo>
                <a:lnTo>
                  <a:pt x="6205" y="2910"/>
                </a:lnTo>
                <a:lnTo>
                  <a:pt x="6205" y="2974"/>
                </a:lnTo>
                <a:lnTo>
                  <a:pt x="6205" y="3038"/>
                </a:lnTo>
                <a:lnTo>
                  <a:pt x="6227" y="3124"/>
                </a:lnTo>
                <a:lnTo>
                  <a:pt x="6270" y="3167"/>
                </a:lnTo>
                <a:lnTo>
                  <a:pt x="6270" y="3209"/>
                </a:lnTo>
                <a:lnTo>
                  <a:pt x="6227" y="3274"/>
                </a:lnTo>
                <a:lnTo>
                  <a:pt x="6163" y="3338"/>
                </a:lnTo>
                <a:lnTo>
                  <a:pt x="6056" y="3359"/>
                </a:lnTo>
                <a:lnTo>
                  <a:pt x="5970" y="3381"/>
                </a:lnTo>
                <a:lnTo>
                  <a:pt x="5863" y="3381"/>
                </a:lnTo>
                <a:lnTo>
                  <a:pt x="5778" y="3359"/>
                </a:lnTo>
                <a:lnTo>
                  <a:pt x="5692" y="3338"/>
                </a:lnTo>
                <a:lnTo>
                  <a:pt x="5649" y="3295"/>
                </a:lnTo>
                <a:lnTo>
                  <a:pt x="5628" y="3274"/>
                </a:lnTo>
                <a:lnTo>
                  <a:pt x="5606" y="3188"/>
                </a:lnTo>
                <a:lnTo>
                  <a:pt x="5606" y="3102"/>
                </a:lnTo>
                <a:lnTo>
                  <a:pt x="5564" y="3038"/>
                </a:lnTo>
                <a:lnTo>
                  <a:pt x="5499" y="2995"/>
                </a:lnTo>
                <a:lnTo>
                  <a:pt x="5414" y="2953"/>
                </a:lnTo>
                <a:lnTo>
                  <a:pt x="5307" y="2931"/>
                </a:lnTo>
                <a:lnTo>
                  <a:pt x="5221" y="2953"/>
                </a:lnTo>
                <a:lnTo>
                  <a:pt x="5178" y="2995"/>
                </a:lnTo>
                <a:lnTo>
                  <a:pt x="5136" y="3060"/>
                </a:lnTo>
                <a:lnTo>
                  <a:pt x="5093" y="3102"/>
                </a:lnTo>
                <a:lnTo>
                  <a:pt x="5050" y="3124"/>
                </a:lnTo>
                <a:lnTo>
                  <a:pt x="5007" y="3102"/>
                </a:lnTo>
                <a:lnTo>
                  <a:pt x="4965" y="3081"/>
                </a:lnTo>
                <a:lnTo>
                  <a:pt x="4943" y="3060"/>
                </a:lnTo>
                <a:lnTo>
                  <a:pt x="4922" y="2974"/>
                </a:lnTo>
                <a:lnTo>
                  <a:pt x="4900" y="2888"/>
                </a:lnTo>
                <a:lnTo>
                  <a:pt x="4879" y="2867"/>
                </a:lnTo>
                <a:lnTo>
                  <a:pt x="4815" y="2867"/>
                </a:lnTo>
                <a:lnTo>
                  <a:pt x="4793" y="2888"/>
                </a:lnTo>
                <a:lnTo>
                  <a:pt x="4772" y="2910"/>
                </a:lnTo>
                <a:lnTo>
                  <a:pt x="4751" y="2974"/>
                </a:lnTo>
                <a:lnTo>
                  <a:pt x="4729" y="3017"/>
                </a:lnTo>
                <a:lnTo>
                  <a:pt x="4708" y="3038"/>
                </a:lnTo>
                <a:lnTo>
                  <a:pt x="4665" y="3038"/>
                </a:lnTo>
                <a:lnTo>
                  <a:pt x="4644" y="3017"/>
                </a:lnTo>
                <a:lnTo>
                  <a:pt x="4622" y="2974"/>
                </a:lnTo>
                <a:lnTo>
                  <a:pt x="4622" y="2888"/>
                </a:lnTo>
                <a:lnTo>
                  <a:pt x="4622" y="2781"/>
                </a:lnTo>
                <a:lnTo>
                  <a:pt x="4622" y="2632"/>
                </a:lnTo>
                <a:lnTo>
                  <a:pt x="4622" y="2568"/>
                </a:lnTo>
                <a:lnTo>
                  <a:pt x="4601" y="2525"/>
                </a:lnTo>
                <a:lnTo>
                  <a:pt x="4558" y="2503"/>
                </a:lnTo>
                <a:lnTo>
                  <a:pt x="4515" y="2525"/>
                </a:lnTo>
                <a:lnTo>
                  <a:pt x="4451" y="2546"/>
                </a:lnTo>
                <a:lnTo>
                  <a:pt x="4430" y="2503"/>
                </a:lnTo>
                <a:lnTo>
                  <a:pt x="4430" y="2482"/>
                </a:lnTo>
                <a:lnTo>
                  <a:pt x="4451" y="2396"/>
                </a:lnTo>
                <a:lnTo>
                  <a:pt x="4451" y="2311"/>
                </a:lnTo>
                <a:lnTo>
                  <a:pt x="4451" y="2268"/>
                </a:lnTo>
                <a:lnTo>
                  <a:pt x="4430" y="2225"/>
                </a:lnTo>
                <a:lnTo>
                  <a:pt x="4344" y="2225"/>
                </a:lnTo>
                <a:lnTo>
                  <a:pt x="4301" y="2247"/>
                </a:lnTo>
                <a:lnTo>
                  <a:pt x="4280" y="2247"/>
                </a:lnTo>
                <a:lnTo>
                  <a:pt x="4237" y="2204"/>
                </a:lnTo>
                <a:lnTo>
                  <a:pt x="4258" y="2140"/>
                </a:lnTo>
                <a:lnTo>
                  <a:pt x="4258" y="2075"/>
                </a:lnTo>
                <a:lnTo>
                  <a:pt x="4258" y="2011"/>
                </a:lnTo>
                <a:lnTo>
                  <a:pt x="4216" y="1968"/>
                </a:lnTo>
                <a:lnTo>
                  <a:pt x="4194" y="1947"/>
                </a:lnTo>
                <a:lnTo>
                  <a:pt x="4109" y="1926"/>
                </a:lnTo>
                <a:lnTo>
                  <a:pt x="4087" y="1947"/>
                </a:lnTo>
                <a:lnTo>
                  <a:pt x="3873" y="1947"/>
                </a:lnTo>
                <a:lnTo>
                  <a:pt x="3809" y="1926"/>
                </a:lnTo>
                <a:lnTo>
                  <a:pt x="3788" y="1904"/>
                </a:lnTo>
                <a:lnTo>
                  <a:pt x="3745" y="1926"/>
                </a:lnTo>
                <a:lnTo>
                  <a:pt x="3724" y="1947"/>
                </a:lnTo>
                <a:lnTo>
                  <a:pt x="3724" y="1990"/>
                </a:lnTo>
                <a:lnTo>
                  <a:pt x="3724" y="2075"/>
                </a:lnTo>
                <a:lnTo>
                  <a:pt x="3681" y="2054"/>
                </a:lnTo>
                <a:lnTo>
                  <a:pt x="3659" y="2011"/>
                </a:lnTo>
                <a:lnTo>
                  <a:pt x="3659" y="1883"/>
                </a:lnTo>
                <a:lnTo>
                  <a:pt x="3638" y="1754"/>
                </a:lnTo>
                <a:lnTo>
                  <a:pt x="3638" y="1690"/>
                </a:lnTo>
                <a:lnTo>
                  <a:pt x="3595" y="1669"/>
                </a:lnTo>
                <a:lnTo>
                  <a:pt x="3552" y="1648"/>
                </a:lnTo>
                <a:lnTo>
                  <a:pt x="3510" y="1648"/>
                </a:lnTo>
                <a:lnTo>
                  <a:pt x="3488" y="1669"/>
                </a:lnTo>
                <a:lnTo>
                  <a:pt x="3467" y="1690"/>
                </a:lnTo>
                <a:lnTo>
                  <a:pt x="3424" y="1776"/>
                </a:lnTo>
                <a:lnTo>
                  <a:pt x="3381" y="1840"/>
                </a:lnTo>
                <a:lnTo>
                  <a:pt x="3381" y="1605"/>
                </a:lnTo>
                <a:lnTo>
                  <a:pt x="3360" y="1541"/>
                </a:lnTo>
                <a:lnTo>
                  <a:pt x="3338" y="1498"/>
                </a:lnTo>
                <a:lnTo>
                  <a:pt x="3317" y="1455"/>
                </a:lnTo>
                <a:lnTo>
                  <a:pt x="3253" y="1434"/>
                </a:lnTo>
                <a:lnTo>
                  <a:pt x="3189" y="1434"/>
                </a:lnTo>
                <a:lnTo>
                  <a:pt x="3124" y="1455"/>
                </a:lnTo>
                <a:lnTo>
                  <a:pt x="2996" y="1498"/>
                </a:lnTo>
                <a:lnTo>
                  <a:pt x="2632" y="1605"/>
                </a:lnTo>
                <a:lnTo>
                  <a:pt x="2525" y="1669"/>
                </a:lnTo>
                <a:lnTo>
                  <a:pt x="2418" y="1733"/>
                </a:lnTo>
                <a:lnTo>
                  <a:pt x="2290" y="1797"/>
                </a:lnTo>
                <a:lnTo>
                  <a:pt x="2204" y="1840"/>
                </a:lnTo>
                <a:lnTo>
                  <a:pt x="2162" y="1819"/>
                </a:lnTo>
                <a:lnTo>
                  <a:pt x="2140" y="1819"/>
                </a:lnTo>
                <a:lnTo>
                  <a:pt x="2076" y="1754"/>
                </a:lnTo>
                <a:lnTo>
                  <a:pt x="2076" y="1669"/>
                </a:lnTo>
                <a:lnTo>
                  <a:pt x="2076" y="1583"/>
                </a:lnTo>
                <a:lnTo>
                  <a:pt x="2119" y="1519"/>
                </a:lnTo>
                <a:lnTo>
                  <a:pt x="2162" y="1498"/>
                </a:lnTo>
                <a:lnTo>
                  <a:pt x="2226" y="1498"/>
                </a:lnTo>
                <a:lnTo>
                  <a:pt x="2290" y="1541"/>
                </a:lnTo>
                <a:lnTo>
                  <a:pt x="2376" y="1583"/>
                </a:lnTo>
                <a:lnTo>
                  <a:pt x="2483" y="1583"/>
                </a:lnTo>
                <a:lnTo>
                  <a:pt x="2525" y="1562"/>
                </a:lnTo>
                <a:lnTo>
                  <a:pt x="2547" y="1519"/>
                </a:lnTo>
                <a:lnTo>
                  <a:pt x="2568" y="1434"/>
                </a:lnTo>
                <a:lnTo>
                  <a:pt x="2590" y="1348"/>
                </a:lnTo>
                <a:lnTo>
                  <a:pt x="2611" y="1220"/>
                </a:lnTo>
                <a:lnTo>
                  <a:pt x="2632" y="1134"/>
                </a:lnTo>
                <a:lnTo>
                  <a:pt x="2675" y="1048"/>
                </a:lnTo>
                <a:lnTo>
                  <a:pt x="2761" y="963"/>
                </a:lnTo>
                <a:lnTo>
                  <a:pt x="2932" y="813"/>
                </a:lnTo>
                <a:lnTo>
                  <a:pt x="3146" y="685"/>
                </a:lnTo>
                <a:lnTo>
                  <a:pt x="3403" y="578"/>
                </a:lnTo>
                <a:lnTo>
                  <a:pt x="3659" y="535"/>
                </a:lnTo>
                <a:lnTo>
                  <a:pt x="3788" y="514"/>
                </a:lnTo>
                <a:lnTo>
                  <a:pt x="3916" y="535"/>
                </a:lnTo>
                <a:lnTo>
                  <a:pt x="4045" y="535"/>
                </a:lnTo>
                <a:lnTo>
                  <a:pt x="4173" y="578"/>
                </a:lnTo>
                <a:lnTo>
                  <a:pt x="4280" y="642"/>
                </a:lnTo>
                <a:lnTo>
                  <a:pt x="4365" y="706"/>
                </a:lnTo>
                <a:lnTo>
                  <a:pt x="4451" y="792"/>
                </a:lnTo>
                <a:lnTo>
                  <a:pt x="4537" y="920"/>
                </a:lnTo>
                <a:lnTo>
                  <a:pt x="4558" y="1006"/>
                </a:lnTo>
                <a:lnTo>
                  <a:pt x="4558" y="1113"/>
                </a:lnTo>
                <a:lnTo>
                  <a:pt x="4579" y="1220"/>
                </a:lnTo>
                <a:lnTo>
                  <a:pt x="4601" y="1262"/>
                </a:lnTo>
                <a:lnTo>
                  <a:pt x="4622" y="1284"/>
                </a:lnTo>
                <a:lnTo>
                  <a:pt x="4665" y="1305"/>
                </a:lnTo>
                <a:lnTo>
                  <a:pt x="4708" y="1305"/>
                </a:lnTo>
                <a:lnTo>
                  <a:pt x="4772" y="1284"/>
                </a:lnTo>
                <a:lnTo>
                  <a:pt x="4836" y="1220"/>
                </a:lnTo>
                <a:lnTo>
                  <a:pt x="4879" y="1155"/>
                </a:lnTo>
                <a:lnTo>
                  <a:pt x="5050" y="834"/>
                </a:lnTo>
                <a:lnTo>
                  <a:pt x="5093" y="749"/>
                </a:lnTo>
                <a:lnTo>
                  <a:pt x="5157" y="685"/>
                </a:lnTo>
                <a:lnTo>
                  <a:pt x="5221" y="642"/>
                </a:lnTo>
                <a:lnTo>
                  <a:pt x="5328" y="578"/>
                </a:lnTo>
                <a:lnTo>
                  <a:pt x="5542" y="492"/>
                </a:lnTo>
                <a:lnTo>
                  <a:pt x="5756" y="428"/>
                </a:lnTo>
                <a:lnTo>
                  <a:pt x="5970" y="385"/>
                </a:lnTo>
                <a:close/>
                <a:moveTo>
                  <a:pt x="6141" y="0"/>
                </a:moveTo>
                <a:lnTo>
                  <a:pt x="5885" y="21"/>
                </a:lnTo>
                <a:lnTo>
                  <a:pt x="5606" y="64"/>
                </a:lnTo>
                <a:lnTo>
                  <a:pt x="5478" y="107"/>
                </a:lnTo>
                <a:lnTo>
                  <a:pt x="5371" y="171"/>
                </a:lnTo>
                <a:lnTo>
                  <a:pt x="5264" y="235"/>
                </a:lnTo>
                <a:lnTo>
                  <a:pt x="5157" y="300"/>
                </a:lnTo>
                <a:lnTo>
                  <a:pt x="4986" y="492"/>
                </a:lnTo>
                <a:lnTo>
                  <a:pt x="4922" y="578"/>
                </a:lnTo>
                <a:lnTo>
                  <a:pt x="4879" y="621"/>
                </a:lnTo>
                <a:lnTo>
                  <a:pt x="4815" y="621"/>
                </a:lnTo>
                <a:lnTo>
                  <a:pt x="4729" y="599"/>
                </a:lnTo>
                <a:lnTo>
                  <a:pt x="4644" y="535"/>
                </a:lnTo>
                <a:lnTo>
                  <a:pt x="4558" y="471"/>
                </a:lnTo>
                <a:lnTo>
                  <a:pt x="4472" y="385"/>
                </a:lnTo>
                <a:lnTo>
                  <a:pt x="4365" y="321"/>
                </a:lnTo>
                <a:lnTo>
                  <a:pt x="4173" y="257"/>
                </a:lnTo>
                <a:lnTo>
                  <a:pt x="3980" y="214"/>
                </a:lnTo>
                <a:lnTo>
                  <a:pt x="3788" y="193"/>
                </a:lnTo>
                <a:lnTo>
                  <a:pt x="3595" y="193"/>
                </a:lnTo>
                <a:lnTo>
                  <a:pt x="3403" y="214"/>
                </a:lnTo>
                <a:lnTo>
                  <a:pt x="3231" y="257"/>
                </a:lnTo>
                <a:lnTo>
                  <a:pt x="3018" y="364"/>
                </a:lnTo>
                <a:lnTo>
                  <a:pt x="2825" y="492"/>
                </a:lnTo>
                <a:lnTo>
                  <a:pt x="2654" y="642"/>
                </a:lnTo>
                <a:lnTo>
                  <a:pt x="2504" y="792"/>
                </a:lnTo>
                <a:lnTo>
                  <a:pt x="2397" y="963"/>
                </a:lnTo>
                <a:lnTo>
                  <a:pt x="2354" y="1027"/>
                </a:lnTo>
                <a:lnTo>
                  <a:pt x="2269" y="1091"/>
                </a:lnTo>
                <a:lnTo>
                  <a:pt x="2204" y="1134"/>
                </a:lnTo>
                <a:lnTo>
                  <a:pt x="2119" y="1155"/>
                </a:lnTo>
                <a:lnTo>
                  <a:pt x="2033" y="1177"/>
                </a:lnTo>
                <a:lnTo>
                  <a:pt x="1948" y="1220"/>
                </a:lnTo>
                <a:lnTo>
                  <a:pt x="1862" y="1305"/>
                </a:lnTo>
                <a:lnTo>
                  <a:pt x="1798" y="1391"/>
                </a:lnTo>
                <a:lnTo>
                  <a:pt x="1755" y="1455"/>
                </a:lnTo>
                <a:lnTo>
                  <a:pt x="1712" y="1541"/>
                </a:lnTo>
                <a:lnTo>
                  <a:pt x="1712" y="1626"/>
                </a:lnTo>
                <a:lnTo>
                  <a:pt x="1712" y="1690"/>
                </a:lnTo>
                <a:lnTo>
                  <a:pt x="1734" y="1776"/>
                </a:lnTo>
                <a:lnTo>
                  <a:pt x="1777" y="1840"/>
                </a:lnTo>
                <a:lnTo>
                  <a:pt x="1819" y="1904"/>
                </a:lnTo>
                <a:lnTo>
                  <a:pt x="1884" y="1947"/>
                </a:lnTo>
                <a:lnTo>
                  <a:pt x="1948" y="1990"/>
                </a:lnTo>
                <a:lnTo>
                  <a:pt x="2033" y="2011"/>
                </a:lnTo>
                <a:lnTo>
                  <a:pt x="2119" y="2033"/>
                </a:lnTo>
                <a:lnTo>
                  <a:pt x="2311" y="2033"/>
                </a:lnTo>
                <a:lnTo>
                  <a:pt x="2418" y="2011"/>
                </a:lnTo>
                <a:lnTo>
                  <a:pt x="2632" y="1926"/>
                </a:lnTo>
                <a:lnTo>
                  <a:pt x="2761" y="1883"/>
                </a:lnTo>
                <a:lnTo>
                  <a:pt x="2846" y="1883"/>
                </a:lnTo>
                <a:lnTo>
                  <a:pt x="2889" y="1926"/>
                </a:lnTo>
                <a:lnTo>
                  <a:pt x="2932" y="2011"/>
                </a:lnTo>
                <a:lnTo>
                  <a:pt x="2975" y="2075"/>
                </a:lnTo>
                <a:lnTo>
                  <a:pt x="3018" y="2140"/>
                </a:lnTo>
                <a:lnTo>
                  <a:pt x="3189" y="2268"/>
                </a:lnTo>
                <a:lnTo>
                  <a:pt x="3403" y="2375"/>
                </a:lnTo>
                <a:lnTo>
                  <a:pt x="3510" y="2396"/>
                </a:lnTo>
                <a:lnTo>
                  <a:pt x="3766" y="2396"/>
                </a:lnTo>
                <a:lnTo>
                  <a:pt x="3873" y="2418"/>
                </a:lnTo>
                <a:lnTo>
                  <a:pt x="3916" y="2461"/>
                </a:lnTo>
                <a:lnTo>
                  <a:pt x="3938" y="2525"/>
                </a:lnTo>
                <a:lnTo>
                  <a:pt x="3980" y="2675"/>
                </a:lnTo>
                <a:lnTo>
                  <a:pt x="4023" y="2867"/>
                </a:lnTo>
                <a:lnTo>
                  <a:pt x="4066" y="2995"/>
                </a:lnTo>
                <a:lnTo>
                  <a:pt x="4173" y="3167"/>
                </a:lnTo>
                <a:lnTo>
                  <a:pt x="4323" y="3295"/>
                </a:lnTo>
                <a:lnTo>
                  <a:pt x="4472" y="3402"/>
                </a:lnTo>
                <a:lnTo>
                  <a:pt x="4665" y="3466"/>
                </a:lnTo>
                <a:lnTo>
                  <a:pt x="4793" y="3488"/>
                </a:lnTo>
                <a:lnTo>
                  <a:pt x="4922" y="3488"/>
                </a:lnTo>
                <a:lnTo>
                  <a:pt x="5050" y="3466"/>
                </a:lnTo>
                <a:lnTo>
                  <a:pt x="5178" y="3466"/>
                </a:lnTo>
                <a:lnTo>
                  <a:pt x="5264" y="3509"/>
                </a:lnTo>
                <a:lnTo>
                  <a:pt x="5350" y="3552"/>
                </a:lnTo>
                <a:lnTo>
                  <a:pt x="5521" y="3659"/>
                </a:lnTo>
                <a:lnTo>
                  <a:pt x="5735" y="3723"/>
                </a:lnTo>
                <a:lnTo>
                  <a:pt x="5949" y="3744"/>
                </a:lnTo>
                <a:lnTo>
                  <a:pt x="6056" y="3723"/>
                </a:lnTo>
                <a:lnTo>
                  <a:pt x="6163" y="3702"/>
                </a:lnTo>
                <a:lnTo>
                  <a:pt x="6270" y="3680"/>
                </a:lnTo>
                <a:lnTo>
                  <a:pt x="6377" y="3637"/>
                </a:lnTo>
                <a:lnTo>
                  <a:pt x="6441" y="3552"/>
                </a:lnTo>
                <a:lnTo>
                  <a:pt x="6526" y="3466"/>
                </a:lnTo>
                <a:lnTo>
                  <a:pt x="6591" y="3402"/>
                </a:lnTo>
                <a:lnTo>
                  <a:pt x="6676" y="3338"/>
                </a:lnTo>
                <a:lnTo>
                  <a:pt x="6762" y="3316"/>
                </a:lnTo>
                <a:lnTo>
                  <a:pt x="6869" y="3295"/>
                </a:lnTo>
                <a:lnTo>
                  <a:pt x="7083" y="3295"/>
                </a:lnTo>
                <a:lnTo>
                  <a:pt x="7297" y="3252"/>
                </a:lnTo>
                <a:lnTo>
                  <a:pt x="7468" y="3188"/>
                </a:lnTo>
                <a:lnTo>
                  <a:pt x="7639" y="3081"/>
                </a:lnTo>
                <a:lnTo>
                  <a:pt x="7810" y="2931"/>
                </a:lnTo>
                <a:lnTo>
                  <a:pt x="7874" y="2846"/>
                </a:lnTo>
                <a:lnTo>
                  <a:pt x="7939" y="2760"/>
                </a:lnTo>
                <a:lnTo>
                  <a:pt x="7981" y="2653"/>
                </a:lnTo>
                <a:lnTo>
                  <a:pt x="8003" y="2546"/>
                </a:lnTo>
                <a:lnTo>
                  <a:pt x="8003" y="2439"/>
                </a:lnTo>
                <a:lnTo>
                  <a:pt x="8003" y="2332"/>
                </a:lnTo>
                <a:lnTo>
                  <a:pt x="7981" y="2204"/>
                </a:lnTo>
                <a:lnTo>
                  <a:pt x="7960" y="2097"/>
                </a:lnTo>
                <a:lnTo>
                  <a:pt x="7896" y="2011"/>
                </a:lnTo>
                <a:lnTo>
                  <a:pt x="7832" y="1926"/>
                </a:lnTo>
                <a:lnTo>
                  <a:pt x="7767" y="1840"/>
                </a:lnTo>
                <a:lnTo>
                  <a:pt x="7746" y="1754"/>
                </a:lnTo>
                <a:lnTo>
                  <a:pt x="7746" y="1669"/>
                </a:lnTo>
                <a:lnTo>
                  <a:pt x="7767" y="1562"/>
                </a:lnTo>
                <a:lnTo>
                  <a:pt x="7810" y="1455"/>
                </a:lnTo>
                <a:lnTo>
                  <a:pt x="7810" y="1369"/>
                </a:lnTo>
                <a:lnTo>
                  <a:pt x="7810" y="1220"/>
                </a:lnTo>
                <a:lnTo>
                  <a:pt x="7789" y="1091"/>
                </a:lnTo>
                <a:lnTo>
                  <a:pt x="7746" y="963"/>
                </a:lnTo>
                <a:lnTo>
                  <a:pt x="7682" y="856"/>
                </a:lnTo>
                <a:lnTo>
                  <a:pt x="7618" y="727"/>
                </a:lnTo>
                <a:lnTo>
                  <a:pt x="7553" y="621"/>
                </a:lnTo>
                <a:lnTo>
                  <a:pt x="7361" y="449"/>
                </a:lnTo>
                <a:lnTo>
                  <a:pt x="7147" y="278"/>
                </a:lnTo>
                <a:lnTo>
                  <a:pt x="6912" y="150"/>
                </a:lnTo>
                <a:lnTo>
                  <a:pt x="6655" y="64"/>
                </a:lnTo>
                <a:lnTo>
                  <a:pt x="6398" y="21"/>
                </a:lnTo>
                <a:lnTo>
                  <a:pt x="6141" y="0"/>
                </a:lnTo>
                <a:close/>
                <a:moveTo>
                  <a:pt x="2311" y="2568"/>
                </a:moveTo>
                <a:lnTo>
                  <a:pt x="2397" y="2589"/>
                </a:lnTo>
                <a:lnTo>
                  <a:pt x="2483" y="2632"/>
                </a:lnTo>
                <a:lnTo>
                  <a:pt x="2525" y="2675"/>
                </a:lnTo>
                <a:lnTo>
                  <a:pt x="2547" y="2781"/>
                </a:lnTo>
                <a:lnTo>
                  <a:pt x="2568" y="2931"/>
                </a:lnTo>
                <a:lnTo>
                  <a:pt x="2590" y="3188"/>
                </a:lnTo>
                <a:lnTo>
                  <a:pt x="2697" y="3702"/>
                </a:lnTo>
                <a:lnTo>
                  <a:pt x="2804" y="4236"/>
                </a:lnTo>
                <a:lnTo>
                  <a:pt x="2846" y="4493"/>
                </a:lnTo>
                <a:lnTo>
                  <a:pt x="2889" y="4771"/>
                </a:lnTo>
                <a:lnTo>
                  <a:pt x="2889" y="4921"/>
                </a:lnTo>
                <a:lnTo>
                  <a:pt x="2868" y="5092"/>
                </a:lnTo>
                <a:lnTo>
                  <a:pt x="2846" y="5156"/>
                </a:lnTo>
                <a:lnTo>
                  <a:pt x="2804" y="5178"/>
                </a:lnTo>
                <a:lnTo>
                  <a:pt x="2761" y="5156"/>
                </a:lnTo>
                <a:lnTo>
                  <a:pt x="2675" y="5092"/>
                </a:lnTo>
                <a:lnTo>
                  <a:pt x="2697" y="5049"/>
                </a:lnTo>
                <a:lnTo>
                  <a:pt x="2697" y="4985"/>
                </a:lnTo>
                <a:lnTo>
                  <a:pt x="2654" y="4942"/>
                </a:lnTo>
                <a:lnTo>
                  <a:pt x="2611" y="4921"/>
                </a:lnTo>
                <a:lnTo>
                  <a:pt x="2547" y="4814"/>
                </a:lnTo>
                <a:lnTo>
                  <a:pt x="2525" y="4793"/>
                </a:lnTo>
                <a:lnTo>
                  <a:pt x="2461" y="4750"/>
                </a:lnTo>
                <a:lnTo>
                  <a:pt x="2440" y="4793"/>
                </a:lnTo>
                <a:lnTo>
                  <a:pt x="2440" y="4771"/>
                </a:lnTo>
                <a:lnTo>
                  <a:pt x="2440" y="4750"/>
                </a:lnTo>
                <a:lnTo>
                  <a:pt x="2461" y="4729"/>
                </a:lnTo>
                <a:lnTo>
                  <a:pt x="2461" y="4622"/>
                </a:lnTo>
                <a:lnTo>
                  <a:pt x="2440" y="4429"/>
                </a:lnTo>
                <a:lnTo>
                  <a:pt x="2440" y="4322"/>
                </a:lnTo>
                <a:lnTo>
                  <a:pt x="2440" y="4258"/>
                </a:lnTo>
                <a:lnTo>
                  <a:pt x="2397" y="4215"/>
                </a:lnTo>
                <a:lnTo>
                  <a:pt x="2376" y="4194"/>
                </a:lnTo>
                <a:lnTo>
                  <a:pt x="2290" y="4194"/>
                </a:lnTo>
                <a:lnTo>
                  <a:pt x="2247" y="4129"/>
                </a:lnTo>
                <a:lnTo>
                  <a:pt x="2247" y="4087"/>
                </a:lnTo>
                <a:lnTo>
                  <a:pt x="2269" y="4044"/>
                </a:lnTo>
                <a:lnTo>
                  <a:pt x="2290" y="4022"/>
                </a:lnTo>
                <a:lnTo>
                  <a:pt x="2376" y="3937"/>
                </a:lnTo>
                <a:lnTo>
                  <a:pt x="2418" y="3894"/>
                </a:lnTo>
                <a:lnTo>
                  <a:pt x="2440" y="3830"/>
                </a:lnTo>
                <a:lnTo>
                  <a:pt x="2418" y="3766"/>
                </a:lnTo>
                <a:lnTo>
                  <a:pt x="2397" y="3744"/>
                </a:lnTo>
                <a:lnTo>
                  <a:pt x="2333" y="3723"/>
                </a:lnTo>
                <a:lnTo>
                  <a:pt x="2269" y="3723"/>
                </a:lnTo>
                <a:lnTo>
                  <a:pt x="2290" y="3702"/>
                </a:lnTo>
                <a:lnTo>
                  <a:pt x="2333" y="3659"/>
                </a:lnTo>
                <a:lnTo>
                  <a:pt x="2397" y="3509"/>
                </a:lnTo>
                <a:lnTo>
                  <a:pt x="2440" y="3316"/>
                </a:lnTo>
                <a:lnTo>
                  <a:pt x="2418" y="3252"/>
                </a:lnTo>
                <a:lnTo>
                  <a:pt x="2397" y="3188"/>
                </a:lnTo>
                <a:lnTo>
                  <a:pt x="2354" y="3167"/>
                </a:lnTo>
                <a:lnTo>
                  <a:pt x="2311" y="3145"/>
                </a:lnTo>
                <a:lnTo>
                  <a:pt x="2226" y="3145"/>
                </a:lnTo>
                <a:lnTo>
                  <a:pt x="2140" y="3167"/>
                </a:lnTo>
                <a:lnTo>
                  <a:pt x="2097" y="3145"/>
                </a:lnTo>
                <a:lnTo>
                  <a:pt x="2055" y="3145"/>
                </a:lnTo>
                <a:lnTo>
                  <a:pt x="2033" y="3102"/>
                </a:lnTo>
                <a:lnTo>
                  <a:pt x="2033" y="3081"/>
                </a:lnTo>
                <a:lnTo>
                  <a:pt x="2076" y="3060"/>
                </a:lnTo>
                <a:lnTo>
                  <a:pt x="2140" y="3017"/>
                </a:lnTo>
                <a:lnTo>
                  <a:pt x="2183" y="2995"/>
                </a:lnTo>
                <a:lnTo>
                  <a:pt x="2226" y="2910"/>
                </a:lnTo>
                <a:lnTo>
                  <a:pt x="2226" y="2867"/>
                </a:lnTo>
                <a:lnTo>
                  <a:pt x="2183" y="2846"/>
                </a:lnTo>
                <a:lnTo>
                  <a:pt x="2140" y="2846"/>
                </a:lnTo>
                <a:lnTo>
                  <a:pt x="2076" y="2824"/>
                </a:lnTo>
                <a:lnTo>
                  <a:pt x="2033" y="2803"/>
                </a:lnTo>
                <a:lnTo>
                  <a:pt x="1991" y="2781"/>
                </a:lnTo>
                <a:lnTo>
                  <a:pt x="1991" y="2717"/>
                </a:lnTo>
                <a:lnTo>
                  <a:pt x="2012" y="2653"/>
                </a:lnTo>
                <a:lnTo>
                  <a:pt x="2055" y="2610"/>
                </a:lnTo>
                <a:lnTo>
                  <a:pt x="2140" y="2568"/>
                </a:lnTo>
                <a:close/>
                <a:moveTo>
                  <a:pt x="5906" y="4900"/>
                </a:moveTo>
                <a:lnTo>
                  <a:pt x="5949" y="4942"/>
                </a:lnTo>
                <a:lnTo>
                  <a:pt x="5970" y="4985"/>
                </a:lnTo>
                <a:lnTo>
                  <a:pt x="6013" y="5092"/>
                </a:lnTo>
                <a:lnTo>
                  <a:pt x="6013" y="5199"/>
                </a:lnTo>
                <a:lnTo>
                  <a:pt x="5992" y="5242"/>
                </a:lnTo>
                <a:lnTo>
                  <a:pt x="5949" y="5263"/>
                </a:lnTo>
                <a:lnTo>
                  <a:pt x="5885" y="5285"/>
                </a:lnTo>
                <a:lnTo>
                  <a:pt x="5542" y="5285"/>
                </a:lnTo>
                <a:lnTo>
                  <a:pt x="4900" y="5263"/>
                </a:lnTo>
                <a:lnTo>
                  <a:pt x="4579" y="5285"/>
                </a:lnTo>
                <a:lnTo>
                  <a:pt x="4430" y="5285"/>
                </a:lnTo>
                <a:lnTo>
                  <a:pt x="4344" y="5263"/>
                </a:lnTo>
                <a:lnTo>
                  <a:pt x="4301" y="5242"/>
                </a:lnTo>
                <a:lnTo>
                  <a:pt x="4194" y="5178"/>
                </a:lnTo>
                <a:lnTo>
                  <a:pt x="4194" y="5135"/>
                </a:lnTo>
                <a:lnTo>
                  <a:pt x="4194" y="5114"/>
                </a:lnTo>
                <a:lnTo>
                  <a:pt x="4258" y="5071"/>
                </a:lnTo>
                <a:lnTo>
                  <a:pt x="4387" y="5049"/>
                </a:lnTo>
                <a:lnTo>
                  <a:pt x="4644" y="5028"/>
                </a:lnTo>
                <a:lnTo>
                  <a:pt x="4815" y="5028"/>
                </a:lnTo>
                <a:lnTo>
                  <a:pt x="5136" y="5007"/>
                </a:lnTo>
                <a:lnTo>
                  <a:pt x="5457" y="4985"/>
                </a:lnTo>
                <a:lnTo>
                  <a:pt x="5692" y="4921"/>
                </a:lnTo>
                <a:lnTo>
                  <a:pt x="5820" y="4900"/>
                </a:lnTo>
                <a:close/>
                <a:moveTo>
                  <a:pt x="7211" y="5199"/>
                </a:moveTo>
                <a:lnTo>
                  <a:pt x="7275" y="5221"/>
                </a:lnTo>
                <a:lnTo>
                  <a:pt x="7361" y="5221"/>
                </a:lnTo>
                <a:lnTo>
                  <a:pt x="7404" y="5263"/>
                </a:lnTo>
                <a:lnTo>
                  <a:pt x="7318" y="5285"/>
                </a:lnTo>
                <a:lnTo>
                  <a:pt x="7232" y="5285"/>
                </a:lnTo>
                <a:lnTo>
                  <a:pt x="7147" y="5263"/>
                </a:lnTo>
                <a:lnTo>
                  <a:pt x="7125" y="5242"/>
                </a:lnTo>
                <a:lnTo>
                  <a:pt x="7125" y="5221"/>
                </a:lnTo>
                <a:lnTo>
                  <a:pt x="7168" y="5221"/>
                </a:lnTo>
                <a:lnTo>
                  <a:pt x="7211" y="5199"/>
                </a:lnTo>
                <a:close/>
                <a:moveTo>
                  <a:pt x="2911" y="5263"/>
                </a:moveTo>
                <a:lnTo>
                  <a:pt x="2932" y="5306"/>
                </a:lnTo>
                <a:lnTo>
                  <a:pt x="2889" y="5328"/>
                </a:lnTo>
                <a:lnTo>
                  <a:pt x="2868" y="5306"/>
                </a:lnTo>
                <a:lnTo>
                  <a:pt x="2889" y="5263"/>
                </a:lnTo>
                <a:close/>
                <a:moveTo>
                  <a:pt x="7019" y="6504"/>
                </a:moveTo>
                <a:lnTo>
                  <a:pt x="7061" y="6547"/>
                </a:lnTo>
                <a:lnTo>
                  <a:pt x="7083" y="6611"/>
                </a:lnTo>
                <a:lnTo>
                  <a:pt x="7104" y="6676"/>
                </a:lnTo>
                <a:lnTo>
                  <a:pt x="7083" y="6718"/>
                </a:lnTo>
                <a:lnTo>
                  <a:pt x="7061" y="6740"/>
                </a:lnTo>
                <a:lnTo>
                  <a:pt x="7040" y="6740"/>
                </a:lnTo>
                <a:lnTo>
                  <a:pt x="7019" y="6718"/>
                </a:lnTo>
                <a:lnTo>
                  <a:pt x="6997" y="6633"/>
                </a:lnTo>
                <a:lnTo>
                  <a:pt x="6997" y="6569"/>
                </a:lnTo>
                <a:lnTo>
                  <a:pt x="7019" y="6504"/>
                </a:lnTo>
                <a:close/>
                <a:moveTo>
                  <a:pt x="5949" y="6483"/>
                </a:moveTo>
                <a:lnTo>
                  <a:pt x="6013" y="6526"/>
                </a:lnTo>
                <a:lnTo>
                  <a:pt x="6034" y="6569"/>
                </a:lnTo>
                <a:lnTo>
                  <a:pt x="6056" y="6633"/>
                </a:lnTo>
                <a:lnTo>
                  <a:pt x="6056" y="6697"/>
                </a:lnTo>
                <a:lnTo>
                  <a:pt x="6034" y="6740"/>
                </a:lnTo>
                <a:lnTo>
                  <a:pt x="5992" y="6761"/>
                </a:lnTo>
                <a:lnTo>
                  <a:pt x="5927" y="6782"/>
                </a:lnTo>
                <a:lnTo>
                  <a:pt x="5863" y="6761"/>
                </a:lnTo>
                <a:lnTo>
                  <a:pt x="5799" y="6740"/>
                </a:lnTo>
                <a:lnTo>
                  <a:pt x="5778" y="6697"/>
                </a:lnTo>
                <a:lnTo>
                  <a:pt x="5756" y="6654"/>
                </a:lnTo>
                <a:lnTo>
                  <a:pt x="5756" y="6590"/>
                </a:lnTo>
                <a:lnTo>
                  <a:pt x="5778" y="6547"/>
                </a:lnTo>
                <a:lnTo>
                  <a:pt x="5820" y="6504"/>
                </a:lnTo>
                <a:lnTo>
                  <a:pt x="5885" y="6483"/>
                </a:lnTo>
                <a:close/>
                <a:moveTo>
                  <a:pt x="4708" y="6440"/>
                </a:moveTo>
                <a:lnTo>
                  <a:pt x="4772" y="6462"/>
                </a:lnTo>
                <a:lnTo>
                  <a:pt x="4793" y="6526"/>
                </a:lnTo>
                <a:lnTo>
                  <a:pt x="4772" y="6590"/>
                </a:lnTo>
                <a:lnTo>
                  <a:pt x="4729" y="6654"/>
                </a:lnTo>
                <a:lnTo>
                  <a:pt x="4601" y="6782"/>
                </a:lnTo>
                <a:lnTo>
                  <a:pt x="4558" y="6847"/>
                </a:lnTo>
                <a:lnTo>
                  <a:pt x="4537" y="6825"/>
                </a:lnTo>
                <a:lnTo>
                  <a:pt x="4537" y="6804"/>
                </a:lnTo>
                <a:lnTo>
                  <a:pt x="4558" y="6697"/>
                </a:lnTo>
                <a:lnTo>
                  <a:pt x="4601" y="6547"/>
                </a:lnTo>
                <a:lnTo>
                  <a:pt x="4622" y="6526"/>
                </a:lnTo>
                <a:lnTo>
                  <a:pt x="4622" y="6504"/>
                </a:lnTo>
                <a:lnTo>
                  <a:pt x="4601" y="6462"/>
                </a:lnTo>
                <a:lnTo>
                  <a:pt x="4601" y="6440"/>
                </a:lnTo>
                <a:close/>
                <a:moveTo>
                  <a:pt x="7019" y="6205"/>
                </a:moveTo>
                <a:lnTo>
                  <a:pt x="6783" y="6248"/>
                </a:lnTo>
                <a:lnTo>
                  <a:pt x="6698" y="6290"/>
                </a:lnTo>
                <a:lnTo>
                  <a:pt x="6655" y="6312"/>
                </a:lnTo>
                <a:lnTo>
                  <a:pt x="6633" y="6355"/>
                </a:lnTo>
                <a:lnTo>
                  <a:pt x="6612" y="6440"/>
                </a:lnTo>
                <a:lnTo>
                  <a:pt x="6633" y="6569"/>
                </a:lnTo>
                <a:lnTo>
                  <a:pt x="6676" y="6782"/>
                </a:lnTo>
                <a:lnTo>
                  <a:pt x="6698" y="6868"/>
                </a:lnTo>
                <a:lnTo>
                  <a:pt x="6762" y="6954"/>
                </a:lnTo>
                <a:lnTo>
                  <a:pt x="6826" y="7018"/>
                </a:lnTo>
                <a:lnTo>
                  <a:pt x="6912" y="7061"/>
                </a:lnTo>
                <a:lnTo>
                  <a:pt x="6997" y="7082"/>
                </a:lnTo>
                <a:lnTo>
                  <a:pt x="7104" y="7103"/>
                </a:lnTo>
                <a:lnTo>
                  <a:pt x="7211" y="7103"/>
                </a:lnTo>
                <a:lnTo>
                  <a:pt x="7297" y="7082"/>
                </a:lnTo>
                <a:lnTo>
                  <a:pt x="7382" y="7039"/>
                </a:lnTo>
                <a:lnTo>
                  <a:pt x="7446" y="6975"/>
                </a:lnTo>
                <a:lnTo>
                  <a:pt x="7468" y="6911"/>
                </a:lnTo>
                <a:lnTo>
                  <a:pt x="7468" y="6847"/>
                </a:lnTo>
                <a:lnTo>
                  <a:pt x="7446" y="6654"/>
                </a:lnTo>
                <a:lnTo>
                  <a:pt x="7382" y="6483"/>
                </a:lnTo>
                <a:lnTo>
                  <a:pt x="7339" y="6333"/>
                </a:lnTo>
                <a:lnTo>
                  <a:pt x="7318" y="6290"/>
                </a:lnTo>
                <a:lnTo>
                  <a:pt x="7275" y="6269"/>
                </a:lnTo>
                <a:lnTo>
                  <a:pt x="7168" y="6226"/>
                </a:lnTo>
                <a:lnTo>
                  <a:pt x="7019" y="6205"/>
                </a:lnTo>
                <a:close/>
                <a:moveTo>
                  <a:pt x="5842" y="6141"/>
                </a:moveTo>
                <a:lnTo>
                  <a:pt x="5735" y="6162"/>
                </a:lnTo>
                <a:lnTo>
                  <a:pt x="5606" y="6183"/>
                </a:lnTo>
                <a:lnTo>
                  <a:pt x="5499" y="6248"/>
                </a:lnTo>
                <a:lnTo>
                  <a:pt x="5414" y="6312"/>
                </a:lnTo>
                <a:lnTo>
                  <a:pt x="5371" y="6397"/>
                </a:lnTo>
                <a:lnTo>
                  <a:pt x="5371" y="6526"/>
                </a:lnTo>
                <a:lnTo>
                  <a:pt x="5414" y="6782"/>
                </a:lnTo>
                <a:lnTo>
                  <a:pt x="5457" y="6932"/>
                </a:lnTo>
                <a:lnTo>
                  <a:pt x="5499" y="7018"/>
                </a:lnTo>
                <a:lnTo>
                  <a:pt x="5542" y="7061"/>
                </a:lnTo>
                <a:lnTo>
                  <a:pt x="5585" y="7082"/>
                </a:lnTo>
                <a:lnTo>
                  <a:pt x="5713" y="7103"/>
                </a:lnTo>
                <a:lnTo>
                  <a:pt x="5949" y="7103"/>
                </a:lnTo>
                <a:lnTo>
                  <a:pt x="5992" y="7125"/>
                </a:lnTo>
                <a:lnTo>
                  <a:pt x="6120" y="7103"/>
                </a:lnTo>
                <a:lnTo>
                  <a:pt x="6227" y="7103"/>
                </a:lnTo>
                <a:lnTo>
                  <a:pt x="6312" y="7082"/>
                </a:lnTo>
                <a:lnTo>
                  <a:pt x="6377" y="7018"/>
                </a:lnTo>
                <a:lnTo>
                  <a:pt x="6419" y="6932"/>
                </a:lnTo>
                <a:lnTo>
                  <a:pt x="6419" y="6847"/>
                </a:lnTo>
                <a:lnTo>
                  <a:pt x="6419" y="6761"/>
                </a:lnTo>
                <a:lnTo>
                  <a:pt x="6398" y="6547"/>
                </a:lnTo>
                <a:lnTo>
                  <a:pt x="6355" y="6376"/>
                </a:lnTo>
                <a:lnTo>
                  <a:pt x="6312" y="6290"/>
                </a:lnTo>
                <a:lnTo>
                  <a:pt x="6248" y="6226"/>
                </a:lnTo>
                <a:lnTo>
                  <a:pt x="6184" y="6183"/>
                </a:lnTo>
                <a:lnTo>
                  <a:pt x="6077" y="6162"/>
                </a:lnTo>
                <a:lnTo>
                  <a:pt x="5842" y="6141"/>
                </a:lnTo>
                <a:close/>
                <a:moveTo>
                  <a:pt x="4622" y="6098"/>
                </a:moveTo>
                <a:lnTo>
                  <a:pt x="4494" y="6119"/>
                </a:lnTo>
                <a:lnTo>
                  <a:pt x="4387" y="6141"/>
                </a:lnTo>
                <a:lnTo>
                  <a:pt x="4280" y="6183"/>
                </a:lnTo>
                <a:lnTo>
                  <a:pt x="4194" y="6248"/>
                </a:lnTo>
                <a:lnTo>
                  <a:pt x="4130" y="6333"/>
                </a:lnTo>
                <a:lnTo>
                  <a:pt x="4087" y="6462"/>
                </a:lnTo>
                <a:lnTo>
                  <a:pt x="4087" y="6590"/>
                </a:lnTo>
                <a:lnTo>
                  <a:pt x="4109" y="6868"/>
                </a:lnTo>
                <a:lnTo>
                  <a:pt x="4130" y="6954"/>
                </a:lnTo>
                <a:lnTo>
                  <a:pt x="4173" y="7039"/>
                </a:lnTo>
                <a:lnTo>
                  <a:pt x="4237" y="7082"/>
                </a:lnTo>
                <a:lnTo>
                  <a:pt x="4323" y="7125"/>
                </a:lnTo>
                <a:lnTo>
                  <a:pt x="4430" y="7146"/>
                </a:lnTo>
                <a:lnTo>
                  <a:pt x="4579" y="7168"/>
                </a:lnTo>
                <a:lnTo>
                  <a:pt x="4601" y="7146"/>
                </a:lnTo>
                <a:lnTo>
                  <a:pt x="4644" y="7146"/>
                </a:lnTo>
                <a:lnTo>
                  <a:pt x="4793" y="7168"/>
                </a:lnTo>
                <a:lnTo>
                  <a:pt x="5072" y="7168"/>
                </a:lnTo>
                <a:lnTo>
                  <a:pt x="5114" y="7125"/>
                </a:lnTo>
                <a:lnTo>
                  <a:pt x="5136" y="7103"/>
                </a:lnTo>
                <a:lnTo>
                  <a:pt x="5178" y="6996"/>
                </a:lnTo>
                <a:lnTo>
                  <a:pt x="5178" y="6889"/>
                </a:lnTo>
                <a:lnTo>
                  <a:pt x="5157" y="6782"/>
                </a:lnTo>
                <a:lnTo>
                  <a:pt x="5136" y="6526"/>
                </a:lnTo>
                <a:lnTo>
                  <a:pt x="5136" y="6419"/>
                </a:lnTo>
                <a:lnTo>
                  <a:pt x="5093" y="6333"/>
                </a:lnTo>
                <a:lnTo>
                  <a:pt x="5050" y="6248"/>
                </a:lnTo>
                <a:lnTo>
                  <a:pt x="4986" y="6183"/>
                </a:lnTo>
                <a:lnTo>
                  <a:pt x="4879" y="6141"/>
                </a:lnTo>
                <a:lnTo>
                  <a:pt x="4751" y="6098"/>
                </a:lnTo>
                <a:close/>
                <a:moveTo>
                  <a:pt x="3510" y="6248"/>
                </a:moveTo>
                <a:lnTo>
                  <a:pt x="3231" y="6290"/>
                </a:lnTo>
                <a:lnTo>
                  <a:pt x="3082" y="6312"/>
                </a:lnTo>
                <a:lnTo>
                  <a:pt x="2975" y="6355"/>
                </a:lnTo>
                <a:lnTo>
                  <a:pt x="2911" y="6397"/>
                </a:lnTo>
                <a:lnTo>
                  <a:pt x="2868" y="6440"/>
                </a:lnTo>
                <a:lnTo>
                  <a:pt x="2846" y="6483"/>
                </a:lnTo>
                <a:lnTo>
                  <a:pt x="2846" y="6526"/>
                </a:lnTo>
                <a:lnTo>
                  <a:pt x="2825" y="6654"/>
                </a:lnTo>
                <a:lnTo>
                  <a:pt x="2846" y="6761"/>
                </a:lnTo>
                <a:lnTo>
                  <a:pt x="2825" y="6782"/>
                </a:lnTo>
                <a:lnTo>
                  <a:pt x="2825" y="6825"/>
                </a:lnTo>
                <a:lnTo>
                  <a:pt x="2825" y="6932"/>
                </a:lnTo>
                <a:lnTo>
                  <a:pt x="2889" y="7146"/>
                </a:lnTo>
                <a:lnTo>
                  <a:pt x="2975" y="7210"/>
                </a:lnTo>
                <a:lnTo>
                  <a:pt x="3060" y="7253"/>
                </a:lnTo>
                <a:lnTo>
                  <a:pt x="3274" y="7253"/>
                </a:lnTo>
                <a:lnTo>
                  <a:pt x="3403" y="7232"/>
                </a:lnTo>
                <a:lnTo>
                  <a:pt x="3574" y="7168"/>
                </a:lnTo>
                <a:lnTo>
                  <a:pt x="3724" y="7082"/>
                </a:lnTo>
                <a:lnTo>
                  <a:pt x="3766" y="7039"/>
                </a:lnTo>
                <a:lnTo>
                  <a:pt x="3788" y="6996"/>
                </a:lnTo>
                <a:lnTo>
                  <a:pt x="3809" y="6889"/>
                </a:lnTo>
                <a:lnTo>
                  <a:pt x="3788" y="6761"/>
                </a:lnTo>
                <a:lnTo>
                  <a:pt x="3745" y="6526"/>
                </a:lnTo>
                <a:lnTo>
                  <a:pt x="3724" y="6397"/>
                </a:lnTo>
                <a:lnTo>
                  <a:pt x="3702" y="6312"/>
                </a:lnTo>
                <a:lnTo>
                  <a:pt x="3638" y="6269"/>
                </a:lnTo>
                <a:lnTo>
                  <a:pt x="3510" y="6248"/>
                </a:lnTo>
                <a:close/>
                <a:moveTo>
                  <a:pt x="7446" y="5713"/>
                </a:moveTo>
                <a:lnTo>
                  <a:pt x="7575" y="5734"/>
                </a:lnTo>
                <a:lnTo>
                  <a:pt x="7660" y="5777"/>
                </a:lnTo>
                <a:lnTo>
                  <a:pt x="7725" y="5841"/>
                </a:lnTo>
                <a:lnTo>
                  <a:pt x="7746" y="5884"/>
                </a:lnTo>
                <a:lnTo>
                  <a:pt x="7746" y="5948"/>
                </a:lnTo>
                <a:lnTo>
                  <a:pt x="7746" y="6098"/>
                </a:lnTo>
                <a:lnTo>
                  <a:pt x="7703" y="6355"/>
                </a:lnTo>
                <a:lnTo>
                  <a:pt x="7682" y="6889"/>
                </a:lnTo>
                <a:lnTo>
                  <a:pt x="7703" y="7424"/>
                </a:lnTo>
                <a:lnTo>
                  <a:pt x="7703" y="7703"/>
                </a:lnTo>
                <a:lnTo>
                  <a:pt x="7703" y="7981"/>
                </a:lnTo>
                <a:lnTo>
                  <a:pt x="7682" y="8109"/>
                </a:lnTo>
                <a:lnTo>
                  <a:pt x="7660" y="8152"/>
                </a:lnTo>
                <a:lnTo>
                  <a:pt x="7639" y="8173"/>
                </a:lnTo>
                <a:lnTo>
                  <a:pt x="7553" y="8195"/>
                </a:lnTo>
                <a:lnTo>
                  <a:pt x="6013" y="8195"/>
                </a:lnTo>
                <a:lnTo>
                  <a:pt x="5863" y="8216"/>
                </a:lnTo>
                <a:lnTo>
                  <a:pt x="4194" y="8216"/>
                </a:lnTo>
                <a:lnTo>
                  <a:pt x="3809" y="8237"/>
                </a:lnTo>
                <a:lnTo>
                  <a:pt x="3424" y="8259"/>
                </a:lnTo>
                <a:lnTo>
                  <a:pt x="3338" y="8259"/>
                </a:lnTo>
                <a:lnTo>
                  <a:pt x="3231" y="8216"/>
                </a:lnTo>
                <a:lnTo>
                  <a:pt x="3189" y="8195"/>
                </a:lnTo>
                <a:lnTo>
                  <a:pt x="3167" y="8152"/>
                </a:lnTo>
                <a:lnTo>
                  <a:pt x="3146" y="8130"/>
                </a:lnTo>
                <a:lnTo>
                  <a:pt x="3082" y="8109"/>
                </a:lnTo>
                <a:lnTo>
                  <a:pt x="3060" y="8130"/>
                </a:lnTo>
                <a:lnTo>
                  <a:pt x="3018" y="8152"/>
                </a:lnTo>
                <a:lnTo>
                  <a:pt x="2932" y="8237"/>
                </a:lnTo>
                <a:lnTo>
                  <a:pt x="2889" y="8280"/>
                </a:lnTo>
                <a:lnTo>
                  <a:pt x="2846" y="8302"/>
                </a:lnTo>
                <a:lnTo>
                  <a:pt x="2804" y="8302"/>
                </a:lnTo>
                <a:lnTo>
                  <a:pt x="2761" y="8259"/>
                </a:lnTo>
                <a:lnTo>
                  <a:pt x="2761" y="8237"/>
                </a:lnTo>
                <a:lnTo>
                  <a:pt x="2782" y="8195"/>
                </a:lnTo>
                <a:lnTo>
                  <a:pt x="2846" y="8109"/>
                </a:lnTo>
                <a:lnTo>
                  <a:pt x="2868" y="8045"/>
                </a:lnTo>
                <a:lnTo>
                  <a:pt x="2889" y="8002"/>
                </a:lnTo>
                <a:lnTo>
                  <a:pt x="2868" y="7981"/>
                </a:lnTo>
                <a:lnTo>
                  <a:pt x="2804" y="7938"/>
                </a:lnTo>
                <a:lnTo>
                  <a:pt x="2418" y="8173"/>
                </a:lnTo>
                <a:lnTo>
                  <a:pt x="2290" y="8259"/>
                </a:lnTo>
                <a:lnTo>
                  <a:pt x="2162" y="8323"/>
                </a:lnTo>
                <a:lnTo>
                  <a:pt x="2076" y="8344"/>
                </a:lnTo>
                <a:lnTo>
                  <a:pt x="2055" y="8344"/>
                </a:lnTo>
                <a:lnTo>
                  <a:pt x="2033" y="8323"/>
                </a:lnTo>
                <a:lnTo>
                  <a:pt x="2055" y="8280"/>
                </a:lnTo>
                <a:lnTo>
                  <a:pt x="2076" y="8237"/>
                </a:lnTo>
                <a:lnTo>
                  <a:pt x="2162" y="8173"/>
                </a:lnTo>
                <a:lnTo>
                  <a:pt x="2226" y="8088"/>
                </a:lnTo>
                <a:lnTo>
                  <a:pt x="2247" y="8023"/>
                </a:lnTo>
                <a:lnTo>
                  <a:pt x="2247" y="7981"/>
                </a:lnTo>
                <a:lnTo>
                  <a:pt x="2226" y="7938"/>
                </a:lnTo>
                <a:lnTo>
                  <a:pt x="2204" y="7895"/>
                </a:lnTo>
                <a:lnTo>
                  <a:pt x="2119" y="7895"/>
                </a:lnTo>
                <a:lnTo>
                  <a:pt x="2033" y="7916"/>
                </a:lnTo>
                <a:lnTo>
                  <a:pt x="1948" y="7959"/>
                </a:lnTo>
                <a:lnTo>
                  <a:pt x="1798" y="8066"/>
                </a:lnTo>
                <a:lnTo>
                  <a:pt x="1584" y="8216"/>
                </a:lnTo>
                <a:lnTo>
                  <a:pt x="1477" y="8302"/>
                </a:lnTo>
                <a:lnTo>
                  <a:pt x="1391" y="8323"/>
                </a:lnTo>
                <a:lnTo>
                  <a:pt x="1349" y="8323"/>
                </a:lnTo>
                <a:lnTo>
                  <a:pt x="1349" y="8280"/>
                </a:lnTo>
                <a:lnTo>
                  <a:pt x="1349" y="8237"/>
                </a:lnTo>
                <a:lnTo>
                  <a:pt x="1370" y="8173"/>
                </a:lnTo>
                <a:lnTo>
                  <a:pt x="1477" y="8109"/>
                </a:lnTo>
                <a:lnTo>
                  <a:pt x="1691" y="7916"/>
                </a:lnTo>
                <a:lnTo>
                  <a:pt x="1798" y="7831"/>
                </a:lnTo>
                <a:lnTo>
                  <a:pt x="1862" y="7724"/>
                </a:lnTo>
                <a:lnTo>
                  <a:pt x="1862" y="7703"/>
                </a:lnTo>
                <a:lnTo>
                  <a:pt x="1862" y="7660"/>
                </a:lnTo>
                <a:lnTo>
                  <a:pt x="1819" y="7617"/>
                </a:lnTo>
                <a:lnTo>
                  <a:pt x="1777" y="7596"/>
                </a:lnTo>
                <a:lnTo>
                  <a:pt x="1712" y="7596"/>
                </a:lnTo>
                <a:lnTo>
                  <a:pt x="1627" y="7638"/>
                </a:lnTo>
                <a:lnTo>
                  <a:pt x="1391" y="7767"/>
                </a:lnTo>
                <a:lnTo>
                  <a:pt x="1284" y="7788"/>
                </a:lnTo>
                <a:lnTo>
                  <a:pt x="1199" y="7809"/>
                </a:lnTo>
                <a:lnTo>
                  <a:pt x="1177" y="7788"/>
                </a:lnTo>
                <a:lnTo>
                  <a:pt x="1156" y="7745"/>
                </a:lnTo>
                <a:lnTo>
                  <a:pt x="1199" y="7638"/>
                </a:lnTo>
                <a:lnTo>
                  <a:pt x="1242" y="7553"/>
                </a:lnTo>
                <a:lnTo>
                  <a:pt x="1327" y="7489"/>
                </a:lnTo>
                <a:lnTo>
                  <a:pt x="1541" y="7360"/>
                </a:lnTo>
                <a:lnTo>
                  <a:pt x="1648" y="7317"/>
                </a:lnTo>
                <a:lnTo>
                  <a:pt x="1734" y="7253"/>
                </a:lnTo>
                <a:lnTo>
                  <a:pt x="1819" y="7168"/>
                </a:lnTo>
                <a:lnTo>
                  <a:pt x="1884" y="7082"/>
                </a:lnTo>
                <a:lnTo>
                  <a:pt x="1905" y="6975"/>
                </a:lnTo>
                <a:lnTo>
                  <a:pt x="1884" y="6911"/>
                </a:lnTo>
                <a:lnTo>
                  <a:pt x="1841" y="6868"/>
                </a:lnTo>
                <a:lnTo>
                  <a:pt x="1691" y="6868"/>
                </a:lnTo>
                <a:lnTo>
                  <a:pt x="1605" y="6911"/>
                </a:lnTo>
                <a:lnTo>
                  <a:pt x="1456" y="6975"/>
                </a:lnTo>
                <a:lnTo>
                  <a:pt x="1306" y="7125"/>
                </a:lnTo>
                <a:lnTo>
                  <a:pt x="1199" y="7168"/>
                </a:lnTo>
                <a:lnTo>
                  <a:pt x="1177" y="7168"/>
                </a:lnTo>
                <a:lnTo>
                  <a:pt x="1135" y="7146"/>
                </a:lnTo>
                <a:lnTo>
                  <a:pt x="1113" y="7103"/>
                </a:lnTo>
                <a:lnTo>
                  <a:pt x="1113" y="7082"/>
                </a:lnTo>
                <a:lnTo>
                  <a:pt x="1156" y="7018"/>
                </a:lnTo>
                <a:lnTo>
                  <a:pt x="1284" y="6911"/>
                </a:lnTo>
                <a:lnTo>
                  <a:pt x="1391" y="6804"/>
                </a:lnTo>
                <a:lnTo>
                  <a:pt x="1520" y="6676"/>
                </a:lnTo>
                <a:lnTo>
                  <a:pt x="1563" y="6611"/>
                </a:lnTo>
                <a:lnTo>
                  <a:pt x="1584" y="6547"/>
                </a:lnTo>
                <a:lnTo>
                  <a:pt x="1563" y="6483"/>
                </a:lnTo>
                <a:lnTo>
                  <a:pt x="1498" y="6440"/>
                </a:lnTo>
                <a:lnTo>
                  <a:pt x="1413" y="6419"/>
                </a:lnTo>
                <a:lnTo>
                  <a:pt x="1327" y="6440"/>
                </a:lnTo>
                <a:lnTo>
                  <a:pt x="1199" y="6526"/>
                </a:lnTo>
                <a:lnTo>
                  <a:pt x="1156" y="6547"/>
                </a:lnTo>
                <a:lnTo>
                  <a:pt x="1113" y="6547"/>
                </a:lnTo>
                <a:lnTo>
                  <a:pt x="1071" y="6504"/>
                </a:lnTo>
                <a:lnTo>
                  <a:pt x="1028" y="6397"/>
                </a:lnTo>
                <a:lnTo>
                  <a:pt x="964" y="6141"/>
                </a:lnTo>
                <a:lnTo>
                  <a:pt x="942" y="6012"/>
                </a:lnTo>
                <a:lnTo>
                  <a:pt x="921" y="5905"/>
                </a:lnTo>
                <a:lnTo>
                  <a:pt x="942" y="5841"/>
                </a:lnTo>
                <a:lnTo>
                  <a:pt x="964" y="5798"/>
                </a:lnTo>
                <a:lnTo>
                  <a:pt x="1071" y="5777"/>
                </a:lnTo>
                <a:lnTo>
                  <a:pt x="1327" y="5756"/>
                </a:lnTo>
                <a:lnTo>
                  <a:pt x="1584" y="5777"/>
                </a:lnTo>
                <a:lnTo>
                  <a:pt x="1862" y="5798"/>
                </a:lnTo>
                <a:lnTo>
                  <a:pt x="2119" y="5798"/>
                </a:lnTo>
                <a:lnTo>
                  <a:pt x="2697" y="5777"/>
                </a:lnTo>
                <a:lnTo>
                  <a:pt x="3274" y="5734"/>
                </a:lnTo>
                <a:lnTo>
                  <a:pt x="3873" y="5713"/>
                </a:lnTo>
                <a:close/>
                <a:moveTo>
                  <a:pt x="2440" y="2161"/>
                </a:moveTo>
                <a:lnTo>
                  <a:pt x="2226" y="2182"/>
                </a:lnTo>
                <a:lnTo>
                  <a:pt x="2012" y="2225"/>
                </a:lnTo>
                <a:lnTo>
                  <a:pt x="1862" y="2289"/>
                </a:lnTo>
                <a:lnTo>
                  <a:pt x="1798" y="2332"/>
                </a:lnTo>
                <a:lnTo>
                  <a:pt x="1755" y="2418"/>
                </a:lnTo>
                <a:lnTo>
                  <a:pt x="1712" y="2482"/>
                </a:lnTo>
                <a:lnTo>
                  <a:pt x="1712" y="2589"/>
                </a:lnTo>
                <a:lnTo>
                  <a:pt x="1691" y="2781"/>
                </a:lnTo>
                <a:lnTo>
                  <a:pt x="1691" y="2931"/>
                </a:lnTo>
                <a:lnTo>
                  <a:pt x="1627" y="3851"/>
                </a:lnTo>
                <a:lnTo>
                  <a:pt x="1563" y="4771"/>
                </a:lnTo>
                <a:lnTo>
                  <a:pt x="1563" y="5092"/>
                </a:lnTo>
                <a:lnTo>
                  <a:pt x="1541" y="5263"/>
                </a:lnTo>
                <a:lnTo>
                  <a:pt x="1520" y="5328"/>
                </a:lnTo>
                <a:lnTo>
                  <a:pt x="1477" y="5392"/>
                </a:lnTo>
                <a:lnTo>
                  <a:pt x="1391" y="5435"/>
                </a:lnTo>
                <a:lnTo>
                  <a:pt x="1092" y="5435"/>
                </a:lnTo>
                <a:lnTo>
                  <a:pt x="857" y="5413"/>
                </a:lnTo>
                <a:lnTo>
                  <a:pt x="750" y="5435"/>
                </a:lnTo>
                <a:lnTo>
                  <a:pt x="664" y="5477"/>
                </a:lnTo>
                <a:lnTo>
                  <a:pt x="600" y="5520"/>
                </a:lnTo>
                <a:lnTo>
                  <a:pt x="578" y="5584"/>
                </a:lnTo>
                <a:lnTo>
                  <a:pt x="557" y="5670"/>
                </a:lnTo>
                <a:lnTo>
                  <a:pt x="578" y="5756"/>
                </a:lnTo>
                <a:lnTo>
                  <a:pt x="600" y="5927"/>
                </a:lnTo>
                <a:lnTo>
                  <a:pt x="643" y="6098"/>
                </a:lnTo>
                <a:lnTo>
                  <a:pt x="707" y="6504"/>
                </a:lnTo>
                <a:lnTo>
                  <a:pt x="750" y="6932"/>
                </a:lnTo>
                <a:lnTo>
                  <a:pt x="835" y="7874"/>
                </a:lnTo>
                <a:lnTo>
                  <a:pt x="878" y="8109"/>
                </a:lnTo>
                <a:lnTo>
                  <a:pt x="899" y="8237"/>
                </a:lnTo>
                <a:lnTo>
                  <a:pt x="899" y="8323"/>
                </a:lnTo>
                <a:lnTo>
                  <a:pt x="878" y="8387"/>
                </a:lnTo>
                <a:lnTo>
                  <a:pt x="857" y="8409"/>
                </a:lnTo>
                <a:lnTo>
                  <a:pt x="750" y="8430"/>
                </a:lnTo>
                <a:lnTo>
                  <a:pt x="600" y="8451"/>
                </a:lnTo>
                <a:lnTo>
                  <a:pt x="364" y="8473"/>
                </a:lnTo>
                <a:lnTo>
                  <a:pt x="150" y="8494"/>
                </a:lnTo>
                <a:lnTo>
                  <a:pt x="86" y="8516"/>
                </a:lnTo>
                <a:lnTo>
                  <a:pt x="44" y="8558"/>
                </a:lnTo>
                <a:lnTo>
                  <a:pt x="1" y="8644"/>
                </a:lnTo>
                <a:lnTo>
                  <a:pt x="22" y="8687"/>
                </a:lnTo>
                <a:lnTo>
                  <a:pt x="65" y="8730"/>
                </a:lnTo>
                <a:lnTo>
                  <a:pt x="150" y="8751"/>
                </a:lnTo>
                <a:lnTo>
                  <a:pt x="343" y="8772"/>
                </a:lnTo>
                <a:lnTo>
                  <a:pt x="493" y="8772"/>
                </a:lnTo>
                <a:lnTo>
                  <a:pt x="1349" y="8730"/>
                </a:lnTo>
                <a:lnTo>
                  <a:pt x="2204" y="8665"/>
                </a:lnTo>
                <a:lnTo>
                  <a:pt x="3082" y="8623"/>
                </a:lnTo>
                <a:lnTo>
                  <a:pt x="3938" y="8601"/>
                </a:lnTo>
                <a:lnTo>
                  <a:pt x="5799" y="8623"/>
                </a:lnTo>
                <a:lnTo>
                  <a:pt x="7660" y="8623"/>
                </a:lnTo>
                <a:lnTo>
                  <a:pt x="7917" y="8644"/>
                </a:lnTo>
                <a:lnTo>
                  <a:pt x="8431" y="8644"/>
                </a:lnTo>
                <a:lnTo>
                  <a:pt x="8687" y="8601"/>
                </a:lnTo>
                <a:lnTo>
                  <a:pt x="8794" y="8580"/>
                </a:lnTo>
                <a:lnTo>
                  <a:pt x="8880" y="8537"/>
                </a:lnTo>
                <a:lnTo>
                  <a:pt x="8923" y="8494"/>
                </a:lnTo>
                <a:lnTo>
                  <a:pt x="8944" y="8430"/>
                </a:lnTo>
                <a:lnTo>
                  <a:pt x="8923" y="8366"/>
                </a:lnTo>
                <a:lnTo>
                  <a:pt x="8859" y="8280"/>
                </a:lnTo>
                <a:lnTo>
                  <a:pt x="8794" y="8216"/>
                </a:lnTo>
                <a:lnTo>
                  <a:pt x="8709" y="8195"/>
                </a:lnTo>
                <a:lnTo>
                  <a:pt x="8602" y="8195"/>
                </a:lnTo>
                <a:lnTo>
                  <a:pt x="8495" y="8216"/>
                </a:lnTo>
                <a:lnTo>
                  <a:pt x="8302" y="8237"/>
                </a:lnTo>
                <a:lnTo>
                  <a:pt x="8217" y="8216"/>
                </a:lnTo>
                <a:lnTo>
                  <a:pt x="8152" y="8173"/>
                </a:lnTo>
                <a:lnTo>
                  <a:pt x="8110" y="8109"/>
                </a:lnTo>
                <a:lnTo>
                  <a:pt x="8088" y="8002"/>
                </a:lnTo>
                <a:lnTo>
                  <a:pt x="8088" y="7724"/>
                </a:lnTo>
                <a:lnTo>
                  <a:pt x="8110" y="7253"/>
                </a:lnTo>
                <a:lnTo>
                  <a:pt x="8131" y="6290"/>
                </a:lnTo>
                <a:lnTo>
                  <a:pt x="8174" y="5841"/>
                </a:lnTo>
                <a:lnTo>
                  <a:pt x="8174" y="5713"/>
                </a:lnTo>
                <a:lnTo>
                  <a:pt x="8174" y="5606"/>
                </a:lnTo>
                <a:lnTo>
                  <a:pt x="8131" y="5499"/>
                </a:lnTo>
                <a:lnTo>
                  <a:pt x="8088" y="5413"/>
                </a:lnTo>
                <a:lnTo>
                  <a:pt x="8003" y="5392"/>
                </a:lnTo>
                <a:lnTo>
                  <a:pt x="7939" y="5370"/>
                </a:lnTo>
                <a:lnTo>
                  <a:pt x="7853" y="5370"/>
                </a:lnTo>
                <a:lnTo>
                  <a:pt x="7789" y="5328"/>
                </a:lnTo>
                <a:lnTo>
                  <a:pt x="7746" y="5285"/>
                </a:lnTo>
                <a:lnTo>
                  <a:pt x="7746" y="5242"/>
                </a:lnTo>
                <a:lnTo>
                  <a:pt x="7725" y="5178"/>
                </a:lnTo>
                <a:lnTo>
                  <a:pt x="7725" y="5114"/>
                </a:lnTo>
                <a:lnTo>
                  <a:pt x="7682" y="5049"/>
                </a:lnTo>
                <a:lnTo>
                  <a:pt x="7639" y="5007"/>
                </a:lnTo>
                <a:lnTo>
                  <a:pt x="7575" y="4985"/>
                </a:lnTo>
                <a:lnTo>
                  <a:pt x="7532" y="4964"/>
                </a:lnTo>
                <a:lnTo>
                  <a:pt x="7404" y="4942"/>
                </a:lnTo>
                <a:lnTo>
                  <a:pt x="7254" y="4942"/>
                </a:lnTo>
                <a:lnTo>
                  <a:pt x="7061" y="4900"/>
                </a:lnTo>
                <a:lnTo>
                  <a:pt x="6954" y="4900"/>
                </a:lnTo>
                <a:lnTo>
                  <a:pt x="6869" y="4921"/>
                </a:lnTo>
                <a:lnTo>
                  <a:pt x="6805" y="4964"/>
                </a:lnTo>
                <a:lnTo>
                  <a:pt x="6783" y="5028"/>
                </a:lnTo>
                <a:lnTo>
                  <a:pt x="6805" y="5071"/>
                </a:lnTo>
                <a:lnTo>
                  <a:pt x="6805" y="5156"/>
                </a:lnTo>
                <a:lnTo>
                  <a:pt x="6783" y="5221"/>
                </a:lnTo>
                <a:lnTo>
                  <a:pt x="6805" y="5242"/>
                </a:lnTo>
                <a:lnTo>
                  <a:pt x="6698" y="5285"/>
                </a:lnTo>
                <a:lnTo>
                  <a:pt x="6398" y="5285"/>
                </a:lnTo>
                <a:lnTo>
                  <a:pt x="6312" y="5263"/>
                </a:lnTo>
                <a:lnTo>
                  <a:pt x="6270" y="5199"/>
                </a:lnTo>
                <a:lnTo>
                  <a:pt x="6270" y="5114"/>
                </a:lnTo>
                <a:lnTo>
                  <a:pt x="6270" y="4964"/>
                </a:lnTo>
                <a:lnTo>
                  <a:pt x="6291" y="4878"/>
                </a:lnTo>
                <a:lnTo>
                  <a:pt x="6270" y="4793"/>
                </a:lnTo>
                <a:lnTo>
                  <a:pt x="6248" y="4729"/>
                </a:lnTo>
                <a:lnTo>
                  <a:pt x="6184" y="4664"/>
                </a:lnTo>
                <a:lnTo>
                  <a:pt x="6120" y="4622"/>
                </a:lnTo>
                <a:lnTo>
                  <a:pt x="5820" y="4622"/>
                </a:lnTo>
                <a:lnTo>
                  <a:pt x="5457" y="4686"/>
                </a:lnTo>
                <a:lnTo>
                  <a:pt x="5243" y="4707"/>
                </a:lnTo>
                <a:lnTo>
                  <a:pt x="5029" y="4729"/>
                </a:lnTo>
                <a:lnTo>
                  <a:pt x="4601" y="4750"/>
                </a:lnTo>
                <a:lnTo>
                  <a:pt x="4280" y="4729"/>
                </a:lnTo>
                <a:lnTo>
                  <a:pt x="4087" y="4750"/>
                </a:lnTo>
                <a:lnTo>
                  <a:pt x="4023" y="4771"/>
                </a:lnTo>
                <a:lnTo>
                  <a:pt x="3980" y="4814"/>
                </a:lnTo>
                <a:lnTo>
                  <a:pt x="3938" y="4878"/>
                </a:lnTo>
                <a:lnTo>
                  <a:pt x="3938" y="4942"/>
                </a:lnTo>
                <a:lnTo>
                  <a:pt x="3959" y="5049"/>
                </a:lnTo>
                <a:lnTo>
                  <a:pt x="3959" y="5114"/>
                </a:lnTo>
                <a:lnTo>
                  <a:pt x="3959" y="5178"/>
                </a:lnTo>
                <a:lnTo>
                  <a:pt x="3938" y="5221"/>
                </a:lnTo>
                <a:lnTo>
                  <a:pt x="3873" y="5263"/>
                </a:lnTo>
                <a:lnTo>
                  <a:pt x="3766" y="5285"/>
                </a:lnTo>
                <a:lnTo>
                  <a:pt x="3595" y="5306"/>
                </a:lnTo>
                <a:lnTo>
                  <a:pt x="3424" y="5285"/>
                </a:lnTo>
                <a:lnTo>
                  <a:pt x="3360" y="5285"/>
                </a:lnTo>
                <a:lnTo>
                  <a:pt x="3317" y="5263"/>
                </a:lnTo>
                <a:lnTo>
                  <a:pt x="3274" y="5199"/>
                </a:lnTo>
                <a:lnTo>
                  <a:pt x="3253" y="5114"/>
                </a:lnTo>
                <a:lnTo>
                  <a:pt x="3231" y="4921"/>
                </a:lnTo>
                <a:lnTo>
                  <a:pt x="3231" y="4707"/>
                </a:lnTo>
                <a:lnTo>
                  <a:pt x="3231" y="4536"/>
                </a:lnTo>
                <a:lnTo>
                  <a:pt x="3167" y="4129"/>
                </a:lnTo>
                <a:lnTo>
                  <a:pt x="3082" y="3723"/>
                </a:lnTo>
                <a:lnTo>
                  <a:pt x="2868" y="2739"/>
                </a:lnTo>
                <a:lnTo>
                  <a:pt x="2825" y="2589"/>
                </a:lnTo>
                <a:lnTo>
                  <a:pt x="2804" y="2418"/>
                </a:lnTo>
                <a:lnTo>
                  <a:pt x="2761" y="2354"/>
                </a:lnTo>
                <a:lnTo>
                  <a:pt x="2718" y="2268"/>
                </a:lnTo>
                <a:lnTo>
                  <a:pt x="2675" y="2225"/>
                </a:lnTo>
                <a:lnTo>
                  <a:pt x="2611" y="2182"/>
                </a:lnTo>
                <a:lnTo>
                  <a:pt x="2525" y="2161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7"/>
          <p:cNvSpPr/>
          <p:nvPr/>
        </p:nvSpPr>
        <p:spPr>
          <a:xfrm>
            <a:off x="3810155" y="3633326"/>
            <a:ext cx="548700" cy="542925"/>
          </a:xfrm>
          <a:custGeom>
            <a:rect b="b" l="l" r="r" t="t"/>
            <a:pathLst>
              <a:path extrusionOk="0" h="7532" w="9008">
                <a:moveTo>
                  <a:pt x="7959" y="2867"/>
                </a:moveTo>
                <a:lnTo>
                  <a:pt x="7959" y="2867"/>
                </a:lnTo>
                <a:lnTo>
                  <a:pt x="7831" y="2867"/>
                </a:lnTo>
                <a:lnTo>
                  <a:pt x="7638" y="2889"/>
                </a:lnTo>
                <a:lnTo>
                  <a:pt x="7467" y="2910"/>
                </a:lnTo>
                <a:lnTo>
                  <a:pt x="7403" y="2910"/>
                </a:lnTo>
                <a:lnTo>
                  <a:pt x="7360" y="2889"/>
                </a:lnTo>
                <a:lnTo>
                  <a:pt x="7360" y="2889"/>
                </a:lnTo>
                <a:lnTo>
                  <a:pt x="7318" y="2846"/>
                </a:lnTo>
                <a:lnTo>
                  <a:pt x="7296" y="2782"/>
                </a:lnTo>
                <a:lnTo>
                  <a:pt x="7253" y="2589"/>
                </a:lnTo>
                <a:lnTo>
                  <a:pt x="7211" y="2247"/>
                </a:lnTo>
                <a:lnTo>
                  <a:pt x="7211" y="2247"/>
                </a:lnTo>
                <a:lnTo>
                  <a:pt x="7168" y="1969"/>
                </a:lnTo>
                <a:lnTo>
                  <a:pt x="7104" y="1712"/>
                </a:lnTo>
                <a:lnTo>
                  <a:pt x="7039" y="1455"/>
                </a:lnTo>
                <a:lnTo>
                  <a:pt x="6911" y="1198"/>
                </a:lnTo>
                <a:lnTo>
                  <a:pt x="6911" y="1198"/>
                </a:lnTo>
                <a:lnTo>
                  <a:pt x="6825" y="1049"/>
                </a:lnTo>
                <a:lnTo>
                  <a:pt x="6740" y="920"/>
                </a:lnTo>
                <a:lnTo>
                  <a:pt x="6526" y="685"/>
                </a:lnTo>
                <a:lnTo>
                  <a:pt x="6269" y="471"/>
                </a:lnTo>
                <a:lnTo>
                  <a:pt x="5991" y="300"/>
                </a:lnTo>
                <a:lnTo>
                  <a:pt x="5713" y="171"/>
                </a:lnTo>
                <a:lnTo>
                  <a:pt x="5392" y="86"/>
                </a:lnTo>
                <a:lnTo>
                  <a:pt x="5071" y="22"/>
                </a:lnTo>
                <a:lnTo>
                  <a:pt x="4750" y="0"/>
                </a:lnTo>
                <a:lnTo>
                  <a:pt x="4408" y="0"/>
                </a:lnTo>
                <a:lnTo>
                  <a:pt x="4087" y="43"/>
                </a:lnTo>
                <a:lnTo>
                  <a:pt x="3744" y="129"/>
                </a:lnTo>
                <a:lnTo>
                  <a:pt x="3423" y="214"/>
                </a:lnTo>
                <a:lnTo>
                  <a:pt x="3124" y="364"/>
                </a:lnTo>
                <a:lnTo>
                  <a:pt x="2846" y="514"/>
                </a:lnTo>
                <a:lnTo>
                  <a:pt x="2589" y="706"/>
                </a:lnTo>
                <a:lnTo>
                  <a:pt x="2354" y="899"/>
                </a:lnTo>
                <a:lnTo>
                  <a:pt x="2354" y="899"/>
                </a:lnTo>
                <a:lnTo>
                  <a:pt x="2225" y="1049"/>
                </a:lnTo>
                <a:lnTo>
                  <a:pt x="2118" y="1198"/>
                </a:lnTo>
                <a:lnTo>
                  <a:pt x="1926" y="1498"/>
                </a:lnTo>
                <a:lnTo>
                  <a:pt x="1776" y="1840"/>
                </a:lnTo>
                <a:lnTo>
                  <a:pt x="1648" y="2183"/>
                </a:lnTo>
                <a:lnTo>
                  <a:pt x="1648" y="2183"/>
                </a:lnTo>
                <a:lnTo>
                  <a:pt x="1541" y="2504"/>
                </a:lnTo>
                <a:lnTo>
                  <a:pt x="1455" y="2846"/>
                </a:lnTo>
                <a:lnTo>
                  <a:pt x="1455" y="2846"/>
                </a:lnTo>
                <a:lnTo>
                  <a:pt x="1434" y="3060"/>
                </a:lnTo>
                <a:lnTo>
                  <a:pt x="1391" y="3124"/>
                </a:lnTo>
                <a:lnTo>
                  <a:pt x="1305" y="3167"/>
                </a:lnTo>
                <a:lnTo>
                  <a:pt x="1305" y="3167"/>
                </a:lnTo>
                <a:lnTo>
                  <a:pt x="1220" y="3167"/>
                </a:lnTo>
                <a:lnTo>
                  <a:pt x="1113" y="3167"/>
                </a:lnTo>
                <a:lnTo>
                  <a:pt x="1027" y="3167"/>
                </a:lnTo>
                <a:lnTo>
                  <a:pt x="942" y="3167"/>
                </a:lnTo>
                <a:lnTo>
                  <a:pt x="942" y="3167"/>
                </a:lnTo>
                <a:lnTo>
                  <a:pt x="813" y="3231"/>
                </a:lnTo>
                <a:lnTo>
                  <a:pt x="706" y="3295"/>
                </a:lnTo>
                <a:lnTo>
                  <a:pt x="706" y="3295"/>
                </a:lnTo>
                <a:lnTo>
                  <a:pt x="471" y="3466"/>
                </a:lnTo>
                <a:lnTo>
                  <a:pt x="364" y="3573"/>
                </a:lnTo>
                <a:lnTo>
                  <a:pt x="278" y="3680"/>
                </a:lnTo>
                <a:lnTo>
                  <a:pt x="278" y="3680"/>
                </a:lnTo>
                <a:lnTo>
                  <a:pt x="171" y="3937"/>
                </a:lnTo>
                <a:lnTo>
                  <a:pt x="86" y="4215"/>
                </a:lnTo>
                <a:lnTo>
                  <a:pt x="22" y="4515"/>
                </a:lnTo>
                <a:lnTo>
                  <a:pt x="0" y="4793"/>
                </a:lnTo>
                <a:lnTo>
                  <a:pt x="0" y="4793"/>
                </a:lnTo>
                <a:lnTo>
                  <a:pt x="22" y="5114"/>
                </a:lnTo>
                <a:lnTo>
                  <a:pt x="86" y="5456"/>
                </a:lnTo>
                <a:lnTo>
                  <a:pt x="171" y="5777"/>
                </a:lnTo>
                <a:lnTo>
                  <a:pt x="236" y="5927"/>
                </a:lnTo>
                <a:lnTo>
                  <a:pt x="321" y="6077"/>
                </a:lnTo>
                <a:lnTo>
                  <a:pt x="407" y="6205"/>
                </a:lnTo>
                <a:lnTo>
                  <a:pt x="514" y="6312"/>
                </a:lnTo>
                <a:lnTo>
                  <a:pt x="621" y="6419"/>
                </a:lnTo>
                <a:lnTo>
                  <a:pt x="749" y="6505"/>
                </a:lnTo>
                <a:lnTo>
                  <a:pt x="899" y="6569"/>
                </a:lnTo>
                <a:lnTo>
                  <a:pt x="1049" y="6590"/>
                </a:lnTo>
                <a:lnTo>
                  <a:pt x="1220" y="6612"/>
                </a:lnTo>
                <a:lnTo>
                  <a:pt x="1391" y="6569"/>
                </a:lnTo>
                <a:lnTo>
                  <a:pt x="1391" y="6569"/>
                </a:lnTo>
                <a:lnTo>
                  <a:pt x="1583" y="6526"/>
                </a:lnTo>
                <a:lnTo>
                  <a:pt x="1712" y="6419"/>
                </a:lnTo>
                <a:lnTo>
                  <a:pt x="1797" y="6312"/>
                </a:lnTo>
                <a:lnTo>
                  <a:pt x="1862" y="6184"/>
                </a:lnTo>
                <a:lnTo>
                  <a:pt x="1904" y="6034"/>
                </a:lnTo>
                <a:lnTo>
                  <a:pt x="1904" y="5863"/>
                </a:lnTo>
                <a:lnTo>
                  <a:pt x="1926" y="5520"/>
                </a:lnTo>
                <a:lnTo>
                  <a:pt x="1926" y="5520"/>
                </a:lnTo>
                <a:lnTo>
                  <a:pt x="1926" y="4771"/>
                </a:lnTo>
                <a:lnTo>
                  <a:pt x="1926" y="4408"/>
                </a:lnTo>
                <a:lnTo>
                  <a:pt x="1904" y="4023"/>
                </a:lnTo>
                <a:lnTo>
                  <a:pt x="1904" y="4023"/>
                </a:lnTo>
                <a:lnTo>
                  <a:pt x="1883" y="3702"/>
                </a:lnTo>
                <a:lnTo>
                  <a:pt x="1883" y="3359"/>
                </a:lnTo>
                <a:lnTo>
                  <a:pt x="1904" y="3038"/>
                </a:lnTo>
                <a:lnTo>
                  <a:pt x="1947" y="2696"/>
                </a:lnTo>
                <a:lnTo>
                  <a:pt x="2011" y="2354"/>
                </a:lnTo>
                <a:lnTo>
                  <a:pt x="2118" y="2054"/>
                </a:lnTo>
                <a:lnTo>
                  <a:pt x="2268" y="1755"/>
                </a:lnTo>
                <a:lnTo>
                  <a:pt x="2439" y="1477"/>
                </a:lnTo>
                <a:lnTo>
                  <a:pt x="2439" y="1477"/>
                </a:lnTo>
                <a:lnTo>
                  <a:pt x="2568" y="1327"/>
                </a:lnTo>
                <a:lnTo>
                  <a:pt x="2696" y="1198"/>
                </a:lnTo>
                <a:lnTo>
                  <a:pt x="2846" y="1113"/>
                </a:lnTo>
                <a:lnTo>
                  <a:pt x="2996" y="1006"/>
                </a:lnTo>
                <a:lnTo>
                  <a:pt x="3167" y="942"/>
                </a:lnTo>
                <a:lnTo>
                  <a:pt x="3338" y="877"/>
                </a:lnTo>
                <a:lnTo>
                  <a:pt x="3680" y="770"/>
                </a:lnTo>
                <a:lnTo>
                  <a:pt x="3680" y="770"/>
                </a:lnTo>
                <a:lnTo>
                  <a:pt x="4001" y="728"/>
                </a:lnTo>
                <a:lnTo>
                  <a:pt x="4322" y="685"/>
                </a:lnTo>
                <a:lnTo>
                  <a:pt x="4322" y="685"/>
                </a:lnTo>
                <a:lnTo>
                  <a:pt x="4622" y="599"/>
                </a:lnTo>
                <a:lnTo>
                  <a:pt x="4771" y="578"/>
                </a:lnTo>
                <a:lnTo>
                  <a:pt x="4921" y="578"/>
                </a:lnTo>
                <a:lnTo>
                  <a:pt x="4921" y="578"/>
                </a:lnTo>
                <a:lnTo>
                  <a:pt x="5071" y="599"/>
                </a:lnTo>
                <a:lnTo>
                  <a:pt x="5221" y="621"/>
                </a:lnTo>
                <a:lnTo>
                  <a:pt x="5371" y="685"/>
                </a:lnTo>
                <a:lnTo>
                  <a:pt x="5520" y="749"/>
                </a:lnTo>
                <a:lnTo>
                  <a:pt x="5798" y="899"/>
                </a:lnTo>
                <a:lnTo>
                  <a:pt x="6055" y="1091"/>
                </a:lnTo>
                <a:lnTo>
                  <a:pt x="6269" y="1327"/>
                </a:lnTo>
                <a:lnTo>
                  <a:pt x="6462" y="1584"/>
                </a:lnTo>
                <a:lnTo>
                  <a:pt x="6633" y="1840"/>
                </a:lnTo>
                <a:lnTo>
                  <a:pt x="6740" y="2140"/>
                </a:lnTo>
                <a:lnTo>
                  <a:pt x="6740" y="2140"/>
                </a:lnTo>
                <a:lnTo>
                  <a:pt x="6825" y="2504"/>
                </a:lnTo>
                <a:lnTo>
                  <a:pt x="6890" y="2889"/>
                </a:lnTo>
                <a:lnTo>
                  <a:pt x="6954" y="3659"/>
                </a:lnTo>
                <a:lnTo>
                  <a:pt x="6954" y="3659"/>
                </a:lnTo>
                <a:lnTo>
                  <a:pt x="6997" y="4279"/>
                </a:lnTo>
                <a:lnTo>
                  <a:pt x="6997" y="4279"/>
                </a:lnTo>
                <a:lnTo>
                  <a:pt x="7018" y="4429"/>
                </a:lnTo>
                <a:lnTo>
                  <a:pt x="6997" y="4515"/>
                </a:lnTo>
                <a:lnTo>
                  <a:pt x="6932" y="4600"/>
                </a:lnTo>
                <a:lnTo>
                  <a:pt x="6804" y="4665"/>
                </a:lnTo>
                <a:lnTo>
                  <a:pt x="6804" y="4665"/>
                </a:lnTo>
                <a:lnTo>
                  <a:pt x="6654" y="4750"/>
                </a:lnTo>
                <a:lnTo>
                  <a:pt x="6547" y="4771"/>
                </a:lnTo>
                <a:lnTo>
                  <a:pt x="6504" y="4771"/>
                </a:lnTo>
                <a:lnTo>
                  <a:pt x="6483" y="4729"/>
                </a:lnTo>
                <a:lnTo>
                  <a:pt x="6462" y="4665"/>
                </a:lnTo>
                <a:lnTo>
                  <a:pt x="6462" y="4579"/>
                </a:lnTo>
                <a:lnTo>
                  <a:pt x="6462" y="4579"/>
                </a:lnTo>
                <a:lnTo>
                  <a:pt x="6398" y="3894"/>
                </a:lnTo>
                <a:lnTo>
                  <a:pt x="6398" y="3894"/>
                </a:lnTo>
                <a:lnTo>
                  <a:pt x="6376" y="3744"/>
                </a:lnTo>
                <a:lnTo>
                  <a:pt x="6376" y="3573"/>
                </a:lnTo>
                <a:lnTo>
                  <a:pt x="6398" y="3274"/>
                </a:lnTo>
                <a:lnTo>
                  <a:pt x="6419" y="2974"/>
                </a:lnTo>
                <a:lnTo>
                  <a:pt x="6419" y="2824"/>
                </a:lnTo>
                <a:lnTo>
                  <a:pt x="6419" y="2653"/>
                </a:lnTo>
                <a:lnTo>
                  <a:pt x="6419" y="2653"/>
                </a:lnTo>
                <a:lnTo>
                  <a:pt x="6333" y="2332"/>
                </a:lnTo>
                <a:lnTo>
                  <a:pt x="6269" y="2183"/>
                </a:lnTo>
                <a:lnTo>
                  <a:pt x="6205" y="2033"/>
                </a:lnTo>
                <a:lnTo>
                  <a:pt x="6141" y="1883"/>
                </a:lnTo>
                <a:lnTo>
                  <a:pt x="6034" y="1755"/>
                </a:lnTo>
                <a:lnTo>
                  <a:pt x="5927" y="1626"/>
                </a:lnTo>
                <a:lnTo>
                  <a:pt x="5820" y="1519"/>
                </a:lnTo>
                <a:lnTo>
                  <a:pt x="5820" y="1519"/>
                </a:lnTo>
                <a:lnTo>
                  <a:pt x="5584" y="1348"/>
                </a:lnTo>
                <a:lnTo>
                  <a:pt x="5328" y="1198"/>
                </a:lnTo>
                <a:lnTo>
                  <a:pt x="5328" y="1198"/>
                </a:lnTo>
                <a:lnTo>
                  <a:pt x="5178" y="1156"/>
                </a:lnTo>
                <a:lnTo>
                  <a:pt x="5028" y="1134"/>
                </a:lnTo>
                <a:lnTo>
                  <a:pt x="4878" y="1156"/>
                </a:lnTo>
                <a:lnTo>
                  <a:pt x="4707" y="1177"/>
                </a:lnTo>
                <a:lnTo>
                  <a:pt x="4707" y="1177"/>
                </a:lnTo>
                <a:lnTo>
                  <a:pt x="4065" y="1156"/>
                </a:lnTo>
                <a:lnTo>
                  <a:pt x="3916" y="1177"/>
                </a:lnTo>
                <a:lnTo>
                  <a:pt x="3744" y="1198"/>
                </a:lnTo>
                <a:lnTo>
                  <a:pt x="3595" y="1220"/>
                </a:lnTo>
                <a:lnTo>
                  <a:pt x="3445" y="1284"/>
                </a:lnTo>
                <a:lnTo>
                  <a:pt x="3445" y="1284"/>
                </a:lnTo>
                <a:lnTo>
                  <a:pt x="3145" y="1412"/>
                </a:lnTo>
                <a:lnTo>
                  <a:pt x="2889" y="1584"/>
                </a:lnTo>
                <a:lnTo>
                  <a:pt x="2782" y="1669"/>
                </a:lnTo>
                <a:lnTo>
                  <a:pt x="2675" y="1776"/>
                </a:lnTo>
                <a:lnTo>
                  <a:pt x="2568" y="1904"/>
                </a:lnTo>
                <a:lnTo>
                  <a:pt x="2482" y="2033"/>
                </a:lnTo>
                <a:lnTo>
                  <a:pt x="2482" y="2033"/>
                </a:lnTo>
                <a:lnTo>
                  <a:pt x="2311" y="2290"/>
                </a:lnTo>
                <a:lnTo>
                  <a:pt x="2247" y="2418"/>
                </a:lnTo>
                <a:lnTo>
                  <a:pt x="2225" y="2568"/>
                </a:lnTo>
                <a:lnTo>
                  <a:pt x="2225" y="2568"/>
                </a:lnTo>
                <a:lnTo>
                  <a:pt x="2204" y="2739"/>
                </a:lnTo>
                <a:lnTo>
                  <a:pt x="2225" y="2931"/>
                </a:lnTo>
                <a:lnTo>
                  <a:pt x="2290" y="3295"/>
                </a:lnTo>
                <a:lnTo>
                  <a:pt x="2290" y="3295"/>
                </a:lnTo>
                <a:lnTo>
                  <a:pt x="2290" y="3659"/>
                </a:lnTo>
                <a:lnTo>
                  <a:pt x="2290" y="4001"/>
                </a:lnTo>
                <a:lnTo>
                  <a:pt x="2225" y="4729"/>
                </a:lnTo>
                <a:lnTo>
                  <a:pt x="2225" y="4729"/>
                </a:lnTo>
                <a:lnTo>
                  <a:pt x="2225" y="4729"/>
                </a:lnTo>
                <a:lnTo>
                  <a:pt x="2204" y="4771"/>
                </a:lnTo>
                <a:lnTo>
                  <a:pt x="2225" y="4921"/>
                </a:lnTo>
                <a:lnTo>
                  <a:pt x="2290" y="5392"/>
                </a:lnTo>
                <a:lnTo>
                  <a:pt x="2375" y="5884"/>
                </a:lnTo>
                <a:lnTo>
                  <a:pt x="2439" y="6184"/>
                </a:lnTo>
                <a:lnTo>
                  <a:pt x="2439" y="6184"/>
                </a:lnTo>
                <a:lnTo>
                  <a:pt x="2568" y="6505"/>
                </a:lnTo>
                <a:lnTo>
                  <a:pt x="2653" y="6676"/>
                </a:lnTo>
                <a:lnTo>
                  <a:pt x="2739" y="6825"/>
                </a:lnTo>
                <a:lnTo>
                  <a:pt x="2867" y="6975"/>
                </a:lnTo>
                <a:lnTo>
                  <a:pt x="2974" y="7125"/>
                </a:lnTo>
                <a:lnTo>
                  <a:pt x="3124" y="7232"/>
                </a:lnTo>
                <a:lnTo>
                  <a:pt x="3274" y="7296"/>
                </a:lnTo>
                <a:lnTo>
                  <a:pt x="3274" y="7296"/>
                </a:lnTo>
                <a:lnTo>
                  <a:pt x="3616" y="7425"/>
                </a:lnTo>
                <a:lnTo>
                  <a:pt x="3809" y="7467"/>
                </a:lnTo>
                <a:lnTo>
                  <a:pt x="4001" y="7510"/>
                </a:lnTo>
                <a:lnTo>
                  <a:pt x="4194" y="7532"/>
                </a:lnTo>
                <a:lnTo>
                  <a:pt x="4386" y="7532"/>
                </a:lnTo>
                <a:lnTo>
                  <a:pt x="4579" y="7489"/>
                </a:lnTo>
                <a:lnTo>
                  <a:pt x="4750" y="7446"/>
                </a:lnTo>
                <a:lnTo>
                  <a:pt x="4750" y="7446"/>
                </a:lnTo>
                <a:lnTo>
                  <a:pt x="5114" y="7296"/>
                </a:lnTo>
                <a:lnTo>
                  <a:pt x="5456" y="7082"/>
                </a:lnTo>
                <a:lnTo>
                  <a:pt x="5627" y="6975"/>
                </a:lnTo>
                <a:lnTo>
                  <a:pt x="5777" y="6847"/>
                </a:lnTo>
                <a:lnTo>
                  <a:pt x="5927" y="6718"/>
                </a:lnTo>
                <a:lnTo>
                  <a:pt x="6034" y="6569"/>
                </a:lnTo>
                <a:lnTo>
                  <a:pt x="6034" y="6569"/>
                </a:lnTo>
                <a:lnTo>
                  <a:pt x="6226" y="6312"/>
                </a:lnTo>
                <a:lnTo>
                  <a:pt x="6291" y="6184"/>
                </a:lnTo>
                <a:lnTo>
                  <a:pt x="6355" y="6034"/>
                </a:lnTo>
                <a:lnTo>
                  <a:pt x="6355" y="6034"/>
                </a:lnTo>
                <a:lnTo>
                  <a:pt x="6376" y="5905"/>
                </a:lnTo>
                <a:lnTo>
                  <a:pt x="6398" y="5756"/>
                </a:lnTo>
                <a:lnTo>
                  <a:pt x="6440" y="5606"/>
                </a:lnTo>
                <a:lnTo>
                  <a:pt x="6462" y="5542"/>
                </a:lnTo>
                <a:lnTo>
                  <a:pt x="6483" y="5478"/>
                </a:lnTo>
                <a:lnTo>
                  <a:pt x="6483" y="5478"/>
                </a:lnTo>
                <a:lnTo>
                  <a:pt x="6590" y="5392"/>
                </a:lnTo>
                <a:lnTo>
                  <a:pt x="6761" y="5306"/>
                </a:lnTo>
                <a:lnTo>
                  <a:pt x="6932" y="5264"/>
                </a:lnTo>
                <a:lnTo>
                  <a:pt x="7018" y="5264"/>
                </a:lnTo>
                <a:lnTo>
                  <a:pt x="7061" y="5285"/>
                </a:lnTo>
                <a:lnTo>
                  <a:pt x="7061" y="5285"/>
                </a:lnTo>
                <a:lnTo>
                  <a:pt x="7082" y="5328"/>
                </a:lnTo>
                <a:lnTo>
                  <a:pt x="7082" y="5413"/>
                </a:lnTo>
                <a:lnTo>
                  <a:pt x="7082" y="5585"/>
                </a:lnTo>
                <a:lnTo>
                  <a:pt x="7082" y="5777"/>
                </a:lnTo>
                <a:lnTo>
                  <a:pt x="7104" y="5905"/>
                </a:lnTo>
                <a:lnTo>
                  <a:pt x="7104" y="5905"/>
                </a:lnTo>
                <a:lnTo>
                  <a:pt x="7125" y="5970"/>
                </a:lnTo>
                <a:lnTo>
                  <a:pt x="7168" y="6034"/>
                </a:lnTo>
                <a:lnTo>
                  <a:pt x="7232" y="6077"/>
                </a:lnTo>
                <a:lnTo>
                  <a:pt x="7296" y="6119"/>
                </a:lnTo>
                <a:lnTo>
                  <a:pt x="7446" y="6184"/>
                </a:lnTo>
                <a:lnTo>
                  <a:pt x="7617" y="6226"/>
                </a:lnTo>
                <a:lnTo>
                  <a:pt x="7788" y="6226"/>
                </a:lnTo>
                <a:lnTo>
                  <a:pt x="7959" y="6226"/>
                </a:lnTo>
                <a:lnTo>
                  <a:pt x="8131" y="6184"/>
                </a:lnTo>
                <a:lnTo>
                  <a:pt x="8259" y="6141"/>
                </a:lnTo>
                <a:lnTo>
                  <a:pt x="8259" y="6141"/>
                </a:lnTo>
                <a:lnTo>
                  <a:pt x="8387" y="6077"/>
                </a:lnTo>
                <a:lnTo>
                  <a:pt x="8516" y="5948"/>
                </a:lnTo>
                <a:lnTo>
                  <a:pt x="8623" y="5820"/>
                </a:lnTo>
                <a:lnTo>
                  <a:pt x="8730" y="5670"/>
                </a:lnTo>
                <a:lnTo>
                  <a:pt x="8815" y="5520"/>
                </a:lnTo>
                <a:lnTo>
                  <a:pt x="8879" y="5349"/>
                </a:lnTo>
                <a:lnTo>
                  <a:pt x="8965" y="5050"/>
                </a:lnTo>
                <a:lnTo>
                  <a:pt x="8965" y="5050"/>
                </a:lnTo>
                <a:lnTo>
                  <a:pt x="8986" y="4900"/>
                </a:lnTo>
                <a:lnTo>
                  <a:pt x="9008" y="4750"/>
                </a:lnTo>
                <a:lnTo>
                  <a:pt x="8986" y="4429"/>
                </a:lnTo>
                <a:lnTo>
                  <a:pt x="8944" y="4087"/>
                </a:lnTo>
                <a:lnTo>
                  <a:pt x="8837" y="3744"/>
                </a:lnTo>
                <a:lnTo>
                  <a:pt x="8772" y="3595"/>
                </a:lnTo>
                <a:lnTo>
                  <a:pt x="8687" y="3445"/>
                </a:lnTo>
                <a:lnTo>
                  <a:pt x="8601" y="3295"/>
                </a:lnTo>
                <a:lnTo>
                  <a:pt x="8494" y="3188"/>
                </a:lnTo>
                <a:lnTo>
                  <a:pt x="8366" y="3060"/>
                </a:lnTo>
                <a:lnTo>
                  <a:pt x="8259" y="2974"/>
                </a:lnTo>
                <a:lnTo>
                  <a:pt x="8109" y="2910"/>
                </a:lnTo>
                <a:lnTo>
                  <a:pt x="7959" y="2867"/>
                </a:lnTo>
                <a:lnTo>
                  <a:pt x="7959" y="2867"/>
                </a:lnTo>
                <a:close/>
                <a:moveTo>
                  <a:pt x="1434" y="6162"/>
                </a:moveTo>
                <a:lnTo>
                  <a:pt x="1434" y="6162"/>
                </a:lnTo>
                <a:lnTo>
                  <a:pt x="1305" y="6226"/>
                </a:lnTo>
                <a:lnTo>
                  <a:pt x="1284" y="6248"/>
                </a:lnTo>
                <a:lnTo>
                  <a:pt x="1241" y="6248"/>
                </a:lnTo>
                <a:lnTo>
                  <a:pt x="1220" y="6226"/>
                </a:lnTo>
                <a:lnTo>
                  <a:pt x="1220" y="6205"/>
                </a:lnTo>
                <a:lnTo>
                  <a:pt x="1220" y="6119"/>
                </a:lnTo>
                <a:lnTo>
                  <a:pt x="1263" y="5948"/>
                </a:lnTo>
                <a:lnTo>
                  <a:pt x="1305" y="5798"/>
                </a:lnTo>
                <a:lnTo>
                  <a:pt x="1305" y="5798"/>
                </a:lnTo>
                <a:lnTo>
                  <a:pt x="1305" y="5691"/>
                </a:lnTo>
                <a:lnTo>
                  <a:pt x="1263" y="5627"/>
                </a:lnTo>
                <a:lnTo>
                  <a:pt x="1241" y="5606"/>
                </a:lnTo>
                <a:lnTo>
                  <a:pt x="1198" y="5606"/>
                </a:lnTo>
                <a:lnTo>
                  <a:pt x="1091" y="5649"/>
                </a:lnTo>
                <a:lnTo>
                  <a:pt x="1091" y="5649"/>
                </a:lnTo>
                <a:lnTo>
                  <a:pt x="1049" y="5691"/>
                </a:lnTo>
                <a:lnTo>
                  <a:pt x="984" y="5798"/>
                </a:lnTo>
                <a:lnTo>
                  <a:pt x="920" y="5884"/>
                </a:lnTo>
                <a:lnTo>
                  <a:pt x="899" y="5905"/>
                </a:lnTo>
                <a:lnTo>
                  <a:pt x="856" y="5927"/>
                </a:lnTo>
                <a:lnTo>
                  <a:pt x="856" y="5927"/>
                </a:lnTo>
                <a:lnTo>
                  <a:pt x="856" y="5905"/>
                </a:lnTo>
                <a:lnTo>
                  <a:pt x="856" y="5884"/>
                </a:lnTo>
                <a:lnTo>
                  <a:pt x="877" y="5820"/>
                </a:lnTo>
                <a:lnTo>
                  <a:pt x="984" y="5563"/>
                </a:lnTo>
                <a:lnTo>
                  <a:pt x="1113" y="5328"/>
                </a:lnTo>
                <a:lnTo>
                  <a:pt x="1156" y="5221"/>
                </a:lnTo>
                <a:lnTo>
                  <a:pt x="1156" y="5178"/>
                </a:lnTo>
                <a:lnTo>
                  <a:pt x="1156" y="5178"/>
                </a:lnTo>
                <a:lnTo>
                  <a:pt x="1156" y="5135"/>
                </a:lnTo>
                <a:lnTo>
                  <a:pt x="1113" y="5114"/>
                </a:lnTo>
                <a:lnTo>
                  <a:pt x="1091" y="5114"/>
                </a:lnTo>
                <a:lnTo>
                  <a:pt x="1049" y="5114"/>
                </a:lnTo>
                <a:lnTo>
                  <a:pt x="963" y="5135"/>
                </a:lnTo>
                <a:lnTo>
                  <a:pt x="877" y="5221"/>
                </a:lnTo>
                <a:lnTo>
                  <a:pt x="706" y="5392"/>
                </a:lnTo>
                <a:lnTo>
                  <a:pt x="599" y="5520"/>
                </a:lnTo>
                <a:lnTo>
                  <a:pt x="599" y="5520"/>
                </a:lnTo>
                <a:lnTo>
                  <a:pt x="663" y="5392"/>
                </a:lnTo>
                <a:lnTo>
                  <a:pt x="728" y="5264"/>
                </a:lnTo>
                <a:lnTo>
                  <a:pt x="728" y="5264"/>
                </a:lnTo>
                <a:lnTo>
                  <a:pt x="899" y="4985"/>
                </a:lnTo>
                <a:lnTo>
                  <a:pt x="984" y="4857"/>
                </a:lnTo>
                <a:lnTo>
                  <a:pt x="1049" y="4707"/>
                </a:lnTo>
                <a:lnTo>
                  <a:pt x="1049" y="4707"/>
                </a:lnTo>
                <a:lnTo>
                  <a:pt x="1091" y="4600"/>
                </a:lnTo>
                <a:lnTo>
                  <a:pt x="1091" y="4515"/>
                </a:lnTo>
                <a:lnTo>
                  <a:pt x="1091" y="4493"/>
                </a:lnTo>
                <a:lnTo>
                  <a:pt x="1049" y="4472"/>
                </a:lnTo>
                <a:lnTo>
                  <a:pt x="1006" y="4472"/>
                </a:lnTo>
                <a:lnTo>
                  <a:pt x="942" y="4472"/>
                </a:lnTo>
                <a:lnTo>
                  <a:pt x="942" y="4472"/>
                </a:lnTo>
                <a:lnTo>
                  <a:pt x="856" y="4536"/>
                </a:lnTo>
                <a:lnTo>
                  <a:pt x="856" y="4536"/>
                </a:lnTo>
                <a:lnTo>
                  <a:pt x="835" y="4536"/>
                </a:lnTo>
                <a:lnTo>
                  <a:pt x="835" y="4536"/>
                </a:lnTo>
                <a:lnTo>
                  <a:pt x="813" y="4558"/>
                </a:lnTo>
                <a:lnTo>
                  <a:pt x="856" y="4536"/>
                </a:lnTo>
                <a:lnTo>
                  <a:pt x="856" y="4536"/>
                </a:lnTo>
                <a:lnTo>
                  <a:pt x="877" y="4472"/>
                </a:lnTo>
                <a:lnTo>
                  <a:pt x="920" y="4386"/>
                </a:lnTo>
                <a:lnTo>
                  <a:pt x="1049" y="4258"/>
                </a:lnTo>
                <a:lnTo>
                  <a:pt x="1113" y="4172"/>
                </a:lnTo>
                <a:lnTo>
                  <a:pt x="1156" y="4108"/>
                </a:lnTo>
                <a:lnTo>
                  <a:pt x="1177" y="4044"/>
                </a:lnTo>
                <a:lnTo>
                  <a:pt x="1156" y="3958"/>
                </a:lnTo>
                <a:lnTo>
                  <a:pt x="1156" y="3958"/>
                </a:lnTo>
                <a:lnTo>
                  <a:pt x="1134" y="3916"/>
                </a:lnTo>
                <a:lnTo>
                  <a:pt x="1091" y="3894"/>
                </a:lnTo>
                <a:lnTo>
                  <a:pt x="1049" y="3873"/>
                </a:lnTo>
                <a:lnTo>
                  <a:pt x="1027" y="3894"/>
                </a:lnTo>
                <a:lnTo>
                  <a:pt x="942" y="3916"/>
                </a:lnTo>
                <a:lnTo>
                  <a:pt x="856" y="3958"/>
                </a:lnTo>
                <a:lnTo>
                  <a:pt x="685" y="4087"/>
                </a:lnTo>
                <a:lnTo>
                  <a:pt x="621" y="4130"/>
                </a:lnTo>
                <a:lnTo>
                  <a:pt x="578" y="4108"/>
                </a:lnTo>
                <a:lnTo>
                  <a:pt x="578" y="4108"/>
                </a:lnTo>
                <a:lnTo>
                  <a:pt x="556" y="4087"/>
                </a:lnTo>
                <a:lnTo>
                  <a:pt x="556" y="4044"/>
                </a:lnTo>
                <a:lnTo>
                  <a:pt x="599" y="3980"/>
                </a:lnTo>
                <a:lnTo>
                  <a:pt x="663" y="3894"/>
                </a:lnTo>
                <a:lnTo>
                  <a:pt x="770" y="3809"/>
                </a:lnTo>
                <a:lnTo>
                  <a:pt x="984" y="3680"/>
                </a:lnTo>
                <a:lnTo>
                  <a:pt x="1070" y="3638"/>
                </a:lnTo>
                <a:lnTo>
                  <a:pt x="1134" y="3616"/>
                </a:lnTo>
                <a:lnTo>
                  <a:pt x="1134" y="3616"/>
                </a:lnTo>
                <a:lnTo>
                  <a:pt x="1241" y="3638"/>
                </a:lnTo>
                <a:lnTo>
                  <a:pt x="1327" y="3702"/>
                </a:lnTo>
                <a:lnTo>
                  <a:pt x="1391" y="3766"/>
                </a:lnTo>
                <a:lnTo>
                  <a:pt x="1434" y="3873"/>
                </a:lnTo>
                <a:lnTo>
                  <a:pt x="1455" y="3980"/>
                </a:lnTo>
                <a:lnTo>
                  <a:pt x="1455" y="4087"/>
                </a:lnTo>
                <a:lnTo>
                  <a:pt x="1455" y="4301"/>
                </a:lnTo>
                <a:lnTo>
                  <a:pt x="1455" y="4301"/>
                </a:lnTo>
                <a:lnTo>
                  <a:pt x="1476" y="4814"/>
                </a:lnTo>
                <a:lnTo>
                  <a:pt x="1498" y="5349"/>
                </a:lnTo>
                <a:lnTo>
                  <a:pt x="1498" y="5349"/>
                </a:lnTo>
                <a:lnTo>
                  <a:pt x="1541" y="5777"/>
                </a:lnTo>
                <a:lnTo>
                  <a:pt x="1541" y="5905"/>
                </a:lnTo>
                <a:lnTo>
                  <a:pt x="1519" y="6012"/>
                </a:lnTo>
                <a:lnTo>
                  <a:pt x="1476" y="6098"/>
                </a:lnTo>
                <a:lnTo>
                  <a:pt x="1434" y="6162"/>
                </a:lnTo>
                <a:lnTo>
                  <a:pt x="1434" y="6162"/>
                </a:lnTo>
                <a:close/>
                <a:moveTo>
                  <a:pt x="5413" y="1969"/>
                </a:moveTo>
                <a:lnTo>
                  <a:pt x="5413" y="1969"/>
                </a:lnTo>
                <a:lnTo>
                  <a:pt x="5499" y="1969"/>
                </a:lnTo>
                <a:lnTo>
                  <a:pt x="5584" y="2011"/>
                </a:lnTo>
                <a:lnTo>
                  <a:pt x="5649" y="2076"/>
                </a:lnTo>
                <a:lnTo>
                  <a:pt x="5691" y="2161"/>
                </a:lnTo>
                <a:lnTo>
                  <a:pt x="5691" y="2161"/>
                </a:lnTo>
                <a:lnTo>
                  <a:pt x="5670" y="2268"/>
                </a:lnTo>
                <a:lnTo>
                  <a:pt x="5670" y="2332"/>
                </a:lnTo>
                <a:lnTo>
                  <a:pt x="5649" y="2375"/>
                </a:lnTo>
                <a:lnTo>
                  <a:pt x="5649" y="2375"/>
                </a:lnTo>
                <a:lnTo>
                  <a:pt x="5606" y="2290"/>
                </a:lnTo>
                <a:lnTo>
                  <a:pt x="5584" y="2204"/>
                </a:lnTo>
                <a:lnTo>
                  <a:pt x="5563" y="2118"/>
                </a:lnTo>
                <a:lnTo>
                  <a:pt x="5520" y="2076"/>
                </a:lnTo>
                <a:lnTo>
                  <a:pt x="5499" y="2054"/>
                </a:lnTo>
                <a:lnTo>
                  <a:pt x="5499" y="2054"/>
                </a:lnTo>
                <a:lnTo>
                  <a:pt x="5456" y="2033"/>
                </a:lnTo>
                <a:lnTo>
                  <a:pt x="5413" y="2054"/>
                </a:lnTo>
                <a:lnTo>
                  <a:pt x="5392" y="2097"/>
                </a:lnTo>
                <a:lnTo>
                  <a:pt x="5371" y="2097"/>
                </a:lnTo>
                <a:lnTo>
                  <a:pt x="5371" y="2097"/>
                </a:lnTo>
                <a:lnTo>
                  <a:pt x="5328" y="2097"/>
                </a:lnTo>
                <a:lnTo>
                  <a:pt x="5328" y="2076"/>
                </a:lnTo>
                <a:lnTo>
                  <a:pt x="5349" y="2033"/>
                </a:lnTo>
                <a:lnTo>
                  <a:pt x="5392" y="1990"/>
                </a:lnTo>
                <a:lnTo>
                  <a:pt x="5413" y="1969"/>
                </a:lnTo>
                <a:lnTo>
                  <a:pt x="5413" y="1969"/>
                </a:lnTo>
                <a:close/>
                <a:moveTo>
                  <a:pt x="5007" y="1990"/>
                </a:moveTo>
                <a:lnTo>
                  <a:pt x="5007" y="1990"/>
                </a:lnTo>
                <a:lnTo>
                  <a:pt x="4985" y="1840"/>
                </a:lnTo>
                <a:lnTo>
                  <a:pt x="4985" y="1840"/>
                </a:lnTo>
                <a:lnTo>
                  <a:pt x="5007" y="1797"/>
                </a:lnTo>
                <a:lnTo>
                  <a:pt x="5028" y="1776"/>
                </a:lnTo>
                <a:lnTo>
                  <a:pt x="5050" y="1776"/>
                </a:lnTo>
                <a:lnTo>
                  <a:pt x="5050" y="1819"/>
                </a:lnTo>
                <a:lnTo>
                  <a:pt x="5071" y="1904"/>
                </a:lnTo>
                <a:lnTo>
                  <a:pt x="5050" y="1947"/>
                </a:lnTo>
                <a:lnTo>
                  <a:pt x="5007" y="1990"/>
                </a:lnTo>
                <a:lnTo>
                  <a:pt x="5007" y="1990"/>
                </a:lnTo>
                <a:close/>
                <a:moveTo>
                  <a:pt x="3851" y="2397"/>
                </a:moveTo>
                <a:lnTo>
                  <a:pt x="3851" y="2397"/>
                </a:lnTo>
                <a:lnTo>
                  <a:pt x="3873" y="2418"/>
                </a:lnTo>
                <a:lnTo>
                  <a:pt x="3873" y="2461"/>
                </a:lnTo>
                <a:lnTo>
                  <a:pt x="3873" y="2461"/>
                </a:lnTo>
                <a:lnTo>
                  <a:pt x="3851" y="2482"/>
                </a:lnTo>
                <a:lnTo>
                  <a:pt x="3830" y="2461"/>
                </a:lnTo>
                <a:lnTo>
                  <a:pt x="3851" y="2397"/>
                </a:lnTo>
                <a:lnTo>
                  <a:pt x="3851" y="2397"/>
                </a:lnTo>
                <a:close/>
                <a:moveTo>
                  <a:pt x="3103" y="2397"/>
                </a:moveTo>
                <a:lnTo>
                  <a:pt x="3103" y="2397"/>
                </a:lnTo>
                <a:lnTo>
                  <a:pt x="3124" y="2204"/>
                </a:lnTo>
                <a:lnTo>
                  <a:pt x="3145" y="2118"/>
                </a:lnTo>
                <a:lnTo>
                  <a:pt x="3145" y="2118"/>
                </a:lnTo>
                <a:lnTo>
                  <a:pt x="3167" y="2140"/>
                </a:lnTo>
                <a:lnTo>
                  <a:pt x="3188" y="2204"/>
                </a:lnTo>
                <a:lnTo>
                  <a:pt x="3252" y="2418"/>
                </a:lnTo>
                <a:lnTo>
                  <a:pt x="3295" y="2653"/>
                </a:lnTo>
                <a:lnTo>
                  <a:pt x="3295" y="2653"/>
                </a:lnTo>
                <a:lnTo>
                  <a:pt x="3295" y="2803"/>
                </a:lnTo>
                <a:lnTo>
                  <a:pt x="3274" y="2824"/>
                </a:lnTo>
                <a:lnTo>
                  <a:pt x="3274" y="2846"/>
                </a:lnTo>
                <a:lnTo>
                  <a:pt x="3231" y="2803"/>
                </a:lnTo>
                <a:lnTo>
                  <a:pt x="3188" y="2739"/>
                </a:lnTo>
                <a:lnTo>
                  <a:pt x="3124" y="2504"/>
                </a:lnTo>
                <a:lnTo>
                  <a:pt x="3103" y="2418"/>
                </a:lnTo>
                <a:lnTo>
                  <a:pt x="3103" y="2397"/>
                </a:lnTo>
                <a:lnTo>
                  <a:pt x="3103" y="2397"/>
                </a:lnTo>
                <a:close/>
                <a:moveTo>
                  <a:pt x="6077" y="3766"/>
                </a:moveTo>
                <a:lnTo>
                  <a:pt x="6077" y="3766"/>
                </a:lnTo>
                <a:lnTo>
                  <a:pt x="6055" y="4322"/>
                </a:lnTo>
                <a:lnTo>
                  <a:pt x="6034" y="4600"/>
                </a:lnTo>
                <a:lnTo>
                  <a:pt x="5991" y="4878"/>
                </a:lnTo>
                <a:lnTo>
                  <a:pt x="5991" y="4878"/>
                </a:lnTo>
                <a:lnTo>
                  <a:pt x="5970" y="4985"/>
                </a:lnTo>
                <a:lnTo>
                  <a:pt x="5884" y="5050"/>
                </a:lnTo>
                <a:lnTo>
                  <a:pt x="5798" y="5114"/>
                </a:lnTo>
                <a:lnTo>
                  <a:pt x="5713" y="5157"/>
                </a:lnTo>
                <a:lnTo>
                  <a:pt x="5477" y="5221"/>
                </a:lnTo>
                <a:lnTo>
                  <a:pt x="5264" y="5242"/>
                </a:lnTo>
                <a:lnTo>
                  <a:pt x="5264" y="5242"/>
                </a:lnTo>
                <a:lnTo>
                  <a:pt x="5028" y="5328"/>
                </a:lnTo>
                <a:lnTo>
                  <a:pt x="4921" y="5349"/>
                </a:lnTo>
                <a:lnTo>
                  <a:pt x="4814" y="5349"/>
                </a:lnTo>
                <a:lnTo>
                  <a:pt x="4814" y="5349"/>
                </a:lnTo>
                <a:lnTo>
                  <a:pt x="4707" y="5306"/>
                </a:lnTo>
                <a:lnTo>
                  <a:pt x="4622" y="5264"/>
                </a:lnTo>
                <a:lnTo>
                  <a:pt x="4515" y="5199"/>
                </a:lnTo>
                <a:lnTo>
                  <a:pt x="4408" y="5178"/>
                </a:lnTo>
                <a:lnTo>
                  <a:pt x="4408" y="5178"/>
                </a:lnTo>
                <a:lnTo>
                  <a:pt x="4301" y="5178"/>
                </a:lnTo>
                <a:lnTo>
                  <a:pt x="4194" y="5178"/>
                </a:lnTo>
                <a:lnTo>
                  <a:pt x="4087" y="5221"/>
                </a:lnTo>
                <a:lnTo>
                  <a:pt x="4001" y="5264"/>
                </a:lnTo>
                <a:lnTo>
                  <a:pt x="3916" y="5328"/>
                </a:lnTo>
                <a:lnTo>
                  <a:pt x="3830" y="5413"/>
                </a:lnTo>
                <a:lnTo>
                  <a:pt x="3766" y="5499"/>
                </a:lnTo>
                <a:lnTo>
                  <a:pt x="3723" y="5585"/>
                </a:lnTo>
                <a:lnTo>
                  <a:pt x="3723" y="5585"/>
                </a:lnTo>
                <a:lnTo>
                  <a:pt x="3702" y="5691"/>
                </a:lnTo>
                <a:lnTo>
                  <a:pt x="3702" y="5798"/>
                </a:lnTo>
                <a:lnTo>
                  <a:pt x="3723" y="5884"/>
                </a:lnTo>
                <a:lnTo>
                  <a:pt x="3744" y="5991"/>
                </a:lnTo>
                <a:lnTo>
                  <a:pt x="3809" y="6077"/>
                </a:lnTo>
                <a:lnTo>
                  <a:pt x="3873" y="6141"/>
                </a:lnTo>
                <a:lnTo>
                  <a:pt x="3937" y="6226"/>
                </a:lnTo>
                <a:lnTo>
                  <a:pt x="4023" y="6291"/>
                </a:lnTo>
                <a:lnTo>
                  <a:pt x="4108" y="6333"/>
                </a:lnTo>
                <a:lnTo>
                  <a:pt x="4194" y="6376"/>
                </a:lnTo>
                <a:lnTo>
                  <a:pt x="4301" y="6398"/>
                </a:lnTo>
                <a:lnTo>
                  <a:pt x="4386" y="6398"/>
                </a:lnTo>
                <a:lnTo>
                  <a:pt x="4493" y="6398"/>
                </a:lnTo>
                <a:lnTo>
                  <a:pt x="4579" y="6376"/>
                </a:lnTo>
                <a:lnTo>
                  <a:pt x="4664" y="6333"/>
                </a:lnTo>
                <a:lnTo>
                  <a:pt x="4750" y="6248"/>
                </a:lnTo>
                <a:lnTo>
                  <a:pt x="4750" y="6248"/>
                </a:lnTo>
                <a:lnTo>
                  <a:pt x="4814" y="6162"/>
                </a:lnTo>
                <a:lnTo>
                  <a:pt x="4857" y="6055"/>
                </a:lnTo>
                <a:lnTo>
                  <a:pt x="4900" y="5970"/>
                </a:lnTo>
                <a:lnTo>
                  <a:pt x="4943" y="5884"/>
                </a:lnTo>
                <a:lnTo>
                  <a:pt x="4943" y="5884"/>
                </a:lnTo>
                <a:lnTo>
                  <a:pt x="5007" y="5820"/>
                </a:lnTo>
                <a:lnTo>
                  <a:pt x="5092" y="5798"/>
                </a:lnTo>
                <a:lnTo>
                  <a:pt x="5285" y="5777"/>
                </a:lnTo>
                <a:lnTo>
                  <a:pt x="5285" y="5777"/>
                </a:lnTo>
                <a:lnTo>
                  <a:pt x="5435" y="5734"/>
                </a:lnTo>
                <a:lnTo>
                  <a:pt x="5649" y="5670"/>
                </a:lnTo>
                <a:lnTo>
                  <a:pt x="5756" y="5649"/>
                </a:lnTo>
                <a:lnTo>
                  <a:pt x="5841" y="5649"/>
                </a:lnTo>
                <a:lnTo>
                  <a:pt x="5927" y="5691"/>
                </a:lnTo>
                <a:lnTo>
                  <a:pt x="5927" y="5713"/>
                </a:lnTo>
                <a:lnTo>
                  <a:pt x="5948" y="5734"/>
                </a:lnTo>
                <a:lnTo>
                  <a:pt x="5948" y="5734"/>
                </a:lnTo>
                <a:lnTo>
                  <a:pt x="5948" y="5798"/>
                </a:lnTo>
                <a:lnTo>
                  <a:pt x="5927" y="5863"/>
                </a:lnTo>
                <a:lnTo>
                  <a:pt x="5841" y="6012"/>
                </a:lnTo>
                <a:lnTo>
                  <a:pt x="5670" y="6248"/>
                </a:lnTo>
                <a:lnTo>
                  <a:pt x="5670" y="6248"/>
                </a:lnTo>
                <a:lnTo>
                  <a:pt x="5520" y="6419"/>
                </a:lnTo>
                <a:lnTo>
                  <a:pt x="5349" y="6569"/>
                </a:lnTo>
                <a:lnTo>
                  <a:pt x="5349" y="6569"/>
                </a:lnTo>
                <a:lnTo>
                  <a:pt x="5157" y="6697"/>
                </a:lnTo>
                <a:lnTo>
                  <a:pt x="4964" y="6825"/>
                </a:lnTo>
                <a:lnTo>
                  <a:pt x="4750" y="6911"/>
                </a:lnTo>
                <a:lnTo>
                  <a:pt x="4536" y="6975"/>
                </a:lnTo>
                <a:lnTo>
                  <a:pt x="4536" y="6975"/>
                </a:lnTo>
                <a:lnTo>
                  <a:pt x="4408" y="6997"/>
                </a:lnTo>
                <a:lnTo>
                  <a:pt x="4301" y="6997"/>
                </a:lnTo>
                <a:lnTo>
                  <a:pt x="4065" y="6975"/>
                </a:lnTo>
                <a:lnTo>
                  <a:pt x="3851" y="6911"/>
                </a:lnTo>
                <a:lnTo>
                  <a:pt x="3680" y="6804"/>
                </a:lnTo>
                <a:lnTo>
                  <a:pt x="3509" y="6676"/>
                </a:lnTo>
                <a:lnTo>
                  <a:pt x="3359" y="6505"/>
                </a:lnTo>
                <a:lnTo>
                  <a:pt x="3210" y="6312"/>
                </a:lnTo>
                <a:lnTo>
                  <a:pt x="3103" y="6119"/>
                </a:lnTo>
                <a:lnTo>
                  <a:pt x="3103" y="6119"/>
                </a:lnTo>
                <a:lnTo>
                  <a:pt x="3017" y="5863"/>
                </a:lnTo>
                <a:lnTo>
                  <a:pt x="2931" y="5585"/>
                </a:lnTo>
                <a:lnTo>
                  <a:pt x="2867" y="5328"/>
                </a:lnTo>
                <a:lnTo>
                  <a:pt x="2824" y="5071"/>
                </a:lnTo>
                <a:lnTo>
                  <a:pt x="2782" y="4515"/>
                </a:lnTo>
                <a:lnTo>
                  <a:pt x="2717" y="3980"/>
                </a:lnTo>
                <a:lnTo>
                  <a:pt x="2717" y="3980"/>
                </a:lnTo>
                <a:lnTo>
                  <a:pt x="2696" y="3830"/>
                </a:lnTo>
                <a:lnTo>
                  <a:pt x="2696" y="3680"/>
                </a:lnTo>
                <a:lnTo>
                  <a:pt x="2696" y="3616"/>
                </a:lnTo>
                <a:lnTo>
                  <a:pt x="2717" y="3552"/>
                </a:lnTo>
                <a:lnTo>
                  <a:pt x="2760" y="3509"/>
                </a:lnTo>
                <a:lnTo>
                  <a:pt x="2803" y="3445"/>
                </a:lnTo>
                <a:lnTo>
                  <a:pt x="2803" y="3445"/>
                </a:lnTo>
                <a:lnTo>
                  <a:pt x="2889" y="3424"/>
                </a:lnTo>
                <a:lnTo>
                  <a:pt x="2974" y="3381"/>
                </a:lnTo>
                <a:lnTo>
                  <a:pt x="3167" y="3338"/>
                </a:lnTo>
                <a:lnTo>
                  <a:pt x="3167" y="3338"/>
                </a:lnTo>
                <a:lnTo>
                  <a:pt x="3381" y="3252"/>
                </a:lnTo>
                <a:lnTo>
                  <a:pt x="3595" y="3167"/>
                </a:lnTo>
                <a:lnTo>
                  <a:pt x="3595" y="3167"/>
                </a:lnTo>
                <a:lnTo>
                  <a:pt x="3830" y="3017"/>
                </a:lnTo>
                <a:lnTo>
                  <a:pt x="4044" y="2867"/>
                </a:lnTo>
                <a:lnTo>
                  <a:pt x="4237" y="2696"/>
                </a:lnTo>
                <a:lnTo>
                  <a:pt x="4429" y="2525"/>
                </a:lnTo>
                <a:lnTo>
                  <a:pt x="4429" y="2525"/>
                </a:lnTo>
                <a:lnTo>
                  <a:pt x="4515" y="2439"/>
                </a:lnTo>
                <a:lnTo>
                  <a:pt x="4557" y="2418"/>
                </a:lnTo>
                <a:lnTo>
                  <a:pt x="4600" y="2439"/>
                </a:lnTo>
                <a:lnTo>
                  <a:pt x="4664" y="2504"/>
                </a:lnTo>
                <a:lnTo>
                  <a:pt x="4664" y="2504"/>
                </a:lnTo>
                <a:lnTo>
                  <a:pt x="4750" y="2568"/>
                </a:lnTo>
                <a:lnTo>
                  <a:pt x="4814" y="2653"/>
                </a:lnTo>
                <a:lnTo>
                  <a:pt x="4900" y="2739"/>
                </a:lnTo>
                <a:lnTo>
                  <a:pt x="4985" y="2803"/>
                </a:lnTo>
                <a:lnTo>
                  <a:pt x="4985" y="2803"/>
                </a:lnTo>
                <a:lnTo>
                  <a:pt x="5071" y="2867"/>
                </a:lnTo>
                <a:lnTo>
                  <a:pt x="5178" y="2931"/>
                </a:lnTo>
                <a:lnTo>
                  <a:pt x="5413" y="3017"/>
                </a:lnTo>
                <a:lnTo>
                  <a:pt x="5863" y="3124"/>
                </a:lnTo>
                <a:lnTo>
                  <a:pt x="5863" y="3124"/>
                </a:lnTo>
                <a:lnTo>
                  <a:pt x="5948" y="3167"/>
                </a:lnTo>
                <a:lnTo>
                  <a:pt x="6012" y="3231"/>
                </a:lnTo>
                <a:lnTo>
                  <a:pt x="6055" y="3295"/>
                </a:lnTo>
                <a:lnTo>
                  <a:pt x="6077" y="3381"/>
                </a:lnTo>
                <a:lnTo>
                  <a:pt x="6077" y="3573"/>
                </a:lnTo>
                <a:lnTo>
                  <a:pt x="6077" y="3766"/>
                </a:lnTo>
                <a:lnTo>
                  <a:pt x="6077" y="3766"/>
                </a:lnTo>
                <a:close/>
                <a:moveTo>
                  <a:pt x="8473" y="5028"/>
                </a:moveTo>
                <a:lnTo>
                  <a:pt x="8473" y="5028"/>
                </a:lnTo>
                <a:lnTo>
                  <a:pt x="8451" y="5178"/>
                </a:lnTo>
                <a:lnTo>
                  <a:pt x="8409" y="5371"/>
                </a:lnTo>
                <a:lnTo>
                  <a:pt x="8387" y="5478"/>
                </a:lnTo>
                <a:lnTo>
                  <a:pt x="8345" y="5563"/>
                </a:lnTo>
                <a:lnTo>
                  <a:pt x="8280" y="5627"/>
                </a:lnTo>
                <a:lnTo>
                  <a:pt x="8216" y="5670"/>
                </a:lnTo>
                <a:lnTo>
                  <a:pt x="8216" y="5670"/>
                </a:lnTo>
                <a:lnTo>
                  <a:pt x="8173" y="5691"/>
                </a:lnTo>
                <a:lnTo>
                  <a:pt x="8109" y="5670"/>
                </a:lnTo>
                <a:lnTo>
                  <a:pt x="8045" y="5670"/>
                </a:lnTo>
                <a:lnTo>
                  <a:pt x="7981" y="5670"/>
                </a:lnTo>
                <a:lnTo>
                  <a:pt x="7981" y="5670"/>
                </a:lnTo>
                <a:lnTo>
                  <a:pt x="7917" y="5691"/>
                </a:lnTo>
                <a:lnTo>
                  <a:pt x="7874" y="5713"/>
                </a:lnTo>
                <a:lnTo>
                  <a:pt x="7831" y="5756"/>
                </a:lnTo>
                <a:lnTo>
                  <a:pt x="7767" y="5734"/>
                </a:lnTo>
                <a:lnTo>
                  <a:pt x="7767" y="5734"/>
                </a:lnTo>
                <a:lnTo>
                  <a:pt x="7745" y="5713"/>
                </a:lnTo>
                <a:lnTo>
                  <a:pt x="7745" y="5691"/>
                </a:lnTo>
                <a:lnTo>
                  <a:pt x="7745" y="5627"/>
                </a:lnTo>
                <a:lnTo>
                  <a:pt x="7788" y="5542"/>
                </a:lnTo>
                <a:lnTo>
                  <a:pt x="7831" y="5456"/>
                </a:lnTo>
                <a:lnTo>
                  <a:pt x="7959" y="5264"/>
                </a:lnTo>
                <a:lnTo>
                  <a:pt x="8002" y="5199"/>
                </a:lnTo>
                <a:lnTo>
                  <a:pt x="8024" y="5135"/>
                </a:lnTo>
                <a:lnTo>
                  <a:pt x="8024" y="5135"/>
                </a:lnTo>
                <a:lnTo>
                  <a:pt x="8024" y="5050"/>
                </a:lnTo>
                <a:lnTo>
                  <a:pt x="8002" y="5007"/>
                </a:lnTo>
                <a:lnTo>
                  <a:pt x="7959" y="4964"/>
                </a:lnTo>
                <a:lnTo>
                  <a:pt x="7895" y="4921"/>
                </a:lnTo>
                <a:lnTo>
                  <a:pt x="7895" y="4921"/>
                </a:lnTo>
                <a:lnTo>
                  <a:pt x="7831" y="4921"/>
                </a:lnTo>
                <a:lnTo>
                  <a:pt x="7788" y="4921"/>
                </a:lnTo>
                <a:lnTo>
                  <a:pt x="7724" y="4985"/>
                </a:lnTo>
                <a:lnTo>
                  <a:pt x="7681" y="5050"/>
                </a:lnTo>
                <a:lnTo>
                  <a:pt x="7638" y="5092"/>
                </a:lnTo>
                <a:lnTo>
                  <a:pt x="7638" y="5092"/>
                </a:lnTo>
                <a:lnTo>
                  <a:pt x="7574" y="5178"/>
                </a:lnTo>
                <a:lnTo>
                  <a:pt x="7553" y="5221"/>
                </a:lnTo>
                <a:lnTo>
                  <a:pt x="7510" y="5242"/>
                </a:lnTo>
                <a:lnTo>
                  <a:pt x="7510" y="5242"/>
                </a:lnTo>
                <a:lnTo>
                  <a:pt x="7531" y="5199"/>
                </a:lnTo>
                <a:lnTo>
                  <a:pt x="7574" y="5135"/>
                </a:lnTo>
                <a:lnTo>
                  <a:pt x="7660" y="5050"/>
                </a:lnTo>
                <a:lnTo>
                  <a:pt x="7660" y="5050"/>
                </a:lnTo>
                <a:lnTo>
                  <a:pt x="7917" y="4665"/>
                </a:lnTo>
                <a:lnTo>
                  <a:pt x="7917" y="4665"/>
                </a:lnTo>
                <a:lnTo>
                  <a:pt x="8024" y="4493"/>
                </a:lnTo>
                <a:lnTo>
                  <a:pt x="8066" y="4386"/>
                </a:lnTo>
                <a:lnTo>
                  <a:pt x="8045" y="4344"/>
                </a:lnTo>
                <a:lnTo>
                  <a:pt x="8045" y="4301"/>
                </a:lnTo>
                <a:lnTo>
                  <a:pt x="8045" y="4301"/>
                </a:lnTo>
                <a:lnTo>
                  <a:pt x="7981" y="4237"/>
                </a:lnTo>
                <a:lnTo>
                  <a:pt x="7917" y="4215"/>
                </a:lnTo>
                <a:lnTo>
                  <a:pt x="7831" y="4194"/>
                </a:lnTo>
                <a:lnTo>
                  <a:pt x="7810" y="4215"/>
                </a:lnTo>
                <a:lnTo>
                  <a:pt x="7788" y="4237"/>
                </a:lnTo>
                <a:lnTo>
                  <a:pt x="7788" y="4237"/>
                </a:lnTo>
                <a:lnTo>
                  <a:pt x="7852" y="4130"/>
                </a:lnTo>
                <a:lnTo>
                  <a:pt x="7938" y="4023"/>
                </a:lnTo>
                <a:lnTo>
                  <a:pt x="8002" y="3894"/>
                </a:lnTo>
                <a:lnTo>
                  <a:pt x="8024" y="3830"/>
                </a:lnTo>
                <a:lnTo>
                  <a:pt x="8024" y="3787"/>
                </a:lnTo>
                <a:lnTo>
                  <a:pt x="8024" y="3787"/>
                </a:lnTo>
                <a:lnTo>
                  <a:pt x="8002" y="3680"/>
                </a:lnTo>
                <a:lnTo>
                  <a:pt x="7981" y="3659"/>
                </a:lnTo>
                <a:lnTo>
                  <a:pt x="7938" y="3659"/>
                </a:lnTo>
                <a:lnTo>
                  <a:pt x="7874" y="3659"/>
                </a:lnTo>
                <a:lnTo>
                  <a:pt x="7788" y="3702"/>
                </a:lnTo>
                <a:lnTo>
                  <a:pt x="7617" y="3809"/>
                </a:lnTo>
                <a:lnTo>
                  <a:pt x="7489" y="3894"/>
                </a:lnTo>
                <a:lnTo>
                  <a:pt x="7489" y="3894"/>
                </a:lnTo>
                <a:lnTo>
                  <a:pt x="7467" y="3830"/>
                </a:lnTo>
                <a:lnTo>
                  <a:pt x="7467" y="3744"/>
                </a:lnTo>
                <a:lnTo>
                  <a:pt x="7510" y="3616"/>
                </a:lnTo>
                <a:lnTo>
                  <a:pt x="7596" y="3488"/>
                </a:lnTo>
                <a:lnTo>
                  <a:pt x="7703" y="3381"/>
                </a:lnTo>
                <a:lnTo>
                  <a:pt x="7703" y="3381"/>
                </a:lnTo>
                <a:lnTo>
                  <a:pt x="7767" y="3338"/>
                </a:lnTo>
                <a:lnTo>
                  <a:pt x="7831" y="3317"/>
                </a:lnTo>
                <a:lnTo>
                  <a:pt x="7895" y="3317"/>
                </a:lnTo>
                <a:lnTo>
                  <a:pt x="7981" y="3317"/>
                </a:lnTo>
                <a:lnTo>
                  <a:pt x="8045" y="3338"/>
                </a:lnTo>
                <a:lnTo>
                  <a:pt x="8109" y="3402"/>
                </a:lnTo>
                <a:lnTo>
                  <a:pt x="8152" y="3445"/>
                </a:lnTo>
                <a:lnTo>
                  <a:pt x="8216" y="3531"/>
                </a:lnTo>
                <a:lnTo>
                  <a:pt x="8216" y="3531"/>
                </a:lnTo>
                <a:lnTo>
                  <a:pt x="8280" y="3702"/>
                </a:lnTo>
                <a:lnTo>
                  <a:pt x="8345" y="3873"/>
                </a:lnTo>
                <a:lnTo>
                  <a:pt x="8387" y="4237"/>
                </a:lnTo>
                <a:lnTo>
                  <a:pt x="8387" y="4237"/>
                </a:lnTo>
                <a:lnTo>
                  <a:pt x="8473" y="4622"/>
                </a:lnTo>
                <a:lnTo>
                  <a:pt x="8473" y="4836"/>
                </a:lnTo>
                <a:lnTo>
                  <a:pt x="8473" y="5028"/>
                </a:lnTo>
                <a:lnTo>
                  <a:pt x="8473" y="5028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7"/>
          <p:cNvSpPr/>
          <p:nvPr/>
        </p:nvSpPr>
        <p:spPr>
          <a:xfrm>
            <a:off x="4938763" y="3379113"/>
            <a:ext cx="1118400" cy="10500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7"/>
          <p:cNvSpPr/>
          <p:nvPr/>
        </p:nvSpPr>
        <p:spPr>
          <a:xfrm>
            <a:off x="6335738" y="3379125"/>
            <a:ext cx="1118400" cy="10500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7"/>
          <p:cNvSpPr/>
          <p:nvPr/>
        </p:nvSpPr>
        <p:spPr>
          <a:xfrm>
            <a:off x="5223630" y="3632649"/>
            <a:ext cx="548680" cy="542929"/>
          </a:xfrm>
          <a:custGeom>
            <a:rect b="b" l="l" r="r" t="t"/>
            <a:pathLst>
              <a:path extrusionOk="0" h="8067" w="8901">
                <a:moveTo>
                  <a:pt x="3637" y="1306"/>
                </a:moveTo>
                <a:lnTo>
                  <a:pt x="3637" y="1327"/>
                </a:lnTo>
                <a:lnTo>
                  <a:pt x="3595" y="1306"/>
                </a:lnTo>
                <a:close/>
                <a:moveTo>
                  <a:pt x="2354" y="1306"/>
                </a:moveTo>
                <a:lnTo>
                  <a:pt x="2375" y="1349"/>
                </a:lnTo>
                <a:lnTo>
                  <a:pt x="2354" y="1370"/>
                </a:lnTo>
                <a:lnTo>
                  <a:pt x="2332" y="1327"/>
                </a:lnTo>
                <a:lnTo>
                  <a:pt x="2354" y="1306"/>
                </a:lnTo>
                <a:close/>
                <a:moveTo>
                  <a:pt x="4707" y="1135"/>
                </a:moveTo>
                <a:lnTo>
                  <a:pt x="4643" y="1177"/>
                </a:lnTo>
                <a:lnTo>
                  <a:pt x="4557" y="1220"/>
                </a:lnTo>
                <a:lnTo>
                  <a:pt x="4536" y="1263"/>
                </a:lnTo>
                <a:lnTo>
                  <a:pt x="4536" y="1284"/>
                </a:lnTo>
                <a:lnTo>
                  <a:pt x="4557" y="1327"/>
                </a:lnTo>
                <a:lnTo>
                  <a:pt x="4600" y="1349"/>
                </a:lnTo>
                <a:lnTo>
                  <a:pt x="4964" y="1413"/>
                </a:lnTo>
                <a:lnTo>
                  <a:pt x="5306" y="1456"/>
                </a:lnTo>
                <a:lnTo>
                  <a:pt x="6034" y="1456"/>
                </a:lnTo>
                <a:lnTo>
                  <a:pt x="6376" y="1477"/>
                </a:lnTo>
                <a:lnTo>
                  <a:pt x="6547" y="1456"/>
                </a:lnTo>
                <a:lnTo>
                  <a:pt x="6718" y="1434"/>
                </a:lnTo>
                <a:lnTo>
                  <a:pt x="6783" y="1413"/>
                </a:lnTo>
                <a:lnTo>
                  <a:pt x="6825" y="1370"/>
                </a:lnTo>
                <a:lnTo>
                  <a:pt x="6847" y="1327"/>
                </a:lnTo>
                <a:lnTo>
                  <a:pt x="6847" y="1284"/>
                </a:lnTo>
                <a:lnTo>
                  <a:pt x="6804" y="1263"/>
                </a:lnTo>
                <a:lnTo>
                  <a:pt x="6761" y="1220"/>
                </a:lnTo>
                <a:lnTo>
                  <a:pt x="6697" y="1199"/>
                </a:lnTo>
                <a:lnTo>
                  <a:pt x="5991" y="1199"/>
                </a:lnTo>
                <a:lnTo>
                  <a:pt x="5670" y="1220"/>
                </a:lnTo>
                <a:lnTo>
                  <a:pt x="5349" y="1199"/>
                </a:lnTo>
                <a:lnTo>
                  <a:pt x="5028" y="1156"/>
                </a:lnTo>
                <a:lnTo>
                  <a:pt x="4857" y="1135"/>
                </a:lnTo>
                <a:close/>
                <a:moveTo>
                  <a:pt x="2675" y="1284"/>
                </a:moveTo>
                <a:lnTo>
                  <a:pt x="2696" y="1306"/>
                </a:lnTo>
                <a:lnTo>
                  <a:pt x="2696" y="1391"/>
                </a:lnTo>
                <a:lnTo>
                  <a:pt x="2653" y="1498"/>
                </a:lnTo>
                <a:lnTo>
                  <a:pt x="2610" y="1520"/>
                </a:lnTo>
                <a:lnTo>
                  <a:pt x="2568" y="1520"/>
                </a:lnTo>
                <a:lnTo>
                  <a:pt x="2568" y="1477"/>
                </a:lnTo>
                <a:lnTo>
                  <a:pt x="2589" y="1413"/>
                </a:lnTo>
                <a:lnTo>
                  <a:pt x="2653" y="1306"/>
                </a:lnTo>
                <a:lnTo>
                  <a:pt x="2675" y="1284"/>
                </a:lnTo>
                <a:close/>
                <a:moveTo>
                  <a:pt x="3038" y="1284"/>
                </a:moveTo>
                <a:lnTo>
                  <a:pt x="3102" y="1306"/>
                </a:lnTo>
                <a:lnTo>
                  <a:pt x="3124" y="1370"/>
                </a:lnTo>
                <a:lnTo>
                  <a:pt x="3102" y="1434"/>
                </a:lnTo>
                <a:lnTo>
                  <a:pt x="3038" y="1541"/>
                </a:lnTo>
                <a:lnTo>
                  <a:pt x="2974" y="1627"/>
                </a:lnTo>
                <a:lnTo>
                  <a:pt x="2910" y="1669"/>
                </a:lnTo>
                <a:lnTo>
                  <a:pt x="2889" y="1627"/>
                </a:lnTo>
                <a:lnTo>
                  <a:pt x="2910" y="1541"/>
                </a:lnTo>
                <a:lnTo>
                  <a:pt x="2953" y="1391"/>
                </a:lnTo>
                <a:lnTo>
                  <a:pt x="2995" y="1306"/>
                </a:lnTo>
                <a:lnTo>
                  <a:pt x="3038" y="1284"/>
                </a:lnTo>
                <a:close/>
                <a:moveTo>
                  <a:pt x="4900" y="1648"/>
                </a:moveTo>
                <a:lnTo>
                  <a:pt x="4750" y="1669"/>
                </a:lnTo>
                <a:lnTo>
                  <a:pt x="4664" y="1712"/>
                </a:lnTo>
                <a:lnTo>
                  <a:pt x="4643" y="1755"/>
                </a:lnTo>
                <a:lnTo>
                  <a:pt x="4643" y="1776"/>
                </a:lnTo>
                <a:lnTo>
                  <a:pt x="4664" y="1841"/>
                </a:lnTo>
                <a:lnTo>
                  <a:pt x="4750" y="1905"/>
                </a:lnTo>
                <a:lnTo>
                  <a:pt x="4878" y="1948"/>
                </a:lnTo>
                <a:lnTo>
                  <a:pt x="6654" y="1948"/>
                </a:lnTo>
                <a:lnTo>
                  <a:pt x="6783" y="1926"/>
                </a:lnTo>
                <a:lnTo>
                  <a:pt x="6847" y="1905"/>
                </a:lnTo>
                <a:lnTo>
                  <a:pt x="6890" y="1862"/>
                </a:lnTo>
                <a:lnTo>
                  <a:pt x="6911" y="1819"/>
                </a:lnTo>
                <a:lnTo>
                  <a:pt x="6890" y="1776"/>
                </a:lnTo>
                <a:lnTo>
                  <a:pt x="6868" y="1734"/>
                </a:lnTo>
                <a:lnTo>
                  <a:pt x="6825" y="1712"/>
                </a:lnTo>
                <a:lnTo>
                  <a:pt x="6654" y="1691"/>
                </a:lnTo>
                <a:lnTo>
                  <a:pt x="6483" y="1669"/>
                </a:lnTo>
                <a:lnTo>
                  <a:pt x="6119" y="1669"/>
                </a:lnTo>
                <a:lnTo>
                  <a:pt x="5413" y="1691"/>
                </a:lnTo>
                <a:lnTo>
                  <a:pt x="5071" y="1669"/>
                </a:lnTo>
                <a:lnTo>
                  <a:pt x="4900" y="1648"/>
                </a:lnTo>
                <a:close/>
                <a:moveTo>
                  <a:pt x="3038" y="2119"/>
                </a:moveTo>
                <a:lnTo>
                  <a:pt x="3209" y="2140"/>
                </a:lnTo>
                <a:lnTo>
                  <a:pt x="3381" y="2140"/>
                </a:lnTo>
                <a:lnTo>
                  <a:pt x="3488" y="2162"/>
                </a:lnTo>
                <a:lnTo>
                  <a:pt x="3509" y="2162"/>
                </a:lnTo>
                <a:lnTo>
                  <a:pt x="3509" y="2183"/>
                </a:lnTo>
                <a:lnTo>
                  <a:pt x="3466" y="2204"/>
                </a:lnTo>
                <a:lnTo>
                  <a:pt x="3423" y="2226"/>
                </a:lnTo>
                <a:lnTo>
                  <a:pt x="3338" y="2226"/>
                </a:lnTo>
                <a:lnTo>
                  <a:pt x="3145" y="2204"/>
                </a:lnTo>
                <a:lnTo>
                  <a:pt x="2931" y="2204"/>
                </a:lnTo>
                <a:lnTo>
                  <a:pt x="2824" y="2183"/>
                </a:lnTo>
                <a:lnTo>
                  <a:pt x="2824" y="2162"/>
                </a:lnTo>
                <a:lnTo>
                  <a:pt x="2846" y="2140"/>
                </a:lnTo>
                <a:lnTo>
                  <a:pt x="2953" y="2119"/>
                </a:lnTo>
                <a:close/>
                <a:moveTo>
                  <a:pt x="2525" y="2097"/>
                </a:moveTo>
                <a:lnTo>
                  <a:pt x="2589" y="2119"/>
                </a:lnTo>
                <a:lnTo>
                  <a:pt x="2653" y="2140"/>
                </a:lnTo>
                <a:lnTo>
                  <a:pt x="2653" y="2162"/>
                </a:lnTo>
                <a:lnTo>
                  <a:pt x="2653" y="2204"/>
                </a:lnTo>
                <a:lnTo>
                  <a:pt x="2610" y="2226"/>
                </a:lnTo>
                <a:lnTo>
                  <a:pt x="2546" y="2247"/>
                </a:lnTo>
                <a:lnTo>
                  <a:pt x="2418" y="2247"/>
                </a:lnTo>
                <a:lnTo>
                  <a:pt x="2354" y="2226"/>
                </a:lnTo>
                <a:lnTo>
                  <a:pt x="2332" y="2204"/>
                </a:lnTo>
                <a:lnTo>
                  <a:pt x="2375" y="2162"/>
                </a:lnTo>
                <a:lnTo>
                  <a:pt x="2461" y="2097"/>
                </a:lnTo>
                <a:close/>
                <a:moveTo>
                  <a:pt x="6312" y="2140"/>
                </a:moveTo>
                <a:lnTo>
                  <a:pt x="5969" y="2162"/>
                </a:lnTo>
                <a:lnTo>
                  <a:pt x="5627" y="2204"/>
                </a:lnTo>
                <a:lnTo>
                  <a:pt x="4707" y="2204"/>
                </a:lnTo>
                <a:lnTo>
                  <a:pt x="4600" y="2226"/>
                </a:lnTo>
                <a:lnTo>
                  <a:pt x="4536" y="2226"/>
                </a:lnTo>
                <a:lnTo>
                  <a:pt x="4515" y="2269"/>
                </a:lnTo>
                <a:lnTo>
                  <a:pt x="4493" y="2311"/>
                </a:lnTo>
                <a:lnTo>
                  <a:pt x="4515" y="2354"/>
                </a:lnTo>
                <a:lnTo>
                  <a:pt x="4557" y="2397"/>
                </a:lnTo>
                <a:lnTo>
                  <a:pt x="4600" y="2418"/>
                </a:lnTo>
                <a:lnTo>
                  <a:pt x="4964" y="2461"/>
                </a:lnTo>
                <a:lnTo>
                  <a:pt x="5328" y="2483"/>
                </a:lnTo>
                <a:lnTo>
                  <a:pt x="5691" y="2461"/>
                </a:lnTo>
                <a:lnTo>
                  <a:pt x="6055" y="2440"/>
                </a:lnTo>
                <a:lnTo>
                  <a:pt x="6376" y="2440"/>
                </a:lnTo>
                <a:lnTo>
                  <a:pt x="6547" y="2418"/>
                </a:lnTo>
                <a:lnTo>
                  <a:pt x="6697" y="2397"/>
                </a:lnTo>
                <a:lnTo>
                  <a:pt x="6783" y="2354"/>
                </a:lnTo>
                <a:lnTo>
                  <a:pt x="6825" y="2311"/>
                </a:lnTo>
                <a:lnTo>
                  <a:pt x="6825" y="2290"/>
                </a:lnTo>
                <a:lnTo>
                  <a:pt x="6825" y="2247"/>
                </a:lnTo>
                <a:lnTo>
                  <a:pt x="6804" y="2226"/>
                </a:lnTo>
                <a:lnTo>
                  <a:pt x="6761" y="2204"/>
                </a:lnTo>
                <a:lnTo>
                  <a:pt x="6633" y="2162"/>
                </a:lnTo>
                <a:lnTo>
                  <a:pt x="6483" y="2140"/>
                </a:lnTo>
                <a:close/>
                <a:moveTo>
                  <a:pt x="3316" y="1006"/>
                </a:moveTo>
                <a:lnTo>
                  <a:pt x="3081" y="1028"/>
                </a:lnTo>
                <a:lnTo>
                  <a:pt x="2396" y="1028"/>
                </a:lnTo>
                <a:lnTo>
                  <a:pt x="2289" y="1049"/>
                </a:lnTo>
                <a:lnTo>
                  <a:pt x="2225" y="1092"/>
                </a:lnTo>
                <a:lnTo>
                  <a:pt x="2161" y="1156"/>
                </a:lnTo>
                <a:lnTo>
                  <a:pt x="2118" y="1220"/>
                </a:lnTo>
                <a:lnTo>
                  <a:pt x="2097" y="1306"/>
                </a:lnTo>
                <a:lnTo>
                  <a:pt x="2075" y="1456"/>
                </a:lnTo>
                <a:lnTo>
                  <a:pt x="2075" y="1798"/>
                </a:lnTo>
                <a:lnTo>
                  <a:pt x="2075" y="1948"/>
                </a:lnTo>
                <a:lnTo>
                  <a:pt x="2054" y="2162"/>
                </a:lnTo>
                <a:lnTo>
                  <a:pt x="2075" y="2247"/>
                </a:lnTo>
                <a:lnTo>
                  <a:pt x="2097" y="2333"/>
                </a:lnTo>
                <a:lnTo>
                  <a:pt x="2140" y="2418"/>
                </a:lnTo>
                <a:lnTo>
                  <a:pt x="2182" y="2461"/>
                </a:lnTo>
                <a:lnTo>
                  <a:pt x="2268" y="2483"/>
                </a:lnTo>
                <a:lnTo>
                  <a:pt x="2354" y="2504"/>
                </a:lnTo>
                <a:lnTo>
                  <a:pt x="2568" y="2504"/>
                </a:lnTo>
                <a:lnTo>
                  <a:pt x="2953" y="2461"/>
                </a:lnTo>
                <a:lnTo>
                  <a:pt x="3231" y="2461"/>
                </a:lnTo>
                <a:lnTo>
                  <a:pt x="3488" y="2483"/>
                </a:lnTo>
                <a:lnTo>
                  <a:pt x="3616" y="2504"/>
                </a:lnTo>
                <a:lnTo>
                  <a:pt x="3702" y="2525"/>
                </a:lnTo>
                <a:lnTo>
                  <a:pt x="3766" y="2504"/>
                </a:lnTo>
                <a:lnTo>
                  <a:pt x="3851" y="2440"/>
                </a:lnTo>
                <a:lnTo>
                  <a:pt x="3894" y="2333"/>
                </a:lnTo>
                <a:lnTo>
                  <a:pt x="3916" y="2226"/>
                </a:lnTo>
                <a:lnTo>
                  <a:pt x="3916" y="2119"/>
                </a:lnTo>
                <a:lnTo>
                  <a:pt x="3894" y="1883"/>
                </a:lnTo>
                <a:lnTo>
                  <a:pt x="3894" y="1669"/>
                </a:lnTo>
                <a:lnTo>
                  <a:pt x="3916" y="1498"/>
                </a:lnTo>
                <a:lnTo>
                  <a:pt x="3937" y="1306"/>
                </a:lnTo>
                <a:lnTo>
                  <a:pt x="3916" y="1220"/>
                </a:lnTo>
                <a:lnTo>
                  <a:pt x="3894" y="1135"/>
                </a:lnTo>
                <a:lnTo>
                  <a:pt x="3830" y="1070"/>
                </a:lnTo>
                <a:lnTo>
                  <a:pt x="3766" y="1028"/>
                </a:lnTo>
                <a:lnTo>
                  <a:pt x="3659" y="1006"/>
                </a:lnTo>
                <a:close/>
                <a:moveTo>
                  <a:pt x="2268" y="2889"/>
                </a:moveTo>
                <a:lnTo>
                  <a:pt x="2182" y="2910"/>
                </a:lnTo>
                <a:lnTo>
                  <a:pt x="2097" y="2953"/>
                </a:lnTo>
                <a:lnTo>
                  <a:pt x="2075" y="2975"/>
                </a:lnTo>
                <a:lnTo>
                  <a:pt x="2054" y="3017"/>
                </a:lnTo>
                <a:lnTo>
                  <a:pt x="2075" y="3039"/>
                </a:lnTo>
                <a:lnTo>
                  <a:pt x="2140" y="3060"/>
                </a:lnTo>
                <a:lnTo>
                  <a:pt x="2247" y="3103"/>
                </a:lnTo>
                <a:lnTo>
                  <a:pt x="2375" y="3124"/>
                </a:lnTo>
                <a:lnTo>
                  <a:pt x="2653" y="3146"/>
                </a:lnTo>
                <a:lnTo>
                  <a:pt x="3359" y="3146"/>
                </a:lnTo>
                <a:lnTo>
                  <a:pt x="3637" y="3124"/>
                </a:lnTo>
                <a:lnTo>
                  <a:pt x="3766" y="3103"/>
                </a:lnTo>
                <a:lnTo>
                  <a:pt x="3851" y="3060"/>
                </a:lnTo>
                <a:lnTo>
                  <a:pt x="3851" y="3039"/>
                </a:lnTo>
                <a:lnTo>
                  <a:pt x="3851" y="3017"/>
                </a:lnTo>
                <a:lnTo>
                  <a:pt x="3830" y="2975"/>
                </a:lnTo>
                <a:lnTo>
                  <a:pt x="3787" y="2932"/>
                </a:lnTo>
                <a:lnTo>
                  <a:pt x="3702" y="2910"/>
                </a:lnTo>
                <a:lnTo>
                  <a:pt x="3595" y="2910"/>
                </a:lnTo>
                <a:lnTo>
                  <a:pt x="3381" y="2932"/>
                </a:lnTo>
                <a:lnTo>
                  <a:pt x="2824" y="2889"/>
                </a:lnTo>
                <a:close/>
                <a:moveTo>
                  <a:pt x="6141" y="3060"/>
                </a:moveTo>
                <a:lnTo>
                  <a:pt x="6183" y="3082"/>
                </a:lnTo>
                <a:lnTo>
                  <a:pt x="6205" y="3103"/>
                </a:lnTo>
                <a:lnTo>
                  <a:pt x="6076" y="3210"/>
                </a:lnTo>
                <a:lnTo>
                  <a:pt x="5969" y="3317"/>
                </a:lnTo>
                <a:lnTo>
                  <a:pt x="5969" y="3231"/>
                </a:lnTo>
                <a:lnTo>
                  <a:pt x="5991" y="3146"/>
                </a:lnTo>
                <a:lnTo>
                  <a:pt x="6034" y="3103"/>
                </a:lnTo>
                <a:lnTo>
                  <a:pt x="6055" y="3082"/>
                </a:lnTo>
                <a:lnTo>
                  <a:pt x="6141" y="3060"/>
                </a:lnTo>
                <a:close/>
                <a:moveTo>
                  <a:pt x="5007" y="3039"/>
                </a:moveTo>
                <a:lnTo>
                  <a:pt x="5049" y="3060"/>
                </a:lnTo>
                <a:lnTo>
                  <a:pt x="5049" y="3103"/>
                </a:lnTo>
                <a:lnTo>
                  <a:pt x="5007" y="3231"/>
                </a:lnTo>
                <a:lnTo>
                  <a:pt x="4964" y="3317"/>
                </a:lnTo>
                <a:lnTo>
                  <a:pt x="4921" y="3360"/>
                </a:lnTo>
                <a:lnTo>
                  <a:pt x="4900" y="3317"/>
                </a:lnTo>
                <a:lnTo>
                  <a:pt x="4900" y="3210"/>
                </a:lnTo>
                <a:lnTo>
                  <a:pt x="4900" y="3103"/>
                </a:lnTo>
                <a:lnTo>
                  <a:pt x="4900" y="3060"/>
                </a:lnTo>
                <a:lnTo>
                  <a:pt x="4921" y="3060"/>
                </a:lnTo>
                <a:lnTo>
                  <a:pt x="4964" y="3039"/>
                </a:lnTo>
                <a:close/>
                <a:moveTo>
                  <a:pt x="5370" y="3017"/>
                </a:moveTo>
                <a:lnTo>
                  <a:pt x="5435" y="3039"/>
                </a:lnTo>
                <a:lnTo>
                  <a:pt x="5435" y="3082"/>
                </a:lnTo>
                <a:lnTo>
                  <a:pt x="5435" y="3124"/>
                </a:lnTo>
                <a:lnTo>
                  <a:pt x="5328" y="3231"/>
                </a:lnTo>
                <a:lnTo>
                  <a:pt x="5221" y="3360"/>
                </a:lnTo>
                <a:lnTo>
                  <a:pt x="5135" y="3445"/>
                </a:lnTo>
                <a:lnTo>
                  <a:pt x="5135" y="3403"/>
                </a:lnTo>
                <a:lnTo>
                  <a:pt x="5156" y="3403"/>
                </a:lnTo>
                <a:lnTo>
                  <a:pt x="5178" y="3317"/>
                </a:lnTo>
                <a:lnTo>
                  <a:pt x="5242" y="3146"/>
                </a:lnTo>
                <a:lnTo>
                  <a:pt x="5285" y="3082"/>
                </a:lnTo>
                <a:lnTo>
                  <a:pt x="5328" y="3039"/>
                </a:lnTo>
                <a:lnTo>
                  <a:pt x="5370" y="3017"/>
                </a:lnTo>
                <a:close/>
                <a:moveTo>
                  <a:pt x="3680" y="3317"/>
                </a:moveTo>
                <a:lnTo>
                  <a:pt x="3488" y="3338"/>
                </a:lnTo>
                <a:lnTo>
                  <a:pt x="2910" y="3360"/>
                </a:lnTo>
                <a:lnTo>
                  <a:pt x="2696" y="3360"/>
                </a:lnTo>
                <a:lnTo>
                  <a:pt x="2396" y="3381"/>
                </a:lnTo>
                <a:lnTo>
                  <a:pt x="2247" y="3403"/>
                </a:lnTo>
                <a:lnTo>
                  <a:pt x="2140" y="3445"/>
                </a:lnTo>
                <a:lnTo>
                  <a:pt x="2118" y="3467"/>
                </a:lnTo>
                <a:lnTo>
                  <a:pt x="2097" y="3488"/>
                </a:lnTo>
                <a:lnTo>
                  <a:pt x="2097" y="3531"/>
                </a:lnTo>
                <a:lnTo>
                  <a:pt x="2118" y="3574"/>
                </a:lnTo>
                <a:lnTo>
                  <a:pt x="2161" y="3595"/>
                </a:lnTo>
                <a:lnTo>
                  <a:pt x="2225" y="3617"/>
                </a:lnTo>
                <a:lnTo>
                  <a:pt x="2653" y="3617"/>
                </a:lnTo>
                <a:lnTo>
                  <a:pt x="3231" y="3595"/>
                </a:lnTo>
                <a:lnTo>
                  <a:pt x="3402" y="3595"/>
                </a:lnTo>
                <a:lnTo>
                  <a:pt x="3702" y="3552"/>
                </a:lnTo>
                <a:lnTo>
                  <a:pt x="3830" y="3510"/>
                </a:lnTo>
                <a:lnTo>
                  <a:pt x="3916" y="3467"/>
                </a:lnTo>
                <a:lnTo>
                  <a:pt x="3937" y="3445"/>
                </a:lnTo>
                <a:lnTo>
                  <a:pt x="3937" y="3403"/>
                </a:lnTo>
                <a:lnTo>
                  <a:pt x="3916" y="3381"/>
                </a:lnTo>
                <a:lnTo>
                  <a:pt x="3873" y="3338"/>
                </a:lnTo>
                <a:lnTo>
                  <a:pt x="3787" y="3317"/>
                </a:lnTo>
                <a:close/>
                <a:moveTo>
                  <a:pt x="6462" y="3017"/>
                </a:moveTo>
                <a:lnTo>
                  <a:pt x="6504" y="3039"/>
                </a:lnTo>
                <a:lnTo>
                  <a:pt x="6526" y="3082"/>
                </a:lnTo>
                <a:lnTo>
                  <a:pt x="6526" y="3146"/>
                </a:lnTo>
                <a:lnTo>
                  <a:pt x="6526" y="3274"/>
                </a:lnTo>
                <a:lnTo>
                  <a:pt x="6504" y="3360"/>
                </a:lnTo>
                <a:lnTo>
                  <a:pt x="6483" y="3445"/>
                </a:lnTo>
                <a:lnTo>
                  <a:pt x="6462" y="3531"/>
                </a:lnTo>
                <a:lnTo>
                  <a:pt x="6419" y="3595"/>
                </a:lnTo>
                <a:lnTo>
                  <a:pt x="6355" y="3638"/>
                </a:lnTo>
                <a:lnTo>
                  <a:pt x="6312" y="3681"/>
                </a:lnTo>
                <a:lnTo>
                  <a:pt x="6290" y="3681"/>
                </a:lnTo>
                <a:lnTo>
                  <a:pt x="6269" y="3617"/>
                </a:lnTo>
                <a:lnTo>
                  <a:pt x="6290" y="3531"/>
                </a:lnTo>
                <a:lnTo>
                  <a:pt x="6333" y="3424"/>
                </a:lnTo>
                <a:lnTo>
                  <a:pt x="6376" y="3317"/>
                </a:lnTo>
                <a:lnTo>
                  <a:pt x="6419" y="3060"/>
                </a:lnTo>
                <a:lnTo>
                  <a:pt x="6462" y="3017"/>
                </a:lnTo>
                <a:close/>
                <a:moveTo>
                  <a:pt x="5456" y="3274"/>
                </a:moveTo>
                <a:lnTo>
                  <a:pt x="5435" y="3360"/>
                </a:lnTo>
                <a:lnTo>
                  <a:pt x="5413" y="3424"/>
                </a:lnTo>
                <a:lnTo>
                  <a:pt x="5370" y="3510"/>
                </a:lnTo>
                <a:lnTo>
                  <a:pt x="5370" y="3595"/>
                </a:lnTo>
                <a:lnTo>
                  <a:pt x="5370" y="3659"/>
                </a:lnTo>
                <a:lnTo>
                  <a:pt x="5413" y="3723"/>
                </a:lnTo>
                <a:lnTo>
                  <a:pt x="5499" y="3745"/>
                </a:lnTo>
                <a:lnTo>
                  <a:pt x="5563" y="3702"/>
                </a:lnTo>
                <a:lnTo>
                  <a:pt x="5649" y="3766"/>
                </a:lnTo>
                <a:lnTo>
                  <a:pt x="5691" y="3809"/>
                </a:lnTo>
                <a:lnTo>
                  <a:pt x="5734" y="3852"/>
                </a:lnTo>
                <a:lnTo>
                  <a:pt x="5863" y="3809"/>
                </a:lnTo>
                <a:lnTo>
                  <a:pt x="5927" y="3809"/>
                </a:lnTo>
                <a:lnTo>
                  <a:pt x="5927" y="3830"/>
                </a:lnTo>
                <a:lnTo>
                  <a:pt x="5863" y="3873"/>
                </a:lnTo>
                <a:lnTo>
                  <a:pt x="5777" y="3895"/>
                </a:lnTo>
                <a:lnTo>
                  <a:pt x="5542" y="3937"/>
                </a:lnTo>
                <a:lnTo>
                  <a:pt x="5199" y="3937"/>
                </a:lnTo>
                <a:lnTo>
                  <a:pt x="5156" y="3916"/>
                </a:lnTo>
                <a:lnTo>
                  <a:pt x="5156" y="3852"/>
                </a:lnTo>
                <a:lnTo>
                  <a:pt x="5156" y="3788"/>
                </a:lnTo>
                <a:lnTo>
                  <a:pt x="5242" y="3574"/>
                </a:lnTo>
                <a:lnTo>
                  <a:pt x="5349" y="3381"/>
                </a:lnTo>
                <a:lnTo>
                  <a:pt x="5392" y="3317"/>
                </a:lnTo>
                <a:lnTo>
                  <a:pt x="5456" y="3274"/>
                </a:lnTo>
                <a:close/>
                <a:moveTo>
                  <a:pt x="3466" y="3809"/>
                </a:moveTo>
                <a:lnTo>
                  <a:pt x="3167" y="3830"/>
                </a:lnTo>
                <a:lnTo>
                  <a:pt x="2568" y="3852"/>
                </a:lnTo>
                <a:lnTo>
                  <a:pt x="2332" y="3852"/>
                </a:lnTo>
                <a:lnTo>
                  <a:pt x="2204" y="3873"/>
                </a:lnTo>
                <a:lnTo>
                  <a:pt x="2161" y="3895"/>
                </a:lnTo>
                <a:lnTo>
                  <a:pt x="2118" y="3916"/>
                </a:lnTo>
                <a:lnTo>
                  <a:pt x="2097" y="3980"/>
                </a:lnTo>
                <a:lnTo>
                  <a:pt x="2118" y="4023"/>
                </a:lnTo>
                <a:lnTo>
                  <a:pt x="2140" y="4066"/>
                </a:lnTo>
                <a:lnTo>
                  <a:pt x="2204" y="4087"/>
                </a:lnTo>
                <a:lnTo>
                  <a:pt x="2311" y="4109"/>
                </a:lnTo>
                <a:lnTo>
                  <a:pt x="2910" y="4109"/>
                </a:lnTo>
                <a:lnTo>
                  <a:pt x="3423" y="4087"/>
                </a:lnTo>
                <a:lnTo>
                  <a:pt x="3787" y="4087"/>
                </a:lnTo>
                <a:lnTo>
                  <a:pt x="3894" y="4044"/>
                </a:lnTo>
                <a:lnTo>
                  <a:pt x="3958" y="4002"/>
                </a:lnTo>
                <a:lnTo>
                  <a:pt x="3980" y="3959"/>
                </a:lnTo>
                <a:lnTo>
                  <a:pt x="3980" y="3916"/>
                </a:lnTo>
                <a:lnTo>
                  <a:pt x="3958" y="3873"/>
                </a:lnTo>
                <a:lnTo>
                  <a:pt x="3873" y="3830"/>
                </a:lnTo>
                <a:lnTo>
                  <a:pt x="3744" y="3809"/>
                </a:lnTo>
                <a:close/>
                <a:moveTo>
                  <a:pt x="5156" y="2761"/>
                </a:moveTo>
                <a:lnTo>
                  <a:pt x="4900" y="2782"/>
                </a:lnTo>
                <a:lnTo>
                  <a:pt x="4793" y="2825"/>
                </a:lnTo>
                <a:lnTo>
                  <a:pt x="4729" y="2868"/>
                </a:lnTo>
                <a:lnTo>
                  <a:pt x="4686" y="2910"/>
                </a:lnTo>
                <a:lnTo>
                  <a:pt x="4664" y="2953"/>
                </a:lnTo>
                <a:lnTo>
                  <a:pt x="4643" y="3082"/>
                </a:lnTo>
                <a:lnTo>
                  <a:pt x="4664" y="3338"/>
                </a:lnTo>
                <a:lnTo>
                  <a:pt x="4643" y="3595"/>
                </a:lnTo>
                <a:lnTo>
                  <a:pt x="4622" y="3745"/>
                </a:lnTo>
                <a:lnTo>
                  <a:pt x="4643" y="3852"/>
                </a:lnTo>
                <a:lnTo>
                  <a:pt x="4750" y="4023"/>
                </a:lnTo>
                <a:lnTo>
                  <a:pt x="4814" y="4087"/>
                </a:lnTo>
                <a:lnTo>
                  <a:pt x="4878" y="4130"/>
                </a:lnTo>
                <a:lnTo>
                  <a:pt x="4964" y="4173"/>
                </a:lnTo>
                <a:lnTo>
                  <a:pt x="5049" y="4173"/>
                </a:lnTo>
                <a:lnTo>
                  <a:pt x="5242" y="4194"/>
                </a:lnTo>
                <a:lnTo>
                  <a:pt x="5627" y="4151"/>
                </a:lnTo>
                <a:lnTo>
                  <a:pt x="6119" y="4130"/>
                </a:lnTo>
                <a:lnTo>
                  <a:pt x="6504" y="4130"/>
                </a:lnTo>
                <a:lnTo>
                  <a:pt x="6569" y="4109"/>
                </a:lnTo>
                <a:lnTo>
                  <a:pt x="6611" y="4087"/>
                </a:lnTo>
                <a:lnTo>
                  <a:pt x="6676" y="4023"/>
                </a:lnTo>
                <a:lnTo>
                  <a:pt x="6740" y="3937"/>
                </a:lnTo>
                <a:lnTo>
                  <a:pt x="6761" y="3830"/>
                </a:lnTo>
                <a:lnTo>
                  <a:pt x="6761" y="3702"/>
                </a:lnTo>
                <a:lnTo>
                  <a:pt x="6761" y="3467"/>
                </a:lnTo>
                <a:lnTo>
                  <a:pt x="6761" y="3274"/>
                </a:lnTo>
                <a:lnTo>
                  <a:pt x="6783" y="3082"/>
                </a:lnTo>
                <a:lnTo>
                  <a:pt x="6804" y="2932"/>
                </a:lnTo>
                <a:lnTo>
                  <a:pt x="6783" y="2868"/>
                </a:lnTo>
                <a:lnTo>
                  <a:pt x="6740" y="2825"/>
                </a:lnTo>
                <a:lnTo>
                  <a:pt x="6676" y="2782"/>
                </a:lnTo>
                <a:lnTo>
                  <a:pt x="5606" y="2782"/>
                </a:lnTo>
                <a:lnTo>
                  <a:pt x="5156" y="2761"/>
                </a:lnTo>
                <a:close/>
                <a:moveTo>
                  <a:pt x="7018" y="407"/>
                </a:moveTo>
                <a:lnTo>
                  <a:pt x="7253" y="450"/>
                </a:lnTo>
                <a:lnTo>
                  <a:pt x="7360" y="493"/>
                </a:lnTo>
                <a:lnTo>
                  <a:pt x="7446" y="557"/>
                </a:lnTo>
                <a:lnTo>
                  <a:pt x="7531" y="621"/>
                </a:lnTo>
                <a:lnTo>
                  <a:pt x="7617" y="685"/>
                </a:lnTo>
                <a:lnTo>
                  <a:pt x="7681" y="771"/>
                </a:lnTo>
                <a:lnTo>
                  <a:pt x="7724" y="856"/>
                </a:lnTo>
                <a:lnTo>
                  <a:pt x="7767" y="1049"/>
                </a:lnTo>
                <a:lnTo>
                  <a:pt x="7788" y="1263"/>
                </a:lnTo>
                <a:lnTo>
                  <a:pt x="7788" y="1456"/>
                </a:lnTo>
                <a:lnTo>
                  <a:pt x="7788" y="2504"/>
                </a:lnTo>
                <a:lnTo>
                  <a:pt x="7788" y="2932"/>
                </a:lnTo>
                <a:lnTo>
                  <a:pt x="7810" y="3403"/>
                </a:lnTo>
                <a:lnTo>
                  <a:pt x="7788" y="3638"/>
                </a:lnTo>
                <a:lnTo>
                  <a:pt x="7767" y="3852"/>
                </a:lnTo>
                <a:lnTo>
                  <a:pt x="7703" y="4066"/>
                </a:lnTo>
                <a:lnTo>
                  <a:pt x="7617" y="4258"/>
                </a:lnTo>
                <a:lnTo>
                  <a:pt x="7531" y="4365"/>
                </a:lnTo>
                <a:lnTo>
                  <a:pt x="7467" y="4430"/>
                </a:lnTo>
                <a:lnTo>
                  <a:pt x="7360" y="4515"/>
                </a:lnTo>
                <a:lnTo>
                  <a:pt x="7275" y="4558"/>
                </a:lnTo>
                <a:lnTo>
                  <a:pt x="7082" y="4622"/>
                </a:lnTo>
                <a:lnTo>
                  <a:pt x="6868" y="4665"/>
                </a:lnTo>
                <a:lnTo>
                  <a:pt x="6397" y="4665"/>
                </a:lnTo>
                <a:lnTo>
                  <a:pt x="5948" y="4622"/>
                </a:lnTo>
                <a:lnTo>
                  <a:pt x="4942" y="4579"/>
                </a:lnTo>
                <a:lnTo>
                  <a:pt x="3958" y="4537"/>
                </a:lnTo>
                <a:lnTo>
                  <a:pt x="3338" y="4494"/>
                </a:lnTo>
                <a:lnTo>
                  <a:pt x="3017" y="4494"/>
                </a:lnTo>
                <a:lnTo>
                  <a:pt x="2717" y="4515"/>
                </a:lnTo>
                <a:lnTo>
                  <a:pt x="2439" y="4537"/>
                </a:lnTo>
                <a:lnTo>
                  <a:pt x="2161" y="4537"/>
                </a:lnTo>
                <a:lnTo>
                  <a:pt x="1883" y="4515"/>
                </a:lnTo>
                <a:lnTo>
                  <a:pt x="1755" y="4494"/>
                </a:lnTo>
                <a:lnTo>
                  <a:pt x="1626" y="4451"/>
                </a:lnTo>
                <a:lnTo>
                  <a:pt x="1498" y="4387"/>
                </a:lnTo>
                <a:lnTo>
                  <a:pt x="1412" y="4301"/>
                </a:lnTo>
                <a:lnTo>
                  <a:pt x="1348" y="4194"/>
                </a:lnTo>
                <a:lnTo>
                  <a:pt x="1305" y="4066"/>
                </a:lnTo>
                <a:lnTo>
                  <a:pt x="1305" y="3916"/>
                </a:lnTo>
                <a:lnTo>
                  <a:pt x="1305" y="3788"/>
                </a:lnTo>
                <a:lnTo>
                  <a:pt x="1305" y="3510"/>
                </a:lnTo>
                <a:lnTo>
                  <a:pt x="1305" y="2910"/>
                </a:lnTo>
                <a:lnTo>
                  <a:pt x="1327" y="2333"/>
                </a:lnTo>
                <a:lnTo>
                  <a:pt x="1305" y="1905"/>
                </a:lnTo>
                <a:lnTo>
                  <a:pt x="1305" y="1648"/>
                </a:lnTo>
                <a:lnTo>
                  <a:pt x="1327" y="1370"/>
                </a:lnTo>
                <a:lnTo>
                  <a:pt x="1348" y="1113"/>
                </a:lnTo>
                <a:lnTo>
                  <a:pt x="1434" y="899"/>
                </a:lnTo>
                <a:lnTo>
                  <a:pt x="1476" y="792"/>
                </a:lnTo>
                <a:lnTo>
                  <a:pt x="1519" y="707"/>
                </a:lnTo>
                <a:lnTo>
                  <a:pt x="1605" y="664"/>
                </a:lnTo>
                <a:lnTo>
                  <a:pt x="1690" y="621"/>
                </a:lnTo>
                <a:lnTo>
                  <a:pt x="1926" y="536"/>
                </a:lnTo>
                <a:lnTo>
                  <a:pt x="2161" y="514"/>
                </a:lnTo>
                <a:lnTo>
                  <a:pt x="2418" y="493"/>
                </a:lnTo>
                <a:lnTo>
                  <a:pt x="3680" y="493"/>
                </a:lnTo>
                <a:lnTo>
                  <a:pt x="4750" y="471"/>
                </a:lnTo>
                <a:lnTo>
                  <a:pt x="5820" y="450"/>
                </a:lnTo>
                <a:lnTo>
                  <a:pt x="6269" y="429"/>
                </a:lnTo>
                <a:lnTo>
                  <a:pt x="6526" y="407"/>
                </a:lnTo>
                <a:close/>
                <a:moveTo>
                  <a:pt x="4343" y="1"/>
                </a:moveTo>
                <a:lnTo>
                  <a:pt x="3766" y="22"/>
                </a:lnTo>
                <a:lnTo>
                  <a:pt x="3167" y="43"/>
                </a:lnTo>
                <a:lnTo>
                  <a:pt x="1968" y="108"/>
                </a:lnTo>
                <a:lnTo>
                  <a:pt x="1712" y="108"/>
                </a:lnTo>
                <a:lnTo>
                  <a:pt x="1476" y="129"/>
                </a:lnTo>
                <a:lnTo>
                  <a:pt x="1348" y="172"/>
                </a:lnTo>
                <a:lnTo>
                  <a:pt x="1241" y="215"/>
                </a:lnTo>
                <a:lnTo>
                  <a:pt x="1134" y="279"/>
                </a:lnTo>
                <a:lnTo>
                  <a:pt x="1048" y="386"/>
                </a:lnTo>
                <a:lnTo>
                  <a:pt x="963" y="493"/>
                </a:lnTo>
                <a:lnTo>
                  <a:pt x="920" y="621"/>
                </a:lnTo>
                <a:lnTo>
                  <a:pt x="877" y="749"/>
                </a:lnTo>
                <a:lnTo>
                  <a:pt x="856" y="899"/>
                </a:lnTo>
                <a:lnTo>
                  <a:pt x="856" y="1199"/>
                </a:lnTo>
                <a:lnTo>
                  <a:pt x="835" y="1477"/>
                </a:lnTo>
                <a:lnTo>
                  <a:pt x="813" y="2183"/>
                </a:lnTo>
                <a:lnTo>
                  <a:pt x="813" y="2910"/>
                </a:lnTo>
                <a:lnTo>
                  <a:pt x="835" y="3659"/>
                </a:lnTo>
                <a:lnTo>
                  <a:pt x="899" y="4365"/>
                </a:lnTo>
                <a:lnTo>
                  <a:pt x="920" y="4494"/>
                </a:lnTo>
                <a:lnTo>
                  <a:pt x="963" y="4601"/>
                </a:lnTo>
                <a:lnTo>
                  <a:pt x="1027" y="4708"/>
                </a:lnTo>
                <a:lnTo>
                  <a:pt x="1113" y="4772"/>
                </a:lnTo>
                <a:lnTo>
                  <a:pt x="1198" y="4836"/>
                </a:lnTo>
                <a:lnTo>
                  <a:pt x="1305" y="4900"/>
                </a:lnTo>
                <a:lnTo>
                  <a:pt x="1412" y="4922"/>
                </a:lnTo>
                <a:lnTo>
                  <a:pt x="1541" y="4964"/>
                </a:lnTo>
                <a:lnTo>
                  <a:pt x="1776" y="4986"/>
                </a:lnTo>
                <a:lnTo>
                  <a:pt x="2033" y="4986"/>
                </a:lnTo>
                <a:lnTo>
                  <a:pt x="2503" y="4943"/>
                </a:lnTo>
                <a:lnTo>
                  <a:pt x="2782" y="4922"/>
                </a:lnTo>
                <a:lnTo>
                  <a:pt x="3081" y="4922"/>
                </a:lnTo>
                <a:lnTo>
                  <a:pt x="3659" y="4943"/>
                </a:lnTo>
                <a:lnTo>
                  <a:pt x="4793" y="5007"/>
                </a:lnTo>
                <a:lnTo>
                  <a:pt x="5392" y="5029"/>
                </a:lnTo>
                <a:lnTo>
                  <a:pt x="5991" y="5050"/>
                </a:lnTo>
                <a:lnTo>
                  <a:pt x="6633" y="5114"/>
                </a:lnTo>
                <a:lnTo>
                  <a:pt x="6954" y="5114"/>
                </a:lnTo>
                <a:lnTo>
                  <a:pt x="7125" y="5093"/>
                </a:lnTo>
                <a:lnTo>
                  <a:pt x="7275" y="5071"/>
                </a:lnTo>
                <a:lnTo>
                  <a:pt x="7424" y="5029"/>
                </a:lnTo>
                <a:lnTo>
                  <a:pt x="7553" y="4964"/>
                </a:lnTo>
                <a:lnTo>
                  <a:pt x="7660" y="4922"/>
                </a:lnTo>
                <a:lnTo>
                  <a:pt x="7767" y="4836"/>
                </a:lnTo>
                <a:lnTo>
                  <a:pt x="7852" y="4750"/>
                </a:lnTo>
                <a:lnTo>
                  <a:pt x="7917" y="4665"/>
                </a:lnTo>
                <a:lnTo>
                  <a:pt x="7981" y="4558"/>
                </a:lnTo>
                <a:lnTo>
                  <a:pt x="8045" y="4451"/>
                </a:lnTo>
                <a:lnTo>
                  <a:pt x="8130" y="4237"/>
                </a:lnTo>
                <a:lnTo>
                  <a:pt x="8173" y="3980"/>
                </a:lnTo>
                <a:lnTo>
                  <a:pt x="8195" y="3723"/>
                </a:lnTo>
                <a:lnTo>
                  <a:pt x="8195" y="3445"/>
                </a:lnTo>
                <a:lnTo>
                  <a:pt x="8216" y="2354"/>
                </a:lnTo>
                <a:lnTo>
                  <a:pt x="8216" y="1798"/>
                </a:lnTo>
                <a:lnTo>
                  <a:pt x="8216" y="1242"/>
                </a:lnTo>
                <a:lnTo>
                  <a:pt x="8195" y="985"/>
                </a:lnTo>
                <a:lnTo>
                  <a:pt x="8152" y="728"/>
                </a:lnTo>
                <a:lnTo>
                  <a:pt x="8109" y="578"/>
                </a:lnTo>
                <a:lnTo>
                  <a:pt x="8066" y="450"/>
                </a:lnTo>
                <a:lnTo>
                  <a:pt x="8002" y="343"/>
                </a:lnTo>
                <a:lnTo>
                  <a:pt x="7917" y="236"/>
                </a:lnTo>
                <a:lnTo>
                  <a:pt x="7810" y="150"/>
                </a:lnTo>
                <a:lnTo>
                  <a:pt x="7703" y="86"/>
                </a:lnTo>
                <a:lnTo>
                  <a:pt x="7596" y="43"/>
                </a:lnTo>
                <a:lnTo>
                  <a:pt x="7467" y="22"/>
                </a:lnTo>
                <a:lnTo>
                  <a:pt x="7189" y="1"/>
                </a:lnTo>
                <a:lnTo>
                  <a:pt x="6932" y="1"/>
                </a:lnTo>
                <a:lnTo>
                  <a:pt x="6312" y="22"/>
                </a:lnTo>
                <a:lnTo>
                  <a:pt x="5670" y="43"/>
                </a:lnTo>
                <a:lnTo>
                  <a:pt x="5349" y="43"/>
                </a:lnTo>
                <a:lnTo>
                  <a:pt x="5007" y="22"/>
                </a:lnTo>
                <a:lnTo>
                  <a:pt x="4686" y="1"/>
                </a:lnTo>
                <a:close/>
                <a:moveTo>
                  <a:pt x="4942" y="6526"/>
                </a:moveTo>
                <a:lnTo>
                  <a:pt x="4985" y="6548"/>
                </a:lnTo>
                <a:lnTo>
                  <a:pt x="5028" y="6591"/>
                </a:lnTo>
                <a:lnTo>
                  <a:pt x="5049" y="6655"/>
                </a:lnTo>
                <a:lnTo>
                  <a:pt x="5049" y="6740"/>
                </a:lnTo>
                <a:lnTo>
                  <a:pt x="5028" y="6804"/>
                </a:lnTo>
                <a:lnTo>
                  <a:pt x="5007" y="6826"/>
                </a:lnTo>
                <a:lnTo>
                  <a:pt x="4729" y="6826"/>
                </a:lnTo>
                <a:lnTo>
                  <a:pt x="4472" y="6804"/>
                </a:lnTo>
                <a:lnTo>
                  <a:pt x="3980" y="6783"/>
                </a:lnTo>
                <a:lnTo>
                  <a:pt x="3916" y="6762"/>
                </a:lnTo>
                <a:lnTo>
                  <a:pt x="3851" y="6740"/>
                </a:lnTo>
                <a:lnTo>
                  <a:pt x="3809" y="6719"/>
                </a:lnTo>
                <a:lnTo>
                  <a:pt x="3787" y="6697"/>
                </a:lnTo>
                <a:lnTo>
                  <a:pt x="3787" y="6655"/>
                </a:lnTo>
                <a:lnTo>
                  <a:pt x="3809" y="6612"/>
                </a:lnTo>
                <a:lnTo>
                  <a:pt x="3873" y="6591"/>
                </a:lnTo>
                <a:lnTo>
                  <a:pt x="3937" y="6548"/>
                </a:lnTo>
                <a:lnTo>
                  <a:pt x="4108" y="6526"/>
                </a:lnTo>
                <a:close/>
                <a:moveTo>
                  <a:pt x="3980" y="6141"/>
                </a:moveTo>
                <a:lnTo>
                  <a:pt x="3809" y="6184"/>
                </a:lnTo>
                <a:lnTo>
                  <a:pt x="3637" y="6227"/>
                </a:lnTo>
                <a:lnTo>
                  <a:pt x="3573" y="6270"/>
                </a:lnTo>
                <a:lnTo>
                  <a:pt x="3530" y="6312"/>
                </a:lnTo>
                <a:lnTo>
                  <a:pt x="3445" y="6441"/>
                </a:lnTo>
                <a:lnTo>
                  <a:pt x="3402" y="6612"/>
                </a:lnTo>
                <a:lnTo>
                  <a:pt x="3402" y="6783"/>
                </a:lnTo>
                <a:lnTo>
                  <a:pt x="3423" y="6847"/>
                </a:lnTo>
                <a:lnTo>
                  <a:pt x="3445" y="6911"/>
                </a:lnTo>
                <a:lnTo>
                  <a:pt x="3488" y="6976"/>
                </a:lnTo>
                <a:lnTo>
                  <a:pt x="3552" y="7018"/>
                </a:lnTo>
                <a:lnTo>
                  <a:pt x="3680" y="7061"/>
                </a:lnTo>
                <a:lnTo>
                  <a:pt x="3851" y="7083"/>
                </a:lnTo>
                <a:lnTo>
                  <a:pt x="4044" y="7104"/>
                </a:lnTo>
                <a:lnTo>
                  <a:pt x="4408" y="7061"/>
                </a:lnTo>
                <a:lnTo>
                  <a:pt x="4707" y="7040"/>
                </a:lnTo>
                <a:lnTo>
                  <a:pt x="5049" y="7061"/>
                </a:lnTo>
                <a:lnTo>
                  <a:pt x="5221" y="7040"/>
                </a:lnTo>
                <a:lnTo>
                  <a:pt x="5306" y="7018"/>
                </a:lnTo>
                <a:lnTo>
                  <a:pt x="5349" y="6976"/>
                </a:lnTo>
                <a:lnTo>
                  <a:pt x="5392" y="6911"/>
                </a:lnTo>
                <a:lnTo>
                  <a:pt x="5392" y="6847"/>
                </a:lnTo>
                <a:lnTo>
                  <a:pt x="5392" y="6655"/>
                </a:lnTo>
                <a:lnTo>
                  <a:pt x="5349" y="6484"/>
                </a:lnTo>
                <a:lnTo>
                  <a:pt x="5306" y="6355"/>
                </a:lnTo>
                <a:lnTo>
                  <a:pt x="5263" y="6291"/>
                </a:lnTo>
                <a:lnTo>
                  <a:pt x="5199" y="6248"/>
                </a:lnTo>
                <a:lnTo>
                  <a:pt x="5156" y="6205"/>
                </a:lnTo>
                <a:lnTo>
                  <a:pt x="5092" y="6184"/>
                </a:lnTo>
                <a:lnTo>
                  <a:pt x="4814" y="6184"/>
                </a:lnTo>
                <a:lnTo>
                  <a:pt x="4472" y="6141"/>
                </a:lnTo>
                <a:close/>
                <a:moveTo>
                  <a:pt x="3188" y="5564"/>
                </a:moveTo>
                <a:lnTo>
                  <a:pt x="4001" y="5585"/>
                </a:lnTo>
                <a:lnTo>
                  <a:pt x="4472" y="5606"/>
                </a:lnTo>
                <a:lnTo>
                  <a:pt x="5413" y="5606"/>
                </a:lnTo>
                <a:lnTo>
                  <a:pt x="5863" y="5628"/>
                </a:lnTo>
                <a:lnTo>
                  <a:pt x="6397" y="5670"/>
                </a:lnTo>
                <a:lnTo>
                  <a:pt x="6932" y="5713"/>
                </a:lnTo>
                <a:lnTo>
                  <a:pt x="7360" y="5692"/>
                </a:lnTo>
                <a:lnTo>
                  <a:pt x="7574" y="5713"/>
                </a:lnTo>
                <a:lnTo>
                  <a:pt x="7681" y="5756"/>
                </a:lnTo>
                <a:lnTo>
                  <a:pt x="7767" y="5799"/>
                </a:lnTo>
                <a:lnTo>
                  <a:pt x="7852" y="5884"/>
                </a:lnTo>
                <a:lnTo>
                  <a:pt x="7981" y="6056"/>
                </a:lnTo>
                <a:lnTo>
                  <a:pt x="8088" y="6291"/>
                </a:lnTo>
                <a:lnTo>
                  <a:pt x="8216" y="6548"/>
                </a:lnTo>
                <a:lnTo>
                  <a:pt x="8323" y="6804"/>
                </a:lnTo>
                <a:lnTo>
                  <a:pt x="8387" y="7018"/>
                </a:lnTo>
                <a:lnTo>
                  <a:pt x="8409" y="7190"/>
                </a:lnTo>
                <a:lnTo>
                  <a:pt x="8387" y="7232"/>
                </a:lnTo>
                <a:lnTo>
                  <a:pt x="8366" y="7254"/>
                </a:lnTo>
                <a:lnTo>
                  <a:pt x="8130" y="7318"/>
                </a:lnTo>
                <a:lnTo>
                  <a:pt x="7874" y="7361"/>
                </a:lnTo>
                <a:lnTo>
                  <a:pt x="7638" y="7382"/>
                </a:lnTo>
                <a:lnTo>
                  <a:pt x="7382" y="7361"/>
                </a:lnTo>
                <a:lnTo>
                  <a:pt x="6890" y="7339"/>
                </a:lnTo>
                <a:lnTo>
                  <a:pt x="6419" y="7275"/>
                </a:lnTo>
                <a:lnTo>
                  <a:pt x="5927" y="7232"/>
                </a:lnTo>
                <a:lnTo>
                  <a:pt x="5435" y="7211"/>
                </a:lnTo>
                <a:lnTo>
                  <a:pt x="4942" y="7190"/>
                </a:lnTo>
                <a:lnTo>
                  <a:pt x="4450" y="7211"/>
                </a:lnTo>
                <a:lnTo>
                  <a:pt x="3916" y="7232"/>
                </a:lnTo>
                <a:lnTo>
                  <a:pt x="3402" y="7254"/>
                </a:lnTo>
                <a:lnTo>
                  <a:pt x="3167" y="7254"/>
                </a:lnTo>
                <a:lnTo>
                  <a:pt x="2953" y="7232"/>
                </a:lnTo>
                <a:lnTo>
                  <a:pt x="2717" y="7211"/>
                </a:lnTo>
                <a:lnTo>
                  <a:pt x="2503" y="7211"/>
                </a:lnTo>
                <a:lnTo>
                  <a:pt x="1626" y="7254"/>
                </a:lnTo>
                <a:lnTo>
                  <a:pt x="1134" y="7275"/>
                </a:lnTo>
                <a:lnTo>
                  <a:pt x="770" y="7275"/>
                </a:lnTo>
                <a:lnTo>
                  <a:pt x="663" y="7232"/>
                </a:lnTo>
                <a:lnTo>
                  <a:pt x="599" y="7190"/>
                </a:lnTo>
                <a:lnTo>
                  <a:pt x="556" y="7147"/>
                </a:lnTo>
                <a:lnTo>
                  <a:pt x="514" y="7083"/>
                </a:lnTo>
                <a:lnTo>
                  <a:pt x="514" y="7018"/>
                </a:lnTo>
                <a:lnTo>
                  <a:pt x="535" y="6847"/>
                </a:lnTo>
                <a:lnTo>
                  <a:pt x="599" y="6655"/>
                </a:lnTo>
                <a:lnTo>
                  <a:pt x="706" y="6484"/>
                </a:lnTo>
                <a:lnTo>
                  <a:pt x="792" y="6291"/>
                </a:lnTo>
                <a:lnTo>
                  <a:pt x="984" y="6034"/>
                </a:lnTo>
                <a:lnTo>
                  <a:pt x="1155" y="5799"/>
                </a:lnTo>
                <a:lnTo>
                  <a:pt x="1241" y="5692"/>
                </a:lnTo>
                <a:lnTo>
                  <a:pt x="1305" y="5649"/>
                </a:lnTo>
                <a:lnTo>
                  <a:pt x="1391" y="5628"/>
                </a:lnTo>
                <a:lnTo>
                  <a:pt x="1626" y="5585"/>
                </a:lnTo>
                <a:lnTo>
                  <a:pt x="2354" y="5585"/>
                </a:lnTo>
                <a:lnTo>
                  <a:pt x="2782" y="5564"/>
                </a:lnTo>
                <a:close/>
                <a:moveTo>
                  <a:pt x="2140" y="5029"/>
                </a:moveTo>
                <a:lnTo>
                  <a:pt x="1883" y="5050"/>
                </a:lnTo>
                <a:lnTo>
                  <a:pt x="1626" y="5093"/>
                </a:lnTo>
                <a:lnTo>
                  <a:pt x="1391" y="5157"/>
                </a:lnTo>
                <a:lnTo>
                  <a:pt x="1262" y="5200"/>
                </a:lnTo>
                <a:lnTo>
                  <a:pt x="1155" y="5264"/>
                </a:lnTo>
                <a:lnTo>
                  <a:pt x="1070" y="5307"/>
                </a:lnTo>
                <a:lnTo>
                  <a:pt x="984" y="5392"/>
                </a:lnTo>
                <a:lnTo>
                  <a:pt x="856" y="5564"/>
                </a:lnTo>
                <a:lnTo>
                  <a:pt x="728" y="5756"/>
                </a:lnTo>
                <a:lnTo>
                  <a:pt x="407" y="6205"/>
                </a:lnTo>
                <a:lnTo>
                  <a:pt x="257" y="6441"/>
                </a:lnTo>
                <a:lnTo>
                  <a:pt x="150" y="6697"/>
                </a:lnTo>
                <a:lnTo>
                  <a:pt x="64" y="6911"/>
                </a:lnTo>
                <a:lnTo>
                  <a:pt x="21" y="7125"/>
                </a:lnTo>
                <a:lnTo>
                  <a:pt x="0" y="7361"/>
                </a:lnTo>
                <a:lnTo>
                  <a:pt x="0" y="7575"/>
                </a:lnTo>
                <a:lnTo>
                  <a:pt x="43" y="7703"/>
                </a:lnTo>
                <a:lnTo>
                  <a:pt x="86" y="7810"/>
                </a:lnTo>
                <a:lnTo>
                  <a:pt x="171" y="7874"/>
                </a:lnTo>
                <a:lnTo>
                  <a:pt x="257" y="7917"/>
                </a:lnTo>
                <a:lnTo>
                  <a:pt x="342" y="7938"/>
                </a:lnTo>
                <a:lnTo>
                  <a:pt x="471" y="7960"/>
                </a:lnTo>
                <a:lnTo>
                  <a:pt x="706" y="8003"/>
                </a:lnTo>
                <a:lnTo>
                  <a:pt x="963" y="8024"/>
                </a:lnTo>
                <a:lnTo>
                  <a:pt x="1220" y="8045"/>
                </a:lnTo>
                <a:lnTo>
                  <a:pt x="1755" y="8024"/>
                </a:lnTo>
                <a:lnTo>
                  <a:pt x="2268" y="8003"/>
                </a:lnTo>
                <a:lnTo>
                  <a:pt x="2525" y="7981"/>
                </a:lnTo>
                <a:lnTo>
                  <a:pt x="2782" y="7981"/>
                </a:lnTo>
                <a:lnTo>
                  <a:pt x="3316" y="8024"/>
                </a:lnTo>
                <a:lnTo>
                  <a:pt x="3573" y="8045"/>
                </a:lnTo>
                <a:lnTo>
                  <a:pt x="3830" y="8045"/>
                </a:lnTo>
                <a:lnTo>
                  <a:pt x="4429" y="8024"/>
                </a:lnTo>
                <a:lnTo>
                  <a:pt x="6248" y="8024"/>
                </a:lnTo>
                <a:lnTo>
                  <a:pt x="6569" y="8045"/>
                </a:lnTo>
                <a:lnTo>
                  <a:pt x="7788" y="8045"/>
                </a:lnTo>
                <a:lnTo>
                  <a:pt x="8130" y="8067"/>
                </a:lnTo>
                <a:lnTo>
                  <a:pt x="8280" y="8045"/>
                </a:lnTo>
                <a:lnTo>
                  <a:pt x="8451" y="8024"/>
                </a:lnTo>
                <a:lnTo>
                  <a:pt x="8580" y="7981"/>
                </a:lnTo>
                <a:lnTo>
                  <a:pt x="8708" y="7896"/>
                </a:lnTo>
                <a:lnTo>
                  <a:pt x="8772" y="7810"/>
                </a:lnTo>
                <a:lnTo>
                  <a:pt x="8837" y="7703"/>
                </a:lnTo>
                <a:lnTo>
                  <a:pt x="8858" y="7575"/>
                </a:lnTo>
                <a:lnTo>
                  <a:pt x="8879" y="7446"/>
                </a:lnTo>
                <a:lnTo>
                  <a:pt x="8901" y="7318"/>
                </a:lnTo>
                <a:lnTo>
                  <a:pt x="8879" y="7190"/>
                </a:lnTo>
                <a:lnTo>
                  <a:pt x="8858" y="7061"/>
                </a:lnTo>
                <a:lnTo>
                  <a:pt x="8837" y="6954"/>
                </a:lnTo>
                <a:lnTo>
                  <a:pt x="8665" y="6505"/>
                </a:lnTo>
                <a:lnTo>
                  <a:pt x="8558" y="6270"/>
                </a:lnTo>
                <a:lnTo>
                  <a:pt x="8451" y="6056"/>
                </a:lnTo>
                <a:lnTo>
                  <a:pt x="8259" y="5692"/>
                </a:lnTo>
                <a:lnTo>
                  <a:pt x="8152" y="5499"/>
                </a:lnTo>
                <a:lnTo>
                  <a:pt x="8088" y="5435"/>
                </a:lnTo>
                <a:lnTo>
                  <a:pt x="8002" y="5371"/>
                </a:lnTo>
                <a:lnTo>
                  <a:pt x="7895" y="5307"/>
                </a:lnTo>
                <a:lnTo>
                  <a:pt x="7767" y="5264"/>
                </a:lnTo>
                <a:lnTo>
                  <a:pt x="7638" y="5264"/>
                </a:lnTo>
                <a:lnTo>
                  <a:pt x="7489" y="5243"/>
                </a:lnTo>
                <a:lnTo>
                  <a:pt x="6954" y="5243"/>
                </a:lnTo>
                <a:lnTo>
                  <a:pt x="6333" y="5221"/>
                </a:lnTo>
                <a:lnTo>
                  <a:pt x="5691" y="5178"/>
                </a:lnTo>
                <a:lnTo>
                  <a:pt x="4557" y="5136"/>
                </a:lnTo>
                <a:lnTo>
                  <a:pt x="3423" y="5071"/>
                </a:lnTo>
                <a:lnTo>
                  <a:pt x="2931" y="5050"/>
                </a:lnTo>
                <a:lnTo>
                  <a:pt x="2396" y="5029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7"/>
          <p:cNvSpPr/>
          <p:nvPr/>
        </p:nvSpPr>
        <p:spPr>
          <a:xfrm>
            <a:off x="6731911" y="3685915"/>
            <a:ext cx="326044" cy="437745"/>
          </a:xfrm>
          <a:custGeom>
            <a:rect b="b" l="l" r="r" t="t"/>
            <a:pathLst>
              <a:path extrusionOk="0" h="8859" w="5308">
                <a:moveTo>
                  <a:pt x="4152" y="942"/>
                </a:moveTo>
                <a:lnTo>
                  <a:pt x="4237" y="964"/>
                </a:lnTo>
                <a:lnTo>
                  <a:pt x="4344" y="985"/>
                </a:lnTo>
                <a:lnTo>
                  <a:pt x="4366" y="1071"/>
                </a:lnTo>
                <a:lnTo>
                  <a:pt x="4387" y="1156"/>
                </a:lnTo>
                <a:lnTo>
                  <a:pt x="4408" y="1242"/>
                </a:lnTo>
                <a:lnTo>
                  <a:pt x="4387" y="1413"/>
                </a:lnTo>
                <a:lnTo>
                  <a:pt x="4387" y="2376"/>
                </a:lnTo>
                <a:lnTo>
                  <a:pt x="4408" y="2804"/>
                </a:lnTo>
                <a:lnTo>
                  <a:pt x="4451" y="3232"/>
                </a:lnTo>
                <a:lnTo>
                  <a:pt x="4494" y="3660"/>
                </a:lnTo>
                <a:lnTo>
                  <a:pt x="4494" y="3874"/>
                </a:lnTo>
                <a:lnTo>
                  <a:pt x="4473" y="4088"/>
                </a:lnTo>
                <a:lnTo>
                  <a:pt x="4430" y="4601"/>
                </a:lnTo>
                <a:lnTo>
                  <a:pt x="4430" y="5136"/>
                </a:lnTo>
                <a:lnTo>
                  <a:pt x="4408" y="5649"/>
                </a:lnTo>
                <a:lnTo>
                  <a:pt x="4387" y="6184"/>
                </a:lnTo>
                <a:lnTo>
                  <a:pt x="4366" y="6291"/>
                </a:lnTo>
                <a:lnTo>
                  <a:pt x="4344" y="6377"/>
                </a:lnTo>
                <a:lnTo>
                  <a:pt x="4280" y="6462"/>
                </a:lnTo>
                <a:lnTo>
                  <a:pt x="4194" y="6527"/>
                </a:lnTo>
                <a:lnTo>
                  <a:pt x="4087" y="6569"/>
                </a:lnTo>
                <a:lnTo>
                  <a:pt x="4002" y="6591"/>
                </a:lnTo>
                <a:lnTo>
                  <a:pt x="3274" y="6591"/>
                </a:lnTo>
                <a:lnTo>
                  <a:pt x="2761" y="6612"/>
                </a:lnTo>
                <a:lnTo>
                  <a:pt x="1884" y="6655"/>
                </a:lnTo>
                <a:lnTo>
                  <a:pt x="1456" y="6698"/>
                </a:lnTo>
                <a:lnTo>
                  <a:pt x="1349" y="6676"/>
                </a:lnTo>
                <a:lnTo>
                  <a:pt x="1242" y="6676"/>
                </a:lnTo>
                <a:lnTo>
                  <a:pt x="1156" y="6655"/>
                </a:lnTo>
                <a:lnTo>
                  <a:pt x="1071" y="6591"/>
                </a:lnTo>
                <a:lnTo>
                  <a:pt x="985" y="6527"/>
                </a:lnTo>
                <a:lnTo>
                  <a:pt x="921" y="6420"/>
                </a:lnTo>
                <a:lnTo>
                  <a:pt x="878" y="6313"/>
                </a:lnTo>
                <a:lnTo>
                  <a:pt x="857" y="6206"/>
                </a:lnTo>
                <a:lnTo>
                  <a:pt x="835" y="5949"/>
                </a:lnTo>
                <a:lnTo>
                  <a:pt x="835" y="5735"/>
                </a:lnTo>
                <a:lnTo>
                  <a:pt x="814" y="5371"/>
                </a:lnTo>
                <a:lnTo>
                  <a:pt x="814" y="5008"/>
                </a:lnTo>
                <a:lnTo>
                  <a:pt x="793" y="4408"/>
                </a:lnTo>
                <a:lnTo>
                  <a:pt x="814" y="3788"/>
                </a:lnTo>
                <a:lnTo>
                  <a:pt x="814" y="3168"/>
                </a:lnTo>
                <a:lnTo>
                  <a:pt x="814" y="2547"/>
                </a:lnTo>
                <a:lnTo>
                  <a:pt x="835" y="2354"/>
                </a:lnTo>
                <a:lnTo>
                  <a:pt x="857" y="2183"/>
                </a:lnTo>
                <a:lnTo>
                  <a:pt x="900" y="2012"/>
                </a:lnTo>
                <a:lnTo>
                  <a:pt x="900" y="1820"/>
                </a:lnTo>
                <a:lnTo>
                  <a:pt x="921" y="1627"/>
                </a:lnTo>
                <a:lnTo>
                  <a:pt x="921" y="1413"/>
                </a:lnTo>
                <a:lnTo>
                  <a:pt x="921" y="1306"/>
                </a:lnTo>
                <a:lnTo>
                  <a:pt x="942" y="1199"/>
                </a:lnTo>
                <a:lnTo>
                  <a:pt x="985" y="1135"/>
                </a:lnTo>
                <a:lnTo>
                  <a:pt x="1006" y="1092"/>
                </a:lnTo>
                <a:lnTo>
                  <a:pt x="1113" y="1049"/>
                </a:lnTo>
                <a:lnTo>
                  <a:pt x="1242" y="1028"/>
                </a:lnTo>
                <a:lnTo>
                  <a:pt x="1370" y="1007"/>
                </a:lnTo>
                <a:lnTo>
                  <a:pt x="1627" y="985"/>
                </a:lnTo>
                <a:lnTo>
                  <a:pt x="2140" y="985"/>
                </a:lnTo>
                <a:lnTo>
                  <a:pt x="2376" y="964"/>
                </a:lnTo>
                <a:lnTo>
                  <a:pt x="3060" y="964"/>
                </a:lnTo>
                <a:lnTo>
                  <a:pt x="3467" y="942"/>
                </a:lnTo>
                <a:close/>
                <a:moveTo>
                  <a:pt x="1220" y="7147"/>
                </a:moveTo>
                <a:lnTo>
                  <a:pt x="1220" y="7169"/>
                </a:lnTo>
                <a:lnTo>
                  <a:pt x="1220" y="7190"/>
                </a:lnTo>
                <a:lnTo>
                  <a:pt x="1220" y="7233"/>
                </a:lnTo>
                <a:lnTo>
                  <a:pt x="1199" y="7211"/>
                </a:lnTo>
                <a:lnTo>
                  <a:pt x="1199" y="7190"/>
                </a:lnTo>
                <a:lnTo>
                  <a:pt x="1220" y="7147"/>
                </a:lnTo>
                <a:close/>
                <a:moveTo>
                  <a:pt x="343" y="7233"/>
                </a:moveTo>
                <a:lnTo>
                  <a:pt x="322" y="7254"/>
                </a:lnTo>
                <a:lnTo>
                  <a:pt x="300" y="7254"/>
                </a:lnTo>
                <a:lnTo>
                  <a:pt x="322" y="7233"/>
                </a:lnTo>
                <a:close/>
                <a:moveTo>
                  <a:pt x="1777" y="7169"/>
                </a:moveTo>
                <a:lnTo>
                  <a:pt x="1905" y="7190"/>
                </a:lnTo>
                <a:lnTo>
                  <a:pt x="1862" y="7233"/>
                </a:lnTo>
                <a:lnTo>
                  <a:pt x="1798" y="7254"/>
                </a:lnTo>
                <a:lnTo>
                  <a:pt x="1691" y="7275"/>
                </a:lnTo>
                <a:lnTo>
                  <a:pt x="1477" y="7340"/>
                </a:lnTo>
                <a:lnTo>
                  <a:pt x="1499" y="7275"/>
                </a:lnTo>
                <a:lnTo>
                  <a:pt x="1520" y="7233"/>
                </a:lnTo>
                <a:lnTo>
                  <a:pt x="1563" y="7190"/>
                </a:lnTo>
                <a:lnTo>
                  <a:pt x="1627" y="7169"/>
                </a:lnTo>
                <a:close/>
                <a:moveTo>
                  <a:pt x="4430" y="7297"/>
                </a:moveTo>
                <a:lnTo>
                  <a:pt x="4451" y="7318"/>
                </a:lnTo>
                <a:lnTo>
                  <a:pt x="4473" y="7340"/>
                </a:lnTo>
                <a:lnTo>
                  <a:pt x="4451" y="7382"/>
                </a:lnTo>
                <a:lnTo>
                  <a:pt x="4408" y="7382"/>
                </a:lnTo>
                <a:lnTo>
                  <a:pt x="4430" y="7297"/>
                </a:lnTo>
                <a:close/>
                <a:moveTo>
                  <a:pt x="1820" y="7425"/>
                </a:moveTo>
                <a:lnTo>
                  <a:pt x="1798" y="7447"/>
                </a:lnTo>
                <a:lnTo>
                  <a:pt x="1755" y="7447"/>
                </a:lnTo>
                <a:lnTo>
                  <a:pt x="1777" y="7425"/>
                </a:lnTo>
                <a:close/>
                <a:moveTo>
                  <a:pt x="258" y="7318"/>
                </a:moveTo>
                <a:lnTo>
                  <a:pt x="279" y="7404"/>
                </a:lnTo>
                <a:lnTo>
                  <a:pt x="279" y="7489"/>
                </a:lnTo>
                <a:lnTo>
                  <a:pt x="279" y="7596"/>
                </a:lnTo>
                <a:lnTo>
                  <a:pt x="279" y="7703"/>
                </a:lnTo>
                <a:lnTo>
                  <a:pt x="236" y="7682"/>
                </a:lnTo>
                <a:lnTo>
                  <a:pt x="193" y="7639"/>
                </a:lnTo>
                <a:lnTo>
                  <a:pt x="193" y="7596"/>
                </a:lnTo>
                <a:lnTo>
                  <a:pt x="193" y="7532"/>
                </a:lnTo>
                <a:lnTo>
                  <a:pt x="215" y="7425"/>
                </a:lnTo>
                <a:lnTo>
                  <a:pt x="258" y="7318"/>
                </a:lnTo>
                <a:close/>
                <a:moveTo>
                  <a:pt x="1541" y="7425"/>
                </a:moveTo>
                <a:lnTo>
                  <a:pt x="1499" y="7511"/>
                </a:lnTo>
                <a:lnTo>
                  <a:pt x="1434" y="7575"/>
                </a:lnTo>
                <a:lnTo>
                  <a:pt x="1392" y="7639"/>
                </a:lnTo>
                <a:lnTo>
                  <a:pt x="1370" y="7725"/>
                </a:lnTo>
                <a:lnTo>
                  <a:pt x="1349" y="7682"/>
                </a:lnTo>
                <a:lnTo>
                  <a:pt x="1349" y="7639"/>
                </a:lnTo>
                <a:lnTo>
                  <a:pt x="1392" y="7532"/>
                </a:lnTo>
                <a:lnTo>
                  <a:pt x="1456" y="7447"/>
                </a:lnTo>
                <a:lnTo>
                  <a:pt x="1499" y="7425"/>
                </a:lnTo>
                <a:close/>
                <a:moveTo>
                  <a:pt x="4002" y="7447"/>
                </a:moveTo>
                <a:lnTo>
                  <a:pt x="4066" y="7468"/>
                </a:lnTo>
                <a:lnTo>
                  <a:pt x="4045" y="7575"/>
                </a:lnTo>
                <a:lnTo>
                  <a:pt x="4002" y="7661"/>
                </a:lnTo>
                <a:lnTo>
                  <a:pt x="3959" y="7725"/>
                </a:lnTo>
                <a:lnTo>
                  <a:pt x="3916" y="7746"/>
                </a:lnTo>
                <a:lnTo>
                  <a:pt x="3852" y="7746"/>
                </a:lnTo>
                <a:lnTo>
                  <a:pt x="3852" y="7639"/>
                </a:lnTo>
                <a:lnTo>
                  <a:pt x="3874" y="7532"/>
                </a:lnTo>
                <a:lnTo>
                  <a:pt x="3916" y="7489"/>
                </a:lnTo>
                <a:lnTo>
                  <a:pt x="3959" y="7468"/>
                </a:lnTo>
                <a:lnTo>
                  <a:pt x="4002" y="7447"/>
                </a:lnTo>
                <a:close/>
                <a:moveTo>
                  <a:pt x="386" y="7746"/>
                </a:moveTo>
                <a:lnTo>
                  <a:pt x="429" y="7768"/>
                </a:lnTo>
                <a:lnTo>
                  <a:pt x="407" y="7789"/>
                </a:lnTo>
                <a:lnTo>
                  <a:pt x="386" y="7789"/>
                </a:lnTo>
                <a:lnTo>
                  <a:pt x="343" y="7746"/>
                </a:lnTo>
                <a:close/>
                <a:moveTo>
                  <a:pt x="1755" y="8024"/>
                </a:moveTo>
                <a:lnTo>
                  <a:pt x="1798" y="8046"/>
                </a:lnTo>
                <a:lnTo>
                  <a:pt x="1820" y="8089"/>
                </a:lnTo>
                <a:lnTo>
                  <a:pt x="1841" y="8110"/>
                </a:lnTo>
                <a:lnTo>
                  <a:pt x="1820" y="8153"/>
                </a:lnTo>
                <a:lnTo>
                  <a:pt x="1755" y="8217"/>
                </a:lnTo>
                <a:lnTo>
                  <a:pt x="1713" y="8238"/>
                </a:lnTo>
                <a:lnTo>
                  <a:pt x="1670" y="8260"/>
                </a:lnTo>
                <a:lnTo>
                  <a:pt x="1627" y="8174"/>
                </a:lnTo>
                <a:lnTo>
                  <a:pt x="1627" y="8110"/>
                </a:lnTo>
                <a:lnTo>
                  <a:pt x="1648" y="8067"/>
                </a:lnTo>
                <a:lnTo>
                  <a:pt x="1670" y="8046"/>
                </a:lnTo>
                <a:lnTo>
                  <a:pt x="1691" y="8024"/>
                </a:lnTo>
                <a:close/>
                <a:moveTo>
                  <a:pt x="2675" y="7233"/>
                </a:moveTo>
                <a:lnTo>
                  <a:pt x="2782" y="7254"/>
                </a:lnTo>
                <a:lnTo>
                  <a:pt x="2868" y="7318"/>
                </a:lnTo>
                <a:lnTo>
                  <a:pt x="2932" y="7404"/>
                </a:lnTo>
                <a:lnTo>
                  <a:pt x="2996" y="7511"/>
                </a:lnTo>
                <a:lnTo>
                  <a:pt x="3039" y="7639"/>
                </a:lnTo>
                <a:lnTo>
                  <a:pt x="3060" y="7746"/>
                </a:lnTo>
                <a:lnTo>
                  <a:pt x="3060" y="7875"/>
                </a:lnTo>
                <a:lnTo>
                  <a:pt x="3039" y="8003"/>
                </a:lnTo>
                <a:lnTo>
                  <a:pt x="2975" y="8089"/>
                </a:lnTo>
                <a:lnTo>
                  <a:pt x="2889" y="8174"/>
                </a:lnTo>
                <a:lnTo>
                  <a:pt x="2782" y="8217"/>
                </a:lnTo>
                <a:lnTo>
                  <a:pt x="2675" y="8238"/>
                </a:lnTo>
                <a:lnTo>
                  <a:pt x="2568" y="8260"/>
                </a:lnTo>
                <a:lnTo>
                  <a:pt x="2333" y="8260"/>
                </a:lnTo>
                <a:lnTo>
                  <a:pt x="2183" y="8131"/>
                </a:lnTo>
                <a:lnTo>
                  <a:pt x="2076" y="8024"/>
                </a:lnTo>
                <a:lnTo>
                  <a:pt x="2033" y="7960"/>
                </a:lnTo>
                <a:lnTo>
                  <a:pt x="2012" y="7875"/>
                </a:lnTo>
                <a:lnTo>
                  <a:pt x="2012" y="7789"/>
                </a:lnTo>
                <a:lnTo>
                  <a:pt x="2012" y="7682"/>
                </a:lnTo>
                <a:lnTo>
                  <a:pt x="2033" y="7596"/>
                </a:lnTo>
                <a:lnTo>
                  <a:pt x="2076" y="7511"/>
                </a:lnTo>
                <a:lnTo>
                  <a:pt x="2119" y="7425"/>
                </a:lnTo>
                <a:lnTo>
                  <a:pt x="2183" y="7382"/>
                </a:lnTo>
                <a:lnTo>
                  <a:pt x="2269" y="7340"/>
                </a:lnTo>
                <a:lnTo>
                  <a:pt x="2354" y="7297"/>
                </a:lnTo>
                <a:lnTo>
                  <a:pt x="2547" y="7233"/>
                </a:lnTo>
                <a:close/>
                <a:moveTo>
                  <a:pt x="835" y="8345"/>
                </a:moveTo>
                <a:lnTo>
                  <a:pt x="857" y="8367"/>
                </a:lnTo>
                <a:lnTo>
                  <a:pt x="857" y="8388"/>
                </a:lnTo>
                <a:lnTo>
                  <a:pt x="814" y="8474"/>
                </a:lnTo>
                <a:lnTo>
                  <a:pt x="793" y="8474"/>
                </a:lnTo>
                <a:lnTo>
                  <a:pt x="750" y="8452"/>
                </a:lnTo>
                <a:lnTo>
                  <a:pt x="728" y="8452"/>
                </a:lnTo>
                <a:lnTo>
                  <a:pt x="728" y="8409"/>
                </a:lnTo>
                <a:lnTo>
                  <a:pt x="728" y="8388"/>
                </a:lnTo>
                <a:lnTo>
                  <a:pt x="750" y="8345"/>
                </a:lnTo>
                <a:close/>
                <a:moveTo>
                  <a:pt x="2012" y="1"/>
                </a:moveTo>
                <a:lnTo>
                  <a:pt x="1413" y="44"/>
                </a:lnTo>
                <a:lnTo>
                  <a:pt x="1092" y="44"/>
                </a:lnTo>
                <a:lnTo>
                  <a:pt x="793" y="87"/>
                </a:lnTo>
                <a:lnTo>
                  <a:pt x="664" y="108"/>
                </a:lnTo>
                <a:lnTo>
                  <a:pt x="514" y="172"/>
                </a:lnTo>
                <a:lnTo>
                  <a:pt x="407" y="258"/>
                </a:lnTo>
                <a:lnTo>
                  <a:pt x="279" y="386"/>
                </a:lnTo>
                <a:lnTo>
                  <a:pt x="193" y="536"/>
                </a:lnTo>
                <a:lnTo>
                  <a:pt x="129" y="707"/>
                </a:lnTo>
                <a:lnTo>
                  <a:pt x="86" y="878"/>
                </a:lnTo>
                <a:lnTo>
                  <a:pt x="65" y="1049"/>
                </a:lnTo>
                <a:lnTo>
                  <a:pt x="44" y="1413"/>
                </a:lnTo>
                <a:lnTo>
                  <a:pt x="44" y="1777"/>
                </a:lnTo>
                <a:lnTo>
                  <a:pt x="1" y="2633"/>
                </a:lnTo>
                <a:lnTo>
                  <a:pt x="1" y="3488"/>
                </a:lnTo>
                <a:lnTo>
                  <a:pt x="22" y="4323"/>
                </a:lnTo>
                <a:lnTo>
                  <a:pt x="65" y="5179"/>
                </a:lnTo>
                <a:lnTo>
                  <a:pt x="22" y="5542"/>
                </a:lnTo>
                <a:lnTo>
                  <a:pt x="22" y="5928"/>
                </a:lnTo>
                <a:lnTo>
                  <a:pt x="22" y="6676"/>
                </a:lnTo>
                <a:lnTo>
                  <a:pt x="22" y="7361"/>
                </a:lnTo>
                <a:lnTo>
                  <a:pt x="44" y="7703"/>
                </a:lnTo>
                <a:lnTo>
                  <a:pt x="65" y="7875"/>
                </a:lnTo>
                <a:lnTo>
                  <a:pt x="108" y="8024"/>
                </a:lnTo>
                <a:lnTo>
                  <a:pt x="172" y="8174"/>
                </a:lnTo>
                <a:lnTo>
                  <a:pt x="236" y="8281"/>
                </a:lnTo>
                <a:lnTo>
                  <a:pt x="322" y="8388"/>
                </a:lnTo>
                <a:lnTo>
                  <a:pt x="429" y="8495"/>
                </a:lnTo>
                <a:lnTo>
                  <a:pt x="557" y="8559"/>
                </a:lnTo>
                <a:lnTo>
                  <a:pt x="664" y="8623"/>
                </a:lnTo>
                <a:lnTo>
                  <a:pt x="942" y="8709"/>
                </a:lnTo>
                <a:lnTo>
                  <a:pt x="1242" y="8773"/>
                </a:lnTo>
                <a:lnTo>
                  <a:pt x="1541" y="8816"/>
                </a:lnTo>
                <a:lnTo>
                  <a:pt x="2098" y="8837"/>
                </a:lnTo>
                <a:lnTo>
                  <a:pt x="2440" y="8859"/>
                </a:lnTo>
                <a:lnTo>
                  <a:pt x="2782" y="8859"/>
                </a:lnTo>
                <a:lnTo>
                  <a:pt x="3446" y="8816"/>
                </a:lnTo>
                <a:lnTo>
                  <a:pt x="3874" y="8816"/>
                </a:lnTo>
                <a:lnTo>
                  <a:pt x="4002" y="8795"/>
                </a:lnTo>
                <a:lnTo>
                  <a:pt x="4087" y="8773"/>
                </a:lnTo>
                <a:lnTo>
                  <a:pt x="4152" y="8730"/>
                </a:lnTo>
                <a:lnTo>
                  <a:pt x="4280" y="8645"/>
                </a:lnTo>
                <a:lnTo>
                  <a:pt x="4387" y="8623"/>
                </a:lnTo>
                <a:lnTo>
                  <a:pt x="4473" y="8581"/>
                </a:lnTo>
                <a:lnTo>
                  <a:pt x="4580" y="8559"/>
                </a:lnTo>
                <a:lnTo>
                  <a:pt x="4665" y="8516"/>
                </a:lnTo>
                <a:lnTo>
                  <a:pt x="4751" y="8452"/>
                </a:lnTo>
                <a:lnTo>
                  <a:pt x="4836" y="8345"/>
                </a:lnTo>
                <a:lnTo>
                  <a:pt x="5008" y="8153"/>
                </a:lnTo>
                <a:lnTo>
                  <a:pt x="5072" y="8024"/>
                </a:lnTo>
                <a:lnTo>
                  <a:pt x="5136" y="7875"/>
                </a:lnTo>
                <a:lnTo>
                  <a:pt x="5157" y="7725"/>
                </a:lnTo>
                <a:lnTo>
                  <a:pt x="5179" y="7532"/>
                </a:lnTo>
                <a:lnTo>
                  <a:pt x="5179" y="7190"/>
                </a:lnTo>
                <a:lnTo>
                  <a:pt x="5179" y="6869"/>
                </a:lnTo>
                <a:lnTo>
                  <a:pt x="5221" y="5435"/>
                </a:lnTo>
                <a:lnTo>
                  <a:pt x="5286" y="4002"/>
                </a:lnTo>
                <a:lnTo>
                  <a:pt x="5307" y="3660"/>
                </a:lnTo>
                <a:lnTo>
                  <a:pt x="5286" y="3296"/>
                </a:lnTo>
                <a:lnTo>
                  <a:pt x="5264" y="2590"/>
                </a:lnTo>
                <a:lnTo>
                  <a:pt x="5243" y="1905"/>
                </a:lnTo>
                <a:lnTo>
                  <a:pt x="5264" y="1541"/>
                </a:lnTo>
                <a:lnTo>
                  <a:pt x="5286" y="1199"/>
                </a:lnTo>
                <a:lnTo>
                  <a:pt x="5286" y="1071"/>
                </a:lnTo>
                <a:lnTo>
                  <a:pt x="5286" y="942"/>
                </a:lnTo>
                <a:lnTo>
                  <a:pt x="5264" y="793"/>
                </a:lnTo>
                <a:lnTo>
                  <a:pt x="5221" y="686"/>
                </a:lnTo>
                <a:lnTo>
                  <a:pt x="5157" y="557"/>
                </a:lnTo>
                <a:lnTo>
                  <a:pt x="5093" y="450"/>
                </a:lnTo>
                <a:lnTo>
                  <a:pt x="5008" y="343"/>
                </a:lnTo>
                <a:lnTo>
                  <a:pt x="4922" y="236"/>
                </a:lnTo>
                <a:lnTo>
                  <a:pt x="4794" y="151"/>
                </a:lnTo>
                <a:lnTo>
                  <a:pt x="4644" y="108"/>
                </a:lnTo>
                <a:lnTo>
                  <a:pt x="4494" y="65"/>
                </a:lnTo>
                <a:lnTo>
                  <a:pt x="3745" y="65"/>
                </a:lnTo>
                <a:lnTo>
                  <a:pt x="3167" y="22"/>
                </a:lnTo>
                <a:lnTo>
                  <a:pt x="2590" y="1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7"/>
          <p:cNvSpPr/>
          <p:nvPr/>
        </p:nvSpPr>
        <p:spPr>
          <a:xfrm>
            <a:off x="2144813" y="3379113"/>
            <a:ext cx="1118400" cy="10500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7"/>
          <p:cNvSpPr/>
          <p:nvPr/>
        </p:nvSpPr>
        <p:spPr>
          <a:xfrm>
            <a:off x="2460512" y="3580741"/>
            <a:ext cx="487003" cy="542914"/>
          </a:xfrm>
          <a:custGeom>
            <a:rect b="b" l="l" r="r" t="t"/>
            <a:pathLst>
              <a:path extrusionOk="0" h="10357" w="5414">
                <a:moveTo>
                  <a:pt x="5414" y="7703"/>
                </a:moveTo>
                <a:lnTo>
                  <a:pt x="5414" y="7703"/>
                </a:lnTo>
                <a:lnTo>
                  <a:pt x="5371" y="7639"/>
                </a:lnTo>
                <a:lnTo>
                  <a:pt x="5328" y="7553"/>
                </a:lnTo>
                <a:lnTo>
                  <a:pt x="5243" y="7468"/>
                </a:lnTo>
                <a:lnTo>
                  <a:pt x="5136" y="7404"/>
                </a:lnTo>
                <a:lnTo>
                  <a:pt x="4772" y="7168"/>
                </a:lnTo>
                <a:lnTo>
                  <a:pt x="4772" y="7168"/>
                </a:lnTo>
                <a:lnTo>
                  <a:pt x="4408" y="6933"/>
                </a:lnTo>
                <a:lnTo>
                  <a:pt x="4044" y="6719"/>
                </a:lnTo>
                <a:lnTo>
                  <a:pt x="4044" y="6719"/>
                </a:lnTo>
                <a:lnTo>
                  <a:pt x="3980" y="6676"/>
                </a:lnTo>
                <a:lnTo>
                  <a:pt x="3916" y="6612"/>
                </a:lnTo>
                <a:lnTo>
                  <a:pt x="3809" y="6462"/>
                </a:lnTo>
                <a:lnTo>
                  <a:pt x="3702" y="6291"/>
                </a:lnTo>
                <a:lnTo>
                  <a:pt x="3638" y="6120"/>
                </a:lnTo>
                <a:lnTo>
                  <a:pt x="3638" y="6120"/>
                </a:lnTo>
                <a:lnTo>
                  <a:pt x="3616" y="6013"/>
                </a:lnTo>
                <a:lnTo>
                  <a:pt x="3595" y="5927"/>
                </a:lnTo>
                <a:lnTo>
                  <a:pt x="3616" y="5842"/>
                </a:lnTo>
                <a:lnTo>
                  <a:pt x="3638" y="5756"/>
                </a:lnTo>
                <a:lnTo>
                  <a:pt x="3723" y="5585"/>
                </a:lnTo>
                <a:lnTo>
                  <a:pt x="3809" y="5392"/>
                </a:lnTo>
                <a:lnTo>
                  <a:pt x="3809" y="5392"/>
                </a:lnTo>
                <a:lnTo>
                  <a:pt x="4002" y="4965"/>
                </a:lnTo>
                <a:lnTo>
                  <a:pt x="4173" y="4537"/>
                </a:lnTo>
                <a:lnTo>
                  <a:pt x="4173" y="4537"/>
                </a:lnTo>
                <a:lnTo>
                  <a:pt x="4258" y="4344"/>
                </a:lnTo>
                <a:lnTo>
                  <a:pt x="4365" y="4194"/>
                </a:lnTo>
                <a:lnTo>
                  <a:pt x="4601" y="3873"/>
                </a:lnTo>
                <a:lnTo>
                  <a:pt x="4601" y="3873"/>
                </a:lnTo>
                <a:lnTo>
                  <a:pt x="4708" y="3702"/>
                </a:lnTo>
                <a:lnTo>
                  <a:pt x="4836" y="3510"/>
                </a:lnTo>
                <a:lnTo>
                  <a:pt x="4943" y="3317"/>
                </a:lnTo>
                <a:lnTo>
                  <a:pt x="4964" y="3210"/>
                </a:lnTo>
                <a:lnTo>
                  <a:pt x="4964" y="3124"/>
                </a:lnTo>
                <a:lnTo>
                  <a:pt x="4964" y="3124"/>
                </a:lnTo>
                <a:lnTo>
                  <a:pt x="4943" y="3039"/>
                </a:lnTo>
                <a:lnTo>
                  <a:pt x="4900" y="2996"/>
                </a:lnTo>
                <a:lnTo>
                  <a:pt x="4857" y="2953"/>
                </a:lnTo>
                <a:lnTo>
                  <a:pt x="4793" y="2953"/>
                </a:lnTo>
                <a:lnTo>
                  <a:pt x="4643" y="2975"/>
                </a:lnTo>
                <a:lnTo>
                  <a:pt x="4494" y="2975"/>
                </a:lnTo>
                <a:lnTo>
                  <a:pt x="4494" y="2975"/>
                </a:lnTo>
                <a:lnTo>
                  <a:pt x="4408" y="2953"/>
                </a:lnTo>
                <a:lnTo>
                  <a:pt x="4387" y="2932"/>
                </a:lnTo>
                <a:lnTo>
                  <a:pt x="4365" y="2911"/>
                </a:lnTo>
                <a:lnTo>
                  <a:pt x="4387" y="2846"/>
                </a:lnTo>
                <a:lnTo>
                  <a:pt x="4408" y="2739"/>
                </a:lnTo>
                <a:lnTo>
                  <a:pt x="4408" y="2739"/>
                </a:lnTo>
                <a:lnTo>
                  <a:pt x="4515" y="2333"/>
                </a:lnTo>
                <a:lnTo>
                  <a:pt x="4515" y="2333"/>
                </a:lnTo>
                <a:lnTo>
                  <a:pt x="4536" y="2162"/>
                </a:lnTo>
                <a:lnTo>
                  <a:pt x="4558" y="1990"/>
                </a:lnTo>
                <a:lnTo>
                  <a:pt x="4558" y="1905"/>
                </a:lnTo>
                <a:lnTo>
                  <a:pt x="4536" y="1819"/>
                </a:lnTo>
                <a:lnTo>
                  <a:pt x="4472" y="1777"/>
                </a:lnTo>
                <a:lnTo>
                  <a:pt x="4408" y="1712"/>
                </a:lnTo>
                <a:lnTo>
                  <a:pt x="4408" y="1712"/>
                </a:lnTo>
                <a:lnTo>
                  <a:pt x="4323" y="1691"/>
                </a:lnTo>
                <a:lnTo>
                  <a:pt x="4237" y="1691"/>
                </a:lnTo>
                <a:lnTo>
                  <a:pt x="4044" y="1691"/>
                </a:lnTo>
                <a:lnTo>
                  <a:pt x="3959" y="1691"/>
                </a:lnTo>
                <a:lnTo>
                  <a:pt x="3873" y="1670"/>
                </a:lnTo>
                <a:lnTo>
                  <a:pt x="3788" y="1648"/>
                </a:lnTo>
                <a:lnTo>
                  <a:pt x="3723" y="1584"/>
                </a:lnTo>
                <a:lnTo>
                  <a:pt x="3723" y="1584"/>
                </a:lnTo>
                <a:lnTo>
                  <a:pt x="3702" y="1477"/>
                </a:lnTo>
                <a:lnTo>
                  <a:pt x="3681" y="1391"/>
                </a:lnTo>
                <a:lnTo>
                  <a:pt x="3659" y="1306"/>
                </a:lnTo>
                <a:lnTo>
                  <a:pt x="3638" y="1263"/>
                </a:lnTo>
                <a:lnTo>
                  <a:pt x="3595" y="1220"/>
                </a:lnTo>
                <a:lnTo>
                  <a:pt x="3595" y="1220"/>
                </a:lnTo>
                <a:lnTo>
                  <a:pt x="3531" y="1177"/>
                </a:lnTo>
                <a:lnTo>
                  <a:pt x="3467" y="1156"/>
                </a:lnTo>
                <a:lnTo>
                  <a:pt x="3317" y="1135"/>
                </a:lnTo>
                <a:lnTo>
                  <a:pt x="2953" y="1135"/>
                </a:lnTo>
                <a:lnTo>
                  <a:pt x="2782" y="1135"/>
                </a:lnTo>
                <a:lnTo>
                  <a:pt x="2632" y="1092"/>
                </a:lnTo>
                <a:lnTo>
                  <a:pt x="2568" y="1070"/>
                </a:lnTo>
                <a:lnTo>
                  <a:pt x="2525" y="1028"/>
                </a:lnTo>
                <a:lnTo>
                  <a:pt x="2504" y="964"/>
                </a:lnTo>
                <a:lnTo>
                  <a:pt x="2483" y="899"/>
                </a:lnTo>
                <a:lnTo>
                  <a:pt x="2483" y="899"/>
                </a:lnTo>
                <a:lnTo>
                  <a:pt x="2483" y="835"/>
                </a:lnTo>
                <a:lnTo>
                  <a:pt x="2504" y="750"/>
                </a:lnTo>
                <a:lnTo>
                  <a:pt x="2589" y="600"/>
                </a:lnTo>
                <a:lnTo>
                  <a:pt x="2589" y="600"/>
                </a:lnTo>
                <a:lnTo>
                  <a:pt x="2654" y="493"/>
                </a:lnTo>
                <a:lnTo>
                  <a:pt x="2696" y="450"/>
                </a:lnTo>
                <a:lnTo>
                  <a:pt x="2739" y="450"/>
                </a:lnTo>
                <a:lnTo>
                  <a:pt x="2825" y="450"/>
                </a:lnTo>
                <a:lnTo>
                  <a:pt x="2825" y="450"/>
                </a:lnTo>
                <a:lnTo>
                  <a:pt x="2953" y="386"/>
                </a:lnTo>
                <a:lnTo>
                  <a:pt x="3060" y="343"/>
                </a:lnTo>
                <a:lnTo>
                  <a:pt x="3103" y="300"/>
                </a:lnTo>
                <a:lnTo>
                  <a:pt x="3124" y="236"/>
                </a:lnTo>
                <a:lnTo>
                  <a:pt x="3103" y="172"/>
                </a:lnTo>
                <a:lnTo>
                  <a:pt x="3039" y="108"/>
                </a:lnTo>
                <a:lnTo>
                  <a:pt x="3039" y="108"/>
                </a:lnTo>
                <a:lnTo>
                  <a:pt x="2996" y="65"/>
                </a:lnTo>
                <a:lnTo>
                  <a:pt x="2932" y="43"/>
                </a:lnTo>
                <a:lnTo>
                  <a:pt x="2761" y="1"/>
                </a:lnTo>
                <a:lnTo>
                  <a:pt x="2589" y="1"/>
                </a:lnTo>
                <a:lnTo>
                  <a:pt x="2440" y="1"/>
                </a:lnTo>
                <a:lnTo>
                  <a:pt x="2440" y="1"/>
                </a:lnTo>
                <a:lnTo>
                  <a:pt x="2290" y="22"/>
                </a:lnTo>
                <a:lnTo>
                  <a:pt x="2162" y="86"/>
                </a:lnTo>
                <a:lnTo>
                  <a:pt x="2033" y="172"/>
                </a:lnTo>
                <a:lnTo>
                  <a:pt x="1905" y="257"/>
                </a:lnTo>
                <a:lnTo>
                  <a:pt x="1905" y="257"/>
                </a:lnTo>
                <a:lnTo>
                  <a:pt x="1798" y="386"/>
                </a:lnTo>
                <a:lnTo>
                  <a:pt x="1712" y="536"/>
                </a:lnTo>
                <a:lnTo>
                  <a:pt x="1669" y="685"/>
                </a:lnTo>
                <a:lnTo>
                  <a:pt x="1648" y="857"/>
                </a:lnTo>
                <a:lnTo>
                  <a:pt x="1648" y="857"/>
                </a:lnTo>
                <a:lnTo>
                  <a:pt x="1648" y="942"/>
                </a:lnTo>
                <a:lnTo>
                  <a:pt x="1669" y="1028"/>
                </a:lnTo>
                <a:lnTo>
                  <a:pt x="1712" y="1220"/>
                </a:lnTo>
                <a:lnTo>
                  <a:pt x="1755" y="1391"/>
                </a:lnTo>
                <a:lnTo>
                  <a:pt x="1755" y="1477"/>
                </a:lnTo>
                <a:lnTo>
                  <a:pt x="1755" y="1541"/>
                </a:lnTo>
                <a:lnTo>
                  <a:pt x="1755" y="1541"/>
                </a:lnTo>
                <a:lnTo>
                  <a:pt x="1776" y="1563"/>
                </a:lnTo>
                <a:lnTo>
                  <a:pt x="1776" y="1563"/>
                </a:lnTo>
                <a:lnTo>
                  <a:pt x="1776" y="1563"/>
                </a:lnTo>
                <a:lnTo>
                  <a:pt x="1712" y="1520"/>
                </a:lnTo>
                <a:lnTo>
                  <a:pt x="1669" y="1520"/>
                </a:lnTo>
                <a:lnTo>
                  <a:pt x="1605" y="1520"/>
                </a:lnTo>
                <a:lnTo>
                  <a:pt x="1520" y="1541"/>
                </a:lnTo>
                <a:lnTo>
                  <a:pt x="1391" y="1627"/>
                </a:lnTo>
                <a:lnTo>
                  <a:pt x="1284" y="1691"/>
                </a:lnTo>
                <a:lnTo>
                  <a:pt x="1284" y="1691"/>
                </a:lnTo>
                <a:lnTo>
                  <a:pt x="1156" y="1734"/>
                </a:lnTo>
                <a:lnTo>
                  <a:pt x="1049" y="1777"/>
                </a:lnTo>
                <a:lnTo>
                  <a:pt x="1028" y="1819"/>
                </a:lnTo>
                <a:lnTo>
                  <a:pt x="1006" y="1862"/>
                </a:lnTo>
                <a:lnTo>
                  <a:pt x="985" y="2012"/>
                </a:lnTo>
                <a:lnTo>
                  <a:pt x="985" y="2012"/>
                </a:lnTo>
                <a:lnTo>
                  <a:pt x="985" y="2247"/>
                </a:lnTo>
                <a:lnTo>
                  <a:pt x="1006" y="2483"/>
                </a:lnTo>
                <a:lnTo>
                  <a:pt x="1028" y="2718"/>
                </a:lnTo>
                <a:lnTo>
                  <a:pt x="1028" y="2932"/>
                </a:lnTo>
                <a:lnTo>
                  <a:pt x="1028" y="2932"/>
                </a:lnTo>
                <a:lnTo>
                  <a:pt x="1028" y="3103"/>
                </a:lnTo>
                <a:lnTo>
                  <a:pt x="1006" y="3146"/>
                </a:lnTo>
                <a:lnTo>
                  <a:pt x="985" y="3167"/>
                </a:lnTo>
                <a:lnTo>
                  <a:pt x="899" y="3189"/>
                </a:lnTo>
                <a:lnTo>
                  <a:pt x="835" y="3210"/>
                </a:lnTo>
                <a:lnTo>
                  <a:pt x="771" y="3253"/>
                </a:lnTo>
                <a:lnTo>
                  <a:pt x="771" y="3253"/>
                </a:lnTo>
                <a:lnTo>
                  <a:pt x="685" y="3317"/>
                </a:lnTo>
                <a:lnTo>
                  <a:pt x="642" y="3381"/>
                </a:lnTo>
                <a:lnTo>
                  <a:pt x="621" y="3467"/>
                </a:lnTo>
                <a:lnTo>
                  <a:pt x="600" y="3531"/>
                </a:lnTo>
                <a:lnTo>
                  <a:pt x="621" y="3617"/>
                </a:lnTo>
                <a:lnTo>
                  <a:pt x="642" y="3702"/>
                </a:lnTo>
                <a:lnTo>
                  <a:pt x="728" y="3873"/>
                </a:lnTo>
                <a:lnTo>
                  <a:pt x="835" y="4044"/>
                </a:lnTo>
                <a:lnTo>
                  <a:pt x="963" y="4216"/>
                </a:lnTo>
                <a:lnTo>
                  <a:pt x="1070" y="4365"/>
                </a:lnTo>
                <a:lnTo>
                  <a:pt x="1135" y="4494"/>
                </a:lnTo>
                <a:lnTo>
                  <a:pt x="1135" y="4494"/>
                </a:lnTo>
                <a:lnTo>
                  <a:pt x="1284" y="4858"/>
                </a:lnTo>
                <a:lnTo>
                  <a:pt x="1456" y="5221"/>
                </a:lnTo>
                <a:lnTo>
                  <a:pt x="1456" y="5221"/>
                </a:lnTo>
                <a:lnTo>
                  <a:pt x="1541" y="5392"/>
                </a:lnTo>
                <a:lnTo>
                  <a:pt x="1648" y="5585"/>
                </a:lnTo>
                <a:lnTo>
                  <a:pt x="1734" y="5778"/>
                </a:lnTo>
                <a:lnTo>
                  <a:pt x="1734" y="5885"/>
                </a:lnTo>
                <a:lnTo>
                  <a:pt x="1734" y="5970"/>
                </a:lnTo>
                <a:lnTo>
                  <a:pt x="1734" y="5970"/>
                </a:lnTo>
                <a:lnTo>
                  <a:pt x="1691" y="6184"/>
                </a:lnTo>
                <a:lnTo>
                  <a:pt x="1605" y="6355"/>
                </a:lnTo>
                <a:lnTo>
                  <a:pt x="1520" y="6548"/>
                </a:lnTo>
                <a:lnTo>
                  <a:pt x="1391" y="6740"/>
                </a:lnTo>
                <a:lnTo>
                  <a:pt x="1263" y="6912"/>
                </a:lnTo>
                <a:lnTo>
                  <a:pt x="1135" y="7061"/>
                </a:lnTo>
                <a:lnTo>
                  <a:pt x="985" y="7211"/>
                </a:lnTo>
                <a:lnTo>
                  <a:pt x="835" y="7339"/>
                </a:lnTo>
                <a:lnTo>
                  <a:pt x="835" y="7339"/>
                </a:lnTo>
                <a:lnTo>
                  <a:pt x="578" y="7532"/>
                </a:lnTo>
                <a:lnTo>
                  <a:pt x="300" y="7767"/>
                </a:lnTo>
                <a:lnTo>
                  <a:pt x="193" y="7874"/>
                </a:lnTo>
                <a:lnTo>
                  <a:pt x="86" y="8003"/>
                </a:lnTo>
                <a:lnTo>
                  <a:pt x="22" y="8152"/>
                </a:lnTo>
                <a:lnTo>
                  <a:pt x="1" y="8302"/>
                </a:lnTo>
                <a:lnTo>
                  <a:pt x="1" y="8302"/>
                </a:lnTo>
                <a:lnTo>
                  <a:pt x="86" y="8409"/>
                </a:lnTo>
                <a:lnTo>
                  <a:pt x="86" y="8409"/>
                </a:lnTo>
                <a:lnTo>
                  <a:pt x="108" y="8580"/>
                </a:lnTo>
                <a:lnTo>
                  <a:pt x="108" y="8580"/>
                </a:lnTo>
                <a:lnTo>
                  <a:pt x="108" y="8709"/>
                </a:lnTo>
                <a:lnTo>
                  <a:pt x="150" y="8752"/>
                </a:lnTo>
                <a:lnTo>
                  <a:pt x="215" y="8773"/>
                </a:lnTo>
                <a:lnTo>
                  <a:pt x="215" y="8773"/>
                </a:lnTo>
                <a:lnTo>
                  <a:pt x="257" y="8773"/>
                </a:lnTo>
                <a:lnTo>
                  <a:pt x="300" y="8773"/>
                </a:lnTo>
                <a:lnTo>
                  <a:pt x="343" y="8709"/>
                </a:lnTo>
                <a:lnTo>
                  <a:pt x="343" y="8645"/>
                </a:lnTo>
                <a:lnTo>
                  <a:pt x="364" y="8538"/>
                </a:lnTo>
                <a:lnTo>
                  <a:pt x="364" y="8452"/>
                </a:lnTo>
                <a:lnTo>
                  <a:pt x="364" y="8366"/>
                </a:lnTo>
                <a:lnTo>
                  <a:pt x="407" y="8324"/>
                </a:lnTo>
                <a:lnTo>
                  <a:pt x="429" y="8324"/>
                </a:lnTo>
                <a:lnTo>
                  <a:pt x="471" y="8324"/>
                </a:lnTo>
                <a:lnTo>
                  <a:pt x="471" y="8324"/>
                </a:lnTo>
                <a:lnTo>
                  <a:pt x="493" y="8345"/>
                </a:lnTo>
                <a:lnTo>
                  <a:pt x="514" y="8409"/>
                </a:lnTo>
                <a:lnTo>
                  <a:pt x="535" y="8580"/>
                </a:lnTo>
                <a:lnTo>
                  <a:pt x="557" y="8645"/>
                </a:lnTo>
                <a:lnTo>
                  <a:pt x="578" y="8687"/>
                </a:lnTo>
                <a:lnTo>
                  <a:pt x="621" y="8709"/>
                </a:lnTo>
                <a:lnTo>
                  <a:pt x="707" y="8666"/>
                </a:lnTo>
                <a:lnTo>
                  <a:pt x="707" y="8666"/>
                </a:lnTo>
                <a:lnTo>
                  <a:pt x="707" y="8623"/>
                </a:lnTo>
                <a:lnTo>
                  <a:pt x="728" y="8538"/>
                </a:lnTo>
                <a:lnTo>
                  <a:pt x="728" y="8324"/>
                </a:lnTo>
                <a:lnTo>
                  <a:pt x="749" y="8110"/>
                </a:lnTo>
                <a:lnTo>
                  <a:pt x="771" y="8045"/>
                </a:lnTo>
                <a:lnTo>
                  <a:pt x="771" y="8045"/>
                </a:lnTo>
                <a:lnTo>
                  <a:pt x="792" y="8024"/>
                </a:lnTo>
                <a:lnTo>
                  <a:pt x="792" y="8024"/>
                </a:lnTo>
                <a:lnTo>
                  <a:pt x="835" y="8067"/>
                </a:lnTo>
                <a:lnTo>
                  <a:pt x="856" y="8131"/>
                </a:lnTo>
                <a:lnTo>
                  <a:pt x="835" y="8324"/>
                </a:lnTo>
                <a:lnTo>
                  <a:pt x="835" y="8431"/>
                </a:lnTo>
                <a:lnTo>
                  <a:pt x="835" y="8538"/>
                </a:lnTo>
                <a:lnTo>
                  <a:pt x="878" y="8602"/>
                </a:lnTo>
                <a:lnTo>
                  <a:pt x="921" y="8645"/>
                </a:lnTo>
                <a:lnTo>
                  <a:pt x="921" y="8645"/>
                </a:lnTo>
                <a:lnTo>
                  <a:pt x="963" y="8666"/>
                </a:lnTo>
                <a:lnTo>
                  <a:pt x="1006" y="8666"/>
                </a:lnTo>
                <a:lnTo>
                  <a:pt x="1028" y="8645"/>
                </a:lnTo>
                <a:lnTo>
                  <a:pt x="1049" y="8602"/>
                </a:lnTo>
                <a:lnTo>
                  <a:pt x="1092" y="8516"/>
                </a:lnTo>
                <a:lnTo>
                  <a:pt x="1092" y="8409"/>
                </a:lnTo>
                <a:lnTo>
                  <a:pt x="1092" y="8152"/>
                </a:lnTo>
                <a:lnTo>
                  <a:pt x="1092" y="7981"/>
                </a:lnTo>
                <a:lnTo>
                  <a:pt x="1092" y="7981"/>
                </a:lnTo>
                <a:lnTo>
                  <a:pt x="1070" y="7832"/>
                </a:lnTo>
                <a:lnTo>
                  <a:pt x="1092" y="7746"/>
                </a:lnTo>
                <a:lnTo>
                  <a:pt x="1113" y="7725"/>
                </a:lnTo>
                <a:lnTo>
                  <a:pt x="1135" y="7703"/>
                </a:lnTo>
                <a:lnTo>
                  <a:pt x="1135" y="7703"/>
                </a:lnTo>
                <a:lnTo>
                  <a:pt x="1177" y="7682"/>
                </a:lnTo>
                <a:lnTo>
                  <a:pt x="1199" y="7703"/>
                </a:lnTo>
                <a:lnTo>
                  <a:pt x="1199" y="7746"/>
                </a:lnTo>
                <a:lnTo>
                  <a:pt x="1220" y="7789"/>
                </a:lnTo>
                <a:lnTo>
                  <a:pt x="1220" y="7789"/>
                </a:lnTo>
                <a:lnTo>
                  <a:pt x="1242" y="7832"/>
                </a:lnTo>
                <a:lnTo>
                  <a:pt x="1263" y="7874"/>
                </a:lnTo>
                <a:lnTo>
                  <a:pt x="1284" y="7896"/>
                </a:lnTo>
                <a:lnTo>
                  <a:pt x="1349" y="7896"/>
                </a:lnTo>
                <a:lnTo>
                  <a:pt x="1349" y="7896"/>
                </a:lnTo>
                <a:lnTo>
                  <a:pt x="1370" y="7874"/>
                </a:lnTo>
                <a:lnTo>
                  <a:pt x="1391" y="7853"/>
                </a:lnTo>
                <a:lnTo>
                  <a:pt x="1391" y="7746"/>
                </a:lnTo>
                <a:lnTo>
                  <a:pt x="1391" y="7596"/>
                </a:lnTo>
                <a:lnTo>
                  <a:pt x="1391" y="7596"/>
                </a:lnTo>
                <a:lnTo>
                  <a:pt x="1391" y="7511"/>
                </a:lnTo>
                <a:lnTo>
                  <a:pt x="1413" y="7425"/>
                </a:lnTo>
                <a:lnTo>
                  <a:pt x="1456" y="7339"/>
                </a:lnTo>
                <a:lnTo>
                  <a:pt x="1498" y="7318"/>
                </a:lnTo>
                <a:lnTo>
                  <a:pt x="1541" y="7297"/>
                </a:lnTo>
                <a:lnTo>
                  <a:pt x="1541" y="7297"/>
                </a:lnTo>
                <a:lnTo>
                  <a:pt x="1562" y="7297"/>
                </a:lnTo>
                <a:lnTo>
                  <a:pt x="1584" y="7318"/>
                </a:lnTo>
                <a:lnTo>
                  <a:pt x="1627" y="7404"/>
                </a:lnTo>
                <a:lnTo>
                  <a:pt x="1669" y="7553"/>
                </a:lnTo>
                <a:lnTo>
                  <a:pt x="1669" y="7553"/>
                </a:lnTo>
                <a:lnTo>
                  <a:pt x="1712" y="7618"/>
                </a:lnTo>
                <a:lnTo>
                  <a:pt x="1755" y="7660"/>
                </a:lnTo>
                <a:lnTo>
                  <a:pt x="1798" y="7682"/>
                </a:lnTo>
                <a:lnTo>
                  <a:pt x="1841" y="7682"/>
                </a:lnTo>
                <a:lnTo>
                  <a:pt x="1926" y="7660"/>
                </a:lnTo>
                <a:lnTo>
                  <a:pt x="1990" y="7660"/>
                </a:lnTo>
                <a:lnTo>
                  <a:pt x="2033" y="7682"/>
                </a:lnTo>
                <a:lnTo>
                  <a:pt x="2033" y="7682"/>
                </a:lnTo>
                <a:lnTo>
                  <a:pt x="2097" y="7725"/>
                </a:lnTo>
                <a:lnTo>
                  <a:pt x="2140" y="7810"/>
                </a:lnTo>
                <a:lnTo>
                  <a:pt x="2247" y="7960"/>
                </a:lnTo>
                <a:lnTo>
                  <a:pt x="2247" y="7960"/>
                </a:lnTo>
                <a:lnTo>
                  <a:pt x="2311" y="8067"/>
                </a:lnTo>
                <a:lnTo>
                  <a:pt x="2333" y="8131"/>
                </a:lnTo>
                <a:lnTo>
                  <a:pt x="2311" y="8238"/>
                </a:lnTo>
                <a:lnTo>
                  <a:pt x="2290" y="8366"/>
                </a:lnTo>
                <a:lnTo>
                  <a:pt x="2290" y="8366"/>
                </a:lnTo>
                <a:lnTo>
                  <a:pt x="2226" y="8602"/>
                </a:lnTo>
                <a:lnTo>
                  <a:pt x="2162" y="8837"/>
                </a:lnTo>
                <a:lnTo>
                  <a:pt x="2097" y="9308"/>
                </a:lnTo>
                <a:lnTo>
                  <a:pt x="2097" y="9308"/>
                </a:lnTo>
                <a:lnTo>
                  <a:pt x="2055" y="9543"/>
                </a:lnTo>
                <a:lnTo>
                  <a:pt x="2012" y="9693"/>
                </a:lnTo>
                <a:lnTo>
                  <a:pt x="2012" y="9800"/>
                </a:lnTo>
                <a:lnTo>
                  <a:pt x="2012" y="9800"/>
                </a:lnTo>
                <a:lnTo>
                  <a:pt x="2033" y="9886"/>
                </a:lnTo>
                <a:lnTo>
                  <a:pt x="2055" y="9928"/>
                </a:lnTo>
                <a:lnTo>
                  <a:pt x="2097" y="9950"/>
                </a:lnTo>
                <a:lnTo>
                  <a:pt x="2119" y="10014"/>
                </a:lnTo>
                <a:lnTo>
                  <a:pt x="2119" y="10014"/>
                </a:lnTo>
                <a:lnTo>
                  <a:pt x="2140" y="10078"/>
                </a:lnTo>
                <a:lnTo>
                  <a:pt x="2140" y="10142"/>
                </a:lnTo>
                <a:lnTo>
                  <a:pt x="2140" y="10271"/>
                </a:lnTo>
                <a:lnTo>
                  <a:pt x="2162" y="10313"/>
                </a:lnTo>
                <a:lnTo>
                  <a:pt x="2204" y="10335"/>
                </a:lnTo>
                <a:lnTo>
                  <a:pt x="2269" y="10356"/>
                </a:lnTo>
                <a:lnTo>
                  <a:pt x="2376" y="10356"/>
                </a:lnTo>
                <a:lnTo>
                  <a:pt x="2376" y="10356"/>
                </a:lnTo>
                <a:lnTo>
                  <a:pt x="2504" y="10313"/>
                </a:lnTo>
                <a:lnTo>
                  <a:pt x="2654" y="10292"/>
                </a:lnTo>
                <a:lnTo>
                  <a:pt x="2654" y="10292"/>
                </a:lnTo>
                <a:lnTo>
                  <a:pt x="2782" y="10271"/>
                </a:lnTo>
                <a:lnTo>
                  <a:pt x="2889" y="10206"/>
                </a:lnTo>
                <a:lnTo>
                  <a:pt x="2889" y="10206"/>
                </a:lnTo>
                <a:lnTo>
                  <a:pt x="3017" y="10142"/>
                </a:lnTo>
                <a:lnTo>
                  <a:pt x="3146" y="10057"/>
                </a:lnTo>
                <a:lnTo>
                  <a:pt x="3146" y="10057"/>
                </a:lnTo>
                <a:lnTo>
                  <a:pt x="3189" y="9993"/>
                </a:lnTo>
                <a:lnTo>
                  <a:pt x="3210" y="9928"/>
                </a:lnTo>
                <a:lnTo>
                  <a:pt x="3231" y="9864"/>
                </a:lnTo>
                <a:lnTo>
                  <a:pt x="3274" y="9800"/>
                </a:lnTo>
                <a:lnTo>
                  <a:pt x="3274" y="9800"/>
                </a:lnTo>
                <a:lnTo>
                  <a:pt x="3317" y="9779"/>
                </a:lnTo>
                <a:lnTo>
                  <a:pt x="3360" y="9779"/>
                </a:lnTo>
                <a:lnTo>
                  <a:pt x="3445" y="9757"/>
                </a:lnTo>
                <a:lnTo>
                  <a:pt x="3488" y="9757"/>
                </a:lnTo>
                <a:lnTo>
                  <a:pt x="3488" y="9714"/>
                </a:lnTo>
                <a:lnTo>
                  <a:pt x="3509" y="9650"/>
                </a:lnTo>
                <a:lnTo>
                  <a:pt x="3488" y="9565"/>
                </a:lnTo>
                <a:lnTo>
                  <a:pt x="3488" y="9565"/>
                </a:lnTo>
                <a:lnTo>
                  <a:pt x="3445" y="9372"/>
                </a:lnTo>
                <a:lnTo>
                  <a:pt x="3360" y="9179"/>
                </a:lnTo>
                <a:lnTo>
                  <a:pt x="3274" y="8987"/>
                </a:lnTo>
                <a:lnTo>
                  <a:pt x="3210" y="8794"/>
                </a:lnTo>
                <a:lnTo>
                  <a:pt x="3210" y="8794"/>
                </a:lnTo>
                <a:lnTo>
                  <a:pt x="3060" y="8388"/>
                </a:lnTo>
                <a:lnTo>
                  <a:pt x="2996" y="8174"/>
                </a:lnTo>
                <a:lnTo>
                  <a:pt x="2975" y="8067"/>
                </a:lnTo>
                <a:lnTo>
                  <a:pt x="2996" y="8003"/>
                </a:lnTo>
                <a:lnTo>
                  <a:pt x="2996" y="8003"/>
                </a:lnTo>
                <a:lnTo>
                  <a:pt x="3082" y="7853"/>
                </a:lnTo>
                <a:lnTo>
                  <a:pt x="3167" y="7767"/>
                </a:lnTo>
                <a:lnTo>
                  <a:pt x="3210" y="7725"/>
                </a:lnTo>
                <a:lnTo>
                  <a:pt x="3210" y="7725"/>
                </a:lnTo>
                <a:lnTo>
                  <a:pt x="3274" y="7725"/>
                </a:lnTo>
                <a:lnTo>
                  <a:pt x="3317" y="7725"/>
                </a:lnTo>
                <a:lnTo>
                  <a:pt x="3360" y="7725"/>
                </a:lnTo>
                <a:lnTo>
                  <a:pt x="3424" y="7725"/>
                </a:lnTo>
                <a:lnTo>
                  <a:pt x="3424" y="7725"/>
                </a:lnTo>
                <a:lnTo>
                  <a:pt x="3488" y="7660"/>
                </a:lnTo>
                <a:lnTo>
                  <a:pt x="3552" y="7596"/>
                </a:lnTo>
                <a:lnTo>
                  <a:pt x="3638" y="7404"/>
                </a:lnTo>
                <a:lnTo>
                  <a:pt x="3745" y="7211"/>
                </a:lnTo>
                <a:lnTo>
                  <a:pt x="3830" y="7061"/>
                </a:lnTo>
                <a:lnTo>
                  <a:pt x="3830" y="7061"/>
                </a:lnTo>
                <a:lnTo>
                  <a:pt x="3895" y="6997"/>
                </a:lnTo>
                <a:lnTo>
                  <a:pt x="3937" y="6976"/>
                </a:lnTo>
                <a:lnTo>
                  <a:pt x="4002" y="6954"/>
                </a:lnTo>
                <a:lnTo>
                  <a:pt x="4044" y="6976"/>
                </a:lnTo>
                <a:lnTo>
                  <a:pt x="4173" y="7061"/>
                </a:lnTo>
                <a:lnTo>
                  <a:pt x="4301" y="7168"/>
                </a:lnTo>
                <a:lnTo>
                  <a:pt x="4301" y="7168"/>
                </a:lnTo>
                <a:lnTo>
                  <a:pt x="4686" y="7425"/>
                </a:lnTo>
                <a:lnTo>
                  <a:pt x="4879" y="7553"/>
                </a:lnTo>
                <a:lnTo>
                  <a:pt x="5050" y="7703"/>
                </a:lnTo>
                <a:lnTo>
                  <a:pt x="5050" y="7703"/>
                </a:lnTo>
                <a:lnTo>
                  <a:pt x="5157" y="7789"/>
                </a:lnTo>
                <a:lnTo>
                  <a:pt x="5285" y="7853"/>
                </a:lnTo>
                <a:lnTo>
                  <a:pt x="5328" y="7853"/>
                </a:lnTo>
                <a:lnTo>
                  <a:pt x="5371" y="7832"/>
                </a:lnTo>
                <a:lnTo>
                  <a:pt x="5392" y="7789"/>
                </a:lnTo>
                <a:lnTo>
                  <a:pt x="5414" y="7703"/>
                </a:lnTo>
                <a:lnTo>
                  <a:pt x="5414" y="7703"/>
                </a:lnTo>
                <a:close/>
                <a:moveTo>
                  <a:pt x="4323" y="3231"/>
                </a:moveTo>
                <a:lnTo>
                  <a:pt x="4323" y="3231"/>
                </a:lnTo>
                <a:lnTo>
                  <a:pt x="4408" y="3189"/>
                </a:lnTo>
                <a:lnTo>
                  <a:pt x="4515" y="3167"/>
                </a:lnTo>
                <a:lnTo>
                  <a:pt x="4622" y="3189"/>
                </a:lnTo>
                <a:lnTo>
                  <a:pt x="4708" y="3210"/>
                </a:lnTo>
                <a:lnTo>
                  <a:pt x="4708" y="3210"/>
                </a:lnTo>
                <a:lnTo>
                  <a:pt x="4665" y="3360"/>
                </a:lnTo>
                <a:lnTo>
                  <a:pt x="4579" y="3510"/>
                </a:lnTo>
                <a:lnTo>
                  <a:pt x="4472" y="3659"/>
                </a:lnTo>
                <a:lnTo>
                  <a:pt x="4408" y="3724"/>
                </a:lnTo>
                <a:lnTo>
                  <a:pt x="4365" y="3745"/>
                </a:lnTo>
                <a:lnTo>
                  <a:pt x="4365" y="3745"/>
                </a:lnTo>
                <a:lnTo>
                  <a:pt x="4301" y="3488"/>
                </a:lnTo>
                <a:lnTo>
                  <a:pt x="4301" y="3317"/>
                </a:lnTo>
                <a:lnTo>
                  <a:pt x="4301" y="3274"/>
                </a:lnTo>
                <a:lnTo>
                  <a:pt x="4323" y="3231"/>
                </a:lnTo>
                <a:lnTo>
                  <a:pt x="4323" y="3231"/>
                </a:lnTo>
                <a:close/>
                <a:moveTo>
                  <a:pt x="1092" y="3659"/>
                </a:moveTo>
                <a:lnTo>
                  <a:pt x="1092" y="3659"/>
                </a:lnTo>
                <a:lnTo>
                  <a:pt x="1070" y="3745"/>
                </a:lnTo>
                <a:lnTo>
                  <a:pt x="1049" y="3788"/>
                </a:lnTo>
                <a:lnTo>
                  <a:pt x="1028" y="3809"/>
                </a:lnTo>
                <a:lnTo>
                  <a:pt x="985" y="3809"/>
                </a:lnTo>
                <a:lnTo>
                  <a:pt x="942" y="3788"/>
                </a:lnTo>
                <a:lnTo>
                  <a:pt x="921" y="3745"/>
                </a:lnTo>
                <a:lnTo>
                  <a:pt x="878" y="3681"/>
                </a:lnTo>
                <a:lnTo>
                  <a:pt x="878" y="3617"/>
                </a:lnTo>
                <a:lnTo>
                  <a:pt x="878" y="3617"/>
                </a:lnTo>
                <a:lnTo>
                  <a:pt x="878" y="3531"/>
                </a:lnTo>
                <a:lnTo>
                  <a:pt x="899" y="3445"/>
                </a:lnTo>
                <a:lnTo>
                  <a:pt x="921" y="3424"/>
                </a:lnTo>
                <a:lnTo>
                  <a:pt x="942" y="3403"/>
                </a:lnTo>
                <a:lnTo>
                  <a:pt x="985" y="3403"/>
                </a:lnTo>
                <a:lnTo>
                  <a:pt x="1028" y="3424"/>
                </a:lnTo>
                <a:lnTo>
                  <a:pt x="1028" y="3424"/>
                </a:lnTo>
                <a:lnTo>
                  <a:pt x="1070" y="3424"/>
                </a:lnTo>
                <a:lnTo>
                  <a:pt x="1092" y="3467"/>
                </a:lnTo>
                <a:lnTo>
                  <a:pt x="1092" y="3531"/>
                </a:lnTo>
                <a:lnTo>
                  <a:pt x="1092" y="3659"/>
                </a:lnTo>
                <a:lnTo>
                  <a:pt x="1092" y="3659"/>
                </a:lnTo>
                <a:close/>
                <a:moveTo>
                  <a:pt x="1734" y="5285"/>
                </a:moveTo>
                <a:lnTo>
                  <a:pt x="1734" y="5285"/>
                </a:lnTo>
                <a:lnTo>
                  <a:pt x="1562" y="4900"/>
                </a:lnTo>
                <a:lnTo>
                  <a:pt x="1477" y="4708"/>
                </a:lnTo>
                <a:lnTo>
                  <a:pt x="1413" y="4515"/>
                </a:lnTo>
                <a:lnTo>
                  <a:pt x="1349" y="4323"/>
                </a:lnTo>
                <a:lnTo>
                  <a:pt x="1327" y="4109"/>
                </a:lnTo>
                <a:lnTo>
                  <a:pt x="1327" y="3916"/>
                </a:lnTo>
                <a:lnTo>
                  <a:pt x="1370" y="3702"/>
                </a:lnTo>
                <a:lnTo>
                  <a:pt x="1370" y="3702"/>
                </a:lnTo>
                <a:lnTo>
                  <a:pt x="1456" y="3873"/>
                </a:lnTo>
                <a:lnTo>
                  <a:pt x="1477" y="3916"/>
                </a:lnTo>
                <a:lnTo>
                  <a:pt x="1520" y="3916"/>
                </a:lnTo>
                <a:lnTo>
                  <a:pt x="1541" y="3916"/>
                </a:lnTo>
                <a:lnTo>
                  <a:pt x="1562" y="3873"/>
                </a:lnTo>
                <a:lnTo>
                  <a:pt x="1605" y="3788"/>
                </a:lnTo>
                <a:lnTo>
                  <a:pt x="1648" y="3659"/>
                </a:lnTo>
                <a:lnTo>
                  <a:pt x="1648" y="3531"/>
                </a:lnTo>
                <a:lnTo>
                  <a:pt x="1669" y="3424"/>
                </a:lnTo>
                <a:lnTo>
                  <a:pt x="1648" y="3381"/>
                </a:lnTo>
                <a:lnTo>
                  <a:pt x="1648" y="3381"/>
                </a:lnTo>
                <a:lnTo>
                  <a:pt x="1648" y="3189"/>
                </a:lnTo>
                <a:lnTo>
                  <a:pt x="1669" y="2996"/>
                </a:lnTo>
                <a:lnTo>
                  <a:pt x="1712" y="2804"/>
                </a:lnTo>
                <a:lnTo>
                  <a:pt x="1776" y="2611"/>
                </a:lnTo>
                <a:lnTo>
                  <a:pt x="1776" y="2611"/>
                </a:lnTo>
                <a:lnTo>
                  <a:pt x="1948" y="2269"/>
                </a:lnTo>
                <a:lnTo>
                  <a:pt x="2076" y="2076"/>
                </a:lnTo>
                <a:lnTo>
                  <a:pt x="2140" y="2012"/>
                </a:lnTo>
                <a:lnTo>
                  <a:pt x="2183" y="1990"/>
                </a:lnTo>
                <a:lnTo>
                  <a:pt x="2183" y="1990"/>
                </a:lnTo>
                <a:lnTo>
                  <a:pt x="2247" y="2012"/>
                </a:lnTo>
                <a:lnTo>
                  <a:pt x="2290" y="2055"/>
                </a:lnTo>
                <a:lnTo>
                  <a:pt x="2376" y="2162"/>
                </a:lnTo>
                <a:lnTo>
                  <a:pt x="2418" y="2247"/>
                </a:lnTo>
                <a:lnTo>
                  <a:pt x="2483" y="2290"/>
                </a:lnTo>
                <a:lnTo>
                  <a:pt x="2547" y="2333"/>
                </a:lnTo>
                <a:lnTo>
                  <a:pt x="2632" y="2333"/>
                </a:lnTo>
                <a:lnTo>
                  <a:pt x="2632" y="2333"/>
                </a:lnTo>
                <a:lnTo>
                  <a:pt x="2718" y="2311"/>
                </a:lnTo>
                <a:lnTo>
                  <a:pt x="2803" y="2290"/>
                </a:lnTo>
                <a:lnTo>
                  <a:pt x="2932" y="2183"/>
                </a:lnTo>
                <a:lnTo>
                  <a:pt x="3146" y="1948"/>
                </a:lnTo>
                <a:lnTo>
                  <a:pt x="3146" y="1948"/>
                </a:lnTo>
                <a:lnTo>
                  <a:pt x="3210" y="1862"/>
                </a:lnTo>
                <a:lnTo>
                  <a:pt x="3274" y="1841"/>
                </a:lnTo>
                <a:lnTo>
                  <a:pt x="3317" y="1819"/>
                </a:lnTo>
                <a:lnTo>
                  <a:pt x="3360" y="1819"/>
                </a:lnTo>
                <a:lnTo>
                  <a:pt x="3403" y="1862"/>
                </a:lnTo>
                <a:lnTo>
                  <a:pt x="3445" y="1905"/>
                </a:lnTo>
                <a:lnTo>
                  <a:pt x="3552" y="2055"/>
                </a:lnTo>
                <a:lnTo>
                  <a:pt x="3552" y="2055"/>
                </a:lnTo>
                <a:lnTo>
                  <a:pt x="3638" y="2183"/>
                </a:lnTo>
                <a:lnTo>
                  <a:pt x="3702" y="2333"/>
                </a:lnTo>
                <a:lnTo>
                  <a:pt x="3766" y="2483"/>
                </a:lnTo>
                <a:lnTo>
                  <a:pt x="3809" y="2654"/>
                </a:lnTo>
                <a:lnTo>
                  <a:pt x="3809" y="2654"/>
                </a:lnTo>
                <a:lnTo>
                  <a:pt x="3830" y="2846"/>
                </a:lnTo>
                <a:lnTo>
                  <a:pt x="3830" y="3060"/>
                </a:lnTo>
                <a:lnTo>
                  <a:pt x="3830" y="3274"/>
                </a:lnTo>
                <a:lnTo>
                  <a:pt x="3852" y="3381"/>
                </a:lnTo>
                <a:lnTo>
                  <a:pt x="3873" y="3488"/>
                </a:lnTo>
                <a:lnTo>
                  <a:pt x="3873" y="3488"/>
                </a:lnTo>
                <a:lnTo>
                  <a:pt x="3895" y="3552"/>
                </a:lnTo>
                <a:lnTo>
                  <a:pt x="3937" y="3617"/>
                </a:lnTo>
                <a:lnTo>
                  <a:pt x="3959" y="3681"/>
                </a:lnTo>
                <a:lnTo>
                  <a:pt x="4002" y="3745"/>
                </a:lnTo>
                <a:lnTo>
                  <a:pt x="4002" y="3745"/>
                </a:lnTo>
                <a:lnTo>
                  <a:pt x="4002" y="3831"/>
                </a:lnTo>
                <a:lnTo>
                  <a:pt x="4002" y="3916"/>
                </a:lnTo>
                <a:lnTo>
                  <a:pt x="3959" y="4087"/>
                </a:lnTo>
                <a:lnTo>
                  <a:pt x="3959" y="4087"/>
                </a:lnTo>
                <a:lnTo>
                  <a:pt x="3916" y="4301"/>
                </a:lnTo>
                <a:lnTo>
                  <a:pt x="3852" y="4515"/>
                </a:lnTo>
                <a:lnTo>
                  <a:pt x="3702" y="4922"/>
                </a:lnTo>
                <a:lnTo>
                  <a:pt x="3509" y="5328"/>
                </a:lnTo>
                <a:lnTo>
                  <a:pt x="3360" y="5735"/>
                </a:lnTo>
                <a:lnTo>
                  <a:pt x="3360" y="5735"/>
                </a:lnTo>
                <a:lnTo>
                  <a:pt x="3231" y="5992"/>
                </a:lnTo>
                <a:lnTo>
                  <a:pt x="3146" y="6184"/>
                </a:lnTo>
                <a:lnTo>
                  <a:pt x="3060" y="6355"/>
                </a:lnTo>
                <a:lnTo>
                  <a:pt x="2953" y="6505"/>
                </a:lnTo>
                <a:lnTo>
                  <a:pt x="2825" y="6633"/>
                </a:lnTo>
                <a:lnTo>
                  <a:pt x="2761" y="6676"/>
                </a:lnTo>
                <a:lnTo>
                  <a:pt x="2696" y="6719"/>
                </a:lnTo>
                <a:lnTo>
                  <a:pt x="2632" y="6719"/>
                </a:lnTo>
                <a:lnTo>
                  <a:pt x="2568" y="6698"/>
                </a:lnTo>
                <a:lnTo>
                  <a:pt x="2568" y="6698"/>
                </a:lnTo>
                <a:lnTo>
                  <a:pt x="2483" y="6676"/>
                </a:lnTo>
                <a:lnTo>
                  <a:pt x="2418" y="6612"/>
                </a:lnTo>
                <a:lnTo>
                  <a:pt x="2311" y="6441"/>
                </a:lnTo>
                <a:lnTo>
                  <a:pt x="2140" y="6077"/>
                </a:lnTo>
                <a:lnTo>
                  <a:pt x="2140" y="6077"/>
                </a:lnTo>
                <a:lnTo>
                  <a:pt x="1734" y="5285"/>
                </a:lnTo>
                <a:lnTo>
                  <a:pt x="1734" y="5285"/>
                </a:lnTo>
                <a:close/>
                <a:moveTo>
                  <a:pt x="2803" y="8366"/>
                </a:moveTo>
                <a:lnTo>
                  <a:pt x="2803" y="8366"/>
                </a:lnTo>
                <a:lnTo>
                  <a:pt x="2782" y="8409"/>
                </a:lnTo>
                <a:lnTo>
                  <a:pt x="2739" y="8452"/>
                </a:lnTo>
                <a:lnTo>
                  <a:pt x="2632" y="8516"/>
                </a:lnTo>
                <a:lnTo>
                  <a:pt x="2589" y="8538"/>
                </a:lnTo>
                <a:lnTo>
                  <a:pt x="2547" y="8538"/>
                </a:lnTo>
                <a:lnTo>
                  <a:pt x="2525" y="8495"/>
                </a:lnTo>
                <a:lnTo>
                  <a:pt x="2504" y="8431"/>
                </a:lnTo>
                <a:lnTo>
                  <a:pt x="2504" y="8431"/>
                </a:lnTo>
                <a:lnTo>
                  <a:pt x="2525" y="8345"/>
                </a:lnTo>
                <a:lnTo>
                  <a:pt x="2547" y="8302"/>
                </a:lnTo>
                <a:lnTo>
                  <a:pt x="2589" y="8238"/>
                </a:lnTo>
                <a:lnTo>
                  <a:pt x="2654" y="8217"/>
                </a:lnTo>
                <a:lnTo>
                  <a:pt x="2696" y="8217"/>
                </a:lnTo>
                <a:lnTo>
                  <a:pt x="2739" y="8238"/>
                </a:lnTo>
                <a:lnTo>
                  <a:pt x="2782" y="8281"/>
                </a:lnTo>
                <a:lnTo>
                  <a:pt x="2803" y="8366"/>
                </a:lnTo>
                <a:lnTo>
                  <a:pt x="2803" y="8366"/>
                </a:lnTo>
                <a:close/>
                <a:moveTo>
                  <a:pt x="2269" y="7489"/>
                </a:moveTo>
                <a:lnTo>
                  <a:pt x="2269" y="7489"/>
                </a:lnTo>
                <a:lnTo>
                  <a:pt x="2226" y="7446"/>
                </a:lnTo>
                <a:lnTo>
                  <a:pt x="2226" y="7425"/>
                </a:lnTo>
                <a:lnTo>
                  <a:pt x="2290" y="7361"/>
                </a:lnTo>
                <a:lnTo>
                  <a:pt x="2290" y="7361"/>
                </a:lnTo>
                <a:lnTo>
                  <a:pt x="2311" y="7382"/>
                </a:lnTo>
                <a:lnTo>
                  <a:pt x="2311" y="7425"/>
                </a:lnTo>
                <a:lnTo>
                  <a:pt x="2290" y="7446"/>
                </a:lnTo>
                <a:lnTo>
                  <a:pt x="2269" y="7489"/>
                </a:lnTo>
                <a:lnTo>
                  <a:pt x="2269" y="7489"/>
                </a:lnTo>
                <a:close/>
                <a:moveTo>
                  <a:pt x="1926" y="7361"/>
                </a:moveTo>
                <a:lnTo>
                  <a:pt x="1926" y="7361"/>
                </a:lnTo>
                <a:lnTo>
                  <a:pt x="1883" y="7361"/>
                </a:lnTo>
                <a:lnTo>
                  <a:pt x="1862" y="7339"/>
                </a:lnTo>
                <a:lnTo>
                  <a:pt x="1798" y="7275"/>
                </a:lnTo>
                <a:lnTo>
                  <a:pt x="1755" y="7190"/>
                </a:lnTo>
                <a:lnTo>
                  <a:pt x="1734" y="7083"/>
                </a:lnTo>
                <a:lnTo>
                  <a:pt x="1712" y="6890"/>
                </a:lnTo>
                <a:lnTo>
                  <a:pt x="1712" y="6805"/>
                </a:lnTo>
                <a:lnTo>
                  <a:pt x="1712" y="6805"/>
                </a:lnTo>
                <a:lnTo>
                  <a:pt x="1755" y="6655"/>
                </a:lnTo>
                <a:lnTo>
                  <a:pt x="1819" y="6484"/>
                </a:lnTo>
                <a:lnTo>
                  <a:pt x="1862" y="6398"/>
                </a:lnTo>
                <a:lnTo>
                  <a:pt x="1905" y="6334"/>
                </a:lnTo>
                <a:lnTo>
                  <a:pt x="1969" y="6291"/>
                </a:lnTo>
                <a:lnTo>
                  <a:pt x="2012" y="6312"/>
                </a:lnTo>
                <a:lnTo>
                  <a:pt x="2012" y="6312"/>
                </a:lnTo>
                <a:lnTo>
                  <a:pt x="2076" y="6398"/>
                </a:lnTo>
                <a:lnTo>
                  <a:pt x="2204" y="6591"/>
                </a:lnTo>
                <a:lnTo>
                  <a:pt x="2376" y="6890"/>
                </a:lnTo>
                <a:lnTo>
                  <a:pt x="2376" y="6890"/>
                </a:lnTo>
                <a:lnTo>
                  <a:pt x="2354" y="6933"/>
                </a:lnTo>
                <a:lnTo>
                  <a:pt x="2311" y="6997"/>
                </a:lnTo>
                <a:lnTo>
                  <a:pt x="2183" y="7147"/>
                </a:lnTo>
                <a:lnTo>
                  <a:pt x="2033" y="7297"/>
                </a:lnTo>
                <a:lnTo>
                  <a:pt x="1969" y="7339"/>
                </a:lnTo>
                <a:lnTo>
                  <a:pt x="1926" y="7361"/>
                </a:lnTo>
                <a:lnTo>
                  <a:pt x="1926" y="7361"/>
                </a:lnTo>
                <a:close/>
                <a:moveTo>
                  <a:pt x="3146" y="9458"/>
                </a:moveTo>
                <a:lnTo>
                  <a:pt x="3146" y="9458"/>
                </a:lnTo>
                <a:lnTo>
                  <a:pt x="3103" y="9479"/>
                </a:lnTo>
                <a:lnTo>
                  <a:pt x="2996" y="9543"/>
                </a:lnTo>
                <a:lnTo>
                  <a:pt x="2718" y="9650"/>
                </a:lnTo>
                <a:lnTo>
                  <a:pt x="2440" y="9714"/>
                </a:lnTo>
                <a:lnTo>
                  <a:pt x="2354" y="9736"/>
                </a:lnTo>
                <a:lnTo>
                  <a:pt x="2290" y="9714"/>
                </a:lnTo>
                <a:lnTo>
                  <a:pt x="2290" y="9714"/>
                </a:lnTo>
                <a:lnTo>
                  <a:pt x="2269" y="9693"/>
                </a:lnTo>
                <a:lnTo>
                  <a:pt x="2269" y="9650"/>
                </a:lnTo>
                <a:lnTo>
                  <a:pt x="2311" y="9565"/>
                </a:lnTo>
                <a:lnTo>
                  <a:pt x="2397" y="9479"/>
                </a:lnTo>
                <a:lnTo>
                  <a:pt x="2504" y="9372"/>
                </a:lnTo>
                <a:lnTo>
                  <a:pt x="2739" y="9201"/>
                </a:lnTo>
                <a:lnTo>
                  <a:pt x="2910" y="9137"/>
                </a:lnTo>
                <a:lnTo>
                  <a:pt x="2910" y="9137"/>
                </a:lnTo>
                <a:lnTo>
                  <a:pt x="2953" y="9137"/>
                </a:lnTo>
                <a:lnTo>
                  <a:pt x="3017" y="9137"/>
                </a:lnTo>
                <a:lnTo>
                  <a:pt x="3039" y="9179"/>
                </a:lnTo>
                <a:lnTo>
                  <a:pt x="3082" y="9201"/>
                </a:lnTo>
                <a:lnTo>
                  <a:pt x="3124" y="9329"/>
                </a:lnTo>
                <a:lnTo>
                  <a:pt x="3146" y="9458"/>
                </a:lnTo>
                <a:lnTo>
                  <a:pt x="3146" y="9458"/>
                </a:lnTo>
                <a:close/>
                <a:moveTo>
                  <a:pt x="2718" y="7896"/>
                </a:moveTo>
                <a:lnTo>
                  <a:pt x="2718" y="7896"/>
                </a:lnTo>
                <a:lnTo>
                  <a:pt x="2718" y="7853"/>
                </a:lnTo>
                <a:lnTo>
                  <a:pt x="2718" y="7832"/>
                </a:lnTo>
                <a:lnTo>
                  <a:pt x="2739" y="7725"/>
                </a:lnTo>
                <a:lnTo>
                  <a:pt x="2761" y="7639"/>
                </a:lnTo>
                <a:lnTo>
                  <a:pt x="2782" y="7553"/>
                </a:lnTo>
                <a:lnTo>
                  <a:pt x="2782" y="7553"/>
                </a:lnTo>
                <a:lnTo>
                  <a:pt x="2739" y="7511"/>
                </a:lnTo>
                <a:lnTo>
                  <a:pt x="2696" y="7468"/>
                </a:lnTo>
                <a:lnTo>
                  <a:pt x="2696" y="7425"/>
                </a:lnTo>
                <a:lnTo>
                  <a:pt x="2696" y="7404"/>
                </a:lnTo>
                <a:lnTo>
                  <a:pt x="2696" y="7382"/>
                </a:lnTo>
                <a:lnTo>
                  <a:pt x="2739" y="7361"/>
                </a:lnTo>
                <a:lnTo>
                  <a:pt x="2739" y="7361"/>
                </a:lnTo>
                <a:lnTo>
                  <a:pt x="2803" y="7382"/>
                </a:lnTo>
                <a:lnTo>
                  <a:pt x="2910" y="7446"/>
                </a:lnTo>
                <a:lnTo>
                  <a:pt x="2975" y="7511"/>
                </a:lnTo>
                <a:lnTo>
                  <a:pt x="3017" y="7575"/>
                </a:lnTo>
                <a:lnTo>
                  <a:pt x="3017" y="7575"/>
                </a:lnTo>
                <a:lnTo>
                  <a:pt x="2996" y="7639"/>
                </a:lnTo>
                <a:lnTo>
                  <a:pt x="2889" y="7746"/>
                </a:lnTo>
                <a:lnTo>
                  <a:pt x="2782" y="7832"/>
                </a:lnTo>
                <a:lnTo>
                  <a:pt x="2718" y="7896"/>
                </a:lnTo>
                <a:lnTo>
                  <a:pt x="2718" y="7896"/>
                </a:lnTo>
                <a:close/>
                <a:moveTo>
                  <a:pt x="3317" y="7425"/>
                </a:moveTo>
                <a:lnTo>
                  <a:pt x="3317" y="7425"/>
                </a:lnTo>
                <a:lnTo>
                  <a:pt x="3253" y="7425"/>
                </a:lnTo>
                <a:lnTo>
                  <a:pt x="3167" y="7382"/>
                </a:lnTo>
                <a:lnTo>
                  <a:pt x="2953" y="7232"/>
                </a:lnTo>
                <a:lnTo>
                  <a:pt x="2761" y="7083"/>
                </a:lnTo>
                <a:lnTo>
                  <a:pt x="2654" y="6997"/>
                </a:lnTo>
                <a:lnTo>
                  <a:pt x="2654" y="6997"/>
                </a:lnTo>
                <a:lnTo>
                  <a:pt x="2782" y="6954"/>
                </a:lnTo>
                <a:lnTo>
                  <a:pt x="2910" y="6933"/>
                </a:lnTo>
                <a:lnTo>
                  <a:pt x="3017" y="6912"/>
                </a:lnTo>
                <a:lnTo>
                  <a:pt x="3146" y="6847"/>
                </a:lnTo>
                <a:lnTo>
                  <a:pt x="3146" y="6847"/>
                </a:lnTo>
                <a:lnTo>
                  <a:pt x="3210" y="6783"/>
                </a:lnTo>
                <a:lnTo>
                  <a:pt x="3231" y="6698"/>
                </a:lnTo>
                <a:lnTo>
                  <a:pt x="3253" y="6633"/>
                </a:lnTo>
                <a:lnTo>
                  <a:pt x="3274" y="6548"/>
                </a:lnTo>
                <a:lnTo>
                  <a:pt x="3274" y="6548"/>
                </a:lnTo>
                <a:lnTo>
                  <a:pt x="3338" y="6419"/>
                </a:lnTo>
                <a:lnTo>
                  <a:pt x="3403" y="6377"/>
                </a:lnTo>
                <a:lnTo>
                  <a:pt x="3445" y="6377"/>
                </a:lnTo>
                <a:lnTo>
                  <a:pt x="3445" y="6377"/>
                </a:lnTo>
                <a:lnTo>
                  <a:pt x="3509" y="6441"/>
                </a:lnTo>
                <a:lnTo>
                  <a:pt x="3595" y="6548"/>
                </a:lnTo>
                <a:lnTo>
                  <a:pt x="3723" y="6740"/>
                </a:lnTo>
                <a:lnTo>
                  <a:pt x="3723" y="6740"/>
                </a:lnTo>
                <a:lnTo>
                  <a:pt x="3659" y="6890"/>
                </a:lnTo>
                <a:lnTo>
                  <a:pt x="3552" y="7125"/>
                </a:lnTo>
                <a:lnTo>
                  <a:pt x="3424" y="7318"/>
                </a:lnTo>
                <a:lnTo>
                  <a:pt x="3360" y="7404"/>
                </a:lnTo>
                <a:lnTo>
                  <a:pt x="3317" y="7425"/>
                </a:lnTo>
                <a:lnTo>
                  <a:pt x="3317" y="7425"/>
                </a:lnTo>
                <a:close/>
                <a:moveTo>
                  <a:pt x="2910" y="4708"/>
                </a:moveTo>
                <a:lnTo>
                  <a:pt x="2910" y="4708"/>
                </a:lnTo>
                <a:lnTo>
                  <a:pt x="2975" y="4644"/>
                </a:lnTo>
                <a:lnTo>
                  <a:pt x="3060" y="4515"/>
                </a:lnTo>
                <a:lnTo>
                  <a:pt x="3082" y="4472"/>
                </a:lnTo>
                <a:lnTo>
                  <a:pt x="3082" y="4408"/>
                </a:lnTo>
                <a:lnTo>
                  <a:pt x="3060" y="4365"/>
                </a:lnTo>
                <a:lnTo>
                  <a:pt x="3017" y="4344"/>
                </a:lnTo>
                <a:lnTo>
                  <a:pt x="3017" y="4344"/>
                </a:lnTo>
                <a:lnTo>
                  <a:pt x="2975" y="4344"/>
                </a:lnTo>
                <a:lnTo>
                  <a:pt x="2932" y="4365"/>
                </a:lnTo>
                <a:lnTo>
                  <a:pt x="2846" y="4472"/>
                </a:lnTo>
                <a:lnTo>
                  <a:pt x="2782" y="4558"/>
                </a:lnTo>
                <a:lnTo>
                  <a:pt x="2761" y="4601"/>
                </a:lnTo>
                <a:lnTo>
                  <a:pt x="2718" y="4622"/>
                </a:lnTo>
                <a:lnTo>
                  <a:pt x="2718" y="4622"/>
                </a:lnTo>
                <a:lnTo>
                  <a:pt x="2675" y="4601"/>
                </a:lnTo>
                <a:lnTo>
                  <a:pt x="2654" y="4601"/>
                </a:lnTo>
                <a:lnTo>
                  <a:pt x="2611" y="4558"/>
                </a:lnTo>
                <a:lnTo>
                  <a:pt x="2611" y="4515"/>
                </a:lnTo>
                <a:lnTo>
                  <a:pt x="2589" y="4408"/>
                </a:lnTo>
                <a:lnTo>
                  <a:pt x="2589" y="4280"/>
                </a:lnTo>
                <a:lnTo>
                  <a:pt x="2654" y="4023"/>
                </a:lnTo>
                <a:lnTo>
                  <a:pt x="2696" y="3852"/>
                </a:lnTo>
                <a:lnTo>
                  <a:pt x="2696" y="3852"/>
                </a:lnTo>
                <a:lnTo>
                  <a:pt x="2675" y="3788"/>
                </a:lnTo>
                <a:lnTo>
                  <a:pt x="2654" y="3745"/>
                </a:lnTo>
                <a:lnTo>
                  <a:pt x="2611" y="3745"/>
                </a:lnTo>
                <a:lnTo>
                  <a:pt x="2547" y="3766"/>
                </a:lnTo>
                <a:lnTo>
                  <a:pt x="2547" y="3766"/>
                </a:lnTo>
                <a:lnTo>
                  <a:pt x="2504" y="3809"/>
                </a:lnTo>
                <a:lnTo>
                  <a:pt x="2483" y="3873"/>
                </a:lnTo>
                <a:lnTo>
                  <a:pt x="2418" y="4066"/>
                </a:lnTo>
                <a:lnTo>
                  <a:pt x="2397" y="4258"/>
                </a:lnTo>
                <a:lnTo>
                  <a:pt x="2376" y="4387"/>
                </a:lnTo>
                <a:lnTo>
                  <a:pt x="2376" y="4387"/>
                </a:lnTo>
                <a:lnTo>
                  <a:pt x="2397" y="4515"/>
                </a:lnTo>
                <a:lnTo>
                  <a:pt x="2418" y="4622"/>
                </a:lnTo>
                <a:lnTo>
                  <a:pt x="2483" y="4708"/>
                </a:lnTo>
                <a:lnTo>
                  <a:pt x="2547" y="4772"/>
                </a:lnTo>
                <a:lnTo>
                  <a:pt x="2632" y="4815"/>
                </a:lnTo>
                <a:lnTo>
                  <a:pt x="2718" y="4836"/>
                </a:lnTo>
                <a:lnTo>
                  <a:pt x="2825" y="4793"/>
                </a:lnTo>
                <a:lnTo>
                  <a:pt x="2910" y="4708"/>
                </a:lnTo>
                <a:lnTo>
                  <a:pt x="2910" y="4708"/>
                </a:lnTo>
                <a:close/>
                <a:moveTo>
                  <a:pt x="2376" y="3060"/>
                </a:moveTo>
                <a:lnTo>
                  <a:pt x="2376" y="3060"/>
                </a:lnTo>
                <a:lnTo>
                  <a:pt x="2397" y="2996"/>
                </a:lnTo>
                <a:lnTo>
                  <a:pt x="2376" y="2953"/>
                </a:lnTo>
                <a:lnTo>
                  <a:pt x="2354" y="2911"/>
                </a:lnTo>
                <a:lnTo>
                  <a:pt x="2311" y="2868"/>
                </a:lnTo>
                <a:lnTo>
                  <a:pt x="2204" y="2804"/>
                </a:lnTo>
                <a:lnTo>
                  <a:pt x="2097" y="2782"/>
                </a:lnTo>
                <a:lnTo>
                  <a:pt x="2097" y="2782"/>
                </a:lnTo>
                <a:lnTo>
                  <a:pt x="1990" y="2825"/>
                </a:lnTo>
                <a:lnTo>
                  <a:pt x="1883" y="2889"/>
                </a:lnTo>
                <a:lnTo>
                  <a:pt x="1798" y="2996"/>
                </a:lnTo>
                <a:lnTo>
                  <a:pt x="1776" y="3039"/>
                </a:lnTo>
                <a:lnTo>
                  <a:pt x="1776" y="3103"/>
                </a:lnTo>
                <a:lnTo>
                  <a:pt x="1776" y="3103"/>
                </a:lnTo>
                <a:lnTo>
                  <a:pt x="1776" y="3189"/>
                </a:lnTo>
                <a:lnTo>
                  <a:pt x="1819" y="3231"/>
                </a:lnTo>
                <a:lnTo>
                  <a:pt x="1841" y="3253"/>
                </a:lnTo>
                <a:lnTo>
                  <a:pt x="1905" y="3231"/>
                </a:lnTo>
                <a:lnTo>
                  <a:pt x="1990" y="3146"/>
                </a:lnTo>
                <a:lnTo>
                  <a:pt x="2076" y="3082"/>
                </a:lnTo>
                <a:lnTo>
                  <a:pt x="2076" y="3082"/>
                </a:lnTo>
                <a:lnTo>
                  <a:pt x="2119" y="3082"/>
                </a:lnTo>
                <a:lnTo>
                  <a:pt x="2162" y="3082"/>
                </a:lnTo>
                <a:lnTo>
                  <a:pt x="2226" y="3124"/>
                </a:lnTo>
                <a:lnTo>
                  <a:pt x="2269" y="3124"/>
                </a:lnTo>
                <a:lnTo>
                  <a:pt x="2311" y="3124"/>
                </a:lnTo>
                <a:lnTo>
                  <a:pt x="2354" y="3103"/>
                </a:lnTo>
                <a:lnTo>
                  <a:pt x="2376" y="3060"/>
                </a:lnTo>
                <a:lnTo>
                  <a:pt x="2376" y="3060"/>
                </a:lnTo>
                <a:close/>
                <a:moveTo>
                  <a:pt x="2975" y="3167"/>
                </a:moveTo>
                <a:lnTo>
                  <a:pt x="2975" y="3167"/>
                </a:lnTo>
                <a:lnTo>
                  <a:pt x="3017" y="3189"/>
                </a:lnTo>
                <a:lnTo>
                  <a:pt x="3039" y="3167"/>
                </a:lnTo>
                <a:lnTo>
                  <a:pt x="3124" y="3124"/>
                </a:lnTo>
                <a:lnTo>
                  <a:pt x="3210" y="3060"/>
                </a:lnTo>
                <a:lnTo>
                  <a:pt x="3253" y="3060"/>
                </a:lnTo>
                <a:lnTo>
                  <a:pt x="3317" y="3060"/>
                </a:lnTo>
                <a:lnTo>
                  <a:pt x="3317" y="3060"/>
                </a:lnTo>
                <a:lnTo>
                  <a:pt x="3403" y="3060"/>
                </a:lnTo>
                <a:lnTo>
                  <a:pt x="3424" y="3039"/>
                </a:lnTo>
                <a:lnTo>
                  <a:pt x="3445" y="3017"/>
                </a:lnTo>
                <a:lnTo>
                  <a:pt x="3467" y="2975"/>
                </a:lnTo>
                <a:lnTo>
                  <a:pt x="3424" y="2911"/>
                </a:lnTo>
                <a:lnTo>
                  <a:pt x="3381" y="2846"/>
                </a:lnTo>
                <a:lnTo>
                  <a:pt x="3296" y="2804"/>
                </a:lnTo>
                <a:lnTo>
                  <a:pt x="3189" y="2804"/>
                </a:lnTo>
                <a:lnTo>
                  <a:pt x="3146" y="2825"/>
                </a:lnTo>
                <a:lnTo>
                  <a:pt x="3082" y="2846"/>
                </a:lnTo>
                <a:lnTo>
                  <a:pt x="3082" y="2846"/>
                </a:lnTo>
                <a:lnTo>
                  <a:pt x="3017" y="2911"/>
                </a:lnTo>
                <a:lnTo>
                  <a:pt x="2953" y="2996"/>
                </a:lnTo>
                <a:lnTo>
                  <a:pt x="2932" y="3039"/>
                </a:lnTo>
                <a:lnTo>
                  <a:pt x="2932" y="3082"/>
                </a:lnTo>
                <a:lnTo>
                  <a:pt x="2932" y="3124"/>
                </a:lnTo>
                <a:lnTo>
                  <a:pt x="2975" y="3167"/>
                </a:lnTo>
                <a:lnTo>
                  <a:pt x="2975" y="3167"/>
                </a:lnTo>
                <a:close/>
                <a:moveTo>
                  <a:pt x="3103" y="3510"/>
                </a:moveTo>
                <a:lnTo>
                  <a:pt x="3103" y="3510"/>
                </a:lnTo>
                <a:lnTo>
                  <a:pt x="3103" y="3638"/>
                </a:lnTo>
                <a:lnTo>
                  <a:pt x="3124" y="3724"/>
                </a:lnTo>
                <a:lnTo>
                  <a:pt x="3167" y="3766"/>
                </a:lnTo>
                <a:lnTo>
                  <a:pt x="3210" y="3788"/>
                </a:lnTo>
                <a:lnTo>
                  <a:pt x="3253" y="3766"/>
                </a:lnTo>
                <a:lnTo>
                  <a:pt x="3296" y="3724"/>
                </a:lnTo>
                <a:lnTo>
                  <a:pt x="3338" y="3659"/>
                </a:lnTo>
                <a:lnTo>
                  <a:pt x="3360" y="3552"/>
                </a:lnTo>
                <a:lnTo>
                  <a:pt x="3360" y="3552"/>
                </a:lnTo>
                <a:lnTo>
                  <a:pt x="3360" y="3445"/>
                </a:lnTo>
                <a:lnTo>
                  <a:pt x="3317" y="3360"/>
                </a:lnTo>
                <a:lnTo>
                  <a:pt x="3274" y="3317"/>
                </a:lnTo>
                <a:lnTo>
                  <a:pt x="3231" y="3296"/>
                </a:lnTo>
                <a:lnTo>
                  <a:pt x="3189" y="3296"/>
                </a:lnTo>
                <a:lnTo>
                  <a:pt x="3146" y="3338"/>
                </a:lnTo>
                <a:lnTo>
                  <a:pt x="3103" y="3403"/>
                </a:lnTo>
                <a:lnTo>
                  <a:pt x="3103" y="3510"/>
                </a:lnTo>
                <a:lnTo>
                  <a:pt x="3103" y="3510"/>
                </a:lnTo>
                <a:close/>
                <a:moveTo>
                  <a:pt x="2269" y="3574"/>
                </a:moveTo>
                <a:lnTo>
                  <a:pt x="2269" y="3574"/>
                </a:lnTo>
                <a:lnTo>
                  <a:pt x="2247" y="3510"/>
                </a:lnTo>
                <a:lnTo>
                  <a:pt x="2226" y="3424"/>
                </a:lnTo>
                <a:lnTo>
                  <a:pt x="2183" y="3360"/>
                </a:lnTo>
                <a:lnTo>
                  <a:pt x="2140" y="3338"/>
                </a:lnTo>
                <a:lnTo>
                  <a:pt x="2097" y="3338"/>
                </a:lnTo>
                <a:lnTo>
                  <a:pt x="2097" y="3338"/>
                </a:lnTo>
                <a:lnTo>
                  <a:pt x="2076" y="3338"/>
                </a:lnTo>
                <a:lnTo>
                  <a:pt x="2033" y="3381"/>
                </a:lnTo>
                <a:lnTo>
                  <a:pt x="2012" y="3445"/>
                </a:lnTo>
                <a:lnTo>
                  <a:pt x="2012" y="3617"/>
                </a:lnTo>
                <a:lnTo>
                  <a:pt x="2012" y="3617"/>
                </a:lnTo>
                <a:lnTo>
                  <a:pt x="2012" y="3702"/>
                </a:lnTo>
                <a:lnTo>
                  <a:pt x="2012" y="3788"/>
                </a:lnTo>
                <a:lnTo>
                  <a:pt x="2033" y="3831"/>
                </a:lnTo>
                <a:lnTo>
                  <a:pt x="2055" y="3852"/>
                </a:lnTo>
                <a:lnTo>
                  <a:pt x="2097" y="3873"/>
                </a:lnTo>
                <a:lnTo>
                  <a:pt x="2140" y="3873"/>
                </a:lnTo>
                <a:lnTo>
                  <a:pt x="2140" y="3873"/>
                </a:lnTo>
                <a:lnTo>
                  <a:pt x="2183" y="3852"/>
                </a:lnTo>
                <a:lnTo>
                  <a:pt x="2226" y="3809"/>
                </a:lnTo>
                <a:lnTo>
                  <a:pt x="2247" y="3745"/>
                </a:lnTo>
                <a:lnTo>
                  <a:pt x="2269" y="3659"/>
                </a:lnTo>
                <a:lnTo>
                  <a:pt x="2269" y="3574"/>
                </a:lnTo>
                <a:lnTo>
                  <a:pt x="2269" y="3574"/>
                </a:lnTo>
                <a:close/>
                <a:moveTo>
                  <a:pt x="2696" y="5029"/>
                </a:moveTo>
                <a:lnTo>
                  <a:pt x="2696" y="5029"/>
                </a:lnTo>
                <a:lnTo>
                  <a:pt x="2611" y="5050"/>
                </a:lnTo>
                <a:lnTo>
                  <a:pt x="2525" y="5093"/>
                </a:lnTo>
                <a:lnTo>
                  <a:pt x="2461" y="5136"/>
                </a:lnTo>
                <a:lnTo>
                  <a:pt x="2440" y="5178"/>
                </a:lnTo>
                <a:lnTo>
                  <a:pt x="2440" y="5221"/>
                </a:lnTo>
                <a:lnTo>
                  <a:pt x="2440" y="5221"/>
                </a:lnTo>
                <a:lnTo>
                  <a:pt x="2461" y="5243"/>
                </a:lnTo>
                <a:lnTo>
                  <a:pt x="2483" y="5264"/>
                </a:lnTo>
                <a:lnTo>
                  <a:pt x="2589" y="5285"/>
                </a:lnTo>
                <a:lnTo>
                  <a:pt x="2782" y="5243"/>
                </a:lnTo>
                <a:lnTo>
                  <a:pt x="2782" y="5243"/>
                </a:lnTo>
                <a:lnTo>
                  <a:pt x="2803" y="5264"/>
                </a:lnTo>
                <a:lnTo>
                  <a:pt x="2889" y="5264"/>
                </a:lnTo>
                <a:lnTo>
                  <a:pt x="2953" y="5221"/>
                </a:lnTo>
                <a:lnTo>
                  <a:pt x="2975" y="5200"/>
                </a:lnTo>
                <a:lnTo>
                  <a:pt x="2975" y="5157"/>
                </a:lnTo>
                <a:lnTo>
                  <a:pt x="2975" y="5157"/>
                </a:lnTo>
                <a:lnTo>
                  <a:pt x="2953" y="5114"/>
                </a:lnTo>
                <a:lnTo>
                  <a:pt x="2932" y="5093"/>
                </a:lnTo>
                <a:lnTo>
                  <a:pt x="2868" y="5050"/>
                </a:lnTo>
                <a:lnTo>
                  <a:pt x="2761" y="5029"/>
                </a:lnTo>
                <a:lnTo>
                  <a:pt x="2696" y="5029"/>
                </a:lnTo>
                <a:lnTo>
                  <a:pt x="2696" y="5029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7"/>
          <p:cNvSpPr/>
          <p:nvPr/>
        </p:nvSpPr>
        <p:spPr>
          <a:xfrm>
            <a:off x="2742761" y="4016705"/>
            <a:ext cx="241712" cy="211660"/>
          </a:xfrm>
          <a:custGeom>
            <a:rect b="b" l="l" r="r" t="t"/>
            <a:pathLst>
              <a:path extrusionOk="0" h="7832" w="8944">
                <a:moveTo>
                  <a:pt x="5371" y="471"/>
                </a:moveTo>
                <a:lnTo>
                  <a:pt x="5478" y="492"/>
                </a:lnTo>
                <a:lnTo>
                  <a:pt x="5585" y="535"/>
                </a:lnTo>
                <a:lnTo>
                  <a:pt x="5627" y="599"/>
                </a:lnTo>
                <a:lnTo>
                  <a:pt x="5670" y="685"/>
                </a:lnTo>
                <a:lnTo>
                  <a:pt x="5670" y="792"/>
                </a:lnTo>
                <a:lnTo>
                  <a:pt x="5670" y="920"/>
                </a:lnTo>
                <a:lnTo>
                  <a:pt x="5649" y="963"/>
                </a:lnTo>
                <a:lnTo>
                  <a:pt x="5606" y="963"/>
                </a:lnTo>
                <a:lnTo>
                  <a:pt x="5499" y="985"/>
                </a:lnTo>
                <a:lnTo>
                  <a:pt x="5371" y="1006"/>
                </a:lnTo>
                <a:lnTo>
                  <a:pt x="5306" y="1027"/>
                </a:lnTo>
                <a:lnTo>
                  <a:pt x="5242" y="1070"/>
                </a:lnTo>
                <a:lnTo>
                  <a:pt x="5199" y="1113"/>
                </a:lnTo>
                <a:lnTo>
                  <a:pt x="5199" y="1156"/>
                </a:lnTo>
                <a:lnTo>
                  <a:pt x="5199" y="1220"/>
                </a:lnTo>
                <a:lnTo>
                  <a:pt x="5199" y="1241"/>
                </a:lnTo>
                <a:lnTo>
                  <a:pt x="5178" y="1241"/>
                </a:lnTo>
                <a:lnTo>
                  <a:pt x="5050" y="1284"/>
                </a:lnTo>
                <a:lnTo>
                  <a:pt x="4793" y="1327"/>
                </a:lnTo>
                <a:lnTo>
                  <a:pt x="4515" y="1327"/>
                </a:lnTo>
                <a:lnTo>
                  <a:pt x="4237" y="1305"/>
                </a:lnTo>
                <a:lnTo>
                  <a:pt x="3959" y="1305"/>
                </a:lnTo>
                <a:lnTo>
                  <a:pt x="3616" y="1348"/>
                </a:lnTo>
                <a:lnTo>
                  <a:pt x="3338" y="1348"/>
                </a:lnTo>
                <a:lnTo>
                  <a:pt x="3295" y="1305"/>
                </a:lnTo>
                <a:lnTo>
                  <a:pt x="3252" y="1263"/>
                </a:lnTo>
                <a:lnTo>
                  <a:pt x="3252" y="1220"/>
                </a:lnTo>
                <a:lnTo>
                  <a:pt x="3231" y="1177"/>
                </a:lnTo>
                <a:lnTo>
                  <a:pt x="3210" y="1113"/>
                </a:lnTo>
                <a:lnTo>
                  <a:pt x="3188" y="1092"/>
                </a:lnTo>
                <a:lnTo>
                  <a:pt x="2825" y="1092"/>
                </a:lnTo>
                <a:lnTo>
                  <a:pt x="2825" y="920"/>
                </a:lnTo>
                <a:lnTo>
                  <a:pt x="2825" y="813"/>
                </a:lnTo>
                <a:lnTo>
                  <a:pt x="2846" y="728"/>
                </a:lnTo>
                <a:lnTo>
                  <a:pt x="2996" y="664"/>
                </a:lnTo>
                <a:lnTo>
                  <a:pt x="3188" y="621"/>
                </a:lnTo>
                <a:lnTo>
                  <a:pt x="3552" y="578"/>
                </a:lnTo>
                <a:lnTo>
                  <a:pt x="3787" y="578"/>
                </a:lnTo>
                <a:lnTo>
                  <a:pt x="4044" y="557"/>
                </a:lnTo>
                <a:lnTo>
                  <a:pt x="4301" y="557"/>
                </a:lnTo>
                <a:lnTo>
                  <a:pt x="4536" y="535"/>
                </a:lnTo>
                <a:lnTo>
                  <a:pt x="5007" y="471"/>
                </a:lnTo>
                <a:close/>
                <a:moveTo>
                  <a:pt x="2354" y="4451"/>
                </a:moveTo>
                <a:lnTo>
                  <a:pt x="2397" y="4472"/>
                </a:lnTo>
                <a:lnTo>
                  <a:pt x="2397" y="4493"/>
                </a:lnTo>
                <a:lnTo>
                  <a:pt x="2397" y="4515"/>
                </a:lnTo>
                <a:lnTo>
                  <a:pt x="2354" y="4558"/>
                </a:lnTo>
                <a:lnTo>
                  <a:pt x="2290" y="4558"/>
                </a:lnTo>
                <a:lnTo>
                  <a:pt x="2290" y="4515"/>
                </a:lnTo>
                <a:lnTo>
                  <a:pt x="2311" y="4493"/>
                </a:lnTo>
                <a:lnTo>
                  <a:pt x="2354" y="4493"/>
                </a:lnTo>
                <a:lnTo>
                  <a:pt x="2354" y="4451"/>
                </a:lnTo>
                <a:close/>
                <a:moveTo>
                  <a:pt x="7981" y="1712"/>
                </a:moveTo>
                <a:lnTo>
                  <a:pt x="8024" y="1733"/>
                </a:lnTo>
                <a:lnTo>
                  <a:pt x="8066" y="1755"/>
                </a:lnTo>
                <a:lnTo>
                  <a:pt x="8088" y="1819"/>
                </a:lnTo>
                <a:lnTo>
                  <a:pt x="8131" y="2012"/>
                </a:lnTo>
                <a:lnTo>
                  <a:pt x="8195" y="2375"/>
                </a:lnTo>
                <a:lnTo>
                  <a:pt x="8238" y="2760"/>
                </a:lnTo>
                <a:lnTo>
                  <a:pt x="8259" y="3124"/>
                </a:lnTo>
                <a:lnTo>
                  <a:pt x="8323" y="3509"/>
                </a:lnTo>
                <a:lnTo>
                  <a:pt x="8345" y="3745"/>
                </a:lnTo>
                <a:lnTo>
                  <a:pt x="8366" y="3852"/>
                </a:lnTo>
                <a:lnTo>
                  <a:pt x="8345" y="3959"/>
                </a:lnTo>
                <a:lnTo>
                  <a:pt x="8323" y="4066"/>
                </a:lnTo>
                <a:lnTo>
                  <a:pt x="8280" y="4108"/>
                </a:lnTo>
                <a:lnTo>
                  <a:pt x="8216" y="4108"/>
                </a:lnTo>
                <a:lnTo>
                  <a:pt x="8109" y="4130"/>
                </a:lnTo>
                <a:lnTo>
                  <a:pt x="7211" y="4237"/>
                </a:lnTo>
                <a:lnTo>
                  <a:pt x="6761" y="4301"/>
                </a:lnTo>
                <a:lnTo>
                  <a:pt x="6312" y="4365"/>
                </a:lnTo>
                <a:lnTo>
                  <a:pt x="5820" y="4365"/>
                </a:lnTo>
                <a:lnTo>
                  <a:pt x="5777" y="4386"/>
                </a:lnTo>
                <a:lnTo>
                  <a:pt x="5713" y="4408"/>
                </a:lnTo>
                <a:lnTo>
                  <a:pt x="5649" y="4472"/>
                </a:lnTo>
                <a:lnTo>
                  <a:pt x="5606" y="4515"/>
                </a:lnTo>
                <a:lnTo>
                  <a:pt x="5542" y="4536"/>
                </a:lnTo>
                <a:lnTo>
                  <a:pt x="5520" y="4365"/>
                </a:lnTo>
                <a:lnTo>
                  <a:pt x="5499" y="4215"/>
                </a:lnTo>
                <a:lnTo>
                  <a:pt x="5435" y="4066"/>
                </a:lnTo>
                <a:lnTo>
                  <a:pt x="5392" y="4001"/>
                </a:lnTo>
                <a:lnTo>
                  <a:pt x="5328" y="3937"/>
                </a:lnTo>
                <a:lnTo>
                  <a:pt x="5199" y="3894"/>
                </a:lnTo>
                <a:lnTo>
                  <a:pt x="5050" y="3852"/>
                </a:lnTo>
                <a:lnTo>
                  <a:pt x="4900" y="3852"/>
                </a:lnTo>
                <a:lnTo>
                  <a:pt x="4772" y="3873"/>
                </a:lnTo>
                <a:lnTo>
                  <a:pt x="4579" y="3894"/>
                </a:lnTo>
                <a:lnTo>
                  <a:pt x="4386" y="3937"/>
                </a:lnTo>
                <a:lnTo>
                  <a:pt x="4215" y="3980"/>
                </a:lnTo>
                <a:lnTo>
                  <a:pt x="4023" y="4001"/>
                </a:lnTo>
                <a:lnTo>
                  <a:pt x="3723" y="3980"/>
                </a:lnTo>
                <a:lnTo>
                  <a:pt x="3573" y="3980"/>
                </a:lnTo>
                <a:lnTo>
                  <a:pt x="3509" y="4001"/>
                </a:lnTo>
                <a:lnTo>
                  <a:pt x="3424" y="4044"/>
                </a:lnTo>
                <a:lnTo>
                  <a:pt x="3359" y="4087"/>
                </a:lnTo>
                <a:lnTo>
                  <a:pt x="3338" y="4151"/>
                </a:lnTo>
                <a:lnTo>
                  <a:pt x="3317" y="4194"/>
                </a:lnTo>
                <a:lnTo>
                  <a:pt x="3317" y="4258"/>
                </a:lnTo>
                <a:lnTo>
                  <a:pt x="3338" y="4365"/>
                </a:lnTo>
                <a:lnTo>
                  <a:pt x="3338" y="4429"/>
                </a:lnTo>
                <a:lnTo>
                  <a:pt x="3317" y="4515"/>
                </a:lnTo>
                <a:lnTo>
                  <a:pt x="3274" y="4558"/>
                </a:lnTo>
                <a:lnTo>
                  <a:pt x="3231" y="4579"/>
                </a:lnTo>
                <a:lnTo>
                  <a:pt x="3081" y="4579"/>
                </a:lnTo>
                <a:lnTo>
                  <a:pt x="3060" y="4558"/>
                </a:lnTo>
                <a:lnTo>
                  <a:pt x="3038" y="4536"/>
                </a:lnTo>
                <a:lnTo>
                  <a:pt x="3017" y="4515"/>
                </a:lnTo>
                <a:lnTo>
                  <a:pt x="2932" y="4515"/>
                </a:lnTo>
                <a:lnTo>
                  <a:pt x="2846" y="4536"/>
                </a:lnTo>
                <a:lnTo>
                  <a:pt x="2782" y="4558"/>
                </a:lnTo>
                <a:lnTo>
                  <a:pt x="2696" y="4558"/>
                </a:lnTo>
                <a:lnTo>
                  <a:pt x="2653" y="4515"/>
                </a:lnTo>
                <a:lnTo>
                  <a:pt x="2611" y="4451"/>
                </a:lnTo>
                <a:lnTo>
                  <a:pt x="2589" y="4386"/>
                </a:lnTo>
                <a:lnTo>
                  <a:pt x="2546" y="4344"/>
                </a:lnTo>
                <a:lnTo>
                  <a:pt x="2504" y="4322"/>
                </a:lnTo>
                <a:lnTo>
                  <a:pt x="2439" y="4344"/>
                </a:lnTo>
                <a:lnTo>
                  <a:pt x="2332" y="4386"/>
                </a:lnTo>
                <a:lnTo>
                  <a:pt x="2332" y="4258"/>
                </a:lnTo>
                <a:lnTo>
                  <a:pt x="2311" y="4215"/>
                </a:lnTo>
                <a:lnTo>
                  <a:pt x="2268" y="4194"/>
                </a:lnTo>
                <a:lnTo>
                  <a:pt x="2204" y="4194"/>
                </a:lnTo>
                <a:lnTo>
                  <a:pt x="2118" y="4237"/>
                </a:lnTo>
                <a:lnTo>
                  <a:pt x="1905" y="4386"/>
                </a:lnTo>
                <a:lnTo>
                  <a:pt x="1798" y="4451"/>
                </a:lnTo>
                <a:lnTo>
                  <a:pt x="1733" y="4493"/>
                </a:lnTo>
                <a:lnTo>
                  <a:pt x="1755" y="4408"/>
                </a:lnTo>
                <a:lnTo>
                  <a:pt x="1798" y="4365"/>
                </a:lnTo>
                <a:lnTo>
                  <a:pt x="1733" y="4322"/>
                </a:lnTo>
                <a:lnTo>
                  <a:pt x="1712" y="4258"/>
                </a:lnTo>
                <a:lnTo>
                  <a:pt x="1733" y="4215"/>
                </a:lnTo>
                <a:lnTo>
                  <a:pt x="1755" y="4151"/>
                </a:lnTo>
                <a:lnTo>
                  <a:pt x="1712" y="4130"/>
                </a:lnTo>
                <a:lnTo>
                  <a:pt x="1691" y="4130"/>
                </a:lnTo>
                <a:lnTo>
                  <a:pt x="1626" y="4151"/>
                </a:lnTo>
                <a:lnTo>
                  <a:pt x="1562" y="4194"/>
                </a:lnTo>
                <a:lnTo>
                  <a:pt x="1498" y="4215"/>
                </a:lnTo>
                <a:lnTo>
                  <a:pt x="1498" y="4215"/>
                </a:lnTo>
                <a:lnTo>
                  <a:pt x="1562" y="4130"/>
                </a:lnTo>
                <a:lnTo>
                  <a:pt x="1584" y="4044"/>
                </a:lnTo>
                <a:lnTo>
                  <a:pt x="1605" y="3980"/>
                </a:lnTo>
                <a:lnTo>
                  <a:pt x="1584" y="3959"/>
                </a:lnTo>
                <a:lnTo>
                  <a:pt x="1562" y="3916"/>
                </a:lnTo>
                <a:lnTo>
                  <a:pt x="1519" y="3894"/>
                </a:lnTo>
                <a:lnTo>
                  <a:pt x="1455" y="3894"/>
                </a:lnTo>
                <a:lnTo>
                  <a:pt x="1412" y="3916"/>
                </a:lnTo>
                <a:lnTo>
                  <a:pt x="1327" y="3959"/>
                </a:lnTo>
                <a:lnTo>
                  <a:pt x="1263" y="4023"/>
                </a:lnTo>
                <a:lnTo>
                  <a:pt x="1156" y="4066"/>
                </a:lnTo>
                <a:lnTo>
                  <a:pt x="1156" y="3980"/>
                </a:lnTo>
                <a:lnTo>
                  <a:pt x="1134" y="3959"/>
                </a:lnTo>
                <a:lnTo>
                  <a:pt x="1091" y="3937"/>
                </a:lnTo>
                <a:lnTo>
                  <a:pt x="1070" y="3873"/>
                </a:lnTo>
                <a:lnTo>
                  <a:pt x="1049" y="3787"/>
                </a:lnTo>
                <a:lnTo>
                  <a:pt x="1070" y="3680"/>
                </a:lnTo>
                <a:lnTo>
                  <a:pt x="1091" y="3552"/>
                </a:lnTo>
                <a:lnTo>
                  <a:pt x="1091" y="3531"/>
                </a:lnTo>
                <a:lnTo>
                  <a:pt x="1070" y="3509"/>
                </a:lnTo>
                <a:lnTo>
                  <a:pt x="1027" y="3509"/>
                </a:lnTo>
                <a:lnTo>
                  <a:pt x="920" y="3466"/>
                </a:lnTo>
                <a:lnTo>
                  <a:pt x="963" y="3359"/>
                </a:lnTo>
                <a:lnTo>
                  <a:pt x="984" y="3231"/>
                </a:lnTo>
                <a:lnTo>
                  <a:pt x="1006" y="3188"/>
                </a:lnTo>
                <a:lnTo>
                  <a:pt x="984" y="3146"/>
                </a:lnTo>
                <a:lnTo>
                  <a:pt x="963" y="3103"/>
                </a:lnTo>
                <a:lnTo>
                  <a:pt x="899" y="3103"/>
                </a:lnTo>
                <a:lnTo>
                  <a:pt x="856" y="3124"/>
                </a:lnTo>
                <a:lnTo>
                  <a:pt x="813" y="3167"/>
                </a:lnTo>
                <a:lnTo>
                  <a:pt x="792" y="3231"/>
                </a:lnTo>
                <a:lnTo>
                  <a:pt x="749" y="3252"/>
                </a:lnTo>
                <a:lnTo>
                  <a:pt x="749" y="3210"/>
                </a:lnTo>
                <a:lnTo>
                  <a:pt x="813" y="3060"/>
                </a:lnTo>
                <a:lnTo>
                  <a:pt x="942" y="2825"/>
                </a:lnTo>
                <a:lnTo>
                  <a:pt x="942" y="2718"/>
                </a:lnTo>
                <a:lnTo>
                  <a:pt x="920" y="2696"/>
                </a:lnTo>
                <a:lnTo>
                  <a:pt x="856" y="2696"/>
                </a:lnTo>
                <a:lnTo>
                  <a:pt x="792" y="2739"/>
                </a:lnTo>
                <a:lnTo>
                  <a:pt x="685" y="2846"/>
                </a:lnTo>
                <a:lnTo>
                  <a:pt x="621" y="2889"/>
                </a:lnTo>
                <a:lnTo>
                  <a:pt x="599" y="2889"/>
                </a:lnTo>
                <a:lnTo>
                  <a:pt x="599" y="2846"/>
                </a:lnTo>
                <a:lnTo>
                  <a:pt x="642" y="2782"/>
                </a:lnTo>
                <a:lnTo>
                  <a:pt x="771" y="2525"/>
                </a:lnTo>
                <a:lnTo>
                  <a:pt x="856" y="2375"/>
                </a:lnTo>
                <a:lnTo>
                  <a:pt x="899" y="2268"/>
                </a:lnTo>
                <a:lnTo>
                  <a:pt x="920" y="2161"/>
                </a:lnTo>
                <a:lnTo>
                  <a:pt x="920" y="2119"/>
                </a:lnTo>
                <a:lnTo>
                  <a:pt x="899" y="2097"/>
                </a:lnTo>
                <a:lnTo>
                  <a:pt x="856" y="2097"/>
                </a:lnTo>
                <a:lnTo>
                  <a:pt x="792" y="2119"/>
                </a:lnTo>
                <a:lnTo>
                  <a:pt x="728" y="2140"/>
                </a:lnTo>
                <a:lnTo>
                  <a:pt x="685" y="2140"/>
                </a:lnTo>
                <a:lnTo>
                  <a:pt x="621" y="2119"/>
                </a:lnTo>
                <a:lnTo>
                  <a:pt x="599" y="2140"/>
                </a:lnTo>
                <a:lnTo>
                  <a:pt x="578" y="2161"/>
                </a:lnTo>
                <a:lnTo>
                  <a:pt x="535" y="2183"/>
                </a:lnTo>
                <a:lnTo>
                  <a:pt x="514" y="2183"/>
                </a:lnTo>
                <a:lnTo>
                  <a:pt x="514" y="2076"/>
                </a:lnTo>
                <a:lnTo>
                  <a:pt x="514" y="1990"/>
                </a:lnTo>
                <a:lnTo>
                  <a:pt x="578" y="1947"/>
                </a:lnTo>
                <a:lnTo>
                  <a:pt x="706" y="1926"/>
                </a:lnTo>
                <a:lnTo>
                  <a:pt x="899" y="1905"/>
                </a:lnTo>
                <a:lnTo>
                  <a:pt x="1091" y="1883"/>
                </a:lnTo>
                <a:lnTo>
                  <a:pt x="2974" y="1883"/>
                </a:lnTo>
                <a:lnTo>
                  <a:pt x="5799" y="1776"/>
                </a:lnTo>
                <a:lnTo>
                  <a:pt x="6697" y="1755"/>
                </a:lnTo>
                <a:lnTo>
                  <a:pt x="7574" y="1733"/>
                </a:lnTo>
                <a:lnTo>
                  <a:pt x="7917" y="1733"/>
                </a:lnTo>
                <a:lnTo>
                  <a:pt x="7981" y="1712"/>
                </a:lnTo>
                <a:close/>
                <a:moveTo>
                  <a:pt x="599" y="4558"/>
                </a:moveTo>
                <a:lnTo>
                  <a:pt x="599" y="4579"/>
                </a:lnTo>
                <a:lnTo>
                  <a:pt x="621" y="4579"/>
                </a:lnTo>
                <a:lnTo>
                  <a:pt x="621" y="4600"/>
                </a:lnTo>
                <a:lnTo>
                  <a:pt x="578" y="4600"/>
                </a:lnTo>
                <a:lnTo>
                  <a:pt x="578" y="4579"/>
                </a:lnTo>
                <a:lnTo>
                  <a:pt x="599" y="4558"/>
                </a:lnTo>
                <a:close/>
                <a:moveTo>
                  <a:pt x="963" y="4451"/>
                </a:moveTo>
                <a:lnTo>
                  <a:pt x="1006" y="4515"/>
                </a:lnTo>
                <a:lnTo>
                  <a:pt x="1027" y="4558"/>
                </a:lnTo>
                <a:lnTo>
                  <a:pt x="1027" y="4579"/>
                </a:lnTo>
                <a:lnTo>
                  <a:pt x="1027" y="4600"/>
                </a:lnTo>
                <a:lnTo>
                  <a:pt x="984" y="4622"/>
                </a:lnTo>
                <a:lnTo>
                  <a:pt x="942" y="4622"/>
                </a:lnTo>
                <a:lnTo>
                  <a:pt x="920" y="4600"/>
                </a:lnTo>
                <a:lnTo>
                  <a:pt x="899" y="4600"/>
                </a:lnTo>
                <a:lnTo>
                  <a:pt x="920" y="4558"/>
                </a:lnTo>
                <a:lnTo>
                  <a:pt x="963" y="4493"/>
                </a:lnTo>
                <a:lnTo>
                  <a:pt x="963" y="4451"/>
                </a:lnTo>
                <a:close/>
                <a:moveTo>
                  <a:pt x="4921" y="4344"/>
                </a:moveTo>
                <a:lnTo>
                  <a:pt x="5007" y="4365"/>
                </a:lnTo>
                <a:lnTo>
                  <a:pt x="5028" y="4386"/>
                </a:lnTo>
                <a:lnTo>
                  <a:pt x="5071" y="4408"/>
                </a:lnTo>
                <a:lnTo>
                  <a:pt x="5135" y="4536"/>
                </a:lnTo>
                <a:lnTo>
                  <a:pt x="5157" y="4643"/>
                </a:lnTo>
                <a:lnTo>
                  <a:pt x="5178" y="4750"/>
                </a:lnTo>
                <a:lnTo>
                  <a:pt x="5178" y="4879"/>
                </a:lnTo>
                <a:lnTo>
                  <a:pt x="5178" y="4921"/>
                </a:lnTo>
                <a:lnTo>
                  <a:pt x="5135" y="4964"/>
                </a:lnTo>
                <a:lnTo>
                  <a:pt x="5092" y="5007"/>
                </a:lnTo>
                <a:lnTo>
                  <a:pt x="5028" y="5028"/>
                </a:lnTo>
                <a:lnTo>
                  <a:pt x="4857" y="5071"/>
                </a:lnTo>
                <a:lnTo>
                  <a:pt x="4558" y="5114"/>
                </a:lnTo>
                <a:lnTo>
                  <a:pt x="4237" y="5178"/>
                </a:lnTo>
                <a:lnTo>
                  <a:pt x="4087" y="5199"/>
                </a:lnTo>
                <a:lnTo>
                  <a:pt x="4001" y="5178"/>
                </a:lnTo>
                <a:lnTo>
                  <a:pt x="3937" y="5157"/>
                </a:lnTo>
                <a:lnTo>
                  <a:pt x="3766" y="5028"/>
                </a:lnTo>
                <a:lnTo>
                  <a:pt x="3680" y="4921"/>
                </a:lnTo>
                <a:lnTo>
                  <a:pt x="3638" y="4857"/>
                </a:lnTo>
                <a:lnTo>
                  <a:pt x="3638" y="4772"/>
                </a:lnTo>
                <a:lnTo>
                  <a:pt x="3680" y="4643"/>
                </a:lnTo>
                <a:lnTo>
                  <a:pt x="3723" y="4536"/>
                </a:lnTo>
                <a:lnTo>
                  <a:pt x="3766" y="4451"/>
                </a:lnTo>
                <a:lnTo>
                  <a:pt x="3809" y="4451"/>
                </a:lnTo>
                <a:lnTo>
                  <a:pt x="3873" y="4429"/>
                </a:lnTo>
                <a:lnTo>
                  <a:pt x="4322" y="4429"/>
                </a:lnTo>
                <a:lnTo>
                  <a:pt x="4558" y="4408"/>
                </a:lnTo>
                <a:lnTo>
                  <a:pt x="4772" y="4365"/>
                </a:lnTo>
                <a:lnTo>
                  <a:pt x="4921" y="4344"/>
                </a:lnTo>
                <a:close/>
                <a:moveTo>
                  <a:pt x="8066" y="6526"/>
                </a:moveTo>
                <a:lnTo>
                  <a:pt x="8131" y="6547"/>
                </a:lnTo>
                <a:lnTo>
                  <a:pt x="8152" y="6590"/>
                </a:lnTo>
                <a:lnTo>
                  <a:pt x="8195" y="6676"/>
                </a:lnTo>
                <a:lnTo>
                  <a:pt x="8195" y="6761"/>
                </a:lnTo>
                <a:lnTo>
                  <a:pt x="8195" y="6890"/>
                </a:lnTo>
                <a:lnTo>
                  <a:pt x="8173" y="6997"/>
                </a:lnTo>
                <a:lnTo>
                  <a:pt x="8131" y="7082"/>
                </a:lnTo>
                <a:lnTo>
                  <a:pt x="8066" y="7125"/>
                </a:lnTo>
                <a:lnTo>
                  <a:pt x="7767" y="7125"/>
                </a:lnTo>
                <a:lnTo>
                  <a:pt x="7382" y="7104"/>
                </a:lnTo>
                <a:lnTo>
                  <a:pt x="7232" y="7104"/>
                </a:lnTo>
                <a:lnTo>
                  <a:pt x="7189" y="7061"/>
                </a:lnTo>
                <a:lnTo>
                  <a:pt x="7211" y="6954"/>
                </a:lnTo>
                <a:lnTo>
                  <a:pt x="7211" y="6890"/>
                </a:lnTo>
                <a:lnTo>
                  <a:pt x="7253" y="6826"/>
                </a:lnTo>
                <a:lnTo>
                  <a:pt x="7339" y="6719"/>
                </a:lnTo>
                <a:lnTo>
                  <a:pt x="7403" y="6654"/>
                </a:lnTo>
                <a:lnTo>
                  <a:pt x="7467" y="6612"/>
                </a:lnTo>
                <a:lnTo>
                  <a:pt x="7617" y="6547"/>
                </a:lnTo>
                <a:lnTo>
                  <a:pt x="7788" y="6526"/>
                </a:lnTo>
                <a:close/>
                <a:moveTo>
                  <a:pt x="8002" y="4814"/>
                </a:moveTo>
                <a:lnTo>
                  <a:pt x="8045" y="4857"/>
                </a:lnTo>
                <a:lnTo>
                  <a:pt x="8088" y="4900"/>
                </a:lnTo>
                <a:lnTo>
                  <a:pt x="8109" y="5028"/>
                </a:lnTo>
                <a:lnTo>
                  <a:pt x="8131" y="5285"/>
                </a:lnTo>
                <a:lnTo>
                  <a:pt x="8173" y="5649"/>
                </a:lnTo>
                <a:lnTo>
                  <a:pt x="8173" y="5841"/>
                </a:lnTo>
                <a:lnTo>
                  <a:pt x="8173" y="6013"/>
                </a:lnTo>
                <a:lnTo>
                  <a:pt x="8173" y="6098"/>
                </a:lnTo>
                <a:lnTo>
                  <a:pt x="8152" y="6141"/>
                </a:lnTo>
                <a:lnTo>
                  <a:pt x="7681" y="6141"/>
                </a:lnTo>
                <a:lnTo>
                  <a:pt x="7489" y="6184"/>
                </a:lnTo>
                <a:lnTo>
                  <a:pt x="7275" y="6269"/>
                </a:lnTo>
                <a:lnTo>
                  <a:pt x="7211" y="6312"/>
                </a:lnTo>
                <a:lnTo>
                  <a:pt x="7146" y="6376"/>
                </a:lnTo>
                <a:lnTo>
                  <a:pt x="7039" y="6505"/>
                </a:lnTo>
                <a:lnTo>
                  <a:pt x="6954" y="6633"/>
                </a:lnTo>
                <a:lnTo>
                  <a:pt x="6911" y="6697"/>
                </a:lnTo>
                <a:lnTo>
                  <a:pt x="6847" y="6740"/>
                </a:lnTo>
                <a:lnTo>
                  <a:pt x="6847" y="6933"/>
                </a:lnTo>
                <a:lnTo>
                  <a:pt x="6826" y="7040"/>
                </a:lnTo>
                <a:lnTo>
                  <a:pt x="6804" y="7125"/>
                </a:lnTo>
                <a:lnTo>
                  <a:pt x="6740" y="7147"/>
                </a:lnTo>
                <a:lnTo>
                  <a:pt x="6654" y="7147"/>
                </a:lnTo>
                <a:lnTo>
                  <a:pt x="6505" y="7125"/>
                </a:lnTo>
                <a:lnTo>
                  <a:pt x="6355" y="7125"/>
                </a:lnTo>
                <a:lnTo>
                  <a:pt x="6205" y="7147"/>
                </a:lnTo>
                <a:lnTo>
                  <a:pt x="5906" y="7189"/>
                </a:lnTo>
                <a:lnTo>
                  <a:pt x="5285" y="7211"/>
                </a:lnTo>
                <a:lnTo>
                  <a:pt x="3402" y="7211"/>
                </a:lnTo>
                <a:lnTo>
                  <a:pt x="2718" y="7232"/>
                </a:lnTo>
                <a:lnTo>
                  <a:pt x="2439" y="7275"/>
                </a:lnTo>
                <a:lnTo>
                  <a:pt x="2183" y="7318"/>
                </a:lnTo>
                <a:lnTo>
                  <a:pt x="2033" y="7339"/>
                </a:lnTo>
                <a:lnTo>
                  <a:pt x="1947" y="7360"/>
                </a:lnTo>
                <a:lnTo>
                  <a:pt x="1883" y="7339"/>
                </a:lnTo>
                <a:lnTo>
                  <a:pt x="1862" y="7296"/>
                </a:lnTo>
                <a:lnTo>
                  <a:pt x="1862" y="7232"/>
                </a:lnTo>
                <a:lnTo>
                  <a:pt x="1862" y="7104"/>
                </a:lnTo>
                <a:lnTo>
                  <a:pt x="1819" y="6954"/>
                </a:lnTo>
                <a:lnTo>
                  <a:pt x="1755" y="6826"/>
                </a:lnTo>
                <a:lnTo>
                  <a:pt x="1648" y="6719"/>
                </a:lnTo>
                <a:lnTo>
                  <a:pt x="1541" y="6612"/>
                </a:lnTo>
                <a:lnTo>
                  <a:pt x="1412" y="6526"/>
                </a:lnTo>
                <a:lnTo>
                  <a:pt x="1284" y="6462"/>
                </a:lnTo>
                <a:lnTo>
                  <a:pt x="1134" y="6440"/>
                </a:lnTo>
                <a:lnTo>
                  <a:pt x="984" y="6440"/>
                </a:lnTo>
                <a:lnTo>
                  <a:pt x="984" y="6098"/>
                </a:lnTo>
                <a:lnTo>
                  <a:pt x="984" y="5756"/>
                </a:lnTo>
                <a:lnTo>
                  <a:pt x="942" y="5435"/>
                </a:lnTo>
                <a:lnTo>
                  <a:pt x="899" y="5093"/>
                </a:lnTo>
                <a:lnTo>
                  <a:pt x="1263" y="5050"/>
                </a:lnTo>
                <a:lnTo>
                  <a:pt x="2033" y="5050"/>
                </a:lnTo>
                <a:lnTo>
                  <a:pt x="2397" y="5071"/>
                </a:lnTo>
                <a:lnTo>
                  <a:pt x="3103" y="5093"/>
                </a:lnTo>
                <a:lnTo>
                  <a:pt x="3295" y="5114"/>
                </a:lnTo>
                <a:lnTo>
                  <a:pt x="3359" y="5135"/>
                </a:lnTo>
                <a:lnTo>
                  <a:pt x="3445" y="5178"/>
                </a:lnTo>
                <a:lnTo>
                  <a:pt x="3488" y="5285"/>
                </a:lnTo>
                <a:lnTo>
                  <a:pt x="3531" y="5392"/>
                </a:lnTo>
                <a:lnTo>
                  <a:pt x="3595" y="5456"/>
                </a:lnTo>
                <a:lnTo>
                  <a:pt x="3638" y="5499"/>
                </a:lnTo>
                <a:lnTo>
                  <a:pt x="3702" y="5542"/>
                </a:lnTo>
                <a:lnTo>
                  <a:pt x="3766" y="5563"/>
                </a:lnTo>
                <a:lnTo>
                  <a:pt x="3916" y="5606"/>
                </a:lnTo>
                <a:lnTo>
                  <a:pt x="4729" y="5606"/>
                </a:lnTo>
                <a:lnTo>
                  <a:pt x="4943" y="5563"/>
                </a:lnTo>
                <a:lnTo>
                  <a:pt x="5092" y="5542"/>
                </a:lnTo>
                <a:lnTo>
                  <a:pt x="5221" y="5478"/>
                </a:lnTo>
                <a:lnTo>
                  <a:pt x="5349" y="5392"/>
                </a:lnTo>
                <a:lnTo>
                  <a:pt x="5456" y="5306"/>
                </a:lnTo>
                <a:lnTo>
                  <a:pt x="5520" y="5199"/>
                </a:lnTo>
                <a:lnTo>
                  <a:pt x="5563" y="5135"/>
                </a:lnTo>
                <a:lnTo>
                  <a:pt x="5606" y="5093"/>
                </a:lnTo>
                <a:lnTo>
                  <a:pt x="5692" y="5071"/>
                </a:lnTo>
                <a:lnTo>
                  <a:pt x="6012" y="5071"/>
                </a:lnTo>
                <a:lnTo>
                  <a:pt x="6398" y="5028"/>
                </a:lnTo>
                <a:lnTo>
                  <a:pt x="6783" y="4964"/>
                </a:lnTo>
                <a:lnTo>
                  <a:pt x="7168" y="4900"/>
                </a:lnTo>
                <a:lnTo>
                  <a:pt x="7553" y="4857"/>
                </a:lnTo>
                <a:lnTo>
                  <a:pt x="7767" y="4836"/>
                </a:lnTo>
                <a:lnTo>
                  <a:pt x="7895" y="4814"/>
                </a:lnTo>
                <a:close/>
                <a:moveTo>
                  <a:pt x="984" y="6826"/>
                </a:moveTo>
                <a:lnTo>
                  <a:pt x="1134" y="6847"/>
                </a:lnTo>
                <a:lnTo>
                  <a:pt x="1241" y="6890"/>
                </a:lnTo>
                <a:lnTo>
                  <a:pt x="1305" y="6933"/>
                </a:lnTo>
                <a:lnTo>
                  <a:pt x="1370" y="6997"/>
                </a:lnTo>
                <a:lnTo>
                  <a:pt x="1412" y="7082"/>
                </a:lnTo>
                <a:lnTo>
                  <a:pt x="1434" y="7189"/>
                </a:lnTo>
                <a:lnTo>
                  <a:pt x="1455" y="7403"/>
                </a:lnTo>
                <a:lnTo>
                  <a:pt x="1284" y="7425"/>
                </a:lnTo>
                <a:lnTo>
                  <a:pt x="1049" y="7446"/>
                </a:lnTo>
                <a:lnTo>
                  <a:pt x="942" y="7446"/>
                </a:lnTo>
                <a:lnTo>
                  <a:pt x="856" y="7425"/>
                </a:lnTo>
                <a:lnTo>
                  <a:pt x="813" y="7382"/>
                </a:lnTo>
                <a:lnTo>
                  <a:pt x="813" y="7339"/>
                </a:lnTo>
                <a:lnTo>
                  <a:pt x="813" y="7296"/>
                </a:lnTo>
                <a:lnTo>
                  <a:pt x="856" y="7253"/>
                </a:lnTo>
                <a:lnTo>
                  <a:pt x="899" y="7211"/>
                </a:lnTo>
                <a:lnTo>
                  <a:pt x="963" y="7168"/>
                </a:lnTo>
                <a:lnTo>
                  <a:pt x="984" y="7104"/>
                </a:lnTo>
                <a:lnTo>
                  <a:pt x="1006" y="6954"/>
                </a:lnTo>
                <a:lnTo>
                  <a:pt x="984" y="6826"/>
                </a:lnTo>
                <a:close/>
                <a:moveTo>
                  <a:pt x="5328" y="0"/>
                </a:moveTo>
                <a:lnTo>
                  <a:pt x="4943" y="22"/>
                </a:lnTo>
                <a:lnTo>
                  <a:pt x="4622" y="65"/>
                </a:lnTo>
                <a:lnTo>
                  <a:pt x="3916" y="86"/>
                </a:lnTo>
                <a:lnTo>
                  <a:pt x="3552" y="107"/>
                </a:lnTo>
                <a:lnTo>
                  <a:pt x="3210" y="150"/>
                </a:lnTo>
                <a:lnTo>
                  <a:pt x="2889" y="214"/>
                </a:lnTo>
                <a:lnTo>
                  <a:pt x="2718" y="278"/>
                </a:lnTo>
                <a:lnTo>
                  <a:pt x="2568" y="364"/>
                </a:lnTo>
                <a:lnTo>
                  <a:pt x="2504" y="428"/>
                </a:lnTo>
                <a:lnTo>
                  <a:pt x="2461" y="514"/>
                </a:lnTo>
                <a:lnTo>
                  <a:pt x="2418" y="578"/>
                </a:lnTo>
                <a:lnTo>
                  <a:pt x="2397" y="664"/>
                </a:lnTo>
                <a:lnTo>
                  <a:pt x="2375" y="835"/>
                </a:lnTo>
                <a:lnTo>
                  <a:pt x="2375" y="1027"/>
                </a:lnTo>
                <a:lnTo>
                  <a:pt x="2332" y="1006"/>
                </a:lnTo>
                <a:lnTo>
                  <a:pt x="2247" y="985"/>
                </a:lnTo>
                <a:lnTo>
                  <a:pt x="2183" y="985"/>
                </a:lnTo>
                <a:lnTo>
                  <a:pt x="2118" y="1006"/>
                </a:lnTo>
                <a:lnTo>
                  <a:pt x="2054" y="1027"/>
                </a:lnTo>
                <a:lnTo>
                  <a:pt x="1990" y="1070"/>
                </a:lnTo>
                <a:lnTo>
                  <a:pt x="1969" y="1113"/>
                </a:lnTo>
                <a:lnTo>
                  <a:pt x="1969" y="1198"/>
                </a:lnTo>
                <a:lnTo>
                  <a:pt x="1990" y="1241"/>
                </a:lnTo>
                <a:lnTo>
                  <a:pt x="2033" y="1263"/>
                </a:lnTo>
                <a:lnTo>
                  <a:pt x="2118" y="1305"/>
                </a:lnTo>
                <a:lnTo>
                  <a:pt x="2204" y="1327"/>
                </a:lnTo>
                <a:lnTo>
                  <a:pt x="2225" y="1348"/>
                </a:lnTo>
                <a:lnTo>
                  <a:pt x="2247" y="1370"/>
                </a:lnTo>
                <a:lnTo>
                  <a:pt x="1990" y="1391"/>
                </a:lnTo>
                <a:lnTo>
                  <a:pt x="1733" y="1391"/>
                </a:lnTo>
                <a:lnTo>
                  <a:pt x="1198" y="1348"/>
                </a:lnTo>
                <a:lnTo>
                  <a:pt x="942" y="1370"/>
                </a:lnTo>
                <a:lnTo>
                  <a:pt x="685" y="1412"/>
                </a:lnTo>
                <a:lnTo>
                  <a:pt x="557" y="1455"/>
                </a:lnTo>
                <a:lnTo>
                  <a:pt x="450" y="1498"/>
                </a:lnTo>
                <a:lnTo>
                  <a:pt x="343" y="1584"/>
                </a:lnTo>
                <a:lnTo>
                  <a:pt x="236" y="1669"/>
                </a:lnTo>
                <a:lnTo>
                  <a:pt x="171" y="1733"/>
                </a:lnTo>
                <a:lnTo>
                  <a:pt x="129" y="1819"/>
                </a:lnTo>
                <a:lnTo>
                  <a:pt x="86" y="1926"/>
                </a:lnTo>
                <a:lnTo>
                  <a:pt x="43" y="2033"/>
                </a:lnTo>
                <a:lnTo>
                  <a:pt x="22" y="2268"/>
                </a:lnTo>
                <a:lnTo>
                  <a:pt x="0" y="2504"/>
                </a:lnTo>
                <a:lnTo>
                  <a:pt x="22" y="2739"/>
                </a:lnTo>
                <a:lnTo>
                  <a:pt x="43" y="2996"/>
                </a:lnTo>
                <a:lnTo>
                  <a:pt x="86" y="3424"/>
                </a:lnTo>
                <a:lnTo>
                  <a:pt x="86" y="3659"/>
                </a:lnTo>
                <a:lnTo>
                  <a:pt x="86" y="3894"/>
                </a:lnTo>
                <a:lnTo>
                  <a:pt x="129" y="4087"/>
                </a:lnTo>
                <a:lnTo>
                  <a:pt x="150" y="4301"/>
                </a:lnTo>
                <a:lnTo>
                  <a:pt x="129" y="4600"/>
                </a:lnTo>
                <a:lnTo>
                  <a:pt x="129" y="4772"/>
                </a:lnTo>
                <a:lnTo>
                  <a:pt x="171" y="4900"/>
                </a:lnTo>
                <a:lnTo>
                  <a:pt x="214" y="5007"/>
                </a:lnTo>
                <a:lnTo>
                  <a:pt x="278" y="5050"/>
                </a:lnTo>
                <a:lnTo>
                  <a:pt x="343" y="5093"/>
                </a:lnTo>
                <a:lnTo>
                  <a:pt x="407" y="5157"/>
                </a:lnTo>
                <a:lnTo>
                  <a:pt x="428" y="5199"/>
                </a:lnTo>
                <a:lnTo>
                  <a:pt x="450" y="5242"/>
                </a:lnTo>
                <a:lnTo>
                  <a:pt x="450" y="5371"/>
                </a:lnTo>
                <a:lnTo>
                  <a:pt x="407" y="5627"/>
                </a:lnTo>
                <a:lnTo>
                  <a:pt x="407" y="5927"/>
                </a:lnTo>
                <a:lnTo>
                  <a:pt x="407" y="6226"/>
                </a:lnTo>
                <a:lnTo>
                  <a:pt x="428" y="6826"/>
                </a:lnTo>
                <a:lnTo>
                  <a:pt x="428" y="7082"/>
                </a:lnTo>
                <a:lnTo>
                  <a:pt x="428" y="7339"/>
                </a:lnTo>
                <a:lnTo>
                  <a:pt x="385" y="7510"/>
                </a:lnTo>
                <a:lnTo>
                  <a:pt x="385" y="7617"/>
                </a:lnTo>
                <a:lnTo>
                  <a:pt x="407" y="7703"/>
                </a:lnTo>
                <a:lnTo>
                  <a:pt x="471" y="7767"/>
                </a:lnTo>
                <a:lnTo>
                  <a:pt x="557" y="7810"/>
                </a:lnTo>
                <a:lnTo>
                  <a:pt x="685" y="7831"/>
                </a:lnTo>
                <a:lnTo>
                  <a:pt x="1477" y="7831"/>
                </a:lnTo>
                <a:lnTo>
                  <a:pt x="1712" y="7810"/>
                </a:lnTo>
                <a:lnTo>
                  <a:pt x="2183" y="7724"/>
                </a:lnTo>
                <a:lnTo>
                  <a:pt x="2504" y="7681"/>
                </a:lnTo>
                <a:lnTo>
                  <a:pt x="2803" y="7660"/>
                </a:lnTo>
                <a:lnTo>
                  <a:pt x="3402" y="7660"/>
                </a:lnTo>
                <a:lnTo>
                  <a:pt x="5713" y="7703"/>
                </a:lnTo>
                <a:lnTo>
                  <a:pt x="6890" y="7767"/>
                </a:lnTo>
                <a:lnTo>
                  <a:pt x="7489" y="7746"/>
                </a:lnTo>
                <a:lnTo>
                  <a:pt x="7788" y="7724"/>
                </a:lnTo>
                <a:lnTo>
                  <a:pt x="8066" y="7703"/>
                </a:lnTo>
                <a:lnTo>
                  <a:pt x="8195" y="7681"/>
                </a:lnTo>
                <a:lnTo>
                  <a:pt x="8323" y="7639"/>
                </a:lnTo>
                <a:lnTo>
                  <a:pt x="8430" y="7596"/>
                </a:lnTo>
                <a:lnTo>
                  <a:pt x="8473" y="7553"/>
                </a:lnTo>
                <a:lnTo>
                  <a:pt x="8516" y="7489"/>
                </a:lnTo>
                <a:lnTo>
                  <a:pt x="8537" y="7382"/>
                </a:lnTo>
                <a:lnTo>
                  <a:pt x="8559" y="7253"/>
                </a:lnTo>
                <a:lnTo>
                  <a:pt x="8580" y="6997"/>
                </a:lnTo>
                <a:lnTo>
                  <a:pt x="8601" y="6676"/>
                </a:lnTo>
                <a:lnTo>
                  <a:pt x="8601" y="6376"/>
                </a:lnTo>
                <a:lnTo>
                  <a:pt x="8580" y="5756"/>
                </a:lnTo>
                <a:lnTo>
                  <a:pt x="8559" y="5478"/>
                </a:lnTo>
                <a:lnTo>
                  <a:pt x="8516" y="5135"/>
                </a:lnTo>
                <a:lnTo>
                  <a:pt x="8516" y="4964"/>
                </a:lnTo>
                <a:lnTo>
                  <a:pt x="8516" y="4814"/>
                </a:lnTo>
                <a:lnTo>
                  <a:pt x="8559" y="4686"/>
                </a:lnTo>
                <a:lnTo>
                  <a:pt x="8580" y="4622"/>
                </a:lnTo>
                <a:lnTo>
                  <a:pt x="8623" y="4579"/>
                </a:lnTo>
                <a:lnTo>
                  <a:pt x="8687" y="4536"/>
                </a:lnTo>
                <a:lnTo>
                  <a:pt x="8773" y="4515"/>
                </a:lnTo>
                <a:lnTo>
                  <a:pt x="8858" y="4472"/>
                </a:lnTo>
                <a:lnTo>
                  <a:pt x="8922" y="4408"/>
                </a:lnTo>
                <a:lnTo>
                  <a:pt x="8944" y="4365"/>
                </a:lnTo>
                <a:lnTo>
                  <a:pt x="8944" y="4322"/>
                </a:lnTo>
                <a:lnTo>
                  <a:pt x="8922" y="4237"/>
                </a:lnTo>
                <a:lnTo>
                  <a:pt x="8880" y="4173"/>
                </a:lnTo>
                <a:lnTo>
                  <a:pt x="8858" y="4066"/>
                </a:lnTo>
                <a:lnTo>
                  <a:pt x="8837" y="3638"/>
                </a:lnTo>
                <a:lnTo>
                  <a:pt x="8815" y="3188"/>
                </a:lnTo>
                <a:lnTo>
                  <a:pt x="8773" y="2739"/>
                </a:lnTo>
                <a:lnTo>
                  <a:pt x="8730" y="2311"/>
                </a:lnTo>
                <a:lnTo>
                  <a:pt x="8666" y="2012"/>
                </a:lnTo>
                <a:lnTo>
                  <a:pt x="8623" y="1840"/>
                </a:lnTo>
                <a:lnTo>
                  <a:pt x="8580" y="1691"/>
                </a:lnTo>
                <a:lnTo>
                  <a:pt x="8516" y="1541"/>
                </a:lnTo>
                <a:lnTo>
                  <a:pt x="8430" y="1412"/>
                </a:lnTo>
                <a:lnTo>
                  <a:pt x="8323" y="1305"/>
                </a:lnTo>
                <a:lnTo>
                  <a:pt x="8195" y="1241"/>
                </a:lnTo>
                <a:lnTo>
                  <a:pt x="8088" y="1220"/>
                </a:lnTo>
                <a:lnTo>
                  <a:pt x="7981" y="1198"/>
                </a:lnTo>
                <a:lnTo>
                  <a:pt x="7767" y="1220"/>
                </a:lnTo>
                <a:lnTo>
                  <a:pt x="7532" y="1220"/>
                </a:lnTo>
                <a:lnTo>
                  <a:pt x="7318" y="1241"/>
                </a:lnTo>
                <a:lnTo>
                  <a:pt x="6911" y="1241"/>
                </a:lnTo>
                <a:lnTo>
                  <a:pt x="6526" y="1263"/>
                </a:lnTo>
                <a:lnTo>
                  <a:pt x="6355" y="1284"/>
                </a:lnTo>
                <a:lnTo>
                  <a:pt x="6269" y="1284"/>
                </a:lnTo>
                <a:lnTo>
                  <a:pt x="6205" y="1263"/>
                </a:lnTo>
                <a:lnTo>
                  <a:pt x="6184" y="1241"/>
                </a:lnTo>
                <a:lnTo>
                  <a:pt x="6162" y="1177"/>
                </a:lnTo>
                <a:lnTo>
                  <a:pt x="6162" y="1049"/>
                </a:lnTo>
                <a:lnTo>
                  <a:pt x="6162" y="835"/>
                </a:lnTo>
                <a:lnTo>
                  <a:pt x="6162" y="664"/>
                </a:lnTo>
                <a:lnTo>
                  <a:pt x="6141" y="471"/>
                </a:lnTo>
                <a:lnTo>
                  <a:pt x="6098" y="300"/>
                </a:lnTo>
                <a:lnTo>
                  <a:pt x="6055" y="236"/>
                </a:lnTo>
                <a:lnTo>
                  <a:pt x="5991" y="150"/>
                </a:lnTo>
                <a:lnTo>
                  <a:pt x="5927" y="107"/>
                </a:lnTo>
                <a:lnTo>
                  <a:pt x="5863" y="65"/>
                </a:lnTo>
                <a:lnTo>
                  <a:pt x="5713" y="22"/>
                </a:lnTo>
                <a:lnTo>
                  <a:pt x="5520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7"/>
          <p:cNvSpPr/>
          <p:nvPr/>
        </p:nvSpPr>
        <p:spPr>
          <a:xfrm>
            <a:off x="6965676" y="2073370"/>
            <a:ext cx="241144" cy="179851"/>
          </a:xfrm>
          <a:custGeom>
            <a:rect b="b" l="l" r="r" t="t"/>
            <a:pathLst>
              <a:path extrusionOk="0" h="6655" w="8923">
                <a:moveTo>
                  <a:pt x="6056" y="1969"/>
                </a:moveTo>
                <a:lnTo>
                  <a:pt x="6312" y="1991"/>
                </a:lnTo>
                <a:lnTo>
                  <a:pt x="6912" y="2012"/>
                </a:lnTo>
                <a:lnTo>
                  <a:pt x="6890" y="2525"/>
                </a:lnTo>
                <a:lnTo>
                  <a:pt x="6890" y="3060"/>
                </a:lnTo>
                <a:lnTo>
                  <a:pt x="6762" y="3082"/>
                </a:lnTo>
                <a:lnTo>
                  <a:pt x="6633" y="3082"/>
                </a:lnTo>
                <a:lnTo>
                  <a:pt x="6355" y="3060"/>
                </a:lnTo>
                <a:lnTo>
                  <a:pt x="6099" y="3039"/>
                </a:lnTo>
                <a:lnTo>
                  <a:pt x="5820" y="3060"/>
                </a:lnTo>
                <a:lnTo>
                  <a:pt x="5820" y="2782"/>
                </a:lnTo>
                <a:lnTo>
                  <a:pt x="5778" y="2525"/>
                </a:lnTo>
                <a:lnTo>
                  <a:pt x="5735" y="2226"/>
                </a:lnTo>
                <a:lnTo>
                  <a:pt x="5735" y="2098"/>
                </a:lnTo>
                <a:lnTo>
                  <a:pt x="5756" y="2033"/>
                </a:lnTo>
                <a:lnTo>
                  <a:pt x="5799" y="2012"/>
                </a:lnTo>
                <a:lnTo>
                  <a:pt x="5906" y="1969"/>
                </a:lnTo>
                <a:close/>
                <a:moveTo>
                  <a:pt x="5457" y="2012"/>
                </a:moveTo>
                <a:lnTo>
                  <a:pt x="5499" y="2440"/>
                </a:lnTo>
                <a:lnTo>
                  <a:pt x="5564" y="2889"/>
                </a:lnTo>
                <a:lnTo>
                  <a:pt x="5564" y="3018"/>
                </a:lnTo>
                <a:lnTo>
                  <a:pt x="5542" y="3039"/>
                </a:lnTo>
                <a:lnTo>
                  <a:pt x="5478" y="3060"/>
                </a:lnTo>
                <a:lnTo>
                  <a:pt x="5264" y="3060"/>
                </a:lnTo>
                <a:lnTo>
                  <a:pt x="4900" y="3082"/>
                </a:lnTo>
                <a:lnTo>
                  <a:pt x="4601" y="3125"/>
                </a:lnTo>
                <a:lnTo>
                  <a:pt x="4365" y="3125"/>
                </a:lnTo>
                <a:lnTo>
                  <a:pt x="4323" y="3103"/>
                </a:lnTo>
                <a:lnTo>
                  <a:pt x="4258" y="3018"/>
                </a:lnTo>
                <a:lnTo>
                  <a:pt x="4237" y="2868"/>
                </a:lnTo>
                <a:lnTo>
                  <a:pt x="4173" y="2632"/>
                </a:lnTo>
                <a:lnTo>
                  <a:pt x="4087" y="2311"/>
                </a:lnTo>
                <a:lnTo>
                  <a:pt x="4023" y="2012"/>
                </a:lnTo>
                <a:close/>
                <a:moveTo>
                  <a:pt x="2333" y="1926"/>
                </a:moveTo>
                <a:lnTo>
                  <a:pt x="2697" y="1969"/>
                </a:lnTo>
                <a:lnTo>
                  <a:pt x="3060" y="1991"/>
                </a:lnTo>
                <a:lnTo>
                  <a:pt x="3788" y="2012"/>
                </a:lnTo>
                <a:lnTo>
                  <a:pt x="3809" y="2162"/>
                </a:lnTo>
                <a:lnTo>
                  <a:pt x="3809" y="2290"/>
                </a:lnTo>
                <a:lnTo>
                  <a:pt x="3873" y="2590"/>
                </a:lnTo>
                <a:lnTo>
                  <a:pt x="3938" y="2889"/>
                </a:lnTo>
                <a:lnTo>
                  <a:pt x="3938" y="3060"/>
                </a:lnTo>
                <a:lnTo>
                  <a:pt x="3938" y="3125"/>
                </a:lnTo>
                <a:lnTo>
                  <a:pt x="3916" y="3167"/>
                </a:lnTo>
                <a:lnTo>
                  <a:pt x="3831" y="3210"/>
                </a:lnTo>
                <a:lnTo>
                  <a:pt x="3659" y="3210"/>
                </a:lnTo>
                <a:lnTo>
                  <a:pt x="3360" y="3232"/>
                </a:lnTo>
                <a:lnTo>
                  <a:pt x="3018" y="3317"/>
                </a:lnTo>
                <a:lnTo>
                  <a:pt x="2675" y="3424"/>
                </a:lnTo>
                <a:lnTo>
                  <a:pt x="2483" y="2675"/>
                </a:lnTo>
                <a:lnTo>
                  <a:pt x="2397" y="2311"/>
                </a:lnTo>
                <a:lnTo>
                  <a:pt x="2333" y="1926"/>
                </a:lnTo>
                <a:close/>
                <a:moveTo>
                  <a:pt x="7275" y="1991"/>
                </a:moveTo>
                <a:lnTo>
                  <a:pt x="7874" y="2033"/>
                </a:lnTo>
                <a:lnTo>
                  <a:pt x="8046" y="2033"/>
                </a:lnTo>
                <a:lnTo>
                  <a:pt x="8238" y="2055"/>
                </a:lnTo>
                <a:lnTo>
                  <a:pt x="8324" y="2076"/>
                </a:lnTo>
                <a:lnTo>
                  <a:pt x="8345" y="2098"/>
                </a:lnTo>
                <a:lnTo>
                  <a:pt x="8388" y="2205"/>
                </a:lnTo>
                <a:lnTo>
                  <a:pt x="8431" y="2333"/>
                </a:lnTo>
                <a:lnTo>
                  <a:pt x="8431" y="2483"/>
                </a:lnTo>
                <a:lnTo>
                  <a:pt x="8431" y="2782"/>
                </a:lnTo>
                <a:lnTo>
                  <a:pt x="8409" y="3103"/>
                </a:lnTo>
                <a:lnTo>
                  <a:pt x="8366" y="3381"/>
                </a:lnTo>
                <a:lnTo>
                  <a:pt x="8217" y="3617"/>
                </a:lnTo>
                <a:lnTo>
                  <a:pt x="8088" y="3916"/>
                </a:lnTo>
                <a:lnTo>
                  <a:pt x="8003" y="4216"/>
                </a:lnTo>
                <a:lnTo>
                  <a:pt x="7939" y="4472"/>
                </a:lnTo>
                <a:lnTo>
                  <a:pt x="7917" y="4793"/>
                </a:lnTo>
                <a:lnTo>
                  <a:pt x="7874" y="4922"/>
                </a:lnTo>
                <a:lnTo>
                  <a:pt x="7853" y="4986"/>
                </a:lnTo>
                <a:lnTo>
                  <a:pt x="7810" y="5007"/>
                </a:lnTo>
                <a:lnTo>
                  <a:pt x="7746" y="5029"/>
                </a:lnTo>
                <a:lnTo>
                  <a:pt x="7660" y="5029"/>
                </a:lnTo>
                <a:lnTo>
                  <a:pt x="7446" y="5007"/>
                </a:lnTo>
                <a:lnTo>
                  <a:pt x="7104" y="4965"/>
                </a:lnTo>
                <a:lnTo>
                  <a:pt x="7126" y="4815"/>
                </a:lnTo>
                <a:lnTo>
                  <a:pt x="7147" y="4644"/>
                </a:lnTo>
                <a:lnTo>
                  <a:pt x="7168" y="4323"/>
                </a:lnTo>
                <a:lnTo>
                  <a:pt x="7168" y="4002"/>
                </a:lnTo>
                <a:lnTo>
                  <a:pt x="7190" y="3852"/>
                </a:lnTo>
                <a:lnTo>
                  <a:pt x="7232" y="3681"/>
                </a:lnTo>
                <a:lnTo>
                  <a:pt x="7254" y="3617"/>
                </a:lnTo>
                <a:lnTo>
                  <a:pt x="7275" y="3595"/>
                </a:lnTo>
                <a:lnTo>
                  <a:pt x="7382" y="3552"/>
                </a:lnTo>
                <a:lnTo>
                  <a:pt x="7511" y="3531"/>
                </a:lnTo>
                <a:lnTo>
                  <a:pt x="7639" y="3531"/>
                </a:lnTo>
                <a:lnTo>
                  <a:pt x="7767" y="3510"/>
                </a:lnTo>
                <a:lnTo>
                  <a:pt x="7896" y="3488"/>
                </a:lnTo>
                <a:lnTo>
                  <a:pt x="8024" y="3424"/>
                </a:lnTo>
                <a:lnTo>
                  <a:pt x="8110" y="3360"/>
                </a:lnTo>
                <a:lnTo>
                  <a:pt x="8024" y="3296"/>
                </a:lnTo>
                <a:lnTo>
                  <a:pt x="7939" y="3253"/>
                </a:lnTo>
                <a:lnTo>
                  <a:pt x="7746" y="3189"/>
                </a:lnTo>
                <a:lnTo>
                  <a:pt x="7489" y="3189"/>
                </a:lnTo>
                <a:lnTo>
                  <a:pt x="7361" y="3167"/>
                </a:lnTo>
                <a:lnTo>
                  <a:pt x="7297" y="3167"/>
                </a:lnTo>
                <a:lnTo>
                  <a:pt x="7275" y="3146"/>
                </a:lnTo>
                <a:lnTo>
                  <a:pt x="7254" y="3103"/>
                </a:lnTo>
                <a:lnTo>
                  <a:pt x="7254" y="2996"/>
                </a:lnTo>
                <a:lnTo>
                  <a:pt x="7275" y="2846"/>
                </a:lnTo>
                <a:lnTo>
                  <a:pt x="7275" y="1991"/>
                </a:lnTo>
                <a:close/>
                <a:moveTo>
                  <a:pt x="6505" y="3531"/>
                </a:moveTo>
                <a:lnTo>
                  <a:pt x="6719" y="3552"/>
                </a:lnTo>
                <a:lnTo>
                  <a:pt x="6847" y="3552"/>
                </a:lnTo>
                <a:lnTo>
                  <a:pt x="6869" y="3617"/>
                </a:lnTo>
                <a:lnTo>
                  <a:pt x="6869" y="3724"/>
                </a:lnTo>
                <a:lnTo>
                  <a:pt x="6847" y="3916"/>
                </a:lnTo>
                <a:lnTo>
                  <a:pt x="6805" y="4451"/>
                </a:lnTo>
                <a:lnTo>
                  <a:pt x="6805" y="4729"/>
                </a:lnTo>
                <a:lnTo>
                  <a:pt x="6805" y="4986"/>
                </a:lnTo>
                <a:lnTo>
                  <a:pt x="6526" y="5029"/>
                </a:lnTo>
                <a:lnTo>
                  <a:pt x="6270" y="5050"/>
                </a:lnTo>
                <a:lnTo>
                  <a:pt x="6120" y="5072"/>
                </a:lnTo>
                <a:lnTo>
                  <a:pt x="5949" y="5072"/>
                </a:lnTo>
                <a:lnTo>
                  <a:pt x="5927" y="5007"/>
                </a:lnTo>
                <a:lnTo>
                  <a:pt x="5927" y="4922"/>
                </a:lnTo>
                <a:lnTo>
                  <a:pt x="5927" y="4751"/>
                </a:lnTo>
                <a:lnTo>
                  <a:pt x="5906" y="4152"/>
                </a:lnTo>
                <a:lnTo>
                  <a:pt x="5885" y="3552"/>
                </a:lnTo>
                <a:lnTo>
                  <a:pt x="6291" y="3531"/>
                </a:lnTo>
                <a:close/>
                <a:moveTo>
                  <a:pt x="5350" y="3531"/>
                </a:moveTo>
                <a:lnTo>
                  <a:pt x="5478" y="3552"/>
                </a:lnTo>
                <a:lnTo>
                  <a:pt x="5585" y="3574"/>
                </a:lnTo>
                <a:lnTo>
                  <a:pt x="5606" y="3681"/>
                </a:lnTo>
                <a:lnTo>
                  <a:pt x="5628" y="3809"/>
                </a:lnTo>
                <a:lnTo>
                  <a:pt x="5628" y="3938"/>
                </a:lnTo>
                <a:lnTo>
                  <a:pt x="5649" y="4494"/>
                </a:lnTo>
                <a:lnTo>
                  <a:pt x="5713" y="5072"/>
                </a:lnTo>
                <a:lnTo>
                  <a:pt x="4579" y="5179"/>
                </a:lnTo>
                <a:lnTo>
                  <a:pt x="3445" y="5264"/>
                </a:lnTo>
                <a:lnTo>
                  <a:pt x="3253" y="5307"/>
                </a:lnTo>
                <a:lnTo>
                  <a:pt x="3082" y="5350"/>
                </a:lnTo>
                <a:lnTo>
                  <a:pt x="2889" y="4515"/>
                </a:lnTo>
                <a:lnTo>
                  <a:pt x="2804" y="4087"/>
                </a:lnTo>
                <a:lnTo>
                  <a:pt x="2718" y="3681"/>
                </a:lnTo>
                <a:lnTo>
                  <a:pt x="2868" y="3702"/>
                </a:lnTo>
                <a:lnTo>
                  <a:pt x="2996" y="3724"/>
                </a:lnTo>
                <a:lnTo>
                  <a:pt x="3253" y="3724"/>
                </a:lnTo>
                <a:lnTo>
                  <a:pt x="3788" y="3681"/>
                </a:lnTo>
                <a:lnTo>
                  <a:pt x="3916" y="3681"/>
                </a:lnTo>
                <a:lnTo>
                  <a:pt x="3959" y="3702"/>
                </a:lnTo>
                <a:lnTo>
                  <a:pt x="3980" y="3724"/>
                </a:lnTo>
                <a:lnTo>
                  <a:pt x="4023" y="3788"/>
                </a:lnTo>
                <a:lnTo>
                  <a:pt x="4023" y="3916"/>
                </a:lnTo>
                <a:lnTo>
                  <a:pt x="4045" y="4152"/>
                </a:lnTo>
                <a:lnTo>
                  <a:pt x="4045" y="4365"/>
                </a:lnTo>
                <a:lnTo>
                  <a:pt x="4023" y="4558"/>
                </a:lnTo>
                <a:lnTo>
                  <a:pt x="4045" y="4793"/>
                </a:lnTo>
                <a:lnTo>
                  <a:pt x="4045" y="4922"/>
                </a:lnTo>
                <a:lnTo>
                  <a:pt x="4087" y="5007"/>
                </a:lnTo>
                <a:lnTo>
                  <a:pt x="4130" y="5093"/>
                </a:lnTo>
                <a:lnTo>
                  <a:pt x="4216" y="5136"/>
                </a:lnTo>
                <a:lnTo>
                  <a:pt x="4301" y="5157"/>
                </a:lnTo>
                <a:lnTo>
                  <a:pt x="4365" y="5136"/>
                </a:lnTo>
                <a:lnTo>
                  <a:pt x="4408" y="5114"/>
                </a:lnTo>
                <a:lnTo>
                  <a:pt x="4472" y="5072"/>
                </a:lnTo>
                <a:lnTo>
                  <a:pt x="4515" y="4922"/>
                </a:lnTo>
                <a:lnTo>
                  <a:pt x="4537" y="4793"/>
                </a:lnTo>
                <a:lnTo>
                  <a:pt x="4537" y="4451"/>
                </a:lnTo>
                <a:lnTo>
                  <a:pt x="4515" y="4130"/>
                </a:lnTo>
                <a:lnTo>
                  <a:pt x="4451" y="3916"/>
                </a:lnTo>
                <a:lnTo>
                  <a:pt x="4430" y="3788"/>
                </a:lnTo>
                <a:lnTo>
                  <a:pt x="4451" y="3681"/>
                </a:lnTo>
                <a:lnTo>
                  <a:pt x="4472" y="3638"/>
                </a:lnTo>
                <a:lnTo>
                  <a:pt x="4515" y="3617"/>
                </a:lnTo>
                <a:lnTo>
                  <a:pt x="4644" y="3595"/>
                </a:lnTo>
                <a:lnTo>
                  <a:pt x="4943" y="3574"/>
                </a:lnTo>
                <a:lnTo>
                  <a:pt x="5200" y="3552"/>
                </a:lnTo>
                <a:lnTo>
                  <a:pt x="5350" y="3531"/>
                </a:lnTo>
                <a:close/>
                <a:moveTo>
                  <a:pt x="1541" y="1"/>
                </a:moveTo>
                <a:lnTo>
                  <a:pt x="1370" y="44"/>
                </a:lnTo>
                <a:lnTo>
                  <a:pt x="1199" y="108"/>
                </a:lnTo>
                <a:lnTo>
                  <a:pt x="1006" y="193"/>
                </a:lnTo>
                <a:lnTo>
                  <a:pt x="685" y="343"/>
                </a:lnTo>
                <a:lnTo>
                  <a:pt x="514" y="407"/>
                </a:lnTo>
                <a:lnTo>
                  <a:pt x="343" y="450"/>
                </a:lnTo>
                <a:lnTo>
                  <a:pt x="257" y="493"/>
                </a:lnTo>
                <a:lnTo>
                  <a:pt x="172" y="536"/>
                </a:lnTo>
                <a:lnTo>
                  <a:pt x="108" y="600"/>
                </a:lnTo>
                <a:lnTo>
                  <a:pt x="44" y="664"/>
                </a:lnTo>
                <a:lnTo>
                  <a:pt x="22" y="750"/>
                </a:lnTo>
                <a:lnTo>
                  <a:pt x="1" y="835"/>
                </a:lnTo>
                <a:lnTo>
                  <a:pt x="1" y="921"/>
                </a:lnTo>
                <a:lnTo>
                  <a:pt x="22" y="1006"/>
                </a:lnTo>
                <a:lnTo>
                  <a:pt x="44" y="1092"/>
                </a:lnTo>
                <a:lnTo>
                  <a:pt x="86" y="1156"/>
                </a:lnTo>
                <a:lnTo>
                  <a:pt x="151" y="1220"/>
                </a:lnTo>
                <a:lnTo>
                  <a:pt x="215" y="1263"/>
                </a:lnTo>
                <a:lnTo>
                  <a:pt x="322" y="1306"/>
                </a:lnTo>
                <a:lnTo>
                  <a:pt x="407" y="1327"/>
                </a:lnTo>
                <a:lnTo>
                  <a:pt x="514" y="1327"/>
                </a:lnTo>
                <a:lnTo>
                  <a:pt x="600" y="1284"/>
                </a:lnTo>
                <a:lnTo>
                  <a:pt x="685" y="1242"/>
                </a:lnTo>
                <a:lnTo>
                  <a:pt x="750" y="1178"/>
                </a:lnTo>
                <a:lnTo>
                  <a:pt x="814" y="1092"/>
                </a:lnTo>
                <a:lnTo>
                  <a:pt x="835" y="985"/>
                </a:lnTo>
                <a:lnTo>
                  <a:pt x="835" y="899"/>
                </a:lnTo>
                <a:lnTo>
                  <a:pt x="835" y="792"/>
                </a:lnTo>
                <a:lnTo>
                  <a:pt x="857" y="707"/>
                </a:lnTo>
                <a:lnTo>
                  <a:pt x="942" y="664"/>
                </a:lnTo>
                <a:lnTo>
                  <a:pt x="1092" y="578"/>
                </a:lnTo>
                <a:lnTo>
                  <a:pt x="1284" y="493"/>
                </a:lnTo>
                <a:lnTo>
                  <a:pt x="1370" y="471"/>
                </a:lnTo>
                <a:lnTo>
                  <a:pt x="1520" y="471"/>
                </a:lnTo>
                <a:lnTo>
                  <a:pt x="1563" y="514"/>
                </a:lnTo>
                <a:lnTo>
                  <a:pt x="1627" y="643"/>
                </a:lnTo>
                <a:lnTo>
                  <a:pt x="1648" y="792"/>
                </a:lnTo>
                <a:lnTo>
                  <a:pt x="1691" y="1092"/>
                </a:lnTo>
                <a:lnTo>
                  <a:pt x="1798" y="1648"/>
                </a:lnTo>
                <a:lnTo>
                  <a:pt x="2055" y="2782"/>
                </a:lnTo>
                <a:lnTo>
                  <a:pt x="2290" y="4023"/>
                </a:lnTo>
                <a:lnTo>
                  <a:pt x="2547" y="5264"/>
                </a:lnTo>
                <a:lnTo>
                  <a:pt x="2418" y="5264"/>
                </a:lnTo>
                <a:lnTo>
                  <a:pt x="2247" y="5307"/>
                </a:lnTo>
                <a:lnTo>
                  <a:pt x="2098" y="5371"/>
                </a:lnTo>
                <a:lnTo>
                  <a:pt x="1948" y="5478"/>
                </a:lnTo>
                <a:lnTo>
                  <a:pt x="1819" y="5585"/>
                </a:lnTo>
                <a:lnTo>
                  <a:pt x="1691" y="5692"/>
                </a:lnTo>
                <a:lnTo>
                  <a:pt x="1605" y="5820"/>
                </a:lnTo>
                <a:lnTo>
                  <a:pt x="1563" y="5970"/>
                </a:lnTo>
                <a:lnTo>
                  <a:pt x="1541" y="6120"/>
                </a:lnTo>
                <a:lnTo>
                  <a:pt x="1584" y="6270"/>
                </a:lnTo>
                <a:lnTo>
                  <a:pt x="1648" y="6377"/>
                </a:lnTo>
                <a:lnTo>
                  <a:pt x="1734" y="6484"/>
                </a:lnTo>
                <a:lnTo>
                  <a:pt x="1841" y="6548"/>
                </a:lnTo>
                <a:lnTo>
                  <a:pt x="1969" y="6591"/>
                </a:lnTo>
                <a:lnTo>
                  <a:pt x="2119" y="6633"/>
                </a:lnTo>
                <a:lnTo>
                  <a:pt x="2269" y="6655"/>
                </a:lnTo>
                <a:lnTo>
                  <a:pt x="2718" y="6655"/>
                </a:lnTo>
                <a:lnTo>
                  <a:pt x="3167" y="6591"/>
                </a:lnTo>
                <a:lnTo>
                  <a:pt x="3617" y="6526"/>
                </a:lnTo>
                <a:lnTo>
                  <a:pt x="4045" y="6441"/>
                </a:lnTo>
                <a:lnTo>
                  <a:pt x="4280" y="6398"/>
                </a:lnTo>
                <a:lnTo>
                  <a:pt x="4986" y="6398"/>
                </a:lnTo>
                <a:lnTo>
                  <a:pt x="5906" y="6462"/>
                </a:lnTo>
                <a:lnTo>
                  <a:pt x="6740" y="6462"/>
                </a:lnTo>
                <a:lnTo>
                  <a:pt x="7168" y="6484"/>
                </a:lnTo>
                <a:lnTo>
                  <a:pt x="7575" y="6505"/>
                </a:lnTo>
                <a:lnTo>
                  <a:pt x="7939" y="6505"/>
                </a:lnTo>
                <a:lnTo>
                  <a:pt x="8067" y="6484"/>
                </a:lnTo>
                <a:lnTo>
                  <a:pt x="8174" y="6441"/>
                </a:lnTo>
                <a:lnTo>
                  <a:pt x="8259" y="6377"/>
                </a:lnTo>
                <a:lnTo>
                  <a:pt x="8281" y="6334"/>
                </a:lnTo>
                <a:lnTo>
                  <a:pt x="8281" y="6270"/>
                </a:lnTo>
                <a:lnTo>
                  <a:pt x="8259" y="6227"/>
                </a:lnTo>
                <a:lnTo>
                  <a:pt x="8238" y="6141"/>
                </a:lnTo>
                <a:lnTo>
                  <a:pt x="8195" y="6077"/>
                </a:lnTo>
                <a:lnTo>
                  <a:pt x="8131" y="6034"/>
                </a:lnTo>
                <a:lnTo>
                  <a:pt x="8067" y="6013"/>
                </a:lnTo>
                <a:lnTo>
                  <a:pt x="7981" y="6013"/>
                </a:lnTo>
                <a:lnTo>
                  <a:pt x="7832" y="5992"/>
                </a:lnTo>
                <a:lnTo>
                  <a:pt x="7682" y="6013"/>
                </a:lnTo>
                <a:lnTo>
                  <a:pt x="6719" y="5992"/>
                </a:lnTo>
                <a:lnTo>
                  <a:pt x="5863" y="5970"/>
                </a:lnTo>
                <a:lnTo>
                  <a:pt x="5007" y="5970"/>
                </a:lnTo>
                <a:lnTo>
                  <a:pt x="4579" y="5992"/>
                </a:lnTo>
                <a:lnTo>
                  <a:pt x="4152" y="6013"/>
                </a:lnTo>
                <a:lnTo>
                  <a:pt x="3724" y="6056"/>
                </a:lnTo>
                <a:lnTo>
                  <a:pt x="3296" y="6141"/>
                </a:lnTo>
                <a:lnTo>
                  <a:pt x="3018" y="6184"/>
                </a:lnTo>
                <a:lnTo>
                  <a:pt x="2568" y="6227"/>
                </a:lnTo>
                <a:lnTo>
                  <a:pt x="2333" y="6227"/>
                </a:lnTo>
                <a:lnTo>
                  <a:pt x="2162" y="6206"/>
                </a:lnTo>
                <a:lnTo>
                  <a:pt x="2098" y="6184"/>
                </a:lnTo>
                <a:lnTo>
                  <a:pt x="2055" y="6141"/>
                </a:lnTo>
                <a:lnTo>
                  <a:pt x="2033" y="6099"/>
                </a:lnTo>
                <a:lnTo>
                  <a:pt x="2055" y="6034"/>
                </a:lnTo>
                <a:lnTo>
                  <a:pt x="2076" y="5992"/>
                </a:lnTo>
                <a:lnTo>
                  <a:pt x="2119" y="5927"/>
                </a:lnTo>
                <a:lnTo>
                  <a:pt x="2247" y="5842"/>
                </a:lnTo>
                <a:lnTo>
                  <a:pt x="2483" y="5735"/>
                </a:lnTo>
                <a:lnTo>
                  <a:pt x="2654" y="5628"/>
                </a:lnTo>
                <a:lnTo>
                  <a:pt x="2718" y="5606"/>
                </a:lnTo>
                <a:lnTo>
                  <a:pt x="2825" y="5585"/>
                </a:lnTo>
                <a:lnTo>
                  <a:pt x="2953" y="5628"/>
                </a:lnTo>
                <a:lnTo>
                  <a:pt x="3060" y="5649"/>
                </a:lnTo>
                <a:lnTo>
                  <a:pt x="3189" y="5692"/>
                </a:lnTo>
                <a:lnTo>
                  <a:pt x="3360" y="5692"/>
                </a:lnTo>
                <a:lnTo>
                  <a:pt x="3873" y="5671"/>
                </a:lnTo>
                <a:lnTo>
                  <a:pt x="4387" y="5628"/>
                </a:lnTo>
                <a:lnTo>
                  <a:pt x="4900" y="5606"/>
                </a:lnTo>
                <a:lnTo>
                  <a:pt x="5392" y="5585"/>
                </a:lnTo>
                <a:lnTo>
                  <a:pt x="6377" y="5564"/>
                </a:lnTo>
                <a:lnTo>
                  <a:pt x="6655" y="5542"/>
                </a:lnTo>
                <a:lnTo>
                  <a:pt x="6933" y="5499"/>
                </a:lnTo>
                <a:lnTo>
                  <a:pt x="7211" y="5478"/>
                </a:lnTo>
                <a:lnTo>
                  <a:pt x="7489" y="5478"/>
                </a:lnTo>
                <a:lnTo>
                  <a:pt x="7660" y="5499"/>
                </a:lnTo>
                <a:lnTo>
                  <a:pt x="7853" y="5542"/>
                </a:lnTo>
                <a:lnTo>
                  <a:pt x="8024" y="5542"/>
                </a:lnTo>
                <a:lnTo>
                  <a:pt x="8110" y="5521"/>
                </a:lnTo>
                <a:lnTo>
                  <a:pt x="8195" y="5499"/>
                </a:lnTo>
                <a:lnTo>
                  <a:pt x="8238" y="5457"/>
                </a:lnTo>
                <a:lnTo>
                  <a:pt x="8281" y="5392"/>
                </a:lnTo>
                <a:lnTo>
                  <a:pt x="8345" y="5221"/>
                </a:lnTo>
                <a:lnTo>
                  <a:pt x="8409" y="4879"/>
                </a:lnTo>
                <a:lnTo>
                  <a:pt x="8495" y="4472"/>
                </a:lnTo>
                <a:lnTo>
                  <a:pt x="8538" y="4280"/>
                </a:lnTo>
                <a:lnTo>
                  <a:pt x="8602" y="4066"/>
                </a:lnTo>
                <a:lnTo>
                  <a:pt x="8752" y="3681"/>
                </a:lnTo>
                <a:lnTo>
                  <a:pt x="8816" y="3488"/>
                </a:lnTo>
                <a:lnTo>
                  <a:pt x="8859" y="3274"/>
                </a:lnTo>
                <a:lnTo>
                  <a:pt x="8923" y="2889"/>
                </a:lnTo>
                <a:lnTo>
                  <a:pt x="8923" y="2654"/>
                </a:lnTo>
                <a:lnTo>
                  <a:pt x="8923" y="2440"/>
                </a:lnTo>
                <a:lnTo>
                  <a:pt x="8901" y="2226"/>
                </a:lnTo>
                <a:lnTo>
                  <a:pt x="8837" y="2012"/>
                </a:lnTo>
                <a:lnTo>
                  <a:pt x="8773" y="1819"/>
                </a:lnTo>
                <a:lnTo>
                  <a:pt x="8666" y="1670"/>
                </a:lnTo>
                <a:lnTo>
                  <a:pt x="8580" y="1627"/>
                </a:lnTo>
                <a:lnTo>
                  <a:pt x="8473" y="1605"/>
                </a:lnTo>
                <a:lnTo>
                  <a:pt x="8281" y="1563"/>
                </a:lnTo>
                <a:lnTo>
                  <a:pt x="7874" y="1563"/>
                </a:lnTo>
                <a:lnTo>
                  <a:pt x="7382" y="1520"/>
                </a:lnTo>
                <a:lnTo>
                  <a:pt x="5842" y="1520"/>
                </a:lnTo>
                <a:lnTo>
                  <a:pt x="4772" y="1541"/>
                </a:lnTo>
                <a:lnTo>
                  <a:pt x="3724" y="1563"/>
                </a:lnTo>
                <a:lnTo>
                  <a:pt x="3189" y="1563"/>
                </a:lnTo>
                <a:lnTo>
                  <a:pt x="2654" y="1605"/>
                </a:lnTo>
                <a:lnTo>
                  <a:pt x="2418" y="1627"/>
                </a:lnTo>
                <a:lnTo>
                  <a:pt x="2311" y="1627"/>
                </a:lnTo>
                <a:lnTo>
                  <a:pt x="2269" y="1605"/>
                </a:lnTo>
                <a:lnTo>
                  <a:pt x="2247" y="1584"/>
                </a:lnTo>
                <a:lnTo>
                  <a:pt x="2183" y="1498"/>
                </a:lnTo>
                <a:lnTo>
                  <a:pt x="2162" y="1370"/>
                </a:lnTo>
                <a:lnTo>
                  <a:pt x="2119" y="1135"/>
                </a:lnTo>
                <a:lnTo>
                  <a:pt x="2076" y="707"/>
                </a:lnTo>
                <a:lnTo>
                  <a:pt x="2033" y="471"/>
                </a:lnTo>
                <a:lnTo>
                  <a:pt x="1969" y="279"/>
                </a:lnTo>
                <a:lnTo>
                  <a:pt x="1905" y="193"/>
                </a:lnTo>
                <a:lnTo>
                  <a:pt x="1841" y="108"/>
                </a:lnTo>
                <a:lnTo>
                  <a:pt x="1777" y="65"/>
                </a:lnTo>
                <a:lnTo>
                  <a:pt x="1712" y="22"/>
                </a:lnTo>
                <a:lnTo>
                  <a:pt x="1627" y="1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7"/>
          <p:cNvSpPr/>
          <p:nvPr/>
        </p:nvSpPr>
        <p:spPr>
          <a:xfrm>
            <a:off x="4973524" y="2563650"/>
            <a:ext cx="293384" cy="234793"/>
          </a:xfrm>
          <a:custGeom>
            <a:rect b="b" l="l" r="r" t="t"/>
            <a:pathLst>
              <a:path extrusionOk="0" h="8045" w="8709">
                <a:moveTo>
                  <a:pt x="8665" y="4793"/>
                </a:moveTo>
                <a:lnTo>
                  <a:pt x="8665" y="4793"/>
                </a:lnTo>
                <a:lnTo>
                  <a:pt x="8687" y="3916"/>
                </a:lnTo>
                <a:lnTo>
                  <a:pt x="8708" y="3038"/>
                </a:lnTo>
                <a:lnTo>
                  <a:pt x="8708" y="3038"/>
                </a:lnTo>
                <a:lnTo>
                  <a:pt x="8687" y="2717"/>
                </a:lnTo>
                <a:lnTo>
                  <a:pt x="8665" y="2396"/>
                </a:lnTo>
                <a:lnTo>
                  <a:pt x="8622" y="2225"/>
                </a:lnTo>
                <a:lnTo>
                  <a:pt x="8580" y="2076"/>
                </a:lnTo>
                <a:lnTo>
                  <a:pt x="8516" y="1926"/>
                </a:lnTo>
                <a:lnTo>
                  <a:pt x="8409" y="1797"/>
                </a:lnTo>
                <a:lnTo>
                  <a:pt x="8409" y="1797"/>
                </a:lnTo>
                <a:lnTo>
                  <a:pt x="8366" y="1733"/>
                </a:lnTo>
                <a:lnTo>
                  <a:pt x="8302" y="1690"/>
                </a:lnTo>
                <a:lnTo>
                  <a:pt x="8130" y="1626"/>
                </a:lnTo>
                <a:lnTo>
                  <a:pt x="7959" y="1583"/>
                </a:lnTo>
                <a:lnTo>
                  <a:pt x="7767" y="1541"/>
                </a:lnTo>
                <a:lnTo>
                  <a:pt x="7360" y="1541"/>
                </a:lnTo>
                <a:lnTo>
                  <a:pt x="7018" y="1541"/>
                </a:lnTo>
                <a:lnTo>
                  <a:pt x="7018" y="1541"/>
                </a:lnTo>
                <a:lnTo>
                  <a:pt x="6633" y="1541"/>
                </a:lnTo>
                <a:lnTo>
                  <a:pt x="6226" y="1562"/>
                </a:lnTo>
                <a:lnTo>
                  <a:pt x="6226" y="1562"/>
                </a:lnTo>
                <a:lnTo>
                  <a:pt x="6141" y="1562"/>
                </a:lnTo>
                <a:lnTo>
                  <a:pt x="6076" y="1541"/>
                </a:lnTo>
                <a:lnTo>
                  <a:pt x="6034" y="1519"/>
                </a:lnTo>
                <a:lnTo>
                  <a:pt x="6012" y="1476"/>
                </a:lnTo>
                <a:lnTo>
                  <a:pt x="6012" y="1348"/>
                </a:lnTo>
                <a:lnTo>
                  <a:pt x="6012" y="1177"/>
                </a:lnTo>
                <a:lnTo>
                  <a:pt x="6012" y="1177"/>
                </a:lnTo>
                <a:lnTo>
                  <a:pt x="6012" y="1006"/>
                </a:lnTo>
                <a:lnTo>
                  <a:pt x="6012" y="856"/>
                </a:lnTo>
                <a:lnTo>
                  <a:pt x="5991" y="770"/>
                </a:lnTo>
                <a:lnTo>
                  <a:pt x="5948" y="706"/>
                </a:lnTo>
                <a:lnTo>
                  <a:pt x="5905" y="663"/>
                </a:lnTo>
                <a:lnTo>
                  <a:pt x="5841" y="599"/>
                </a:lnTo>
                <a:lnTo>
                  <a:pt x="5841" y="599"/>
                </a:lnTo>
                <a:lnTo>
                  <a:pt x="5691" y="514"/>
                </a:lnTo>
                <a:lnTo>
                  <a:pt x="5520" y="428"/>
                </a:lnTo>
                <a:lnTo>
                  <a:pt x="5199" y="278"/>
                </a:lnTo>
                <a:lnTo>
                  <a:pt x="5199" y="278"/>
                </a:lnTo>
                <a:lnTo>
                  <a:pt x="4921" y="150"/>
                </a:lnTo>
                <a:lnTo>
                  <a:pt x="4793" y="86"/>
                </a:lnTo>
                <a:lnTo>
                  <a:pt x="4664" y="43"/>
                </a:lnTo>
                <a:lnTo>
                  <a:pt x="4515" y="22"/>
                </a:lnTo>
                <a:lnTo>
                  <a:pt x="4365" y="0"/>
                </a:lnTo>
                <a:lnTo>
                  <a:pt x="4236" y="22"/>
                </a:lnTo>
                <a:lnTo>
                  <a:pt x="4087" y="64"/>
                </a:lnTo>
                <a:lnTo>
                  <a:pt x="4087" y="64"/>
                </a:lnTo>
                <a:lnTo>
                  <a:pt x="3701" y="257"/>
                </a:lnTo>
                <a:lnTo>
                  <a:pt x="3316" y="428"/>
                </a:lnTo>
                <a:lnTo>
                  <a:pt x="3316" y="428"/>
                </a:lnTo>
                <a:lnTo>
                  <a:pt x="2995" y="599"/>
                </a:lnTo>
                <a:lnTo>
                  <a:pt x="2846" y="685"/>
                </a:lnTo>
                <a:lnTo>
                  <a:pt x="2717" y="792"/>
                </a:lnTo>
                <a:lnTo>
                  <a:pt x="2717" y="792"/>
                </a:lnTo>
                <a:lnTo>
                  <a:pt x="2674" y="856"/>
                </a:lnTo>
                <a:lnTo>
                  <a:pt x="2653" y="920"/>
                </a:lnTo>
                <a:lnTo>
                  <a:pt x="2632" y="984"/>
                </a:lnTo>
                <a:lnTo>
                  <a:pt x="2632" y="1049"/>
                </a:lnTo>
                <a:lnTo>
                  <a:pt x="2653" y="1177"/>
                </a:lnTo>
                <a:lnTo>
                  <a:pt x="2674" y="1327"/>
                </a:lnTo>
                <a:lnTo>
                  <a:pt x="2674" y="1327"/>
                </a:lnTo>
                <a:lnTo>
                  <a:pt x="2653" y="1391"/>
                </a:lnTo>
                <a:lnTo>
                  <a:pt x="2632" y="1455"/>
                </a:lnTo>
                <a:lnTo>
                  <a:pt x="2610" y="1476"/>
                </a:lnTo>
                <a:lnTo>
                  <a:pt x="2546" y="1498"/>
                </a:lnTo>
                <a:lnTo>
                  <a:pt x="2439" y="1498"/>
                </a:lnTo>
                <a:lnTo>
                  <a:pt x="2289" y="1498"/>
                </a:lnTo>
                <a:lnTo>
                  <a:pt x="2289" y="1498"/>
                </a:lnTo>
                <a:lnTo>
                  <a:pt x="1562" y="1519"/>
                </a:lnTo>
                <a:lnTo>
                  <a:pt x="1198" y="1562"/>
                </a:lnTo>
                <a:lnTo>
                  <a:pt x="856" y="1605"/>
                </a:lnTo>
                <a:lnTo>
                  <a:pt x="856" y="1605"/>
                </a:lnTo>
                <a:lnTo>
                  <a:pt x="706" y="1626"/>
                </a:lnTo>
                <a:lnTo>
                  <a:pt x="556" y="1669"/>
                </a:lnTo>
                <a:lnTo>
                  <a:pt x="407" y="1712"/>
                </a:lnTo>
                <a:lnTo>
                  <a:pt x="278" y="1797"/>
                </a:lnTo>
                <a:lnTo>
                  <a:pt x="278" y="1797"/>
                </a:lnTo>
                <a:lnTo>
                  <a:pt x="235" y="1862"/>
                </a:lnTo>
                <a:lnTo>
                  <a:pt x="193" y="1926"/>
                </a:lnTo>
                <a:lnTo>
                  <a:pt x="150" y="2097"/>
                </a:lnTo>
                <a:lnTo>
                  <a:pt x="86" y="2418"/>
                </a:lnTo>
                <a:lnTo>
                  <a:pt x="86" y="2418"/>
                </a:lnTo>
                <a:lnTo>
                  <a:pt x="43" y="2824"/>
                </a:lnTo>
                <a:lnTo>
                  <a:pt x="0" y="3231"/>
                </a:lnTo>
                <a:lnTo>
                  <a:pt x="0" y="3659"/>
                </a:lnTo>
                <a:lnTo>
                  <a:pt x="0" y="4065"/>
                </a:lnTo>
                <a:lnTo>
                  <a:pt x="43" y="4900"/>
                </a:lnTo>
                <a:lnTo>
                  <a:pt x="64" y="5734"/>
                </a:lnTo>
                <a:lnTo>
                  <a:pt x="64" y="5734"/>
                </a:lnTo>
                <a:lnTo>
                  <a:pt x="43" y="5798"/>
                </a:lnTo>
                <a:lnTo>
                  <a:pt x="43" y="5970"/>
                </a:lnTo>
                <a:lnTo>
                  <a:pt x="43" y="6483"/>
                </a:lnTo>
                <a:lnTo>
                  <a:pt x="86" y="7039"/>
                </a:lnTo>
                <a:lnTo>
                  <a:pt x="107" y="7253"/>
                </a:lnTo>
                <a:lnTo>
                  <a:pt x="128" y="7360"/>
                </a:lnTo>
                <a:lnTo>
                  <a:pt x="128" y="7360"/>
                </a:lnTo>
                <a:lnTo>
                  <a:pt x="214" y="7510"/>
                </a:lnTo>
                <a:lnTo>
                  <a:pt x="342" y="7617"/>
                </a:lnTo>
                <a:lnTo>
                  <a:pt x="514" y="7724"/>
                </a:lnTo>
                <a:lnTo>
                  <a:pt x="685" y="7810"/>
                </a:lnTo>
                <a:lnTo>
                  <a:pt x="877" y="7874"/>
                </a:lnTo>
                <a:lnTo>
                  <a:pt x="1070" y="7938"/>
                </a:lnTo>
                <a:lnTo>
                  <a:pt x="1412" y="8002"/>
                </a:lnTo>
                <a:lnTo>
                  <a:pt x="1412" y="8002"/>
                </a:lnTo>
                <a:lnTo>
                  <a:pt x="1861" y="8045"/>
                </a:lnTo>
                <a:lnTo>
                  <a:pt x="2332" y="8045"/>
                </a:lnTo>
                <a:lnTo>
                  <a:pt x="2803" y="8045"/>
                </a:lnTo>
                <a:lnTo>
                  <a:pt x="3252" y="8024"/>
                </a:lnTo>
                <a:lnTo>
                  <a:pt x="4194" y="7959"/>
                </a:lnTo>
                <a:lnTo>
                  <a:pt x="4664" y="7959"/>
                </a:lnTo>
                <a:lnTo>
                  <a:pt x="5114" y="7959"/>
                </a:lnTo>
                <a:lnTo>
                  <a:pt x="5114" y="7959"/>
                </a:lnTo>
                <a:lnTo>
                  <a:pt x="5969" y="7981"/>
                </a:lnTo>
                <a:lnTo>
                  <a:pt x="6397" y="7981"/>
                </a:lnTo>
                <a:lnTo>
                  <a:pt x="6825" y="7959"/>
                </a:lnTo>
                <a:lnTo>
                  <a:pt x="6825" y="7959"/>
                </a:lnTo>
                <a:lnTo>
                  <a:pt x="7210" y="7938"/>
                </a:lnTo>
                <a:lnTo>
                  <a:pt x="7617" y="7917"/>
                </a:lnTo>
                <a:lnTo>
                  <a:pt x="7809" y="7874"/>
                </a:lnTo>
                <a:lnTo>
                  <a:pt x="8023" y="7852"/>
                </a:lnTo>
                <a:lnTo>
                  <a:pt x="8195" y="7788"/>
                </a:lnTo>
                <a:lnTo>
                  <a:pt x="8366" y="7703"/>
                </a:lnTo>
                <a:lnTo>
                  <a:pt x="8366" y="7703"/>
                </a:lnTo>
                <a:lnTo>
                  <a:pt x="8430" y="7660"/>
                </a:lnTo>
                <a:lnTo>
                  <a:pt x="8494" y="7617"/>
                </a:lnTo>
                <a:lnTo>
                  <a:pt x="8580" y="7467"/>
                </a:lnTo>
                <a:lnTo>
                  <a:pt x="8622" y="7318"/>
                </a:lnTo>
                <a:lnTo>
                  <a:pt x="8665" y="7146"/>
                </a:lnTo>
                <a:lnTo>
                  <a:pt x="8665" y="6954"/>
                </a:lnTo>
                <a:lnTo>
                  <a:pt x="8665" y="6783"/>
                </a:lnTo>
                <a:lnTo>
                  <a:pt x="8644" y="6462"/>
                </a:lnTo>
                <a:lnTo>
                  <a:pt x="8644" y="6462"/>
                </a:lnTo>
                <a:lnTo>
                  <a:pt x="8665" y="4793"/>
                </a:lnTo>
                <a:lnTo>
                  <a:pt x="8665" y="4793"/>
                </a:lnTo>
                <a:close/>
                <a:moveTo>
                  <a:pt x="3124" y="1049"/>
                </a:moveTo>
                <a:lnTo>
                  <a:pt x="3124" y="1049"/>
                </a:lnTo>
                <a:lnTo>
                  <a:pt x="3167" y="963"/>
                </a:lnTo>
                <a:lnTo>
                  <a:pt x="3252" y="920"/>
                </a:lnTo>
                <a:lnTo>
                  <a:pt x="3252" y="920"/>
                </a:lnTo>
                <a:lnTo>
                  <a:pt x="3445" y="856"/>
                </a:lnTo>
                <a:lnTo>
                  <a:pt x="3637" y="792"/>
                </a:lnTo>
                <a:lnTo>
                  <a:pt x="3830" y="728"/>
                </a:lnTo>
                <a:lnTo>
                  <a:pt x="4022" y="642"/>
                </a:lnTo>
                <a:lnTo>
                  <a:pt x="4022" y="642"/>
                </a:lnTo>
                <a:lnTo>
                  <a:pt x="4236" y="535"/>
                </a:lnTo>
                <a:lnTo>
                  <a:pt x="4408" y="471"/>
                </a:lnTo>
                <a:lnTo>
                  <a:pt x="4493" y="471"/>
                </a:lnTo>
                <a:lnTo>
                  <a:pt x="4579" y="471"/>
                </a:lnTo>
                <a:lnTo>
                  <a:pt x="4664" y="492"/>
                </a:lnTo>
                <a:lnTo>
                  <a:pt x="4793" y="535"/>
                </a:lnTo>
                <a:lnTo>
                  <a:pt x="4793" y="535"/>
                </a:lnTo>
                <a:lnTo>
                  <a:pt x="5178" y="663"/>
                </a:lnTo>
                <a:lnTo>
                  <a:pt x="5370" y="749"/>
                </a:lnTo>
                <a:lnTo>
                  <a:pt x="5456" y="792"/>
                </a:lnTo>
                <a:lnTo>
                  <a:pt x="5499" y="856"/>
                </a:lnTo>
                <a:lnTo>
                  <a:pt x="5499" y="856"/>
                </a:lnTo>
                <a:lnTo>
                  <a:pt x="5542" y="920"/>
                </a:lnTo>
                <a:lnTo>
                  <a:pt x="5584" y="1006"/>
                </a:lnTo>
                <a:lnTo>
                  <a:pt x="5627" y="1198"/>
                </a:lnTo>
                <a:lnTo>
                  <a:pt x="5627" y="1412"/>
                </a:lnTo>
                <a:lnTo>
                  <a:pt x="5606" y="1498"/>
                </a:lnTo>
                <a:lnTo>
                  <a:pt x="5584" y="1583"/>
                </a:lnTo>
                <a:lnTo>
                  <a:pt x="5584" y="1583"/>
                </a:lnTo>
                <a:lnTo>
                  <a:pt x="5542" y="1626"/>
                </a:lnTo>
                <a:lnTo>
                  <a:pt x="5456" y="1669"/>
                </a:lnTo>
                <a:lnTo>
                  <a:pt x="5242" y="1755"/>
                </a:lnTo>
                <a:lnTo>
                  <a:pt x="5049" y="1797"/>
                </a:lnTo>
                <a:lnTo>
                  <a:pt x="4985" y="1797"/>
                </a:lnTo>
                <a:lnTo>
                  <a:pt x="4964" y="1776"/>
                </a:lnTo>
                <a:lnTo>
                  <a:pt x="4964" y="1776"/>
                </a:lnTo>
                <a:lnTo>
                  <a:pt x="3851" y="1755"/>
                </a:lnTo>
                <a:lnTo>
                  <a:pt x="3851" y="1755"/>
                </a:lnTo>
                <a:lnTo>
                  <a:pt x="3680" y="1755"/>
                </a:lnTo>
                <a:lnTo>
                  <a:pt x="3488" y="1755"/>
                </a:lnTo>
                <a:lnTo>
                  <a:pt x="3381" y="1733"/>
                </a:lnTo>
                <a:lnTo>
                  <a:pt x="3295" y="1712"/>
                </a:lnTo>
                <a:lnTo>
                  <a:pt x="3231" y="1669"/>
                </a:lnTo>
                <a:lnTo>
                  <a:pt x="3167" y="1605"/>
                </a:lnTo>
                <a:lnTo>
                  <a:pt x="3167" y="1605"/>
                </a:lnTo>
                <a:lnTo>
                  <a:pt x="3145" y="1519"/>
                </a:lnTo>
                <a:lnTo>
                  <a:pt x="3124" y="1327"/>
                </a:lnTo>
                <a:lnTo>
                  <a:pt x="3102" y="1156"/>
                </a:lnTo>
                <a:lnTo>
                  <a:pt x="3124" y="1049"/>
                </a:lnTo>
                <a:lnTo>
                  <a:pt x="3124" y="1049"/>
                </a:lnTo>
                <a:close/>
                <a:moveTo>
                  <a:pt x="8216" y="4108"/>
                </a:moveTo>
                <a:lnTo>
                  <a:pt x="8216" y="4108"/>
                </a:lnTo>
                <a:lnTo>
                  <a:pt x="8195" y="4429"/>
                </a:lnTo>
                <a:lnTo>
                  <a:pt x="8152" y="4750"/>
                </a:lnTo>
                <a:lnTo>
                  <a:pt x="8109" y="5092"/>
                </a:lnTo>
                <a:lnTo>
                  <a:pt x="8088" y="5413"/>
                </a:lnTo>
                <a:lnTo>
                  <a:pt x="8088" y="5413"/>
                </a:lnTo>
                <a:lnTo>
                  <a:pt x="8088" y="6077"/>
                </a:lnTo>
                <a:lnTo>
                  <a:pt x="8088" y="6419"/>
                </a:lnTo>
                <a:lnTo>
                  <a:pt x="8066" y="6740"/>
                </a:lnTo>
                <a:lnTo>
                  <a:pt x="8066" y="6740"/>
                </a:lnTo>
                <a:lnTo>
                  <a:pt x="8045" y="6868"/>
                </a:lnTo>
                <a:lnTo>
                  <a:pt x="8023" y="6997"/>
                </a:lnTo>
                <a:lnTo>
                  <a:pt x="7959" y="7104"/>
                </a:lnTo>
                <a:lnTo>
                  <a:pt x="7916" y="7146"/>
                </a:lnTo>
                <a:lnTo>
                  <a:pt x="7852" y="7189"/>
                </a:lnTo>
                <a:lnTo>
                  <a:pt x="7852" y="7189"/>
                </a:lnTo>
                <a:lnTo>
                  <a:pt x="7745" y="7253"/>
                </a:lnTo>
                <a:lnTo>
                  <a:pt x="7595" y="7296"/>
                </a:lnTo>
                <a:lnTo>
                  <a:pt x="7339" y="7360"/>
                </a:lnTo>
                <a:lnTo>
                  <a:pt x="7339" y="7360"/>
                </a:lnTo>
                <a:lnTo>
                  <a:pt x="6697" y="7382"/>
                </a:lnTo>
                <a:lnTo>
                  <a:pt x="6312" y="7382"/>
                </a:lnTo>
                <a:lnTo>
                  <a:pt x="6183" y="7360"/>
                </a:lnTo>
                <a:lnTo>
                  <a:pt x="6141" y="7360"/>
                </a:lnTo>
                <a:lnTo>
                  <a:pt x="6141" y="7360"/>
                </a:lnTo>
                <a:lnTo>
                  <a:pt x="4621" y="7403"/>
                </a:lnTo>
                <a:lnTo>
                  <a:pt x="3102" y="7424"/>
                </a:lnTo>
                <a:lnTo>
                  <a:pt x="3102" y="7424"/>
                </a:lnTo>
                <a:lnTo>
                  <a:pt x="2781" y="7424"/>
                </a:lnTo>
                <a:lnTo>
                  <a:pt x="2461" y="7403"/>
                </a:lnTo>
                <a:lnTo>
                  <a:pt x="1797" y="7382"/>
                </a:lnTo>
                <a:lnTo>
                  <a:pt x="1797" y="7382"/>
                </a:lnTo>
                <a:lnTo>
                  <a:pt x="1519" y="7360"/>
                </a:lnTo>
                <a:lnTo>
                  <a:pt x="1348" y="7339"/>
                </a:lnTo>
                <a:lnTo>
                  <a:pt x="1198" y="7318"/>
                </a:lnTo>
                <a:lnTo>
                  <a:pt x="1070" y="7275"/>
                </a:lnTo>
                <a:lnTo>
                  <a:pt x="941" y="7189"/>
                </a:lnTo>
                <a:lnTo>
                  <a:pt x="834" y="7104"/>
                </a:lnTo>
                <a:lnTo>
                  <a:pt x="749" y="6975"/>
                </a:lnTo>
                <a:lnTo>
                  <a:pt x="749" y="6975"/>
                </a:lnTo>
                <a:lnTo>
                  <a:pt x="685" y="6847"/>
                </a:lnTo>
                <a:lnTo>
                  <a:pt x="663" y="6718"/>
                </a:lnTo>
                <a:lnTo>
                  <a:pt x="642" y="6397"/>
                </a:lnTo>
                <a:lnTo>
                  <a:pt x="642" y="5820"/>
                </a:lnTo>
                <a:lnTo>
                  <a:pt x="642" y="5820"/>
                </a:lnTo>
                <a:lnTo>
                  <a:pt x="599" y="4536"/>
                </a:lnTo>
                <a:lnTo>
                  <a:pt x="599" y="4536"/>
                </a:lnTo>
                <a:lnTo>
                  <a:pt x="578" y="3830"/>
                </a:lnTo>
                <a:lnTo>
                  <a:pt x="578" y="3124"/>
                </a:lnTo>
                <a:lnTo>
                  <a:pt x="578" y="3124"/>
                </a:lnTo>
                <a:lnTo>
                  <a:pt x="599" y="2889"/>
                </a:lnTo>
                <a:lnTo>
                  <a:pt x="620" y="2653"/>
                </a:lnTo>
                <a:lnTo>
                  <a:pt x="663" y="2546"/>
                </a:lnTo>
                <a:lnTo>
                  <a:pt x="706" y="2439"/>
                </a:lnTo>
                <a:lnTo>
                  <a:pt x="770" y="2354"/>
                </a:lnTo>
                <a:lnTo>
                  <a:pt x="856" y="2268"/>
                </a:lnTo>
                <a:lnTo>
                  <a:pt x="856" y="2268"/>
                </a:lnTo>
                <a:lnTo>
                  <a:pt x="984" y="2183"/>
                </a:lnTo>
                <a:lnTo>
                  <a:pt x="1134" y="2118"/>
                </a:lnTo>
                <a:lnTo>
                  <a:pt x="1262" y="2097"/>
                </a:lnTo>
                <a:lnTo>
                  <a:pt x="1434" y="2076"/>
                </a:lnTo>
                <a:lnTo>
                  <a:pt x="1733" y="2054"/>
                </a:lnTo>
                <a:lnTo>
                  <a:pt x="2033" y="2054"/>
                </a:lnTo>
                <a:lnTo>
                  <a:pt x="2033" y="2054"/>
                </a:lnTo>
                <a:lnTo>
                  <a:pt x="2289" y="2033"/>
                </a:lnTo>
                <a:lnTo>
                  <a:pt x="2546" y="1990"/>
                </a:lnTo>
                <a:lnTo>
                  <a:pt x="2546" y="1990"/>
                </a:lnTo>
                <a:lnTo>
                  <a:pt x="2674" y="2011"/>
                </a:lnTo>
                <a:lnTo>
                  <a:pt x="2717" y="2033"/>
                </a:lnTo>
                <a:lnTo>
                  <a:pt x="2739" y="2054"/>
                </a:lnTo>
                <a:lnTo>
                  <a:pt x="2781" y="2140"/>
                </a:lnTo>
                <a:lnTo>
                  <a:pt x="2867" y="2247"/>
                </a:lnTo>
                <a:lnTo>
                  <a:pt x="2867" y="2247"/>
                </a:lnTo>
                <a:lnTo>
                  <a:pt x="2974" y="2311"/>
                </a:lnTo>
                <a:lnTo>
                  <a:pt x="3102" y="2354"/>
                </a:lnTo>
                <a:lnTo>
                  <a:pt x="3252" y="2375"/>
                </a:lnTo>
                <a:lnTo>
                  <a:pt x="3402" y="2375"/>
                </a:lnTo>
                <a:lnTo>
                  <a:pt x="3723" y="2354"/>
                </a:lnTo>
                <a:lnTo>
                  <a:pt x="4001" y="2332"/>
                </a:lnTo>
                <a:lnTo>
                  <a:pt x="4001" y="2332"/>
                </a:lnTo>
                <a:lnTo>
                  <a:pt x="4686" y="2354"/>
                </a:lnTo>
                <a:lnTo>
                  <a:pt x="5370" y="2354"/>
                </a:lnTo>
                <a:lnTo>
                  <a:pt x="5370" y="2354"/>
                </a:lnTo>
                <a:lnTo>
                  <a:pt x="5542" y="2354"/>
                </a:lnTo>
                <a:lnTo>
                  <a:pt x="5670" y="2332"/>
                </a:lnTo>
                <a:lnTo>
                  <a:pt x="5777" y="2290"/>
                </a:lnTo>
                <a:lnTo>
                  <a:pt x="5927" y="2225"/>
                </a:lnTo>
                <a:lnTo>
                  <a:pt x="5927" y="2225"/>
                </a:lnTo>
                <a:lnTo>
                  <a:pt x="6055" y="2161"/>
                </a:lnTo>
                <a:lnTo>
                  <a:pt x="6205" y="2140"/>
                </a:lnTo>
                <a:lnTo>
                  <a:pt x="6504" y="2118"/>
                </a:lnTo>
                <a:lnTo>
                  <a:pt x="6504" y="2118"/>
                </a:lnTo>
                <a:lnTo>
                  <a:pt x="7146" y="2076"/>
                </a:lnTo>
                <a:lnTo>
                  <a:pt x="7489" y="2076"/>
                </a:lnTo>
                <a:lnTo>
                  <a:pt x="7809" y="2097"/>
                </a:lnTo>
                <a:lnTo>
                  <a:pt x="7809" y="2097"/>
                </a:lnTo>
                <a:lnTo>
                  <a:pt x="7938" y="2140"/>
                </a:lnTo>
                <a:lnTo>
                  <a:pt x="8023" y="2183"/>
                </a:lnTo>
                <a:lnTo>
                  <a:pt x="8109" y="2268"/>
                </a:lnTo>
                <a:lnTo>
                  <a:pt x="8152" y="2375"/>
                </a:lnTo>
                <a:lnTo>
                  <a:pt x="8195" y="2482"/>
                </a:lnTo>
                <a:lnTo>
                  <a:pt x="8216" y="2610"/>
                </a:lnTo>
                <a:lnTo>
                  <a:pt x="8216" y="2846"/>
                </a:lnTo>
                <a:lnTo>
                  <a:pt x="8216" y="2846"/>
                </a:lnTo>
                <a:lnTo>
                  <a:pt x="8237" y="3488"/>
                </a:lnTo>
                <a:lnTo>
                  <a:pt x="8237" y="3787"/>
                </a:lnTo>
                <a:lnTo>
                  <a:pt x="8216" y="4108"/>
                </a:lnTo>
                <a:lnTo>
                  <a:pt x="8216" y="4108"/>
                </a:lnTo>
                <a:close/>
                <a:moveTo>
                  <a:pt x="3209" y="4557"/>
                </a:moveTo>
                <a:lnTo>
                  <a:pt x="3209" y="4557"/>
                </a:lnTo>
                <a:lnTo>
                  <a:pt x="3102" y="4515"/>
                </a:lnTo>
                <a:lnTo>
                  <a:pt x="2995" y="4472"/>
                </a:lnTo>
                <a:lnTo>
                  <a:pt x="2953" y="4450"/>
                </a:lnTo>
                <a:lnTo>
                  <a:pt x="2931" y="4429"/>
                </a:lnTo>
                <a:lnTo>
                  <a:pt x="2910" y="4386"/>
                </a:lnTo>
                <a:lnTo>
                  <a:pt x="2888" y="4322"/>
                </a:lnTo>
                <a:lnTo>
                  <a:pt x="2888" y="4322"/>
                </a:lnTo>
                <a:lnTo>
                  <a:pt x="2910" y="4194"/>
                </a:lnTo>
                <a:lnTo>
                  <a:pt x="2931" y="4044"/>
                </a:lnTo>
                <a:lnTo>
                  <a:pt x="2974" y="3787"/>
                </a:lnTo>
                <a:lnTo>
                  <a:pt x="2974" y="3637"/>
                </a:lnTo>
                <a:lnTo>
                  <a:pt x="2974" y="3509"/>
                </a:lnTo>
                <a:lnTo>
                  <a:pt x="2931" y="3381"/>
                </a:lnTo>
                <a:lnTo>
                  <a:pt x="2846" y="3274"/>
                </a:lnTo>
                <a:lnTo>
                  <a:pt x="2846" y="3274"/>
                </a:lnTo>
                <a:lnTo>
                  <a:pt x="2781" y="3231"/>
                </a:lnTo>
                <a:lnTo>
                  <a:pt x="2717" y="3188"/>
                </a:lnTo>
                <a:lnTo>
                  <a:pt x="2589" y="3145"/>
                </a:lnTo>
                <a:lnTo>
                  <a:pt x="2439" y="3167"/>
                </a:lnTo>
                <a:lnTo>
                  <a:pt x="2311" y="3210"/>
                </a:lnTo>
                <a:lnTo>
                  <a:pt x="2161" y="3274"/>
                </a:lnTo>
                <a:lnTo>
                  <a:pt x="2033" y="3359"/>
                </a:lnTo>
                <a:lnTo>
                  <a:pt x="1947" y="3466"/>
                </a:lnTo>
                <a:lnTo>
                  <a:pt x="1883" y="3595"/>
                </a:lnTo>
                <a:lnTo>
                  <a:pt x="1883" y="3595"/>
                </a:lnTo>
                <a:lnTo>
                  <a:pt x="1861" y="3702"/>
                </a:lnTo>
                <a:lnTo>
                  <a:pt x="1840" y="3830"/>
                </a:lnTo>
                <a:lnTo>
                  <a:pt x="1840" y="3958"/>
                </a:lnTo>
                <a:lnTo>
                  <a:pt x="1861" y="4065"/>
                </a:lnTo>
                <a:lnTo>
                  <a:pt x="1861" y="4065"/>
                </a:lnTo>
                <a:lnTo>
                  <a:pt x="1904" y="4172"/>
                </a:lnTo>
                <a:lnTo>
                  <a:pt x="1990" y="4279"/>
                </a:lnTo>
                <a:lnTo>
                  <a:pt x="2054" y="4408"/>
                </a:lnTo>
                <a:lnTo>
                  <a:pt x="2054" y="4450"/>
                </a:lnTo>
                <a:lnTo>
                  <a:pt x="2054" y="4515"/>
                </a:lnTo>
                <a:lnTo>
                  <a:pt x="2054" y="4515"/>
                </a:lnTo>
                <a:lnTo>
                  <a:pt x="2011" y="4557"/>
                </a:lnTo>
                <a:lnTo>
                  <a:pt x="1968" y="4600"/>
                </a:lnTo>
                <a:lnTo>
                  <a:pt x="1819" y="4664"/>
                </a:lnTo>
                <a:lnTo>
                  <a:pt x="1669" y="4729"/>
                </a:lnTo>
                <a:lnTo>
                  <a:pt x="1605" y="4771"/>
                </a:lnTo>
                <a:lnTo>
                  <a:pt x="1562" y="4814"/>
                </a:lnTo>
                <a:lnTo>
                  <a:pt x="1562" y="4814"/>
                </a:lnTo>
                <a:lnTo>
                  <a:pt x="1498" y="4943"/>
                </a:lnTo>
                <a:lnTo>
                  <a:pt x="1455" y="5071"/>
                </a:lnTo>
                <a:lnTo>
                  <a:pt x="1412" y="5371"/>
                </a:lnTo>
                <a:lnTo>
                  <a:pt x="1412" y="5371"/>
                </a:lnTo>
                <a:lnTo>
                  <a:pt x="1391" y="5520"/>
                </a:lnTo>
                <a:lnTo>
                  <a:pt x="1369" y="5691"/>
                </a:lnTo>
                <a:lnTo>
                  <a:pt x="1369" y="5863"/>
                </a:lnTo>
                <a:lnTo>
                  <a:pt x="1391" y="5927"/>
                </a:lnTo>
                <a:lnTo>
                  <a:pt x="1412" y="6012"/>
                </a:lnTo>
                <a:lnTo>
                  <a:pt x="1412" y="6012"/>
                </a:lnTo>
                <a:lnTo>
                  <a:pt x="1455" y="6055"/>
                </a:lnTo>
                <a:lnTo>
                  <a:pt x="1519" y="6098"/>
                </a:lnTo>
                <a:lnTo>
                  <a:pt x="1647" y="6162"/>
                </a:lnTo>
                <a:lnTo>
                  <a:pt x="1776" y="6184"/>
                </a:lnTo>
                <a:lnTo>
                  <a:pt x="1904" y="6184"/>
                </a:lnTo>
                <a:lnTo>
                  <a:pt x="1904" y="6184"/>
                </a:lnTo>
                <a:lnTo>
                  <a:pt x="2311" y="6162"/>
                </a:lnTo>
                <a:lnTo>
                  <a:pt x="2717" y="6119"/>
                </a:lnTo>
                <a:lnTo>
                  <a:pt x="2717" y="6119"/>
                </a:lnTo>
                <a:lnTo>
                  <a:pt x="3081" y="6098"/>
                </a:lnTo>
                <a:lnTo>
                  <a:pt x="3252" y="6055"/>
                </a:lnTo>
                <a:lnTo>
                  <a:pt x="3338" y="6034"/>
                </a:lnTo>
                <a:lnTo>
                  <a:pt x="3423" y="5991"/>
                </a:lnTo>
                <a:lnTo>
                  <a:pt x="3423" y="5991"/>
                </a:lnTo>
                <a:lnTo>
                  <a:pt x="3509" y="5905"/>
                </a:lnTo>
                <a:lnTo>
                  <a:pt x="3573" y="5777"/>
                </a:lnTo>
                <a:lnTo>
                  <a:pt x="3616" y="5649"/>
                </a:lnTo>
                <a:lnTo>
                  <a:pt x="3637" y="5499"/>
                </a:lnTo>
                <a:lnTo>
                  <a:pt x="3659" y="5349"/>
                </a:lnTo>
                <a:lnTo>
                  <a:pt x="3637" y="5199"/>
                </a:lnTo>
                <a:lnTo>
                  <a:pt x="3616" y="5071"/>
                </a:lnTo>
                <a:lnTo>
                  <a:pt x="3573" y="4943"/>
                </a:lnTo>
                <a:lnTo>
                  <a:pt x="3573" y="4943"/>
                </a:lnTo>
                <a:lnTo>
                  <a:pt x="3509" y="4836"/>
                </a:lnTo>
                <a:lnTo>
                  <a:pt x="3423" y="4729"/>
                </a:lnTo>
                <a:lnTo>
                  <a:pt x="3338" y="4643"/>
                </a:lnTo>
                <a:lnTo>
                  <a:pt x="3209" y="4557"/>
                </a:lnTo>
                <a:lnTo>
                  <a:pt x="3209" y="4557"/>
                </a:lnTo>
                <a:close/>
                <a:moveTo>
                  <a:pt x="3167" y="5349"/>
                </a:moveTo>
                <a:lnTo>
                  <a:pt x="3167" y="5349"/>
                </a:lnTo>
                <a:lnTo>
                  <a:pt x="3167" y="5477"/>
                </a:lnTo>
                <a:lnTo>
                  <a:pt x="3167" y="5542"/>
                </a:lnTo>
                <a:lnTo>
                  <a:pt x="3102" y="5606"/>
                </a:lnTo>
                <a:lnTo>
                  <a:pt x="2995" y="5649"/>
                </a:lnTo>
                <a:lnTo>
                  <a:pt x="2995" y="5649"/>
                </a:lnTo>
                <a:lnTo>
                  <a:pt x="2846" y="5691"/>
                </a:lnTo>
                <a:lnTo>
                  <a:pt x="2781" y="5691"/>
                </a:lnTo>
                <a:lnTo>
                  <a:pt x="2739" y="5691"/>
                </a:lnTo>
                <a:lnTo>
                  <a:pt x="2696" y="5649"/>
                </a:lnTo>
                <a:lnTo>
                  <a:pt x="2674" y="5627"/>
                </a:lnTo>
                <a:lnTo>
                  <a:pt x="2632" y="5477"/>
                </a:lnTo>
                <a:lnTo>
                  <a:pt x="2632" y="5477"/>
                </a:lnTo>
                <a:lnTo>
                  <a:pt x="2589" y="5221"/>
                </a:lnTo>
                <a:lnTo>
                  <a:pt x="2568" y="5092"/>
                </a:lnTo>
                <a:lnTo>
                  <a:pt x="2525" y="4985"/>
                </a:lnTo>
                <a:lnTo>
                  <a:pt x="2525" y="4985"/>
                </a:lnTo>
                <a:lnTo>
                  <a:pt x="2525" y="4921"/>
                </a:lnTo>
                <a:lnTo>
                  <a:pt x="2525" y="4857"/>
                </a:lnTo>
                <a:lnTo>
                  <a:pt x="2503" y="4814"/>
                </a:lnTo>
                <a:lnTo>
                  <a:pt x="2439" y="4793"/>
                </a:lnTo>
                <a:lnTo>
                  <a:pt x="2439" y="4793"/>
                </a:lnTo>
                <a:lnTo>
                  <a:pt x="2375" y="4793"/>
                </a:lnTo>
                <a:lnTo>
                  <a:pt x="2311" y="4814"/>
                </a:lnTo>
                <a:lnTo>
                  <a:pt x="2289" y="4878"/>
                </a:lnTo>
                <a:lnTo>
                  <a:pt x="2268" y="4943"/>
                </a:lnTo>
                <a:lnTo>
                  <a:pt x="2268" y="4943"/>
                </a:lnTo>
                <a:lnTo>
                  <a:pt x="2289" y="4985"/>
                </a:lnTo>
                <a:lnTo>
                  <a:pt x="2311" y="5028"/>
                </a:lnTo>
                <a:lnTo>
                  <a:pt x="2332" y="5114"/>
                </a:lnTo>
                <a:lnTo>
                  <a:pt x="2332" y="5114"/>
                </a:lnTo>
                <a:lnTo>
                  <a:pt x="2332" y="5242"/>
                </a:lnTo>
                <a:lnTo>
                  <a:pt x="2311" y="5371"/>
                </a:lnTo>
                <a:lnTo>
                  <a:pt x="2311" y="5371"/>
                </a:lnTo>
                <a:lnTo>
                  <a:pt x="2311" y="5520"/>
                </a:lnTo>
                <a:lnTo>
                  <a:pt x="2289" y="5649"/>
                </a:lnTo>
                <a:lnTo>
                  <a:pt x="2268" y="5691"/>
                </a:lnTo>
                <a:lnTo>
                  <a:pt x="2225" y="5734"/>
                </a:lnTo>
                <a:lnTo>
                  <a:pt x="2161" y="5756"/>
                </a:lnTo>
                <a:lnTo>
                  <a:pt x="2097" y="5777"/>
                </a:lnTo>
                <a:lnTo>
                  <a:pt x="2097" y="5777"/>
                </a:lnTo>
                <a:lnTo>
                  <a:pt x="1968" y="5777"/>
                </a:lnTo>
                <a:lnTo>
                  <a:pt x="1926" y="5756"/>
                </a:lnTo>
                <a:lnTo>
                  <a:pt x="1904" y="5713"/>
                </a:lnTo>
                <a:lnTo>
                  <a:pt x="1861" y="5627"/>
                </a:lnTo>
                <a:lnTo>
                  <a:pt x="1861" y="5627"/>
                </a:lnTo>
                <a:lnTo>
                  <a:pt x="1840" y="5499"/>
                </a:lnTo>
                <a:lnTo>
                  <a:pt x="1819" y="5328"/>
                </a:lnTo>
                <a:lnTo>
                  <a:pt x="1819" y="5157"/>
                </a:lnTo>
                <a:lnTo>
                  <a:pt x="1840" y="5050"/>
                </a:lnTo>
                <a:lnTo>
                  <a:pt x="1840" y="5050"/>
                </a:lnTo>
                <a:lnTo>
                  <a:pt x="1861" y="4985"/>
                </a:lnTo>
                <a:lnTo>
                  <a:pt x="1904" y="4964"/>
                </a:lnTo>
                <a:lnTo>
                  <a:pt x="2011" y="4900"/>
                </a:lnTo>
                <a:lnTo>
                  <a:pt x="2118" y="4836"/>
                </a:lnTo>
                <a:lnTo>
                  <a:pt x="2204" y="4771"/>
                </a:lnTo>
                <a:lnTo>
                  <a:pt x="2204" y="4771"/>
                </a:lnTo>
                <a:lnTo>
                  <a:pt x="2247" y="4707"/>
                </a:lnTo>
                <a:lnTo>
                  <a:pt x="2268" y="4643"/>
                </a:lnTo>
                <a:lnTo>
                  <a:pt x="2289" y="4515"/>
                </a:lnTo>
                <a:lnTo>
                  <a:pt x="2268" y="4386"/>
                </a:lnTo>
                <a:lnTo>
                  <a:pt x="2225" y="4237"/>
                </a:lnTo>
                <a:lnTo>
                  <a:pt x="2225" y="4237"/>
                </a:lnTo>
                <a:lnTo>
                  <a:pt x="2204" y="4108"/>
                </a:lnTo>
                <a:lnTo>
                  <a:pt x="2182" y="3980"/>
                </a:lnTo>
                <a:lnTo>
                  <a:pt x="2182" y="3830"/>
                </a:lnTo>
                <a:lnTo>
                  <a:pt x="2204" y="3766"/>
                </a:lnTo>
                <a:lnTo>
                  <a:pt x="2225" y="3702"/>
                </a:lnTo>
                <a:lnTo>
                  <a:pt x="2225" y="3702"/>
                </a:lnTo>
                <a:lnTo>
                  <a:pt x="2311" y="3616"/>
                </a:lnTo>
                <a:lnTo>
                  <a:pt x="2418" y="3573"/>
                </a:lnTo>
                <a:lnTo>
                  <a:pt x="2461" y="3573"/>
                </a:lnTo>
                <a:lnTo>
                  <a:pt x="2503" y="3595"/>
                </a:lnTo>
                <a:lnTo>
                  <a:pt x="2546" y="3616"/>
                </a:lnTo>
                <a:lnTo>
                  <a:pt x="2568" y="3680"/>
                </a:lnTo>
                <a:lnTo>
                  <a:pt x="2568" y="3680"/>
                </a:lnTo>
                <a:lnTo>
                  <a:pt x="2589" y="3744"/>
                </a:lnTo>
                <a:lnTo>
                  <a:pt x="2589" y="3809"/>
                </a:lnTo>
                <a:lnTo>
                  <a:pt x="2568" y="3958"/>
                </a:lnTo>
                <a:lnTo>
                  <a:pt x="2503" y="4237"/>
                </a:lnTo>
                <a:lnTo>
                  <a:pt x="2503" y="4237"/>
                </a:lnTo>
                <a:lnTo>
                  <a:pt x="2461" y="4386"/>
                </a:lnTo>
                <a:lnTo>
                  <a:pt x="2461" y="4493"/>
                </a:lnTo>
                <a:lnTo>
                  <a:pt x="2503" y="4557"/>
                </a:lnTo>
                <a:lnTo>
                  <a:pt x="2610" y="4664"/>
                </a:lnTo>
                <a:lnTo>
                  <a:pt x="2610" y="4664"/>
                </a:lnTo>
                <a:lnTo>
                  <a:pt x="2739" y="4729"/>
                </a:lnTo>
                <a:lnTo>
                  <a:pt x="2867" y="4793"/>
                </a:lnTo>
                <a:lnTo>
                  <a:pt x="2995" y="4878"/>
                </a:lnTo>
                <a:lnTo>
                  <a:pt x="3102" y="4964"/>
                </a:lnTo>
                <a:lnTo>
                  <a:pt x="3102" y="4964"/>
                </a:lnTo>
                <a:lnTo>
                  <a:pt x="3124" y="5028"/>
                </a:lnTo>
                <a:lnTo>
                  <a:pt x="3167" y="5157"/>
                </a:lnTo>
                <a:lnTo>
                  <a:pt x="3188" y="5285"/>
                </a:lnTo>
                <a:lnTo>
                  <a:pt x="3188" y="5328"/>
                </a:lnTo>
                <a:lnTo>
                  <a:pt x="3167" y="5349"/>
                </a:lnTo>
                <a:lnTo>
                  <a:pt x="3167" y="5349"/>
                </a:lnTo>
                <a:close/>
                <a:moveTo>
                  <a:pt x="4279" y="3787"/>
                </a:moveTo>
                <a:lnTo>
                  <a:pt x="4279" y="3787"/>
                </a:lnTo>
                <a:lnTo>
                  <a:pt x="4322" y="3744"/>
                </a:lnTo>
                <a:lnTo>
                  <a:pt x="4365" y="3702"/>
                </a:lnTo>
                <a:lnTo>
                  <a:pt x="4429" y="3595"/>
                </a:lnTo>
                <a:lnTo>
                  <a:pt x="4450" y="3552"/>
                </a:lnTo>
                <a:lnTo>
                  <a:pt x="4493" y="3530"/>
                </a:lnTo>
                <a:lnTo>
                  <a:pt x="4557" y="3530"/>
                </a:lnTo>
                <a:lnTo>
                  <a:pt x="4621" y="3573"/>
                </a:lnTo>
                <a:lnTo>
                  <a:pt x="4621" y="3573"/>
                </a:lnTo>
                <a:lnTo>
                  <a:pt x="4686" y="3616"/>
                </a:lnTo>
                <a:lnTo>
                  <a:pt x="4728" y="3680"/>
                </a:lnTo>
                <a:lnTo>
                  <a:pt x="4814" y="3809"/>
                </a:lnTo>
                <a:lnTo>
                  <a:pt x="4857" y="3873"/>
                </a:lnTo>
                <a:lnTo>
                  <a:pt x="4921" y="3894"/>
                </a:lnTo>
                <a:lnTo>
                  <a:pt x="5007" y="3916"/>
                </a:lnTo>
                <a:lnTo>
                  <a:pt x="5114" y="3894"/>
                </a:lnTo>
                <a:lnTo>
                  <a:pt x="5114" y="3894"/>
                </a:lnTo>
                <a:lnTo>
                  <a:pt x="5199" y="3851"/>
                </a:lnTo>
                <a:lnTo>
                  <a:pt x="5242" y="3809"/>
                </a:lnTo>
                <a:lnTo>
                  <a:pt x="5349" y="3702"/>
                </a:lnTo>
                <a:lnTo>
                  <a:pt x="5456" y="3637"/>
                </a:lnTo>
                <a:lnTo>
                  <a:pt x="5499" y="3616"/>
                </a:lnTo>
                <a:lnTo>
                  <a:pt x="5563" y="3637"/>
                </a:lnTo>
                <a:lnTo>
                  <a:pt x="5563" y="3637"/>
                </a:lnTo>
                <a:lnTo>
                  <a:pt x="5606" y="3680"/>
                </a:lnTo>
                <a:lnTo>
                  <a:pt x="5670" y="3766"/>
                </a:lnTo>
                <a:lnTo>
                  <a:pt x="5713" y="3851"/>
                </a:lnTo>
                <a:lnTo>
                  <a:pt x="5777" y="3916"/>
                </a:lnTo>
                <a:lnTo>
                  <a:pt x="5777" y="3916"/>
                </a:lnTo>
                <a:lnTo>
                  <a:pt x="5841" y="3958"/>
                </a:lnTo>
                <a:lnTo>
                  <a:pt x="5905" y="4001"/>
                </a:lnTo>
                <a:lnTo>
                  <a:pt x="5969" y="4023"/>
                </a:lnTo>
                <a:lnTo>
                  <a:pt x="6055" y="4023"/>
                </a:lnTo>
                <a:lnTo>
                  <a:pt x="6055" y="4023"/>
                </a:lnTo>
                <a:lnTo>
                  <a:pt x="6119" y="3980"/>
                </a:lnTo>
                <a:lnTo>
                  <a:pt x="6162" y="3937"/>
                </a:lnTo>
                <a:lnTo>
                  <a:pt x="6248" y="3809"/>
                </a:lnTo>
                <a:lnTo>
                  <a:pt x="6333" y="3702"/>
                </a:lnTo>
                <a:lnTo>
                  <a:pt x="6376" y="3637"/>
                </a:lnTo>
                <a:lnTo>
                  <a:pt x="6419" y="3616"/>
                </a:lnTo>
                <a:lnTo>
                  <a:pt x="6419" y="3616"/>
                </a:lnTo>
                <a:lnTo>
                  <a:pt x="6483" y="3595"/>
                </a:lnTo>
                <a:lnTo>
                  <a:pt x="6547" y="3616"/>
                </a:lnTo>
                <a:lnTo>
                  <a:pt x="6697" y="3723"/>
                </a:lnTo>
                <a:lnTo>
                  <a:pt x="6847" y="3830"/>
                </a:lnTo>
                <a:lnTo>
                  <a:pt x="6911" y="3873"/>
                </a:lnTo>
                <a:lnTo>
                  <a:pt x="6996" y="3873"/>
                </a:lnTo>
                <a:lnTo>
                  <a:pt x="6996" y="3873"/>
                </a:lnTo>
                <a:lnTo>
                  <a:pt x="7103" y="3873"/>
                </a:lnTo>
                <a:lnTo>
                  <a:pt x="7168" y="3851"/>
                </a:lnTo>
                <a:lnTo>
                  <a:pt x="7210" y="3809"/>
                </a:lnTo>
                <a:lnTo>
                  <a:pt x="7253" y="3766"/>
                </a:lnTo>
                <a:lnTo>
                  <a:pt x="7339" y="3637"/>
                </a:lnTo>
                <a:lnTo>
                  <a:pt x="7424" y="3509"/>
                </a:lnTo>
                <a:lnTo>
                  <a:pt x="7424" y="3509"/>
                </a:lnTo>
                <a:lnTo>
                  <a:pt x="7510" y="3423"/>
                </a:lnTo>
                <a:lnTo>
                  <a:pt x="7574" y="3317"/>
                </a:lnTo>
                <a:lnTo>
                  <a:pt x="7595" y="3274"/>
                </a:lnTo>
                <a:lnTo>
                  <a:pt x="7595" y="3210"/>
                </a:lnTo>
                <a:lnTo>
                  <a:pt x="7574" y="3167"/>
                </a:lnTo>
                <a:lnTo>
                  <a:pt x="7489" y="3103"/>
                </a:lnTo>
                <a:lnTo>
                  <a:pt x="7489" y="3103"/>
                </a:lnTo>
                <a:lnTo>
                  <a:pt x="7403" y="3081"/>
                </a:lnTo>
                <a:lnTo>
                  <a:pt x="7339" y="3103"/>
                </a:lnTo>
                <a:lnTo>
                  <a:pt x="7275" y="3124"/>
                </a:lnTo>
                <a:lnTo>
                  <a:pt x="7232" y="3167"/>
                </a:lnTo>
                <a:lnTo>
                  <a:pt x="7125" y="3295"/>
                </a:lnTo>
                <a:lnTo>
                  <a:pt x="7082" y="3338"/>
                </a:lnTo>
                <a:lnTo>
                  <a:pt x="7018" y="3359"/>
                </a:lnTo>
                <a:lnTo>
                  <a:pt x="7018" y="3359"/>
                </a:lnTo>
                <a:lnTo>
                  <a:pt x="6975" y="3359"/>
                </a:lnTo>
                <a:lnTo>
                  <a:pt x="6911" y="3338"/>
                </a:lnTo>
                <a:lnTo>
                  <a:pt x="6825" y="3252"/>
                </a:lnTo>
                <a:lnTo>
                  <a:pt x="6740" y="3167"/>
                </a:lnTo>
                <a:lnTo>
                  <a:pt x="6697" y="3145"/>
                </a:lnTo>
                <a:lnTo>
                  <a:pt x="6633" y="3124"/>
                </a:lnTo>
                <a:lnTo>
                  <a:pt x="6633" y="3124"/>
                </a:lnTo>
                <a:lnTo>
                  <a:pt x="6547" y="3103"/>
                </a:lnTo>
                <a:lnTo>
                  <a:pt x="6462" y="3124"/>
                </a:lnTo>
                <a:lnTo>
                  <a:pt x="6376" y="3167"/>
                </a:lnTo>
                <a:lnTo>
                  <a:pt x="6312" y="3210"/>
                </a:lnTo>
                <a:lnTo>
                  <a:pt x="6183" y="3317"/>
                </a:lnTo>
                <a:lnTo>
                  <a:pt x="6119" y="3359"/>
                </a:lnTo>
                <a:lnTo>
                  <a:pt x="6055" y="3381"/>
                </a:lnTo>
                <a:lnTo>
                  <a:pt x="6055" y="3381"/>
                </a:lnTo>
                <a:lnTo>
                  <a:pt x="5991" y="3359"/>
                </a:lnTo>
                <a:lnTo>
                  <a:pt x="5948" y="3338"/>
                </a:lnTo>
                <a:lnTo>
                  <a:pt x="5841" y="3252"/>
                </a:lnTo>
                <a:lnTo>
                  <a:pt x="5755" y="3145"/>
                </a:lnTo>
                <a:lnTo>
                  <a:pt x="5691" y="3124"/>
                </a:lnTo>
                <a:lnTo>
                  <a:pt x="5627" y="3103"/>
                </a:lnTo>
                <a:lnTo>
                  <a:pt x="5627" y="3103"/>
                </a:lnTo>
                <a:lnTo>
                  <a:pt x="5542" y="3103"/>
                </a:lnTo>
                <a:lnTo>
                  <a:pt x="5456" y="3124"/>
                </a:lnTo>
                <a:lnTo>
                  <a:pt x="5392" y="3167"/>
                </a:lnTo>
                <a:lnTo>
                  <a:pt x="5328" y="3231"/>
                </a:lnTo>
                <a:lnTo>
                  <a:pt x="5199" y="3359"/>
                </a:lnTo>
                <a:lnTo>
                  <a:pt x="5135" y="3423"/>
                </a:lnTo>
                <a:lnTo>
                  <a:pt x="5071" y="3466"/>
                </a:lnTo>
                <a:lnTo>
                  <a:pt x="5071" y="3466"/>
                </a:lnTo>
                <a:lnTo>
                  <a:pt x="5007" y="3466"/>
                </a:lnTo>
                <a:lnTo>
                  <a:pt x="4964" y="3466"/>
                </a:lnTo>
                <a:lnTo>
                  <a:pt x="4921" y="3423"/>
                </a:lnTo>
                <a:lnTo>
                  <a:pt x="4878" y="3381"/>
                </a:lnTo>
                <a:lnTo>
                  <a:pt x="4793" y="3295"/>
                </a:lnTo>
                <a:lnTo>
                  <a:pt x="4728" y="3252"/>
                </a:lnTo>
                <a:lnTo>
                  <a:pt x="4664" y="3210"/>
                </a:lnTo>
                <a:lnTo>
                  <a:pt x="4664" y="3210"/>
                </a:lnTo>
                <a:lnTo>
                  <a:pt x="4600" y="3188"/>
                </a:lnTo>
                <a:lnTo>
                  <a:pt x="4515" y="3188"/>
                </a:lnTo>
                <a:lnTo>
                  <a:pt x="4429" y="3210"/>
                </a:lnTo>
                <a:lnTo>
                  <a:pt x="4365" y="3231"/>
                </a:lnTo>
                <a:lnTo>
                  <a:pt x="4236" y="3338"/>
                </a:lnTo>
                <a:lnTo>
                  <a:pt x="4151" y="3466"/>
                </a:lnTo>
                <a:lnTo>
                  <a:pt x="4151" y="3466"/>
                </a:lnTo>
                <a:lnTo>
                  <a:pt x="4087" y="3595"/>
                </a:lnTo>
                <a:lnTo>
                  <a:pt x="4087" y="3659"/>
                </a:lnTo>
                <a:lnTo>
                  <a:pt x="4087" y="3723"/>
                </a:lnTo>
                <a:lnTo>
                  <a:pt x="4087" y="3787"/>
                </a:lnTo>
                <a:lnTo>
                  <a:pt x="4129" y="3830"/>
                </a:lnTo>
                <a:lnTo>
                  <a:pt x="4194" y="3830"/>
                </a:lnTo>
                <a:lnTo>
                  <a:pt x="4279" y="3787"/>
                </a:lnTo>
                <a:lnTo>
                  <a:pt x="4279" y="3787"/>
                </a:lnTo>
                <a:close/>
                <a:moveTo>
                  <a:pt x="4921" y="4643"/>
                </a:moveTo>
                <a:lnTo>
                  <a:pt x="4921" y="4643"/>
                </a:lnTo>
                <a:lnTo>
                  <a:pt x="6996" y="4557"/>
                </a:lnTo>
                <a:lnTo>
                  <a:pt x="6996" y="4557"/>
                </a:lnTo>
                <a:lnTo>
                  <a:pt x="7168" y="4557"/>
                </a:lnTo>
                <a:lnTo>
                  <a:pt x="7424" y="4536"/>
                </a:lnTo>
                <a:lnTo>
                  <a:pt x="7553" y="4493"/>
                </a:lnTo>
                <a:lnTo>
                  <a:pt x="7638" y="4450"/>
                </a:lnTo>
                <a:lnTo>
                  <a:pt x="7660" y="4429"/>
                </a:lnTo>
                <a:lnTo>
                  <a:pt x="7681" y="4386"/>
                </a:lnTo>
                <a:lnTo>
                  <a:pt x="7681" y="4344"/>
                </a:lnTo>
                <a:lnTo>
                  <a:pt x="7660" y="4279"/>
                </a:lnTo>
                <a:lnTo>
                  <a:pt x="7660" y="4279"/>
                </a:lnTo>
                <a:lnTo>
                  <a:pt x="7638" y="4237"/>
                </a:lnTo>
                <a:lnTo>
                  <a:pt x="7595" y="4215"/>
                </a:lnTo>
                <a:lnTo>
                  <a:pt x="7510" y="4172"/>
                </a:lnTo>
                <a:lnTo>
                  <a:pt x="7403" y="4151"/>
                </a:lnTo>
                <a:lnTo>
                  <a:pt x="7253" y="4151"/>
                </a:lnTo>
                <a:lnTo>
                  <a:pt x="6996" y="4194"/>
                </a:lnTo>
                <a:lnTo>
                  <a:pt x="6804" y="4215"/>
                </a:lnTo>
                <a:lnTo>
                  <a:pt x="6804" y="4215"/>
                </a:lnTo>
                <a:lnTo>
                  <a:pt x="5734" y="4258"/>
                </a:lnTo>
                <a:lnTo>
                  <a:pt x="4664" y="4301"/>
                </a:lnTo>
                <a:lnTo>
                  <a:pt x="4664" y="4301"/>
                </a:lnTo>
                <a:lnTo>
                  <a:pt x="4515" y="4301"/>
                </a:lnTo>
                <a:lnTo>
                  <a:pt x="4279" y="4322"/>
                </a:lnTo>
                <a:lnTo>
                  <a:pt x="4172" y="4344"/>
                </a:lnTo>
                <a:lnTo>
                  <a:pt x="4087" y="4386"/>
                </a:lnTo>
                <a:lnTo>
                  <a:pt x="4065" y="4408"/>
                </a:lnTo>
                <a:lnTo>
                  <a:pt x="4044" y="4450"/>
                </a:lnTo>
                <a:lnTo>
                  <a:pt x="4044" y="4493"/>
                </a:lnTo>
                <a:lnTo>
                  <a:pt x="4065" y="4536"/>
                </a:lnTo>
                <a:lnTo>
                  <a:pt x="4065" y="4536"/>
                </a:lnTo>
                <a:lnTo>
                  <a:pt x="4108" y="4600"/>
                </a:lnTo>
                <a:lnTo>
                  <a:pt x="4215" y="4643"/>
                </a:lnTo>
                <a:lnTo>
                  <a:pt x="4322" y="4664"/>
                </a:lnTo>
                <a:lnTo>
                  <a:pt x="4450" y="4664"/>
                </a:lnTo>
                <a:lnTo>
                  <a:pt x="4728" y="4643"/>
                </a:lnTo>
                <a:lnTo>
                  <a:pt x="4921" y="4643"/>
                </a:lnTo>
                <a:lnTo>
                  <a:pt x="4921" y="4643"/>
                </a:lnTo>
                <a:close/>
                <a:moveTo>
                  <a:pt x="6419" y="5477"/>
                </a:moveTo>
                <a:lnTo>
                  <a:pt x="6419" y="5477"/>
                </a:lnTo>
                <a:lnTo>
                  <a:pt x="6141" y="5456"/>
                </a:lnTo>
                <a:lnTo>
                  <a:pt x="5884" y="5477"/>
                </a:lnTo>
                <a:lnTo>
                  <a:pt x="5349" y="5499"/>
                </a:lnTo>
                <a:lnTo>
                  <a:pt x="5349" y="5499"/>
                </a:lnTo>
                <a:lnTo>
                  <a:pt x="4878" y="5520"/>
                </a:lnTo>
                <a:lnTo>
                  <a:pt x="4643" y="5542"/>
                </a:lnTo>
                <a:lnTo>
                  <a:pt x="4408" y="5606"/>
                </a:lnTo>
                <a:lnTo>
                  <a:pt x="4408" y="5606"/>
                </a:lnTo>
                <a:lnTo>
                  <a:pt x="4279" y="5649"/>
                </a:lnTo>
                <a:lnTo>
                  <a:pt x="4194" y="5713"/>
                </a:lnTo>
                <a:lnTo>
                  <a:pt x="4172" y="5756"/>
                </a:lnTo>
                <a:lnTo>
                  <a:pt x="4172" y="5798"/>
                </a:lnTo>
                <a:lnTo>
                  <a:pt x="4194" y="5841"/>
                </a:lnTo>
                <a:lnTo>
                  <a:pt x="4258" y="5884"/>
                </a:lnTo>
                <a:lnTo>
                  <a:pt x="4258" y="5884"/>
                </a:lnTo>
                <a:lnTo>
                  <a:pt x="4343" y="5905"/>
                </a:lnTo>
                <a:lnTo>
                  <a:pt x="4472" y="5884"/>
                </a:lnTo>
                <a:lnTo>
                  <a:pt x="4707" y="5841"/>
                </a:lnTo>
                <a:lnTo>
                  <a:pt x="4707" y="5841"/>
                </a:lnTo>
                <a:lnTo>
                  <a:pt x="4985" y="5841"/>
                </a:lnTo>
                <a:lnTo>
                  <a:pt x="5263" y="5820"/>
                </a:lnTo>
                <a:lnTo>
                  <a:pt x="5263" y="5820"/>
                </a:lnTo>
                <a:lnTo>
                  <a:pt x="6162" y="5798"/>
                </a:lnTo>
                <a:lnTo>
                  <a:pt x="7061" y="5777"/>
                </a:lnTo>
                <a:lnTo>
                  <a:pt x="7061" y="5777"/>
                </a:lnTo>
                <a:lnTo>
                  <a:pt x="7210" y="5777"/>
                </a:lnTo>
                <a:lnTo>
                  <a:pt x="7382" y="5734"/>
                </a:lnTo>
                <a:lnTo>
                  <a:pt x="7446" y="5691"/>
                </a:lnTo>
                <a:lnTo>
                  <a:pt x="7489" y="5649"/>
                </a:lnTo>
                <a:lnTo>
                  <a:pt x="7489" y="5584"/>
                </a:lnTo>
                <a:lnTo>
                  <a:pt x="7403" y="5499"/>
                </a:lnTo>
                <a:lnTo>
                  <a:pt x="7403" y="5499"/>
                </a:lnTo>
                <a:lnTo>
                  <a:pt x="7339" y="5456"/>
                </a:lnTo>
                <a:lnTo>
                  <a:pt x="7210" y="5413"/>
                </a:lnTo>
                <a:lnTo>
                  <a:pt x="7082" y="5413"/>
                </a:lnTo>
                <a:lnTo>
                  <a:pt x="6932" y="5413"/>
                </a:lnTo>
                <a:lnTo>
                  <a:pt x="6419" y="5477"/>
                </a:lnTo>
                <a:lnTo>
                  <a:pt x="6419" y="5477"/>
                </a:lnTo>
                <a:close/>
                <a:moveTo>
                  <a:pt x="6911" y="4857"/>
                </a:moveTo>
                <a:lnTo>
                  <a:pt x="6911" y="4857"/>
                </a:lnTo>
                <a:lnTo>
                  <a:pt x="5884" y="4921"/>
                </a:lnTo>
                <a:lnTo>
                  <a:pt x="5370" y="4964"/>
                </a:lnTo>
                <a:lnTo>
                  <a:pt x="4835" y="4985"/>
                </a:lnTo>
                <a:lnTo>
                  <a:pt x="4835" y="4985"/>
                </a:lnTo>
                <a:lnTo>
                  <a:pt x="4707" y="4985"/>
                </a:lnTo>
                <a:lnTo>
                  <a:pt x="4515" y="4985"/>
                </a:lnTo>
                <a:lnTo>
                  <a:pt x="4408" y="5007"/>
                </a:lnTo>
                <a:lnTo>
                  <a:pt x="4322" y="5028"/>
                </a:lnTo>
                <a:lnTo>
                  <a:pt x="4258" y="5071"/>
                </a:lnTo>
                <a:lnTo>
                  <a:pt x="4258" y="5092"/>
                </a:lnTo>
                <a:lnTo>
                  <a:pt x="4258" y="5135"/>
                </a:lnTo>
                <a:lnTo>
                  <a:pt x="4258" y="5135"/>
                </a:lnTo>
                <a:lnTo>
                  <a:pt x="4258" y="5157"/>
                </a:lnTo>
                <a:lnTo>
                  <a:pt x="4301" y="5178"/>
                </a:lnTo>
                <a:lnTo>
                  <a:pt x="4386" y="5199"/>
                </a:lnTo>
                <a:lnTo>
                  <a:pt x="4664" y="5221"/>
                </a:lnTo>
                <a:lnTo>
                  <a:pt x="5156" y="5199"/>
                </a:lnTo>
                <a:lnTo>
                  <a:pt x="5156" y="5199"/>
                </a:lnTo>
                <a:lnTo>
                  <a:pt x="5413" y="5199"/>
                </a:lnTo>
                <a:lnTo>
                  <a:pt x="6012" y="5178"/>
                </a:lnTo>
                <a:lnTo>
                  <a:pt x="7018" y="5135"/>
                </a:lnTo>
                <a:lnTo>
                  <a:pt x="7018" y="5135"/>
                </a:lnTo>
                <a:lnTo>
                  <a:pt x="7189" y="5135"/>
                </a:lnTo>
                <a:lnTo>
                  <a:pt x="7467" y="5135"/>
                </a:lnTo>
                <a:lnTo>
                  <a:pt x="7595" y="5114"/>
                </a:lnTo>
                <a:lnTo>
                  <a:pt x="7681" y="5071"/>
                </a:lnTo>
                <a:lnTo>
                  <a:pt x="7724" y="5050"/>
                </a:lnTo>
                <a:lnTo>
                  <a:pt x="7724" y="5007"/>
                </a:lnTo>
                <a:lnTo>
                  <a:pt x="7745" y="4985"/>
                </a:lnTo>
                <a:lnTo>
                  <a:pt x="7724" y="4943"/>
                </a:lnTo>
                <a:lnTo>
                  <a:pt x="7724" y="4943"/>
                </a:lnTo>
                <a:lnTo>
                  <a:pt x="7660" y="4878"/>
                </a:lnTo>
                <a:lnTo>
                  <a:pt x="7574" y="4836"/>
                </a:lnTo>
                <a:lnTo>
                  <a:pt x="7467" y="4814"/>
                </a:lnTo>
                <a:lnTo>
                  <a:pt x="7339" y="4814"/>
                </a:lnTo>
                <a:lnTo>
                  <a:pt x="7082" y="4836"/>
                </a:lnTo>
                <a:lnTo>
                  <a:pt x="6911" y="4857"/>
                </a:lnTo>
                <a:lnTo>
                  <a:pt x="6911" y="4857"/>
                </a:lnTo>
                <a:close/>
                <a:moveTo>
                  <a:pt x="6697" y="6141"/>
                </a:moveTo>
                <a:lnTo>
                  <a:pt x="6697" y="6141"/>
                </a:lnTo>
                <a:lnTo>
                  <a:pt x="6526" y="6184"/>
                </a:lnTo>
                <a:lnTo>
                  <a:pt x="6376" y="6269"/>
                </a:lnTo>
                <a:lnTo>
                  <a:pt x="6312" y="6312"/>
                </a:lnTo>
                <a:lnTo>
                  <a:pt x="6269" y="6376"/>
                </a:lnTo>
                <a:lnTo>
                  <a:pt x="6226" y="6462"/>
                </a:lnTo>
                <a:lnTo>
                  <a:pt x="6226" y="6547"/>
                </a:lnTo>
                <a:lnTo>
                  <a:pt x="6226" y="6547"/>
                </a:lnTo>
                <a:lnTo>
                  <a:pt x="6226" y="6611"/>
                </a:lnTo>
                <a:lnTo>
                  <a:pt x="6248" y="6697"/>
                </a:lnTo>
                <a:lnTo>
                  <a:pt x="6290" y="6740"/>
                </a:lnTo>
                <a:lnTo>
                  <a:pt x="6355" y="6783"/>
                </a:lnTo>
                <a:lnTo>
                  <a:pt x="6483" y="6847"/>
                </a:lnTo>
                <a:lnTo>
                  <a:pt x="6633" y="6868"/>
                </a:lnTo>
                <a:lnTo>
                  <a:pt x="6633" y="6868"/>
                </a:lnTo>
                <a:lnTo>
                  <a:pt x="6740" y="6847"/>
                </a:lnTo>
                <a:lnTo>
                  <a:pt x="6825" y="6825"/>
                </a:lnTo>
                <a:lnTo>
                  <a:pt x="6889" y="6804"/>
                </a:lnTo>
                <a:lnTo>
                  <a:pt x="6954" y="6761"/>
                </a:lnTo>
                <a:lnTo>
                  <a:pt x="7018" y="6697"/>
                </a:lnTo>
                <a:lnTo>
                  <a:pt x="7039" y="6654"/>
                </a:lnTo>
                <a:lnTo>
                  <a:pt x="7082" y="6590"/>
                </a:lnTo>
                <a:lnTo>
                  <a:pt x="7082" y="6526"/>
                </a:lnTo>
                <a:lnTo>
                  <a:pt x="7082" y="6462"/>
                </a:lnTo>
                <a:lnTo>
                  <a:pt x="7082" y="6397"/>
                </a:lnTo>
                <a:lnTo>
                  <a:pt x="7061" y="6333"/>
                </a:lnTo>
                <a:lnTo>
                  <a:pt x="7018" y="6291"/>
                </a:lnTo>
                <a:lnTo>
                  <a:pt x="6954" y="6248"/>
                </a:lnTo>
                <a:lnTo>
                  <a:pt x="6889" y="6205"/>
                </a:lnTo>
                <a:lnTo>
                  <a:pt x="6804" y="6162"/>
                </a:lnTo>
                <a:lnTo>
                  <a:pt x="6697" y="6141"/>
                </a:lnTo>
                <a:lnTo>
                  <a:pt x="6697" y="6141"/>
                </a:lnTo>
                <a:close/>
                <a:moveTo>
                  <a:pt x="4686" y="1134"/>
                </a:moveTo>
                <a:lnTo>
                  <a:pt x="4686" y="1134"/>
                </a:lnTo>
                <a:lnTo>
                  <a:pt x="4686" y="1070"/>
                </a:lnTo>
                <a:lnTo>
                  <a:pt x="4664" y="1027"/>
                </a:lnTo>
                <a:lnTo>
                  <a:pt x="4643" y="984"/>
                </a:lnTo>
                <a:lnTo>
                  <a:pt x="4600" y="942"/>
                </a:lnTo>
                <a:lnTo>
                  <a:pt x="4493" y="899"/>
                </a:lnTo>
                <a:lnTo>
                  <a:pt x="4386" y="899"/>
                </a:lnTo>
                <a:lnTo>
                  <a:pt x="4279" y="920"/>
                </a:lnTo>
                <a:lnTo>
                  <a:pt x="4194" y="963"/>
                </a:lnTo>
                <a:lnTo>
                  <a:pt x="4108" y="1049"/>
                </a:lnTo>
                <a:lnTo>
                  <a:pt x="4108" y="1113"/>
                </a:lnTo>
                <a:lnTo>
                  <a:pt x="4087" y="1177"/>
                </a:lnTo>
                <a:lnTo>
                  <a:pt x="4087" y="1177"/>
                </a:lnTo>
                <a:lnTo>
                  <a:pt x="4087" y="1241"/>
                </a:lnTo>
                <a:lnTo>
                  <a:pt x="4108" y="1284"/>
                </a:lnTo>
                <a:lnTo>
                  <a:pt x="4151" y="1327"/>
                </a:lnTo>
                <a:lnTo>
                  <a:pt x="4172" y="1369"/>
                </a:lnTo>
                <a:lnTo>
                  <a:pt x="4279" y="1412"/>
                </a:lnTo>
                <a:lnTo>
                  <a:pt x="4386" y="1412"/>
                </a:lnTo>
                <a:lnTo>
                  <a:pt x="4493" y="1391"/>
                </a:lnTo>
                <a:lnTo>
                  <a:pt x="4579" y="1327"/>
                </a:lnTo>
                <a:lnTo>
                  <a:pt x="4664" y="1241"/>
                </a:lnTo>
                <a:lnTo>
                  <a:pt x="4686" y="1198"/>
                </a:lnTo>
                <a:lnTo>
                  <a:pt x="4686" y="1134"/>
                </a:lnTo>
                <a:lnTo>
                  <a:pt x="4686" y="1134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7"/>
          <p:cNvSpPr/>
          <p:nvPr/>
        </p:nvSpPr>
        <p:spPr>
          <a:xfrm>
            <a:off x="1850113" y="1950406"/>
            <a:ext cx="241144" cy="234793"/>
          </a:xfrm>
          <a:custGeom>
            <a:rect b="b" l="l" r="r" t="t"/>
            <a:pathLst>
              <a:path extrusionOk="0" h="8688" w="8923">
                <a:moveTo>
                  <a:pt x="2161" y="1113"/>
                </a:moveTo>
                <a:lnTo>
                  <a:pt x="2182" y="1134"/>
                </a:lnTo>
                <a:lnTo>
                  <a:pt x="2118" y="1134"/>
                </a:lnTo>
                <a:lnTo>
                  <a:pt x="2161" y="1113"/>
                </a:lnTo>
                <a:close/>
                <a:moveTo>
                  <a:pt x="2439" y="985"/>
                </a:moveTo>
                <a:lnTo>
                  <a:pt x="2461" y="1027"/>
                </a:lnTo>
                <a:lnTo>
                  <a:pt x="2525" y="1134"/>
                </a:lnTo>
                <a:lnTo>
                  <a:pt x="2418" y="1070"/>
                </a:lnTo>
                <a:lnTo>
                  <a:pt x="2396" y="1049"/>
                </a:lnTo>
                <a:lnTo>
                  <a:pt x="2418" y="985"/>
                </a:lnTo>
                <a:close/>
                <a:moveTo>
                  <a:pt x="6076" y="728"/>
                </a:moveTo>
                <a:lnTo>
                  <a:pt x="6119" y="749"/>
                </a:lnTo>
                <a:lnTo>
                  <a:pt x="6269" y="899"/>
                </a:lnTo>
                <a:lnTo>
                  <a:pt x="6419" y="1070"/>
                </a:lnTo>
                <a:lnTo>
                  <a:pt x="6526" y="1177"/>
                </a:lnTo>
                <a:lnTo>
                  <a:pt x="6504" y="1177"/>
                </a:lnTo>
                <a:lnTo>
                  <a:pt x="6483" y="1156"/>
                </a:lnTo>
                <a:lnTo>
                  <a:pt x="6440" y="1092"/>
                </a:lnTo>
                <a:lnTo>
                  <a:pt x="6312" y="1049"/>
                </a:lnTo>
                <a:lnTo>
                  <a:pt x="6183" y="985"/>
                </a:lnTo>
                <a:lnTo>
                  <a:pt x="6119" y="942"/>
                </a:lnTo>
                <a:lnTo>
                  <a:pt x="6076" y="878"/>
                </a:lnTo>
                <a:lnTo>
                  <a:pt x="6055" y="813"/>
                </a:lnTo>
                <a:lnTo>
                  <a:pt x="6055" y="749"/>
                </a:lnTo>
                <a:lnTo>
                  <a:pt x="6055" y="728"/>
                </a:lnTo>
                <a:close/>
                <a:moveTo>
                  <a:pt x="4878" y="450"/>
                </a:moveTo>
                <a:lnTo>
                  <a:pt x="5135" y="471"/>
                </a:lnTo>
                <a:lnTo>
                  <a:pt x="5370" y="492"/>
                </a:lnTo>
                <a:lnTo>
                  <a:pt x="5499" y="492"/>
                </a:lnTo>
                <a:lnTo>
                  <a:pt x="5563" y="514"/>
                </a:lnTo>
                <a:lnTo>
                  <a:pt x="5584" y="535"/>
                </a:lnTo>
                <a:lnTo>
                  <a:pt x="5606" y="578"/>
                </a:lnTo>
                <a:lnTo>
                  <a:pt x="5627" y="599"/>
                </a:lnTo>
                <a:lnTo>
                  <a:pt x="5627" y="685"/>
                </a:lnTo>
                <a:lnTo>
                  <a:pt x="5606" y="771"/>
                </a:lnTo>
                <a:lnTo>
                  <a:pt x="5584" y="835"/>
                </a:lnTo>
                <a:lnTo>
                  <a:pt x="5606" y="942"/>
                </a:lnTo>
                <a:lnTo>
                  <a:pt x="5627" y="1027"/>
                </a:lnTo>
                <a:lnTo>
                  <a:pt x="5649" y="1113"/>
                </a:lnTo>
                <a:lnTo>
                  <a:pt x="5670" y="1199"/>
                </a:lnTo>
                <a:lnTo>
                  <a:pt x="5670" y="1284"/>
                </a:lnTo>
                <a:lnTo>
                  <a:pt x="5649" y="1391"/>
                </a:lnTo>
                <a:lnTo>
                  <a:pt x="5627" y="1455"/>
                </a:lnTo>
                <a:lnTo>
                  <a:pt x="5563" y="1541"/>
                </a:lnTo>
                <a:lnTo>
                  <a:pt x="5435" y="1669"/>
                </a:lnTo>
                <a:lnTo>
                  <a:pt x="5349" y="1733"/>
                </a:lnTo>
                <a:lnTo>
                  <a:pt x="5285" y="1776"/>
                </a:lnTo>
                <a:lnTo>
                  <a:pt x="5178" y="1798"/>
                </a:lnTo>
                <a:lnTo>
                  <a:pt x="5071" y="1798"/>
                </a:lnTo>
                <a:lnTo>
                  <a:pt x="4835" y="1755"/>
                </a:lnTo>
                <a:lnTo>
                  <a:pt x="4600" y="1712"/>
                </a:lnTo>
                <a:lnTo>
                  <a:pt x="4386" y="1691"/>
                </a:lnTo>
                <a:lnTo>
                  <a:pt x="3787" y="1691"/>
                </a:lnTo>
                <a:lnTo>
                  <a:pt x="3701" y="1648"/>
                </a:lnTo>
                <a:lnTo>
                  <a:pt x="3595" y="1605"/>
                </a:lnTo>
                <a:lnTo>
                  <a:pt x="3423" y="1519"/>
                </a:lnTo>
                <a:lnTo>
                  <a:pt x="3252" y="1413"/>
                </a:lnTo>
                <a:lnTo>
                  <a:pt x="3188" y="1348"/>
                </a:lnTo>
                <a:lnTo>
                  <a:pt x="3124" y="1284"/>
                </a:lnTo>
                <a:lnTo>
                  <a:pt x="3124" y="1199"/>
                </a:lnTo>
                <a:lnTo>
                  <a:pt x="3145" y="1092"/>
                </a:lnTo>
                <a:lnTo>
                  <a:pt x="3231" y="899"/>
                </a:lnTo>
                <a:lnTo>
                  <a:pt x="3295" y="792"/>
                </a:lnTo>
                <a:lnTo>
                  <a:pt x="3338" y="685"/>
                </a:lnTo>
                <a:lnTo>
                  <a:pt x="3423" y="642"/>
                </a:lnTo>
                <a:lnTo>
                  <a:pt x="3509" y="621"/>
                </a:lnTo>
                <a:lnTo>
                  <a:pt x="3680" y="578"/>
                </a:lnTo>
                <a:lnTo>
                  <a:pt x="4151" y="492"/>
                </a:lnTo>
                <a:lnTo>
                  <a:pt x="4365" y="450"/>
                </a:lnTo>
                <a:close/>
                <a:moveTo>
                  <a:pt x="4087" y="2247"/>
                </a:moveTo>
                <a:lnTo>
                  <a:pt x="4129" y="2268"/>
                </a:lnTo>
                <a:lnTo>
                  <a:pt x="4151" y="2290"/>
                </a:lnTo>
                <a:lnTo>
                  <a:pt x="4129" y="2375"/>
                </a:lnTo>
                <a:lnTo>
                  <a:pt x="4087" y="2504"/>
                </a:lnTo>
                <a:lnTo>
                  <a:pt x="4022" y="2611"/>
                </a:lnTo>
                <a:lnTo>
                  <a:pt x="3851" y="2867"/>
                </a:lnTo>
                <a:lnTo>
                  <a:pt x="3787" y="2953"/>
                </a:lnTo>
                <a:lnTo>
                  <a:pt x="3766" y="3017"/>
                </a:lnTo>
                <a:lnTo>
                  <a:pt x="3744" y="3039"/>
                </a:lnTo>
                <a:lnTo>
                  <a:pt x="3744" y="3017"/>
                </a:lnTo>
                <a:lnTo>
                  <a:pt x="3766" y="2974"/>
                </a:lnTo>
                <a:lnTo>
                  <a:pt x="3808" y="2867"/>
                </a:lnTo>
                <a:lnTo>
                  <a:pt x="3851" y="2589"/>
                </a:lnTo>
                <a:lnTo>
                  <a:pt x="3894" y="2461"/>
                </a:lnTo>
                <a:lnTo>
                  <a:pt x="3937" y="2333"/>
                </a:lnTo>
                <a:lnTo>
                  <a:pt x="4001" y="2268"/>
                </a:lnTo>
                <a:lnTo>
                  <a:pt x="4044" y="2247"/>
                </a:lnTo>
                <a:close/>
                <a:moveTo>
                  <a:pt x="5156" y="2525"/>
                </a:moveTo>
                <a:lnTo>
                  <a:pt x="5156" y="2653"/>
                </a:lnTo>
                <a:lnTo>
                  <a:pt x="5156" y="2782"/>
                </a:lnTo>
                <a:lnTo>
                  <a:pt x="5221" y="3103"/>
                </a:lnTo>
                <a:lnTo>
                  <a:pt x="5199" y="3146"/>
                </a:lnTo>
                <a:lnTo>
                  <a:pt x="5135" y="3167"/>
                </a:lnTo>
                <a:lnTo>
                  <a:pt x="5028" y="3231"/>
                </a:lnTo>
                <a:lnTo>
                  <a:pt x="4921" y="3253"/>
                </a:lnTo>
                <a:lnTo>
                  <a:pt x="4878" y="3253"/>
                </a:lnTo>
                <a:lnTo>
                  <a:pt x="4878" y="3231"/>
                </a:lnTo>
                <a:lnTo>
                  <a:pt x="4985" y="2846"/>
                </a:lnTo>
                <a:lnTo>
                  <a:pt x="5049" y="2653"/>
                </a:lnTo>
                <a:lnTo>
                  <a:pt x="5092" y="2589"/>
                </a:lnTo>
                <a:lnTo>
                  <a:pt x="5156" y="2525"/>
                </a:lnTo>
                <a:close/>
                <a:moveTo>
                  <a:pt x="7189" y="1562"/>
                </a:moveTo>
                <a:lnTo>
                  <a:pt x="7275" y="1605"/>
                </a:lnTo>
                <a:lnTo>
                  <a:pt x="7360" y="1691"/>
                </a:lnTo>
                <a:lnTo>
                  <a:pt x="7510" y="1883"/>
                </a:lnTo>
                <a:lnTo>
                  <a:pt x="7638" y="2119"/>
                </a:lnTo>
                <a:lnTo>
                  <a:pt x="7724" y="2290"/>
                </a:lnTo>
                <a:lnTo>
                  <a:pt x="7874" y="2546"/>
                </a:lnTo>
                <a:lnTo>
                  <a:pt x="7959" y="2675"/>
                </a:lnTo>
                <a:lnTo>
                  <a:pt x="8002" y="2803"/>
                </a:lnTo>
                <a:lnTo>
                  <a:pt x="8023" y="2889"/>
                </a:lnTo>
                <a:lnTo>
                  <a:pt x="8023" y="2932"/>
                </a:lnTo>
                <a:lnTo>
                  <a:pt x="8002" y="2932"/>
                </a:lnTo>
                <a:lnTo>
                  <a:pt x="7916" y="2953"/>
                </a:lnTo>
                <a:lnTo>
                  <a:pt x="7809" y="2996"/>
                </a:lnTo>
                <a:lnTo>
                  <a:pt x="7724" y="3060"/>
                </a:lnTo>
                <a:lnTo>
                  <a:pt x="7638" y="3124"/>
                </a:lnTo>
                <a:lnTo>
                  <a:pt x="7446" y="3274"/>
                </a:lnTo>
                <a:lnTo>
                  <a:pt x="7275" y="3424"/>
                </a:lnTo>
                <a:lnTo>
                  <a:pt x="7168" y="3467"/>
                </a:lnTo>
                <a:lnTo>
                  <a:pt x="7082" y="3488"/>
                </a:lnTo>
                <a:lnTo>
                  <a:pt x="7018" y="3467"/>
                </a:lnTo>
                <a:lnTo>
                  <a:pt x="6911" y="3424"/>
                </a:lnTo>
                <a:lnTo>
                  <a:pt x="6740" y="3338"/>
                </a:lnTo>
                <a:lnTo>
                  <a:pt x="6205" y="3146"/>
                </a:lnTo>
                <a:lnTo>
                  <a:pt x="5991" y="3060"/>
                </a:lnTo>
                <a:lnTo>
                  <a:pt x="5841" y="2974"/>
                </a:lnTo>
                <a:lnTo>
                  <a:pt x="5777" y="2932"/>
                </a:lnTo>
                <a:lnTo>
                  <a:pt x="5713" y="2867"/>
                </a:lnTo>
                <a:lnTo>
                  <a:pt x="5670" y="2760"/>
                </a:lnTo>
                <a:lnTo>
                  <a:pt x="5627" y="2653"/>
                </a:lnTo>
                <a:lnTo>
                  <a:pt x="5563" y="2440"/>
                </a:lnTo>
                <a:lnTo>
                  <a:pt x="5563" y="2333"/>
                </a:lnTo>
                <a:lnTo>
                  <a:pt x="5563" y="2204"/>
                </a:lnTo>
                <a:lnTo>
                  <a:pt x="5563" y="2097"/>
                </a:lnTo>
                <a:lnTo>
                  <a:pt x="5606" y="1990"/>
                </a:lnTo>
                <a:lnTo>
                  <a:pt x="5649" y="1905"/>
                </a:lnTo>
                <a:lnTo>
                  <a:pt x="5734" y="1840"/>
                </a:lnTo>
                <a:lnTo>
                  <a:pt x="5798" y="1776"/>
                </a:lnTo>
                <a:lnTo>
                  <a:pt x="5862" y="1712"/>
                </a:lnTo>
                <a:lnTo>
                  <a:pt x="5927" y="1648"/>
                </a:lnTo>
                <a:lnTo>
                  <a:pt x="5991" y="1605"/>
                </a:lnTo>
                <a:lnTo>
                  <a:pt x="6098" y="1562"/>
                </a:lnTo>
                <a:lnTo>
                  <a:pt x="6397" y="1562"/>
                </a:lnTo>
                <a:lnTo>
                  <a:pt x="6611" y="1584"/>
                </a:lnTo>
                <a:lnTo>
                  <a:pt x="6740" y="1605"/>
                </a:lnTo>
                <a:lnTo>
                  <a:pt x="6847" y="1605"/>
                </a:lnTo>
                <a:lnTo>
                  <a:pt x="7018" y="1562"/>
                </a:lnTo>
                <a:close/>
                <a:moveTo>
                  <a:pt x="4900" y="2247"/>
                </a:moveTo>
                <a:lnTo>
                  <a:pt x="4921" y="2268"/>
                </a:lnTo>
                <a:lnTo>
                  <a:pt x="4921" y="2290"/>
                </a:lnTo>
                <a:lnTo>
                  <a:pt x="4921" y="2375"/>
                </a:lnTo>
                <a:lnTo>
                  <a:pt x="4878" y="2482"/>
                </a:lnTo>
                <a:lnTo>
                  <a:pt x="4707" y="2996"/>
                </a:lnTo>
                <a:lnTo>
                  <a:pt x="4536" y="3509"/>
                </a:lnTo>
                <a:lnTo>
                  <a:pt x="4515" y="3573"/>
                </a:lnTo>
                <a:lnTo>
                  <a:pt x="4472" y="3659"/>
                </a:lnTo>
                <a:lnTo>
                  <a:pt x="4429" y="3680"/>
                </a:lnTo>
                <a:lnTo>
                  <a:pt x="4408" y="3702"/>
                </a:lnTo>
                <a:lnTo>
                  <a:pt x="4365" y="3702"/>
                </a:lnTo>
                <a:lnTo>
                  <a:pt x="4322" y="3680"/>
                </a:lnTo>
                <a:lnTo>
                  <a:pt x="4279" y="3659"/>
                </a:lnTo>
                <a:lnTo>
                  <a:pt x="4258" y="3616"/>
                </a:lnTo>
                <a:lnTo>
                  <a:pt x="4279" y="3531"/>
                </a:lnTo>
                <a:lnTo>
                  <a:pt x="4343" y="3338"/>
                </a:lnTo>
                <a:lnTo>
                  <a:pt x="4536" y="2910"/>
                </a:lnTo>
                <a:lnTo>
                  <a:pt x="4728" y="2482"/>
                </a:lnTo>
                <a:lnTo>
                  <a:pt x="4814" y="2311"/>
                </a:lnTo>
                <a:lnTo>
                  <a:pt x="4857" y="2268"/>
                </a:lnTo>
                <a:lnTo>
                  <a:pt x="4900" y="2247"/>
                </a:lnTo>
                <a:close/>
                <a:moveTo>
                  <a:pt x="2760" y="1562"/>
                </a:moveTo>
                <a:lnTo>
                  <a:pt x="2867" y="1605"/>
                </a:lnTo>
                <a:lnTo>
                  <a:pt x="2953" y="1669"/>
                </a:lnTo>
                <a:lnTo>
                  <a:pt x="3017" y="1733"/>
                </a:lnTo>
                <a:lnTo>
                  <a:pt x="3167" y="1905"/>
                </a:lnTo>
                <a:lnTo>
                  <a:pt x="3316" y="2033"/>
                </a:lnTo>
                <a:lnTo>
                  <a:pt x="3381" y="2097"/>
                </a:lnTo>
                <a:lnTo>
                  <a:pt x="3423" y="2161"/>
                </a:lnTo>
                <a:lnTo>
                  <a:pt x="3402" y="2247"/>
                </a:lnTo>
                <a:lnTo>
                  <a:pt x="3359" y="2375"/>
                </a:lnTo>
                <a:lnTo>
                  <a:pt x="3252" y="2589"/>
                </a:lnTo>
                <a:lnTo>
                  <a:pt x="3209" y="2675"/>
                </a:lnTo>
                <a:lnTo>
                  <a:pt x="3145" y="2782"/>
                </a:lnTo>
                <a:lnTo>
                  <a:pt x="2974" y="2932"/>
                </a:lnTo>
                <a:lnTo>
                  <a:pt x="2739" y="3081"/>
                </a:lnTo>
                <a:lnTo>
                  <a:pt x="2503" y="3253"/>
                </a:lnTo>
                <a:lnTo>
                  <a:pt x="2033" y="3552"/>
                </a:lnTo>
                <a:lnTo>
                  <a:pt x="1819" y="3702"/>
                </a:lnTo>
                <a:lnTo>
                  <a:pt x="1712" y="3766"/>
                </a:lnTo>
                <a:lnTo>
                  <a:pt x="1605" y="3809"/>
                </a:lnTo>
                <a:lnTo>
                  <a:pt x="1498" y="3809"/>
                </a:lnTo>
                <a:lnTo>
                  <a:pt x="1412" y="3766"/>
                </a:lnTo>
                <a:lnTo>
                  <a:pt x="1262" y="3616"/>
                </a:lnTo>
                <a:lnTo>
                  <a:pt x="1134" y="3509"/>
                </a:lnTo>
                <a:lnTo>
                  <a:pt x="941" y="3381"/>
                </a:lnTo>
                <a:lnTo>
                  <a:pt x="877" y="3317"/>
                </a:lnTo>
                <a:lnTo>
                  <a:pt x="792" y="3253"/>
                </a:lnTo>
                <a:lnTo>
                  <a:pt x="770" y="3188"/>
                </a:lnTo>
                <a:lnTo>
                  <a:pt x="749" y="3124"/>
                </a:lnTo>
                <a:lnTo>
                  <a:pt x="834" y="2846"/>
                </a:lnTo>
                <a:lnTo>
                  <a:pt x="941" y="2589"/>
                </a:lnTo>
                <a:lnTo>
                  <a:pt x="1048" y="2311"/>
                </a:lnTo>
                <a:lnTo>
                  <a:pt x="1177" y="2076"/>
                </a:lnTo>
                <a:lnTo>
                  <a:pt x="1305" y="1819"/>
                </a:lnTo>
                <a:lnTo>
                  <a:pt x="1369" y="1712"/>
                </a:lnTo>
                <a:lnTo>
                  <a:pt x="1412" y="1669"/>
                </a:lnTo>
                <a:lnTo>
                  <a:pt x="1455" y="1648"/>
                </a:lnTo>
                <a:lnTo>
                  <a:pt x="1583" y="1605"/>
                </a:lnTo>
                <a:lnTo>
                  <a:pt x="1733" y="1584"/>
                </a:lnTo>
                <a:lnTo>
                  <a:pt x="2011" y="1605"/>
                </a:lnTo>
                <a:lnTo>
                  <a:pt x="2418" y="1584"/>
                </a:lnTo>
                <a:lnTo>
                  <a:pt x="2653" y="1562"/>
                </a:lnTo>
                <a:close/>
                <a:moveTo>
                  <a:pt x="8344" y="3638"/>
                </a:moveTo>
                <a:lnTo>
                  <a:pt x="8344" y="3659"/>
                </a:lnTo>
                <a:lnTo>
                  <a:pt x="8366" y="3680"/>
                </a:lnTo>
                <a:lnTo>
                  <a:pt x="8366" y="3787"/>
                </a:lnTo>
                <a:lnTo>
                  <a:pt x="8344" y="3959"/>
                </a:lnTo>
                <a:lnTo>
                  <a:pt x="8344" y="3980"/>
                </a:lnTo>
                <a:lnTo>
                  <a:pt x="8280" y="3980"/>
                </a:lnTo>
                <a:lnTo>
                  <a:pt x="8195" y="3894"/>
                </a:lnTo>
                <a:lnTo>
                  <a:pt x="8195" y="3830"/>
                </a:lnTo>
                <a:lnTo>
                  <a:pt x="8237" y="3745"/>
                </a:lnTo>
                <a:lnTo>
                  <a:pt x="8280" y="3680"/>
                </a:lnTo>
                <a:lnTo>
                  <a:pt x="8344" y="3638"/>
                </a:lnTo>
                <a:close/>
                <a:moveTo>
                  <a:pt x="663" y="3916"/>
                </a:moveTo>
                <a:lnTo>
                  <a:pt x="685" y="3937"/>
                </a:lnTo>
                <a:lnTo>
                  <a:pt x="663" y="4001"/>
                </a:lnTo>
                <a:lnTo>
                  <a:pt x="599" y="4066"/>
                </a:lnTo>
                <a:lnTo>
                  <a:pt x="578" y="4087"/>
                </a:lnTo>
                <a:lnTo>
                  <a:pt x="535" y="4087"/>
                </a:lnTo>
                <a:lnTo>
                  <a:pt x="514" y="4066"/>
                </a:lnTo>
                <a:lnTo>
                  <a:pt x="535" y="4001"/>
                </a:lnTo>
                <a:lnTo>
                  <a:pt x="578" y="3937"/>
                </a:lnTo>
                <a:lnTo>
                  <a:pt x="642" y="3916"/>
                </a:lnTo>
                <a:close/>
                <a:moveTo>
                  <a:pt x="8045" y="4066"/>
                </a:moveTo>
                <a:lnTo>
                  <a:pt x="8088" y="4087"/>
                </a:lnTo>
                <a:lnTo>
                  <a:pt x="8195" y="4173"/>
                </a:lnTo>
                <a:lnTo>
                  <a:pt x="8302" y="4301"/>
                </a:lnTo>
                <a:lnTo>
                  <a:pt x="8344" y="4387"/>
                </a:lnTo>
                <a:lnTo>
                  <a:pt x="8302" y="4408"/>
                </a:lnTo>
                <a:lnTo>
                  <a:pt x="8259" y="4408"/>
                </a:lnTo>
                <a:lnTo>
                  <a:pt x="8130" y="4301"/>
                </a:lnTo>
                <a:lnTo>
                  <a:pt x="8023" y="4173"/>
                </a:lnTo>
                <a:lnTo>
                  <a:pt x="8002" y="4108"/>
                </a:lnTo>
                <a:lnTo>
                  <a:pt x="8002" y="4087"/>
                </a:lnTo>
                <a:lnTo>
                  <a:pt x="8045" y="4066"/>
                </a:lnTo>
                <a:close/>
                <a:moveTo>
                  <a:pt x="1006" y="4194"/>
                </a:moveTo>
                <a:lnTo>
                  <a:pt x="1048" y="4215"/>
                </a:lnTo>
                <a:lnTo>
                  <a:pt x="1091" y="4237"/>
                </a:lnTo>
                <a:lnTo>
                  <a:pt x="1113" y="4280"/>
                </a:lnTo>
                <a:lnTo>
                  <a:pt x="1113" y="4322"/>
                </a:lnTo>
                <a:lnTo>
                  <a:pt x="1091" y="4344"/>
                </a:lnTo>
                <a:lnTo>
                  <a:pt x="1048" y="4387"/>
                </a:lnTo>
                <a:lnTo>
                  <a:pt x="899" y="4472"/>
                </a:lnTo>
                <a:lnTo>
                  <a:pt x="813" y="4558"/>
                </a:lnTo>
                <a:lnTo>
                  <a:pt x="727" y="4665"/>
                </a:lnTo>
                <a:lnTo>
                  <a:pt x="621" y="4772"/>
                </a:lnTo>
                <a:lnTo>
                  <a:pt x="535" y="4814"/>
                </a:lnTo>
                <a:lnTo>
                  <a:pt x="535" y="4750"/>
                </a:lnTo>
                <a:lnTo>
                  <a:pt x="578" y="4643"/>
                </a:lnTo>
                <a:lnTo>
                  <a:pt x="642" y="4515"/>
                </a:lnTo>
                <a:lnTo>
                  <a:pt x="727" y="4387"/>
                </a:lnTo>
                <a:lnTo>
                  <a:pt x="813" y="4280"/>
                </a:lnTo>
                <a:lnTo>
                  <a:pt x="920" y="4215"/>
                </a:lnTo>
                <a:lnTo>
                  <a:pt x="963" y="4194"/>
                </a:lnTo>
                <a:close/>
                <a:moveTo>
                  <a:pt x="7852" y="4301"/>
                </a:moveTo>
                <a:lnTo>
                  <a:pt x="7959" y="4344"/>
                </a:lnTo>
                <a:lnTo>
                  <a:pt x="8066" y="4429"/>
                </a:lnTo>
                <a:lnTo>
                  <a:pt x="8152" y="4536"/>
                </a:lnTo>
                <a:lnTo>
                  <a:pt x="8216" y="4643"/>
                </a:lnTo>
                <a:lnTo>
                  <a:pt x="8259" y="4729"/>
                </a:lnTo>
                <a:lnTo>
                  <a:pt x="8259" y="4772"/>
                </a:lnTo>
                <a:lnTo>
                  <a:pt x="8237" y="4814"/>
                </a:lnTo>
                <a:lnTo>
                  <a:pt x="8195" y="4836"/>
                </a:lnTo>
                <a:lnTo>
                  <a:pt x="8109" y="4793"/>
                </a:lnTo>
                <a:lnTo>
                  <a:pt x="7916" y="4686"/>
                </a:lnTo>
                <a:lnTo>
                  <a:pt x="7831" y="4600"/>
                </a:lnTo>
                <a:lnTo>
                  <a:pt x="7745" y="4515"/>
                </a:lnTo>
                <a:lnTo>
                  <a:pt x="7702" y="4451"/>
                </a:lnTo>
                <a:lnTo>
                  <a:pt x="7702" y="4387"/>
                </a:lnTo>
                <a:lnTo>
                  <a:pt x="7724" y="4344"/>
                </a:lnTo>
                <a:lnTo>
                  <a:pt x="7767" y="4322"/>
                </a:lnTo>
                <a:lnTo>
                  <a:pt x="7809" y="4301"/>
                </a:lnTo>
                <a:close/>
                <a:moveTo>
                  <a:pt x="7660" y="4793"/>
                </a:moveTo>
                <a:lnTo>
                  <a:pt x="7745" y="4836"/>
                </a:lnTo>
                <a:lnTo>
                  <a:pt x="7852" y="4900"/>
                </a:lnTo>
                <a:lnTo>
                  <a:pt x="7959" y="4986"/>
                </a:lnTo>
                <a:lnTo>
                  <a:pt x="8023" y="5071"/>
                </a:lnTo>
                <a:lnTo>
                  <a:pt x="8045" y="5135"/>
                </a:lnTo>
                <a:lnTo>
                  <a:pt x="8045" y="5178"/>
                </a:lnTo>
                <a:lnTo>
                  <a:pt x="8023" y="5242"/>
                </a:lnTo>
                <a:lnTo>
                  <a:pt x="7981" y="5264"/>
                </a:lnTo>
                <a:lnTo>
                  <a:pt x="7959" y="5285"/>
                </a:lnTo>
                <a:lnTo>
                  <a:pt x="7916" y="5285"/>
                </a:lnTo>
                <a:lnTo>
                  <a:pt x="7831" y="5264"/>
                </a:lnTo>
                <a:lnTo>
                  <a:pt x="7745" y="5178"/>
                </a:lnTo>
                <a:lnTo>
                  <a:pt x="7681" y="5093"/>
                </a:lnTo>
                <a:lnTo>
                  <a:pt x="7638" y="5007"/>
                </a:lnTo>
                <a:lnTo>
                  <a:pt x="7617" y="4900"/>
                </a:lnTo>
                <a:lnTo>
                  <a:pt x="7638" y="4836"/>
                </a:lnTo>
                <a:lnTo>
                  <a:pt x="7660" y="4793"/>
                </a:lnTo>
                <a:close/>
                <a:moveTo>
                  <a:pt x="1070" y="4707"/>
                </a:moveTo>
                <a:lnTo>
                  <a:pt x="1091" y="4729"/>
                </a:lnTo>
                <a:lnTo>
                  <a:pt x="1091" y="4750"/>
                </a:lnTo>
                <a:lnTo>
                  <a:pt x="1070" y="4814"/>
                </a:lnTo>
                <a:lnTo>
                  <a:pt x="1027" y="4900"/>
                </a:lnTo>
                <a:lnTo>
                  <a:pt x="941" y="5007"/>
                </a:lnTo>
                <a:lnTo>
                  <a:pt x="663" y="5328"/>
                </a:lnTo>
                <a:lnTo>
                  <a:pt x="621" y="5349"/>
                </a:lnTo>
                <a:lnTo>
                  <a:pt x="599" y="5328"/>
                </a:lnTo>
                <a:lnTo>
                  <a:pt x="599" y="5307"/>
                </a:lnTo>
                <a:lnTo>
                  <a:pt x="642" y="5221"/>
                </a:lnTo>
                <a:lnTo>
                  <a:pt x="685" y="5114"/>
                </a:lnTo>
                <a:lnTo>
                  <a:pt x="770" y="4986"/>
                </a:lnTo>
                <a:lnTo>
                  <a:pt x="941" y="4793"/>
                </a:lnTo>
                <a:lnTo>
                  <a:pt x="1027" y="4729"/>
                </a:lnTo>
                <a:lnTo>
                  <a:pt x="1070" y="4707"/>
                </a:lnTo>
                <a:close/>
                <a:moveTo>
                  <a:pt x="1134" y="5349"/>
                </a:moveTo>
                <a:lnTo>
                  <a:pt x="1155" y="5478"/>
                </a:lnTo>
                <a:lnTo>
                  <a:pt x="1134" y="5542"/>
                </a:lnTo>
                <a:lnTo>
                  <a:pt x="1113" y="5563"/>
                </a:lnTo>
                <a:lnTo>
                  <a:pt x="1048" y="5627"/>
                </a:lnTo>
                <a:lnTo>
                  <a:pt x="920" y="5670"/>
                </a:lnTo>
                <a:lnTo>
                  <a:pt x="899" y="5649"/>
                </a:lnTo>
                <a:lnTo>
                  <a:pt x="920" y="5627"/>
                </a:lnTo>
                <a:lnTo>
                  <a:pt x="963" y="5520"/>
                </a:lnTo>
                <a:lnTo>
                  <a:pt x="1048" y="5414"/>
                </a:lnTo>
                <a:lnTo>
                  <a:pt x="1134" y="5349"/>
                </a:lnTo>
                <a:close/>
                <a:moveTo>
                  <a:pt x="5948" y="3616"/>
                </a:moveTo>
                <a:lnTo>
                  <a:pt x="6076" y="3659"/>
                </a:lnTo>
                <a:lnTo>
                  <a:pt x="6355" y="3723"/>
                </a:lnTo>
                <a:lnTo>
                  <a:pt x="6526" y="3809"/>
                </a:lnTo>
                <a:lnTo>
                  <a:pt x="6718" y="3916"/>
                </a:lnTo>
                <a:lnTo>
                  <a:pt x="6804" y="3980"/>
                </a:lnTo>
                <a:lnTo>
                  <a:pt x="6868" y="4044"/>
                </a:lnTo>
                <a:lnTo>
                  <a:pt x="6932" y="4130"/>
                </a:lnTo>
                <a:lnTo>
                  <a:pt x="6954" y="4194"/>
                </a:lnTo>
                <a:lnTo>
                  <a:pt x="6975" y="4494"/>
                </a:lnTo>
                <a:lnTo>
                  <a:pt x="6975" y="4772"/>
                </a:lnTo>
                <a:lnTo>
                  <a:pt x="7018" y="5007"/>
                </a:lnTo>
                <a:lnTo>
                  <a:pt x="7018" y="5135"/>
                </a:lnTo>
                <a:lnTo>
                  <a:pt x="6996" y="5242"/>
                </a:lnTo>
                <a:lnTo>
                  <a:pt x="6954" y="5328"/>
                </a:lnTo>
                <a:lnTo>
                  <a:pt x="6868" y="5414"/>
                </a:lnTo>
                <a:lnTo>
                  <a:pt x="6761" y="5478"/>
                </a:lnTo>
                <a:lnTo>
                  <a:pt x="6633" y="5542"/>
                </a:lnTo>
                <a:lnTo>
                  <a:pt x="6376" y="5670"/>
                </a:lnTo>
                <a:lnTo>
                  <a:pt x="6269" y="5713"/>
                </a:lnTo>
                <a:lnTo>
                  <a:pt x="6162" y="5777"/>
                </a:lnTo>
                <a:lnTo>
                  <a:pt x="5991" y="5927"/>
                </a:lnTo>
                <a:lnTo>
                  <a:pt x="5798" y="6077"/>
                </a:lnTo>
                <a:lnTo>
                  <a:pt x="5713" y="6141"/>
                </a:lnTo>
                <a:lnTo>
                  <a:pt x="5606" y="6162"/>
                </a:lnTo>
                <a:lnTo>
                  <a:pt x="5477" y="6162"/>
                </a:lnTo>
                <a:lnTo>
                  <a:pt x="5349" y="6120"/>
                </a:lnTo>
                <a:lnTo>
                  <a:pt x="5178" y="6034"/>
                </a:lnTo>
                <a:lnTo>
                  <a:pt x="5007" y="5927"/>
                </a:lnTo>
                <a:lnTo>
                  <a:pt x="4942" y="5863"/>
                </a:lnTo>
                <a:lnTo>
                  <a:pt x="4878" y="5799"/>
                </a:lnTo>
                <a:lnTo>
                  <a:pt x="4835" y="5713"/>
                </a:lnTo>
                <a:lnTo>
                  <a:pt x="4793" y="5606"/>
                </a:lnTo>
                <a:lnTo>
                  <a:pt x="4771" y="5328"/>
                </a:lnTo>
                <a:lnTo>
                  <a:pt x="4771" y="5028"/>
                </a:lnTo>
                <a:lnTo>
                  <a:pt x="4771" y="4707"/>
                </a:lnTo>
                <a:lnTo>
                  <a:pt x="4771" y="4429"/>
                </a:lnTo>
                <a:lnTo>
                  <a:pt x="4771" y="4301"/>
                </a:lnTo>
                <a:lnTo>
                  <a:pt x="4793" y="4194"/>
                </a:lnTo>
                <a:lnTo>
                  <a:pt x="4857" y="4087"/>
                </a:lnTo>
                <a:lnTo>
                  <a:pt x="4921" y="4023"/>
                </a:lnTo>
                <a:lnTo>
                  <a:pt x="5092" y="3873"/>
                </a:lnTo>
                <a:lnTo>
                  <a:pt x="5306" y="3745"/>
                </a:lnTo>
                <a:lnTo>
                  <a:pt x="5413" y="3680"/>
                </a:lnTo>
                <a:lnTo>
                  <a:pt x="5542" y="3638"/>
                </a:lnTo>
                <a:lnTo>
                  <a:pt x="5670" y="3616"/>
                </a:lnTo>
                <a:close/>
                <a:moveTo>
                  <a:pt x="3167" y="3552"/>
                </a:moveTo>
                <a:lnTo>
                  <a:pt x="3209" y="3573"/>
                </a:lnTo>
                <a:lnTo>
                  <a:pt x="3252" y="3595"/>
                </a:lnTo>
                <a:lnTo>
                  <a:pt x="3338" y="3680"/>
                </a:lnTo>
                <a:lnTo>
                  <a:pt x="3423" y="3787"/>
                </a:lnTo>
                <a:lnTo>
                  <a:pt x="3616" y="3980"/>
                </a:lnTo>
                <a:lnTo>
                  <a:pt x="3808" y="4194"/>
                </a:lnTo>
                <a:lnTo>
                  <a:pt x="3894" y="4301"/>
                </a:lnTo>
                <a:lnTo>
                  <a:pt x="3958" y="4429"/>
                </a:lnTo>
                <a:lnTo>
                  <a:pt x="4022" y="4558"/>
                </a:lnTo>
                <a:lnTo>
                  <a:pt x="4065" y="4686"/>
                </a:lnTo>
                <a:lnTo>
                  <a:pt x="4108" y="4900"/>
                </a:lnTo>
                <a:lnTo>
                  <a:pt x="4194" y="5242"/>
                </a:lnTo>
                <a:lnTo>
                  <a:pt x="4215" y="5414"/>
                </a:lnTo>
                <a:lnTo>
                  <a:pt x="4215" y="5563"/>
                </a:lnTo>
                <a:lnTo>
                  <a:pt x="4215" y="5692"/>
                </a:lnTo>
                <a:lnTo>
                  <a:pt x="4194" y="5734"/>
                </a:lnTo>
                <a:lnTo>
                  <a:pt x="4172" y="5756"/>
                </a:lnTo>
                <a:lnTo>
                  <a:pt x="3958" y="5906"/>
                </a:lnTo>
                <a:lnTo>
                  <a:pt x="3701" y="6077"/>
                </a:lnTo>
                <a:lnTo>
                  <a:pt x="3595" y="6162"/>
                </a:lnTo>
                <a:lnTo>
                  <a:pt x="3466" y="6205"/>
                </a:lnTo>
                <a:lnTo>
                  <a:pt x="3338" y="6248"/>
                </a:lnTo>
                <a:lnTo>
                  <a:pt x="3209" y="6227"/>
                </a:lnTo>
                <a:lnTo>
                  <a:pt x="2931" y="6162"/>
                </a:lnTo>
                <a:lnTo>
                  <a:pt x="2781" y="6120"/>
                </a:lnTo>
                <a:lnTo>
                  <a:pt x="2632" y="6077"/>
                </a:lnTo>
                <a:lnTo>
                  <a:pt x="2375" y="6055"/>
                </a:lnTo>
                <a:lnTo>
                  <a:pt x="2247" y="6034"/>
                </a:lnTo>
                <a:lnTo>
                  <a:pt x="2140" y="5991"/>
                </a:lnTo>
                <a:lnTo>
                  <a:pt x="1968" y="5948"/>
                </a:lnTo>
                <a:lnTo>
                  <a:pt x="1776" y="5863"/>
                </a:lnTo>
                <a:lnTo>
                  <a:pt x="1712" y="5820"/>
                </a:lnTo>
                <a:lnTo>
                  <a:pt x="1648" y="5756"/>
                </a:lnTo>
                <a:lnTo>
                  <a:pt x="1583" y="5713"/>
                </a:lnTo>
                <a:lnTo>
                  <a:pt x="1562" y="5627"/>
                </a:lnTo>
                <a:lnTo>
                  <a:pt x="1541" y="5478"/>
                </a:lnTo>
                <a:lnTo>
                  <a:pt x="1541" y="5328"/>
                </a:lnTo>
                <a:lnTo>
                  <a:pt x="1519" y="5028"/>
                </a:lnTo>
                <a:lnTo>
                  <a:pt x="1519" y="4879"/>
                </a:lnTo>
                <a:lnTo>
                  <a:pt x="1498" y="4772"/>
                </a:lnTo>
                <a:lnTo>
                  <a:pt x="1519" y="4665"/>
                </a:lnTo>
                <a:lnTo>
                  <a:pt x="1605" y="4558"/>
                </a:lnTo>
                <a:lnTo>
                  <a:pt x="1797" y="4365"/>
                </a:lnTo>
                <a:lnTo>
                  <a:pt x="2054" y="4194"/>
                </a:lnTo>
                <a:lnTo>
                  <a:pt x="2546" y="3873"/>
                </a:lnTo>
                <a:lnTo>
                  <a:pt x="2781" y="3702"/>
                </a:lnTo>
                <a:lnTo>
                  <a:pt x="2910" y="3638"/>
                </a:lnTo>
                <a:lnTo>
                  <a:pt x="3038" y="3573"/>
                </a:lnTo>
                <a:lnTo>
                  <a:pt x="3102" y="3552"/>
                </a:lnTo>
                <a:close/>
                <a:moveTo>
                  <a:pt x="3808" y="6740"/>
                </a:moveTo>
                <a:lnTo>
                  <a:pt x="3808" y="6783"/>
                </a:lnTo>
                <a:lnTo>
                  <a:pt x="3766" y="6826"/>
                </a:lnTo>
                <a:lnTo>
                  <a:pt x="3766" y="6933"/>
                </a:lnTo>
                <a:lnTo>
                  <a:pt x="3744" y="6997"/>
                </a:lnTo>
                <a:lnTo>
                  <a:pt x="3701" y="6997"/>
                </a:lnTo>
                <a:lnTo>
                  <a:pt x="3701" y="6954"/>
                </a:lnTo>
                <a:lnTo>
                  <a:pt x="3723" y="6868"/>
                </a:lnTo>
                <a:lnTo>
                  <a:pt x="3808" y="6740"/>
                </a:lnTo>
                <a:close/>
                <a:moveTo>
                  <a:pt x="4728" y="6376"/>
                </a:moveTo>
                <a:lnTo>
                  <a:pt x="4750" y="6398"/>
                </a:lnTo>
                <a:lnTo>
                  <a:pt x="4750" y="6483"/>
                </a:lnTo>
                <a:lnTo>
                  <a:pt x="4728" y="6633"/>
                </a:lnTo>
                <a:lnTo>
                  <a:pt x="4536" y="7104"/>
                </a:lnTo>
                <a:lnTo>
                  <a:pt x="4343" y="7596"/>
                </a:lnTo>
                <a:lnTo>
                  <a:pt x="4258" y="7746"/>
                </a:lnTo>
                <a:lnTo>
                  <a:pt x="4258" y="7703"/>
                </a:lnTo>
                <a:lnTo>
                  <a:pt x="4279" y="7617"/>
                </a:lnTo>
                <a:lnTo>
                  <a:pt x="4301" y="7489"/>
                </a:lnTo>
                <a:lnTo>
                  <a:pt x="4365" y="7232"/>
                </a:lnTo>
                <a:lnTo>
                  <a:pt x="4429" y="6975"/>
                </a:lnTo>
                <a:lnTo>
                  <a:pt x="4515" y="6719"/>
                </a:lnTo>
                <a:lnTo>
                  <a:pt x="4600" y="6505"/>
                </a:lnTo>
                <a:lnTo>
                  <a:pt x="4664" y="6419"/>
                </a:lnTo>
                <a:lnTo>
                  <a:pt x="4707" y="6398"/>
                </a:lnTo>
                <a:lnTo>
                  <a:pt x="4728" y="6376"/>
                </a:lnTo>
                <a:close/>
                <a:moveTo>
                  <a:pt x="7382" y="5799"/>
                </a:moveTo>
                <a:lnTo>
                  <a:pt x="7467" y="5820"/>
                </a:lnTo>
                <a:lnTo>
                  <a:pt x="7553" y="5863"/>
                </a:lnTo>
                <a:lnTo>
                  <a:pt x="7617" y="5927"/>
                </a:lnTo>
                <a:lnTo>
                  <a:pt x="7660" y="5991"/>
                </a:lnTo>
                <a:lnTo>
                  <a:pt x="7702" y="6077"/>
                </a:lnTo>
                <a:lnTo>
                  <a:pt x="7702" y="6162"/>
                </a:lnTo>
                <a:lnTo>
                  <a:pt x="7702" y="6248"/>
                </a:lnTo>
                <a:lnTo>
                  <a:pt x="7660" y="6334"/>
                </a:lnTo>
                <a:lnTo>
                  <a:pt x="7446" y="6676"/>
                </a:lnTo>
                <a:lnTo>
                  <a:pt x="7339" y="6847"/>
                </a:lnTo>
                <a:lnTo>
                  <a:pt x="7210" y="6997"/>
                </a:lnTo>
                <a:lnTo>
                  <a:pt x="7061" y="7125"/>
                </a:lnTo>
                <a:lnTo>
                  <a:pt x="6932" y="7275"/>
                </a:lnTo>
                <a:lnTo>
                  <a:pt x="6761" y="7382"/>
                </a:lnTo>
                <a:lnTo>
                  <a:pt x="6590" y="7510"/>
                </a:lnTo>
                <a:lnTo>
                  <a:pt x="6419" y="7596"/>
                </a:lnTo>
                <a:lnTo>
                  <a:pt x="6248" y="7660"/>
                </a:lnTo>
                <a:lnTo>
                  <a:pt x="6076" y="7703"/>
                </a:lnTo>
                <a:lnTo>
                  <a:pt x="5905" y="7724"/>
                </a:lnTo>
                <a:lnTo>
                  <a:pt x="5777" y="7746"/>
                </a:lnTo>
                <a:lnTo>
                  <a:pt x="5734" y="7746"/>
                </a:lnTo>
                <a:lnTo>
                  <a:pt x="5713" y="7681"/>
                </a:lnTo>
                <a:lnTo>
                  <a:pt x="5691" y="7574"/>
                </a:lnTo>
                <a:lnTo>
                  <a:pt x="5691" y="7339"/>
                </a:lnTo>
                <a:lnTo>
                  <a:pt x="5670" y="7082"/>
                </a:lnTo>
                <a:lnTo>
                  <a:pt x="5670" y="6868"/>
                </a:lnTo>
                <a:lnTo>
                  <a:pt x="5670" y="6761"/>
                </a:lnTo>
                <a:lnTo>
                  <a:pt x="5713" y="6676"/>
                </a:lnTo>
                <a:lnTo>
                  <a:pt x="5777" y="6612"/>
                </a:lnTo>
                <a:lnTo>
                  <a:pt x="5862" y="6569"/>
                </a:lnTo>
                <a:lnTo>
                  <a:pt x="6034" y="6483"/>
                </a:lnTo>
                <a:lnTo>
                  <a:pt x="6376" y="6227"/>
                </a:lnTo>
                <a:lnTo>
                  <a:pt x="6526" y="6120"/>
                </a:lnTo>
                <a:lnTo>
                  <a:pt x="6718" y="6013"/>
                </a:lnTo>
                <a:lnTo>
                  <a:pt x="7039" y="5863"/>
                </a:lnTo>
                <a:lnTo>
                  <a:pt x="7210" y="5799"/>
                </a:lnTo>
                <a:close/>
                <a:moveTo>
                  <a:pt x="1241" y="6227"/>
                </a:moveTo>
                <a:lnTo>
                  <a:pt x="1348" y="6248"/>
                </a:lnTo>
                <a:lnTo>
                  <a:pt x="1562" y="6312"/>
                </a:lnTo>
                <a:lnTo>
                  <a:pt x="1947" y="6462"/>
                </a:lnTo>
                <a:lnTo>
                  <a:pt x="2375" y="6590"/>
                </a:lnTo>
                <a:lnTo>
                  <a:pt x="2589" y="6654"/>
                </a:lnTo>
                <a:lnTo>
                  <a:pt x="2824" y="6719"/>
                </a:lnTo>
                <a:lnTo>
                  <a:pt x="2974" y="6719"/>
                </a:lnTo>
                <a:lnTo>
                  <a:pt x="3017" y="6740"/>
                </a:lnTo>
                <a:lnTo>
                  <a:pt x="3060" y="6804"/>
                </a:lnTo>
                <a:lnTo>
                  <a:pt x="3081" y="6890"/>
                </a:lnTo>
                <a:lnTo>
                  <a:pt x="3102" y="6997"/>
                </a:lnTo>
                <a:lnTo>
                  <a:pt x="3102" y="7211"/>
                </a:lnTo>
                <a:lnTo>
                  <a:pt x="3209" y="7617"/>
                </a:lnTo>
                <a:lnTo>
                  <a:pt x="3252" y="7853"/>
                </a:lnTo>
                <a:lnTo>
                  <a:pt x="3274" y="7938"/>
                </a:lnTo>
                <a:lnTo>
                  <a:pt x="3252" y="7960"/>
                </a:lnTo>
                <a:lnTo>
                  <a:pt x="3081" y="7917"/>
                </a:lnTo>
                <a:lnTo>
                  <a:pt x="2888" y="7853"/>
                </a:lnTo>
                <a:lnTo>
                  <a:pt x="2717" y="7767"/>
                </a:lnTo>
                <a:lnTo>
                  <a:pt x="2525" y="7681"/>
                </a:lnTo>
                <a:lnTo>
                  <a:pt x="2204" y="7468"/>
                </a:lnTo>
                <a:lnTo>
                  <a:pt x="1883" y="7232"/>
                </a:lnTo>
                <a:lnTo>
                  <a:pt x="1605" y="6975"/>
                </a:lnTo>
                <a:lnTo>
                  <a:pt x="1455" y="6847"/>
                </a:lnTo>
                <a:lnTo>
                  <a:pt x="1327" y="6719"/>
                </a:lnTo>
                <a:lnTo>
                  <a:pt x="1198" y="6612"/>
                </a:lnTo>
                <a:lnTo>
                  <a:pt x="1091" y="6462"/>
                </a:lnTo>
                <a:lnTo>
                  <a:pt x="1048" y="6398"/>
                </a:lnTo>
                <a:lnTo>
                  <a:pt x="1048" y="6334"/>
                </a:lnTo>
                <a:lnTo>
                  <a:pt x="1070" y="6269"/>
                </a:lnTo>
                <a:lnTo>
                  <a:pt x="1155" y="6227"/>
                </a:lnTo>
                <a:close/>
                <a:moveTo>
                  <a:pt x="4151" y="8131"/>
                </a:moveTo>
                <a:lnTo>
                  <a:pt x="4108" y="8152"/>
                </a:lnTo>
                <a:lnTo>
                  <a:pt x="4087" y="8152"/>
                </a:lnTo>
                <a:lnTo>
                  <a:pt x="4108" y="8131"/>
                </a:lnTo>
                <a:close/>
                <a:moveTo>
                  <a:pt x="5135" y="7724"/>
                </a:moveTo>
                <a:lnTo>
                  <a:pt x="5199" y="7853"/>
                </a:lnTo>
                <a:lnTo>
                  <a:pt x="5221" y="7981"/>
                </a:lnTo>
                <a:lnTo>
                  <a:pt x="5221" y="8045"/>
                </a:lnTo>
                <a:lnTo>
                  <a:pt x="5199" y="8109"/>
                </a:lnTo>
                <a:lnTo>
                  <a:pt x="5156" y="8152"/>
                </a:lnTo>
                <a:lnTo>
                  <a:pt x="5071" y="8174"/>
                </a:lnTo>
                <a:lnTo>
                  <a:pt x="5007" y="8152"/>
                </a:lnTo>
                <a:lnTo>
                  <a:pt x="4985" y="8109"/>
                </a:lnTo>
                <a:lnTo>
                  <a:pt x="5007" y="8067"/>
                </a:lnTo>
                <a:lnTo>
                  <a:pt x="5028" y="7981"/>
                </a:lnTo>
                <a:lnTo>
                  <a:pt x="5092" y="7831"/>
                </a:lnTo>
                <a:lnTo>
                  <a:pt x="5135" y="7724"/>
                </a:lnTo>
                <a:close/>
                <a:moveTo>
                  <a:pt x="5114" y="6569"/>
                </a:moveTo>
                <a:lnTo>
                  <a:pt x="5178" y="6612"/>
                </a:lnTo>
                <a:lnTo>
                  <a:pt x="5221" y="6654"/>
                </a:lnTo>
                <a:lnTo>
                  <a:pt x="5263" y="6740"/>
                </a:lnTo>
                <a:lnTo>
                  <a:pt x="5263" y="6804"/>
                </a:lnTo>
                <a:lnTo>
                  <a:pt x="5242" y="6890"/>
                </a:lnTo>
                <a:lnTo>
                  <a:pt x="5199" y="6954"/>
                </a:lnTo>
                <a:lnTo>
                  <a:pt x="5092" y="7040"/>
                </a:lnTo>
                <a:lnTo>
                  <a:pt x="5028" y="7147"/>
                </a:lnTo>
                <a:lnTo>
                  <a:pt x="4964" y="7275"/>
                </a:lnTo>
                <a:lnTo>
                  <a:pt x="4921" y="7425"/>
                </a:lnTo>
                <a:lnTo>
                  <a:pt x="4835" y="7703"/>
                </a:lnTo>
                <a:lnTo>
                  <a:pt x="4750" y="7960"/>
                </a:lnTo>
                <a:lnTo>
                  <a:pt x="4707" y="8024"/>
                </a:lnTo>
                <a:lnTo>
                  <a:pt x="4664" y="8131"/>
                </a:lnTo>
                <a:lnTo>
                  <a:pt x="4622" y="8174"/>
                </a:lnTo>
                <a:lnTo>
                  <a:pt x="4600" y="8195"/>
                </a:lnTo>
                <a:lnTo>
                  <a:pt x="4557" y="8174"/>
                </a:lnTo>
                <a:lnTo>
                  <a:pt x="4493" y="8131"/>
                </a:lnTo>
                <a:lnTo>
                  <a:pt x="4493" y="8109"/>
                </a:lnTo>
                <a:lnTo>
                  <a:pt x="4493" y="8045"/>
                </a:lnTo>
                <a:lnTo>
                  <a:pt x="4536" y="7917"/>
                </a:lnTo>
                <a:lnTo>
                  <a:pt x="4643" y="7681"/>
                </a:lnTo>
                <a:lnTo>
                  <a:pt x="4814" y="7189"/>
                </a:lnTo>
                <a:lnTo>
                  <a:pt x="4878" y="6890"/>
                </a:lnTo>
                <a:lnTo>
                  <a:pt x="4921" y="6740"/>
                </a:lnTo>
                <a:lnTo>
                  <a:pt x="4985" y="6633"/>
                </a:lnTo>
                <a:lnTo>
                  <a:pt x="5049" y="6590"/>
                </a:lnTo>
                <a:lnTo>
                  <a:pt x="5114" y="6569"/>
                </a:lnTo>
                <a:close/>
                <a:moveTo>
                  <a:pt x="4065" y="0"/>
                </a:moveTo>
                <a:lnTo>
                  <a:pt x="3701" y="22"/>
                </a:lnTo>
                <a:lnTo>
                  <a:pt x="3338" y="65"/>
                </a:lnTo>
                <a:lnTo>
                  <a:pt x="2995" y="129"/>
                </a:lnTo>
                <a:lnTo>
                  <a:pt x="2653" y="236"/>
                </a:lnTo>
                <a:lnTo>
                  <a:pt x="2311" y="364"/>
                </a:lnTo>
                <a:lnTo>
                  <a:pt x="2011" y="535"/>
                </a:lnTo>
                <a:lnTo>
                  <a:pt x="1733" y="728"/>
                </a:lnTo>
                <a:lnTo>
                  <a:pt x="1498" y="942"/>
                </a:lnTo>
                <a:lnTo>
                  <a:pt x="1262" y="1177"/>
                </a:lnTo>
                <a:lnTo>
                  <a:pt x="1048" y="1455"/>
                </a:lnTo>
                <a:lnTo>
                  <a:pt x="856" y="1712"/>
                </a:lnTo>
                <a:lnTo>
                  <a:pt x="685" y="2012"/>
                </a:lnTo>
                <a:lnTo>
                  <a:pt x="535" y="2311"/>
                </a:lnTo>
                <a:lnTo>
                  <a:pt x="407" y="2611"/>
                </a:lnTo>
                <a:lnTo>
                  <a:pt x="300" y="2889"/>
                </a:lnTo>
                <a:lnTo>
                  <a:pt x="214" y="3210"/>
                </a:lnTo>
                <a:lnTo>
                  <a:pt x="128" y="3531"/>
                </a:lnTo>
                <a:lnTo>
                  <a:pt x="64" y="3852"/>
                </a:lnTo>
                <a:lnTo>
                  <a:pt x="21" y="4173"/>
                </a:lnTo>
                <a:lnTo>
                  <a:pt x="0" y="4515"/>
                </a:lnTo>
                <a:lnTo>
                  <a:pt x="21" y="4836"/>
                </a:lnTo>
                <a:lnTo>
                  <a:pt x="64" y="5135"/>
                </a:lnTo>
                <a:lnTo>
                  <a:pt x="128" y="5478"/>
                </a:lnTo>
                <a:lnTo>
                  <a:pt x="235" y="5799"/>
                </a:lnTo>
                <a:lnTo>
                  <a:pt x="364" y="6098"/>
                </a:lnTo>
                <a:lnTo>
                  <a:pt x="514" y="6376"/>
                </a:lnTo>
                <a:lnTo>
                  <a:pt x="706" y="6654"/>
                </a:lnTo>
                <a:lnTo>
                  <a:pt x="899" y="6911"/>
                </a:lnTo>
                <a:lnTo>
                  <a:pt x="1134" y="7147"/>
                </a:lnTo>
                <a:lnTo>
                  <a:pt x="1391" y="7382"/>
                </a:lnTo>
                <a:lnTo>
                  <a:pt x="1648" y="7574"/>
                </a:lnTo>
                <a:lnTo>
                  <a:pt x="1904" y="7767"/>
                </a:lnTo>
                <a:lnTo>
                  <a:pt x="2182" y="7960"/>
                </a:lnTo>
                <a:lnTo>
                  <a:pt x="2482" y="8131"/>
                </a:lnTo>
                <a:lnTo>
                  <a:pt x="2781" y="8302"/>
                </a:lnTo>
                <a:lnTo>
                  <a:pt x="3081" y="8430"/>
                </a:lnTo>
                <a:lnTo>
                  <a:pt x="3381" y="8537"/>
                </a:lnTo>
                <a:lnTo>
                  <a:pt x="3701" y="8623"/>
                </a:lnTo>
                <a:lnTo>
                  <a:pt x="4022" y="8666"/>
                </a:lnTo>
                <a:lnTo>
                  <a:pt x="4343" y="8687"/>
                </a:lnTo>
                <a:lnTo>
                  <a:pt x="4964" y="8687"/>
                </a:lnTo>
                <a:lnTo>
                  <a:pt x="5328" y="8666"/>
                </a:lnTo>
                <a:lnTo>
                  <a:pt x="5627" y="8601"/>
                </a:lnTo>
                <a:lnTo>
                  <a:pt x="5927" y="8495"/>
                </a:lnTo>
                <a:lnTo>
                  <a:pt x="6248" y="8345"/>
                </a:lnTo>
                <a:lnTo>
                  <a:pt x="6569" y="8195"/>
                </a:lnTo>
                <a:lnTo>
                  <a:pt x="6718" y="8109"/>
                </a:lnTo>
                <a:lnTo>
                  <a:pt x="6868" y="8002"/>
                </a:lnTo>
                <a:lnTo>
                  <a:pt x="7018" y="7874"/>
                </a:lnTo>
                <a:lnTo>
                  <a:pt x="7146" y="7724"/>
                </a:lnTo>
                <a:lnTo>
                  <a:pt x="7424" y="7425"/>
                </a:lnTo>
                <a:lnTo>
                  <a:pt x="7702" y="7147"/>
                </a:lnTo>
                <a:lnTo>
                  <a:pt x="7981" y="6847"/>
                </a:lnTo>
                <a:lnTo>
                  <a:pt x="8216" y="6547"/>
                </a:lnTo>
                <a:lnTo>
                  <a:pt x="8323" y="6376"/>
                </a:lnTo>
                <a:lnTo>
                  <a:pt x="8430" y="6205"/>
                </a:lnTo>
                <a:lnTo>
                  <a:pt x="8580" y="5841"/>
                </a:lnTo>
                <a:lnTo>
                  <a:pt x="8729" y="5478"/>
                </a:lnTo>
                <a:lnTo>
                  <a:pt x="8815" y="5093"/>
                </a:lnTo>
                <a:lnTo>
                  <a:pt x="8879" y="4707"/>
                </a:lnTo>
                <a:lnTo>
                  <a:pt x="8922" y="4301"/>
                </a:lnTo>
                <a:lnTo>
                  <a:pt x="8901" y="3916"/>
                </a:lnTo>
                <a:lnTo>
                  <a:pt x="8836" y="3531"/>
                </a:lnTo>
                <a:lnTo>
                  <a:pt x="8794" y="3338"/>
                </a:lnTo>
                <a:lnTo>
                  <a:pt x="8729" y="3146"/>
                </a:lnTo>
                <a:lnTo>
                  <a:pt x="8623" y="2825"/>
                </a:lnTo>
                <a:lnTo>
                  <a:pt x="8494" y="2504"/>
                </a:lnTo>
                <a:lnTo>
                  <a:pt x="8344" y="2204"/>
                </a:lnTo>
                <a:lnTo>
                  <a:pt x="8195" y="1926"/>
                </a:lnTo>
                <a:lnTo>
                  <a:pt x="7981" y="1626"/>
                </a:lnTo>
                <a:lnTo>
                  <a:pt x="7745" y="1391"/>
                </a:lnTo>
                <a:lnTo>
                  <a:pt x="7467" y="1156"/>
                </a:lnTo>
                <a:lnTo>
                  <a:pt x="7210" y="920"/>
                </a:lnTo>
                <a:lnTo>
                  <a:pt x="6954" y="728"/>
                </a:lnTo>
                <a:lnTo>
                  <a:pt x="6697" y="557"/>
                </a:lnTo>
                <a:lnTo>
                  <a:pt x="6419" y="386"/>
                </a:lnTo>
                <a:lnTo>
                  <a:pt x="6141" y="236"/>
                </a:lnTo>
                <a:lnTo>
                  <a:pt x="5969" y="172"/>
                </a:lnTo>
                <a:lnTo>
                  <a:pt x="5820" y="129"/>
                </a:lnTo>
                <a:lnTo>
                  <a:pt x="5477" y="65"/>
                </a:lnTo>
                <a:lnTo>
                  <a:pt x="5135" y="43"/>
                </a:lnTo>
                <a:lnTo>
                  <a:pt x="4771" y="22"/>
                </a:lnTo>
                <a:lnTo>
                  <a:pt x="4429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7"/>
          <p:cNvSpPr/>
          <p:nvPr/>
        </p:nvSpPr>
        <p:spPr>
          <a:xfrm>
            <a:off x="4601832" y="2124932"/>
            <a:ext cx="182743" cy="240577"/>
          </a:xfrm>
          <a:custGeom>
            <a:rect b="b" l="l" r="r" t="t"/>
            <a:pathLst>
              <a:path extrusionOk="0" h="8902" w="6762">
                <a:moveTo>
                  <a:pt x="1305" y="1092"/>
                </a:moveTo>
                <a:lnTo>
                  <a:pt x="1348" y="1135"/>
                </a:lnTo>
                <a:lnTo>
                  <a:pt x="1477" y="1263"/>
                </a:lnTo>
                <a:lnTo>
                  <a:pt x="1562" y="1434"/>
                </a:lnTo>
                <a:lnTo>
                  <a:pt x="1584" y="1499"/>
                </a:lnTo>
                <a:lnTo>
                  <a:pt x="1562" y="1541"/>
                </a:lnTo>
                <a:lnTo>
                  <a:pt x="1541" y="1541"/>
                </a:lnTo>
                <a:lnTo>
                  <a:pt x="1477" y="1520"/>
                </a:lnTo>
                <a:lnTo>
                  <a:pt x="1348" y="1370"/>
                </a:lnTo>
                <a:lnTo>
                  <a:pt x="1284" y="1306"/>
                </a:lnTo>
                <a:lnTo>
                  <a:pt x="1241" y="1220"/>
                </a:lnTo>
                <a:lnTo>
                  <a:pt x="1241" y="1156"/>
                </a:lnTo>
                <a:lnTo>
                  <a:pt x="1241" y="1113"/>
                </a:lnTo>
                <a:lnTo>
                  <a:pt x="1263" y="1092"/>
                </a:lnTo>
                <a:close/>
                <a:moveTo>
                  <a:pt x="792" y="1734"/>
                </a:moveTo>
                <a:lnTo>
                  <a:pt x="856" y="1755"/>
                </a:lnTo>
                <a:lnTo>
                  <a:pt x="878" y="1798"/>
                </a:lnTo>
                <a:lnTo>
                  <a:pt x="899" y="1841"/>
                </a:lnTo>
                <a:lnTo>
                  <a:pt x="878" y="1862"/>
                </a:lnTo>
                <a:lnTo>
                  <a:pt x="856" y="1905"/>
                </a:lnTo>
                <a:lnTo>
                  <a:pt x="813" y="1905"/>
                </a:lnTo>
                <a:lnTo>
                  <a:pt x="749" y="1926"/>
                </a:lnTo>
                <a:lnTo>
                  <a:pt x="706" y="1905"/>
                </a:lnTo>
                <a:lnTo>
                  <a:pt x="685" y="1884"/>
                </a:lnTo>
                <a:lnTo>
                  <a:pt x="685" y="1841"/>
                </a:lnTo>
                <a:lnTo>
                  <a:pt x="728" y="1777"/>
                </a:lnTo>
                <a:lnTo>
                  <a:pt x="749" y="1755"/>
                </a:lnTo>
                <a:lnTo>
                  <a:pt x="792" y="1734"/>
                </a:lnTo>
                <a:close/>
                <a:moveTo>
                  <a:pt x="2910" y="1670"/>
                </a:moveTo>
                <a:lnTo>
                  <a:pt x="2846" y="1712"/>
                </a:lnTo>
                <a:lnTo>
                  <a:pt x="2760" y="1755"/>
                </a:lnTo>
                <a:lnTo>
                  <a:pt x="2718" y="1819"/>
                </a:lnTo>
                <a:lnTo>
                  <a:pt x="2675" y="1884"/>
                </a:lnTo>
                <a:lnTo>
                  <a:pt x="2675" y="1926"/>
                </a:lnTo>
                <a:lnTo>
                  <a:pt x="2696" y="1969"/>
                </a:lnTo>
                <a:lnTo>
                  <a:pt x="2932" y="1969"/>
                </a:lnTo>
                <a:lnTo>
                  <a:pt x="3081" y="1991"/>
                </a:lnTo>
                <a:lnTo>
                  <a:pt x="3231" y="2033"/>
                </a:lnTo>
                <a:lnTo>
                  <a:pt x="3317" y="2033"/>
                </a:lnTo>
                <a:lnTo>
                  <a:pt x="3381" y="2012"/>
                </a:lnTo>
                <a:lnTo>
                  <a:pt x="3702" y="1969"/>
                </a:lnTo>
                <a:lnTo>
                  <a:pt x="4023" y="1948"/>
                </a:lnTo>
                <a:lnTo>
                  <a:pt x="4237" y="1948"/>
                </a:lnTo>
                <a:lnTo>
                  <a:pt x="4451" y="1926"/>
                </a:lnTo>
                <a:lnTo>
                  <a:pt x="4879" y="1905"/>
                </a:lnTo>
                <a:lnTo>
                  <a:pt x="5135" y="1905"/>
                </a:lnTo>
                <a:lnTo>
                  <a:pt x="5199" y="1884"/>
                </a:lnTo>
                <a:lnTo>
                  <a:pt x="5242" y="1862"/>
                </a:lnTo>
                <a:lnTo>
                  <a:pt x="5242" y="1819"/>
                </a:lnTo>
                <a:lnTo>
                  <a:pt x="5199" y="1755"/>
                </a:lnTo>
                <a:lnTo>
                  <a:pt x="5135" y="1712"/>
                </a:lnTo>
                <a:lnTo>
                  <a:pt x="5050" y="1691"/>
                </a:lnTo>
                <a:lnTo>
                  <a:pt x="4836" y="1691"/>
                </a:lnTo>
                <a:lnTo>
                  <a:pt x="4451" y="1734"/>
                </a:lnTo>
                <a:lnTo>
                  <a:pt x="4237" y="1755"/>
                </a:lnTo>
                <a:lnTo>
                  <a:pt x="4044" y="1755"/>
                </a:lnTo>
                <a:lnTo>
                  <a:pt x="3616" y="1734"/>
                </a:lnTo>
                <a:lnTo>
                  <a:pt x="3531" y="1755"/>
                </a:lnTo>
                <a:lnTo>
                  <a:pt x="3424" y="1777"/>
                </a:lnTo>
                <a:lnTo>
                  <a:pt x="3317" y="1798"/>
                </a:lnTo>
                <a:lnTo>
                  <a:pt x="3231" y="1798"/>
                </a:lnTo>
                <a:lnTo>
                  <a:pt x="3167" y="1777"/>
                </a:lnTo>
                <a:lnTo>
                  <a:pt x="3103" y="1734"/>
                </a:lnTo>
                <a:lnTo>
                  <a:pt x="3060" y="1691"/>
                </a:lnTo>
                <a:lnTo>
                  <a:pt x="2996" y="1670"/>
                </a:lnTo>
                <a:close/>
                <a:moveTo>
                  <a:pt x="4707" y="2654"/>
                </a:moveTo>
                <a:lnTo>
                  <a:pt x="4451" y="2675"/>
                </a:lnTo>
                <a:lnTo>
                  <a:pt x="4279" y="2697"/>
                </a:lnTo>
                <a:lnTo>
                  <a:pt x="3809" y="2739"/>
                </a:lnTo>
                <a:lnTo>
                  <a:pt x="3573" y="2761"/>
                </a:lnTo>
                <a:lnTo>
                  <a:pt x="3359" y="2761"/>
                </a:lnTo>
                <a:lnTo>
                  <a:pt x="3124" y="2739"/>
                </a:lnTo>
                <a:lnTo>
                  <a:pt x="2910" y="2697"/>
                </a:lnTo>
                <a:lnTo>
                  <a:pt x="2803" y="2675"/>
                </a:lnTo>
                <a:lnTo>
                  <a:pt x="2696" y="2697"/>
                </a:lnTo>
                <a:lnTo>
                  <a:pt x="2482" y="2718"/>
                </a:lnTo>
                <a:lnTo>
                  <a:pt x="2397" y="2697"/>
                </a:lnTo>
                <a:lnTo>
                  <a:pt x="2290" y="2675"/>
                </a:lnTo>
                <a:lnTo>
                  <a:pt x="2097" y="2675"/>
                </a:lnTo>
                <a:lnTo>
                  <a:pt x="2033" y="2718"/>
                </a:lnTo>
                <a:lnTo>
                  <a:pt x="1990" y="2761"/>
                </a:lnTo>
                <a:lnTo>
                  <a:pt x="1969" y="2825"/>
                </a:lnTo>
                <a:lnTo>
                  <a:pt x="1990" y="2846"/>
                </a:lnTo>
                <a:lnTo>
                  <a:pt x="2012" y="2868"/>
                </a:lnTo>
                <a:lnTo>
                  <a:pt x="2140" y="2889"/>
                </a:lnTo>
                <a:lnTo>
                  <a:pt x="2247" y="2911"/>
                </a:lnTo>
                <a:lnTo>
                  <a:pt x="2504" y="2932"/>
                </a:lnTo>
                <a:lnTo>
                  <a:pt x="2974" y="2932"/>
                </a:lnTo>
                <a:lnTo>
                  <a:pt x="3210" y="2953"/>
                </a:lnTo>
                <a:lnTo>
                  <a:pt x="3424" y="2953"/>
                </a:lnTo>
                <a:lnTo>
                  <a:pt x="3873" y="2932"/>
                </a:lnTo>
                <a:lnTo>
                  <a:pt x="4322" y="2889"/>
                </a:lnTo>
                <a:lnTo>
                  <a:pt x="5028" y="2889"/>
                </a:lnTo>
                <a:lnTo>
                  <a:pt x="5093" y="2868"/>
                </a:lnTo>
                <a:lnTo>
                  <a:pt x="5135" y="2846"/>
                </a:lnTo>
                <a:lnTo>
                  <a:pt x="5135" y="2804"/>
                </a:lnTo>
                <a:lnTo>
                  <a:pt x="5114" y="2739"/>
                </a:lnTo>
                <a:lnTo>
                  <a:pt x="5050" y="2697"/>
                </a:lnTo>
                <a:lnTo>
                  <a:pt x="4943" y="2675"/>
                </a:lnTo>
                <a:lnTo>
                  <a:pt x="4707" y="2654"/>
                </a:lnTo>
                <a:close/>
                <a:moveTo>
                  <a:pt x="3295" y="3424"/>
                </a:moveTo>
                <a:lnTo>
                  <a:pt x="3060" y="3467"/>
                </a:lnTo>
                <a:lnTo>
                  <a:pt x="2825" y="3531"/>
                </a:lnTo>
                <a:lnTo>
                  <a:pt x="2568" y="3574"/>
                </a:lnTo>
                <a:lnTo>
                  <a:pt x="2461" y="3595"/>
                </a:lnTo>
                <a:lnTo>
                  <a:pt x="2332" y="3574"/>
                </a:lnTo>
                <a:lnTo>
                  <a:pt x="2119" y="3531"/>
                </a:lnTo>
                <a:lnTo>
                  <a:pt x="1905" y="3531"/>
                </a:lnTo>
                <a:lnTo>
                  <a:pt x="1840" y="3553"/>
                </a:lnTo>
                <a:lnTo>
                  <a:pt x="1776" y="3595"/>
                </a:lnTo>
                <a:lnTo>
                  <a:pt x="1755" y="3617"/>
                </a:lnTo>
                <a:lnTo>
                  <a:pt x="1755" y="3638"/>
                </a:lnTo>
                <a:lnTo>
                  <a:pt x="1776" y="3681"/>
                </a:lnTo>
                <a:lnTo>
                  <a:pt x="1819" y="3702"/>
                </a:lnTo>
                <a:lnTo>
                  <a:pt x="1926" y="3766"/>
                </a:lnTo>
                <a:lnTo>
                  <a:pt x="2033" y="3788"/>
                </a:lnTo>
                <a:lnTo>
                  <a:pt x="2140" y="3831"/>
                </a:lnTo>
                <a:lnTo>
                  <a:pt x="2482" y="3831"/>
                </a:lnTo>
                <a:lnTo>
                  <a:pt x="2718" y="3788"/>
                </a:lnTo>
                <a:lnTo>
                  <a:pt x="3167" y="3681"/>
                </a:lnTo>
                <a:lnTo>
                  <a:pt x="3402" y="3659"/>
                </a:lnTo>
                <a:lnTo>
                  <a:pt x="3638" y="3638"/>
                </a:lnTo>
                <a:lnTo>
                  <a:pt x="3894" y="3659"/>
                </a:lnTo>
                <a:lnTo>
                  <a:pt x="4001" y="3681"/>
                </a:lnTo>
                <a:lnTo>
                  <a:pt x="4130" y="3681"/>
                </a:lnTo>
                <a:lnTo>
                  <a:pt x="4365" y="3638"/>
                </a:lnTo>
                <a:lnTo>
                  <a:pt x="4472" y="3638"/>
                </a:lnTo>
                <a:lnTo>
                  <a:pt x="4579" y="3659"/>
                </a:lnTo>
                <a:lnTo>
                  <a:pt x="4814" y="3745"/>
                </a:lnTo>
                <a:lnTo>
                  <a:pt x="4986" y="3745"/>
                </a:lnTo>
                <a:lnTo>
                  <a:pt x="5050" y="3702"/>
                </a:lnTo>
                <a:lnTo>
                  <a:pt x="5093" y="3659"/>
                </a:lnTo>
                <a:lnTo>
                  <a:pt x="5114" y="3595"/>
                </a:lnTo>
                <a:lnTo>
                  <a:pt x="5114" y="3553"/>
                </a:lnTo>
                <a:lnTo>
                  <a:pt x="5071" y="3488"/>
                </a:lnTo>
                <a:lnTo>
                  <a:pt x="4986" y="3467"/>
                </a:lnTo>
                <a:lnTo>
                  <a:pt x="4729" y="3467"/>
                </a:lnTo>
                <a:lnTo>
                  <a:pt x="4515" y="3424"/>
                </a:lnTo>
                <a:lnTo>
                  <a:pt x="4301" y="3424"/>
                </a:lnTo>
                <a:lnTo>
                  <a:pt x="4044" y="3446"/>
                </a:lnTo>
                <a:lnTo>
                  <a:pt x="3809" y="3424"/>
                </a:lnTo>
                <a:close/>
                <a:moveTo>
                  <a:pt x="2632" y="4237"/>
                </a:moveTo>
                <a:lnTo>
                  <a:pt x="2397" y="4259"/>
                </a:lnTo>
                <a:lnTo>
                  <a:pt x="1947" y="4366"/>
                </a:lnTo>
                <a:lnTo>
                  <a:pt x="1776" y="4430"/>
                </a:lnTo>
                <a:lnTo>
                  <a:pt x="1648" y="4515"/>
                </a:lnTo>
                <a:lnTo>
                  <a:pt x="1626" y="4558"/>
                </a:lnTo>
                <a:lnTo>
                  <a:pt x="1626" y="4580"/>
                </a:lnTo>
                <a:lnTo>
                  <a:pt x="1712" y="4601"/>
                </a:lnTo>
                <a:lnTo>
                  <a:pt x="1840" y="4601"/>
                </a:lnTo>
                <a:lnTo>
                  <a:pt x="2119" y="4580"/>
                </a:lnTo>
                <a:lnTo>
                  <a:pt x="2375" y="4537"/>
                </a:lnTo>
                <a:lnTo>
                  <a:pt x="2653" y="4494"/>
                </a:lnTo>
                <a:lnTo>
                  <a:pt x="2932" y="4494"/>
                </a:lnTo>
                <a:lnTo>
                  <a:pt x="3188" y="4537"/>
                </a:lnTo>
                <a:lnTo>
                  <a:pt x="3295" y="4558"/>
                </a:lnTo>
                <a:lnTo>
                  <a:pt x="3424" y="4558"/>
                </a:lnTo>
                <a:lnTo>
                  <a:pt x="3680" y="4494"/>
                </a:lnTo>
                <a:lnTo>
                  <a:pt x="3809" y="4473"/>
                </a:lnTo>
                <a:lnTo>
                  <a:pt x="3937" y="4515"/>
                </a:lnTo>
                <a:lnTo>
                  <a:pt x="4108" y="4558"/>
                </a:lnTo>
                <a:lnTo>
                  <a:pt x="4536" y="4558"/>
                </a:lnTo>
                <a:lnTo>
                  <a:pt x="4729" y="4537"/>
                </a:lnTo>
                <a:lnTo>
                  <a:pt x="4814" y="4515"/>
                </a:lnTo>
                <a:lnTo>
                  <a:pt x="4921" y="4494"/>
                </a:lnTo>
                <a:lnTo>
                  <a:pt x="4964" y="4473"/>
                </a:lnTo>
                <a:lnTo>
                  <a:pt x="5007" y="4451"/>
                </a:lnTo>
                <a:lnTo>
                  <a:pt x="5007" y="4408"/>
                </a:lnTo>
                <a:lnTo>
                  <a:pt x="5007" y="4366"/>
                </a:lnTo>
                <a:lnTo>
                  <a:pt x="4986" y="4323"/>
                </a:lnTo>
                <a:lnTo>
                  <a:pt x="4943" y="4301"/>
                </a:lnTo>
                <a:lnTo>
                  <a:pt x="4836" y="4280"/>
                </a:lnTo>
                <a:lnTo>
                  <a:pt x="4386" y="4280"/>
                </a:lnTo>
                <a:lnTo>
                  <a:pt x="4151" y="4259"/>
                </a:lnTo>
                <a:lnTo>
                  <a:pt x="3937" y="4237"/>
                </a:lnTo>
                <a:lnTo>
                  <a:pt x="3702" y="4237"/>
                </a:lnTo>
                <a:lnTo>
                  <a:pt x="3488" y="4280"/>
                </a:lnTo>
                <a:lnTo>
                  <a:pt x="3402" y="4323"/>
                </a:lnTo>
                <a:lnTo>
                  <a:pt x="3188" y="4323"/>
                </a:lnTo>
                <a:lnTo>
                  <a:pt x="3081" y="4301"/>
                </a:lnTo>
                <a:lnTo>
                  <a:pt x="2867" y="4237"/>
                </a:lnTo>
                <a:close/>
                <a:moveTo>
                  <a:pt x="2268" y="5050"/>
                </a:moveTo>
                <a:lnTo>
                  <a:pt x="2140" y="5072"/>
                </a:lnTo>
                <a:lnTo>
                  <a:pt x="2033" y="5114"/>
                </a:lnTo>
                <a:lnTo>
                  <a:pt x="1926" y="5157"/>
                </a:lnTo>
                <a:lnTo>
                  <a:pt x="1819" y="5200"/>
                </a:lnTo>
                <a:lnTo>
                  <a:pt x="1584" y="5200"/>
                </a:lnTo>
                <a:lnTo>
                  <a:pt x="1562" y="5221"/>
                </a:lnTo>
                <a:lnTo>
                  <a:pt x="1562" y="5243"/>
                </a:lnTo>
                <a:lnTo>
                  <a:pt x="1584" y="5264"/>
                </a:lnTo>
                <a:lnTo>
                  <a:pt x="1605" y="5307"/>
                </a:lnTo>
                <a:lnTo>
                  <a:pt x="1691" y="5328"/>
                </a:lnTo>
                <a:lnTo>
                  <a:pt x="1798" y="5328"/>
                </a:lnTo>
                <a:lnTo>
                  <a:pt x="1926" y="5307"/>
                </a:lnTo>
                <a:lnTo>
                  <a:pt x="2161" y="5243"/>
                </a:lnTo>
                <a:lnTo>
                  <a:pt x="2268" y="5221"/>
                </a:lnTo>
                <a:lnTo>
                  <a:pt x="2332" y="5221"/>
                </a:lnTo>
                <a:lnTo>
                  <a:pt x="2546" y="5264"/>
                </a:lnTo>
                <a:lnTo>
                  <a:pt x="2653" y="5286"/>
                </a:lnTo>
                <a:lnTo>
                  <a:pt x="2760" y="5286"/>
                </a:lnTo>
                <a:lnTo>
                  <a:pt x="2974" y="5243"/>
                </a:lnTo>
                <a:lnTo>
                  <a:pt x="3124" y="5200"/>
                </a:lnTo>
                <a:lnTo>
                  <a:pt x="3188" y="5179"/>
                </a:lnTo>
                <a:lnTo>
                  <a:pt x="3146" y="5136"/>
                </a:lnTo>
                <a:lnTo>
                  <a:pt x="3081" y="5093"/>
                </a:lnTo>
                <a:lnTo>
                  <a:pt x="2910" y="5093"/>
                </a:lnTo>
                <a:lnTo>
                  <a:pt x="2782" y="5114"/>
                </a:lnTo>
                <a:lnTo>
                  <a:pt x="2653" y="5136"/>
                </a:lnTo>
                <a:lnTo>
                  <a:pt x="2568" y="5114"/>
                </a:lnTo>
                <a:lnTo>
                  <a:pt x="2461" y="5093"/>
                </a:lnTo>
                <a:lnTo>
                  <a:pt x="2375" y="5072"/>
                </a:lnTo>
                <a:lnTo>
                  <a:pt x="2268" y="5050"/>
                </a:lnTo>
                <a:close/>
                <a:moveTo>
                  <a:pt x="4515" y="6034"/>
                </a:moveTo>
                <a:lnTo>
                  <a:pt x="4558" y="6120"/>
                </a:lnTo>
                <a:lnTo>
                  <a:pt x="4579" y="6270"/>
                </a:lnTo>
                <a:lnTo>
                  <a:pt x="4579" y="6313"/>
                </a:lnTo>
                <a:lnTo>
                  <a:pt x="4558" y="6377"/>
                </a:lnTo>
                <a:lnTo>
                  <a:pt x="4536" y="6398"/>
                </a:lnTo>
                <a:lnTo>
                  <a:pt x="4451" y="6398"/>
                </a:lnTo>
                <a:lnTo>
                  <a:pt x="4429" y="6377"/>
                </a:lnTo>
                <a:lnTo>
                  <a:pt x="4408" y="6334"/>
                </a:lnTo>
                <a:lnTo>
                  <a:pt x="4451" y="6206"/>
                </a:lnTo>
                <a:lnTo>
                  <a:pt x="4493" y="6077"/>
                </a:lnTo>
                <a:lnTo>
                  <a:pt x="4515" y="6034"/>
                </a:lnTo>
                <a:close/>
                <a:moveTo>
                  <a:pt x="5627" y="5478"/>
                </a:moveTo>
                <a:lnTo>
                  <a:pt x="5585" y="5500"/>
                </a:lnTo>
                <a:lnTo>
                  <a:pt x="5520" y="5542"/>
                </a:lnTo>
                <a:lnTo>
                  <a:pt x="5478" y="5606"/>
                </a:lnTo>
                <a:lnTo>
                  <a:pt x="5478" y="5692"/>
                </a:lnTo>
                <a:lnTo>
                  <a:pt x="5478" y="5756"/>
                </a:lnTo>
                <a:lnTo>
                  <a:pt x="5478" y="5842"/>
                </a:lnTo>
                <a:lnTo>
                  <a:pt x="5499" y="5992"/>
                </a:lnTo>
                <a:lnTo>
                  <a:pt x="5499" y="6077"/>
                </a:lnTo>
                <a:lnTo>
                  <a:pt x="5478" y="6141"/>
                </a:lnTo>
                <a:lnTo>
                  <a:pt x="5435" y="6184"/>
                </a:lnTo>
                <a:lnTo>
                  <a:pt x="5392" y="6227"/>
                </a:lnTo>
                <a:lnTo>
                  <a:pt x="5306" y="6291"/>
                </a:lnTo>
                <a:lnTo>
                  <a:pt x="5264" y="6313"/>
                </a:lnTo>
                <a:lnTo>
                  <a:pt x="5242" y="6355"/>
                </a:lnTo>
                <a:lnTo>
                  <a:pt x="5242" y="6420"/>
                </a:lnTo>
                <a:lnTo>
                  <a:pt x="5264" y="6484"/>
                </a:lnTo>
                <a:lnTo>
                  <a:pt x="5306" y="6527"/>
                </a:lnTo>
                <a:lnTo>
                  <a:pt x="5371" y="6548"/>
                </a:lnTo>
                <a:lnTo>
                  <a:pt x="5435" y="6569"/>
                </a:lnTo>
                <a:lnTo>
                  <a:pt x="5499" y="6591"/>
                </a:lnTo>
                <a:lnTo>
                  <a:pt x="5542" y="6655"/>
                </a:lnTo>
                <a:lnTo>
                  <a:pt x="5563" y="6698"/>
                </a:lnTo>
                <a:lnTo>
                  <a:pt x="5563" y="6762"/>
                </a:lnTo>
                <a:lnTo>
                  <a:pt x="5606" y="6826"/>
                </a:lnTo>
                <a:lnTo>
                  <a:pt x="5649" y="6869"/>
                </a:lnTo>
                <a:lnTo>
                  <a:pt x="5692" y="6890"/>
                </a:lnTo>
                <a:lnTo>
                  <a:pt x="5734" y="6912"/>
                </a:lnTo>
                <a:lnTo>
                  <a:pt x="5820" y="6912"/>
                </a:lnTo>
                <a:lnTo>
                  <a:pt x="5863" y="6869"/>
                </a:lnTo>
                <a:lnTo>
                  <a:pt x="5906" y="6826"/>
                </a:lnTo>
                <a:lnTo>
                  <a:pt x="5927" y="6783"/>
                </a:lnTo>
                <a:lnTo>
                  <a:pt x="5948" y="6698"/>
                </a:lnTo>
                <a:lnTo>
                  <a:pt x="5927" y="6633"/>
                </a:lnTo>
                <a:lnTo>
                  <a:pt x="5927" y="6548"/>
                </a:lnTo>
                <a:lnTo>
                  <a:pt x="5927" y="6462"/>
                </a:lnTo>
                <a:lnTo>
                  <a:pt x="5970" y="6441"/>
                </a:lnTo>
                <a:lnTo>
                  <a:pt x="5991" y="6398"/>
                </a:lnTo>
                <a:lnTo>
                  <a:pt x="6077" y="6355"/>
                </a:lnTo>
                <a:lnTo>
                  <a:pt x="6141" y="6248"/>
                </a:lnTo>
                <a:lnTo>
                  <a:pt x="6162" y="6206"/>
                </a:lnTo>
                <a:lnTo>
                  <a:pt x="6162" y="6141"/>
                </a:lnTo>
                <a:lnTo>
                  <a:pt x="6141" y="6099"/>
                </a:lnTo>
                <a:lnTo>
                  <a:pt x="6120" y="6056"/>
                </a:lnTo>
                <a:lnTo>
                  <a:pt x="6055" y="6034"/>
                </a:lnTo>
                <a:lnTo>
                  <a:pt x="5991" y="6013"/>
                </a:lnTo>
                <a:lnTo>
                  <a:pt x="5884" y="5970"/>
                </a:lnTo>
                <a:lnTo>
                  <a:pt x="5863" y="5949"/>
                </a:lnTo>
                <a:lnTo>
                  <a:pt x="5841" y="5927"/>
                </a:lnTo>
                <a:lnTo>
                  <a:pt x="5820" y="5713"/>
                </a:lnTo>
                <a:lnTo>
                  <a:pt x="5777" y="5585"/>
                </a:lnTo>
                <a:lnTo>
                  <a:pt x="5713" y="5500"/>
                </a:lnTo>
                <a:lnTo>
                  <a:pt x="5670" y="5478"/>
                </a:lnTo>
                <a:close/>
                <a:moveTo>
                  <a:pt x="4408" y="5307"/>
                </a:moveTo>
                <a:lnTo>
                  <a:pt x="4344" y="5328"/>
                </a:lnTo>
                <a:lnTo>
                  <a:pt x="4301" y="5371"/>
                </a:lnTo>
                <a:lnTo>
                  <a:pt x="4258" y="5435"/>
                </a:lnTo>
                <a:lnTo>
                  <a:pt x="4194" y="5564"/>
                </a:lnTo>
                <a:lnTo>
                  <a:pt x="4151" y="5735"/>
                </a:lnTo>
                <a:lnTo>
                  <a:pt x="4108" y="6120"/>
                </a:lnTo>
                <a:lnTo>
                  <a:pt x="4087" y="6270"/>
                </a:lnTo>
                <a:lnTo>
                  <a:pt x="4066" y="6398"/>
                </a:lnTo>
                <a:lnTo>
                  <a:pt x="4023" y="6462"/>
                </a:lnTo>
                <a:lnTo>
                  <a:pt x="3980" y="6527"/>
                </a:lnTo>
                <a:lnTo>
                  <a:pt x="3894" y="6591"/>
                </a:lnTo>
                <a:lnTo>
                  <a:pt x="3787" y="6633"/>
                </a:lnTo>
                <a:lnTo>
                  <a:pt x="3723" y="6676"/>
                </a:lnTo>
                <a:lnTo>
                  <a:pt x="3680" y="6740"/>
                </a:lnTo>
                <a:lnTo>
                  <a:pt x="3659" y="6783"/>
                </a:lnTo>
                <a:lnTo>
                  <a:pt x="3638" y="6826"/>
                </a:lnTo>
                <a:lnTo>
                  <a:pt x="3638" y="6869"/>
                </a:lnTo>
                <a:lnTo>
                  <a:pt x="3659" y="6890"/>
                </a:lnTo>
                <a:lnTo>
                  <a:pt x="3723" y="6933"/>
                </a:lnTo>
                <a:lnTo>
                  <a:pt x="3787" y="6976"/>
                </a:lnTo>
                <a:lnTo>
                  <a:pt x="3852" y="7061"/>
                </a:lnTo>
                <a:lnTo>
                  <a:pt x="3873" y="7126"/>
                </a:lnTo>
                <a:lnTo>
                  <a:pt x="3873" y="7190"/>
                </a:lnTo>
                <a:lnTo>
                  <a:pt x="3830" y="7318"/>
                </a:lnTo>
                <a:lnTo>
                  <a:pt x="3809" y="7425"/>
                </a:lnTo>
                <a:lnTo>
                  <a:pt x="3787" y="7554"/>
                </a:lnTo>
                <a:lnTo>
                  <a:pt x="3787" y="7618"/>
                </a:lnTo>
                <a:lnTo>
                  <a:pt x="3787" y="7682"/>
                </a:lnTo>
                <a:lnTo>
                  <a:pt x="3830" y="7725"/>
                </a:lnTo>
                <a:lnTo>
                  <a:pt x="3873" y="7746"/>
                </a:lnTo>
                <a:lnTo>
                  <a:pt x="3980" y="7746"/>
                </a:lnTo>
                <a:lnTo>
                  <a:pt x="4087" y="7682"/>
                </a:lnTo>
                <a:lnTo>
                  <a:pt x="4172" y="7596"/>
                </a:lnTo>
                <a:lnTo>
                  <a:pt x="4237" y="7532"/>
                </a:lnTo>
                <a:lnTo>
                  <a:pt x="4279" y="7468"/>
                </a:lnTo>
                <a:lnTo>
                  <a:pt x="4279" y="7382"/>
                </a:lnTo>
                <a:lnTo>
                  <a:pt x="4301" y="7233"/>
                </a:lnTo>
                <a:lnTo>
                  <a:pt x="4301" y="7061"/>
                </a:lnTo>
                <a:lnTo>
                  <a:pt x="4322" y="6976"/>
                </a:lnTo>
                <a:lnTo>
                  <a:pt x="4365" y="6912"/>
                </a:lnTo>
                <a:lnTo>
                  <a:pt x="4451" y="6826"/>
                </a:lnTo>
                <a:lnTo>
                  <a:pt x="4558" y="6762"/>
                </a:lnTo>
                <a:lnTo>
                  <a:pt x="4600" y="6740"/>
                </a:lnTo>
                <a:lnTo>
                  <a:pt x="4665" y="6740"/>
                </a:lnTo>
                <a:lnTo>
                  <a:pt x="4707" y="6762"/>
                </a:lnTo>
                <a:lnTo>
                  <a:pt x="4772" y="6805"/>
                </a:lnTo>
                <a:lnTo>
                  <a:pt x="4793" y="6847"/>
                </a:lnTo>
                <a:lnTo>
                  <a:pt x="4836" y="6912"/>
                </a:lnTo>
                <a:lnTo>
                  <a:pt x="4857" y="7083"/>
                </a:lnTo>
                <a:lnTo>
                  <a:pt x="4900" y="7233"/>
                </a:lnTo>
                <a:lnTo>
                  <a:pt x="4943" y="7382"/>
                </a:lnTo>
                <a:lnTo>
                  <a:pt x="5007" y="7489"/>
                </a:lnTo>
                <a:lnTo>
                  <a:pt x="5028" y="7511"/>
                </a:lnTo>
                <a:lnTo>
                  <a:pt x="5071" y="7532"/>
                </a:lnTo>
                <a:lnTo>
                  <a:pt x="5135" y="7532"/>
                </a:lnTo>
                <a:lnTo>
                  <a:pt x="5264" y="7447"/>
                </a:lnTo>
                <a:lnTo>
                  <a:pt x="5328" y="7361"/>
                </a:lnTo>
                <a:lnTo>
                  <a:pt x="5371" y="7275"/>
                </a:lnTo>
                <a:lnTo>
                  <a:pt x="5371" y="7168"/>
                </a:lnTo>
                <a:lnTo>
                  <a:pt x="5328" y="7040"/>
                </a:lnTo>
                <a:lnTo>
                  <a:pt x="5285" y="6912"/>
                </a:lnTo>
                <a:lnTo>
                  <a:pt x="5242" y="6783"/>
                </a:lnTo>
                <a:lnTo>
                  <a:pt x="5178" y="6676"/>
                </a:lnTo>
                <a:lnTo>
                  <a:pt x="5135" y="6548"/>
                </a:lnTo>
                <a:lnTo>
                  <a:pt x="5135" y="6398"/>
                </a:lnTo>
                <a:lnTo>
                  <a:pt x="5114" y="6334"/>
                </a:lnTo>
                <a:lnTo>
                  <a:pt x="5093" y="6248"/>
                </a:lnTo>
                <a:lnTo>
                  <a:pt x="5050" y="6206"/>
                </a:lnTo>
                <a:lnTo>
                  <a:pt x="4986" y="6141"/>
                </a:lnTo>
                <a:lnTo>
                  <a:pt x="4943" y="6034"/>
                </a:lnTo>
                <a:lnTo>
                  <a:pt x="4900" y="5927"/>
                </a:lnTo>
                <a:lnTo>
                  <a:pt x="4793" y="5649"/>
                </a:lnTo>
                <a:lnTo>
                  <a:pt x="4750" y="5521"/>
                </a:lnTo>
                <a:lnTo>
                  <a:pt x="4665" y="5414"/>
                </a:lnTo>
                <a:lnTo>
                  <a:pt x="4579" y="5328"/>
                </a:lnTo>
                <a:lnTo>
                  <a:pt x="4536" y="5307"/>
                </a:lnTo>
                <a:close/>
                <a:moveTo>
                  <a:pt x="2632" y="429"/>
                </a:moveTo>
                <a:lnTo>
                  <a:pt x="2889" y="450"/>
                </a:lnTo>
                <a:lnTo>
                  <a:pt x="3124" y="472"/>
                </a:lnTo>
                <a:lnTo>
                  <a:pt x="3702" y="472"/>
                </a:lnTo>
                <a:lnTo>
                  <a:pt x="4258" y="514"/>
                </a:lnTo>
                <a:lnTo>
                  <a:pt x="4793" y="536"/>
                </a:lnTo>
                <a:lnTo>
                  <a:pt x="5306" y="557"/>
                </a:lnTo>
                <a:lnTo>
                  <a:pt x="5820" y="600"/>
                </a:lnTo>
                <a:lnTo>
                  <a:pt x="5970" y="600"/>
                </a:lnTo>
                <a:lnTo>
                  <a:pt x="6077" y="621"/>
                </a:lnTo>
                <a:lnTo>
                  <a:pt x="6098" y="621"/>
                </a:lnTo>
                <a:lnTo>
                  <a:pt x="6141" y="664"/>
                </a:lnTo>
                <a:lnTo>
                  <a:pt x="6162" y="707"/>
                </a:lnTo>
                <a:lnTo>
                  <a:pt x="6184" y="771"/>
                </a:lnTo>
                <a:lnTo>
                  <a:pt x="6205" y="1006"/>
                </a:lnTo>
                <a:lnTo>
                  <a:pt x="6226" y="1263"/>
                </a:lnTo>
                <a:lnTo>
                  <a:pt x="6205" y="1777"/>
                </a:lnTo>
                <a:lnTo>
                  <a:pt x="6226" y="2354"/>
                </a:lnTo>
                <a:lnTo>
                  <a:pt x="6248" y="2932"/>
                </a:lnTo>
                <a:lnTo>
                  <a:pt x="6248" y="5542"/>
                </a:lnTo>
                <a:lnTo>
                  <a:pt x="6269" y="6869"/>
                </a:lnTo>
                <a:lnTo>
                  <a:pt x="6291" y="7511"/>
                </a:lnTo>
                <a:lnTo>
                  <a:pt x="6269" y="7832"/>
                </a:lnTo>
                <a:lnTo>
                  <a:pt x="6248" y="7981"/>
                </a:lnTo>
                <a:lnTo>
                  <a:pt x="6205" y="8153"/>
                </a:lnTo>
                <a:lnTo>
                  <a:pt x="6184" y="8174"/>
                </a:lnTo>
                <a:lnTo>
                  <a:pt x="6141" y="8195"/>
                </a:lnTo>
                <a:lnTo>
                  <a:pt x="6055" y="8238"/>
                </a:lnTo>
                <a:lnTo>
                  <a:pt x="5906" y="8260"/>
                </a:lnTo>
                <a:lnTo>
                  <a:pt x="5413" y="8260"/>
                </a:lnTo>
                <a:lnTo>
                  <a:pt x="5199" y="8238"/>
                </a:lnTo>
                <a:lnTo>
                  <a:pt x="4857" y="8217"/>
                </a:lnTo>
                <a:lnTo>
                  <a:pt x="4515" y="8217"/>
                </a:lnTo>
                <a:lnTo>
                  <a:pt x="3830" y="8260"/>
                </a:lnTo>
                <a:lnTo>
                  <a:pt x="3167" y="8281"/>
                </a:lnTo>
                <a:lnTo>
                  <a:pt x="2504" y="8302"/>
                </a:lnTo>
                <a:lnTo>
                  <a:pt x="2268" y="8324"/>
                </a:lnTo>
                <a:lnTo>
                  <a:pt x="2119" y="8324"/>
                </a:lnTo>
                <a:lnTo>
                  <a:pt x="2076" y="8302"/>
                </a:lnTo>
                <a:lnTo>
                  <a:pt x="2033" y="8281"/>
                </a:lnTo>
                <a:lnTo>
                  <a:pt x="2012" y="8217"/>
                </a:lnTo>
                <a:lnTo>
                  <a:pt x="2012" y="8153"/>
                </a:lnTo>
                <a:lnTo>
                  <a:pt x="1990" y="8110"/>
                </a:lnTo>
                <a:lnTo>
                  <a:pt x="1969" y="8088"/>
                </a:lnTo>
                <a:lnTo>
                  <a:pt x="1883" y="8088"/>
                </a:lnTo>
                <a:lnTo>
                  <a:pt x="1798" y="8153"/>
                </a:lnTo>
                <a:lnTo>
                  <a:pt x="1626" y="8302"/>
                </a:lnTo>
                <a:lnTo>
                  <a:pt x="1541" y="8367"/>
                </a:lnTo>
                <a:lnTo>
                  <a:pt x="1455" y="8388"/>
                </a:lnTo>
                <a:lnTo>
                  <a:pt x="1412" y="8388"/>
                </a:lnTo>
                <a:lnTo>
                  <a:pt x="1391" y="8367"/>
                </a:lnTo>
                <a:lnTo>
                  <a:pt x="1348" y="8345"/>
                </a:lnTo>
                <a:lnTo>
                  <a:pt x="1327" y="8281"/>
                </a:lnTo>
                <a:lnTo>
                  <a:pt x="1327" y="8217"/>
                </a:lnTo>
                <a:lnTo>
                  <a:pt x="1348" y="8131"/>
                </a:lnTo>
                <a:lnTo>
                  <a:pt x="1348" y="8110"/>
                </a:lnTo>
                <a:lnTo>
                  <a:pt x="1348" y="8067"/>
                </a:lnTo>
                <a:lnTo>
                  <a:pt x="1327" y="8067"/>
                </a:lnTo>
                <a:lnTo>
                  <a:pt x="1263" y="8046"/>
                </a:lnTo>
                <a:lnTo>
                  <a:pt x="1220" y="8067"/>
                </a:lnTo>
                <a:lnTo>
                  <a:pt x="1177" y="8110"/>
                </a:lnTo>
                <a:lnTo>
                  <a:pt x="1092" y="8217"/>
                </a:lnTo>
                <a:lnTo>
                  <a:pt x="1006" y="8324"/>
                </a:lnTo>
                <a:lnTo>
                  <a:pt x="963" y="8367"/>
                </a:lnTo>
                <a:lnTo>
                  <a:pt x="920" y="8409"/>
                </a:lnTo>
                <a:lnTo>
                  <a:pt x="856" y="8431"/>
                </a:lnTo>
                <a:lnTo>
                  <a:pt x="792" y="8431"/>
                </a:lnTo>
                <a:lnTo>
                  <a:pt x="771" y="8409"/>
                </a:lnTo>
                <a:lnTo>
                  <a:pt x="771" y="8367"/>
                </a:lnTo>
                <a:lnTo>
                  <a:pt x="792" y="8281"/>
                </a:lnTo>
                <a:lnTo>
                  <a:pt x="856" y="8153"/>
                </a:lnTo>
                <a:lnTo>
                  <a:pt x="1049" y="7917"/>
                </a:lnTo>
                <a:lnTo>
                  <a:pt x="1156" y="7767"/>
                </a:lnTo>
                <a:lnTo>
                  <a:pt x="1156" y="7682"/>
                </a:lnTo>
                <a:lnTo>
                  <a:pt x="1134" y="7639"/>
                </a:lnTo>
                <a:lnTo>
                  <a:pt x="1070" y="7618"/>
                </a:lnTo>
                <a:lnTo>
                  <a:pt x="942" y="7618"/>
                </a:lnTo>
                <a:lnTo>
                  <a:pt x="856" y="7660"/>
                </a:lnTo>
                <a:lnTo>
                  <a:pt x="792" y="7703"/>
                </a:lnTo>
                <a:lnTo>
                  <a:pt x="749" y="7746"/>
                </a:lnTo>
                <a:lnTo>
                  <a:pt x="835" y="7575"/>
                </a:lnTo>
                <a:lnTo>
                  <a:pt x="878" y="7468"/>
                </a:lnTo>
                <a:lnTo>
                  <a:pt x="899" y="7404"/>
                </a:lnTo>
                <a:lnTo>
                  <a:pt x="899" y="7297"/>
                </a:lnTo>
                <a:lnTo>
                  <a:pt x="856" y="7275"/>
                </a:lnTo>
                <a:lnTo>
                  <a:pt x="835" y="7254"/>
                </a:lnTo>
                <a:lnTo>
                  <a:pt x="792" y="7297"/>
                </a:lnTo>
                <a:lnTo>
                  <a:pt x="685" y="7382"/>
                </a:lnTo>
                <a:lnTo>
                  <a:pt x="578" y="7468"/>
                </a:lnTo>
                <a:lnTo>
                  <a:pt x="557" y="7361"/>
                </a:lnTo>
                <a:lnTo>
                  <a:pt x="578" y="7254"/>
                </a:lnTo>
                <a:lnTo>
                  <a:pt x="621" y="7147"/>
                </a:lnTo>
                <a:lnTo>
                  <a:pt x="685" y="7040"/>
                </a:lnTo>
                <a:lnTo>
                  <a:pt x="835" y="6826"/>
                </a:lnTo>
                <a:lnTo>
                  <a:pt x="899" y="6719"/>
                </a:lnTo>
                <a:lnTo>
                  <a:pt x="942" y="6633"/>
                </a:lnTo>
                <a:lnTo>
                  <a:pt x="963" y="6484"/>
                </a:lnTo>
                <a:lnTo>
                  <a:pt x="942" y="6441"/>
                </a:lnTo>
                <a:lnTo>
                  <a:pt x="920" y="6420"/>
                </a:lnTo>
                <a:lnTo>
                  <a:pt x="899" y="6441"/>
                </a:lnTo>
                <a:lnTo>
                  <a:pt x="835" y="6462"/>
                </a:lnTo>
                <a:lnTo>
                  <a:pt x="706" y="6591"/>
                </a:lnTo>
                <a:lnTo>
                  <a:pt x="599" y="6655"/>
                </a:lnTo>
                <a:lnTo>
                  <a:pt x="599" y="6633"/>
                </a:lnTo>
                <a:lnTo>
                  <a:pt x="578" y="6591"/>
                </a:lnTo>
                <a:lnTo>
                  <a:pt x="557" y="6377"/>
                </a:lnTo>
                <a:lnTo>
                  <a:pt x="535" y="5713"/>
                </a:lnTo>
                <a:lnTo>
                  <a:pt x="578" y="4601"/>
                </a:lnTo>
                <a:lnTo>
                  <a:pt x="599" y="3446"/>
                </a:lnTo>
                <a:lnTo>
                  <a:pt x="599" y="2889"/>
                </a:lnTo>
                <a:lnTo>
                  <a:pt x="578" y="2632"/>
                </a:lnTo>
                <a:lnTo>
                  <a:pt x="557" y="2504"/>
                </a:lnTo>
                <a:lnTo>
                  <a:pt x="578" y="2397"/>
                </a:lnTo>
                <a:lnTo>
                  <a:pt x="599" y="2333"/>
                </a:lnTo>
                <a:lnTo>
                  <a:pt x="642" y="2290"/>
                </a:lnTo>
                <a:lnTo>
                  <a:pt x="728" y="2269"/>
                </a:lnTo>
                <a:lnTo>
                  <a:pt x="792" y="2269"/>
                </a:lnTo>
                <a:lnTo>
                  <a:pt x="1134" y="2247"/>
                </a:lnTo>
                <a:lnTo>
                  <a:pt x="1370" y="2226"/>
                </a:lnTo>
                <a:lnTo>
                  <a:pt x="1648" y="2226"/>
                </a:lnTo>
                <a:lnTo>
                  <a:pt x="1776" y="2205"/>
                </a:lnTo>
                <a:lnTo>
                  <a:pt x="1905" y="2162"/>
                </a:lnTo>
                <a:lnTo>
                  <a:pt x="2012" y="2119"/>
                </a:lnTo>
                <a:lnTo>
                  <a:pt x="2076" y="2033"/>
                </a:lnTo>
                <a:lnTo>
                  <a:pt x="2119" y="1948"/>
                </a:lnTo>
                <a:lnTo>
                  <a:pt x="2140" y="1819"/>
                </a:lnTo>
                <a:lnTo>
                  <a:pt x="2119" y="1691"/>
                </a:lnTo>
                <a:lnTo>
                  <a:pt x="2119" y="1563"/>
                </a:lnTo>
                <a:lnTo>
                  <a:pt x="2054" y="1285"/>
                </a:lnTo>
                <a:lnTo>
                  <a:pt x="2012" y="1071"/>
                </a:lnTo>
                <a:lnTo>
                  <a:pt x="1947" y="857"/>
                </a:lnTo>
                <a:lnTo>
                  <a:pt x="1926" y="750"/>
                </a:lnTo>
                <a:lnTo>
                  <a:pt x="1905" y="664"/>
                </a:lnTo>
                <a:lnTo>
                  <a:pt x="1926" y="600"/>
                </a:lnTo>
                <a:lnTo>
                  <a:pt x="1947" y="536"/>
                </a:lnTo>
                <a:lnTo>
                  <a:pt x="2033" y="472"/>
                </a:lnTo>
                <a:lnTo>
                  <a:pt x="2140" y="450"/>
                </a:lnTo>
                <a:lnTo>
                  <a:pt x="2397" y="429"/>
                </a:lnTo>
                <a:close/>
                <a:moveTo>
                  <a:pt x="6120" y="1"/>
                </a:moveTo>
                <a:lnTo>
                  <a:pt x="5863" y="44"/>
                </a:lnTo>
                <a:lnTo>
                  <a:pt x="5627" y="86"/>
                </a:lnTo>
                <a:lnTo>
                  <a:pt x="5413" y="108"/>
                </a:lnTo>
                <a:lnTo>
                  <a:pt x="5221" y="129"/>
                </a:lnTo>
                <a:lnTo>
                  <a:pt x="4814" y="129"/>
                </a:lnTo>
                <a:lnTo>
                  <a:pt x="4408" y="86"/>
                </a:lnTo>
                <a:lnTo>
                  <a:pt x="2589" y="86"/>
                </a:lnTo>
                <a:lnTo>
                  <a:pt x="2225" y="65"/>
                </a:lnTo>
                <a:lnTo>
                  <a:pt x="1691" y="65"/>
                </a:lnTo>
                <a:lnTo>
                  <a:pt x="1541" y="108"/>
                </a:lnTo>
                <a:lnTo>
                  <a:pt x="1391" y="193"/>
                </a:lnTo>
                <a:lnTo>
                  <a:pt x="1348" y="258"/>
                </a:lnTo>
                <a:lnTo>
                  <a:pt x="1284" y="322"/>
                </a:lnTo>
                <a:lnTo>
                  <a:pt x="878" y="857"/>
                </a:lnTo>
                <a:lnTo>
                  <a:pt x="664" y="1135"/>
                </a:lnTo>
                <a:lnTo>
                  <a:pt x="492" y="1413"/>
                </a:lnTo>
                <a:lnTo>
                  <a:pt x="343" y="1670"/>
                </a:lnTo>
                <a:lnTo>
                  <a:pt x="171" y="1926"/>
                </a:lnTo>
                <a:lnTo>
                  <a:pt x="65" y="2076"/>
                </a:lnTo>
                <a:lnTo>
                  <a:pt x="43" y="2162"/>
                </a:lnTo>
                <a:lnTo>
                  <a:pt x="22" y="2247"/>
                </a:lnTo>
                <a:lnTo>
                  <a:pt x="0" y="2376"/>
                </a:lnTo>
                <a:lnTo>
                  <a:pt x="0" y="2504"/>
                </a:lnTo>
                <a:lnTo>
                  <a:pt x="22" y="2739"/>
                </a:lnTo>
                <a:lnTo>
                  <a:pt x="43" y="3403"/>
                </a:lnTo>
                <a:lnTo>
                  <a:pt x="65" y="3724"/>
                </a:lnTo>
                <a:lnTo>
                  <a:pt x="65" y="4066"/>
                </a:lnTo>
                <a:lnTo>
                  <a:pt x="22" y="4900"/>
                </a:lnTo>
                <a:lnTo>
                  <a:pt x="22" y="5735"/>
                </a:lnTo>
                <a:lnTo>
                  <a:pt x="22" y="7254"/>
                </a:lnTo>
                <a:lnTo>
                  <a:pt x="22" y="7939"/>
                </a:lnTo>
                <a:lnTo>
                  <a:pt x="22" y="8367"/>
                </a:lnTo>
                <a:lnTo>
                  <a:pt x="0" y="8559"/>
                </a:lnTo>
                <a:lnTo>
                  <a:pt x="0" y="8666"/>
                </a:lnTo>
                <a:lnTo>
                  <a:pt x="0" y="8730"/>
                </a:lnTo>
                <a:lnTo>
                  <a:pt x="22" y="8794"/>
                </a:lnTo>
                <a:lnTo>
                  <a:pt x="65" y="8837"/>
                </a:lnTo>
                <a:lnTo>
                  <a:pt x="107" y="8859"/>
                </a:lnTo>
                <a:lnTo>
                  <a:pt x="171" y="8880"/>
                </a:lnTo>
                <a:lnTo>
                  <a:pt x="321" y="8901"/>
                </a:lnTo>
                <a:lnTo>
                  <a:pt x="471" y="8901"/>
                </a:lnTo>
                <a:lnTo>
                  <a:pt x="792" y="8837"/>
                </a:lnTo>
                <a:lnTo>
                  <a:pt x="1027" y="8794"/>
                </a:lnTo>
                <a:lnTo>
                  <a:pt x="1434" y="8773"/>
                </a:lnTo>
                <a:lnTo>
                  <a:pt x="1840" y="8773"/>
                </a:lnTo>
                <a:lnTo>
                  <a:pt x="2653" y="8794"/>
                </a:lnTo>
                <a:lnTo>
                  <a:pt x="3081" y="8773"/>
                </a:lnTo>
                <a:lnTo>
                  <a:pt x="3509" y="8752"/>
                </a:lnTo>
                <a:lnTo>
                  <a:pt x="3937" y="8709"/>
                </a:lnTo>
                <a:lnTo>
                  <a:pt x="4344" y="8687"/>
                </a:lnTo>
                <a:lnTo>
                  <a:pt x="4750" y="8687"/>
                </a:lnTo>
                <a:lnTo>
                  <a:pt x="5178" y="8709"/>
                </a:lnTo>
                <a:lnTo>
                  <a:pt x="5991" y="8773"/>
                </a:lnTo>
                <a:lnTo>
                  <a:pt x="6162" y="8794"/>
                </a:lnTo>
                <a:lnTo>
                  <a:pt x="6398" y="8794"/>
                </a:lnTo>
                <a:lnTo>
                  <a:pt x="6483" y="8773"/>
                </a:lnTo>
                <a:lnTo>
                  <a:pt x="6547" y="8730"/>
                </a:lnTo>
                <a:lnTo>
                  <a:pt x="6612" y="8666"/>
                </a:lnTo>
                <a:lnTo>
                  <a:pt x="6654" y="8581"/>
                </a:lnTo>
                <a:lnTo>
                  <a:pt x="6697" y="8495"/>
                </a:lnTo>
                <a:lnTo>
                  <a:pt x="6740" y="8260"/>
                </a:lnTo>
                <a:lnTo>
                  <a:pt x="6761" y="8046"/>
                </a:lnTo>
                <a:lnTo>
                  <a:pt x="6740" y="7832"/>
                </a:lnTo>
                <a:lnTo>
                  <a:pt x="6740" y="6013"/>
                </a:lnTo>
                <a:lnTo>
                  <a:pt x="6719" y="5264"/>
                </a:lnTo>
                <a:lnTo>
                  <a:pt x="6676" y="4494"/>
                </a:lnTo>
                <a:lnTo>
                  <a:pt x="6654" y="4109"/>
                </a:lnTo>
                <a:lnTo>
                  <a:pt x="6654" y="3702"/>
                </a:lnTo>
                <a:lnTo>
                  <a:pt x="6676" y="2932"/>
                </a:lnTo>
                <a:lnTo>
                  <a:pt x="6697" y="2183"/>
                </a:lnTo>
                <a:lnTo>
                  <a:pt x="6697" y="1456"/>
                </a:lnTo>
                <a:lnTo>
                  <a:pt x="6676" y="792"/>
                </a:lnTo>
                <a:lnTo>
                  <a:pt x="6697" y="472"/>
                </a:lnTo>
                <a:lnTo>
                  <a:pt x="6654" y="300"/>
                </a:lnTo>
                <a:lnTo>
                  <a:pt x="6633" y="236"/>
                </a:lnTo>
                <a:lnTo>
                  <a:pt x="6590" y="172"/>
                </a:lnTo>
                <a:lnTo>
                  <a:pt x="6483" y="65"/>
                </a:lnTo>
                <a:lnTo>
                  <a:pt x="6376" y="22"/>
                </a:lnTo>
                <a:lnTo>
                  <a:pt x="6248" y="1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7"/>
          <p:cNvSpPr/>
          <p:nvPr/>
        </p:nvSpPr>
        <p:spPr>
          <a:xfrm>
            <a:off x="4998987" y="2167563"/>
            <a:ext cx="209903" cy="231902"/>
          </a:xfrm>
          <a:custGeom>
            <a:rect b="b" l="l" r="r" t="t"/>
            <a:pathLst>
              <a:path extrusionOk="0" h="8581" w="7767">
                <a:moveTo>
                  <a:pt x="6569" y="5071"/>
                </a:moveTo>
                <a:lnTo>
                  <a:pt x="6569" y="5071"/>
                </a:lnTo>
                <a:lnTo>
                  <a:pt x="6376" y="5007"/>
                </a:lnTo>
                <a:lnTo>
                  <a:pt x="6162" y="4943"/>
                </a:lnTo>
                <a:lnTo>
                  <a:pt x="5927" y="4922"/>
                </a:lnTo>
                <a:lnTo>
                  <a:pt x="5692" y="4922"/>
                </a:lnTo>
                <a:lnTo>
                  <a:pt x="5242" y="4964"/>
                </a:lnTo>
                <a:lnTo>
                  <a:pt x="4793" y="4986"/>
                </a:lnTo>
                <a:lnTo>
                  <a:pt x="4793" y="4986"/>
                </a:lnTo>
                <a:lnTo>
                  <a:pt x="4215" y="4986"/>
                </a:lnTo>
                <a:lnTo>
                  <a:pt x="4215" y="4986"/>
                </a:lnTo>
                <a:lnTo>
                  <a:pt x="3980" y="4986"/>
                </a:lnTo>
                <a:lnTo>
                  <a:pt x="3873" y="4986"/>
                </a:lnTo>
                <a:lnTo>
                  <a:pt x="3766" y="4986"/>
                </a:lnTo>
                <a:lnTo>
                  <a:pt x="3766" y="4986"/>
                </a:lnTo>
                <a:lnTo>
                  <a:pt x="3680" y="5029"/>
                </a:lnTo>
                <a:lnTo>
                  <a:pt x="3616" y="5071"/>
                </a:lnTo>
                <a:lnTo>
                  <a:pt x="3595" y="5136"/>
                </a:lnTo>
                <a:lnTo>
                  <a:pt x="3573" y="5221"/>
                </a:lnTo>
                <a:lnTo>
                  <a:pt x="3552" y="5414"/>
                </a:lnTo>
                <a:lnTo>
                  <a:pt x="3552" y="5606"/>
                </a:lnTo>
                <a:lnTo>
                  <a:pt x="3552" y="5606"/>
                </a:lnTo>
                <a:lnTo>
                  <a:pt x="3552" y="5735"/>
                </a:lnTo>
                <a:lnTo>
                  <a:pt x="3531" y="5820"/>
                </a:lnTo>
                <a:lnTo>
                  <a:pt x="3466" y="5863"/>
                </a:lnTo>
                <a:lnTo>
                  <a:pt x="3338" y="5906"/>
                </a:lnTo>
                <a:lnTo>
                  <a:pt x="3338" y="5906"/>
                </a:lnTo>
                <a:lnTo>
                  <a:pt x="3103" y="5927"/>
                </a:lnTo>
                <a:lnTo>
                  <a:pt x="2846" y="5949"/>
                </a:lnTo>
                <a:lnTo>
                  <a:pt x="2846" y="5949"/>
                </a:lnTo>
                <a:lnTo>
                  <a:pt x="2632" y="5949"/>
                </a:lnTo>
                <a:lnTo>
                  <a:pt x="2375" y="5949"/>
                </a:lnTo>
                <a:lnTo>
                  <a:pt x="2140" y="5970"/>
                </a:lnTo>
                <a:lnTo>
                  <a:pt x="2033" y="6013"/>
                </a:lnTo>
                <a:lnTo>
                  <a:pt x="1947" y="6034"/>
                </a:lnTo>
                <a:lnTo>
                  <a:pt x="1947" y="6034"/>
                </a:lnTo>
                <a:lnTo>
                  <a:pt x="1883" y="6077"/>
                </a:lnTo>
                <a:lnTo>
                  <a:pt x="1840" y="6141"/>
                </a:lnTo>
                <a:lnTo>
                  <a:pt x="1798" y="6270"/>
                </a:lnTo>
                <a:lnTo>
                  <a:pt x="1776" y="6398"/>
                </a:lnTo>
                <a:lnTo>
                  <a:pt x="1755" y="6548"/>
                </a:lnTo>
                <a:lnTo>
                  <a:pt x="1755" y="6548"/>
                </a:lnTo>
                <a:lnTo>
                  <a:pt x="1755" y="6740"/>
                </a:lnTo>
                <a:lnTo>
                  <a:pt x="1733" y="6847"/>
                </a:lnTo>
                <a:lnTo>
                  <a:pt x="1712" y="6911"/>
                </a:lnTo>
                <a:lnTo>
                  <a:pt x="1712" y="6911"/>
                </a:lnTo>
                <a:lnTo>
                  <a:pt x="1648" y="6954"/>
                </a:lnTo>
                <a:lnTo>
                  <a:pt x="1562" y="6976"/>
                </a:lnTo>
                <a:lnTo>
                  <a:pt x="1348" y="6997"/>
                </a:lnTo>
                <a:lnTo>
                  <a:pt x="963" y="6976"/>
                </a:lnTo>
                <a:lnTo>
                  <a:pt x="963" y="6976"/>
                </a:lnTo>
                <a:lnTo>
                  <a:pt x="835" y="6954"/>
                </a:lnTo>
                <a:lnTo>
                  <a:pt x="535" y="6954"/>
                </a:lnTo>
                <a:lnTo>
                  <a:pt x="214" y="6997"/>
                </a:lnTo>
                <a:lnTo>
                  <a:pt x="107" y="7040"/>
                </a:lnTo>
                <a:lnTo>
                  <a:pt x="22" y="7083"/>
                </a:lnTo>
                <a:lnTo>
                  <a:pt x="22" y="7083"/>
                </a:lnTo>
                <a:lnTo>
                  <a:pt x="0" y="7168"/>
                </a:lnTo>
                <a:lnTo>
                  <a:pt x="0" y="7275"/>
                </a:lnTo>
                <a:lnTo>
                  <a:pt x="22" y="7468"/>
                </a:lnTo>
                <a:lnTo>
                  <a:pt x="22" y="7468"/>
                </a:lnTo>
                <a:lnTo>
                  <a:pt x="43" y="8110"/>
                </a:lnTo>
                <a:lnTo>
                  <a:pt x="43" y="8110"/>
                </a:lnTo>
                <a:lnTo>
                  <a:pt x="64" y="8281"/>
                </a:lnTo>
                <a:lnTo>
                  <a:pt x="107" y="8388"/>
                </a:lnTo>
                <a:lnTo>
                  <a:pt x="150" y="8473"/>
                </a:lnTo>
                <a:lnTo>
                  <a:pt x="214" y="8538"/>
                </a:lnTo>
                <a:lnTo>
                  <a:pt x="278" y="8559"/>
                </a:lnTo>
                <a:lnTo>
                  <a:pt x="385" y="8580"/>
                </a:lnTo>
                <a:lnTo>
                  <a:pt x="664" y="8559"/>
                </a:lnTo>
                <a:lnTo>
                  <a:pt x="664" y="8559"/>
                </a:lnTo>
                <a:lnTo>
                  <a:pt x="1284" y="8538"/>
                </a:lnTo>
                <a:lnTo>
                  <a:pt x="1905" y="8516"/>
                </a:lnTo>
                <a:lnTo>
                  <a:pt x="1905" y="8516"/>
                </a:lnTo>
                <a:lnTo>
                  <a:pt x="2996" y="8452"/>
                </a:lnTo>
                <a:lnTo>
                  <a:pt x="4087" y="8431"/>
                </a:lnTo>
                <a:lnTo>
                  <a:pt x="4087" y="8431"/>
                </a:lnTo>
                <a:lnTo>
                  <a:pt x="4579" y="8409"/>
                </a:lnTo>
                <a:lnTo>
                  <a:pt x="5071" y="8388"/>
                </a:lnTo>
                <a:lnTo>
                  <a:pt x="5585" y="8345"/>
                </a:lnTo>
                <a:lnTo>
                  <a:pt x="6077" y="8324"/>
                </a:lnTo>
                <a:lnTo>
                  <a:pt x="6077" y="8324"/>
                </a:lnTo>
                <a:lnTo>
                  <a:pt x="6205" y="8324"/>
                </a:lnTo>
                <a:lnTo>
                  <a:pt x="6312" y="8302"/>
                </a:lnTo>
                <a:lnTo>
                  <a:pt x="6398" y="8259"/>
                </a:lnTo>
                <a:lnTo>
                  <a:pt x="6483" y="8217"/>
                </a:lnTo>
                <a:lnTo>
                  <a:pt x="6526" y="8152"/>
                </a:lnTo>
                <a:lnTo>
                  <a:pt x="6569" y="8067"/>
                </a:lnTo>
                <a:lnTo>
                  <a:pt x="6590" y="7938"/>
                </a:lnTo>
                <a:lnTo>
                  <a:pt x="6612" y="7810"/>
                </a:lnTo>
                <a:lnTo>
                  <a:pt x="6612" y="7810"/>
                </a:lnTo>
                <a:lnTo>
                  <a:pt x="6654" y="7339"/>
                </a:lnTo>
                <a:lnTo>
                  <a:pt x="6654" y="6869"/>
                </a:lnTo>
                <a:lnTo>
                  <a:pt x="6654" y="6869"/>
                </a:lnTo>
                <a:lnTo>
                  <a:pt x="6697" y="6312"/>
                </a:lnTo>
                <a:lnTo>
                  <a:pt x="6740" y="5777"/>
                </a:lnTo>
                <a:lnTo>
                  <a:pt x="6740" y="5777"/>
                </a:lnTo>
                <a:lnTo>
                  <a:pt x="6761" y="5542"/>
                </a:lnTo>
                <a:lnTo>
                  <a:pt x="6761" y="5307"/>
                </a:lnTo>
                <a:lnTo>
                  <a:pt x="6761" y="5307"/>
                </a:lnTo>
                <a:lnTo>
                  <a:pt x="6740" y="5200"/>
                </a:lnTo>
                <a:lnTo>
                  <a:pt x="6719" y="5157"/>
                </a:lnTo>
                <a:lnTo>
                  <a:pt x="6569" y="5071"/>
                </a:lnTo>
                <a:lnTo>
                  <a:pt x="6569" y="5071"/>
                </a:lnTo>
                <a:close/>
                <a:moveTo>
                  <a:pt x="6355" y="5863"/>
                </a:moveTo>
                <a:lnTo>
                  <a:pt x="6355" y="5863"/>
                </a:lnTo>
                <a:lnTo>
                  <a:pt x="6312" y="6355"/>
                </a:lnTo>
                <a:lnTo>
                  <a:pt x="6269" y="6826"/>
                </a:lnTo>
                <a:lnTo>
                  <a:pt x="6269" y="6826"/>
                </a:lnTo>
                <a:lnTo>
                  <a:pt x="6269" y="7018"/>
                </a:lnTo>
                <a:lnTo>
                  <a:pt x="6291" y="7275"/>
                </a:lnTo>
                <a:lnTo>
                  <a:pt x="6291" y="7511"/>
                </a:lnTo>
                <a:lnTo>
                  <a:pt x="6269" y="7618"/>
                </a:lnTo>
                <a:lnTo>
                  <a:pt x="6248" y="7703"/>
                </a:lnTo>
                <a:lnTo>
                  <a:pt x="6248" y="7703"/>
                </a:lnTo>
                <a:lnTo>
                  <a:pt x="6205" y="7724"/>
                </a:lnTo>
                <a:lnTo>
                  <a:pt x="6162" y="7746"/>
                </a:lnTo>
                <a:lnTo>
                  <a:pt x="5970" y="7789"/>
                </a:lnTo>
                <a:lnTo>
                  <a:pt x="5734" y="7831"/>
                </a:lnTo>
                <a:lnTo>
                  <a:pt x="5456" y="7853"/>
                </a:lnTo>
                <a:lnTo>
                  <a:pt x="4985" y="7874"/>
                </a:lnTo>
                <a:lnTo>
                  <a:pt x="4750" y="7896"/>
                </a:lnTo>
                <a:lnTo>
                  <a:pt x="4750" y="7896"/>
                </a:lnTo>
                <a:lnTo>
                  <a:pt x="4493" y="7917"/>
                </a:lnTo>
                <a:lnTo>
                  <a:pt x="4344" y="7896"/>
                </a:lnTo>
                <a:lnTo>
                  <a:pt x="4279" y="7896"/>
                </a:lnTo>
                <a:lnTo>
                  <a:pt x="4237" y="7853"/>
                </a:lnTo>
                <a:lnTo>
                  <a:pt x="4237" y="7853"/>
                </a:lnTo>
                <a:lnTo>
                  <a:pt x="4301" y="7724"/>
                </a:lnTo>
                <a:lnTo>
                  <a:pt x="4322" y="7575"/>
                </a:lnTo>
                <a:lnTo>
                  <a:pt x="4322" y="7532"/>
                </a:lnTo>
                <a:lnTo>
                  <a:pt x="4301" y="7511"/>
                </a:lnTo>
                <a:lnTo>
                  <a:pt x="4258" y="7532"/>
                </a:lnTo>
                <a:lnTo>
                  <a:pt x="4172" y="7618"/>
                </a:lnTo>
                <a:lnTo>
                  <a:pt x="4172" y="7618"/>
                </a:lnTo>
                <a:lnTo>
                  <a:pt x="4065" y="7746"/>
                </a:lnTo>
                <a:lnTo>
                  <a:pt x="3980" y="7853"/>
                </a:lnTo>
                <a:lnTo>
                  <a:pt x="3916" y="7874"/>
                </a:lnTo>
                <a:lnTo>
                  <a:pt x="3852" y="7917"/>
                </a:lnTo>
                <a:lnTo>
                  <a:pt x="3787" y="7917"/>
                </a:lnTo>
                <a:lnTo>
                  <a:pt x="3702" y="7917"/>
                </a:lnTo>
                <a:lnTo>
                  <a:pt x="3702" y="7917"/>
                </a:lnTo>
                <a:lnTo>
                  <a:pt x="3595" y="7917"/>
                </a:lnTo>
                <a:lnTo>
                  <a:pt x="3552" y="7917"/>
                </a:lnTo>
                <a:lnTo>
                  <a:pt x="3552" y="7853"/>
                </a:lnTo>
                <a:lnTo>
                  <a:pt x="3552" y="7853"/>
                </a:lnTo>
                <a:lnTo>
                  <a:pt x="3573" y="7789"/>
                </a:lnTo>
                <a:lnTo>
                  <a:pt x="3616" y="7703"/>
                </a:lnTo>
                <a:lnTo>
                  <a:pt x="3723" y="7553"/>
                </a:lnTo>
                <a:lnTo>
                  <a:pt x="3723" y="7553"/>
                </a:lnTo>
                <a:lnTo>
                  <a:pt x="3766" y="7468"/>
                </a:lnTo>
                <a:lnTo>
                  <a:pt x="3809" y="7361"/>
                </a:lnTo>
                <a:lnTo>
                  <a:pt x="3809" y="7318"/>
                </a:lnTo>
                <a:lnTo>
                  <a:pt x="3787" y="7275"/>
                </a:lnTo>
                <a:lnTo>
                  <a:pt x="3745" y="7232"/>
                </a:lnTo>
                <a:lnTo>
                  <a:pt x="3680" y="7211"/>
                </a:lnTo>
                <a:lnTo>
                  <a:pt x="3680" y="7211"/>
                </a:lnTo>
                <a:lnTo>
                  <a:pt x="3638" y="7211"/>
                </a:lnTo>
                <a:lnTo>
                  <a:pt x="3573" y="7254"/>
                </a:lnTo>
                <a:lnTo>
                  <a:pt x="3445" y="7382"/>
                </a:lnTo>
                <a:lnTo>
                  <a:pt x="3252" y="7618"/>
                </a:lnTo>
                <a:lnTo>
                  <a:pt x="3252" y="7618"/>
                </a:lnTo>
                <a:lnTo>
                  <a:pt x="3167" y="7724"/>
                </a:lnTo>
                <a:lnTo>
                  <a:pt x="3060" y="7853"/>
                </a:lnTo>
                <a:lnTo>
                  <a:pt x="3017" y="7896"/>
                </a:lnTo>
                <a:lnTo>
                  <a:pt x="2953" y="7938"/>
                </a:lnTo>
                <a:lnTo>
                  <a:pt x="2867" y="7960"/>
                </a:lnTo>
                <a:lnTo>
                  <a:pt x="2803" y="7938"/>
                </a:lnTo>
                <a:lnTo>
                  <a:pt x="2803" y="7938"/>
                </a:lnTo>
                <a:lnTo>
                  <a:pt x="2718" y="7917"/>
                </a:lnTo>
                <a:lnTo>
                  <a:pt x="2696" y="7896"/>
                </a:lnTo>
                <a:lnTo>
                  <a:pt x="2696" y="7853"/>
                </a:lnTo>
                <a:lnTo>
                  <a:pt x="2718" y="7831"/>
                </a:lnTo>
                <a:lnTo>
                  <a:pt x="2782" y="7724"/>
                </a:lnTo>
                <a:lnTo>
                  <a:pt x="2803" y="7682"/>
                </a:lnTo>
                <a:lnTo>
                  <a:pt x="2803" y="7596"/>
                </a:lnTo>
                <a:lnTo>
                  <a:pt x="2803" y="7596"/>
                </a:lnTo>
                <a:lnTo>
                  <a:pt x="2782" y="7532"/>
                </a:lnTo>
                <a:lnTo>
                  <a:pt x="2739" y="7489"/>
                </a:lnTo>
                <a:lnTo>
                  <a:pt x="2675" y="7489"/>
                </a:lnTo>
                <a:lnTo>
                  <a:pt x="2632" y="7511"/>
                </a:lnTo>
                <a:lnTo>
                  <a:pt x="2504" y="7618"/>
                </a:lnTo>
                <a:lnTo>
                  <a:pt x="2418" y="7724"/>
                </a:lnTo>
                <a:lnTo>
                  <a:pt x="2418" y="7724"/>
                </a:lnTo>
                <a:lnTo>
                  <a:pt x="2311" y="7896"/>
                </a:lnTo>
                <a:lnTo>
                  <a:pt x="2225" y="7960"/>
                </a:lnTo>
                <a:lnTo>
                  <a:pt x="2183" y="7960"/>
                </a:lnTo>
                <a:lnTo>
                  <a:pt x="2161" y="7938"/>
                </a:lnTo>
                <a:lnTo>
                  <a:pt x="2161" y="7938"/>
                </a:lnTo>
                <a:lnTo>
                  <a:pt x="2161" y="7896"/>
                </a:lnTo>
                <a:lnTo>
                  <a:pt x="2183" y="7853"/>
                </a:lnTo>
                <a:lnTo>
                  <a:pt x="2225" y="7724"/>
                </a:lnTo>
                <a:lnTo>
                  <a:pt x="2247" y="7682"/>
                </a:lnTo>
                <a:lnTo>
                  <a:pt x="2247" y="7618"/>
                </a:lnTo>
                <a:lnTo>
                  <a:pt x="2204" y="7596"/>
                </a:lnTo>
                <a:lnTo>
                  <a:pt x="2140" y="7553"/>
                </a:lnTo>
                <a:lnTo>
                  <a:pt x="2140" y="7553"/>
                </a:lnTo>
                <a:lnTo>
                  <a:pt x="2076" y="7575"/>
                </a:lnTo>
                <a:lnTo>
                  <a:pt x="2011" y="7596"/>
                </a:lnTo>
                <a:lnTo>
                  <a:pt x="1947" y="7639"/>
                </a:lnTo>
                <a:lnTo>
                  <a:pt x="1905" y="7724"/>
                </a:lnTo>
                <a:lnTo>
                  <a:pt x="1819" y="7853"/>
                </a:lnTo>
                <a:lnTo>
                  <a:pt x="1733" y="7960"/>
                </a:lnTo>
                <a:lnTo>
                  <a:pt x="1733" y="7960"/>
                </a:lnTo>
                <a:lnTo>
                  <a:pt x="1626" y="8024"/>
                </a:lnTo>
                <a:lnTo>
                  <a:pt x="1584" y="8024"/>
                </a:lnTo>
                <a:lnTo>
                  <a:pt x="1519" y="8024"/>
                </a:lnTo>
                <a:lnTo>
                  <a:pt x="1519" y="8024"/>
                </a:lnTo>
                <a:lnTo>
                  <a:pt x="1477" y="7981"/>
                </a:lnTo>
                <a:lnTo>
                  <a:pt x="1477" y="7960"/>
                </a:lnTo>
                <a:lnTo>
                  <a:pt x="1498" y="7917"/>
                </a:lnTo>
                <a:lnTo>
                  <a:pt x="1519" y="7874"/>
                </a:lnTo>
                <a:lnTo>
                  <a:pt x="1519" y="7874"/>
                </a:lnTo>
                <a:lnTo>
                  <a:pt x="1519" y="7767"/>
                </a:lnTo>
                <a:lnTo>
                  <a:pt x="1498" y="7703"/>
                </a:lnTo>
                <a:lnTo>
                  <a:pt x="1477" y="7660"/>
                </a:lnTo>
                <a:lnTo>
                  <a:pt x="1455" y="7639"/>
                </a:lnTo>
                <a:lnTo>
                  <a:pt x="1412" y="7660"/>
                </a:lnTo>
                <a:lnTo>
                  <a:pt x="1370" y="7682"/>
                </a:lnTo>
                <a:lnTo>
                  <a:pt x="1263" y="7789"/>
                </a:lnTo>
                <a:lnTo>
                  <a:pt x="1070" y="8003"/>
                </a:lnTo>
                <a:lnTo>
                  <a:pt x="963" y="8067"/>
                </a:lnTo>
                <a:lnTo>
                  <a:pt x="942" y="8067"/>
                </a:lnTo>
                <a:lnTo>
                  <a:pt x="899" y="8045"/>
                </a:lnTo>
                <a:lnTo>
                  <a:pt x="899" y="8045"/>
                </a:lnTo>
                <a:lnTo>
                  <a:pt x="899" y="8024"/>
                </a:lnTo>
                <a:lnTo>
                  <a:pt x="899" y="7960"/>
                </a:lnTo>
                <a:lnTo>
                  <a:pt x="963" y="7853"/>
                </a:lnTo>
                <a:lnTo>
                  <a:pt x="1027" y="7746"/>
                </a:lnTo>
                <a:lnTo>
                  <a:pt x="1049" y="7703"/>
                </a:lnTo>
                <a:lnTo>
                  <a:pt x="1049" y="7660"/>
                </a:lnTo>
                <a:lnTo>
                  <a:pt x="1049" y="7660"/>
                </a:lnTo>
                <a:lnTo>
                  <a:pt x="1006" y="7553"/>
                </a:lnTo>
                <a:lnTo>
                  <a:pt x="963" y="7532"/>
                </a:lnTo>
                <a:lnTo>
                  <a:pt x="899" y="7553"/>
                </a:lnTo>
                <a:lnTo>
                  <a:pt x="856" y="7596"/>
                </a:lnTo>
                <a:lnTo>
                  <a:pt x="749" y="7703"/>
                </a:lnTo>
                <a:lnTo>
                  <a:pt x="728" y="7746"/>
                </a:lnTo>
                <a:lnTo>
                  <a:pt x="706" y="7746"/>
                </a:lnTo>
                <a:lnTo>
                  <a:pt x="706" y="7746"/>
                </a:lnTo>
                <a:lnTo>
                  <a:pt x="664" y="7703"/>
                </a:lnTo>
                <a:lnTo>
                  <a:pt x="642" y="7660"/>
                </a:lnTo>
                <a:lnTo>
                  <a:pt x="664" y="7553"/>
                </a:lnTo>
                <a:lnTo>
                  <a:pt x="685" y="7468"/>
                </a:lnTo>
                <a:lnTo>
                  <a:pt x="749" y="7404"/>
                </a:lnTo>
                <a:lnTo>
                  <a:pt x="749" y="7404"/>
                </a:lnTo>
                <a:lnTo>
                  <a:pt x="899" y="7339"/>
                </a:lnTo>
                <a:lnTo>
                  <a:pt x="1070" y="7318"/>
                </a:lnTo>
                <a:lnTo>
                  <a:pt x="1412" y="7275"/>
                </a:lnTo>
                <a:lnTo>
                  <a:pt x="1412" y="7275"/>
                </a:lnTo>
                <a:lnTo>
                  <a:pt x="1562" y="7297"/>
                </a:lnTo>
                <a:lnTo>
                  <a:pt x="1733" y="7318"/>
                </a:lnTo>
                <a:lnTo>
                  <a:pt x="1883" y="7339"/>
                </a:lnTo>
                <a:lnTo>
                  <a:pt x="1969" y="7339"/>
                </a:lnTo>
                <a:lnTo>
                  <a:pt x="2033" y="7318"/>
                </a:lnTo>
                <a:lnTo>
                  <a:pt x="2033" y="7318"/>
                </a:lnTo>
                <a:lnTo>
                  <a:pt x="2140" y="7275"/>
                </a:lnTo>
                <a:lnTo>
                  <a:pt x="2204" y="7211"/>
                </a:lnTo>
                <a:lnTo>
                  <a:pt x="2247" y="7147"/>
                </a:lnTo>
                <a:lnTo>
                  <a:pt x="2290" y="7061"/>
                </a:lnTo>
                <a:lnTo>
                  <a:pt x="2290" y="6976"/>
                </a:lnTo>
                <a:lnTo>
                  <a:pt x="2290" y="6869"/>
                </a:lnTo>
                <a:lnTo>
                  <a:pt x="2268" y="6676"/>
                </a:lnTo>
                <a:lnTo>
                  <a:pt x="2268" y="6676"/>
                </a:lnTo>
                <a:lnTo>
                  <a:pt x="2247" y="6505"/>
                </a:lnTo>
                <a:lnTo>
                  <a:pt x="2247" y="6441"/>
                </a:lnTo>
                <a:lnTo>
                  <a:pt x="2268" y="6398"/>
                </a:lnTo>
                <a:lnTo>
                  <a:pt x="2290" y="6377"/>
                </a:lnTo>
                <a:lnTo>
                  <a:pt x="2332" y="6355"/>
                </a:lnTo>
                <a:lnTo>
                  <a:pt x="2504" y="6355"/>
                </a:lnTo>
                <a:lnTo>
                  <a:pt x="2504" y="6355"/>
                </a:lnTo>
                <a:lnTo>
                  <a:pt x="2910" y="6334"/>
                </a:lnTo>
                <a:lnTo>
                  <a:pt x="3338" y="6312"/>
                </a:lnTo>
                <a:lnTo>
                  <a:pt x="3338" y="6312"/>
                </a:lnTo>
                <a:lnTo>
                  <a:pt x="3488" y="6312"/>
                </a:lnTo>
                <a:lnTo>
                  <a:pt x="3638" y="6312"/>
                </a:lnTo>
                <a:lnTo>
                  <a:pt x="3787" y="6312"/>
                </a:lnTo>
                <a:lnTo>
                  <a:pt x="3873" y="6291"/>
                </a:lnTo>
                <a:lnTo>
                  <a:pt x="3916" y="6270"/>
                </a:lnTo>
                <a:lnTo>
                  <a:pt x="3916" y="6270"/>
                </a:lnTo>
                <a:lnTo>
                  <a:pt x="3980" y="6205"/>
                </a:lnTo>
                <a:lnTo>
                  <a:pt x="4023" y="6120"/>
                </a:lnTo>
                <a:lnTo>
                  <a:pt x="4065" y="6034"/>
                </a:lnTo>
                <a:lnTo>
                  <a:pt x="4065" y="5949"/>
                </a:lnTo>
                <a:lnTo>
                  <a:pt x="4087" y="5756"/>
                </a:lnTo>
                <a:lnTo>
                  <a:pt x="4087" y="5606"/>
                </a:lnTo>
                <a:lnTo>
                  <a:pt x="4087" y="5606"/>
                </a:lnTo>
                <a:lnTo>
                  <a:pt x="4108" y="5392"/>
                </a:lnTo>
                <a:lnTo>
                  <a:pt x="4130" y="5350"/>
                </a:lnTo>
                <a:lnTo>
                  <a:pt x="4151" y="5307"/>
                </a:lnTo>
                <a:lnTo>
                  <a:pt x="4194" y="5285"/>
                </a:lnTo>
                <a:lnTo>
                  <a:pt x="4258" y="5285"/>
                </a:lnTo>
                <a:lnTo>
                  <a:pt x="4472" y="5285"/>
                </a:lnTo>
                <a:lnTo>
                  <a:pt x="4472" y="5285"/>
                </a:lnTo>
                <a:lnTo>
                  <a:pt x="5413" y="5307"/>
                </a:lnTo>
                <a:lnTo>
                  <a:pt x="5413" y="5307"/>
                </a:lnTo>
                <a:lnTo>
                  <a:pt x="5820" y="5328"/>
                </a:lnTo>
                <a:lnTo>
                  <a:pt x="5820" y="5328"/>
                </a:lnTo>
                <a:lnTo>
                  <a:pt x="6077" y="5307"/>
                </a:lnTo>
                <a:lnTo>
                  <a:pt x="6205" y="5307"/>
                </a:lnTo>
                <a:lnTo>
                  <a:pt x="6312" y="5350"/>
                </a:lnTo>
                <a:lnTo>
                  <a:pt x="6312" y="5350"/>
                </a:lnTo>
                <a:lnTo>
                  <a:pt x="6376" y="5392"/>
                </a:lnTo>
                <a:lnTo>
                  <a:pt x="6398" y="5435"/>
                </a:lnTo>
                <a:lnTo>
                  <a:pt x="6419" y="5499"/>
                </a:lnTo>
                <a:lnTo>
                  <a:pt x="6419" y="5564"/>
                </a:lnTo>
                <a:lnTo>
                  <a:pt x="6376" y="5713"/>
                </a:lnTo>
                <a:lnTo>
                  <a:pt x="6355" y="5863"/>
                </a:lnTo>
                <a:lnTo>
                  <a:pt x="6355" y="5863"/>
                </a:lnTo>
                <a:close/>
                <a:moveTo>
                  <a:pt x="7660" y="642"/>
                </a:moveTo>
                <a:lnTo>
                  <a:pt x="7660" y="642"/>
                </a:lnTo>
                <a:lnTo>
                  <a:pt x="7574" y="536"/>
                </a:lnTo>
                <a:lnTo>
                  <a:pt x="7446" y="471"/>
                </a:lnTo>
                <a:lnTo>
                  <a:pt x="7318" y="450"/>
                </a:lnTo>
                <a:lnTo>
                  <a:pt x="7189" y="450"/>
                </a:lnTo>
                <a:lnTo>
                  <a:pt x="7189" y="450"/>
                </a:lnTo>
                <a:lnTo>
                  <a:pt x="7082" y="493"/>
                </a:lnTo>
                <a:lnTo>
                  <a:pt x="6954" y="536"/>
                </a:lnTo>
                <a:lnTo>
                  <a:pt x="6847" y="578"/>
                </a:lnTo>
                <a:lnTo>
                  <a:pt x="6740" y="600"/>
                </a:lnTo>
                <a:lnTo>
                  <a:pt x="6740" y="600"/>
                </a:lnTo>
                <a:lnTo>
                  <a:pt x="6676" y="578"/>
                </a:lnTo>
                <a:lnTo>
                  <a:pt x="6633" y="536"/>
                </a:lnTo>
                <a:lnTo>
                  <a:pt x="6612" y="471"/>
                </a:lnTo>
                <a:lnTo>
                  <a:pt x="6612" y="407"/>
                </a:lnTo>
                <a:lnTo>
                  <a:pt x="6612" y="236"/>
                </a:lnTo>
                <a:lnTo>
                  <a:pt x="6590" y="172"/>
                </a:lnTo>
                <a:lnTo>
                  <a:pt x="6526" y="108"/>
                </a:lnTo>
                <a:lnTo>
                  <a:pt x="6526" y="108"/>
                </a:lnTo>
                <a:lnTo>
                  <a:pt x="6440" y="43"/>
                </a:lnTo>
                <a:lnTo>
                  <a:pt x="6312" y="22"/>
                </a:lnTo>
                <a:lnTo>
                  <a:pt x="6162" y="1"/>
                </a:lnTo>
                <a:lnTo>
                  <a:pt x="6012" y="22"/>
                </a:lnTo>
                <a:lnTo>
                  <a:pt x="5713" y="65"/>
                </a:lnTo>
                <a:lnTo>
                  <a:pt x="5478" y="108"/>
                </a:lnTo>
                <a:lnTo>
                  <a:pt x="5478" y="108"/>
                </a:lnTo>
                <a:lnTo>
                  <a:pt x="5199" y="129"/>
                </a:lnTo>
                <a:lnTo>
                  <a:pt x="4900" y="150"/>
                </a:lnTo>
                <a:lnTo>
                  <a:pt x="4344" y="193"/>
                </a:lnTo>
                <a:lnTo>
                  <a:pt x="4344" y="193"/>
                </a:lnTo>
                <a:lnTo>
                  <a:pt x="4023" y="193"/>
                </a:lnTo>
                <a:lnTo>
                  <a:pt x="3873" y="215"/>
                </a:lnTo>
                <a:lnTo>
                  <a:pt x="3809" y="236"/>
                </a:lnTo>
                <a:lnTo>
                  <a:pt x="3745" y="279"/>
                </a:lnTo>
                <a:lnTo>
                  <a:pt x="3745" y="279"/>
                </a:lnTo>
                <a:lnTo>
                  <a:pt x="3723" y="322"/>
                </a:lnTo>
                <a:lnTo>
                  <a:pt x="3723" y="364"/>
                </a:lnTo>
                <a:lnTo>
                  <a:pt x="3723" y="471"/>
                </a:lnTo>
                <a:lnTo>
                  <a:pt x="3723" y="578"/>
                </a:lnTo>
                <a:lnTo>
                  <a:pt x="3702" y="621"/>
                </a:lnTo>
                <a:lnTo>
                  <a:pt x="3680" y="664"/>
                </a:lnTo>
                <a:lnTo>
                  <a:pt x="3680" y="664"/>
                </a:lnTo>
                <a:lnTo>
                  <a:pt x="3616" y="685"/>
                </a:lnTo>
                <a:lnTo>
                  <a:pt x="3488" y="664"/>
                </a:lnTo>
                <a:lnTo>
                  <a:pt x="3381" y="642"/>
                </a:lnTo>
                <a:lnTo>
                  <a:pt x="3274" y="642"/>
                </a:lnTo>
                <a:lnTo>
                  <a:pt x="3274" y="642"/>
                </a:lnTo>
                <a:lnTo>
                  <a:pt x="3188" y="685"/>
                </a:lnTo>
                <a:lnTo>
                  <a:pt x="3081" y="749"/>
                </a:lnTo>
                <a:lnTo>
                  <a:pt x="2910" y="899"/>
                </a:lnTo>
                <a:lnTo>
                  <a:pt x="2910" y="899"/>
                </a:lnTo>
                <a:lnTo>
                  <a:pt x="2825" y="985"/>
                </a:lnTo>
                <a:lnTo>
                  <a:pt x="2739" y="1092"/>
                </a:lnTo>
                <a:lnTo>
                  <a:pt x="2675" y="1177"/>
                </a:lnTo>
                <a:lnTo>
                  <a:pt x="2653" y="1284"/>
                </a:lnTo>
                <a:lnTo>
                  <a:pt x="2653" y="1370"/>
                </a:lnTo>
                <a:lnTo>
                  <a:pt x="2696" y="1456"/>
                </a:lnTo>
                <a:lnTo>
                  <a:pt x="2782" y="1563"/>
                </a:lnTo>
                <a:lnTo>
                  <a:pt x="2910" y="1648"/>
                </a:lnTo>
                <a:lnTo>
                  <a:pt x="2910" y="1648"/>
                </a:lnTo>
                <a:lnTo>
                  <a:pt x="2996" y="1712"/>
                </a:lnTo>
                <a:lnTo>
                  <a:pt x="3103" y="1734"/>
                </a:lnTo>
                <a:lnTo>
                  <a:pt x="3317" y="1798"/>
                </a:lnTo>
                <a:lnTo>
                  <a:pt x="3531" y="1883"/>
                </a:lnTo>
                <a:lnTo>
                  <a:pt x="3616" y="1948"/>
                </a:lnTo>
                <a:lnTo>
                  <a:pt x="3680" y="2012"/>
                </a:lnTo>
                <a:lnTo>
                  <a:pt x="3680" y="2012"/>
                </a:lnTo>
                <a:lnTo>
                  <a:pt x="3723" y="2076"/>
                </a:lnTo>
                <a:lnTo>
                  <a:pt x="3745" y="2140"/>
                </a:lnTo>
                <a:lnTo>
                  <a:pt x="3745" y="2183"/>
                </a:lnTo>
                <a:lnTo>
                  <a:pt x="3723" y="2226"/>
                </a:lnTo>
                <a:lnTo>
                  <a:pt x="3638" y="2311"/>
                </a:lnTo>
                <a:lnTo>
                  <a:pt x="3531" y="2376"/>
                </a:lnTo>
                <a:lnTo>
                  <a:pt x="3531" y="2376"/>
                </a:lnTo>
                <a:lnTo>
                  <a:pt x="3445" y="2397"/>
                </a:lnTo>
                <a:lnTo>
                  <a:pt x="3338" y="2418"/>
                </a:lnTo>
                <a:lnTo>
                  <a:pt x="3231" y="2418"/>
                </a:lnTo>
                <a:lnTo>
                  <a:pt x="3167" y="2461"/>
                </a:lnTo>
                <a:lnTo>
                  <a:pt x="3167" y="2461"/>
                </a:lnTo>
                <a:lnTo>
                  <a:pt x="3081" y="2547"/>
                </a:lnTo>
                <a:lnTo>
                  <a:pt x="3081" y="2611"/>
                </a:lnTo>
                <a:lnTo>
                  <a:pt x="3103" y="2675"/>
                </a:lnTo>
                <a:lnTo>
                  <a:pt x="3167" y="2718"/>
                </a:lnTo>
                <a:lnTo>
                  <a:pt x="3274" y="2761"/>
                </a:lnTo>
                <a:lnTo>
                  <a:pt x="3359" y="2761"/>
                </a:lnTo>
                <a:lnTo>
                  <a:pt x="3445" y="2782"/>
                </a:lnTo>
                <a:lnTo>
                  <a:pt x="3531" y="2761"/>
                </a:lnTo>
                <a:lnTo>
                  <a:pt x="3531" y="2761"/>
                </a:lnTo>
                <a:lnTo>
                  <a:pt x="3638" y="2718"/>
                </a:lnTo>
                <a:lnTo>
                  <a:pt x="3766" y="2632"/>
                </a:lnTo>
                <a:lnTo>
                  <a:pt x="3894" y="2547"/>
                </a:lnTo>
                <a:lnTo>
                  <a:pt x="3980" y="2525"/>
                </a:lnTo>
                <a:lnTo>
                  <a:pt x="3980" y="2525"/>
                </a:lnTo>
                <a:lnTo>
                  <a:pt x="4023" y="2525"/>
                </a:lnTo>
                <a:lnTo>
                  <a:pt x="4065" y="2568"/>
                </a:lnTo>
                <a:lnTo>
                  <a:pt x="4130" y="2654"/>
                </a:lnTo>
                <a:lnTo>
                  <a:pt x="4237" y="2825"/>
                </a:lnTo>
                <a:lnTo>
                  <a:pt x="4237" y="2825"/>
                </a:lnTo>
                <a:lnTo>
                  <a:pt x="4365" y="2975"/>
                </a:lnTo>
                <a:lnTo>
                  <a:pt x="4515" y="3103"/>
                </a:lnTo>
                <a:lnTo>
                  <a:pt x="4515" y="3103"/>
                </a:lnTo>
                <a:lnTo>
                  <a:pt x="4686" y="3210"/>
                </a:lnTo>
                <a:lnTo>
                  <a:pt x="4772" y="3274"/>
                </a:lnTo>
                <a:lnTo>
                  <a:pt x="4836" y="3338"/>
                </a:lnTo>
                <a:lnTo>
                  <a:pt x="4836" y="3338"/>
                </a:lnTo>
                <a:lnTo>
                  <a:pt x="4836" y="3403"/>
                </a:lnTo>
                <a:lnTo>
                  <a:pt x="4814" y="3488"/>
                </a:lnTo>
                <a:lnTo>
                  <a:pt x="4793" y="3574"/>
                </a:lnTo>
                <a:lnTo>
                  <a:pt x="4814" y="3659"/>
                </a:lnTo>
                <a:lnTo>
                  <a:pt x="4814" y="3659"/>
                </a:lnTo>
                <a:lnTo>
                  <a:pt x="4857" y="3723"/>
                </a:lnTo>
                <a:lnTo>
                  <a:pt x="4921" y="3788"/>
                </a:lnTo>
                <a:lnTo>
                  <a:pt x="4985" y="3852"/>
                </a:lnTo>
                <a:lnTo>
                  <a:pt x="5007" y="3895"/>
                </a:lnTo>
                <a:lnTo>
                  <a:pt x="5007" y="3937"/>
                </a:lnTo>
                <a:lnTo>
                  <a:pt x="5007" y="3937"/>
                </a:lnTo>
                <a:lnTo>
                  <a:pt x="5007" y="4023"/>
                </a:lnTo>
                <a:lnTo>
                  <a:pt x="4943" y="4109"/>
                </a:lnTo>
                <a:lnTo>
                  <a:pt x="4857" y="4173"/>
                </a:lnTo>
                <a:lnTo>
                  <a:pt x="4772" y="4237"/>
                </a:lnTo>
                <a:lnTo>
                  <a:pt x="4558" y="4323"/>
                </a:lnTo>
                <a:lnTo>
                  <a:pt x="4386" y="4365"/>
                </a:lnTo>
                <a:lnTo>
                  <a:pt x="4386" y="4365"/>
                </a:lnTo>
                <a:lnTo>
                  <a:pt x="4194" y="4451"/>
                </a:lnTo>
                <a:lnTo>
                  <a:pt x="4087" y="4515"/>
                </a:lnTo>
                <a:lnTo>
                  <a:pt x="4001" y="4579"/>
                </a:lnTo>
                <a:lnTo>
                  <a:pt x="3916" y="4644"/>
                </a:lnTo>
                <a:lnTo>
                  <a:pt x="3916" y="4686"/>
                </a:lnTo>
                <a:lnTo>
                  <a:pt x="3894" y="4708"/>
                </a:lnTo>
                <a:lnTo>
                  <a:pt x="3916" y="4750"/>
                </a:lnTo>
                <a:lnTo>
                  <a:pt x="3937" y="4772"/>
                </a:lnTo>
                <a:lnTo>
                  <a:pt x="4065" y="4836"/>
                </a:lnTo>
                <a:lnTo>
                  <a:pt x="4065" y="4836"/>
                </a:lnTo>
                <a:lnTo>
                  <a:pt x="4194" y="4857"/>
                </a:lnTo>
                <a:lnTo>
                  <a:pt x="4344" y="4879"/>
                </a:lnTo>
                <a:lnTo>
                  <a:pt x="4643" y="4857"/>
                </a:lnTo>
                <a:lnTo>
                  <a:pt x="5199" y="4836"/>
                </a:lnTo>
                <a:lnTo>
                  <a:pt x="5199" y="4836"/>
                </a:lnTo>
                <a:lnTo>
                  <a:pt x="5264" y="4815"/>
                </a:lnTo>
                <a:lnTo>
                  <a:pt x="5413" y="4815"/>
                </a:lnTo>
                <a:lnTo>
                  <a:pt x="5841" y="4857"/>
                </a:lnTo>
                <a:lnTo>
                  <a:pt x="6098" y="4857"/>
                </a:lnTo>
                <a:lnTo>
                  <a:pt x="6291" y="4836"/>
                </a:lnTo>
                <a:lnTo>
                  <a:pt x="6376" y="4793"/>
                </a:lnTo>
                <a:lnTo>
                  <a:pt x="6440" y="4772"/>
                </a:lnTo>
                <a:lnTo>
                  <a:pt x="6483" y="4729"/>
                </a:lnTo>
                <a:lnTo>
                  <a:pt x="6483" y="4665"/>
                </a:lnTo>
                <a:lnTo>
                  <a:pt x="6483" y="4665"/>
                </a:lnTo>
                <a:lnTo>
                  <a:pt x="6483" y="4601"/>
                </a:lnTo>
                <a:lnTo>
                  <a:pt x="6440" y="4558"/>
                </a:lnTo>
                <a:lnTo>
                  <a:pt x="6376" y="4515"/>
                </a:lnTo>
                <a:lnTo>
                  <a:pt x="6291" y="4494"/>
                </a:lnTo>
                <a:lnTo>
                  <a:pt x="5991" y="4430"/>
                </a:lnTo>
                <a:lnTo>
                  <a:pt x="5991" y="4430"/>
                </a:lnTo>
                <a:lnTo>
                  <a:pt x="5820" y="4365"/>
                </a:lnTo>
                <a:lnTo>
                  <a:pt x="5692" y="4301"/>
                </a:lnTo>
                <a:lnTo>
                  <a:pt x="5585" y="4216"/>
                </a:lnTo>
                <a:lnTo>
                  <a:pt x="5478" y="4109"/>
                </a:lnTo>
                <a:lnTo>
                  <a:pt x="5478" y="4109"/>
                </a:lnTo>
                <a:lnTo>
                  <a:pt x="5392" y="3959"/>
                </a:lnTo>
                <a:lnTo>
                  <a:pt x="5392" y="3916"/>
                </a:lnTo>
                <a:lnTo>
                  <a:pt x="5413" y="3873"/>
                </a:lnTo>
                <a:lnTo>
                  <a:pt x="5456" y="3809"/>
                </a:lnTo>
                <a:lnTo>
                  <a:pt x="5499" y="3745"/>
                </a:lnTo>
                <a:lnTo>
                  <a:pt x="5542" y="3659"/>
                </a:lnTo>
                <a:lnTo>
                  <a:pt x="5542" y="3659"/>
                </a:lnTo>
                <a:lnTo>
                  <a:pt x="5585" y="3531"/>
                </a:lnTo>
                <a:lnTo>
                  <a:pt x="5585" y="3445"/>
                </a:lnTo>
                <a:lnTo>
                  <a:pt x="5627" y="3360"/>
                </a:lnTo>
                <a:lnTo>
                  <a:pt x="5713" y="3274"/>
                </a:lnTo>
                <a:lnTo>
                  <a:pt x="5713" y="3274"/>
                </a:lnTo>
                <a:lnTo>
                  <a:pt x="5863" y="3167"/>
                </a:lnTo>
                <a:lnTo>
                  <a:pt x="5970" y="3039"/>
                </a:lnTo>
                <a:lnTo>
                  <a:pt x="6077" y="2910"/>
                </a:lnTo>
                <a:lnTo>
                  <a:pt x="6162" y="2761"/>
                </a:lnTo>
                <a:lnTo>
                  <a:pt x="6162" y="2761"/>
                </a:lnTo>
                <a:lnTo>
                  <a:pt x="6248" y="2611"/>
                </a:lnTo>
                <a:lnTo>
                  <a:pt x="6312" y="2440"/>
                </a:lnTo>
                <a:lnTo>
                  <a:pt x="6398" y="2269"/>
                </a:lnTo>
                <a:lnTo>
                  <a:pt x="6483" y="2119"/>
                </a:lnTo>
                <a:lnTo>
                  <a:pt x="6483" y="2119"/>
                </a:lnTo>
                <a:lnTo>
                  <a:pt x="6505" y="2247"/>
                </a:lnTo>
                <a:lnTo>
                  <a:pt x="6505" y="2376"/>
                </a:lnTo>
                <a:lnTo>
                  <a:pt x="6526" y="2504"/>
                </a:lnTo>
                <a:lnTo>
                  <a:pt x="6547" y="2568"/>
                </a:lnTo>
                <a:lnTo>
                  <a:pt x="6569" y="2611"/>
                </a:lnTo>
                <a:lnTo>
                  <a:pt x="6569" y="2611"/>
                </a:lnTo>
                <a:lnTo>
                  <a:pt x="6654" y="2696"/>
                </a:lnTo>
                <a:lnTo>
                  <a:pt x="6761" y="2761"/>
                </a:lnTo>
                <a:lnTo>
                  <a:pt x="6868" y="2803"/>
                </a:lnTo>
                <a:lnTo>
                  <a:pt x="6933" y="2803"/>
                </a:lnTo>
                <a:lnTo>
                  <a:pt x="6975" y="2782"/>
                </a:lnTo>
                <a:lnTo>
                  <a:pt x="6975" y="2782"/>
                </a:lnTo>
                <a:lnTo>
                  <a:pt x="7039" y="2739"/>
                </a:lnTo>
                <a:lnTo>
                  <a:pt x="7061" y="2696"/>
                </a:lnTo>
                <a:lnTo>
                  <a:pt x="7061" y="2654"/>
                </a:lnTo>
                <a:lnTo>
                  <a:pt x="7039" y="2611"/>
                </a:lnTo>
                <a:lnTo>
                  <a:pt x="6975" y="2525"/>
                </a:lnTo>
                <a:lnTo>
                  <a:pt x="6890" y="2461"/>
                </a:lnTo>
                <a:lnTo>
                  <a:pt x="6890" y="2461"/>
                </a:lnTo>
                <a:lnTo>
                  <a:pt x="6826" y="2376"/>
                </a:lnTo>
                <a:lnTo>
                  <a:pt x="6783" y="2290"/>
                </a:lnTo>
                <a:lnTo>
                  <a:pt x="6761" y="2204"/>
                </a:lnTo>
                <a:lnTo>
                  <a:pt x="6761" y="2097"/>
                </a:lnTo>
                <a:lnTo>
                  <a:pt x="6761" y="2097"/>
                </a:lnTo>
                <a:lnTo>
                  <a:pt x="6804" y="1948"/>
                </a:lnTo>
                <a:lnTo>
                  <a:pt x="6868" y="1841"/>
                </a:lnTo>
                <a:lnTo>
                  <a:pt x="6954" y="1776"/>
                </a:lnTo>
                <a:lnTo>
                  <a:pt x="7039" y="1734"/>
                </a:lnTo>
                <a:lnTo>
                  <a:pt x="7275" y="1648"/>
                </a:lnTo>
                <a:lnTo>
                  <a:pt x="7382" y="1605"/>
                </a:lnTo>
                <a:lnTo>
                  <a:pt x="7489" y="1520"/>
                </a:lnTo>
                <a:lnTo>
                  <a:pt x="7489" y="1520"/>
                </a:lnTo>
                <a:lnTo>
                  <a:pt x="7574" y="1434"/>
                </a:lnTo>
                <a:lnTo>
                  <a:pt x="7660" y="1349"/>
                </a:lnTo>
                <a:lnTo>
                  <a:pt x="7724" y="1242"/>
                </a:lnTo>
                <a:lnTo>
                  <a:pt x="7767" y="1113"/>
                </a:lnTo>
                <a:lnTo>
                  <a:pt x="7767" y="985"/>
                </a:lnTo>
                <a:lnTo>
                  <a:pt x="7767" y="878"/>
                </a:lnTo>
                <a:lnTo>
                  <a:pt x="7724" y="749"/>
                </a:lnTo>
                <a:lnTo>
                  <a:pt x="7660" y="642"/>
                </a:lnTo>
                <a:lnTo>
                  <a:pt x="7660" y="642"/>
                </a:lnTo>
                <a:close/>
                <a:moveTo>
                  <a:pt x="3445" y="1541"/>
                </a:moveTo>
                <a:lnTo>
                  <a:pt x="3445" y="1541"/>
                </a:lnTo>
                <a:lnTo>
                  <a:pt x="3317" y="1520"/>
                </a:lnTo>
                <a:lnTo>
                  <a:pt x="3188" y="1477"/>
                </a:lnTo>
                <a:lnTo>
                  <a:pt x="3145" y="1434"/>
                </a:lnTo>
                <a:lnTo>
                  <a:pt x="3103" y="1391"/>
                </a:lnTo>
                <a:lnTo>
                  <a:pt x="3081" y="1327"/>
                </a:lnTo>
                <a:lnTo>
                  <a:pt x="3081" y="1242"/>
                </a:lnTo>
                <a:lnTo>
                  <a:pt x="3081" y="1242"/>
                </a:lnTo>
                <a:lnTo>
                  <a:pt x="3103" y="1177"/>
                </a:lnTo>
                <a:lnTo>
                  <a:pt x="3124" y="1135"/>
                </a:lnTo>
                <a:lnTo>
                  <a:pt x="3210" y="1028"/>
                </a:lnTo>
                <a:lnTo>
                  <a:pt x="3317" y="963"/>
                </a:lnTo>
                <a:lnTo>
                  <a:pt x="3445" y="942"/>
                </a:lnTo>
                <a:lnTo>
                  <a:pt x="3445" y="942"/>
                </a:lnTo>
                <a:lnTo>
                  <a:pt x="3509" y="942"/>
                </a:lnTo>
                <a:lnTo>
                  <a:pt x="3573" y="963"/>
                </a:lnTo>
                <a:lnTo>
                  <a:pt x="3616" y="985"/>
                </a:lnTo>
                <a:lnTo>
                  <a:pt x="3638" y="1028"/>
                </a:lnTo>
                <a:lnTo>
                  <a:pt x="3659" y="1135"/>
                </a:lnTo>
                <a:lnTo>
                  <a:pt x="3659" y="1263"/>
                </a:lnTo>
                <a:lnTo>
                  <a:pt x="3659" y="1263"/>
                </a:lnTo>
                <a:lnTo>
                  <a:pt x="3680" y="1434"/>
                </a:lnTo>
                <a:lnTo>
                  <a:pt x="3659" y="1520"/>
                </a:lnTo>
                <a:lnTo>
                  <a:pt x="3638" y="1563"/>
                </a:lnTo>
                <a:lnTo>
                  <a:pt x="3595" y="1563"/>
                </a:lnTo>
                <a:lnTo>
                  <a:pt x="3445" y="1541"/>
                </a:lnTo>
                <a:lnTo>
                  <a:pt x="3445" y="1541"/>
                </a:lnTo>
                <a:close/>
                <a:moveTo>
                  <a:pt x="6291" y="771"/>
                </a:moveTo>
                <a:lnTo>
                  <a:pt x="6291" y="771"/>
                </a:lnTo>
                <a:lnTo>
                  <a:pt x="6248" y="1242"/>
                </a:lnTo>
                <a:lnTo>
                  <a:pt x="6184" y="1691"/>
                </a:lnTo>
                <a:lnTo>
                  <a:pt x="6141" y="1905"/>
                </a:lnTo>
                <a:lnTo>
                  <a:pt x="6098" y="2119"/>
                </a:lnTo>
                <a:lnTo>
                  <a:pt x="6012" y="2333"/>
                </a:lnTo>
                <a:lnTo>
                  <a:pt x="5906" y="2547"/>
                </a:lnTo>
                <a:lnTo>
                  <a:pt x="5906" y="2547"/>
                </a:lnTo>
                <a:lnTo>
                  <a:pt x="5841" y="2654"/>
                </a:lnTo>
                <a:lnTo>
                  <a:pt x="5734" y="2782"/>
                </a:lnTo>
                <a:lnTo>
                  <a:pt x="5606" y="2910"/>
                </a:lnTo>
                <a:lnTo>
                  <a:pt x="5478" y="3039"/>
                </a:lnTo>
                <a:lnTo>
                  <a:pt x="5349" y="3103"/>
                </a:lnTo>
                <a:lnTo>
                  <a:pt x="5306" y="3103"/>
                </a:lnTo>
                <a:lnTo>
                  <a:pt x="5264" y="3103"/>
                </a:lnTo>
                <a:lnTo>
                  <a:pt x="5221" y="3060"/>
                </a:lnTo>
                <a:lnTo>
                  <a:pt x="5199" y="3017"/>
                </a:lnTo>
                <a:lnTo>
                  <a:pt x="5199" y="2932"/>
                </a:lnTo>
                <a:lnTo>
                  <a:pt x="5199" y="2825"/>
                </a:lnTo>
                <a:lnTo>
                  <a:pt x="5199" y="2825"/>
                </a:lnTo>
                <a:lnTo>
                  <a:pt x="5242" y="2696"/>
                </a:lnTo>
                <a:lnTo>
                  <a:pt x="5306" y="2547"/>
                </a:lnTo>
                <a:lnTo>
                  <a:pt x="5306" y="2461"/>
                </a:lnTo>
                <a:lnTo>
                  <a:pt x="5306" y="2418"/>
                </a:lnTo>
                <a:lnTo>
                  <a:pt x="5264" y="2376"/>
                </a:lnTo>
                <a:lnTo>
                  <a:pt x="5199" y="2376"/>
                </a:lnTo>
                <a:lnTo>
                  <a:pt x="5199" y="2376"/>
                </a:lnTo>
                <a:lnTo>
                  <a:pt x="5157" y="2397"/>
                </a:lnTo>
                <a:lnTo>
                  <a:pt x="5114" y="2461"/>
                </a:lnTo>
                <a:lnTo>
                  <a:pt x="5007" y="2590"/>
                </a:lnTo>
                <a:lnTo>
                  <a:pt x="4964" y="2654"/>
                </a:lnTo>
                <a:lnTo>
                  <a:pt x="4921" y="2675"/>
                </a:lnTo>
                <a:lnTo>
                  <a:pt x="4900" y="2675"/>
                </a:lnTo>
                <a:lnTo>
                  <a:pt x="4879" y="2675"/>
                </a:lnTo>
                <a:lnTo>
                  <a:pt x="4836" y="2590"/>
                </a:lnTo>
                <a:lnTo>
                  <a:pt x="4836" y="2590"/>
                </a:lnTo>
                <a:lnTo>
                  <a:pt x="4814" y="2547"/>
                </a:lnTo>
                <a:lnTo>
                  <a:pt x="4836" y="2483"/>
                </a:lnTo>
                <a:lnTo>
                  <a:pt x="4879" y="2354"/>
                </a:lnTo>
                <a:lnTo>
                  <a:pt x="4985" y="2097"/>
                </a:lnTo>
                <a:lnTo>
                  <a:pt x="4985" y="2097"/>
                </a:lnTo>
                <a:lnTo>
                  <a:pt x="5028" y="1969"/>
                </a:lnTo>
                <a:lnTo>
                  <a:pt x="5071" y="1883"/>
                </a:lnTo>
                <a:lnTo>
                  <a:pt x="5071" y="1819"/>
                </a:lnTo>
                <a:lnTo>
                  <a:pt x="5071" y="1819"/>
                </a:lnTo>
                <a:lnTo>
                  <a:pt x="5028" y="1755"/>
                </a:lnTo>
                <a:lnTo>
                  <a:pt x="4964" y="1734"/>
                </a:lnTo>
                <a:lnTo>
                  <a:pt x="4921" y="1755"/>
                </a:lnTo>
                <a:lnTo>
                  <a:pt x="4857" y="1798"/>
                </a:lnTo>
                <a:lnTo>
                  <a:pt x="4750" y="1926"/>
                </a:lnTo>
                <a:lnTo>
                  <a:pt x="4686" y="1990"/>
                </a:lnTo>
                <a:lnTo>
                  <a:pt x="4643" y="2012"/>
                </a:lnTo>
                <a:lnTo>
                  <a:pt x="4643" y="2012"/>
                </a:lnTo>
                <a:lnTo>
                  <a:pt x="4643" y="1926"/>
                </a:lnTo>
                <a:lnTo>
                  <a:pt x="4665" y="1841"/>
                </a:lnTo>
                <a:lnTo>
                  <a:pt x="4750" y="1669"/>
                </a:lnTo>
                <a:lnTo>
                  <a:pt x="4814" y="1477"/>
                </a:lnTo>
                <a:lnTo>
                  <a:pt x="4836" y="1413"/>
                </a:lnTo>
                <a:lnTo>
                  <a:pt x="4836" y="1327"/>
                </a:lnTo>
                <a:lnTo>
                  <a:pt x="4836" y="1327"/>
                </a:lnTo>
                <a:lnTo>
                  <a:pt x="4793" y="1263"/>
                </a:lnTo>
                <a:lnTo>
                  <a:pt x="4750" y="1242"/>
                </a:lnTo>
                <a:lnTo>
                  <a:pt x="4707" y="1242"/>
                </a:lnTo>
                <a:lnTo>
                  <a:pt x="4665" y="1284"/>
                </a:lnTo>
                <a:lnTo>
                  <a:pt x="4579" y="1391"/>
                </a:lnTo>
                <a:lnTo>
                  <a:pt x="4493" y="1477"/>
                </a:lnTo>
                <a:lnTo>
                  <a:pt x="4493" y="1477"/>
                </a:lnTo>
                <a:lnTo>
                  <a:pt x="4472" y="1413"/>
                </a:lnTo>
                <a:lnTo>
                  <a:pt x="4493" y="1327"/>
                </a:lnTo>
                <a:lnTo>
                  <a:pt x="4558" y="1156"/>
                </a:lnTo>
                <a:lnTo>
                  <a:pt x="4622" y="985"/>
                </a:lnTo>
                <a:lnTo>
                  <a:pt x="4643" y="899"/>
                </a:lnTo>
                <a:lnTo>
                  <a:pt x="4665" y="835"/>
                </a:lnTo>
                <a:lnTo>
                  <a:pt x="4665" y="835"/>
                </a:lnTo>
                <a:lnTo>
                  <a:pt x="4643" y="728"/>
                </a:lnTo>
                <a:lnTo>
                  <a:pt x="4622" y="685"/>
                </a:lnTo>
                <a:lnTo>
                  <a:pt x="4579" y="685"/>
                </a:lnTo>
                <a:lnTo>
                  <a:pt x="4536" y="707"/>
                </a:lnTo>
                <a:lnTo>
                  <a:pt x="4451" y="771"/>
                </a:lnTo>
                <a:lnTo>
                  <a:pt x="4408" y="792"/>
                </a:lnTo>
                <a:lnTo>
                  <a:pt x="4386" y="792"/>
                </a:lnTo>
                <a:lnTo>
                  <a:pt x="4386" y="792"/>
                </a:lnTo>
                <a:lnTo>
                  <a:pt x="4344" y="728"/>
                </a:lnTo>
                <a:lnTo>
                  <a:pt x="4322" y="707"/>
                </a:lnTo>
                <a:lnTo>
                  <a:pt x="4344" y="664"/>
                </a:lnTo>
                <a:lnTo>
                  <a:pt x="4386" y="642"/>
                </a:lnTo>
                <a:lnTo>
                  <a:pt x="4451" y="600"/>
                </a:lnTo>
                <a:lnTo>
                  <a:pt x="4622" y="557"/>
                </a:lnTo>
                <a:lnTo>
                  <a:pt x="4729" y="557"/>
                </a:lnTo>
                <a:lnTo>
                  <a:pt x="4729" y="557"/>
                </a:lnTo>
                <a:lnTo>
                  <a:pt x="5649" y="471"/>
                </a:lnTo>
                <a:lnTo>
                  <a:pt x="5649" y="471"/>
                </a:lnTo>
                <a:lnTo>
                  <a:pt x="5948" y="429"/>
                </a:lnTo>
                <a:lnTo>
                  <a:pt x="6098" y="407"/>
                </a:lnTo>
                <a:lnTo>
                  <a:pt x="6184" y="429"/>
                </a:lnTo>
                <a:lnTo>
                  <a:pt x="6226" y="429"/>
                </a:lnTo>
                <a:lnTo>
                  <a:pt x="6226" y="429"/>
                </a:lnTo>
                <a:lnTo>
                  <a:pt x="6269" y="471"/>
                </a:lnTo>
                <a:lnTo>
                  <a:pt x="6291" y="514"/>
                </a:lnTo>
                <a:lnTo>
                  <a:pt x="6312" y="600"/>
                </a:lnTo>
                <a:lnTo>
                  <a:pt x="6291" y="771"/>
                </a:lnTo>
                <a:lnTo>
                  <a:pt x="6291" y="771"/>
                </a:lnTo>
                <a:close/>
                <a:moveTo>
                  <a:pt x="6612" y="1520"/>
                </a:moveTo>
                <a:lnTo>
                  <a:pt x="6612" y="1520"/>
                </a:lnTo>
                <a:lnTo>
                  <a:pt x="6612" y="1349"/>
                </a:lnTo>
                <a:lnTo>
                  <a:pt x="6633" y="1199"/>
                </a:lnTo>
                <a:lnTo>
                  <a:pt x="6633" y="1135"/>
                </a:lnTo>
                <a:lnTo>
                  <a:pt x="6676" y="1070"/>
                </a:lnTo>
                <a:lnTo>
                  <a:pt x="6719" y="1006"/>
                </a:lnTo>
                <a:lnTo>
                  <a:pt x="6783" y="963"/>
                </a:lnTo>
                <a:lnTo>
                  <a:pt x="6783" y="963"/>
                </a:lnTo>
                <a:lnTo>
                  <a:pt x="6890" y="899"/>
                </a:lnTo>
                <a:lnTo>
                  <a:pt x="7039" y="878"/>
                </a:lnTo>
                <a:lnTo>
                  <a:pt x="7104" y="878"/>
                </a:lnTo>
                <a:lnTo>
                  <a:pt x="7168" y="921"/>
                </a:lnTo>
                <a:lnTo>
                  <a:pt x="7211" y="963"/>
                </a:lnTo>
                <a:lnTo>
                  <a:pt x="7232" y="1028"/>
                </a:lnTo>
                <a:lnTo>
                  <a:pt x="7232" y="1028"/>
                </a:lnTo>
                <a:lnTo>
                  <a:pt x="7253" y="1070"/>
                </a:lnTo>
                <a:lnTo>
                  <a:pt x="7232" y="1135"/>
                </a:lnTo>
                <a:lnTo>
                  <a:pt x="7168" y="1220"/>
                </a:lnTo>
                <a:lnTo>
                  <a:pt x="7082" y="1327"/>
                </a:lnTo>
                <a:lnTo>
                  <a:pt x="6954" y="1413"/>
                </a:lnTo>
                <a:lnTo>
                  <a:pt x="6826" y="1477"/>
                </a:lnTo>
                <a:lnTo>
                  <a:pt x="6719" y="1520"/>
                </a:lnTo>
                <a:lnTo>
                  <a:pt x="6633" y="1541"/>
                </a:lnTo>
                <a:lnTo>
                  <a:pt x="6612" y="1541"/>
                </a:lnTo>
                <a:lnTo>
                  <a:pt x="6612" y="1520"/>
                </a:lnTo>
                <a:lnTo>
                  <a:pt x="6612" y="152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7"/>
          <p:cNvSpPr/>
          <p:nvPr/>
        </p:nvSpPr>
        <p:spPr>
          <a:xfrm>
            <a:off x="7543479" y="2134047"/>
            <a:ext cx="303875" cy="300092"/>
          </a:xfrm>
          <a:custGeom>
            <a:rect b="b" l="l" r="r" t="t"/>
            <a:pathLst>
              <a:path extrusionOk="0" h="17374" w="17593">
                <a:moveTo>
                  <a:pt x="14673" y="1266"/>
                </a:moveTo>
                <a:lnTo>
                  <a:pt x="14624" y="1314"/>
                </a:lnTo>
                <a:lnTo>
                  <a:pt x="14600" y="1363"/>
                </a:lnTo>
                <a:lnTo>
                  <a:pt x="14575" y="1412"/>
                </a:lnTo>
                <a:lnTo>
                  <a:pt x="14575" y="1485"/>
                </a:lnTo>
                <a:lnTo>
                  <a:pt x="14600" y="1533"/>
                </a:lnTo>
                <a:lnTo>
                  <a:pt x="14648" y="1606"/>
                </a:lnTo>
                <a:lnTo>
                  <a:pt x="14697" y="1631"/>
                </a:lnTo>
                <a:lnTo>
                  <a:pt x="14940" y="1728"/>
                </a:lnTo>
                <a:lnTo>
                  <a:pt x="15159" y="1825"/>
                </a:lnTo>
                <a:lnTo>
                  <a:pt x="15354" y="1971"/>
                </a:lnTo>
                <a:lnTo>
                  <a:pt x="15524" y="2166"/>
                </a:lnTo>
                <a:lnTo>
                  <a:pt x="15597" y="2263"/>
                </a:lnTo>
                <a:lnTo>
                  <a:pt x="15646" y="2360"/>
                </a:lnTo>
                <a:lnTo>
                  <a:pt x="15695" y="2579"/>
                </a:lnTo>
                <a:lnTo>
                  <a:pt x="15792" y="3017"/>
                </a:lnTo>
                <a:lnTo>
                  <a:pt x="15816" y="3090"/>
                </a:lnTo>
                <a:lnTo>
                  <a:pt x="15865" y="3139"/>
                </a:lnTo>
                <a:lnTo>
                  <a:pt x="15938" y="3163"/>
                </a:lnTo>
                <a:lnTo>
                  <a:pt x="15987" y="3188"/>
                </a:lnTo>
                <a:lnTo>
                  <a:pt x="16060" y="3163"/>
                </a:lnTo>
                <a:lnTo>
                  <a:pt x="16133" y="3139"/>
                </a:lnTo>
                <a:lnTo>
                  <a:pt x="16181" y="3090"/>
                </a:lnTo>
                <a:lnTo>
                  <a:pt x="16206" y="3017"/>
                </a:lnTo>
                <a:lnTo>
                  <a:pt x="16254" y="2871"/>
                </a:lnTo>
                <a:lnTo>
                  <a:pt x="16254" y="2725"/>
                </a:lnTo>
                <a:lnTo>
                  <a:pt x="16230" y="2579"/>
                </a:lnTo>
                <a:lnTo>
                  <a:pt x="16181" y="2409"/>
                </a:lnTo>
                <a:lnTo>
                  <a:pt x="16133" y="2263"/>
                </a:lnTo>
                <a:lnTo>
                  <a:pt x="16060" y="2117"/>
                </a:lnTo>
                <a:lnTo>
                  <a:pt x="15889" y="1874"/>
                </a:lnTo>
                <a:lnTo>
                  <a:pt x="15670" y="1631"/>
                </a:lnTo>
                <a:lnTo>
                  <a:pt x="15524" y="1509"/>
                </a:lnTo>
                <a:lnTo>
                  <a:pt x="15378" y="1436"/>
                </a:lnTo>
                <a:lnTo>
                  <a:pt x="15232" y="1363"/>
                </a:lnTo>
                <a:lnTo>
                  <a:pt x="15086" y="1290"/>
                </a:lnTo>
                <a:lnTo>
                  <a:pt x="14916" y="1266"/>
                </a:lnTo>
                <a:close/>
                <a:moveTo>
                  <a:pt x="2458" y="2263"/>
                </a:moveTo>
                <a:lnTo>
                  <a:pt x="2725" y="2433"/>
                </a:lnTo>
                <a:lnTo>
                  <a:pt x="2993" y="2604"/>
                </a:lnTo>
                <a:lnTo>
                  <a:pt x="3553" y="2896"/>
                </a:lnTo>
                <a:lnTo>
                  <a:pt x="4550" y="3480"/>
                </a:lnTo>
                <a:lnTo>
                  <a:pt x="4477" y="3528"/>
                </a:lnTo>
                <a:lnTo>
                  <a:pt x="4137" y="3942"/>
                </a:lnTo>
                <a:lnTo>
                  <a:pt x="4015" y="4088"/>
                </a:lnTo>
                <a:lnTo>
                  <a:pt x="3918" y="4210"/>
                </a:lnTo>
                <a:lnTo>
                  <a:pt x="3261" y="3723"/>
                </a:lnTo>
                <a:lnTo>
                  <a:pt x="2969" y="3480"/>
                </a:lnTo>
                <a:lnTo>
                  <a:pt x="2677" y="3212"/>
                </a:lnTo>
                <a:lnTo>
                  <a:pt x="2360" y="2969"/>
                </a:lnTo>
                <a:lnTo>
                  <a:pt x="2044" y="2725"/>
                </a:lnTo>
                <a:lnTo>
                  <a:pt x="2239" y="2482"/>
                </a:lnTo>
                <a:lnTo>
                  <a:pt x="2458" y="2263"/>
                </a:lnTo>
                <a:close/>
                <a:moveTo>
                  <a:pt x="4721" y="3577"/>
                </a:moveTo>
                <a:lnTo>
                  <a:pt x="5232" y="3869"/>
                </a:lnTo>
                <a:lnTo>
                  <a:pt x="6278" y="4477"/>
                </a:lnTo>
                <a:lnTo>
                  <a:pt x="6132" y="4648"/>
                </a:lnTo>
                <a:lnTo>
                  <a:pt x="6010" y="4842"/>
                </a:lnTo>
                <a:lnTo>
                  <a:pt x="5840" y="5086"/>
                </a:lnTo>
                <a:lnTo>
                  <a:pt x="5694" y="5329"/>
                </a:lnTo>
                <a:lnTo>
                  <a:pt x="5256" y="5086"/>
                </a:lnTo>
                <a:lnTo>
                  <a:pt x="4842" y="4842"/>
                </a:lnTo>
                <a:lnTo>
                  <a:pt x="4137" y="4380"/>
                </a:lnTo>
                <a:lnTo>
                  <a:pt x="4258" y="4283"/>
                </a:lnTo>
                <a:lnTo>
                  <a:pt x="4356" y="4161"/>
                </a:lnTo>
                <a:lnTo>
                  <a:pt x="4696" y="3747"/>
                </a:lnTo>
                <a:lnTo>
                  <a:pt x="4721" y="3650"/>
                </a:lnTo>
                <a:lnTo>
                  <a:pt x="4721" y="3577"/>
                </a:lnTo>
                <a:close/>
                <a:moveTo>
                  <a:pt x="9271" y="9101"/>
                </a:moveTo>
                <a:lnTo>
                  <a:pt x="9247" y="9149"/>
                </a:lnTo>
                <a:lnTo>
                  <a:pt x="9125" y="9563"/>
                </a:lnTo>
                <a:lnTo>
                  <a:pt x="9028" y="9977"/>
                </a:lnTo>
                <a:lnTo>
                  <a:pt x="8979" y="10171"/>
                </a:lnTo>
                <a:lnTo>
                  <a:pt x="8955" y="10366"/>
                </a:lnTo>
                <a:lnTo>
                  <a:pt x="8955" y="10585"/>
                </a:lnTo>
                <a:lnTo>
                  <a:pt x="9003" y="10755"/>
                </a:lnTo>
                <a:lnTo>
                  <a:pt x="9003" y="10779"/>
                </a:lnTo>
                <a:lnTo>
                  <a:pt x="9028" y="10804"/>
                </a:lnTo>
                <a:lnTo>
                  <a:pt x="9052" y="10804"/>
                </a:lnTo>
                <a:lnTo>
                  <a:pt x="9076" y="10779"/>
                </a:lnTo>
                <a:lnTo>
                  <a:pt x="9149" y="10633"/>
                </a:lnTo>
                <a:lnTo>
                  <a:pt x="9174" y="10463"/>
                </a:lnTo>
                <a:lnTo>
                  <a:pt x="9222" y="10123"/>
                </a:lnTo>
                <a:lnTo>
                  <a:pt x="9271" y="9660"/>
                </a:lnTo>
                <a:lnTo>
                  <a:pt x="9320" y="9174"/>
                </a:lnTo>
                <a:lnTo>
                  <a:pt x="9320" y="9125"/>
                </a:lnTo>
                <a:lnTo>
                  <a:pt x="9295" y="9101"/>
                </a:lnTo>
                <a:close/>
                <a:moveTo>
                  <a:pt x="11874" y="9149"/>
                </a:moveTo>
                <a:lnTo>
                  <a:pt x="11899" y="9295"/>
                </a:lnTo>
                <a:lnTo>
                  <a:pt x="11947" y="9417"/>
                </a:lnTo>
                <a:lnTo>
                  <a:pt x="12093" y="9709"/>
                </a:lnTo>
                <a:lnTo>
                  <a:pt x="12239" y="9977"/>
                </a:lnTo>
                <a:lnTo>
                  <a:pt x="12385" y="10244"/>
                </a:lnTo>
                <a:lnTo>
                  <a:pt x="12556" y="10560"/>
                </a:lnTo>
                <a:lnTo>
                  <a:pt x="12385" y="10658"/>
                </a:lnTo>
                <a:lnTo>
                  <a:pt x="12264" y="10755"/>
                </a:lnTo>
                <a:lnTo>
                  <a:pt x="12045" y="10925"/>
                </a:lnTo>
                <a:lnTo>
                  <a:pt x="11923" y="10998"/>
                </a:lnTo>
                <a:lnTo>
                  <a:pt x="11826" y="11096"/>
                </a:lnTo>
                <a:lnTo>
                  <a:pt x="11582" y="10706"/>
                </a:lnTo>
                <a:lnTo>
                  <a:pt x="11461" y="10487"/>
                </a:lnTo>
                <a:lnTo>
                  <a:pt x="11315" y="10220"/>
                </a:lnTo>
                <a:lnTo>
                  <a:pt x="11169" y="9977"/>
                </a:lnTo>
                <a:lnTo>
                  <a:pt x="11071" y="9879"/>
                </a:lnTo>
                <a:lnTo>
                  <a:pt x="10974" y="9782"/>
                </a:lnTo>
                <a:lnTo>
                  <a:pt x="11412" y="9466"/>
                </a:lnTo>
                <a:lnTo>
                  <a:pt x="11850" y="9174"/>
                </a:lnTo>
                <a:lnTo>
                  <a:pt x="11874" y="9149"/>
                </a:lnTo>
                <a:close/>
                <a:moveTo>
                  <a:pt x="8492" y="9685"/>
                </a:moveTo>
                <a:lnTo>
                  <a:pt x="8492" y="9709"/>
                </a:lnTo>
                <a:lnTo>
                  <a:pt x="8395" y="10439"/>
                </a:lnTo>
                <a:lnTo>
                  <a:pt x="8346" y="10852"/>
                </a:lnTo>
                <a:lnTo>
                  <a:pt x="8346" y="11047"/>
                </a:lnTo>
                <a:lnTo>
                  <a:pt x="8346" y="11169"/>
                </a:lnTo>
                <a:lnTo>
                  <a:pt x="8371" y="11242"/>
                </a:lnTo>
                <a:lnTo>
                  <a:pt x="8419" y="11290"/>
                </a:lnTo>
                <a:lnTo>
                  <a:pt x="8444" y="11290"/>
                </a:lnTo>
                <a:lnTo>
                  <a:pt x="8468" y="11266"/>
                </a:lnTo>
                <a:lnTo>
                  <a:pt x="8517" y="11120"/>
                </a:lnTo>
                <a:lnTo>
                  <a:pt x="8541" y="10974"/>
                </a:lnTo>
                <a:lnTo>
                  <a:pt x="8565" y="10658"/>
                </a:lnTo>
                <a:lnTo>
                  <a:pt x="8565" y="10195"/>
                </a:lnTo>
                <a:lnTo>
                  <a:pt x="8565" y="9733"/>
                </a:lnTo>
                <a:lnTo>
                  <a:pt x="8541" y="9709"/>
                </a:lnTo>
                <a:lnTo>
                  <a:pt x="8517" y="9685"/>
                </a:lnTo>
                <a:close/>
                <a:moveTo>
                  <a:pt x="12702" y="10852"/>
                </a:moveTo>
                <a:lnTo>
                  <a:pt x="13286" y="11972"/>
                </a:lnTo>
                <a:lnTo>
                  <a:pt x="13578" y="12556"/>
                </a:lnTo>
                <a:lnTo>
                  <a:pt x="13505" y="12580"/>
                </a:lnTo>
                <a:lnTo>
                  <a:pt x="13407" y="12629"/>
                </a:lnTo>
                <a:lnTo>
                  <a:pt x="13286" y="12726"/>
                </a:lnTo>
                <a:lnTo>
                  <a:pt x="13018" y="12945"/>
                </a:lnTo>
                <a:lnTo>
                  <a:pt x="12677" y="12410"/>
                </a:lnTo>
                <a:lnTo>
                  <a:pt x="11947" y="11315"/>
                </a:lnTo>
                <a:lnTo>
                  <a:pt x="12069" y="11242"/>
                </a:lnTo>
                <a:lnTo>
                  <a:pt x="12191" y="11169"/>
                </a:lnTo>
                <a:lnTo>
                  <a:pt x="12410" y="11023"/>
                </a:lnTo>
                <a:lnTo>
                  <a:pt x="12556" y="10950"/>
                </a:lnTo>
                <a:lnTo>
                  <a:pt x="12702" y="10852"/>
                </a:lnTo>
                <a:close/>
                <a:moveTo>
                  <a:pt x="13724" y="12823"/>
                </a:moveTo>
                <a:lnTo>
                  <a:pt x="14965" y="15232"/>
                </a:lnTo>
                <a:lnTo>
                  <a:pt x="14770" y="15378"/>
                </a:lnTo>
                <a:lnTo>
                  <a:pt x="13991" y="14283"/>
                </a:lnTo>
                <a:lnTo>
                  <a:pt x="13188" y="13164"/>
                </a:lnTo>
                <a:lnTo>
                  <a:pt x="13334" y="13091"/>
                </a:lnTo>
                <a:lnTo>
                  <a:pt x="13456" y="13018"/>
                </a:lnTo>
                <a:lnTo>
                  <a:pt x="13578" y="12921"/>
                </a:lnTo>
                <a:lnTo>
                  <a:pt x="13724" y="12823"/>
                </a:lnTo>
                <a:close/>
                <a:moveTo>
                  <a:pt x="584" y="11534"/>
                </a:moveTo>
                <a:lnTo>
                  <a:pt x="925" y="11704"/>
                </a:lnTo>
                <a:lnTo>
                  <a:pt x="1290" y="11874"/>
                </a:lnTo>
                <a:lnTo>
                  <a:pt x="1655" y="12020"/>
                </a:lnTo>
                <a:lnTo>
                  <a:pt x="2020" y="12166"/>
                </a:lnTo>
                <a:lnTo>
                  <a:pt x="2847" y="12556"/>
                </a:lnTo>
                <a:lnTo>
                  <a:pt x="3261" y="12775"/>
                </a:lnTo>
                <a:lnTo>
                  <a:pt x="3674" y="13018"/>
                </a:lnTo>
                <a:lnTo>
                  <a:pt x="3869" y="13164"/>
                </a:lnTo>
                <a:lnTo>
                  <a:pt x="4064" y="13359"/>
                </a:lnTo>
                <a:lnTo>
                  <a:pt x="4258" y="13529"/>
                </a:lnTo>
                <a:lnTo>
                  <a:pt x="4404" y="13748"/>
                </a:lnTo>
                <a:lnTo>
                  <a:pt x="4550" y="13967"/>
                </a:lnTo>
                <a:lnTo>
                  <a:pt x="4696" y="14186"/>
                </a:lnTo>
                <a:lnTo>
                  <a:pt x="4940" y="14648"/>
                </a:lnTo>
                <a:lnTo>
                  <a:pt x="5159" y="15135"/>
                </a:lnTo>
                <a:lnTo>
                  <a:pt x="5378" y="15622"/>
                </a:lnTo>
                <a:lnTo>
                  <a:pt x="5572" y="16133"/>
                </a:lnTo>
                <a:lnTo>
                  <a:pt x="5816" y="16595"/>
                </a:lnTo>
                <a:lnTo>
                  <a:pt x="5621" y="16327"/>
                </a:lnTo>
                <a:lnTo>
                  <a:pt x="5305" y="15841"/>
                </a:lnTo>
                <a:lnTo>
                  <a:pt x="5037" y="15330"/>
                </a:lnTo>
                <a:lnTo>
                  <a:pt x="4842" y="14916"/>
                </a:lnTo>
                <a:lnTo>
                  <a:pt x="4648" y="14454"/>
                </a:lnTo>
                <a:lnTo>
                  <a:pt x="4550" y="14259"/>
                </a:lnTo>
                <a:lnTo>
                  <a:pt x="4429" y="14040"/>
                </a:lnTo>
                <a:lnTo>
                  <a:pt x="4283" y="13870"/>
                </a:lnTo>
                <a:lnTo>
                  <a:pt x="4112" y="13699"/>
                </a:lnTo>
                <a:lnTo>
                  <a:pt x="4137" y="13602"/>
                </a:lnTo>
                <a:lnTo>
                  <a:pt x="4112" y="13529"/>
                </a:lnTo>
                <a:lnTo>
                  <a:pt x="4039" y="13456"/>
                </a:lnTo>
                <a:lnTo>
                  <a:pt x="3918" y="13407"/>
                </a:lnTo>
                <a:lnTo>
                  <a:pt x="3820" y="13383"/>
                </a:lnTo>
                <a:lnTo>
                  <a:pt x="3747" y="13334"/>
                </a:lnTo>
                <a:lnTo>
                  <a:pt x="3553" y="13237"/>
                </a:lnTo>
                <a:lnTo>
                  <a:pt x="3382" y="13091"/>
                </a:lnTo>
                <a:lnTo>
                  <a:pt x="3212" y="12994"/>
                </a:lnTo>
                <a:lnTo>
                  <a:pt x="2774" y="12750"/>
                </a:lnTo>
                <a:lnTo>
                  <a:pt x="2312" y="12531"/>
                </a:lnTo>
                <a:lnTo>
                  <a:pt x="1144" y="11996"/>
                </a:lnTo>
                <a:lnTo>
                  <a:pt x="828" y="11850"/>
                </a:lnTo>
                <a:lnTo>
                  <a:pt x="682" y="11777"/>
                </a:lnTo>
                <a:lnTo>
                  <a:pt x="511" y="11704"/>
                </a:lnTo>
                <a:lnTo>
                  <a:pt x="584" y="11534"/>
                </a:lnTo>
                <a:close/>
                <a:moveTo>
                  <a:pt x="16011" y="438"/>
                </a:moveTo>
                <a:lnTo>
                  <a:pt x="16230" y="487"/>
                </a:lnTo>
                <a:lnTo>
                  <a:pt x="16449" y="560"/>
                </a:lnTo>
                <a:lnTo>
                  <a:pt x="16644" y="657"/>
                </a:lnTo>
                <a:lnTo>
                  <a:pt x="16838" y="803"/>
                </a:lnTo>
                <a:lnTo>
                  <a:pt x="16936" y="901"/>
                </a:lnTo>
                <a:lnTo>
                  <a:pt x="17009" y="1022"/>
                </a:lnTo>
                <a:lnTo>
                  <a:pt x="17082" y="1144"/>
                </a:lnTo>
                <a:lnTo>
                  <a:pt x="17130" y="1266"/>
                </a:lnTo>
                <a:lnTo>
                  <a:pt x="17057" y="1168"/>
                </a:lnTo>
                <a:lnTo>
                  <a:pt x="16960" y="1095"/>
                </a:lnTo>
                <a:lnTo>
                  <a:pt x="16936" y="1120"/>
                </a:lnTo>
                <a:lnTo>
                  <a:pt x="16911" y="1168"/>
                </a:lnTo>
                <a:lnTo>
                  <a:pt x="16911" y="1217"/>
                </a:lnTo>
                <a:lnTo>
                  <a:pt x="16911" y="1339"/>
                </a:lnTo>
                <a:lnTo>
                  <a:pt x="16984" y="1582"/>
                </a:lnTo>
                <a:lnTo>
                  <a:pt x="17033" y="1825"/>
                </a:lnTo>
                <a:lnTo>
                  <a:pt x="17057" y="1947"/>
                </a:lnTo>
                <a:lnTo>
                  <a:pt x="17106" y="2069"/>
                </a:lnTo>
                <a:lnTo>
                  <a:pt x="17033" y="2336"/>
                </a:lnTo>
                <a:lnTo>
                  <a:pt x="16911" y="2628"/>
                </a:lnTo>
                <a:lnTo>
                  <a:pt x="16887" y="2214"/>
                </a:lnTo>
                <a:lnTo>
                  <a:pt x="16838" y="2020"/>
                </a:lnTo>
                <a:lnTo>
                  <a:pt x="16741" y="1825"/>
                </a:lnTo>
                <a:lnTo>
                  <a:pt x="16717" y="1801"/>
                </a:lnTo>
                <a:lnTo>
                  <a:pt x="16668" y="1801"/>
                </a:lnTo>
                <a:lnTo>
                  <a:pt x="16644" y="1825"/>
                </a:lnTo>
                <a:lnTo>
                  <a:pt x="16595" y="2020"/>
                </a:lnTo>
                <a:lnTo>
                  <a:pt x="16571" y="2239"/>
                </a:lnTo>
                <a:lnTo>
                  <a:pt x="16571" y="2628"/>
                </a:lnTo>
                <a:lnTo>
                  <a:pt x="16571" y="2920"/>
                </a:lnTo>
                <a:lnTo>
                  <a:pt x="16595" y="3090"/>
                </a:lnTo>
                <a:lnTo>
                  <a:pt x="16619" y="3212"/>
                </a:lnTo>
                <a:lnTo>
                  <a:pt x="16522" y="3382"/>
                </a:lnTo>
                <a:lnTo>
                  <a:pt x="16473" y="3212"/>
                </a:lnTo>
                <a:lnTo>
                  <a:pt x="16473" y="2871"/>
                </a:lnTo>
                <a:lnTo>
                  <a:pt x="16473" y="2531"/>
                </a:lnTo>
                <a:lnTo>
                  <a:pt x="16449" y="2506"/>
                </a:lnTo>
                <a:lnTo>
                  <a:pt x="16425" y="2482"/>
                </a:lnTo>
                <a:lnTo>
                  <a:pt x="16400" y="2482"/>
                </a:lnTo>
                <a:lnTo>
                  <a:pt x="16400" y="2506"/>
                </a:lnTo>
                <a:lnTo>
                  <a:pt x="16327" y="2652"/>
                </a:lnTo>
                <a:lnTo>
                  <a:pt x="16303" y="2798"/>
                </a:lnTo>
                <a:lnTo>
                  <a:pt x="16279" y="2969"/>
                </a:lnTo>
                <a:lnTo>
                  <a:pt x="16254" y="3115"/>
                </a:lnTo>
                <a:lnTo>
                  <a:pt x="16279" y="3382"/>
                </a:lnTo>
                <a:lnTo>
                  <a:pt x="16303" y="3528"/>
                </a:lnTo>
                <a:lnTo>
                  <a:pt x="16352" y="3650"/>
                </a:lnTo>
                <a:lnTo>
                  <a:pt x="16133" y="3966"/>
                </a:lnTo>
                <a:lnTo>
                  <a:pt x="16084" y="4015"/>
                </a:lnTo>
                <a:lnTo>
                  <a:pt x="16035" y="3699"/>
                </a:lnTo>
                <a:lnTo>
                  <a:pt x="16011" y="3358"/>
                </a:lnTo>
                <a:lnTo>
                  <a:pt x="16011" y="3334"/>
                </a:lnTo>
                <a:lnTo>
                  <a:pt x="15962" y="3334"/>
                </a:lnTo>
                <a:lnTo>
                  <a:pt x="15938" y="3358"/>
                </a:lnTo>
                <a:lnTo>
                  <a:pt x="15889" y="3528"/>
                </a:lnTo>
                <a:lnTo>
                  <a:pt x="15841" y="3723"/>
                </a:lnTo>
                <a:lnTo>
                  <a:pt x="15841" y="3893"/>
                </a:lnTo>
                <a:lnTo>
                  <a:pt x="15841" y="4088"/>
                </a:lnTo>
                <a:lnTo>
                  <a:pt x="15865" y="4307"/>
                </a:lnTo>
                <a:lnTo>
                  <a:pt x="15719" y="4477"/>
                </a:lnTo>
                <a:lnTo>
                  <a:pt x="15695" y="4112"/>
                </a:lnTo>
                <a:lnTo>
                  <a:pt x="15646" y="3747"/>
                </a:lnTo>
                <a:lnTo>
                  <a:pt x="15646" y="3723"/>
                </a:lnTo>
                <a:lnTo>
                  <a:pt x="15597" y="3723"/>
                </a:lnTo>
                <a:lnTo>
                  <a:pt x="15573" y="3747"/>
                </a:lnTo>
                <a:lnTo>
                  <a:pt x="15524" y="4210"/>
                </a:lnTo>
                <a:lnTo>
                  <a:pt x="15500" y="4453"/>
                </a:lnTo>
                <a:lnTo>
                  <a:pt x="15524" y="4696"/>
                </a:lnTo>
                <a:lnTo>
                  <a:pt x="15257" y="4940"/>
                </a:lnTo>
                <a:lnTo>
                  <a:pt x="15281" y="4721"/>
                </a:lnTo>
                <a:lnTo>
                  <a:pt x="15281" y="4477"/>
                </a:lnTo>
                <a:lnTo>
                  <a:pt x="15257" y="3699"/>
                </a:lnTo>
                <a:lnTo>
                  <a:pt x="15232" y="3650"/>
                </a:lnTo>
                <a:lnTo>
                  <a:pt x="15159" y="3650"/>
                </a:lnTo>
                <a:lnTo>
                  <a:pt x="15135" y="3699"/>
                </a:lnTo>
                <a:lnTo>
                  <a:pt x="15086" y="4477"/>
                </a:lnTo>
                <a:lnTo>
                  <a:pt x="15062" y="4794"/>
                </a:lnTo>
                <a:lnTo>
                  <a:pt x="15062" y="4964"/>
                </a:lnTo>
                <a:lnTo>
                  <a:pt x="15086" y="5110"/>
                </a:lnTo>
                <a:lnTo>
                  <a:pt x="14916" y="5256"/>
                </a:lnTo>
                <a:lnTo>
                  <a:pt x="14916" y="5134"/>
                </a:lnTo>
                <a:lnTo>
                  <a:pt x="14867" y="4672"/>
                </a:lnTo>
                <a:lnTo>
                  <a:pt x="14819" y="4185"/>
                </a:lnTo>
                <a:lnTo>
                  <a:pt x="14794" y="4161"/>
                </a:lnTo>
                <a:lnTo>
                  <a:pt x="14770" y="4161"/>
                </a:lnTo>
                <a:lnTo>
                  <a:pt x="14770" y="4185"/>
                </a:lnTo>
                <a:lnTo>
                  <a:pt x="14697" y="4599"/>
                </a:lnTo>
                <a:lnTo>
                  <a:pt x="14648" y="5013"/>
                </a:lnTo>
                <a:lnTo>
                  <a:pt x="14624" y="5256"/>
                </a:lnTo>
                <a:lnTo>
                  <a:pt x="14624" y="5475"/>
                </a:lnTo>
                <a:lnTo>
                  <a:pt x="14186" y="5791"/>
                </a:lnTo>
                <a:lnTo>
                  <a:pt x="14162" y="5621"/>
                </a:lnTo>
                <a:lnTo>
                  <a:pt x="14113" y="4721"/>
                </a:lnTo>
                <a:lnTo>
                  <a:pt x="14089" y="4696"/>
                </a:lnTo>
                <a:lnTo>
                  <a:pt x="14064" y="4672"/>
                </a:lnTo>
                <a:lnTo>
                  <a:pt x="14016" y="4672"/>
                </a:lnTo>
                <a:lnTo>
                  <a:pt x="13991" y="4696"/>
                </a:lnTo>
                <a:lnTo>
                  <a:pt x="13943" y="4940"/>
                </a:lnTo>
                <a:lnTo>
                  <a:pt x="13894" y="5159"/>
                </a:lnTo>
                <a:lnTo>
                  <a:pt x="13870" y="5378"/>
                </a:lnTo>
                <a:lnTo>
                  <a:pt x="13870" y="5621"/>
                </a:lnTo>
                <a:lnTo>
                  <a:pt x="13870" y="5791"/>
                </a:lnTo>
                <a:lnTo>
                  <a:pt x="13870" y="5986"/>
                </a:lnTo>
                <a:lnTo>
                  <a:pt x="13529" y="6181"/>
                </a:lnTo>
                <a:lnTo>
                  <a:pt x="13480" y="6205"/>
                </a:lnTo>
                <a:lnTo>
                  <a:pt x="13505" y="6083"/>
                </a:lnTo>
                <a:lnTo>
                  <a:pt x="13505" y="5986"/>
                </a:lnTo>
                <a:lnTo>
                  <a:pt x="13480" y="5791"/>
                </a:lnTo>
                <a:lnTo>
                  <a:pt x="13456" y="5524"/>
                </a:lnTo>
                <a:lnTo>
                  <a:pt x="13383" y="5256"/>
                </a:lnTo>
                <a:lnTo>
                  <a:pt x="13359" y="5232"/>
                </a:lnTo>
                <a:lnTo>
                  <a:pt x="13334" y="5256"/>
                </a:lnTo>
                <a:lnTo>
                  <a:pt x="13286" y="5524"/>
                </a:lnTo>
                <a:lnTo>
                  <a:pt x="13286" y="5791"/>
                </a:lnTo>
                <a:lnTo>
                  <a:pt x="13286" y="6035"/>
                </a:lnTo>
                <a:lnTo>
                  <a:pt x="13310" y="6156"/>
                </a:lnTo>
                <a:lnTo>
                  <a:pt x="13359" y="6254"/>
                </a:lnTo>
                <a:lnTo>
                  <a:pt x="13383" y="6278"/>
                </a:lnTo>
                <a:lnTo>
                  <a:pt x="13407" y="6278"/>
                </a:lnTo>
                <a:lnTo>
                  <a:pt x="13407" y="6375"/>
                </a:lnTo>
                <a:lnTo>
                  <a:pt x="13432" y="6448"/>
                </a:lnTo>
                <a:lnTo>
                  <a:pt x="13480" y="6521"/>
                </a:lnTo>
                <a:lnTo>
                  <a:pt x="13553" y="6594"/>
                </a:lnTo>
                <a:lnTo>
                  <a:pt x="13553" y="6789"/>
                </a:lnTo>
                <a:lnTo>
                  <a:pt x="13578" y="6984"/>
                </a:lnTo>
                <a:lnTo>
                  <a:pt x="13699" y="7397"/>
                </a:lnTo>
                <a:lnTo>
                  <a:pt x="13821" y="7787"/>
                </a:lnTo>
                <a:lnTo>
                  <a:pt x="13967" y="8176"/>
                </a:lnTo>
                <a:lnTo>
                  <a:pt x="14575" y="10195"/>
                </a:lnTo>
                <a:lnTo>
                  <a:pt x="15184" y="12312"/>
                </a:lnTo>
                <a:lnTo>
                  <a:pt x="15500" y="13359"/>
                </a:lnTo>
                <a:lnTo>
                  <a:pt x="15865" y="14381"/>
                </a:lnTo>
                <a:lnTo>
                  <a:pt x="15695" y="14575"/>
                </a:lnTo>
                <a:lnTo>
                  <a:pt x="15524" y="14746"/>
                </a:lnTo>
                <a:lnTo>
                  <a:pt x="15208" y="15038"/>
                </a:lnTo>
                <a:lnTo>
                  <a:pt x="13553" y="11801"/>
                </a:lnTo>
                <a:lnTo>
                  <a:pt x="12653" y="10074"/>
                </a:lnTo>
                <a:lnTo>
                  <a:pt x="12531" y="9782"/>
                </a:lnTo>
                <a:lnTo>
                  <a:pt x="12361" y="9441"/>
                </a:lnTo>
                <a:lnTo>
                  <a:pt x="12288" y="9295"/>
                </a:lnTo>
                <a:lnTo>
                  <a:pt x="12191" y="9149"/>
                </a:lnTo>
                <a:lnTo>
                  <a:pt x="12069" y="9028"/>
                </a:lnTo>
                <a:lnTo>
                  <a:pt x="11947" y="8955"/>
                </a:lnTo>
                <a:lnTo>
                  <a:pt x="11899" y="8857"/>
                </a:lnTo>
                <a:lnTo>
                  <a:pt x="11826" y="8809"/>
                </a:lnTo>
                <a:lnTo>
                  <a:pt x="11753" y="8784"/>
                </a:lnTo>
                <a:lnTo>
                  <a:pt x="11704" y="8809"/>
                </a:lnTo>
                <a:lnTo>
                  <a:pt x="11655" y="8833"/>
                </a:lnTo>
                <a:lnTo>
                  <a:pt x="11534" y="8906"/>
                </a:lnTo>
                <a:lnTo>
                  <a:pt x="11534" y="8736"/>
                </a:lnTo>
                <a:lnTo>
                  <a:pt x="11534" y="8419"/>
                </a:lnTo>
                <a:lnTo>
                  <a:pt x="11534" y="8273"/>
                </a:lnTo>
                <a:lnTo>
                  <a:pt x="11509" y="8127"/>
                </a:lnTo>
                <a:lnTo>
                  <a:pt x="11485" y="8103"/>
                </a:lnTo>
                <a:lnTo>
                  <a:pt x="11461" y="8079"/>
                </a:lnTo>
                <a:lnTo>
                  <a:pt x="11436" y="8103"/>
                </a:lnTo>
                <a:lnTo>
                  <a:pt x="11412" y="8127"/>
                </a:lnTo>
                <a:lnTo>
                  <a:pt x="11388" y="8249"/>
                </a:lnTo>
                <a:lnTo>
                  <a:pt x="11363" y="8371"/>
                </a:lnTo>
                <a:lnTo>
                  <a:pt x="11363" y="8638"/>
                </a:lnTo>
                <a:lnTo>
                  <a:pt x="11339" y="8833"/>
                </a:lnTo>
                <a:lnTo>
                  <a:pt x="11363" y="9052"/>
                </a:lnTo>
                <a:lnTo>
                  <a:pt x="10925" y="9368"/>
                </a:lnTo>
                <a:lnTo>
                  <a:pt x="10950" y="9198"/>
                </a:lnTo>
                <a:lnTo>
                  <a:pt x="10974" y="9028"/>
                </a:lnTo>
                <a:lnTo>
                  <a:pt x="10974" y="8687"/>
                </a:lnTo>
                <a:lnTo>
                  <a:pt x="10998" y="8200"/>
                </a:lnTo>
                <a:lnTo>
                  <a:pt x="10974" y="7957"/>
                </a:lnTo>
                <a:lnTo>
                  <a:pt x="10925" y="7714"/>
                </a:lnTo>
                <a:lnTo>
                  <a:pt x="10925" y="7689"/>
                </a:lnTo>
                <a:lnTo>
                  <a:pt x="10852" y="7689"/>
                </a:lnTo>
                <a:lnTo>
                  <a:pt x="10828" y="7714"/>
                </a:lnTo>
                <a:lnTo>
                  <a:pt x="10779" y="7933"/>
                </a:lnTo>
                <a:lnTo>
                  <a:pt x="10731" y="8127"/>
                </a:lnTo>
                <a:lnTo>
                  <a:pt x="10682" y="8541"/>
                </a:lnTo>
                <a:lnTo>
                  <a:pt x="10633" y="9028"/>
                </a:lnTo>
                <a:lnTo>
                  <a:pt x="10633" y="9271"/>
                </a:lnTo>
                <a:lnTo>
                  <a:pt x="10658" y="9393"/>
                </a:lnTo>
                <a:lnTo>
                  <a:pt x="10682" y="9514"/>
                </a:lnTo>
                <a:lnTo>
                  <a:pt x="10706" y="9539"/>
                </a:lnTo>
                <a:lnTo>
                  <a:pt x="10560" y="9660"/>
                </a:lnTo>
                <a:lnTo>
                  <a:pt x="10487" y="9685"/>
                </a:lnTo>
                <a:lnTo>
                  <a:pt x="10439" y="9733"/>
                </a:lnTo>
                <a:lnTo>
                  <a:pt x="10463" y="9466"/>
                </a:lnTo>
                <a:lnTo>
                  <a:pt x="10487" y="9174"/>
                </a:lnTo>
                <a:lnTo>
                  <a:pt x="10536" y="8614"/>
                </a:lnTo>
                <a:lnTo>
                  <a:pt x="10512" y="8346"/>
                </a:lnTo>
                <a:lnTo>
                  <a:pt x="10487" y="8079"/>
                </a:lnTo>
                <a:lnTo>
                  <a:pt x="10463" y="8054"/>
                </a:lnTo>
                <a:lnTo>
                  <a:pt x="10439" y="8030"/>
                </a:lnTo>
                <a:lnTo>
                  <a:pt x="10414" y="8030"/>
                </a:lnTo>
                <a:lnTo>
                  <a:pt x="10414" y="8054"/>
                </a:lnTo>
                <a:lnTo>
                  <a:pt x="10317" y="8298"/>
                </a:lnTo>
                <a:lnTo>
                  <a:pt x="10268" y="8541"/>
                </a:lnTo>
                <a:lnTo>
                  <a:pt x="10195" y="9028"/>
                </a:lnTo>
                <a:lnTo>
                  <a:pt x="10147" y="9514"/>
                </a:lnTo>
                <a:lnTo>
                  <a:pt x="10122" y="9782"/>
                </a:lnTo>
                <a:lnTo>
                  <a:pt x="10147" y="10025"/>
                </a:lnTo>
                <a:lnTo>
                  <a:pt x="9685" y="10414"/>
                </a:lnTo>
                <a:lnTo>
                  <a:pt x="9733" y="10220"/>
                </a:lnTo>
                <a:lnTo>
                  <a:pt x="9733" y="10025"/>
                </a:lnTo>
                <a:lnTo>
                  <a:pt x="9758" y="9612"/>
                </a:lnTo>
                <a:lnTo>
                  <a:pt x="9782" y="8565"/>
                </a:lnTo>
                <a:lnTo>
                  <a:pt x="9782" y="8541"/>
                </a:lnTo>
                <a:lnTo>
                  <a:pt x="9733" y="8541"/>
                </a:lnTo>
                <a:lnTo>
                  <a:pt x="9733" y="8565"/>
                </a:lnTo>
                <a:lnTo>
                  <a:pt x="9612" y="9466"/>
                </a:lnTo>
                <a:lnTo>
                  <a:pt x="9539" y="10001"/>
                </a:lnTo>
                <a:lnTo>
                  <a:pt x="9514" y="10268"/>
                </a:lnTo>
                <a:lnTo>
                  <a:pt x="9539" y="10512"/>
                </a:lnTo>
                <a:lnTo>
                  <a:pt x="9003" y="10901"/>
                </a:lnTo>
                <a:lnTo>
                  <a:pt x="8444" y="11290"/>
                </a:lnTo>
                <a:lnTo>
                  <a:pt x="8371" y="11339"/>
                </a:lnTo>
                <a:lnTo>
                  <a:pt x="7762" y="11704"/>
                </a:lnTo>
                <a:lnTo>
                  <a:pt x="7762" y="11704"/>
                </a:lnTo>
                <a:lnTo>
                  <a:pt x="7811" y="11558"/>
                </a:lnTo>
                <a:lnTo>
                  <a:pt x="7835" y="11388"/>
                </a:lnTo>
                <a:lnTo>
                  <a:pt x="7884" y="11071"/>
                </a:lnTo>
                <a:lnTo>
                  <a:pt x="7981" y="10268"/>
                </a:lnTo>
                <a:lnTo>
                  <a:pt x="7957" y="10244"/>
                </a:lnTo>
                <a:lnTo>
                  <a:pt x="7933" y="10244"/>
                </a:lnTo>
                <a:lnTo>
                  <a:pt x="7908" y="10268"/>
                </a:lnTo>
                <a:lnTo>
                  <a:pt x="7738" y="11023"/>
                </a:lnTo>
                <a:lnTo>
                  <a:pt x="7665" y="11388"/>
                </a:lnTo>
                <a:lnTo>
                  <a:pt x="7641" y="11558"/>
                </a:lnTo>
                <a:lnTo>
                  <a:pt x="7665" y="11728"/>
                </a:lnTo>
                <a:lnTo>
                  <a:pt x="7665" y="11753"/>
                </a:lnTo>
                <a:lnTo>
                  <a:pt x="7178" y="12069"/>
                </a:lnTo>
                <a:lnTo>
                  <a:pt x="7227" y="11753"/>
                </a:lnTo>
                <a:lnTo>
                  <a:pt x="7227" y="11436"/>
                </a:lnTo>
                <a:lnTo>
                  <a:pt x="7203" y="10804"/>
                </a:lnTo>
                <a:lnTo>
                  <a:pt x="7203" y="10779"/>
                </a:lnTo>
                <a:lnTo>
                  <a:pt x="7178" y="10779"/>
                </a:lnTo>
                <a:lnTo>
                  <a:pt x="7154" y="10804"/>
                </a:lnTo>
                <a:lnTo>
                  <a:pt x="7105" y="11461"/>
                </a:lnTo>
                <a:lnTo>
                  <a:pt x="7081" y="11777"/>
                </a:lnTo>
                <a:lnTo>
                  <a:pt x="7105" y="12118"/>
                </a:lnTo>
                <a:lnTo>
                  <a:pt x="6886" y="12239"/>
                </a:lnTo>
                <a:lnTo>
                  <a:pt x="6667" y="12385"/>
                </a:lnTo>
                <a:lnTo>
                  <a:pt x="6692" y="12191"/>
                </a:lnTo>
                <a:lnTo>
                  <a:pt x="6716" y="11728"/>
                </a:lnTo>
                <a:lnTo>
                  <a:pt x="6716" y="11290"/>
                </a:lnTo>
                <a:lnTo>
                  <a:pt x="6692" y="11266"/>
                </a:lnTo>
                <a:lnTo>
                  <a:pt x="6667" y="11242"/>
                </a:lnTo>
                <a:lnTo>
                  <a:pt x="6643" y="11242"/>
                </a:lnTo>
                <a:lnTo>
                  <a:pt x="6619" y="11266"/>
                </a:lnTo>
                <a:lnTo>
                  <a:pt x="6546" y="11655"/>
                </a:lnTo>
                <a:lnTo>
                  <a:pt x="6497" y="12045"/>
                </a:lnTo>
                <a:lnTo>
                  <a:pt x="6448" y="12337"/>
                </a:lnTo>
                <a:lnTo>
                  <a:pt x="6424" y="12458"/>
                </a:lnTo>
                <a:lnTo>
                  <a:pt x="6424" y="12604"/>
                </a:lnTo>
                <a:lnTo>
                  <a:pt x="6375" y="12580"/>
                </a:lnTo>
                <a:lnTo>
                  <a:pt x="6302" y="12580"/>
                </a:lnTo>
                <a:lnTo>
                  <a:pt x="6254" y="12604"/>
                </a:lnTo>
                <a:lnTo>
                  <a:pt x="6229" y="12677"/>
                </a:lnTo>
                <a:lnTo>
                  <a:pt x="6181" y="12848"/>
                </a:lnTo>
                <a:lnTo>
                  <a:pt x="6181" y="12994"/>
                </a:lnTo>
                <a:lnTo>
                  <a:pt x="6205" y="13140"/>
                </a:lnTo>
                <a:lnTo>
                  <a:pt x="6229" y="13310"/>
                </a:lnTo>
                <a:lnTo>
                  <a:pt x="6473" y="14429"/>
                </a:lnTo>
                <a:lnTo>
                  <a:pt x="6692" y="15549"/>
                </a:lnTo>
                <a:lnTo>
                  <a:pt x="6740" y="15914"/>
                </a:lnTo>
                <a:lnTo>
                  <a:pt x="6765" y="16108"/>
                </a:lnTo>
                <a:lnTo>
                  <a:pt x="6838" y="16303"/>
                </a:lnTo>
                <a:lnTo>
                  <a:pt x="6716" y="16352"/>
                </a:lnTo>
                <a:lnTo>
                  <a:pt x="6594" y="16449"/>
                </a:lnTo>
                <a:lnTo>
                  <a:pt x="6351" y="16619"/>
                </a:lnTo>
                <a:lnTo>
                  <a:pt x="6132" y="16084"/>
                </a:lnTo>
                <a:lnTo>
                  <a:pt x="5889" y="15549"/>
                </a:lnTo>
                <a:lnTo>
                  <a:pt x="5353" y="14502"/>
                </a:lnTo>
                <a:lnTo>
                  <a:pt x="5110" y="14040"/>
                </a:lnTo>
                <a:lnTo>
                  <a:pt x="4867" y="13602"/>
                </a:lnTo>
                <a:lnTo>
                  <a:pt x="4721" y="13383"/>
                </a:lnTo>
                <a:lnTo>
                  <a:pt x="4550" y="13188"/>
                </a:lnTo>
                <a:lnTo>
                  <a:pt x="4380" y="12994"/>
                </a:lnTo>
                <a:lnTo>
                  <a:pt x="4185" y="12799"/>
                </a:lnTo>
                <a:lnTo>
                  <a:pt x="4015" y="12653"/>
                </a:lnTo>
                <a:lnTo>
                  <a:pt x="3820" y="12531"/>
                </a:lnTo>
                <a:lnTo>
                  <a:pt x="3431" y="12312"/>
                </a:lnTo>
                <a:lnTo>
                  <a:pt x="3017" y="12118"/>
                </a:lnTo>
                <a:lnTo>
                  <a:pt x="2579" y="11923"/>
                </a:lnTo>
                <a:lnTo>
                  <a:pt x="2093" y="11777"/>
                </a:lnTo>
                <a:lnTo>
                  <a:pt x="1606" y="11607"/>
                </a:lnTo>
                <a:lnTo>
                  <a:pt x="1168" y="11412"/>
                </a:lnTo>
                <a:lnTo>
                  <a:pt x="730" y="11217"/>
                </a:lnTo>
                <a:lnTo>
                  <a:pt x="779" y="11144"/>
                </a:lnTo>
                <a:lnTo>
                  <a:pt x="901" y="10974"/>
                </a:lnTo>
                <a:lnTo>
                  <a:pt x="1047" y="10804"/>
                </a:lnTo>
                <a:lnTo>
                  <a:pt x="1120" y="10828"/>
                </a:lnTo>
                <a:lnTo>
                  <a:pt x="1582" y="10877"/>
                </a:lnTo>
                <a:lnTo>
                  <a:pt x="2068" y="10925"/>
                </a:lnTo>
                <a:lnTo>
                  <a:pt x="2531" y="10950"/>
                </a:lnTo>
                <a:lnTo>
                  <a:pt x="2993" y="11023"/>
                </a:lnTo>
                <a:lnTo>
                  <a:pt x="3431" y="11120"/>
                </a:lnTo>
                <a:lnTo>
                  <a:pt x="3845" y="11242"/>
                </a:lnTo>
                <a:lnTo>
                  <a:pt x="4258" y="11363"/>
                </a:lnTo>
                <a:lnTo>
                  <a:pt x="4696" y="11485"/>
                </a:lnTo>
                <a:lnTo>
                  <a:pt x="4769" y="11485"/>
                </a:lnTo>
                <a:lnTo>
                  <a:pt x="4842" y="11461"/>
                </a:lnTo>
                <a:lnTo>
                  <a:pt x="4915" y="11412"/>
                </a:lnTo>
                <a:lnTo>
                  <a:pt x="4940" y="11339"/>
                </a:lnTo>
                <a:lnTo>
                  <a:pt x="4964" y="11290"/>
                </a:lnTo>
                <a:lnTo>
                  <a:pt x="4964" y="11217"/>
                </a:lnTo>
                <a:lnTo>
                  <a:pt x="4915" y="11144"/>
                </a:lnTo>
                <a:lnTo>
                  <a:pt x="4867" y="11096"/>
                </a:lnTo>
                <a:lnTo>
                  <a:pt x="4794" y="11071"/>
                </a:lnTo>
                <a:lnTo>
                  <a:pt x="4891" y="10974"/>
                </a:lnTo>
                <a:lnTo>
                  <a:pt x="4988" y="10852"/>
                </a:lnTo>
                <a:lnTo>
                  <a:pt x="5134" y="10609"/>
                </a:lnTo>
                <a:lnTo>
                  <a:pt x="6059" y="9393"/>
                </a:lnTo>
                <a:lnTo>
                  <a:pt x="7081" y="8079"/>
                </a:lnTo>
                <a:lnTo>
                  <a:pt x="7519" y="7543"/>
                </a:lnTo>
                <a:lnTo>
                  <a:pt x="7738" y="7276"/>
                </a:lnTo>
                <a:lnTo>
                  <a:pt x="7811" y="7130"/>
                </a:lnTo>
                <a:lnTo>
                  <a:pt x="7884" y="6959"/>
                </a:lnTo>
                <a:lnTo>
                  <a:pt x="7908" y="6959"/>
                </a:lnTo>
                <a:lnTo>
                  <a:pt x="7981" y="6935"/>
                </a:lnTo>
                <a:lnTo>
                  <a:pt x="8030" y="6911"/>
                </a:lnTo>
                <a:lnTo>
                  <a:pt x="8103" y="6886"/>
                </a:lnTo>
                <a:lnTo>
                  <a:pt x="8152" y="6813"/>
                </a:lnTo>
                <a:lnTo>
                  <a:pt x="8176" y="6740"/>
                </a:lnTo>
                <a:lnTo>
                  <a:pt x="8176" y="6667"/>
                </a:lnTo>
                <a:lnTo>
                  <a:pt x="8176" y="6594"/>
                </a:lnTo>
                <a:lnTo>
                  <a:pt x="8127" y="6546"/>
                </a:lnTo>
                <a:lnTo>
                  <a:pt x="8298" y="6327"/>
                </a:lnTo>
                <a:lnTo>
                  <a:pt x="8419" y="6181"/>
                </a:lnTo>
                <a:lnTo>
                  <a:pt x="8541" y="6035"/>
                </a:lnTo>
                <a:lnTo>
                  <a:pt x="8590" y="5962"/>
                </a:lnTo>
                <a:lnTo>
                  <a:pt x="8638" y="5889"/>
                </a:lnTo>
                <a:lnTo>
                  <a:pt x="8638" y="5791"/>
                </a:lnTo>
                <a:lnTo>
                  <a:pt x="8638" y="5718"/>
                </a:lnTo>
                <a:lnTo>
                  <a:pt x="8614" y="5718"/>
                </a:lnTo>
                <a:lnTo>
                  <a:pt x="8541" y="5694"/>
                </a:lnTo>
                <a:lnTo>
                  <a:pt x="8468" y="5718"/>
                </a:lnTo>
                <a:lnTo>
                  <a:pt x="8395" y="5767"/>
                </a:lnTo>
                <a:lnTo>
                  <a:pt x="8322" y="5840"/>
                </a:lnTo>
                <a:lnTo>
                  <a:pt x="8200" y="5962"/>
                </a:lnTo>
                <a:lnTo>
                  <a:pt x="8079" y="6083"/>
                </a:lnTo>
                <a:lnTo>
                  <a:pt x="7811" y="6375"/>
                </a:lnTo>
                <a:lnTo>
                  <a:pt x="6838" y="5913"/>
                </a:lnTo>
                <a:lnTo>
                  <a:pt x="5864" y="5426"/>
                </a:lnTo>
                <a:lnTo>
                  <a:pt x="6010" y="5280"/>
                </a:lnTo>
                <a:lnTo>
                  <a:pt x="6132" y="5110"/>
                </a:lnTo>
                <a:lnTo>
                  <a:pt x="6327" y="4842"/>
                </a:lnTo>
                <a:lnTo>
                  <a:pt x="6400" y="4721"/>
                </a:lnTo>
                <a:lnTo>
                  <a:pt x="6473" y="4575"/>
                </a:lnTo>
                <a:lnTo>
                  <a:pt x="6911" y="4818"/>
                </a:lnTo>
                <a:lnTo>
                  <a:pt x="7689" y="5280"/>
                </a:lnTo>
                <a:lnTo>
                  <a:pt x="7884" y="5402"/>
                </a:lnTo>
                <a:lnTo>
                  <a:pt x="8103" y="5475"/>
                </a:lnTo>
                <a:lnTo>
                  <a:pt x="8298" y="5572"/>
                </a:lnTo>
                <a:lnTo>
                  <a:pt x="8517" y="5621"/>
                </a:lnTo>
                <a:lnTo>
                  <a:pt x="8590" y="5597"/>
                </a:lnTo>
                <a:lnTo>
                  <a:pt x="8638" y="5572"/>
                </a:lnTo>
                <a:lnTo>
                  <a:pt x="8638" y="5499"/>
                </a:lnTo>
                <a:lnTo>
                  <a:pt x="8614" y="5426"/>
                </a:lnTo>
                <a:lnTo>
                  <a:pt x="8468" y="5305"/>
                </a:lnTo>
                <a:lnTo>
                  <a:pt x="8322" y="5183"/>
                </a:lnTo>
                <a:lnTo>
                  <a:pt x="7981" y="4964"/>
                </a:lnTo>
                <a:lnTo>
                  <a:pt x="7276" y="4599"/>
                </a:lnTo>
                <a:lnTo>
                  <a:pt x="5572" y="3674"/>
                </a:lnTo>
                <a:lnTo>
                  <a:pt x="4721" y="3236"/>
                </a:lnTo>
                <a:lnTo>
                  <a:pt x="3845" y="2798"/>
                </a:lnTo>
                <a:lnTo>
                  <a:pt x="3236" y="2433"/>
                </a:lnTo>
                <a:lnTo>
                  <a:pt x="2920" y="2263"/>
                </a:lnTo>
                <a:lnTo>
                  <a:pt x="2579" y="2117"/>
                </a:lnTo>
                <a:lnTo>
                  <a:pt x="2896" y="1850"/>
                </a:lnTo>
                <a:lnTo>
                  <a:pt x="3090" y="1704"/>
                </a:lnTo>
                <a:lnTo>
                  <a:pt x="3139" y="1606"/>
                </a:lnTo>
                <a:lnTo>
                  <a:pt x="3188" y="1509"/>
                </a:lnTo>
                <a:lnTo>
                  <a:pt x="3358" y="1606"/>
                </a:lnTo>
                <a:lnTo>
                  <a:pt x="3528" y="1704"/>
                </a:lnTo>
                <a:lnTo>
                  <a:pt x="3869" y="1874"/>
                </a:lnTo>
                <a:lnTo>
                  <a:pt x="4234" y="1996"/>
                </a:lnTo>
                <a:lnTo>
                  <a:pt x="4623" y="2117"/>
                </a:lnTo>
                <a:lnTo>
                  <a:pt x="5718" y="2433"/>
                </a:lnTo>
                <a:lnTo>
                  <a:pt x="6813" y="2750"/>
                </a:lnTo>
                <a:lnTo>
                  <a:pt x="8906" y="3334"/>
                </a:lnTo>
                <a:lnTo>
                  <a:pt x="9952" y="3601"/>
                </a:lnTo>
                <a:lnTo>
                  <a:pt x="11023" y="3820"/>
                </a:lnTo>
                <a:lnTo>
                  <a:pt x="11071" y="3845"/>
                </a:lnTo>
                <a:lnTo>
                  <a:pt x="11120" y="3869"/>
                </a:lnTo>
                <a:lnTo>
                  <a:pt x="11193" y="3845"/>
                </a:lnTo>
                <a:lnTo>
                  <a:pt x="11242" y="3820"/>
                </a:lnTo>
                <a:lnTo>
                  <a:pt x="11509" y="3553"/>
                </a:lnTo>
                <a:lnTo>
                  <a:pt x="11753" y="3236"/>
                </a:lnTo>
                <a:lnTo>
                  <a:pt x="11972" y="2920"/>
                </a:lnTo>
                <a:lnTo>
                  <a:pt x="12215" y="2628"/>
                </a:lnTo>
                <a:lnTo>
                  <a:pt x="12507" y="2336"/>
                </a:lnTo>
                <a:lnTo>
                  <a:pt x="12799" y="2044"/>
                </a:lnTo>
                <a:lnTo>
                  <a:pt x="13115" y="1777"/>
                </a:lnTo>
                <a:lnTo>
                  <a:pt x="13432" y="1533"/>
                </a:lnTo>
                <a:lnTo>
                  <a:pt x="13797" y="1266"/>
                </a:lnTo>
                <a:lnTo>
                  <a:pt x="14186" y="1022"/>
                </a:lnTo>
                <a:lnTo>
                  <a:pt x="14624" y="779"/>
                </a:lnTo>
                <a:lnTo>
                  <a:pt x="14867" y="682"/>
                </a:lnTo>
                <a:lnTo>
                  <a:pt x="15086" y="584"/>
                </a:lnTo>
                <a:lnTo>
                  <a:pt x="15330" y="511"/>
                </a:lnTo>
                <a:lnTo>
                  <a:pt x="15549" y="463"/>
                </a:lnTo>
                <a:lnTo>
                  <a:pt x="15792" y="438"/>
                </a:lnTo>
                <a:close/>
                <a:moveTo>
                  <a:pt x="15987" y="0"/>
                </a:moveTo>
                <a:lnTo>
                  <a:pt x="15743" y="25"/>
                </a:lnTo>
                <a:lnTo>
                  <a:pt x="15500" y="49"/>
                </a:lnTo>
                <a:lnTo>
                  <a:pt x="15281" y="98"/>
                </a:lnTo>
                <a:lnTo>
                  <a:pt x="15038" y="171"/>
                </a:lnTo>
                <a:lnTo>
                  <a:pt x="14575" y="341"/>
                </a:lnTo>
                <a:lnTo>
                  <a:pt x="14137" y="560"/>
                </a:lnTo>
                <a:lnTo>
                  <a:pt x="13724" y="803"/>
                </a:lnTo>
                <a:lnTo>
                  <a:pt x="13286" y="1095"/>
                </a:lnTo>
                <a:lnTo>
                  <a:pt x="12896" y="1387"/>
                </a:lnTo>
                <a:lnTo>
                  <a:pt x="12483" y="1728"/>
                </a:lnTo>
                <a:lnTo>
                  <a:pt x="12118" y="2093"/>
                </a:lnTo>
                <a:lnTo>
                  <a:pt x="11850" y="2360"/>
                </a:lnTo>
                <a:lnTo>
                  <a:pt x="11582" y="2677"/>
                </a:lnTo>
                <a:lnTo>
                  <a:pt x="11315" y="2993"/>
                </a:lnTo>
                <a:lnTo>
                  <a:pt x="11193" y="3163"/>
                </a:lnTo>
                <a:lnTo>
                  <a:pt x="11096" y="3358"/>
                </a:lnTo>
                <a:lnTo>
                  <a:pt x="10122" y="3066"/>
                </a:lnTo>
                <a:lnTo>
                  <a:pt x="9125" y="2798"/>
                </a:lnTo>
                <a:lnTo>
                  <a:pt x="8127" y="2555"/>
                </a:lnTo>
                <a:lnTo>
                  <a:pt x="7130" y="2287"/>
                </a:lnTo>
                <a:lnTo>
                  <a:pt x="5134" y="1704"/>
                </a:lnTo>
                <a:lnTo>
                  <a:pt x="4623" y="1558"/>
                </a:lnTo>
                <a:lnTo>
                  <a:pt x="4137" y="1412"/>
                </a:lnTo>
                <a:lnTo>
                  <a:pt x="3893" y="1363"/>
                </a:lnTo>
                <a:lnTo>
                  <a:pt x="3626" y="1314"/>
                </a:lnTo>
                <a:lnTo>
                  <a:pt x="3382" y="1290"/>
                </a:lnTo>
                <a:lnTo>
                  <a:pt x="3115" y="1314"/>
                </a:lnTo>
                <a:lnTo>
                  <a:pt x="3066" y="1290"/>
                </a:lnTo>
                <a:lnTo>
                  <a:pt x="2993" y="1266"/>
                </a:lnTo>
                <a:lnTo>
                  <a:pt x="2920" y="1266"/>
                </a:lnTo>
                <a:lnTo>
                  <a:pt x="2774" y="1314"/>
                </a:lnTo>
                <a:lnTo>
                  <a:pt x="2677" y="1387"/>
                </a:lnTo>
                <a:lnTo>
                  <a:pt x="2555" y="1485"/>
                </a:lnTo>
                <a:lnTo>
                  <a:pt x="2287" y="1728"/>
                </a:lnTo>
                <a:lnTo>
                  <a:pt x="2044" y="1971"/>
                </a:lnTo>
                <a:lnTo>
                  <a:pt x="1825" y="2239"/>
                </a:lnTo>
                <a:lnTo>
                  <a:pt x="1704" y="2433"/>
                </a:lnTo>
                <a:lnTo>
                  <a:pt x="1606" y="2628"/>
                </a:lnTo>
                <a:lnTo>
                  <a:pt x="1582" y="2652"/>
                </a:lnTo>
                <a:lnTo>
                  <a:pt x="1558" y="2701"/>
                </a:lnTo>
                <a:lnTo>
                  <a:pt x="1558" y="2750"/>
                </a:lnTo>
                <a:lnTo>
                  <a:pt x="1582" y="2823"/>
                </a:lnTo>
                <a:lnTo>
                  <a:pt x="1704" y="2993"/>
                </a:lnTo>
                <a:lnTo>
                  <a:pt x="1850" y="3188"/>
                </a:lnTo>
                <a:lnTo>
                  <a:pt x="1995" y="3358"/>
                </a:lnTo>
                <a:lnTo>
                  <a:pt x="2166" y="3528"/>
                </a:lnTo>
                <a:lnTo>
                  <a:pt x="2531" y="3820"/>
                </a:lnTo>
                <a:lnTo>
                  <a:pt x="2896" y="4112"/>
                </a:lnTo>
                <a:lnTo>
                  <a:pt x="3261" y="4404"/>
                </a:lnTo>
                <a:lnTo>
                  <a:pt x="3650" y="4672"/>
                </a:lnTo>
                <a:lnTo>
                  <a:pt x="4429" y="5207"/>
                </a:lnTo>
                <a:lnTo>
                  <a:pt x="5159" y="5645"/>
                </a:lnTo>
                <a:lnTo>
                  <a:pt x="5913" y="6083"/>
                </a:lnTo>
                <a:lnTo>
                  <a:pt x="6692" y="6448"/>
                </a:lnTo>
                <a:lnTo>
                  <a:pt x="7470" y="6789"/>
                </a:lnTo>
                <a:lnTo>
                  <a:pt x="7470" y="6813"/>
                </a:lnTo>
                <a:lnTo>
                  <a:pt x="7446" y="6862"/>
                </a:lnTo>
                <a:lnTo>
                  <a:pt x="7446" y="6911"/>
                </a:lnTo>
                <a:lnTo>
                  <a:pt x="7251" y="7105"/>
                </a:lnTo>
                <a:lnTo>
                  <a:pt x="7081" y="7324"/>
                </a:lnTo>
                <a:lnTo>
                  <a:pt x="6740" y="7762"/>
                </a:lnTo>
                <a:lnTo>
                  <a:pt x="5913" y="8857"/>
                </a:lnTo>
                <a:lnTo>
                  <a:pt x="4988" y="10074"/>
                </a:lnTo>
                <a:lnTo>
                  <a:pt x="4672" y="10463"/>
                </a:lnTo>
                <a:lnTo>
                  <a:pt x="4526" y="10682"/>
                </a:lnTo>
                <a:lnTo>
                  <a:pt x="4477" y="10779"/>
                </a:lnTo>
                <a:lnTo>
                  <a:pt x="4453" y="10901"/>
                </a:lnTo>
                <a:lnTo>
                  <a:pt x="4088" y="10779"/>
                </a:lnTo>
                <a:lnTo>
                  <a:pt x="3699" y="10682"/>
                </a:lnTo>
                <a:lnTo>
                  <a:pt x="2944" y="10536"/>
                </a:lnTo>
                <a:lnTo>
                  <a:pt x="2506" y="10463"/>
                </a:lnTo>
                <a:lnTo>
                  <a:pt x="2044" y="10439"/>
                </a:lnTo>
                <a:lnTo>
                  <a:pt x="1582" y="10414"/>
                </a:lnTo>
                <a:lnTo>
                  <a:pt x="1144" y="10439"/>
                </a:lnTo>
                <a:lnTo>
                  <a:pt x="1095" y="10414"/>
                </a:lnTo>
                <a:lnTo>
                  <a:pt x="1047" y="10414"/>
                </a:lnTo>
                <a:lnTo>
                  <a:pt x="949" y="10439"/>
                </a:lnTo>
                <a:lnTo>
                  <a:pt x="876" y="10463"/>
                </a:lnTo>
                <a:lnTo>
                  <a:pt x="682" y="10560"/>
                </a:lnTo>
                <a:lnTo>
                  <a:pt x="536" y="10706"/>
                </a:lnTo>
                <a:lnTo>
                  <a:pt x="390" y="10901"/>
                </a:lnTo>
                <a:lnTo>
                  <a:pt x="268" y="11096"/>
                </a:lnTo>
                <a:lnTo>
                  <a:pt x="171" y="11290"/>
                </a:lnTo>
                <a:lnTo>
                  <a:pt x="73" y="11485"/>
                </a:lnTo>
                <a:lnTo>
                  <a:pt x="25" y="11655"/>
                </a:lnTo>
                <a:lnTo>
                  <a:pt x="0" y="11728"/>
                </a:lnTo>
                <a:lnTo>
                  <a:pt x="0" y="11777"/>
                </a:lnTo>
                <a:lnTo>
                  <a:pt x="25" y="11850"/>
                </a:lnTo>
                <a:lnTo>
                  <a:pt x="73" y="11874"/>
                </a:lnTo>
                <a:lnTo>
                  <a:pt x="146" y="11947"/>
                </a:lnTo>
                <a:lnTo>
                  <a:pt x="268" y="11947"/>
                </a:lnTo>
                <a:lnTo>
                  <a:pt x="414" y="12069"/>
                </a:lnTo>
                <a:lnTo>
                  <a:pt x="584" y="12166"/>
                </a:lnTo>
                <a:lnTo>
                  <a:pt x="949" y="12361"/>
                </a:lnTo>
                <a:lnTo>
                  <a:pt x="1509" y="12653"/>
                </a:lnTo>
                <a:lnTo>
                  <a:pt x="2093" y="12921"/>
                </a:lnTo>
                <a:lnTo>
                  <a:pt x="2604" y="13188"/>
                </a:lnTo>
                <a:lnTo>
                  <a:pt x="3115" y="13480"/>
                </a:lnTo>
                <a:lnTo>
                  <a:pt x="3309" y="13578"/>
                </a:lnTo>
                <a:lnTo>
                  <a:pt x="3455" y="13724"/>
                </a:lnTo>
                <a:lnTo>
                  <a:pt x="3650" y="13821"/>
                </a:lnTo>
                <a:lnTo>
                  <a:pt x="3747" y="13845"/>
                </a:lnTo>
                <a:lnTo>
                  <a:pt x="3845" y="13870"/>
                </a:lnTo>
                <a:lnTo>
                  <a:pt x="3845" y="13967"/>
                </a:lnTo>
                <a:lnTo>
                  <a:pt x="3869" y="14089"/>
                </a:lnTo>
                <a:lnTo>
                  <a:pt x="3942" y="14186"/>
                </a:lnTo>
                <a:lnTo>
                  <a:pt x="4015" y="14283"/>
                </a:lnTo>
                <a:lnTo>
                  <a:pt x="4112" y="14381"/>
                </a:lnTo>
                <a:lnTo>
                  <a:pt x="4185" y="14527"/>
                </a:lnTo>
                <a:lnTo>
                  <a:pt x="4307" y="14819"/>
                </a:lnTo>
                <a:lnTo>
                  <a:pt x="4429" y="15135"/>
                </a:lnTo>
                <a:lnTo>
                  <a:pt x="4526" y="15427"/>
                </a:lnTo>
                <a:lnTo>
                  <a:pt x="4818" y="15938"/>
                </a:lnTo>
                <a:lnTo>
                  <a:pt x="5110" y="16449"/>
                </a:lnTo>
                <a:lnTo>
                  <a:pt x="5378" y="16887"/>
                </a:lnTo>
                <a:lnTo>
                  <a:pt x="5548" y="17082"/>
                </a:lnTo>
                <a:lnTo>
                  <a:pt x="5645" y="17179"/>
                </a:lnTo>
                <a:lnTo>
                  <a:pt x="5743" y="17252"/>
                </a:lnTo>
                <a:lnTo>
                  <a:pt x="5743" y="17325"/>
                </a:lnTo>
                <a:lnTo>
                  <a:pt x="5767" y="17349"/>
                </a:lnTo>
                <a:lnTo>
                  <a:pt x="5864" y="17374"/>
                </a:lnTo>
                <a:lnTo>
                  <a:pt x="5937" y="17374"/>
                </a:lnTo>
                <a:lnTo>
                  <a:pt x="6010" y="17349"/>
                </a:lnTo>
                <a:lnTo>
                  <a:pt x="6108" y="17301"/>
                </a:lnTo>
                <a:lnTo>
                  <a:pt x="6254" y="17228"/>
                </a:lnTo>
                <a:lnTo>
                  <a:pt x="6400" y="17106"/>
                </a:lnTo>
                <a:lnTo>
                  <a:pt x="6789" y="16863"/>
                </a:lnTo>
                <a:lnTo>
                  <a:pt x="6984" y="16741"/>
                </a:lnTo>
                <a:lnTo>
                  <a:pt x="7057" y="16644"/>
                </a:lnTo>
                <a:lnTo>
                  <a:pt x="7130" y="16571"/>
                </a:lnTo>
                <a:lnTo>
                  <a:pt x="7203" y="16522"/>
                </a:lnTo>
                <a:lnTo>
                  <a:pt x="7251" y="16449"/>
                </a:lnTo>
                <a:lnTo>
                  <a:pt x="7276" y="16230"/>
                </a:lnTo>
                <a:lnTo>
                  <a:pt x="7276" y="16011"/>
                </a:lnTo>
                <a:lnTo>
                  <a:pt x="7203" y="15597"/>
                </a:lnTo>
                <a:lnTo>
                  <a:pt x="7008" y="14478"/>
                </a:lnTo>
                <a:lnTo>
                  <a:pt x="6886" y="13918"/>
                </a:lnTo>
                <a:lnTo>
                  <a:pt x="6765" y="13359"/>
                </a:lnTo>
                <a:lnTo>
                  <a:pt x="6692" y="13091"/>
                </a:lnTo>
                <a:lnTo>
                  <a:pt x="6667" y="12969"/>
                </a:lnTo>
                <a:lnTo>
                  <a:pt x="6594" y="12848"/>
                </a:lnTo>
                <a:lnTo>
                  <a:pt x="6813" y="12799"/>
                </a:lnTo>
                <a:lnTo>
                  <a:pt x="6984" y="12702"/>
                </a:lnTo>
                <a:lnTo>
                  <a:pt x="7373" y="12483"/>
                </a:lnTo>
                <a:lnTo>
                  <a:pt x="8614" y="11753"/>
                </a:lnTo>
                <a:lnTo>
                  <a:pt x="9149" y="11412"/>
                </a:lnTo>
                <a:lnTo>
                  <a:pt x="9660" y="11047"/>
                </a:lnTo>
                <a:lnTo>
                  <a:pt x="10171" y="10658"/>
                </a:lnTo>
                <a:lnTo>
                  <a:pt x="10414" y="10439"/>
                </a:lnTo>
                <a:lnTo>
                  <a:pt x="10633" y="10220"/>
                </a:lnTo>
                <a:lnTo>
                  <a:pt x="10755" y="10414"/>
                </a:lnTo>
                <a:lnTo>
                  <a:pt x="10877" y="10633"/>
                </a:lnTo>
                <a:lnTo>
                  <a:pt x="11120" y="10998"/>
                </a:lnTo>
                <a:lnTo>
                  <a:pt x="11655" y="11850"/>
                </a:lnTo>
                <a:lnTo>
                  <a:pt x="12191" y="12677"/>
                </a:lnTo>
                <a:lnTo>
                  <a:pt x="12750" y="13505"/>
                </a:lnTo>
                <a:lnTo>
                  <a:pt x="13286" y="14308"/>
                </a:lnTo>
                <a:lnTo>
                  <a:pt x="13870" y="15086"/>
                </a:lnTo>
                <a:lnTo>
                  <a:pt x="14478" y="15865"/>
                </a:lnTo>
                <a:lnTo>
                  <a:pt x="14551" y="15914"/>
                </a:lnTo>
                <a:lnTo>
                  <a:pt x="14624" y="15938"/>
                </a:lnTo>
                <a:lnTo>
                  <a:pt x="14721" y="15914"/>
                </a:lnTo>
                <a:lnTo>
                  <a:pt x="14794" y="15889"/>
                </a:lnTo>
                <a:lnTo>
                  <a:pt x="14867" y="15865"/>
                </a:lnTo>
                <a:lnTo>
                  <a:pt x="15086" y="15743"/>
                </a:lnTo>
                <a:lnTo>
                  <a:pt x="15281" y="15597"/>
                </a:lnTo>
                <a:lnTo>
                  <a:pt x="15646" y="15281"/>
                </a:lnTo>
                <a:lnTo>
                  <a:pt x="15841" y="15135"/>
                </a:lnTo>
                <a:lnTo>
                  <a:pt x="16011" y="14965"/>
                </a:lnTo>
                <a:lnTo>
                  <a:pt x="16157" y="14770"/>
                </a:lnTo>
                <a:lnTo>
                  <a:pt x="16254" y="14575"/>
                </a:lnTo>
                <a:lnTo>
                  <a:pt x="16279" y="14527"/>
                </a:lnTo>
                <a:lnTo>
                  <a:pt x="16327" y="14478"/>
                </a:lnTo>
                <a:lnTo>
                  <a:pt x="16352" y="14429"/>
                </a:lnTo>
                <a:lnTo>
                  <a:pt x="16352" y="14356"/>
                </a:lnTo>
                <a:lnTo>
                  <a:pt x="16352" y="14283"/>
                </a:lnTo>
                <a:lnTo>
                  <a:pt x="16084" y="13261"/>
                </a:lnTo>
                <a:lnTo>
                  <a:pt x="15768" y="12264"/>
                </a:lnTo>
                <a:lnTo>
                  <a:pt x="15111" y="10244"/>
                </a:lnTo>
                <a:lnTo>
                  <a:pt x="14478" y="8225"/>
                </a:lnTo>
                <a:lnTo>
                  <a:pt x="14113" y="7130"/>
                </a:lnTo>
                <a:lnTo>
                  <a:pt x="14016" y="6813"/>
                </a:lnTo>
                <a:lnTo>
                  <a:pt x="13943" y="6643"/>
                </a:lnTo>
                <a:lnTo>
                  <a:pt x="13870" y="6521"/>
                </a:lnTo>
                <a:lnTo>
                  <a:pt x="14186" y="6327"/>
                </a:lnTo>
                <a:lnTo>
                  <a:pt x="14478" y="6132"/>
                </a:lnTo>
                <a:lnTo>
                  <a:pt x="14794" y="5913"/>
                </a:lnTo>
                <a:lnTo>
                  <a:pt x="15062" y="5694"/>
                </a:lnTo>
                <a:lnTo>
                  <a:pt x="15330" y="5475"/>
                </a:lnTo>
                <a:lnTo>
                  <a:pt x="15597" y="5232"/>
                </a:lnTo>
                <a:lnTo>
                  <a:pt x="15865" y="4964"/>
                </a:lnTo>
                <a:lnTo>
                  <a:pt x="16108" y="4696"/>
                </a:lnTo>
                <a:lnTo>
                  <a:pt x="16157" y="4696"/>
                </a:lnTo>
                <a:lnTo>
                  <a:pt x="16181" y="4648"/>
                </a:lnTo>
                <a:lnTo>
                  <a:pt x="16181" y="4599"/>
                </a:lnTo>
                <a:lnTo>
                  <a:pt x="16449" y="4283"/>
                </a:lnTo>
                <a:lnTo>
                  <a:pt x="16692" y="3942"/>
                </a:lnTo>
                <a:lnTo>
                  <a:pt x="16911" y="3601"/>
                </a:lnTo>
                <a:lnTo>
                  <a:pt x="17130" y="3188"/>
                </a:lnTo>
                <a:lnTo>
                  <a:pt x="17325" y="2774"/>
                </a:lnTo>
                <a:lnTo>
                  <a:pt x="17422" y="2531"/>
                </a:lnTo>
                <a:lnTo>
                  <a:pt x="17495" y="2312"/>
                </a:lnTo>
                <a:lnTo>
                  <a:pt x="17544" y="2093"/>
                </a:lnTo>
                <a:lnTo>
                  <a:pt x="17568" y="1850"/>
                </a:lnTo>
                <a:lnTo>
                  <a:pt x="17593" y="1631"/>
                </a:lnTo>
                <a:lnTo>
                  <a:pt x="17568" y="1412"/>
                </a:lnTo>
                <a:lnTo>
                  <a:pt x="17544" y="1193"/>
                </a:lnTo>
                <a:lnTo>
                  <a:pt x="17471" y="998"/>
                </a:lnTo>
                <a:lnTo>
                  <a:pt x="17374" y="779"/>
                </a:lnTo>
                <a:lnTo>
                  <a:pt x="17228" y="609"/>
                </a:lnTo>
                <a:lnTo>
                  <a:pt x="17057" y="414"/>
                </a:lnTo>
                <a:lnTo>
                  <a:pt x="16863" y="268"/>
                </a:lnTo>
                <a:lnTo>
                  <a:pt x="16644" y="146"/>
                </a:lnTo>
                <a:lnTo>
                  <a:pt x="16425" y="73"/>
                </a:lnTo>
                <a:lnTo>
                  <a:pt x="16206" y="25"/>
                </a:lnTo>
                <a:lnTo>
                  <a:pt x="15987" y="0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7"/>
          <p:cNvSpPr/>
          <p:nvPr/>
        </p:nvSpPr>
        <p:spPr>
          <a:xfrm>
            <a:off x="1949139" y="2083193"/>
            <a:ext cx="374900" cy="211415"/>
          </a:xfrm>
          <a:custGeom>
            <a:rect b="b" l="l" r="r" t="t"/>
            <a:pathLst>
              <a:path extrusionOk="0" h="12240" w="21705">
                <a:moveTo>
                  <a:pt x="17544" y="4258"/>
                </a:moveTo>
                <a:lnTo>
                  <a:pt x="17811" y="4307"/>
                </a:lnTo>
                <a:lnTo>
                  <a:pt x="18055" y="4356"/>
                </a:lnTo>
                <a:lnTo>
                  <a:pt x="17957" y="4575"/>
                </a:lnTo>
                <a:lnTo>
                  <a:pt x="17860" y="4769"/>
                </a:lnTo>
                <a:lnTo>
                  <a:pt x="17714" y="5207"/>
                </a:lnTo>
                <a:lnTo>
                  <a:pt x="17617" y="5669"/>
                </a:lnTo>
                <a:lnTo>
                  <a:pt x="17495" y="6083"/>
                </a:lnTo>
                <a:lnTo>
                  <a:pt x="17373" y="6618"/>
                </a:lnTo>
                <a:lnTo>
                  <a:pt x="17276" y="7129"/>
                </a:lnTo>
                <a:lnTo>
                  <a:pt x="17130" y="7129"/>
                </a:lnTo>
                <a:lnTo>
                  <a:pt x="16570" y="5840"/>
                </a:lnTo>
                <a:lnTo>
                  <a:pt x="16011" y="4526"/>
                </a:lnTo>
                <a:lnTo>
                  <a:pt x="16278" y="4429"/>
                </a:lnTo>
                <a:lnTo>
                  <a:pt x="16522" y="4331"/>
                </a:lnTo>
                <a:lnTo>
                  <a:pt x="16789" y="4283"/>
                </a:lnTo>
                <a:lnTo>
                  <a:pt x="17033" y="4258"/>
                </a:lnTo>
                <a:close/>
                <a:moveTo>
                  <a:pt x="15451" y="4599"/>
                </a:moveTo>
                <a:lnTo>
                  <a:pt x="15962" y="5888"/>
                </a:lnTo>
                <a:lnTo>
                  <a:pt x="16497" y="7178"/>
                </a:lnTo>
                <a:lnTo>
                  <a:pt x="16205" y="6935"/>
                </a:lnTo>
                <a:lnTo>
                  <a:pt x="15938" y="6691"/>
                </a:lnTo>
                <a:lnTo>
                  <a:pt x="15597" y="6326"/>
                </a:lnTo>
                <a:lnTo>
                  <a:pt x="15281" y="5937"/>
                </a:lnTo>
                <a:lnTo>
                  <a:pt x="14940" y="5548"/>
                </a:lnTo>
                <a:lnTo>
                  <a:pt x="14745" y="5402"/>
                </a:lnTo>
                <a:lnTo>
                  <a:pt x="14551" y="5256"/>
                </a:lnTo>
                <a:lnTo>
                  <a:pt x="14770" y="5061"/>
                </a:lnTo>
                <a:lnTo>
                  <a:pt x="14989" y="4891"/>
                </a:lnTo>
                <a:lnTo>
                  <a:pt x="15208" y="4745"/>
                </a:lnTo>
                <a:lnTo>
                  <a:pt x="15451" y="4599"/>
                </a:lnTo>
                <a:close/>
                <a:moveTo>
                  <a:pt x="5012" y="4307"/>
                </a:moveTo>
                <a:lnTo>
                  <a:pt x="5353" y="4404"/>
                </a:lnTo>
                <a:lnTo>
                  <a:pt x="5669" y="4526"/>
                </a:lnTo>
                <a:lnTo>
                  <a:pt x="5986" y="4696"/>
                </a:lnTo>
                <a:lnTo>
                  <a:pt x="6302" y="4866"/>
                </a:lnTo>
                <a:lnTo>
                  <a:pt x="6059" y="5183"/>
                </a:lnTo>
                <a:lnTo>
                  <a:pt x="5304" y="6180"/>
                </a:lnTo>
                <a:lnTo>
                  <a:pt x="4550" y="7202"/>
                </a:lnTo>
                <a:lnTo>
                  <a:pt x="4501" y="7129"/>
                </a:lnTo>
                <a:lnTo>
                  <a:pt x="4453" y="7081"/>
                </a:lnTo>
                <a:lnTo>
                  <a:pt x="4599" y="6156"/>
                </a:lnTo>
                <a:lnTo>
                  <a:pt x="4793" y="5231"/>
                </a:lnTo>
                <a:lnTo>
                  <a:pt x="5012" y="4307"/>
                </a:lnTo>
                <a:close/>
                <a:moveTo>
                  <a:pt x="4234" y="4210"/>
                </a:moveTo>
                <a:lnTo>
                  <a:pt x="4720" y="4258"/>
                </a:lnTo>
                <a:lnTo>
                  <a:pt x="4477" y="5158"/>
                </a:lnTo>
                <a:lnTo>
                  <a:pt x="4282" y="6083"/>
                </a:lnTo>
                <a:lnTo>
                  <a:pt x="4185" y="6545"/>
                </a:lnTo>
                <a:lnTo>
                  <a:pt x="4112" y="7008"/>
                </a:lnTo>
                <a:lnTo>
                  <a:pt x="4088" y="7008"/>
                </a:lnTo>
                <a:lnTo>
                  <a:pt x="3991" y="6618"/>
                </a:lnTo>
                <a:lnTo>
                  <a:pt x="3869" y="6253"/>
                </a:lnTo>
                <a:lnTo>
                  <a:pt x="3747" y="5767"/>
                </a:lnTo>
                <a:lnTo>
                  <a:pt x="3577" y="5304"/>
                </a:lnTo>
                <a:lnTo>
                  <a:pt x="3358" y="4842"/>
                </a:lnTo>
                <a:lnTo>
                  <a:pt x="3139" y="4404"/>
                </a:lnTo>
                <a:lnTo>
                  <a:pt x="3090" y="4380"/>
                </a:lnTo>
                <a:lnTo>
                  <a:pt x="3066" y="4356"/>
                </a:lnTo>
                <a:lnTo>
                  <a:pt x="2993" y="4380"/>
                </a:lnTo>
                <a:lnTo>
                  <a:pt x="2944" y="4429"/>
                </a:lnTo>
                <a:lnTo>
                  <a:pt x="2920" y="4453"/>
                </a:lnTo>
                <a:lnTo>
                  <a:pt x="2920" y="4502"/>
                </a:lnTo>
                <a:lnTo>
                  <a:pt x="3261" y="5329"/>
                </a:lnTo>
                <a:lnTo>
                  <a:pt x="3407" y="5742"/>
                </a:lnTo>
                <a:lnTo>
                  <a:pt x="3553" y="6156"/>
                </a:lnTo>
                <a:lnTo>
                  <a:pt x="3674" y="6594"/>
                </a:lnTo>
                <a:lnTo>
                  <a:pt x="3796" y="7081"/>
                </a:lnTo>
                <a:lnTo>
                  <a:pt x="3601" y="7202"/>
                </a:lnTo>
                <a:lnTo>
                  <a:pt x="3431" y="7373"/>
                </a:lnTo>
                <a:lnTo>
                  <a:pt x="2944" y="7056"/>
                </a:lnTo>
                <a:lnTo>
                  <a:pt x="2701" y="6886"/>
                </a:lnTo>
                <a:lnTo>
                  <a:pt x="2482" y="6691"/>
                </a:lnTo>
                <a:lnTo>
                  <a:pt x="2190" y="6399"/>
                </a:lnTo>
                <a:lnTo>
                  <a:pt x="1922" y="6083"/>
                </a:lnTo>
                <a:lnTo>
                  <a:pt x="1630" y="5791"/>
                </a:lnTo>
                <a:lnTo>
                  <a:pt x="1484" y="5645"/>
                </a:lnTo>
                <a:lnTo>
                  <a:pt x="1314" y="5523"/>
                </a:lnTo>
                <a:lnTo>
                  <a:pt x="1484" y="5329"/>
                </a:lnTo>
                <a:lnTo>
                  <a:pt x="1655" y="5158"/>
                </a:lnTo>
                <a:lnTo>
                  <a:pt x="1849" y="4988"/>
                </a:lnTo>
                <a:lnTo>
                  <a:pt x="2044" y="4842"/>
                </a:lnTo>
                <a:lnTo>
                  <a:pt x="2239" y="4721"/>
                </a:lnTo>
                <a:lnTo>
                  <a:pt x="2433" y="4599"/>
                </a:lnTo>
                <a:lnTo>
                  <a:pt x="2652" y="4502"/>
                </a:lnTo>
                <a:lnTo>
                  <a:pt x="2871" y="4404"/>
                </a:lnTo>
                <a:lnTo>
                  <a:pt x="3090" y="4331"/>
                </a:lnTo>
                <a:lnTo>
                  <a:pt x="3309" y="4283"/>
                </a:lnTo>
                <a:lnTo>
                  <a:pt x="3553" y="4234"/>
                </a:lnTo>
                <a:lnTo>
                  <a:pt x="3772" y="4210"/>
                </a:lnTo>
                <a:close/>
                <a:moveTo>
                  <a:pt x="18152" y="4404"/>
                </a:moveTo>
                <a:lnTo>
                  <a:pt x="18395" y="4477"/>
                </a:lnTo>
                <a:lnTo>
                  <a:pt x="18639" y="4575"/>
                </a:lnTo>
                <a:lnTo>
                  <a:pt x="18858" y="4672"/>
                </a:lnTo>
                <a:lnTo>
                  <a:pt x="19077" y="4793"/>
                </a:lnTo>
                <a:lnTo>
                  <a:pt x="19515" y="5085"/>
                </a:lnTo>
                <a:lnTo>
                  <a:pt x="19904" y="5426"/>
                </a:lnTo>
                <a:lnTo>
                  <a:pt x="19588" y="5742"/>
                </a:lnTo>
                <a:lnTo>
                  <a:pt x="19247" y="6083"/>
                </a:lnTo>
                <a:lnTo>
                  <a:pt x="18931" y="6424"/>
                </a:lnTo>
                <a:lnTo>
                  <a:pt x="18614" y="6740"/>
                </a:lnTo>
                <a:lnTo>
                  <a:pt x="18201" y="7081"/>
                </a:lnTo>
                <a:lnTo>
                  <a:pt x="17787" y="7421"/>
                </a:lnTo>
                <a:lnTo>
                  <a:pt x="17665" y="7275"/>
                </a:lnTo>
                <a:lnTo>
                  <a:pt x="17495" y="7178"/>
                </a:lnTo>
                <a:lnTo>
                  <a:pt x="17592" y="6667"/>
                </a:lnTo>
                <a:lnTo>
                  <a:pt x="17690" y="6156"/>
                </a:lnTo>
                <a:lnTo>
                  <a:pt x="17811" y="5718"/>
                </a:lnTo>
                <a:lnTo>
                  <a:pt x="17933" y="5280"/>
                </a:lnTo>
                <a:lnTo>
                  <a:pt x="18055" y="4842"/>
                </a:lnTo>
                <a:lnTo>
                  <a:pt x="18152" y="4404"/>
                </a:lnTo>
                <a:close/>
                <a:moveTo>
                  <a:pt x="6691" y="5183"/>
                </a:moveTo>
                <a:lnTo>
                  <a:pt x="7056" y="5645"/>
                </a:lnTo>
                <a:lnTo>
                  <a:pt x="7227" y="5888"/>
                </a:lnTo>
                <a:lnTo>
                  <a:pt x="7373" y="6132"/>
                </a:lnTo>
                <a:lnTo>
                  <a:pt x="7227" y="6205"/>
                </a:lnTo>
                <a:lnTo>
                  <a:pt x="7056" y="6302"/>
                </a:lnTo>
                <a:lnTo>
                  <a:pt x="6764" y="6521"/>
                </a:lnTo>
                <a:lnTo>
                  <a:pt x="6326" y="6789"/>
                </a:lnTo>
                <a:lnTo>
                  <a:pt x="5864" y="7081"/>
                </a:lnTo>
                <a:lnTo>
                  <a:pt x="5621" y="7202"/>
                </a:lnTo>
                <a:lnTo>
                  <a:pt x="5377" y="7324"/>
                </a:lnTo>
                <a:lnTo>
                  <a:pt x="4891" y="7567"/>
                </a:lnTo>
                <a:lnTo>
                  <a:pt x="5645" y="6570"/>
                </a:lnTo>
                <a:lnTo>
                  <a:pt x="6375" y="5596"/>
                </a:lnTo>
                <a:lnTo>
                  <a:pt x="6691" y="5183"/>
                </a:lnTo>
                <a:close/>
                <a:moveTo>
                  <a:pt x="14526" y="5280"/>
                </a:moveTo>
                <a:lnTo>
                  <a:pt x="14599" y="5499"/>
                </a:lnTo>
                <a:lnTo>
                  <a:pt x="14721" y="5718"/>
                </a:lnTo>
                <a:lnTo>
                  <a:pt x="14867" y="5937"/>
                </a:lnTo>
                <a:lnTo>
                  <a:pt x="15037" y="6132"/>
                </a:lnTo>
                <a:lnTo>
                  <a:pt x="15402" y="6521"/>
                </a:lnTo>
                <a:lnTo>
                  <a:pt x="15743" y="6862"/>
                </a:lnTo>
                <a:lnTo>
                  <a:pt x="16084" y="7178"/>
                </a:lnTo>
                <a:lnTo>
                  <a:pt x="16424" y="7494"/>
                </a:lnTo>
                <a:lnTo>
                  <a:pt x="16327" y="7689"/>
                </a:lnTo>
                <a:lnTo>
                  <a:pt x="15719" y="7494"/>
                </a:lnTo>
                <a:lnTo>
                  <a:pt x="15402" y="7373"/>
                </a:lnTo>
                <a:lnTo>
                  <a:pt x="15110" y="7251"/>
                </a:lnTo>
                <a:lnTo>
                  <a:pt x="14745" y="7081"/>
                </a:lnTo>
                <a:lnTo>
                  <a:pt x="14380" y="6862"/>
                </a:lnTo>
                <a:lnTo>
                  <a:pt x="14015" y="6667"/>
                </a:lnTo>
                <a:lnTo>
                  <a:pt x="13821" y="6594"/>
                </a:lnTo>
                <a:lnTo>
                  <a:pt x="13626" y="6545"/>
                </a:lnTo>
                <a:lnTo>
                  <a:pt x="13796" y="6205"/>
                </a:lnTo>
                <a:lnTo>
                  <a:pt x="14015" y="5864"/>
                </a:lnTo>
                <a:lnTo>
                  <a:pt x="14259" y="5572"/>
                </a:lnTo>
                <a:lnTo>
                  <a:pt x="14526" y="5280"/>
                </a:lnTo>
                <a:close/>
                <a:moveTo>
                  <a:pt x="8395" y="3163"/>
                </a:moveTo>
                <a:lnTo>
                  <a:pt x="8735" y="3188"/>
                </a:lnTo>
                <a:lnTo>
                  <a:pt x="11461" y="3188"/>
                </a:lnTo>
                <a:lnTo>
                  <a:pt x="14332" y="3212"/>
                </a:lnTo>
                <a:lnTo>
                  <a:pt x="13407" y="4404"/>
                </a:lnTo>
                <a:lnTo>
                  <a:pt x="12434" y="5572"/>
                </a:lnTo>
                <a:lnTo>
                  <a:pt x="11363" y="6813"/>
                </a:lnTo>
                <a:lnTo>
                  <a:pt x="10925" y="7300"/>
                </a:lnTo>
                <a:lnTo>
                  <a:pt x="10706" y="7519"/>
                </a:lnTo>
                <a:lnTo>
                  <a:pt x="10512" y="7786"/>
                </a:lnTo>
                <a:lnTo>
                  <a:pt x="10098" y="6935"/>
                </a:lnTo>
                <a:lnTo>
                  <a:pt x="9684" y="6083"/>
                </a:lnTo>
                <a:lnTo>
                  <a:pt x="8930" y="4356"/>
                </a:lnTo>
                <a:lnTo>
                  <a:pt x="8395" y="3163"/>
                </a:lnTo>
                <a:close/>
                <a:moveTo>
                  <a:pt x="20171" y="5669"/>
                </a:moveTo>
                <a:lnTo>
                  <a:pt x="20366" y="5913"/>
                </a:lnTo>
                <a:lnTo>
                  <a:pt x="20561" y="6156"/>
                </a:lnTo>
                <a:lnTo>
                  <a:pt x="20755" y="6424"/>
                </a:lnTo>
                <a:lnTo>
                  <a:pt x="20901" y="6691"/>
                </a:lnTo>
                <a:lnTo>
                  <a:pt x="20999" y="6886"/>
                </a:lnTo>
                <a:lnTo>
                  <a:pt x="21096" y="7105"/>
                </a:lnTo>
                <a:lnTo>
                  <a:pt x="20658" y="7178"/>
                </a:lnTo>
                <a:lnTo>
                  <a:pt x="20244" y="7275"/>
                </a:lnTo>
                <a:lnTo>
                  <a:pt x="19393" y="7494"/>
                </a:lnTo>
                <a:lnTo>
                  <a:pt x="18687" y="7665"/>
                </a:lnTo>
                <a:lnTo>
                  <a:pt x="17982" y="7835"/>
                </a:lnTo>
                <a:lnTo>
                  <a:pt x="17957" y="7762"/>
                </a:lnTo>
                <a:lnTo>
                  <a:pt x="18420" y="7373"/>
                </a:lnTo>
                <a:lnTo>
                  <a:pt x="18858" y="6983"/>
                </a:lnTo>
                <a:lnTo>
                  <a:pt x="19198" y="6691"/>
                </a:lnTo>
                <a:lnTo>
                  <a:pt x="19539" y="6375"/>
                </a:lnTo>
                <a:lnTo>
                  <a:pt x="19880" y="6034"/>
                </a:lnTo>
                <a:lnTo>
                  <a:pt x="20171" y="5669"/>
                </a:lnTo>
                <a:close/>
                <a:moveTo>
                  <a:pt x="3942" y="7543"/>
                </a:moveTo>
                <a:lnTo>
                  <a:pt x="4015" y="7689"/>
                </a:lnTo>
                <a:lnTo>
                  <a:pt x="4088" y="7835"/>
                </a:lnTo>
                <a:lnTo>
                  <a:pt x="4088" y="7859"/>
                </a:lnTo>
                <a:lnTo>
                  <a:pt x="3820" y="7640"/>
                </a:lnTo>
                <a:lnTo>
                  <a:pt x="3942" y="7543"/>
                </a:lnTo>
                <a:close/>
                <a:moveTo>
                  <a:pt x="16741" y="7762"/>
                </a:moveTo>
                <a:lnTo>
                  <a:pt x="16765" y="7786"/>
                </a:lnTo>
                <a:lnTo>
                  <a:pt x="16814" y="7884"/>
                </a:lnTo>
                <a:lnTo>
                  <a:pt x="16692" y="7835"/>
                </a:lnTo>
                <a:lnTo>
                  <a:pt x="16741" y="7762"/>
                </a:lnTo>
                <a:close/>
                <a:moveTo>
                  <a:pt x="7957" y="3504"/>
                </a:moveTo>
                <a:lnTo>
                  <a:pt x="8297" y="4283"/>
                </a:lnTo>
                <a:lnTo>
                  <a:pt x="8711" y="5183"/>
                </a:lnTo>
                <a:lnTo>
                  <a:pt x="9125" y="6083"/>
                </a:lnTo>
                <a:lnTo>
                  <a:pt x="10001" y="7859"/>
                </a:lnTo>
                <a:lnTo>
                  <a:pt x="8443" y="7908"/>
                </a:lnTo>
                <a:lnTo>
                  <a:pt x="8443" y="7446"/>
                </a:lnTo>
                <a:lnTo>
                  <a:pt x="8395" y="6983"/>
                </a:lnTo>
                <a:lnTo>
                  <a:pt x="8297" y="6545"/>
                </a:lnTo>
                <a:lnTo>
                  <a:pt x="8151" y="6107"/>
                </a:lnTo>
                <a:lnTo>
                  <a:pt x="8054" y="5913"/>
                </a:lnTo>
                <a:lnTo>
                  <a:pt x="7957" y="5718"/>
                </a:lnTo>
                <a:lnTo>
                  <a:pt x="7835" y="5523"/>
                </a:lnTo>
                <a:lnTo>
                  <a:pt x="7689" y="5329"/>
                </a:lnTo>
                <a:lnTo>
                  <a:pt x="7567" y="5158"/>
                </a:lnTo>
                <a:lnTo>
                  <a:pt x="7397" y="5012"/>
                </a:lnTo>
                <a:lnTo>
                  <a:pt x="7227" y="4866"/>
                </a:lnTo>
                <a:lnTo>
                  <a:pt x="7056" y="4721"/>
                </a:lnTo>
                <a:lnTo>
                  <a:pt x="7324" y="4356"/>
                </a:lnTo>
                <a:lnTo>
                  <a:pt x="7665" y="3942"/>
                </a:lnTo>
                <a:lnTo>
                  <a:pt x="7835" y="3747"/>
                </a:lnTo>
                <a:lnTo>
                  <a:pt x="7957" y="3504"/>
                </a:lnTo>
                <a:close/>
                <a:moveTo>
                  <a:pt x="3699" y="7811"/>
                </a:moveTo>
                <a:lnTo>
                  <a:pt x="4063" y="7932"/>
                </a:lnTo>
                <a:lnTo>
                  <a:pt x="4063" y="7957"/>
                </a:lnTo>
                <a:lnTo>
                  <a:pt x="3869" y="7908"/>
                </a:lnTo>
                <a:lnTo>
                  <a:pt x="3650" y="7884"/>
                </a:lnTo>
                <a:lnTo>
                  <a:pt x="3699" y="7811"/>
                </a:lnTo>
                <a:close/>
                <a:moveTo>
                  <a:pt x="7543" y="6424"/>
                </a:moveTo>
                <a:lnTo>
                  <a:pt x="7640" y="6643"/>
                </a:lnTo>
                <a:lnTo>
                  <a:pt x="7713" y="6862"/>
                </a:lnTo>
                <a:lnTo>
                  <a:pt x="7786" y="7129"/>
                </a:lnTo>
                <a:lnTo>
                  <a:pt x="7835" y="7397"/>
                </a:lnTo>
                <a:lnTo>
                  <a:pt x="7884" y="7932"/>
                </a:lnTo>
                <a:lnTo>
                  <a:pt x="7300" y="7932"/>
                </a:lnTo>
                <a:lnTo>
                  <a:pt x="5742" y="7957"/>
                </a:lnTo>
                <a:lnTo>
                  <a:pt x="4988" y="7932"/>
                </a:lnTo>
                <a:lnTo>
                  <a:pt x="4988" y="7884"/>
                </a:lnTo>
                <a:lnTo>
                  <a:pt x="5256" y="7762"/>
                </a:lnTo>
                <a:lnTo>
                  <a:pt x="5523" y="7616"/>
                </a:lnTo>
                <a:lnTo>
                  <a:pt x="6034" y="7348"/>
                </a:lnTo>
                <a:lnTo>
                  <a:pt x="6399" y="7178"/>
                </a:lnTo>
                <a:lnTo>
                  <a:pt x="6813" y="6959"/>
                </a:lnTo>
                <a:lnTo>
                  <a:pt x="7202" y="6716"/>
                </a:lnTo>
                <a:lnTo>
                  <a:pt x="7373" y="6570"/>
                </a:lnTo>
                <a:lnTo>
                  <a:pt x="7543" y="6424"/>
                </a:lnTo>
                <a:close/>
                <a:moveTo>
                  <a:pt x="3845" y="8127"/>
                </a:moveTo>
                <a:lnTo>
                  <a:pt x="3674" y="8224"/>
                </a:lnTo>
                <a:lnTo>
                  <a:pt x="3650" y="8200"/>
                </a:lnTo>
                <a:lnTo>
                  <a:pt x="3845" y="8127"/>
                </a:lnTo>
                <a:close/>
                <a:moveTo>
                  <a:pt x="1144" y="5767"/>
                </a:moveTo>
                <a:lnTo>
                  <a:pt x="1338" y="5913"/>
                </a:lnTo>
                <a:lnTo>
                  <a:pt x="1509" y="6059"/>
                </a:lnTo>
                <a:lnTo>
                  <a:pt x="1849" y="6424"/>
                </a:lnTo>
                <a:lnTo>
                  <a:pt x="2166" y="6764"/>
                </a:lnTo>
                <a:lnTo>
                  <a:pt x="2336" y="6935"/>
                </a:lnTo>
                <a:lnTo>
                  <a:pt x="2506" y="7105"/>
                </a:lnTo>
                <a:lnTo>
                  <a:pt x="2871" y="7373"/>
                </a:lnTo>
                <a:lnTo>
                  <a:pt x="3261" y="7616"/>
                </a:lnTo>
                <a:lnTo>
                  <a:pt x="3188" y="7786"/>
                </a:lnTo>
                <a:lnTo>
                  <a:pt x="3163" y="7932"/>
                </a:lnTo>
                <a:lnTo>
                  <a:pt x="2725" y="8030"/>
                </a:lnTo>
                <a:lnTo>
                  <a:pt x="2312" y="8103"/>
                </a:lnTo>
                <a:lnTo>
                  <a:pt x="1411" y="8224"/>
                </a:lnTo>
                <a:lnTo>
                  <a:pt x="973" y="8273"/>
                </a:lnTo>
                <a:lnTo>
                  <a:pt x="535" y="8370"/>
                </a:lnTo>
                <a:lnTo>
                  <a:pt x="511" y="8030"/>
                </a:lnTo>
                <a:lnTo>
                  <a:pt x="535" y="7665"/>
                </a:lnTo>
                <a:lnTo>
                  <a:pt x="560" y="7324"/>
                </a:lnTo>
                <a:lnTo>
                  <a:pt x="633" y="7008"/>
                </a:lnTo>
                <a:lnTo>
                  <a:pt x="730" y="6667"/>
                </a:lnTo>
                <a:lnTo>
                  <a:pt x="852" y="6351"/>
                </a:lnTo>
                <a:lnTo>
                  <a:pt x="973" y="6034"/>
                </a:lnTo>
                <a:lnTo>
                  <a:pt x="1144" y="5767"/>
                </a:lnTo>
                <a:close/>
                <a:moveTo>
                  <a:pt x="4477" y="8273"/>
                </a:moveTo>
                <a:lnTo>
                  <a:pt x="4526" y="8322"/>
                </a:lnTo>
                <a:lnTo>
                  <a:pt x="4501" y="8370"/>
                </a:lnTo>
                <a:lnTo>
                  <a:pt x="4453" y="8273"/>
                </a:lnTo>
                <a:close/>
                <a:moveTo>
                  <a:pt x="3942" y="8176"/>
                </a:moveTo>
                <a:lnTo>
                  <a:pt x="3820" y="8395"/>
                </a:lnTo>
                <a:lnTo>
                  <a:pt x="3747" y="8346"/>
                </a:lnTo>
                <a:lnTo>
                  <a:pt x="3942" y="8176"/>
                </a:lnTo>
                <a:close/>
                <a:moveTo>
                  <a:pt x="4112" y="8151"/>
                </a:moveTo>
                <a:lnTo>
                  <a:pt x="4136" y="8176"/>
                </a:lnTo>
                <a:lnTo>
                  <a:pt x="4063" y="8492"/>
                </a:lnTo>
                <a:lnTo>
                  <a:pt x="4039" y="8492"/>
                </a:lnTo>
                <a:lnTo>
                  <a:pt x="4112" y="8151"/>
                </a:lnTo>
                <a:close/>
                <a:moveTo>
                  <a:pt x="4234" y="8224"/>
                </a:moveTo>
                <a:lnTo>
                  <a:pt x="4380" y="8249"/>
                </a:lnTo>
                <a:lnTo>
                  <a:pt x="4428" y="8443"/>
                </a:lnTo>
                <a:lnTo>
                  <a:pt x="4355" y="8468"/>
                </a:lnTo>
                <a:lnTo>
                  <a:pt x="4282" y="8492"/>
                </a:lnTo>
                <a:lnTo>
                  <a:pt x="4234" y="8224"/>
                </a:lnTo>
                <a:close/>
                <a:moveTo>
                  <a:pt x="17349" y="8370"/>
                </a:moveTo>
                <a:lnTo>
                  <a:pt x="17422" y="8395"/>
                </a:lnTo>
                <a:lnTo>
                  <a:pt x="17446" y="8443"/>
                </a:lnTo>
                <a:lnTo>
                  <a:pt x="17373" y="8492"/>
                </a:lnTo>
                <a:lnTo>
                  <a:pt x="17349" y="8370"/>
                </a:lnTo>
                <a:close/>
                <a:moveTo>
                  <a:pt x="16984" y="8273"/>
                </a:moveTo>
                <a:lnTo>
                  <a:pt x="17008" y="8322"/>
                </a:lnTo>
                <a:lnTo>
                  <a:pt x="16887" y="8516"/>
                </a:lnTo>
                <a:lnTo>
                  <a:pt x="16789" y="8443"/>
                </a:lnTo>
                <a:lnTo>
                  <a:pt x="16984" y="8273"/>
                </a:lnTo>
                <a:close/>
                <a:moveTo>
                  <a:pt x="13577" y="6667"/>
                </a:moveTo>
                <a:lnTo>
                  <a:pt x="13699" y="6813"/>
                </a:lnTo>
                <a:lnTo>
                  <a:pt x="13845" y="6935"/>
                </a:lnTo>
                <a:lnTo>
                  <a:pt x="14015" y="7056"/>
                </a:lnTo>
                <a:lnTo>
                  <a:pt x="14210" y="7178"/>
                </a:lnTo>
                <a:lnTo>
                  <a:pt x="14599" y="7348"/>
                </a:lnTo>
                <a:lnTo>
                  <a:pt x="14964" y="7519"/>
                </a:lnTo>
                <a:lnTo>
                  <a:pt x="15597" y="7786"/>
                </a:lnTo>
                <a:lnTo>
                  <a:pt x="15913" y="7932"/>
                </a:lnTo>
                <a:lnTo>
                  <a:pt x="16254" y="8030"/>
                </a:lnTo>
                <a:lnTo>
                  <a:pt x="16254" y="8054"/>
                </a:lnTo>
                <a:lnTo>
                  <a:pt x="15816" y="8151"/>
                </a:lnTo>
                <a:lnTo>
                  <a:pt x="15402" y="8224"/>
                </a:lnTo>
                <a:lnTo>
                  <a:pt x="14891" y="8297"/>
                </a:lnTo>
                <a:lnTo>
                  <a:pt x="14356" y="8346"/>
                </a:lnTo>
                <a:lnTo>
                  <a:pt x="13845" y="8419"/>
                </a:lnTo>
                <a:lnTo>
                  <a:pt x="13602" y="8468"/>
                </a:lnTo>
                <a:lnTo>
                  <a:pt x="13334" y="8541"/>
                </a:lnTo>
                <a:lnTo>
                  <a:pt x="13310" y="8297"/>
                </a:lnTo>
                <a:lnTo>
                  <a:pt x="13310" y="8054"/>
                </a:lnTo>
                <a:lnTo>
                  <a:pt x="13310" y="7811"/>
                </a:lnTo>
                <a:lnTo>
                  <a:pt x="13334" y="7567"/>
                </a:lnTo>
                <a:lnTo>
                  <a:pt x="13358" y="7348"/>
                </a:lnTo>
                <a:lnTo>
                  <a:pt x="13407" y="7105"/>
                </a:lnTo>
                <a:lnTo>
                  <a:pt x="13480" y="6886"/>
                </a:lnTo>
                <a:lnTo>
                  <a:pt x="13577" y="6667"/>
                </a:lnTo>
                <a:close/>
                <a:moveTo>
                  <a:pt x="21169" y="7324"/>
                </a:moveTo>
                <a:lnTo>
                  <a:pt x="21193" y="7543"/>
                </a:lnTo>
                <a:lnTo>
                  <a:pt x="21218" y="7762"/>
                </a:lnTo>
                <a:lnTo>
                  <a:pt x="21218" y="7981"/>
                </a:lnTo>
                <a:lnTo>
                  <a:pt x="21218" y="8200"/>
                </a:lnTo>
                <a:lnTo>
                  <a:pt x="21169" y="8419"/>
                </a:lnTo>
                <a:lnTo>
                  <a:pt x="21120" y="8638"/>
                </a:lnTo>
                <a:lnTo>
                  <a:pt x="21072" y="8857"/>
                </a:lnTo>
                <a:lnTo>
                  <a:pt x="20974" y="9052"/>
                </a:lnTo>
                <a:lnTo>
                  <a:pt x="20828" y="8979"/>
                </a:lnTo>
                <a:lnTo>
                  <a:pt x="20682" y="8906"/>
                </a:lnTo>
                <a:lnTo>
                  <a:pt x="20317" y="8833"/>
                </a:lnTo>
                <a:lnTo>
                  <a:pt x="19223" y="8565"/>
                </a:lnTo>
                <a:lnTo>
                  <a:pt x="18614" y="8395"/>
                </a:lnTo>
                <a:lnTo>
                  <a:pt x="17982" y="8224"/>
                </a:lnTo>
                <a:lnTo>
                  <a:pt x="17982" y="8103"/>
                </a:lnTo>
                <a:lnTo>
                  <a:pt x="19077" y="7835"/>
                </a:lnTo>
                <a:lnTo>
                  <a:pt x="20123" y="7616"/>
                </a:lnTo>
                <a:lnTo>
                  <a:pt x="20658" y="7494"/>
                </a:lnTo>
                <a:lnTo>
                  <a:pt x="21169" y="7324"/>
                </a:lnTo>
                <a:close/>
                <a:moveTo>
                  <a:pt x="16303" y="8419"/>
                </a:moveTo>
                <a:lnTo>
                  <a:pt x="15962" y="8662"/>
                </a:lnTo>
                <a:lnTo>
                  <a:pt x="15670" y="8906"/>
                </a:lnTo>
                <a:lnTo>
                  <a:pt x="14794" y="9465"/>
                </a:lnTo>
                <a:lnTo>
                  <a:pt x="13942" y="10049"/>
                </a:lnTo>
                <a:lnTo>
                  <a:pt x="13723" y="9684"/>
                </a:lnTo>
                <a:lnTo>
                  <a:pt x="13529" y="9271"/>
                </a:lnTo>
                <a:lnTo>
                  <a:pt x="13456" y="9003"/>
                </a:lnTo>
                <a:lnTo>
                  <a:pt x="13383" y="8735"/>
                </a:lnTo>
                <a:lnTo>
                  <a:pt x="13626" y="8760"/>
                </a:lnTo>
                <a:lnTo>
                  <a:pt x="13869" y="8760"/>
                </a:lnTo>
                <a:lnTo>
                  <a:pt x="14356" y="8711"/>
                </a:lnTo>
                <a:lnTo>
                  <a:pt x="14843" y="8638"/>
                </a:lnTo>
                <a:lnTo>
                  <a:pt x="15305" y="8565"/>
                </a:lnTo>
                <a:lnTo>
                  <a:pt x="16303" y="8419"/>
                </a:lnTo>
                <a:close/>
                <a:moveTo>
                  <a:pt x="4988" y="8370"/>
                </a:moveTo>
                <a:lnTo>
                  <a:pt x="5499" y="8395"/>
                </a:lnTo>
                <a:lnTo>
                  <a:pt x="6034" y="8419"/>
                </a:lnTo>
                <a:lnTo>
                  <a:pt x="7105" y="8395"/>
                </a:lnTo>
                <a:lnTo>
                  <a:pt x="7932" y="8395"/>
                </a:lnTo>
                <a:lnTo>
                  <a:pt x="7957" y="8589"/>
                </a:lnTo>
                <a:lnTo>
                  <a:pt x="7859" y="8930"/>
                </a:lnTo>
                <a:lnTo>
                  <a:pt x="7713" y="9246"/>
                </a:lnTo>
                <a:lnTo>
                  <a:pt x="7567" y="9563"/>
                </a:lnTo>
                <a:lnTo>
                  <a:pt x="7421" y="9855"/>
                </a:lnTo>
                <a:lnTo>
                  <a:pt x="7300" y="10074"/>
                </a:lnTo>
                <a:lnTo>
                  <a:pt x="7154" y="10268"/>
                </a:lnTo>
                <a:lnTo>
                  <a:pt x="7032" y="10122"/>
                </a:lnTo>
                <a:lnTo>
                  <a:pt x="6886" y="10001"/>
                </a:lnTo>
                <a:lnTo>
                  <a:pt x="6570" y="9757"/>
                </a:lnTo>
                <a:lnTo>
                  <a:pt x="5961" y="9319"/>
                </a:lnTo>
                <a:lnTo>
                  <a:pt x="4915" y="8541"/>
                </a:lnTo>
                <a:lnTo>
                  <a:pt x="4988" y="8370"/>
                </a:lnTo>
                <a:close/>
                <a:moveTo>
                  <a:pt x="3212" y="8297"/>
                </a:moveTo>
                <a:lnTo>
                  <a:pt x="3236" y="8395"/>
                </a:lnTo>
                <a:lnTo>
                  <a:pt x="3309" y="8516"/>
                </a:lnTo>
                <a:lnTo>
                  <a:pt x="2677" y="9003"/>
                </a:lnTo>
                <a:lnTo>
                  <a:pt x="1922" y="9611"/>
                </a:lnTo>
                <a:lnTo>
                  <a:pt x="1557" y="9952"/>
                </a:lnTo>
                <a:lnTo>
                  <a:pt x="1192" y="10317"/>
                </a:lnTo>
                <a:lnTo>
                  <a:pt x="973" y="9952"/>
                </a:lnTo>
                <a:lnTo>
                  <a:pt x="803" y="9538"/>
                </a:lnTo>
                <a:lnTo>
                  <a:pt x="657" y="9125"/>
                </a:lnTo>
                <a:lnTo>
                  <a:pt x="560" y="8687"/>
                </a:lnTo>
                <a:lnTo>
                  <a:pt x="973" y="8638"/>
                </a:lnTo>
                <a:lnTo>
                  <a:pt x="1387" y="8565"/>
                </a:lnTo>
                <a:lnTo>
                  <a:pt x="2190" y="8419"/>
                </a:lnTo>
                <a:lnTo>
                  <a:pt x="2677" y="8346"/>
                </a:lnTo>
                <a:lnTo>
                  <a:pt x="3212" y="8297"/>
                </a:lnTo>
                <a:close/>
                <a:moveTo>
                  <a:pt x="18006" y="8614"/>
                </a:moveTo>
                <a:lnTo>
                  <a:pt x="18590" y="8760"/>
                </a:lnTo>
                <a:lnTo>
                  <a:pt x="19125" y="8881"/>
                </a:lnTo>
                <a:lnTo>
                  <a:pt x="20220" y="9149"/>
                </a:lnTo>
                <a:lnTo>
                  <a:pt x="20585" y="9222"/>
                </a:lnTo>
                <a:lnTo>
                  <a:pt x="20731" y="9246"/>
                </a:lnTo>
                <a:lnTo>
                  <a:pt x="20901" y="9222"/>
                </a:lnTo>
                <a:lnTo>
                  <a:pt x="20682" y="9611"/>
                </a:lnTo>
                <a:lnTo>
                  <a:pt x="20439" y="9976"/>
                </a:lnTo>
                <a:lnTo>
                  <a:pt x="20123" y="10317"/>
                </a:lnTo>
                <a:lnTo>
                  <a:pt x="19807" y="10609"/>
                </a:lnTo>
                <a:lnTo>
                  <a:pt x="19320" y="10074"/>
                </a:lnTo>
                <a:lnTo>
                  <a:pt x="18809" y="9563"/>
                </a:lnTo>
                <a:lnTo>
                  <a:pt x="18079" y="8711"/>
                </a:lnTo>
                <a:lnTo>
                  <a:pt x="18006" y="8614"/>
                </a:lnTo>
                <a:close/>
                <a:moveTo>
                  <a:pt x="16449" y="8687"/>
                </a:moveTo>
                <a:lnTo>
                  <a:pt x="16570" y="8808"/>
                </a:lnTo>
                <a:lnTo>
                  <a:pt x="16692" y="8906"/>
                </a:lnTo>
                <a:lnTo>
                  <a:pt x="16546" y="9246"/>
                </a:lnTo>
                <a:lnTo>
                  <a:pt x="16400" y="9563"/>
                </a:lnTo>
                <a:lnTo>
                  <a:pt x="16157" y="10001"/>
                </a:lnTo>
                <a:lnTo>
                  <a:pt x="15865" y="10414"/>
                </a:lnTo>
                <a:lnTo>
                  <a:pt x="15597" y="10828"/>
                </a:lnTo>
                <a:lnTo>
                  <a:pt x="15354" y="11266"/>
                </a:lnTo>
                <a:lnTo>
                  <a:pt x="15329" y="11315"/>
                </a:lnTo>
                <a:lnTo>
                  <a:pt x="14989" y="11096"/>
                </a:lnTo>
                <a:lnTo>
                  <a:pt x="14648" y="10852"/>
                </a:lnTo>
                <a:lnTo>
                  <a:pt x="14332" y="10560"/>
                </a:lnTo>
                <a:lnTo>
                  <a:pt x="14064" y="10244"/>
                </a:lnTo>
                <a:lnTo>
                  <a:pt x="14916" y="9684"/>
                </a:lnTo>
                <a:lnTo>
                  <a:pt x="15767" y="9100"/>
                </a:lnTo>
                <a:lnTo>
                  <a:pt x="16108" y="8906"/>
                </a:lnTo>
                <a:lnTo>
                  <a:pt x="16449" y="8687"/>
                </a:lnTo>
                <a:close/>
                <a:moveTo>
                  <a:pt x="4842" y="8662"/>
                </a:moveTo>
                <a:lnTo>
                  <a:pt x="5329" y="9100"/>
                </a:lnTo>
                <a:lnTo>
                  <a:pt x="5791" y="9538"/>
                </a:lnTo>
                <a:lnTo>
                  <a:pt x="6375" y="10025"/>
                </a:lnTo>
                <a:lnTo>
                  <a:pt x="6691" y="10244"/>
                </a:lnTo>
                <a:lnTo>
                  <a:pt x="6862" y="10341"/>
                </a:lnTo>
                <a:lnTo>
                  <a:pt x="7032" y="10414"/>
                </a:lnTo>
                <a:lnTo>
                  <a:pt x="6886" y="10585"/>
                </a:lnTo>
                <a:lnTo>
                  <a:pt x="6716" y="10731"/>
                </a:lnTo>
                <a:lnTo>
                  <a:pt x="6375" y="10998"/>
                </a:lnTo>
                <a:lnTo>
                  <a:pt x="6010" y="11193"/>
                </a:lnTo>
                <a:lnTo>
                  <a:pt x="5621" y="11363"/>
                </a:lnTo>
                <a:lnTo>
                  <a:pt x="5450" y="10706"/>
                </a:lnTo>
                <a:lnTo>
                  <a:pt x="5231" y="10074"/>
                </a:lnTo>
                <a:lnTo>
                  <a:pt x="4964" y="9441"/>
                </a:lnTo>
                <a:lnTo>
                  <a:pt x="4696" y="8808"/>
                </a:lnTo>
                <a:lnTo>
                  <a:pt x="4720" y="8784"/>
                </a:lnTo>
                <a:lnTo>
                  <a:pt x="4842" y="8662"/>
                </a:lnTo>
                <a:close/>
                <a:moveTo>
                  <a:pt x="3382" y="8614"/>
                </a:moveTo>
                <a:lnTo>
                  <a:pt x="3480" y="8735"/>
                </a:lnTo>
                <a:lnTo>
                  <a:pt x="3626" y="8833"/>
                </a:lnTo>
                <a:lnTo>
                  <a:pt x="3334" y="9636"/>
                </a:lnTo>
                <a:lnTo>
                  <a:pt x="2993" y="10536"/>
                </a:lnTo>
                <a:lnTo>
                  <a:pt x="2871" y="11023"/>
                </a:lnTo>
                <a:lnTo>
                  <a:pt x="2823" y="11242"/>
                </a:lnTo>
                <a:lnTo>
                  <a:pt x="2798" y="11485"/>
                </a:lnTo>
                <a:lnTo>
                  <a:pt x="2531" y="11388"/>
                </a:lnTo>
                <a:lnTo>
                  <a:pt x="2263" y="11266"/>
                </a:lnTo>
                <a:lnTo>
                  <a:pt x="2020" y="11120"/>
                </a:lnTo>
                <a:lnTo>
                  <a:pt x="1776" y="10950"/>
                </a:lnTo>
                <a:lnTo>
                  <a:pt x="1509" y="10706"/>
                </a:lnTo>
                <a:lnTo>
                  <a:pt x="1265" y="10414"/>
                </a:lnTo>
                <a:lnTo>
                  <a:pt x="1606" y="10122"/>
                </a:lnTo>
                <a:lnTo>
                  <a:pt x="1971" y="9806"/>
                </a:lnTo>
                <a:lnTo>
                  <a:pt x="2652" y="9198"/>
                </a:lnTo>
                <a:lnTo>
                  <a:pt x="3017" y="8906"/>
                </a:lnTo>
                <a:lnTo>
                  <a:pt x="3382" y="8614"/>
                </a:lnTo>
                <a:close/>
                <a:moveTo>
                  <a:pt x="4574" y="8881"/>
                </a:moveTo>
                <a:lnTo>
                  <a:pt x="4939" y="10171"/>
                </a:lnTo>
                <a:lnTo>
                  <a:pt x="5280" y="11461"/>
                </a:lnTo>
                <a:lnTo>
                  <a:pt x="5012" y="11534"/>
                </a:lnTo>
                <a:lnTo>
                  <a:pt x="4623" y="11582"/>
                </a:lnTo>
                <a:lnTo>
                  <a:pt x="4234" y="11607"/>
                </a:lnTo>
                <a:lnTo>
                  <a:pt x="4234" y="11607"/>
                </a:lnTo>
                <a:lnTo>
                  <a:pt x="4258" y="11193"/>
                </a:lnTo>
                <a:lnTo>
                  <a:pt x="4258" y="10755"/>
                </a:lnTo>
                <a:lnTo>
                  <a:pt x="4258" y="9928"/>
                </a:lnTo>
                <a:lnTo>
                  <a:pt x="4307" y="8979"/>
                </a:lnTo>
                <a:lnTo>
                  <a:pt x="4428" y="8930"/>
                </a:lnTo>
                <a:lnTo>
                  <a:pt x="4574" y="8881"/>
                </a:lnTo>
                <a:close/>
                <a:moveTo>
                  <a:pt x="3918" y="8954"/>
                </a:moveTo>
                <a:lnTo>
                  <a:pt x="4039" y="8979"/>
                </a:lnTo>
                <a:lnTo>
                  <a:pt x="4039" y="9733"/>
                </a:lnTo>
                <a:lnTo>
                  <a:pt x="3991" y="10682"/>
                </a:lnTo>
                <a:lnTo>
                  <a:pt x="3991" y="11144"/>
                </a:lnTo>
                <a:lnTo>
                  <a:pt x="3991" y="11631"/>
                </a:lnTo>
                <a:lnTo>
                  <a:pt x="3480" y="11607"/>
                </a:lnTo>
                <a:lnTo>
                  <a:pt x="3212" y="11558"/>
                </a:lnTo>
                <a:lnTo>
                  <a:pt x="2969" y="11509"/>
                </a:lnTo>
                <a:lnTo>
                  <a:pt x="3066" y="11339"/>
                </a:lnTo>
                <a:lnTo>
                  <a:pt x="3139" y="11120"/>
                </a:lnTo>
                <a:lnTo>
                  <a:pt x="3261" y="10706"/>
                </a:lnTo>
                <a:lnTo>
                  <a:pt x="3382" y="10293"/>
                </a:lnTo>
                <a:lnTo>
                  <a:pt x="3504" y="9879"/>
                </a:lnTo>
                <a:lnTo>
                  <a:pt x="3699" y="9417"/>
                </a:lnTo>
                <a:lnTo>
                  <a:pt x="3893" y="8954"/>
                </a:lnTo>
                <a:close/>
                <a:moveTo>
                  <a:pt x="17690" y="8784"/>
                </a:moveTo>
                <a:lnTo>
                  <a:pt x="18079" y="9222"/>
                </a:lnTo>
                <a:lnTo>
                  <a:pt x="18468" y="9636"/>
                </a:lnTo>
                <a:lnTo>
                  <a:pt x="18979" y="10268"/>
                </a:lnTo>
                <a:lnTo>
                  <a:pt x="19247" y="10560"/>
                </a:lnTo>
                <a:lnTo>
                  <a:pt x="19539" y="10828"/>
                </a:lnTo>
                <a:lnTo>
                  <a:pt x="19247" y="11023"/>
                </a:lnTo>
                <a:lnTo>
                  <a:pt x="18955" y="11217"/>
                </a:lnTo>
                <a:lnTo>
                  <a:pt x="18663" y="11363"/>
                </a:lnTo>
                <a:lnTo>
                  <a:pt x="18371" y="11485"/>
                </a:lnTo>
                <a:lnTo>
                  <a:pt x="18103" y="11582"/>
                </a:lnTo>
                <a:lnTo>
                  <a:pt x="17860" y="11631"/>
                </a:lnTo>
                <a:lnTo>
                  <a:pt x="17811" y="11217"/>
                </a:lnTo>
                <a:lnTo>
                  <a:pt x="17738" y="10779"/>
                </a:lnTo>
                <a:lnTo>
                  <a:pt x="17592" y="9928"/>
                </a:lnTo>
                <a:lnTo>
                  <a:pt x="17519" y="9441"/>
                </a:lnTo>
                <a:lnTo>
                  <a:pt x="17471" y="8930"/>
                </a:lnTo>
                <a:lnTo>
                  <a:pt x="17519" y="8906"/>
                </a:lnTo>
                <a:lnTo>
                  <a:pt x="17617" y="8857"/>
                </a:lnTo>
                <a:lnTo>
                  <a:pt x="17690" y="8784"/>
                </a:lnTo>
                <a:close/>
                <a:moveTo>
                  <a:pt x="17154" y="9003"/>
                </a:moveTo>
                <a:lnTo>
                  <a:pt x="17227" y="9490"/>
                </a:lnTo>
                <a:lnTo>
                  <a:pt x="17300" y="9976"/>
                </a:lnTo>
                <a:lnTo>
                  <a:pt x="17422" y="10828"/>
                </a:lnTo>
                <a:lnTo>
                  <a:pt x="17471" y="11266"/>
                </a:lnTo>
                <a:lnTo>
                  <a:pt x="17544" y="11704"/>
                </a:lnTo>
                <a:lnTo>
                  <a:pt x="17300" y="11728"/>
                </a:lnTo>
                <a:lnTo>
                  <a:pt x="17033" y="11728"/>
                </a:lnTo>
                <a:lnTo>
                  <a:pt x="16765" y="11704"/>
                </a:lnTo>
                <a:lnTo>
                  <a:pt x="16522" y="11680"/>
                </a:lnTo>
                <a:lnTo>
                  <a:pt x="16254" y="11631"/>
                </a:lnTo>
                <a:lnTo>
                  <a:pt x="16011" y="11582"/>
                </a:lnTo>
                <a:lnTo>
                  <a:pt x="15767" y="11485"/>
                </a:lnTo>
                <a:lnTo>
                  <a:pt x="15524" y="11388"/>
                </a:lnTo>
                <a:lnTo>
                  <a:pt x="15694" y="11242"/>
                </a:lnTo>
                <a:lnTo>
                  <a:pt x="15840" y="11071"/>
                </a:lnTo>
                <a:lnTo>
                  <a:pt x="16108" y="10682"/>
                </a:lnTo>
                <a:lnTo>
                  <a:pt x="16351" y="10268"/>
                </a:lnTo>
                <a:lnTo>
                  <a:pt x="16570" y="9855"/>
                </a:lnTo>
                <a:lnTo>
                  <a:pt x="16789" y="9465"/>
                </a:lnTo>
                <a:lnTo>
                  <a:pt x="17008" y="9003"/>
                </a:lnTo>
                <a:close/>
                <a:moveTo>
                  <a:pt x="14624" y="0"/>
                </a:moveTo>
                <a:lnTo>
                  <a:pt x="14478" y="24"/>
                </a:lnTo>
                <a:lnTo>
                  <a:pt x="14332" y="73"/>
                </a:lnTo>
                <a:lnTo>
                  <a:pt x="14186" y="122"/>
                </a:lnTo>
                <a:lnTo>
                  <a:pt x="14064" y="219"/>
                </a:lnTo>
                <a:lnTo>
                  <a:pt x="14040" y="268"/>
                </a:lnTo>
                <a:lnTo>
                  <a:pt x="14015" y="292"/>
                </a:lnTo>
                <a:lnTo>
                  <a:pt x="14015" y="389"/>
                </a:lnTo>
                <a:lnTo>
                  <a:pt x="14064" y="487"/>
                </a:lnTo>
                <a:lnTo>
                  <a:pt x="14161" y="535"/>
                </a:lnTo>
                <a:lnTo>
                  <a:pt x="14161" y="779"/>
                </a:lnTo>
                <a:lnTo>
                  <a:pt x="14210" y="998"/>
                </a:lnTo>
                <a:lnTo>
                  <a:pt x="14259" y="1241"/>
                </a:lnTo>
                <a:lnTo>
                  <a:pt x="14332" y="1460"/>
                </a:lnTo>
                <a:lnTo>
                  <a:pt x="14648" y="2336"/>
                </a:lnTo>
                <a:lnTo>
                  <a:pt x="14745" y="2652"/>
                </a:lnTo>
                <a:lnTo>
                  <a:pt x="11655" y="2652"/>
                </a:lnTo>
                <a:lnTo>
                  <a:pt x="9928" y="2628"/>
                </a:lnTo>
                <a:lnTo>
                  <a:pt x="8614" y="2628"/>
                </a:lnTo>
                <a:lnTo>
                  <a:pt x="8419" y="2652"/>
                </a:lnTo>
                <a:lnTo>
                  <a:pt x="8200" y="2677"/>
                </a:lnTo>
                <a:lnTo>
                  <a:pt x="8054" y="2360"/>
                </a:lnTo>
                <a:lnTo>
                  <a:pt x="7665" y="1436"/>
                </a:lnTo>
                <a:lnTo>
                  <a:pt x="7567" y="1144"/>
                </a:lnTo>
                <a:lnTo>
                  <a:pt x="7494" y="1022"/>
                </a:lnTo>
                <a:lnTo>
                  <a:pt x="7397" y="900"/>
                </a:lnTo>
                <a:lnTo>
                  <a:pt x="7421" y="900"/>
                </a:lnTo>
                <a:lnTo>
                  <a:pt x="7835" y="973"/>
                </a:lnTo>
                <a:lnTo>
                  <a:pt x="8249" y="1071"/>
                </a:lnTo>
                <a:lnTo>
                  <a:pt x="8468" y="1095"/>
                </a:lnTo>
                <a:lnTo>
                  <a:pt x="8881" y="1095"/>
                </a:lnTo>
                <a:lnTo>
                  <a:pt x="9076" y="1046"/>
                </a:lnTo>
                <a:lnTo>
                  <a:pt x="9149" y="1022"/>
                </a:lnTo>
                <a:lnTo>
                  <a:pt x="9198" y="973"/>
                </a:lnTo>
                <a:lnTo>
                  <a:pt x="9246" y="925"/>
                </a:lnTo>
                <a:lnTo>
                  <a:pt x="9246" y="852"/>
                </a:lnTo>
                <a:lnTo>
                  <a:pt x="9246" y="779"/>
                </a:lnTo>
                <a:lnTo>
                  <a:pt x="9246" y="730"/>
                </a:lnTo>
                <a:lnTo>
                  <a:pt x="9198" y="657"/>
                </a:lnTo>
                <a:lnTo>
                  <a:pt x="9149" y="608"/>
                </a:lnTo>
                <a:lnTo>
                  <a:pt x="8954" y="535"/>
                </a:lnTo>
                <a:lnTo>
                  <a:pt x="8760" y="462"/>
                </a:lnTo>
                <a:lnTo>
                  <a:pt x="8541" y="389"/>
                </a:lnTo>
                <a:lnTo>
                  <a:pt x="8297" y="365"/>
                </a:lnTo>
                <a:lnTo>
                  <a:pt x="7835" y="316"/>
                </a:lnTo>
                <a:lnTo>
                  <a:pt x="7397" y="268"/>
                </a:lnTo>
                <a:lnTo>
                  <a:pt x="6570" y="146"/>
                </a:lnTo>
                <a:lnTo>
                  <a:pt x="6351" y="122"/>
                </a:lnTo>
                <a:lnTo>
                  <a:pt x="6132" y="97"/>
                </a:lnTo>
                <a:lnTo>
                  <a:pt x="5937" y="122"/>
                </a:lnTo>
                <a:lnTo>
                  <a:pt x="5742" y="146"/>
                </a:lnTo>
                <a:lnTo>
                  <a:pt x="5669" y="195"/>
                </a:lnTo>
                <a:lnTo>
                  <a:pt x="5621" y="219"/>
                </a:lnTo>
                <a:lnTo>
                  <a:pt x="5596" y="268"/>
                </a:lnTo>
                <a:lnTo>
                  <a:pt x="5572" y="341"/>
                </a:lnTo>
                <a:lnTo>
                  <a:pt x="5572" y="389"/>
                </a:lnTo>
                <a:lnTo>
                  <a:pt x="5596" y="438"/>
                </a:lnTo>
                <a:lnTo>
                  <a:pt x="5621" y="511"/>
                </a:lnTo>
                <a:lnTo>
                  <a:pt x="5694" y="535"/>
                </a:lnTo>
                <a:lnTo>
                  <a:pt x="5840" y="633"/>
                </a:lnTo>
                <a:lnTo>
                  <a:pt x="5986" y="681"/>
                </a:lnTo>
                <a:lnTo>
                  <a:pt x="6351" y="779"/>
                </a:lnTo>
                <a:lnTo>
                  <a:pt x="6716" y="827"/>
                </a:lnTo>
                <a:lnTo>
                  <a:pt x="7081" y="876"/>
                </a:lnTo>
                <a:lnTo>
                  <a:pt x="7056" y="1046"/>
                </a:lnTo>
                <a:lnTo>
                  <a:pt x="7056" y="1241"/>
                </a:lnTo>
                <a:lnTo>
                  <a:pt x="7105" y="1411"/>
                </a:lnTo>
                <a:lnTo>
                  <a:pt x="7154" y="1606"/>
                </a:lnTo>
                <a:lnTo>
                  <a:pt x="7324" y="1995"/>
                </a:lnTo>
                <a:lnTo>
                  <a:pt x="7470" y="2312"/>
                </a:lnTo>
                <a:lnTo>
                  <a:pt x="7762" y="3042"/>
                </a:lnTo>
                <a:lnTo>
                  <a:pt x="7665" y="3115"/>
                </a:lnTo>
                <a:lnTo>
                  <a:pt x="7567" y="3188"/>
                </a:lnTo>
                <a:lnTo>
                  <a:pt x="7397" y="3382"/>
                </a:lnTo>
                <a:lnTo>
                  <a:pt x="7105" y="3796"/>
                </a:lnTo>
                <a:lnTo>
                  <a:pt x="6594" y="4477"/>
                </a:lnTo>
                <a:lnTo>
                  <a:pt x="6521" y="4429"/>
                </a:lnTo>
                <a:lnTo>
                  <a:pt x="6448" y="4404"/>
                </a:lnTo>
                <a:lnTo>
                  <a:pt x="6375" y="4429"/>
                </a:lnTo>
                <a:lnTo>
                  <a:pt x="6059" y="4234"/>
                </a:lnTo>
                <a:lnTo>
                  <a:pt x="5718" y="4064"/>
                </a:lnTo>
                <a:lnTo>
                  <a:pt x="5353" y="3918"/>
                </a:lnTo>
                <a:lnTo>
                  <a:pt x="5012" y="3820"/>
                </a:lnTo>
                <a:lnTo>
                  <a:pt x="4647" y="3772"/>
                </a:lnTo>
                <a:lnTo>
                  <a:pt x="4282" y="3747"/>
                </a:lnTo>
                <a:lnTo>
                  <a:pt x="3893" y="3747"/>
                </a:lnTo>
                <a:lnTo>
                  <a:pt x="3528" y="3772"/>
                </a:lnTo>
                <a:lnTo>
                  <a:pt x="3188" y="3845"/>
                </a:lnTo>
                <a:lnTo>
                  <a:pt x="2823" y="3966"/>
                </a:lnTo>
                <a:lnTo>
                  <a:pt x="2482" y="4088"/>
                </a:lnTo>
                <a:lnTo>
                  <a:pt x="2141" y="4258"/>
                </a:lnTo>
                <a:lnTo>
                  <a:pt x="1825" y="4453"/>
                </a:lnTo>
                <a:lnTo>
                  <a:pt x="1509" y="4672"/>
                </a:lnTo>
                <a:lnTo>
                  <a:pt x="1241" y="4915"/>
                </a:lnTo>
                <a:lnTo>
                  <a:pt x="973" y="5207"/>
                </a:lnTo>
                <a:lnTo>
                  <a:pt x="706" y="5548"/>
                </a:lnTo>
                <a:lnTo>
                  <a:pt x="487" y="5913"/>
                </a:lnTo>
                <a:lnTo>
                  <a:pt x="316" y="6302"/>
                </a:lnTo>
                <a:lnTo>
                  <a:pt x="195" y="6716"/>
                </a:lnTo>
                <a:lnTo>
                  <a:pt x="73" y="7129"/>
                </a:lnTo>
                <a:lnTo>
                  <a:pt x="24" y="7567"/>
                </a:lnTo>
                <a:lnTo>
                  <a:pt x="0" y="8005"/>
                </a:lnTo>
                <a:lnTo>
                  <a:pt x="24" y="8443"/>
                </a:lnTo>
                <a:lnTo>
                  <a:pt x="73" y="8881"/>
                </a:lnTo>
                <a:lnTo>
                  <a:pt x="170" y="9295"/>
                </a:lnTo>
                <a:lnTo>
                  <a:pt x="292" y="9709"/>
                </a:lnTo>
                <a:lnTo>
                  <a:pt x="462" y="10122"/>
                </a:lnTo>
                <a:lnTo>
                  <a:pt x="657" y="10487"/>
                </a:lnTo>
                <a:lnTo>
                  <a:pt x="900" y="10852"/>
                </a:lnTo>
                <a:lnTo>
                  <a:pt x="1192" y="11169"/>
                </a:lnTo>
                <a:lnTo>
                  <a:pt x="1484" y="11461"/>
                </a:lnTo>
                <a:lnTo>
                  <a:pt x="1679" y="11607"/>
                </a:lnTo>
                <a:lnTo>
                  <a:pt x="1874" y="11728"/>
                </a:lnTo>
                <a:lnTo>
                  <a:pt x="2068" y="11826"/>
                </a:lnTo>
                <a:lnTo>
                  <a:pt x="2287" y="11923"/>
                </a:lnTo>
                <a:lnTo>
                  <a:pt x="2506" y="11996"/>
                </a:lnTo>
                <a:lnTo>
                  <a:pt x="2725" y="12045"/>
                </a:lnTo>
                <a:lnTo>
                  <a:pt x="3163" y="12142"/>
                </a:lnTo>
                <a:lnTo>
                  <a:pt x="3626" y="12166"/>
                </a:lnTo>
                <a:lnTo>
                  <a:pt x="4088" y="12166"/>
                </a:lnTo>
                <a:lnTo>
                  <a:pt x="4550" y="12142"/>
                </a:lnTo>
                <a:lnTo>
                  <a:pt x="4988" y="12093"/>
                </a:lnTo>
                <a:lnTo>
                  <a:pt x="5450" y="11996"/>
                </a:lnTo>
                <a:lnTo>
                  <a:pt x="5840" y="11874"/>
                </a:lnTo>
                <a:lnTo>
                  <a:pt x="6229" y="11704"/>
                </a:lnTo>
                <a:lnTo>
                  <a:pt x="6594" y="11485"/>
                </a:lnTo>
                <a:lnTo>
                  <a:pt x="6910" y="11217"/>
                </a:lnTo>
                <a:lnTo>
                  <a:pt x="7202" y="10925"/>
                </a:lnTo>
                <a:lnTo>
                  <a:pt x="7494" y="10585"/>
                </a:lnTo>
                <a:lnTo>
                  <a:pt x="7738" y="10220"/>
                </a:lnTo>
                <a:lnTo>
                  <a:pt x="7981" y="9806"/>
                </a:lnTo>
                <a:lnTo>
                  <a:pt x="8151" y="9368"/>
                </a:lnTo>
                <a:lnTo>
                  <a:pt x="8297" y="8881"/>
                </a:lnTo>
                <a:lnTo>
                  <a:pt x="8395" y="8395"/>
                </a:lnTo>
                <a:lnTo>
                  <a:pt x="10244" y="8346"/>
                </a:lnTo>
                <a:lnTo>
                  <a:pt x="10293" y="8419"/>
                </a:lnTo>
                <a:lnTo>
                  <a:pt x="10366" y="8443"/>
                </a:lnTo>
                <a:lnTo>
                  <a:pt x="10439" y="8468"/>
                </a:lnTo>
                <a:lnTo>
                  <a:pt x="10512" y="8443"/>
                </a:lnTo>
                <a:lnTo>
                  <a:pt x="10585" y="8395"/>
                </a:lnTo>
                <a:lnTo>
                  <a:pt x="10633" y="8346"/>
                </a:lnTo>
                <a:lnTo>
                  <a:pt x="10682" y="8273"/>
                </a:lnTo>
                <a:lnTo>
                  <a:pt x="10682" y="8200"/>
                </a:lnTo>
                <a:lnTo>
                  <a:pt x="10925" y="7981"/>
                </a:lnTo>
                <a:lnTo>
                  <a:pt x="11169" y="7762"/>
                </a:lnTo>
                <a:lnTo>
                  <a:pt x="11582" y="7300"/>
                </a:lnTo>
                <a:lnTo>
                  <a:pt x="12190" y="6618"/>
                </a:lnTo>
                <a:lnTo>
                  <a:pt x="12799" y="5913"/>
                </a:lnTo>
                <a:lnTo>
                  <a:pt x="13894" y="4623"/>
                </a:lnTo>
                <a:lnTo>
                  <a:pt x="14964" y="3285"/>
                </a:lnTo>
                <a:lnTo>
                  <a:pt x="15329" y="4258"/>
                </a:lnTo>
                <a:lnTo>
                  <a:pt x="14964" y="4429"/>
                </a:lnTo>
                <a:lnTo>
                  <a:pt x="14648" y="4623"/>
                </a:lnTo>
                <a:lnTo>
                  <a:pt x="14332" y="4866"/>
                </a:lnTo>
                <a:lnTo>
                  <a:pt x="14040" y="5110"/>
                </a:lnTo>
                <a:lnTo>
                  <a:pt x="13796" y="5402"/>
                </a:lnTo>
                <a:lnTo>
                  <a:pt x="13553" y="5718"/>
                </a:lnTo>
                <a:lnTo>
                  <a:pt x="13358" y="6034"/>
                </a:lnTo>
                <a:lnTo>
                  <a:pt x="13188" y="6375"/>
                </a:lnTo>
                <a:lnTo>
                  <a:pt x="13042" y="6740"/>
                </a:lnTo>
                <a:lnTo>
                  <a:pt x="12945" y="7105"/>
                </a:lnTo>
                <a:lnTo>
                  <a:pt x="12872" y="7494"/>
                </a:lnTo>
                <a:lnTo>
                  <a:pt x="12823" y="7859"/>
                </a:lnTo>
                <a:lnTo>
                  <a:pt x="12823" y="8249"/>
                </a:lnTo>
                <a:lnTo>
                  <a:pt x="12847" y="8638"/>
                </a:lnTo>
                <a:lnTo>
                  <a:pt x="12920" y="9027"/>
                </a:lnTo>
                <a:lnTo>
                  <a:pt x="13018" y="9417"/>
                </a:lnTo>
                <a:lnTo>
                  <a:pt x="13188" y="9830"/>
                </a:lnTo>
                <a:lnTo>
                  <a:pt x="13383" y="10244"/>
                </a:lnTo>
                <a:lnTo>
                  <a:pt x="13626" y="10585"/>
                </a:lnTo>
                <a:lnTo>
                  <a:pt x="13918" y="10925"/>
                </a:lnTo>
                <a:lnTo>
                  <a:pt x="14210" y="11217"/>
                </a:lnTo>
                <a:lnTo>
                  <a:pt x="14551" y="11485"/>
                </a:lnTo>
                <a:lnTo>
                  <a:pt x="14916" y="11704"/>
                </a:lnTo>
                <a:lnTo>
                  <a:pt x="15305" y="11874"/>
                </a:lnTo>
                <a:lnTo>
                  <a:pt x="15694" y="12020"/>
                </a:lnTo>
                <a:lnTo>
                  <a:pt x="16108" y="12142"/>
                </a:lnTo>
                <a:lnTo>
                  <a:pt x="16522" y="12215"/>
                </a:lnTo>
                <a:lnTo>
                  <a:pt x="16960" y="12239"/>
                </a:lnTo>
                <a:lnTo>
                  <a:pt x="17398" y="12239"/>
                </a:lnTo>
                <a:lnTo>
                  <a:pt x="17836" y="12191"/>
                </a:lnTo>
                <a:lnTo>
                  <a:pt x="18249" y="12093"/>
                </a:lnTo>
                <a:lnTo>
                  <a:pt x="18687" y="11947"/>
                </a:lnTo>
                <a:lnTo>
                  <a:pt x="19052" y="11777"/>
                </a:lnTo>
                <a:lnTo>
                  <a:pt x="19442" y="11582"/>
                </a:lnTo>
                <a:lnTo>
                  <a:pt x="19782" y="11339"/>
                </a:lnTo>
                <a:lnTo>
                  <a:pt x="20123" y="11096"/>
                </a:lnTo>
                <a:lnTo>
                  <a:pt x="20439" y="10804"/>
                </a:lnTo>
                <a:lnTo>
                  <a:pt x="20707" y="10487"/>
                </a:lnTo>
                <a:lnTo>
                  <a:pt x="20974" y="10147"/>
                </a:lnTo>
                <a:lnTo>
                  <a:pt x="21193" y="9782"/>
                </a:lnTo>
                <a:lnTo>
                  <a:pt x="21388" y="9417"/>
                </a:lnTo>
                <a:lnTo>
                  <a:pt x="21534" y="9027"/>
                </a:lnTo>
                <a:lnTo>
                  <a:pt x="21631" y="8614"/>
                </a:lnTo>
                <a:lnTo>
                  <a:pt x="21680" y="8224"/>
                </a:lnTo>
                <a:lnTo>
                  <a:pt x="21704" y="7811"/>
                </a:lnTo>
                <a:lnTo>
                  <a:pt x="21656" y="7397"/>
                </a:lnTo>
                <a:lnTo>
                  <a:pt x="21583" y="6983"/>
                </a:lnTo>
                <a:lnTo>
                  <a:pt x="21412" y="6570"/>
                </a:lnTo>
                <a:lnTo>
                  <a:pt x="21218" y="6180"/>
                </a:lnTo>
                <a:lnTo>
                  <a:pt x="20974" y="5791"/>
                </a:lnTo>
                <a:lnTo>
                  <a:pt x="20682" y="5450"/>
                </a:lnTo>
                <a:lnTo>
                  <a:pt x="20342" y="5110"/>
                </a:lnTo>
                <a:lnTo>
                  <a:pt x="20001" y="4818"/>
                </a:lnTo>
                <a:lnTo>
                  <a:pt x="19636" y="4526"/>
                </a:lnTo>
                <a:lnTo>
                  <a:pt x="19247" y="4307"/>
                </a:lnTo>
                <a:lnTo>
                  <a:pt x="18858" y="4088"/>
                </a:lnTo>
                <a:lnTo>
                  <a:pt x="18493" y="3942"/>
                </a:lnTo>
                <a:lnTo>
                  <a:pt x="18103" y="3845"/>
                </a:lnTo>
                <a:lnTo>
                  <a:pt x="17738" y="3772"/>
                </a:lnTo>
                <a:lnTo>
                  <a:pt x="17349" y="3747"/>
                </a:lnTo>
                <a:lnTo>
                  <a:pt x="16960" y="3747"/>
                </a:lnTo>
                <a:lnTo>
                  <a:pt x="16570" y="3820"/>
                </a:lnTo>
                <a:lnTo>
                  <a:pt x="16205" y="3918"/>
                </a:lnTo>
                <a:lnTo>
                  <a:pt x="15840" y="4039"/>
                </a:lnTo>
                <a:lnTo>
                  <a:pt x="15159" y="2214"/>
                </a:lnTo>
                <a:lnTo>
                  <a:pt x="15013" y="1801"/>
                </a:lnTo>
                <a:lnTo>
                  <a:pt x="14891" y="1387"/>
                </a:lnTo>
                <a:lnTo>
                  <a:pt x="14721" y="973"/>
                </a:lnTo>
                <a:lnTo>
                  <a:pt x="14648" y="779"/>
                </a:lnTo>
                <a:lnTo>
                  <a:pt x="14526" y="584"/>
                </a:lnTo>
                <a:lnTo>
                  <a:pt x="14794" y="560"/>
                </a:lnTo>
                <a:lnTo>
                  <a:pt x="15256" y="560"/>
                </a:lnTo>
                <a:lnTo>
                  <a:pt x="15475" y="584"/>
                </a:lnTo>
                <a:lnTo>
                  <a:pt x="15694" y="633"/>
                </a:lnTo>
                <a:lnTo>
                  <a:pt x="15816" y="657"/>
                </a:lnTo>
                <a:lnTo>
                  <a:pt x="15840" y="706"/>
                </a:lnTo>
                <a:lnTo>
                  <a:pt x="15865" y="730"/>
                </a:lnTo>
                <a:lnTo>
                  <a:pt x="15865" y="852"/>
                </a:lnTo>
                <a:lnTo>
                  <a:pt x="15840" y="1022"/>
                </a:lnTo>
                <a:lnTo>
                  <a:pt x="15743" y="1119"/>
                </a:lnTo>
                <a:lnTo>
                  <a:pt x="15646" y="1217"/>
                </a:lnTo>
                <a:lnTo>
                  <a:pt x="15621" y="1314"/>
                </a:lnTo>
                <a:lnTo>
                  <a:pt x="15621" y="1387"/>
                </a:lnTo>
                <a:lnTo>
                  <a:pt x="15646" y="1411"/>
                </a:lnTo>
                <a:lnTo>
                  <a:pt x="15670" y="1436"/>
                </a:lnTo>
                <a:lnTo>
                  <a:pt x="15743" y="1484"/>
                </a:lnTo>
                <a:lnTo>
                  <a:pt x="15840" y="1484"/>
                </a:lnTo>
                <a:lnTo>
                  <a:pt x="16011" y="1387"/>
                </a:lnTo>
                <a:lnTo>
                  <a:pt x="16157" y="1265"/>
                </a:lnTo>
                <a:lnTo>
                  <a:pt x="16278" y="1119"/>
                </a:lnTo>
                <a:lnTo>
                  <a:pt x="16376" y="949"/>
                </a:lnTo>
                <a:lnTo>
                  <a:pt x="16424" y="779"/>
                </a:lnTo>
                <a:lnTo>
                  <a:pt x="16424" y="681"/>
                </a:lnTo>
                <a:lnTo>
                  <a:pt x="16400" y="584"/>
                </a:lnTo>
                <a:lnTo>
                  <a:pt x="16376" y="511"/>
                </a:lnTo>
                <a:lnTo>
                  <a:pt x="16327" y="414"/>
                </a:lnTo>
                <a:lnTo>
                  <a:pt x="16254" y="341"/>
                </a:lnTo>
                <a:lnTo>
                  <a:pt x="16157" y="268"/>
                </a:lnTo>
                <a:lnTo>
                  <a:pt x="15938" y="170"/>
                </a:lnTo>
                <a:lnTo>
                  <a:pt x="15719" y="97"/>
                </a:lnTo>
                <a:lnTo>
                  <a:pt x="15475" y="49"/>
                </a:lnTo>
                <a:lnTo>
                  <a:pt x="15232" y="24"/>
                </a:lnTo>
                <a:lnTo>
                  <a:pt x="14940" y="0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7"/>
          <p:cNvSpPr/>
          <p:nvPr/>
        </p:nvSpPr>
        <p:spPr>
          <a:xfrm>
            <a:off x="1751605" y="2591382"/>
            <a:ext cx="333722" cy="282025"/>
          </a:xfrm>
          <a:custGeom>
            <a:rect b="b" l="l" r="r" t="t"/>
            <a:pathLst>
              <a:path extrusionOk="0" h="16328" w="19321">
                <a:moveTo>
                  <a:pt x="15403" y="1996"/>
                </a:moveTo>
                <a:lnTo>
                  <a:pt x="15573" y="2215"/>
                </a:lnTo>
                <a:lnTo>
                  <a:pt x="15695" y="2458"/>
                </a:lnTo>
                <a:lnTo>
                  <a:pt x="15500" y="2531"/>
                </a:lnTo>
                <a:lnTo>
                  <a:pt x="15306" y="2629"/>
                </a:lnTo>
                <a:lnTo>
                  <a:pt x="14916" y="2799"/>
                </a:lnTo>
                <a:lnTo>
                  <a:pt x="14819" y="2483"/>
                </a:lnTo>
                <a:lnTo>
                  <a:pt x="14673" y="2215"/>
                </a:lnTo>
                <a:lnTo>
                  <a:pt x="14965" y="2118"/>
                </a:lnTo>
                <a:lnTo>
                  <a:pt x="15403" y="1996"/>
                </a:lnTo>
                <a:close/>
                <a:moveTo>
                  <a:pt x="15817" y="2702"/>
                </a:moveTo>
                <a:lnTo>
                  <a:pt x="16011" y="3140"/>
                </a:lnTo>
                <a:lnTo>
                  <a:pt x="15646" y="3286"/>
                </a:lnTo>
                <a:lnTo>
                  <a:pt x="15379" y="3407"/>
                </a:lnTo>
                <a:lnTo>
                  <a:pt x="15111" y="3553"/>
                </a:lnTo>
                <a:lnTo>
                  <a:pt x="14989" y="3042"/>
                </a:lnTo>
                <a:lnTo>
                  <a:pt x="15306" y="2921"/>
                </a:lnTo>
                <a:lnTo>
                  <a:pt x="15573" y="2823"/>
                </a:lnTo>
                <a:lnTo>
                  <a:pt x="15817" y="2702"/>
                </a:lnTo>
                <a:close/>
                <a:moveTo>
                  <a:pt x="16084" y="3286"/>
                </a:moveTo>
                <a:lnTo>
                  <a:pt x="16206" y="3602"/>
                </a:lnTo>
                <a:lnTo>
                  <a:pt x="15817" y="3772"/>
                </a:lnTo>
                <a:lnTo>
                  <a:pt x="15500" y="3894"/>
                </a:lnTo>
                <a:lnTo>
                  <a:pt x="15354" y="3943"/>
                </a:lnTo>
                <a:lnTo>
                  <a:pt x="15208" y="4040"/>
                </a:lnTo>
                <a:lnTo>
                  <a:pt x="15135" y="3699"/>
                </a:lnTo>
                <a:lnTo>
                  <a:pt x="15427" y="3578"/>
                </a:lnTo>
                <a:lnTo>
                  <a:pt x="15719" y="3456"/>
                </a:lnTo>
                <a:lnTo>
                  <a:pt x="16084" y="3286"/>
                </a:lnTo>
                <a:close/>
                <a:moveTo>
                  <a:pt x="16303" y="3894"/>
                </a:moveTo>
                <a:lnTo>
                  <a:pt x="16449" y="4283"/>
                </a:lnTo>
                <a:lnTo>
                  <a:pt x="16376" y="4259"/>
                </a:lnTo>
                <a:lnTo>
                  <a:pt x="16279" y="4259"/>
                </a:lnTo>
                <a:lnTo>
                  <a:pt x="16133" y="4308"/>
                </a:lnTo>
                <a:lnTo>
                  <a:pt x="15841" y="4454"/>
                </a:lnTo>
                <a:lnTo>
                  <a:pt x="15598" y="4575"/>
                </a:lnTo>
                <a:lnTo>
                  <a:pt x="15379" y="4697"/>
                </a:lnTo>
                <a:lnTo>
                  <a:pt x="15257" y="4259"/>
                </a:lnTo>
                <a:lnTo>
                  <a:pt x="15427" y="4210"/>
                </a:lnTo>
                <a:lnTo>
                  <a:pt x="15573" y="4162"/>
                </a:lnTo>
                <a:lnTo>
                  <a:pt x="15890" y="4040"/>
                </a:lnTo>
                <a:lnTo>
                  <a:pt x="16303" y="3894"/>
                </a:lnTo>
                <a:close/>
                <a:moveTo>
                  <a:pt x="16498" y="4405"/>
                </a:moveTo>
                <a:lnTo>
                  <a:pt x="16498" y="4454"/>
                </a:lnTo>
                <a:lnTo>
                  <a:pt x="16595" y="4721"/>
                </a:lnTo>
                <a:lnTo>
                  <a:pt x="16449" y="4770"/>
                </a:lnTo>
                <a:lnTo>
                  <a:pt x="16303" y="4819"/>
                </a:lnTo>
                <a:lnTo>
                  <a:pt x="16011" y="4965"/>
                </a:lnTo>
                <a:lnTo>
                  <a:pt x="15768" y="5086"/>
                </a:lnTo>
                <a:lnTo>
                  <a:pt x="15622" y="5184"/>
                </a:lnTo>
                <a:lnTo>
                  <a:pt x="15549" y="5232"/>
                </a:lnTo>
                <a:lnTo>
                  <a:pt x="15525" y="5305"/>
                </a:lnTo>
                <a:lnTo>
                  <a:pt x="15427" y="4892"/>
                </a:lnTo>
                <a:lnTo>
                  <a:pt x="15695" y="4819"/>
                </a:lnTo>
                <a:lnTo>
                  <a:pt x="15938" y="4721"/>
                </a:lnTo>
                <a:lnTo>
                  <a:pt x="16255" y="4624"/>
                </a:lnTo>
                <a:lnTo>
                  <a:pt x="16401" y="4527"/>
                </a:lnTo>
                <a:lnTo>
                  <a:pt x="16449" y="4478"/>
                </a:lnTo>
                <a:lnTo>
                  <a:pt x="16498" y="4405"/>
                </a:lnTo>
                <a:close/>
                <a:moveTo>
                  <a:pt x="16717" y="5062"/>
                </a:moveTo>
                <a:lnTo>
                  <a:pt x="16814" y="5305"/>
                </a:lnTo>
                <a:lnTo>
                  <a:pt x="16547" y="5403"/>
                </a:lnTo>
                <a:lnTo>
                  <a:pt x="16303" y="5524"/>
                </a:lnTo>
                <a:lnTo>
                  <a:pt x="15987" y="5670"/>
                </a:lnTo>
                <a:lnTo>
                  <a:pt x="15817" y="5743"/>
                </a:lnTo>
                <a:lnTo>
                  <a:pt x="15671" y="5816"/>
                </a:lnTo>
                <a:lnTo>
                  <a:pt x="15549" y="5354"/>
                </a:lnTo>
                <a:lnTo>
                  <a:pt x="15622" y="5403"/>
                </a:lnTo>
                <a:lnTo>
                  <a:pt x="15719" y="5427"/>
                </a:lnTo>
                <a:lnTo>
                  <a:pt x="15792" y="5403"/>
                </a:lnTo>
                <a:lnTo>
                  <a:pt x="15890" y="5378"/>
                </a:lnTo>
                <a:lnTo>
                  <a:pt x="16084" y="5305"/>
                </a:lnTo>
                <a:lnTo>
                  <a:pt x="16255" y="5257"/>
                </a:lnTo>
                <a:lnTo>
                  <a:pt x="16498" y="5159"/>
                </a:lnTo>
                <a:lnTo>
                  <a:pt x="16620" y="5111"/>
                </a:lnTo>
                <a:lnTo>
                  <a:pt x="16717" y="5062"/>
                </a:lnTo>
                <a:close/>
                <a:moveTo>
                  <a:pt x="17082" y="4551"/>
                </a:moveTo>
                <a:lnTo>
                  <a:pt x="17106" y="4575"/>
                </a:lnTo>
                <a:lnTo>
                  <a:pt x="17228" y="4673"/>
                </a:lnTo>
                <a:lnTo>
                  <a:pt x="17350" y="4746"/>
                </a:lnTo>
                <a:lnTo>
                  <a:pt x="17496" y="4794"/>
                </a:lnTo>
                <a:lnTo>
                  <a:pt x="17666" y="4819"/>
                </a:lnTo>
                <a:lnTo>
                  <a:pt x="17885" y="4867"/>
                </a:lnTo>
                <a:lnTo>
                  <a:pt x="18128" y="4965"/>
                </a:lnTo>
                <a:lnTo>
                  <a:pt x="18323" y="5062"/>
                </a:lnTo>
                <a:lnTo>
                  <a:pt x="18518" y="5208"/>
                </a:lnTo>
                <a:lnTo>
                  <a:pt x="18591" y="5281"/>
                </a:lnTo>
                <a:lnTo>
                  <a:pt x="18664" y="5354"/>
                </a:lnTo>
                <a:lnTo>
                  <a:pt x="18785" y="5573"/>
                </a:lnTo>
                <a:lnTo>
                  <a:pt x="18810" y="5670"/>
                </a:lnTo>
                <a:lnTo>
                  <a:pt x="18834" y="5768"/>
                </a:lnTo>
                <a:lnTo>
                  <a:pt x="18834" y="5889"/>
                </a:lnTo>
                <a:lnTo>
                  <a:pt x="18810" y="6011"/>
                </a:lnTo>
                <a:lnTo>
                  <a:pt x="18761" y="6108"/>
                </a:lnTo>
                <a:lnTo>
                  <a:pt x="18664" y="6181"/>
                </a:lnTo>
                <a:lnTo>
                  <a:pt x="18542" y="6254"/>
                </a:lnTo>
                <a:lnTo>
                  <a:pt x="18396" y="6303"/>
                </a:lnTo>
                <a:lnTo>
                  <a:pt x="18080" y="6376"/>
                </a:lnTo>
                <a:lnTo>
                  <a:pt x="17812" y="6400"/>
                </a:lnTo>
                <a:lnTo>
                  <a:pt x="17447" y="5476"/>
                </a:lnTo>
                <a:lnTo>
                  <a:pt x="17082" y="4551"/>
                </a:lnTo>
                <a:close/>
                <a:moveTo>
                  <a:pt x="16936" y="5622"/>
                </a:moveTo>
                <a:lnTo>
                  <a:pt x="17033" y="5889"/>
                </a:lnTo>
                <a:lnTo>
                  <a:pt x="16863" y="5938"/>
                </a:lnTo>
                <a:lnTo>
                  <a:pt x="16717" y="6011"/>
                </a:lnTo>
                <a:lnTo>
                  <a:pt x="16401" y="6157"/>
                </a:lnTo>
                <a:lnTo>
                  <a:pt x="16084" y="6303"/>
                </a:lnTo>
                <a:lnTo>
                  <a:pt x="15768" y="6425"/>
                </a:lnTo>
                <a:lnTo>
                  <a:pt x="15768" y="6376"/>
                </a:lnTo>
                <a:lnTo>
                  <a:pt x="15719" y="6303"/>
                </a:lnTo>
                <a:lnTo>
                  <a:pt x="15719" y="6157"/>
                </a:lnTo>
                <a:lnTo>
                  <a:pt x="15719" y="6011"/>
                </a:lnTo>
                <a:lnTo>
                  <a:pt x="15890" y="5987"/>
                </a:lnTo>
                <a:lnTo>
                  <a:pt x="16084" y="5938"/>
                </a:lnTo>
                <a:lnTo>
                  <a:pt x="16425" y="5816"/>
                </a:lnTo>
                <a:lnTo>
                  <a:pt x="16668" y="5719"/>
                </a:lnTo>
                <a:lnTo>
                  <a:pt x="16936" y="5622"/>
                </a:lnTo>
                <a:close/>
                <a:moveTo>
                  <a:pt x="2142" y="4770"/>
                </a:moveTo>
                <a:lnTo>
                  <a:pt x="1607" y="6303"/>
                </a:lnTo>
                <a:lnTo>
                  <a:pt x="1534" y="6473"/>
                </a:lnTo>
                <a:lnTo>
                  <a:pt x="1436" y="6449"/>
                </a:lnTo>
                <a:lnTo>
                  <a:pt x="877" y="6449"/>
                </a:lnTo>
                <a:lnTo>
                  <a:pt x="779" y="6400"/>
                </a:lnTo>
                <a:lnTo>
                  <a:pt x="706" y="6327"/>
                </a:lnTo>
                <a:lnTo>
                  <a:pt x="609" y="6230"/>
                </a:lnTo>
                <a:lnTo>
                  <a:pt x="536" y="6084"/>
                </a:lnTo>
                <a:lnTo>
                  <a:pt x="512" y="5938"/>
                </a:lnTo>
                <a:lnTo>
                  <a:pt x="536" y="5816"/>
                </a:lnTo>
                <a:lnTo>
                  <a:pt x="560" y="5670"/>
                </a:lnTo>
                <a:lnTo>
                  <a:pt x="633" y="5524"/>
                </a:lnTo>
                <a:lnTo>
                  <a:pt x="706" y="5403"/>
                </a:lnTo>
                <a:lnTo>
                  <a:pt x="804" y="5305"/>
                </a:lnTo>
                <a:lnTo>
                  <a:pt x="901" y="5208"/>
                </a:lnTo>
                <a:lnTo>
                  <a:pt x="998" y="5111"/>
                </a:lnTo>
                <a:lnTo>
                  <a:pt x="1144" y="5038"/>
                </a:lnTo>
                <a:lnTo>
                  <a:pt x="1266" y="4965"/>
                </a:lnTo>
                <a:lnTo>
                  <a:pt x="1412" y="4916"/>
                </a:lnTo>
                <a:lnTo>
                  <a:pt x="1704" y="4867"/>
                </a:lnTo>
                <a:lnTo>
                  <a:pt x="1996" y="4819"/>
                </a:lnTo>
                <a:lnTo>
                  <a:pt x="2142" y="4770"/>
                </a:lnTo>
                <a:close/>
                <a:moveTo>
                  <a:pt x="10342" y="1899"/>
                </a:moveTo>
                <a:lnTo>
                  <a:pt x="10926" y="1923"/>
                </a:lnTo>
                <a:lnTo>
                  <a:pt x="11510" y="1972"/>
                </a:lnTo>
                <a:lnTo>
                  <a:pt x="12094" y="2045"/>
                </a:lnTo>
                <a:lnTo>
                  <a:pt x="12702" y="2118"/>
                </a:lnTo>
                <a:lnTo>
                  <a:pt x="13286" y="2239"/>
                </a:lnTo>
                <a:lnTo>
                  <a:pt x="13797" y="2361"/>
                </a:lnTo>
                <a:lnTo>
                  <a:pt x="14065" y="2410"/>
                </a:lnTo>
                <a:lnTo>
                  <a:pt x="14308" y="2434"/>
                </a:lnTo>
                <a:lnTo>
                  <a:pt x="14332" y="2653"/>
                </a:lnTo>
                <a:lnTo>
                  <a:pt x="14357" y="2872"/>
                </a:lnTo>
                <a:lnTo>
                  <a:pt x="14478" y="3334"/>
                </a:lnTo>
                <a:lnTo>
                  <a:pt x="14600" y="3772"/>
                </a:lnTo>
                <a:lnTo>
                  <a:pt x="14722" y="4186"/>
                </a:lnTo>
                <a:lnTo>
                  <a:pt x="14989" y="5305"/>
                </a:lnTo>
                <a:lnTo>
                  <a:pt x="15111" y="5816"/>
                </a:lnTo>
                <a:lnTo>
                  <a:pt x="15184" y="6084"/>
                </a:lnTo>
                <a:lnTo>
                  <a:pt x="15281" y="6327"/>
                </a:lnTo>
                <a:lnTo>
                  <a:pt x="15014" y="6449"/>
                </a:lnTo>
                <a:lnTo>
                  <a:pt x="14722" y="6571"/>
                </a:lnTo>
                <a:lnTo>
                  <a:pt x="14162" y="6814"/>
                </a:lnTo>
                <a:lnTo>
                  <a:pt x="13457" y="7033"/>
                </a:lnTo>
                <a:lnTo>
                  <a:pt x="12751" y="7228"/>
                </a:lnTo>
                <a:lnTo>
                  <a:pt x="11972" y="7398"/>
                </a:lnTo>
                <a:lnTo>
                  <a:pt x="11169" y="7520"/>
                </a:lnTo>
                <a:lnTo>
                  <a:pt x="10366" y="7593"/>
                </a:lnTo>
                <a:lnTo>
                  <a:pt x="9588" y="7617"/>
                </a:lnTo>
                <a:lnTo>
                  <a:pt x="8809" y="7617"/>
                </a:lnTo>
                <a:lnTo>
                  <a:pt x="8055" y="7568"/>
                </a:lnTo>
                <a:lnTo>
                  <a:pt x="7300" y="7471"/>
                </a:lnTo>
                <a:lnTo>
                  <a:pt x="6546" y="7325"/>
                </a:lnTo>
                <a:lnTo>
                  <a:pt x="5840" y="7155"/>
                </a:lnTo>
                <a:lnTo>
                  <a:pt x="5135" y="6960"/>
                </a:lnTo>
                <a:lnTo>
                  <a:pt x="4794" y="6838"/>
                </a:lnTo>
                <a:lnTo>
                  <a:pt x="4478" y="6717"/>
                </a:lnTo>
                <a:lnTo>
                  <a:pt x="4137" y="6595"/>
                </a:lnTo>
                <a:lnTo>
                  <a:pt x="3821" y="6498"/>
                </a:lnTo>
                <a:lnTo>
                  <a:pt x="3821" y="6449"/>
                </a:lnTo>
                <a:lnTo>
                  <a:pt x="3943" y="5914"/>
                </a:lnTo>
                <a:lnTo>
                  <a:pt x="4064" y="5378"/>
                </a:lnTo>
                <a:lnTo>
                  <a:pt x="4186" y="4867"/>
                </a:lnTo>
                <a:lnTo>
                  <a:pt x="4356" y="4332"/>
                </a:lnTo>
                <a:lnTo>
                  <a:pt x="4527" y="3821"/>
                </a:lnTo>
                <a:lnTo>
                  <a:pt x="4697" y="3310"/>
                </a:lnTo>
                <a:lnTo>
                  <a:pt x="4843" y="2896"/>
                </a:lnTo>
                <a:lnTo>
                  <a:pt x="4916" y="2702"/>
                </a:lnTo>
                <a:lnTo>
                  <a:pt x="4965" y="2483"/>
                </a:lnTo>
                <a:lnTo>
                  <a:pt x="5038" y="2507"/>
                </a:lnTo>
                <a:lnTo>
                  <a:pt x="5111" y="2507"/>
                </a:lnTo>
                <a:lnTo>
                  <a:pt x="6254" y="2264"/>
                </a:lnTo>
                <a:lnTo>
                  <a:pt x="6838" y="2142"/>
                </a:lnTo>
                <a:lnTo>
                  <a:pt x="7398" y="2069"/>
                </a:lnTo>
                <a:lnTo>
                  <a:pt x="7982" y="1996"/>
                </a:lnTo>
                <a:lnTo>
                  <a:pt x="8566" y="1947"/>
                </a:lnTo>
                <a:lnTo>
                  <a:pt x="9150" y="1923"/>
                </a:lnTo>
                <a:lnTo>
                  <a:pt x="9734" y="1899"/>
                </a:lnTo>
                <a:close/>
                <a:moveTo>
                  <a:pt x="16863" y="7933"/>
                </a:moveTo>
                <a:lnTo>
                  <a:pt x="16011" y="8177"/>
                </a:lnTo>
                <a:lnTo>
                  <a:pt x="15160" y="8371"/>
                </a:lnTo>
                <a:lnTo>
                  <a:pt x="14308" y="8566"/>
                </a:lnTo>
                <a:lnTo>
                  <a:pt x="13432" y="8736"/>
                </a:lnTo>
                <a:lnTo>
                  <a:pt x="12581" y="8882"/>
                </a:lnTo>
                <a:lnTo>
                  <a:pt x="11705" y="9004"/>
                </a:lnTo>
                <a:lnTo>
                  <a:pt x="10829" y="9077"/>
                </a:lnTo>
                <a:lnTo>
                  <a:pt x="9953" y="9126"/>
                </a:lnTo>
                <a:lnTo>
                  <a:pt x="9052" y="9126"/>
                </a:lnTo>
                <a:lnTo>
                  <a:pt x="8176" y="9101"/>
                </a:lnTo>
                <a:lnTo>
                  <a:pt x="7276" y="9053"/>
                </a:lnTo>
                <a:lnTo>
                  <a:pt x="6400" y="8955"/>
                </a:lnTo>
                <a:lnTo>
                  <a:pt x="5476" y="8834"/>
                </a:lnTo>
                <a:lnTo>
                  <a:pt x="4575" y="8663"/>
                </a:lnTo>
                <a:lnTo>
                  <a:pt x="3675" y="8469"/>
                </a:lnTo>
                <a:lnTo>
                  <a:pt x="2775" y="8323"/>
                </a:lnTo>
                <a:lnTo>
                  <a:pt x="2702" y="8347"/>
                </a:lnTo>
                <a:lnTo>
                  <a:pt x="2677" y="8371"/>
                </a:lnTo>
                <a:lnTo>
                  <a:pt x="2677" y="8420"/>
                </a:lnTo>
                <a:lnTo>
                  <a:pt x="2726" y="8469"/>
                </a:lnTo>
                <a:lnTo>
                  <a:pt x="3140" y="8615"/>
                </a:lnTo>
                <a:lnTo>
                  <a:pt x="3553" y="8761"/>
                </a:lnTo>
                <a:lnTo>
                  <a:pt x="3991" y="8882"/>
                </a:lnTo>
                <a:lnTo>
                  <a:pt x="4429" y="8980"/>
                </a:lnTo>
                <a:lnTo>
                  <a:pt x="5305" y="9126"/>
                </a:lnTo>
                <a:lnTo>
                  <a:pt x="6181" y="9272"/>
                </a:lnTo>
                <a:lnTo>
                  <a:pt x="7081" y="9369"/>
                </a:lnTo>
                <a:lnTo>
                  <a:pt x="7957" y="9442"/>
                </a:lnTo>
                <a:lnTo>
                  <a:pt x="8858" y="9466"/>
                </a:lnTo>
                <a:lnTo>
                  <a:pt x="9758" y="9466"/>
                </a:lnTo>
                <a:lnTo>
                  <a:pt x="10658" y="9442"/>
                </a:lnTo>
                <a:lnTo>
                  <a:pt x="11583" y="9393"/>
                </a:lnTo>
                <a:lnTo>
                  <a:pt x="12508" y="9296"/>
                </a:lnTo>
                <a:lnTo>
                  <a:pt x="13408" y="9174"/>
                </a:lnTo>
                <a:lnTo>
                  <a:pt x="14308" y="9004"/>
                </a:lnTo>
                <a:lnTo>
                  <a:pt x="15208" y="8785"/>
                </a:lnTo>
                <a:lnTo>
                  <a:pt x="16084" y="8542"/>
                </a:lnTo>
                <a:lnTo>
                  <a:pt x="16960" y="8250"/>
                </a:lnTo>
                <a:lnTo>
                  <a:pt x="17009" y="8225"/>
                </a:lnTo>
                <a:lnTo>
                  <a:pt x="17058" y="8177"/>
                </a:lnTo>
                <a:lnTo>
                  <a:pt x="17058" y="8104"/>
                </a:lnTo>
                <a:lnTo>
                  <a:pt x="17058" y="8055"/>
                </a:lnTo>
                <a:lnTo>
                  <a:pt x="17033" y="8006"/>
                </a:lnTo>
                <a:lnTo>
                  <a:pt x="16985" y="7958"/>
                </a:lnTo>
                <a:lnTo>
                  <a:pt x="16936" y="7933"/>
                </a:lnTo>
                <a:close/>
                <a:moveTo>
                  <a:pt x="9320" y="9953"/>
                </a:moveTo>
                <a:lnTo>
                  <a:pt x="8639" y="9977"/>
                </a:lnTo>
                <a:lnTo>
                  <a:pt x="7714" y="9977"/>
                </a:lnTo>
                <a:lnTo>
                  <a:pt x="7446" y="10001"/>
                </a:lnTo>
                <a:lnTo>
                  <a:pt x="7300" y="10026"/>
                </a:lnTo>
                <a:lnTo>
                  <a:pt x="7179" y="10050"/>
                </a:lnTo>
                <a:lnTo>
                  <a:pt x="7081" y="10123"/>
                </a:lnTo>
                <a:lnTo>
                  <a:pt x="6984" y="10220"/>
                </a:lnTo>
                <a:lnTo>
                  <a:pt x="6960" y="10269"/>
                </a:lnTo>
                <a:lnTo>
                  <a:pt x="6984" y="10293"/>
                </a:lnTo>
                <a:lnTo>
                  <a:pt x="7057" y="10366"/>
                </a:lnTo>
                <a:lnTo>
                  <a:pt x="7154" y="10415"/>
                </a:lnTo>
                <a:lnTo>
                  <a:pt x="7252" y="10464"/>
                </a:lnTo>
                <a:lnTo>
                  <a:pt x="7349" y="10488"/>
                </a:lnTo>
                <a:lnTo>
                  <a:pt x="7568" y="10512"/>
                </a:lnTo>
                <a:lnTo>
                  <a:pt x="10585" y="10512"/>
                </a:lnTo>
                <a:lnTo>
                  <a:pt x="12021" y="10561"/>
                </a:lnTo>
                <a:lnTo>
                  <a:pt x="12143" y="10537"/>
                </a:lnTo>
                <a:lnTo>
                  <a:pt x="12216" y="10488"/>
                </a:lnTo>
                <a:lnTo>
                  <a:pt x="12264" y="10391"/>
                </a:lnTo>
                <a:lnTo>
                  <a:pt x="12289" y="10293"/>
                </a:lnTo>
                <a:lnTo>
                  <a:pt x="12264" y="10196"/>
                </a:lnTo>
                <a:lnTo>
                  <a:pt x="12216" y="10099"/>
                </a:lnTo>
                <a:lnTo>
                  <a:pt x="12143" y="10050"/>
                </a:lnTo>
                <a:lnTo>
                  <a:pt x="12021" y="10001"/>
                </a:lnTo>
                <a:lnTo>
                  <a:pt x="10683" y="9977"/>
                </a:lnTo>
                <a:lnTo>
                  <a:pt x="9320" y="9953"/>
                </a:lnTo>
                <a:close/>
                <a:moveTo>
                  <a:pt x="10950" y="10975"/>
                </a:moveTo>
                <a:lnTo>
                  <a:pt x="10683" y="10999"/>
                </a:lnTo>
                <a:lnTo>
                  <a:pt x="10123" y="11023"/>
                </a:lnTo>
                <a:lnTo>
                  <a:pt x="9612" y="11048"/>
                </a:lnTo>
                <a:lnTo>
                  <a:pt x="9028" y="11023"/>
                </a:lnTo>
                <a:lnTo>
                  <a:pt x="8152" y="11023"/>
                </a:lnTo>
                <a:lnTo>
                  <a:pt x="7860" y="11048"/>
                </a:lnTo>
                <a:lnTo>
                  <a:pt x="7568" y="11096"/>
                </a:lnTo>
                <a:lnTo>
                  <a:pt x="7300" y="11169"/>
                </a:lnTo>
                <a:lnTo>
                  <a:pt x="7252" y="11194"/>
                </a:lnTo>
                <a:lnTo>
                  <a:pt x="7227" y="11218"/>
                </a:lnTo>
                <a:lnTo>
                  <a:pt x="7203" y="11315"/>
                </a:lnTo>
                <a:lnTo>
                  <a:pt x="7227" y="11413"/>
                </a:lnTo>
                <a:lnTo>
                  <a:pt x="7252" y="11437"/>
                </a:lnTo>
                <a:lnTo>
                  <a:pt x="7300" y="11461"/>
                </a:lnTo>
                <a:lnTo>
                  <a:pt x="7568" y="11534"/>
                </a:lnTo>
                <a:lnTo>
                  <a:pt x="7811" y="11559"/>
                </a:lnTo>
                <a:lnTo>
                  <a:pt x="8079" y="11583"/>
                </a:lnTo>
                <a:lnTo>
                  <a:pt x="8347" y="11607"/>
                </a:lnTo>
                <a:lnTo>
                  <a:pt x="9417" y="11559"/>
                </a:lnTo>
                <a:lnTo>
                  <a:pt x="10561" y="11559"/>
                </a:lnTo>
                <a:lnTo>
                  <a:pt x="11145" y="11583"/>
                </a:lnTo>
                <a:lnTo>
                  <a:pt x="11437" y="11559"/>
                </a:lnTo>
                <a:lnTo>
                  <a:pt x="11583" y="11534"/>
                </a:lnTo>
                <a:lnTo>
                  <a:pt x="11729" y="11486"/>
                </a:lnTo>
                <a:lnTo>
                  <a:pt x="11802" y="11461"/>
                </a:lnTo>
                <a:lnTo>
                  <a:pt x="11851" y="11413"/>
                </a:lnTo>
                <a:lnTo>
                  <a:pt x="11875" y="11364"/>
                </a:lnTo>
                <a:lnTo>
                  <a:pt x="11875" y="11291"/>
                </a:lnTo>
                <a:lnTo>
                  <a:pt x="11875" y="11218"/>
                </a:lnTo>
                <a:lnTo>
                  <a:pt x="11851" y="11169"/>
                </a:lnTo>
                <a:lnTo>
                  <a:pt x="11802" y="11121"/>
                </a:lnTo>
                <a:lnTo>
                  <a:pt x="11729" y="11096"/>
                </a:lnTo>
                <a:lnTo>
                  <a:pt x="11486" y="11023"/>
                </a:lnTo>
                <a:lnTo>
                  <a:pt x="11218" y="10999"/>
                </a:lnTo>
                <a:lnTo>
                  <a:pt x="10950" y="10975"/>
                </a:lnTo>
                <a:close/>
                <a:moveTo>
                  <a:pt x="4210" y="9734"/>
                </a:moveTo>
                <a:lnTo>
                  <a:pt x="4356" y="9758"/>
                </a:lnTo>
                <a:lnTo>
                  <a:pt x="4478" y="9783"/>
                </a:lnTo>
                <a:lnTo>
                  <a:pt x="4600" y="9807"/>
                </a:lnTo>
                <a:lnTo>
                  <a:pt x="4819" y="9928"/>
                </a:lnTo>
                <a:lnTo>
                  <a:pt x="5013" y="10074"/>
                </a:lnTo>
                <a:lnTo>
                  <a:pt x="5184" y="10269"/>
                </a:lnTo>
                <a:lnTo>
                  <a:pt x="5330" y="10488"/>
                </a:lnTo>
                <a:lnTo>
                  <a:pt x="5451" y="10756"/>
                </a:lnTo>
                <a:lnTo>
                  <a:pt x="5524" y="10902"/>
                </a:lnTo>
                <a:lnTo>
                  <a:pt x="5549" y="11048"/>
                </a:lnTo>
                <a:lnTo>
                  <a:pt x="5549" y="11194"/>
                </a:lnTo>
                <a:lnTo>
                  <a:pt x="5524" y="11315"/>
                </a:lnTo>
                <a:lnTo>
                  <a:pt x="5476" y="11437"/>
                </a:lnTo>
                <a:lnTo>
                  <a:pt x="5427" y="11534"/>
                </a:lnTo>
                <a:lnTo>
                  <a:pt x="5330" y="11607"/>
                </a:lnTo>
                <a:lnTo>
                  <a:pt x="5232" y="11680"/>
                </a:lnTo>
                <a:lnTo>
                  <a:pt x="5135" y="11753"/>
                </a:lnTo>
                <a:lnTo>
                  <a:pt x="5013" y="11802"/>
                </a:lnTo>
                <a:lnTo>
                  <a:pt x="4770" y="11875"/>
                </a:lnTo>
                <a:lnTo>
                  <a:pt x="4478" y="11924"/>
                </a:lnTo>
                <a:lnTo>
                  <a:pt x="4210" y="11924"/>
                </a:lnTo>
                <a:lnTo>
                  <a:pt x="3967" y="11899"/>
                </a:lnTo>
                <a:lnTo>
                  <a:pt x="3699" y="11851"/>
                </a:lnTo>
                <a:lnTo>
                  <a:pt x="3456" y="11753"/>
                </a:lnTo>
                <a:lnTo>
                  <a:pt x="3213" y="11656"/>
                </a:lnTo>
                <a:lnTo>
                  <a:pt x="3018" y="11510"/>
                </a:lnTo>
                <a:lnTo>
                  <a:pt x="2921" y="11413"/>
                </a:lnTo>
                <a:lnTo>
                  <a:pt x="2848" y="11315"/>
                </a:lnTo>
                <a:lnTo>
                  <a:pt x="2799" y="11194"/>
                </a:lnTo>
                <a:lnTo>
                  <a:pt x="2750" y="11096"/>
                </a:lnTo>
                <a:lnTo>
                  <a:pt x="2702" y="10950"/>
                </a:lnTo>
                <a:lnTo>
                  <a:pt x="2677" y="10829"/>
                </a:lnTo>
                <a:lnTo>
                  <a:pt x="2702" y="10707"/>
                </a:lnTo>
                <a:lnTo>
                  <a:pt x="2702" y="10610"/>
                </a:lnTo>
                <a:lnTo>
                  <a:pt x="2726" y="10512"/>
                </a:lnTo>
                <a:lnTo>
                  <a:pt x="2775" y="10415"/>
                </a:lnTo>
                <a:lnTo>
                  <a:pt x="2896" y="10269"/>
                </a:lnTo>
                <a:lnTo>
                  <a:pt x="3042" y="10147"/>
                </a:lnTo>
                <a:lnTo>
                  <a:pt x="3213" y="10050"/>
                </a:lnTo>
                <a:lnTo>
                  <a:pt x="3383" y="9977"/>
                </a:lnTo>
                <a:lnTo>
                  <a:pt x="3772" y="9807"/>
                </a:lnTo>
                <a:lnTo>
                  <a:pt x="3797" y="9807"/>
                </a:lnTo>
                <a:lnTo>
                  <a:pt x="3943" y="9758"/>
                </a:lnTo>
                <a:lnTo>
                  <a:pt x="4089" y="9758"/>
                </a:lnTo>
                <a:lnTo>
                  <a:pt x="4210" y="9734"/>
                </a:lnTo>
                <a:close/>
                <a:moveTo>
                  <a:pt x="15208" y="9612"/>
                </a:moveTo>
                <a:lnTo>
                  <a:pt x="15476" y="9637"/>
                </a:lnTo>
                <a:lnTo>
                  <a:pt x="15622" y="9685"/>
                </a:lnTo>
                <a:lnTo>
                  <a:pt x="15719" y="9734"/>
                </a:lnTo>
                <a:lnTo>
                  <a:pt x="15914" y="9880"/>
                </a:lnTo>
                <a:lnTo>
                  <a:pt x="16084" y="10050"/>
                </a:lnTo>
                <a:lnTo>
                  <a:pt x="16279" y="10220"/>
                </a:lnTo>
                <a:lnTo>
                  <a:pt x="16401" y="10342"/>
                </a:lnTo>
                <a:lnTo>
                  <a:pt x="16498" y="10464"/>
                </a:lnTo>
                <a:lnTo>
                  <a:pt x="16547" y="10585"/>
                </a:lnTo>
                <a:lnTo>
                  <a:pt x="16571" y="10731"/>
                </a:lnTo>
                <a:lnTo>
                  <a:pt x="16571" y="10877"/>
                </a:lnTo>
                <a:lnTo>
                  <a:pt x="16547" y="11023"/>
                </a:lnTo>
                <a:lnTo>
                  <a:pt x="16498" y="11169"/>
                </a:lnTo>
                <a:lnTo>
                  <a:pt x="16425" y="11315"/>
                </a:lnTo>
                <a:lnTo>
                  <a:pt x="16352" y="11437"/>
                </a:lnTo>
                <a:lnTo>
                  <a:pt x="16255" y="11534"/>
                </a:lnTo>
                <a:lnTo>
                  <a:pt x="16133" y="11632"/>
                </a:lnTo>
                <a:lnTo>
                  <a:pt x="16011" y="11705"/>
                </a:lnTo>
                <a:lnTo>
                  <a:pt x="15768" y="11826"/>
                </a:lnTo>
                <a:lnTo>
                  <a:pt x="15500" y="11899"/>
                </a:lnTo>
                <a:lnTo>
                  <a:pt x="15208" y="11948"/>
                </a:lnTo>
                <a:lnTo>
                  <a:pt x="14916" y="11972"/>
                </a:lnTo>
                <a:lnTo>
                  <a:pt x="14624" y="11972"/>
                </a:lnTo>
                <a:lnTo>
                  <a:pt x="14357" y="11924"/>
                </a:lnTo>
                <a:lnTo>
                  <a:pt x="14235" y="11875"/>
                </a:lnTo>
                <a:lnTo>
                  <a:pt x="14113" y="11802"/>
                </a:lnTo>
                <a:lnTo>
                  <a:pt x="14016" y="11729"/>
                </a:lnTo>
                <a:lnTo>
                  <a:pt x="13919" y="11632"/>
                </a:lnTo>
                <a:lnTo>
                  <a:pt x="13846" y="11534"/>
                </a:lnTo>
                <a:lnTo>
                  <a:pt x="13797" y="11413"/>
                </a:lnTo>
                <a:lnTo>
                  <a:pt x="13773" y="11267"/>
                </a:lnTo>
                <a:lnTo>
                  <a:pt x="13748" y="11096"/>
                </a:lnTo>
                <a:lnTo>
                  <a:pt x="13773" y="10902"/>
                </a:lnTo>
                <a:lnTo>
                  <a:pt x="13821" y="10707"/>
                </a:lnTo>
                <a:lnTo>
                  <a:pt x="13919" y="10537"/>
                </a:lnTo>
                <a:lnTo>
                  <a:pt x="14040" y="10391"/>
                </a:lnTo>
                <a:lnTo>
                  <a:pt x="14284" y="10074"/>
                </a:lnTo>
                <a:lnTo>
                  <a:pt x="14405" y="9928"/>
                </a:lnTo>
                <a:lnTo>
                  <a:pt x="14503" y="9758"/>
                </a:lnTo>
                <a:lnTo>
                  <a:pt x="14746" y="9685"/>
                </a:lnTo>
                <a:lnTo>
                  <a:pt x="14989" y="9637"/>
                </a:lnTo>
                <a:lnTo>
                  <a:pt x="15208" y="9612"/>
                </a:lnTo>
                <a:close/>
                <a:moveTo>
                  <a:pt x="4064" y="9247"/>
                </a:moveTo>
                <a:lnTo>
                  <a:pt x="3870" y="9296"/>
                </a:lnTo>
                <a:lnTo>
                  <a:pt x="3675" y="9345"/>
                </a:lnTo>
                <a:lnTo>
                  <a:pt x="3626" y="9393"/>
                </a:lnTo>
                <a:lnTo>
                  <a:pt x="3578" y="9418"/>
                </a:lnTo>
                <a:lnTo>
                  <a:pt x="3334" y="9491"/>
                </a:lnTo>
                <a:lnTo>
                  <a:pt x="3091" y="9612"/>
                </a:lnTo>
                <a:lnTo>
                  <a:pt x="2848" y="9758"/>
                </a:lnTo>
                <a:lnTo>
                  <a:pt x="2653" y="9928"/>
                </a:lnTo>
                <a:lnTo>
                  <a:pt x="2458" y="10123"/>
                </a:lnTo>
                <a:lnTo>
                  <a:pt x="2337" y="10342"/>
                </a:lnTo>
                <a:lnTo>
                  <a:pt x="2239" y="10585"/>
                </a:lnTo>
                <a:lnTo>
                  <a:pt x="2215" y="10707"/>
                </a:lnTo>
                <a:lnTo>
                  <a:pt x="2215" y="10829"/>
                </a:lnTo>
                <a:lnTo>
                  <a:pt x="2239" y="11023"/>
                </a:lnTo>
                <a:lnTo>
                  <a:pt x="2264" y="11218"/>
                </a:lnTo>
                <a:lnTo>
                  <a:pt x="2337" y="11388"/>
                </a:lnTo>
                <a:lnTo>
                  <a:pt x="2434" y="11559"/>
                </a:lnTo>
                <a:lnTo>
                  <a:pt x="2531" y="11705"/>
                </a:lnTo>
                <a:lnTo>
                  <a:pt x="2653" y="11826"/>
                </a:lnTo>
                <a:lnTo>
                  <a:pt x="2775" y="11948"/>
                </a:lnTo>
                <a:lnTo>
                  <a:pt x="2945" y="12045"/>
                </a:lnTo>
                <a:lnTo>
                  <a:pt x="3091" y="12118"/>
                </a:lnTo>
                <a:lnTo>
                  <a:pt x="3261" y="12216"/>
                </a:lnTo>
                <a:lnTo>
                  <a:pt x="3626" y="12313"/>
                </a:lnTo>
                <a:lnTo>
                  <a:pt x="4016" y="12386"/>
                </a:lnTo>
                <a:lnTo>
                  <a:pt x="4381" y="12435"/>
                </a:lnTo>
                <a:lnTo>
                  <a:pt x="4575" y="12435"/>
                </a:lnTo>
                <a:lnTo>
                  <a:pt x="4746" y="12410"/>
                </a:lnTo>
                <a:lnTo>
                  <a:pt x="4916" y="12386"/>
                </a:lnTo>
                <a:lnTo>
                  <a:pt x="5086" y="12337"/>
                </a:lnTo>
                <a:lnTo>
                  <a:pt x="5232" y="12264"/>
                </a:lnTo>
                <a:lnTo>
                  <a:pt x="5378" y="12191"/>
                </a:lnTo>
                <a:lnTo>
                  <a:pt x="5500" y="12118"/>
                </a:lnTo>
                <a:lnTo>
                  <a:pt x="5622" y="11997"/>
                </a:lnTo>
                <a:lnTo>
                  <a:pt x="5719" y="11875"/>
                </a:lnTo>
                <a:lnTo>
                  <a:pt x="5816" y="11753"/>
                </a:lnTo>
                <a:lnTo>
                  <a:pt x="5889" y="11607"/>
                </a:lnTo>
                <a:lnTo>
                  <a:pt x="5938" y="11461"/>
                </a:lnTo>
                <a:lnTo>
                  <a:pt x="5986" y="11315"/>
                </a:lnTo>
                <a:lnTo>
                  <a:pt x="5986" y="11145"/>
                </a:lnTo>
                <a:lnTo>
                  <a:pt x="5986" y="10950"/>
                </a:lnTo>
                <a:lnTo>
                  <a:pt x="5962" y="10780"/>
                </a:lnTo>
                <a:lnTo>
                  <a:pt x="5913" y="10585"/>
                </a:lnTo>
                <a:lnTo>
                  <a:pt x="5865" y="10415"/>
                </a:lnTo>
                <a:lnTo>
                  <a:pt x="5768" y="10245"/>
                </a:lnTo>
                <a:lnTo>
                  <a:pt x="5670" y="10074"/>
                </a:lnTo>
                <a:lnTo>
                  <a:pt x="5549" y="9928"/>
                </a:lnTo>
                <a:lnTo>
                  <a:pt x="5427" y="9783"/>
                </a:lnTo>
                <a:lnTo>
                  <a:pt x="5281" y="9661"/>
                </a:lnTo>
                <a:lnTo>
                  <a:pt x="5111" y="9539"/>
                </a:lnTo>
                <a:lnTo>
                  <a:pt x="4965" y="9442"/>
                </a:lnTo>
                <a:lnTo>
                  <a:pt x="4794" y="9369"/>
                </a:lnTo>
                <a:lnTo>
                  <a:pt x="4600" y="9296"/>
                </a:lnTo>
                <a:lnTo>
                  <a:pt x="4429" y="9272"/>
                </a:lnTo>
                <a:lnTo>
                  <a:pt x="4235" y="9247"/>
                </a:lnTo>
                <a:close/>
                <a:moveTo>
                  <a:pt x="14916" y="9150"/>
                </a:moveTo>
                <a:lnTo>
                  <a:pt x="14746" y="9199"/>
                </a:lnTo>
                <a:lnTo>
                  <a:pt x="14576" y="9247"/>
                </a:lnTo>
                <a:lnTo>
                  <a:pt x="14405" y="9320"/>
                </a:lnTo>
                <a:lnTo>
                  <a:pt x="14259" y="9418"/>
                </a:lnTo>
                <a:lnTo>
                  <a:pt x="14113" y="9539"/>
                </a:lnTo>
                <a:lnTo>
                  <a:pt x="14065" y="9612"/>
                </a:lnTo>
                <a:lnTo>
                  <a:pt x="14065" y="9710"/>
                </a:lnTo>
                <a:lnTo>
                  <a:pt x="13846" y="9904"/>
                </a:lnTo>
                <a:lnTo>
                  <a:pt x="13676" y="10123"/>
                </a:lnTo>
                <a:lnTo>
                  <a:pt x="13505" y="10366"/>
                </a:lnTo>
                <a:lnTo>
                  <a:pt x="13408" y="10634"/>
                </a:lnTo>
                <a:lnTo>
                  <a:pt x="13335" y="10926"/>
                </a:lnTo>
                <a:lnTo>
                  <a:pt x="13311" y="11194"/>
                </a:lnTo>
                <a:lnTo>
                  <a:pt x="13335" y="11461"/>
                </a:lnTo>
                <a:lnTo>
                  <a:pt x="13359" y="11583"/>
                </a:lnTo>
                <a:lnTo>
                  <a:pt x="13408" y="11705"/>
                </a:lnTo>
                <a:lnTo>
                  <a:pt x="13505" y="11875"/>
                </a:lnTo>
                <a:lnTo>
                  <a:pt x="13627" y="12021"/>
                </a:lnTo>
                <a:lnTo>
                  <a:pt x="13773" y="12143"/>
                </a:lnTo>
                <a:lnTo>
                  <a:pt x="13919" y="12240"/>
                </a:lnTo>
                <a:lnTo>
                  <a:pt x="14089" y="12337"/>
                </a:lnTo>
                <a:lnTo>
                  <a:pt x="14259" y="12386"/>
                </a:lnTo>
                <a:lnTo>
                  <a:pt x="14454" y="12410"/>
                </a:lnTo>
                <a:lnTo>
                  <a:pt x="14649" y="12435"/>
                </a:lnTo>
                <a:lnTo>
                  <a:pt x="14843" y="12459"/>
                </a:lnTo>
                <a:lnTo>
                  <a:pt x="15038" y="12435"/>
                </a:lnTo>
                <a:lnTo>
                  <a:pt x="15452" y="12386"/>
                </a:lnTo>
                <a:lnTo>
                  <a:pt x="15817" y="12289"/>
                </a:lnTo>
                <a:lnTo>
                  <a:pt x="16157" y="12143"/>
                </a:lnTo>
                <a:lnTo>
                  <a:pt x="16303" y="12070"/>
                </a:lnTo>
                <a:lnTo>
                  <a:pt x="16449" y="11972"/>
                </a:lnTo>
                <a:lnTo>
                  <a:pt x="16571" y="11875"/>
                </a:lnTo>
                <a:lnTo>
                  <a:pt x="16693" y="11753"/>
                </a:lnTo>
                <a:lnTo>
                  <a:pt x="16790" y="11607"/>
                </a:lnTo>
                <a:lnTo>
                  <a:pt x="16887" y="11461"/>
                </a:lnTo>
                <a:lnTo>
                  <a:pt x="16936" y="11315"/>
                </a:lnTo>
                <a:lnTo>
                  <a:pt x="16985" y="11169"/>
                </a:lnTo>
                <a:lnTo>
                  <a:pt x="17033" y="10999"/>
                </a:lnTo>
                <a:lnTo>
                  <a:pt x="17033" y="10853"/>
                </a:lnTo>
                <a:lnTo>
                  <a:pt x="17033" y="10683"/>
                </a:lnTo>
                <a:lnTo>
                  <a:pt x="17009" y="10512"/>
                </a:lnTo>
                <a:lnTo>
                  <a:pt x="16936" y="10366"/>
                </a:lnTo>
                <a:lnTo>
                  <a:pt x="16863" y="10220"/>
                </a:lnTo>
                <a:lnTo>
                  <a:pt x="16790" y="10074"/>
                </a:lnTo>
                <a:lnTo>
                  <a:pt x="16668" y="9953"/>
                </a:lnTo>
                <a:lnTo>
                  <a:pt x="16401" y="9685"/>
                </a:lnTo>
                <a:lnTo>
                  <a:pt x="16109" y="9466"/>
                </a:lnTo>
                <a:lnTo>
                  <a:pt x="15963" y="9369"/>
                </a:lnTo>
                <a:lnTo>
                  <a:pt x="15817" y="9296"/>
                </a:lnTo>
                <a:lnTo>
                  <a:pt x="15646" y="9223"/>
                </a:lnTo>
                <a:lnTo>
                  <a:pt x="15452" y="9174"/>
                </a:lnTo>
                <a:lnTo>
                  <a:pt x="15281" y="9150"/>
                </a:lnTo>
                <a:close/>
                <a:moveTo>
                  <a:pt x="12337" y="561"/>
                </a:moveTo>
                <a:lnTo>
                  <a:pt x="12751" y="585"/>
                </a:lnTo>
                <a:lnTo>
                  <a:pt x="13213" y="658"/>
                </a:lnTo>
                <a:lnTo>
                  <a:pt x="13676" y="780"/>
                </a:lnTo>
                <a:lnTo>
                  <a:pt x="14113" y="974"/>
                </a:lnTo>
                <a:lnTo>
                  <a:pt x="14527" y="1193"/>
                </a:lnTo>
                <a:lnTo>
                  <a:pt x="14478" y="1218"/>
                </a:lnTo>
                <a:lnTo>
                  <a:pt x="14211" y="1315"/>
                </a:lnTo>
                <a:lnTo>
                  <a:pt x="14089" y="1412"/>
                </a:lnTo>
                <a:lnTo>
                  <a:pt x="13992" y="1534"/>
                </a:lnTo>
                <a:lnTo>
                  <a:pt x="13967" y="1558"/>
                </a:lnTo>
                <a:lnTo>
                  <a:pt x="13992" y="1607"/>
                </a:lnTo>
                <a:lnTo>
                  <a:pt x="14016" y="1631"/>
                </a:lnTo>
                <a:lnTo>
                  <a:pt x="14211" y="1631"/>
                </a:lnTo>
                <a:lnTo>
                  <a:pt x="14357" y="1583"/>
                </a:lnTo>
                <a:lnTo>
                  <a:pt x="14649" y="1461"/>
                </a:lnTo>
                <a:lnTo>
                  <a:pt x="14819" y="1412"/>
                </a:lnTo>
                <a:lnTo>
                  <a:pt x="15014" y="1558"/>
                </a:lnTo>
                <a:lnTo>
                  <a:pt x="15184" y="1729"/>
                </a:lnTo>
                <a:lnTo>
                  <a:pt x="14892" y="1850"/>
                </a:lnTo>
                <a:lnTo>
                  <a:pt x="14527" y="1996"/>
                </a:lnTo>
                <a:lnTo>
                  <a:pt x="14454" y="1972"/>
                </a:lnTo>
                <a:lnTo>
                  <a:pt x="14381" y="2020"/>
                </a:lnTo>
                <a:lnTo>
                  <a:pt x="14138" y="1923"/>
                </a:lnTo>
                <a:lnTo>
                  <a:pt x="13894" y="1826"/>
                </a:lnTo>
                <a:lnTo>
                  <a:pt x="13651" y="1777"/>
                </a:lnTo>
                <a:lnTo>
                  <a:pt x="13384" y="1729"/>
                </a:lnTo>
                <a:lnTo>
                  <a:pt x="12848" y="1656"/>
                </a:lnTo>
                <a:lnTo>
                  <a:pt x="12337" y="1583"/>
                </a:lnTo>
                <a:lnTo>
                  <a:pt x="11753" y="1510"/>
                </a:lnTo>
                <a:lnTo>
                  <a:pt x="11145" y="1461"/>
                </a:lnTo>
                <a:lnTo>
                  <a:pt x="10537" y="1437"/>
                </a:lnTo>
                <a:lnTo>
                  <a:pt x="9928" y="1412"/>
                </a:lnTo>
                <a:lnTo>
                  <a:pt x="9296" y="1412"/>
                </a:lnTo>
                <a:lnTo>
                  <a:pt x="8663" y="1437"/>
                </a:lnTo>
                <a:lnTo>
                  <a:pt x="8055" y="1485"/>
                </a:lnTo>
                <a:lnTo>
                  <a:pt x="7422" y="1534"/>
                </a:lnTo>
                <a:lnTo>
                  <a:pt x="6814" y="1631"/>
                </a:lnTo>
                <a:lnTo>
                  <a:pt x="6205" y="1729"/>
                </a:lnTo>
                <a:lnTo>
                  <a:pt x="5597" y="1874"/>
                </a:lnTo>
                <a:lnTo>
                  <a:pt x="4989" y="2020"/>
                </a:lnTo>
                <a:lnTo>
                  <a:pt x="4916" y="2069"/>
                </a:lnTo>
                <a:lnTo>
                  <a:pt x="4867" y="2118"/>
                </a:lnTo>
                <a:lnTo>
                  <a:pt x="4819" y="2166"/>
                </a:lnTo>
                <a:lnTo>
                  <a:pt x="4819" y="2239"/>
                </a:lnTo>
                <a:lnTo>
                  <a:pt x="4648" y="2410"/>
                </a:lnTo>
                <a:lnTo>
                  <a:pt x="4527" y="2580"/>
                </a:lnTo>
                <a:lnTo>
                  <a:pt x="4405" y="2799"/>
                </a:lnTo>
                <a:lnTo>
                  <a:pt x="4308" y="2994"/>
                </a:lnTo>
                <a:lnTo>
                  <a:pt x="4162" y="3456"/>
                </a:lnTo>
                <a:lnTo>
                  <a:pt x="4016" y="3870"/>
                </a:lnTo>
                <a:lnTo>
                  <a:pt x="3821" y="4478"/>
                </a:lnTo>
                <a:lnTo>
                  <a:pt x="3651" y="5086"/>
                </a:lnTo>
                <a:lnTo>
                  <a:pt x="3505" y="5695"/>
                </a:lnTo>
                <a:lnTo>
                  <a:pt x="3383" y="6303"/>
                </a:lnTo>
                <a:lnTo>
                  <a:pt x="3383" y="6376"/>
                </a:lnTo>
                <a:lnTo>
                  <a:pt x="3383" y="6425"/>
                </a:lnTo>
                <a:lnTo>
                  <a:pt x="3432" y="6522"/>
                </a:lnTo>
                <a:lnTo>
                  <a:pt x="3432" y="6595"/>
                </a:lnTo>
                <a:lnTo>
                  <a:pt x="3480" y="6644"/>
                </a:lnTo>
                <a:lnTo>
                  <a:pt x="3772" y="6863"/>
                </a:lnTo>
                <a:lnTo>
                  <a:pt x="4089" y="7057"/>
                </a:lnTo>
                <a:lnTo>
                  <a:pt x="4454" y="7203"/>
                </a:lnTo>
                <a:lnTo>
                  <a:pt x="4819" y="7349"/>
                </a:lnTo>
                <a:lnTo>
                  <a:pt x="5184" y="7471"/>
                </a:lnTo>
                <a:lnTo>
                  <a:pt x="5549" y="7568"/>
                </a:lnTo>
                <a:lnTo>
                  <a:pt x="6278" y="7763"/>
                </a:lnTo>
                <a:lnTo>
                  <a:pt x="7057" y="7933"/>
                </a:lnTo>
                <a:lnTo>
                  <a:pt x="7836" y="8031"/>
                </a:lnTo>
                <a:lnTo>
                  <a:pt x="8614" y="8104"/>
                </a:lnTo>
                <a:lnTo>
                  <a:pt x="9417" y="8128"/>
                </a:lnTo>
                <a:lnTo>
                  <a:pt x="10196" y="8128"/>
                </a:lnTo>
                <a:lnTo>
                  <a:pt x="10999" y="8055"/>
                </a:lnTo>
                <a:lnTo>
                  <a:pt x="11778" y="7933"/>
                </a:lnTo>
                <a:lnTo>
                  <a:pt x="12556" y="7787"/>
                </a:lnTo>
                <a:lnTo>
                  <a:pt x="12970" y="7714"/>
                </a:lnTo>
                <a:lnTo>
                  <a:pt x="13359" y="7593"/>
                </a:lnTo>
                <a:lnTo>
                  <a:pt x="14138" y="7349"/>
                </a:lnTo>
                <a:lnTo>
                  <a:pt x="14795" y="7106"/>
                </a:lnTo>
                <a:lnTo>
                  <a:pt x="15135" y="6984"/>
                </a:lnTo>
                <a:lnTo>
                  <a:pt x="15452" y="6814"/>
                </a:lnTo>
                <a:lnTo>
                  <a:pt x="15695" y="6814"/>
                </a:lnTo>
                <a:lnTo>
                  <a:pt x="15914" y="6765"/>
                </a:lnTo>
                <a:lnTo>
                  <a:pt x="16133" y="6668"/>
                </a:lnTo>
                <a:lnTo>
                  <a:pt x="16352" y="6595"/>
                </a:lnTo>
                <a:lnTo>
                  <a:pt x="16766" y="6425"/>
                </a:lnTo>
                <a:lnTo>
                  <a:pt x="16960" y="6327"/>
                </a:lnTo>
                <a:lnTo>
                  <a:pt x="17131" y="6206"/>
                </a:lnTo>
                <a:lnTo>
                  <a:pt x="17301" y="6619"/>
                </a:lnTo>
                <a:lnTo>
                  <a:pt x="17082" y="6692"/>
                </a:lnTo>
                <a:lnTo>
                  <a:pt x="16863" y="6790"/>
                </a:lnTo>
                <a:lnTo>
                  <a:pt x="16425" y="6984"/>
                </a:lnTo>
                <a:lnTo>
                  <a:pt x="15719" y="7252"/>
                </a:lnTo>
                <a:lnTo>
                  <a:pt x="15354" y="7422"/>
                </a:lnTo>
                <a:lnTo>
                  <a:pt x="15038" y="7593"/>
                </a:lnTo>
                <a:lnTo>
                  <a:pt x="15014" y="7617"/>
                </a:lnTo>
                <a:lnTo>
                  <a:pt x="15014" y="7666"/>
                </a:lnTo>
                <a:lnTo>
                  <a:pt x="15014" y="7690"/>
                </a:lnTo>
                <a:lnTo>
                  <a:pt x="15062" y="7690"/>
                </a:lnTo>
                <a:lnTo>
                  <a:pt x="15427" y="7641"/>
                </a:lnTo>
                <a:lnTo>
                  <a:pt x="15792" y="7544"/>
                </a:lnTo>
                <a:lnTo>
                  <a:pt x="16157" y="7422"/>
                </a:lnTo>
                <a:lnTo>
                  <a:pt x="16498" y="7301"/>
                </a:lnTo>
                <a:lnTo>
                  <a:pt x="16960" y="7130"/>
                </a:lnTo>
                <a:lnTo>
                  <a:pt x="17204" y="7033"/>
                </a:lnTo>
                <a:lnTo>
                  <a:pt x="17423" y="6911"/>
                </a:lnTo>
                <a:lnTo>
                  <a:pt x="17569" y="7252"/>
                </a:lnTo>
                <a:lnTo>
                  <a:pt x="17325" y="7276"/>
                </a:lnTo>
                <a:lnTo>
                  <a:pt x="17082" y="7349"/>
                </a:lnTo>
                <a:lnTo>
                  <a:pt x="16595" y="7520"/>
                </a:lnTo>
                <a:lnTo>
                  <a:pt x="16084" y="7690"/>
                </a:lnTo>
                <a:lnTo>
                  <a:pt x="15841" y="7812"/>
                </a:lnTo>
                <a:lnTo>
                  <a:pt x="15719" y="7885"/>
                </a:lnTo>
                <a:lnTo>
                  <a:pt x="15622" y="7958"/>
                </a:lnTo>
                <a:lnTo>
                  <a:pt x="15622" y="7982"/>
                </a:lnTo>
                <a:lnTo>
                  <a:pt x="15622" y="8006"/>
                </a:lnTo>
                <a:lnTo>
                  <a:pt x="15768" y="8031"/>
                </a:lnTo>
                <a:lnTo>
                  <a:pt x="15890" y="8031"/>
                </a:lnTo>
                <a:lnTo>
                  <a:pt x="16182" y="8006"/>
                </a:lnTo>
                <a:lnTo>
                  <a:pt x="16449" y="7933"/>
                </a:lnTo>
                <a:lnTo>
                  <a:pt x="16693" y="7860"/>
                </a:lnTo>
                <a:lnTo>
                  <a:pt x="16960" y="7787"/>
                </a:lnTo>
                <a:lnTo>
                  <a:pt x="17204" y="7690"/>
                </a:lnTo>
                <a:lnTo>
                  <a:pt x="17447" y="7568"/>
                </a:lnTo>
                <a:lnTo>
                  <a:pt x="17642" y="7422"/>
                </a:lnTo>
                <a:lnTo>
                  <a:pt x="17666" y="7471"/>
                </a:lnTo>
                <a:lnTo>
                  <a:pt x="17715" y="7544"/>
                </a:lnTo>
                <a:lnTo>
                  <a:pt x="17788" y="7568"/>
                </a:lnTo>
                <a:lnTo>
                  <a:pt x="17812" y="7763"/>
                </a:lnTo>
                <a:lnTo>
                  <a:pt x="17836" y="7958"/>
                </a:lnTo>
                <a:lnTo>
                  <a:pt x="17934" y="8347"/>
                </a:lnTo>
                <a:lnTo>
                  <a:pt x="17763" y="8396"/>
                </a:lnTo>
                <a:lnTo>
                  <a:pt x="17593" y="8444"/>
                </a:lnTo>
                <a:lnTo>
                  <a:pt x="17252" y="8590"/>
                </a:lnTo>
                <a:lnTo>
                  <a:pt x="16790" y="8761"/>
                </a:lnTo>
                <a:lnTo>
                  <a:pt x="16547" y="8834"/>
                </a:lnTo>
                <a:lnTo>
                  <a:pt x="16328" y="8955"/>
                </a:lnTo>
                <a:lnTo>
                  <a:pt x="16303" y="8955"/>
                </a:lnTo>
                <a:lnTo>
                  <a:pt x="16303" y="8980"/>
                </a:lnTo>
                <a:lnTo>
                  <a:pt x="16328" y="9004"/>
                </a:lnTo>
                <a:lnTo>
                  <a:pt x="16328" y="9028"/>
                </a:lnTo>
                <a:lnTo>
                  <a:pt x="16595" y="9028"/>
                </a:lnTo>
                <a:lnTo>
                  <a:pt x="16839" y="9004"/>
                </a:lnTo>
                <a:lnTo>
                  <a:pt x="17106" y="8955"/>
                </a:lnTo>
                <a:lnTo>
                  <a:pt x="17350" y="8882"/>
                </a:lnTo>
                <a:lnTo>
                  <a:pt x="17666" y="8785"/>
                </a:lnTo>
                <a:lnTo>
                  <a:pt x="17836" y="8712"/>
                </a:lnTo>
                <a:lnTo>
                  <a:pt x="18007" y="8639"/>
                </a:lnTo>
                <a:lnTo>
                  <a:pt x="18031" y="8809"/>
                </a:lnTo>
                <a:lnTo>
                  <a:pt x="17812" y="8907"/>
                </a:lnTo>
                <a:lnTo>
                  <a:pt x="17617" y="9004"/>
                </a:lnTo>
                <a:lnTo>
                  <a:pt x="17398" y="9077"/>
                </a:lnTo>
                <a:lnTo>
                  <a:pt x="17155" y="9174"/>
                </a:lnTo>
                <a:lnTo>
                  <a:pt x="16936" y="9247"/>
                </a:lnTo>
                <a:lnTo>
                  <a:pt x="16741" y="9369"/>
                </a:lnTo>
                <a:lnTo>
                  <a:pt x="16717" y="9418"/>
                </a:lnTo>
                <a:lnTo>
                  <a:pt x="16717" y="9466"/>
                </a:lnTo>
                <a:lnTo>
                  <a:pt x="16741" y="9515"/>
                </a:lnTo>
                <a:lnTo>
                  <a:pt x="16790" y="9539"/>
                </a:lnTo>
                <a:lnTo>
                  <a:pt x="16887" y="9564"/>
                </a:lnTo>
                <a:lnTo>
                  <a:pt x="17228" y="9564"/>
                </a:lnTo>
                <a:lnTo>
                  <a:pt x="17471" y="9491"/>
                </a:lnTo>
                <a:lnTo>
                  <a:pt x="17690" y="9442"/>
                </a:lnTo>
                <a:lnTo>
                  <a:pt x="17885" y="9369"/>
                </a:lnTo>
                <a:lnTo>
                  <a:pt x="18080" y="9272"/>
                </a:lnTo>
                <a:lnTo>
                  <a:pt x="18128" y="9564"/>
                </a:lnTo>
                <a:lnTo>
                  <a:pt x="17958" y="9612"/>
                </a:lnTo>
                <a:lnTo>
                  <a:pt x="17812" y="9661"/>
                </a:lnTo>
                <a:lnTo>
                  <a:pt x="17301" y="9880"/>
                </a:lnTo>
                <a:lnTo>
                  <a:pt x="17228" y="9928"/>
                </a:lnTo>
                <a:lnTo>
                  <a:pt x="17155" y="10001"/>
                </a:lnTo>
                <a:lnTo>
                  <a:pt x="17106" y="10074"/>
                </a:lnTo>
                <a:lnTo>
                  <a:pt x="17033" y="10147"/>
                </a:lnTo>
                <a:lnTo>
                  <a:pt x="17009" y="10172"/>
                </a:lnTo>
                <a:lnTo>
                  <a:pt x="17033" y="10172"/>
                </a:lnTo>
                <a:lnTo>
                  <a:pt x="17106" y="10196"/>
                </a:lnTo>
                <a:lnTo>
                  <a:pt x="17204" y="10220"/>
                </a:lnTo>
                <a:lnTo>
                  <a:pt x="17277" y="10245"/>
                </a:lnTo>
                <a:lnTo>
                  <a:pt x="17471" y="10245"/>
                </a:lnTo>
                <a:lnTo>
                  <a:pt x="17593" y="10196"/>
                </a:lnTo>
                <a:lnTo>
                  <a:pt x="17812" y="10123"/>
                </a:lnTo>
                <a:lnTo>
                  <a:pt x="17982" y="10074"/>
                </a:lnTo>
                <a:lnTo>
                  <a:pt x="18153" y="9977"/>
                </a:lnTo>
                <a:lnTo>
                  <a:pt x="18153" y="10220"/>
                </a:lnTo>
                <a:lnTo>
                  <a:pt x="18031" y="10269"/>
                </a:lnTo>
                <a:lnTo>
                  <a:pt x="17909" y="10318"/>
                </a:lnTo>
                <a:lnTo>
                  <a:pt x="17690" y="10415"/>
                </a:lnTo>
                <a:lnTo>
                  <a:pt x="17471" y="10512"/>
                </a:lnTo>
                <a:lnTo>
                  <a:pt x="17301" y="10634"/>
                </a:lnTo>
                <a:lnTo>
                  <a:pt x="17204" y="10731"/>
                </a:lnTo>
                <a:lnTo>
                  <a:pt x="17131" y="10829"/>
                </a:lnTo>
                <a:lnTo>
                  <a:pt x="17131" y="10853"/>
                </a:lnTo>
                <a:lnTo>
                  <a:pt x="17155" y="10902"/>
                </a:lnTo>
                <a:lnTo>
                  <a:pt x="17374" y="10902"/>
                </a:lnTo>
                <a:lnTo>
                  <a:pt x="17593" y="10877"/>
                </a:lnTo>
                <a:lnTo>
                  <a:pt x="17788" y="10804"/>
                </a:lnTo>
                <a:lnTo>
                  <a:pt x="17982" y="10731"/>
                </a:lnTo>
                <a:lnTo>
                  <a:pt x="18153" y="10683"/>
                </a:lnTo>
                <a:lnTo>
                  <a:pt x="18128" y="11169"/>
                </a:lnTo>
                <a:lnTo>
                  <a:pt x="17861" y="11267"/>
                </a:lnTo>
                <a:lnTo>
                  <a:pt x="17617" y="11364"/>
                </a:lnTo>
                <a:lnTo>
                  <a:pt x="17447" y="11413"/>
                </a:lnTo>
                <a:lnTo>
                  <a:pt x="17277" y="11461"/>
                </a:lnTo>
                <a:lnTo>
                  <a:pt x="17106" y="11510"/>
                </a:lnTo>
                <a:lnTo>
                  <a:pt x="16960" y="11607"/>
                </a:lnTo>
                <a:lnTo>
                  <a:pt x="16936" y="11632"/>
                </a:lnTo>
                <a:lnTo>
                  <a:pt x="16936" y="11680"/>
                </a:lnTo>
                <a:lnTo>
                  <a:pt x="16960" y="11729"/>
                </a:lnTo>
                <a:lnTo>
                  <a:pt x="16985" y="11753"/>
                </a:lnTo>
                <a:lnTo>
                  <a:pt x="17106" y="11802"/>
                </a:lnTo>
                <a:lnTo>
                  <a:pt x="17228" y="11826"/>
                </a:lnTo>
                <a:lnTo>
                  <a:pt x="17374" y="11826"/>
                </a:lnTo>
                <a:lnTo>
                  <a:pt x="17544" y="11778"/>
                </a:lnTo>
                <a:lnTo>
                  <a:pt x="17690" y="11753"/>
                </a:lnTo>
                <a:lnTo>
                  <a:pt x="17836" y="11680"/>
                </a:lnTo>
                <a:lnTo>
                  <a:pt x="17982" y="11607"/>
                </a:lnTo>
                <a:lnTo>
                  <a:pt x="18104" y="11510"/>
                </a:lnTo>
                <a:lnTo>
                  <a:pt x="18080" y="11656"/>
                </a:lnTo>
                <a:lnTo>
                  <a:pt x="17934" y="11705"/>
                </a:lnTo>
                <a:lnTo>
                  <a:pt x="17763" y="11753"/>
                </a:lnTo>
                <a:lnTo>
                  <a:pt x="17471" y="11899"/>
                </a:lnTo>
                <a:lnTo>
                  <a:pt x="17301" y="11948"/>
                </a:lnTo>
                <a:lnTo>
                  <a:pt x="17106" y="11972"/>
                </a:lnTo>
                <a:lnTo>
                  <a:pt x="16936" y="12021"/>
                </a:lnTo>
                <a:lnTo>
                  <a:pt x="16839" y="12045"/>
                </a:lnTo>
                <a:lnTo>
                  <a:pt x="16766" y="12094"/>
                </a:lnTo>
                <a:lnTo>
                  <a:pt x="16741" y="12143"/>
                </a:lnTo>
                <a:lnTo>
                  <a:pt x="16741" y="12167"/>
                </a:lnTo>
                <a:lnTo>
                  <a:pt x="16766" y="12240"/>
                </a:lnTo>
                <a:lnTo>
                  <a:pt x="16863" y="12289"/>
                </a:lnTo>
                <a:lnTo>
                  <a:pt x="16960" y="12337"/>
                </a:lnTo>
                <a:lnTo>
                  <a:pt x="17058" y="12362"/>
                </a:lnTo>
                <a:lnTo>
                  <a:pt x="17155" y="12362"/>
                </a:lnTo>
                <a:lnTo>
                  <a:pt x="17374" y="12313"/>
                </a:lnTo>
                <a:lnTo>
                  <a:pt x="17569" y="12289"/>
                </a:lnTo>
                <a:lnTo>
                  <a:pt x="17812" y="12216"/>
                </a:lnTo>
                <a:lnTo>
                  <a:pt x="18007" y="12094"/>
                </a:lnTo>
                <a:lnTo>
                  <a:pt x="17934" y="12435"/>
                </a:lnTo>
                <a:lnTo>
                  <a:pt x="17788" y="12459"/>
                </a:lnTo>
                <a:lnTo>
                  <a:pt x="17642" y="12508"/>
                </a:lnTo>
                <a:lnTo>
                  <a:pt x="17325" y="12629"/>
                </a:lnTo>
                <a:lnTo>
                  <a:pt x="16839" y="12751"/>
                </a:lnTo>
                <a:lnTo>
                  <a:pt x="16328" y="12897"/>
                </a:lnTo>
                <a:lnTo>
                  <a:pt x="16303" y="12897"/>
                </a:lnTo>
                <a:lnTo>
                  <a:pt x="16303" y="12946"/>
                </a:lnTo>
                <a:lnTo>
                  <a:pt x="16303" y="12970"/>
                </a:lnTo>
                <a:lnTo>
                  <a:pt x="16328" y="12970"/>
                </a:lnTo>
                <a:lnTo>
                  <a:pt x="16571" y="13019"/>
                </a:lnTo>
                <a:lnTo>
                  <a:pt x="16814" y="13019"/>
                </a:lnTo>
                <a:lnTo>
                  <a:pt x="17058" y="12994"/>
                </a:lnTo>
                <a:lnTo>
                  <a:pt x="17277" y="12946"/>
                </a:lnTo>
                <a:lnTo>
                  <a:pt x="17569" y="12897"/>
                </a:lnTo>
                <a:lnTo>
                  <a:pt x="17861" y="12824"/>
                </a:lnTo>
                <a:lnTo>
                  <a:pt x="17739" y="13286"/>
                </a:lnTo>
                <a:lnTo>
                  <a:pt x="15671" y="13286"/>
                </a:lnTo>
                <a:lnTo>
                  <a:pt x="13627" y="13311"/>
                </a:lnTo>
                <a:lnTo>
                  <a:pt x="9515" y="13359"/>
                </a:lnTo>
                <a:lnTo>
                  <a:pt x="5232" y="13408"/>
                </a:lnTo>
                <a:lnTo>
                  <a:pt x="3115" y="13432"/>
                </a:lnTo>
                <a:lnTo>
                  <a:pt x="1509" y="13432"/>
                </a:lnTo>
                <a:lnTo>
                  <a:pt x="1388" y="12654"/>
                </a:lnTo>
                <a:lnTo>
                  <a:pt x="1290" y="11851"/>
                </a:lnTo>
                <a:lnTo>
                  <a:pt x="1266" y="11048"/>
                </a:lnTo>
                <a:lnTo>
                  <a:pt x="1266" y="10245"/>
                </a:lnTo>
                <a:lnTo>
                  <a:pt x="1290" y="9442"/>
                </a:lnTo>
                <a:lnTo>
                  <a:pt x="1363" y="8615"/>
                </a:lnTo>
                <a:lnTo>
                  <a:pt x="1436" y="8152"/>
                </a:lnTo>
                <a:lnTo>
                  <a:pt x="1485" y="7690"/>
                </a:lnTo>
                <a:lnTo>
                  <a:pt x="1777" y="6936"/>
                </a:lnTo>
                <a:lnTo>
                  <a:pt x="2385" y="5305"/>
                </a:lnTo>
                <a:lnTo>
                  <a:pt x="2653" y="4575"/>
                </a:lnTo>
                <a:lnTo>
                  <a:pt x="2921" y="3821"/>
                </a:lnTo>
                <a:lnTo>
                  <a:pt x="3067" y="3456"/>
                </a:lnTo>
                <a:lnTo>
                  <a:pt x="3237" y="3091"/>
                </a:lnTo>
                <a:lnTo>
                  <a:pt x="3407" y="2750"/>
                </a:lnTo>
                <a:lnTo>
                  <a:pt x="3602" y="2410"/>
                </a:lnTo>
                <a:lnTo>
                  <a:pt x="3748" y="2215"/>
                </a:lnTo>
                <a:lnTo>
                  <a:pt x="3894" y="2045"/>
                </a:lnTo>
                <a:lnTo>
                  <a:pt x="4064" y="1899"/>
                </a:lnTo>
                <a:lnTo>
                  <a:pt x="4283" y="1753"/>
                </a:lnTo>
                <a:lnTo>
                  <a:pt x="4502" y="1607"/>
                </a:lnTo>
                <a:lnTo>
                  <a:pt x="4721" y="1485"/>
                </a:lnTo>
                <a:lnTo>
                  <a:pt x="4989" y="1388"/>
                </a:lnTo>
                <a:lnTo>
                  <a:pt x="5232" y="1291"/>
                </a:lnTo>
                <a:lnTo>
                  <a:pt x="5816" y="1096"/>
                </a:lnTo>
                <a:lnTo>
                  <a:pt x="6400" y="950"/>
                </a:lnTo>
                <a:lnTo>
                  <a:pt x="7033" y="853"/>
                </a:lnTo>
                <a:lnTo>
                  <a:pt x="7641" y="755"/>
                </a:lnTo>
                <a:lnTo>
                  <a:pt x="8249" y="707"/>
                </a:lnTo>
                <a:lnTo>
                  <a:pt x="8858" y="658"/>
                </a:lnTo>
                <a:lnTo>
                  <a:pt x="9904" y="609"/>
                </a:lnTo>
                <a:lnTo>
                  <a:pt x="10707" y="609"/>
                </a:lnTo>
                <a:lnTo>
                  <a:pt x="11121" y="585"/>
                </a:lnTo>
                <a:lnTo>
                  <a:pt x="11534" y="561"/>
                </a:lnTo>
                <a:close/>
                <a:moveTo>
                  <a:pt x="2410" y="13919"/>
                </a:moveTo>
                <a:lnTo>
                  <a:pt x="2239" y="14089"/>
                </a:lnTo>
                <a:lnTo>
                  <a:pt x="2093" y="14260"/>
                </a:lnTo>
                <a:lnTo>
                  <a:pt x="1850" y="14649"/>
                </a:lnTo>
                <a:lnTo>
                  <a:pt x="1826" y="14479"/>
                </a:lnTo>
                <a:lnTo>
                  <a:pt x="1850" y="14308"/>
                </a:lnTo>
                <a:lnTo>
                  <a:pt x="1899" y="14114"/>
                </a:lnTo>
                <a:lnTo>
                  <a:pt x="1972" y="13919"/>
                </a:lnTo>
                <a:close/>
                <a:moveTo>
                  <a:pt x="14746" y="13846"/>
                </a:moveTo>
                <a:lnTo>
                  <a:pt x="14649" y="13992"/>
                </a:lnTo>
                <a:lnTo>
                  <a:pt x="14551" y="14138"/>
                </a:lnTo>
                <a:lnTo>
                  <a:pt x="14405" y="14430"/>
                </a:lnTo>
                <a:lnTo>
                  <a:pt x="14235" y="14771"/>
                </a:lnTo>
                <a:lnTo>
                  <a:pt x="14235" y="14527"/>
                </a:lnTo>
                <a:lnTo>
                  <a:pt x="14259" y="14284"/>
                </a:lnTo>
                <a:lnTo>
                  <a:pt x="14235" y="14065"/>
                </a:lnTo>
                <a:lnTo>
                  <a:pt x="14211" y="13943"/>
                </a:lnTo>
                <a:lnTo>
                  <a:pt x="14186" y="13846"/>
                </a:lnTo>
                <a:close/>
                <a:moveTo>
                  <a:pt x="2994" y="13919"/>
                </a:moveTo>
                <a:lnTo>
                  <a:pt x="2848" y="14065"/>
                </a:lnTo>
                <a:lnTo>
                  <a:pt x="2702" y="14211"/>
                </a:lnTo>
                <a:lnTo>
                  <a:pt x="2458" y="14552"/>
                </a:lnTo>
                <a:lnTo>
                  <a:pt x="2288" y="14819"/>
                </a:lnTo>
                <a:lnTo>
                  <a:pt x="2191" y="15014"/>
                </a:lnTo>
                <a:lnTo>
                  <a:pt x="2142" y="15184"/>
                </a:lnTo>
                <a:lnTo>
                  <a:pt x="2045" y="15087"/>
                </a:lnTo>
                <a:lnTo>
                  <a:pt x="2239" y="14771"/>
                </a:lnTo>
                <a:lnTo>
                  <a:pt x="2434" y="14479"/>
                </a:lnTo>
                <a:lnTo>
                  <a:pt x="2629" y="14211"/>
                </a:lnTo>
                <a:lnTo>
                  <a:pt x="2799" y="13919"/>
                </a:lnTo>
                <a:close/>
                <a:moveTo>
                  <a:pt x="4405" y="14381"/>
                </a:moveTo>
                <a:lnTo>
                  <a:pt x="4381" y="14649"/>
                </a:lnTo>
                <a:lnTo>
                  <a:pt x="4308" y="14941"/>
                </a:lnTo>
                <a:lnTo>
                  <a:pt x="4259" y="15087"/>
                </a:lnTo>
                <a:lnTo>
                  <a:pt x="4162" y="15209"/>
                </a:lnTo>
                <a:lnTo>
                  <a:pt x="4040" y="15330"/>
                </a:lnTo>
                <a:lnTo>
                  <a:pt x="3894" y="15403"/>
                </a:lnTo>
                <a:lnTo>
                  <a:pt x="3894" y="15403"/>
                </a:lnTo>
                <a:lnTo>
                  <a:pt x="4016" y="15160"/>
                </a:lnTo>
                <a:lnTo>
                  <a:pt x="4235" y="14771"/>
                </a:lnTo>
                <a:lnTo>
                  <a:pt x="4308" y="14576"/>
                </a:lnTo>
                <a:lnTo>
                  <a:pt x="4405" y="14381"/>
                </a:lnTo>
                <a:close/>
                <a:moveTo>
                  <a:pt x="3845" y="13895"/>
                </a:moveTo>
                <a:lnTo>
                  <a:pt x="3651" y="14041"/>
                </a:lnTo>
                <a:lnTo>
                  <a:pt x="3456" y="14211"/>
                </a:lnTo>
                <a:lnTo>
                  <a:pt x="3286" y="14406"/>
                </a:lnTo>
                <a:lnTo>
                  <a:pt x="3140" y="14625"/>
                </a:lnTo>
                <a:lnTo>
                  <a:pt x="2848" y="15038"/>
                </a:lnTo>
                <a:lnTo>
                  <a:pt x="2629" y="15476"/>
                </a:lnTo>
                <a:lnTo>
                  <a:pt x="2629" y="15501"/>
                </a:lnTo>
                <a:lnTo>
                  <a:pt x="2458" y="15428"/>
                </a:lnTo>
                <a:lnTo>
                  <a:pt x="2556" y="15306"/>
                </a:lnTo>
                <a:lnTo>
                  <a:pt x="2629" y="15160"/>
                </a:lnTo>
                <a:lnTo>
                  <a:pt x="2726" y="14941"/>
                </a:lnTo>
                <a:lnTo>
                  <a:pt x="2896" y="14673"/>
                </a:lnTo>
                <a:lnTo>
                  <a:pt x="3067" y="14406"/>
                </a:lnTo>
                <a:lnTo>
                  <a:pt x="3261" y="14162"/>
                </a:lnTo>
                <a:lnTo>
                  <a:pt x="3432" y="13919"/>
                </a:lnTo>
                <a:lnTo>
                  <a:pt x="3845" y="13895"/>
                </a:lnTo>
                <a:close/>
                <a:moveTo>
                  <a:pt x="4381" y="13895"/>
                </a:moveTo>
                <a:lnTo>
                  <a:pt x="4381" y="14065"/>
                </a:lnTo>
                <a:lnTo>
                  <a:pt x="4186" y="14260"/>
                </a:lnTo>
                <a:lnTo>
                  <a:pt x="4016" y="14503"/>
                </a:lnTo>
                <a:lnTo>
                  <a:pt x="3724" y="14990"/>
                </a:lnTo>
                <a:lnTo>
                  <a:pt x="3529" y="15257"/>
                </a:lnTo>
                <a:lnTo>
                  <a:pt x="3359" y="15549"/>
                </a:lnTo>
                <a:lnTo>
                  <a:pt x="3261" y="15574"/>
                </a:lnTo>
                <a:lnTo>
                  <a:pt x="2994" y="15574"/>
                </a:lnTo>
                <a:lnTo>
                  <a:pt x="3237" y="15160"/>
                </a:lnTo>
                <a:lnTo>
                  <a:pt x="3505" y="14746"/>
                </a:lnTo>
                <a:lnTo>
                  <a:pt x="3821" y="14333"/>
                </a:lnTo>
                <a:lnTo>
                  <a:pt x="3967" y="14114"/>
                </a:lnTo>
                <a:lnTo>
                  <a:pt x="4113" y="13895"/>
                </a:lnTo>
                <a:close/>
                <a:moveTo>
                  <a:pt x="15865" y="13846"/>
                </a:moveTo>
                <a:lnTo>
                  <a:pt x="15695" y="13968"/>
                </a:lnTo>
                <a:lnTo>
                  <a:pt x="15525" y="14089"/>
                </a:lnTo>
                <a:lnTo>
                  <a:pt x="15403" y="14211"/>
                </a:lnTo>
                <a:lnTo>
                  <a:pt x="15306" y="14333"/>
                </a:lnTo>
                <a:lnTo>
                  <a:pt x="15111" y="14625"/>
                </a:lnTo>
                <a:lnTo>
                  <a:pt x="14965" y="14844"/>
                </a:lnTo>
                <a:lnTo>
                  <a:pt x="14819" y="15063"/>
                </a:lnTo>
                <a:lnTo>
                  <a:pt x="14746" y="15184"/>
                </a:lnTo>
                <a:lnTo>
                  <a:pt x="14697" y="15306"/>
                </a:lnTo>
                <a:lnTo>
                  <a:pt x="14673" y="15452"/>
                </a:lnTo>
                <a:lnTo>
                  <a:pt x="14673" y="15574"/>
                </a:lnTo>
                <a:lnTo>
                  <a:pt x="14503" y="15428"/>
                </a:lnTo>
                <a:lnTo>
                  <a:pt x="14381" y="15257"/>
                </a:lnTo>
                <a:lnTo>
                  <a:pt x="14478" y="15111"/>
                </a:lnTo>
                <a:lnTo>
                  <a:pt x="14551" y="14965"/>
                </a:lnTo>
                <a:lnTo>
                  <a:pt x="14673" y="14673"/>
                </a:lnTo>
                <a:lnTo>
                  <a:pt x="14819" y="14284"/>
                </a:lnTo>
                <a:lnTo>
                  <a:pt x="14868" y="14065"/>
                </a:lnTo>
                <a:lnTo>
                  <a:pt x="14892" y="13870"/>
                </a:lnTo>
                <a:lnTo>
                  <a:pt x="14868" y="13846"/>
                </a:lnTo>
                <a:close/>
                <a:moveTo>
                  <a:pt x="16790" y="14625"/>
                </a:moveTo>
                <a:lnTo>
                  <a:pt x="16766" y="14917"/>
                </a:lnTo>
                <a:lnTo>
                  <a:pt x="16717" y="15184"/>
                </a:lnTo>
                <a:lnTo>
                  <a:pt x="16644" y="15330"/>
                </a:lnTo>
                <a:lnTo>
                  <a:pt x="16571" y="15452"/>
                </a:lnTo>
                <a:lnTo>
                  <a:pt x="16449" y="15574"/>
                </a:lnTo>
                <a:lnTo>
                  <a:pt x="16352" y="15647"/>
                </a:lnTo>
                <a:lnTo>
                  <a:pt x="16352" y="15647"/>
                </a:lnTo>
                <a:lnTo>
                  <a:pt x="16571" y="15111"/>
                </a:lnTo>
                <a:lnTo>
                  <a:pt x="16693" y="14868"/>
                </a:lnTo>
                <a:lnTo>
                  <a:pt x="16790" y="14625"/>
                </a:lnTo>
                <a:close/>
                <a:moveTo>
                  <a:pt x="16498" y="13846"/>
                </a:moveTo>
                <a:lnTo>
                  <a:pt x="16328" y="14041"/>
                </a:lnTo>
                <a:lnTo>
                  <a:pt x="16133" y="14260"/>
                </a:lnTo>
                <a:lnTo>
                  <a:pt x="15987" y="14479"/>
                </a:lnTo>
                <a:lnTo>
                  <a:pt x="15817" y="14746"/>
                </a:lnTo>
                <a:lnTo>
                  <a:pt x="15525" y="15257"/>
                </a:lnTo>
                <a:lnTo>
                  <a:pt x="15379" y="15549"/>
                </a:lnTo>
                <a:lnTo>
                  <a:pt x="15257" y="15817"/>
                </a:lnTo>
                <a:lnTo>
                  <a:pt x="15062" y="15768"/>
                </a:lnTo>
                <a:lnTo>
                  <a:pt x="14868" y="15695"/>
                </a:lnTo>
                <a:lnTo>
                  <a:pt x="14965" y="15622"/>
                </a:lnTo>
                <a:lnTo>
                  <a:pt x="15038" y="15549"/>
                </a:lnTo>
                <a:lnTo>
                  <a:pt x="15160" y="15355"/>
                </a:lnTo>
                <a:lnTo>
                  <a:pt x="15379" y="14941"/>
                </a:lnTo>
                <a:lnTo>
                  <a:pt x="15719" y="14381"/>
                </a:lnTo>
                <a:lnTo>
                  <a:pt x="15817" y="14260"/>
                </a:lnTo>
                <a:lnTo>
                  <a:pt x="15865" y="14114"/>
                </a:lnTo>
                <a:lnTo>
                  <a:pt x="16011" y="13846"/>
                </a:lnTo>
                <a:close/>
                <a:moveTo>
                  <a:pt x="16717" y="13846"/>
                </a:moveTo>
                <a:lnTo>
                  <a:pt x="16766" y="14235"/>
                </a:lnTo>
                <a:lnTo>
                  <a:pt x="16620" y="14430"/>
                </a:lnTo>
                <a:lnTo>
                  <a:pt x="16474" y="14625"/>
                </a:lnTo>
                <a:lnTo>
                  <a:pt x="16255" y="15063"/>
                </a:lnTo>
                <a:lnTo>
                  <a:pt x="16084" y="15428"/>
                </a:lnTo>
                <a:lnTo>
                  <a:pt x="15987" y="15622"/>
                </a:lnTo>
                <a:lnTo>
                  <a:pt x="15938" y="15817"/>
                </a:lnTo>
                <a:lnTo>
                  <a:pt x="15646" y="15841"/>
                </a:lnTo>
                <a:lnTo>
                  <a:pt x="15890" y="15379"/>
                </a:lnTo>
                <a:lnTo>
                  <a:pt x="16133" y="14917"/>
                </a:lnTo>
                <a:lnTo>
                  <a:pt x="16401" y="14381"/>
                </a:lnTo>
                <a:lnTo>
                  <a:pt x="16644" y="13846"/>
                </a:lnTo>
                <a:close/>
                <a:moveTo>
                  <a:pt x="8493" y="1"/>
                </a:moveTo>
                <a:lnTo>
                  <a:pt x="7884" y="25"/>
                </a:lnTo>
                <a:lnTo>
                  <a:pt x="7252" y="98"/>
                </a:lnTo>
                <a:lnTo>
                  <a:pt x="6619" y="171"/>
                </a:lnTo>
                <a:lnTo>
                  <a:pt x="6011" y="317"/>
                </a:lnTo>
                <a:lnTo>
                  <a:pt x="5427" y="488"/>
                </a:lnTo>
                <a:lnTo>
                  <a:pt x="5135" y="585"/>
                </a:lnTo>
                <a:lnTo>
                  <a:pt x="4867" y="707"/>
                </a:lnTo>
                <a:lnTo>
                  <a:pt x="4600" y="853"/>
                </a:lnTo>
                <a:lnTo>
                  <a:pt x="4356" y="999"/>
                </a:lnTo>
                <a:lnTo>
                  <a:pt x="4113" y="1169"/>
                </a:lnTo>
                <a:lnTo>
                  <a:pt x="3894" y="1339"/>
                </a:lnTo>
                <a:lnTo>
                  <a:pt x="3699" y="1534"/>
                </a:lnTo>
                <a:lnTo>
                  <a:pt x="3529" y="1753"/>
                </a:lnTo>
                <a:lnTo>
                  <a:pt x="3310" y="2045"/>
                </a:lnTo>
                <a:lnTo>
                  <a:pt x="3115" y="2385"/>
                </a:lnTo>
                <a:lnTo>
                  <a:pt x="2945" y="2702"/>
                </a:lnTo>
                <a:lnTo>
                  <a:pt x="2799" y="3042"/>
                </a:lnTo>
                <a:lnTo>
                  <a:pt x="2507" y="3748"/>
                </a:lnTo>
                <a:lnTo>
                  <a:pt x="2264" y="4454"/>
                </a:lnTo>
                <a:lnTo>
                  <a:pt x="2142" y="4405"/>
                </a:lnTo>
                <a:lnTo>
                  <a:pt x="2020" y="4356"/>
                </a:lnTo>
                <a:lnTo>
                  <a:pt x="1728" y="4356"/>
                </a:lnTo>
                <a:lnTo>
                  <a:pt x="1412" y="4405"/>
                </a:lnTo>
                <a:lnTo>
                  <a:pt x="1193" y="4478"/>
                </a:lnTo>
                <a:lnTo>
                  <a:pt x="998" y="4551"/>
                </a:lnTo>
                <a:lnTo>
                  <a:pt x="804" y="4624"/>
                </a:lnTo>
                <a:lnTo>
                  <a:pt x="633" y="4746"/>
                </a:lnTo>
                <a:lnTo>
                  <a:pt x="487" y="4867"/>
                </a:lnTo>
                <a:lnTo>
                  <a:pt x="366" y="5013"/>
                </a:lnTo>
                <a:lnTo>
                  <a:pt x="244" y="5159"/>
                </a:lnTo>
                <a:lnTo>
                  <a:pt x="147" y="5354"/>
                </a:lnTo>
                <a:lnTo>
                  <a:pt x="49" y="5524"/>
                </a:lnTo>
                <a:lnTo>
                  <a:pt x="25" y="5695"/>
                </a:lnTo>
                <a:lnTo>
                  <a:pt x="1" y="5865"/>
                </a:lnTo>
                <a:lnTo>
                  <a:pt x="25" y="6060"/>
                </a:lnTo>
                <a:lnTo>
                  <a:pt x="49" y="6230"/>
                </a:lnTo>
                <a:lnTo>
                  <a:pt x="122" y="6400"/>
                </a:lnTo>
                <a:lnTo>
                  <a:pt x="220" y="6571"/>
                </a:lnTo>
                <a:lnTo>
                  <a:pt x="317" y="6692"/>
                </a:lnTo>
                <a:lnTo>
                  <a:pt x="463" y="6814"/>
                </a:lnTo>
                <a:lnTo>
                  <a:pt x="658" y="6911"/>
                </a:lnTo>
                <a:lnTo>
                  <a:pt x="901" y="6984"/>
                </a:lnTo>
                <a:lnTo>
                  <a:pt x="1023" y="6984"/>
                </a:lnTo>
                <a:lnTo>
                  <a:pt x="1120" y="7009"/>
                </a:lnTo>
                <a:lnTo>
                  <a:pt x="1242" y="6984"/>
                </a:lnTo>
                <a:lnTo>
                  <a:pt x="1363" y="6960"/>
                </a:lnTo>
                <a:lnTo>
                  <a:pt x="1169" y="7495"/>
                </a:lnTo>
                <a:lnTo>
                  <a:pt x="1071" y="7739"/>
                </a:lnTo>
                <a:lnTo>
                  <a:pt x="998" y="8006"/>
                </a:lnTo>
                <a:lnTo>
                  <a:pt x="901" y="8542"/>
                </a:lnTo>
                <a:lnTo>
                  <a:pt x="779" y="9393"/>
                </a:lnTo>
                <a:lnTo>
                  <a:pt x="731" y="10245"/>
                </a:lnTo>
                <a:lnTo>
                  <a:pt x="731" y="11072"/>
                </a:lnTo>
                <a:lnTo>
                  <a:pt x="755" y="11875"/>
                </a:lnTo>
                <a:lnTo>
                  <a:pt x="852" y="12702"/>
                </a:lnTo>
                <a:lnTo>
                  <a:pt x="974" y="13505"/>
                </a:lnTo>
                <a:lnTo>
                  <a:pt x="925" y="13505"/>
                </a:lnTo>
                <a:lnTo>
                  <a:pt x="877" y="13530"/>
                </a:lnTo>
                <a:lnTo>
                  <a:pt x="828" y="13578"/>
                </a:lnTo>
                <a:lnTo>
                  <a:pt x="804" y="13627"/>
                </a:lnTo>
                <a:lnTo>
                  <a:pt x="804" y="13676"/>
                </a:lnTo>
                <a:lnTo>
                  <a:pt x="804" y="13749"/>
                </a:lnTo>
                <a:lnTo>
                  <a:pt x="828" y="13797"/>
                </a:lnTo>
                <a:lnTo>
                  <a:pt x="877" y="13846"/>
                </a:lnTo>
                <a:lnTo>
                  <a:pt x="925" y="13870"/>
                </a:lnTo>
                <a:lnTo>
                  <a:pt x="1193" y="13895"/>
                </a:lnTo>
                <a:lnTo>
                  <a:pt x="1461" y="13919"/>
                </a:lnTo>
                <a:lnTo>
                  <a:pt x="1412" y="14041"/>
                </a:lnTo>
                <a:lnTo>
                  <a:pt x="1363" y="14187"/>
                </a:lnTo>
                <a:lnTo>
                  <a:pt x="1315" y="14333"/>
                </a:lnTo>
                <a:lnTo>
                  <a:pt x="1315" y="14479"/>
                </a:lnTo>
                <a:lnTo>
                  <a:pt x="1315" y="14649"/>
                </a:lnTo>
                <a:lnTo>
                  <a:pt x="1339" y="14795"/>
                </a:lnTo>
                <a:lnTo>
                  <a:pt x="1363" y="14941"/>
                </a:lnTo>
                <a:lnTo>
                  <a:pt x="1412" y="15063"/>
                </a:lnTo>
                <a:lnTo>
                  <a:pt x="1534" y="15282"/>
                </a:lnTo>
                <a:lnTo>
                  <a:pt x="1680" y="15476"/>
                </a:lnTo>
                <a:lnTo>
                  <a:pt x="1850" y="15647"/>
                </a:lnTo>
                <a:lnTo>
                  <a:pt x="2020" y="15768"/>
                </a:lnTo>
                <a:lnTo>
                  <a:pt x="2215" y="15890"/>
                </a:lnTo>
                <a:lnTo>
                  <a:pt x="2434" y="15987"/>
                </a:lnTo>
                <a:lnTo>
                  <a:pt x="2677" y="16036"/>
                </a:lnTo>
                <a:lnTo>
                  <a:pt x="2921" y="16085"/>
                </a:lnTo>
                <a:lnTo>
                  <a:pt x="3115" y="16109"/>
                </a:lnTo>
                <a:lnTo>
                  <a:pt x="3334" y="16109"/>
                </a:lnTo>
                <a:lnTo>
                  <a:pt x="3529" y="16085"/>
                </a:lnTo>
                <a:lnTo>
                  <a:pt x="3748" y="16036"/>
                </a:lnTo>
                <a:lnTo>
                  <a:pt x="3943" y="15963"/>
                </a:lnTo>
                <a:lnTo>
                  <a:pt x="4137" y="15890"/>
                </a:lnTo>
                <a:lnTo>
                  <a:pt x="4308" y="15793"/>
                </a:lnTo>
                <a:lnTo>
                  <a:pt x="4478" y="15647"/>
                </a:lnTo>
                <a:lnTo>
                  <a:pt x="4648" y="15476"/>
                </a:lnTo>
                <a:lnTo>
                  <a:pt x="4770" y="15282"/>
                </a:lnTo>
                <a:lnTo>
                  <a:pt x="4843" y="15063"/>
                </a:lnTo>
                <a:lnTo>
                  <a:pt x="4892" y="14844"/>
                </a:lnTo>
                <a:lnTo>
                  <a:pt x="4940" y="14600"/>
                </a:lnTo>
                <a:lnTo>
                  <a:pt x="4940" y="14357"/>
                </a:lnTo>
                <a:lnTo>
                  <a:pt x="4916" y="13895"/>
                </a:lnTo>
                <a:lnTo>
                  <a:pt x="5062" y="13895"/>
                </a:lnTo>
                <a:lnTo>
                  <a:pt x="9515" y="13870"/>
                </a:lnTo>
                <a:lnTo>
                  <a:pt x="14040" y="13846"/>
                </a:lnTo>
                <a:lnTo>
                  <a:pt x="13967" y="13919"/>
                </a:lnTo>
                <a:lnTo>
                  <a:pt x="13919" y="13992"/>
                </a:lnTo>
                <a:lnTo>
                  <a:pt x="13846" y="14162"/>
                </a:lnTo>
                <a:lnTo>
                  <a:pt x="13797" y="14357"/>
                </a:lnTo>
                <a:lnTo>
                  <a:pt x="13797" y="14576"/>
                </a:lnTo>
                <a:lnTo>
                  <a:pt x="13821" y="14795"/>
                </a:lnTo>
                <a:lnTo>
                  <a:pt x="13846" y="14990"/>
                </a:lnTo>
                <a:lnTo>
                  <a:pt x="13943" y="15355"/>
                </a:lnTo>
                <a:lnTo>
                  <a:pt x="13967" y="15476"/>
                </a:lnTo>
                <a:lnTo>
                  <a:pt x="14016" y="15574"/>
                </a:lnTo>
                <a:lnTo>
                  <a:pt x="14162" y="15768"/>
                </a:lnTo>
                <a:lnTo>
                  <a:pt x="14357" y="15914"/>
                </a:lnTo>
                <a:lnTo>
                  <a:pt x="14551" y="16060"/>
                </a:lnTo>
                <a:lnTo>
                  <a:pt x="14795" y="16158"/>
                </a:lnTo>
                <a:lnTo>
                  <a:pt x="15038" y="16231"/>
                </a:lnTo>
                <a:lnTo>
                  <a:pt x="15281" y="16279"/>
                </a:lnTo>
                <a:lnTo>
                  <a:pt x="15500" y="16328"/>
                </a:lnTo>
                <a:lnTo>
                  <a:pt x="15744" y="16328"/>
                </a:lnTo>
                <a:lnTo>
                  <a:pt x="15963" y="16304"/>
                </a:lnTo>
                <a:lnTo>
                  <a:pt x="16157" y="16255"/>
                </a:lnTo>
                <a:lnTo>
                  <a:pt x="16352" y="16182"/>
                </a:lnTo>
                <a:lnTo>
                  <a:pt x="16547" y="16060"/>
                </a:lnTo>
                <a:lnTo>
                  <a:pt x="16717" y="15939"/>
                </a:lnTo>
                <a:lnTo>
                  <a:pt x="16887" y="15793"/>
                </a:lnTo>
                <a:lnTo>
                  <a:pt x="17033" y="15622"/>
                </a:lnTo>
                <a:lnTo>
                  <a:pt x="17131" y="15428"/>
                </a:lnTo>
                <a:lnTo>
                  <a:pt x="17204" y="15209"/>
                </a:lnTo>
                <a:lnTo>
                  <a:pt x="17252" y="14990"/>
                </a:lnTo>
                <a:lnTo>
                  <a:pt x="17277" y="14746"/>
                </a:lnTo>
                <a:lnTo>
                  <a:pt x="17277" y="14527"/>
                </a:lnTo>
                <a:lnTo>
                  <a:pt x="17277" y="14284"/>
                </a:lnTo>
                <a:lnTo>
                  <a:pt x="17204" y="13822"/>
                </a:lnTo>
                <a:lnTo>
                  <a:pt x="18250" y="13797"/>
                </a:lnTo>
                <a:lnTo>
                  <a:pt x="18372" y="13773"/>
                </a:lnTo>
                <a:lnTo>
                  <a:pt x="18445" y="13724"/>
                </a:lnTo>
                <a:lnTo>
                  <a:pt x="18493" y="13627"/>
                </a:lnTo>
                <a:lnTo>
                  <a:pt x="18493" y="13530"/>
                </a:lnTo>
                <a:lnTo>
                  <a:pt x="18493" y="13457"/>
                </a:lnTo>
                <a:lnTo>
                  <a:pt x="18445" y="13359"/>
                </a:lnTo>
                <a:lnTo>
                  <a:pt x="18372" y="13311"/>
                </a:lnTo>
                <a:lnTo>
                  <a:pt x="18250" y="13286"/>
                </a:lnTo>
                <a:lnTo>
                  <a:pt x="18445" y="12556"/>
                </a:lnTo>
                <a:lnTo>
                  <a:pt x="18566" y="11802"/>
                </a:lnTo>
                <a:lnTo>
                  <a:pt x="18639" y="11048"/>
                </a:lnTo>
                <a:lnTo>
                  <a:pt x="18664" y="10293"/>
                </a:lnTo>
                <a:lnTo>
                  <a:pt x="18639" y="9880"/>
                </a:lnTo>
                <a:lnTo>
                  <a:pt x="18615" y="9466"/>
                </a:lnTo>
                <a:lnTo>
                  <a:pt x="18493" y="8639"/>
                </a:lnTo>
                <a:lnTo>
                  <a:pt x="18445" y="8323"/>
                </a:lnTo>
                <a:lnTo>
                  <a:pt x="18372" y="7982"/>
                </a:lnTo>
                <a:lnTo>
                  <a:pt x="18250" y="7666"/>
                </a:lnTo>
                <a:lnTo>
                  <a:pt x="18177" y="7520"/>
                </a:lnTo>
                <a:lnTo>
                  <a:pt x="18104" y="7374"/>
                </a:lnTo>
                <a:lnTo>
                  <a:pt x="18080" y="7276"/>
                </a:lnTo>
                <a:lnTo>
                  <a:pt x="17982" y="6887"/>
                </a:lnTo>
                <a:lnTo>
                  <a:pt x="18274" y="6838"/>
                </a:lnTo>
                <a:lnTo>
                  <a:pt x="18542" y="6741"/>
                </a:lnTo>
                <a:lnTo>
                  <a:pt x="18834" y="6644"/>
                </a:lnTo>
                <a:lnTo>
                  <a:pt x="19102" y="6498"/>
                </a:lnTo>
                <a:lnTo>
                  <a:pt x="19199" y="6400"/>
                </a:lnTo>
                <a:lnTo>
                  <a:pt x="19272" y="6279"/>
                </a:lnTo>
                <a:lnTo>
                  <a:pt x="19321" y="6157"/>
                </a:lnTo>
                <a:lnTo>
                  <a:pt x="19321" y="6011"/>
                </a:lnTo>
                <a:lnTo>
                  <a:pt x="19321" y="5841"/>
                </a:lnTo>
                <a:lnTo>
                  <a:pt x="19321" y="5695"/>
                </a:lnTo>
                <a:lnTo>
                  <a:pt x="19272" y="5451"/>
                </a:lnTo>
                <a:lnTo>
                  <a:pt x="19199" y="5281"/>
                </a:lnTo>
                <a:lnTo>
                  <a:pt x="19126" y="5135"/>
                </a:lnTo>
                <a:lnTo>
                  <a:pt x="19029" y="5013"/>
                </a:lnTo>
                <a:lnTo>
                  <a:pt x="18907" y="4892"/>
                </a:lnTo>
                <a:lnTo>
                  <a:pt x="18785" y="4794"/>
                </a:lnTo>
                <a:lnTo>
                  <a:pt x="18664" y="4697"/>
                </a:lnTo>
                <a:lnTo>
                  <a:pt x="18372" y="4527"/>
                </a:lnTo>
                <a:lnTo>
                  <a:pt x="18080" y="4429"/>
                </a:lnTo>
                <a:lnTo>
                  <a:pt x="17934" y="4356"/>
                </a:lnTo>
                <a:lnTo>
                  <a:pt x="17763" y="4332"/>
                </a:lnTo>
                <a:lnTo>
                  <a:pt x="17593" y="4308"/>
                </a:lnTo>
                <a:lnTo>
                  <a:pt x="17423" y="4308"/>
                </a:lnTo>
                <a:lnTo>
                  <a:pt x="17252" y="4356"/>
                </a:lnTo>
                <a:lnTo>
                  <a:pt x="17131" y="4405"/>
                </a:lnTo>
                <a:lnTo>
                  <a:pt x="17082" y="4478"/>
                </a:lnTo>
                <a:lnTo>
                  <a:pt x="17082" y="4527"/>
                </a:lnTo>
                <a:lnTo>
                  <a:pt x="16863" y="3967"/>
                </a:lnTo>
                <a:lnTo>
                  <a:pt x="16595" y="3261"/>
                </a:lnTo>
                <a:lnTo>
                  <a:pt x="16303" y="2580"/>
                </a:lnTo>
                <a:lnTo>
                  <a:pt x="16133" y="2239"/>
                </a:lnTo>
                <a:lnTo>
                  <a:pt x="15938" y="1923"/>
                </a:lnTo>
                <a:lnTo>
                  <a:pt x="15719" y="1607"/>
                </a:lnTo>
                <a:lnTo>
                  <a:pt x="15476" y="1315"/>
                </a:lnTo>
                <a:lnTo>
                  <a:pt x="15354" y="1193"/>
                </a:lnTo>
                <a:lnTo>
                  <a:pt x="15379" y="1145"/>
                </a:lnTo>
                <a:lnTo>
                  <a:pt x="15403" y="1120"/>
                </a:lnTo>
                <a:lnTo>
                  <a:pt x="15379" y="1023"/>
                </a:lnTo>
                <a:lnTo>
                  <a:pt x="15306" y="974"/>
                </a:lnTo>
                <a:lnTo>
                  <a:pt x="15257" y="950"/>
                </a:lnTo>
                <a:lnTo>
                  <a:pt x="15208" y="950"/>
                </a:lnTo>
                <a:lnTo>
                  <a:pt x="15111" y="974"/>
                </a:lnTo>
                <a:lnTo>
                  <a:pt x="14892" y="804"/>
                </a:lnTo>
                <a:lnTo>
                  <a:pt x="14624" y="658"/>
                </a:lnTo>
                <a:lnTo>
                  <a:pt x="14381" y="536"/>
                </a:lnTo>
                <a:lnTo>
                  <a:pt x="14113" y="415"/>
                </a:lnTo>
                <a:lnTo>
                  <a:pt x="13821" y="317"/>
                </a:lnTo>
                <a:lnTo>
                  <a:pt x="13530" y="244"/>
                </a:lnTo>
                <a:lnTo>
                  <a:pt x="12970" y="123"/>
                </a:lnTo>
                <a:lnTo>
                  <a:pt x="12556" y="74"/>
                </a:lnTo>
                <a:lnTo>
                  <a:pt x="12143" y="50"/>
                </a:lnTo>
                <a:lnTo>
                  <a:pt x="11729" y="50"/>
                </a:lnTo>
                <a:lnTo>
                  <a:pt x="11291" y="74"/>
                </a:lnTo>
                <a:lnTo>
                  <a:pt x="10902" y="50"/>
                </a:lnTo>
                <a:lnTo>
                  <a:pt x="10123" y="25"/>
                </a:lnTo>
                <a:lnTo>
                  <a:pt x="9077" y="1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7"/>
          <p:cNvSpPr/>
          <p:nvPr/>
        </p:nvSpPr>
        <p:spPr>
          <a:xfrm>
            <a:off x="2382050" y="2591648"/>
            <a:ext cx="387526" cy="218566"/>
          </a:xfrm>
          <a:custGeom>
            <a:rect b="b" l="l" r="r" t="t"/>
            <a:pathLst>
              <a:path extrusionOk="0" h="12654" w="18640">
                <a:moveTo>
                  <a:pt x="11486" y="512"/>
                </a:moveTo>
                <a:lnTo>
                  <a:pt x="14089" y="536"/>
                </a:lnTo>
                <a:lnTo>
                  <a:pt x="16206" y="585"/>
                </a:lnTo>
                <a:lnTo>
                  <a:pt x="17106" y="585"/>
                </a:lnTo>
                <a:lnTo>
                  <a:pt x="17374" y="633"/>
                </a:lnTo>
                <a:lnTo>
                  <a:pt x="17617" y="706"/>
                </a:lnTo>
                <a:lnTo>
                  <a:pt x="17715" y="755"/>
                </a:lnTo>
                <a:lnTo>
                  <a:pt x="17812" y="828"/>
                </a:lnTo>
                <a:lnTo>
                  <a:pt x="17885" y="925"/>
                </a:lnTo>
                <a:lnTo>
                  <a:pt x="17958" y="1047"/>
                </a:lnTo>
                <a:lnTo>
                  <a:pt x="17982" y="1169"/>
                </a:lnTo>
                <a:lnTo>
                  <a:pt x="18007" y="1315"/>
                </a:lnTo>
                <a:lnTo>
                  <a:pt x="17982" y="1607"/>
                </a:lnTo>
                <a:lnTo>
                  <a:pt x="17958" y="1753"/>
                </a:lnTo>
                <a:lnTo>
                  <a:pt x="17958" y="1923"/>
                </a:lnTo>
                <a:lnTo>
                  <a:pt x="17958" y="2264"/>
                </a:lnTo>
                <a:lnTo>
                  <a:pt x="18007" y="2604"/>
                </a:lnTo>
                <a:lnTo>
                  <a:pt x="18031" y="2945"/>
                </a:lnTo>
                <a:lnTo>
                  <a:pt x="18031" y="3115"/>
                </a:lnTo>
                <a:lnTo>
                  <a:pt x="17520" y="3164"/>
                </a:lnTo>
                <a:lnTo>
                  <a:pt x="17009" y="3188"/>
                </a:lnTo>
                <a:lnTo>
                  <a:pt x="15963" y="3212"/>
                </a:lnTo>
                <a:lnTo>
                  <a:pt x="14917" y="3188"/>
                </a:lnTo>
                <a:lnTo>
                  <a:pt x="13870" y="3164"/>
                </a:lnTo>
                <a:lnTo>
                  <a:pt x="12751" y="3139"/>
                </a:lnTo>
                <a:lnTo>
                  <a:pt x="11607" y="3115"/>
                </a:lnTo>
                <a:lnTo>
                  <a:pt x="11023" y="3139"/>
                </a:lnTo>
                <a:lnTo>
                  <a:pt x="10439" y="3188"/>
                </a:lnTo>
                <a:lnTo>
                  <a:pt x="9855" y="3237"/>
                </a:lnTo>
                <a:lnTo>
                  <a:pt x="9271" y="3261"/>
                </a:lnTo>
                <a:lnTo>
                  <a:pt x="8712" y="3261"/>
                </a:lnTo>
                <a:lnTo>
                  <a:pt x="8152" y="3237"/>
                </a:lnTo>
                <a:lnTo>
                  <a:pt x="7057" y="3164"/>
                </a:lnTo>
                <a:lnTo>
                  <a:pt x="5938" y="3091"/>
                </a:lnTo>
                <a:lnTo>
                  <a:pt x="5403" y="3091"/>
                </a:lnTo>
                <a:lnTo>
                  <a:pt x="4843" y="3066"/>
                </a:lnTo>
                <a:lnTo>
                  <a:pt x="3651" y="3091"/>
                </a:lnTo>
                <a:lnTo>
                  <a:pt x="2483" y="3139"/>
                </a:lnTo>
                <a:lnTo>
                  <a:pt x="1412" y="3164"/>
                </a:lnTo>
                <a:lnTo>
                  <a:pt x="950" y="3164"/>
                </a:lnTo>
                <a:lnTo>
                  <a:pt x="731" y="3188"/>
                </a:lnTo>
                <a:lnTo>
                  <a:pt x="487" y="3212"/>
                </a:lnTo>
                <a:lnTo>
                  <a:pt x="487" y="3212"/>
                </a:lnTo>
                <a:lnTo>
                  <a:pt x="512" y="2799"/>
                </a:lnTo>
                <a:lnTo>
                  <a:pt x="560" y="2410"/>
                </a:lnTo>
                <a:lnTo>
                  <a:pt x="633" y="1996"/>
                </a:lnTo>
                <a:lnTo>
                  <a:pt x="731" y="1607"/>
                </a:lnTo>
                <a:lnTo>
                  <a:pt x="828" y="1363"/>
                </a:lnTo>
                <a:lnTo>
                  <a:pt x="925" y="1169"/>
                </a:lnTo>
                <a:lnTo>
                  <a:pt x="1071" y="998"/>
                </a:lnTo>
                <a:lnTo>
                  <a:pt x="1217" y="852"/>
                </a:lnTo>
                <a:lnTo>
                  <a:pt x="1388" y="731"/>
                </a:lnTo>
                <a:lnTo>
                  <a:pt x="1582" y="658"/>
                </a:lnTo>
                <a:lnTo>
                  <a:pt x="1777" y="585"/>
                </a:lnTo>
                <a:lnTo>
                  <a:pt x="1996" y="512"/>
                </a:lnTo>
                <a:lnTo>
                  <a:pt x="2118" y="560"/>
                </a:lnTo>
                <a:lnTo>
                  <a:pt x="2239" y="560"/>
                </a:lnTo>
                <a:lnTo>
                  <a:pt x="2483" y="585"/>
                </a:lnTo>
                <a:lnTo>
                  <a:pt x="2969" y="536"/>
                </a:lnTo>
                <a:lnTo>
                  <a:pt x="4016" y="512"/>
                </a:lnTo>
                <a:lnTo>
                  <a:pt x="5062" y="512"/>
                </a:lnTo>
                <a:lnTo>
                  <a:pt x="6084" y="536"/>
                </a:lnTo>
                <a:lnTo>
                  <a:pt x="7106" y="560"/>
                </a:lnTo>
                <a:lnTo>
                  <a:pt x="8128" y="585"/>
                </a:lnTo>
                <a:lnTo>
                  <a:pt x="8639" y="585"/>
                </a:lnTo>
                <a:lnTo>
                  <a:pt x="9150" y="560"/>
                </a:lnTo>
                <a:lnTo>
                  <a:pt x="10220" y="512"/>
                </a:lnTo>
                <a:close/>
                <a:moveTo>
                  <a:pt x="487" y="3650"/>
                </a:moveTo>
                <a:lnTo>
                  <a:pt x="560" y="3675"/>
                </a:lnTo>
                <a:lnTo>
                  <a:pt x="512" y="3748"/>
                </a:lnTo>
                <a:lnTo>
                  <a:pt x="487" y="3772"/>
                </a:lnTo>
                <a:lnTo>
                  <a:pt x="487" y="3650"/>
                </a:lnTo>
                <a:close/>
                <a:moveTo>
                  <a:pt x="10147" y="3748"/>
                </a:moveTo>
                <a:lnTo>
                  <a:pt x="9782" y="4137"/>
                </a:lnTo>
                <a:lnTo>
                  <a:pt x="9612" y="4356"/>
                </a:lnTo>
                <a:lnTo>
                  <a:pt x="9466" y="4575"/>
                </a:lnTo>
                <a:lnTo>
                  <a:pt x="9344" y="4745"/>
                </a:lnTo>
                <a:lnTo>
                  <a:pt x="9344" y="4745"/>
                </a:lnTo>
                <a:lnTo>
                  <a:pt x="9515" y="4356"/>
                </a:lnTo>
                <a:lnTo>
                  <a:pt x="9685" y="3967"/>
                </a:lnTo>
                <a:lnTo>
                  <a:pt x="9782" y="3796"/>
                </a:lnTo>
                <a:lnTo>
                  <a:pt x="9807" y="3772"/>
                </a:lnTo>
                <a:lnTo>
                  <a:pt x="10147" y="3748"/>
                </a:lnTo>
                <a:close/>
                <a:moveTo>
                  <a:pt x="1509" y="3699"/>
                </a:moveTo>
                <a:lnTo>
                  <a:pt x="1339" y="3845"/>
                </a:lnTo>
                <a:lnTo>
                  <a:pt x="1217" y="3991"/>
                </a:lnTo>
                <a:lnTo>
                  <a:pt x="950" y="4332"/>
                </a:lnTo>
                <a:lnTo>
                  <a:pt x="731" y="4648"/>
                </a:lnTo>
                <a:lnTo>
                  <a:pt x="512" y="4989"/>
                </a:lnTo>
                <a:lnTo>
                  <a:pt x="512" y="4697"/>
                </a:lnTo>
                <a:lnTo>
                  <a:pt x="633" y="4380"/>
                </a:lnTo>
                <a:lnTo>
                  <a:pt x="779" y="4040"/>
                </a:lnTo>
                <a:lnTo>
                  <a:pt x="877" y="3869"/>
                </a:lnTo>
                <a:lnTo>
                  <a:pt x="998" y="3723"/>
                </a:lnTo>
                <a:lnTo>
                  <a:pt x="1509" y="3699"/>
                </a:lnTo>
                <a:close/>
                <a:moveTo>
                  <a:pt x="15452" y="3723"/>
                </a:moveTo>
                <a:lnTo>
                  <a:pt x="15111" y="4186"/>
                </a:lnTo>
                <a:lnTo>
                  <a:pt x="14746" y="4648"/>
                </a:lnTo>
                <a:lnTo>
                  <a:pt x="14454" y="5013"/>
                </a:lnTo>
                <a:lnTo>
                  <a:pt x="14333" y="5208"/>
                </a:lnTo>
                <a:lnTo>
                  <a:pt x="14235" y="5402"/>
                </a:lnTo>
                <a:lnTo>
                  <a:pt x="13846" y="5402"/>
                </a:lnTo>
                <a:lnTo>
                  <a:pt x="13919" y="5305"/>
                </a:lnTo>
                <a:lnTo>
                  <a:pt x="13992" y="5159"/>
                </a:lnTo>
                <a:lnTo>
                  <a:pt x="14089" y="4964"/>
                </a:lnTo>
                <a:lnTo>
                  <a:pt x="14479" y="4356"/>
                </a:lnTo>
                <a:lnTo>
                  <a:pt x="14673" y="4040"/>
                </a:lnTo>
                <a:lnTo>
                  <a:pt x="14722" y="3869"/>
                </a:lnTo>
                <a:lnTo>
                  <a:pt x="14771" y="3723"/>
                </a:lnTo>
                <a:close/>
                <a:moveTo>
                  <a:pt x="14503" y="3699"/>
                </a:moveTo>
                <a:lnTo>
                  <a:pt x="14187" y="4161"/>
                </a:lnTo>
                <a:lnTo>
                  <a:pt x="13919" y="4599"/>
                </a:lnTo>
                <a:lnTo>
                  <a:pt x="13651" y="4989"/>
                </a:lnTo>
                <a:lnTo>
                  <a:pt x="13530" y="5183"/>
                </a:lnTo>
                <a:lnTo>
                  <a:pt x="13505" y="5281"/>
                </a:lnTo>
                <a:lnTo>
                  <a:pt x="13481" y="5402"/>
                </a:lnTo>
                <a:lnTo>
                  <a:pt x="13481" y="5427"/>
                </a:lnTo>
                <a:lnTo>
                  <a:pt x="13019" y="5427"/>
                </a:lnTo>
                <a:lnTo>
                  <a:pt x="13116" y="5183"/>
                </a:lnTo>
                <a:lnTo>
                  <a:pt x="13238" y="4940"/>
                </a:lnTo>
                <a:lnTo>
                  <a:pt x="13432" y="4648"/>
                </a:lnTo>
                <a:lnTo>
                  <a:pt x="13627" y="4332"/>
                </a:lnTo>
                <a:lnTo>
                  <a:pt x="13822" y="4015"/>
                </a:lnTo>
                <a:lnTo>
                  <a:pt x="13968" y="3699"/>
                </a:lnTo>
                <a:close/>
                <a:moveTo>
                  <a:pt x="16255" y="3723"/>
                </a:moveTo>
                <a:lnTo>
                  <a:pt x="15914" y="4210"/>
                </a:lnTo>
                <a:lnTo>
                  <a:pt x="15573" y="4672"/>
                </a:lnTo>
                <a:lnTo>
                  <a:pt x="15282" y="5037"/>
                </a:lnTo>
                <a:lnTo>
                  <a:pt x="15160" y="5208"/>
                </a:lnTo>
                <a:lnTo>
                  <a:pt x="15111" y="5329"/>
                </a:lnTo>
                <a:lnTo>
                  <a:pt x="15087" y="5427"/>
                </a:lnTo>
                <a:lnTo>
                  <a:pt x="14722" y="5427"/>
                </a:lnTo>
                <a:lnTo>
                  <a:pt x="14795" y="5329"/>
                </a:lnTo>
                <a:lnTo>
                  <a:pt x="15257" y="4697"/>
                </a:lnTo>
                <a:lnTo>
                  <a:pt x="15403" y="4478"/>
                </a:lnTo>
                <a:lnTo>
                  <a:pt x="15525" y="4234"/>
                </a:lnTo>
                <a:lnTo>
                  <a:pt x="15622" y="3991"/>
                </a:lnTo>
                <a:lnTo>
                  <a:pt x="15646" y="3845"/>
                </a:lnTo>
                <a:lnTo>
                  <a:pt x="15671" y="3723"/>
                </a:lnTo>
                <a:close/>
                <a:moveTo>
                  <a:pt x="3748" y="3626"/>
                </a:moveTo>
                <a:lnTo>
                  <a:pt x="3602" y="3772"/>
                </a:lnTo>
                <a:lnTo>
                  <a:pt x="3480" y="3967"/>
                </a:lnTo>
                <a:lnTo>
                  <a:pt x="3286" y="4307"/>
                </a:lnTo>
                <a:lnTo>
                  <a:pt x="3091" y="4599"/>
                </a:lnTo>
                <a:lnTo>
                  <a:pt x="2872" y="4867"/>
                </a:lnTo>
                <a:lnTo>
                  <a:pt x="2677" y="5159"/>
                </a:lnTo>
                <a:lnTo>
                  <a:pt x="2580" y="5305"/>
                </a:lnTo>
                <a:lnTo>
                  <a:pt x="2507" y="5451"/>
                </a:lnTo>
                <a:lnTo>
                  <a:pt x="2191" y="5451"/>
                </a:lnTo>
                <a:lnTo>
                  <a:pt x="2312" y="5305"/>
                </a:lnTo>
                <a:lnTo>
                  <a:pt x="2410" y="5135"/>
                </a:lnTo>
                <a:lnTo>
                  <a:pt x="2604" y="4867"/>
                </a:lnTo>
                <a:lnTo>
                  <a:pt x="2799" y="4599"/>
                </a:lnTo>
                <a:lnTo>
                  <a:pt x="2945" y="4307"/>
                </a:lnTo>
                <a:lnTo>
                  <a:pt x="3091" y="4040"/>
                </a:lnTo>
                <a:lnTo>
                  <a:pt x="3213" y="3748"/>
                </a:lnTo>
                <a:lnTo>
                  <a:pt x="3213" y="3699"/>
                </a:lnTo>
                <a:lnTo>
                  <a:pt x="3164" y="3675"/>
                </a:lnTo>
                <a:lnTo>
                  <a:pt x="3115" y="3650"/>
                </a:lnTo>
                <a:lnTo>
                  <a:pt x="3091" y="3699"/>
                </a:lnTo>
                <a:lnTo>
                  <a:pt x="2872" y="3942"/>
                </a:lnTo>
                <a:lnTo>
                  <a:pt x="2653" y="4210"/>
                </a:lnTo>
                <a:lnTo>
                  <a:pt x="2434" y="4453"/>
                </a:lnTo>
                <a:lnTo>
                  <a:pt x="2215" y="4721"/>
                </a:lnTo>
                <a:lnTo>
                  <a:pt x="1947" y="5062"/>
                </a:lnTo>
                <a:lnTo>
                  <a:pt x="1826" y="5232"/>
                </a:lnTo>
                <a:lnTo>
                  <a:pt x="1777" y="5329"/>
                </a:lnTo>
                <a:lnTo>
                  <a:pt x="1753" y="5427"/>
                </a:lnTo>
                <a:lnTo>
                  <a:pt x="1388" y="5427"/>
                </a:lnTo>
                <a:lnTo>
                  <a:pt x="1461" y="5305"/>
                </a:lnTo>
                <a:lnTo>
                  <a:pt x="1534" y="5159"/>
                </a:lnTo>
                <a:lnTo>
                  <a:pt x="1631" y="5013"/>
                </a:lnTo>
                <a:lnTo>
                  <a:pt x="1728" y="4867"/>
                </a:lnTo>
                <a:lnTo>
                  <a:pt x="1972" y="4575"/>
                </a:lnTo>
                <a:lnTo>
                  <a:pt x="2142" y="4356"/>
                </a:lnTo>
                <a:lnTo>
                  <a:pt x="2288" y="4137"/>
                </a:lnTo>
                <a:lnTo>
                  <a:pt x="2410" y="3894"/>
                </a:lnTo>
                <a:lnTo>
                  <a:pt x="2507" y="3650"/>
                </a:lnTo>
                <a:lnTo>
                  <a:pt x="3748" y="3626"/>
                </a:lnTo>
                <a:close/>
                <a:moveTo>
                  <a:pt x="4551" y="3602"/>
                </a:moveTo>
                <a:lnTo>
                  <a:pt x="4356" y="3796"/>
                </a:lnTo>
                <a:lnTo>
                  <a:pt x="4186" y="4015"/>
                </a:lnTo>
                <a:lnTo>
                  <a:pt x="3894" y="4478"/>
                </a:lnTo>
                <a:lnTo>
                  <a:pt x="3699" y="4697"/>
                </a:lnTo>
                <a:lnTo>
                  <a:pt x="3505" y="4940"/>
                </a:lnTo>
                <a:lnTo>
                  <a:pt x="3407" y="5062"/>
                </a:lnTo>
                <a:lnTo>
                  <a:pt x="3334" y="5183"/>
                </a:lnTo>
                <a:lnTo>
                  <a:pt x="3286" y="5329"/>
                </a:lnTo>
                <a:lnTo>
                  <a:pt x="3261" y="5451"/>
                </a:lnTo>
                <a:lnTo>
                  <a:pt x="2921" y="5451"/>
                </a:lnTo>
                <a:lnTo>
                  <a:pt x="3067" y="5281"/>
                </a:lnTo>
                <a:lnTo>
                  <a:pt x="3213" y="5062"/>
                </a:lnTo>
                <a:lnTo>
                  <a:pt x="3432" y="4672"/>
                </a:lnTo>
                <a:lnTo>
                  <a:pt x="3724" y="4161"/>
                </a:lnTo>
                <a:lnTo>
                  <a:pt x="4016" y="3602"/>
                </a:lnTo>
                <a:close/>
                <a:moveTo>
                  <a:pt x="13140" y="3675"/>
                </a:moveTo>
                <a:lnTo>
                  <a:pt x="13724" y="3699"/>
                </a:lnTo>
                <a:lnTo>
                  <a:pt x="13505" y="3894"/>
                </a:lnTo>
                <a:lnTo>
                  <a:pt x="13335" y="4137"/>
                </a:lnTo>
                <a:lnTo>
                  <a:pt x="12994" y="4624"/>
                </a:lnTo>
                <a:lnTo>
                  <a:pt x="12751" y="5013"/>
                </a:lnTo>
                <a:lnTo>
                  <a:pt x="12605" y="5232"/>
                </a:lnTo>
                <a:lnTo>
                  <a:pt x="12483" y="5451"/>
                </a:lnTo>
                <a:lnTo>
                  <a:pt x="12313" y="5451"/>
                </a:lnTo>
                <a:lnTo>
                  <a:pt x="12459" y="5256"/>
                </a:lnTo>
                <a:lnTo>
                  <a:pt x="12556" y="5037"/>
                </a:lnTo>
                <a:lnTo>
                  <a:pt x="12775" y="4624"/>
                </a:lnTo>
                <a:lnTo>
                  <a:pt x="12873" y="4405"/>
                </a:lnTo>
                <a:lnTo>
                  <a:pt x="12946" y="4161"/>
                </a:lnTo>
                <a:lnTo>
                  <a:pt x="13043" y="3918"/>
                </a:lnTo>
                <a:lnTo>
                  <a:pt x="13140" y="3675"/>
                </a:lnTo>
                <a:close/>
                <a:moveTo>
                  <a:pt x="16912" y="3723"/>
                </a:moveTo>
                <a:lnTo>
                  <a:pt x="16547" y="4283"/>
                </a:lnTo>
                <a:lnTo>
                  <a:pt x="16328" y="4575"/>
                </a:lnTo>
                <a:lnTo>
                  <a:pt x="16109" y="4818"/>
                </a:lnTo>
                <a:lnTo>
                  <a:pt x="15841" y="5086"/>
                </a:lnTo>
                <a:lnTo>
                  <a:pt x="15695" y="5281"/>
                </a:lnTo>
                <a:lnTo>
                  <a:pt x="15573" y="5451"/>
                </a:lnTo>
                <a:lnTo>
                  <a:pt x="15501" y="5451"/>
                </a:lnTo>
                <a:lnTo>
                  <a:pt x="15695" y="5135"/>
                </a:lnTo>
                <a:lnTo>
                  <a:pt x="15914" y="4843"/>
                </a:lnTo>
                <a:lnTo>
                  <a:pt x="16084" y="4575"/>
                </a:lnTo>
                <a:lnTo>
                  <a:pt x="16230" y="4307"/>
                </a:lnTo>
                <a:lnTo>
                  <a:pt x="16474" y="3723"/>
                </a:lnTo>
                <a:close/>
                <a:moveTo>
                  <a:pt x="12921" y="3650"/>
                </a:moveTo>
                <a:lnTo>
                  <a:pt x="12800" y="3821"/>
                </a:lnTo>
                <a:lnTo>
                  <a:pt x="12702" y="3991"/>
                </a:lnTo>
                <a:lnTo>
                  <a:pt x="12532" y="4332"/>
                </a:lnTo>
                <a:lnTo>
                  <a:pt x="12362" y="4599"/>
                </a:lnTo>
                <a:lnTo>
                  <a:pt x="12167" y="4891"/>
                </a:lnTo>
                <a:lnTo>
                  <a:pt x="11997" y="5159"/>
                </a:lnTo>
                <a:lnTo>
                  <a:pt x="11948" y="5305"/>
                </a:lnTo>
                <a:lnTo>
                  <a:pt x="11899" y="5451"/>
                </a:lnTo>
                <a:lnTo>
                  <a:pt x="11583" y="5475"/>
                </a:lnTo>
                <a:lnTo>
                  <a:pt x="11583" y="5475"/>
                </a:lnTo>
                <a:lnTo>
                  <a:pt x="11729" y="5232"/>
                </a:lnTo>
                <a:lnTo>
                  <a:pt x="11826" y="4964"/>
                </a:lnTo>
                <a:lnTo>
                  <a:pt x="12045" y="4453"/>
                </a:lnTo>
                <a:lnTo>
                  <a:pt x="12216" y="4064"/>
                </a:lnTo>
                <a:lnTo>
                  <a:pt x="12289" y="3869"/>
                </a:lnTo>
                <a:lnTo>
                  <a:pt x="12337" y="3650"/>
                </a:lnTo>
                <a:close/>
                <a:moveTo>
                  <a:pt x="4746" y="3602"/>
                </a:moveTo>
                <a:lnTo>
                  <a:pt x="5792" y="3626"/>
                </a:lnTo>
                <a:lnTo>
                  <a:pt x="6814" y="3675"/>
                </a:lnTo>
                <a:lnTo>
                  <a:pt x="6571" y="3845"/>
                </a:lnTo>
                <a:lnTo>
                  <a:pt x="6352" y="4064"/>
                </a:lnTo>
                <a:lnTo>
                  <a:pt x="6157" y="4283"/>
                </a:lnTo>
                <a:lnTo>
                  <a:pt x="5987" y="4526"/>
                </a:lnTo>
                <a:lnTo>
                  <a:pt x="5573" y="5135"/>
                </a:lnTo>
                <a:lnTo>
                  <a:pt x="5427" y="5305"/>
                </a:lnTo>
                <a:lnTo>
                  <a:pt x="5403" y="5402"/>
                </a:lnTo>
                <a:lnTo>
                  <a:pt x="5378" y="5500"/>
                </a:lnTo>
                <a:lnTo>
                  <a:pt x="5013" y="5500"/>
                </a:lnTo>
                <a:lnTo>
                  <a:pt x="5232" y="5232"/>
                </a:lnTo>
                <a:lnTo>
                  <a:pt x="5427" y="4940"/>
                </a:lnTo>
                <a:lnTo>
                  <a:pt x="6206" y="3748"/>
                </a:lnTo>
                <a:lnTo>
                  <a:pt x="6230" y="3699"/>
                </a:lnTo>
                <a:lnTo>
                  <a:pt x="6206" y="3675"/>
                </a:lnTo>
                <a:lnTo>
                  <a:pt x="6108" y="3675"/>
                </a:lnTo>
                <a:lnTo>
                  <a:pt x="5865" y="3894"/>
                </a:lnTo>
                <a:lnTo>
                  <a:pt x="5646" y="4113"/>
                </a:lnTo>
                <a:lnTo>
                  <a:pt x="5427" y="4356"/>
                </a:lnTo>
                <a:lnTo>
                  <a:pt x="5208" y="4599"/>
                </a:lnTo>
                <a:lnTo>
                  <a:pt x="4892" y="5013"/>
                </a:lnTo>
                <a:lnTo>
                  <a:pt x="4770" y="5256"/>
                </a:lnTo>
                <a:lnTo>
                  <a:pt x="4648" y="5500"/>
                </a:lnTo>
                <a:lnTo>
                  <a:pt x="4429" y="5475"/>
                </a:lnTo>
                <a:lnTo>
                  <a:pt x="4746" y="5037"/>
                </a:lnTo>
                <a:lnTo>
                  <a:pt x="4989" y="4745"/>
                </a:lnTo>
                <a:lnTo>
                  <a:pt x="5208" y="4405"/>
                </a:lnTo>
                <a:lnTo>
                  <a:pt x="5403" y="4088"/>
                </a:lnTo>
                <a:lnTo>
                  <a:pt x="5476" y="3894"/>
                </a:lnTo>
                <a:lnTo>
                  <a:pt x="5549" y="3723"/>
                </a:lnTo>
                <a:lnTo>
                  <a:pt x="5549" y="3675"/>
                </a:lnTo>
                <a:lnTo>
                  <a:pt x="5500" y="3650"/>
                </a:lnTo>
                <a:lnTo>
                  <a:pt x="5476" y="3626"/>
                </a:lnTo>
                <a:lnTo>
                  <a:pt x="5427" y="3650"/>
                </a:lnTo>
                <a:lnTo>
                  <a:pt x="5159" y="3918"/>
                </a:lnTo>
                <a:lnTo>
                  <a:pt x="4916" y="4210"/>
                </a:lnTo>
                <a:lnTo>
                  <a:pt x="4429" y="4794"/>
                </a:lnTo>
                <a:lnTo>
                  <a:pt x="4162" y="5110"/>
                </a:lnTo>
                <a:lnTo>
                  <a:pt x="4016" y="5281"/>
                </a:lnTo>
                <a:lnTo>
                  <a:pt x="3894" y="5475"/>
                </a:lnTo>
                <a:lnTo>
                  <a:pt x="3529" y="5451"/>
                </a:lnTo>
                <a:lnTo>
                  <a:pt x="3821" y="5086"/>
                </a:lnTo>
                <a:lnTo>
                  <a:pt x="4064" y="4721"/>
                </a:lnTo>
                <a:lnTo>
                  <a:pt x="4405" y="4161"/>
                </a:lnTo>
                <a:lnTo>
                  <a:pt x="4575" y="3869"/>
                </a:lnTo>
                <a:lnTo>
                  <a:pt x="4746" y="3602"/>
                </a:lnTo>
                <a:close/>
                <a:moveTo>
                  <a:pt x="11997" y="3650"/>
                </a:moveTo>
                <a:lnTo>
                  <a:pt x="11875" y="3869"/>
                </a:lnTo>
                <a:lnTo>
                  <a:pt x="11778" y="4088"/>
                </a:lnTo>
                <a:lnTo>
                  <a:pt x="11559" y="4551"/>
                </a:lnTo>
                <a:lnTo>
                  <a:pt x="11315" y="4989"/>
                </a:lnTo>
                <a:lnTo>
                  <a:pt x="11218" y="5232"/>
                </a:lnTo>
                <a:lnTo>
                  <a:pt x="11194" y="5378"/>
                </a:lnTo>
                <a:lnTo>
                  <a:pt x="11169" y="5500"/>
                </a:lnTo>
                <a:lnTo>
                  <a:pt x="10756" y="5500"/>
                </a:lnTo>
                <a:lnTo>
                  <a:pt x="10950" y="5256"/>
                </a:lnTo>
                <a:lnTo>
                  <a:pt x="11121" y="4989"/>
                </a:lnTo>
                <a:lnTo>
                  <a:pt x="11291" y="4672"/>
                </a:lnTo>
                <a:lnTo>
                  <a:pt x="11437" y="4332"/>
                </a:lnTo>
                <a:lnTo>
                  <a:pt x="11705" y="3650"/>
                </a:lnTo>
                <a:close/>
                <a:moveTo>
                  <a:pt x="17593" y="3699"/>
                </a:moveTo>
                <a:lnTo>
                  <a:pt x="17471" y="3894"/>
                </a:lnTo>
                <a:lnTo>
                  <a:pt x="17325" y="4088"/>
                </a:lnTo>
                <a:lnTo>
                  <a:pt x="17082" y="4502"/>
                </a:lnTo>
                <a:lnTo>
                  <a:pt x="16887" y="4745"/>
                </a:lnTo>
                <a:lnTo>
                  <a:pt x="16668" y="4989"/>
                </a:lnTo>
                <a:lnTo>
                  <a:pt x="16474" y="5232"/>
                </a:lnTo>
                <a:lnTo>
                  <a:pt x="16376" y="5378"/>
                </a:lnTo>
                <a:lnTo>
                  <a:pt x="16303" y="5500"/>
                </a:lnTo>
                <a:lnTo>
                  <a:pt x="16133" y="5475"/>
                </a:lnTo>
                <a:lnTo>
                  <a:pt x="16620" y="4867"/>
                </a:lnTo>
                <a:lnTo>
                  <a:pt x="16790" y="4599"/>
                </a:lnTo>
                <a:lnTo>
                  <a:pt x="16936" y="4307"/>
                </a:lnTo>
                <a:lnTo>
                  <a:pt x="17033" y="4015"/>
                </a:lnTo>
                <a:lnTo>
                  <a:pt x="17131" y="3723"/>
                </a:lnTo>
                <a:lnTo>
                  <a:pt x="17593" y="3699"/>
                </a:lnTo>
                <a:close/>
                <a:moveTo>
                  <a:pt x="2337" y="3650"/>
                </a:moveTo>
                <a:lnTo>
                  <a:pt x="1947" y="4064"/>
                </a:lnTo>
                <a:lnTo>
                  <a:pt x="1558" y="4478"/>
                </a:lnTo>
                <a:lnTo>
                  <a:pt x="1363" y="4697"/>
                </a:lnTo>
                <a:lnTo>
                  <a:pt x="1193" y="4940"/>
                </a:lnTo>
                <a:lnTo>
                  <a:pt x="1096" y="5062"/>
                </a:lnTo>
                <a:lnTo>
                  <a:pt x="1047" y="5183"/>
                </a:lnTo>
                <a:lnTo>
                  <a:pt x="1023" y="5329"/>
                </a:lnTo>
                <a:lnTo>
                  <a:pt x="1023" y="5451"/>
                </a:lnTo>
                <a:lnTo>
                  <a:pt x="804" y="5475"/>
                </a:lnTo>
                <a:lnTo>
                  <a:pt x="609" y="5524"/>
                </a:lnTo>
                <a:lnTo>
                  <a:pt x="609" y="5524"/>
                </a:lnTo>
                <a:lnTo>
                  <a:pt x="682" y="5451"/>
                </a:lnTo>
                <a:lnTo>
                  <a:pt x="755" y="5354"/>
                </a:lnTo>
                <a:lnTo>
                  <a:pt x="901" y="5135"/>
                </a:lnTo>
                <a:lnTo>
                  <a:pt x="1023" y="4891"/>
                </a:lnTo>
                <a:lnTo>
                  <a:pt x="1120" y="4697"/>
                </a:lnTo>
                <a:lnTo>
                  <a:pt x="1485" y="4186"/>
                </a:lnTo>
                <a:lnTo>
                  <a:pt x="1874" y="3675"/>
                </a:lnTo>
                <a:lnTo>
                  <a:pt x="2288" y="3650"/>
                </a:lnTo>
                <a:close/>
                <a:moveTo>
                  <a:pt x="11510" y="3650"/>
                </a:moveTo>
                <a:lnTo>
                  <a:pt x="11291" y="3967"/>
                </a:lnTo>
                <a:lnTo>
                  <a:pt x="11096" y="4283"/>
                </a:lnTo>
                <a:lnTo>
                  <a:pt x="10902" y="4599"/>
                </a:lnTo>
                <a:lnTo>
                  <a:pt x="10707" y="4891"/>
                </a:lnTo>
                <a:lnTo>
                  <a:pt x="10464" y="5208"/>
                </a:lnTo>
                <a:lnTo>
                  <a:pt x="10366" y="5354"/>
                </a:lnTo>
                <a:lnTo>
                  <a:pt x="10269" y="5524"/>
                </a:lnTo>
                <a:lnTo>
                  <a:pt x="10001" y="5524"/>
                </a:lnTo>
                <a:lnTo>
                  <a:pt x="10269" y="5208"/>
                </a:lnTo>
                <a:lnTo>
                  <a:pt x="10488" y="4891"/>
                </a:lnTo>
                <a:lnTo>
                  <a:pt x="10683" y="4599"/>
                </a:lnTo>
                <a:lnTo>
                  <a:pt x="10853" y="4307"/>
                </a:lnTo>
                <a:lnTo>
                  <a:pt x="11023" y="3991"/>
                </a:lnTo>
                <a:lnTo>
                  <a:pt x="11145" y="3675"/>
                </a:lnTo>
                <a:lnTo>
                  <a:pt x="11437" y="3650"/>
                </a:lnTo>
                <a:close/>
                <a:moveTo>
                  <a:pt x="6936" y="3699"/>
                </a:moveTo>
                <a:lnTo>
                  <a:pt x="7325" y="3723"/>
                </a:lnTo>
                <a:lnTo>
                  <a:pt x="7057" y="4015"/>
                </a:lnTo>
                <a:lnTo>
                  <a:pt x="6814" y="4356"/>
                </a:lnTo>
                <a:lnTo>
                  <a:pt x="6619" y="4599"/>
                </a:lnTo>
                <a:lnTo>
                  <a:pt x="6400" y="4867"/>
                </a:lnTo>
                <a:lnTo>
                  <a:pt x="6327" y="5013"/>
                </a:lnTo>
                <a:lnTo>
                  <a:pt x="6254" y="5159"/>
                </a:lnTo>
                <a:lnTo>
                  <a:pt x="6206" y="5329"/>
                </a:lnTo>
                <a:lnTo>
                  <a:pt x="6206" y="5475"/>
                </a:lnTo>
                <a:lnTo>
                  <a:pt x="6206" y="5500"/>
                </a:lnTo>
                <a:lnTo>
                  <a:pt x="6230" y="5548"/>
                </a:lnTo>
                <a:lnTo>
                  <a:pt x="5768" y="5524"/>
                </a:lnTo>
                <a:lnTo>
                  <a:pt x="5889" y="5378"/>
                </a:lnTo>
                <a:lnTo>
                  <a:pt x="5987" y="5208"/>
                </a:lnTo>
                <a:lnTo>
                  <a:pt x="6157" y="4916"/>
                </a:lnTo>
                <a:lnTo>
                  <a:pt x="6546" y="4332"/>
                </a:lnTo>
                <a:lnTo>
                  <a:pt x="6936" y="3723"/>
                </a:lnTo>
                <a:lnTo>
                  <a:pt x="6936" y="3699"/>
                </a:lnTo>
                <a:close/>
                <a:moveTo>
                  <a:pt x="7568" y="3723"/>
                </a:moveTo>
                <a:lnTo>
                  <a:pt x="8103" y="3748"/>
                </a:lnTo>
                <a:lnTo>
                  <a:pt x="7933" y="3991"/>
                </a:lnTo>
                <a:lnTo>
                  <a:pt x="7763" y="4234"/>
                </a:lnTo>
                <a:lnTo>
                  <a:pt x="7592" y="4478"/>
                </a:lnTo>
                <a:lnTo>
                  <a:pt x="7422" y="4721"/>
                </a:lnTo>
                <a:lnTo>
                  <a:pt x="7057" y="5110"/>
                </a:lnTo>
                <a:lnTo>
                  <a:pt x="6887" y="5329"/>
                </a:lnTo>
                <a:lnTo>
                  <a:pt x="6838" y="5427"/>
                </a:lnTo>
                <a:lnTo>
                  <a:pt x="6814" y="5548"/>
                </a:lnTo>
                <a:lnTo>
                  <a:pt x="6327" y="5548"/>
                </a:lnTo>
                <a:lnTo>
                  <a:pt x="6449" y="5451"/>
                </a:lnTo>
                <a:lnTo>
                  <a:pt x="6546" y="5354"/>
                </a:lnTo>
                <a:lnTo>
                  <a:pt x="6717" y="5110"/>
                </a:lnTo>
                <a:lnTo>
                  <a:pt x="7009" y="4624"/>
                </a:lnTo>
                <a:lnTo>
                  <a:pt x="7325" y="4186"/>
                </a:lnTo>
                <a:lnTo>
                  <a:pt x="7447" y="3967"/>
                </a:lnTo>
                <a:lnTo>
                  <a:pt x="7568" y="3723"/>
                </a:lnTo>
                <a:close/>
                <a:moveTo>
                  <a:pt x="10902" y="3675"/>
                </a:moveTo>
                <a:lnTo>
                  <a:pt x="10172" y="4721"/>
                </a:lnTo>
                <a:lnTo>
                  <a:pt x="10026" y="4916"/>
                </a:lnTo>
                <a:lnTo>
                  <a:pt x="9855" y="5110"/>
                </a:lnTo>
                <a:lnTo>
                  <a:pt x="9709" y="5329"/>
                </a:lnTo>
                <a:lnTo>
                  <a:pt x="9661" y="5427"/>
                </a:lnTo>
                <a:lnTo>
                  <a:pt x="9612" y="5548"/>
                </a:lnTo>
                <a:lnTo>
                  <a:pt x="9320" y="5548"/>
                </a:lnTo>
                <a:lnTo>
                  <a:pt x="9515" y="5208"/>
                </a:lnTo>
                <a:lnTo>
                  <a:pt x="9661" y="4867"/>
                </a:lnTo>
                <a:lnTo>
                  <a:pt x="10026" y="4307"/>
                </a:lnTo>
                <a:lnTo>
                  <a:pt x="10391" y="3723"/>
                </a:lnTo>
                <a:lnTo>
                  <a:pt x="10902" y="3675"/>
                </a:lnTo>
                <a:close/>
                <a:moveTo>
                  <a:pt x="9150" y="5062"/>
                </a:moveTo>
                <a:lnTo>
                  <a:pt x="9004" y="5305"/>
                </a:lnTo>
                <a:lnTo>
                  <a:pt x="8979" y="5427"/>
                </a:lnTo>
                <a:lnTo>
                  <a:pt x="8931" y="5548"/>
                </a:lnTo>
                <a:lnTo>
                  <a:pt x="8736" y="5573"/>
                </a:lnTo>
                <a:lnTo>
                  <a:pt x="8736" y="5573"/>
                </a:lnTo>
                <a:lnTo>
                  <a:pt x="8955" y="5281"/>
                </a:lnTo>
                <a:lnTo>
                  <a:pt x="9150" y="5062"/>
                </a:lnTo>
                <a:close/>
                <a:moveTo>
                  <a:pt x="8785" y="3772"/>
                </a:moveTo>
                <a:lnTo>
                  <a:pt x="8663" y="3918"/>
                </a:lnTo>
                <a:lnTo>
                  <a:pt x="8541" y="4064"/>
                </a:lnTo>
                <a:lnTo>
                  <a:pt x="8322" y="4380"/>
                </a:lnTo>
                <a:lnTo>
                  <a:pt x="8103" y="4672"/>
                </a:lnTo>
                <a:lnTo>
                  <a:pt x="7884" y="4940"/>
                </a:lnTo>
                <a:lnTo>
                  <a:pt x="7690" y="5256"/>
                </a:lnTo>
                <a:lnTo>
                  <a:pt x="7617" y="5402"/>
                </a:lnTo>
                <a:lnTo>
                  <a:pt x="7544" y="5573"/>
                </a:lnTo>
                <a:lnTo>
                  <a:pt x="7228" y="5573"/>
                </a:lnTo>
                <a:lnTo>
                  <a:pt x="7374" y="5402"/>
                </a:lnTo>
                <a:lnTo>
                  <a:pt x="7495" y="5256"/>
                </a:lnTo>
                <a:lnTo>
                  <a:pt x="7714" y="4940"/>
                </a:lnTo>
                <a:lnTo>
                  <a:pt x="7909" y="4672"/>
                </a:lnTo>
                <a:lnTo>
                  <a:pt x="8079" y="4380"/>
                </a:lnTo>
                <a:lnTo>
                  <a:pt x="8225" y="4088"/>
                </a:lnTo>
                <a:lnTo>
                  <a:pt x="8347" y="3772"/>
                </a:lnTo>
                <a:close/>
                <a:moveTo>
                  <a:pt x="9515" y="3772"/>
                </a:moveTo>
                <a:lnTo>
                  <a:pt x="9490" y="3821"/>
                </a:lnTo>
                <a:lnTo>
                  <a:pt x="9393" y="3918"/>
                </a:lnTo>
                <a:lnTo>
                  <a:pt x="9320" y="4040"/>
                </a:lnTo>
                <a:lnTo>
                  <a:pt x="9150" y="4332"/>
                </a:lnTo>
                <a:lnTo>
                  <a:pt x="9028" y="4624"/>
                </a:lnTo>
                <a:lnTo>
                  <a:pt x="8833" y="4843"/>
                </a:lnTo>
                <a:lnTo>
                  <a:pt x="8614" y="5086"/>
                </a:lnTo>
                <a:lnTo>
                  <a:pt x="8541" y="5183"/>
                </a:lnTo>
                <a:lnTo>
                  <a:pt x="8444" y="5305"/>
                </a:lnTo>
                <a:lnTo>
                  <a:pt x="8395" y="5427"/>
                </a:lnTo>
                <a:lnTo>
                  <a:pt x="8347" y="5573"/>
                </a:lnTo>
                <a:lnTo>
                  <a:pt x="7884" y="5573"/>
                </a:lnTo>
                <a:lnTo>
                  <a:pt x="8055" y="5378"/>
                </a:lnTo>
                <a:lnTo>
                  <a:pt x="8201" y="5183"/>
                </a:lnTo>
                <a:lnTo>
                  <a:pt x="8444" y="4794"/>
                </a:lnTo>
                <a:lnTo>
                  <a:pt x="8614" y="4551"/>
                </a:lnTo>
                <a:lnTo>
                  <a:pt x="8760" y="4307"/>
                </a:lnTo>
                <a:lnTo>
                  <a:pt x="9028" y="3796"/>
                </a:lnTo>
                <a:lnTo>
                  <a:pt x="9271" y="3796"/>
                </a:lnTo>
                <a:lnTo>
                  <a:pt x="9515" y="3772"/>
                </a:lnTo>
                <a:close/>
                <a:moveTo>
                  <a:pt x="18031" y="3650"/>
                </a:moveTo>
                <a:lnTo>
                  <a:pt x="18031" y="4015"/>
                </a:lnTo>
                <a:lnTo>
                  <a:pt x="17934" y="4186"/>
                </a:lnTo>
                <a:lnTo>
                  <a:pt x="17836" y="4380"/>
                </a:lnTo>
                <a:lnTo>
                  <a:pt x="17642" y="4745"/>
                </a:lnTo>
                <a:lnTo>
                  <a:pt x="17350" y="5159"/>
                </a:lnTo>
                <a:lnTo>
                  <a:pt x="17228" y="5354"/>
                </a:lnTo>
                <a:lnTo>
                  <a:pt x="17131" y="5573"/>
                </a:lnTo>
                <a:lnTo>
                  <a:pt x="16766" y="5548"/>
                </a:lnTo>
                <a:lnTo>
                  <a:pt x="16912" y="5378"/>
                </a:lnTo>
                <a:lnTo>
                  <a:pt x="17058" y="5183"/>
                </a:lnTo>
                <a:lnTo>
                  <a:pt x="17325" y="4818"/>
                </a:lnTo>
                <a:lnTo>
                  <a:pt x="17471" y="4551"/>
                </a:lnTo>
                <a:lnTo>
                  <a:pt x="17569" y="4259"/>
                </a:lnTo>
                <a:lnTo>
                  <a:pt x="17739" y="3699"/>
                </a:lnTo>
                <a:lnTo>
                  <a:pt x="18031" y="3650"/>
                </a:lnTo>
                <a:close/>
                <a:moveTo>
                  <a:pt x="18007" y="4818"/>
                </a:moveTo>
                <a:lnTo>
                  <a:pt x="18007" y="5597"/>
                </a:lnTo>
                <a:lnTo>
                  <a:pt x="17544" y="5597"/>
                </a:lnTo>
                <a:lnTo>
                  <a:pt x="17642" y="5378"/>
                </a:lnTo>
                <a:lnTo>
                  <a:pt x="17812" y="5110"/>
                </a:lnTo>
                <a:lnTo>
                  <a:pt x="18007" y="4818"/>
                </a:lnTo>
                <a:close/>
                <a:moveTo>
                  <a:pt x="560" y="5913"/>
                </a:moveTo>
                <a:lnTo>
                  <a:pt x="537" y="5960"/>
                </a:lnTo>
                <a:lnTo>
                  <a:pt x="537" y="5960"/>
                </a:lnTo>
                <a:lnTo>
                  <a:pt x="536" y="5938"/>
                </a:lnTo>
                <a:lnTo>
                  <a:pt x="560" y="5913"/>
                </a:lnTo>
                <a:close/>
                <a:moveTo>
                  <a:pt x="4673" y="6692"/>
                </a:moveTo>
                <a:lnTo>
                  <a:pt x="4600" y="6716"/>
                </a:lnTo>
                <a:lnTo>
                  <a:pt x="4527" y="6765"/>
                </a:lnTo>
                <a:lnTo>
                  <a:pt x="4405" y="6838"/>
                </a:lnTo>
                <a:lnTo>
                  <a:pt x="4283" y="6911"/>
                </a:lnTo>
                <a:lnTo>
                  <a:pt x="4089" y="6984"/>
                </a:lnTo>
                <a:lnTo>
                  <a:pt x="4016" y="7008"/>
                </a:lnTo>
                <a:lnTo>
                  <a:pt x="4016" y="6935"/>
                </a:lnTo>
                <a:lnTo>
                  <a:pt x="3991" y="6862"/>
                </a:lnTo>
                <a:lnTo>
                  <a:pt x="3967" y="6789"/>
                </a:lnTo>
                <a:lnTo>
                  <a:pt x="3918" y="6741"/>
                </a:lnTo>
                <a:lnTo>
                  <a:pt x="3870" y="6716"/>
                </a:lnTo>
                <a:lnTo>
                  <a:pt x="3797" y="6716"/>
                </a:lnTo>
                <a:lnTo>
                  <a:pt x="3724" y="6741"/>
                </a:lnTo>
                <a:lnTo>
                  <a:pt x="3675" y="6789"/>
                </a:lnTo>
                <a:lnTo>
                  <a:pt x="3578" y="6887"/>
                </a:lnTo>
                <a:lnTo>
                  <a:pt x="3456" y="6984"/>
                </a:lnTo>
                <a:lnTo>
                  <a:pt x="3213" y="7130"/>
                </a:lnTo>
                <a:lnTo>
                  <a:pt x="3042" y="7227"/>
                </a:lnTo>
                <a:lnTo>
                  <a:pt x="2848" y="7252"/>
                </a:lnTo>
                <a:lnTo>
                  <a:pt x="2799" y="7252"/>
                </a:lnTo>
                <a:lnTo>
                  <a:pt x="2799" y="7227"/>
                </a:lnTo>
                <a:lnTo>
                  <a:pt x="2799" y="7106"/>
                </a:lnTo>
                <a:lnTo>
                  <a:pt x="2848" y="6984"/>
                </a:lnTo>
                <a:lnTo>
                  <a:pt x="2896" y="6887"/>
                </a:lnTo>
                <a:lnTo>
                  <a:pt x="2896" y="6838"/>
                </a:lnTo>
                <a:lnTo>
                  <a:pt x="2872" y="6789"/>
                </a:lnTo>
                <a:lnTo>
                  <a:pt x="2823" y="6741"/>
                </a:lnTo>
                <a:lnTo>
                  <a:pt x="2775" y="6741"/>
                </a:lnTo>
                <a:lnTo>
                  <a:pt x="2702" y="6765"/>
                </a:lnTo>
                <a:lnTo>
                  <a:pt x="2629" y="6789"/>
                </a:lnTo>
                <a:lnTo>
                  <a:pt x="2531" y="6887"/>
                </a:lnTo>
                <a:lnTo>
                  <a:pt x="2458" y="7008"/>
                </a:lnTo>
                <a:lnTo>
                  <a:pt x="2434" y="7130"/>
                </a:lnTo>
                <a:lnTo>
                  <a:pt x="2434" y="7276"/>
                </a:lnTo>
                <a:lnTo>
                  <a:pt x="2483" y="7422"/>
                </a:lnTo>
                <a:lnTo>
                  <a:pt x="2556" y="7519"/>
                </a:lnTo>
                <a:lnTo>
                  <a:pt x="2677" y="7617"/>
                </a:lnTo>
                <a:lnTo>
                  <a:pt x="2799" y="7641"/>
                </a:lnTo>
                <a:lnTo>
                  <a:pt x="2921" y="7665"/>
                </a:lnTo>
                <a:lnTo>
                  <a:pt x="3042" y="7641"/>
                </a:lnTo>
                <a:lnTo>
                  <a:pt x="3188" y="7617"/>
                </a:lnTo>
                <a:lnTo>
                  <a:pt x="3432" y="7495"/>
                </a:lnTo>
                <a:lnTo>
                  <a:pt x="3675" y="7349"/>
                </a:lnTo>
                <a:lnTo>
                  <a:pt x="3748" y="7373"/>
                </a:lnTo>
                <a:lnTo>
                  <a:pt x="3845" y="7398"/>
                </a:lnTo>
                <a:lnTo>
                  <a:pt x="4040" y="7398"/>
                </a:lnTo>
                <a:lnTo>
                  <a:pt x="4259" y="7349"/>
                </a:lnTo>
                <a:lnTo>
                  <a:pt x="4478" y="7276"/>
                </a:lnTo>
                <a:lnTo>
                  <a:pt x="4551" y="7373"/>
                </a:lnTo>
                <a:lnTo>
                  <a:pt x="4673" y="7446"/>
                </a:lnTo>
                <a:lnTo>
                  <a:pt x="4819" y="7495"/>
                </a:lnTo>
                <a:lnTo>
                  <a:pt x="4989" y="7519"/>
                </a:lnTo>
                <a:lnTo>
                  <a:pt x="5159" y="7519"/>
                </a:lnTo>
                <a:lnTo>
                  <a:pt x="5354" y="7495"/>
                </a:lnTo>
                <a:lnTo>
                  <a:pt x="5524" y="7446"/>
                </a:lnTo>
                <a:lnTo>
                  <a:pt x="5695" y="7373"/>
                </a:lnTo>
                <a:lnTo>
                  <a:pt x="5792" y="7446"/>
                </a:lnTo>
                <a:lnTo>
                  <a:pt x="5914" y="7495"/>
                </a:lnTo>
                <a:lnTo>
                  <a:pt x="6060" y="7519"/>
                </a:lnTo>
                <a:lnTo>
                  <a:pt x="6230" y="7519"/>
                </a:lnTo>
                <a:lnTo>
                  <a:pt x="6400" y="7495"/>
                </a:lnTo>
                <a:lnTo>
                  <a:pt x="6571" y="7422"/>
                </a:lnTo>
                <a:lnTo>
                  <a:pt x="6741" y="7373"/>
                </a:lnTo>
                <a:lnTo>
                  <a:pt x="6911" y="7276"/>
                </a:lnTo>
                <a:lnTo>
                  <a:pt x="7009" y="7373"/>
                </a:lnTo>
                <a:lnTo>
                  <a:pt x="7106" y="7422"/>
                </a:lnTo>
                <a:lnTo>
                  <a:pt x="7252" y="7446"/>
                </a:lnTo>
                <a:lnTo>
                  <a:pt x="7544" y="7446"/>
                </a:lnTo>
                <a:lnTo>
                  <a:pt x="7690" y="7398"/>
                </a:lnTo>
                <a:lnTo>
                  <a:pt x="7982" y="7300"/>
                </a:lnTo>
                <a:lnTo>
                  <a:pt x="8055" y="7398"/>
                </a:lnTo>
                <a:lnTo>
                  <a:pt x="8152" y="7471"/>
                </a:lnTo>
                <a:lnTo>
                  <a:pt x="8249" y="7519"/>
                </a:lnTo>
                <a:lnTo>
                  <a:pt x="8347" y="7544"/>
                </a:lnTo>
                <a:lnTo>
                  <a:pt x="8468" y="7519"/>
                </a:lnTo>
                <a:lnTo>
                  <a:pt x="8566" y="7471"/>
                </a:lnTo>
                <a:lnTo>
                  <a:pt x="8687" y="7422"/>
                </a:lnTo>
                <a:lnTo>
                  <a:pt x="8785" y="7325"/>
                </a:lnTo>
                <a:lnTo>
                  <a:pt x="8906" y="7373"/>
                </a:lnTo>
                <a:lnTo>
                  <a:pt x="9077" y="7422"/>
                </a:lnTo>
                <a:lnTo>
                  <a:pt x="9223" y="7446"/>
                </a:lnTo>
                <a:lnTo>
                  <a:pt x="9369" y="7471"/>
                </a:lnTo>
                <a:lnTo>
                  <a:pt x="9539" y="7446"/>
                </a:lnTo>
                <a:lnTo>
                  <a:pt x="9685" y="7422"/>
                </a:lnTo>
                <a:lnTo>
                  <a:pt x="9807" y="7373"/>
                </a:lnTo>
                <a:lnTo>
                  <a:pt x="9928" y="7276"/>
                </a:lnTo>
                <a:lnTo>
                  <a:pt x="9977" y="7227"/>
                </a:lnTo>
                <a:lnTo>
                  <a:pt x="9977" y="7154"/>
                </a:lnTo>
                <a:lnTo>
                  <a:pt x="9928" y="7081"/>
                </a:lnTo>
                <a:lnTo>
                  <a:pt x="9880" y="7033"/>
                </a:lnTo>
                <a:lnTo>
                  <a:pt x="9734" y="7008"/>
                </a:lnTo>
                <a:lnTo>
                  <a:pt x="9101" y="7008"/>
                </a:lnTo>
                <a:lnTo>
                  <a:pt x="8979" y="6960"/>
                </a:lnTo>
                <a:lnTo>
                  <a:pt x="8858" y="6887"/>
                </a:lnTo>
                <a:lnTo>
                  <a:pt x="8785" y="6838"/>
                </a:lnTo>
                <a:lnTo>
                  <a:pt x="8687" y="6814"/>
                </a:lnTo>
                <a:lnTo>
                  <a:pt x="8590" y="6862"/>
                </a:lnTo>
                <a:lnTo>
                  <a:pt x="8541" y="6935"/>
                </a:lnTo>
                <a:lnTo>
                  <a:pt x="8493" y="7008"/>
                </a:lnTo>
                <a:lnTo>
                  <a:pt x="8468" y="7033"/>
                </a:lnTo>
                <a:lnTo>
                  <a:pt x="8395" y="7033"/>
                </a:lnTo>
                <a:lnTo>
                  <a:pt x="8322" y="6984"/>
                </a:lnTo>
                <a:lnTo>
                  <a:pt x="8274" y="6887"/>
                </a:lnTo>
                <a:lnTo>
                  <a:pt x="8201" y="6789"/>
                </a:lnTo>
                <a:lnTo>
                  <a:pt x="8152" y="6765"/>
                </a:lnTo>
                <a:lnTo>
                  <a:pt x="8055" y="6765"/>
                </a:lnTo>
                <a:lnTo>
                  <a:pt x="8006" y="6789"/>
                </a:lnTo>
                <a:lnTo>
                  <a:pt x="7836" y="6887"/>
                </a:lnTo>
                <a:lnTo>
                  <a:pt x="7568" y="7008"/>
                </a:lnTo>
                <a:lnTo>
                  <a:pt x="7447" y="7033"/>
                </a:lnTo>
                <a:lnTo>
                  <a:pt x="7349" y="7033"/>
                </a:lnTo>
                <a:lnTo>
                  <a:pt x="7301" y="7008"/>
                </a:lnTo>
                <a:lnTo>
                  <a:pt x="7276" y="6984"/>
                </a:lnTo>
                <a:lnTo>
                  <a:pt x="7252" y="6960"/>
                </a:lnTo>
                <a:lnTo>
                  <a:pt x="7252" y="6911"/>
                </a:lnTo>
                <a:lnTo>
                  <a:pt x="7228" y="6838"/>
                </a:lnTo>
                <a:lnTo>
                  <a:pt x="7203" y="6765"/>
                </a:lnTo>
                <a:lnTo>
                  <a:pt x="7155" y="6741"/>
                </a:lnTo>
                <a:lnTo>
                  <a:pt x="7106" y="6716"/>
                </a:lnTo>
                <a:lnTo>
                  <a:pt x="6960" y="6716"/>
                </a:lnTo>
                <a:lnTo>
                  <a:pt x="6887" y="6741"/>
                </a:lnTo>
                <a:lnTo>
                  <a:pt x="6838" y="6814"/>
                </a:lnTo>
                <a:lnTo>
                  <a:pt x="6790" y="6862"/>
                </a:lnTo>
                <a:lnTo>
                  <a:pt x="6668" y="6935"/>
                </a:lnTo>
                <a:lnTo>
                  <a:pt x="6522" y="7008"/>
                </a:lnTo>
                <a:lnTo>
                  <a:pt x="6376" y="7057"/>
                </a:lnTo>
                <a:lnTo>
                  <a:pt x="6254" y="7106"/>
                </a:lnTo>
                <a:lnTo>
                  <a:pt x="6133" y="7106"/>
                </a:lnTo>
                <a:lnTo>
                  <a:pt x="6108" y="7081"/>
                </a:lnTo>
                <a:lnTo>
                  <a:pt x="6084" y="7057"/>
                </a:lnTo>
                <a:lnTo>
                  <a:pt x="6060" y="7033"/>
                </a:lnTo>
                <a:lnTo>
                  <a:pt x="6084" y="6960"/>
                </a:lnTo>
                <a:lnTo>
                  <a:pt x="6084" y="6887"/>
                </a:lnTo>
                <a:lnTo>
                  <a:pt x="6060" y="6814"/>
                </a:lnTo>
                <a:lnTo>
                  <a:pt x="6011" y="6741"/>
                </a:lnTo>
                <a:lnTo>
                  <a:pt x="5938" y="6716"/>
                </a:lnTo>
                <a:lnTo>
                  <a:pt x="5865" y="6692"/>
                </a:lnTo>
                <a:lnTo>
                  <a:pt x="5792" y="6692"/>
                </a:lnTo>
                <a:lnTo>
                  <a:pt x="5719" y="6741"/>
                </a:lnTo>
                <a:lnTo>
                  <a:pt x="5670" y="6789"/>
                </a:lnTo>
                <a:lnTo>
                  <a:pt x="5597" y="6911"/>
                </a:lnTo>
                <a:lnTo>
                  <a:pt x="5500" y="6984"/>
                </a:lnTo>
                <a:lnTo>
                  <a:pt x="5403" y="7057"/>
                </a:lnTo>
                <a:lnTo>
                  <a:pt x="5281" y="7106"/>
                </a:lnTo>
                <a:lnTo>
                  <a:pt x="5038" y="7106"/>
                </a:lnTo>
                <a:lnTo>
                  <a:pt x="4892" y="7081"/>
                </a:lnTo>
                <a:lnTo>
                  <a:pt x="4867" y="7057"/>
                </a:lnTo>
                <a:lnTo>
                  <a:pt x="4867" y="7008"/>
                </a:lnTo>
                <a:lnTo>
                  <a:pt x="4892" y="6935"/>
                </a:lnTo>
                <a:lnTo>
                  <a:pt x="4867" y="6862"/>
                </a:lnTo>
                <a:lnTo>
                  <a:pt x="4843" y="6789"/>
                </a:lnTo>
                <a:lnTo>
                  <a:pt x="4794" y="6741"/>
                </a:lnTo>
                <a:lnTo>
                  <a:pt x="4746" y="6716"/>
                </a:lnTo>
                <a:lnTo>
                  <a:pt x="4673" y="6692"/>
                </a:lnTo>
                <a:close/>
                <a:moveTo>
                  <a:pt x="14649" y="7690"/>
                </a:moveTo>
                <a:lnTo>
                  <a:pt x="14941" y="7714"/>
                </a:lnTo>
                <a:lnTo>
                  <a:pt x="15233" y="7763"/>
                </a:lnTo>
                <a:lnTo>
                  <a:pt x="15501" y="7860"/>
                </a:lnTo>
                <a:lnTo>
                  <a:pt x="15598" y="7909"/>
                </a:lnTo>
                <a:lnTo>
                  <a:pt x="15695" y="8006"/>
                </a:lnTo>
                <a:lnTo>
                  <a:pt x="15768" y="8103"/>
                </a:lnTo>
                <a:lnTo>
                  <a:pt x="15817" y="8225"/>
                </a:lnTo>
                <a:lnTo>
                  <a:pt x="15865" y="8347"/>
                </a:lnTo>
                <a:lnTo>
                  <a:pt x="15865" y="8468"/>
                </a:lnTo>
                <a:lnTo>
                  <a:pt x="15841" y="8590"/>
                </a:lnTo>
                <a:lnTo>
                  <a:pt x="15792" y="8712"/>
                </a:lnTo>
                <a:lnTo>
                  <a:pt x="15719" y="8785"/>
                </a:lnTo>
                <a:lnTo>
                  <a:pt x="15622" y="8858"/>
                </a:lnTo>
                <a:lnTo>
                  <a:pt x="15428" y="8955"/>
                </a:lnTo>
                <a:lnTo>
                  <a:pt x="15209" y="9004"/>
                </a:lnTo>
                <a:lnTo>
                  <a:pt x="14990" y="9052"/>
                </a:lnTo>
                <a:lnTo>
                  <a:pt x="14600" y="9077"/>
                </a:lnTo>
                <a:lnTo>
                  <a:pt x="14406" y="9077"/>
                </a:lnTo>
                <a:lnTo>
                  <a:pt x="14211" y="9028"/>
                </a:lnTo>
                <a:lnTo>
                  <a:pt x="14041" y="8979"/>
                </a:lnTo>
                <a:lnTo>
                  <a:pt x="13870" y="8882"/>
                </a:lnTo>
                <a:lnTo>
                  <a:pt x="13822" y="8809"/>
                </a:lnTo>
                <a:lnTo>
                  <a:pt x="13773" y="8736"/>
                </a:lnTo>
                <a:lnTo>
                  <a:pt x="13724" y="8639"/>
                </a:lnTo>
                <a:lnTo>
                  <a:pt x="13700" y="8541"/>
                </a:lnTo>
                <a:lnTo>
                  <a:pt x="13651" y="8347"/>
                </a:lnTo>
                <a:lnTo>
                  <a:pt x="13651" y="8128"/>
                </a:lnTo>
                <a:lnTo>
                  <a:pt x="13676" y="8006"/>
                </a:lnTo>
                <a:lnTo>
                  <a:pt x="13700" y="7909"/>
                </a:lnTo>
                <a:lnTo>
                  <a:pt x="13749" y="7811"/>
                </a:lnTo>
                <a:lnTo>
                  <a:pt x="13822" y="7738"/>
                </a:lnTo>
                <a:lnTo>
                  <a:pt x="13870" y="7714"/>
                </a:lnTo>
                <a:lnTo>
                  <a:pt x="14381" y="7714"/>
                </a:lnTo>
                <a:lnTo>
                  <a:pt x="14649" y="7690"/>
                </a:lnTo>
                <a:close/>
                <a:moveTo>
                  <a:pt x="5451" y="8493"/>
                </a:moveTo>
                <a:lnTo>
                  <a:pt x="5403" y="8517"/>
                </a:lnTo>
                <a:lnTo>
                  <a:pt x="5354" y="8541"/>
                </a:lnTo>
                <a:lnTo>
                  <a:pt x="5232" y="8663"/>
                </a:lnTo>
                <a:lnTo>
                  <a:pt x="5062" y="8785"/>
                </a:lnTo>
                <a:lnTo>
                  <a:pt x="4965" y="8833"/>
                </a:lnTo>
                <a:lnTo>
                  <a:pt x="4892" y="8858"/>
                </a:lnTo>
                <a:lnTo>
                  <a:pt x="4843" y="8833"/>
                </a:lnTo>
                <a:lnTo>
                  <a:pt x="4843" y="8760"/>
                </a:lnTo>
                <a:lnTo>
                  <a:pt x="4819" y="8687"/>
                </a:lnTo>
                <a:lnTo>
                  <a:pt x="4794" y="8639"/>
                </a:lnTo>
                <a:lnTo>
                  <a:pt x="4746" y="8590"/>
                </a:lnTo>
                <a:lnTo>
                  <a:pt x="4697" y="8566"/>
                </a:lnTo>
                <a:lnTo>
                  <a:pt x="4600" y="8566"/>
                </a:lnTo>
                <a:lnTo>
                  <a:pt x="4527" y="8590"/>
                </a:lnTo>
                <a:lnTo>
                  <a:pt x="4478" y="8614"/>
                </a:lnTo>
                <a:lnTo>
                  <a:pt x="4332" y="8712"/>
                </a:lnTo>
                <a:lnTo>
                  <a:pt x="4162" y="8785"/>
                </a:lnTo>
                <a:lnTo>
                  <a:pt x="4064" y="8809"/>
                </a:lnTo>
                <a:lnTo>
                  <a:pt x="3967" y="8809"/>
                </a:lnTo>
                <a:lnTo>
                  <a:pt x="3894" y="8785"/>
                </a:lnTo>
                <a:lnTo>
                  <a:pt x="3845" y="8712"/>
                </a:lnTo>
                <a:lnTo>
                  <a:pt x="3797" y="8614"/>
                </a:lnTo>
                <a:lnTo>
                  <a:pt x="3724" y="8566"/>
                </a:lnTo>
                <a:lnTo>
                  <a:pt x="3651" y="8566"/>
                </a:lnTo>
                <a:lnTo>
                  <a:pt x="3553" y="8590"/>
                </a:lnTo>
                <a:lnTo>
                  <a:pt x="3359" y="8687"/>
                </a:lnTo>
                <a:lnTo>
                  <a:pt x="3140" y="8736"/>
                </a:lnTo>
                <a:lnTo>
                  <a:pt x="2896" y="8809"/>
                </a:lnTo>
                <a:lnTo>
                  <a:pt x="2775" y="8809"/>
                </a:lnTo>
                <a:lnTo>
                  <a:pt x="2799" y="8663"/>
                </a:lnTo>
                <a:lnTo>
                  <a:pt x="2799" y="8639"/>
                </a:lnTo>
                <a:lnTo>
                  <a:pt x="2775" y="8639"/>
                </a:lnTo>
                <a:lnTo>
                  <a:pt x="2677" y="8663"/>
                </a:lnTo>
                <a:lnTo>
                  <a:pt x="2604" y="8736"/>
                </a:lnTo>
                <a:lnTo>
                  <a:pt x="2556" y="8809"/>
                </a:lnTo>
                <a:lnTo>
                  <a:pt x="2507" y="8882"/>
                </a:lnTo>
                <a:lnTo>
                  <a:pt x="2483" y="8955"/>
                </a:lnTo>
                <a:lnTo>
                  <a:pt x="2507" y="9028"/>
                </a:lnTo>
                <a:lnTo>
                  <a:pt x="2556" y="9101"/>
                </a:lnTo>
                <a:lnTo>
                  <a:pt x="2653" y="9150"/>
                </a:lnTo>
                <a:lnTo>
                  <a:pt x="2750" y="9174"/>
                </a:lnTo>
                <a:lnTo>
                  <a:pt x="2872" y="9198"/>
                </a:lnTo>
                <a:lnTo>
                  <a:pt x="3115" y="9174"/>
                </a:lnTo>
                <a:lnTo>
                  <a:pt x="3359" y="9125"/>
                </a:lnTo>
                <a:lnTo>
                  <a:pt x="3578" y="9028"/>
                </a:lnTo>
                <a:lnTo>
                  <a:pt x="3675" y="9101"/>
                </a:lnTo>
                <a:lnTo>
                  <a:pt x="3772" y="9174"/>
                </a:lnTo>
                <a:lnTo>
                  <a:pt x="3894" y="9198"/>
                </a:lnTo>
                <a:lnTo>
                  <a:pt x="3991" y="9223"/>
                </a:lnTo>
                <a:lnTo>
                  <a:pt x="4113" y="9198"/>
                </a:lnTo>
                <a:lnTo>
                  <a:pt x="4235" y="9174"/>
                </a:lnTo>
                <a:lnTo>
                  <a:pt x="4502" y="9077"/>
                </a:lnTo>
                <a:lnTo>
                  <a:pt x="4575" y="9174"/>
                </a:lnTo>
                <a:lnTo>
                  <a:pt x="4673" y="9247"/>
                </a:lnTo>
                <a:lnTo>
                  <a:pt x="4770" y="9271"/>
                </a:lnTo>
                <a:lnTo>
                  <a:pt x="4916" y="9271"/>
                </a:lnTo>
                <a:lnTo>
                  <a:pt x="5038" y="9247"/>
                </a:lnTo>
                <a:lnTo>
                  <a:pt x="5184" y="9174"/>
                </a:lnTo>
                <a:lnTo>
                  <a:pt x="5305" y="9101"/>
                </a:lnTo>
                <a:lnTo>
                  <a:pt x="5427" y="9028"/>
                </a:lnTo>
                <a:lnTo>
                  <a:pt x="5524" y="9125"/>
                </a:lnTo>
                <a:lnTo>
                  <a:pt x="5646" y="9198"/>
                </a:lnTo>
                <a:lnTo>
                  <a:pt x="5768" y="9223"/>
                </a:lnTo>
                <a:lnTo>
                  <a:pt x="5914" y="9247"/>
                </a:lnTo>
                <a:lnTo>
                  <a:pt x="6060" y="9247"/>
                </a:lnTo>
                <a:lnTo>
                  <a:pt x="6181" y="9223"/>
                </a:lnTo>
                <a:lnTo>
                  <a:pt x="6327" y="9174"/>
                </a:lnTo>
                <a:lnTo>
                  <a:pt x="6473" y="9125"/>
                </a:lnTo>
                <a:lnTo>
                  <a:pt x="6546" y="9198"/>
                </a:lnTo>
                <a:lnTo>
                  <a:pt x="6644" y="9247"/>
                </a:lnTo>
                <a:lnTo>
                  <a:pt x="6741" y="9271"/>
                </a:lnTo>
                <a:lnTo>
                  <a:pt x="6838" y="9296"/>
                </a:lnTo>
                <a:lnTo>
                  <a:pt x="6960" y="9271"/>
                </a:lnTo>
                <a:lnTo>
                  <a:pt x="7057" y="9247"/>
                </a:lnTo>
                <a:lnTo>
                  <a:pt x="7155" y="9223"/>
                </a:lnTo>
                <a:lnTo>
                  <a:pt x="7252" y="9150"/>
                </a:lnTo>
                <a:lnTo>
                  <a:pt x="7325" y="9174"/>
                </a:lnTo>
                <a:lnTo>
                  <a:pt x="7398" y="9150"/>
                </a:lnTo>
                <a:lnTo>
                  <a:pt x="7447" y="9125"/>
                </a:lnTo>
                <a:lnTo>
                  <a:pt x="7471" y="9077"/>
                </a:lnTo>
                <a:lnTo>
                  <a:pt x="7520" y="9028"/>
                </a:lnTo>
                <a:lnTo>
                  <a:pt x="7520" y="8979"/>
                </a:lnTo>
                <a:lnTo>
                  <a:pt x="7495" y="8906"/>
                </a:lnTo>
                <a:lnTo>
                  <a:pt x="7471" y="8833"/>
                </a:lnTo>
                <a:lnTo>
                  <a:pt x="7398" y="8760"/>
                </a:lnTo>
                <a:lnTo>
                  <a:pt x="7325" y="8712"/>
                </a:lnTo>
                <a:lnTo>
                  <a:pt x="7179" y="8712"/>
                </a:lnTo>
                <a:lnTo>
                  <a:pt x="7106" y="8760"/>
                </a:lnTo>
                <a:lnTo>
                  <a:pt x="7009" y="8858"/>
                </a:lnTo>
                <a:lnTo>
                  <a:pt x="6960" y="8882"/>
                </a:lnTo>
                <a:lnTo>
                  <a:pt x="6911" y="8882"/>
                </a:lnTo>
                <a:lnTo>
                  <a:pt x="6814" y="8858"/>
                </a:lnTo>
                <a:lnTo>
                  <a:pt x="6692" y="8760"/>
                </a:lnTo>
                <a:lnTo>
                  <a:pt x="6619" y="8687"/>
                </a:lnTo>
                <a:lnTo>
                  <a:pt x="6546" y="8663"/>
                </a:lnTo>
                <a:lnTo>
                  <a:pt x="6473" y="8663"/>
                </a:lnTo>
                <a:lnTo>
                  <a:pt x="6376" y="8712"/>
                </a:lnTo>
                <a:lnTo>
                  <a:pt x="6303" y="8760"/>
                </a:lnTo>
                <a:lnTo>
                  <a:pt x="6206" y="8809"/>
                </a:lnTo>
                <a:lnTo>
                  <a:pt x="6084" y="8858"/>
                </a:lnTo>
                <a:lnTo>
                  <a:pt x="5889" y="8858"/>
                </a:lnTo>
                <a:lnTo>
                  <a:pt x="5792" y="8809"/>
                </a:lnTo>
                <a:lnTo>
                  <a:pt x="5743" y="8736"/>
                </a:lnTo>
                <a:lnTo>
                  <a:pt x="5695" y="8639"/>
                </a:lnTo>
                <a:lnTo>
                  <a:pt x="5670" y="8590"/>
                </a:lnTo>
                <a:lnTo>
                  <a:pt x="5646" y="8541"/>
                </a:lnTo>
                <a:lnTo>
                  <a:pt x="5549" y="8493"/>
                </a:lnTo>
                <a:close/>
                <a:moveTo>
                  <a:pt x="13943" y="7276"/>
                </a:moveTo>
                <a:lnTo>
                  <a:pt x="13773" y="7325"/>
                </a:lnTo>
                <a:lnTo>
                  <a:pt x="13603" y="7373"/>
                </a:lnTo>
                <a:lnTo>
                  <a:pt x="13578" y="7398"/>
                </a:lnTo>
                <a:lnTo>
                  <a:pt x="13554" y="7422"/>
                </a:lnTo>
                <a:lnTo>
                  <a:pt x="13432" y="7544"/>
                </a:lnTo>
                <a:lnTo>
                  <a:pt x="13359" y="7714"/>
                </a:lnTo>
                <a:lnTo>
                  <a:pt x="13286" y="7884"/>
                </a:lnTo>
                <a:lnTo>
                  <a:pt x="13262" y="8079"/>
                </a:lnTo>
                <a:lnTo>
                  <a:pt x="13262" y="8298"/>
                </a:lnTo>
                <a:lnTo>
                  <a:pt x="13262" y="8493"/>
                </a:lnTo>
                <a:lnTo>
                  <a:pt x="13286" y="8663"/>
                </a:lnTo>
                <a:lnTo>
                  <a:pt x="13311" y="8809"/>
                </a:lnTo>
                <a:lnTo>
                  <a:pt x="13359" y="8955"/>
                </a:lnTo>
                <a:lnTo>
                  <a:pt x="13432" y="9077"/>
                </a:lnTo>
                <a:lnTo>
                  <a:pt x="13530" y="9174"/>
                </a:lnTo>
                <a:lnTo>
                  <a:pt x="13627" y="9247"/>
                </a:lnTo>
                <a:lnTo>
                  <a:pt x="13724" y="9320"/>
                </a:lnTo>
                <a:lnTo>
                  <a:pt x="13846" y="9393"/>
                </a:lnTo>
                <a:lnTo>
                  <a:pt x="14114" y="9466"/>
                </a:lnTo>
                <a:lnTo>
                  <a:pt x="14406" y="9490"/>
                </a:lnTo>
                <a:lnTo>
                  <a:pt x="14698" y="9515"/>
                </a:lnTo>
                <a:lnTo>
                  <a:pt x="14965" y="9490"/>
                </a:lnTo>
                <a:lnTo>
                  <a:pt x="15233" y="9442"/>
                </a:lnTo>
                <a:lnTo>
                  <a:pt x="15501" y="9369"/>
                </a:lnTo>
                <a:lnTo>
                  <a:pt x="15744" y="9247"/>
                </a:lnTo>
                <a:lnTo>
                  <a:pt x="15938" y="9101"/>
                </a:lnTo>
                <a:lnTo>
                  <a:pt x="16036" y="9004"/>
                </a:lnTo>
                <a:lnTo>
                  <a:pt x="16109" y="8906"/>
                </a:lnTo>
                <a:lnTo>
                  <a:pt x="16157" y="8809"/>
                </a:lnTo>
                <a:lnTo>
                  <a:pt x="16206" y="8687"/>
                </a:lnTo>
                <a:lnTo>
                  <a:pt x="16230" y="8566"/>
                </a:lnTo>
                <a:lnTo>
                  <a:pt x="16230" y="8444"/>
                </a:lnTo>
                <a:lnTo>
                  <a:pt x="16230" y="8322"/>
                </a:lnTo>
                <a:lnTo>
                  <a:pt x="16206" y="8176"/>
                </a:lnTo>
                <a:lnTo>
                  <a:pt x="16157" y="8030"/>
                </a:lnTo>
                <a:lnTo>
                  <a:pt x="16109" y="7909"/>
                </a:lnTo>
                <a:lnTo>
                  <a:pt x="16011" y="7763"/>
                </a:lnTo>
                <a:lnTo>
                  <a:pt x="15890" y="7665"/>
                </a:lnTo>
                <a:lnTo>
                  <a:pt x="15768" y="7568"/>
                </a:lnTo>
                <a:lnTo>
                  <a:pt x="15622" y="7495"/>
                </a:lnTo>
                <a:lnTo>
                  <a:pt x="15476" y="7422"/>
                </a:lnTo>
                <a:lnTo>
                  <a:pt x="15330" y="7398"/>
                </a:lnTo>
                <a:lnTo>
                  <a:pt x="15014" y="7325"/>
                </a:lnTo>
                <a:lnTo>
                  <a:pt x="14673" y="7300"/>
                </a:lnTo>
                <a:lnTo>
                  <a:pt x="14308" y="7276"/>
                </a:lnTo>
                <a:close/>
                <a:moveTo>
                  <a:pt x="15038" y="5889"/>
                </a:moveTo>
                <a:lnTo>
                  <a:pt x="15549" y="5913"/>
                </a:lnTo>
                <a:lnTo>
                  <a:pt x="16084" y="5962"/>
                </a:lnTo>
                <a:lnTo>
                  <a:pt x="16620" y="6011"/>
                </a:lnTo>
                <a:lnTo>
                  <a:pt x="17131" y="6059"/>
                </a:lnTo>
                <a:lnTo>
                  <a:pt x="17179" y="6084"/>
                </a:lnTo>
                <a:lnTo>
                  <a:pt x="17301" y="6084"/>
                </a:lnTo>
                <a:lnTo>
                  <a:pt x="17350" y="6059"/>
                </a:lnTo>
                <a:lnTo>
                  <a:pt x="18031" y="6059"/>
                </a:lnTo>
                <a:lnTo>
                  <a:pt x="18080" y="7130"/>
                </a:lnTo>
                <a:lnTo>
                  <a:pt x="18080" y="7665"/>
                </a:lnTo>
                <a:lnTo>
                  <a:pt x="18055" y="8201"/>
                </a:lnTo>
                <a:lnTo>
                  <a:pt x="17958" y="9369"/>
                </a:lnTo>
                <a:lnTo>
                  <a:pt x="17885" y="9928"/>
                </a:lnTo>
                <a:lnTo>
                  <a:pt x="17788" y="10512"/>
                </a:lnTo>
                <a:lnTo>
                  <a:pt x="17715" y="10780"/>
                </a:lnTo>
                <a:lnTo>
                  <a:pt x="17617" y="11047"/>
                </a:lnTo>
                <a:lnTo>
                  <a:pt x="17496" y="11291"/>
                </a:lnTo>
                <a:lnTo>
                  <a:pt x="17350" y="11534"/>
                </a:lnTo>
                <a:lnTo>
                  <a:pt x="17204" y="11680"/>
                </a:lnTo>
                <a:lnTo>
                  <a:pt x="17058" y="11826"/>
                </a:lnTo>
                <a:lnTo>
                  <a:pt x="16912" y="11923"/>
                </a:lnTo>
                <a:lnTo>
                  <a:pt x="16741" y="12021"/>
                </a:lnTo>
                <a:lnTo>
                  <a:pt x="16644" y="11996"/>
                </a:lnTo>
                <a:lnTo>
                  <a:pt x="16547" y="12021"/>
                </a:lnTo>
                <a:lnTo>
                  <a:pt x="16352" y="12069"/>
                </a:lnTo>
                <a:lnTo>
                  <a:pt x="16133" y="12118"/>
                </a:lnTo>
                <a:lnTo>
                  <a:pt x="15914" y="12142"/>
                </a:lnTo>
                <a:lnTo>
                  <a:pt x="15282" y="12142"/>
                </a:lnTo>
                <a:lnTo>
                  <a:pt x="14844" y="12118"/>
                </a:lnTo>
                <a:lnTo>
                  <a:pt x="14333" y="12069"/>
                </a:lnTo>
                <a:lnTo>
                  <a:pt x="10366" y="12069"/>
                </a:lnTo>
                <a:lnTo>
                  <a:pt x="7982" y="12094"/>
                </a:lnTo>
                <a:lnTo>
                  <a:pt x="5695" y="12069"/>
                </a:lnTo>
                <a:lnTo>
                  <a:pt x="2896" y="12069"/>
                </a:lnTo>
                <a:lnTo>
                  <a:pt x="2337" y="12045"/>
                </a:lnTo>
                <a:lnTo>
                  <a:pt x="2069" y="11996"/>
                </a:lnTo>
                <a:lnTo>
                  <a:pt x="1801" y="11948"/>
                </a:lnTo>
                <a:lnTo>
                  <a:pt x="1558" y="11875"/>
                </a:lnTo>
                <a:lnTo>
                  <a:pt x="1315" y="11753"/>
                </a:lnTo>
                <a:lnTo>
                  <a:pt x="1193" y="11656"/>
                </a:lnTo>
                <a:lnTo>
                  <a:pt x="1071" y="11558"/>
                </a:lnTo>
                <a:lnTo>
                  <a:pt x="974" y="11437"/>
                </a:lnTo>
                <a:lnTo>
                  <a:pt x="877" y="11315"/>
                </a:lnTo>
                <a:lnTo>
                  <a:pt x="755" y="11023"/>
                </a:lnTo>
                <a:lnTo>
                  <a:pt x="658" y="10707"/>
                </a:lnTo>
                <a:lnTo>
                  <a:pt x="682" y="10634"/>
                </a:lnTo>
                <a:lnTo>
                  <a:pt x="658" y="10536"/>
                </a:lnTo>
                <a:lnTo>
                  <a:pt x="609" y="10342"/>
                </a:lnTo>
                <a:lnTo>
                  <a:pt x="585" y="10123"/>
                </a:lnTo>
                <a:lnTo>
                  <a:pt x="560" y="9709"/>
                </a:lnTo>
                <a:lnTo>
                  <a:pt x="560" y="9296"/>
                </a:lnTo>
                <a:lnTo>
                  <a:pt x="585" y="8882"/>
                </a:lnTo>
                <a:lnTo>
                  <a:pt x="609" y="8395"/>
                </a:lnTo>
                <a:lnTo>
                  <a:pt x="609" y="7909"/>
                </a:lnTo>
                <a:lnTo>
                  <a:pt x="585" y="6960"/>
                </a:lnTo>
                <a:lnTo>
                  <a:pt x="537" y="5963"/>
                </a:lnTo>
                <a:lnTo>
                  <a:pt x="537" y="5963"/>
                </a:lnTo>
                <a:lnTo>
                  <a:pt x="560" y="5986"/>
                </a:lnTo>
                <a:lnTo>
                  <a:pt x="731" y="5962"/>
                </a:lnTo>
                <a:lnTo>
                  <a:pt x="1315" y="5913"/>
                </a:lnTo>
                <a:lnTo>
                  <a:pt x="3067" y="5913"/>
                </a:lnTo>
                <a:lnTo>
                  <a:pt x="4892" y="5962"/>
                </a:lnTo>
                <a:lnTo>
                  <a:pt x="6741" y="6011"/>
                </a:lnTo>
                <a:lnTo>
                  <a:pt x="7909" y="6035"/>
                </a:lnTo>
                <a:lnTo>
                  <a:pt x="9101" y="6035"/>
                </a:lnTo>
                <a:lnTo>
                  <a:pt x="10269" y="5986"/>
                </a:lnTo>
                <a:lnTo>
                  <a:pt x="11437" y="5938"/>
                </a:lnTo>
                <a:lnTo>
                  <a:pt x="12410" y="5913"/>
                </a:lnTo>
                <a:lnTo>
                  <a:pt x="12435" y="5938"/>
                </a:lnTo>
                <a:lnTo>
                  <a:pt x="12459" y="5962"/>
                </a:lnTo>
                <a:lnTo>
                  <a:pt x="12508" y="5986"/>
                </a:lnTo>
                <a:lnTo>
                  <a:pt x="12532" y="5986"/>
                </a:lnTo>
                <a:lnTo>
                  <a:pt x="12654" y="5913"/>
                </a:lnTo>
                <a:lnTo>
                  <a:pt x="13846" y="5889"/>
                </a:lnTo>
                <a:close/>
                <a:moveTo>
                  <a:pt x="5062" y="1"/>
                </a:moveTo>
                <a:lnTo>
                  <a:pt x="4210" y="25"/>
                </a:lnTo>
                <a:lnTo>
                  <a:pt x="3359" y="49"/>
                </a:lnTo>
                <a:lnTo>
                  <a:pt x="2507" y="98"/>
                </a:lnTo>
                <a:lnTo>
                  <a:pt x="2458" y="74"/>
                </a:lnTo>
                <a:lnTo>
                  <a:pt x="2118" y="49"/>
                </a:lnTo>
                <a:lnTo>
                  <a:pt x="1801" y="49"/>
                </a:lnTo>
                <a:lnTo>
                  <a:pt x="1534" y="122"/>
                </a:lnTo>
                <a:lnTo>
                  <a:pt x="1290" y="220"/>
                </a:lnTo>
                <a:lnTo>
                  <a:pt x="1071" y="366"/>
                </a:lnTo>
                <a:lnTo>
                  <a:pt x="852" y="536"/>
                </a:lnTo>
                <a:lnTo>
                  <a:pt x="682" y="731"/>
                </a:lnTo>
                <a:lnTo>
                  <a:pt x="536" y="974"/>
                </a:lnTo>
                <a:lnTo>
                  <a:pt x="414" y="1217"/>
                </a:lnTo>
                <a:lnTo>
                  <a:pt x="317" y="1485"/>
                </a:lnTo>
                <a:lnTo>
                  <a:pt x="220" y="1777"/>
                </a:lnTo>
                <a:lnTo>
                  <a:pt x="147" y="2069"/>
                </a:lnTo>
                <a:lnTo>
                  <a:pt x="98" y="2361"/>
                </a:lnTo>
                <a:lnTo>
                  <a:pt x="49" y="2653"/>
                </a:lnTo>
                <a:lnTo>
                  <a:pt x="25" y="3212"/>
                </a:lnTo>
                <a:lnTo>
                  <a:pt x="1" y="3991"/>
                </a:lnTo>
                <a:lnTo>
                  <a:pt x="1" y="4794"/>
                </a:lnTo>
                <a:lnTo>
                  <a:pt x="1" y="4818"/>
                </a:lnTo>
                <a:lnTo>
                  <a:pt x="1" y="4891"/>
                </a:lnTo>
                <a:lnTo>
                  <a:pt x="25" y="4940"/>
                </a:lnTo>
                <a:lnTo>
                  <a:pt x="49" y="6376"/>
                </a:lnTo>
                <a:lnTo>
                  <a:pt x="98" y="7544"/>
                </a:lnTo>
                <a:lnTo>
                  <a:pt x="98" y="8128"/>
                </a:lnTo>
                <a:lnTo>
                  <a:pt x="98" y="8712"/>
                </a:lnTo>
                <a:lnTo>
                  <a:pt x="49" y="9198"/>
                </a:lnTo>
                <a:lnTo>
                  <a:pt x="49" y="9709"/>
                </a:lnTo>
                <a:lnTo>
                  <a:pt x="74" y="10196"/>
                </a:lnTo>
                <a:lnTo>
                  <a:pt x="98" y="10439"/>
                </a:lnTo>
                <a:lnTo>
                  <a:pt x="171" y="10682"/>
                </a:lnTo>
                <a:lnTo>
                  <a:pt x="171" y="10707"/>
                </a:lnTo>
                <a:lnTo>
                  <a:pt x="220" y="10999"/>
                </a:lnTo>
                <a:lnTo>
                  <a:pt x="293" y="11291"/>
                </a:lnTo>
                <a:lnTo>
                  <a:pt x="414" y="11558"/>
                </a:lnTo>
                <a:lnTo>
                  <a:pt x="487" y="11704"/>
                </a:lnTo>
                <a:lnTo>
                  <a:pt x="585" y="11826"/>
                </a:lnTo>
                <a:lnTo>
                  <a:pt x="731" y="11972"/>
                </a:lnTo>
                <a:lnTo>
                  <a:pt x="877" y="12094"/>
                </a:lnTo>
                <a:lnTo>
                  <a:pt x="1023" y="12191"/>
                </a:lnTo>
                <a:lnTo>
                  <a:pt x="1193" y="12288"/>
                </a:lnTo>
                <a:lnTo>
                  <a:pt x="1363" y="12337"/>
                </a:lnTo>
                <a:lnTo>
                  <a:pt x="1558" y="12386"/>
                </a:lnTo>
                <a:lnTo>
                  <a:pt x="1947" y="12459"/>
                </a:lnTo>
                <a:lnTo>
                  <a:pt x="2580" y="12507"/>
                </a:lnTo>
                <a:lnTo>
                  <a:pt x="3237" y="12532"/>
                </a:lnTo>
                <a:lnTo>
                  <a:pt x="4527" y="12507"/>
                </a:lnTo>
                <a:lnTo>
                  <a:pt x="5865" y="12532"/>
                </a:lnTo>
                <a:lnTo>
                  <a:pt x="7203" y="12556"/>
                </a:lnTo>
                <a:lnTo>
                  <a:pt x="13773" y="12556"/>
                </a:lnTo>
                <a:lnTo>
                  <a:pt x="14381" y="12580"/>
                </a:lnTo>
                <a:lnTo>
                  <a:pt x="14990" y="12605"/>
                </a:lnTo>
                <a:lnTo>
                  <a:pt x="15330" y="12629"/>
                </a:lnTo>
                <a:lnTo>
                  <a:pt x="15671" y="12653"/>
                </a:lnTo>
                <a:lnTo>
                  <a:pt x="16036" y="12653"/>
                </a:lnTo>
                <a:lnTo>
                  <a:pt x="16206" y="12629"/>
                </a:lnTo>
                <a:lnTo>
                  <a:pt x="16376" y="12580"/>
                </a:lnTo>
                <a:lnTo>
                  <a:pt x="16449" y="12605"/>
                </a:lnTo>
                <a:lnTo>
                  <a:pt x="16595" y="12605"/>
                </a:lnTo>
                <a:lnTo>
                  <a:pt x="16741" y="12580"/>
                </a:lnTo>
                <a:lnTo>
                  <a:pt x="16985" y="12507"/>
                </a:lnTo>
                <a:lnTo>
                  <a:pt x="17228" y="12386"/>
                </a:lnTo>
                <a:lnTo>
                  <a:pt x="17447" y="12215"/>
                </a:lnTo>
                <a:lnTo>
                  <a:pt x="17642" y="12021"/>
                </a:lnTo>
                <a:lnTo>
                  <a:pt x="17812" y="11802"/>
                </a:lnTo>
                <a:lnTo>
                  <a:pt x="17982" y="11583"/>
                </a:lnTo>
                <a:lnTo>
                  <a:pt x="18104" y="11364"/>
                </a:lnTo>
                <a:lnTo>
                  <a:pt x="18201" y="11096"/>
                </a:lnTo>
                <a:lnTo>
                  <a:pt x="18299" y="10804"/>
                </a:lnTo>
                <a:lnTo>
                  <a:pt x="18347" y="10512"/>
                </a:lnTo>
                <a:lnTo>
                  <a:pt x="18420" y="10245"/>
                </a:lnTo>
                <a:lnTo>
                  <a:pt x="18469" y="9661"/>
                </a:lnTo>
                <a:lnTo>
                  <a:pt x="18542" y="9077"/>
                </a:lnTo>
                <a:lnTo>
                  <a:pt x="18591" y="8371"/>
                </a:lnTo>
                <a:lnTo>
                  <a:pt x="18615" y="8030"/>
                </a:lnTo>
                <a:lnTo>
                  <a:pt x="18639" y="7665"/>
                </a:lnTo>
                <a:lnTo>
                  <a:pt x="18639" y="7179"/>
                </a:lnTo>
                <a:lnTo>
                  <a:pt x="18615" y="6692"/>
                </a:lnTo>
                <a:lnTo>
                  <a:pt x="18566" y="5719"/>
                </a:lnTo>
                <a:lnTo>
                  <a:pt x="18542" y="5208"/>
                </a:lnTo>
                <a:lnTo>
                  <a:pt x="18542" y="4697"/>
                </a:lnTo>
                <a:lnTo>
                  <a:pt x="18566" y="3675"/>
                </a:lnTo>
                <a:lnTo>
                  <a:pt x="18566" y="2750"/>
                </a:lnTo>
                <a:lnTo>
                  <a:pt x="18518" y="1680"/>
                </a:lnTo>
                <a:lnTo>
                  <a:pt x="18493" y="1582"/>
                </a:lnTo>
                <a:lnTo>
                  <a:pt x="18493" y="1436"/>
                </a:lnTo>
                <a:lnTo>
                  <a:pt x="18493" y="1242"/>
                </a:lnTo>
                <a:lnTo>
                  <a:pt x="18445" y="1047"/>
                </a:lnTo>
                <a:lnTo>
                  <a:pt x="18396" y="852"/>
                </a:lnTo>
                <a:lnTo>
                  <a:pt x="18299" y="682"/>
                </a:lnTo>
                <a:lnTo>
                  <a:pt x="18201" y="560"/>
                </a:lnTo>
                <a:lnTo>
                  <a:pt x="18080" y="439"/>
                </a:lnTo>
                <a:lnTo>
                  <a:pt x="17909" y="341"/>
                </a:lnTo>
                <a:lnTo>
                  <a:pt x="17739" y="268"/>
                </a:lnTo>
                <a:lnTo>
                  <a:pt x="17569" y="195"/>
                </a:lnTo>
                <a:lnTo>
                  <a:pt x="17398" y="171"/>
                </a:lnTo>
                <a:lnTo>
                  <a:pt x="17204" y="171"/>
                </a:lnTo>
                <a:lnTo>
                  <a:pt x="17033" y="195"/>
                </a:lnTo>
                <a:lnTo>
                  <a:pt x="16985" y="171"/>
                </a:lnTo>
                <a:lnTo>
                  <a:pt x="16912" y="171"/>
                </a:lnTo>
                <a:lnTo>
                  <a:pt x="15963" y="147"/>
                </a:lnTo>
                <a:lnTo>
                  <a:pt x="15014" y="122"/>
                </a:lnTo>
                <a:lnTo>
                  <a:pt x="13116" y="74"/>
                </a:lnTo>
                <a:lnTo>
                  <a:pt x="11218" y="25"/>
                </a:lnTo>
                <a:lnTo>
                  <a:pt x="10293" y="25"/>
                </a:lnTo>
                <a:lnTo>
                  <a:pt x="9344" y="49"/>
                </a:lnTo>
                <a:lnTo>
                  <a:pt x="8493" y="74"/>
                </a:lnTo>
                <a:lnTo>
                  <a:pt x="7641" y="74"/>
                </a:lnTo>
                <a:lnTo>
                  <a:pt x="5914" y="25"/>
                </a:lnTo>
                <a:lnTo>
                  <a:pt x="5062" y="1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7"/>
          <p:cNvSpPr/>
          <p:nvPr/>
        </p:nvSpPr>
        <p:spPr>
          <a:xfrm>
            <a:off x="2534605" y="2741318"/>
            <a:ext cx="377900" cy="231175"/>
          </a:xfrm>
          <a:custGeom>
            <a:rect b="b" l="l" r="r" t="t"/>
            <a:pathLst>
              <a:path extrusionOk="0" h="13384" w="18177">
                <a:moveTo>
                  <a:pt x="10877" y="4039"/>
                </a:moveTo>
                <a:lnTo>
                  <a:pt x="10755" y="4064"/>
                </a:lnTo>
                <a:lnTo>
                  <a:pt x="10707" y="4088"/>
                </a:lnTo>
                <a:lnTo>
                  <a:pt x="10634" y="4112"/>
                </a:lnTo>
                <a:lnTo>
                  <a:pt x="10609" y="4185"/>
                </a:lnTo>
                <a:lnTo>
                  <a:pt x="10561" y="4258"/>
                </a:lnTo>
                <a:lnTo>
                  <a:pt x="10536" y="4331"/>
                </a:lnTo>
                <a:lnTo>
                  <a:pt x="10536" y="4429"/>
                </a:lnTo>
                <a:lnTo>
                  <a:pt x="10561" y="4575"/>
                </a:lnTo>
                <a:lnTo>
                  <a:pt x="10585" y="4623"/>
                </a:lnTo>
                <a:lnTo>
                  <a:pt x="10634" y="4696"/>
                </a:lnTo>
                <a:lnTo>
                  <a:pt x="10707" y="4745"/>
                </a:lnTo>
                <a:lnTo>
                  <a:pt x="10780" y="4769"/>
                </a:lnTo>
                <a:lnTo>
                  <a:pt x="10828" y="4794"/>
                </a:lnTo>
                <a:lnTo>
                  <a:pt x="10999" y="4794"/>
                </a:lnTo>
                <a:lnTo>
                  <a:pt x="11047" y="4769"/>
                </a:lnTo>
                <a:lnTo>
                  <a:pt x="11169" y="4696"/>
                </a:lnTo>
                <a:lnTo>
                  <a:pt x="11266" y="4575"/>
                </a:lnTo>
                <a:lnTo>
                  <a:pt x="11291" y="4502"/>
                </a:lnTo>
                <a:lnTo>
                  <a:pt x="11291" y="4429"/>
                </a:lnTo>
                <a:lnTo>
                  <a:pt x="11291" y="4356"/>
                </a:lnTo>
                <a:lnTo>
                  <a:pt x="11266" y="4283"/>
                </a:lnTo>
                <a:lnTo>
                  <a:pt x="11169" y="4161"/>
                </a:lnTo>
                <a:lnTo>
                  <a:pt x="11120" y="4088"/>
                </a:lnTo>
                <a:lnTo>
                  <a:pt x="11047" y="4064"/>
                </a:lnTo>
                <a:lnTo>
                  <a:pt x="10950" y="4039"/>
                </a:lnTo>
                <a:close/>
                <a:moveTo>
                  <a:pt x="12361" y="3942"/>
                </a:moveTo>
                <a:lnTo>
                  <a:pt x="12288" y="3966"/>
                </a:lnTo>
                <a:lnTo>
                  <a:pt x="12215" y="4015"/>
                </a:lnTo>
                <a:lnTo>
                  <a:pt x="12142" y="4064"/>
                </a:lnTo>
                <a:lnTo>
                  <a:pt x="12093" y="4137"/>
                </a:lnTo>
                <a:lnTo>
                  <a:pt x="12045" y="4210"/>
                </a:lnTo>
                <a:lnTo>
                  <a:pt x="12020" y="4307"/>
                </a:lnTo>
                <a:lnTo>
                  <a:pt x="11996" y="4380"/>
                </a:lnTo>
                <a:lnTo>
                  <a:pt x="12020" y="4477"/>
                </a:lnTo>
                <a:lnTo>
                  <a:pt x="12045" y="4550"/>
                </a:lnTo>
                <a:lnTo>
                  <a:pt x="12093" y="4623"/>
                </a:lnTo>
                <a:lnTo>
                  <a:pt x="12142" y="4696"/>
                </a:lnTo>
                <a:lnTo>
                  <a:pt x="12215" y="4745"/>
                </a:lnTo>
                <a:lnTo>
                  <a:pt x="12288" y="4794"/>
                </a:lnTo>
                <a:lnTo>
                  <a:pt x="12361" y="4818"/>
                </a:lnTo>
                <a:lnTo>
                  <a:pt x="12531" y="4818"/>
                </a:lnTo>
                <a:lnTo>
                  <a:pt x="12629" y="4794"/>
                </a:lnTo>
                <a:lnTo>
                  <a:pt x="12702" y="4745"/>
                </a:lnTo>
                <a:lnTo>
                  <a:pt x="12750" y="4696"/>
                </a:lnTo>
                <a:lnTo>
                  <a:pt x="12823" y="4623"/>
                </a:lnTo>
                <a:lnTo>
                  <a:pt x="12848" y="4550"/>
                </a:lnTo>
                <a:lnTo>
                  <a:pt x="12872" y="4477"/>
                </a:lnTo>
                <a:lnTo>
                  <a:pt x="12896" y="4380"/>
                </a:lnTo>
                <a:lnTo>
                  <a:pt x="12872" y="4307"/>
                </a:lnTo>
                <a:lnTo>
                  <a:pt x="12848" y="4210"/>
                </a:lnTo>
                <a:lnTo>
                  <a:pt x="12823" y="4137"/>
                </a:lnTo>
                <a:lnTo>
                  <a:pt x="12750" y="4064"/>
                </a:lnTo>
                <a:lnTo>
                  <a:pt x="12702" y="4015"/>
                </a:lnTo>
                <a:lnTo>
                  <a:pt x="12629" y="3966"/>
                </a:lnTo>
                <a:lnTo>
                  <a:pt x="12531" y="3942"/>
                </a:lnTo>
                <a:close/>
                <a:moveTo>
                  <a:pt x="11534" y="5013"/>
                </a:moveTo>
                <a:lnTo>
                  <a:pt x="11412" y="5061"/>
                </a:lnTo>
                <a:lnTo>
                  <a:pt x="11315" y="5110"/>
                </a:lnTo>
                <a:lnTo>
                  <a:pt x="11242" y="5232"/>
                </a:lnTo>
                <a:lnTo>
                  <a:pt x="11218" y="5353"/>
                </a:lnTo>
                <a:lnTo>
                  <a:pt x="11242" y="5475"/>
                </a:lnTo>
                <a:lnTo>
                  <a:pt x="11315" y="5572"/>
                </a:lnTo>
                <a:lnTo>
                  <a:pt x="11412" y="5645"/>
                </a:lnTo>
                <a:lnTo>
                  <a:pt x="11534" y="5670"/>
                </a:lnTo>
                <a:lnTo>
                  <a:pt x="11655" y="5645"/>
                </a:lnTo>
                <a:lnTo>
                  <a:pt x="11753" y="5572"/>
                </a:lnTo>
                <a:lnTo>
                  <a:pt x="11826" y="5475"/>
                </a:lnTo>
                <a:lnTo>
                  <a:pt x="11850" y="5353"/>
                </a:lnTo>
                <a:lnTo>
                  <a:pt x="11826" y="5232"/>
                </a:lnTo>
                <a:lnTo>
                  <a:pt x="11753" y="5110"/>
                </a:lnTo>
                <a:lnTo>
                  <a:pt x="11655" y="5061"/>
                </a:lnTo>
                <a:lnTo>
                  <a:pt x="11534" y="5013"/>
                </a:lnTo>
                <a:close/>
                <a:moveTo>
                  <a:pt x="12312" y="5889"/>
                </a:moveTo>
                <a:lnTo>
                  <a:pt x="12239" y="5913"/>
                </a:lnTo>
                <a:lnTo>
                  <a:pt x="12166" y="5937"/>
                </a:lnTo>
                <a:lnTo>
                  <a:pt x="12093" y="5986"/>
                </a:lnTo>
                <a:lnTo>
                  <a:pt x="12045" y="6059"/>
                </a:lnTo>
                <a:lnTo>
                  <a:pt x="12020" y="6132"/>
                </a:lnTo>
                <a:lnTo>
                  <a:pt x="11996" y="6205"/>
                </a:lnTo>
                <a:lnTo>
                  <a:pt x="11996" y="6278"/>
                </a:lnTo>
                <a:lnTo>
                  <a:pt x="11996" y="6351"/>
                </a:lnTo>
                <a:lnTo>
                  <a:pt x="12020" y="6424"/>
                </a:lnTo>
                <a:lnTo>
                  <a:pt x="12045" y="6497"/>
                </a:lnTo>
                <a:lnTo>
                  <a:pt x="12093" y="6570"/>
                </a:lnTo>
                <a:lnTo>
                  <a:pt x="12166" y="6619"/>
                </a:lnTo>
                <a:lnTo>
                  <a:pt x="12239" y="6643"/>
                </a:lnTo>
                <a:lnTo>
                  <a:pt x="12312" y="6667"/>
                </a:lnTo>
                <a:lnTo>
                  <a:pt x="12458" y="6667"/>
                </a:lnTo>
                <a:lnTo>
                  <a:pt x="12531" y="6643"/>
                </a:lnTo>
                <a:lnTo>
                  <a:pt x="12604" y="6619"/>
                </a:lnTo>
                <a:lnTo>
                  <a:pt x="12677" y="6570"/>
                </a:lnTo>
                <a:lnTo>
                  <a:pt x="12726" y="6497"/>
                </a:lnTo>
                <a:lnTo>
                  <a:pt x="12750" y="6424"/>
                </a:lnTo>
                <a:lnTo>
                  <a:pt x="12775" y="6351"/>
                </a:lnTo>
                <a:lnTo>
                  <a:pt x="12799" y="6278"/>
                </a:lnTo>
                <a:lnTo>
                  <a:pt x="12775" y="6205"/>
                </a:lnTo>
                <a:lnTo>
                  <a:pt x="12750" y="6132"/>
                </a:lnTo>
                <a:lnTo>
                  <a:pt x="12726" y="6059"/>
                </a:lnTo>
                <a:lnTo>
                  <a:pt x="12677" y="5986"/>
                </a:lnTo>
                <a:lnTo>
                  <a:pt x="12604" y="5937"/>
                </a:lnTo>
                <a:lnTo>
                  <a:pt x="12531" y="5913"/>
                </a:lnTo>
                <a:lnTo>
                  <a:pt x="12458" y="5889"/>
                </a:lnTo>
                <a:close/>
                <a:moveTo>
                  <a:pt x="10950" y="5889"/>
                </a:moveTo>
                <a:lnTo>
                  <a:pt x="10853" y="5913"/>
                </a:lnTo>
                <a:lnTo>
                  <a:pt x="10780" y="5937"/>
                </a:lnTo>
                <a:lnTo>
                  <a:pt x="10707" y="5986"/>
                </a:lnTo>
                <a:lnTo>
                  <a:pt x="10634" y="6035"/>
                </a:lnTo>
                <a:lnTo>
                  <a:pt x="10585" y="6108"/>
                </a:lnTo>
                <a:lnTo>
                  <a:pt x="10536" y="6181"/>
                </a:lnTo>
                <a:lnTo>
                  <a:pt x="10512" y="6254"/>
                </a:lnTo>
                <a:lnTo>
                  <a:pt x="10488" y="6351"/>
                </a:lnTo>
                <a:lnTo>
                  <a:pt x="10512" y="6424"/>
                </a:lnTo>
                <a:lnTo>
                  <a:pt x="10536" y="6521"/>
                </a:lnTo>
                <a:lnTo>
                  <a:pt x="10585" y="6594"/>
                </a:lnTo>
                <a:lnTo>
                  <a:pt x="10634" y="6643"/>
                </a:lnTo>
                <a:lnTo>
                  <a:pt x="10707" y="6716"/>
                </a:lnTo>
                <a:lnTo>
                  <a:pt x="10780" y="6740"/>
                </a:lnTo>
                <a:lnTo>
                  <a:pt x="10853" y="6765"/>
                </a:lnTo>
                <a:lnTo>
                  <a:pt x="10950" y="6789"/>
                </a:lnTo>
                <a:lnTo>
                  <a:pt x="11023" y="6765"/>
                </a:lnTo>
                <a:lnTo>
                  <a:pt x="11120" y="6740"/>
                </a:lnTo>
                <a:lnTo>
                  <a:pt x="11193" y="6716"/>
                </a:lnTo>
                <a:lnTo>
                  <a:pt x="11242" y="6643"/>
                </a:lnTo>
                <a:lnTo>
                  <a:pt x="11315" y="6594"/>
                </a:lnTo>
                <a:lnTo>
                  <a:pt x="11339" y="6521"/>
                </a:lnTo>
                <a:lnTo>
                  <a:pt x="11364" y="6424"/>
                </a:lnTo>
                <a:lnTo>
                  <a:pt x="11388" y="6351"/>
                </a:lnTo>
                <a:lnTo>
                  <a:pt x="11364" y="6254"/>
                </a:lnTo>
                <a:lnTo>
                  <a:pt x="11339" y="6181"/>
                </a:lnTo>
                <a:lnTo>
                  <a:pt x="11315" y="6108"/>
                </a:lnTo>
                <a:lnTo>
                  <a:pt x="11242" y="6035"/>
                </a:lnTo>
                <a:lnTo>
                  <a:pt x="11193" y="5986"/>
                </a:lnTo>
                <a:lnTo>
                  <a:pt x="11120" y="5937"/>
                </a:lnTo>
                <a:lnTo>
                  <a:pt x="11023" y="5913"/>
                </a:lnTo>
                <a:lnTo>
                  <a:pt x="10950" y="5889"/>
                </a:lnTo>
                <a:close/>
                <a:moveTo>
                  <a:pt x="2799" y="6351"/>
                </a:moveTo>
                <a:lnTo>
                  <a:pt x="2628" y="6546"/>
                </a:lnTo>
                <a:lnTo>
                  <a:pt x="2507" y="6692"/>
                </a:lnTo>
                <a:lnTo>
                  <a:pt x="2166" y="7057"/>
                </a:lnTo>
                <a:lnTo>
                  <a:pt x="2117" y="6740"/>
                </a:lnTo>
                <a:lnTo>
                  <a:pt x="2093" y="6570"/>
                </a:lnTo>
                <a:lnTo>
                  <a:pt x="2044" y="6424"/>
                </a:lnTo>
                <a:lnTo>
                  <a:pt x="2799" y="6351"/>
                </a:lnTo>
                <a:close/>
                <a:moveTo>
                  <a:pt x="11558" y="6813"/>
                </a:moveTo>
                <a:lnTo>
                  <a:pt x="11461" y="6838"/>
                </a:lnTo>
                <a:lnTo>
                  <a:pt x="11388" y="6862"/>
                </a:lnTo>
                <a:lnTo>
                  <a:pt x="11315" y="6911"/>
                </a:lnTo>
                <a:lnTo>
                  <a:pt x="11242" y="6959"/>
                </a:lnTo>
                <a:lnTo>
                  <a:pt x="11169" y="7032"/>
                </a:lnTo>
                <a:lnTo>
                  <a:pt x="11145" y="7105"/>
                </a:lnTo>
                <a:lnTo>
                  <a:pt x="11120" y="7203"/>
                </a:lnTo>
                <a:lnTo>
                  <a:pt x="11096" y="7276"/>
                </a:lnTo>
                <a:lnTo>
                  <a:pt x="11120" y="7373"/>
                </a:lnTo>
                <a:lnTo>
                  <a:pt x="11145" y="7470"/>
                </a:lnTo>
                <a:lnTo>
                  <a:pt x="11169" y="7543"/>
                </a:lnTo>
                <a:lnTo>
                  <a:pt x="11242" y="7616"/>
                </a:lnTo>
                <a:lnTo>
                  <a:pt x="11315" y="7665"/>
                </a:lnTo>
                <a:lnTo>
                  <a:pt x="11388" y="7714"/>
                </a:lnTo>
                <a:lnTo>
                  <a:pt x="11461" y="7738"/>
                </a:lnTo>
                <a:lnTo>
                  <a:pt x="11655" y="7738"/>
                </a:lnTo>
                <a:lnTo>
                  <a:pt x="11728" y="7714"/>
                </a:lnTo>
                <a:lnTo>
                  <a:pt x="11801" y="7665"/>
                </a:lnTo>
                <a:lnTo>
                  <a:pt x="11874" y="7616"/>
                </a:lnTo>
                <a:lnTo>
                  <a:pt x="11947" y="7543"/>
                </a:lnTo>
                <a:lnTo>
                  <a:pt x="11972" y="7470"/>
                </a:lnTo>
                <a:lnTo>
                  <a:pt x="11996" y="7373"/>
                </a:lnTo>
                <a:lnTo>
                  <a:pt x="12020" y="7276"/>
                </a:lnTo>
                <a:lnTo>
                  <a:pt x="11996" y="7203"/>
                </a:lnTo>
                <a:lnTo>
                  <a:pt x="11972" y="7105"/>
                </a:lnTo>
                <a:lnTo>
                  <a:pt x="11947" y="7032"/>
                </a:lnTo>
                <a:lnTo>
                  <a:pt x="11874" y="6959"/>
                </a:lnTo>
                <a:lnTo>
                  <a:pt x="11801" y="6911"/>
                </a:lnTo>
                <a:lnTo>
                  <a:pt x="11728" y="6862"/>
                </a:lnTo>
                <a:lnTo>
                  <a:pt x="11655" y="6838"/>
                </a:lnTo>
                <a:lnTo>
                  <a:pt x="11558" y="6813"/>
                </a:lnTo>
                <a:close/>
                <a:moveTo>
                  <a:pt x="3918" y="6327"/>
                </a:moveTo>
                <a:lnTo>
                  <a:pt x="3845" y="6375"/>
                </a:lnTo>
                <a:lnTo>
                  <a:pt x="3553" y="6667"/>
                </a:lnTo>
                <a:lnTo>
                  <a:pt x="3285" y="6959"/>
                </a:lnTo>
                <a:lnTo>
                  <a:pt x="2726" y="7592"/>
                </a:lnTo>
                <a:lnTo>
                  <a:pt x="2434" y="7908"/>
                </a:lnTo>
                <a:lnTo>
                  <a:pt x="2263" y="8103"/>
                </a:lnTo>
                <a:lnTo>
                  <a:pt x="2117" y="8298"/>
                </a:lnTo>
                <a:lnTo>
                  <a:pt x="2166" y="7543"/>
                </a:lnTo>
                <a:lnTo>
                  <a:pt x="2239" y="7519"/>
                </a:lnTo>
                <a:lnTo>
                  <a:pt x="2312" y="7470"/>
                </a:lnTo>
                <a:lnTo>
                  <a:pt x="2482" y="7349"/>
                </a:lnTo>
                <a:lnTo>
                  <a:pt x="2726" y="7081"/>
                </a:lnTo>
                <a:lnTo>
                  <a:pt x="3066" y="6716"/>
                </a:lnTo>
                <a:lnTo>
                  <a:pt x="3212" y="6594"/>
                </a:lnTo>
                <a:lnTo>
                  <a:pt x="3310" y="6448"/>
                </a:lnTo>
                <a:lnTo>
                  <a:pt x="3358" y="6400"/>
                </a:lnTo>
                <a:lnTo>
                  <a:pt x="3358" y="6327"/>
                </a:lnTo>
                <a:close/>
                <a:moveTo>
                  <a:pt x="12312" y="7860"/>
                </a:moveTo>
                <a:lnTo>
                  <a:pt x="12239" y="7884"/>
                </a:lnTo>
                <a:lnTo>
                  <a:pt x="12166" y="7908"/>
                </a:lnTo>
                <a:lnTo>
                  <a:pt x="12093" y="7957"/>
                </a:lnTo>
                <a:lnTo>
                  <a:pt x="12045" y="8006"/>
                </a:lnTo>
                <a:lnTo>
                  <a:pt x="11996" y="8079"/>
                </a:lnTo>
                <a:lnTo>
                  <a:pt x="11972" y="8152"/>
                </a:lnTo>
                <a:lnTo>
                  <a:pt x="11947" y="8273"/>
                </a:lnTo>
                <a:lnTo>
                  <a:pt x="11972" y="8395"/>
                </a:lnTo>
                <a:lnTo>
                  <a:pt x="12045" y="8517"/>
                </a:lnTo>
                <a:lnTo>
                  <a:pt x="12142" y="8590"/>
                </a:lnTo>
                <a:lnTo>
                  <a:pt x="12215" y="8638"/>
                </a:lnTo>
                <a:lnTo>
                  <a:pt x="12458" y="8638"/>
                </a:lnTo>
                <a:lnTo>
                  <a:pt x="12556" y="8590"/>
                </a:lnTo>
                <a:lnTo>
                  <a:pt x="12629" y="8541"/>
                </a:lnTo>
                <a:lnTo>
                  <a:pt x="12653" y="8517"/>
                </a:lnTo>
                <a:lnTo>
                  <a:pt x="12726" y="8444"/>
                </a:lnTo>
                <a:lnTo>
                  <a:pt x="12750" y="8346"/>
                </a:lnTo>
                <a:lnTo>
                  <a:pt x="12775" y="8225"/>
                </a:lnTo>
                <a:lnTo>
                  <a:pt x="12726" y="8103"/>
                </a:lnTo>
                <a:lnTo>
                  <a:pt x="12653" y="7981"/>
                </a:lnTo>
                <a:lnTo>
                  <a:pt x="12556" y="7908"/>
                </a:lnTo>
                <a:lnTo>
                  <a:pt x="12483" y="7860"/>
                </a:lnTo>
                <a:close/>
                <a:moveTo>
                  <a:pt x="10974" y="7981"/>
                </a:moveTo>
                <a:lnTo>
                  <a:pt x="10877" y="8006"/>
                </a:lnTo>
                <a:lnTo>
                  <a:pt x="10804" y="8030"/>
                </a:lnTo>
                <a:lnTo>
                  <a:pt x="10682" y="8127"/>
                </a:lnTo>
                <a:lnTo>
                  <a:pt x="10609" y="8225"/>
                </a:lnTo>
                <a:lnTo>
                  <a:pt x="10561" y="8346"/>
                </a:lnTo>
                <a:lnTo>
                  <a:pt x="10585" y="8492"/>
                </a:lnTo>
                <a:lnTo>
                  <a:pt x="10609" y="8590"/>
                </a:lnTo>
                <a:lnTo>
                  <a:pt x="10682" y="8663"/>
                </a:lnTo>
                <a:lnTo>
                  <a:pt x="10755" y="8711"/>
                </a:lnTo>
                <a:lnTo>
                  <a:pt x="10853" y="8736"/>
                </a:lnTo>
                <a:lnTo>
                  <a:pt x="10853" y="8760"/>
                </a:lnTo>
                <a:lnTo>
                  <a:pt x="10999" y="8760"/>
                </a:lnTo>
                <a:lnTo>
                  <a:pt x="11145" y="8736"/>
                </a:lnTo>
                <a:lnTo>
                  <a:pt x="11218" y="8711"/>
                </a:lnTo>
                <a:lnTo>
                  <a:pt x="11266" y="8638"/>
                </a:lnTo>
                <a:lnTo>
                  <a:pt x="11339" y="8565"/>
                </a:lnTo>
                <a:lnTo>
                  <a:pt x="11364" y="8468"/>
                </a:lnTo>
                <a:lnTo>
                  <a:pt x="11388" y="8371"/>
                </a:lnTo>
                <a:lnTo>
                  <a:pt x="11364" y="8273"/>
                </a:lnTo>
                <a:lnTo>
                  <a:pt x="11339" y="8176"/>
                </a:lnTo>
                <a:lnTo>
                  <a:pt x="11291" y="8127"/>
                </a:lnTo>
                <a:lnTo>
                  <a:pt x="11218" y="8054"/>
                </a:lnTo>
                <a:lnTo>
                  <a:pt x="11145" y="8006"/>
                </a:lnTo>
                <a:lnTo>
                  <a:pt x="11047" y="7981"/>
                </a:lnTo>
                <a:close/>
                <a:moveTo>
                  <a:pt x="11704" y="8882"/>
                </a:moveTo>
                <a:lnTo>
                  <a:pt x="11631" y="8906"/>
                </a:lnTo>
                <a:lnTo>
                  <a:pt x="11558" y="8930"/>
                </a:lnTo>
                <a:lnTo>
                  <a:pt x="11485" y="8955"/>
                </a:lnTo>
                <a:lnTo>
                  <a:pt x="11437" y="9003"/>
                </a:lnTo>
                <a:lnTo>
                  <a:pt x="11364" y="9101"/>
                </a:lnTo>
                <a:lnTo>
                  <a:pt x="11339" y="9198"/>
                </a:lnTo>
                <a:lnTo>
                  <a:pt x="11315" y="9295"/>
                </a:lnTo>
                <a:lnTo>
                  <a:pt x="11315" y="9393"/>
                </a:lnTo>
                <a:lnTo>
                  <a:pt x="11364" y="9490"/>
                </a:lnTo>
                <a:lnTo>
                  <a:pt x="11437" y="9587"/>
                </a:lnTo>
                <a:lnTo>
                  <a:pt x="11510" y="9636"/>
                </a:lnTo>
                <a:lnTo>
                  <a:pt x="11607" y="9685"/>
                </a:lnTo>
                <a:lnTo>
                  <a:pt x="11850" y="9685"/>
                </a:lnTo>
                <a:lnTo>
                  <a:pt x="11899" y="9636"/>
                </a:lnTo>
                <a:lnTo>
                  <a:pt x="11996" y="9587"/>
                </a:lnTo>
                <a:lnTo>
                  <a:pt x="12045" y="9514"/>
                </a:lnTo>
                <a:lnTo>
                  <a:pt x="12093" y="9393"/>
                </a:lnTo>
                <a:lnTo>
                  <a:pt x="12093" y="9295"/>
                </a:lnTo>
                <a:lnTo>
                  <a:pt x="12093" y="9222"/>
                </a:lnTo>
                <a:lnTo>
                  <a:pt x="12069" y="9125"/>
                </a:lnTo>
                <a:lnTo>
                  <a:pt x="11996" y="9003"/>
                </a:lnTo>
                <a:lnTo>
                  <a:pt x="11923" y="8955"/>
                </a:lnTo>
                <a:lnTo>
                  <a:pt x="11850" y="8930"/>
                </a:lnTo>
                <a:lnTo>
                  <a:pt x="11777" y="8906"/>
                </a:lnTo>
                <a:lnTo>
                  <a:pt x="11704" y="8882"/>
                </a:lnTo>
                <a:close/>
                <a:moveTo>
                  <a:pt x="4112" y="6327"/>
                </a:moveTo>
                <a:lnTo>
                  <a:pt x="4745" y="6375"/>
                </a:lnTo>
                <a:lnTo>
                  <a:pt x="4721" y="6619"/>
                </a:lnTo>
                <a:lnTo>
                  <a:pt x="4721" y="6886"/>
                </a:lnTo>
                <a:lnTo>
                  <a:pt x="4648" y="6886"/>
                </a:lnTo>
                <a:lnTo>
                  <a:pt x="4477" y="6959"/>
                </a:lnTo>
                <a:lnTo>
                  <a:pt x="4380" y="7081"/>
                </a:lnTo>
                <a:lnTo>
                  <a:pt x="4161" y="7349"/>
                </a:lnTo>
                <a:lnTo>
                  <a:pt x="3431" y="8249"/>
                </a:lnTo>
                <a:lnTo>
                  <a:pt x="3091" y="8590"/>
                </a:lnTo>
                <a:lnTo>
                  <a:pt x="2750" y="8955"/>
                </a:lnTo>
                <a:lnTo>
                  <a:pt x="2409" y="9344"/>
                </a:lnTo>
                <a:lnTo>
                  <a:pt x="2239" y="9539"/>
                </a:lnTo>
                <a:lnTo>
                  <a:pt x="2117" y="9733"/>
                </a:lnTo>
                <a:lnTo>
                  <a:pt x="2117" y="8736"/>
                </a:lnTo>
                <a:lnTo>
                  <a:pt x="2239" y="8687"/>
                </a:lnTo>
                <a:lnTo>
                  <a:pt x="2385" y="8614"/>
                </a:lnTo>
                <a:lnTo>
                  <a:pt x="2507" y="8517"/>
                </a:lnTo>
                <a:lnTo>
                  <a:pt x="2628" y="8371"/>
                </a:lnTo>
                <a:lnTo>
                  <a:pt x="2823" y="8127"/>
                </a:lnTo>
                <a:lnTo>
                  <a:pt x="3018" y="7884"/>
                </a:lnTo>
                <a:lnTo>
                  <a:pt x="3577" y="7276"/>
                </a:lnTo>
                <a:lnTo>
                  <a:pt x="3869" y="6959"/>
                </a:lnTo>
                <a:lnTo>
                  <a:pt x="4161" y="6667"/>
                </a:lnTo>
                <a:lnTo>
                  <a:pt x="4210" y="6619"/>
                </a:lnTo>
                <a:lnTo>
                  <a:pt x="4234" y="6570"/>
                </a:lnTo>
                <a:lnTo>
                  <a:pt x="4234" y="6521"/>
                </a:lnTo>
                <a:lnTo>
                  <a:pt x="4210" y="6448"/>
                </a:lnTo>
                <a:lnTo>
                  <a:pt x="4185" y="6375"/>
                </a:lnTo>
                <a:lnTo>
                  <a:pt x="4112" y="6327"/>
                </a:lnTo>
                <a:close/>
                <a:moveTo>
                  <a:pt x="12239" y="9709"/>
                </a:moveTo>
                <a:lnTo>
                  <a:pt x="12166" y="9733"/>
                </a:lnTo>
                <a:lnTo>
                  <a:pt x="12093" y="9782"/>
                </a:lnTo>
                <a:lnTo>
                  <a:pt x="12020" y="9831"/>
                </a:lnTo>
                <a:lnTo>
                  <a:pt x="11972" y="9879"/>
                </a:lnTo>
                <a:lnTo>
                  <a:pt x="11947" y="9952"/>
                </a:lnTo>
                <a:lnTo>
                  <a:pt x="11923" y="10025"/>
                </a:lnTo>
                <a:lnTo>
                  <a:pt x="11923" y="10098"/>
                </a:lnTo>
                <a:lnTo>
                  <a:pt x="11923" y="10196"/>
                </a:lnTo>
                <a:lnTo>
                  <a:pt x="11947" y="10269"/>
                </a:lnTo>
                <a:lnTo>
                  <a:pt x="11972" y="10342"/>
                </a:lnTo>
                <a:lnTo>
                  <a:pt x="12020" y="10390"/>
                </a:lnTo>
                <a:lnTo>
                  <a:pt x="12093" y="10439"/>
                </a:lnTo>
                <a:lnTo>
                  <a:pt x="12166" y="10488"/>
                </a:lnTo>
                <a:lnTo>
                  <a:pt x="12239" y="10512"/>
                </a:lnTo>
                <a:lnTo>
                  <a:pt x="12385" y="10512"/>
                </a:lnTo>
                <a:lnTo>
                  <a:pt x="12483" y="10488"/>
                </a:lnTo>
                <a:lnTo>
                  <a:pt x="12531" y="10439"/>
                </a:lnTo>
                <a:lnTo>
                  <a:pt x="12604" y="10390"/>
                </a:lnTo>
                <a:lnTo>
                  <a:pt x="12653" y="10342"/>
                </a:lnTo>
                <a:lnTo>
                  <a:pt x="12677" y="10269"/>
                </a:lnTo>
                <a:lnTo>
                  <a:pt x="12702" y="10196"/>
                </a:lnTo>
                <a:lnTo>
                  <a:pt x="12726" y="10098"/>
                </a:lnTo>
                <a:lnTo>
                  <a:pt x="12702" y="10025"/>
                </a:lnTo>
                <a:lnTo>
                  <a:pt x="12677" y="9952"/>
                </a:lnTo>
                <a:lnTo>
                  <a:pt x="12653" y="9879"/>
                </a:lnTo>
                <a:lnTo>
                  <a:pt x="12604" y="9831"/>
                </a:lnTo>
                <a:lnTo>
                  <a:pt x="12531" y="9782"/>
                </a:lnTo>
                <a:lnTo>
                  <a:pt x="12483" y="9733"/>
                </a:lnTo>
                <a:lnTo>
                  <a:pt x="12385" y="9709"/>
                </a:lnTo>
                <a:close/>
                <a:moveTo>
                  <a:pt x="10950" y="9831"/>
                </a:moveTo>
                <a:lnTo>
                  <a:pt x="10853" y="9855"/>
                </a:lnTo>
                <a:lnTo>
                  <a:pt x="10755" y="9879"/>
                </a:lnTo>
                <a:lnTo>
                  <a:pt x="10658" y="9952"/>
                </a:lnTo>
                <a:lnTo>
                  <a:pt x="10609" y="10025"/>
                </a:lnTo>
                <a:lnTo>
                  <a:pt x="10561" y="10123"/>
                </a:lnTo>
                <a:lnTo>
                  <a:pt x="10561" y="10220"/>
                </a:lnTo>
                <a:lnTo>
                  <a:pt x="10561" y="10342"/>
                </a:lnTo>
                <a:lnTo>
                  <a:pt x="10585" y="10415"/>
                </a:lnTo>
                <a:lnTo>
                  <a:pt x="10634" y="10463"/>
                </a:lnTo>
                <a:lnTo>
                  <a:pt x="10755" y="10560"/>
                </a:lnTo>
                <a:lnTo>
                  <a:pt x="10828" y="10609"/>
                </a:lnTo>
                <a:lnTo>
                  <a:pt x="10950" y="10633"/>
                </a:lnTo>
                <a:lnTo>
                  <a:pt x="11047" y="10609"/>
                </a:lnTo>
                <a:lnTo>
                  <a:pt x="11145" y="10560"/>
                </a:lnTo>
                <a:lnTo>
                  <a:pt x="11266" y="10463"/>
                </a:lnTo>
                <a:lnTo>
                  <a:pt x="11291" y="10415"/>
                </a:lnTo>
                <a:lnTo>
                  <a:pt x="11315" y="10342"/>
                </a:lnTo>
                <a:lnTo>
                  <a:pt x="11339" y="10220"/>
                </a:lnTo>
                <a:lnTo>
                  <a:pt x="11315" y="10123"/>
                </a:lnTo>
                <a:lnTo>
                  <a:pt x="11291" y="10025"/>
                </a:lnTo>
                <a:lnTo>
                  <a:pt x="11218" y="9952"/>
                </a:lnTo>
                <a:lnTo>
                  <a:pt x="11145" y="9879"/>
                </a:lnTo>
                <a:lnTo>
                  <a:pt x="11047" y="9855"/>
                </a:lnTo>
                <a:lnTo>
                  <a:pt x="10950" y="9831"/>
                </a:lnTo>
                <a:close/>
                <a:moveTo>
                  <a:pt x="4696" y="7373"/>
                </a:moveTo>
                <a:lnTo>
                  <a:pt x="4672" y="8079"/>
                </a:lnTo>
                <a:lnTo>
                  <a:pt x="4575" y="8127"/>
                </a:lnTo>
                <a:lnTo>
                  <a:pt x="4477" y="8176"/>
                </a:lnTo>
                <a:lnTo>
                  <a:pt x="4404" y="8273"/>
                </a:lnTo>
                <a:lnTo>
                  <a:pt x="4331" y="8346"/>
                </a:lnTo>
                <a:lnTo>
                  <a:pt x="4088" y="8760"/>
                </a:lnTo>
                <a:lnTo>
                  <a:pt x="3723" y="9320"/>
                </a:lnTo>
                <a:lnTo>
                  <a:pt x="3529" y="9587"/>
                </a:lnTo>
                <a:lnTo>
                  <a:pt x="3310" y="9855"/>
                </a:lnTo>
                <a:lnTo>
                  <a:pt x="3139" y="9977"/>
                </a:lnTo>
                <a:lnTo>
                  <a:pt x="2969" y="10098"/>
                </a:lnTo>
                <a:lnTo>
                  <a:pt x="2604" y="10390"/>
                </a:lnTo>
                <a:lnTo>
                  <a:pt x="2434" y="10560"/>
                </a:lnTo>
                <a:lnTo>
                  <a:pt x="2263" y="10706"/>
                </a:lnTo>
                <a:lnTo>
                  <a:pt x="2142" y="10901"/>
                </a:lnTo>
                <a:lnTo>
                  <a:pt x="2069" y="11071"/>
                </a:lnTo>
                <a:lnTo>
                  <a:pt x="2117" y="10536"/>
                </a:lnTo>
                <a:lnTo>
                  <a:pt x="2117" y="10001"/>
                </a:lnTo>
                <a:lnTo>
                  <a:pt x="2336" y="9904"/>
                </a:lnTo>
                <a:lnTo>
                  <a:pt x="2555" y="9782"/>
                </a:lnTo>
                <a:lnTo>
                  <a:pt x="2750" y="9612"/>
                </a:lnTo>
                <a:lnTo>
                  <a:pt x="2945" y="9441"/>
                </a:lnTo>
                <a:lnTo>
                  <a:pt x="3310" y="9052"/>
                </a:lnTo>
                <a:lnTo>
                  <a:pt x="3626" y="8687"/>
                </a:lnTo>
                <a:lnTo>
                  <a:pt x="4015" y="8249"/>
                </a:lnTo>
                <a:lnTo>
                  <a:pt x="4380" y="7787"/>
                </a:lnTo>
                <a:lnTo>
                  <a:pt x="4550" y="7592"/>
                </a:lnTo>
                <a:lnTo>
                  <a:pt x="4696" y="7373"/>
                </a:lnTo>
                <a:close/>
                <a:moveTo>
                  <a:pt x="17033" y="6254"/>
                </a:moveTo>
                <a:lnTo>
                  <a:pt x="17009" y="6473"/>
                </a:lnTo>
                <a:lnTo>
                  <a:pt x="17009" y="6692"/>
                </a:lnTo>
                <a:lnTo>
                  <a:pt x="17033" y="7154"/>
                </a:lnTo>
                <a:lnTo>
                  <a:pt x="17009" y="7884"/>
                </a:lnTo>
                <a:lnTo>
                  <a:pt x="16984" y="8614"/>
                </a:lnTo>
                <a:lnTo>
                  <a:pt x="16936" y="9247"/>
                </a:lnTo>
                <a:lnTo>
                  <a:pt x="16911" y="9879"/>
                </a:lnTo>
                <a:lnTo>
                  <a:pt x="16911" y="10488"/>
                </a:lnTo>
                <a:lnTo>
                  <a:pt x="16936" y="11120"/>
                </a:lnTo>
                <a:lnTo>
                  <a:pt x="16376" y="11193"/>
                </a:lnTo>
                <a:lnTo>
                  <a:pt x="16425" y="10488"/>
                </a:lnTo>
                <a:lnTo>
                  <a:pt x="16449" y="9758"/>
                </a:lnTo>
                <a:lnTo>
                  <a:pt x="16473" y="8298"/>
                </a:lnTo>
                <a:lnTo>
                  <a:pt x="16473" y="7592"/>
                </a:lnTo>
                <a:lnTo>
                  <a:pt x="16449" y="6886"/>
                </a:lnTo>
                <a:lnTo>
                  <a:pt x="16449" y="6594"/>
                </a:lnTo>
                <a:lnTo>
                  <a:pt x="16425" y="6448"/>
                </a:lnTo>
                <a:lnTo>
                  <a:pt x="16400" y="6302"/>
                </a:lnTo>
                <a:lnTo>
                  <a:pt x="16717" y="6278"/>
                </a:lnTo>
                <a:lnTo>
                  <a:pt x="17033" y="6254"/>
                </a:lnTo>
                <a:close/>
                <a:moveTo>
                  <a:pt x="10147" y="3334"/>
                </a:moveTo>
                <a:lnTo>
                  <a:pt x="10415" y="3407"/>
                </a:lnTo>
                <a:lnTo>
                  <a:pt x="10682" y="3431"/>
                </a:lnTo>
                <a:lnTo>
                  <a:pt x="10950" y="3407"/>
                </a:lnTo>
                <a:lnTo>
                  <a:pt x="11242" y="3407"/>
                </a:lnTo>
                <a:lnTo>
                  <a:pt x="11218" y="3455"/>
                </a:lnTo>
                <a:lnTo>
                  <a:pt x="11218" y="3528"/>
                </a:lnTo>
                <a:lnTo>
                  <a:pt x="11242" y="3626"/>
                </a:lnTo>
                <a:lnTo>
                  <a:pt x="11266" y="3699"/>
                </a:lnTo>
                <a:lnTo>
                  <a:pt x="11315" y="3772"/>
                </a:lnTo>
                <a:lnTo>
                  <a:pt x="11388" y="3820"/>
                </a:lnTo>
                <a:lnTo>
                  <a:pt x="11485" y="3869"/>
                </a:lnTo>
                <a:lnTo>
                  <a:pt x="11607" y="3869"/>
                </a:lnTo>
                <a:lnTo>
                  <a:pt x="11704" y="3820"/>
                </a:lnTo>
                <a:lnTo>
                  <a:pt x="11801" y="3772"/>
                </a:lnTo>
                <a:lnTo>
                  <a:pt x="11850" y="3723"/>
                </a:lnTo>
                <a:lnTo>
                  <a:pt x="11874" y="3650"/>
                </a:lnTo>
                <a:lnTo>
                  <a:pt x="11899" y="3528"/>
                </a:lnTo>
                <a:lnTo>
                  <a:pt x="11874" y="3431"/>
                </a:lnTo>
                <a:lnTo>
                  <a:pt x="11874" y="3382"/>
                </a:lnTo>
                <a:lnTo>
                  <a:pt x="12823" y="3382"/>
                </a:lnTo>
                <a:lnTo>
                  <a:pt x="12823" y="3626"/>
                </a:lnTo>
                <a:lnTo>
                  <a:pt x="12848" y="3820"/>
                </a:lnTo>
                <a:lnTo>
                  <a:pt x="12896" y="4380"/>
                </a:lnTo>
                <a:lnTo>
                  <a:pt x="12969" y="4940"/>
                </a:lnTo>
                <a:lnTo>
                  <a:pt x="12994" y="5499"/>
                </a:lnTo>
                <a:lnTo>
                  <a:pt x="12994" y="6059"/>
                </a:lnTo>
                <a:lnTo>
                  <a:pt x="12945" y="7397"/>
                </a:lnTo>
                <a:lnTo>
                  <a:pt x="12896" y="8711"/>
                </a:lnTo>
                <a:lnTo>
                  <a:pt x="12896" y="9320"/>
                </a:lnTo>
                <a:lnTo>
                  <a:pt x="12896" y="9928"/>
                </a:lnTo>
                <a:lnTo>
                  <a:pt x="12896" y="11120"/>
                </a:lnTo>
                <a:lnTo>
                  <a:pt x="12458" y="11096"/>
                </a:lnTo>
                <a:lnTo>
                  <a:pt x="12020" y="11096"/>
                </a:lnTo>
                <a:lnTo>
                  <a:pt x="12020" y="11023"/>
                </a:lnTo>
                <a:lnTo>
                  <a:pt x="12020" y="10925"/>
                </a:lnTo>
                <a:lnTo>
                  <a:pt x="11996" y="10852"/>
                </a:lnTo>
                <a:lnTo>
                  <a:pt x="11947" y="10779"/>
                </a:lnTo>
                <a:lnTo>
                  <a:pt x="11899" y="10731"/>
                </a:lnTo>
                <a:lnTo>
                  <a:pt x="11850" y="10682"/>
                </a:lnTo>
                <a:lnTo>
                  <a:pt x="11777" y="10633"/>
                </a:lnTo>
                <a:lnTo>
                  <a:pt x="11704" y="10609"/>
                </a:lnTo>
                <a:lnTo>
                  <a:pt x="11534" y="10609"/>
                </a:lnTo>
                <a:lnTo>
                  <a:pt x="11461" y="10633"/>
                </a:lnTo>
                <a:lnTo>
                  <a:pt x="11388" y="10682"/>
                </a:lnTo>
                <a:lnTo>
                  <a:pt x="11339" y="10731"/>
                </a:lnTo>
                <a:lnTo>
                  <a:pt x="11291" y="10779"/>
                </a:lnTo>
                <a:lnTo>
                  <a:pt x="11242" y="10852"/>
                </a:lnTo>
                <a:lnTo>
                  <a:pt x="11218" y="10925"/>
                </a:lnTo>
                <a:lnTo>
                  <a:pt x="11218" y="11023"/>
                </a:lnTo>
                <a:lnTo>
                  <a:pt x="11242" y="11120"/>
                </a:lnTo>
                <a:lnTo>
                  <a:pt x="10853" y="11144"/>
                </a:lnTo>
                <a:lnTo>
                  <a:pt x="10463" y="11217"/>
                </a:lnTo>
                <a:lnTo>
                  <a:pt x="10415" y="10852"/>
                </a:lnTo>
                <a:lnTo>
                  <a:pt x="10366" y="10488"/>
                </a:lnTo>
                <a:lnTo>
                  <a:pt x="10342" y="9758"/>
                </a:lnTo>
                <a:lnTo>
                  <a:pt x="10317" y="8322"/>
                </a:lnTo>
                <a:lnTo>
                  <a:pt x="10317" y="7251"/>
                </a:lnTo>
                <a:lnTo>
                  <a:pt x="10293" y="6716"/>
                </a:lnTo>
                <a:lnTo>
                  <a:pt x="10269" y="6205"/>
                </a:lnTo>
                <a:lnTo>
                  <a:pt x="10171" y="4502"/>
                </a:lnTo>
                <a:lnTo>
                  <a:pt x="10147" y="3699"/>
                </a:lnTo>
                <a:lnTo>
                  <a:pt x="10147" y="3334"/>
                </a:lnTo>
                <a:close/>
                <a:moveTo>
                  <a:pt x="16035" y="6302"/>
                </a:moveTo>
                <a:lnTo>
                  <a:pt x="16035" y="6448"/>
                </a:lnTo>
                <a:lnTo>
                  <a:pt x="16035" y="6594"/>
                </a:lnTo>
                <a:lnTo>
                  <a:pt x="16060" y="6886"/>
                </a:lnTo>
                <a:lnTo>
                  <a:pt x="16060" y="7592"/>
                </a:lnTo>
                <a:lnTo>
                  <a:pt x="16035" y="8298"/>
                </a:lnTo>
                <a:lnTo>
                  <a:pt x="16011" y="9028"/>
                </a:lnTo>
                <a:lnTo>
                  <a:pt x="15962" y="9758"/>
                </a:lnTo>
                <a:lnTo>
                  <a:pt x="15938" y="10488"/>
                </a:lnTo>
                <a:lnTo>
                  <a:pt x="15938" y="10852"/>
                </a:lnTo>
                <a:lnTo>
                  <a:pt x="15962" y="11217"/>
                </a:lnTo>
                <a:lnTo>
                  <a:pt x="15719" y="11217"/>
                </a:lnTo>
                <a:lnTo>
                  <a:pt x="15743" y="11169"/>
                </a:lnTo>
                <a:lnTo>
                  <a:pt x="15768" y="10852"/>
                </a:lnTo>
                <a:lnTo>
                  <a:pt x="15768" y="10536"/>
                </a:lnTo>
                <a:lnTo>
                  <a:pt x="15743" y="10220"/>
                </a:lnTo>
                <a:lnTo>
                  <a:pt x="15743" y="9904"/>
                </a:lnTo>
                <a:lnTo>
                  <a:pt x="15743" y="9198"/>
                </a:lnTo>
                <a:lnTo>
                  <a:pt x="15743" y="8517"/>
                </a:lnTo>
                <a:lnTo>
                  <a:pt x="15695" y="7884"/>
                </a:lnTo>
                <a:lnTo>
                  <a:pt x="15622" y="7251"/>
                </a:lnTo>
                <a:lnTo>
                  <a:pt x="15622" y="7008"/>
                </a:lnTo>
                <a:lnTo>
                  <a:pt x="15622" y="6765"/>
                </a:lnTo>
                <a:lnTo>
                  <a:pt x="15670" y="6302"/>
                </a:lnTo>
                <a:close/>
                <a:moveTo>
                  <a:pt x="15354" y="6302"/>
                </a:moveTo>
                <a:lnTo>
                  <a:pt x="15281" y="6546"/>
                </a:lnTo>
                <a:lnTo>
                  <a:pt x="15257" y="6813"/>
                </a:lnTo>
                <a:lnTo>
                  <a:pt x="15232" y="7081"/>
                </a:lnTo>
                <a:lnTo>
                  <a:pt x="15232" y="7349"/>
                </a:lnTo>
                <a:lnTo>
                  <a:pt x="15305" y="7884"/>
                </a:lnTo>
                <a:lnTo>
                  <a:pt x="15354" y="8395"/>
                </a:lnTo>
                <a:lnTo>
                  <a:pt x="15354" y="8760"/>
                </a:lnTo>
                <a:lnTo>
                  <a:pt x="15354" y="9149"/>
                </a:lnTo>
                <a:lnTo>
                  <a:pt x="15330" y="9904"/>
                </a:lnTo>
                <a:lnTo>
                  <a:pt x="15305" y="10220"/>
                </a:lnTo>
                <a:lnTo>
                  <a:pt x="15305" y="10585"/>
                </a:lnTo>
                <a:lnTo>
                  <a:pt x="15330" y="10925"/>
                </a:lnTo>
                <a:lnTo>
                  <a:pt x="15378" y="11071"/>
                </a:lnTo>
                <a:lnTo>
                  <a:pt x="15427" y="11242"/>
                </a:lnTo>
                <a:lnTo>
                  <a:pt x="15208" y="11242"/>
                </a:lnTo>
                <a:lnTo>
                  <a:pt x="15232" y="11193"/>
                </a:lnTo>
                <a:lnTo>
                  <a:pt x="15232" y="11120"/>
                </a:lnTo>
                <a:lnTo>
                  <a:pt x="15184" y="10755"/>
                </a:lnTo>
                <a:lnTo>
                  <a:pt x="15135" y="10366"/>
                </a:lnTo>
                <a:lnTo>
                  <a:pt x="15086" y="9636"/>
                </a:lnTo>
                <a:lnTo>
                  <a:pt x="15062" y="8882"/>
                </a:lnTo>
                <a:lnTo>
                  <a:pt x="15013" y="8127"/>
                </a:lnTo>
                <a:lnTo>
                  <a:pt x="14989" y="7543"/>
                </a:lnTo>
                <a:lnTo>
                  <a:pt x="14989" y="6959"/>
                </a:lnTo>
                <a:lnTo>
                  <a:pt x="14989" y="6789"/>
                </a:lnTo>
                <a:lnTo>
                  <a:pt x="15013" y="6619"/>
                </a:lnTo>
                <a:lnTo>
                  <a:pt x="15038" y="6473"/>
                </a:lnTo>
                <a:lnTo>
                  <a:pt x="15038" y="6302"/>
                </a:lnTo>
                <a:close/>
                <a:moveTo>
                  <a:pt x="4575" y="10633"/>
                </a:moveTo>
                <a:lnTo>
                  <a:pt x="4575" y="10950"/>
                </a:lnTo>
                <a:lnTo>
                  <a:pt x="4599" y="11290"/>
                </a:lnTo>
                <a:lnTo>
                  <a:pt x="4429" y="11242"/>
                </a:lnTo>
                <a:lnTo>
                  <a:pt x="4258" y="11217"/>
                </a:lnTo>
                <a:lnTo>
                  <a:pt x="3893" y="11217"/>
                </a:lnTo>
                <a:lnTo>
                  <a:pt x="4088" y="11047"/>
                </a:lnTo>
                <a:lnTo>
                  <a:pt x="4283" y="10852"/>
                </a:lnTo>
                <a:lnTo>
                  <a:pt x="4575" y="10633"/>
                </a:lnTo>
                <a:close/>
                <a:moveTo>
                  <a:pt x="4648" y="8711"/>
                </a:moveTo>
                <a:lnTo>
                  <a:pt x="4648" y="8882"/>
                </a:lnTo>
                <a:lnTo>
                  <a:pt x="4599" y="9952"/>
                </a:lnTo>
                <a:lnTo>
                  <a:pt x="4550" y="9952"/>
                </a:lnTo>
                <a:lnTo>
                  <a:pt x="4477" y="10001"/>
                </a:lnTo>
                <a:lnTo>
                  <a:pt x="4404" y="10074"/>
                </a:lnTo>
                <a:lnTo>
                  <a:pt x="4283" y="10196"/>
                </a:lnTo>
                <a:lnTo>
                  <a:pt x="3942" y="10536"/>
                </a:lnTo>
                <a:lnTo>
                  <a:pt x="3626" y="10828"/>
                </a:lnTo>
                <a:lnTo>
                  <a:pt x="3480" y="10974"/>
                </a:lnTo>
                <a:lnTo>
                  <a:pt x="3358" y="11169"/>
                </a:lnTo>
                <a:lnTo>
                  <a:pt x="3334" y="11242"/>
                </a:lnTo>
                <a:lnTo>
                  <a:pt x="3237" y="11242"/>
                </a:lnTo>
                <a:lnTo>
                  <a:pt x="2653" y="11266"/>
                </a:lnTo>
                <a:lnTo>
                  <a:pt x="2044" y="11315"/>
                </a:lnTo>
                <a:lnTo>
                  <a:pt x="2044" y="11315"/>
                </a:lnTo>
                <a:lnTo>
                  <a:pt x="2069" y="11144"/>
                </a:lnTo>
                <a:lnTo>
                  <a:pt x="2093" y="11193"/>
                </a:lnTo>
                <a:lnTo>
                  <a:pt x="2142" y="11217"/>
                </a:lnTo>
                <a:lnTo>
                  <a:pt x="2190" y="11242"/>
                </a:lnTo>
                <a:lnTo>
                  <a:pt x="2239" y="11217"/>
                </a:lnTo>
                <a:lnTo>
                  <a:pt x="2409" y="11120"/>
                </a:lnTo>
                <a:lnTo>
                  <a:pt x="2555" y="11023"/>
                </a:lnTo>
                <a:lnTo>
                  <a:pt x="2823" y="10779"/>
                </a:lnTo>
                <a:lnTo>
                  <a:pt x="3261" y="10415"/>
                </a:lnTo>
                <a:lnTo>
                  <a:pt x="3650" y="10050"/>
                </a:lnTo>
                <a:lnTo>
                  <a:pt x="3845" y="9831"/>
                </a:lnTo>
                <a:lnTo>
                  <a:pt x="4039" y="9612"/>
                </a:lnTo>
                <a:lnTo>
                  <a:pt x="4356" y="9125"/>
                </a:lnTo>
                <a:lnTo>
                  <a:pt x="4648" y="8711"/>
                </a:lnTo>
                <a:close/>
                <a:moveTo>
                  <a:pt x="6035" y="536"/>
                </a:moveTo>
                <a:lnTo>
                  <a:pt x="6327" y="560"/>
                </a:lnTo>
                <a:lnTo>
                  <a:pt x="6619" y="584"/>
                </a:lnTo>
                <a:lnTo>
                  <a:pt x="7203" y="584"/>
                </a:lnTo>
                <a:lnTo>
                  <a:pt x="7592" y="609"/>
                </a:lnTo>
                <a:lnTo>
                  <a:pt x="8346" y="609"/>
                </a:lnTo>
                <a:lnTo>
                  <a:pt x="8736" y="560"/>
                </a:lnTo>
                <a:lnTo>
                  <a:pt x="8663" y="803"/>
                </a:lnTo>
                <a:lnTo>
                  <a:pt x="8638" y="1047"/>
                </a:lnTo>
                <a:lnTo>
                  <a:pt x="8638" y="1436"/>
                </a:lnTo>
                <a:lnTo>
                  <a:pt x="8638" y="1971"/>
                </a:lnTo>
                <a:lnTo>
                  <a:pt x="8687" y="2531"/>
                </a:lnTo>
                <a:lnTo>
                  <a:pt x="8711" y="3066"/>
                </a:lnTo>
                <a:lnTo>
                  <a:pt x="8711" y="3626"/>
                </a:lnTo>
                <a:lnTo>
                  <a:pt x="8687" y="4575"/>
                </a:lnTo>
                <a:lnTo>
                  <a:pt x="8711" y="5499"/>
                </a:lnTo>
                <a:lnTo>
                  <a:pt x="8760" y="7373"/>
                </a:lnTo>
                <a:lnTo>
                  <a:pt x="8833" y="9271"/>
                </a:lnTo>
                <a:lnTo>
                  <a:pt x="8857" y="11144"/>
                </a:lnTo>
                <a:lnTo>
                  <a:pt x="7178" y="11144"/>
                </a:lnTo>
                <a:lnTo>
                  <a:pt x="6911" y="11169"/>
                </a:lnTo>
                <a:lnTo>
                  <a:pt x="6643" y="11169"/>
                </a:lnTo>
                <a:lnTo>
                  <a:pt x="6400" y="11217"/>
                </a:lnTo>
                <a:lnTo>
                  <a:pt x="6156" y="11315"/>
                </a:lnTo>
                <a:lnTo>
                  <a:pt x="6132" y="11023"/>
                </a:lnTo>
                <a:lnTo>
                  <a:pt x="6132" y="10731"/>
                </a:lnTo>
                <a:lnTo>
                  <a:pt x="6132" y="10147"/>
                </a:lnTo>
                <a:lnTo>
                  <a:pt x="6059" y="8711"/>
                </a:lnTo>
                <a:lnTo>
                  <a:pt x="6035" y="7933"/>
                </a:lnTo>
                <a:lnTo>
                  <a:pt x="6035" y="7178"/>
                </a:lnTo>
                <a:lnTo>
                  <a:pt x="6083" y="6424"/>
                </a:lnTo>
                <a:lnTo>
                  <a:pt x="6132" y="5645"/>
                </a:lnTo>
                <a:lnTo>
                  <a:pt x="6229" y="4210"/>
                </a:lnTo>
                <a:lnTo>
                  <a:pt x="6254" y="3480"/>
                </a:lnTo>
                <a:lnTo>
                  <a:pt x="6254" y="3115"/>
                </a:lnTo>
                <a:lnTo>
                  <a:pt x="6229" y="2750"/>
                </a:lnTo>
                <a:lnTo>
                  <a:pt x="6035" y="1485"/>
                </a:lnTo>
                <a:lnTo>
                  <a:pt x="6035" y="1241"/>
                </a:lnTo>
                <a:lnTo>
                  <a:pt x="6035" y="1022"/>
                </a:lnTo>
                <a:lnTo>
                  <a:pt x="6035" y="536"/>
                </a:lnTo>
                <a:close/>
                <a:moveTo>
                  <a:pt x="14721" y="6327"/>
                </a:moveTo>
                <a:lnTo>
                  <a:pt x="14624" y="6497"/>
                </a:lnTo>
                <a:lnTo>
                  <a:pt x="14600" y="6716"/>
                </a:lnTo>
                <a:lnTo>
                  <a:pt x="14575" y="6959"/>
                </a:lnTo>
                <a:lnTo>
                  <a:pt x="14551" y="7203"/>
                </a:lnTo>
                <a:lnTo>
                  <a:pt x="14575" y="7665"/>
                </a:lnTo>
                <a:lnTo>
                  <a:pt x="14600" y="8006"/>
                </a:lnTo>
                <a:lnTo>
                  <a:pt x="14673" y="9612"/>
                </a:lnTo>
                <a:lnTo>
                  <a:pt x="14721" y="10439"/>
                </a:lnTo>
                <a:lnTo>
                  <a:pt x="14770" y="10828"/>
                </a:lnTo>
                <a:lnTo>
                  <a:pt x="14843" y="11242"/>
                </a:lnTo>
                <a:lnTo>
                  <a:pt x="14843" y="11266"/>
                </a:lnTo>
                <a:lnTo>
                  <a:pt x="14600" y="11290"/>
                </a:lnTo>
                <a:lnTo>
                  <a:pt x="14381" y="11339"/>
                </a:lnTo>
                <a:lnTo>
                  <a:pt x="14454" y="10755"/>
                </a:lnTo>
                <a:lnTo>
                  <a:pt x="14502" y="10171"/>
                </a:lnTo>
                <a:lnTo>
                  <a:pt x="14502" y="9587"/>
                </a:lnTo>
                <a:lnTo>
                  <a:pt x="14478" y="9003"/>
                </a:lnTo>
                <a:lnTo>
                  <a:pt x="14429" y="7689"/>
                </a:lnTo>
                <a:lnTo>
                  <a:pt x="14405" y="7008"/>
                </a:lnTo>
                <a:lnTo>
                  <a:pt x="14356" y="6375"/>
                </a:lnTo>
                <a:lnTo>
                  <a:pt x="14721" y="6327"/>
                </a:lnTo>
                <a:close/>
                <a:moveTo>
                  <a:pt x="12361" y="2871"/>
                </a:moveTo>
                <a:lnTo>
                  <a:pt x="11680" y="2920"/>
                </a:lnTo>
                <a:lnTo>
                  <a:pt x="10901" y="2944"/>
                </a:lnTo>
                <a:lnTo>
                  <a:pt x="10512" y="2944"/>
                </a:lnTo>
                <a:lnTo>
                  <a:pt x="10147" y="2993"/>
                </a:lnTo>
                <a:lnTo>
                  <a:pt x="10074" y="3042"/>
                </a:lnTo>
                <a:lnTo>
                  <a:pt x="10025" y="3090"/>
                </a:lnTo>
                <a:lnTo>
                  <a:pt x="10001" y="3090"/>
                </a:lnTo>
                <a:lnTo>
                  <a:pt x="9904" y="3139"/>
                </a:lnTo>
                <a:lnTo>
                  <a:pt x="9831" y="3212"/>
                </a:lnTo>
                <a:lnTo>
                  <a:pt x="9806" y="3334"/>
                </a:lnTo>
                <a:lnTo>
                  <a:pt x="9782" y="3455"/>
                </a:lnTo>
                <a:lnTo>
                  <a:pt x="9758" y="3723"/>
                </a:lnTo>
                <a:lnTo>
                  <a:pt x="9782" y="3918"/>
                </a:lnTo>
                <a:lnTo>
                  <a:pt x="9782" y="4429"/>
                </a:lnTo>
                <a:lnTo>
                  <a:pt x="9806" y="4940"/>
                </a:lnTo>
                <a:lnTo>
                  <a:pt x="9855" y="5937"/>
                </a:lnTo>
                <a:lnTo>
                  <a:pt x="9879" y="7032"/>
                </a:lnTo>
                <a:lnTo>
                  <a:pt x="9904" y="8127"/>
                </a:lnTo>
                <a:lnTo>
                  <a:pt x="9928" y="9758"/>
                </a:lnTo>
                <a:lnTo>
                  <a:pt x="9952" y="10560"/>
                </a:lnTo>
                <a:lnTo>
                  <a:pt x="10001" y="10974"/>
                </a:lnTo>
                <a:lnTo>
                  <a:pt x="10050" y="11363"/>
                </a:lnTo>
                <a:lnTo>
                  <a:pt x="10025" y="11388"/>
                </a:lnTo>
                <a:lnTo>
                  <a:pt x="10001" y="11436"/>
                </a:lnTo>
                <a:lnTo>
                  <a:pt x="10001" y="11534"/>
                </a:lnTo>
                <a:lnTo>
                  <a:pt x="10025" y="11631"/>
                </a:lnTo>
                <a:lnTo>
                  <a:pt x="10074" y="11655"/>
                </a:lnTo>
                <a:lnTo>
                  <a:pt x="10123" y="11680"/>
                </a:lnTo>
                <a:lnTo>
                  <a:pt x="10171" y="11680"/>
                </a:lnTo>
                <a:lnTo>
                  <a:pt x="10244" y="11704"/>
                </a:lnTo>
                <a:lnTo>
                  <a:pt x="10317" y="11704"/>
                </a:lnTo>
                <a:lnTo>
                  <a:pt x="10585" y="11728"/>
                </a:lnTo>
                <a:lnTo>
                  <a:pt x="10853" y="11704"/>
                </a:lnTo>
                <a:lnTo>
                  <a:pt x="11364" y="11655"/>
                </a:lnTo>
                <a:lnTo>
                  <a:pt x="12142" y="11631"/>
                </a:lnTo>
                <a:lnTo>
                  <a:pt x="12921" y="11607"/>
                </a:lnTo>
                <a:lnTo>
                  <a:pt x="12969" y="11655"/>
                </a:lnTo>
                <a:lnTo>
                  <a:pt x="13042" y="11680"/>
                </a:lnTo>
                <a:lnTo>
                  <a:pt x="13091" y="11704"/>
                </a:lnTo>
                <a:lnTo>
                  <a:pt x="13164" y="11680"/>
                </a:lnTo>
                <a:lnTo>
                  <a:pt x="13237" y="11655"/>
                </a:lnTo>
                <a:lnTo>
                  <a:pt x="13286" y="11607"/>
                </a:lnTo>
                <a:lnTo>
                  <a:pt x="13334" y="11558"/>
                </a:lnTo>
                <a:lnTo>
                  <a:pt x="13359" y="11461"/>
                </a:lnTo>
                <a:lnTo>
                  <a:pt x="13383" y="10877"/>
                </a:lnTo>
                <a:lnTo>
                  <a:pt x="13383" y="10293"/>
                </a:lnTo>
                <a:lnTo>
                  <a:pt x="13359" y="9685"/>
                </a:lnTo>
                <a:lnTo>
                  <a:pt x="13359" y="9101"/>
                </a:lnTo>
                <a:lnTo>
                  <a:pt x="13432" y="6619"/>
                </a:lnTo>
                <a:lnTo>
                  <a:pt x="13432" y="6059"/>
                </a:lnTo>
                <a:lnTo>
                  <a:pt x="13432" y="5524"/>
                </a:lnTo>
                <a:lnTo>
                  <a:pt x="13407" y="4964"/>
                </a:lnTo>
                <a:lnTo>
                  <a:pt x="13334" y="4404"/>
                </a:lnTo>
                <a:lnTo>
                  <a:pt x="13213" y="3723"/>
                </a:lnTo>
                <a:lnTo>
                  <a:pt x="13188" y="3480"/>
                </a:lnTo>
                <a:lnTo>
                  <a:pt x="13188" y="3212"/>
                </a:lnTo>
                <a:lnTo>
                  <a:pt x="13213" y="3139"/>
                </a:lnTo>
                <a:lnTo>
                  <a:pt x="13188" y="3042"/>
                </a:lnTo>
                <a:lnTo>
                  <a:pt x="13140" y="2969"/>
                </a:lnTo>
                <a:lnTo>
                  <a:pt x="13042" y="2920"/>
                </a:lnTo>
                <a:lnTo>
                  <a:pt x="12896" y="2871"/>
                </a:lnTo>
                <a:close/>
                <a:moveTo>
                  <a:pt x="3188" y="5816"/>
                </a:moveTo>
                <a:lnTo>
                  <a:pt x="2823" y="5840"/>
                </a:lnTo>
                <a:lnTo>
                  <a:pt x="2458" y="5864"/>
                </a:lnTo>
                <a:lnTo>
                  <a:pt x="2093" y="5937"/>
                </a:lnTo>
                <a:lnTo>
                  <a:pt x="1923" y="5986"/>
                </a:lnTo>
                <a:lnTo>
                  <a:pt x="1752" y="6035"/>
                </a:lnTo>
                <a:lnTo>
                  <a:pt x="1679" y="6059"/>
                </a:lnTo>
                <a:lnTo>
                  <a:pt x="1631" y="6083"/>
                </a:lnTo>
                <a:lnTo>
                  <a:pt x="1631" y="6108"/>
                </a:lnTo>
                <a:lnTo>
                  <a:pt x="1582" y="6181"/>
                </a:lnTo>
                <a:lnTo>
                  <a:pt x="1582" y="6278"/>
                </a:lnTo>
                <a:lnTo>
                  <a:pt x="1606" y="6351"/>
                </a:lnTo>
                <a:lnTo>
                  <a:pt x="1655" y="6400"/>
                </a:lnTo>
                <a:lnTo>
                  <a:pt x="1704" y="7032"/>
                </a:lnTo>
                <a:lnTo>
                  <a:pt x="1704" y="7665"/>
                </a:lnTo>
                <a:lnTo>
                  <a:pt x="1704" y="8930"/>
                </a:lnTo>
                <a:lnTo>
                  <a:pt x="1606" y="11461"/>
                </a:lnTo>
                <a:lnTo>
                  <a:pt x="1631" y="11558"/>
                </a:lnTo>
                <a:lnTo>
                  <a:pt x="1655" y="11631"/>
                </a:lnTo>
                <a:lnTo>
                  <a:pt x="1728" y="11655"/>
                </a:lnTo>
                <a:lnTo>
                  <a:pt x="1801" y="11680"/>
                </a:lnTo>
                <a:lnTo>
                  <a:pt x="1947" y="11728"/>
                </a:lnTo>
                <a:lnTo>
                  <a:pt x="2117" y="11753"/>
                </a:lnTo>
                <a:lnTo>
                  <a:pt x="2434" y="11753"/>
                </a:lnTo>
                <a:lnTo>
                  <a:pt x="2750" y="11728"/>
                </a:lnTo>
                <a:lnTo>
                  <a:pt x="3066" y="11704"/>
                </a:lnTo>
                <a:lnTo>
                  <a:pt x="3942" y="11704"/>
                </a:lnTo>
                <a:lnTo>
                  <a:pt x="4356" y="11728"/>
                </a:lnTo>
                <a:lnTo>
                  <a:pt x="4575" y="11728"/>
                </a:lnTo>
                <a:lnTo>
                  <a:pt x="4794" y="11704"/>
                </a:lnTo>
                <a:lnTo>
                  <a:pt x="4891" y="11680"/>
                </a:lnTo>
                <a:lnTo>
                  <a:pt x="4964" y="11655"/>
                </a:lnTo>
                <a:lnTo>
                  <a:pt x="5013" y="11582"/>
                </a:lnTo>
                <a:lnTo>
                  <a:pt x="5013" y="11509"/>
                </a:lnTo>
                <a:lnTo>
                  <a:pt x="4988" y="11169"/>
                </a:lnTo>
                <a:lnTo>
                  <a:pt x="4964" y="10852"/>
                </a:lnTo>
                <a:lnTo>
                  <a:pt x="4988" y="10196"/>
                </a:lnTo>
                <a:lnTo>
                  <a:pt x="5037" y="8882"/>
                </a:lnTo>
                <a:lnTo>
                  <a:pt x="5086" y="7178"/>
                </a:lnTo>
                <a:lnTo>
                  <a:pt x="5110" y="6692"/>
                </a:lnTo>
                <a:lnTo>
                  <a:pt x="5110" y="6448"/>
                </a:lnTo>
                <a:lnTo>
                  <a:pt x="5086" y="6205"/>
                </a:lnTo>
                <a:lnTo>
                  <a:pt x="5061" y="6132"/>
                </a:lnTo>
                <a:lnTo>
                  <a:pt x="5037" y="6035"/>
                </a:lnTo>
                <a:lnTo>
                  <a:pt x="4988" y="5962"/>
                </a:lnTo>
                <a:lnTo>
                  <a:pt x="4915" y="5889"/>
                </a:lnTo>
                <a:lnTo>
                  <a:pt x="4818" y="5864"/>
                </a:lnTo>
                <a:lnTo>
                  <a:pt x="3991" y="5816"/>
                </a:lnTo>
                <a:close/>
                <a:moveTo>
                  <a:pt x="5889" y="25"/>
                </a:moveTo>
                <a:lnTo>
                  <a:pt x="5816" y="49"/>
                </a:lnTo>
                <a:lnTo>
                  <a:pt x="5743" y="98"/>
                </a:lnTo>
                <a:lnTo>
                  <a:pt x="5670" y="219"/>
                </a:lnTo>
                <a:lnTo>
                  <a:pt x="5621" y="341"/>
                </a:lnTo>
                <a:lnTo>
                  <a:pt x="5548" y="609"/>
                </a:lnTo>
                <a:lnTo>
                  <a:pt x="5524" y="901"/>
                </a:lnTo>
                <a:lnTo>
                  <a:pt x="5524" y="1193"/>
                </a:lnTo>
                <a:lnTo>
                  <a:pt x="5548" y="1509"/>
                </a:lnTo>
                <a:lnTo>
                  <a:pt x="5572" y="1801"/>
                </a:lnTo>
                <a:lnTo>
                  <a:pt x="5670" y="2361"/>
                </a:lnTo>
                <a:lnTo>
                  <a:pt x="5718" y="2750"/>
                </a:lnTo>
                <a:lnTo>
                  <a:pt x="5743" y="3139"/>
                </a:lnTo>
                <a:lnTo>
                  <a:pt x="5743" y="3528"/>
                </a:lnTo>
                <a:lnTo>
                  <a:pt x="5718" y="3918"/>
                </a:lnTo>
                <a:lnTo>
                  <a:pt x="5694" y="4672"/>
                </a:lnTo>
                <a:lnTo>
                  <a:pt x="5621" y="5475"/>
                </a:lnTo>
                <a:lnTo>
                  <a:pt x="5572" y="6278"/>
                </a:lnTo>
                <a:lnTo>
                  <a:pt x="5548" y="7081"/>
                </a:lnTo>
                <a:lnTo>
                  <a:pt x="5524" y="7908"/>
                </a:lnTo>
                <a:lnTo>
                  <a:pt x="5548" y="8711"/>
                </a:lnTo>
                <a:lnTo>
                  <a:pt x="5645" y="10293"/>
                </a:lnTo>
                <a:lnTo>
                  <a:pt x="5645" y="10925"/>
                </a:lnTo>
                <a:lnTo>
                  <a:pt x="5670" y="11242"/>
                </a:lnTo>
                <a:lnTo>
                  <a:pt x="5718" y="11558"/>
                </a:lnTo>
                <a:lnTo>
                  <a:pt x="5743" y="11631"/>
                </a:lnTo>
                <a:lnTo>
                  <a:pt x="5767" y="11680"/>
                </a:lnTo>
                <a:lnTo>
                  <a:pt x="5816" y="11728"/>
                </a:lnTo>
                <a:lnTo>
                  <a:pt x="5986" y="11728"/>
                </a:lnTo>
                <a:lnTo>
                  <a:pt x="6108" y="11680"/>
                </a:lnTo>
                <a:lnTo>
                  <a:pt x="6351" y="11728"/>
                </a:lnTo>
                <a:lnTo>
                  <a:pt x="6619" y="11753"/>
                </a:lnTo>
                <a:lnTo>
                  <a:pt x="8030" y="11753"/>
                </a:lnTo>
                <a:lnTo>
                  <a:pt x="8857" y="11728"/>
                </a:lnTo>
                <a:lnTo>
                  <a:pt x="8955" y="11704"/>
                </a:lnTo>
                <a:lnTo>
                  <a:pt x="9028" y="11680"/>
                </a:lnTo>
                <a:lnTo>
                  <a:pt x="9149" y="11680"/>
                </a:lnTo>
                <a:lnTo>
                  <a:pt x="9271" y="11655"/>
                </a:lnTo>
                <a:lnTo>
                  <a:pt x="9320" y="11607"/>
                </a:lnTo>
                <a:lnTo>
                  <a:pt x="9344" y="11582"/>
                </a:lnTo>
                <a:lnTo>
                  <a:pt x="9368" y="11509"/>
                </a:lnTo>
                <a:lnTo>
                  <a:pt x="9393" y="11436"/>
                </a:lnTo>
                <a:lnTo>
                  <a:pt x="9368" y="9563"/>
                </a:lnTo>
                <a:lnTo>
                  <a:pt x="9295" y="7714"/>
                </a:lnTo>
                <a:lnTo>
                  <a:pt x="9222" y="5840"/>
                </a:lnTo>
                <a:lnTo>
                  <a:pt x="9198" y="4915"/>
                </a:lnTo>
                <a:lnTo>
                  <a:pt x="9198" y="3991"/>
                </a:lnTo>
                <a:lnTo>
                  <a:pt x="9198" y="3431"/>
                </a:lnTo>
                <a:lnTo>
                  <a:pt x="9174" y="2871"/>
                </a:lnTo>
                <a:lnTo>
                  <a:pt x="9125" y="2312"/>
                </a:lnTo>
                <a:lnTo>
                  <a:pt x="9076" y="1752"/>
                </a:lnTo>
                <a:lnTo>
                  <a:pt x="9052" y="1266"/>
                </a:lnTo>
                <a:lnTo>
                  <a:pt x="9052" y="803"/>
                </a:lnTo>
                <a:lnTo>
                  <a:pt x="9076" y="609"/>
                </a:lnTo>
                <a:lnTo>
                  <a:pt x="9076" y="487"/>
                </a:lnTo>
                <a:lnTo>
                  <a:pt x="9076" y="463"/>
                </a:lnTo>
                <a:lnTo>
                  <a:pt x="9052" y="414"/>
                </a:lnTo>
                <a:lnTo>
                  <a:pt x="9076" y="341"/>
                </a:lnTo>
                <a:lnTo>
                  <a:pt x="9076" y="268"/>
                </a:lnTo>
                <a:lnTo>
                  <a:pt x="9052" y="195"/>
                </a:lnTo>
                <a:lnTo>
                  <a:pt x="9003" y="146"/>
                </a:lnTo>
                <a:lnTo>
                  <a:pt x="8955" y="73"/>
                </a:lnTo>
                <a:lnTo>
                  <a:pt x="8906" y="25"/>
                </a:lnTo>
                <a:lnTo>
                  <a:pt x="8736" y="25"/>
                </a:lnTo>
                <a:lnTo>
                  <a:pt x="8298" y="73"/>
                </a:lnTo>
                <a:lnTo>
                  <a:pt x="7884" y="73"/>
                </a:lnTo>
                <a:lnTo>
                  <a:pt x="7032" y="49"/>
                </a:lnTo>
                <a:lnTo>
                  <a:pt x="6521" y="49"/>
                </a:lnTo>
                <a:lnTo>
                  <a:pt x="6278" y="73"/>
                </a:lnTo>
                <a:lnTo>
                  <a:pt x="6010" y="98"/>
                </a:lnTo>
                <a:lnTo>
                  <a:pt x="5962" y="49"/>
                </a:lnTo>
                <a:lnTo>
                  <a:pt x="5889" y="25"/>
                </a:lnTo>
                <a:close/>
                <a:moveTo>
                  <a:pt x="16619" y="5791"/>
                </a:moveTo>
                <a:lnTo>
                  <a:pt x="16108" y="5816"/>
                </a:lnTo>
                <a:lnTo>
                  <a:pt x="15622" y="5864"/>
                </a:lnTo>
                <a:lnTo>
                  <a:pt x="15111" y="5889"/>
                </a:lnTo>
                <a:lnTo>
                  <a:pt x="14697" y="5889"/>
                </a:lnTo>
                <a:lnTo>
                  <a:pt x="14478" y="5937"/>
                </a:lnTo>
                <a:lnTo>
                  <a:pt x="14283" y="6010"/>
                </a:lnTo>
                <a:lnTo>
                  <a:pt x="14210" y="5937"/>
                </a:lnTo>
                <a:lnTo>
                  <a:pt x="14113" y="5913"/>
                </a:lnTo>
                <a:lnTo>
                  <a:pt x="14089" y="5913"/>
                </a:lnTo>
                <a:lnTo>
                  <a:pt x="14040" y="5937"/>
                </a:lnTo>
                <a:lnTo>
                  <a:pt x="14016" y="5986"/>
                </a:lnTo>
                <a:lnTo>
                  <a:pt x="13991" y="6035"/>
                </a:lnTo>
                <a:lnTo>
                  <a:pt x="13943" y="6351"/>
                </a:lnTo>
                <a:lnTo>
                  <a:pt x="13918" y="6667"/>
                </a:lnTo>
                <a:lnTo>
                  <a:pt x="13918" y="7008"/>
                </a:lnTo>
                <a:lnTo>
                  <a:pt x="13918" y="7324"/>
                </a:lnTo>
                <a:lnTo>
                  <a:pt x="13967" y="7981"/>
                </a:lnTo>
                <a:lnTo>
                  <a:pt x="14016" y="8614"/>
                </a:lnTo>
                <a:lnTo>
                  <a:pt x="14040" y="9344"/>
                </a:lnTo>
                <a:lnTo>
                  <a:pt x="14040" y="10050"/>
                </a:lnTo>
                <a:lnTo>
                  <a:pt x="14016" y="10755"/>
                </a:lnTo>
                <a:lnTo>
                  <a:pt x="13967" y="11120"/>
                </a:lnTo>
                <a:lnTo>
                  <a:pt x="13894" y="11461"/>
                </a:lnTo>
                <a:lnTo>
                  <a:pt x="13894" y="11558"/>
                </a:lnTo>
                <a:lnTo>
                  <a:pt x="13918" y="11631"/>
                </a:lnTo>
                <a:lnTo>
                  <a:pt x="13967" y="11704"/>
                </a:lnTo>
                <a:lnTo>
                  <a:pt x="14040" y="11728"/>
                </a:lnTo>
                <a:lnTo>
                  <a:pt x="14089" y="11753"/>
                </a:lnTo>
                <a:lnTo>
                  <a:pt x="14235" y="11753"/>
                </a:lnTo>
                <a:lnTo>
                  <a:pt x="14308" y="11704"/>
                </a:lnTo>
                <a:lnTo>
                  <a:pt x="14624" y="11728"/>
                </a:lnTo>
                <a:lnTo>
                  <a:pt x="15597" y="11728"/>
                </a:lnTo>
                <a:lnTo>
                  <a:pt x="16327" y="11704"/>
                </a:lnTo>
                <a:lnTo>
                  <a:pt x="16668" y="11655"/>
                </a:lnTo>
                <a:lnTo>
                  <a:pt x="17033" y="11607"/>
                </a:lnTo>
                <a:lnTo>
                  <a:pt x="17082" y="11655"/>
                </a:lnTo>
                <a:lnTo>
                  <a:pt x="17130" y="11680"/>
                </a:lnTo>
                <a:lnTo>
                  <a:pt x="17203" y="11704"/>
                </a:lnTo>
                <a:lnTo>
                  <a:pt x="17276" y="11704"/>
                </a:lnTo>
                <a:lnTo>
                  <a:pt x="17349" y="11680"/>
                </a:lnTo>
                <a:lnTo>
                  <a:pt x="17398" y="11631"/>
                </a:lnTo>
                <a:lnTo>
                  <a:pt x="17422" y="11582"/>
                </a:lnTo>
                <a:lnTo>
                  <a:pt x="17422" y="11509"/>
                </a:lnTo>
                <a:lnTo>
                  <a:pt x="17374" y="11144"/>
                </a:lnTo>
                <a:lnTo>
                  <a:pt x="17349" y="10779"/>
                </a:lnTo>
                <a:lnTo>
                  <a:pt x="17349" y="10050"/>
                </a:lnTo>
                <a:lnTo>
                  <a:pt x="17349" y="9344"/>
                </a:lnTo>
                <a:lnTo>
                  <a:pt x="17398" y="8614"/>
                </a:lnTo>
                <a:lnTo>
                  <a:pt x="17422" y="7884"/>
                </a:lnTo>
                <a:lnTo>
                  <a:pt x="17447" y="7154"/>
                </a:lnTo>
                <a:lnTo>
                  <a:pt x="17447" y="6911"/>
                </a:lnTo>
                <a:lnTo>
                  <a:pt x="17422" y="6643"/>
                </a:lnTo>
                <a:lnTo>
                  <a:pt x="17398" y="6375"/>
                </a:lnTo>
                <a:lnTo>
                  <a:pt x="17349" y="6254"/>
                </a:lnTo>
                <a:lnTo>
                  <a:pt x="17301" y="6156"/>
                </a:lnTo>
                <a:lnTo>
                  <a:pt x="17325" y="6083"/>
                </a:lnTo>
                <a:lnTo>
                  <a:pt x="17325" y="6035"/>
                </a:lnTo>
                <a:lnTo>
                  <a:pt x="17301" y="5937"/>
                </a:lnTo>
                <a:lnTo>
                  <a:pt x="17228" y="5840"/>
                </a:lnTo>
                <a:lnTo>
                  <a:pt x="17179" y="5816"/>
                </a:lnTo>
                <a:lnTo>
                  <a:pt x="17106" y="5791"/>
                </a:lnTo>
                <a:close/>
                <a:moveTo>
                  <a:pt x="195" y="0"/>
                </a:moveTo>
                <a:lnTo>
                  <a:pt x="146" y="49"/>
                </a:lnTo>
                <a:lnTo>
                  <a:pt x="98" y="73"/>
                </a:lnTo>
                <a:lnTo>
                  <a:pt x="49" y="195"/>
                </a:lnTo>
                <a:lnTo>
                  <a:pt x="25" y="317"/>
                </a:lnTo>
                <a:lnTo>
                  <a:pt x="0" y="438"/>
                </a:lnTo>
                <a:lnTo>
                  <a:pt x="0" y="584"/>
                </a:lnTo>
                <a:lnTo>
                  <a:pt x="49" y="876"/>
                </a:lnTo>
                <a:lnTo>
                  <a:pt x="73" y="1120"/>
                </a:lnTo>
                <a:lnTo>
                  <a:pt x="49" y="1947"/>
                </a:lnTo>
                <a:lnTo>
                  <a:pt x="49" y="2774"/>
                </a:lnTo>
                <a:lnTo>
                  <a:pt x="49" y="3601"/>
                </a:lnTo>
                <a:lnTo>
                  <a:pt x="49" y="4429"/>
                </a:lnTo>
                <a:lnTo>
                  <a:pt x="0" y="6108"/>
                </a:lnTo>
                <a:lnTo>
                  <a:pt x="0" y="6984"/>
                </a:lnTo>
                <a:lnTo>
                  <a:pt x="25" y="7860"/>
                </a:lnTo>
                <a:lnTo>
                  <a:pt x="73" y="9587"/>
                </a:lnTo>
                <a:lnTo>
                  <a:pt x="146" y="11315"/>
                </a:lnTo>
                <a:lnTo>
                  <a:pt x="171" y="12191"/>
                </a:lnTo>
                <a:lnTo>
                  <a:pt x="195" y="13067"/>
                </a:lnTo>
                <a:lnTo>
                  <a:pt x="219" y="13188"/>
                </a:lnTo>
                <a:lnTo>
                  <a:pt x="292" y="13261"/>
                </a:lnTo>
                <a:lnTo>
                  <a:pt x="341" y="13310"/>
                </a:lnTo>
                <a:lnTo>
                  <a:pt x="390" y="13310"/>
                </a:lnTo>
                <a:lnTo>
                  <a:pt x="901" y="13383"/>
                </a:lnTo>
                <a:lnTo>
                  <a:pt x="1923" y="13383"/>
                </a:lnTo>
                <a:lnTo>
                  <a:pt x="2409" y="13334"/>
                </a:lnTo>
                <a:lnTo>
                  <a:pt x="3431" y="13261"/>
                </a:lnTo>
                <a:lnTo>
                  <a:pt x="3942" y="13213"/>
                </a:lnTo>
                <a:lnTo>
                  <a:pt x="4453" y="13188"/>
                </a:lnTo>
                <a:lnTo>
                  <a:pt x="10050" y="13188"/>
                </a:lnTo>
                <a:lnTo>
                  <a:pt x="11169" y="13164"/>
                </a:lnTo>
                <a:lnTo>
                  <a:pt x="13432" y="13091"/>
                </a:lnTo>
                <a:lnTo>
                  <a:pt x="14575" y="13067"/>
                </a:lnTo>
                <a:lnTo>
                  <a:pt x="16765" y="13067"/>
                </a:lnTo>
                <a:lnTo>
                  <a:pt x="17301" y="13091"/>
                </a:lnTo>
                <a:lnTo>
                  <a:pt x="17544" y="13140"/>
                </a:lnTo>
                <a:lnTo>
                  <a:pt x="17812" y="13164"/>
                </a:lnTo>
                <a:lnTo>
                  <a:pt x="17933" y="13164"/>
                </a:lnTo>
                <a:lnTo>
                  <a:pt x="18031" y="13115"/>
                </a:lnTo>
                <a:lnTo>
                  <a:pt x="18104" y="13042"/>
                </a:lnTo>
                <a:lnTo>
                  <a:pt x="18152" y="12945"/>
                </a:lnTo>
                <a:lnTo>
                  <a:pt x="18177" y="12848"/>
                </a:lnTo>
                <a:lnTo>
                  <a:pt x="18152" y="12750"/>
                </a:lnTo>
                <a:lnTo>
                  <a:pt x="18079" y="12677"/>
                </a:lnTo>
                <a:lnTo>
                  <a:pt x="17958" y="12629"/>
                </a:lnTo>
                <a:lnTo>
                  <a:pt x="17495" y="12556"/>
                </a:lnTo>
                <a:lnTo>
                  <a:pt x="17033" y="12531"/>
                </a:lnTo>
                <a:lnTo>
                  <a:pt x="16084" y="12507"/>
                </a:lnTo>
                <a:lnTo>
                  <a:pt x="14940" y="12483"/>
                </a:lnTo>
                <a:lnTo>
                  <a:pt x="13821" y="12507"/>
                </a:lnTo>
                <a:lnTo>
                  <a:pt x="11558" y="12580"/>
                </a:lnTo>
                <a:lnTo>
                  <a:pt x="10415" y="12604"/>
                </a:lnTo>
                <a:lnTo>
                  <a:pt x="9271" y="12629"/>
                </a:lnTo>
                <a:lnTo>
                  <a:pt x="7057" y="12604"/>
                </a:lnTo>
                <a:lnTo>
                  <a:pt x="5937" y="12604"/>
                </a:lnTo>
                <a:lnTo>
                  <a:pt x="4818" y="12629"/>
                </a:lnTo>
                <a:lnTo>
                  <a:pt x="3796" y="12677"/>
                </a:lnTo>
                <a:lnTo>
                  <a:pt x="2774" y="12726"/>
                </a:lnTo>
                <a:lnTo>
                  <a:pt x="1752" y="12799"/>
                </a:lnTo>
                <a:lnTo>
                  <a:pt x="730" y="12848"/>
                </a:lnTo>
                <a:lnTo>
                  <a:pt x="682" y="11169"/>
                </a:lnTo>
                <a:lnTo>
                  <a:pt x="609" y="9490"/>
                </a:lnTo>
                <a:lnTo>
                  <a:pt x="560" y="7787"/>
                </a:lnTo>
                <a:lnTo>
                  <a:pt x="536" y="6959"/>
                </a:lnTo>
                <a:lnTo>
                  <a:pt x="560" y="6108"/>
                </a:lnTo>
                <a:lnTo>
                  <a:pt x="584" y="4356"/>
                </a:lnTo>
                <a:lnTo>
                  <a:pt x="560" y="2579"/>
                </a:lnTo>
                <a:lnTo>
                  <a:pt x="584" y="1752"/>
                </a:lnTo>
                <a:lnTo>
                  <a:pt x="584" y="1363"/>
                </a:lnTo>
                <a:lnTo>
                  <a:pt x="584" y="949"/>
                </a:lnTo>
                <a:lnTo>
                  <a:pt x="560" y="706"/>
                </a:lnTo>
                <a:lnTo>
                  <a:pt x="536" y="438"/>
                </a:lnTo>
                <a:lnTo>
                  <a:pt x="511" y="317"/>
                </a:lnTo>
                <a:lnTo>
                  <a:pt x="463" y="219"/>
                </a:lnTo>
                <a:lnTo>
                  <a:pt x="390" y="98"/>
                </a:lnTo>
                <a:lnTo>
                  <a:pt x="317" y="25"/>
                </a:lnTo>
                <a:lnTo>
                  <a:pt x="268" y="0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7"/>
          <p:cNvSpPr/>
          <p:nvPr/>
        </p:nvSpPr>
        <p:spPr>
          <a:xfrm>
            <a:off x="4556381" y="2552090"/>
            <a:ext cx="273631" cy="275289"/>
          </a:xfrm>
          <a:custGeom>
            <a:rect b="b" l="l" r="r" t="t"/>
            <a:pathLst>
              <a:path extrusionOk="0" h="15938" w="15842">
                <a:moveTo>
                  <a:pt x="4794" y="7470"/>
                </a:moveTo>
                <a:lnTo>
                  <a:pt x="4867" y="7495"/>
                </a:lnTo>
                <a:lnTo>
                  <a:pt x="4940" y="7543"/>
                </a:lnTo>
                <a:lnTo>
                  <a:pt x="4989" y="7616"/>
                </a:lnTo>
                <a:lnTo>
                  <a:pt x="5013" y="7714"/>
                </a:lnTo>
                <a:lnTo>
                  <a:pt x="5013" y="7787"/>
                </a:lnTo>
                <a:lnTo>
                  <a:pt x="4989" y="7908"/>
                </a:lnTo>
                <a:lnTo>
                  <a:pt x="4916" y="7981"/>
                </a:lnTo>
                <a:lnTo>
                  <a:pt x="4843" y="8054"/>
                </a:lnTo>
                <a:lnTo>
                  <a:pt x="4721" y="8079"/>
                </a:lnTo>
                <a:lnTo>
                  <a:pt x="4600" y="8054"/>
                </a:lnTo>
                <a:lnTo>
                  <a:pt x="4527" y="7981"/>
                </a:lnTo>
                <a:lnTo>
                  <a:pt x="4454" y="7908"/>
                </a:lnTo>
                <a:lnTo>
                  <a:pt x="4429" y="7787"/>
                </a:lnTo>
                <a:lnTo>
                  <a:pt x="4454" y="7665"/>
                </a:lnTo>
                <a:lnTo>
                  <a:pt x="4527" y="7543"/>
                </a:lnTo>
                <a:lnTo>
                  <a:pt x="4600" y="7495"/>
                </a:lnTo>
                <a:lnTo>
                  <a:pt x="4697" y="7470"/>
                </a:lnTo>
                <a:close/>
                <a:moveTo>
                  <a:pt x="11169" y="7470"/>
                </a:moveTo>
                <a:lnTo>
                  <a:pt x="11242" y="7495"/>
                </a:lnTo>
                <a:lnTo>
                  <a:pt x="11315" y="7543"/>
                </a:lnTo>
                <a:lnTo>
                  <a:pt x="11364" y="7616"/>
                </a:lnTo>
                <a:lnTo>
                  <a:pt x="11388" y="7714"/>
                </a:lnTo>
                <a:lnTo>
                  <a:pt x="11388" y="7787"/>
                </a:lnTo>
                <a:lnTo>
                  <a:pt x="11364" y="7908"/>
                </a:lnTo>
                <a:lnTo>
                  <a:pt x="11291" y="7981"/>
                </a:lnTo>
                <a:lnTo>
                  <a:pt x="11218" y="8054"/>
                </a:lnTo>
                <a:lnTo>
                  <a:pt x="11096" y="8079"/>
                </a:lnTo>
                <a:lnTo>
                  <a:pt x="10975" y="8054"/>
                </a:lnTo>
                <a:lnTo>
                  <a:pt x="10902" y="7981"/>
                </a:lnTo>
                <a:lnTo>
                  <a:pt x="10829" y="7908"/>
                </a:lnTo>
                <a:lnTo>
                  <a:pt x="10804" y="7787"/>
                </a:lnTo>
                <a:lnTo>
                  <a:pt x="10829" y="7665"/>
                </a:lnTo>
                <a:lnTo>
                  <a:pt x="10902" y="7543"/>
                </a:lnTo>
                <a:lnTo>
                  <a:pt x="10975" y="7495"/>
                </a:lnTo>
                <a:lnTo>
                  <a:pt x="11072" y="7470"/>
                </a:lnTo>
                <a:close/>
                <a:moveTo>
                  <a:pt x="4770" y="7081"/>
                </a:moveTo>
                <a:lnTo>
                  <a:pt x="4600" y="7105"/>
                </a:lnTo>
                <a:lnTo>
                  <a:pt x="4429" y="7178"/>
                </a:lnTo>
                <a:lnTo>
                  <a:pt x="4308" y="7300"/>
                </a:lnTo>
                <a:lnTo>
                  <a:pt x="4186" y="7446"/>
                </a:lnTo>
                <a:lnTo>
                  <a:pt x="4113" y="7568"/>
                </a:lnTo>
                <a:lnTo>
                  <a:pt x="4064" y="7714"/>
                </a:lnTo>
                <a:lnTo>
                  <a:pt x="4016" y="7835"/>
                </a:lnTo>
                <a:lnTo>
                  <a:pt x="4016" y="7981"/>
                </a:lnTo>
                <a:lnTo>
                  <a:pt x="3967" y="8225"/>
                </a:lnTo>
                <a:lnTo>
                  <a:pt x="3967" y="8395"/>
                </a:lnTo>
                <a:lnTo>
                  <a:pt x="4016" y="8565"/>
                </a:lnTo>
                <a:lnTo>
                  <a:pt x="4064" y="8711"/>
                </a:lnTo>
                <a:lnTo>
                  <a:pt x="4162" y="8833"/>
                </a:lnTo>
                <a:lnTo>
                  <a:pt x="4259" y="8955"/>
                </a:lnTo>
                <a:lnTo>
                  <a:pt x="4381" y="9028"/>
                </a:lnTo>
                <a:lnTo>
                  <a:pt x="4527" y="9101"/>
                </a:lnTo>
                <a:lnTo>
                  <a:pt x="4697" y="9149"/>
                </a:lnTo>
                <a:lnTo>
                  <a:pt x="4892" y="9174"/>
                </a:lnTo>
                <a:lnTo>
                  <a:pt x="5062" y="9149"/>
                </a:lnTo>
                <a:lnTo>
                  <a:pt x="5232" y="9101"/>
                </a:lnTo>
                <a:lnTo>
                  <a:pt x="5378" y="9028"/>
                </a:lnTo>
                <a:lnTo>
                  <a:pt x="5500" y="8930"/>
                </a:lnTo>
                <a:lnTo>
                  <a:pt x="5622" y="8809"/>
                </a:lnTo>
                <a:lnTo>
                  <a:pt x="5719" y="8663"/>
                </a:lnTo>
                <a:lnTo>
                  <a:pt x="5792" y="8517"/>
                </a:lnTo>
                <a:lnTo>
                  <a:pt x="5841" y="8346"/>
                </a:lnTo>
                <a:lnTo>
                  <a:pt x="5865" y="8176"/>
                </a:lnTo>
                <a:lnTo>
                  <a:pt x="5841" y="8006"/>
                </a:lnTo>
                <a:lnTo>
                  <a:pt x="5816" y="7835"/>
                </a:lnTo>
                <a:lnTo>
                  <a:pt x="5768" y="7689"/>
                </a:lnTo>
                <a:lnTo>
                  <a:pt x="5695" y="7519"/>
                </a:lnTo>
                <a:lnTo>
                  <a:pt x="5573" y="7397"/>
                </a:lnTo>
                <a:lnTo>
                  <a:pt x="5427" y="7251"/>
                </a:lnTo>
                <a:lnTo>
                  <a:pt x="5281" y="7154"/>
                </a:lnTo>
                <a:lnTo>
                  <a:pt x="5111" y="7105"/>
                </a:lnTo>
                <a:lnTo>
                  <a:pt x="4940" y="7081"/>
                </a:lnTo>
                <a:close/>
                <a:moveTo>
                  <a:pt x="11145" y="7081"/>
                </a:moveTo>
                <a:lnTo>
                  <a:pt x="10975" y="7105"/>
                </a:lnTo>
                <a:lnTo>
                  <a:pt x="10804" y="7178"/>
                </a:lnTo>
                <a:lnTo>
                  <a:pt x="10683" y="7300"/>
                </a:lnTo>
                <a:lnTo>
                  <a:pt x="10561" y="7446"/>
                </a:lnTo>
                <a:lnTo>
                  <a:pt x="10488" y="7568"/>
                </a:lnTo>
                <a:lnTo>
                  <a:pt x="10439" y="7714"/>
                </a:lnTo>
                <a:lnTo>
                  <a:pt x="10391" y="7835"/>
                </a:lnTo>
                <a:lnTo>
                  <a:pt x="10391" y="7981"/>
                </a:lnTo>
                <a:lnTo>
                  <a:pt x="10342" y="8225"/>
                </a:lnTo>
                <a:lnTo>
                  <a:pt x="10342" y="8395"/>
                </a:lnTo>
                <a:lnTo>
                  <a:pt x="10391" y="8565"/>
                </a:lnTo>
                <a:lnTo>
                  <a:pt x="10439" y="8711"/>
                </a:lnTo>
                <a:lnTo>
                  <a:pt x="10537" y="8833"/>
                </a:lnTo>
                <a:lnTo>
                  <a:pt x="10634" y="8955"/>
                </a:lnTo>
                <a:lnTo>
                  <a:pt x="10756" y="9028"/>
                </a:lnTo>
                <a:lnTo>
                  <a:pt x="10902" y="9101"/>
                </a:lnTo>
                <a:lnTo>
                  <a:pt x="11072" y="9149"/>
                </a:lnTo>
                <a:lnTo>
                  <a:pt x="11267" y="9174"/>
                </a:lnTo>
                <a:lnTo>
                  <a:pt x="11437" y="9149"/>
                </a:lnTo>
                <a:lnTo>
                  <a:pt x="11607" y="9101"/>
                </a:lnTo>
                <a:lnTo>
                  <a:pt x="11753" y="9028"/>
                </a:lnTo>
                <a:lnTo>
                  <a:pt x="11875" y="8930"/>
                </a:lnTo>
                <a:lnTo>
                  <a:pt x="11997" y="8809"/>
                </a:lnTo>
                <a:lnTo>
                  <a:pt x="12094" y="8663"/>
                </a:lnTo>
                <a:lnTo>
                  <a:pt x="12167" y="8517"/>
                </a:lnTo>
                <a:lnTo>
                  <a:pt x="12216" y="8346"/>
                </a:lnTo>
                <a:lnTo>
                  <a:pt x="12240" y="8176"/>
                </a:lnTo>
                <a:lnTo>
                  <a:pt x="12216" y="8006"/>
                </a:lnTo>
                <a:lnTo>
                  <a:pt x="12191" y="7835"/>
                </a:lnTo>
                <a:lnTo>
                  <a:pt x="12143" y="7689"/>
                </a:lnTo>
                <a:lnTo>
                  <a:pt x="12070" y="7519"/>
                </a:lnTo>
                <a:lnTo>
                  <a:pt x="11948" y="7397"/>
                </a:lnTo>
                <a:lnTo>
                  <a:pt x="11802" y="7251"/>
                </a:lnTo>
                <a:lnTo>
                  <a:pt x="11656" y="7154"/>
                </a:lnTo>
                <a:lnTo>
                  <a:pt x="11486" y="7105"/>
                </a:lnTo>
                <a:lnTo>
                  <a:pt x="11315" y="7081"/>
                </a:lnTo>
                <a:close/>
                <a:moveTo>
                  <a:pt x="11972" y="10925"/>
                </a:moveTo>
                <a:lnTo>
                  <a:pt x="11875" y="10974"/>
                </a:lnTo>
                <a:lnTo>
                  <a:pt x="11778" y="11047"/>
                </a:lnTo>
                <a:lnTo>
                  <a:pt x="11607" y="11290"/>
                </a:lnTo>
                <a:lnTo>
                  <a:pt x="11413" y="11485"/>
                </a:lnTo>
                <a:lnTo>
                  <a:pt x="11194" y="11680"/>
                </a:lnTo>
                <a:lnTo>
                  <a:pt x="10950" y="11850"/>
                </a:lnTo>
                <a:lnTo>
                  <a:pt x="10707" y="11996"/>
                </a:lnTo>
                <a:lnTo>
                  <a:pt x="10439" y="12118"/>
                </a:lnTo>
                <a:lnTo>
                  <a:pt x="10172" y="12215"/>
                </a:lnTo>
                <a:lnTo>
                  <a:pt x="9880" y="12312"/>
                </a:lnTo>
                <a:lnTo>
                  <a:pt x="9588" y="12385"/>
                </a:lnTo>
                <a:lnTo>
                  <a:pt x="9296" y="12434"/>
                </a:lnTo>
                <a:lnTo>
                  <a:pt x="8712" y="12507"/>
                </a:lnTo>
                <a:lnTo>
                  <a:pt x="8128" y="12531"/>
                </a:lnTo>
                <a:lnTo>
                  <a:pt x="7568" y="12507"/>
                </a:lnTo>
                <a:lnTo>
                  <a:pt x="7325" y="12483"/>
                </a:lnTo>
                <a:lnTo>
                  <a:pt x="7106" y="12434"/>
                </a:lnTo>
                <a:lnTo>
                  <a:pt x="6668" y="12312"/>
                </a:lnTo>
                <a:lnTo>
                  <a:pt x="6230" y="12166"/>
                </a:lnTo>
                <a:lnTo>
                  <a:pt x="5816" y="11996"/>
                </a:lnTo>
                <a:lnTo>
                  <a:pt x="5427" y="11826"/>
                </a:lnTo>
                <a:lnTo>
                  <a:pt x="5013" y="11631"/>
                </a:lnTo>
                <a:lnTo>
                  <a:pt x="4794" y="11509"/>
                </a:lnTo>
                <a:lnTo>
                  <a:pt x="4600" y="11388"/>
                </a:lnTo>
                <a:lnTo>
                  <a:pt x="4454" y="11242"/>
                </a:lnTo>
                <a:lnTo>
                  <a:pt x="4308" y="11096"/>
                </a:lnTo>
                <a:lnTo>
                  <a:pt x="4259" y="11047"/>
                </a:lnTo>
                <a:lnTo>
                  <a:pt x="4210" y="11023"/>
                </a:lnTo>
                <a:lnTo>
                  <a:pt x="4089" y="11023"/>
                </a:lnTo>
                <a:lnTo>
                  <a:pt x="4040" y="11071"/>
                </a:lnTo>
                <a:lnTo>
                  <a:pt x="3991" y="11096"/>
                </a:lnTo>
                <a:lnTo>
                  <a:pt x="3991" y="11169"/>
                </a:lnTo>
                <a:lnTo>
                  <a:pt x="3991" y="11242"/>
                </a:lnTo>
                <a:lnTo>
                  <a:pt x="4016" y="11339"/>
                </a:lnTo>
                <a:lnTo>
                  <a:pt x="4064" y="11436"/>
                </a:lnTo>
                <a:lnTo>
                  <a:pt x="4210" y="11631"/>
                </a:lnTo>
                <a:lnTo>
                  <a:pt x="4381" y="11801"/>
                </a:lnTo>
                <a:lnTo>
                  <a:pt x="4575" y="11947"/>
                </a:lnTo>
                <a:lnTo>
                  <a:pt x="4794" y="12069"/>
                </a:lnTo>
                <a:lnTo>
                  <a:pt x="5038" y="12191"/>
                </a:lnTo>
                <a:lnTo>
                  <a:pt x="5451" y="12385"/>
                </a:lnTo>
                <a:lnTo>
                  <a:pt x="5938" y="12604"/>
                </a:lnTo>
                <a:lnTo>
                  <a:pt x="6424" y="12799"/>
                </a:lnTo>
                <a:lnTo>
                  <a:pt x="6935" y="12945"/>
                </a:lnTo>
                <a:lnTo>
                  <a:pt x="7446" y="13042"/>
                </a:lnTo>
                <a:lnTo>
                  <a:pt x="7763" y="13067"/>
                </a:lnTo>
                <a:lnTo>
                  <a:pt x="8079" y="13091"/>
                </a:lnTo>
                <a:lnTo>
                  <a:pt x="8420" y="13091"/>
                </a:lnTo>
                <a:lnTo>
                  <a:pt x="8760" y="13067"/>
                </a:lnTo>
                <a:lnTo>
                  <a:pt x="9101" y="13042"/>
                </a:lnTo>
                <a:lnTo>
                  <a:pt x="9442" y="12969"/>
                </a:lnTo>
                <a:lnTo>
                  <a:pt x="9758" y="12896"/>
                </a:lnTo>
                <a:lnTo>
                  <a:pt x="10099" y="12799"/>
                </a:lnTo>
                <a:lnTo>
                  <a:pt x="10415" y="12702"/>
                </a:lnTo>
                <a:lnTo>
                  <a:pt x="10731" y="12556"/>
                </a:lnTo>
                <a:lnTo>
                  <a:pt x="11023" y="12410"/>
                </a:lnTo>
                <a:lnTo>
                  <a:pt x="11315" y="12239"/>
                </a:lnTo>
                <a:lnTo>
                  <a:pt x="11583" y="12045"/>
                </a:lnTo>
                <a:lnTo>
                  <a:pt x="11826" y="11826"/>
                </a:lnTo>
                <a:lnTo>
                  <a:pt x="12045" y="11582"/>
                </a:lnTo>
                <a:lnTo>
                  <a:pt x="12264" y="11339"/>
                </a:lnTo>
                <a:lnTo>
                  <a:pt x="12313" y="11217"/>
                </a:lnTo>
                <a:lnTo>
                  <a:pt x="12289" y="11120"/>
                </a:lnTo>
                <a:lnTo>
                  <a:pt x="12240" y="11047"/>
                </a:lnTo>
                <a:lnTo>
                  <a:pt x="12167" y="10974"/>
                </a:lnTo>
                <a:lnTo>
                  <a:pt x="12070" y="10950"/>
                </a:lnTo>
                <a:lnTo>
                  <a:pt x="11972" y="10925"/>
                </a:lnTo>
                <a:close/>
                <a:moveTo>
                  <a:pt x="8493" y="682"/>
                </a:moveTo>
                <a:lnTo>
                  <a:pt x="8663" y="706"/>
                </a:lnTo>
                <a:lnTo>
                  <a:pt x="9101" y="755"/>
                </a:lnTo>
                <a:lnTo>
                  <a:pt x="9539" y="803"/>
                </a:lnTo>
                <a:lnTo>
                  <a:pt x="10001" y="901"/>
                </a:lnTo>
                <a:lnTo>
                  <a:pt x="10439" y="1022"/>
                </a:lnTo>
                <a:lnTo>
                  <a:pt x="10780" y="1120"/>
                </a:lnTo>
                <a:lnTo>
                  <a:pt x="11121" y="1241"/>
                </a:lnTo>
                <a:lnTo>
                  <a:pt x="11437" y="1411"/>
                </a:lnTo>
                <a:lnTo>
                  <a:pt x="11753" y="1557"/>
                </a:lnTo>
                <a:lnTo>
                  <a:pt x="11753" y="1582"/>
                </a:lnTo>
                <a:lnTo>
                  <a:pt x="11729" y="1655"/>
                </a:lnTo>
                <a:lnTo>
                  <a:pt x="11729" y="1752"/>
                </a:lnTo>
                <a:lnTo>
                  <a:pt x="11753" y="1801"/>
                </a:lnTo>
                <a:lnTo>
                  <a:pt x="11826" y="1825"/>
                </a:lnTo>
                <a:lnTo>
                  <a:pt x="11899" y="1825"/>
                </a:lnTo>
                <a:lnTo>
                  <a:pt x="11948" y="1776"/>
                </a:lnTo>
                <a:lnTo>
                  <a:pt x="11972" y="1752"/>
                </a:lnTo>
                <a:lnTo>
                  <a:pt x="11997" y="1752"/>
                </a:lnTo>
                <a:lnTo>
                  <a:pt x="11997" y="1728"/>
                </a:lnTo>
                <a:lnTo>
                  <a:pt x="12021" y="1728"/>
                </a:lnTo>
                <a:lnTo>
                  <a:pt x="12143" y="1801"/>
                </a:lnTo>
                <a:lnTo>
                  <a:pt x="12094" y="1874"/>
                </a:lnTo>
                <a:lnTo>
                  <a:pt x="12094" y="1947"/>
                </a:lnTo>
                <a:lnTo>
                  <a:pt x="12094" y="1995"/>
                </a:lnTo>
                <a:lnTo>
                  <a:pt x="12143" y="2020"/>
                </a:lnTo>
                <a:lnTo>
                  <a:pt x="12167" y="2044"/>
                </a:lnTo>
                <a:lnTo>
                  <a:pt x="12216" y="2020"/>
                </a:lnTo>
                <a:lnTo>
                  <a:pt x="12240" y="1995"/>
                </a:lnTo>
                <a:lnTo>
                  <a:pt x="12313" y="1922"/>
                </a:lnTo>
                <a:lnTo>
                  <a:pt x="12337" y="1922"/>
                </a:lnTo>
                <a:lnTo>
                  <a:pt x="12532" y="2068"/>
                </a:lnTo>
                <a:lnTo>
                  <a:pt x="12483" y="2190"/>
                </a:lnTo>
                <a:lnTo>
                  <a:pt x="12483" y="2239"/>
                </a:lnTo>
                <a:lnTo>
                  <a:pt x="12508" y="2336"/>
                </a:lnTo>
                <a:lnTo>
                  <a:pt x="12532" y="2385"/>
                </a:lnTo>
                <a:lnTo>
                  <a:pt x="12556" y="2409"/>
                </a:lnTo>
                <a:lnTo>
                  <a:pt x="12581" y="2409"/>
                </a:lnTo>
                <a:lnTo>
                  <a:pt x="12629" y="2385"/>
                </a:lnTo>
                <a:lnTo>
                  <a:pt x="12678" y="2360"/>
                </a:lnTo>
                <a:lnTo>
                  <a:pt x="12751" y="2287"/>
                </a:lnTo>
                <a:lnTo>
                  <a:pt x="12775" y="2239"/>
                </a:lnTo>
                <a:lnTo>
                  <a:pt x="12970" y="2409"/>
                </a:lnTo>
                <a:lnTo>
                  <a:pt x="12873" y="2531"/>
                </a:lnTo>
                <a:lnTo>
                  <a:pt x="12848" y="2604"/>
                </a:lnTo>
                <a:lnTo>
                  <a:pt x="12824" y="2677"/>
                </a:lnTo>
                <a:lnTo>
                  <a:pt x="12824" y="2725"/>
                </a:lnTo>
                <a:lnTo>
                  <a:pt x="12873" y="2750"/>
                </a:lnTo>
                <a:lnTo>
                  <a:pt x="12921" y="2774"/>
                </a:lnTo>
                <a:lnTo>
                  <a:pt x="12946" y="2774"/>
                </a:lnTo>
                <a:lnTo>
                  <a:pt x="13067" y="2701"/>
                </a:lnTo>
                <a:lnTo>
                  <a:pt x="13189" y="2604"/>
                </a:lnTo>
                <a:lnTo>
                  <a:pt x="13311" y="2725"/>
                </a:lnTo>
                <a:lnTo>
                  <a:pt x="13384" y="2823"/>
                </a:lnTo>
                <a:lnTo>
                  <a:pt x="13262" y="3017"/>
                </a:lnTo>
                <a:lnTo>
                  <a:pt x="13213" y="3066"/>
                </a:lnTo>
                <a:lnTo>
                  <a:pt x="13189" y="3163"/>
                </a:lnTo>
                <a:lnTo>
                  <a:pt x="13165" y="3236"/>
                </a:lnTo>
                <a:lnTo>
                  <a:pt x="13189" y="3285"/>
                </a:lnTo>
                <a:lnTo>
                  <a:pt x="13238" y="3309"/>
                </a:lnTo>
                <a:lnTo>
                  <a:pt x="13335" y="3285"/>
                </a:lnTo>
                <a:lnTo>
                  <a:pt x="13408" y="3236"/>
                </a:lnTo>
                <a:lnTo>
                  <a:pt x="13554" y="3115"/>
                </a:lnTo>
                <a:lnTo>
                  <a:pt x="13578" y="3042"/>
                </a:lnTo>
                <a:lnTo>
                  <a:pt x="13773" y="3309"/>
                </a:lnTo>
                <a:lnTo>
                  <a:pt x="13676" y="3407"/>
                </a:lnTo>
                <a:lnTo>
                  <a:pt x="13554" y="3504"/>
                </a:lnTo>
                <a:lnTo>
                  <a:pt x="13505" y="3577"/>
                </a:lnTo>
                <a:lnTo>
                  <a:pt x="13481" y="3650"/>
                </a:lnTo>
                <a:lnTo>
                  <a:pt x="13481" y="3699"/>
                </a:lnTo>
                <a:lnTo>
                  <a:pt x="13505" y="3723"/>
                </a:lnTo>
                <a:lnTo>
                  <a:pt x="13603" y="3747"/>
                </a:lnTo>
                <a:lnTo>
                  <a:pt x="13700" y="3723"/>
                </a:lnTo>
                <a:lnTo>
                  <a:pt x="13773" y="3674"/>
                </a:lnTo>
                <a:lnTo>
                  <a:pt x="13870" y="3626"/>
                </a:lnTo>
                <a:lnTo>
                  <a:pt x="13968" y="3577"/>
                </a:lnTo>
                <a:lnTo>
                  <a:pt x="14162" y="3918"/>
                </a:lnTo>
                <a:lnTo>
                  <a:pt x="14065" y="3991"/>
                </a:lnTo>
                <a:lnTo>
                  <a:pt x="13870" y="4161"/>
                </a:lnTo>
                <a:lnTo>
                  <a:pt x="13773" y="4234"/>
                </a:lnTo>
                <a:lnTo>
                  <a:pt x="13700" y="4331"/>
                </a:lnTo>
                <a:lnTo>
                  <a:pt x="13700" y="4356"/>
                </a:lnTo>
                <a:lnTo>
                  <a:pt x="13724" y="4380"/>
                </a:lnTo>
                <a:lnTo>
                  <a:pt x="13846" y="4380"/>
                </a:lnTo>
                <a:lnTo>
                  <a:pt x="13943" y="4356"/>
                </a:lnTo>
                <a:lnTo>
                  <a:pt x="14065" y="4307"/>
                </a:lnTo>
                <a:lnTo>
                  <a:pt x="14162" y="4234"/>
                </a:lnTo>
                <a:lnTo>
                  <a:pt x="14284" y="4161"/>
                </a:lnTo>
                <a:lnTo>
                  <a:pt x="14503" y="4696"/>
                </a:lnTo>
                <a:lnTo>
                  <a:pt x="14332" y="4769"/>
                </a:lnTo>
                <a:lnTo>
                  <a:pt x="14211" y="4842"/>
                </a:lnTo>
                <a:lnTo>
                  <a:pt x="14065" y="4940"/>
                </a:lnTo>
                <a:lnTo>
                  <a:pt x="13968" y="5061"/>
                </a:lnTo>
                <a:lnTo>
                  <a:pt x="13919" y="5134"/>
                </a:lnTo>
                <a:lnTo>
                  <a:pt x="13895" y="5207"/>
                </a:lnTo>
                <a:lnTo>
                  <a:pt x="13895" y="5256"/>
                </a:lnTo>
                <a:lnTo>
                  <a:pt x="13919" y="5280"/>
                </a:lnTo>
                <a:lnTo>
                  <a:pt x="13968" y="5305"/>
                </a:lnTo>
                <a:lnTo>
                  <a:pt x="14016" y="5305"/>
                </a:lnTo>
                <a:lnTo>
                  <a:pt x="14114" y="5256"/>
                </a:lnTo>
                <a:lnTo>
                  <a:pt x="14235" y="5183"/>
                </a:lnTo>
                <a:lnTo>
                  <a:pt x="14551" y="5037"/>
                </a:lnTo>
                <a:lnTo>
                  <a:pt x="14600" y="5013"/>
                </a:lnTo>
                <a:lnTo>
                  <a:pt x="14770" y="5524"/>
                </a:lnTo>
                <a:lnTo>
                  <a:pt x="14430" y="5670"/>
                </a:lnTo>
                <a:lnTo>
                  <a:pt x="14162" y="5791"/>
                </a:lnTo>
                <a:lnTo>
                  <a:pt x="13919" y="5937"/>
                </a:lnTo>
                <a:lnTo>
                  <a:pt x="13919" y="5986"/>
                </a:lnTo>
                <a:lnTo>
                  <a:pt x="13943" y="6010"/>
                </a:lnTo>
                <a:lnTo>
                  <a:pt x="14089" y="6035"/>
                </a:lnTo>
                <a:lnTo>
                  <a:pt x="14235" y="6059"/>
                </a:lnTo>
                <a:lnTo>
                  <a:pt x="14381" y="6035"/>
                </a:lnTo>
                <a:lnTo>
                  <a:pt x="14527" y="6010"/>
                </a:lnTo>
                <a:lnTo>
                  <a:pt x="14843" y="5889"/>
                </a:lnTo>
                <a:lnTo>
                  <a:pt x="14965" y="6424"/>
                </a:lnTo>
                <a:lnTo>
                  <a:pt x="14795" y="6497"/>
                </a:lnTo>
                <a:lnTo>
                  <a:pt x="14405" y="6619"/>
                </a:lnTo>
                <a:lnTo>
                  <a:pt x="14041" y="6740"/>
                </a:lnTo>
                <a:lnTo>
                  <a:pt x="13992" y="6789"/>
                </a:lnTo>
                <a:lnTo>
                  <a:pt x="13992" y="6813"/>
                </a:lnTo>
                <a:lnTo>
                  <a:pt x="13992" y="6862"/>
                </a:lnTo>
                <a:lnTo>
                  <a:pt x="14041" y="6886"/>
                </a:lnTo>
                <a:lnTo>
                  <a:pt x="14235" y="6886"/>
                </a:lnTo>
                <a:lnTo>
                  <a:pt x="14430" y="6862"/>
                </a:lnTo>
                <a:lnTo>
                  <a:pt x="14795" y="6813"/>
                </a:lnTo>
                <a:lnTo>
                  <a:pt x="15038" y="6740"/>
                </a:lnTo>
                <a:lnTo>
                  <a:pt x="15111" y="7178"/>
                </a:lnTo>
                <a:lnTo>
                  <a:pt x="14843" y="7227"/>
                </a:lnTo>
                <a:lnTo>
                  <a:pt x="14430" y="7349"/>
                </a:lnTo>
                <a:lnTo>
                  <a:pt x="14235" y="7422"/>
                </a:lnTo>
                <a:lnTo>
                  <a:pt x="14065" y="7543"/>
                </a:lnTo>
                <a:lnTo>
                  <a:pt x="14041" y="7592"/>
                </a:lnTo>
                <a:lnTo>
                  <a:pt x="14041" y="7665"/>
                </a:lnTo>
                <a:lnTo>
                  <a:pt x="14089" y="7714"/>
                </a:lnTo>
                <a:lnTo>
                  <a:pt x="14138" y="7738"/>
                </a:lnTo>
                <a:lnTo>
                  <a:pt x="14357" y="7714"/>
                </a:lnTo>
                <a:lnTo>
                  <a:pt x="14551" y="7665"/>
                </a:lnTo>
                <a:lnTo>
                  <a:pt x="14941" y="7568"/>
                </a:lnTo>
                <a:lnTo>
                  <a:pt x="15135" y="7519"/>
                </a:lnTo>
                <a:lnTo>
                  <a:pt x="15184" y="7981"/>
                </a:lnTo>
                <a:lnTo>
                  <a:pt x="14868" y="8030"/>
                </a:lnTo>
                <a:lnTo>
                  <a:pt x="14624" y="8054"/>
                </a:lnTo>
                <a:lnTo>
                  <a:pt x="14381" y="8079"/>
                </a:lnTo>
                <a:lnTo>
                  <a:pt x="14235" y="8103"/>
                </a:lnTo>
                <a:lnTo>
                  <a:pt x="14138" y="8152"/>
                </a:lnTo>
                <a:lnTo>
                  <a:pt x="14016" y="8200"/>
                </a:lnTo>
                <a:lnTo>
                  <a:pt x="13943" y="8298"/>
                </a:lnTo>
                <a:lnTo>
                  <a:pt x="13919" y="8322"/>
                </a:lnTo>
                <a:lnTo>
                  <a:pt x="13919" y="8346"/>
                </a:lnTo>
                <a:lnTo>
                  <a:pt x="13943" y="8395"/>
                </a:lnTo>
                <a:lnTo>
                  <a:pt x="13968" y="8395"/>
                </a:lnTo>
                <a:lnTo>
                  <a:pt x="14089" y="8419"/>
                </a:lnTo>
                <a:lnTo>
                  <a:pt x="14211" y="8444"/>
                </a:lnTo>
                <a:lnTo>
                  <a:pt x="14478" y="8444"/>
                </a:lnTo>
                <a:lnTo>
                  <a:pt x="14989" y="8395"/>
                </a:lnTo>
                <a:lnTo>
                  <a:pt x="15208" y="8395"/>
                </a:lnTo>
                <a:lnTo>
                  <a:pt x="15208" y="8857"/>
                </a:lnTo>
                <a:lnTo>
                  <a:pt x="14722" y="8882"/>
                </a:lnTo>
                <a:lnTo>
                  <a:pt x="14503" y="8882"/>
                </a:lnTo>
                <a:lnTo>
                  <a:pt x="14284" y="8906"/>
                </a:lnTo>
                <a:lnTo>
                  <a:pt x="14065" y="8955"/>
                </a:lnTo>
                <a:lnTo>
                  <a:pt x="13968" y="8979"/>
                </a:lnTo>
                <a:lnTo>
                  <a:pt x="13870" y="9028"/>
                </a:lnTo>
                <a:lnTo>
                  <a:pt x="13870" y="9052"/>
                </a:lnTo>
                <a:lnTo>
                  <a:pt x="13870" y="9076"/>
                </a:lnTo>
                <a:lnTo>
                  <a:pt x="13968" y="9125"/>
                </a:lnTo>
                <a:lnTo>
                  <a:pt x="14065" y="9174"/>
                </a:lnTo>
                <a:lnTo>
                  <a:pt x="14284" y="9222"/>
                </a:lnTo>
                <a:lnTo>
                  <a:pt x="14722" y="9222"/>
                </a:lnTo>
                <a:lnTo>
                  <a:pt x="14941" y="9247"/>
                </a:lnTo>
                <a:lnTo>
                  <a:pt x="15184" y="9247"/>
                </a:lnTo>
                <a:lnTo>
                  <a:pt x="15160" y="9465"/>
                </a:lnTo>
                <a:lnTo>
                  <a:pt x="14965" y="9514"/>
                </a:lnTo>
                <a:lnTo>
                  <a:pt x="14722" y="9563"/>
                </a:lnTo>
                <a:lnTo>
                  <a:pt x="14503" y="9660"/>
                </a:lnTo>
                <a:lnTo>
                  <a:pt x="14260" y="9757"/>
                </a:lnTo>
                <a:lnTo>
                  <a:pt x="14041" y="9879"/>
                </a:lnTo>
                <a:lnTo>
                  <a:pt x="14016" y="9903"/>
                </a:lnTo>
                <a:lnTo>
                  <a:pt x="14016" y="9952"/>
                </a:lnTo>
                <a:lnTo>
                  <a:pt x="14041" y="9976"/>
                </a:lnTo>
                <a:lnTo>
                  <a:pt x="14089" y="9976"/>
                </a:lnTo>
                <a:lnTo>
                  <a:pt x="14308" y="10001"/>
                </a:lnTo>
                <a:lnTo>
                  <a:pt x="14527" y="9976"/>
                </a:lnTo>
                <a:lnTo>
                  <a:pt x="14965" y="9903"/>
                </a:lnTo>
                <a:lnTo>
                  <a:pt x="15087" y="9879"/>
                </a:lnTo>
                <a:lnTo>
                  <a:pt x="14989" y="10390"/>
                </a:lnTo>
                <a:lnTo>
                  <a:pt x="14527" y="10463"/>
                </a:lnTo>
                <a:lnTo>
                  <a:pt x="14357" y="10487"/>
                </a:lnTo>
                <a:lnTo>
                  <a:pt x="14162" y="10512"/>
                </a:lnTo>
                <a:lnTo>
                  <a:pt x="13992" y="10560"/>
                </a:lnTo>
                <a:lnTo>
                  <a:pt x="13919" y="10609"/>
                </a:lnTo>
                <a:lnTo>
                  <a:pt x="13870" y="10682"/>
                </a:lnTo>
                <a:lnTo>
                  <a:pt x="13846" y="10731"/>
                </a:lnTo>
                <a:lnTo>
                  <a:pt x="13846" y="10804"/>
                </a:lnTo>
                <a:lnTo>
                  <a:pt x="13870" y="10852"/>
                </a:lnTo>
                <a:lnTo>
                  <a:pt x="13919" y="10901"/>
                </a:lnTo>
                <a:lnTo>
                  <a:pt x="13992" y="10925"/>
                </a:lnTo>
                <a:lnTo>
                  <a:pt x="14065" y="10950"/>
                </a:lnTo>
                <a:lnTo>
                  <a:pt x="14235" y="10950"/>
                </a:lnTo>
                <a:lnTo>
                  <a:pt x="14600" y="10901"/>
                </a:lnTo>
                <a:lnTo>
                  <a:pt x="14819" y="10877"/>
                </a:lnTo>
                <a:lnTo>
                  <a:pt x="14819" y="10877"/>
                </a:lnTo>
                <a:lnTo>
                  <a:pt x="14624" y="11339"/>
                </a:lnTo>
                <a:lnTo>
                  <a:pt x="14478" y="11339"/>
                </a:lnTo>
                <a:lnTo>
                  <a:pt x="14308" y="11315"/>
                </a:lnTo>
                <a:lnTo>
                  <a:pt x="14114" y="11339"/>
                </a:lnTo>
                <a:lnTo>
                  <a:pt x="13919" y="11363"/>
                </a:lnTo>
                <a:lnTo>
                  <a:pt x="13749" y="11436"/>
                </a:lnTo>
                <a:lnTo>
                  <a:pt x="13724" y="11461"/>
                </a:lnTo>
                <a:lnTo>
                  <a:pt x="13749" y="11485"/>
                </a:lnTo>
                <a:lnTo>
                  <a:pt x="13919" y="11558"/>
                </a:lnTo>
                <a:lnTo>
                  <a:pt x="14089" y="11607"/>
                </a:lnTo>
                <a:lnTo>
                  <a:pt x="14430" y="11655"/>
                </a:lnTo>
                <a:lnTo>
                  <a:pt x="14454" y="11655"/>
                </a:lnTo>
                <a:lnTo>
                  <a:pt x="14211" y="12069"/>
                </a:lnTo>
                <a:lnTo>
                  <a:pt x="13968" y="12069"/>
                </a:lnTo>
                <a:lnTo>
                  <a:pt x="13724" y="12093"/>
                </a:lnTo>
                <a:lnTo>
                  <a:pt x="13603" y="12069"/>
                </a:lnTo>
                <a:lnTo>
                  <a:pt x="13481" y="12045"/>
                </a:lnTo>
                <a:lnTo>
                  <a:pt x="13335" y="12020"/>
                </a:lnTo>
                <a:lnTo>
                  <a:pt x="13213" y="12020"/>
                </a:lnTo>
                <a:lnTo>
                  <a:pt x="13189" y="12045"/>
                </a:lnTo>
                <a:lnTo>
                  <a:pt x="13189" y="12069"/>
                </a:lnTo>
                <a:lnTo>
                  <a:pt x="13189" y="12166"/>
                </a:lnTo>
                <a:lnTo>
                  <a:pt x="13238" y="12239"/>
                </a:lnTo>
                <a:lnTo>
                  <a:pt x="13311" y="12312"/>
                </a:lnTo>
                <a:lnTo>
                  <a:pt x="13408" y="12361"/>
                </a:lnTo>
                <a:lnTo>
                  <a:pt x="13530" y="12385"/>
                </a:lnTo>
                <a:lnTo>
                  <a:pt x="13651" y="12410"/>
                </a:lnTo>
                <a:lnTo>
                  <a:pt x="13943" y="12434"/>
                </a:lnTo>
                <a:lnTo>
                  <a:pt x="13603" y="12823"/>
                </a:lnTo>
                <a:lnTo>
                  <a:pt x="13067" y="12726"/>
                </a:lnTo>
                <a:lnTo>
                  <a:pt x="12848" y="12677"/>
                </a:lnTo>
                <a:lnTo>
                  <a:pt x="12727" y="12677"/>
                </a:lnTo>
                <a:lnTo>
                  <a:pt x="12629" y="12702"/>
                </a:lnTo>
                <a:lnTo>
                  <a:pt x="12605" y="12726"/>
                </a:lnTo>
                <a:lnTo>
                  <a:pt x="12605" y="12775"/>
                </a:lnTo>
                <a:lnTo>
                  <a:pt x="12629" y="12848"/>
                </a:lnTo>
                <a:lnTo>
                  <a:pt x="12678" y="12921"/>
                </a:lnTo>
                <a:lnTo>
                  <a:pt x="12751" y="12969"/>
                </a:lnTo>
                <a:lnTo>
                  <a:pt x="12824" y="13018"/>
                </a:lnTo>
                <a:lnTo>
                  <a:pt x="13043" y="13115"/>
                </a:lnTo>
                <a:lnTo>
                  <a:pt x="13262" y="13164"/>
                </a:lnTo>
                <a:lnTo>
                  <a:pt x="13116" y="13286"/>
                </a:lnTo>
                <a:lnTo>
                  <a:pt x="13067" y="13286"/>
                </a:lnTo>
                <a:lnTo>
                  <a:pt x="12605" y="13261"/>
                </a:lnTo>
                <a:lnTo>
                  <a:pt x="12362" y="13213"/>
                </a:lnTo>
                <a:lnTo>
                  <a:pt x="12240" y="13188"/>
                </a:lnTo>
                <a:lnTo>
                  <a:pt x="12094" y="13188"/>
                </a:lnTo>
                <a:lnTo>
                  <a:pt x="12021" y="13213"/>
                </a:lnTo>
                <a:lnTo>
                  <a:pt x="11997" y="13261"/>
                </a:lnTo>
                <a:lnTo>
                  <a:pt x="11972" y="13334"/>
                </a:lnTo>
                <a:lnTo>
                  <a:pt x="12021" y="13383"/>
                </a:lnTo>
                <a:lnTo>
                  <a:pt x="12143" y="13505"/>
                </a:lnTo>
                <a:lnTo>
                  <a:pt x="12289" y="13578"/>
                </a:lnTo>
                <a:lnTo>
                  <a:pt x="12483" y="13626"/>
                </a:lnTo>
                <a:lnTo>
                  <a:pt x="12654" y="13651"/>
                </a:lnTo>
                <a:lnTo>
                  <a:pt x="12240" y="13943"/>
                </a:lnTo>
                <a:lnTo>
                  <a:pt x="12143" y="13918"/>
                </a:lnTo>
                <a:lnTo>
                  <a:pt x="11680" y="13821"/>
                </a:lnTo>
                <a:lnTo>
                  <a:pt x="11461" y="13772"/>
                </a:lnTo>
                <a:lnTo>
                  <a:pt x="11267" y="13724"/>
                </a:lnTo>
                <a:lnTo>
                  <a:pt x="11218" y="13748"/>
                </a:lnTo>
                <a:lnTo>
                  <a:pt x="11218" y="13821"/>
                </a:lnTo>
                <a:lnTo>
                  <a:pt x="11242" y="13894"/>
                </a:lnTo>
                <a:lnTo>
                  <a:pt x="11315" y="13967"/>
                </a:lnTo>
                <a:lnTo>
                  <a:pt x="11437" y="14064"/>
                </a:lnTo>
                <a:lnTo>
                  <a:pt x="11607" y="14137"/>
                </a:lnTo>
                <a:lnTo>
                  <a:pt x="11802" y="14210"/>
                </a:lnTo>
                <a:lnTo>
                  <a:pt x="11437" y="14381"/>
                </a:lnTo>
                <a:lnTo>
                  <a:pt x="11388" y="14332"/>
                </a:lnTo>
                <a:lnTo>
                  <a:pt x="11315" y="14308"/>
                </a:lnTo>
                <a:lnTo>
                  <a:pt x="11194" y="14259"/>
                </a:lnTo>
                <a:lnTo>
                  <a:pt x="10902" y="14235"/>
                </a:lnTo>
                <a:lnTo>
                  <a:pt x="10634" y="14210"/>
                </a:lnTo>
                <a:lnTo>
                  <a:pt x="10512" y="14210"/>
                </a:lnTo>
                <a:lnTo>
                  <a:pt x="10391" y="14235"/>
                </a:lnTo>
                <a:lnTo>
                  <a:pt x="10366" y="14235"/>
                </a:lnTo>
                <a:lnTo>
                  <a:pt x="10366" y="14283"/>
                </a:lnTo>
                <a:lnTo>
                  <a:pt x="10366" y="14332"/>
                </a:lnTo>
                <a:lnTo>
                  <a:pt x="10391" y="14381"/>
                </a:lnTo>
                <a:lnTo>
                  <a:pt x="10488" y="14478"/>
                </a:lnTo>
                <a:lnTo>
                  <a:pt x="10610" y="14551"/>
                </a:lnTo>
                <a:lnTo>
                  <a:pt x="10731" y="14575"/>
                </a:lnTo>
                <a:lnTo>
                  <a:pt x="10877" y="14624"/>
                </a:lnTo>
                <a:lnTo>
                  <a:pt x="10512" y="14746"/>
                </a:lnTo>
                <a:lnTo>
                  <a:pt x="10318" y="14673"/>
                </a:lnTo>
                <a:lnTo>
                  <a:pt x="10123" y="14624"/>
                </a:lnTo>
                <a:lnTo>
                  <a:pt x="9904" y="14600"/>
                </a:lnTo>
                <a:lnTo>
                  <a:pt x="9807" y="14600"/>
                </a:lnTo>
                <a:lnTo>
                  <a:pt x="9709" y="14648"/>
                </a:lnTo>
                <a:lnTo>
                  <a:pt x="9661" y="14673"/>
                </a:lnTo>
                <a:lnTo>
                  <a:pt x="9685" y="14721"/>
                </a:lnTo>
                <a:lnTo>
                  <a:pt x="9734" y="14794"/>
                </a:lnTo>
                <a:lnTo>
                  <a:pt x="9807" y="14843"/>
                </a:lnTo>
                <a:lnTo>
                  <a:pt x="9928" y="14916"/>
                </a:lnTo>
                <a:lnTo>
                  <a:pt x="9612" y="14989"/>
                </a:lnTo>
                <a:lnTo>
                  <a:pt x="9588" y="14940"/>
                </a:lnTo>
                <a:lnTo>
                  <a:pt x="9539" y="14916"/>
                </a:lnTo>
                <a:lnTo>
                  <a:pt x="9417" y="14867"/>
                </a:lnTo>
                <a:lnTo>
                  <a:pt x="9223" y="14843"/>
                </a:lnTo>
                <a:lnTo>
                  <a:pt x="9150" y="14843"/>
                </a:lnTo>
                <a:lnTo>
                  <a:pt x="9052" y="14867"/>
                </a:lnTo>
                <a:lnTo>
                  <a:pt x="9004" y="14916"/>
                </a:lnTo>
                <a:lnTo>
                  <a:pt x="8979" y="14965"/>
                </a:lnTo>
                <a:lnTo>
                  <a:pt x="8979" y="15013"/>
                </a:lnTo>
                <a:lnTo>
                  <a:pt x="9004" y="15062"/>
                </a:lnTo>
                <a:lnTo>
                  <a:pt x="9004" y="15086"/>
                </a:lnTo>
                <a:lnTo>
                  <a:pt x="8663" y="15135"/>
                </a:lnTo>
                <a:lnTo>
                  <a:pt x="8298" y="15159"/>
                </a:lnTo>
                <a:lnTo>
                  <a:pt x="7227" y="15159"/>
                </a:lnTo>
                <a:lnTo>
                  <a:pt x="6862" y="15111"/>
                </a:lnTo>
                <a:lnTo>
                  <a:pt x="6497" y="15062"/>
                </a:lnTo>
                <a:lnTo>
                  <a:pt x="6157" y="14989"/>
                </a:lnTo>
                <a:lnTo>
                  <a:pt x="5816" y="14916"/>
                </a:lnTo>
                <a:lnTo>
                  <a:pt x="5451" y="14819"/>
                </a:lnTo>
                <a:lnTo>
                  <a:pt x="5135" y="14697"/>
                </a:lnTo>
                <a:lnTo>
                  <a:pt x="4794" y="14575"/>
                </a:lnTo>
                <a:lnTo>
                  <a:pt x="4478" y="14405"/>
                </a:lnTo>
                <a:lnTo>
                  <a:pt x="4162" y="14259"/>
                </a:lnTo>
                <a:lnTo>
                  <a:pt x="3845" y="14064"/>
                </a:lnTo>
                <a:lnTo>
                  <a:pt x="3553" y="13870"/>
                </a:lnTo>
                <a:lnTo>
                  <a:pt x="3286" y="13675"/>
                </a:lnTo>
                <a:lnTo>
                  <a:pt x="3018" y="13456"/>
                </a:lnTo>
                <a:lnTo>
                  <a:pt x="2775" y="13237"/>
                </a:lnTo>
                <a:lnTo>
                  <a:pt x="2531" y="12994"/>
                </a:lnTo>
                <a:lnTo>
                  <a:pt x="2312" y="12775"/>
                </a:lnTo>
                <a:lnTo>
                  <a:pt x="2118" y="12507"/>
                </a:lnTo>
                <a:lnTo>
                  <a:pt x="1899" y="12239"/>
                </a:lnTo>
                <a:lnTo>
                  <a:pt x="1728" y="11972"/>
                </a:lnTo>
                <a:lnTo>
                  <a:pt x="1558" y="11704"/>
                </a:lnTo>
                <a:lnTo>
                  <a:pt x="1412" y="11412"/>
                </a:lnTo>
                <a:lnTo>
                  <a:pt x="1266" y="11120"/>
                </a:lnTo>
                <a:lnTo>
                  <a:pt x="1144" y="10828"/>
                </a:lnTo>
                <a:lnTo>
                  <a:pt x="1047" y="10512"/>
                </a:lnTo>
                <a:lnTo>
                  <a:pt x="950" y="10195"/>
                </a:lnTo>
                <a:lnTo>
                  <a:pt x="877" y="9879"/>
                </a:lnTo>
                <a:lnTo>
                  <a:pt x="828" y="9538"/>
                </a:lnTo>
                <a:lnTo>
                  <a:pt x="779" y="9003"/>
                </a:lnTo>
                <a:lnTo>
                  <a:pt x="755" y="8468"/>
                </a:lnTo>
                <a:lnTo>
                  <a:pt x="755" y="7933"/>
                </a:lnTo>
                <a:lnTo>
                  <a:pt x="779" y="7397"/>
                </a:lnTo>
                <a:lnTo>
                  <a:pt x="852" y="6862"/>
                </a:lnTo>
                <a:lnTo>
                  <a:pt x="950" y="6351"/>
                </a:lnTo>
                <a:lnTo>
                  <a:pt x="1096" y="5840"/>
                </a:lnTo>
                <a:lnTo>
                  <a:pt x="1266" y="5353"/>
                </a:lnTo>
                <a:lnTo>
                  <a:pt x="1388" y="5061"/>
                </a:lnTo>
                <a:lnTo>
                  <a:pt x="1558" y="4745"/>
                </a:lnTo>
                <a:lnTo>
                  <a:pt x="1753" y="4404"/>
                </a:lnTo>
                <a:lnTo>
                  <a:pt x="1996" y="4064"/>
                </a:lnTo>
                <a:lnTo>
                  <a:pt x="2264" y="3699"/>
                </a:lnTo>
                <a:lnTo>
                  <a:pt x="2556" y="3334"/>
                </a:lnTo>
                <a:lnTo>
                  <a:pt x="2896" y="2944"/>
                </a:lnTo>
                <a:lnTo>
                  <a:pt x="3261" y="2604"/>
                </a:lnTo>
                <a:lnTo>
                  <a:pt x="3651" y="2263"/>
                </a:lnTo>
                <a:lnTo>
                  <a:pt x="4089" y="1922"/>
                </a:lnTo>
                <a:lnTo>
                  <a:pt x="4527" y="1630"/>
                </a:lnTo>
                <a:lnTo>
                  <a:pt x="5013" y="1363"/>
                </a:lnTo>
                <a:lnTo>
                  <a:pt x="5524" y="1144"/>
                </a:lnTo>
                <a:lnTo>
                  <a:pt x="6035" y="974"/>
                </a:lnTo>
                <a:lnTo>
                  <a:pt x="6327" y="925"/>
                </a:lnTo>
                <a:lnTo>
                  <a:pt x="6595" y="876"/>
                </a:lnTo>
                <a:lnTo>
                  <a:pt x="6887" y="828"/>
                </a:lnTo>
                <a:lnTo>
                  <a:pt x="7179" y="803"/>
                </a:lnTo>
                <a:lnTo>
                  <a:pt x="7544" y="779"/>
                </a:lnTo>
                <a:lnTo>
                  <a:pt x="7933" y="730"/>
                </a:lnTo>
                <a:lnTo>
                  <a:pt x="8322" y="682"/>
                </a:lnTo>
                <a:close/>
                <a:moveTo>
                  <a:pt x="8152" y="0"/>
                </a:moveTo>
                <a:lnTo>
                  <a:pt x="7763" y="25"/>
                </a:lnTo>
                <a:lnTo>
                  <a:pt x="7373" y="73"/>
                </a:lnTo>
                <a:lnTo>
                  <a:pt x="7081" y="49"/>
                </a:lnTo>
                <a:lnTo>
                  <a:pt x="6789" y="49"/>
                </a:lnTo>
                <a:lnTo>
                  <a:pt x="6473" y="73"/>
                </a:lnTo>
                <a:lnTo>
                  <a:pt x="6157" y="146"/>
                </a:lnTo>
                <a:lnTo>
                  <a:pt x="5841" y="219"/>
                </a:lnTo>
                <a:lnTo>
                  <a:pt x="5549" y="317"/>
                </a:lnTo>
                <a:lnTo>
                  <a:pt x="5232" y="438"/>
                </a:lnTo>
                <a:lnTo>
                  <a:pt x="4916" y="560"/>
                </a:lnTo>
                <a:lnTo>
                  <a:pt x="4332" y="876"/>
                </a:lnTo>
                <a:lnTo>
                  <a:pt x="3748" y="1217"/>
                </a:lnTo>
                <a:lnTo>
                  <a:pt x="3237" y="1606"/>
                </a:lnTo>
                <a:lnTo>
                  <a:pt x="2775" y="1995"/>
                </a:lnTo>
                <a:lnTo>
                  <a:pt x="2507" y="2239"/>
                </a:lnTo>
                <a:lnTo>
                  <a:pt x="2264" y="2482"/>
                </a:lnTo>
                <a:lnTo>
                  <a:pt x="2045" y="2725"/>
                </a:lnTo>
                <a:lnTo>
                  <a:pt x="1826" y="2993"/>
                </a:lnTo>
                <a:lnTo>
                  <a:pt x="1631" y="3261"/>
                </a:lnTo>
                <a:lnTo>
                  <a:pt x="1461" y="3528"/>
                </a:lnTo>
                <a:lnTo>
                  <a:pt x="1120" y="4088"/>
                </a:lnTo>
                <a:lnTo>
                  <a:pt x="852" y="4696"/>
                </a:lnTo>
                <a:lnTo>
                  <a:pt x="609" y="5305"/>
                </a:lnTo>
                <a:lnTo>
                  <a:pt x="414" y="5962"/>
                </a:lnTo>
                <a:lnTo>
                  <a:pt x="220" y="6643"/>
                </a:lnTo>
                <a:lnTo>
                  <a:pt x="122" y="7008"/>
                </a:lnTo>
                <a:lnTo>
                  <a:pt x="74" y="7373"/>
                </a:lnTo>
                <a:lnTo>
                  <a:pt x="25" y="7738"/>
                </a:lnTo>
                <a:lnTo>
                  <a:pt x="1" y="8103"/>
                </a:lnTo>
                <a:lnTo>
                  <a:pt x="1" y="8468"/>
                </a:lnTo>
                <a:lnTo>
                  <a:pt x="25" y="8809"/>
                </a:lnTo>
                <a:lnTo>
                  <a:pt x="49" y="9174"/>
                </a:lnTo>
                <a:lnTo>
                  <a:pt x="98" y="9514"/>
                </a:lnTo>
                <a:lnTo>
                  <a:pt x="195" y="9879"/>
                </a:lnTo>
                <a:lnTo>
                  <a:pt x="268" y="10220"/>
                </a:lnTo>
                <a:lnTo>
                  <a:pt x="390" y="10560"/>
                </a:lnTo>
                <a:lnTo>
                  <a:pt x="512" y="10901"/>
                </a:lnTo>
                <a:lnTo>
                  <a:pt x="658" y="11242"/>
                </a:lnTo>
                <a:lnTo>
                  <a:pt x="804" y="11582"/>
                </a:lnTo>
                <a:lnTo>
                  <a:pt x="1169" y="12264"/>
                </a:lnTo>
                <a:lnTo>
                  <a:pt x="1388" y="12629"/>
                </a:lnTo>
                <a:lnTo>
                  <a:pt x="1631" y="12994"/>
                </a:lnTo>
                <a:lnTo>
                  <a:pt x="1899" y="13334"/>
                </a:lnTo>
                <a:lnTo>
                  <a:pt x="2166" y="13651"/>
                </a:lnTo>
                <a:lnTo>
                  <a:pt x="2434" y="13943"/>
                </a:lnTo>
                <a:lnTo>
                  <a:pt x="2750" y="14235"/>
                </a:lnTo>
                <a:lnTo>
                  <a:pt x="3042" y="14502"/>
                </a:lnTo>
                <a:lnTo>
                  <a:pt x="3383" y="14746"/>
                </a:lnTo>
                <a:lnTo>
                  <a:pt x="3699" y="14965"/>
                </a:lnTo>
                <a:lnTo>
                  <a:pt x="4064" y="15159"/>
                </a:lnTo>
                <a:lnTo>
                  <a:pt x="4429" y="15354"/>
                </a:lnTo>
                <a:lnTo>
                  <a:pt x="4794" y="15500"/>
                </a:lnTo>
                <a:lnTo>
                  <a:pt x="5184" y="15622"/>
                </a:lnTo>
                <a:lnTo>
                  <a:pt x="5597" y="15743"/>
                </a:lnTo>
                <a:lnTo>
                  <a:pt x="6011" y="15816"/>
                </a:lnTo>
                <a:lnTo>
                  <a:pt x="6424" y="15889"/>
                </a:lnTo>
                <a:lnTo>
                  <a:pt x="6862" y="15914"/>
                </a:lnTo>
                <a:lnTo>
                  <a:pt x="7300" y="15938"/>
                </a:lnTo>
                <a:lnTo>
                  <a:pt x="7738" y="15938"/>
                </a:lnTo>
                <a:lnTo>
                  <a:pt x="8152" y="15914"/>
                </a:lnTo>
                <a:lnTo>
                  <a:pt x="8590" y="15889"/>
                </a:lnTo>
                <a:lnTo>
                  <a:pt x="9004" y="15841"/>
                </a:lnTo>
                <a:lnTo>
                  <a:pt x="9442" y="15768"/>
                </a:lnTo>
                <a:lnTo>
                  <a:pt x="9855" y="15670"/>
                </a:lnTo>
                <a:lnTo>
                  <a:pt x="10245" y="15573"/>
                </a:lnTo>
                <a:lnTo>
                  <a:pt x="10658" y="15451"/>
                </a:lnTo>
                <a:lnTo>
                  <a:pt x="11048" y="15305"/>
                </a:lnTo>
                <a:lnTo>
                  <a:pt x="11461" y="15135"/>
                </a:lnTo>
                <a:lnTo>
                  <a:pt x="11826" y="14940"/>
                </a:lnTo>
                <a:lnTo>
                  <a:pt x="12216" y="14721"/>
                </a:lnTo>
                <a:lnTo>
                  <a:pt x="12581" y="14478"/>
                </a:lnTo>
                <a:lnTo>
                  <a:pt x="12921" y="14235"/>
                </a:lnTo>
                <a:lnTo>
                  <a:pt x="13286" y="13943"/>
                </a:lnTo>
                <a:lnTo>
                  <a:pt x="13603" y="13651"/>
                </a:lnTo>
                <a:lnTo>
                  <a:pt x="13895" y="13334"/>
                </a:lnTo>
                <a:lnTo>
                  <a:pt x="14187" y="13018"/>
                </a:lnTo>
                <a:lnTo>
                  <a:pt x="14454" y="12702"/>
                </a:lnTo>
                <a:lnTo>
                  <a:pt x="14697" y="12361"/>
                </a:lnTo>
                <a:lnTo>
                  <a:pt x="14916" y="11996"/>
                </a:lnTo>
                <a:lnTo>
                  <a:pt x="15111" y="11631"/>
                </a:lnTo>
                <a:lnTo>
                  <a:pt x="15135" y="11631"/>
                </a:lnTo>
                <a:lnTo>
                  <a:pt x="15160" y="11582"/>
                </a:lnTo>
                <a:lnTo>
                  <a:pt x="15160" y="11534"/>
                </a:lnTo>
                <a:lnTo>
                  <a:pt x="15330" y="11096"/>
                </a:lnTo>
                <a:lnTo>
                  <a:pt x="15500" y="10658"/>
                </a:lnTo>
                <a:lnTo>
                  <a:pt x="15622" y="10195"/>
                </a:lnTo>
                <a:lnTo>
                  <a:pt x="15719" y="9733"/>
                </a:lnTo>
                <a:lnTo>
                  <a:pt x="15744" y="9709"/>
                </a:lnTo>
                <a:lnTo>
                  <a:pt x="15768" y="9684"/>
                </a:lnTo>
                <a:lnTo>
                  <a:pt x="15792" y="9636"/>
                </a:lnTo>
                <a:lnTo>
                  <a:pt x="15768" y="9611"/>
                </a:lnTo>
                <a:lnTo>
                  <a:pt x="15744" y="9563"/>
                </a:lnTo>
                <a:lnTo>
                  <a:pt x="15792" y="9174"/>
                </a:lnTo>
                <a:lnTo>
                  <a:pt x="15841" y="8760"/>
                </a:lnTo>
                <a:lnTo>
                  <a:pt x="15841" y="8371"/>
                </a:lnTo>
                <a:lnTo>
                  <a:pt x="15817" y="7957"/>
                </a:lnTo>
                <a:lnTo>
                  <a:pt x="15744" y="7105"/>
                </a:lnTo>
                <a:lnTo>
                  <a:pt x="15671" y="6667"/>
                </a:lnTo>
                <a:lnTo>
                  <a:pt x="15598" y="6254"/>
                </a:lnTo>
                <a:lnTo>
                  <a:pt x="15525" y="5840"/>
                </a:lnTo>
                <a:lnTo>
                  <a:pt x="15403" y="5426"/>
                </a:lnTo>
                <a:lnTo>
                  <a:pt x="15281" y="5013"/>
                </a:lnTo>
                <a:lnTo>
                  <a:pt x="15160" y="4623"/>
                </a:lnTo>
                <a:lnTo>
                  <a:pt x="14989" y="4234"/>
                </a:lnTo>
                <a:lnTo>
                  <a:pt x="14819" y="3845"/>
                </a:lnTo>
                <a:lnTo>
                  <a:pt x="14624" y="3480"/>
                </a:lnTo>
                <a:lnTo>
                  <a:pt x="14405" y="3115"/>
                </a:lnTo>
                <a:lnTo>
                  <a:pt x="14162" y="2774"/>
                </a:lnTo>
                <a:lnTo>
                  <a:pt x="13895" y="2458"/>
                </a:lnTo>
                <a:lnTo>
                  <a:pt x="13603" y="2141"/>
                </a:lnTo>
                <a:lnTo>
                  <a:pt x="13286" y="1849"/>
                </a:lnTo>
                <a:lnTo>
                  <a:pt x="12970" y="1582"/>
                </a:lnTo>
                <a:lnTo>
                  <a:pt x="12654" y="1363"/>
                </a:lnTo>
                <a:lnTo>
                  <a:pt x="12313" y="1144"/>
                </a:lnTo>
                <a:lnTo>
                  <a:pt x="11948" y="949"/>
                </a:lnTo>
                <a:lnTo>
                  <a:pt x="11607" y="779"/>
                </a:lnTo>
                <a:lnTo>
                  <a:pt x="11218" y="609"/>
                </a:lnTo>
                <a:lnTo>
                  <a:pt x="10853" y="487"/>
                </a:lnTo>
                <a:lnTo>
                  <a:pt x="10464" y="365"/>
                </a:lnTo>
                <a:lnTo>
                  <a:pt x="10099" y="268"/>
                </a:lnTo>
                <a:lnTo>
                  <a:pt x="9709" y="171"/>
                </a:lnTo>
                <a:lnTo>
                  <a:pt x="9320" y="98"/>
                </a:lnTo>
                <a:lnTo>
                  <a:pt x="8931" y="49"/>
                </a:lnTo>
                <a:lnTo>
                  <a:pt x="8541" y="25"/>
                </a:lnTo>
                <a:lnTo>
                  <a:pt x="8152" y="0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2795" y="2009634"/>
            <a:ext cx="226075" cy="449084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7"/>
          <p:cNvSpPr/>
          <p:nvPr/>
        </p:nvSpPr>
        <p:spPr>
          <a:xfrm>
            <a:off x="7128062" y="2000225"/>
            <a:ext cx="118928" cy="136275"/>
          </a:xfrm>
          <a:custGeom>
            <a:rect b="b" l="l" r="r" t="t"/>
            <a:pathLst>
              <a:path extrusionOk="0" h="4109" w="2676">
                <a:moveTo>
                  <a:pt x="1028" y="835"/>
                </a:moveTo>
                <a:lnTo>
                  <a:pt x="1049" y="856"/>
                </a:lnTo>
                <a:lnTo>
                  <a:pt x="1092" y="942"/>
                </a:lnTo>
                <a:lnTo>
                  <a:pt x="1156" y="1156"/>
                </a:lnTo>
                <a:lnTo>
                  <a:pt x="1199" y="1412"/>
                </a:lnTo>
                <a:lnTo>
                  <a:pt x="1221" y="1562"/>
                </a:lnTo>
                <a:lnTo>
                  <a:pt x="1114" y="1562"/>
                </a:lnTo>
                <a:lnTo>
                  <a:pt x="1049" y="1519"/>
                </a:lnTo>
                <a:lnTo>
                  <a:pt x="1028" y="1455"/>
                </a:lnTo>
                <a:lnTo>
                  <a:pt x="1007" y="1348"/>
                </a:lnTo>
                <a:lnTo>
                  <a:pt x="942" y="1198"/>
                </a:lnTo>
                <a:lnTo>
                  <a:pt x="921" y="1113"/>
                </a:lnTo>
                <a:lnTo>
                  <a:pt x="900" y="1027"/>
                </a:lnTo>
                <a:lnTo>
                  <a:pt x="921" y="942"/>
                </a:lnTo>
                <a:lnTo>
                  <a:pt x="942" y="920"/>
                </a:lnTo>
                <a:lnTo>
                  <a:pt x="964" y="899"/>
                </a:lnTo>
                <a:lnTo>
                  <a:pt x="1028" y="835"/>
                </a:lnTo>
                <a:close/>
                <a:moveTo>
                  <a:pt x="1798" y="2140"/>
                </a:moveTo>
                <a:lnTo>
                  <a:pt x="1948" y="2183"/>
                </a:lnTo>
                <a:lnTo>
                  <a:pt x="2076" y="2225"/>
                </a:lnTo>
                <a:lnTo>
                  <a:pt x="2141" y="2247"/>
                </a:lnTo>
                <a:lnTo>
                  <a:pt x="2205" y="2290"/>
                </a:lnTo>
                <a:lnTo>
                  <a:pt x="2248" y="2354"/>
                </a:lnTo>
                <a:lnTo>
                  <a:pt x="2269" y="2418"/>
                </a:lnTo>
                <a:lnTo>
                  <a:pt x="2248" y="2525"/>
                </a:lnTo>
                <a:lnTo>
                  <a:pt x="2226" y="2675"/>
                </a:lnTo>
                <a:lnTo>
                  <a:pt x="2162" y="2803"/>
                </a:lnTo>
                <a:lnTo>
                  <a:pt x="2119" y="2825"/>
                </a:lnTo>
                <a:lnTo>
                  <a:pt x="2076" y="2846"/>
                </a:lnTo>
                <a:lnTo>
                  <a:pt x="2012" y="2803"/>
                </a:lnTo>
                <a:lnTo>
                  <a:pt x="1969" y="2718"/>
                </a:lnTo>
                <a:lnTo>
                  <a:pt x="1884" y="2482"/>
                </a:lnTo>
                <a:lnTo>
                  <a:pt x="1820" y="2247"/>
                </a:lnTo>
                <a:lnTo>
                  <a:pt x="1798" y="2140"/>
                </a:lnTo>
                <a:close/>
                <a:moveTo>
                  <a:pt x="1221" y="2033"/>
                </a:moveTo>
                <a:lnTo>
                  <a:pt x="1306" y="2054"/>
                </a:lnTo>
                <a:lnTo>
                  <a:pt x="1392" y="2076"/>
                </a:lnTo>
                <a:lnTo>
                  <a:pt x="1563" y="2546"/>
                </a:lnTo>
                <a:lnTo>
                  <a:pt x="1713" y="3017"/>
                </a:lnTo>
                <a:lnTo>
                  <a:pt x="1627" y="3039"/>
                </a:lnTo>
                <a:lnTo>
                  <a:pt x="1584" y="3039"/>
                </a:lnTo>
                <a:lnTo>
                  <a:pt x="1541" y="2996"/>
                </a:lnTo>
                <a:lnTo>
                  <a:pt x="1499" y="2910"/>
                </a:lnTo>
                <a:lnTo>
                  <a:pt x="1434" y="2760"/>
                </a:lnTo>
                <a:lnTo>
                  <a:pt x="1392" y="2611"/>
                </a:lnTo>
                <a:lnTo>
                  <a:pt x="1285" y="2332"/>
                </a:lnTo>
                <a:lnTo>
                  <a:pt x="1242" y="2183"/>
                </a:lnTo>
                <a:lnTo>
                  <a:pt x="1221" y="2033"/>
                </a:lnTo>
                <a:close/>
                <a:moveTo>
                  <a:pt x="1007" y="0"/>
                </a:moveTo>
                <a:lnTo>
                  <a:pt x="964" y="22"/>
                </a:lnTo>
                <a:lnTo>
                  <a:pt x="942" y="43"/>
                </a:lnTo>
                <a:lnTo>
                  <a:pt x="942" y="86"/>
                </a:lnTo>
                <a:lnTo>
                  <a:pt x="921" y="171"/>
                </a:lnTo>
                <a:lnTo>
                  <a:pt x="921" y="278"/>
                </a:lnTo>
                <a:lnTo>
                  <a:pt x="921" y="343"/>
                </a:lnTo>
                <a:lnTo>
                  <a:pt x="942" y="385"/>
                </a:lnTo>
                <a:lnTo>
                  <a:pt x="921" y="407"/>
                </a:lnTo>
                <a:lnTo>
                  <a:pt x="857" y="450"/>
                </a:lnTo>
                <a:lnTo>
                  <a:pt x="771" y="450"/>
                </a:lnTo>
                <a:lnTo>
                  <a:pt x="728" y="364"/>
                </a:lnTo>
                <a:lnTo>
                  <a:pt x="707" y="278"/>
                </a:lnTo>
                <a:lnTo>
                  <a:pt x="686" y="193"/>
                </a:lnTo>
                <a:lnTo>
                  <a:pt x="643" y="107"/>
                </a:lnTo>
                <a:lnTo>
                  <a:pt x="621" y="86"/>
                </a:lnTo>
                <a:lnTo>
                  <a:pt x="579" y="65"/>
                </a:lnTo>
                <a:lnTo>
                  <a:pt x="514" y="65"/>
                </a:lnTo>
                <a:lnTo>
                  <a:pt x="472" y="107"/>
                </a:lnTo>
                <a:lnTo>
                  <a:pt x="450" y="150"/>
                </a:lnTo>
                <a:lnTo>
                  <a:pt x="429" y="193"/>
                </a:lnTo>
                <a:lnTo>
                  <a:pt x="429" y="300"/>
                </a:lnTo>
                <a:lnTo>
                  <a:pt x="450" y="407"/>
                </a:lnTo>
                <a:lnTo>
                  <a:pt x="450" y="535"/>
                </a:lnTo>
                <a:lnTo>
                  <a:pt x="450" y="578"/>
                </a:lnTo>
                <a:lnTo>
                  <a:pt x="407" y="642"/>
                </a:lnTo>
                <a:lnTo>
                  <a:pt x="365" y="685"/>
                </a:lnTo>
                <a:lnTo>
                  <a:pt x="301" y="728"/>
                </a:lnTo>
                <a:lnTo>
                  <a:pt x="215" y="813"/>
                </a:lnTo>
                <a:lnTo>
                  <a:pt x="108" y="985"/>
                </a:lnTo>
                <a:lnTo>
                  <a:pt x="22" y="1156"/>
                </a:lnTo>
                <a:lnTo>
                  <a:pt x="1" y="1391"/>
                </a:lnTo>
                <a:lnTo>
                  <a:pt x="22" y="1498"/>
                </a:lnTo>
                <a:lnTo>
                  <a:pt x="65" y="1605"/>
                </a:lnTo>
                <a:lnTo>
                  <a:pt x="108" y="1691"/>
                </a:lnTo>
                <a:lnTo>
                  <a:pt x="172" y="1733"/>
                </a:lnTo>
                <a:lnTo>
                  <a:pt x="236" y="1798"/>
                </a:lnTo>
                <a:lnTo>
                  <a:pt x="322" y="1819"/>
                </a:lnTo>
                <a:lnTo>
                  <a:pt x="450" y="1862"/>
                </a:lnTo>
                <a:lnTo>
                  <a:pt x="600" y="1883"/>
                </a:lnTo>
                <a:lnTo>
                  <a:pt x="750" y="1905"/>
                </a:lnTo>
                <a:lnTo>
                  <a:pt x="793" y="1926"/>
                </a:lnTo>
                <a:lnTo>
                  <a:pt x="835" y="1947"/>
                </a:lnTo>
                <a:lnTo>
                  <a:pt x="900" y="2033"/>
                </a:lnTo>
                <a:lnTo>
                  <a:pt x="942" y="2161"/>
                </a:lnTo>
                <a:lnTo>
                  <a:pt x="1007" y="2418"/>
                </a:lnTo>
                <a:lnTo>
                  <a:pt x="1178" y="2910"/>
                </a:lnTo>
                <a:lnTo>
                  <a:pt x="1221" y="3039"/>
                </a:lnTo>
                <a:lnTo>
                  <a:pt x="1221" y="3103"/>
                </a:lnTo>
                <a:lnTo>
                  <a:pt x="1221" y="3145"/>
                </a:lnTo>
                <a:lnTo>
                  <a:pt x="1199" y="3167"/>
                </a:lnTo>
                <a:lnTo>
                  <a:pt x="1156" y="3188"/>
                </a:lnTo>
                <a:lnTo>
                  <a:pt x="1007" y="3210"/>
                </a:lnTo>
                <a:lnTo>
                  <a:pt x="878" y="3188"/>
                </a:lnTo>
                <a:lnTo>
                  <a:pt x="707" y="3167"/>
                </a:lnTo>
                <a:lnTo>
                  <a:pt x="514" y="3145"/>
                </a:lnTo>
                <a:lnTo>
                  <a:pt x="407" y="3145"/>
                </a:lnTo>
                <a:lnTo>
                  <a:pt x="386" y="3167"/>
                </a:lnTo>
                <a:lnTo>
                  <a:pt x="386" y="3210"/>
                </a:lnTo>
                <a:lnTo>
                  <a:pt x="365" y="3317"/>
                </a:lnTo>
                <a:lnTo>
                  <a:pt x="386" y="3424"/>
                </a:lnTo>
                <a:lnTo>
                  <a:pt x="407" y="3488"/>
                </a:lnTo>
                <a:lnTo>
                  <a:pt x="472" y="3552"/>
                </a:lnTo>
                <a:lnTo>
                  <a:pt x="536" y="3595"/>
                </a:lnTo>
                <a:lnTo>
                  <a:pt x="686" y="3659"/>
                </a:lnTo>
                <a:lnTo>
                  <a:pt x="878" y="3680"/>
                </a:lnTo>
                <a:lnTo>
                  <a:pt x="1049" y="3680"/>
                </a:lnTo>
                <a:lnTo>
                  <a:pt x="1242" y="3638"/>
                </a:lnTo>
                <a:lnTo>
                  <a:pt x="1413" y="3638"/>
                </a:lnTo>
                <a:lnTo>
                  <a:pt x="1456" y="3680"/>
                </a:lnTo>
                <a:lnTo>
                  <a:pt x="1499" y="3723"/>
                </a:lnTo>
                <a:lnTo>
                  <a:pt x="1541" y="3787"/>
                </a:lnTo>
                <a:lnTo>
                  <a:pt x="1584" y="3809"/>
                </a:lnTo>
                <a:lnTo>
                  <a:pt x="1648" y="3787"/>
                </a:lnTo>
                <a:lnTo>
                  <a:pt x="1670" y="3787"/>
                </a:lnTo>
                <a:lnTo>
                  <a:pt x="1691" y="3723"/>
                </a:lnTo>
                <a:lnTo>
                  <a:pt x="1691" y="3659"/>
                </a:lnTo>
                <a:lnTo>
                  <a:pt x="1713" y="3595"/>
                </a:lnTo>
                <a:lnTo>
                  <a:pt x="1777" y="3509"/>
                </a:lnTo>
                <a:lnTo>
                  <a:pt x="1820" y="3488"/>
                </a:lnTo>
                <a:lnTo>
                  <a:pt x="1841" y="3488"/>
                </a:lnTo>
                <a:lnTo>
                  <a:pt x="1884" y="3509"/>
                </a:lnTo>
                <a:lnTo>
                  <a:pt x="1927" y="3595"/>
                </a:lnTo>
                <a:lnTo>
                  <a:pt x="2012" y="3787"/>
                </a:lnTo>
                <a:lnTo>
                  <a:pt x="2055" y="3937"/>
                </a:lnTo>
                <a:lnTo>
                  <a:pt x="2098" y="4044"/>
                </a:lnTo>
                <a:lnTo>
                  <a:pt x="2162" y="4108"/>
                </a:lnTo>
                <a:lnTo>
                  <a:pt x="2226" y="4108"/>
                </a:lnTo>
                <a:lnTo>
                  <a:pt x="2248" y="4087"/>
                </a:lnTo>
                <a:lnTo>
                  <a:pt x="2290" y="4023"/>
                </a:lnTo>
                <a:lnTo>
                  <a:pt x="2312" y="3916"/>
                </a:lnTo>
                <a:lnTo>
                  <a:pt x="2290" y="3809"/>
                </a:lnTo>
                <a:lnTo>
                  <a:pt x="2248" y="3595"/>
                </a:lnTo>
                <a:lnTo>
                  <a:pt x="2205" y="3509"/>
                </a:lnTo>
                <a:lnTo>
                  <a:pt x="2183" y="3402"/>
                </a:lnTo>
                <a:lnTo>
                  <a:pt x="2205" y="3295"/>
                </a:lnTo>
                <a:lnTo>
                  <a:pt x="2226" y="3274"/>
                </a:lnTo>
                <a:lnTo>
                  <a:pt x="2269" y="3231"/>
                </a:lnTo>
                <a:lnTo>
                  <a:pt x="2354" y="3124"/>
                </a:lnTo>
                <a:lnTo>
                  <a:pt x="2461" y="3039"/>
                </a:lnTo>
                <a:lnTo>
                  <a:pt x="2547" y="2953"/>
                </a:lnTo>
                <a:lnTo>
                  <a:pt x="2633" y="2825"/>
                </a:lnTo>
                <a:lnTo>
                  <a:pt x="2654" y="2718"/>
                </a:lnTo>
                <a:lnTo>
                  <a:pt x="2675" y="2611"/>
                </a:lnTo>
                <a:lnTo>
                  <a:pt x="2654" y="2418"/>
                </a:lnTo>
                <a:lnTo>
                  <a:pt x="2611" y="2225"/>
                </a:lnTo>
                <a:lnTo>
                  <a:pt x="2526" y="2054"/>
                </a:lnTo>
                <a:lnTo>
                  <a:pt x="2397" y="1905"/>
                </a:lnTo>
                <a:lnTo>
                  <a:pt x="2248" y="1755"/>
                </a:lnTo>
                <a:lnTo>
                  <a:pt x="2076" y="1669"/>
                </a:lnTo>
                <a:lnTo>
                  <a:pt x="1884" y="1584"/>
                </a:lnTo>
                <a:lnTo>
                  <a:pt x="1713" y="1562"/>
                </a:lnTo>
                <a:lnTo>
                  <a:pt x="1627" y="1562"/>
                </a:lnTo>
                <a:lnTo>
                  <a:pt x="1563" y="1541"/>
                </a:lnTo>
                <a:lnTo>
                  <a:pt x="1541" y="1477"/>
                </a:lnTo>
                <a:lnTo>
                  <a:pt x="1520" y="1370"/>
                </a:lnTo>
                <a:lnTo>
                  <a:pt x="1477" y="1156"/>
                </a:lnTo>
                <a:lnTo>
                  <a:pt x="1392" y="942"/>
                </a:lnTo>
                <a:lnTo>
                  <a:pt x="1349" y="813"/>
                </a:lnTo>
                <a:lnTo>
                  <a:pt x="1349" y="771"/>
                </a:lnTo>
                <a:lnTo>
                  <a:pt x="1392" y="728"/>
                </a:lnTo>
                <a:lnTo>
                  <a:pt x="1499" y="685"/>
                </a:lnTo>
                <a:lnTo>
                  <a:pt x="1648" y="685"/>
                </a:lnTo>
                <a:lnTo>
                  <a:pt x="1798" y="664"/>
                </a:lnTo>
                <a:lnTo>
                  <a:pt x="1884" y="664"/>
                </a:lnTo>
                <a:lnTo>
                  <a:pt x="1948" y="621"/>
                </a:lnTo>
                <a:lnTo>
                  <a:pt x="2012" y="578"/>
                </a:lnTo>
                <a:lnTo>
                  <a:pt x="2055" y="514"/>
                </a:lnTo>
                <a:lnTo>
                  <a:pt x="2076" y="428"/>
                </a:lnTo>
                <a:lnTo>
                  <a:pt x="2055" y="364"/>
                </a:lnTo>
                <a:lnTo>
                  <a:pt x="2012" y="300"/>
                </a:lnTo>
                <a:lnTo>
                  <a:pt x="1927" y="278"/>
                </a:lnTo>
                <a:lnTo>
                  <a:pt x="1777" y="236"/>
                </a:lnTo>
                <a:lnTo>
                  <a:pt x="1606" y="236"/>
                </a:lnTo>
                <a:lnTo>
                  <a:pt x="1413" y="257"/>
                </a:lnTo>
                <a:lnTo>
                  <a:pt x="1306" y="278"/>
                </a:lnTo>
                <a:lnTo>
                  <a:pt x="1221" y="278"/>
                </a:lnTo>
                <a:lnTo>
                  <a:pt x="1199" y="257"/>
                </a:lnTo>
                <a:lnTo>
                  <a:pt x="1178" y="236"/>
                </a:lnTo>
                <a:lnTo>
                  <a:pt x="1156" y="150"/>
                </a:lnTo>
                <a:lnTo>
                  <a:pt x="1135" y="86"/>
                </a:lnTo>
                <a:lnTo>
                  <a:pt x="1114" y="43"/>
                </a:lnTo>
                <a:lnTo>
                  <a:pt x="1071" y="22"/>
                </a:lnTo>
                <a:lnTo>
                  <a:pt x="1007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7"/>
          <p:cNvSpPr/>
          <p:nvPr/>
        </p:nvSpPr>
        <p:spPr>
          <a:xfrm>
            <a:off x="6731900" y="2446725"/>
            <a:ext cx="486900" cy="4377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7"/>
          <p:cNvSpPr/>
          <p:nvPr/>
        </p:nvSpPr>
        <p:spPr>
          <a:xfrm>
            <a:off x="6814267" y="2514570"/>
            <a:ext cx="333307" cy="315240"/>
          </a:xfrm>
          <a:custGeom>
            <a:rect b="b" l="l" r="r" t="t"/>
            <a:pathLst>
              <a:path extrusionOk="0" h="18251" w="19297">
                <a:moveTo>
                  <a:pt x="18396" y="828"/>
                </a:moveTo>
                <a:lnTo>
                  <a:pt x="18761" y="877"/>
                </a:lnTo>
                <a:lnTo>
                  <a:pt x="18737" y="1242"/>
                </a:lnTo>
                <a:lnTo>
                  <a:pt x="18615" y="1266"/>
                </a:lnTo>
                <a:lnTo>
                  <a:pt x="18493" y="1315"/>
                </a:lnTo>
                <a:lnTo>
                  <a:pt x="18274" y="1436"/>
                </a:lnTo>
                <a:lnTo>
                  <a:pt x="18007" y="1582"/>
                </a:lnTo>
                <a:lnTo>
                  <a:pt x="17739" y="1777"/>
                </a:lnTo>
                <a:lnTo>
                  <a:pt x="17642" y="1850"/>
                </a:lnTo>
                <a:lnTo>
                  <a:pt x="17618" y="1801"/>
                </a:lnTo>
                <a:lnTo>
                  <a:pt x="17545" y="1704"/>
                </a:lnTo>
                <a:lnTo>
                  <a:pt x="17496" y="1680"/>
                </a:lnTo>
                <a:lnTo>
                  <a:pt x="17423" y="1655"/>
                </a:lnTo>
                <a:lnTo>
                  <a:pt x="17131" y="1631"/>
                </a:lnTo>
                <a:lnTo>
                  <a:pt x="17301" y="1509"/>
                </a:lnTo>
                <a:lnTo>
                  <a:pt x="17472" y="1388"/>
                </a:lnTo>
                <a:lnTo>
                  <a:pt x="17837" y="1144"/>
                </a:lnTo>
                <a:lnTo>
                  <a:pt x="18104" y="974"/>
                </a:lnTo>
                <a:lnTo>
                  <a:pt x="18250" y="901"/>
                </a:lnTo>
                <a:lnTo>
                  <a:pt x="18396" y="828"/>
                </a:lnTo>
                <a:close/>
                <a:moveTo>
                  <a:pt x="18712" y="1582"/>
                </a:moveTo>
                <a:lnTo>
                  <a:pt x="18688" y="2385"/>
                </a:lnTo>
                <a:lnTo>
                  <a:pt x="18688" y="3164"/>
                </a:lnTo>
                <a:lnTo>
                  <a:pt x="18469" y="3334"/>
                </a:lnTo>
                <a:lnTo>
                  <a:pt x="18250" y="3529"/>
                </a:lnTo>
                <a:lnTo>
                  <a:pt x="17982" y="3748"/>
                </a:lnTo>
                <a:lnTo>
                  <a:pt x="17861" y="3870"/>
                </a:lnTo>
                <a:lnTo>
                  <a:pt x="17764" y="4016"/>
                </a:lnTo>
                <a:lnTo>
                  <a:pt x="17739" y="3407"/>
                </a:lnTo>
                <a:lnTo>
                  <a:pt x="17739" y="3334"/>
                </a:lnTo>
                <a:lnTo>
                  <a:pt x="17958" y="3140"/>
                </a:lnTo>
                <a:lnTo>
                  <a:pt x="18177" y="2945"/>
                </a:lnTo>
                <a:lnTo>
                  <a:pt x="18493" y="2653"/>
                </a:lnTo>
                <a:lnTo>
                  <a:pt x="18615" y="2531"/>
                </a:lnTo>
                <a:lnTo>
                  <a:pt x="18664" y="2458"/>
                </a:lnTo>
                <a:lnTo>
                  <a:pt x="18688" y="2361"/>
                </a:lnTo>
                <a:lnTo>
                  <a:pt x="18664" y="2312"/>
                </a:lnTo>
                <a:lnTo>
                  <a:pt x="18615" y="2288"/>
                </a:lnTo>
                <a:lnTo>
                  <a:pt x="18518" y="2264"/>
                </a:lnTo>
                <a:lnTo>
                  <a:pt x="18445" y="2288"/>
                </a:lnTo>
                <a:lnTo>
                  <a:pt x="18347" y="2312"/>
                </a:lnTo>
                <a:lnTo>
                  <a:pt x="18274" y="2385"/>
                </a:lnTo>
                <a:lnTo>
                  <a:pt x="18128" y="2531"/>
                </a:lnTo>
                <a:lnTo>
                  <a:pt x="18007" y="2653"/>
                </a:lnTo>
                <a:lnTo>
                  <a:pt x="17739" y="2945"/>
                </a:lnTo>
                <a:lnTo>
                  <a:pt x="17739" y="2531"/>
                </a:lnTo>
                <a:lnTo>
                  <a:pt x="17691" y="2118"/>
                </a:lnTo>
                <a:lnTo>
                  <a:pt x="17788" y="2069"/>
                </a:lnTo>
                <a:lnTo>
                  <a:pt x="18055" y="1947"/>
                </a:lnTo>
                <a:lnTo>
                  <a:pt x="18323" y="1777"/>
                </a:lnTo>
                <a:lnTo>
                  <a:pt x="18518" y="1680"/>
                </a:lnTo>
                <a:lnTo>
                  <a:pt x="18712" y="1582"/>
                </a:lnTo>
                <a:close/>
                <a:moveTo>
                  <a:pt x="18688" y="3529"/>
                </a:moveTo>
                <a:lnTo>
                  <a:pt x="18688" y="3894"/>
                </a:lnTo>
                <a:lnTo>
                  <a:pt x="18664" y="4843"/>
                </a:lnTo>
                <a:lnTo>
                  <a:pt x="18639" y="4843"/>
                </a:lnTo>
                <a:lnTo>
                  <a:pt x="18518" y="4916"/>
                </a:lnTo>
                <a:lnTo>
                  <a:pt x="18396" y="5038"/>
                </a:lnTo>
                <a:lnTo>
                  <a:pt x="18177" y="5305"/>
                </a:lnTo>
                <a:lnTo>
                  <a:pt x="17982" y="5451"/>
                </a:lnTo>
                <a:lnTo>
                  <a:pt x="17788" y="5597"/>
                </a:lnTo>
                <a:lnTo>
                  <a:pt x="17788" y="5013"/>
                </a:lnTo>
                <a:lnTo>
                  <a:pt x="18128" y="4819"/>
                </a:lnTo>
                <a:lnTo>
                  <a:pt x="18274" y="4746"/>
                </a:lnTo>
                <a:lnTo>
                  <a:pt x="18445" y="4673"/>
                </a:lnTo>
                <a:lnTo>
                  <a:pt x="18591" y="4575"/>
                </a:lnTo>
                <a:lnTo>
                  <a:pt x="18639" y="4527"/>
                </a:lnTo>
                <a:lnTo>
                  <a:pt x="18664" y="4454"/>
                </a:lnTo>
                <a:lnTo>
                  <a:pt x="18664" y="4429"/>
                </a:lnTo>
                <a:lnTo>
                  <a:pt x="18639" y="4381"/>
                </a:lnTo>
                <a:lnTo>
                  <a:pt x="18566" y="4332"/>
                </a:lnTo>
                <a:lnTo>
                  <a:pt x="18420" y="4332"/>
                </a:lnTo>
                <a:lnTo>
                  <a:pt x="18347" y="4356"/>
                </a:lnTo>
                <a:lnTo>
                  <a:pt x="18177" y="4429"/>
                </a:lnTo>
                <a:lnTo>
                  <a:pt x="18031" y="4502"/>
                </a:lnTo>
                <a:lnTo>
                  <a:pt x="17788" y="4673"/>
                </a:lnTo>
                <a:lnTo>
                  <a:pt x="17764" y="4137"/>
                </a:lnTo>
                <a:lnTo>
                  <a:pt x="17958" y="4040"/>
                </a:lnTo>
                <a:lnTo>
                  <a:pt x="18128" y="3943"/>
                </a:lnTo>
                <a:lnTo>
                  <a:pt x="18445" y="3699"/>
                </a:lnTo>
                <a:lnTo>
                  <a:pt x="18688" y="3529"/>
                </a:lnTo>
                <a:close/>
                <a:moveTo>
                  <a:pt x="18664" y="5305"/>
                </a:moveTo>
                <a:lnTo>
                  <a:pt x="18639" y="6011"/>
                </a:lnTo>
                <a:lnTo>
                  <a:pt x="18396" y="6108"/>
                </a:lnTo>
                <a:lnTo>
                  <a:pt x="18177" y="6230"/>
                </a:lnTo>
                <a:lnTo>
                  <a:pt x="17982" y="6376"/>
                </a:lnTo>
                <a:lnTo>
                  <a:pt x="17764" y="6522"/>
                </a:lnTo>
                <a:lnTo>
                  <a:pt x="17764" y="6522"/>
                </a:lnTo>
                <a:lnTo>
                  <a:pt x="17788" y="5865"/>
                </a:lnTo>
                <a:lnTo>
                  <a:pt x="17934" y="5816"/>
                </a:lnTo>
                <a:lnTo>
                  <a:pt x="18080" y="5743"/>
                </a:lnTo>
                <a:lnTo>
                  <a:pt x="18201" y="5670"/>
                </a:lnTo>
                <a:lnTo>
                  <a:pt x="18323" y="5597"/>
                </a:lnTo>
                <a:lnTo>
                  <a:pt x="18493" y="5476"/>
                </a:lnTo>
                <a:lnTo>
                  <a:pt x="18664" y="5305"/>
                </a:lnTo>
                <a:close/>
                <a:moveTo>
                  <a:pt x="18615" y="6425"/>
                </a:moveTo>
                <a:lnTo>
                  <a:pt x="18615" y="6473"/>
                </a:lnTo>
                <a:lnTo>
                  <a:pt x="18518" y="6498"/>
                </a:lnTo>
                <a:lnTo>
                  <a:pt x="18420" y="6546"/>
                </a:lnTo>
                <a:lnTo>
                  <a:pt x="18250" y="6668"/>
                </a:lnTo>
                <a:lnTo>
                  <a:pt x="18104" y="6765"/>
                </a:lnTo>
                <a:lnTo>
                  <a:pt x="17982" y="6887"/>
                </a:lnTo>
                <a:lnTo>
                  <a:pt x="17739" y="7155"/>
                </a:lnTo>
                <a:lnTo>
                  <a:pt x="17764" y="6717"/>
                </a:lnTo>
                <a:lnTo>
                  <a:pt x="17982" y="6668"/>
                </a:lnTo>
                <a:lnTo>
                  <a:pt x="18201" y="6595"/>
                </a:lnTo>
                <a:lnTo>
                  <a:pt x="18615" y="6425"/>
                </a:lnTo>
                <a:close/>
                <a:moveTo>
                  <a:pt x="18615" y="6838"/>
                </a:moveTo>
                <a:lnTo>
                  <a:pt x="18591" y="7349"/>
                </a:lnTo>
                <a:lnTo>
                  <a:pt x="18591" y="7666"/>
                </a:lnTo>
                <a:lnTo>
                  <a:pt x="18420" y="7787"/>
                </a:lnTo>
                <a:lnTo>
                  <a:pt x="18250" y="7909"/>
                </a:lnTo>
                <a:lnTo>
                  <a:pt x="17958" y="8103"/>
                </a:lnTo>
                <a:lnTo>
                  <a:pt x="17666" y="8322"/>
                </a:lnTo>
                <a:lnTo>
                  <a:pt x="17715" y="7739"/>
                </a:lnTo>
                <a:lnTo>
                  <a:pt x="17739" y="7349"/>
                </a:lnTo>
                <a:lnTo>
                  <a:pt x="18080" y="7155"/>
                </a:lnTo>
                <a:lnTo>
                  <a:pt x="18420" y="6960"/>
                </a:lnTo>
                <a:lnTo>
                  <a:pt x="18615" y="6838"/>
                </a:lnTo>
                <a:close/>
                <a:moveTo>
                  <a:pt x="18566" y="8103"/>
                </a:moveTo>
                <a:lnTo>
                  <a:pt x="18542" y="8420"/>
                </a:lnTo>
                <a:lnTo>
                  <a:pt x="18420" y="8493"/>
                </a:lnTo>
                <a:lnTo>
                  <a:pt x="18274" y="8566"/>
                </a:lnTo>
                <a:lnTo>
                  <a:pt x="18055" y="8785"/>
                </a:lnTo>
                <a:lnTo>
                  <a:pt x="17812" y="9004"/>
                </a:lnTo>
                <a:lnTo>
                  <a:pt x="17593" y="9247"/>
                </a:lnTo>
                <a:lnTo>
                  <a:pt x="17642" y="8566"/>
                </a:lnTo>
                <a:lnTo>
                  <a:pt x="18031" y="8395"/>
                </a:lnTo>
                <a:lnTo>
                  <a:pt x="18420" y="8201"/>
                </a:lnTo>
                <a:lnTo>
                  <a:pt x="18566" y="8103"/>
                </a:lnTo>
                <a:close/>
                <a:moveTo>
                  <a:pt x="18542" y="8809"/>
                </a:moveTo>
                <a:lnTo>
                  <a:pt x="18542" y="9077"/>
                </a:lnTo>
                <a:lnTo>
                  <a:pt x="18299" y="9271"/>
                </a:lnTo>
                <a:lnTo>
                  <a:pt x="17934" y="9588"/>
                </a:lnTo>
                <a:lnTo>
                  <a:pt x="17593" y="9928"/>
                </a:lnTo>
                <a:lnTo>
                  <a:pt x="17569" y="9953"/>
                </a:lnTo>
                <a:lnTo>
                  <a:pt x="17569" y="9977"/>
                </a:lnTo>
                <a:lnTo>
                  <a:pt x="17593" y="10001"/>
                </a:lnTo>
                <a:lnTo>
                  <a:pt x="17642" y="10001"/>
                </a:lnTo>
                <a:lnTo>
                  <a:pt x="18080" y="9831"/>
                </a:lnTo>
                <a:lnTo>
                  <a:pt x="18274" y="9709"/>
                </a:lnTo>
                <a:lnTo>
                  <a:pt x="18493" y="9588"/>
                </a:lnTo>
                <a:lnTo>
                  <a:pt x="18518" y="9563"/>
                </a:lnTo>
                <a:lnTo>
                  <a:pt x="18518" y="9977"/>
                </a:lnTo>
                <a:lnTo>
                  <a:pt x="18396" y="10026"/>
                </a:lnTo>
                <a:lnTo>
                  <a:pt x="18274" y="10074"/>
                </a:lnTo>
                <a:lnTo>
                  <a:pt x="18080" y="10220"/>
                </a:lnTo>
                <a:lnTo>
                  <a:pt x="17788" y="10464"/>
                </a:lnTo>
                <a:lnTo>
                  <a:pt x="17520" y="10731"/>
                </a:lnTo>
                <a:lnTo>
                  <a:pt x="17520" y="10245"/>
                </a:lnTo>
                <a:lnTo>
                  <a:pt x="17569" y="9490"/>
                </a:lnTo>
                <a:lnTo>
                  <a:pt x="17837" y="9344"/>
                </a:lnTo>
                <a:lnTo>
                  <a:pt x="18104" y="9150"/>
                </a:lnTo>
                <a:lnTo>
                  <a:pt x="18274" y="8979"/>
                </a:lnTo>
                <a:lnTo>
                  <a:pt x="18469" y="8833"/>
                </a:lnTo>
                <a:lnTo>
                  <a:pt x="18542" y="8809"/>
                </a:lnTo>
                <a:close/>
                <a:moveTo>
                  <a:pt x="18518" y="10342"/>
                </a:moveTo>
                <a:lnTo>
                  <a:pt x="18518" y="10975"/>
                </a:lnTo>
                <a:lnTo>
                  <a:pt x="18347" y="11096"/>
                </a:lnTo>
                <a:lnTo>
                  <a:pt x="18201" y="11194"/>
                </a:lnTo>
                <a:lnTo>
                  <a:pt x="17861" y="11486"/>
                </a:lnTo>
                <a:lnTo>
                  <a:pt x="17715" y="11632"/>
                </a:lnTo>
                <a:lnTo>
                  <a:pt x="17569" y="11802"/>
                </a:lnTo>
                <a:lnTo>
                  <a:pt x="17545" y="11559"/>
                </a:lnTo>
                <a:lnTo>
                  <a:pt x="17520" y="11048"/>
                </a:lnTo>
                <a:lnTo>
                  <a:pt x="17691" y="10975"/>
                </a:lnTo>
                <a:lnTo>
                  <a:pt x="17837" y="10877"/>
                </a:lnTo>
                <a:lnTo>
                  <a:pt x="18128" y="10634"/>
                </a:lnTo>
                <a:lnTo>
                  <a:pt x="18518" y="10342"/>
                </a:lnTo>
                <a:close/>
                <a:moveTo>
                  <a:pt x="18518" y="11413"/>
                </a:moveTo>
                <a:lnTo>
                  <a:pt x="18542" y="11802"/>
                </a:lnTo>
                <a:lnTo>
                  <a:pt x="18347" y="11899"/>
                </a:lnTo>
                <a:lnTo>
                  <a:pt x="18177" y="12021"/>
                </a:lnTo>
                <a:lnTo>
                  <a:pt x="17837" y="12289"/>
                </a:lnTo>
                <a:lnTo>
                  <a:pt x="17764" y="12240"/>
                </a:lnTo>
                <a:lnTo>
                  <a:pt x="17642" y="12240"/>
                </a:lnTo>
                <a:lnTo>
                  <a:pt x="17593" y="12021"/>
                </a:lnTo>
                <a:lnTo>
                  <a:pt x="18299" y="11559"/>
                </a:lnTo>
                <a:lnTo>
                  <a:pt x="18518" y="11413"/>
                </a:lnTo>
                <a:close/>
                <a:moveTo>
                  <a:pt x="2093" y="1899"/>
                </a:moveTo>
                <a:lnTo>
                  <a:pt x="2385" y="1972"/>
                </a:lnTo>
                <a:lnTo>
                  <a:pt x="2702" y="1996"/>
                </a:lnTo>
                <a:lnTo>
                  <a:pt x="3334" y="2045"/>
                </a:lnTo>
                <a:lnTo>
                  <a:pt x="4356" y="2093"/>
                </a:lnTo>
                <a:lnTo>
                  <a:pt x="5354" y="2118"/>
                </a:lnTo>
                <a:lnTo>
                  <a:pt x="6376" y="2118"/>
                </a:lnTo>
                <a:lnTo>
                  <a:pt x="7398" y="2093"/>
                </a:lnTo>
                <a:lnTo>
                  <a:pt x="9466" y="2020"/>
                </a:lnTo>
                <a:lnTo>
                  <a:pt x="11413" y="1972"/>
                </a:lnTo>
                <a:lnTo>
                  <a:pt x="13359" y="1947"/>
                </a:lnTo>
                <a:lnTo>
                  <a:pt x="14357" y="1947"/>
                </a:lnTo>
                <a:lnTo>
                  <a:pt x="15330" y="1996"/>
                </a:lnTo>
                <a:lnTo>
                  <a:pt x="16304" y="2045"/>
                </a:lnTo>
                <a:lnTo>
                  <a:pt x="17277" y="2142"/>
                </a:lnTo>
                <a:lnTo>
                  <a:pt x="17253" y="2483"/>
                </a:lnTo>
                <a:lnTo>
                  <a:pt x="17228" y="2823"/>
                </a:lnTo>
                <a:lnTo>
                  <a:pt x="17228" y="3529"/>
                </a:lnTo>
                <a:lnTo>
                  <a:pt x="17277" y="4210"/>
                </a:lnTo>
                <a:lnTo>
                  <a:pt x="17301" y="4892"/>
                </a:lnTo>
                <a:lnTo>
                  <a:pt x="17301" y="5646"/>
                </a:lnTo>
                <a:lnTo>
                  <a:pt x="17277" y="6376"/>
                </a:lnTo>
                <a:lnTo>
                  <a:pt x="17180" y="7885"/>
                </a:lnTo>
                <a:lnTo>
                  <a:pt x="17082" y="9125"/>
                </a:lnTo>
                <a:lnTo>
                  <a:pt x="17034" y="9758"/>
                </a:lnTo>
                <a:lnTo>
                  <a:pt x="17009" y="10391"/>
                </a:lnTo>
                <a:lnTo>
                  <a:pt x="16985" y="10829"/>
                </a:lnTo>
                <a:lnTo>
                  <a:pt x="16961" y="11291"/>
                </a:lnTo>
                <a:lnTo>
                  <a:pt x="16985" y="11778"/>
                </a:lnTo>
                <a:lnTo>
                  <a:pt x="17009" y="12021"/>
                </a:lnTo>
                <a:lnTo>
                  <a:pt x="17058" y="12240"/>
                </a:lnTo>
                <a:lnTo>
                  <a:pt x="9539" y="12240"/>
                </a:lnTo>
                <a:lnTo>
                  <a:pt x="8566" y="12264"/>
                </a:lnTo>
                <a:lnTo>
                  <a:pt x="7568" y="12289"/>
                </a:lnTo>
                <a:lnTo>
                  <a:pt x="5622" y="12386"/>
                </a:lnTo>
                <a:lnTo>
                  <a:pt x="5086" y="12410"/>
                </a:lnTo>
                <a:lnTo>
                  <a:pt x="4551" y="12410"/>
                </a:lnTo>
                <a:lnTo>
                  <a:pt x="4040" y="12362"/>
                </a:lnTo>
                <a:lnTo>
                  <a:pt x="3529" y="12313"/>
                </a:lnTo>
                <a:lnTo>
                  <a:pt x="2994" y="12216"/>
                </a:lnTo>
                <a:lnTo>
                  <a:pt x="2702" y="12191"/>
                </a:lnTo>
                <a:lnTo>
                  <a:pt x="2434" y="12216"/>
                </a:lnTo>
                <a:lnTo>
                  <a:pt x="2385" y="11997"/>
                </a:lnTo>
                <a:lnTo>
                  <a:pt x="2361" y="11753"/>
                </a:lnTo>
                <a:lnTo>
                  <a:pt x="2337" y="11267"/>
                </a:lnTo>
                <a:lnTo>
                  <a:pt x="2361" y="10318"/>
                </a:lnTo>
                <a:lnTo>
                  <a:pt x="2361" y="9661"/>
                </a:lnTo>
                <a:lnTo>
                  <a:pt x="2337" y="8979"/>
                </a:lnTo>
                <a:lnTo>
                  <a:pt x="2312" y="7666"/>
                </a:lnTo>
                <a:lnTo>
                  <a:pt x="2312" y="6887"/>
                </a:lnTo>
                <a:lnTo>
                  <a:pt x="2288" y="6084"/>
                </a:lnTo>
                <a:lnTo>
                  <a:pt x="2239" y="4527"/>
                </a:lnTo>
                <a:lnTo>
                  <a:pt x="2215" y="2896"/>
                </a:lnTo>
                <a:lnTo>
                  <a:pt x="2215" y="2385"/>
                </a:lnTo>
                <a:lnTo>
                  <a:pt x="2166" y="2118"/>
                </a:lnTo>
                <a:lnTo>
                  <a:pt x="2142" y="2020"/>
                </a:lnTo>
                <a:lnTo>
                  <a:pt x="2093" y="1899"/>
                </a:lnTo>
                <a:close/>
                <a:moveTo>
                  <a:pt x="18566" y="12118"/>
                </a:moveTo>
                <a:lnTo>
                  <a:pt x="18591" y="12264"/>
                </a:lnTo>
                <a:lnTo>
                  <a:pt x="18420" y="12313"/>
                </a:lnTo>
                <a:lnTo>
                  <a:pt x="18274" y="12410"/>
                </a:lnTo>
                <a:lnTo>
                  <a:pt x="17958" y="12581"/>
                </a:lnTo>
                <a:lnTo>
                  <a:pt x="17885" y="12629"/>
                </a:lnTo>
                <a:lnTo>
                  <a:pt x="17909" y="12532"/>
                </a:lnTo>
                <a:lnTo>
                  <a:pt x="17909" y="12435"/>
                </a:lnTo>
                <a:lnTo>
                  <a:pt x="18250" y="12264"/>
                </a:lnTo>
                <a:lnTo>
                  <a:pt x="18566" y="12118"/>
                </a:lnTo>
                <a:close/>
                <a:moveTo>
                  <a:pt x="8761" y="512"/>
                </a:moveTo>
                <a:lnTo>
                  <a:pt x="10318" y="585"/>
                </a:lnTo>
                <a:lnTo>
                  <a:pt x="13432" y="755"/>
                </a:lnTo>
                <a:lnTo>
                  <a:pt x="14138" y="779"/>
                </a:lnTo>
                <a:lnTo>
                  <a:pt x="14844" y="804"/>
                </a:lnTo>
                <a:lnTo>
                  <a:pt x="16279" y="779"/>
                </a:lnTo>
                <a:lnTo>
                  <a:pt x="17034" y="755"/>
                </a:lnTo>
                <a:lnTo>
                  <a:pt x="17034" y="755"/>
                </a:lnTo>
                <a:lnTo>
                  <a:pt x="16912" y="852"/>
                </a:lnTo>
                <a:lnTo>
                  <a:pt x="16790" y="950"/>
                </a:lnTo>
                <a:lnTo>
                  <a:pt x="16790" y="998"/>
                </a:lnTo>
                <a:lnTo>
                  <a:pt x="16790" y="1023"/>
                </a:lnTo>
                <a:lnTo>
                  <a:pt x="16815" y="1047"/>
                </a:lnTo>
                <a:lnTo>
                  <a:pt x="16863" y="1047"/>
                </a:lnTo>
                <a:lnTo>
                  <a:pt x="17131" y="901"/>
                </a:lnTo>
                <a:lnTo>
                  <a:pt x="17399" y="755"/>
                </a:lnTo>
                <a:lnTo>
                  <a:pt x="17837" y="779"/>
                </a:lnTo>
                <a:lnTo>
                  <a:pt x="17593" y="925"/>
                </a:lnTo>
                <a:lnTo>
                  <a:pt x="17399" y="1071"/>
                </a:lnTo>
                <a:lnTo>
                  <a:pt x="17228" y="1217"/>
                </a:lnTo>
                <a:lnTo>
                  <a:pt x="17082" y="1412"/>
                </a:lnTo>
                <a:lnTo>
                  <a:pt x="17034" y="1509"/>
                </a:lnTo>
                <a:lnTo>
                  <a:pt x="17009" y="1631"/>
                </a:lnTo>
                <a:lnTo>
                  <a:pt x="16060" y="1558"/>
                </a:lnTo>
                <a:lnTo>
                  <a:pt x="15111" y="1509"/>
                </a:lnTo>
                <a:lnTo>
                  <a:pt x="14162" y="1461"/>
                </a:lnTo>
                <a:lnTo>
                  <a:pt x="13238" y="1461"/>
                </a:lnTo>
                <a:lnTo>
                  <a:pt x="11340" y="1485"/>
                </a:lnTo>
                <a:lnTo>
                  <a:pt x="9466" y="1558"/>
                </a:lnTo>
                <a:lnTo>
                  <a:pt x="7495" y="1631"/>
                </a:lnTo>
                <a:lnTo>
                  <a:pt x="5549" y="1655"/>
                </a:lnTo>
                <a:lnTo>
                  <a:pt x="4527" y="1631"/>
                </a:lnTo>
                <a:lnTo>
                  <a:pt x="3505" y="1607"/>
                </a:lnTo>
                <a:lnTo>
                  <a:pt x="3140" y="1558"/>
                </a:lnTo>
                <a:lnTo>
                  <a:pt x="2726" y="1509"/>
                </a:lnTo>
                <a:lnTo>
                  <a:pt x="2312" y="1509"/>
                </a:lnTo>
                <a:lnTo>
                  <a:pt x="2118" y="1534"/>
                </a:lnTo>
                <a:lnTo>
                  <a:pt x="1948" y="1582"/>
                </a:lnTo>
                <a:lnTo>
                  <a:pt x="1899" y="1607"/>
                </a:lnTo>
                <a:lnTo>
                  <a:pt x="1850" y="1631"/>
                </a:lnTo>
                <a:lnTo>
                  <a:pt x="1850" y="1704"/>
                </a:lnTo>
                <a:lnTo>
                  <a:pt x="1850" y="1777"/>
                </a:lnTo>
                <a:lnTo>
                  <a:pt x="1899" y="1826"/>
                </a:lnTo>
                <a:lnTo>
                  <a:pt x="1850" y="1947"/>
                </a:lnTo>
                <a:lnTo>
                  <a:pt x="1802" y="2069"/>
                </a:lnTo>
                <a:lnTo>
                  <a:pt x="1777" y="2215"/>
                </a:lnTo>
                <a:lnTo>
                  <a:pt x="1753" y="2337"/>
                </a:lnTo>
                <a:lnTo>
                  <a:pt x="1753" y="2604"/>
                </a:lnTo>
                <a:lnTo>
                  <a:pt x="1753" y="2896"/>
                </a:lnTo>
                <a:lnTo>
                  <a:pt x="1753" y="4527"/>
                </a:lnTo>
                <a:lnTo>
                  <a:pt x="1802" y="6181"/>
                </a:lnTo>
                <a:lnTo>
                  <a:pt x="1826" y="7009"/>
                </a:lnTo>
                <a:lnTo>
                  <a:pt x="1826" y="7836"/>
                </a:lnTo>
                <a:lnTo>
                  <a:pt x="1875" y="9223"/>
                </a:lnTo>
                <a:lnTo>
                  <a:pt x="1875" y="9904"/>
                </a:lnTo>
                <a:lnTo>
                  <a:pt x="1875" y="10585"/>
                </a:lnTo>
                <a:lnTo>
                  <a:pt x="1850" y="11048"/>
                </a:lnTo>
                <a:lnTo>
                  <a:pt x="1826" y="11583"/>
                </a:lnTo>
                <a:lnTo>
                  <a:pt x="1826" y="11851"/>
                </a:lnTo>
                <a:lnTo>
                  <a:pt x="1875" y="12094"/>
                </a:lnTo>
                <a:lnTo>
                  <a:pt x="1948" y="12337"/>
                </a:lnTo>
                <a:lnTo>
                  <a:pt x="2045" y="12532"/>
                </a:lnTo>
                <a:lnTo>
                  <a:pt x="2118" y="12605"/>
                </a:lnTo>
                <a:lnTo>
                  <a:pt x="2215" y="12654"/>
                </a:lnTo>
                <a:lnTo>
                  <a:pt x="2312" y="12629"/>
                </a:lnTo>
                <a:lnTo>
                  <a:pt x="2385" y="12581"/>
                </a:lnTo>
                <a:lnTo>
                  <a:pt x="2677" y="12654"/>
                </a:lnTo>
                <a:lnTo>
                  <a:pt x="2969" y="12678"/>
                </a:lnTo>
                <a:lnTo>
                  <a:pt x="3553" y="12775"/>
                </a:lnTo>
                <a:lnTo>
                  <a:pt x="4040" y="12824"/>
                </a:lnTo>
                <a:lnTo>
                  <a:pt x="4502" y="12873"/>
                </a:lnTo>
                <a:lnTo>
                  <a:pt x="5427" y="12873"/>
                </a:lnTo>
                <a:lnTo>
                  <a:pt x="6449" y="12848"/>
                </a:lnTo>
                <a:lnTo>
                  <a:pt x="7495" y="12800"/>
                </a:lnTo>
                <a:lnTo>
                  <a:pt x="8517" y="12751"/>
                </a:lnTo>
                <a:lnTo>
                  <a:pt x="9539" y="12727"/>
                </a:lnTo>
                <a:lnTo>
                  <a:pt x="17277" y="12727"/>
                </a:lnTo>
                <a:lnTo>
                  <a:pt x="17350" y="12775"/>
                </a:lnTo>
                <a:lnTo>
                  <a:pt x="17496" y="12775"/>
                </a:lnTo>
                <a:lnTo>
                  <a:pt x="17569" y="12727"/>
                </a:lnTo>
                <a:lnTo>
                  <a:pt x="17715" y="12727"/>
                </a:lnTo>
                <a:lnTo>
                  <a:pt x="17569" y="12824"/>
                </a:lnTo>
                <a:lnTo>
                  <a:pt x="17423" y="12946"/>
                </a:lnTo>
                <a:lnTo>
                  <a:pt x="17301" y="13092"/>
                </a:lnTo>
                <a:lnTo>
                  <a:pt x="17180" y="13238"/>
                </a:lnTo>
                <a:lnTo>
                  <a:pt x="17180" y="13262"/>
                </a:lnTo>
                <a:lnTo>
                  <a:pt x="17180" y="13286"/>
                </a:lnTo>
                <a:lnTo>
                  <a:pt x="17204" y="13311"/>
                </a:lnTo>
                <a:lnTo>
                  <a:pt x="17253" y="13311"/>
                </a:lnTo>
                <a:lnTo>
                  <a:pt x="17472" y="13262"/>
                </a:lnTo>
                <a:lnTo>
                  <a:pt x="17666" y="13189"/>
                </a:lnTo>
                <a:lnTo>
                  <a:pt x="18055" y="12994"/>
                </a:lnTo>
                <a:lnTo>
                  <a:pt x="18347" y="12848"/>
                </a:lnTo>
                <a:lnTo>
                  <a:pt x="18615" y="12727"/>
                </a:lnTo>
                <a:lnTo>
                  <a:pt x="18664" y="12946"/>
                </a:lnTo>
                <a:lnTo>
                  <a:pt x="18396" y="13092"/>
                </a:lnTo>
                <a:lnTo>
                  <a:pt x="17982" y="13335"/>
                </a:lnTo>
                <a:lnTo>
                  <a:pt x="17593" y="13603"/>
                </a:lnTo>
                <a:lnTo>
                  <a:pt x="17545" y="13627"/>
                </a:lnTo>
                <a:lnTo>
                  <a:pt x="17545" y="13676"/>
                </a:lnTo>
                <a:lnTo>
                  <a:pt x="17569" y="13700"/>
                </a:lnTo>
                <a:lnTo>
                  <a:pt x="17618" y="13724"/>
                </a:lnTo>
                <a:lnTo>
                  <a:pt x="17861" y="13700"/>
                </a:lnTo>
                <a:lnTo>
                  <a:pt x="18080" y="13651"/>
                </a:lnTo>
                <a:lnTo>
                  <a:pt x="18274" y="13578"/>
                </a:lnTo>
                <a:lnTo>
                  <a:pt x="18493" y="13457"/>
                </a:lnTo>
                <a:lnTo>
                  <a:pt x="18712" y="13335"/>
                </a:lnTo>
                <a:lnTo>
                  <a:pt x="18785" y="13724"/>
                </a:lnTo>
                <a:lnTo>
                  <a:pt x="18250" y="13773"/>
                </a:lnTo>
                <a:lnTo>
                  <a:pt x="17739" y="13797"/>
                </a:lnTo>
                <a:lnTo>
                  <a:pt x="17204" y="13773"/>
                </a:lnTo>
                <a:lnTo>
                  <a:pt x="16669" y="13724"/>
                </a:lnTo>
                <a:lnTo>
                  <a:pt x="15622" y="13603"/>
                </a:lnTo>
                <a:lnTo>
                  <a:pt x="15087" y="13554"/>
                </a:lnTo>
                <a:lnTo>
                  <a:pt x="14576" y="13530"/>
                </a:lnTo>
                <a:lnTo>
                  <a:pt x="12118" y="13530"/>
                </a:lnTo>
                <a:lnTo>
                  <a:pt x="9661" y="13554"/>
                </a:lnTo>
                <a:lnTo>
                  <a:pt x="8469" y="13578"/>
                </a:lnTo>
                <a:lnTo>
                  <a:pt x="7301" y="13627"/>
                </a:lnTo>
                <a:lnTo>
                  <a:pt x="4916" y="13773"/>
                </a:lnTo>
                <a:lnTo>
                  <a:pt x="3772" y="13822"/>
                </a:lnTo>
                <a:lnTo>
                  <a:pt x="2629" y="13846"/>
                </a:lnTo>
                <a:lnTo>
                  <a:pt x="2020" y="13822"/>
                </a:lnTo>
                <a:lnTo>
                  <a:pt x="1412" y="13797"/>
                </a:lnTo>
                <a:lnTo>
                  <a:pt x="1145" y="13773"/>
                </a:lnTo>
                <a:lnTo>
                  <a:pt x="853" y="13749"/>
                </a:lnTo>
                <a:lnTo>
                  <a:pt x="853" y="13724"/>
                </a:lnTo>
                <a:lnTo>
                  <a:pt x="731" y="13408"/>
                </a:lnTo>
                <a:lnTo>
                  <a:pt x="658" y="13092"/>
                </a:lnTo>
                <a:lnTo>
                  <a:pt x="585" y="12775"/>
                </a:lnTo>
                <a:lnTo>
                  <a:pt x="561" y="12435"/>
                </a:lnTo>
                <a:lnTo>
                  <a:pt x="561" y="11753"/>
                </a:lnTo>
                <a:lnTo>
                  <a:pt x="561" y="11121"/>
                </a:lnTo>
                <a:lnTo>
                  <a:pt x="561" y="9320"/>
                </a:lnTo>
                <a:lnTo>
                  <a:pt x="561" y="8420"/>
                </a:lnTo>
                <a:lnTo>
                  <a:pt x="585" y="7495"/>
                </a:lnTo>
                <a:lnTo>
                  <a:pt x="658" y="5792"/>
                </a:lnTo>
                <a:lnTo>
                  <a:pt x="731" y="4064"/>
                </a:lnTo>
                <a:lnTo>
                  <a:pt x="755" y="3188"/>
                </a:lnTo>
                <a:lnTo>
                  <a:pt x="755" y="2337"/>
                </a:lnTo>
                <a:lnTo>
                  <a:pt x="731" y="1485"/>
                </a:lnTo>
                <a:lnTo>
                  <a:pt x="707" y="609"/>
                </a:lnTo>
                <a:lnTo>
                  <a:pt x="804" y="682"/>
                </a:lnTo>
                <a:lnTo>
                  <a:pt x="950" y="755"/>
                </a:lnTo>
                <a:lnTo>
                  <a:pt x="1072" y="804"/>
                </a:lnTo>
                <a:lnTo>
                  <a:pt x="1242" y="852"/>
                </a:lnTo>
                <a:lnTo>
                  <a:pt x="1583" y="901"/>
                </a:lnTo>
                <a:lnTo>
                  <a:pt x="1948" y="925"/>
                </a:lnTo>
                <a:lnTo>
                  <a:pt x="2312" y="901"/>
                </a:lnTo>
                <a:lnTo>
                  <a:pt x="2653" y="901"/>
                </a:lnTo>
                <a:lnTo>
                  <a:pt x="3164" y="852"/>
                </a:lnTo>
                <a:lnTo>
                  <a:pt x="4162" y="755"/>
                </a:lnTo>
                <a:lnTo>
                  <a:pt x="5184" y="633"/>
                </a:lnTo>
                <a:lnTo>
                  <a:pt x="6181" y="560"/>
                </a:lnTo>
                <a:lnTo>
                  <a:pt x="6692" y="512"/>
                </a:lnTo>
                <a:close/>
                <a:moveTo>
                  <a:pt x="11096" y="14016"/>
                </a:moveTo>
                <a:lnTo>
                  <a:pt x="11096" y="14187"/>
                </a:lnTo>
                <a:lnTo>
                  <a:pt x="10926" y="14260"/>
                </a:lnTo>
                <a:lnTo>
                  <a:pt x="10780" y="14357"/>
                </a:lnTo>
                <a:lnTo>
                  <a:pt x="10488" y="14552"/>
                </a:lnTo>
                <a:lnTo>
                  <a:pt x="10293" y="14698"/>
                </a:lnTo>
                <a:lnTo>
                  <a:pt x="10123" y="14868"/>
                </a:lnTo>
                <a:lnTo>
                  <a:pt x="9953" y="15038"/>
                </a:lnTo>
                <a:lnTo>
                  <a:pt x="9807" y="15233"/>
                </a:lnTo>
                <a:lnTo>
                  <a:pt x="9807" y="15282"/>
                </a:lnTo>
                <a:lnTo>
                  <a:pt x="9831" y="15330"/>
                </a:lnTo>
                <a:lnTo>
                  <a:pt x="9856" y="15379"/>
                </a:lnTo>
                <a:lnTo>
                  <a:pt x="9929" y="15379"/>
                </a:lnTo>
                <a:lnTo>
                  <a:pt x="10099" y="15282"/>
                </a:lnTo>
                <a:lnTo>
                  <a:pt x="10245" y="15184"/>
                </a:lnTo>
                <a:lnTo>
                  <a:pt x="10537" y="14941"/>
                </a:lnTo>
                <a:lnTo>
                  <a:pt x="10804" y="14771"/>
                </a:lnTo>
                <a:lnTo>
                  <a:pt x="11072" y="14600"/>
                </a:lnTo>
                <a:lnTo>
                  <a:pt x="11072" y="14600"/>
                </a:lnTo>
                <a:lnTo>
                  <a:pt x="11048" y="15087"/>
                </a:lnTo>
                <a:lnTo>
                  <a:pt x="10926" y="15136"/>
                </a:lnTo>
                <a:lnTo>
                  <a:pt x="10804" y="15209"/>
                </a:lnTo>
                <a:lnTo>
                  <a:pt x="10585" y="15330"/>
                </a:lnTo>
                <a:lnTo>
                  <a:pt x="10439" y="15403"/>
                </a:lnTo>
                <a:lnTo>
                  <a:pt x="10269" y="15525"/>
                </a:lnTo>
                <a:lnTo>
                  <a:pt x="10123" y="15647"/>
                </a:lnTo>
                <a:lnTo>
                  <a:pt x="10074" y="15695"/>
                </a:lnTo>
                <a:lnTo>
                  <a:pt x="10050" y="15793"/>
                </a:lnTo>
                <a:lnTo>
                  <a:pt x="10050" y="15817"/>
                </a:lnTo>
                <a:lnTo>
                  <a:pt x="10074" y="15841"/>
                </a:lnTo>
                <a:lnTo>
                  <a:pt x="10245" y="15841"/>
                </a:lnTo>
                <a:lnTo>
                  <a:pt x="10391" y="15817"/>
                </a:lnTo>
                <a:lnTo>
                  <a:pt x="10683" y="15671"/>
                </a:lnTo>
                <a:lnTo>
                  <a:pt x="11023" y="15501"/>
                </a:lnTo>
                <a:lnTo>
                  <a:pt x="10999" y="15841"/>
                </a:lnTo>
                <a:lnTo>
                  <a:pt x="10756" y="15987"/>
                </a:lnTo>
                <a:lnTo>
                  <a:pt x="10610" y="16085"/>
                </a:lnTo>
                <a:lnTo>
                  <a:pt x="10464" y="16206"/>
                </a:lnTo>
                <a:lnTo>
                  <a:pt x="10342" y="16352"/>
                </a:lnTo>
                <a:lnTo>
                  <a:pt x="10196" y="16474"/>
                </a:lnTo>
                <a:lnTo>
                  <a:pt x="10172" y="16498"/>
                </a:lnTo>
                <a:lnTo>
                  <a:pt x="10172" y="16522"/>
                </a:lnTo>
                <a:lnTo>
                  <a:pt x="10196" y="16547"/>
                </a:lnTo>
                <a:lnTo>
                  <a:pt x="10245" y="16547"/>
                </a:lnTo>
                <a:lnTo>
                  <a:pt x="10537" y="16425"/>
                </a:lnTo>
                <a:lnTo>
                  <a:pt x="10804" y="16303"/>
                </a:lnTo>
                <a:lnTo>
                  <a:pt x="10975" y="16230"/>
                </a:lnTo>
                <a:lnTo>
                  <a:pt x="10975" y="16449"/>
                </a:lnTo>
                <a:lnTo>
                  <a:pt x="10902" y="16474"/>
                </a:lnTo>
                <a:lnTo>
                  <a:pt x="10756" y="16547"/>
                </a:lnTo>
                <a:lnTo>
                  <a:pt x="10634" y="16620"/>
                </a:lnTo>
                <a:lnTo>
                  <a:pt x="10415" y="16814"/>
                </a:lnTo>
                <a:lnTo>
                  <a:pt x="10391" y="16863"/>
                </a:lnTo>
                <a:lnTo>
                  <a:pt x="10391" y="16887"/>
                </a:lnTo>
                <a:lnTo>
                  <a:pt x="10391" y="16960"/>
                </a:lnTo>
                <a:lnTo>
                  <a:pt x="10464" y="16985"/>
                </a:lnTo>
                <a:lnTo>
                  <a:pt x="10537" y="16985"/>
                </a:lnTo>
                <a:lnTo>
                  <a:pt x="10780" y="16887"/>
                </a:lnTo>
                <a:lnTo>
                  <a:pt x="11023" y="16790"/>
                </a:lnTo>
                <a:lnTo>
                  <a:pt x="11048" y="16887"/>
                </a:lnTo>
                <a:lnTo>
                  <a:pt x="10926" y="16960"/>
                </a:lnTo>
                <a:lnTo>
                  <a:pt x="10829" y="17058"/>
                </a:lnTo>
                <a:lnTo>
                  <a:pt x="10585" y="17252"/>
                </a:lnTo>
                <a:lnTo>
                  <a:pt x="10561" y="17277"/>
                </a:lnTo>
                <a:lnTo>
                  <a:pt x="10561" y="17301"/>
                </a:lnTo>
                <a:lnTo>
                  <a:pt x="10585" y="17325"/>
                </a:lnTo>
                <a:lnTo>
                  <a:pt x="10610" y="17325"/>
                </a:lnTo>
                <a:lnTo>
                  <a:pt x="10780" y="17301"/>
                </a:lnTo>
                <a:lnTo>
                  <a:pt x="10950" y="17252"/>
                </a:lnTo>
                <a:lnTo>
                  <a:pt x="11096" y="17179"/>
                </a:lnTo>
                <a:lnTo>
                  <a:pt x="11242" y="17082"/>
                </a:lnTo>
                <a:lnTo>
                  <a:pt x="11388" y="17155"/>
                </a:lnTo>
                <a:lnTo>
                  <a:pt x="11534" y="17179"/>
                </a:lnTo>
                <a:lnTo>
                  <a:pt x="11705" y="17204"/>
                </a:lnTo>
                <a:lnTo>
                  <a:pt x="11875" y="17204"/>
                </a:lnTo>
                <a:lnTo>
                  <a:pt x="12216" y="17179"/>
                </a:lnTo>
                <a:lnTo>
                  <a:pt x="12508" y="17155"/>
                </a:lnTo>
                <a:lnTo>
                  <a:pt x="12897" y="17179"/>
                </a:lnTo>
                <a:lnTo>
                  <a:pt x="13067" y="17179"/>
                </a:lnTo>
                <a:lnTo>
                  <a:pt x="13262" y="17228"/>
                </a:lnTo>
                <a:lnTo>
                  <a:pt x="13432" y="17277"/>
                </a:lnTo>
                <a:lnTo>
                  <a:pt x="13554" y="17374"/>
                </a:lnTo>
                <a:lnTo>
                  <a:pt x="13676" y="17496"/>
                </a:lnTo>
                <a:lnTo>
                  <a:pt x="13773" y="17617"/>
                </a:lnTo>
                <a:lnTo>
                  <a:pt x="13530" y="17593"/>
                </a:lnTo>
                <a:lnTo>
                  <a:pt x="12556" y="17593"/>
                </a:lnTo>
                <a:lnTo>
                  <a:pt x="11826" y="17642"/>
                </a:lnTo>
                <a:lnTo>
                  <a:pt x="10366" y="17715"/>
                </a:lnTo>
                <a:lnTo>
                  <a:pt x="9637" y="17739"/>
                </a:lnTo>
                <a:lnTo>
                  <a:pt x="8907" y="17763"/>
                </a:lnTo>
                <a:lnTo>
                  <a:pt x="7763" y="17788"/>
                </a:lnTo>
                <a:lnTo>
                  <a:pt x="6644" y="17788"/>
                </a:lnTo>
                <a:lnTo>
                  <a:pt x="6181" y="17739"/>
                </a:lnTo>
                <a:lnTo>
                  <a:pt x="5816" y="17715"/>
                </a:lnTo>
                <a:lnTo>
                  <a:pt x="5500" y="17690"/>
                </a:lnTo>
                <a:lnTo>
                  <a:pt x="5597" y="17544"/>
                </a:lnTo>
                <a:lnTo>
                  <a:pt x="5743" y="17447"/>
                </a:lnTo>
                <a:lnTo>
                  <a:pt x="5865" y="17350"/>
                </a:lnTo>
                <a:lnTo>
                  <a:pt x="6035" y="17277"/>
                </a:lnTo>
                <a:lnTo>
                  <a:pt x="6206" y="17228"/>
                </a:lnTo>
                <a:lnTo>
                  <a:pt x="6376" y="17179"/>
                </a:lnTo>
                <a:lnTo>
                  <a:pt x="6765" y="17155"/>
                </a:lnTo>
                <a:lnTo>
                  <a:pt x="7057" y="17179"/>
                </a:lnTo>
                <a:lnTo>
                  <a:pt x="7374" y="17204"/>
                </a:lnTo>
                <a:lnTo>
                  <a:pt x="7544" y="17179"/>
                </a:lnTo>
                <a:lnTo>
                  <a:pt x="7690" y="17179"/>
                </a:lnTo>
                <a:lnTo>
                  <a:pt x="7836" y="17131"/>
                </a:lnTo>
                <a:lnTo>
                  <a:pt x="7958" y="17058"/>
                </a:lnTo>
                <a:lnTo>
                  <a:pt x="7982" y="17009"/>
                </a:lnTo>
                <a:lnTo>
                  <a:pt x="8055" y="17033"/>
                </a:lnTo>
                <a:lnTo>
                  <a:pt x="8128" y="17033"/>
                </a:lnTo>
                <a:lnTo>
                  <a:pt x="8177" y="17009"/>
                </a:lnTo>
                <a:lnTo>
                  <a:pt x="8225" y="16960"/>
                </a:lnTo>
                <a:lnTo>
                  <a:pt x="8274" y="16887"/>
                </a:lnTo>
                <a:lnTo>
                  <a:pt x="8298" y="16766"/>
                </a:lnTo>
                <a:lnTo>
                  <a:pt x="8298" y="16668"/>
                </a:lnTo>
                <a:lnTo>
                  <a:pt x="8298" y="16620"/>
                </a:lnTo>
                <a:lnTo>
                  <a:pt x="8274" y="16595"/>
                </a:lnTo>
                <a:lnTo>
                  <a:pt x="8298" y="16303"/>
                </a:lnTo>
                <a:lnTo>
                  <a:pt x="8298" y="15768"/>
                </a:lnTo>
                <a:lnTo>
                  <a:pt x="8298" y="15233"/>
                </a:lnTo>
                <a:lnTo>
                  <a:pt x="8298" y="14965"/>
                </a:lnTo>
                <a:lnTo>
                  <a:pt x="8323" y="14649"/>
                </a:lnTo>
                <a:lnTo>
                  <a:pt x="8323" y="14333"/>
                </a:lnTo>
                <a:lnTo>
                  <a:pt x="8323" y="14187"/>
                </a:lnTo>
                <a:lnTo>
                  <a:pt x="8298" y="14065"/>
                </a:lnTo>
                <a:lnTo>
                  <a:pt x="9101" y="14041"/>
                </a:lnTo>
                <a:lnTo>
                  <a:pt x="9101" y="14041"/>
                </a:lnTo>
                <a:lnTo>
                  <a:pt x="8980" y="14138"/>
                </a:lnTo>
                <a:lnTo>
                  <a:pt x="8834" y="14260"/>
                </a:lnTo>
                <a:lnTo>
                  <a:pt x="8688" y="14406"/>
                </a:lnTo>
                <a:lnTo>
                  <a:pt x="8663" y="14454"/>
                </a:lnTo>
                <a:lnTo>
                  <a:pt x="8639" y="14503"/>
                </a:lnTo>
                <a:lnTo>
                  <a:pt x="8615" y="14600"/>
                </a:lnTo>
                <a:lnTo>
                  <a:pt x="8615" y="14649"/>
                </a:lnTo>
                <a:lnTo>
                  <a:pt x="8639" y="14673"/>
                </a:lnTo>
                <a:lnTo>
                  <a:pt x="8761" y="14673"/>
                </a:lnTo>
                <a:lnTo>
                  <a:pt x="8858" y="14649"/>
                </a:lnTo>
                <a:lnTo>
                  <a:pt x="9028" y="14527"/>
                </a:lnTo>
                <a:lnTo>
                  <a:pt x="9199" y="14406"/>
                </a:lnTo>
                <a:lnTo>
                  <a:pt x="9466" y="14235"/>
                </a:lnTo>
                <a:lnTo>
                  <a:pt x="9710" y="14016"/>
                </a:lnTo>
                <a:lnTo>
                  <a:pt x="9953" y="14016"/>
                </a:lnTo>
                <a:lnTo>
                  <a:pt x="9734" y="14211"/>
                </a:lnTo>
                <a:lnTo>
                  <a:pt x="9539" y="14406"/>
                </a:lnTo>
                <a:lnTo>
                  <a:pt x="9345" y="14625"/>
                </a:lnTo>
                <a:lnTo>
                  <a:pt x="9199" y="14868"/>
                </a:lnTo>
                <a:lnTo>
                  <a:pt x="9199" y="14892"/>
                </a:lnTo>
                <a:lnTo>
                  <a:pt x="9199" y="14917"/>
                </a:lnTo>
                <a:lnTo>
                  <a:pt x="9223" y="14941"/>
                </a:lnTo>
                <a:lnTo>
                  <a:pt x="9272" y="14941"/>
                </a:lnTo>
                <a:lnTo>
                  <a:pt x="9393" y="14892"/>
                </a:lnTo>
                <a:lnTo>
                  <a:pt x="9515" y="14844"/>
                </a:lnTo>
                <a:lnTo>
                  <a:pt x="9758" y="14698"/>
                </a:lnTo>
                <a:lnTo>
                  <a:pt x="10196" y="14357"/>
                </a:lnTo>
                <a:lnTo>
                  <a:pt x="10464" y="14235"/>
                </a:lnTo>
                <a:lnTo>
                  <a:pt x="10658" y="14138"/>
                </a:lnTo>
                <a:lnTo>
                  <a:pt x="10804" y="14016"/>
                </a:lnTo>
                <a:close/>
                <a:moveTo>
                  <a:pt x="6936" y="1"/>
                </a:moveTo>
                <a:lnTo>
                  <a:pt x="5914" y="74"/>
                </a:lnTo>
                <a:lnTo>
                  <a:pt x="4892" y="147"/>
                </a:lnTo>
                <a:lnTo>
                  <a:pt x="3870" y="268"/>
                </a:lnTo>
                <a:lnTo>
                  <a:pt x="2945" y="366"/>
                </a:lnTo>
                <a:lnTo>
                  <a:pt x="2483" y="390"/>
                </a:lnTo>
                <a:lnTo>
                  <a:pt x="1680" y="390"/>
                </a:lnTo>
                <a:lnTo>
                  <a:pt x="1339" y="317"/>
                </a:lnTo>
                <a:lnTo>
                  <a:pt x="658" y="195"/>
                </a:lnTo>
                <a:lnTo>
                  <a:pt x="634" y="147"/>
                </a:lnTo>
                <a:lnTo>
                  <a:pt x="585" y="122"/>
                </a:lnTo>
                <a:lnTo>
                  <a:pt x="512" y="98"/>
                </a:lnTo>
                <a:lnTo>
                  <a:pt x="463" y="98"/>
                </a:lnTo>
                <a:lnTo>
                  <a:pt x="390" y="122"/>
                </a:lnTo>
                <a:lnTo>
                  <a:pt x="342" y="147"/>
                </a:lnTo>
                <a:lnTo>
                  <a:pt x="317" y="220"/>
                </a:lnTo>
                <a:lnTo>
                  <a:pt x="293" y="293"/>
                </a:lnTo>
                <a:lnTo>
                  <a:pt x="244" y="1169"/>
                </a:lnTo>
                <a:lnTo>
                  <a:pt x="220" y="2069"/>
                </a:lnTo>
                <a:lnTo>
                  <a:pt x="196" y="3821"/>
                </a:lnTo>
                <a:lnTo>
                  <a:pt x="171" y="4794"/>
                </a:lnTo>
                <a:lnTo>
                  <a:pt x="123" y="5768"/>
                </a:lnTo>
                <a:lnTo>
                  <a:pt x="25" y="7690"/>
                </a:lnTo>
                <a:lnTo>
                  <a:pt x="1" y="8614"/>
                </a:lnTo>
                <a:lnTo>
                  <a:pt x="1" y="9539"/>
                </a:lnTo>
                <a:lnTo>
                  <a:pt x="25" y="11364"/>
                </a:lnTo>
                <a:lnTo>
                  <a:pt x="1" y="11997"/>
                </a:lnTo>
                <a:lnTo>
                  <a:pt x="1" y="12362"/>
                </a:lnTo>
                <a:lnTo>
                  <a:pt x="25" y="12702"/>
                </a:lnTo>
                <a:lnTo>
                  <a:pt x="50" y="13067"/>
                </a:lnTo>
                <a:lnTo>
                  <a:pt x="123" y="13408"/>
                </a:lnTo>
                <a:lnTo>
                  <a:pt x="244" y="13700"/>
                </a:lnTo>
                <a:lnTo>
                  <a:pt x="317" y="13846"/>
                </a:lnTo>
                <a:lnTo>
                  <a:pt x="390" y="13968"/>
                </a:lnTo>
                <a:lnTo>
                  <a:pt x="463" y="14065"/>
                </a:lnTo>
                <a:lnTo>
                  <a:pt x="561" y="14089"/>
                </a:lnTo>
                <a:lnTo>
                  <a:pt x="634" y="14089"/>
                </a:lnTo>
                <a:lnTo>
                  <a:pt x="731" y="14065"/>
                </a:lnTo>
                <a:lnTo>
                  <a:pt x="901" y="14138"/>
                </a:lnTo>
                <a:lnTo>
                  <a:pt x="1072" y="14162"/>
                </a:lnTo>
                <a:lnTo>
                  <a:pt x="1412" y="14211"/>
                </a:lnTo>
                <a:lnTo>
                  <a:pt x="2093" y="14260"/>
                </a:lnTo>
                <a:lnTo>
                  <a:pt x="2726" y="14308"/>
                </a:lnTo>
                <a:lnTo>
                  <a:pt x="3334" y="14308"/>
                </a:lnTo>
                <a:lnTo>
                  <a:pt x="3943" y="14284"/>
                </a:lnTo>
                <a:lnTo>
                  <a:pt x="4551" y="14260"/>
                </a:lnTo>
                <a:lnTo>
                  <a:pt x="7958" y="14089"/>
                </a:lnTo>
                <a:lnTo>
                  <a:pt x="7958" y="14089"/>
                </a:lnTo>
                <a:lnTo>
                  <a:pt x="7909" y="14211"/>
                </a:lnTo>
                <a:lnTo>
                  <a:pt x="7885" y="14357"/>
                </a:lnTo>
                <a:lnTo>
                  <a:pt x="7860" y="14673"/>
                </a:lnTo>
                <a:lnTo>
                  <a:pt x="7860" y="15233"/>
                </a:lnTo>
                <a:lnTo>
                  <a:pt x="7860" y="15768"/>
                </a:lnTo>
                <a:lnTo>
                  <a:pt x="7836" y="16303"/>
                </a:lnTo>
                <a:lnTo>
                  <a:pt x="7812" y="16547"/>
                </a:lnTo>
                <a:lnTo>
                  <a:pt x="7812" y="16668"/>
                </a:lnTo>
                <a:lnTo>
                  <a:pt x="7812" y="16790"/>
                </a:lnTo>
                <a:lnTo>
                  <a:pt x="7666" y="16741"/>
                </a:lnTo>
                <a:lnTo>
                  <a:pt x="7471" y="16693"/>
                </a:lnTo>
                <a:lnTo>
                  <a:pt x="7276" y="16693"/>
                </a:lnTo>
                <a:lnTo>
                  <a:pt x="7057" y="16668"/>
                </a:lnTo>
                <a:lnTo>
                  <a:pt x="6644" y="16693"/>
                </a:lnTo>
                <a:lnTo>
                  <a:pt x="6303" y="16741"/>
                </a:lnTo>
                <a:lnTo>
                  <a:pt x="6060" y="16790"/>
                </a:lnTo>
                <a:lnTo>
                  <a:pt x="5841" y="16863"/>
                </a:lnTo>
                <a:lnTo>
                  <a:pt x="5646" y="16936"/>
                </a:lnTo>
                <a:lnTo>
                  <a:pt x="5451" y="17058"/>
                </a:lnTo>
                <a:lnTo>
                  <a:pt x="5281" y="17204"/>
                </a:lnTo>
                <a:lnTo>
                  <a:pt x="5135" y="17374"/>
                </a:lnTo>
                <a:lnTo>
                  <a:pt x="5038" y="17569"/>
                </a:lnTo>
                <a:lnTo>
                  <a:pt x="4940" y="17812"/>
                </a:lnTo>
                <a:lnTo>
                  <a:pt x="4940" y="17885"/>
                </a:lnTo>
                <a:lnTo>
                  <a:pt x="4940" y="17958"/>
                </a:lnTo>
                <a:lnTo>
                  <a:pt x="4989" y="18031"/>
                </a:lnTo>
                <a:lnTo>
                  <a:pt x="5038" y="18055"/>
                </a:lnTo>
                <a:lnTo>
                  <a:pt x="5111" y="18080"/>
                </a:lnTo>
                <a:lnTo>
                  <a:pt x="5184" y="18080"/>
                </a:lnTo>
                <a:lnTo>
                  <a:pt x="5257" y="18055"/>
                </a:lnTo>
                <a:lnTo>
                  <a:pt x="5330" y="18007"/>
                </a:lnTo>
                <a:lnTo>
                  <a:pt x="5451" y="18080"/>
                </a:lnTo>
                <a:lnTo>
                  <a:pt x="5597" y="18128"/>
                </a:lnTo>
                <a:lnTo>
                  <a:pt x="5743" y="18177"/>
                </a:lnTo>
                <a:lnTo>
                  <a:pt x="5914" y="18201"/>
                </a:lnTo>
                <a:lnTo>
                  <a:pt x="6254" y="18226"/>
                </a:lnTo>
                <a:lnTo>
                  <a:pt x="6498" y="18226"/>
                </a:lnTo>
                <a:lnTo>
                  <a:pt x="7082" y="18250"/>
                </a:lnTo>
                <a:lnTo>
                  <a:pt x="7641" y="18250"/>
                </a:lnTo>
                <a:lnTo>
                  <a:pt x="8785" y="18226"/>
                </a:lnTo>
                <a:lnTo>
                  <a:pt x="10147" y="18201"/>
                </a:lnTo>
                <a:lnTo>
                  <a:pt x="11486" y="18128"/>
                </a:lnTo>
                <a:lnTo>
                  <a:pt x="12994" y="18080"/>
                </a:lnTo>
                <a:lnTo>
                  <a:pt x="13238" y="18080"/>
                </a:lnTo>
                <a:lnTo>
                  <a:pt x="13505" y="18104"/>
                </a:lnTo>
                <a:lnTo>
                  <a:pt x="13773" y="18080"/>
                </a:lnTo>
                <a:lnTo>
                  <a:pt x="13919" y="18080"/>
                </a:lnTo>
                <a:lnTo>
                  <a:pt x="14016" y="18031"/>
                </a:lnTo>
                <a:lnTo>
                  <a:pt x="14089" y="18080"/>
                </a:lnTo>
                <a:lnTo>
                  <a:pt x="14235" y="18080"/>
                </a:lnTo>
                <a:lnTo>
                  <a:pt x="14284" y="18055"/>
                </a:lnTo>
                <a:lnTo>
                  <a:pt x="14333" y="18007"/>
                </a:lnTo>
                <a:lnTo>
                  <a:pt x="14381" y="17958"/>
                </a:lnTo>
                <a:lnTo>
                  <a:pt x="14406" y="17885"/>
                </a:lnTo>
                <a:lnTo>
                  <a:pt x="14381" y="17812"/>
                </a:lnTo>
                <a:lnTo>
                  <a:pt x="14308" y="17569"/>
                </a:lnTo>
                <a:lnTo>
                  <a:pt x="14211" y="17374"/>
                </a:lnTo>
                <a:lnTo>
                  <a:pt x="14065" y="17179"/>
                </a:lnTo>
                <a:lnTo>
                  <a:pt x="13895" y="17033"/>
                </a:lnTo>
                <a:lnTo>
                  <a:pt x="13700" y="16912"/>
                </a:lnTo>
                <a:lnTo>
                  <a:pt x="13505" y="16814"/>
                </a:lnTo>
                <a:lnTo>
                  <a:pt x="13262" y="16741"/>
                </a:lnTo>
                <a:lnTo>
                  <a:pt x="13043" y="16693"/>
                </a:lnTo>
                <a:lnTo>
                  <a:pt x="12581" y="16693"/>
                </a:lnTo>
                <a:lnTo>
                  <a:pt x="12118" y="16766"/>
                </a:lnTo>
                <a:lnTo>
                  <a:pt x="11802" y="16790"/>
                </a:lnTo>
                <a:lnTo>
                  <a:pt x="11486" y="16814"/>
                </a:lnTo>
                <a:lnTo>
                  <a:pt x="11461" y="16620"/>
                </a:lnTo>
                <a:lnTo>
                  <a:pt x="11510" y="16571"/>
                </a:lnTo>
                <a:lnTo>
                  <a:pt x="11534" y="16498"/>
                </a:lnTo>
                <a:lnTo>
                  <a:pt x="11534" y="16449"/>
                </a:lnTo>
                <a:lnTo>
                  <a:pt x="11486" y="16425"/>
                </a:lnTo>
                <a:lnTo>
                  <a:pt x="11437" y="16401"/>
                </a:lnTo>
                <a:lnTo>
                  <a:pt x="11437" y="15939"/>
                </a:lnTo>
                <a:lnTo>
                  <a:pt x="11461" y="15501"/>
                </a:lnTo>
                <a:lnTo>
                  <a:pt x="11534" y="14746"/>
                </a:lnTo>
                <a:lnTo>
                  <a:pt x="11534" y="14381"/>
                </a:lnTo>
                <a:lnTo>
                  <a:pt x="11510" y="14187"/>
                </a:lnTo>
                <a:lnTo>
                  <a:pt x="11461" y="14016"/>
                </a:lnTo>
                <a:lnTo>
                  <a:pt x="14576" y="14016"/>
                </a:lnTo>
                <a:lnTo>
                  <a:pt x="15136" y="14041"/>
                </a:lnTo>
                <a:lnTo>
                  <a:pt x="15720" y="14089"/>
                </a:lnTo>
                <a:lnTo>
                  <a:pt x="16839" y="14211"/>
                </a:lnTo>
                <a:lnTo>
                  <a:pt x="17423" y="14260"/>
                </a:lnTo>
                <a:lnTo>
                  <a:pt x="17982" y="14260"/>
                </a:lnTo>
                <a:lnTo>
                  <a:pt x="18542" y="14235"/>
                </a:lnTo>
                <a:lnTo>
                  <a:pt x="18834" y="14211"/>
                </a:lnTo>
                <a:lnTo>
                  <a:pt x="19102" y="14138"/>
                </a:lnTo>
                <a:lnTo>
                  <a:pt x="19199" y="14114"/>
                </a:lnTo>
                <a:lnTo>
                  <a:pt x="19272" y="14041"/>
                </a:lnTo>
                <a:lnTo>
                  <a:pt x="19296" y="13968"/>
                </a:lnTo>
                <a:lnTo>
                  <a:pt x="19272" y="13870"/>
                </a:lnTo>
                <a:lnTo>
                  <a:pt x="19272" y="13773"/>
                </a:lnTo>
                <a:lnTo>
                  <a:pt x="19150" y="13043"/>
                </a:lnTo>
                <a:lnTo>
                  <a:pt x="19248" y="12921"/>
                </a:lnTo>
                <a:lnTo>
                  <a:pt x="19248" y="12873"/>
                </a:lnTo>
                <a:lnTo>
                  <a:pt x="19248" y="12824"/>
                </a:lnTo>
                <a:lnTo>
                  <a:pt x="19223" y="12800"/>
                </a:lnTo>
                <a:lnTo>
                  <a:pt x="19102" y="12800"/>
                </a:lnTo>
                <a:lnTo>
                  <a:pt x="19053" y="12337"/>
                </a:lnTo>
                <a:lnTo>
                  <a:pt x="19029" y="11875"/>
                </a:lnTo>
                <a:lnTo>
                  <a:pt x="18980" y="10926"/>
                </a:lnTo>
                <a:lnTo>
                  <a:pt x="18980" y="10001"/>
                </a:lnTo>
                <a:lnTo>
                  <a:pt x="19004" y="9052"/>
                </a:lnTo>
                <a:lnTo>
                  <a:pt x="19004" y="8955"/>
                </a:lnTo>
                <a:lnTo>
                  <a:pt x="19077" y="7203"/>
                </a:lnTo>
                <a:lnTo>
                  <a:pt x="19150" y="5549"/>
                </a:lnTo>
                <a:lnTo>
                  <a:pt x="19175" y="3894"/>
                </a:lnTo>
                <a:lnTo>
                  <a:pt x="19223" y="2385"/>
                </a:lnTo>
                <a:lnTo>
                  <a:pt x="19248" y="1607"/>
                </a:lnTo>
                <a:lnTo>
                  <a:pt x="19223" y="1242"/>
                </a:lnTo>
                <a:lnTo>
                  <a:pt x="19199" y="852"/>
                </a:lnTo>
                <a:lnTo>
                  <a:pt x="19248" y="804"/>
                </a:lnTo>
                <a:lnTo>
                  <a:pt x="19272" y="755"/>
                </a:lnTo>
                <a:lnTo>
                  <a:pt x="19296" y="682"/>
                </a:lnTo>
                <a:lnTo>
                  <a:pt x="19296" y="609"/>
                </a:lnTo>
                <a:lnTo>
                  <a:pt x="19272" y="560"/>
                </a:lnTo>
                <a:lnTo>
                  <a:pt x="19223" y="512"/>
                </a:lnTo>
                <a:lnTo>
                  <a:pt x="19175" y="463"/>
                </a:lnTo>
                <a:lnTo>
                  <a:pt x="19102" y="439"/>
                </a:lnTo>
                <a:lnTo>
                  <a:pt x="18493" y="317"/>
                </a:lnTo>
                <a:lnTo>
                  <a:pt x="17885" y="268"/>
                </a:lnTo>
                <a:lnTo>
                  <a:pt x="17277" y="244"/>
                </a:lnTo>
                <a:lnTo>
                  <a:pt x="16644" y="244"/>
                </a:lnTo>
                <a:lnTo>
                  <a:pt x="15403" y="293"/>
                </a:lnTo>
                <a:lnTo>
                  <a:pt x="14187" y="293"/>
                </a:lnTo>
                <a:lnTo>
                  <a:pt x="12629" y="220"/>
                </a:lnTo>
                <a:lnTo>
                  <a:pt x="11072" y="122"/>
                </a:lnTo>
                <a:lnTo>
                  <a:pt x="9515" y="49"/>
                </a:lnTo>
                <a:lnTo>
                  <a:pt x="7958" y="1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7"/>
          <p:cNvSpPr/>
          <p:nvPr/>
        </p:nvSpPr>
        <p:spPr>
          <a:xfrm>
            <a:off x="6882769" y="2564325"/>
            <a:ext cx="182738" cy="136250"/>
          </a:xfrm>
          <a:custGeom>
            <a:rect b="b" l="l" r="r" t="t"/>
            <a:pathLst>
              <a:path extrusionOk="0" h="13822" w="17690">
                <a:moveTo>
                  <a:pt x="4867" y="2166"/>
                </a:moveTo>
                <a:lnTo>
                  <a:pt x="5694" y="2215"/>
                </a:lnTo>
                <a:lnTo>
                  <a:pt x="6497" y="2263"/>
                </a:lnTo>
                <a:lnTo>
                  <a:pt x="7568" y="2288"/>
                </a:lnTo>
                <a:lnTo>
                  <a:pt x="8638" y="2312"/>
                </a:lnTo>
                <a:lnTo>
                  <a:pt x="10755" y="2312"/>
                </a:lnTo>
                <a:lnTo>
                  <a:pt x="11826" y="2361"/>
                </a:lnTo>
                <a:lnTo>
                  <a:pt x="12896" y="2434"/>
                </a:lnTo>
                <a:lnTo>
                  <a:pt x="13967" y="2507"/>
                </a:lnTo>
                <a:lnTo>
                  <a:pt x="15013" y="2555"/>
                </a:lnTo>
                <a:lnTo>
                  <a:pt x="15841" y="2531"/>
                </a:lnTo>
                <a:lnTo>
                  <a:pt x="16644" y="2531"/>
                </a:lnTo>
                <a:lnTo>
                  <a:pt x="16838" y="2555"/>
                </a:lnTo>
                <a:lnTo>
                  <a:pt x="17033" y="2604"/>
                </a:lnTo>
                <a:lnTo>
                  <a:pt x="17106" y="2628"/>
                </a:lnTo>
                <a:lnTo>
                  <a:pt x="17179" y="2701"/>
                </a:lnTo>
                <a:lnTo>
                  <a:pt x="17228" y="2774"/>
                </a:lnTo>
                <a:lnTo>
                  <a:pt x="17252" y="2872"/>
                </a:lnTo>
                <a:lnTo>
                  <a:pt x="17252" y="2872"/>
                </a:lnTo>
                <a:lnTo>
                  <a:pt x="16863" y="2799"/>
                </a:lnTo>
                <a:lnTo>
                  <a:pt x="16473" y="2774"/>
                </a:lnTo>
                <a:lnTo>
                  <a:pt x="16084" y="2750"/>
                </a:lnTo>
                <a:lnTo>
                  <a:pt x="15695" y="2726"/>
                </a:lnTo>
                <a:lnTo>
                  <a:pt x="14892" y="2726"/>
                </a:lnTo>
                <a:lnTo>
                  <a:pt x="14113" y="2750"/>
                </a:lnTo>
                <a:lnTo>
                  <a:pt x="12239" y="2750"/>
                </a:lnTo>
                <a:lnTo>
                  <a:pt x="10390" y="2726"/>
                </a:lnTo>
                <a:lnTo>
                  <a:pt x="9466" y="2677"/>
                </a:lnTo>
                <a:lnTo>
                  <a:pt x="8541" y="2653"/>
                </a:lnTo>
                <a:lnTo>
                  <a:pt x="7641" y="2604"/>
                </a:lnTo>
                <a:lnTo>
                  <a:pt x="6716" y="2580"/>
                </a:lnTo>
                <a:lnTo>
                  <a:pt x="5207" y="2555"/>
                </a:lnTo>
                <a:lnTo>
                  <a:pt x="5013" y="2555"/>
                </a:lnTo>
                <a:lnTo>
                  <a:pt x="4818" y="2580"/>
                </a:lnTo>
                <a:lnTo>
                  <a:pt x="4648" y="2628"/>
                </a:lnTo>
                <a:lnTo>
                  <a:pt x="4477" y="2701"/>
                </a:lnTo>
                <a:lnTo>
                  <a:pt x="4356" y="2239"/>
                </a:lnTo>
                <a:lnTo>
                  <a:pt x="4380" y="2215"/>
                </a:lnTo>
                <a:lnTo>
                  <a:pt x="4404" y="2215"/>
                </a:lnTo>
                <a:lnTo>
                  <a:pt x="4550" y="2166"/>
                </a:lnTo>
                <a:close/>
                <a:moveTo>
                  <a:pt x="15330" y="3163"/>
                </a:moveTo>
                <a:lnTo>
                  <a:pt x="16230" y="3188"/>
                </a:lnTo>
                <a:lnTo>
                  <a:pt x="16035" y="3577"/>
                </a:lnTo>
                <a:lnTo>
                  <a:pt x="15524" y="3577"/>
                </a:lnTo>
                <a:lnTo>
                  <a:pt x="15135" y="3601"/>
                </a:lnTo>
                <a:lnTo>
                  <a:pt x="15232" y="3334"/>
                </a:lnTo>
                <a:lnTo>
                  <a:pt x="15330" y="3163"/>
                </a:lnTo>
                <a:close/>
                <a:moveTo>
                  <a:pt x="16425" y="3212"/>
                </a:moveTo>
                <a:lnTo>
                  <a:pt x="17179" y="3261"/>
                </a:lnTo>
                <a:lnTo>
                  <a:pt x="17155" y="3285"/>
                </a:lnTo>
                <a:lnTo>
                  <a:pt x="17106" y="3382"/>
                </a:lnTo>
                <a:lnTo>
                  <a:pt x="16984" y="3577"/>
                </a:lnTo>
                <a:lnTo>
                  <a:pt x="16522" y="3601"/>
                </a:lnTo>
                <a:lnTo>
                  <a:pt x="16352" y="3577"/>
                </a:lnTo>
                <a:lnTo>
                  <a:pt x="16400" y="3382"/>
                </a:lnTo>
                <a:lnTo>
                  <a:pt x="16425" y="3212"/>
                </a:lnTo>
                <a:close/>
                <a:moveTo>
                  <a:pt x="15038" y="3139"/>
                </a:moveTo>
                <a:lnTo>
                  <a:pt x="14940" y="3334"/>
                </a:lnTo>
                <a:lnTo>
                  <a:pt x="14843" y="3504"/>
                </a:lnTo>
                <a:lnTo>
                  <a:pt x="14794" y="3601"/>
                </a:lnTo>
                <a:lnTo>
                  <a:pt x="13894" y="3650"/>
                </a:lnTo>
                <a:lnTo>
                  <a:pt x="13943" y="3407"/>
                </a:lnTo>
                <a:lnTo>
                  <a:pt x="13943" y="3139"/>
                </a:lnTo>
                <a:close/>
                <a:moveTo>
                  <a:pt x="14575" y="4064"/>
                </a:moveTo>
                <a:lnTo>
                  <a:pt x="14308" y="4623"/>
                </a:lnTo>
                <a:lnTo>
                  <a:pt x="13602" y="4623"/>
                </a:lnTo>
                <a:lnTo>
                  <a:pt x="13724" y="4356"/>
                </a:lnTo>
                <a:lnTo>
                  <a:pt x="13797" y="4064"/>
                </a:lnTo>
                <a:close/>
                <a:moveTo>
                  <a:pt x="15524" y="3991"/>
                </a:moveTo>
                <a:lnTo>
                  <a:pt x="15816" y="4015"/>
                </a:lnTo>
                <a:lnTo>
                  <a:pt x="15670" y="4283"/>
                </a:lnTo>
                <a:lnTo>
                  <a:pt x="15451" y="4648"/>
                </a:lnTo>
                <a:lnTo>
                  <a:pt x="14916" y="4648"/>
                </a:lnTo>
                <a:lnTo>
                  <a:pt x="14673" y="4623"/>
                </a:lnTo>
                <a:lnTo>
                  <a:pt x="14965" y="4039"/>
                </a:lnTo>
                <a:lnTo>
                  <a:pt x="15524" y="3991"/>
                </a:lnTo>
                <a:close/>
                <a:moveTo>
                  <a:pt x="16741" y="4039"/>
                </a:moveTo>
                <a:lnTo>
                  <a:pt x="16425" y="4648"/>
                </a:lnTo>
                <a:lnTo>
                  <a:pt x="15816" y="4648"/>
                </a:lnTo>
                <a:lnTo>
                  <a:pt x="16011" y="4307"/>
                </a:lnTo>
                <a:lnTo>
                  <a:pt x="16157" y="4039"/>
                </a:lnTo>
                <a:lnTo>
                  <a:pt x="16449" y="4064"/>
                </a:lnTo>
                <a:lnTo>
                  <a:pt x="16741" y="4039"/>
                </a:lnTo>
                <a:close/>
                <a:moveTo>
                  <a:pt x="14916" y="4988"/>
                </a:moveTo>
                <a:lnTo>
                  <a:pt x="15208" y="5013"/>
                </a:lnTo>
                <a:lnTo>
                  <a:pt x="14965" y="5426"/>
                </a:lnTo>
                <a:lnTo>
                  <a:pt x="14259" y="5426"/>
                </a:lnTo>
                <a:lnTo>
                  <a:pt x="14502" y="4988"/>
                </a:lnTo>
                <a:close/>
                <a:moveTo>
                  <a:pt x="13480" y="4964"/>
                </a:moveTo>
                <a:lnTo>
                  <a:pt x="14113" y="4988"/>
                </a:lnTo>
                <a:lnTo>
                  <a:pt x="13918" y="5378"/>
                </a:lnTo>
                <a:lnTo>
                  <a:pt x="13894" y="5426"/>
                </a:lnTo>
                <a:lnTo>
                  <a:pt x="13578" y="5426"/>
                </a:lnTo>
                <a:lnTo>
                  <a:pt x="13261" y="5451"/>
                </a:lnTo>
                <a:lnTo>
                  <a:pt x="13261" y="5451"/>
                </a:lnTo>
                <a:lnTo>
                  <a:pt x="13480" y="4964"/>
                </a:lnTo>
                <a:close/>
                <a:moveTo>
                  <a:pt x="16206" y="5037"/>
                </a:moveTo>
                <a:lnTo>
                  <a:pt x="15987" y="5451"/>
                </a:lnTo>
                <a:lnTo>
                  <a:pt x="15670" y="5402"/>
                </a:lnTo>
                <a:lnTo>
                  <a:pt x="15354" y="5402"/>
                </a:lnTo>
                <a:lnTo>
                  <a:pt x="15573" y="5037"/>
                </a:lnTo>
                <a:close/>
                <a:moveTo>
                  <a:pt x="15135" y="5816"/>
                </a:moveTo>
                <a:lnTo>
                  <a:pt x="15768" y="5840"/>
                </a:lnTo>
                <a:lnTo>
                  <a:pt x="15549" y="6278"/>
                </a:lnTo>
                <a:lnTo>
                  <a:pt x="15208" y="6278"/>
                </a:lnTo>
                <a:lnTo>
                  <a:pt x="14892" y="6327"/>
                </a:lnTo>
                <a:lnTo>
                  <a:pt x="15135" y="5816"/>
                </a:lnTo>
                <a:close/>
                <a:moveTo>
                  <a:pt x="14259" y="5791"/>
                </a:moveTo>
                <a:lnTo>
                  <a:pt x="14770" y="5816"/>
                </a:lnTo>
                <a:lnTo>
                  <a:pt x="14478" y="6351"/>
                </a:lnTo>
                <a:lnTo>
                  <a:pt x="13845" y="6351"/>
                </a:lnTo>
                <a:lnTo>
                  <a:pt x="13943" y="6083"/>
                </a:lnTo>
                <a:lnTo>
                  <a:pt x="14064" y="5840"/>
                </a:lnTo>
                <a:lnTo>
                  <a:pt x="14089" y="5791"/>
                </a:lnTo>
                <a:close/>
                <a:moveTo>
                  <a:pt x="13164" y="5694"/>
                </a:moveTo>
                <a:lnTo>
                  <a:pt x="13432" y="5743"/>
                </a:lnTo>
                <a:lnTo>
                  <a:pt x="13724" y="5767"/>
                </a:lnTo>
                <a:lnTo>
                  <a:pt x="13456" y="6327"/>
                </a:lnTo>
                <a:lnTo>
                  <a:pt x="13188" y="6351"/>
                </a:lnTo>
                <a:lnTo>
                  <a:pt x="12896" y="6400"/>
                </a:lnTo>
                <a:lnTo>
                  <a:pt x="13164" y="5694"/>
                </a:lnTo>
                <a:close/>
                <a:moveTo>
                  <a:pt x="15378" y="6594"/>
                </a:moveTo>
                <a:lnTo>
                  <a:pt x="15257" y="6838"/>
                </a:lnTo>
                <a:lnTo>
                  <a:pt x="15159" y="6862"/>
                </a:lnTo>
                <a:lnTo>
                  <a:pt x="14892" y="6911"/>
                </a:lnTo>
                <a:lnTo>
                  <a:pt x="14624" y="6935"/>
                </a:lnTo>
                <a:lnTo>
                  <a:pt x="14600" y="6935"/>
                </a:lnTo>
                <a:lnTo>
                  <a:pt x="14746" y="6643"/>
                </a:lnTo>
                <a:lnTo>
                  <a:pt x="15208" y="6594"/>
                </a:lnTo>
                <a:close/>
                <a:moveTo>
                  <a:pt x="15038" y="7349"/>
                </a:moveTo>
                <a:lnTo>
                  <a:pt x="14916" y="7592"/>
                </a:lnTo>
                <a:lnTo>
                  <a:pt x="14794" y="7811"/>
                </a:lnTo>
                <a:lnTo>
                  <a:pt x="14162" y="7811"/>
                </a:lnTo>
                <a:lnTo>
                  <a:pt x="14356" y="7397"/>
                </a:lnTo>
                <a:lnTo>
                  <a:pt x="14697" y="7397"/>
                </a:lnTo>
                <a:lnTo>
                  <a:pt x="15038" y="7349"/>
                </a:lnTo>
                <a:close/>
                <a:moveTo>
                  <a:pt x="14040" y="8030"/>
                </a:moveTo>
                <a:lnTo>
                  <a:pt x="14283" y="8079"/>
                </a:lnTo>
                <a:lnTo>
                  <a:pt x="14575" y="8103"/>
                </a:lnTo>
                <a:lnTo>
                  <a:pt x="14405" y="8273"/>
                </a:lnTo>
                <a:lnTo>
                  <a:pt x="14210" y="8395"/>
                </a:lnTo>
                <a:lnTo>
                  <a:pt x="14016" y="8492"/>
                </a:lnTo>
                <a:lnTo>
                  <a:pt x="13772" y="8565"/>
                </a:lnTo>
                <a:lnTo>
                  <a:pt x="14040" y="8030"/>
                </a:lnTo>
                <a:close/>
                <a:moveTo>
                  <a:pt x="13748" y="6619"/>
                </a:moveTo>
                <a:lnTo>
                  <a:pt x="14332" y="6643"/>
                </a:lnTo>
                <a:lnTo>
                  <a:pt x="14162" y="6935"/>
                </a:lnTo>
                <a:lnTo>
                  <a:pt x="13967" y="6935"/>
                </a:lnTo>
                <a:lnTo>
                  <a:pt x="13772" y="6959"/>
                </a:lnTo>
                <a:lnTo>
                  <a:pt x="13724" y="6984"/>
                </a:lnTo>
                <a:lnTo>
                  <a:pt x="13699" y="7008"/>
                </a:lnTo>
                <a:lnTo>
                  <a:pt x="13675" y="7057"/>
                </a:lnTo>
                <a:lnTo>
                  <a:pt x="13675" y="7130"/>
                </a:lnTo>
                <a:lnTo>
                  <a:pt x="13724" y="7203"/>
                </a:lnTo>
                <a:lnTo>
                  <a:pt x="13845" y="7276"/>
                </a:lnTo>
                <a:lnTo>
                  <a:pt x="13967" y="7324"/>
                </a:lnTo>
                <a:lnTo>
                  <a:pt x="13724" y="7811"/>
                </a:lnTo>
                <a:lnTo>
                  <a:pt x="13456" y="7811"/>
                </a:lnTo>
                <a:lnTo>
                  <a:pt x="13432" y="7835"/>
                </a:lnTo>
                <a:lnTo>
                  <a:pt x="13456" y="7860"/>
                </a:lnTo>
                <a:lnTo>
                  <a:pt x="13480" y="7884"/>
                </a:lnTo>
                <a:lnTo>
                  <a:pt x="13651" y="7933"/>
                </a:lnTo>
                <a:lnTo>
                  <a:pt x="13310" y="8614"/>
                </a:lnTo>
                <a:lnTo>
                  <a:pt x="12896" y="8638"/>
                </a:lnTo>
                <a:lnTo>
                  <a:pt x="12872" y="8638"/>
                </a:lnTo>
                <a:lnTo>
                  <a:pt x="13018" y="8419"/>
                </a:lnTo>
                <a:lnTo>
                  <a:pt x="13140" y="8176"/>
                </a:lnTo>
                <a:lnTo>
                  <a:pt x="13359" y="7665"/>
                </a:lnTo>
                <a:lnTo>
                  <a:pt x="13553" y="7130"/>
                </a:lnTo>
                <a:lnTo>
                  <a:pt x="13748" y="6619"/>
                </a:lnTo>
                <a:close/>
                <a:moveTo>
                  <a:pt x="12872" y="6473"/>
                </a:moveTo>
                <a:lnTo>
                  <a:pt x="13359" y="6570"/>
                </a:lnTo>
                <a:lnTo>
                  <a:pt x="12945" y="7616"/>
                </a:lnTo>
                <a:lnTo>
                  <a:pt x="12702" y="8152"/>
                </a:lnTo>
                <a:lnTo>
                  <a:pt x="12434" y="8638"/>
                </a:lnTo>
                <a:lnTo>
                  <a:pt x="12434" y="8687"/>
                </a:lnTo>
                <a:lnTo>
                  <a:pt x="12166" y="8687"/>
                </a:lnTo>
                <a:lnTo>
                  <a:pt x="12264" y="8395"/>
                </a:lnTo>
                <a:lnTo>
                  <a:pt x="12507" y="7641"/>
                </a:lnTo>
                <a:lnTo>
                  <a:pt x="12750" y="6886"/>
                </a:lnTo>
                <a:lnTo>
                  <a:pt x="12872" y="6473"/>
                </a:lnTo>
                <a:close/>
                <a:moveTo>
                  <a:pt x="13821" y="3115"/>
                </a:moveTo>
                <a:lnTo>
                  <a:pt x="13578" y="3674"/>
                </a:lnTo>
                <a:lnTo>
                  <a:pt x="12921" y="3650"/>
                </a:lnTo>
                <a:lnTo>
                  <a:pt x="12872" y="3674"/>
                </a:lnTo>
                <a:lnTo>
                  <a:pt x="12823" y="3723"/>
                </a:lnTo>
                <a:lnTo>
                  <a:pt x="12823" y="3796"/>
                </a:lnTo>
                <a:lnTo>
                  <a:pt x="12872" y="3820"/>
                </a:lnTo>
                <a:lnTo>
                  <a:pt x="13140" y="3942"/>
                </a:lnTo>
                <a:lnTo>
                  <a:pt x="13432" y="4015"/>
                </a:lnTo>
                <a:lnTo>
                  <a:pt x="13164" y="4672"/>
                </a:lnTo>
                <a:lnTo>
                  <a:pt x="12872" y="4696"/>
                </a:lnTo>
                <a:lnTo>
                  <a:pt x="12823" y="4745"/>
                </a:lnTo>
                <a:lnTo>
                  <a:pt x="12799" y="4794"/>
                </a:lnTo>
                <a:lnTo>
                  <a:pt x="12823" y="4842"/>
                </a:lnTo>
                <a:lnTo>
                  <a:pt x="12872" y="4867"/>
                </a:lnTo>
                <a:lnTo>
                  <a:pt x="13042" y="4891"/>
                </a:lnTo>
                <a:lnTo>
                  <a:pt x="12750" y="5670"/>
                </a:lnTo>
                <a:lnTo>
                  <a:pt x="12483" y="6448"/>
                </a:lnTo>
                <a:lnTo>
                  <a:pt x="12045" y="7860"/>
                </a:lnTo>
                <a:lnTo>
                  <a:pt x="11826" y="8444"/>
                </a:lnTo>
                <a:lnTo>
                  <a:pt x="11753" y="8638"/>
                </a:lnTo>
                <a:lnTo>
                  <a:pt x="11704" y="8711"/>
                </a:lnTo>
                <a:lnTo>
                  <a:pt x="11777" y="8663"/>
                </a:lnTo>
                <a:lnTo>
                  <a:pt x="11729" y="8736"/>
                </a:lnTo>
                <a:lnTo>
                  <a:pt x="10999" y="8784"/>
                </a:lnTo>
                <a:lnTo>
                  <a:pt x="11120" y="8517"/>
                </a:lnTo>
                <a:lnTo>
                  <a:pt x="11218" y="8225"/>
                </a:lnTo>
                <a:lnTo>
                  <a:pt x="11364" y="7689"/>
                </a:lnTo>
                <a:lnTo>
                  <a:pt x="11607" y="6789"/>
                </a:lnTo>
                <a:lnTo>
                  <a:pt x="11753" y="6351"/>
                </a:lnTo>
                <a:lnTo>
                  <a:pt x="11899" y="5889"/>
                </a:lnTo>
                <a:lnTo>
                  <a:pt x="12118" y="5207"/>
                </a:lnTo>
                <a:lnTo>
                  <a:pt x="12337" y="4502"/>
                </a:lnTo>
                <a:lnTo>
                  <a:pt x="12556" y="3820"/>
                </a:lnTo>
                <a:lnTo>
                  <a:pt x="12799" y="3115"/>
                </a:lnTo>
                <a:close/>
                <a:moveTo>
                  <a:pt x="12434" y="3115"/>
                </a:moveTo>
                <a:lnTo>
                  <a:pt x="12288" y="3382"/>
                </a:lnTo>
                <a:lnTo>
                  <a:pt x="12142" y="3674"/>
                </a:lnTo>
                <a:lnTo>
                  <a:pt x="12045" y="3991"/>
                </a:lnTo>
                <a:lnTo>
                  <a:pt x="11948" y="4307"/>
                </a:lnTo>
                <a:lnTo>
                  <a:pt x="11777" y="4964"/>
                </a:lnTo>
                <a:lnTo>
                  <a:pt x="11607" y="5572"/>
                </a:lnTo>
                <a:lnTo>
                  <a:pt x="10536" y="8809"/>
                </a:lnTo>
                <a:lnTo>
                  <a:pt x="10342" y="8833"/>
                </a:lnTo>
                <a:lnTo>
                  <a:pt x="10488" y="8249"/>
                </a:lnTo>
                <a:lnTo>
                  <a:pt x="10585" y="7665"/>
                </a:lnTo>
                <a:lnTo>
                  <a:pt x="10950" y="6132"/>
                </a:lnTo>
                <a:lnTo>
                  <a:pt x="11120" y="5402"/>
                </a:lnTo>
                <a:lnTo>
                  <a:pt x="11315" y="4648"/>
                </a:lnTo>
                <a:lnTo>
                  <a:pt x="11388" y="4258"/>
                </a:lnTo>
                <a:lnTo>
                  <a:pt x="11437" y="3869"/>
                </a:lnTo>
                <a:lnTo>
                  <a:pt x="11485" y="3480"/>
                </a:lnTo>
                <a:lnTo>
                  <a:pt x="11485" y="3115"/>
                </a:lnTo>
                <a:close/>
                <a:moveTo>
                  <a:pt x="11169" y="3090"/>
                </a:moveTo>
                <a:lnTo>
                  <a:pt x="11072" y="3455"/>
                </a:lnTo>
                <a:lnTo>
                  <a:pt x="10974" y="3820"/>
                </a:lnTo>
                <a:lnTo>
                  <a:pt x="10804" y="4550"/>
                </a:lnTo>
                <a:lnTo>
                  <a:pt x="10658" y="5305"/>
                </a:lnTo>
                <a:lnTo>
                  <a:pt x="10512" y="6035"/>
                </a:lnTo>
                <a:lnTo>
                  <a:pt x="10342" y="6716"/>
                </a:lnTo>
                <a:lnTo>
                  <a:pt x="10147" y="7422"/>
                </a:lnTo>
                <a:lnTo>
                  <a:pt x="9977" y="8152"/>
                </a:lnTo>
                <a:lnTo>
                  <a:pt x="9904" y="8517"/>
                </a:lnTo>
                <a:lnTo>
                  <a:pt x="9855" y="8857"/>
                </a:lnTo>
                <a:lnTo>
                  <a:pt x="9490" y="8906"/>
                </a:lnTo>
                <a:lnTo>
                  <a:pt x="9539" y="8687"/>
                </a:lnTo>
                <a:lnTo>
                  <a:pt x="9539" y="8468"/>
                </a:lnTo>
                <a:lnTo>
                  <a:pt x="9514" y="8054"/>
                </a:lnTo>
                <a:lnTo>
                  <a:pt x="9539" y="7616"/>
                </a:lnTo>
                <a:lnTo>
                  <a:pt x="9563" y="7178"/>
                </a:lnTo>
                <a:lnTo>
                  <a:pt x="9685" y="6327"/>
                </a:lnTo>
                <a:lnTo>
                  <a:pt x="9758" y="5816"/>
                </a:lnTo>
                <a:lnTo>
                  <a:pt x="9855" y="5353"/>
                </a:lnTo>
                <a:lnTo>
                  <a:pt x="9977" y="4867"/>
                </a:lnTo>
                <a:lnTo>
                  <a:pt x="10098" y="4380"/>
                </a:lnTo>
                <a:lnTo>
                  <a:pt x="10171" y="4088"/>
                </a:lnTo>
                <a:lnTo>
                  <a:pt x="10244" y="3747"/>
                </a:lnTo>
                <a:lnTo>
                  <a:pt x="10293" y="3407"/>
                </a:lnTo>
                <a:lnTo>
                  <a:pt x="10293" y="3236"/>
                </a:lnTo>
                <a:lnTo>
                  <a:pt x="10269" y="3090"/>
                </a:lnTo>
                <a:close/>
                <a:moveTo>
                  <a:pt x="9149" y="3042"/>
                </a:moveTo>
                <a:lnTo>
                  <a:pt x="9952" y="3066"/>
                </a:lnTo>
                <a:lnTo>
                  <a:pt x="9879" y="3382"/>
                </a:lnTo>
                <a:lnTo>
                  <a:pt x="9831" y="3674"/>
                </a:lnTo>
                <a:lnTo>
                  <a:pt x="9782" y="3991"/>
                </a:lnTo>
                <a:lnTo>
                  <a:pt x="9709" y="4283"/>
                </a:lnTo>
                <a:lnTo>
                  <a:pt x="9490" y="5110"/>
                </a:lnTo>
                <a:lnTo>
                  <a:pt x="9393" y="5548"/>
                </a:lnTo>
                <a:lnTo>
                  <a:pt x="9320" y="5962"/>
                </a:lnTo>
                <a:lnTo>
                  <a:pt x="9222" y="6789"/>
                </a:lnTo>
                <a:lnTo>
                  <a:pt x="9125" y="7592"/>
                </a:lnTo>
                <a:lnTo>
                  <a:pt x="9125" y="7738"/>
                </a:lnTo>
                <a:lnTo>
                  <a:pt x="9125" y="7908"/>
                </a:lnTo>
                <a:lnTo>
                  <a:pt x="9149" y="8273"/>
                </a:lnTo>
                <a:lnTo>
                  <a:pt x="9149" y="8614"/>
                </a:lnTo>
                <a:lnTo>
                  <a:pt x="9125" y="8784"/>
                </a:lnTo>
                <a:lnTo>
                  <a:pt x="9076" y="8930"/>
                </a:lnTo>
                <a:lnTo>
                  <a:pt x="9052" y="8955"/>
                </a:lnTo>
                <a:lnTo>
                  <a:pt x="8906" y="8955"/>
                </a:lnTo>
                <a:lnTo>
                  <a:pt x="8517" y="9003"/>
                </a:lnTo>
                <a:lnTo>
                  <a:pt x="8638" y="8273"/>
                </a:lnTo>
                <a:lnTo>
                  <a:pt x="8736" y="7519"/>
                </a:lnTo>
                <a:lnTo>
                  <a:pt x="8857" y="6035"/>
                </a:lnTo>
                <a:lnTo>
                  <a:pt x="8955" y="5280"/>
                </a:lnTo>
                <a:lnTo>
                  <a:pt x="9052" y="4550"/>
                </a:lnTo>
                <a:lnTo>
                  <a:pt x="9149" y="3796"/>
                </a:lnTo>
                <a:lnTo>
                  <a:pt x="9149" y="3407"/>
                </a:lnTo>
                <a:lnTo>
                  <a:pt x="9149" y="3042"/>
                </a:lnTo>
                <a:close/>
                <a:moveTo>
                  <a:pt x="8006" y="2993"/>
                </a:moveTo>
                <a:lnTo>
                  <a:pt x="8809" y="3017"/>
                </a:lnTo>
                <a:lnTo>
                  <a:pt x="8784" y="3139"/>
                </a:lnTo>
                <a:lnTo>
                  <a:pt x="8784" y="3261"/>
                </a:lnTo>
                <a:lnTo>
                  <a:pt x="8784" y="3504"/>
                </a:lnTo>
                <a:lnTo>
                  <a:pt x="8784" y="3747"/>
                </a:lnTo>
                <a:lnTo>
                  <a:pt x="8760" y="3991"/>
                </a:lnTo>
                <a:lnTo>
                  <a:pt x="8687" y="4502"/>
                </a:lnTo>
                <a:lnTo>
                  <a:pt x="8590" y="4988"/>
                </a:lnTo>
                <a:lnTo>
                  <a:pt x="8517" y="5475"/>
                </a:lnTo>
                <a:lnTo>
                  <a:pt x="8395" y="6375"/>
                </a:lnTo>
                <a:lnTo>
                  <a:pt x="8298" y="7251"/>
                </a:lnTo>
                <a:lnTo>
                  <a:pt x="8200" y="8152"/>
                </a:lnTo>
                <a:lnTo>
                  <a:pt x="8079" y="9028"/>
                </a:lnTo>
                <a:lnTo>
                  <a:pt x="7957" y="9028"/>
                </a:lnTo>
                <a:lnTo>
                  <a:pt x="7981" y="8273"/>
                </a:lnTo>
                <a:lnTo>
                  <a:pt x="8006" y="7495"/>
                </a:lnTo>
                <a:lnTo>
                  <a:pt x="8103" y="5962"/>
                </a:lnTo>
                <a:lnTo>
                  <a:pt x="8127" y="5572"/>
                </a:lnTo>
                <a:lnTo>
                  <a:pt x="8103" y="5159"/>
                </a:lnTo>
                <a:lnTo>
                  <a:pt x="8054" y="4380"/>
                </a:lnTo>
                <a:lnTo>
                  <a:pt x="8030" y="3674"/>
                </a:lnTo>
                <a:lnTo>
                  <a:pt x="8030" y="3334"/>
                </a:lnTo>
                <a:lnTo>
                  <a:pt x="8006" y="2993"/>
                </a:lnTo>
                <a:close/>
                <a:moveTo>
                  <a:pt x="6959" y="2945"/>
                </a:moveTo>
                <a:lnTo>
                  <a:pt x="7081" y="2969"/>
                </a:lnTo>
                <a:lnTo>
                  <a:pt x="7714" y="2969"/>
                </a:lnTo>
                <a:lnTo>
                  <a:pt x="7641" y="3285"/>
                </a:lnTo>
                <a:lnTo>
                  <a:pt x="7592" y="3626"/>
                </a:lnTo>
                <a:lnTo>
                  <a:pt x="7592" y="3966"/>
                </a:lnTo>
                <a:lnTo>
                  <a:pt x="7616" y="4307"/>
                </a:lnTo>
                <a:lnTo>
                  <a:pt x="7665" y="5013"/>
                </a:lnTo>
                <a:lnTo>
                  <a:pt x="7689" y="5329"/>
                </a:lnTo>
                <a:lnTo>
                  <a:pt x="7689" y="5670"/>
                </a:lnTo>
                <a:lnTo>
                  <a:pt x="7665" y="6497"/>
                </a:lnTo>
                <a:lnTo>
                  <a:pt x="7592" y="7349"/>
                </a:lnTo>
                <a:lnTo>
                  <a:pt x="7543" y="8200"/>
                </a:lnTo>
                <a:lnTo>
                  <a:pt x="7543" y="8638"/>
                </a:lnTo>
                <a:lnTo>
                  <a:pt x="7543" y="9052"/>
                </a:lnTo>
                <a:lnTo>
                  <a:pt x="7081" y="9052"/>
                </a:lnTo>
                <a:lnTo>
                  <a:pt x="7130" y="8614"/>
                </a:lnTo>
                <a:lnTo>
                  <a:pt x="7178" y="8152"/>
                </a:lnTo>
                <a:lnTo>
                  <a:pt x="7178" y="7689"/>
                </a:lnTo>
                <a:lnTo>
                  <a:pt x="7178" y="7227"/>
                </a:lnTo>
                <a:lnTo>
                  <a:pt x="7154" y="6302"/>
                </a:lnTo>
                <a:lnTo>
                  <a:pt x="7081" y="5402"/>
                </a:lnTo>
                <a:lnTo>
                  <a:pt x="7008" y="4648"/>
                </a:lnTo>
                <a:lnTo>
                  <a:pt x="6935" y="3893"/>
                </a:lnTo>
                <a:lnTo>
                  <a:pt x="6935" y="3674"/>
                </a:lnTo>
                <a:lnTo>
                  <a:pt x="6959" y="3431"/>
                </a:lnTo>
                <a:lnTo>
                  <a:pt x="6959" y="3188"/>
                </a:lnTo>
                <a:lnTo>
                  <a:pt x="6959" y="2945"/>
                </a:lnTo>
                <a:close/>
                <a:moveTo>
                  <a:pt x="6570" y="2945"/>
                </a:moveTo>
                <a:lnTo>
                  <a:pt x="6546" y="3163"/>
                </a:lnTo>
                <a:lnTo>
                  <a:pt x="6521" y="3382"/>
                </a:lnTo>
                <a:lnTo>
                  <a:pt x="6497" y="3796"/>
                </a:lnTo>
                <a:lnTo>
                  <a:pt x="6521" y="4210"/>
                </a:lnTo>
                <a:lnTo>
                  <a:pt x="6619" y="5061"/>
                </a:lnTo>
                <a:lnTo>
                  <a:pt x="6716" y="6059"/>
                </a:lnTo>
                <a:lnTo>
                  <a:pt x="6740" y="6546"/>
                </a:lnTo>
                <a:lnTo>
                  <a:pt x="6765" y="7057"/>
                </a:lnTo>
                <a:lnTo>
                  <a:pt x="6765" y="7568"/>
                </a:lnTo>
                <a:lnTo>
                  <a:pt x="6765" y="8079"/>
                </a:lnTo>
                <a:lnTo>
                  <a:pt x="6716" y="8590"/>
                </a:lnTo>
                <a:lnTo>
                  <a:pt x="6643" y="9076"/>
                </a:lnTo>
                <a:lnTo>
                  <a:pt x="6473" y="9076"/>
                </a:lnTo>
                <a:lnTo>
                  <a:pt x="6473" y="8979"/>
                </a:lnTo>
                <a:lnTo>
                  <a:pt x="6448" y="8882"/>
                </a:lnTo>
                <a:lnTo>
                  <a:pt x="6400" y="8711"/>
                </a:lnTo>
                <a:lnTo>
                  <a:pt x="6351" y="8298"/>
                </a:lnTo>
                <a:lnTo>
                  <a:pt x="6302" y="7884"/>
                </a:lnTo>
                <a:lnTo>
                  <a:pt x="6229" y="7081"/>
                </a:lnTo>
                <a:lnTo>
                  <a:pt x="6181" y="6424"/>
                </a:lnTo>
                <a:lnTo>
                  <a:pt x="6108" y="5767"/>
                </a:lnTo>
                <a:lnTo>
                  <a:pt x="5913" y="4137"/>
                </a:lnTo>
                <a:lnTo>
                  <a:pt x="5864" y="3820"/>
                </a:lnTo>
                <a:lnTo>
                  <a:pt x="5816" y="3528"/>
                </a:lnTo>
                <a:lnTo>
                  <a:pt x="5743" y="3212"/>
                </a:lnTo>
                <a:lnTo>
                  <a:pt x="5645" y="2945"/>
                </a:lnTo>
                <a:close/>
                <a:moveTo>
                  <a:pt x="5013" y="2920"/>
                </a:moveTo>
                <a:lnTo>
                  <a:pt x="5475" y="2945"/>
                </a:lnTo>
                <a:lnTo>
                  <a:pt x="5451" y="3236"/>
                </a:lnTo>
                <a:lnTo>
                  <a:pt x="5475" y="3528"/>
                </a:lnTo>
                <a:lnTo>
                  <a:pt x="5524" y="4137"/>
                </a:lnTo>
                <a:lnTo>
                  <a:pt x="5718" y="5767"/>
                </a:lnTo>
                <a:lnTo>
                  <a:pt x="5791" y="6424"/>
                </a:lnTo>
                <a:lnTo>
                  <a:pt x="5840" y="7081"/>
                </a:lnTo>
                <a:lnTo>
                  <a:pt x="5889" y="7860"/>
                </a:lnTo>
                <a:lnTo>
                  <a:pt x="5986" y="8663"/>
                </a:lnTo>
                <a:lnTo>
                  <a:pt x="6010" y="8857"/>
                </a:lnTo>
                <a:lnTo>
                  <a:pt x="6035" y="9003"/>
                </a:lnTo>
                <a:lnTo>
                  <a:pt x="6083" y="9125"/>
                </a:lnTo>
                <a:lnTo>
                  <a:pt x="5913" y="9149"/>
                </a:lnTo>
                <a:lnTo>
                  <a:pt x="5962" y="9052"/>
                </a:lnTo>
                <a:lnTo>
                  <a:pt x="5962" y="8906"/>
                </a:lnTo>
                <a:lnTo>
                  <a:pt x="5864" y="8395"/>
                </a:lnTo>
                <a:lnTo>
                  <a:pt x="5718" y="7860"/>
                </a:lnTo>
                <a:lnTo>
                  <a:pt x="5572" y="7349"/>
                </a:lnTo>
                <a:lnTo>
                  <a:pt x="5451" y="6838"/>
                </a:lnTo>
                <a:lnTo>
                  <a:pt x="5207" y="5670"/>
                </a:lnTo>
                <a:lnTo>
                  <a:pt x="5086" y="5110"/>
                </a:lnTo>
                <a:lnTo>
                  <a:pt x="4940" y="4550"/>
                </a:lnTo>
                <a:lnTo>
                  <a:pt x="4721" y="3723"/>
                </a:lnTo>
                <a:lnTo>
                  <a:pt x="4526" y="2920"/>
                </a:lnTo>
                <a:close/>
                <a:moveTo>
                  <a:pt x="5572" y="9612"/>
                </a:moveTo>
                <a:lnTo>
                  <a:pt x="5791" y="9660"/>
                </a:lnTo>
                <a:lnTo>
                  <a:pt x="5621" y="9904"/>
                </a:lnTo>
                <a:lnTo>
                  <a:pt x="5499" y="10147"/>
                </a:lnTo>
                <a:lnTo>
                  <a:pt x="5426" y="10293"/>
                </a:lnTo>
                <a:lnTo>
                  <a:pt x="5378" y="10439"/>
                </a:lnTo>
                <a:lnTo>
                  <a:pt x="5329" y="10609"/>
                </a:lnTo>
                <a:lnTo>
                  <a:pt x="5353" y="10755"/>
                </a:lnTo>
                <a:lnTo>
                  <a:pt x="5378" y="10804"/>
                </a:lnTo>
                <a:lnTo>
                  <a:pt x="5402" y="10853"/>
                </a:lnTo>
                <a:lnTo>
                  <a:pt x="5402" y="10926"/>
                </a:lnTo>
                <a:lnTo>
                  <a:pt x="5426" y="10999"/>
                </a:lnTo>
                <a:lnTo>
                  <a:pt x="5451" y="11120"/>
                </a:lnTo>
                <a:lnTo>
                  <a:pt x="5499" y="11217"/>
                </a:lnTo>
                <a:lnTo>
                  <a:pt x="5305" y="11242"/>
                </a:lnTo>
                <a:lnTo>
                  <a:pt x="5110" y="11290"/>
                </a:lnTo>
                <a:lnTo>
                  <a:pt x="4988" y="11193"/>
                </a:lnTo>
                <a:lnTo>
                  <a:pt x="4940" y="11144"/>
                </a:lnTo>
                <a:lnTo>
                  <a:pt x="4867" y="11071"/>
                </a:lnTo>
                <a:lnTo>
                  <a:pt x="5037" y="10853"/>
                </a:lnTo>
                <a:lnTo>
                  <a:pt x="5159" y="10585"/>
                </a:lnTo>
                <a:lnTo>
                  <a:pt x="5353" y="10074"/>
                </a:lnTo>
                <a:lnTo>
                  <a:pt x="5451" y="9831"/>
                </a:lnTo>
                <a:lnTo>
                  <a:pt x="5572" y="9612"/>
                </a:lnTo>
                <a:close/>
                <a:moveTo>
                  <a:pt x="14016" y="11193"/>
                </a:moveTo>
                <a:lnTo>
                  <a:pt x="14040" y="11290"/>
                </a:lnTo>
                <a:lnTo>
                  <a:pt x="13845" y="11290"/>
                </a:lnTo>
                <a:lnTo>
                  <a:pt x="13724" y="11315"/>
                </a:lnTo>
                <a:lnTo>
                  <a:pt x="13651" y="11217"/>
                </a:lnTo>
                <a:lnTo>
                  <a:pt x="13772" y="11217"/>
                </a:lnTo>
                <a:lnTo>
                  <a:pt x="14016" y="11193"/>
                </a:lnTo>
                <a:close/>
                <a:moveTo>
                  <a:pt x="5864" y="10950"/>
                </a:moveTo>
                <a:lnTo>
                  <a:pt x="6083" y="11023"/>
                </a:lnTo>
                <a:lnTo>
                  <a:pt x="6302" y="11047"/>
                </a:lnTo>
                <a:lnTo>
                  <a:pt x="6692" y="11071"/>
                </a:lnTo>
                <a:lnTo>
                  <a:pt x="7397" y="11096"/>
                </a:lnTo>
                <a:lnTo>
                  <a:pt x="8079" y="11120"/>
                </a:lnTo>
                <a:lnTo>
                  <a:pt x="9490" y="11120"/>
                </a:lnTo>
                <a:lnTo>
                  <a:pt x="10877" y="11169"/>
                </a:lnTo>
                <a:lnTo>
                  <a:pt x="12288" y="11217"/>
                </a:lnTo>
                <a:lnTo>
                  <a:pt x="13188" y="11217"/>
                </a:lnTo>
                <a:lnTo>
                  <a:pt x="13261" y="11315"/>
                </a:lnTo>
                <a:lnTo>
                  <a:pt x="13310" y="11388"/>
                </a:lnTo>
                <a:lnTo>
                  <a:pt x="12872" y="11339"/>
                </a:lnTo>
                <a:lnTo>
                  <a:pt x="12434" y="11315"/>
                </a:lnTo>
                <a:lnTo>
                  <a:pt x="11534" y="11315"/>
                </a:lnTo>
                <a:lnTo>
                  <a:pt x="10634" y="11363"/>
                </a:lnTo>
                <a:lnTo>
                  <a:pt x="9733" y="11363"/>
                </a:lnTo>
                <a:lnTo>
                  <a:pt x="9247" y="11339"/>
                </a:lnTo>
                <a:lnTo>
                  <a:pt x="8736" y="11290"/>
                </a:lnTo>
                <a:lnTo>
                  <a:pt x="8225" y="11242"/>
                </a:lnTo>
                <a:lnTo>
                  <a:pt x="7738" y="11193"/>
                </a:lnTo>
                <a:lnTo>
                  <a:pt x="6862" y="11120"/>
                </a:lnTo>
                <a:lnTo>
                  <a:pt x="6424" y="11120"/>
                </a:lnTo>
                <a:lnTo>
                  <a:pt x="6205" y="11144"/>
                </a:lnTo>
                <a:lnTo>
                  <a:pt x="6010" y="11193"/>
                </a:lnTo>
                <a:lnTo>
                  <a:pt x="5986" y="11169"/>
                </a:lnTo>
                <a:lnTo>
                  <a:pt x="5864" y="10950"/>
                </a:lnTo>
                <a:close/>
                <a:moveTo>
                  <a:pt x="5572" y="12191"/>
                </a:moveTo>
                <a:lnTo>
                  <a:pt x="5499" y="12215"/>
                </a:lnTo>
                <a:lnTo>
                  <a:pt x="5402" y="12264"/>
                </a:lnTo>
                <a:lnTo>
                  <a:pt x="5329" y="12312"/>
                </a:lnTo>
                <a:lnTo>
                  <a:pt x="5256" y="12361"/>
                </a:lnTo>
                <a:lnTo>
                  <a:pt x="5232" y="12434"/>
                </a:lnTo>
                <a:lnTo>
                  <a:pt x="5183" y="12507"/>
                </a:lnTo>
                <a:lnTo>
                  <a:pt x="5183" y="12580"/>
                </a:lnTo>
                <a:lnTo>
                  <a:pt x="5207" y="12629"/>
                </a:lnTo>
                <a:lnTo>
                  <a:pt x="5232" y="12726"/>
                </a:lnTo>
                <a:lnTo>
                  <a:pt x="5305" y="12799"/>
                </a:lnTo>
                <a:lnTo>
                  <a:pt x="5378" y="12823"/>
                </a:lnTo>
                <a:lnTo>
                  <a:pt x="5475" y="12848"/>
                </a:lnTo>
                <a:lnTo>
                  <a:pt x="5572" y="12823"/>
                </a:lnTo>
                <a:lnTo>
                  <a:pt x="5670" y="12799"/>
                </a:lnTo>
                <a:lnTo>
                  <a:pt x="5767" y="12750"/>
                </a:lnTo>
                <a:lnTo>
                  <a:pt x="5840" y="12653"/>
                </a:lnTo>
                <a:lnTo>
                  <a:pt x="5864" y="12580"/>
                </a:lnTo>
                <a:lnTo>
                  <a:pt x="5889" y="12483"/>
                </a:lnTo>
                <a:lnTo>
                  <a:pt x="5864" y="12410"/>
                </a:lnTo>
                <a:lnTo>
                  <a:pt x="5816" y="12312"/>
                </a:lnTo>
                <a:lnTo>
                  <a:pt x="5743" y="12264"/>
                </a:lnTo>
                <a:lnTo>
                  <a:pt x="5670" y="12215"/>
                </a:lnTo>
                <a:lnTo>
                  <a:pt x="5572" y="12191"/>
                </a:lnTo>
                <a:close/>
                <a:moveTo>
                  <a:pt x="14040" y="12239"/>
                </a:moveTo>
                <a:lnTo>
                  <a:pt x="13967" y="12264"/>
                </a:lnTo>
                <a:lnTo>
                  <a:pt x="13918" y="12288"/>
                </a:lnTo>
                <a:lnTo>
                  <a:pt x="13797" y="12361"/>
                </a:lnTo>
                <a:lnTo>
                  <a:pt x="13724" y="12458"/>
                </a:lnTo>
                <a:lnTo>
                  <a:pt x="13699" y="12531"/>
                </a:lnTo>
                <a:lnTo>
                  <a:pt x="13675" y="12604"/>
                </a:lnTo>
                <a:lnTo>
                  <a:pt x="13699" y="12677"/>
                </a:lnTo>
                <a:lnTo>
                  <a:pt x="13724" y="12750"/>
                </a:lnTo>
                <a:lnTo>
                  <a:pt x="13797" y="12872"/>
                </a:lnTo>
                <a:lnTo>
                  <a:pt x="13918" y="12945"/>
                </a:lnTo>
                <a:lnTo>
                  <a:pt x="13967" y="12969"/>
                </a:lnTo>
                <a:lnTo>
                  <a:pt x="14113" y="12969"/>
                </a:lnTo>
                <a:lnTo>
                  <a:pt x="14186" y="12945"/>
                </a:lnTo>
                <a:lnTo>
                  <a:pt x="14308" y="12872"/>
                </a:lnTo>
                <a:lnTo>
                  <a:pt x="14381" y="12750"/>
                </a:lnTo>
                <a:lnTo>
                  <a:pt x="14405" y="12677"/>
                </a:lnTo>
                <a:lnTo>
                  <a:pt x="14405" y="12604"/>
                </a:lnTo>
                <a:lnTo>
                  <a:pt x="14405" y="12531"/>
                </a:lnTo>
                <a:lnTo>
                  <a:pt x="14381" y="12458"/>
                </a:lnTo>
                <a:lnTo>
                  <a:pt x="14308" y="12361"/>
                </a:lnTo>
                <a:lnTo>
                  <a:pt x="14186" y="12288"/>
                </a:lnTo>
                <a:lnTo>
                  <a:pt x="14113" y="12264"/>
                </a:lnTo>
                <a:lnTo>
                  <a:pt x="14040" y="12239"/>
                </a:lnTo>
                <a:close/>
                <a:moveTo>
                  <a:pt x="14089" y="11753"/>
                </a:moveTo>
                <a:lnTo>
                  <a:pt x="14235" y="11777"/>
                </a:lnTo>
                <a:lnTo>
                  <a:pt x="14381" y="11801"/>
                </a:lnTo>
                <a:lnTo>
                  <a:pt x="14502" y="11874"/>
                </a:lnTo>
                <a:lnTo>
                  <a:pt x="14600" y="11972"/>
                </a:lnTo>
                <a:lnTo>
                  <a:pt x="14673" y="12093"/>
                </a:lnTo>
                <a:lnTo>
                  <a:pt x="14746" y="12215"/>
                </a:lnTo>
                <a:lnTo>
                  <a:pt x="14770" y="12385"/>
                </a:lnTo>
                <a:lnTo>
                  <a:pt x="14794" y="12580"/>
                </a:lnTo>
                <a:lnTo>
                  <a:pt x="14770" y="12750"/>
                </a:lnTo>
                <a:lnTo>
                  <a:pt x="14721" y="12896"/>
                </a:lnTo>
                <a:lnTo>
                  <a:pt x="14648" y="13042"/>
                </a:lnTo>
                <a:lnTo>
                  <a:pt x="14551" y="13164"/>
                </a:lnTo>
                <a:lnTo>
                  <a:pt x="14405" y="13261"/>
                </a:lnTo>
                <a:lnTo>
                  <a:pt x="14259" y="13334"/>
                </a:lnTo>
                <a:lnTo>
                  <a:pt x="14089" y="13383"/>
                </a:lnTo>
                <a:lnTo>
                  <a:pt x="13870" y="13383"/>
                </a:lnTo>
                <a:lnTo>
                  <a:pt x="13651" y="13334"/>
                </a:lnTo>
                <a:lnTo>
                  <a:pt x="13480" y="13261"/>
                </a:lnTo>
                <a:lnTo>
                  <a:pt x="13334" y="13164"/>
                </a:lnTo>
                <a:lnTo>
                  <a:pt x="13237" y="13018"/>
                </a:lnTo>
                <a:lnTo>
                  <a:pt x="13164" y="12848"/>
                </a:lnTo>
                <a:lnTo>
                  <a:pt x="13164" y="12653"/>
                </a:lnTo>
                <a:lnTo>
                  <a:pt x="13213" y="12434"/>
                </a:lnTo>
                <a:lnTo>
                  <a:pt x="13286" y="12264"/>
                </a:lnTo>
                <a:lnTo>
                  <a:pt x="13359" y="12118"/>
                </a:lnTo>
                <a:lnTo>
                  <a:pt x="13480" y="11972"/>
                </a:lnTo>
                <a:lnTo>
                  <a:pt x="13602" y="11850"/>
                </a:lnTo>
                <a:lnTo>
                  <a:pt x="13602" y="11826"/>
                </a:lnTo>
                <a:lnTo>
                  <a:pt x="13675" y="11850"/>
                </a:lnTo>
                <a:lnTo>
                  <a:pt x="13748" y="11850"/>
                </a:lnTo>
                <a:lnTo>
                  <a:pt x="13797" y="11826"/>
                </a:lnTo>
                <a:lnTo>
                  <a:pt x="13845" y="11777"/>
                </a:lnTo>
                <a:lnTo>
                  <a:pt x="13918" y="11777"/>
                </a:lnTo>
                <a:lnTo>
                  <a:pt x="14089" y="11753"/>
                </a:lnTo>
                <a:close/>
                <a:moveTo>
                  <a:pt x="5475" y="11631"/>
                </a:moveTo>
                <a:lnTo>
                  <a:pt x="5524" y="11704"/>
                </a:lnTo>
                <a:lnTo>
                  <a:pt x="5597" y="11728"/>
                </a:lnTo>
                <a:lnTo>
                  <a:pt x="5645" y="11753"/>
                </a:lnTo>
                <a:lnTo>
                  <a:pt x="5743" y="11753"/>
                </a:lnTo>
                <a:lnTo>
                  <a:pt x="5840" y="11728"/>
                </a:lnTo>
                <a:lnTo>
                  <a:pt x="5937" y="11753"/>
                </a:lnTo>
                <a:lnTo>
                  <a:pt x="6010" y="11801"/>
                </a:lnTo>
                <a:lnTo>
                  <a:pt x="6083" y="11874"/>
                </a:lnTo>
                <a:lnTo>
                  <a:pt x="6132" y="11972"/>
                </a:lnTo>
                <a:lnTo>
                  <a:pt x="6181" y="12093"/>
                </a:lnTo>
                <a:lnTo>
                  <a:pt x="6229" y="12361"/>
                </a:lnTo>
                <a:lnTo>
                  <a:pt x="6229" y="12653"/>
                </a:lnTo>
                <a:lnTo>
                  <a:pt x="6181" y="12945"/>
                </a:lnTo>
                <a:lnTo>
                  <a:pt x="6132" y="13067"/>
                </a:lnTo>
                <a:lnTo>
                  <a:pt x="6083" y="13164"/>
                </a:lnTo>
                <a:lnTo>
                  <a:pt x="6010" y="13261"/>
                </a:lnTo>
                <a:lnTo>
                  <a:pt x="5937" y="13310"/>
                </a:lnTo>
                <a:lnTo>
                  <a:pt x="5840" y="13359"/>
                </a:lnTo>
                <a:lnTo>
                  <a:pt x="5743" y="13383"/>
                </a:lnTo>
                <a:lnTo>
                  <a:pt x="5645" y="13407"/>
                </a:lnTo>
                <a:lnTo>
                  <a:pt x="5548" y="13407"/>
                </a:lnTo>
                <a:lnTo>
                  <a:pt x="5353" y="13359"/>
                </a:lnTo>
                <a:lnTo>
                  <a:pt x="5159" y="13286"/>
                </a:lnTo>
                <a:lnTo>
                  <a:pt x="5013" y="13140"/>
                </a:lnTo>
                <a:lnTo>
                  <a:pt x="4867" y="12994"/>
                </a:lnTo>
                <a:lnTo>
                  <a:pt x="4769" y="12823"/>
                </a:lnTo>
                <a:lnTo>
                  <a:pt x="4721" y="12629"/>
                </a:lnTo>
                <a:lnTo>
                  <a:pt x="4721" y="12434"/>
                </a:lnTo>
                <a:lnTo>
                  <a:pt x="4745" y="12264"/>
                </a:lnTo>
                <a:lnTo>
                  <a:pt x="4818" y="12118"/>
                </a:lnTo>
                <a:lnTo>
                  <a:pt x="4915" y="11972"/>
                </a:lnTo>
                <a:lnTo>
                  <a:pt x="5037" y="11850"/>
                </a:lnTo>
                <a:lnTo>
                  <a:pt x="5159" y="11753"/>
                </a:lnTo>
                <a:lnTo>
                  <a:pt x="5329" y="11680"/>
                </a:lnTo>
                <a:lnTo>
                  <a:pt x="5475" y="11631"/>
                </a:lnTo>
                <a:close/>
                <a:moveTo>
                  <a:pt x="706" y="0"/>
                </a:moveTo>
                <a:lnTo>
                  <a:pt x="511" y="25"/>
                </a:lnTo>
                <a:lnTo>
                  <a:pt x="317" y="49"/>
                </a:lnTo>
                <a:lnTo>
                  <a:pt x="146" y="122"/>
                </a:lnTo>
                <a:lnTo>
                  <a:pt x="73" y="171"/>
                </a:lnTo>
                <a:lnTo>
                  <a:pt x="25" y="268"/>
                </a:lnTo>
                <a:lnTo>
                  <a:pt x="0" y="341"/>
                </a:lnTo>
                <a:lnTo>
                  <a:pt x="25" y="438"/>
                </a:lnTo>
                <a:lnTo>
                  <a:pt x="49" y="536"/>
                </a:lnTo>
                <a:lnTo>
                  <a:pt x="122" y="609"/>
                </a:lnTo>
                <a:lnTo>
                  <a:pt x="195" y="633"/>
                </a:lnTo>
                <a:lnTo>
                  <a:pt x="292" y="657"/>
                </a:lnTo>
                <a:lnTo>
                  <a:pt x="657" y="657"/>
                </a:lnTo>
                <a:lnTo>
                  <a:pt x="1047" y="682"/>
                </a:lnTo>
                <a:lnTo>
                  <a:pt x="1412" y="730"/>
                </a:lnTo>
                <a:lnTo>
                  <a:pt x="1777" y="755"/>
                </a:lnTo>
                <a:lnTo>
                  <a:pt x="3188" y="828"/>
                </a:lnTo>
                <a:lnTo>
                  <a:pt x="3212" y="998"/>
                </a:lnTo>
                <a:lnTo>
                  <a:pt x="3237" y="1144"/>
                </a:lnTo>
                <a:lnTo>
                  <a:pt x="3358" y="1460"/>
                </a:lnTo>
                <a:lnTo>
                  <a:pt x="3480" y="1777"/>
                </a:lnTo>
                <a:lnTo>
                  <a:pt x="3602" y="2069"/>
                </a:lnTo>
                <a:lnTo>
                  <a:pt x="3772" y="2701"/>
                </a:lnTo>
                <a:lnTo>
                  <a:pt x="3918" y="3309"/>
                </a:lnTo>
                <a:lnTo>
                  <a:pt x="4210" y="4550"/>
                </a:lnTo>
                <a:lnTo>
                  <a:pt x="5329" y="9076"/>
                </a:lnTo>
                <a:lnTo>
                  <a:pt x="5329" y="9101"/>
                </a:lnTo>
                <a:lnTo>
                  <a:pt x="5159" y="9344"/>
                </a:lnTo>
                <a:lnTo>
                  <a:pt x="5037" y="9563"/>
                </a:lnTo>
                <a:lnTo>
                  <a:pt x="4842" y="9928"/>
                </a:lnTo>
                <a:lnTo>
                  <a:pt x="4696" y="10317"/>
                </a:lnTo>
                <a:lnTo>
                  <a:pt x="4526" y="10634"/>
                </a:lnTo>
                <a:lnTo>
                  <a:pt x="4453" y="10780"/>
                </a:lnTo>
                <a:lnTo>
                  <a:pt x="4380" y="10950"/>
                </a:lnTo>
                <a:lnTo>
                  <a:pt x="4356" y="10999"/>
                </a:lnTo>
                <a:lnTo>
                  <a:pt x="4380" y="11047"/>
                </a:lnTo>
                <a:lnTo>
                  <a:pt x="4404" y="11144"/>
                </a:lnTo>
                <a:lnTo>
                  <a:pt x="4429" y="11217"/>
                </a:lnTo>
                <a:lnTo>
                  <a:pt x="4453" y="11315"/>
                </a:lnTo>
                <a:lnTo>
                  <a:pt x="4526" y="11412"/>
                </a:lnTo>
                <a:lnTo>
                  <a:pt x="4672" y="11607"/>
                </a:lnTo>
                <a:lnTo>
                  <a:pt x="4502" y="11801"/>
                </a:lnTo>
                <a:lnTo>
                  <a:pt x="4380" y="12045"/>
                </a:lnTo>
                <a:lnTo>
                  <a:pt x="4307" y="12288"/>
                </a:lnTo>
                <a:lnTo>
                  <a:pt x="4283" y="12556"/>
                </a:lnTo>
                <a:lnTo>
                  <a:pt x="4283" y="12726"/>
                </a:lnTo>
                <a:lnTo>
                  <a:pt x="4307" y="12872"/>
                </a:lnTo>
                <a:lnTo>
                  <a:pt x="4356" y="13018"/>
                </a:lnTo>
                <a:lnTo>
                  <a:pt x="4429" y="13140"/>
                </a:lnTo>
                <a:lnTo>
                  <a:pt x="4502" y="13261"/>
                </a:lnTo>
                <a:lnTo>
                  <a:pt x="4575" y="13383"/>
                </a:lnTo>
                <a:lnTo>
                  <a:pt x="4696" y="13480"/>
                </a:lnTo>
                <a:lnTo>
                  <a:pt x="4818" y="13578"/>
                </a:lnTo>
                <a:lnTo>
                  <a:pt x="4940" y="13651"/>
                </a:lnTo>
                <a:lnTo>
                  <a:pt x="5061" y="13724"/>
                </a:lnTo>
                <a:lnTo>
                  <a:pt x="5207" y="13772"/>
                </a:lnTo>
                <a:lnTo>
                  <a:pt x="5353" y="13797"/>
                </a:lnTo>
                <a:lnTo>
                  <a:pt x="5499" y="13821"/>
                </a:lnTo>
                <a:lnTo>
                  <a:pt x="5791" y="13821"/>
                </a:lnTo>
                <a:lnTo>
                  <a:pt x="5937" y="13797"/>
                </a:lnTo>
                <a:lnTo>
                  <a:pt x="6108" y="13748"/>
                </a:lnTo>
                <a:lnTo>
                  <a:pt x="6254" y="13675"/>
                </a:lnTo>
                <a:lnTo>
                  <a:pt x="6375" y="13553"/>
                </a:lnTo>
                <a:lnTo>
                  <a:pt x="6473" y="13432"/>
                </a:lnTo>
                <a:lnTo>
                  <a:pt x="6570" y="13286"/>
                </a:lnTo>
                <a:lnTo>
                  <a:pt x="6619" y="13140"/>
                </a:lnTo>
                <a:lnTo>
                  <a:pt x="6667" y="12969"/>
                </a:lnTo>
                <a:lnTo>
                  <a:pt x="6692" y="12799"/>
                </a:lnTo>
                <a:lnTo>
                  <a:pt x="6692" y="12629"/>
                </a:lnTo>
                <a:lnTo>
                  <a:pt x="6692" y="12434"/>
                </a:lnTo>
                <a:lnTo>
                  <a:pt x="6667" y="12264"/>
                </a:lnTo>
                <a:lnTo>
                  <a:pt x="6619" y="12093"/>
                </a:lnTo>
                <a:lnTo>
                  <a:pt x="6570" y="11923"/>
                </a:lnTo>
                <a:lnTo>
                  <a:pt x="6497" y="11777"/>
                </a:lnTo>
                <a:lnTo>
                  <a:pt x="6424" y="11631"/>
                </a:lnTo>
                <a:lnTo>
                  <a:pt x="6327" y="11509"/>
                </a:lnTo>
                <a:lnTo>
                  <a:pt x="6862" y="11534"/>
                </a:lnTo>
                <a:lnTo>
                  <a:pt x="7373" y="11534"/>
                </a:lnTo>
                <a:lnTo>
                  <a:pt x="8371" y="11631"/>
                </a:lnTo>
                <a:lnTo>
                  <a:pt x="9368" y="11728"/>
                </a:lnTo>
                <a:lnTo>
                  <a:pt x="9831" y="11753"/>
                </a:lnTo>
                <a:lnTo>
                  <a:pt x="10293" y="11753"/>
                </a:lnTo>
                <a:lnTo>
                  <a:pt x="11218" y="11704"/>
                </a:lnTo>
                <a:lnTo>
                  <a:pt x="11704" y="11680"/>
                </a:lnTo>
                <a:lnTo>
                  <a:pt x="12166" y="11680"/>
                </a:lnTo>
                <a:lnTo>
                  <a:pt x="12629" y="11704"/>
                </a:lnTo>
                <a:lnTo>
                  <a:pt x="13091" y="11753"/>
                </a:lnTo>
                <a:lnTo>
                  <a:pt x="12921" y="11996"/>
                </a:lnTo>
                <a:lnTo>
                  <a:pt x="12799" y="12264"/>
                </a:lnTo>
                <a:lnTo>
                  <a:pt x="12750" y="12434"/>
                </a:lnTo>
                <a:lnTo>
                  <a:pt x="12702" y="12580"/>
                </a:lnTo>
                <a:lnTo>
                  <a:pt x="12702" y="12726"/>
                </a:lnTo>
                <a:lnTo>
                  <a:pt x="12702" y="12872"/>
                </a:lnTo>
                <a:lnTo>
                  <a:pt x="12750" y="13018"/>
                </a:lnTo>
                <a:lnTo>
                  <a:pt x="12799" y="13140"/>
                </a:lnTo>
                <a:lnTo>
                  <a:pt x="12848" y="13261"/>
                </a:lnTo>
                <a:lnTo>
                  <a:pt x="12945" y="13383"/>
                </a:lnTo>
                <a:lnTo>
                  <a:pt x="13042" y="13480"/>
                </a:lnTo>
                <a:lnTo>
                  <a:pt x="13140" y="13553"/>
                </a:lnTo>
                <a:lnTo>
                  <a:pt x="13261" y="13626"/>
                </a:lnTo>
                <a:lnTo>
                  <a:pt x="13407" y="13699"/>
                </a:lnTo>
                <a:lnTo>
                  <a:pt x="13553" y="13748"/>
                </a:lnTo>
                <a:lnTo>
                  <a:pt x="13699" y="13797"/>
                </a:lnTo>
                <a:lnTo>
                  <a:pt x="13845" y="13821"/>
                </a:lnTo>
                <a:lnTo>
                  <a:pt x="14016" y="13821"/>
                </a:lnTo>
                <a:lnTo>
                  <a:pt x="14283" y="13797"/>
                </a:lnTo>
                <a:lnTo>
                  <a:pt x="14502" y="13748"/>
                </a:lnTo>
                <a:lnTo>
                  <a:pt x="14697" y="13651"/>
                </a:lnTo>
                <a:lnTo>
                  <a:pt x="14867" y="13505"/>
                </a:lnTo>
                <a:lnTo>
                  <a:pt x="14989" y="13359"/>
                </a:lnTo>
                <a:lnTo>
                  <a:pt x="15086" y="13164"/>
                </a:lnTo>
                <a:lnTo>
                  <a:pt x="15159" y="12969"/>
                </a:lnTo>
                <a:lnTo>
                  <a:pt x="15208" y="12750"/>
                </a:lnTo>
                <a:lnTo>
                  <a:pt x="15208" y="12531"/>
                </a:lnTo>
                <a:lnTo>
                  <a:pt x="15184" y="12337"/>
                </a:lnTo>
                <a:lnTo>
                  <a:pt x="15159" y="12118"/>
                </a:lnTo>
                <a:lnTo>
                  <a:pt x="15086" y="11923"/>
                </a:lnTo>
                <a:lnTo>
                  <a:pt x="14989" y="11728"/>
                </a:lnTo>
                <a:lnTo>
                  <a:pt x="14867" y="11582"/>
                </a:lnTo>
                <a:lnTo>
                  <a:pt x="14721" y="11436"/>
                </a:lnTo>
                <a:lnTo>
                  <a:pt x="14551" y="11339"/>
                </a:lnTo>
                <a:lnTo>
                  <a:pt x="14405" y="11144"/>
                </a:lnTo>
                <a:lnTo>
                  <a:pt x="14648" y="11120"/>
                </a:lnTo>
                <a:lnTo>
                  <a:pt x="14989" y="11120"/>
                </a:lnTo>
                <a:lnTo>
                  <a:pt x="15062" y="11071"/>
                </a:lnTo>
                <a:lnTo>
                  <a:pt x="15086" y="10999"/>
                </a:lnTo>
                <a:lnTo>
                  <a:pt x="15111" y="10926"/>
                </a:lnTo>
                <a:lnTo>
                  <a:pt x="15086" y="10853"/>
                </a:lnTo>
                <a:lnTo>
                  <a:pt x="15062" y="10780"/>
                </a:lnTo>
                <a:lnTo>
                  <a:pt x="14989" y="10707"/>
                </a:lnTo>
                <a:lnTo>
                  <a:pt x="14892" y="10682"/>
                </a:lnTo>
                <a:lnTo>
                  <a:pt x="14648" y="10682"/>
                </a:lnTo>
                <a:lnTo>
                  <a:pt x="14429" y="10707"/>
                </a:lnTo>
                <a:lnTo>
                  <a:pt x="13967" y="10780"/>
                </a:lnTo>
                <a:lnTo>
                  <a:pt x="12653" y="10780"/>
                </a:lnTo>
                <a:lnTo>
                  <a:pt x="11339" y="10755"/>
                </a:lnTo>
                <a:lnTo>
                  <a:pt x="10050" y="10707"/>
                </a:lnTo>
                <a:lnTo>
                  <a:pt x="8760" y="10707"/>
                </a:lnTo>
                <a:lnTo>
                  <a:pt x="7495" y="10731"/>
                </a:lnTo>
                <a:lnTo>
                  <a:pt x="7081" y="10707"/>
                </a:lnTo>
                <a:lnTo>
                  <a:pt x="6643" y="10682"/>
                </a:lnTo>
                <a:lnTo>
                  <a:pt x="6229" y="10634"/>
                </a:lnTo>
                <a:lnTo>
                  <a:pt x="5816" y="10634"/>
                </a:lnTo>
                <a:lnTo>
                  <a:pt x="5864" y="10439"/>
                </a:lnTo>
                <a:lnTo>
                  <a:pt x="5913" y="10269"/>
                </a:lnTo>
                <a:lnTo>
                  <a:pt x="6035" y="9977"/>
                </a:lnTo>
                <a:lnTo>
                  <a:pt x="6059" y="9831"/>
                </a:lnTo>
                <a:lnTo>
                  <a:pt x="6083" y="9709"/>
                </a:lnTo>
                <a:lnTo>
                  <a:pt x="6400" y="9709"/>
                </a:lnTo>
                <a:lnTo>
                  <a:pt x="6716" y="9685"/>
                </a:lnTo>
                <a:lnTo>
                  <a:pt x="7300" y="9660"/>
                </a:lnTo>
                <a:lnTo>
                  <a:pt x="7860" y="9636"/>
                </a:lnTo>
                <a:lnTo>
                  <a:pt x="8395" y="9612"/>
                </a:lnTo>
                <a:lnTo>
                  <a:pt x="9466" y="9514"/>
                </a:lnTo>
                <a:lnTo>
                  <a:pt x="10512" y="9417"/>
                </a:lnTo>
                <a:lnTo>
                  <a:pt x="11558" y="9368"/>
                </a:lnTo>
                <a:lnTo>
                  <a:pt x="12604" y="9295"/>
                </a:lnTo>
                <a:lnTo>
                  <a:pt x="13140" y="9247"/>
                </a:lnTo>
                <a:lnTo>
                  <a:pt x="13651" y="9174"/>
                </a:lnTo>
                <a:lnTo>
                  <a:pt x="13991" y="9125"/>
                </a:lnTo>
                <a:lnTo>
                  <a:pt x="14332" y="9003"/>
                </a:lnTo>
                <a:lnTo>
                  <a:pt x="14624" y="8833"/>
                </a:lnTo>
                <a:lnTo>
                  <a:pt x="14916" y="8614"/>
                </a:lnTo>
                <a:lnTo>
                  <a:pt x="15062" y="8492"/>
                </a:lnTo>
                <a:lnTo>
                  <a:pt x="15159" y="8322"/>
                </a:lnTo>
                <a:lnTo>
                  <a:pt x="15257" y="8152"/>
                </a:lnTo>
                <a:lnTo>
                  <a:pt x="15354" y="7957"/>
                </a:lnTo>
                <a:lnTo>
                  <a:pt x="15500" y="7592"/>
                </a:lnTo>
                <a:lnTo>
                  <a:pt x="15646" y="7227"/>
                </a:lnTo>
                <a:lnTo>
                  <a:pt x="15914" y="6546"/>
                </a:lnTo>
                <a:lnTo>
                  <a:pt x="15987" y="6546"/>
                </a:lnTo>
                <a:lnTo>
                  <a:pt x="16011" y="6521"/>
                </a:lnTo>
                <a:lnTo>
                  <a:pt x="16035" y="6497"/>
                </a:lnTo>
                <a:lnTo>
                  <a:pt x="16035" y="6473"/>
                </a:lnTo>
                <a:lnTo>
                  <a:pt x="16011" y="6424"/>
                </a:lnTo>
                <a:lnTo>
                  <a:pt x="15987" y="6424"/>
                </a:lnTo>
                <a:lnTo>
                  <a:pt x="16303" y="5816"/>
                </a:lnTo>
                <a:lnTo>
                  <a:pt x="16327" y="5767"/>
                </a:lnTo>
                <a:lnTo>
                  <a:pt x="16352" y="5743"/>
                </a:lnTo>
                <a:lnTo>
                  <a:pt x="16376" y="5670"/>
                </a:lnTo>
                <a:lnTo>
                  <a:pt x="17009" y="4550"/>
                </a:lnTo>
                <a:lnTo>
                  <a:pt x="17325" y="3991"/>
                </a:lnTo>
                <a:lnTo>
                  <a:pt x="17641" y="3431"/>
                </a:lnTo>
                <a:lnTo>
                  <a:pt x="17666" y="3334"/>
                </a:lnTo>
                <a:lnTo>
                  <a:pt x="17641" y="3236"/>
                </a:lnTo>
                <a:lnTo>
                  <a:pt x="17690" y="2945"/>
                </a:lnTo>
                <a:lnTo>
                  <a:pt x="17690" y="2799"/>
                </a:lnTo>
                <a:lnTo>
                  <a:pt x="17690" y="2677"/>
                </a:lnTo>
                <a:lnTo>
                  <a:pt x="17641" y="2555"/>
                </a:lnTo>
                <a:lnTo>
                  <a:pt x="17568" y="2458"/>
                </a:lnTo>
                <a:lnTo>
                  <a:pt x="17495" y="2361"/>
                </a:lnTo>
                <a:lnTo>
                  <a:pt x="17398" y="2288"/>
                </a:lnTo>
                <a:lnTo>
                  <a:pt x="17301" y="2215"/>
                </a:lnTo>
                <a:lnTo>
                  <a:pt x="17155" y="2166"/>
                </a:lnTo>
                <a:lnTo>
                  <a:pt x="16984" y="2117"/>
                </a:lnTo>
                <a:lnTo>
                  <a:pt x="16790" y="2069"/>
                </a:lnTo>
                <a:lnTo>
                  <a:pt x="16376" y="2069"/>
                </a:lnTo>
                <a:lnTo>
                  <a:pt x="15597" y="2093"/>
                </a:lnTo>
                <a:lnTo>
                  <a:pt x="14283" y="2093"/>
                </a:lnTo>
                <a:lnTo>
                  <a:pt x="13651" y="2069"/>
                </a:lnTo>
                <a:lnTo>
                  <a:pt x="12994" y="2020"/>
                </a:lnTo>
                <a:lnTo>
                  <a:pt x="11753" y="1923"/>
                </a:lnTo>
                <a:lnTo>
                  <a:pt x="10488" y="1898"/>
                </a:lnTo>
                <a:lnTo>
                  <a:pt x="9222" y="1874"/>
                </a:lnTo>
                <a:lnTo>
                  <a:pt x="7981" y="1874"/>
                </a:lnTo>
                <a:lnTo>
                  <a:pt x="7032" y="1850"/>
                </a:lnTo>
                <a:lnTo>
                  <a:pt x="6083" y="1825"/>
                </a:lnTo>
                <a:lnTo>
                  <a:pt x="5159" y="1801"/>
                </a:lnTo>
                <a:lnTo>
                  <a:pt x="4210" y="1801"/>
                </a:lnTo>
                <a:lnTo>
                  <a:pt x="4112" y="1509"/>
                </a:lnTo>
                <a:lnTo>
                  <a:pt x="3991" y="1241"/>
                </a:lnTo>
                <a:lnTo>
                  <a:pt x="3942" y="998"/>
                </a:lnTo>
                <a:lnTo>
                  <a:pt x="3845" y="633"/>
                </a:lnTo>
                <a:lnTo>
                  <a:pt x="3796" y="463"/>
                </a:lnTo>
                <a:lnTo>
                  <a:pt x="3723" y="292"/>
                </a:lnTo>
                <a:lnTo>
                  <a:pt x="3650" y="195"/>
                </a:lnTo>
                <a:lnTo>
                  <a:pt x="3577" y="146"/>
                </a:lnTo>
                <a:lnTo>
                  <a:pt x="3529" y="146"/>
                </a:lnTo>
                <a:lnTo>
                  <a:pt x="2604" y="122"/>
                </a:lnTo>
                <a:lnTo>
                  <a:pt x="1655" y="73"/>
                </a:lnTo>
                <a:lnTo>
                  <a:pt x="901" y="0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7"/>
          <p:cNvSpPr/>
          <p:nvPr/>
        </p:nvSpPr>
        <p:spPr>
          <a:xfrm>
            <a:off x="7599857" y="2569837"/>
            <a:ext cx="302200" cy="318177"/>
          </a:xfrm>
          <a:custGeom>
            <a:rect b="b" l="l" r="r" t="t"/>
            <a:pathLst>
              <a:path extrusionOk="0" h="18421" w="17496">
                <a:moveTo>
                  <a:pt x="7421" y="1047"/>
                </a:moveTo>
                <a:lnTo>
                  <a:pt x="7373" y="1071"/>
                </a:lnTo>
                <a:lnTo>
                  <a:pt x="7348" y="1120"/>
                </a:lnTo>
                <a:lnTo>
                  <a:pt x="7324" y="1169"/>
                </a:lnTo>
                <a:lnTo>
                  <a:pt x="7348" y="1315"/>
                </a:lnTo>
                <a:lnTo>
                  <a:pt x="7348" y="1461"/>
                </a:lnTo>
                <a:lnTo>
                  <a:pt x="7324" y="1582"/>
                </a:lnTo>
                <a:lnTo>
                  <a:pt x="7300" y="1704"/>
                </a:lnTo>
                <a:lnTo>
                  <a:pt x="7178" y="1923"/>
                </a:lnTo>
                <a:lnTo>
                  <a:pt x="7008" y="2142"/>
                </a:lnTo>
                <a:lnTo>
                  <a:pt x="6862" y="2385"/>
                </a:lnTo>
                <a:lnTo>
                  <a:pt x="6813" y="2483"/>
                </a:lnTo>
                <a:lnTo>
                  <a:pt x="6765" y="2604"/>
                </a:lnTo>
                <a:lnTo>
                  <a:pt x="6740" y="2750"/>
                </a:lnTo>
                <a:lnTo>
                  <a:pt x="6740" y="2872"/>
                </a:lnTo>
                <a:lnTo>
                  <a:pt x="6740" y="3018"/>
                </a:lnTo>
                <a:lnTo>
                  <a:pt x="6789" y="3164"/>
                </a:lnTo>
                <a:lnTo>
                  <a:pt x="6862" y="3286"/>
                </a:lnTo>
                <a:lnTo>
                  <a:pt x="6959" y="3432"/>
                </a:lnTo>
                <a:lnTo>
                  <a:pt x="7154" y="3699"/>
                </a:lnTo>
                <a:lnTo>
                  <a:pt x="7251" y="3845"/>
                </a:lnTo>
                <a:lnTo>
                  <a:pt x="7275" y="3991"/>
                </a:lnTo>
                <a:lnTo>
                  <a:pt x="7275" y="4064"/>
                </a:lnTo>
                <a:lnTo>
                  <a:pt x="7275" y="4137"/>
                </a:lnTo>
                <a:lnTo>
                  <a:pt x="7251" y="4186"/>
                </a:lnTo>
                <a:lnTo>
                  <a:pt x="7178" y="4259"/>
                </a:lnTo>
                <a:lnTo>
                  <a:pt x="7154" y="4332"/>
                </a:lnTo>
                <a:lnTo>
                  <a:pt x="7129" y="4405"/>
                </a:lnTo>
                <a:lnTo>
                  <a:pt x="7129" y="4478"/>
                </a:lnTo>
                <a:lnTo>
                  <a:pt x="7178" y="4527"/>
                </a:lnTo>
                <a:lnTo>
                  <a:pt x="7251" y="4575"/>
                </a:lnTo>
                <a:lnTo>
                  <a:pt x="7324" y="4600"/>
                </a:lnTo>
                <a:lnTo>
                  <a:pt x="7397" y="4575"/>
                </a:lnTo>
                <a:lnTo>
                  <a:pt x="7470" y="4527"/>
                </a:lnTo>
                <a:lnTo>
                  <a:pt x="7567" y="4429"/>
                </a:lnTo>
                <a:lnTo>
                  <a:pt x="7616" y="4332"/>
                </a:lnTo>
                <a:lnTo>
                  <a:pt x="7665" y="4235"/>
                </a:lnTo>
                <a:lnTo>
                  <a:pt x="7689" y="4113"/>
                </a:lnTo>
                <a:lnTo>
                  <a:pt x="7689" y="4016"/>
                </a:lnTo>
                <a:lnTo>
                  <a:pt x="7665" y="3918"/>
                </a:lnTo>
                <a:lnTo>
                  <a:pt x="7592" y="3724"/>
                </a:lnTo>
                <a:lnTo>
                  <a:pt x="7470" y="3505"/>
                </a:lnTo>
                <a:lnTo>
                  <a:pt x="7324" y="3310"/>
                </a:lnTo>
                <a:lnTo>
                  <a:pt x="7202" y="3115"/>
                </a:lnTo>
                <a:lnTo>
                  <a:pt x="7105" y="2921"/>
                </a:lnTo>
                <a:lnTo>
                  <a:pt x="7081" y="2823"/>
                </a:lnTo>
                <a:lnTo>
                  <a:pt x="7105" y="2726"/>
                </a:lnTo>
                <a:lnTo>
                  <a:pt x="7154" y="2604"/>
                </a:lnTo>
                <a:lnTo>
                  <a:pt x="7202" y="2483"/>
                </a:lnTo>
                <a:lnTo>
                  <a:pt x="7373" y="2239"/>
                </a:lnTo>
                <a:lnTo>
                  <a:pt x="7543" y="1972"/>
                </a:lnTo>
                <a:lnTo>
                  <a:pt x="7689" y="1728"/>
                </a:lnTo>
                <a:lnTo>
                  <a:pt x="7738" y="1607"/>
                </a:lnTo>
                <a:lnTo>
                  <a:pt x="7762" y="1485"/>
                </a:lnTo>
                <a:lnTo>
                  <a:pt x="7762" y="1363"/>
                </a:lnTo>
                <a:lnTo>
                  <a:pt x="7713" y="1242"/>
                </a:lnTo>
                <a:lnTo>
                  <a:pt x="7616" y="1144"/>
                </a:lnTo>
                <a:lnTo>
                  <a:pt x="7494" y="1071"/>
                </a:lnTo>
                <a:lnTo>
                  <a:pt x="7421" y="1047"/>
                </a:lnTo>
                <a:close/>
                <a:moveTo>
                  <a:pt x="10293" y="1242"/>
                </a:moveTo>
                <a:lnTo>
                  <a:pt x="10268" y="1266"/>
                </a:lnTo>
                <a:lnTo>
                  <a:pt x="10244" y="1363"/>
                </a:lnTo>
                <a:lnTo>
                  <a:pt x="10220" y="1485"/>
                </a:lnTo>
                <a:lnTo>
                  <a:pt x="10195" y="1607"/>
                </a:lnTo>
                <a:lnTo>
                  <a:pt x="10171" y="1680"/>
                </a:lnTo>
                <a:lnTo>
                  <a:pt x="10098" y="1826"/>
                </a:lnTo>
                <a:lnTo>
                  <a:pt x="10001" y="1923"/>
                </a:lnTo>
                <a:lnTo>
                  <a:pt x="9782" y="2166"/>
                </a:lnTo>
                <a:lnTo>
                  <a:pt x="9684" y="2288"/>
                </a:lnTo>
                <a:lnTo>
                  <a:pt x="9611" y="2434"/>
                </a:lnTo>
                <a:lnTo>
                  <a:pt x="9587" y="2604"/>
                </a:lnTo>
                <a:lnTo>
                  <a:pt x="9587" y="2775"/>
                </a:lnTo>
                <a:lnTo>
                  <a:pt x="9636" y="2921"/>
                </a:lnTo>
                <a:lnTo>
                  <a:pt x="9709" y="3042"/>
                </a:lnTo>
                <a:lnTo>
                  <a:pt x="9879" y="3286"/>
                </a:lnTo>
                <a:lnTo>
                  <a:pt x="10001" y="3456"/>
                </a:lnTo>
                <a:lnTo>
                  <a:pt x="10074" y="3626"/>
                </a:lnTo>
                <a:lnTo>
                  <a:pt x="10098" y="3724"/>
                </a:lnTo>
                <a:lnTo>
                  <a:pt x="10098" y="3821"/>
                </a:lnTo>
                <a:lnTo>
                  <a:pt x="10074" y="3918"/>
                </a:lnTo>
                <a:lnTo>
                  <a:pt x="10025" y="4016"/>
                </a:lnTo>
                <a:lnTo>
                  <a:pt x="9952" y="4137"/>
                </a:lnTo>
                <a:lnTo>
                  <a:pt x="9855" y="4235"/>
                </a:lnTo>
                <a:lnTo>
                  <a:pt x="9782" y="4332"/>
                </a:lnTo>
                <a:lnTo>
                  <a:pt x="9709" y="4454"/>
                </a:lnTo>
                <a:lnTo>
                  <a:pt x="9684" y="4502"/>
                </a:lnTo>
                <a:lnTo>
                  <a:pt x="9684" y="4575"/>
                </a:lnTo>
                <a:lnTo>
                  <a:pt x="9733" y="4673"/>
                </a:lnTo>
                <a:lnTo>
                  <a:pt x="9757" y="4721"/>
                </a:lnTo>
                <a:lnTo>
                  <a:pt x="9806" y="4746"/>
                </a:lnTo>
                <a:lnTo>
                  <a:pt x="9855" y="4770"/>
                </a:lnTo>
                <a:lnTo>
                  <a:pt x="9928" y="4746"/>
                </a:lnTo>
                <a:lnTo>
                  <a:pt x="10122" y="4648"/>
                </a:lnTo>
                <a:lnTo>
                  <a:pt x="10268" y="4502"/>
                </a:lnTo>
                <a:lnTo>
                  <a:pt x="10414" y="4332"/>
                </a:lnTo>
                <a:lnTo>
                  <a:pt x="10487" y="4137"/>
                </a:lnTo>
                <a:lnTo>
                  <a:pt x="10536" y="3943"/>
                </a:lnTo>
                <a:lnTo>
                  <a:pt x="10536" y="3724"/>
                </a:lnTo>
                <a:lnTo>
                  <a:pt x="10487" y="3505"/>
                </a:lnTo>
                <a:lnTo>
                  <a:pt x="10414" y="3310"/>
                </a:lnTo>
                <a:lnTo>
                  <a:pt x="10293" y="3140"/>
                </a:lnTo>
                <a:lnTo>
                  <a:pt x="10171" y="2994"/>
                </a:lnTo>
                <a:lnTo>
                  <a:pt x="10074" y="2872"/>
                </a:lnTo>
                <a:lnTo>
                  <a:pt x="10025" y="2775"/>
                </a:lnTo>
                <a:lnTo>
                  <a:pt x="10001" y="2653"/>
                </a:lnTo>
                <a:lnTo>
                  <a:pt x="10025" y="2556"/>
                </a:lnTo>
                <a:lnTo>
                  <a:pt x="10074" y="2434"/>
                </a:lnTo>
                <a:lnTo>
                  <a:pt x="10122" y="2337"/>
                </a:lnTo>
                <a:lnTo>
                  <a:pt x="10293" y="2118"/>
                </a:lnTo>
                <a:lnTo>
                  <a:pt x="10414" y="1947"/>
                </a:lnTo>
                <a:lnTo>
                  <a:pt x="10512" y="1753"/>
                </a:lnTo>
                <a:lnTo>
                  <a:pt x="10512" y="1655"/>
                </a:lnTo>
                <a:lnTo>
                  <a:pt x="10536" y="1558"/>
                </a:lnTo>
                <a:lnTo>
                  <a:pt x="10512" y="1461"/>
                </a:lnTo>
                <a:lnTo>
                  <a:pt x="10487" y="1363"/>
                </a:lnTo>
                <a:lnTo>
                  <a:pt x="10463" y="1290"/>
                </a:lnTo>
                <a:lnTo>
                  <a:pt x="10390" y="1266"/>
                </a:lnTo>
                <a:lnTo>
                  <a:pt x="10317" y="1242"/>
                </a:lnTo>
                <a:close/>
                <a:moveTo>
                  <a:pt x="8322" y="1"/>
                </a:moveTo>
                <a:lnTo>
                  <a:pt x="8273" y="49"/>
                </a:lnTo>
                <a:lnTo>
                  <a:pt x="8249" y="98"/>
                </a:lnTo>
                <a:lnTo>
                  <a:pt x="8273" y="171"/>
                </a:lnTo>
                <a:lnTo>
                  <a:pt x="8492" y="512"/>
                </a:lnTo>
                <a:lnTo>
                  <a:pt x="8614" y="682"/>
                </a:lnTo>
                <a:lnTo>
                  <a:pt x="8687" y="877"/>
                </a:lnTo>
                <a:lnTo>
                  <a:pt x="8711" y="1023"/>
                </a:lnTo>
                <a:lnTo>
                  <a:pt x="8735" y="1144"/>
                </a:lnTo>
                <a:lnTo>
                  <a:pt x="8711" y="1266"/>
                </a:lnTo>
                <a:lnTo>
                  <a:pt x="8687" y="1388"/>
                </a:lnTo>
                <a:lnTo>
                  <a:pt x="8614" y="1631"/>
                </a:lnTo>
                <a:lnTo>
                  <a:pt x="8492" y="1850"/>
                </a:lnTo>
                <a:lnTo>
                  <a:pt x="8322" y="2166"/>
                </a:lnTo>
                <a:lnTo>
                  <a:pt x="8249" y="2312"/>
                </a:lnTo>
                <a:lnTo>
                  <a:pt x="8200" y="2458"/>
                </a:lnTo>
                <a:lnTo>
                  <a:pt x="8200" y="2604"/>
                </a:lnTo>
                <a:lnTo>
                  <a:pt x="8200" y="2775"/>
                </a:lnTo>
                <a:lnTo>
                  <a:pt x="8249" y="2921"/>
                </a:lnTo>
                <a:lnTo>
                  <a:pt x="8322" y="3091"/>
                </a:lnTo>
                <a:lnTo>
                  <a:pt x="8419" y="3213"/>
                </a:lnTo>
                <a:lnTo>
                  <a:pt x="8516" y="3334"/>
                </a:lnTo>
                <a:lnTo>
                  <a:pt x="8589" y="3432"/>
                </a:lnTo>
                <a:lnTo>
                  <a:pt x="8638" y="3529"/>
                </a:lnTo>
                <a:lnTo>
                  <a:pt x="8662" y="3651"/>
                </a:lnTo>
                <a:lnTo>
                  <a:pt x="8662" y="3748"/>
                </a:lnTo>
                <a:lnTo>
                  <a:pt x="8638" y="3845"/>
                </a:lnTo>
                <a:lnTo>
                  <a:pt x="8614" y="3967"/>
                </a:lnTo>
                <a:lnTo>
                  <a:pt x="8516" y="4162"/>
                </a:lnTo>
                <a:lnTo>
                  <a:pt x="8297" y="4551"/>
                </a:lnTo>
                <a:lnTo>
                  <a:pt x="8200" y="4746"/>
                </a:lnTo>
                <a:lnTo>
                  <a:pt x="8103" y="4940"/>
                </a:lnTo>
                <a:lnTo>
                  <a:pt x="8054" y="5062"/>
                </a:lnTo>
                <a:lnTo>
                  <a:pt x="8054" y="5208"/>
                </a:lnTo>
                <a:lnTo>
                  <a:pt x="8054" y="5354"/>
                </a:lnTo>
                <a:lnTo>
                  <a:pt x="8078" y="5476"/>
                </a:lnTo>
                <a:lnTo>
                  <a:pt x="8127" y="5622"/>
                </a:lnTo>
                <a:lnTo>
                  <a:pt x="8224" y="5719"/>
                </a:lnTo>
                <a:lnTo>
                  <a:pt x="8297" y="5816"/>
                </a:lnTo>
                <a:lnTo>
                  <a:pt x="8419" y="5889"/>
                </a:lnTo>
                <a:lnTo>
                  <a:pt x="8492" y="5914"/>
                </a:lnTo>
                <a:lnTo>
                  <a:pt x="8565" y="5914"/>
                </a:lnTo>
                <a:lnTo>
                  <a:pt x="8614" y="5889"/>
                </a:lnTo>
                <a:lnTo>
                  <a:pt x="8662" y="5841"/>
                </a:lnTo>
                <a:lnTo>
                  <a:pt x="8711" y="5792"/>
                </a:lnTo>
                <a:lnTo>
                  <a:pt x="8711" y="5719"/>
                </a:lnTo>
                <a:lnTo>
                  <a:pt x="8687" y="5670"/>
                </a:lnTo>
                <a:lnTo>
                  <a:pt x="8662" y="5597"/>
                </a:lnTo>
                <a:lnTo>
                  <a:pt x="8589" y="5476"/>
                </a:lnTo>
                <a:lnTo>
                  <a:pt x="8541" y="5378"/>
                </a:lnTo>
                <a:lnTo>
                  <a:pt x="8516" y="5257"/>
                </a:lnTo>
                <a:lnTo>
                  <a:pt x="8516" y="5159"/>
                </a:lnTo>
                <a:lnTo>
                  <a:pt x="8541" y="5038"/>
                </a:lnTo>
                <a:lnTo>
                  <a:pt x="8565" y="4940"/>
                </a:lnTo>
                <a:lnTo>
                  <a:pt x="8687" y="4721"/>
                </a:lnTo>
                <a:lnTo>
                  <a:pt x="8954" y="4283"/>
                </a:lnTo>
                <a:lnTo>
                  <a:pt x="9076" y="4040"/>
                </a:lnTo>
                <a:lnTo>
                  <a:pt x="9100" y="3943"/>
                </a:lnTo>
                <a:lnTo>
                  <a:pt x="9125" y="3821"/>
                </a:lnTo>
                <a:lnTo>
                  <a:pt x="9125" y="3626"/>
                </a:lnTo>
                <a:lnTo>
                  <a:pt x="9076" y="3480"/>
                </a:lnTo>
                <a:lnTo>
                  <a:pt x="9027" y="3310"/>
                </a:lnTo>
                <a:lnTo>
                  <a:pt x="8930" y="3164"/>
                </a:lnTo>
                <a:lnTo>
                  <a:pt x="8784" y="2921"/>
                </a:lnTo>
                <a:lnTo>
                  <a:pt x="8711" y="2823"/>
                </a:lnTo>
                <a:lnTo>
                  <a:pt x="8662" y="2726"/>
                </a:lnTo>
                <a:lnTo>
                  <a:pt x="8662" y="2604"/>
                </a:lnTo>
                <a:lnTo>
                  <a:pt x="8662" y="2507"/>
                </a:lnTo>
                <a:lnTo>
                  <a:pt x="8711" y="2361"/>
                </a:lnTo>
                <a:lnTo>
                  <a:pt x="8784" y="2215"/>
                </a:lnTo>
                <a:lnTo>
                  <a:pt x="8954" y="1899"/>
                </a:lnTo>
                <a:lnTo>
                  <a:pt x="9076" y="1582"/>
                </a:lnTo>
                <a:lnTo>
                  <a:pt x="9125" y="1436"/>
                </a:lnTo>
                <a:lnTo>
                  <a:pt x="9149" y="1266"/>
                </a:lnTo>
                <a:lnTo>
                  <a:pt x="9149" y="1096"/>
                </a:lnTo>
                <a:lnTo>
                  <a:pt x="9125" y="901"/>
                </a:lnTo>
                <a:lnTo>
                  <a:pt x="9100" y="755"/>
                </a:lnTo>
                <a:lnTo>
                  <a:pt x="9052" y="609"/>
                </a:lnTo>
                <a:lnTo>
                  <a:pt x="8979" y="463"/>
                </a:lnTo>
                <a:lnTo>
                  <a:pt x="8881" y="341"/>
                </a:lnTo>
                <a:lnTo>
                  <a:pt x="8784" y="220"/>
                </a:lnTo>
                <a:lnTo>
                  <a:pt x="8662" y="122"/>
                </a:lnTo>
                <a:lnTo>
                  <a:pt x="8541" y="49"/>
                </a:lnTo>
                <a:lnTo>
                  <a:pt x="8395" y="1"/>
                </a:lnTo>
                <a:close/>
                <a:moveTo>
                  <a:pt x="6497" y="7982"/>
                </a:moveTo>
                <a:lnTo>
                  <a:pt x="6424" y="8079"/>
                </a:lnTo>
                <a:lnTo>
                  <a:pt x="6229" y="8055"/>
                </a:lnTo>
                <a:lnTo>
                  <a:pt x="5791" y="8030"/>
                </a:lnTo>
                <a:lnTo>
                  <a:pt x="6156" y="8006"/>
                </a:lnTo>
                <a:lnTo>
                  <a:pt x="6497" y="7982"/>
                </a:lnTo>
                <a:close/>
                <a:moveTo>
                  <a:pt x="10512" y="6911"/>
                </a:moveTo>
                <a:lnTo>
                  <a:pt x="11242" y="6960"/>
                </a:lnTo>
                <a:lnTo>
                  <a:pt x="11972" y="7009"/>
                </a:lnTo>
                <a:lnTo>
                  <a:pt x="12677" y="7106"/>
                </a:lnTo>
                <a:lnTo>
                  <a:pt x="13407" y="7228"/>
                </a:lnTo>
                <a:lnTo>
                  <a:pt x="14089" y="7374"/>
                </a:lnTo>
                <a:lnTo>
                  <a:pt x="14186" y="7422"/>
                </a:lnTo>
                <a:lnTo>
                  <a:pt x="14259" y="7471"/>
                </a:lnTo>
                <a:lnTo>
                  <a:pt x="14283" y="7520"/>
                </a:lnTo>
                <a:lnTo>
                  <a:pt x="14283" y="7593"/>
                </a:lnTo>
                <a:lnTo>
                  <a:pt x="14259" y="7666"/>
                </a:lnTo>
                <a:lnTo>
                  <a:pt x="14210" y="7714"/>
                </a:lnTo>
                <a:lnTo>
                  <a:pt x="14162" y="7787"/>
                </a:lnTo>
                <a:lnTo>
                  <a:pt x="14089" y="7836"/>
                </a:lnTo>
                <a:lnTo>
                  <a:pt x="13894" y="7909"/>
                </a:lnTo>
                <a:lnTo>
                  <a:pt x="13699" y="7958"/>
                </a:lnTo>
                <a:lnTo>
                  <a:pt x="13310" y="8030"/>
                </a:lnTo>
                <a:lnTo>
                  <a:pt x="12775" y="8079"/>
                </a:lnTo>
                <a:lnTo>
                  <a:pt x="12750" y="8006"/>
                </a:lnTo>
                <a:lnTo>
                  <a:pt x="12677" y="7982"/>
                </a:lnTo>
                <a:lnTo>
                  <a:pt x="12215" y="7860"/>
                </a:lnTo>
                <a:lnTo>
                  <a:pt x="11753" y="7787"/>
                </a:lnTo>
                <a:lnTo>
                  <a:pt x="11290" y="7714"/>
                </a:lnTo>
                <a:lnTo>
                  <a:pt x="10804" y="7666"/>
                </a:lnTo>
                <a:lnTo>
                  <a:pt x="9855" y="7617"/>
                </a:lnTo>
                <a:lnTo>
                  <a:pt x="8906" y="7593"/>
                </a:lnTo>
                <a:lnTo>
                  <a:pt x="7884" y="7593"/>
                </a:lnTo>
                <a:lnTo>
                  <a:pt x="6862" y="7641"/>
                </a:lnTo>
                <a:lnTo>
                  <a:pt x="6424" y="7666"/>
                </a:lnTo>
                <a:lnTo>
                  <a:pt x="5986" y="7714"/>
                </a:lnTo>
                <a:lnTo>
                  <a:pt x="5767" y="7739"/>
                </a:lnTo>
                <a:lnTo>
                  <a:pt x="5548" y="7787"/>
                </a:lnTo>
                <a:lnTo>
                  <a:pt x="5353" y="7860"/>
                </a:lnTo>
                <a:lnTo>
                  <a:pt x="5159" y="7933"/>
                </a:lnTo>
                <a:lnTo>
                  <a:pt x="5159" y="7958"/>
                </a:lnTo>
                <a:lnTo>
                  <a:pt x="5159" y="7982"/>
                </a:lnTo>
                <a:lnTo>
                  <a:pt x="5207" y="8006"/>
                </a:lnTo>
                <a:lnTo>
                  <a:pt x="5207" y="8006"/>
                </a:lnTo>
                <a:lnTo>
                  <a:pt x="4696" y="7958"/>
                </a:lnTo>
                <a:lnTo>
                  <a:pt x="4331" y="7933"/>
                </a:lnTo>
                <a:lnTo>
                  <a:pt x="3869" y="7909"/>
                </a:lnTo>
                <a:lnTo>
                  <a:pt x="3626" y="7860"/>
                </a:lnTo>
                <a:lnTo>
                  <a:pt x="3431" y="7787"/>
                </a:lnTo>
                <a:lnTo>
                  <a:pt x="3334" y="7739"/>
                </a:lnTo>
                <a:lnTo>
                  <a:pt x="3261" y="7666"/>
                </a:lnTo>
                <a:lnTo>
                  <a:pt x="3212" y="7617"/>
                </a:lnTo>
                <a:lnTo>
                  <a:pt x="3163" y="7520"/>
                </a:lnTo>
                <a:lnTo>
                  <a:pt x="3261" y="7471"/>
                </a:lnTo>
                <a:lnTo>
                  <a:pt x="3358" y="7398"/>
                </a:lnTo>
                <a:lnTo>
                  <a:pt x="3577" y="7325"/>
                </a:lnTo>
                <a:lnTo>
                  <a:pt x="3820" y="7301"/>
                </a:lnTo>
                <a:lnTo>
                  <a:pt x="4064" y="7276"/>
                </a:lnTo>
                <a:lnTo>
                  <a:pt x="5548" y="7130"/>
                </a:lnTo>
                <a:lnTo>
                  <a:pt x="6935" y="7009"/>
                </a:lnTo>
                <a:lnTo>
                  <a:pt x="8322" y="6936"/>
                </a:lnTo>
                <a:lnTo>
                  <a:pt x="9052" y="6911"/>
                </a:lnTo>
                <a:close/>
                <a:moveTo>
                  <a:pt x="7032" y="7933"/>
                </a:moveTo>
                <a:lnTo>
                  <a:pt x="6935" y="8079"/>
                </a:lnTo>
                <a:lnTo>
                  <a:pt x="6935" y="8103"/>
                </a:lnTo>
                <a:lnTo>
                  <a:pt x="6765" y="8079"/>
                </a:lnTo>
                <a:lnTo>
                  <a:pt x="6789" y="8030"/>
                </a:lnTo>
                <a:lnTo>
                  <a:pt x="6862" y="7958"/>
                </a:lnTo>
                <a:lnTo>
                  <a:pt x="6862" y="7933"/>
                </a:lnTo>
                <a:close/>
                <a:moveTo>
                  <a:pt x="7519" y="7909"/>
                </a:moveTo>
                <a:lnTo>
                  <a:pt x="7470" y="8006"/>
                </a:lnTo>
                <a:lnTo>
                  <a:pt x="7421" y="8103"/>
                </a:lnTo>
                <a:lnTo>
                  <a:pt x="7275" y="8103"/>
                </a:lnTo>
                <a:lnTo>
                  <a:pt x="7348" y="8006"/>
                </a:lnTo>
                <a:lnTo>
                  <a:pt x="7421" y="7909"/>
                </a:lnTo>
                <a:close/>
                <a:moveTo>
                  <a:pt x="8054" y="7909"/>
                </a:moveTo>
                <a:lnTo>
                  <a:pt x="7981" y="8006"/>
                </a:lnTo>
                <a:lnTo>
                  <a:pt x="7908" y="8103"/>
                </a:lnTo>
                <a:lnTo>
                  <a:pt x="7908" y="8128"/>
                </a:lnTo>
                <a:lnTo>
                  <a:pt x="7665" y="8128"/>
                </a:lnTo>
                <a:lnTo>
                  <a:pt x="7689" y="8030"/>
                </a:lnTo>
                <a:lnTo>
                  <a:pt x="7786" y="7909"/>
                </a:lnTo>
                <a:close/>
                <a:moveTo>
                  <a:pt x="8468" y="7909"/>
                </a:moveTo>
                <a:lnTo>
                  <a:pt x="8395" y="8006"/>
                </a:lnTo>
                <a:lnTo>
                  <a:pt x="8322" y="8128"/>
                </a:lnTo>
                <a:lnTo>
                  <a:pt x="8224" y="8128"/>
                </a:lnTo>
                <a:lnTo>
                  <a:pt x="8322" y="7909"/>
                </a:lnTo>
                <a:close/>
                <a:moveTo>
                  <a:pt x="8784" y="7909"/>
                </a:moveTo>
                <a:lnTo>
                  <a:pt x="8662" y="8128"/>
                </a:lnTo>
                <a:lnTo>
                  <a:pt x="8541" y="8128"/>
                </a:lnTo>
                <a:lnTo>
                  <a:pt x="8589" y="7909"/>
                </a:lnTo>
                <a:close/>
                <a:moveTo>
                  <a:pt x="10171" y="7958"/>
                </a:moveTo>
                <a:lnTo>
                  <a:pt x="10122" y="8006"/>
                </a:lnTo>
                <a:lnTo>
                  <a:pt x="10001" y="8128"/>
                </a:lnTo>
                <a:lnTo>
                  <a:pt x="9976" y="8128"/>
                </a:lnTo>
                <a:lnTo>
                  <a:pt x="10049" y="7958"/>
                </a:lnTo>
                <a:close/>
                <a:moveTo>
                  <a:pt x="10414" y="7982"/>
                </a:moveTo>
                <a:lnTo>
                  <a:pt x="10585" y="8006"/>
                </a:lnTo>
                <a:lnTo>
                  <a:pt x="10585" y="8055"/>
                </a:lnTo>
                <a:lnTo>
                  <a:pt x="10560" y="8128"/>
                </a:lnTo>
                <a:lnTo>
                  <a:pt x="10341" y="8128"/>
                </a:lnTo>
                <a:lnTo>
                  <a:pt x="10414" y="7982"/>
                </a:lnTo>
                <a:close/>
                <a:moveTo>
                  <a:pt x="10779" y="8006"/>
                </a:moveTo>
                <a:lnTo>
                  <a:pt x="11485" y="8103"/>
                </a:lnTo>
                <a:lnTo>
                  <a:pt x="10804" y="8128"/>
                </a:lnTo>
                <a:lnTo>
                  <a:pt x="10779" y="8055"/>
                </a:lnTo>
                <a:lnTo>
                  <a:pt x="10779" y="8006"/>
                </a:lnTo>
                <a:close/>
                <a:moveTo>
                  <a:pt x="9319" y="7909"/>
                </a:moveTo>
                <a:lnTo>
                  <a:pt x="9222" y="8030"/>
                </a:lnTo>
                <a:lnTo>
                  <a:pt x="9125" y="8152"/>
                </a:lnTo>
                <a:lnTo>
                  <a:pt x="8979" y="8152"/>
                </a:lnTo>
                <a:lnTo>
                  <a:pt x="9027" y="7909"/>
                </a:lnTo>
                <a:close/>
                <a:moveTo>
                  <a:pt x="9417" y="7909"/>
                </a:moveTo>
                <a:lnTo>
                  <a:pt x="9952" y="7958"/>
                </a:lnTo>
                <a:lnTo>
                  <a:pt x="9855" y="8103"/>
                </a:lnTo>
                <a:lnTo>
                  <a:pt x="9855" y="8128"/>
                </a:lnTo>
                <a:lnTo>
                  <a:pt x="9611" y="8128"/>
                </a:lnTo>
                <a:lnTo>
                  <a:pt x="9660" y="8030"/>
                </a:lnTo>
                <a:lnTo>
                  <a:pt x="9660" y="7982"/>
                </a:lnTo>
                <a:lnTo>
                  <a:pt x="9636" y="7958"/>
                </a:lnTo>
                <a:lnTo>
                  <a:pt x="9611" y="7933"/>
                </a:lnTo>
                <a:lnTo>
                  <a:pt x="9563" y="7958"/>
                </a:lnTo>
                <a:lnTo>
                  <a:pt x="9441" y="8103"/>
                </a:lnTo>
                <a:lnTo>
                  <a:pt x="9417" y="8152"/>
                </a:lnTo>
                <a:lnTo>
                  <a:pt x="9344" y="8152"/>
                </a:lnTo>
                <a:lnTo>
                  <a:pt x="9417" y="7933"/>
                </a:lnTo>
                <a:lnTo>
                  <a:pt x="9417" y="7909"/>
                </a:lnTo>
                <a:close/>
                <a:moveTo>
                  <a:pt x="1874" y="8955"/>
                </a:moveTo>
                <a:lnTo>
                  <a:pt x="2117" y="9004"/>
                </a:lnTo>
                <a:lnTo>
                  <a:pt x="2360" y="9052"/>
                </a:lnTo>
                <a:lnTo>
                  <a:pt x="2604" y="9052"/>
                </a:lnTo>
                <a:lnTo>
                  <a:pt x="2823" y="10342"/>
                </a:lnTo>
                <a:lnTo>
                  <a:pt x="3115" y="11607"/>
                </a:lnTo>
                <a:lnTo>
                  <a:pt x="3309" y="12362"/>
                </a:lnTo>
                <a:lnTo>
                  <a:pt x="3309" y="12362"/>
                </a:lnTo>
                <a:lnTo>
                  <a:pt x="3163" y="12167"/>
                </a:lnTo>
                <a:lnTo>
                  <a:pt x="2993" y="11997"/>
                </a:lnTo>
                <a:lnTo>
                  <a:pt x="2823" y="11826"/>
                </a:lnTo>
                <a:lnTo>
                  <a:pt x="2628" y="11656"/>
                </a:lnTo>
                <a:lnTo>
                  <a:pt x="2385" y="11486"/>
                </a:lnTo>
                <a:lnTo>
                  <a:pt x="2117" y="11315"/>
                </a:lnTo>
                <a:lnTo>
                  <a:pt x="1825" y="11145"/>
                </a:lnTo>
                <a:lnTo>
                  <a:pt x="1557" y="10950"/>
                </a:lnTo>
                <a:lnTo>
                  <a:pt x="1338" y="10731"/>
                </a:lnTo>
                <a:lnTo>
                  <a:pt x="1217" y="10610"/>
                </a:lnTo>
                <a:lnTo>
                  <a:pt x="1144" y="10464"/>
                </a:lnTo>
                <a:lnTo>
                  <a:pt x="1071" y="10342"/>
                </a:lnTo>
                <a:lnTo>
                  <a:pt x="998" y="10196"/>
                </a:lnTo>
                <a:lnTo>
                  <a:pt x="973" y="10050"/>
                </a:lnTo>
                <a:lnTo>
                  <a:pt x="949" y="9880"/>
                </a:lnTo>
                <a:lnTo>
                  <a:pt x="949" y="9734"/>
                </a:lnTo>
                <a:lnTo>
                  <a:pt x="998" y="9563"/>
                </a:lnTo>
                <a:lnTo>
                  <a:pt x="1046" y="9442"/>
                </a:lnTo>
                <a:lnTo>
                  <a:pt x="1119" y="9320"/>
                </a:lnTo>
                <a:lnTo>
                  <a:pt x="1241" y="9198"/>
                </a:lnTo>
                <a:lnTo>
                  <a:pt x="1338" y="9101"/>
                </a:lnTo>
                <a:lnTo>
                  <a:pt x="1484" y="9028"/>
                </a:lnTo>
                <a:lnTo>
                  <a:pt x="1630" y="8979"/>
                </a:lnTo>
                <a:lnTo>
                  <a:pt x="1752" y="8955"/>
                </a:lnTo>
                <a:close/>
                <a:moveTo>
                  <a:pt x="14137" y="15525"/>
                </a:moveTo>
                <a:lnTo>
                  <a:pt x="14405" y="15598"/>
                </a:lnTo>
                <a:lnTo>
                  <a:pt x="14405" y="15720"/>
                </a:lnTo>
                <a:lnTo>
                  <a:pt x="14405" y="15841"/>
                </a:lnTo>
                <a:lnTo>
                  <a:pt x="14381" y="15939"/>
                </a:lnTo>
                <a:lnTo>
                  <a:pt x="14356" y="16012"/>
                </a:lnTo>
                <a:lnTo>
                  <a:pt x="14283" y="16060"/>
                </a:lnTo>
                <a:lnTo>
                  <a:pt x="14235" y="16085"/>
                </a:lnTo>
                <a:lnTo>
                  <a:pt x="14137" y="16109"/>
                </a:lnTo>
                <a:lnTo>
                  <a:pt x="14040" y="16109"/>
                </a:lnTo>
                <a:lnTo>
                  <a:pt x="13529" y="16133"/>
                </a:lnTo>
                <a:lnTo>
                  <a:pt x="13018" y="16133"/>
                </a:lnTo>
                <a:lnTo>
                  <a:pt x="13213" y="15866"/>
                </a:lnTo>
                <a:lnTo>
                  <a:pt x="13383" y="15549"/>
                </a:lnTo>
                <a:lnTo>
                  <a:pt x="13797" y="15549"/>
                </a:lnTo>
                <a:lnTo>
                  <a:pt x="14137" y="15525"/>
                </a:lnTo>
                <a:close/>
                <a:moveTo>
                  <a:pt x="4623" y="15379"/>
                </a:moveTo>
                <a:lnTo>
                  <a:pt x="4891" y="15768"/>
                </a:lnTo>
                <a:lnTo>
                  <a:pt x="5183" y="16157"/>
                </a:lnTo>
                <a:lnTo>
                  <a:pt x="5183" y="16157"/>
                </a:lnTo>
                <a:lnTo>
                  <a:pt x="3796" y="16085"/>
                </a:lnTo>
                <a:lnTo>
                  <a:pt x="3674" y="16109"/>
                </a:lnTo>
                <a:lnTo>
                  <a:pt x="3577" y="16060"/>
                </a:lnTo>
                <a:lnTo>
                  <a:pt x="3504" y="15987"/>
                </a:lnTo>
                <a:lnTo>
                  <a:pt x="3455" y="15841"/>
                </a:lnTo>
                <a:lnTo>
                  <a:pt x="3772" y="15695"/>
                </a:lnTo>
                <a:lnTo>
                  <a:pt x="4185" y="15525"/>
                </a:lnTo>
                <a:lnTo>
                  <a:pt x="4623" y="15379"/>
                </a:lnTo>
                <a:close/>
                <a:moveTo>
                  <a:pt x="3017" y="7982"/>
                </a:moveTo>
                <a:lnTo>
                  <a:pt x="3163" y="8079"/>
                </a:lnTo>
                <a:lnTo>
                  <a:pt x="3309" y="8152"/>
                </a:lnTo>
                <a:lnTo>
                  <a:pt x="3480" y="8201"/>
                </a:lnTo>
                <a:lnTo>
                  <a:pt x="3650" y="8249"/>
                </a:lnTo>
                <a:lnTo>
                  <a:pt x="3991" y="8298"/>
                </a:lnTo>
                <a:lnTo>
                  <a:pt x="4331" y="8322"/>
                </a:lnTo>
                <a:lnTo>
                  <a:pt x="5329" y="8420"/>
                </a:lnTo>
                <a:lnTo>
                  <a:pt x="6302" y="8493"/>
                </a:lnTo>
                <a:lnTo>
                  <a:pt x="7300" y="8541"/>
                </a:lnTo>
                <a:lnTo>
                  <a:pt x="8297" y="8566"/>
                </a:lnTo>
                <a:lnTo>
                  <a:pt x="10293" y="8566"/>
                </a:lnTo>
                <a:lnTo>
                  <a:pt x="12288" y="8517"/>
                </a:lnTo>
                <a:lnTo>
                  <a:pt x="13067" y="8493"/>
                </a:lnTo>
                <a:lnTo>
                  <a:pt x="13432" y="8468"/>
                </a:lnTo>
                <a:lnTo>
                  <a:pt x="13821" y="8395"/>
                </a:lnTo>
                <a:lnTo>
                  <a:pt x="14016" y="8347"/>
                </a:lnTo>
                <a:lnTo>
                  <a:pt x="14235" y="8249"/>
                </a:lnTo>
                <a:lnTo>
                  <a:pt x="14454" y="8152"/>
                </a:lnTo>
                <a:lnTo>
                  <a:pt x="14648" y="8006"/>
                </a:lnTo>
                <a:lnTo>
                  <a:pt x="14648" y="8931"/>
                </a:lnTo>
                <a:lnTo>
                  <a:pt x="14478" y="8931"/>
                </a:lnTo>
                <a:lnTo>
                  <a:pt x="14308" y="8955"/>
                </a:lnTo>
                <a:lnTo>
                  <a:pt x="13943" y="9052"/>
                </a:lnTo>
                <a:lnTo>
                  <a:pt x="13334" y="9174"/>
                </a:lnTo>
                <a:lnTo>
                  <a:pt x="12726" y="9247"/>
                </a:lnTo>
                <a:lnTo>
                  <a:pt x="12458" y="9271"/>
                </a:lnTo>
                <a:lnTo>
                  <a:pt x="12191" y="9271"/>
                </a:lnTo>
                <a:lnTo>
                  <a:pt x="11655" y="9247"/>
                </a:lnTo>
                <a:lnTo>
                  <a:pt x="10585" y="9247"/>
                </a:lnTo>
                <a:lnTo>
                  <a:pt x="10536" y="9271"/>
                </a:lnTo>
                <a:lnTo>
                  <a:pt x="10536" y="9296"/>
                </a:lnTo>
                <a:lnTo>
                  <a:pt x="10536" y="9344"/>
                </a:lnTo>
                <a:lnTo>
                  <a:pt x="10560" y="9369"/>
                </a:lnTo>
                <a:lnTo>
                  <a:pt x="10828" y="9442"/>
                </a:lnTo>
                <a:lnTo>
                  <a:pt x="11096" y="9490"/>
                </a:lnTo>
                <a:lnTo>
                  <a:pt x="11363" y="9539"/>
                </a:lnTo>
                <a:lnTo>
                  <a:pt x="11631" y="9563"/>
                </a:lnTo>
                <a:lnTo>
                  <a:pt x="12191" y="9539"/>
                </a:lnTo>
                <a:lnTo>
                  <a:pt x="12726" y="9515"/>
                </a:lnTo>
                <a:lnTo>
                  <a:pt x="13213" y="9490"/>
                </a:lnTo>
                <a:lnTo>
                  <a:pt x="13724" y="9417"/>
                </a:lnTo>
                <a:lnTo>
                  <a:pt x="13967" y="9369"/>
                </a:lnTo>
                <a:lnTo>
                  <a:pt x="14210" y="9320"/>
                </a:lnTo>
                <a:lnTo>
                  <a:pt x="14429" y="9223"/>
                </a:lnTo>
                <a:lnTo>
                  <a:pt x="14648" y="9125"/>
                </a:lnTo>
                <a:lnTo>
                  <a:pt x="14648" y="9125"/>
                </a:lnTo>
                <a:lnTo>
                  <a:pt x="14600" y="9612"/>
                </a:lnTo>
                <a:lnTo>
                  <a:pt x="13748" y="9855"/>
                </a:lnTo>
                <a:lnTo>
                  <a:pt x="13310" y="9977"/>
                </a:lnTo>
                <a:lnTo>
                  <a:pt x="12872" y="10050"/>
                </a:lnTo>
                <a:lnTo>
                  <a:pt x="12410" y="10050"/>
                </a:lnTo>
                <a:lnTo>
                  <a:pt x="11947" y="10026"/>
                </a:lnTo>
                <a:lnTo>
                  <a:pt x="11485" y="9977"/>
                </a:lnTo>
                <a:lnTo>
                  <a:pt x="11266" y="9977"/>
                </a:lnTo>
                <a:lnTo>
                  <a:pt x="11047" y="10001"/>
                </a:lnTo>
                <a:lnTo>
                  <a:pt x="10974" y="10026"/>
                </a:lnTo>
                <a:lnTo>
                  <a:pt x="10950" y="10074"/>
                </a:lnTo>
                <a:lnTo>
                  <a:pt x="10950" y="10123"/>
                </a:lnTo>
                <a:lnTo>
                  <a:pt x="10998" y="10172"/>
                </a:lnTo>
                <a:lnTo>
                  <a:pt x="11217" y="10293"/>
                </a:lnTo>
                <a:lnTo>
                  <a:pt x="11461" y="10366"/>
                </a:lnTo>
                <a:lnTo>
                  <a:pt x="11704" y="10439"/>
                </a:lnTo>
                <a:lnTo>
                  <a:pt x="11996" y="10464"/>
                </a:lnTo>
                <a:lnTo>
                  <a:pt x="12264" y="10464"/>
                </a:lnTo>
                <a:lnTo>
                  <a:pt x="12531" y="10439"/>
                </a:lnTo>
                <a:lnTo>
                  <a:pt x="13042" y="10415"/>
                </a:lnTo>
                <a:lnTo>
                  <a:pt x="13432" y="10342"/>
                </a:lnTo>
                <a:lnTo>
                  <a:pt x="13821" y="10269"/>
                </a:lnTo>
                <a:lnTo>
                  <a:pt x="14210" y="10123"/>
                </a:lnTo>
                <a:lnTo>
                  <a:pt x="14551" y="9953"/>
                </a:lnTo>
                <a:lnTo>
                  <a:pt x="14551" y="10074"/>
                </a:lnTo>
                <a:lnTo>
                  <a:pt x="14454" y="10537"/>
                </a:lnTo>
                <a:lnTo>
                  <a:pt x="14113" y="10585"/>
                </a:lnTo>
                <a:lnTo>
                  <a:pt x="13772" y="10658"/>
                </a:lnTo>
                <a:lnTo>
                  <a:pt x="13456" y="10756"/>
                </a:lnTo>
                <a:lnTo>
                  <a:pt x="13140" y="10829"/>
                </a:lnTo>
                <a:lnTo>
                  <a:pt x="12702" y="10853"/>
                </a:lnTo>
                <a:lnTo>
                  <a:pt x="12264" y="10902"/>
                </a:lnTo>
                <a:lnTo>
                  <a:pt x="11826" y="10950"/>
                </a:lnTo>
                <a:lnTo>
                  <a:pt x="11607" y="10999"/>
                </a:lnTo>
                <a:lnTo>
                  <a:pt x="11412" y="11072"/>
                </a:lnTo>
                <a:lnTo>
                  <a:pt x="11388" y="11096"/>
                </a:lnTo>
                <a:lnTo>
                  <a:pt x="11412" y="11121"/>
                </a:lnTo>
                <a:lnTo>
                  <a:pt x="11607" y="11218"/>
                </a:lnTo>
                <a:lnTo>
                  <a:pt x="11826" y="11267"/>
                </a:lnTo>
                <a:lnTo>
                  <a:pt x="12045" y="11291"/>
                </a:lnTo>
                <a:lnTo>
                  <a:pt x="12288" y="11291"/>
                </a:lnTo>
                <a:lnTo>
                  <a:pt x="12750" y="11242"/>
                </a:lnTo>
                <a:lnTo>
                  <a:pt x="13188" y="11194"/>
                </a:lnTo>
                <a:lnTo>
                  <a:pt x="13748" y="11121"/>
                </a:lnTo>
                <a:lnTo>
                  <a:pt x="14064" y="11048"/>
                </a:lnTo>
                <a:lnTo>
                  <a:pt x="14356" y="10950"/>
                </a:lnTo>
                <a:lnTo>
                  <a:pt x="14162" y="11729"/>
                </a:lnTo>
                <a:lnTo>
                  <a:pt x="13845" y="11753"/>
                </a:lnTo>
                <a:lnTo>
                  <a:pt x="13553" y="11778"/>
                </a:lnTo>
                <a:lnTo>
                  <a:pt x="12921" y="11875"/>
                </a:lnTo>
                <a:lnTo>
                  <a:pt x="12653" y="11875"/>
                </a:lnTo>
                <a:lnTo>
                  <a:pt x="12337" y="11899"/>
                </a:lnTo>
                <a:lnTo>
                  <a:pt x="12191" y="11899"/>
                </a:lnTo>
                <a:lnTo>
                  <a:pt x="12069" y="11948"/>
                </a:lnTo>
                <a:lnTo>
                  <a:pt x="11923" y="11997"/>
                </a:lnTo>
                <a:lnTo>
                  <a:pt x="11801" y="12070"/>
                </a:lnTo>
                <a:lnTo>
                  <a:pt x="11801" y="12094"/>
                </a:lnTo>
                <a:lnTo>
                  <a:pt x="11801" y="12118"/>
                </a:lnTo>
                <a:lnTo>
                  <a:pt x="11923" y="12191"/>
                </a:lnTo>
                <a:lnTo>
                  <a:pt x="12069" y="12240"/>
                </a:lnTo>
                <a:lnTo>
                  <a:pt x="12191" y="12264"/>
                </a:lnTo>
                <a:lnTo>
                  <a:pt x="12653" y="12264"/>
                </a:lnTo>
                <a:lnTo>
                  <a:pt x="12921" y="12216"/>
                </a:lnTo>
                <a:lnTo>
                  <a:pt x="13505" y="12167"/>
                </a:lnTo>
                <a:lnTo>
                  <a:pt x="13772" y="12143"/>
                </a:lnTo>
                <a:lnTo>
                  <a:pt x="14064" y="12070"/>
                </a:lnTo>
                <a:lnTo>
                  <a:pt x="14064" y="12070"/>
                </a:lnTo>
                <a:lnTo>
                  <a:pt x="13943" y="12483"/>
                </a:lnTo>
                <a:lnTo>
                  <a:pt x="13845" y="12848"/>
                </a:lnTo>
                <a:lnTo>
                  <a:pt x="13724" y="12800"/>
                </a:lnTo>
                <a:lnTo>
                  <a:pt x="13626" y="12775"/>
                </a:lnTo>
                <a:lnTo>
                  <a:pt x="13383" y="12775"/>
                </a:lnTo>
                <a:lnTo>
                  <a:pt x="12896" y="12848"/>
                </a:lnTo>
                <a:lnTo>
                  <a:pt x="12337" y="12897"/>
                </a:lnTo>
                <a:lnTo>
                  <a:pt x="12069" y="12946"/>
                </a:lnTo>
                <a:lnTo>
                  <a:pt x="11777" y="13043"/>
                </a:lnTo>
                <a:lnTo>
                  <a:pt x="11753" y="13067"/>
                </a:lnTo>
                <a:lnTo>
                  <a:pt x="11753" y="13116"/>
                </a:lnTo>
                <a:lnTo>
                  <a:pt x="11777" y="13165"/>
                </a:lnTo>
                <a:lnTo>
                  <a:pt x="11801" y="13189"/>
                </a:lnTo>
                <a:lnTo>
                  <a:pt x="12069" y="13238"/>
                </a:lnTo>
                <a:lnTo>
                  <a:pt x="12361" y="13238"/>
                </a:lnTo>
                <a:lnTo>
                  <a:pt x="12896" y="13213"/>
                </a:lnTo>
                <a:lnTo>
                  <a:pt x="13334" y="13189"/>
                </a:lnTo>
                <a:lnTo>
                  <a:pt x="13578" y="13165"/>
                </a:lnTo>
                <a:lnTo>
                  <a:pt x="13675" y="13140"/>
                </a:lnTo>
                <a:lnTo>
                  <a:pt x="13772" y="13092"/>
                </a:lnTo>
                <a:lnTo>
                  <a:pt x="13772" y="13092"/>
                </a:lnTo>
                <a:lnTo>
                  <a:pt x="13505" y="13870"/>
                </a:lnTo>
                <a:lnTo>
                  <a:pt x="13310" y="13870"/>
                </a:lnTo>
                <a:lnTo>
                  <a:pt x="13115" y="13895"/>
                </a:lnTo>
                <a:lnTo>
                  <a:pt x="12896" y="13919"/>
                </a:lnTo>
                <a:lnTo>
                  <a:pt x="12702" y="13943"/>
                </a:lnTo>
                <a:lnTo>
                  <a:pt x="12483" y="13943"/>
                </a:lnTo>
                <a:lnTo>
                  <a:pt x="12239" y="13919"/>
                </a:lnTo>
                <a:lnTo>
                  <a:pt x="11777" y="13870"/>
                </a:lnTo>
                <a:lnTo>
                  <a:pt x="11753" y="13895"/>
                </a:lnTo>
                <a:lnTo>
                  <a:pt x="11753" y="13919"/>
                </a:lnTo>
                <a:lnTo>
                  <a:pt x="11947" y="14041"/>
                </a:lnTo>
                <a:lnTo>
                  <a:pt x="12142" y="14138"/>
                </a:lnTo>
                <a:lnTo>
                  <a:pt x="12361" y="14187"/>
                </a:lnTo>
                <a:lnTo>
                  <a:pt x="12604" y="14211"/>
                </a:lnTo>
                <a:lnTo>
                  <a:pt x="12775" y="14235"/>
                </a:lnTo>
                <a:lnTo>
                  <a:pt x="13188" y="14235"/>
                </a:lnTo>
                <a:lnTo>
                  <a:pt x="13383" y="14187"/>
                </a:lnTo>
                <a:lnTo>
                  <a:pt x="13383" y="14187"/>
                </a:lnTo>
                <a:lnTo>
                  <a:pt x="13286" y="14430"/>
                </a:lnTo>
                <a:lnTo>
                  <a:pt x="13261" y="14454"/>
                </a:lnTo>
                <a:lnTo>
                  <a:pt x="13237" y="14479"/>
                </a:lnTo>
                <a:lnTo>
                  <a:pt x="13213" y="14576"/>
                </a:lnTo>
                <a:lnTo>
                  <a:pt x="13140" y="14527"/>
                </a:lnTo>
                <a:lnTo>
                  <a:pt x="12872" y="14527"/>
                </a:lnTo>
                <a:lnTo>
                  <a:pt x="12507" y="14552"/>
                </a:lnTo>
                <a:lnTo>
                  <a:pt x="12288" y="14552"/>
                </a:lnTo>
                <a:lnTo>
                  <a:pt x="12069" y="14503"/>
                </a:lnTo>
                <a:lnTo>
                  <a:pt x="11850" y="14479"/>
                </a:lnTo>
                <a:lnTo>
                  <a:pt x="11631" y="14454"/>
                </a:lnTo>
                <a:lnTo>
                  <a:pt x="11582" y="14479"/>
                </a:lnTo>
                <a:lnTo>
                  <a:pt x="11558" y="14503"/>
                </a:lnTo>
                <a:lnTo>
                  <a:pt x="11558" y="14552"/>
                </a:lnTo>
                <a:lnTo>
                  <a:pt x="11582" y="14600"/>
                </a:lnTo>
                <a:lnTo>
                  <a:pt x="11655" y="14673"/>
                </a:lnTo>
                <a:lnTo>
                  <a:pt x="11753" y="14746"/>
                </a:lnTo>
                <a:lnTo>
                  <a:pt x="11947" y="14844"/>
                </a:lnTo>
                <a:lnTo>
                  <a:pt x="12166" y="14917"/>
                </a:lnTo>
                <a:lnTo>
                  <a:pt x="12410" y="14941"/>
                </a:lnTo>
                <a:lnTo>
                  <a:pt x="12750" y="14941"/>
                </a:lnTo>
                <a:lnTo>
                  <a:pt x="12945" y="14892"/>
                </a:lnTo>
                <a:lnTo>
                  <a:pt x="13115" y="14819"/>
                </a:lnTo>
                <a:lnTo>
                  <a:pt x="12872" y="15257"/>
                </a:lnTo>
                <a:lnTo>
                  <a:pt x="12750" y="15233"/>
                </a:lnTo>
                <a:lnTo>
                  <a:pt x="12629" y="15257"/>
                </a:lnTo>
                <a:lnTo>
                  <a:pt x="12385" y="15257"/>
                </a:lnTo>
                <a:lnTo>
                  <a:pt x="12191" y="15233"/>
                </a:lnTo>
                <a:lnTo>
                  <a:pt x="11996" y="15209"/>
                </a:lnTo>
                <a:lnTo>
                  <a:pt x="11801" y="15184"/>
                </a:lnTo>
                <a:lnTo>
                  <a:pt x="11631" y="15184"/>
                </a:lnTo>
                <a:lnTo>
                  <a:pt x="11582" y="15209"/>
                </a:lnTo>
                <a:lnTo>
                  <a:pt x="11607" y="15257"/>
                </a:lnTo>
                <a:lnTo>
                  <a:pt x="11655" y="15330"/>
                </a:lnTo>
                <a:lnTo>
                  <a:pt x="11728" y="15403"/>
                </a:lnTo>
                <a:lnTo>
                  <a:pt x="11801" y="15476"/>
                </a:lnTo>
                <a:lnTo>
                  <a:pt x="11899" y="15525"/>
                </a:lnTo>
                <a:lnTo>
                  <a:pt x="12093" y="15574"/>
                </a:lnTo>
                <a:lnTo>
                  <a:pt x="12288" y="15598"/>
                </a:lnTo>
                <a:lnTo>
                  <a:pt x="12458" y="15622"/>
                </a:lnTo>
                <a:lnTo>
                  <a:pt x="12653" y="15622"/>
                </a:lnTo>
                <a:lnTo>
                  <a:pt x="12458" y="15890"/>
                </a:lnTo>
                <a:lnTo>
                  <a:pt x="12264" y="15866"/>
                </a:lnTo>
                <a:lnTo>
                  <a:pt x="12045" y="15890"/>
                </a:lnTo>
                <a:lnTo>
                  <a:pt x="11826" y="15866"/>
                </a:lnTo>
                <a:lnTo>
                  <a:pt x="11631" y="15841"/>
                </a:lnTo>
                <a:lnTo>
                  <a:pt x="11558" y="15841"/>
                </a:lnTo>
                <a:lnTo>
                  <a:pt x="11461" y="15890"/>
                </a:lnTo>
                <a:lnTo>
                  <a:pt x="11509" y="15987"/>
                </a:lnTo>
                <a:lnTo>
                  <a:pt x="11607" y="16060"/>
                </a:lnTo>
                <a:lnTo>
                  <a:pt x="11728" y="16133"/>
                </a:lnTo>
                <a:lnTo>
                  <a:pt x="11850" y="16157"/>
                </a:lnTo>
                <a:lnTo>
                  <a:pt x="8930" y="16206"/>
                </a:lnTo>
                <a:lnTo>
                  <a:pt x="7324" y="16206"/>
                </a:lnTo>
                <a:lnTo>
                  <a:pt x="5694" y="16182"/>
                </a:lnTo>
                <a:lnTo>
                  <a:pt x="5718" y="16109"/>
                </a:lnTo>
                <a:lnTo>
                  <a:pt x="5718" y="16036"/>
                </a:lnTo>
                <a:lnTo>
                  <a:pt x="5694" y="15963"/>
                </a:lnTo>
                <a:lnTo>
                  <a:pt x="5645" y="15890"/>
                </a:lnTo>
                <a:lnTo>
                  <a:pt x="5305" y="15428"/>
                </a:lnTo>
                <a:lnTo>
                  <a:pt x="5013" y="14965"/>
                </a:lnTo>
                <a:lnTo>
                  <a:pt x="4721" y="14454"/>
                </a:lnTo>
                <a:lnTo>
                  <a:pt x="4477" y="13968"/>
                </a:lnTo>
                <a:lnTo>
                  <a:pt x="4258" y="13432"/>
                </a:lnTo>
                <a:lnTo>
                  <a:pt x="4064" y="12897"/>
                </a:lnTo>
                <a:lnTo>
                  <a:pt x="3869" y="12362"/>
                </a:lnTo>
                <a:lnTo>
                  <a:pt x="3723" y="11826"/>
                </a:lnTo>
                <a:lnTo>
                  <a:pt x="3553" y="11267"/>
                </a:lnTo>
                <a:lnTo>
                  <a:pt x="3431" y="10683"/>
                </a:lnTo>
                <a:lnTo>
                  <a:pt x="3163" y="9539"/>
                </a:lnTo>
                <a:lnTo>
                  <a:pt x="3090" y="9125"/>
                </a:lnTo>
                <a:lnTo>
                  <a:pt x="3042" y="8736"/>
                </a:lnTo>
                <a:lnTo>
                  <a:pt x="3017" y="8371"/>
                </a:lnTo>
                <a:lnTo>
                  <a:pt x="3017" y="7982"/>
                </a:lnTo>
                <a:close/>
                <a:moveTo>
                  <a:pt x="4258" y="14746"/>
                </a:moveTo>
                <a:lnTo>
                  <a:pt x="4502" y="15209"/>
                </a:lnTo>
                <a:lnTo>
                  <a:pt x="4064" y="15257"/>
                </a:lnTo>
                <a:lnTo>
                  <a:pt x="3626" y="15379"/>
                </a:lnTo>
                <a:lnTo>
                  <a:pt x="3455" y="15428"/>
                </a:lnTo>
                <a:lnTo>
                  <a:pt x="3285" y="15501"/>
                </a:lnTo>
                <a:lnTo>
                  <a:pt x="3115" y="15622"/>
                </a:lnTo>
                <a:lnTo>
                  <a:pt x="3042" y="15671"/>
                </a:lnTo>
                <a:lnTo>
                  <a:pt x="2993" y="15744"/>
                </a:lnTo>
                <a:lnTo>
                  <a:pt x="2944" y="15914"/>
                </a:lnTo>
                <a:lnTo>
                  <a:pt x="2944" y="16060"/>
                </a:lnTo>
                <a:lnTo>
                  <a:pt x="2993" y="16182"/>
                </a:lnTo>
                <a:lnTo>
                  <a:pt x="3066" y="16279"/>
                </a:lnTo>
                <a:lnTo>
                  <a:pt x="3163" y="16352"/>
                </a:lnTo>
                <a:lnTo>
                  <a:pt x="3309" y="16401"/>
                </a:lnTo>
                <a:lnTo>
                  <a:pt x="3455" y="16449"/>
                </a:lnTo>
                <a:lnTo>
                  <a:pt x="3601" y="16474"/>
                </a:lnTo>
                <a:lnTo>
                  <a:pt x="4283" y="16547"/>
                </a:lnTo>
                <a:lnTo>
                  <a:pt x="4988" y="16571"/>
                </a:lnTo>
                <a:lnTo>
                  <a:pt x="6375" y="16620"/>
                </a:lnTo>
                <a:lnTo>
                  <a:pt x="9125" y="16620"/>
                </a:lnTo>
                <a:lnTo>
                  <a:pt x="11801" y="16571"/>
                </a:lnTo>
                <a:lnTo>
                  <a:pt x="13018" y="16571"/>
                </a:lnTo>
                <a:lnTo>
                  <a:pt x="13626" y="16547"/>
                </a:lnTo>
                <a:lnTo>
                  <a:pt x="13943" y="16522"/>
                </a:lnTo>
                <a:lnTo>
                  <a:pt x="14235" y="16498"/>
                </a:lnTo>
                <a:lnTo>
                  <a:pt x="14381" y="16449"/>
                </a:lnTo>
                <a:lnTo>
                  <a:pt x="14527" y="16376"/>
                </a:lnTo>
                <a:lnTo>
                  <a:pt x="14673" y="16303"/>
                </a:lnTo>
                <a:lnTo>
                  <a:pt x="14819" y="16182"/>
                </a:lnTo>
                <a:lnTo>
                  <a:pt x="14916" y="16060"/>
                </a:lnTo>
                <a:lnTo>
                  <a:pt x="14965" y="15914"/>
                </a:lnTo>
                <a:lnTo>
                  <a:pt x="14965" y="15841"/>
                </a:lnTo>
                <a:lnTo>
                  <a:pt x="14965" y="15744"/>
                </a:lnTo>
                <a:lnTo>
                  <a:pt x="14940" y="15671"/>
                </a:lnTo>
                <a:lnTo>
                  <a:pt x="14916" y="15574"/>
                </a:lnTo>
                <a:lnTo>
                  <a:pt x="14794" y="15403"/>
                </a:lnTo>
                <a:lnTo>
                  <a:pt x="14648" y="15282"/>
                </a:lnTo>
                <a:lnTo>
                  <a:pt x="14478" y="15209"/>
                </a:lnTo>
                <a:lnTo>
                  <a:pt x="14308" y="15184"/>
                </a:lnTo>
                <a:lnTo>
                  <a:pt x="14137" y="15160"/>
                </a:lnTo>
                <a:lnTo>
                  <a:pt x="13553" y="15160"/>
                </a:lnTo>
                <a:lnTo>
                  <a:pt x="13699" y="14819"/>
                </a:lnTo>
                <a:lnTo>
                  <a:pt x="13724" y="14771"/>
                </a:lnTo>
                <a:lnTo>
                  <a:pt x="14454" y="14844"/>
                </a:lnTo>
                <a:lnTo>
                  <a:pt x="14794" y="14917"/>
                </a:lnTo>
                <a:lnTo>
                  <a:pt x="15135" y="14990"/>
                </a:lnTo>
                <a:lnTo>
                  <a:pt x="15500" y="15087"/>
                </a:lnTo>
                <a:lnTo>
                  <a:pt x="15816" y="15184"/>
                </a:lnTo>
                <a:lnTo>
                  <a:pt x="16157" y="15330"/>
                </a:lnTo>
                <a:lnTo>
                  <a:pt x="16497" y="15452"/>
                </a:lnTo>
                <a:lnTo>
                  <a:pt x="16741" y="15598"/>
                </a:lnTo>
                <a:lnTo>
                  <a:pt x="16911" y="15744"/>
                </a:lnTo>
                <a:lnTo>
                  <a:pt x="17033" y="15914"/>
                </a:lnTo>
                <a:lnTo>
                  <a:pt x="17081" y="16060"/>
                </a:lnTo>
                <a:lnTo>
                  <a:pt x="17081" y="16230"/>
                </a:lnTo>
                <a:lnTo>
                  <a:pt x="17008" y="16401"/>
                </a:lnTo>
                <a:lnTo>
                  <a:pt x="16911" y="16547"/>
                </a:lnTo>
                <a:lnTo>
                  <a:pt x="16789" y="16717"/>
                </a:lnTo>
                <a:lnTo>
                  <a:pt x="16643" y="16863"/>
                </a:lnTo>
                <a:lnTo>
                  <a:pt x="16449" y="17009"/>
                </a:lnTo>
                <a:lnTo>
                  <a:pt x="16059" y="17277"/>
                </a:lnTo>
                <a:lnTo>
                  <a:pt x="15670" y="17496"/>
                </a:lnTo>
                <a:lnTo>
                  <a:pt x="15305" y="17642"/>
                </a:lnTo>
                <a:lnTo>
                  <a:pt x="14965" y="17763"/>
                </a:lnTo>
                <a:lnTo>
                  <a:pt x="14600" y="17836"/>
                </a:lnTo>
                <a:lnTo>
                  <a:pt x="14259" y="17909"/>
                </a:lnTo>
                <a:lnTo>
                  <a:pt x="13894" y="17958"/>
                </a:lnTo>
                <a:lnTo>
                  <a:pt x="13140" y="18007"/>
                </a:lnTo>
                <a:lnTo>
                  <a:pt x="12410" y="18055"/>
                </a:lnTo>
                <a:lnTo>
                  <a:pt x="11558" y="18080"/>
                </a:lnTo>
                <a:lnTo>
                  <a:pt x="10706" y="18080"/>
                </a:lnTo>
                <a:lnTo>
                  <a:pt x="9027" y="18055"/>
                </a:lnTo>
                <a:lnTo>
                  <a:pt x="7324" y="18031"/>
                </a:lnTo>
                <a:lnTo>
                  <a:pt x="6473" y="18007"/>
                </a:lnTo>
                <a:lnTo>
                  <a:pt x="5645" y="17982"/>
                </a:lnTo>
                <a:lnTo>
                  <a:pt x="4794" y="17934"/>
                </a:lnTo>
                <a:lnTo>
                  <a:pt x="3942" y="17861"/>
                </a:lnTo>
                <a:lnTo>
                  <a:pt x="3115" y="17739"/>
                </a:lnTo>
                <a:lnTo>
                  <a:pt x="2287" y="17593"/>
                </a:lnTo>
                <a:lnTo>
                  <a:pt x="1898" y="17496"/>
                </a:lnTo>
                <a:lnTo>
                  <a:pt x="1509" y="17350"/>
                </a:lnTo>
                <a:lnTo>
                  <a:pt x="1168" y="17179"/>
                </a:lnTo>
                <a:lnTo>
                  <a:pt x="827" y="16985"/>
                </a:lnTo>
                <a:lnTo>
                  <a:pt x="633" y="16839"/>
                </a:lnTo>
                <a:lnTo>
                  <a:pt x="487" y="16668"/>
                </a:lnTo>
                <a:lnTo>
                  <a:pt x="365" y="16449"/>
                </a:lnTo>
                <a:lnTo>
                  <a:pt x="316" y="16328"/>
                </a:lnTo>
                <a:lnTo>
                  <a:pt x="316" y="16230"/>
                </a:lnTo>
                <a:lnTo>
                  <a:pt x="316" y="16085"/>
                </a:lnTo>
                <a:lnTo>
                  <a:pt x="341" y="15963"/>
                </a:lnTo>
                <a:lnTo>
                  <a:pt x="414" y="15866"/>
                </a:lnTo>
                <a:lnTo>
                  <a:pt x="511" y="15768"/>
                </a:lnTo>
                <a:lnTo>
                  <a:pt x="730" y="15622"/>
                </a:lnTo>
                <a:lnTo>
                  <a:pt x="949" y="15501"/>
                </a:lnTo>
                <a:lnTo>
                  <a:pt x="1314" y="15330"/>
                </a:lnTo>
                <a:lnTo>
                  <a:pt x="1728" y="15184"/>
                </a:lnTo>
                <a:lnTo>
                  <a:pt x="2141" y="15063"/>
                </a:lnTo>
                <a:lnTo>
                  <a:pt x="2555" y="14965"/>
                </a:lnTo>
                <a:lnTo>
                  <a:pt x="2993" y="14892"/>
                </a:lnTo>
                <a:lnTo>
                  <a:pt x="3407" y="14844"/>
                </a:lnTo>
                <a:lnTo>
                  <a:pt x="4258" y="14746"/>
                </a:lnTo>
                <a:close/>
                <a:moveTo>
                  <a:pt x="9076" y="6498"/>
                </a:moveTo>
                <a:lnTo>
                  <a:pt x="8103" y="6522"/>
                </a:lnTo>
                <a:lnTo>
                  <a:pt x="7129" y="6571"/>
                </a:lnTo>
                <a:lnTo>
                  <a:pt x="6156" y="6644"/>
                </a:lnTo>
                <a:lnTo>
                  <a:pt x="5183" y="6717"/>
                </a:lnTo>
                <a:lnTo>
                  <a:pt x="4526" y="6765"/>
                </a:lnTo>
                <a:lnTo>
                  <a:pt x="4161" y="6790"/>
                </a:lnTo>
                <a:lnTo>
                  <a:pt x="3796" y="6838"/>
                </a:lnTo>
                <a:lnTo>
                  <a:pt x="3431" y="6911"/>
                </a:lnTo>
                <a:lnTo>
                  <a:pt x="3285" y="6960"/>
                </a:lnTo>
                <a:lnTo>
                  <a:pt x="3115" y="7033"/>
                </a:lnTo>
                <a:lnTo>
                  <a:pt x="2993" y="7106"/>
                </a:lnTo>
                <a:lnTo>
                  <a:pt x="2847" y="7228"/>
                </a:lnTo>
                <a:lnTo>
                  <a:pt x="2750" y="7325"/>
                </a:lnTo>
                <a:lnTo>
                  <a:pt x="2652" y="7471"/>
                </a:lnTo>
                <a:lnTo>
                  <a:pt x="2628" y="7520"/>
                </a:lnTo>
                <a:lnTo>
                  <a:pt x="2628" y="7593"/>
                </a:lnTo>
                <a:lnTo>
                  <a:pt x="2652" y="7666"/>
                </a:lnTo>
                <a:lnTo>
                  <a:pt x="2579" y="7812"/>
                </a:lnTo>
                <a:lnTo>
                  <a:pt x="2555" y="7982"/>
                </a:lnTo>
                <a:lnTo>
                  <a:pt x="2531" y="8152"/>
                </a:lnTo>
                <a:lnTo>
                  <a:pt x="2506" y="8298"/>
                </a:lnTo>
                <a:lnTo>
                  <a:pt x="2360" y="8249"/>
                </a:lnTo>
                <a:lnTo>
                  <a:pt x="2214" y="8201"/>
                </a:lnTo>
                <a:lnTo>
                  <a:pt x="2044" y="8176"/>
                </a:lnTo>
                <a:lnTo>
                  <a:pt x="1874" y="8176"/>
                </a:lnTo>
                <a:lnTo>
                  <a:pt x="1557" y="8201"/>
                </a:lnTo>
                <a:lnTo>
                  <a:pt x="1265" y="8249"/>
                </a:lnTo>
                <a:lnTo>
                  <a:pt x="1046" y="8347"/>
                </a:lnTo>
                <a:lnTo>
                  <a:pt x="827" y="8468"/>
                </a:lnTo>
                <a:lnTo>
                  <a:pt x="657" y="8639"/>
                </a:lnTo>
                <a:lnTo>
                  <a:pt x="487" y="8833"/>
                </a:lnTo>
                <a:lnTo>
                  <a:pt x="365" y="9052"/>
                </a:lnTo>
                <a:lnTo>
                  <a:pt x="268" y="9271"/>
                </a:lnTo>
                <a:lnTo>
                  <a:pt x="195" y="9515"/>
                </a:lnTo>
                <a:lnTo>
                  <a:pt x="170" y="9758"/>
                </a:lnTo>
                <a:lnTo>
                  <a:pt x="170" y="10026"/>
                </a:lnTo>
                <a:lnTo>
                  <a:pt x="219" y="10293"/>
                </a:lnTo>
                <a:lnTo>
                  <a:pt x="292" y="10537"/>
                </a:lnTo>
                <a:lnTo>
                  <a:pt x="389" y="10780"/>
                </a:lnTo>
                <a:lnTo>
                  <a:pt x="535" y="10999"/>
                </a:lnTo>
                <a:lnTo>
                  <a:pt x="706" y="11194"/>
                </a:lnTo>
                <a:lnTo>
                  <a:pt x="900" y="11388"/>
                </a:lnTo>
                <a:lnTo>
                  <a:pt x="1095" y="11559"/>
                </a:lnTo>
                <a:lnTo>
                  <a:pt x="1363" y="11729"/>
                </a:lnTo>
                <a:lnTo>
                  <a:pt x="1606" y="11899"/>
                </a:lnTo>
                <a:lnTo>
                  <a:pt x="2117" y="12240"/>
                </a:lnTo>
                <a:lnTo>
                  <a:pt x="2409" y="12459"/>
                </a:lnTo>
                <a:lnTo>
                  <a:pt x="2531" y="12581"/>
                </a:lnTo>
                <a:lnTo>
                  <a:pt x="2652" y="12727"/>
                </a:lnTo>
                <a:lnTo>
                  <a:pt x="2725" y="12873"/>
                </a:lnTo>
                <a:lnTo>
                  <a:pt x="2774" y="13043"/>
                </a:lnTo>
                <a:lnTo>
                  <a:pt x="2750" y="13165"/>
                </a:lnTo>
                <a:lnTo>
                  <a:pt x="2725" y="13238"/>
                </a:lnTo>
                <a:lnTo>
                  <a:pt x="2677" y="13262"/>
                </a:lnTo>
                <a:lnTo>
                  <a:pt x="2604" y="13262"/>
                </a:lnTo>
                <a:lnTo>
                  <a:pt x="2531" y="13213"/>
                </a:lnTo>
                <a:lnTo>
                  <a:pt x="2458" y="13189"/>
                </a:lnTo>
                <a:lnTo>
                  <a:pt x="2312" y="13165"/>
                </a:lnTo>
                <a:lnTo>
                  <a:pt x="2190" y="13213"/>
                </a:lnTo>
                <a:lnTo>
                  <a:pt x="2068" y="13286"/>
                </a:lnTo>
                <a:lnTo>
                  <a:pt x="1995" y="13408"/>
                </a:lnTo>
                <a:lnTo>
                  <a:pt x="1971" y="13530"/>
                </a:lnTo>
                <a:lnTo>
                  <a:pt x="1971" y="13603"/>
                </a:lnTo>
                <a:lnTo>
                  <a:pt x="1995" y="13651"/>
                </a:lnTo>
                <a:lnTo>
                  <a:pt x="2020" y="13724"/>
                </a:lnTo>
                <a:lnTo>
                  <a:pt x="2093" y="13773"/>
                </a:lnTo>
                <a:lnTo>
                  <a:pt x="2263" y="13895"/>
                </a:lnTo>
                <a:lnTo>
                  <a:pt x="2458" y="13968"/>
                </a:lnTo>
                <a:lnTo>
                  <a:pt x="2677" y="13992"/>
                </a:lnTo>
                <a:lnTo>
                  <a:pt x="2871" y="13968"/>
                </a:lnTo>
                <a:lnTo>
                  <a:pt x="3066" y="13895"/>
                </a:lnTo>
                <a:lnTo>
                  <a:pt x="3236" y="13773"/>
                </a:lnTo>
                <a:lnTo>
                  <a:pt x="3309" y="13700"/>
                </a:lnTo>
                <a:lnTo>
                  <a:pt x="3358" y="13603"/>
                </a:lnTo>
                <a:lnTo>
                  <a:pt x="3431" y="13505"/>
                </a:lnTo>
                <a:lnTo>
                  <a:pt x="3455" y="13408"/>
                </a:lnTo>
                <a:lnTo>
                  <a:pt x="3504" y="13213"/>
                </a:lnTo>
                <a:lnTo>
                  <a:pt x="3504" y="13019"/>
                </a:lnTo>
                <a:lnTo>
                  <a:pt x="3650" y="13432"/>
                </a:lnTo>
                <a:lnTo>
                  <a:pt x="3820" y="13822"/>
                </a:lnTo>
                <a:lnTo>
                  <a:pt x="3991" y="14211"/>
                </a:lnTo>
                <a:lnTo>
                  <a:pt x="4185" y="14600"/>
                </a:lnTo>
                <a:lnTo>
                  <a:pt x="3723" y="14600"/>
                </a:lnTo>
                <a:lnTo>
                  <a:pt x="3285" y="14625"/>
                </a:lnTo>
                <a:lnTo>
                  <a:pt x="2823" y="14673"/>
                </a:lnTo>
                <a:lnTo>
                  <a:pt x="2385" y="14746"/>
                </a:lnTo>
                <a:lnTo>
                  <a:pt x="1922" y="14819"/>
                </a:lnTo>
                <a:lnTo>
                  <a:pt x="1484" y="14941"/>
                </a:lnTo>
                <a:lnTo>
                  <a:pt x="1071" y="15087"/>
                </a:lnTo>
                <a:lnTo>
                  <a:pt x="657" y="15282"/>
                </a:lnTo>
                <a:lnTo>
                  <a:pt x="487" y="15379"/>
                </a:lnTo>
                <a:lnTo>
                  <a:pt x="341" y="15476"/>
                </a:lnTo>
                <a:lnTo>
                  <a:pt x="219" y="15574"/>
                </a:lnTo>
                <a:lnTo>
                  <a:pt x="122" y="15695"/>
                </a:lnTo>
                <a:lnTo>
                  <a:pt x="49" y="15841"/>
                </a:lnTo>
                <a:lnTo>
                  <a:pt x="24" y="15963"/>
                </a:lnTo>
                <a:lnTo>
                  <a:pt x="0" y="16109"/>
                </a:lnTo>
                <a:lnTo>
                  <a:pt x="0" y="16255"/>
                </a:lnTo>
                <a:lnTo>
                  <a:pt x="24" y="16376"/>
                </a:lnTo>
                <a:lnTo>
                  <a:pt x="49" y="16522"/>
                </a:lnTo>
                <a:lnTo>
                  <a:pt x="122" y="16668"/>
                </a:lnTo>
                <a:lnTo>
                  <a:pt x="195" y="16790"/>
                </a:lnTo>
                <a:lnTo>
                  <a:pt x="292" y="16936"/>
                </a:lnTo>
                <a:lnTo>
                  <a:pt x="389" y="17058"/>
                </a:lnTo>
                <a:lnTo>
                  <a:pt x="511" y="17179"/>
                </a:lnTo>
                <a:lnTo>
                  <a:pt x="633" y="17301"/>
                </a:lnTo>
                <a:lnTo>
                  <a:pt x="827" y="17423"/>
                </a:lnTo>
                <a:lnTo>
                  <a:pt x="1046" y="17544"/>
                </a:lnTo>
                <a:lnTo>
                  <a:pt x="1241" y="17642"/>
                </a:lnTo>
                <a:lnTo>
                  <a:pt x="1460" y="17739"/>
                </a:lnTo>
                <a:lnTo>
                  <a:pt x="1922" y="17885"/>
                </a:lnTo>
                <a:lnTo>
                  <a:pt x="2409" y="18007"/>
                </a:lnTo>
                <a:lnTo>
                  <a:pt x="2896" y="18080"/>
                </a:lnTo>
                <a:lnTo>
                  <a:pt x="3382" y="18128"/>
                </a:lnTo>
                <a:lnTo>
                  <a:pt x="4331" y="18226"/>
                </a:lnTo>
                <a:lnTo>
                  <a:pt x="5451" y="18299"/>
                </a:lnTo>
                <a:lnTo>
                  <a:pt x="6570" y="18347"/>
                </a:lnTo>
                <a:lnTo>
                  <a:pt x="8833" y="18396"/>
                </a:lnTo>
                <a:lnTo>
                  <a:pt x="9928" y="18420"/>
                </a:lnTo>
                <a:lnTo>
                  <a:pt x="11047" y="18420"/>
                </a:lnTo>
                <a:lnTo>
                  <a:pt x="12142" y="18396"/>
                </a:lnTo>
                <a:lnTo>
                  <a:pt x="13261" y="18347"/>
                </a:lnTo>
                <a:lnTo>
                  <a:pt x="13675" y="18323"/>
                </a:lnTo>
                <a:lnTo>
                  <a:pt x="14113" y="18274"/>
                </a:lnTo>
                <a:lnTo>
                  <a:pt x="14527" y="18201"/>
                </a:lnTo>
                <a:lnTo>
                  <a:pt x="14965" y="18128"/>
                </a:lnTo>
                <a:lnTo>
                  <a:pt x="15378" y="18007"/>
                </a:lnTo>
                <a:lnTo>
                  <a:pt x="15767" y="17861"/>
                </a:lnTo>
                <a:lnTo>
                  <a:pt x="16157" y="17690"/>
                </a:lnTo>
                <a:lnTo>
                  <a:pt x="16546" y="17471"/>
                </a:lnTo>
                <a:lnTo>
                  <a:pt x="16814" y="17277"/>
                </a:lnTo>
                <a:lnTo>
                  <a:pt x="17057" y="17033"/>
                </a:lnTo>
                <a:lnTo>
                  <a:pt x="17276" y="16766"/>
                </a:lnTo>
                <a:lnTo>
                  <a:pt x="17349" y="16620"/>
                </a:lnTo>
                <a:lnTo>
                  <a:pt x="17422" y="16474"/>
                </a:lnTo>
                <a:lnTo>
                  <a:pt x="17471" y="16328"/>
                </a:lnTo>
                <a:lnTo>
                  <a:pt x="17495" y="16157"/>
                </a:lnTo>
                <a:lnTo>
                  <a:pt x="17495" y="16012"/>
                </a:lnTo>
                <a:lnTo>
                  <a:pt x="17471" y="15866"/>
                </a:lnTo>
                <a:lnTo>
                  <a:pt x="17398" y="15720"/>
                </a:lnTo>
                <a:lnTo>
                  <a:pt x="17325" y="15598"/>
                </a:lnTo>
                <a:lnTo>
                  <a:pt x="17179" y="15452"/>
                </a:lnTo>
                <a:lnTo>
                  <a:pt x="17033" y="15330"/>
                </a:lnTo>
                <a:lnTo>
                  <a:pt x="16692" y="15111"/>
                </a:lnTo>
                <a:lnTo>
                  <a:pt x="16327" y="14941"/>
                </a:lnTo>
                <a:lnTo>
                  <a:pt x="15938" y="14795"/>
                </a:lnTo>
                <a:lnTo>
                  <a:pt x="15524" y="14673"/>
                </a:lnTo>
                <a:lnTo>
                  <a:pt x="15110" y="14576"/>
                </a:lnTo>
                <a:lnTo>
                  <a:pt x="14697" y="14503"/>
                </a:lnTo>
                <a:lnTo>
                  <a:pt x="14283" y="14454"/>
                </a:lnTo>
                <a:lnTo>
                  <a:pt x="13870" y="14406"/>
                </a:lnTo>
                <a:lnTo>
                  <a:pt x="14040" y="13968"/>
                </a:lnTo>
                <a:lnTo>
                  <a:pt x="14186" y="13530"/>
                </a:lnTo>
                <a:lnTo>
                  <a:pt x="14454" y="12629"/>
                </a:lnTo>
                <a:lnTo>
                  <a:pt x="14794" y="11340"/>
                </a:lnTo>
                <a:lnTo>
                  <a:pt x="14916" y="10683"/>
                </a:lnTo>
                <a:lnTo>
                  <a:pt x="15038" y="10026"/>
                </a:lnTo>
                <a:lnTo>
                  <a:pt x="15135" y="9417"/>
                </a:lnTo>
                <a:lnTo>
                  <a:pt x="15159" y="9077"/>
                </a:lnTo>
                <a:lnTo>
                  <a:pt x="15159" y="8760"/>
                </a:lnTo>
                <a:lnTo>
                  <a:pt x="15159" y="8444"/>
                </a:lnTo>
                <a:lnTo>
                  <a:pt x="15110" y="8128"/>
                </a:lnTo>
                <a:lnTo>
                  <a:pt x="15038" y="7836"/>
                </a:lnTo>
                <a:lnTo>
                  <a:pt x="14940" y="7544"/>
                </a:lnTo>
                <a:lnTo>
                  <a:pt x="14916" y="7495"/>
                </a:lnTo>
                <a:lnTo>
                  <a:pt x="14892" y="7471"/>
                </a:lnTo>
                <a:lnTo>
                  <a:pt x="14794" y="7447"/>
                </a:lnTo>
                <a:lnTo>
                  <a:pt x="14746" y="7325"/>
                </a:lnTo>
                <a:lnTo>
                  <a:pt x="14673" y="7228"/>
                </a:lnTo>
                <a:lnTo>
                  <a:pt x="14600" y="7130"/>
                </a:lnTo>
                <a:lnTo>
                  <a:pt x="14478" y="7057"/>
                </a:lnTo>
                <a:lnTo>
                  <a:pt x="14235" y="6936"/>
                </a:lnTo>
                <a:lnTo>
                  <a:pt x="13943" y="6863"/>
                </a:lnTo>
                <a:lnTo>
                  <a:pt x="13626" y="6790"/>
                </a:lnTo>
                <a:lnTo>
                  <a:pt x="13310" y="6765"/>
                </a:lnTo>
                <a:lnTo>
                  <a:pt x="12823" y="6717"/>
                </a:lnTo>
                <a:lnTo>
                  <a:pt x="11899" y="6595"/>
                </a:lnTo>
                <a:lnTo>
                  <a:pt x="10950" y="6522"/>
                </a:lnTo>
                <a:lnTo>
                  <a:pt x="10025" y="6498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7"/>
          <p:cNvSpPr/>
          <p:nvPr/>
        </p:nvSpPr>
        <p:spPr>
          <a:xfrm>
            <a:off x="7356123" y="2736319"/>
            <a:ext cx="293373" cy="297156"/>
          </a:xfrm>
          <a:custGeom>
            <a:rect b="b" l="l" r="r" t="t"/>
            <a:pathLst>
              <a:path extrusionOk="0" h="17204" w="16985">
                <a:moveTo>
                  <a:pt x="8906" y="7252"/>
                </a:moveTo>
                <a:lnTo>
                  <a:pt x="8833" y="7349"/>
                </a:lnTo>
                <a:lnTo>
                  <a:pt x="8784" y="7446"/>
                </a:lnTo>
                <a:lnTo>
                  <a:pt x="8760" y="7616"/>
                </a:lnTo>
                <a:lnTo>
                  <a:pt x="8784" y="7689"/>
                </a:lnTo>
                <a:lnTo>
                  <a:pt x="8809" y="7762"/>
                </a:lnTo>
                <a:lnTo>
                  <a:pt x="8833" y="7787"/>
                </a:lnTo>
                <a:lnTo>
                  <a:pt x="8882" y="7811"/>
                </a:lnTo>
                <a:lnTo>
                  <a:pt x="8955" y="7811"/>
                </a:lnTo>
                <a:lnTo>
                  <a:pt x="9028" y="7738"/>
                </a:lnTo>
                <a:lnTo>
                  <a:pt x="9052" y="7714"/>
                </a:lnTo>
                <a:lnTo>
                  <a:pt x="9028" y="7665"/>
                </a:lnTo>
                <a:lnTo>
                  <a:pt x="8979" y="7470"/>
                </a:lnTo>
                <a:lnTo>
                  <a:pt x="8979" y="7397"/>
                </a:lnTo>
                <a:lnTo>
                  <a:pt x="8979" y="7300"/>
                </a:lnTo>
                <a:lnTo>
                  <a:pt x="8979" y="7276"/>
                </a:lnTo>
                <a:lnTo>
                  <a:pt x="8955" y="7252"/>
                </a:lnTo>
                <a:close/>
                <a:moveTo>
                  <a:pt x="1363" y="414"/>
                </a:moveTo>
                <a:lnTo>
                  <a:pt x="1533" y="463"/>
                </a:lnTo>
                <a:lnTo>
                  <a:pt x="1728" y="560"/>
                </a:lnTo>
                <a:lnTo>
                  <a:pt x="1898" y="657"/>
                </a:lnTo>
                <a:lnTo>
                  <a:pt x="2190" y="876"/>
                </a:lnTo>
                <a:lnTo>
                  <a:pt x="2750" y="1363"/>
                </a:lnTo>
                <a:lnTo>
                  <a:pt x="3261" y="1874"/>
                </a:lnTo>
                <a:lnTo>
                  <a:pt x="4283" y="2945"/>
                </a:lnTo>
                <a:lnTo>
                  <a:pt x="6327" y="5013"/>
                </a:lnTo>
                <a:lnTo>
                  <a:pt x="8395" y="7106"/>
                </a:lnTo>
                <a:lnTo>
                  <a:pt x="6984" y="8395"/>
                </a:lnTo>
                <a:lnTo>
                  <a:pt x="6887" y="8298"/>
                </a:lnTo>
                <a:lnTo>
                  <a:pt x="6765" y="8225"/>
                </a:lnTo>
                <a:lnTo>
                  <a:pt x="6668" y="8176"/>
                </a:lnTo>
                <a:lnTo>
                  <a:pt x="6570" y="8152"/>
                </a:lnTo>
                <a:lnTo>
                  <a:pt x="6497" y="8127"/>
                </a:lnTo>
                <a:lnTo>
                  <a:pt x="6424" y="8054"/>
                </a:lnTo>
                <a:lnTo>
                  <a:pt x="6351" y="8030"/>
                </a:lnTo>
                <a:lnTo>
                  <a:pt x="6303" y="8030"/>
                </a:lnTo>
                <a:lnTo>
                  <a:pt x="6230" y="8054"/>
                </a:lnTo>
                <a:lnTo>
                  <a:pt x="6181" y="8103"/>
                </a:lnTo>
                <a:lnTo>
                  <a:pt x="6084" y="8200"/>
                </a:lnTo>
                <a:lnTo>
                  <a:pt x="6011" y="8249"/>
                </a:lnTo>
                <a:lnTo>
                  <a:pt x="5938" y="8225"/>
                </a:lnTo>
                <a:lnTo>
                  <a:pt x="5889" y="8152"/>
                </a:lnTo>
                <a:lnTo>
                  <a:pt x="5816" y="7981"/>
                </a:lnTo>
                <a:lnTo>
                  <a:pt x="5767" y="7835"/>
                </a:lnTo>
                <a:lnTo>
                  <a:pt x="5694" y="7787"/>
                </a:lnTo>
                <a:lnTo>
                  <a:pt x="5646" y="7787"/>
                </a:lnTo>
                <a:lnTo>
                  <a:pt x="5500" y="7860"/>
                </a:lnTo>
                <a:lnTo>
                  <a:pt x="5402" y="7981"/>
                </a:lnTo>
                <a:lnTo>
                  <a:pt x="5305" y="7787"/>
                </a:lnTo>
                <a:lnTo>
                  <a:pt x="5232" y="7616"/>
                </a:lnTo>
                <a:lnTo>
                  <a:pt x="5208" y="7568"/>
                </a:lnTo>
                <a:lnTo>
                  <a:pt x="5159" y="7543"/>
                </a:lnTo>
                <a:lnTo>
                  <a:pt x="5086" y="7543"/>
                </a:lnTo>
                <a:lnTo>
                  <a:pt x="5013" y="7568"/>
                </a:lnTo>
                <a:lnTo>
                  <a:pt x="4964" y="7641"/>
                </a:lnTo>
                <a:lnTo>
                  <a:pt x="4672" y="7616"/>
                </a:lnTo>
                <a:lnTo>
                  <a:pt x="4672" y="7495"/>
                </a:lnTo>
                <a:lnTo>
                  <a:pt x="4648" y="7422"/>
                </a:lnTo>
                <a:lnTo>
                  <a:pt x="4575" y="7373"/>
                </a:lnTo>
                <a:lnTo>
                  <a:pt x="4526" y="7349"/>
                </a:lnTo>
                <a:lnTo>
                  <a:pt x="4453" y="7373"/>
                </a:lnTo>
                <a:lnTo>
                  <a:pt x="4332" y="7446"/>
                </a:lnTo>
                <a:lnTo>
                  <a:pt x="4283" y="7470"/>
                </a:lnTo>
                <a:lnTo>
                  <a:pt x="4210" y="7495"/>
                </a:lnTo>
                <a:lnTo>
                  <a:pt x="4161" y="7470"/>
                </a:lnTo>
                <a:lnTo>
                  <a:pt x="4161" y="7422"/>
                </a:lnTo>
                <a:lnTo>
                  <a:pt x="4161" y="7276"/>
                </a:lnTo>
                <a:lnTo>
                  <a:pt x="4210" y="7081"/>
                </a:lnTo>
                <a:lnTo>
                  <a:pt x="4210" y="7008"/>
                </a:lnTo>
                <a:lnTo>
                  <a:pt x="4161" y="6960"/>
                </a:lnTo>
                <a:lnTo>
                  <a:pt x="4113" y="6935"/>
                </a:lnTo>
                <a:lnTo>
                  <a:pt x="4064" y="6960"/>
                </a:lnTo>
                <a:lnTo>
                  <a:pt x="3967" y="7008"/>
                </a:lnTo>
                <a:lnTo>
                  <a:pt x="3845" y="7081"/>
                </a:lnTo>
                <a:lnTo>
                  <a:pt x="3748" y="7081"/>
                </a:lnTo>
                <a:lnTo>
                  <a:pt x="3699" y="7033"/>
                </a:lnTo>
                <a:lnTo>
                  <a:pt x="3699" y="6960"/>
                </a:lnTo>
                <a:lnTo>
                  <a:pt x="3723" y="6838"/>
                </a:lnTo>
                <a:lnTo>
                  <a:pt x="3675" y="6741"/>
                </a:lnTo>
                <a:lnTo>
                  <a:pt x="3650" y="6716"/>
                </a:lnTo>
                <a:lnTo>
                  <a:pt x="3602" y="6716"/>
                </a:lnTo>
                <a:lnTo>
                  <a:pt x="3456" y="6765"/>
                </a:lnTo>
                <a:lnTo>
                  <a:pt x="3334" y="6741"/>
                </a:lnTo>
                <a:lnTo>
                  <a:pt x="3237" y="6692"/>
                </a:lnTo>
                <a:lnTo>
                  <a:pt x="3164" y="6619"/>
                </a:lnTo>
                <a:lnTo>
                  <a:pt x="3115" y="6522"/>
                </a:lnTo>
                <a:lnTo>
                  <a:pt x="3091" y="6424"/>
                </a:lnTo>
                <a:lnTo>
                  <a:pt x="3091" y="6303"/>
                </a:lnTo>
                <a:lnTo>
                  <a:pt x="3115" y="6205"/>
                </a:lnTo>
                <a:lnTo>
                  <a:pt x="3139" y="6132"/>
                </a:lnTo>
                <a:lnTo>
                  <a:pt x="3091" y="6059"/>
                </a:lnTo>
                <a:lnTo>
                  <a:pt x="3018" y="6035"/>
                </a:lnTo>
                <a:lnTo>
                  <a:pt x="2945" y="6035"/>
                </a:lnTo>
                <a:lnTo>
                  <a:pt x="2823" y="6084"/>
                </a:lnTo>
                <a:lnTo>
                  <a:pt x="2701" y="6132"/>
                </a:lnTo>
                <a:lnTo>
                  <a:pt x="2653" y="6059"/>
                </a:lnTo>
                <a:lnTo>
                  <a:pt x="2604" y="5962"/>
                </a:lnTo>
                <a:lnTo>
                  <a:pt x="2604" y="5767"/>
                </a:lnTo>
                <a:lnTo>
                  <a:pt x="2580" y="5573"/>
                </a:lnTo>
                <a:lnTo>
                  <a:pt x="2531" y="5524"/>
                </a:lnTo>
                <a:lnTo>
                  <a:pt x="2482" y="5500"/>
                </a:lnTo>
                <a:lnTo>
                  <a:pt x="2409" y="5500"/>
                </a:lnTo>
                <a:lnTo>
                  <a:pt x="2361" y="5524"/>
                </a:lnTo>
                <a:lnTo>
                  <a:pt x="2263" y="5427"/>
                </a:lnTo>
                <a:lnTo>
                  <a:pt x="2190" y="5305"/>
                </a:lnTo>
                <a:lnTo>
                  <a:pt x="2190" y="5183"/>
                </a:lnTo>
                <a:lnTo>
                  <a:pt x="2215" y="5062"/>
                </a:lnTo>
                <a:lnTo>
                  <a:pt x="2215" y="4989"/>
                </a:lnTo>
                <a:lnTo>
                  <a:pt x="2190" y="4916"/>
                </a:lnTo>
                <a:lnTo>
                  <a:pt x="2117" y="4867"/>
                </a:lnTo>
                <a:lnTo>
                  <a:pt x="2020" y="4867"/>
                </a:lnTo>
                <a:lnTo>
                  <a:pt x="1898" y="4891"/>
                </a:lnTo>
                <a:lnTo>
                  <a:pt x="1801" y="4867"/>
                </a:lnTo>
                <a:lnTo>
                  <a:pt x="1752" y="4794"/>
                </a:lnTo>
                <a:lnTo>
                  <a:pt x="1704" y="4697"/>
                </a:lnTo>
                <a:lnTo>
                  <a:pt x="1655" y="4575"/>
                </a:lnTo>
                <a:lnTo>
                  <a:pt x="1655" y="4453"/>
                </a:lnTo>
                <a:lnTo>
                  <a:pt x="1655" y="4234"/>
                </a:lnTo>
                <a:lnTo>
                  <a:pt x="1655" y="4186"/>
                </a:lnTo>
                <a:lnTo>
                  <a:pt x="1631" y="4137"/>
                </a:lnTo>
                <a:lnTo>
                  <a:pt x="1582" y="4088"/>
                </a:lnTo>
                <a:lnTo>
                  <a:pt x="1558" y="4088"/>
                </a:lnTo>
                <a:lnTo>
                  <a:pt x="1460" y="4064"/>
                </a:lnTo>
                <a:lnTo>
                  <a:pt x="1363" y="4113"/>
                </a:lnTo>
                <a:lnTo>
                  <a:pt x="1266" y="4186"/>
                </a:lnTo>
                <a:lnTo>
                  <a:pt x="1217" y="3942"/>
                </a:lnTo>
                <a:lnTo>
                  <a:pt x="1193" y="3699"/>
                </a:lnTo>
                <a:lnTo>
                  <a:pt x="1193" y="3650"/>
                </a:lnTo>
                <a:lnTo>
                  <a:pt x="1144" y="3626"/>
                </a:lnTo>
                <a:lnTo>
                  <a:pt x="1095" y="3602"/>
                </a:lnTo>
                <a:lnTo>
                  <a:pt x="974" y="3602"/>
                </a:lnTo>
                <a:lnTo>
                  <a:pt x="925" y="3529"/>
                </a:lnTo>
                <a:lnTo>
                  <a:pt x="925" y="3431"/>
                </a:lnTo>
                <a:lnTo>
                  <a:pt x="925" y="3310"/>
                </a:lnTo>
                <a:lnTo>
                  <a:pt x="949" y="3042"/>
                </a:lnTo>
                <a:lnTo>
                  <a:pt x="974" y="2896"/>
                </a:lnTo>
                <a:lnTo>
                  <a:pt x="974" y="2823"/>
                </a:lnTo>
                <a:lnTo>
                  <a:pt x="949" y="2774"/>
                </a:lnTo>
                <a:lnTo>
                  <a:pt x="925" y="2726"/>
                </a:lnTo>
                <a:lnTo>
                  <a:pt x="852" y="2701"/>
                </a:lnTo>
                <a:lnTo>
                  <a:pt x="658" y="2701"/>
                </a:lnTo>
                <a:lnTo>
                  <a:pt x="682" y="2044"/>
                </a:lnTo>
                <a:lnTo>
                  <a:pt x="658" y="1971"/>
                </a:lnTo>
                <a:lnTo>
                  <a:pt x="633" y="1923"/>
                </a:lnTo>
                <a:lnTo>
                  <a:pt x="585" y="1898"/>
                </a:lnTo>
                <a:lnTo>
                  <a:pt x="512" y="1874"/>
                </a:lnTo>
                <a:lnTo>
                  <a:pt x="317" y="1898"/>
                </a:lnTo>
                <a:lnTo>
                  <a:pt x="317" y="1704"/>
                </a:lnTo>
                <a:lnTo>
                  <a:pt x="293" y="1509"/>
                </a:lnTo>
                <a:lnTo>
                  <a:pt x="317" y="1460"/>
                </a:lnTo>
                <a:lnTo>
                  <a:pt x="366" y="1193"/>
                </a:lnTo>
                <a:lnTo>
                  <a:pt x="463" y="949"/>
                </a:lnTo>
                <a:lnTo>
                  <a:pt x="536" y="828"/>
                </a:lnTo>
                <a:lnTo>
                  <a:pt x="609" y="730"/>
                </a:lnTo>
                <a:lnTo>
                  <a:pt x="706" y="633"/>
                </a:lnTo>
                <a:lnTo>
                  <a:pt x="828" y="536"/>
                </a:lnTo>
                <a:lnTo>
                  <a:pt x="998" y="463"/>
                </a:lnTo>
                <a:lnTo>
                  <a:pt x="1168" y="414"/>
                </a:lnTo>
                <a:close/>
                <a:moveTo>
                  <a:pt x="1241" y="14357"/>
                </a:moveTo>
                <a:lnTo>
                  <a:pt x="1266" y="14527"/>
                </a:lnTo>
                <a:lnTo>
                  <a:pt x="1339" y="14770"/>
                </a:lnTo>
                <a:lnTo>
                  <a:pt x="1266" y="14795"/>
                </a:lnTo>
                <a:lnTo>
                  <a:pt x="1193" y="14843"/>
                </a:lnTo>
                <a:lnTo>
                  <a:pt x="1071" y="14624"/>
                </a:lnTo>
                <a:lnTo>
                  <a:pt x="1047" y="14576"/>
                </a:lnTo>
                <a:lnTo>
                  <a:pt x="1241" y="14357"/>
                </a:lnTo>
                <a:close/>
                <a:moveTo>
                  <a:pt x="12970" y="1631"/>
                </a:moveTo>
                <a:lnTo>
                  <a:pt x="12629" y="2093"/>
                </a:lnTo>
                <a:lnTo>
                  <a:pt x="12313" y="2580"/>
                </a:lnTo>
                <a:lnTo>
                  <a:pt x="11996" y="3066"/>
                </a:lnTo>
                <a:lnTo>
                  <a:pt x="11729" y="3577"/>
                </a:lnTo>
                <a:lnTo>
                  <a:pt x="11680" y="3650"/>
                </a:lnTo>
                <a:lnTo>
                  <a:pt x="11680" y="3723"/>
                </a:lnTo>
                <a:lnTo>
                  <a:pt x="11680" y="3772"/>
                </a:lnTo>
                <a:lnTo>
                  <a:pt x="11704" y="3821"/>
                </a:lnTo>
                <a:lnTo>
                  <a:pt x="11802" y="3918"/>
                </a:lnTo>
                <a:lnTo>
                  <a:pt x="11899" y="3967"/>
                </a:lnTo>
                <a:lnTo>
                  <a:pt x="11875" y="4015"/>
                </a:lnTo>
                <a:lnTo>
                  <a:pt x="11899" y="4040"/>
                </a:lnTo>
                <a:lnTo>
                  <a:pt x="11899" y="4064"/>
                </a:lnTo>
                <a:lnTo>
                  <a:pt x="11948" y="4064"/>
                </a:lnTo>
                <a:lnTo>
                  <a:pt x="12215" y="4015"/>
                </a:lnTo>
                <a:lnTo>
                  <a:pt x="12483" y="3918"/>
                </a:lnTo>
                <a:lnTo>
                  <a:pt x="12751" y="3796"/>
                </a:lnTo>
                <a:lnTo>
                  <a:pt x="13018" y="3626"/>
                </a:lnTo>
                <a:lnTo>
                  <a:pt x="13505" y="3261"/>
                </a:lnTo>
                <a:lnTo>
                  <a:pt x="13943" y="2920"/>
                </a:lnTo>
                <a:lnTo>
                  <a:pt x="14722" y="2288"/>
                </a:lnTo>
                <a:lnTo>
                  <a:pt x="14722" y="2288"/>
                </a:lnTo>
                <a:lnTo>
                  <a:pt x="14430" y="2726"/>
                </a:lnTo>
                <a:lnTo>
                  <a:pt x="13675" y="3796"/>
                </a:lnTo>
                <a:lnTo>
                  <a:pt x="12945" y="4891"/>
                </a:lnTo>
                <a:lnTo>
                  <a:pt x="12897" y="4989"/>
                </a:lnTo>
                <a:lnTo>
                  <a:pt x="12921" y="5062"/>
                </a:lnTo>
                <a:lnTo>
                  <a:pt x="12945" y="5135"/>
                </a:lnTo>
                <a:lnTo>
                  <a:pt x="13018" y="5208"/>
                </a:lnTo>
                <a:lnTo>
                  <a:pt x="13091" y="5232"/>
                </a:lnTo>
                <a:lnTo>
                  <a:pt x="13164" y="5256"/>
                </a:lnTo>
                <a:lnTo>
                  <a:pt x="13262" y="5232"/>
                </a:lnTo>
                <a:lnTo>
                  <a:pt x="13335" y="5183"/>
                </a:lnTo>
                <a:lnTo>
                  <a:pt x="13481" y="5135"/>
                </a:lnTo>
                <a:lnTo>
                  <a:pt x="13602" y="5086"/>
                </a:lnTo>
                <a:lnTo>
                  <a:pt x="13846" y="4916"/>
                </a:lnTo>
                <a:lnTo>
                  <a:pt x="14381" y="4575"/>
                </a:lnTo>
                <a:lnTo>
                  <a:pt x="14892" y="4234"/>
                </a:lnTo>
                <a:lnTo>
                  <a:pt x="15476" y="3796"/>
                </a:lnTo>
                <a:lnTo>
                  <a:pt x="16084" y="3358"/>
                </a:lnTo>
                <a:lnTo>
                  <a:pt x="16084" y="3358"/>
                </a:lnTo>
                <a:lnTo>
                  <a:pt x="15646" y="4161"/>
                </a:lnTo>
                <a:lnTo>
                  <a:pt x="15208" y="4964"/>
                </a:lnTo>
                <a:lnTo>
                  <a:pt x="14965" y="5329"/>
                </a:lnTo>
                <a:lnTo>
                  <a:pt x="14697" y="5719"/>
                </a:lnTo>
                <a:lnTo>
                  <a:pt x="14430" y="6084"/>
                </a:lnTo>
                <a:lnTo>
                  <a:pt x="14138" y="6424"/>
                </a:lnTo>
                <a:lnTo>
                  <a:pt x="13967" y="6619"/>
                </a:lnTo>
                <a:lnTo>
                  <a:pt x="13797" y="6814"/>
                </a:lnTo>
                <a:lnTo>
                  <a:pt x="13602" y="6984"/>
                </a:lnTo>
                <a:lnTo>
                  <a:pt x="13383" y="7130"/>
                </a:lnTo>
                <a:lnTo>
                  <a:pt x="13164" y="7276"/>
                </a:lnTo>
                <a:lnTo>
                  <a:pt x="12945" y="7397"/>
                </a:lnTo>
                <a:lnTo>
                  <a:pt x="12702" y="7495"/>
                </a:lnTo>
                <a:lnTo>
                  <a:pt x="12459" y="7568"/>
                </a:lnTo>
                <a:lnTo>
                  <a:pt x="12240" y="7592"/>
                </a:lnTo>
                <a:lnTo>
                  <a:pt x="12021" y="7616"/>
                </a:lnTo>
                <a:lnTo>
                  <a:pt x="11826" y="7592"/>
                </a:lnTo>
                <a:lnTo>
                  <a:pt x="11607" y="7543"/>
                </a:lnTo>
                <a:lnTo>
                  <a:pt x="11242" y="7422"/>
                </a:lnTo>
                <a:lnTo>
                  <a:pt x="10828" y="7276"/>
                </a:lnTo>
                <a:lnTo>
                  <a:pt x="10780" y="7179"/>
                </a:lnTo>
                <a:lnTo>
                  <a:pt x="10682" y="7106"/>
                </a:lnTo>
                <a:lnTo>
                  <a:pt x="10561" y="7106"/>
                </a:lnTo>
                <a:lnTo>
                  <a:pt x="10512" y="7130"/>
                </a:lnTo>
                <a:lnTo>
                  <a:pt x="10463" y="7179"/>
                </a:lnTo>
                <a:lnTo>
                  <a:pt x="9393" y="8492"/>
                </a:lnTo>
                <a:lnTo>
                  <a:pt x="8322" y="9782"/>
                </a:lnTo>
                <a:lnTo>
                  <a:pt x="7227" y="11047"/>
                </a:lnTo>
                <a:lnTo>
                  <a:pt x="6108" y="12313"/>
                </a:lnTo>
                <a:lnTo>
                  <a:pt x="4916" y="13578"/>
                </a:lnTo>
                <a:lnTo>
                  <a:pt x="3723" y="14819"/>
                </a:lnTo>
                <a:lnTo>
                  <a:pt x="3139" y="15427"/>
                </a:lnTo>
                <a:lnTo>
                  <a:pt x="2823" y="15743"/>
                </a:lnTo>
                <a:lnTo>
                  <a:pt x="2507" y="16011"/>
                </a:lnTo>
                <a:lnTo>
                  <a:pt x="2312" y="16133"/>
                </a:lnTo>
                <a:lnTo>
                  <a:pt x="2142" y="16230"/>
                </a:lnTo>
                <a:lnTo>
                  <a:pt x="1947" y="16303"/>
                </a:lnTo>
                <a:lnTo>
                  <a:pt x="1752" y="16352"/>
                </a:lnTo>
                <a:lnTo>
                  <a:pt x="1558" y="16376"/>
                </a:lnTo>
                <a:lnTo>
                  <a:pt x="1363" y="16376"/>
                </a:lnTo>
                <a:lnTo>
                  <a:pt x="1168" y="16303"/>
                </a:lnTo>
                <a:lnTo>
                  <a:pt x="949" y="16230"/>
                </a:lnTo>
                <a:lnTo>
                  <a:pt x="876" y="16206"/>
                </a:lnTo>
                <a:lnTo>
                  <a:pt x="828" y="16206"/>
                </a:lnTo>
                <a:lnTo>
                  <a:pt x="779" y="16011"/>
                </a:lnTo>
                <a:lnTo>
                  <a:pt x="828" y="16060"/>
                </a:lnTo>
                <a:lnTo>
                  <a:pt x="901" y="16084"/>
                </a:lnTo>
                <a:lnTo>
                  <a:pt x="949" y="16084"/>
                </a:lnTo>
                <a:lnTo>
                  <a:pt x="998" y="16035"/>
                </a:lnTo>
                <a:lnTo>
                  <a:pt x="998" y="15962"/>
                </a:lnTo>
                <a:lnTo>
                  <a:pt x="925" y="15792"/>
                </a:lnTo>
                <a:lnTo>
                  <a:pt x="852" y="15646"/>
                </a:lnTo>
                <a:lnTo>
                  <a:pt x="779" y="15476"/>
                </a:lnTo>
                <a:lnTo>
                  <a:pt x="706" y="15330"/>
                </a:lnTo>
                <a:lnTo>
                  <a:pt x="779" y="15087"/>
                </a:lnTo>
                <a:lnTo>
                  <a:pt x="852" y="14892"/>
                </a:lnTo>
                <a:lnTo>
                  <a:pt x="876" y="14989"/>
                </a:lnTo>
                <a:lnTo>
                  <a:pt x="974" y="15257"/>
                </a:lnTo>
                <a:lnTo>
                  <a:pt x="1120" y="15500"/>
                </a:lnTo>
                <a:lnTo>
                  <a:pt x="1168" y="15549"/>
                </a:lnTo>
                <a:lnTo>
                  <a:pt x="1266" y="15646"/>
                </a:lnTo>
                <a:lnTo>
                  <a:pt x="1363" y="15719"/>
                </a:lnTo>
                <a:lnTo>
                  <a:pt x="1509" y="15743"/>
                </a:lnTo>
                <a:lnTo>
                  <a:pt x="1655" y="15768"/>
                </a:lnTo>
                <a:lnTo>
                  <a:pt x="1801" y="15743"/>
                </a:lnTo>
                <a:lnTo>
                  <a:pt x="1947" y="15719"/>
                </a:lnTo>
                <a:lnTo>
                  <a:pt x="2215" y="15646"/>
                </a:lnTo>
                <a:lnTo>
                  <a:pt x="2458" y="15500"/>
                </a:lnTo>
                <a:lnTo>
                  <a:pt x="2677" y="15354"/>
                </a:lnTo>
                <a:lnTo>
                  <a:pt x="2896" y="15184"/>
                </a:lnTo>
                <a:lnTo>
                  <a:pt x="3115" y="15014"/>
                </a:lnTo>
                <a:lnTo>
                  <a:pt x="3553" y="14624"/>
                </a:lnTo>
                <a:lnTo>
                  <a:pt x="3918" y="14259"/>
                </a:lnTo>
                <a:lnTo>
                  <a:pt x="4259" y="13870"/>
                </a:lnTo>
                <a:lnTo>
                  <a:pt x="4599" y="13481"/>
                </a:lnTo>
                <a:lnTo>
                  <a:pt x="4745" y="13262"/>
                </a:lnTo>
                <a:lnTo>
                  <a:pt x="4916" y="13067"/>
                </a:lnTo>
                <a:lnTo>
                  <a:pt x="4989" y="12945"/>
                </a:lnTo>
                <a:lnTo>
                  <a:pt x="5037" y="12824"/>
                </a:lnTo>
                <a:lnTo>
                  <a:pt x="5086" y="12702"/>
                </a:lnTo>
                <a:lnTo>
                  <a:pt x="5086" y="12580"/>
                </a:lnTo>
                <a:lnTo>
                  <a:pt x="5086" y="12532"/>
                </a:lnTo>
                <a:lnTo>
                  <a:pt x="5037" y="12507"/>
                </a:lnTo>
                <a:lnTo>
                  <a:pt x="4964" y="12507"/>
                </a:lnTo>
                <a:lnTo>
                  <a:pt x="4867" y="12580"/>
                </a:lnTo>
                <a:lnTo>
                  <a:pt x="4770" y="12653"/>
                </a:lnTo>
                <a:lnTo>
                  <a:pt x="4599" y="12848"/>
                </a:lnTo>
                <a:lnTo>
                  <a:pt x="4453" y="13067"/>
                </a:lnTo>
                <a:lnTo>
                  <a:pt x="4307" y="13262"/>
                </a:lnTo>
                <a:lnTo>
                  <a:pt x="3942" y="13700"/>
                </a:lnTo>
                <a:lnTo>
                  <a:pt x="3529" y="14089"/>
                </a:lnTo>
                <a:lnTo>
                  <a:pt x="3066" y="14503"/>
                </a:lnTo>
                <a:lnTo>
                  <a:pt x="2604" y="14892"/>
                </a:lnTo>
                <a:lnTo>
                  <a:pt x="2312" y="15111"/>
                </a:lnTo>
                <a:lnTo>
                  <a:pt x="2020" y="15306"/>
                </a:lnTo>
                <a:lnTo>
                  <a:pt x="1898" y="15354"/>
                </a:lnTo>
                <a:lnTo>
                  <a:pt x="1777" y="15379"/>
                </a:lnTo>
                <a:lnTo>
                  <a:pt x="1655" y="15379"/>
                </a:lnTo>
                <a:lnTo>
                  <a:pt x="1558" y="15330"/>
                </a:lnTo>
                <a:lnTo>
                  <a:pt x="1485" y="15281"/>
                </a:lnTo>
                <a:lnTo>
                  <a:pt x="1436" y="15184"/>
                </a:lnTo>
                <a:lnTo>
                  <a:pt x="1460" y="15087"/>
                </a:lnTo>
                <a:lnTo>
                  <a:pt x="1533" y="14941"/>
                </a:lnTo>
                <a:lnTo>
                  <a:pt x="1631" y="14941"/>
                </a:lnTo>
                <a:lnTo>
                  <a:pt x="1704" y="14892"/>
                </a:lnTo>
                <a:lnTo>
                  <a:pt x="1728" y="14819"/>
                </a:lnTo>
                <a:lnTo>
                  <a:pt x="1728" y="14770"/>
                </a:lnTo>
                <a:lnTo>
                  <a:pt x="1704" y="14673"/>
                </a:lnTo>
                <a:lnTo>
                  <a:pt x="1655" y="14551"/>
                </a:lnTo>
                <a:lnTo>
                  <a:pt x="1606" y="14454"/>
                </a:lnTo>
                <a:lnTo>
                  <a:pt x="1509" y="14308"/>
                </a:lnTo>
                <a:lnTo>
                  <a:pt x="1412" y="14162"/>
                </a:lnTo>
                <a:lnTo>
                  <a:pt x="1679" y="13919"/>
                </a:lnTo>
                <a:lnTo>
                  <a:pt x="1801" y="14405"/>
                </a:lnTo>
                <a:lnTo>
                  <a:pt x="1825" y="14478"/>
                </a:lnTo>
                <a:lnTo>
                  <a:pt x="1898" y="14527"/>
                </a:lnTo>
                <a:lnTo>
                  <a:pt x="2020" y="14527"/>
                </a:lnTo>
                <a:lnTo>
                  <a:pt x="2069" y="14503"/>
                </a:lnTo>
                <a:lnTo>
                  <a:pt x="2117" y="14454"/>
                </a:lnTo>
                <a:lnTo>
                  <a:pt x="2142" y="14381"/>
                </a:lnTo>
                <a:lnTo>
                  <a:pt x="2142" y="14308"/>
                </a:lnTo>
                <a:lnTo>
                  <a:pt x="2044" y="13992"/>
                </a:lnTo>
                <a:lnTo>
                  <a:pt x="1923" y="13675"/>
                </a:lnTo>
                <a:lnTo>
                  <a:pt x="2093" y="13529"/>
                </a:lnTo>
                <a:lnTo>
                  <a:pt x="2117" y="13748"/>
                </a:lnTo>
                <a:lnTo>
                  <a:pt x="2117" y="13870"/>
                </a:lnTo>
                <a:lnTo>
                  <a:pt x="2142" y="13967"/>
                </a:lnTo>
                <a:lnTo>
                  <a:pt x="2190" y="14065"/>
                </a:lnTo>
                <a:lnTo>
                  <a:pt x="2239" y="14089"/>
                </a:lnTo>
                <a:lnTo>
                  <a:pt x="2288" y="14113"/>
                </a:lnTo>
                <a:lnTo>
                  <a:pt x="2336" y="14113"/>
                </a:lnTo>
                <a:lnTo>
                  <a:pt x="2385" y="14089"/>
                </a:lnTo>
                <a:lnTo>
                  <a:pt x="2434" y="14016"/>
                </a:lnTo>
                <a:lnTo>
                  <a:pt x="2434" y="13919"/>
                </a:lnTo>
                <a:lnTo>
                  <a:pt x="2385" y="13724"/>
                </a:lnTo>
                <a:lnTo>
                  <a:pt x="2263" y="13359"/>
                </a:lnTo>
                <a:lnTo>
                  <a:pt x="2385" y="13262"/>
                </a:lnTo>
                <a:lnTo>
                  <a:pt x="2458" y="13554"/>
                </a:lnTo>
                <a:lnTo>
                  <a:pt x="2531" y="13846"/>
                </a:lnTo>
                <a:lnTo>
                  <a:pt x="2555" y="13894"/>
                </a:lnTo>
                <a:lnTo>
                  <a:pt x="2580" y="13943"/>
                </a:lnTo>
                <a:lnTo>
                  <a:pt x="2628" y="13967"/>
                </a:lnTo>
                <a:lnTo>
                  <a:pt x="2677" y="13967"/>
                </a:lnTo>
                <a:lnTo>
                  <a:pt x="2774" y="13943"/>
                </a:lnTo>
                <a:lnTo>
                  <a:pt x="2823" y="13919"/>
                </a:lnTo>
                <a:lnTo>
                  <a:pt x="2847" y="13870"/>
                </a:lnTo>
                <a:lnTo>
                  <a:pt x="2872" y="13797"/>
                </a:lnTo>
                <a:lnTo>
                  <a:pt x="2847" y="13748"/>
                </a:lnTo>
                <a:lnTo>
                  <a:pt x="2750" y="13408"/>
                </a:lnTo>
                <a:lnTo>
                  <a:pt x="2604" y="13067"/>
                </a:lnTo>
                <a:lnTo>
                  <a:pt x="2823" y="12848"/>
                </a:lnTo>
                <a:lnTo>
                  <a:pt x="2920" y="13164"/>
                </a:lnTo>
                <a:lnTo>
                  <a:pt x="2969" y="13286"/>
                </a:lnTo>
                <a:lnTo>
                  <a:pt x="3018" y="13383"/>
                </a:lnTo>
                <a:lnTo>
                  <a:pt x="3066" y="13481"/>
                </a:lnTo>
                <a:lnTo>
                  <a:pt x="3115" y="13529"/>
                </a:lnTo>
                <a:lnTo>
                  <a:pt x="3212" y="13529"/>
                </a:lnTo>
                <a:lnTo>
                  <a:pt x="3237" y="13505"/>
                </a:lnTo>
                <a:lnTo>
                  <a:pt x="3261" y="13456"/>
                </a:lnTo>
                <a:lnTo>
                  <a:pt x="3285" y="13408"/>
                </a:lnTo>
                <a:lnTo>
                  <a:pt x="3261" y="13310"/>
                </a:lnTo>
                <a:lnTo>
                  <a:pt x="3188" y="13116"/>
                </a:lnTo>
                <a:lnTo>
                  <a:pt x="3091" y="12921"/>
                </a:lnTo>
                <a:lnTo>
                  <a:pt x="2969" y="12726"/>
                </a:lnTo>
                <a:lnTo>
                  <a:pt x="3261" y="12459"/>
                </a:lnTo>
                <a:lnTo>
                  <a:pt x="3285" y="12678"/>
                </a:lnTo>
                <a:lnTo>
                  <a:pt x="3334" y="12897"/>
                </a:lnTo>
                <a:lnTo>
                  <a:pt x="3383" y="12994"/>
                </a:lnTo>
                <a:lnTo>
                  <a:pt x="3480" y="13067"/>
                </a:lnTo>
                <a:lnTo>
                  <a:pt x="3529" y="13067"/>
                </a:lnTo>
                <a:lnTo>
                  <a:pt x="3577" y="13043"/>
                </a:lnTo>
                <a:lnTo>
                  <a:pt x="3626" y="12945"/>
                </a:lnTo>
                <a:lnTo>
                  <a:pt x="3626" y="12848"/>
                </a:lnTo>
                <a:lnTo>
                  <a:pt x="3577" y="12678"/>
                </a:lnTo>
                <a:lnTo>
                  <a:pt x="3529" y="12483"/>
                </a:lnTo>
                <a:lnTo>
                  <a:pt x="3431" y="12288"/>
                </a:lnTo>
                <a:lnTo>
                  <a:pt x="3650" y="12094"/>
                </a:lnTo>
                <a:lnTo>
                  <a:pt x="3699" y="12313"/>
                </a:lnTo>
                <a:lnTo>
                  <a:pt x="3748" y="12483"/>
                </a:lnTo>
                <a:lnTo>
                  <a:pt x="3796" y="12556"/>
                </a:lnTo>
                <a:lnTo>
                  <a:pt x="3845" y="12605"/>
                </a:lnTo>
                <a:lnTo>
                  <a:pt x="3942" y="12605"/>
                </a:lnTo>
                <a:lnTo>
                  <a:pt x="4015" y="12580"/>
                </a:lnTo>
                <a:lnTo>
                  <a:pt x="4040" y="12532"/>
                </a:lnTo>
                <a:lnTo>
                  <a:pt x="4064" y="12483"/>
                </a:lnTo>
                <a:lnTo>
                  <a:pt x="4064" y="12410"/>
                </a:lnTo>
                <a:lnTo>
                  <a:pt x="4015" y="12142"/>
                </a:lnTo>
                <a:lnTo>
                  <a:pt x="3967" y="11996"/>
                </a:lnTo>
                <a:lnTo>
                  <a:pt x="3894" y="11875"/>
                </a:lnTo>
                <a:lnTo>
                  <a:pt x="4161" y="11607"/>
                </a:lnTo>
                <a:lnTo>
                  <a:pt x="4210" y="11729"/>
                </a:lnTo>
                <a:lnTo>
                  <a:pt x="4283" y="11923"/>
                </a:lnTo>
                <a:lnTo>
                  <a:pt x="4332" y="11996"/>
                </a:lnTo>
                <a:lnTo>
                  <a:pt x="4380" y="12021"/>
                </a:lnTo>
                <a:lnTo>
                  <a:pt x="4429" y="12045"/>
                </a:lnTo>
                <a:lnTo>
                  <a:pt x="4478" y="12045"/>
                </a:lnTo>
                <a:lnTo>
                  <a:pt x="4526" y="11996"/>
                </a:lnTo>
                <a:lnTo>
                  <a:pt x="4551" y="11923"/>
                </a:lnTo>
                <a:lnTo>
                  <a:pt x="4551" y="11826"/>
                </a:lnTo>
                <a:lnTo>
                  <a:pt x="4478" y="11680"/>
                </a:lnTo>
                <a:lnTo>
                  <a:pt x="4356" y="11437"/>
                </a:lnTo>
                <a:lnTo>
                  <a:pt x="4405" y="11388"/>
                </a:lnTo>
                <a:lnTo>
                  <a:pt x="4672" y="11169"/>
                </a:lnTo>
                <a:lnTo>
                  <a:pt x="4745" y="11364"/>
                </a:lnTo>
                <a:lnTo>
                  <a:pt x="4818" y="11607"/>
                </a:lnTo>
                <a:lnTo>
                  <a:pt x="4867" y="11729"/>
                </a:lnTo>
                <a:lnTo>
                  <a:pt x="4916" y="11777"/>
                </a:lnTo>
                <a:lnTo>
                  <a:pt x="4964" y="11826"/>
                </a:lnTo>
                <a:lnTo>
                  <a:pt x="5013" y="11826"/>
                </a:lnTo>
                <a:lnTo>
                  <a:pt x="5037" y="11802"/>
                </a:lnTo>
                <a:lnTo>
                  <a:pt x="5062" y="11729"/>
                </a:lnTo>
                <a:lnTo>
                  <a:pt x="5086" y="11680"/>
                </a:lnTo>
                <a:lnTo>
                  <a:pt x="5062" y="11558"/>
                </a:lnTo>
                <a:lnTo>
                  <a:pt x="4964" y="11339"/>
                </a:lnTo>
                <a:lnTo>
                  <a:pt x="4794" y="11023"/>
                </a:lnTo>
                <a:lnTo>
                  <a:pt x="5135" y="10731"/>
                </a:lnTo>
                <a:lnTo>
                  <a:pt x="5135" y="10755"/>
                </a:lnTo>
                <a:lnTo>
                  <a:pt x="5208" y="10950"/>
                </a:lnTo>
                <a:lnTo>
                  <a:pt x="5281" y="11145"/>
                </a:lnTo>
                <a:lnTo>
                  <a:pt x="5329" y="11218"/>
                </a:lnTo>
                <a:lnTo>
                  <a:pt x="5378" y="11242"/>
                </a:lnTo>
                <a:lnTo>
                  <a:pt x="5427" y="11242"/>
                </a:lnTo>
                <a:lnTo>
                  <a:pt x="5475" y="11218"/>
                </a:lnTo>
                <a:lnTo>
                  <a:pt x="5524" y="11193"/>
                </a:lnTo>
                <a:lnTo>
                  <a:pt x="5573" y="11145"/>
                </a:lnTo>
                <a:lnTo>
                  <a:pt x="5597" y="11096"/>
                </a:lnTo>
                <a:lnTo>
                  <a:pt x="5597" y="11023"/>
                </a:lnTo>
                <a:lnTo>
                  <a:pt x="5524" y="10828"/>
                </a:lnTo>
                <a:lnTo>
                  <a:pt x="5475" y="10658"/>
                </a:lnTo>
                <a:lnTo>
                  <a:pt x="5378" y="10488"/>
                </a:lnTo>
                <a:lnTo>
                  <a:pt x="5670" y="10244"/>
                </a:lnTo>
                <a:lnTo>
                  <a:pt x="5670" y="10366"/>
                </a:lnTo>
                <a:lnTo>
                  <a:pt x="5694" y="10512"/>
                </a:lnTo>
                <a:lnTo>
                  <a:pt x="5743" y="10707"/>
                </a:lnTo>
                <a:lnTo>
                  <a:pt x="5792" y="10780"/>
                </a:lnTo>
                <a:lnTo>
                  <a:pt x="5816" y="10804"/>
                </a:lnTo>
                <a:lnTo>
                  <a:pt x="5865" y="10828"/>
                </a:lnTo>
                <a:lnTo>
                  <a:pt x="5913" y="10828"/>
                </a:lnTo>
                <a:lnTo>
                  <a:pt x="5938" y="10804"/>
                </a:lnTo>
                <a:lnTo>
                  <a:pt x="5986" y="10731"/>
                </a:lnTo>
                <a:lnTo>
                  <a:pt x="5986" y="10658"/>
                </a:lnTo>
                <a:lnTo>
                  <a:pt x="5938" y="10488"/>
                </a:lnTo>
                <a:lnTo>
                  <a:pt x="5865" y="10293"/>
                </a:lnTo>
                <a:lnTo>
                  <a:pt x="5767" y="10123"/>
                </a:lnTo>
                <a:lnTo>
                  <a:pt x="5986" y="9928"/>
                </a:lnTo>
                <a:lnTo>
                  <a:pt x="6011" y="10050"/>
                </a:lnTo>
                <a:lnTo>
                  <a:pt x="6035" y="10147"/>
                </a:lnTo>
                <a:lnTo>
                  <a:pt x="6108" y="10244"/>
                </a:lnTo>
                <a:lnTo>
                  <a:pt x="6181" y="10317"/>
                </a:lnTo>
                <a:lnTo>
                  <a:pt x="6230" y="10366"/>
                </a:lnTo>
                <a:lnTo>
                  <a:pt x="6303" y="10366"/>
                </a:lnTo>
                <a:lnTo>
                  <a:pt x="6376" y="10317"/>
                </a:lnTo>
                <a:lnTo>
                  <a:pt x="6400" y="10269"/>
                </a:lnTo>
                <a:lnTo>
                  <a:pt x="6400" y="10220"/>
                </a:lnTo>
                <a:lnTo>
                  <a:pt x="6376" y="10171"/>
                </a:lnTo>
                <a:lnTo>
                  <a:pt x="6327" y="10074"/>
                </a:lnTo>
                <a:lnTo>
                  <a:pt x="6205" y="9952"/>
                </a:lnTo>
                <a:lnTo>
                  <a:pt x="6084" y="9855"/>
                </a:lnTo>
                <a:lnTo>
                  <a:pt x="6376" y="9587"/>
                </a:lnTo>
                <a:lnTo>
                  <a:pt x="6400" y="9758"/>
                </a:lnTo>
                <a:lnTo>
                  <a:pt x="6449" y="9952"/>
                </a:lnTo>
                <a:lnTo>
                  <a:pt x="6473" y="10025"/>
                </a:lnTo>
                <a:lnTo>
                  <a:pt x="6522" y="10050"/>
                </a:lnTo>
                <a:lnTo>
                  <a:pt x="6595" y="10074"/>
                </a:lnTo>
                <a:lnTo>
                  <a:pt x="6643" y="10074"/>
                </a:lnTo>
                <a:lnTo>
                  <a:pt x="6716" y="10025"/>
                </a:lnTo>
                <a:lnTo>
                  <a:pt x="6741" y="10001"/>
                </a:lnTo>
                <a:lnTo>
                  <a:pt x="6765" y="9928"/>
                </a:lnTo>
                <a:lnTo>
                  <a:pt x="6765" y="9855"/>
                </a:lnTo>
                <a:lnTo>
                  <a:pt x="6692" y="9612"/>
                </a:lnTo>
                <a:lnTo>
                  <a:pt x="6643" y="9490"/>
                </a:lnTo>
                <a:lnTo>
                  <a:pt x="6595" y="9393"/>
                </a:lnTo>
                <a:lnTo>
                  <a:pt x="6765" y="9222"/>
                </a:lnTo>
                <a:lnTo>
                  <a:pt x="6814" y="9417"/>
                </a:lnTo>
                <a:lnTo>
                  <a:pt x="6887" y="9587"/>
                </a:lnTo>
                <a:lnTo>
                  <a:pt x="6911" y="9636"/>
                </a:lnTo>
                <a:lnTo>
                  <a:pt x="6960" y="9660"/>
                </a:lnTo>
                <a:lnTo>
                  <a:pt x="7033" y="9660"/>
                </a:lnTo>
                <a:lnTo>
                  <a:pt x="7081" y="9636"/>
                </a:lnTo>
                <a:lnTo>
                  <a:pt x="7130" y="9612"/>
                </a:lnTo>
                <a:lnTo>
                  <a:pt x="7179" y="9563"/>
                </a:lnTo>
                <a:lnTo>
                  <a:pt x="7179" y="9514"/>
                </a:lnTo>
                <a:lnTo>
                  <a:pt x="7179" y="9441"/>
                </a:lnTo>
                <a:lnTo>
                  <a:pt x="7057" y="9174"/>
                </a:lnTo>
                <a:lnTo>
                  <a:pt x="6984" y="9003"/>
                </a:lnTo>
                <a:lnTo>
                  <a:pt x="7106" y="8906"/>
                </a:lnTo>
                <a:lnTo>
                  <a:pt x="7106" y="8955"/>
                </a:lnTo>
                <a:lnTo>
                  <a:pt x="7106" y="9125"/>
                </a:lnTo>
                <a:lnTo>
                  <a:pt x="7130" y="9198"/>
                </a:lnTo>
                <a:lnTo>
                  <a:pt x="7179" y="9271"/>
                </a:lnTo>
                <a:lnTo>
                  <a:pt x="7227" y="9271"/>
                </a:lnTo>
                <a:lnTo>
                  <a:pt x="7276" y="9247"/>
                </a:lnTo>
                <a:lnTo>
                  <a:pt x="7325" y="9198"/>
                </a:lnTo>
                <a:lnTo>
                  <a:pt x="7349" y="9125"/>
                </a:lnTo>
                <a:lnTo>
                  <a:pt x="7325" y="8955"/>
                </a:lnTo>
                <a:lnTo>
                  <a:pt x="7276" y="8736"/>
                </a:lnTo>
                <a:lnTo>
                  <a:pt x="7519" y="8517"/>
                </a:lnTo>
                <a:lnTo>
                  <a:pt x="7544" y="8638"/>
                </a:lnTo>
                <a:lnTo>
                  <a:pt x="7617" y="8760"/>
                </a:lnTo>
                <a:lnTo>
                  <a:pt x="7665" y="8784"/>
                </a:lnTo>
                <a:lnTo>
                  <a:pt x="7714" y="8784"/>
                </a:lnTo>
                <a:lnTo>
                  <a:pt x="7763" y="8736"/>
                </a:lnTo>
                <a:lnTo>
                  <a:pt x="7787" y="8687"/>
                </a:lnTo>
                <a:lnTo>
                  <a:pt x="7763" y="8638"/>
                </a:lnTo>
                <a:lnTo>
                  <a:pt x="7738" y="8590"/>
                </a:lnTo>
                <a:lnTo>
                  <a:pt x="7690" y="8492"/>
                </a:lnTo>
                <a:lnTo>
                  <a:pt x="7641" y="8419"/>
                </a:lnTo>
                <a:lnTo>
                  <a:pt x="7884" y="8176"/>
                </a:lnTo>
                <a:lnTo>
                  <a:pt x="7909" y="8298"/>
                </a:lnTo>
                <a:lnTo>
                  <a:pt x="7933" y="8419"/>
                </a:lnTo>
                <a:lnTo>
                  <a:pt x="7957" y="8468"/>
                </a:lnTo>
                <a:lnTo>
                  <a:pt x="8006" y="8517"/>
                </a:lnTo>
                <a:lnTo>
                  <a:pt x="8152" y="8517"/>
                </a:lnTo>
                <a:lnTo>
                  <a:pt x="8201" y="8492"/>
                </a:lnTo>
                <a:lnTo>
                  <a:pt x="8225" y="8444"/>
                </a:lnTo>
                <a:lnTo>
                  <a:pt x="8249" y="8371"/>
                </a:lnTo>
                <a:lnTo>
                  <a:pt x="8201" y="8152"/>
                </a:lnTo>
                <a:lnTo>
                  <a:pt x="8128" y="7957"/>
                </a:lnTo>
                <a:lnTo>
                  <a:pt x="8468" y="7641"/>
                </a:lnTo>
                <a:lnTo>
                  <a:pt x="8444" y="7762"/>
                </a:lnTo>
                <a:lnTo>
                  <a:pt x="8444" y="7884"/>
                </a:lnTo>
                <a:lnTo>
                  <a:pt x="8493" y="7981"/>
                </a:lnTo>
                <a:lnTo>
                  <a:pt x="8517" y="8030"/>
                </a:lnTo>
                <a:lnTo>
                  <a:pt x="8566" y="8054"/>
                </a:lnTo>
                <a:lnTo>
                  <a:pt x="8590" y="8054"/>
                </a:lnTo>
                <a:lnTo>
                  <a:pt x="8614" y="8030"/>
                </a:lnTo>
                <a:lnTo>
                  <a:pt x="8639" y="7981"/>
                </a:lnTo>
                <a:lnTo>
                  <a:pt x="8639" y="7933"/>
                </a:lnTo>
                <a:lnTo>
                  <a:pt x="8614" y="7835"/>
                </a:lnTo>
                <a:lnTo>
                  <a:pt x="8566" y="7714"/>
                </a:lnTo>
                <a:lnTo>
                  <a:pt x="8541" y="7568"/>
                </a:lnTo>
                <a:lnTo>
                  <a:pt x="9125" y="7033"/>
                </a:lnTo>
                <a:lnTo>
                  <a:pt x="9125" y="7179"/>
                </a:lnTo>
                <a:lnTo>
                  <a:pt x="9149" y="7325"/>
                </a:lnTo>
                <a:lnTo>
                  <a:pt x="9198" y="7373"/>
                </a:lnTo>
                <a:lnTo>
                  <a:pt x="9222" y="7397"/>
                </a:lnTo>
                <a:lnTo>
                  <a:pt x="9271" y="7422"/>
                </a:lnTo>
                <a:lnTo>
                  <a:pt x="9320" y="7397"/>
                </a:lnTo>
                <a:lnTo>
                  <a:pt x="9368" y="7397"/>
                </a:lnTo>
                <a:lnTo>
                  <a:pt x="9393" y="7349"/>
                </a:lnTo>
                <a:lnTo>
                  <a:pt x="9417" y="7300"/>
                </a:lnTo>
                <a:lnTo>
                  <a:pt x="9417" y="7252"/>
                </a:lnTo>
                <a:lnTo>
                  <a:pt x="9393" y="7154"/>
                </a:lnTo>
                <a:lnTo>
                  <a:pt x="9393" y="7033"/>
                </a:lnTo>
                <a:lnTo>
                  <a:pt x="9417" y="6935"/>
                </a:lnTo>
                <a:lnTo>
                  <a:pt x="9417" y="6838"/>
                </a:lnTo>
                <a:lnTo>
                  <a:pt x="9393" y="6789"/>
                </a:lnTo>
                <a:lnTo>
                  <a:pt x="9466" y="6716"/>
                </a:lnTo>
                <a:lnTo>
                  <a:pt x="9490" y="6838"/>
                </a:lnTo>
                <a:lnTo>
                  <a:pt x="9514" y="6960"/>
                </a:lnTo>
                <a:lnTo>
                  <a:pt x="9539" y="7008"/>
                </a:lnTo>
                <a:lnTo>
                  <a:pt x="9587" y="7033"/>
                </a:lnTo>
                <a:lnTo>
                  <a:pt x="9636" y="7057"/>
                </a:lnTo>
                <a:lnTo>
                  <a:pt x="9660" y="7057"/>
                </a:lnTo>
                <a:lnTo>
                  <a:pt x="9709" y="7033"/>
                </a:lnTo>
                <a:lnTo>
                  <a:pt x="9733" y="7008"/>
                </a:lnTo>
                <a:lnTo>
                  <a:pt x="9782" y="6984"/>
                </a:lnTo>
                <a:lnTo>
                  <a:pt x="9782" y="6935"/>
                </a:lnTo>
                <a:lnTo>
                  <a:pt x="9782" y="6741"/>
                </a:lnTo>
                <a:lnTo>
                  <a:pt x="9733" y="6619"/>
                </a:lnTo>
                <a:lnTo>
                  <a:pt x="9709" y="6522"/>
                </a:lnTo>
                <a:lnTo>
                  <a:pt x="9831" y="6376"/>
                </a:lnTo>
                <a:lnTo>
                  <a:pt x="9879" y="6327"/>
                </a:lnTo>
                <a:lnTo>
                  <a:pt x="9904" y="6278"/>
                </a:lnTo>
                <a:lnTo>
                  <a:pt x="9904" y="6205"/>
                </a:lnTo>
                <a:lnTo>
                  <a:pt x="9928" y="6132"/>
                </a:lnTo>
                <a:lnTo>
                  <a:pt x="9952" y="6059"/>
                </a:lnTo>
                <a:lnTo>
                  <a:pt x="9855" y="5670"/>
                </a:lnTo>
                <a:lnTo>
                  <a:pt x="9831" y="5475"/>
                </a:lnTo>
                <a:lnTo>
                  <a:pt x="9806" y="5281"/>
                </a:lnTo>
                <a:lnTo>
                  <a:pt x="9806" y="5037"/>
                </a:lnTo>
                <a:lnTo>
                  <a:pt x="9855" y="4794"/>
                </a:lnTo>
                <a:lnTo>
                  <a:pt x="9904" y="4575"/>
                </a:lnTo>
                <a:lnTo>
                  <a:pt x="9977" y="4332"/>
                </a:lnTo>
                <a:lnTo>
                  <a:pt x="10074" y="4088"/>
                </a:lnTo>
                <a:lnTo>
                  <a:pt x="10196" y="3869"/>
                </a:lnTo>
                <a:lnTo>
                  <a:pt x="10317" y="3650"/>
                </a:lnTo>
                <a:lnTo>
                  <a:pt x="10488" y="3456"/>
                </a:lnTo>
                <a:lnTo>
                  <a:pt x="10658" y="3261"/>
                </a:lnTo>
                <a:lnTo>
                  <a:pt x="10853" y="3091"/>
                </a:lnTo>
                <a:lnTo>
                  <a:pt x="11242" y="2750"/>
                </a:lnTo>
                <a:lnTo>
                  <a:pt x="11680" y="2458"/>
                </a:lnTo>
                <a:lnTo>
                  <a:pt x="12094" y="2166"/>
                </a:lnTo>
                <a:lnTo>
                  <a:pt x="12970" y="1631"/>
                </a:lnTo>
                <a:close/>
                <a:moveTo>
                  <a:pt x="10755" y="11631"/>
                </a:moveTo>
                <a:lnTo>
                  <a:pt x="10755" y="11680"/>
                </a:lnTo>
                <a:lnTo>
                  <a:pt x="10853" y="11850"/>
                </a:lnTo>
                <a:lnTo>
                  <a:pt x="10974" y="12021"/>
                </a:lnTo>
                <a:lnTo>
                  <a:pt x="11266" y="12361"/>
                </a:lnTo>
                <a:lnTo>
                  <a:pt x="11875" y="12970"/>
                </a:lnTo>
                <a:lnTo>
                  <a:pt x="13286" y="14503"/>
                </a:lnTo>
                <a:lnTo>
                  <a:pt x="13943" y="15184"/>
                </a:lnTo>
                <a:lnTo>
                  <a:pt x="14259" y="15549"/>
                </a:lnTo>
                <a:lnTo>
                  <a:pt x="14430" y="15719"/>
                </a:lnTo>
                <a:lnTo>
                  <a:pt x="14503" y="15792"/>
                </a:lnTo>
                <a:lnTo>
                  <a:pt x="14600" y="15841"/>
                </a:lnTo>
                <a:lnTo>
                  <a:pt x="14916" y="16035"/>
                </a:lnTo>
                <a:lnTo>
                  <a:pt x="15208" y="16206"/>
                </a:lnTo>
                <a:lnTo>
                  <a:pt x="15354" y="16279"/>
                </a:lnTo>
                <a:lnTo>
                  <a:pt x="15500" y="16352"/>
                </a:lnTo>
                <a:lnTo>
                  <a:pt x="15671" y="16376"/>
                </a:lnTo>
                <a:lnTo>
                  <a:pt x="15890" y="16376"/>
                </a:lnTo>
                <a:lnTo>
                  <a:pt x="15914" y="16352"/>
                </a:lnTo>
                <a:lnTo>
                  <a:pt x="15938" y="16279"/>
                </a:lnTo>
                <a:lnTo>
                  <a:pt x="15914" y="16230"/>
                </a:lnTo>
                <a:lnTo>
                  <a:pt x="15890" y="16206"/>
                </a:lnTo>
                <a:lnTo>
                  <a:pt x="15865" y="16206"/>
                </a:lnTo>
                <a:lnTo>
                  <a:pt x="15622" y="16157"/>
                </a:lnTo>
                <a:lnTo>
                  <a:pt x="15403" y="16084"/>
                </a:lnTo>
                <a:lnTo>
                  <a:pt x="15233" y="15987"/>
                </a:lnTo>
                <a:lnTo>
                  <a:pt x="15062" y="15865"/>
                </a:lnTo>
                <a:lnTo>
                  <a:pt x="14892" y="15743"/>
                </a:lnTo>
                <a:lnTo>
                  <a:pt x="14746" y="15573"/>
                </a:lnTo>
                <a:lnTo>
                  <a:pt x="14454" y="15233"/>
                </a:lnTo>
                <a:lnTo>
                  <a:pt x="13846" y="14624"/>
                </a:lnTo>
                <a:lnTo>
                  <a:pt x="13262" y="14016"/>
                </a:lnTo>
                <a:lnTo>
                  <a:pt x="12045" y="12799"/>
                </a:lnTo>
                <a:lnTo>
                  <a:pt x="11461" y="12167"/>
                </a:lnTo>
                <a:lnTo>
                  <a:pt x="11145" y="11875"/>
                </a:lnTo>
                <a:lnTo>
                  <a:pt x="10974" y="11729"/>
                </a:lnTo>
                <a:lnTo>
                  <a:pt x="10804" y="11631"/>
                </a:lnTo>
                <a:close/>
                <a:moveTo>
                  <a:pt x="9904" y="8638"/>
                </a:moveTo>
                <a:lnTo>
                  <a:pt x="10123" y="8882"/>
                </a:lnTo>
                <a:lnTo>
                  <a:pt x="9977" y="9003"/>
                </a:lnTo>
                <a:lnTo>
                  <a:pt x="9709" y="9271"/>
                </a:lnTo>
                <a:lnTo>
                  <a:pt x="9587" y="9417"/>
                </a:lnTo>
                <a:lnTo>
                  <a:pt x="9466" y="9587"/>
                </a:lnTo>
                <a:lnTo>
                  <a:pt x="9466" y="9612"/>
                </a:lnTo>
                <a:lnTo>
                  <a:pt x="9490" y="9660"/>
                </a:lnTo>
                <a:lnTo>
                  <a:pt x="9539" y="9660"/>
                </a:lnTo>
                <a:lnTo>
                  <a:pt x="9685" y="9612"/>
                </a:lnTo>
                <a:lnTo>
                  <a:pt x="9831" y="9539"/>
                </a:lnTo>
                <a:lnTo>
                  <a:pt x="10098" y="9320"/>
                </a:lnTo>
                <a:lnTo>
                  <a:pt x="10366" y="9101"/>
                </a:lnTo>
                <a:lnTo>
                  <a:pt x="10536" y="9247"/>
                </a:lnTo>
                <a:lnTo>
                  <a:pt x="10244" y="9466"/>
                </a:lnTo>
                <a:lnTo>
                  <a:pt x="10025" y="9636"/>
                </a:lnTo>
                <a:lnTo>
                  <a:pt x="9928" y="9733"/>
                </a:lnTo>
                <a:lnTo>
                  <a:pt x="9831" y="9855"/>
                </a:lnTo>
                <a:lnTo>
                  <a:pt x="9831" y="9928"/>
                </a:lnTo>
                <a:lnTo>
                  <a:pt x="9855" y="9977"/>
                </a:lnTo>
                <a:lnTo>
                  <a:pt x="9904" y="10025"/>
                </a:lnTo>
                <a:lnTo>
                  <a:pt x="9977" y="10025"/>
                </a:lnTo>
                <a:lnTo>
                  <a:pt x="10098" y="9977"/>
                </a:lnTo>
                <a:lnTo>
                  <a:pt x="10196" y="9904"/>
                </a:lnTo>
                <a:lnTo>
                  <a:pt x="10390" y="9758"/>
                </a:lnTo>
                <a:lnTo>
                  <a:pt x="10780" y="9490"/>
                </a:lnTo>
                <a:lnTo>
                  <a:pt x="10950" y="9660"/>
                </a:lnTo>
                <a:lnTo>
                  <a:pt x="10780" y="9733"/>
                </a:lnTo>
                <a:lnTo>
                  <a:pt x="10609" y="9855"/>
                </a:lnTo>
                <a:lnTo>
                  <a:pt x="10390" y="10001"/>
                </a:lnTo>
                <a:lnTo>
                  <a:pt x="10293" y="10098"/>
                </a:lnTo>
                <a:lnTo>
                  <a:pt x="10220" y="10220"/>
                </a:lnTo>
                <a:lnTo>
                  <a:pt x="10220" y="10269"/>
                </a:lnTo>
                <a:lnTo>
                  <a:pt x="10244" y="10293"/>
                </a:lnTo>
                <a:lnTo>
                  <a:pt x="10293" y="10317"/>
                </a:lnTo>
                <a:lnTo>
                  <a:pt x="10439" y="10317"/>
                </a:lnTo>
                <a:lnTo>
                  <a:pt x="10585" y="10244"/>
                </a:lnTo>
                <a:lnTo>
                  <a:pt x="10828" y="10074"/>
                </a:lnTo>
                <a:lnTo>
                  <a:pt x="10999" y="9977"/>
                </a:lnTo>
                <a:lnTo>
                  <a:pt x="11072" y="9904"/>
                </a:lnTo>
                <a:lnTo>
                  <a:pt x="11145" y="9831"/>
                </a:lnTo>
                <a:lnTo>
                  <a:pt x="11364" y="10025"/>
                </a:lnTo>
                <a:lnTo>
                  <a:pt x="11193" y="10123"/>
                </a:lnTo>
                <a:lnTo>
                  <a:pt x="11072" y="10244"/>
                </a:lnTo>
                <a:lnTo>
                  <a:pt x="10974" y="10342"/>
                </a:lnTo>
                <a:lnTo>
                  <a:pt x="10901" y="10439"/>
                </a:lnTo>
                <a:lnTo>
                  <a:pt x="10853" y="10561"/>
                </a:lnTo>
                <a:lnTo>
                  <a:pt x="10853" y="10634"/>
                </a:lnTo>
                <a:lnTo>
                  <a:pt x="10853" y="10682"/>
                </a:lnTo>
                <a:lnTo>
                  <a:pt x="10877" y="10707"/>
                </a:lnTo>
                <a:lnTo>
                  <a:pt x="10974" y="10682"/>
                </a:lnTo>
                <a:lnTo>
                  <a:pt x="11072" y="10634"/>
                </a:lnTo>
                <a:lnTo>
                  <a:pt x="11218" y="10536"/>
                </a:lnTo>
                <a:lnTo>
                  <a:pt x="11437" y="10366"/>
                </a:lnTo>
                <a:lnTo>
                  <a:pt x="11607" y="10269"/>
                </a:lnTo>
                <a:lnTo>
                  <a:pt x="11753" y="10415"/>
                </a:lnTo>
                <a:lnTo>
                  <a:pt x="11656" y="10488"/>
                </a:lnTo>
                <a:lnTo>
                  <a:pt x="11364" y="10731"/>
                </a:lnTo>
                <a:lnTo>
                  <a:pt x="11242" y="10877"/>
                </a:lnTo>
                <a:lnTo>
                  <a:pt x="11218" y="10950"/>
                </a:lnTo>
                <a:lnTo>
                  <a:pt x="11169" y="11023"/>
                </a:lnTo>
                <a:lnTo>
                  <a:pt x="11193" y="11072"/>
                </a:lnTo>
                <a:lnTo>
                  <a:pt x="11242" y="11096"/>
                </a:lnTo>
                <a:lnTo>
                  <a:pt x="11388" y="11047"/>
                </a:lnTo>
                <a:lnTo>
                  <a:pt x="11510" y="10974"/>
                </a:lnTo>
                <a:lnTo>
                  <a:pt x="11777" y="10780"/>
                </a:lnTo>
                <a:lnTo>
                  <a:pt x="11972" y="10634"/>
                </a:lnTo>
                <a:lnTo>
                  <a:pt x="12191" y="10828"/>
                </a:lnTo>
                <a:lnTo>
                  <a:pt x="12069" y="10926"/>
                </a:lnTo>
                <a:lnTo>
                  <a:pt x="11923" y="11023"/>
                </a:lnTo>
                <a:lnTo>
                  <a:pt x="11777" y="11169"/>
                </a:lnTo>
                <a:lnTo>
                  <a:pt x="11729" y="11242"/>
                </a:lnTo>
                <a:lnTo>
                  <a:pt x="11680" y="11315"/>
                </a:lnTo>
                <a:lnTo>
                  <a:pt x="11656" y="11388"/>
                </a:lnTo>
                <a:lnTo>
                  <a:pt x="11656" y="11485"/>
                </a:lnTo>
                <a:lnTo>
                  <a:pt x="11680" y="11534"/>
                </a:lnTo>
                <a:lnTo>
                  <a:pt x="11704" y="11558"/>
                </a:lnTo>
                <a:lnTo>
                  <a:pt x="11729" y="11558"/>
                </a:lnTo>
                <a:lnTo>
                  <a:pt x="11826" y="11534"/>
                </a:lnTo>
                <a:lnTo>
                  <a:pt x="11899" y="11510"/>
                </a:lnTo>
                <a:lnTo>
                  <a:pt x="12021" y="11412"/>
                </a:lnTo>
                <a:lnTo>
                  <a:pt x="12288" y="11193"/>
                </a:lnTo>
                <a:lnTo>
                  <a:pt x="12459" y="11072"/>
                </a:lnTo>
                <a:lnTo>
                  <a:pt x="12726" y="11315"/>
                </a:lnTo>
                <a:lnTo>
                  <a:pt x="12483" y="11534"/>
                </a:lnTo>
                <a:lnTo>
                  <a:pt x="12361" y="11656"/>
                </a:lnTo>
                <a:lnTo>
                  <a:pt x="12264" y="11777"/>
                </a:lnTo>
                <a:lnTo>
                  <a:pt x="12264" y="11826"/>
                </a:lnTo>
                <a:lnTo>
                  <a:pt x="12264" y="11850"/>
                </a:lnTo>
                <a:lnTo>
                  <a:pt x="12288" y="11948"/>
                </a:lnTo>
                <a:lnTo>
                  <a:pt x="12361" y="11972"/>
                </a:lnTo>
                <a:lnTo>
                  <a:pt x="12459" y="11972"/>
                </a:lnTo>
                <a:lnTo>
                  <a:pt x="12605" y="11875"/>
                </a:lnTo>
                <a:lnTo>
                  <a:pt x="12726" y="11777"/>
                </a:lnTo>
                <a:lnTo>
                  <a:pt x="12970" y="11558"/>
                </a:lnTo>
                <a:lnTo>
                  <a:pt x="12970" y="11534"/>
                </a:lnTo>
                <a:lnTo>
                  <a:pt x="13262" y="11802"/>
                </a:lnTo>
                <a:lnTo>
                  <a:pt x="13116" y="11923"/>
                </a:lnTo>
                <a:lnTo>
                  <a:pt x="12994" y="12021"/>
                </a:lnTo>
                <a:lnTo>
                  <a:pt x="12872" y="12142"/>
                </a:lnTo>
                <a:lnTo>
                  <a:pt x="12799" y="12288"/>
                </a:lnTo>
                <a:lnTo>
                  <a:pt x="12775" y="12361"/>
                </a:lnTo>
                <a:lnTo>
                  <a:pt x="12775" y="12434"/>
                </a:lnTo>
                <a:lnTo>
                  <a:pt x="12799" y="12507"/>
                </a:lnTo>
                <a:lnTo>
                  <a:pt x="12824" y="12532"/>
                </a:lnTo>
                <a:lnTo>
                  <a:pt x="12872" y="12532"/>
                </a:lnTo>
                <a:lnTo>
                  <a:pt x="12994" y="12483"/>
                </a:lnTo>
                <a:lnTo>
                  <a:pt x="13116" y="12434"/>
                </a:lnTo>
                <a:lnTo>
                  <a:pt x="13310" y="12264"/>
                </a:lnTo>
                <a:lnTo>
                  <a:pt x="13554" y="12094"/>
                </a:lnTo>
                <a:lnTo>
                  <a:pt x="13700" y="12215"/>
                </a:lnTo>
                <a:lnTo>
                  <a:pt x="13627" y="12264"/>
                </a:lnTo>
                <a:lnTo>
                  <a:pt x="13432" y="12434"/>
                </a:lnTo>
                <a:lnTo>
                  <a:pt x="13262" y="12653"/>
                </a:lnTo>
                <a:lnTo>
                  <a:pt x="13237" y="12702"/>
                </a:lnTo>
                <a:lnTo>
                  <a:pt x="13262" y="12751"/>
                </a:lnTo>
                <a:lnTo>
                  <a:pt x="13310" y="12799"/>
                </a:lnTo>
                <a:lnTo>
                  <a:pt x="13383" y="12799"/>
                </a:lnTo>
                <a:lnTo>
                  <a:pt x="13602" y="12702"/>
                </a:lnTo>
                <a:lnTo>
                  <a:pt x="13797" y="12556"/>
                </a:lnTo>
                <a:lnTo>
                  <a:pt x="13919" y="12459"/>
                </a:lnTo>
                <a:lnTo>
                  <a:pt x="14162" y="12702"/>
                </a:lnTo>
                <a:lnTo>
                  <a:pt x="13992" y="12848"/>
                </a:lnTo>
                <a:lnTo>
                  <a:pt x="13894" y="12945"/>
                </a:lnTo>
                <a:lnTo>
                  <a:pt x="13797" y="13043"/>
                </a:lnTo>
                <a:lnTo>
                  <a:pt x="13724" y="13164"/>
                </a:lnTo>
                <a:lnTo>
                  <a:pt x="13700" y="13237"/>
                </a:lnTo>
                <a:lnTo>
                  <a:pt x="13700" y="13310"/>
                </a:lnTo>
                <a:lnTo>
                  <a:pt x="13700" y="13359"/>
                </a:lnTo>
                <a:lnTo>
                  <a:pt x="13748" y="13359"/>
                </a:lnTo>
                <a:lnTo>
                  <a:pt x="13870" y="13335"/>
                </a:lnTo>
                <a:lnTo>
                  <a:pt x="13992" y="13286"/>
                </a:lnTo>
                <a:lnTo>
                  <a:pt x="14089" y="13189"/>
                </a:lnTo>
                <a:lnTo>
                  <a:pt x="14186" y="13116"/>
                </a:lnTo>
                <a:lnTo>
                  <a:pt x="14381" y="12921"/>
                </a:lnTo>
                <a:lnTo>
                  <a:pt x="14746" y="13335"/>
                </a:lnTo>
                <a:lnTo>
                  <a:pt x="14624" y="13408"/>
                </a:lnTo>
                <a:lnTo>
                  <a:pt x="14503" y="13505"/>
                </a:lnTo>
                <a:lnTo>
                  <a:pt x="14284" y="13651"/>
                </a:lnTo>
                <a:lnTo>
                  <a:pt x="14186" y="13748"/>
                </a:lnTo>
                <a:lnTo>
                  <a:pt x="14138" y="13870"/>
                </a:lnTo>
                <a:lnTo>
                  <a:pt x="14138" y="13919"/>
                </a:lnTo>
                <a:lnTo>
                  <a:pt x="14162" y="13992"/>
                </a:lnTo>
                <a:lnTo>
                  <a:pt x="14211" y="14016"/>
                </a:lnTo>
                <a:lnTo>
                  <a:pt x="14259" y="14040"/>
                </a:lnTo>
                <a:lnTo>
                  <a:pt x="14381" y="14016"/>
                </a:lnTo>
                <a:lnTo>
                  <a:pt x="14503" y="13943"/>
                </a:lnTo>
                <a:lnTo>
                  <a:pt x="14697" y="13773"/>
                </a:lnTo>
                <a:lnTo>
                  <a:pt x="14819" y="13651"/>
                </a:lnTo>
                <a:lnTo>
                  <a:pt x="14941" y="13529"/>
                </a:lnTo>
                <a:lnTo>
                  <a:pt x="15160" y="13748"/>
                </a:lnTo>
                <a:lnTo>
                  <a:pt x="14989" y="13919"/>
                </a:lnTo>
                <a:lnTo>
                  <a:pt x="14795" y="14065"/>
                </a:lnTo>
                <a:lnTo>
                  <a:pt x="14722" y="14138"/>
                </a:lnTo>
                <a:lnTo>
                  <a:pt x="14673" y="14259"/>
                </a:lnTo>
                <a:lnTo>
                  <a:pt x="14673" y="14284"/>
                </a:lnTo>
                <a:lnTo>
                  <a:pt x="14697" y="14284"/>
                </a:lnTo>
                <a:lnTo>
                  <a:pt x="14770" y="14308"/>
                </a:lnTo>
                <a:lnTo>
                  <a:pt x="14819" y="14308"/>
                </a:lnTo>
                <a:lnTo>
                  <a:pt x="14941" y="14284"/>
                </a:lnTo>
                <a:lnTo>
                  <a:pt x="15062" y="14235"/>
                </a:lnTo>
                <a:lnTo>
                  <a:pt x="15184" y="14162"/>
                </a:lnTo>
                <a:lnTo>
                  <a:pt x="15281" y="14089"/>
                </a:lnTo>
                <a:lnTo>
                  <a:pt x="15379" y="13992"/>
                </a:lnTo>
                <a:lnTo>
                  <a:pt x="15573" y="14186"/>
                </a:lnTo>
                <a:lnTo>
                  <a:pt x="15452" y="14284"/>
                </a:lnTo>
                <a:lnTo>
                  <a:pt x="15330" y="14381"/>
                </a:lnTo>
                <a:lnTo>
                  <a:pt x="15184" y="14503"/>
                </a:lnTo>
                <a:lnTo>
                  <a:pt x="15111" y="14576"/>
                </a:lnTo>
                <a:lnTo>
                  <a:pt x="15038" y="14673"/>
                </a:lnTo>
                <a:lnTo>
                  <a:pt x="15038" y="14746"/>
                </a:lnTo>
                <a:lnTo>
                  <a:pt x="15062" y="14795"/>
                </a:lnTo>
                <a:lnTo>
                  <a:pt x="15111" y="14843"/>
                </a:lnTo>
                <a:lnTo>
                  <a:pt x="15184" y="14843"/>
                </a:lnTo>
                <a:lnTo>
                  <a:pt x="15257" y="14819"/>
                </a:lnTo>
                <a:lnTo>
                  <a:pt x="15354" y="14770"/>
                </a:lnTo>
                <a:lnTo>
                  <a:pt x="15500" y="14649"/>
                </a:lnTo>
                <a:lnTo>
                  <a:pt x="15646" y="14527"/>
                </a:lnTo>
                <a:lnTo>
                  <a:pt x="15792" y="14405"/>
                </a:lnTo>
                <a:lnTo>
                  <a:pt x="15987" y="14649"/>
                </a:lnTo>
                <a:lnTo>
                  <a:pt x="15890" y="14722"/>
                </a:lnTo>
                <a:lnTo>
                  <a:pt x="15744" y="14892"/>
                </a:lnTo>
                <a:lnTo>
                  <a:pt x="15598" y="15087"/>
                </a:lnTo>
                <a:lnTo>
                  <a:pt x="15573" y="15111"/>
                </a:lnTo>
                <a:lnTo>
                  <a:pt x="15598" y="15135"/>
                </a:lnTo>
                <a:lnTo>
                  <a:pt x="15622" y="15160"/>
                </a:lnTo>
                <a:lnTo>
                  <a:pt x="15646" y="15160"/>
                </a:lnTo>
                <a:lnTo>
                  <a:pt x="15865" y="15038"/>
                </a:lnTo>
                <a:lnTo>
                  <a:pt x="16036" y="14916"/>
                </a:lnTo>
                <a:lnTo>
                  <a:pt x="16133" y="14868"/>
                </a:lnTo>
                <a:lnTo>
                  <a:pt x="16230" y="15014"/>
                </a:lnTo>
                <a:lnTo>
                  <a:pt x="16084" y="15135"/>
                </a:lnTo>
                <a:lnTo>
                  <a:pt x="15914" y="15306"/>
                </a:lnTo>
                <a:lnTo>
                  <a:pt x="15768" y="15476"/>
                </a:lnTo>
                <a:lnTo>
                  <a:pt x="15744" y="15524"/>
                </a:lnTo>
                <a:lnTo>
                  <a:pt x="15744" y="15573"/>
                </a:lnTo>
                <a:lnTo>
                  <a:pt x="15792" y="15622"/>
                </a:lnTo>
                <a:lnTo>
                  <a:pt x="15865" y="15670"/>
                </a:lnTo>
                <a:lnTo>
                  <a:pt x="15938" y="15646"/>
                </a:lnTo>
                <a:lnTo>
                  <a:pt x="16109" y="15524"/>
                </a:lnTo>
                <a:lnTo>
                  <a:pt x="16303" y="15403"/>
                </a:lnTo>
                <a:lnTo>
                  <a:pt x="16376" y="15330"/>
                </a:lnTo>
                <a:lnTo>
                  <a:pt x="16425" y="15500"/>
                </a:lnTo>
                <a:lnTo>
                  <a:pt x="16449" y="15695"/>
                </a:lnTo>
                <a:lnTo>
                  <a:pt x="16376" y="15719"/>
                </a:lnTo>
                <a:lnTo>
                  <a:pt x="16255" y="15841"/>
                </a:lnTo>
                <a:lnTo>
                  <a:pt x="16206" y="15938"/>
                </a:lnTo>
                <a:lnTo>
                  <a:pt x="16182" y="16011"/>
                </a:lnTo>
                <a:lnTo>
                  <a:pt x="16157" y="16060"/>
                </a:lnTo>
                <a:lnTo>
                  <a:pt x="16206" y="16108"/>
                </a:lnTo>
                <a:lnTo>
                  <a:pt x="16255" y="16133"/>
                </a:lnTo>
                <a:lnTo>
                  <a:pt x="16303" y="16133"/>
                </a:lnTo>
                <a:lnTo>
                  <a:pt x="16401" y="16108"/>
                </a:lnTo>
                <a:lnTo>
                  <a:pt x="16401" y="16108"/>
                </a:lnTo>
                <a:lnTo>
                  <a:pt x="16328" y="16327"/>
                </a:lnTo>
                <a:lnTo>
                  <a:pt x="16255" y="16449"/>
                </a:lnTo>
                <a:lnTo>
                  <a:pt x="16157" y="16546"/>
                </a:lnTo>
                <a:lnTo>
                  <a:pt x="16060" y="16619"/>
                </a:lnTo>
                <a:lnTo>
                  <a:pt x="15963" y="16668"/>
                </a:lnTo>
                <a:lnTo>
                  <a:pt x="15841" y="16692"/>
                </a:lnTo>
                <a:lnTo>
                  <a:pt x="15719" y="16692"/>
                </a:lnTo>
                <a:lnTo>
                  <a:pt x="15598" y="16668"/>
                </a:lnTo>
                <a:lnTo>
                  <a:pt x="15452" y="16644"/>
                </a:lnTo>
                <a:lnTo>
                  <a:pt x="15160" y="16522"/>
                </a:lnTo>
                <a:lnTo>
                  <a:pt x="14843" y="16327"/>
                </a:lnTo>
                <a:lnTo>
                  <a:pt x="14527" y="16108"/>
                </a:lnTo>
                <a:lnTo>
                  <a:pt x="14186" y="15841"/>
                </a:lnTo>
                <a:lnTo>
                  <a:pt x="13870" y="15549"/>
                </a:lnTo>
                <a:lnTo>
                  <a:pt x="13554" y="15257"/>
                </a:lnTo>
                <a:lnTo>
                  <a:pt x="12970" y="14649"/>
                </a:lnTo>
                <a:lnTo>
                  <a:pt x="12167" y="13797"/>
                </a:lnTo>
                <a:lnTo>
                  <a:pt x="11291" y="12897"/>
                </a:lnTo>
                <a:lnTo>
                  <a:pt x="10439" y="11972"/>
                </a:lnTo>
                <a:lnTo>
                  <a:pt x="10001" y="11534"/>
                </a:lnTo>
                <a:lnTo>
                  <a:pt x="9539" y="11096"/>
                </a:lnTo>
                <a:lnTo>
                  <a:pt x="9076" y="10658"/>
                </a:lnTo>
                <a:lnTo>
                  <a:pt x="8614" y="10269"/>
                </a:lnTo>
                <a:lnTo>
                  <a:pt x="8566" y="10244"/>
                </a:lnTo>
                <a:lnTo>
                  <a:pt x="9904" y="8638"/>
                </a:lnTo>
                <a:close/>
                <a:moveTo>
                  <a:pt x="1071" y="0"/>
                </a:moveTo>
                <a:lnTo>
                  <a:pt x="828" y="73"/>
                </a:lnTo>
                <a:lnTo>
                  <a:pt x="609" y="171"/>
                </a:lnTo>
                <a:lnTo>
                  <a:pt x="414" y="317"/>
                </a:lnTo>
                <a:lnTo>
                  <a:pt x="244" y="511"/>
                </a:lnTo>
                <a:lnTo>
                  <a:pt x="122" y="730"/>
                </a:lnTo>
                <a:lnTo>
                  <a:pt x="25" y="949"/>
                </a:lnTo>
                <a:lnTo>
                  <a:pt x="25" y="1071"/>
                </a:lnTo>
                <a:lnTo>
                  <a:pt x="25" y="1193"/>
                </a:lnTo>
                <a:lnTo>
                  <a:pt x="25" y="1314"/>
                </a:lnTo>
                <a:lnTo>
                  <a:pt x="49" y="1436"/>
                </a:lnTo>
                <a:lnTo>
                  <a:pt x="25" y="1777"/>
                </a:lnTo>
                <a:lnTo>
                  <a:pt x="1" y="2117"/>
                </a:lnTo>
                <a:lnTo>
                  <a:pt x="25" y="2215"/>
                </a:lnTo>
                <a:lnTo>
                  <a:pt x="74" y="2263"/>
                </a:lnTo>
                <a:lnTo>
                  <a:pt x="147" y="2288"/>
                </a:lnTo>
                <a:lnTo>
                  <a:pt x="244" y="2263"/>
                </a:lnTo>
                <a:lnTo>
                  <a:pt x="341" y="2239"/>
                </a:lnTo>
                <a:lnTo>
                  <a:pt x="317" y="2896"/>
                </a:lnTo>
                <a:lnTo>
                  <a:pt x="341" y="2993"/>
                </a:lnTo>
                <a:lnTo>
                  <a:pt x="414" y="3042"/>
                </a:lnTo>
                <a:lnTo>
                  <a:pt x="560" y="3042"/>
                </a:lnTo>
                <a:lnTo>
                  <a:pt x="658" y="3018"/>
                </a:lnTo>
                <a:lnTo>
                  <a:pt x="658" y="3285"/>
                </a:lnTo>
                <a:lnTo>
                  <a:pt x="658" y="3431"/>
                </a:lnTo>
                <a:lnTo>
                  <a:pt x="682" y="3529"/>
                </a:lnTo>
                <a:lnTo>
                  <a:pt x="731" y="3650"/>
                </a:lnTo>
                <a:lnTo>
                  <a:pt x="779" y="3723"/>
                </a:lnTo>
                <a:lnTo>
                  <a:pt x="876" y="3748"/>
                </a:lnTo>
                <a:lnTo>
                  <a:pt x="998" y="3772"/>
                </a:lnTo>
                <a:lnTo>
                  <a:pt x="949" y="3942"/>
                </a:lnTo>
                <a:lnTo>
                  <a:pt x="949" y="4137"/>
                </a:lnTo>
                <a:lnTo>
                  <a:pt x="949" y="4332"/>
                </a:lnTo>
                <a:lnTo>
                  <a:pt x="998" y="4526"/>
                </a:lnTo>
                <a:lnTo>
                  <a:pt x="1047" y="4575"/>
                </a:lnTo>
                <a:lnTo>
                  <a:pt x="1095" y="4624"/>
                </a:lnTo>
                <a:lnTo>
                  <a:pt x="1168" y="4648"/>
                </a:lnTo>
                <a:lnTo>
                  <a:pt x="1241" y="4624"/>
                </a:lnTo>
                <a:lnTo>
                  <a:pt x="1339" y="4551"/>
                </a:lnTo>
                <a:lnTo>
                  <a:pt x="1363" y="4745"/>
                </a:lnTo>
                <a:lnTo>
                  <a:pt x="1436" y="4916"/>
                </a:lnTo>
                <a:lnTo>
                  <a:pt x="1533" y="5086"/>
                </a:lnTo>
                <a:lnTo>
                  <a:pt x="1655" y="5232"/>
                </a:lnTo>
                <a:lnTo>
                  <a:pt x="1728" y="5281"/>
                </a:lnTo>
                <a:lnTo>
                  <a:pt x="1801" y="5281"/>
                </a:lnTo>
                <a:lnTo>
                  <a:pt x="1874" y="5256"/>
                </a:lnTo>
                <a:lnTo>
                  <a:pt x="1850" y="5378"/>
                </a:lnTo>
                <a:lnTo>
                  <a:pt x="1874" y="5500"/>
                </a:lnTo>
                <a:lnTo>
                  <a:pt x="1923" y="5621"/>
                </a:lnTo>
                <a:lnTo>
                  <a:pt x="1996" y="5719"/>
                </a:lnTo>
                <a:lnTo>
                  <a:pt x="2093" y="5792"/>
                </a:lnTo>
                <a:lnTo>
                  <a:pt x="2190" y="5840"/>
                </a:lnTo>
                <a:lnTo>
                  <a:pt x="2263" y="5840"/>
                </a:lnTo>
                <a:lnTo>
                  <a:pt x="2361" y="5816"/>
                </a:lnTo>
                <a:lnTo>
                  <a:pt x="2458" y="5986"/>
                </a:lnTo>
                <a:lnTo>
                  <a:pt x="2434" y="6084"/>
                </a:lnTo>
                <a:lnTo>
                  <a:pt x="2434" y="6181"/>
                </a:lnTo>
                <a:lnTo>
                  <a:pt x="2482" y="6424"/>
                </a:lnTo>
                <a:lnTo>
                  <a:pt x="2531" y="6473"/>
                </a:lnTo>
                <a:lnTo>
                  <a:pt x="2580" y="6522"/>
                </a:lnTo>
                <a:lnTo>
                  <a:pt x="2653" y="6522"/>
                </a:lnTo>
                <a:lnTo>
                  <a:pt x="2726" y="6473"/>
                </a:lnTo>
                <a:lnTo>
                  <a:pt x="2823" y="6424"/>
                </a:lnTo>
                <a:lnTo>
                  <a:pt x="2847" y="6546"/>
                </a:lnTo>
                <a:lnTo>
                  <a:pt x="2896" y="6643"/>
                </a:lnTo>
                <a:lnTo>
                  <a:pt x="2969" y="6741"/>
                </a:lnTo>
                <a:lnTo>
                  <a:pt x="3042" y="6838"/>
                </a:lnTo>
                <a:lnTo>
                  <a:pt x="3139" y="6887"/>
                </a:lnTo>
                <a:lnTo>
                  <a:pt x="3261" y="6911"/>
                </a:lnTo>
                <a:lnTo>
                  <a:pt x="3383" y="6911"/>
                </a:lnTo>
                <a:lnTo>
                  <a:pt x="3529" y="6887"/>
                </a:lnTo>
                <a:lnTo>
                  <a:pt x="3553" y="6887"/>
                </a:lnTo>
                <a:lnTo>
                  <a:pt x="3553" y="6911"/>
                </a:lnTo>
                <a:lnTo>
                  <a:pt x="3529" y="6984"/>
                </a:lnTo>
                <a:lnTo>
                  <a:pt x="3504" y="7130"/>
                </a:lnTo>
                <a:lnTo>
                  <a:pt x="3504" y="7252"/>
                </a:lnTo>
                <a:lnTo>
                  <a:pt x="3529" y="7276"/>
                </a:lnTo>
                <a:lnTo>
                  <a:pt x="3553" y="7325"/>
                </a:lnTo>
                <a:lnTo>
                  <a:pt x="3626" y="7349"/>
                </a:lnTo>
                <a:lnTo>
                  <a:pt x="3723" y="7349"/>
                </a:lnTo>
                <a:lnTo>
                  <a:pt x="3845" y="7300"/>
                </a:lnTo>
                <a:lnTo>
                  <a:pt x="3942" y="7252"/>
                </a:lnTo>
                <a:lnTo>
                  <a:pt x="3942" y="7373"/>
                </a:lnTo>
                <a:lnTo>
                  <a:pt x="3967" y="7470"/>
                </a:lnTo>
                <a:lnTo>
                  <a:pt x="3991" y="7568"/>
                </a:lnTo>
                <a:lnTo>
                  <a:pt x="4088" y="7641"/>
                </a:lnTo>
                <a:lnTo>
                  <a:pt x="4210" y="7689"/>
                </a:lnTo>
                <a:lnTo>
                  <a:pt x="4283" y="7714"/>
                </a:lnTo>
                <a:lnTo>
                  <a:pt x="4356" y="7689"/>
                </a:lnTo>
                <a:lnTo>
                  <a:pt x="4453" y="7641"/>
                </a:lnTo>
                <a:lnTo>
                  <a:pt x="4453" y="7762"/>
                </a:lnTo>
                <a:lnTo>
                  <a:pt x="4453" y="7884"/>
                </a:lnTo>
                <a:lnTo>
                  <a:pt x="4478" y="7933"/>
                </a:lnTo>
                <a:lnTo>
                  <a:pt x="4526" y="7981"/>
                </a:lnTo>
                <a:lnTo>
                  <a:pt x="4575" y="8030"/>
                </a:lnTo>
                <a:lnTo>
                  <a:pt x="4648" y="8054"/>
                </a:lnTo>
                <a:lnTo>
                  <a:pt x="4770" y="8103"/>
                </a:lnTo>
                <a:lnTo>
                  <a:pt x="4891" y="8079"/>
                </a:lnTo>
                <a:lnTo>
                  <a:pt x="5013" y="8054"/>
                </a:lnTo>
                <a:lnTo>
                  <a:pt x="5110" y="7981"/>
                </a:lnTo>
                <a:lnTo>
                  <a:pt x="5159" y="8079"/>
                </a:lnTo>
                <a:lnTo>
                  <a:pt x="5208" y="8103"/>
                </a:lnTo>
                <a:lnTo>
                  <a:pt x="5232" y="8127"/>
                </a:lnTo>
                <a:lnTo>
                  <a:pt x="5329" y="8103"/>
                </a:lnTo>
                <a:lnTo>
                  <a:pt x="5329" y="8127"/>
                </a:lnTo>
                <a:lnTo>
                  <a:pt x="5329" y="8152"/>
                </a:lnTo>
                <a:lnTo>
                  <a:pt x="5354" y="8152"/>
                </a:lnTo>
                <a:lnTo>
                  <a:pt x="5475" y="8103"/>
                </a:lnTo>
                <a:lnTo>
                  <a:pt x="5597" y="8054"/>
                </a:lnTo>
                <a:lnTo>
                  <a:pt x="5597" y="8225"/>
                </a:lnTo>
                <a:lnTo>
                  <a:pt x="5646" y="8298"/>
                </a:lnTo>
                <a:lnTo>
                  <a:pt x="5694" y="8346"/>
                </a:lnTo>
                <a:lnTo>
                  <a:pt x="5840" y="8444"/>
                </a:lnTo>
                <a:lnTo>
                  <a:pt x="5938" y="8492"/>
                </a:lnTo>
                <a:lnTo>
                  <a:pt x="6059" y="8492"/>
                </a:lnTo>
                <a:lnTo>
                  <a:pt x="6181" y="8468"/>
                </a:lnTo>
                <a:lnTo>
                  <a:pt x="6278" y="8419"/>
                </a:lnTo>
                <a:lnTo>
                  <a:pt x="6400" y="8492"/>
                </a:lnTo>
                <a:lnTo>
                  <a:pt x="6546" y="8565"/>
                </a:lnTo>
                <a:lnTo>
                  <a:pt x="6668" y="8687"/>
                </a:lnTo>
                <a:lnTo>
                  <a:pt x="3383" y="11729"/>
                </a:lnTo>
                <a:lnTo>
                  <a:pt x="1947" y="13067"/>
                </a:lnTo>
                <a:lnTo>
                  <a:pt x="1314" y="13627"/>
                </a:lnTo>
                <a:lnTo>
                  <a:pt x="1022" y="13943"/>
                </a:lnTo>
                <a:lnTo>
                  <a:pt x="731" y="14259"/>
                </a:lnTo>
                <a:lnTo>
                  <a:pt x="585" y="14503"/>
                </a:lnTo>
                <a:lnTo>
                  <a:pt x="463" y="14770"/>
                </a:lnTo>
                <a:lnTo>
                  <a:pt x="341" y="15087"/>
                </a:lnTo>
                <a:lnTo>
                  <a:pt x="268" y="15403"/>
                </a:lnTo>
                <a:lnTo>
                  <a:pt x="268" y="15573"/>
                </a:lnTo>
                <a:lnTo>
                  <a:pt x="268" y="15719"/>
                </a:lnTo>
                <a:lnTo>
                  <a:pt x="268" y="15865"/>
                </a:lnTo>
                <a:lnTo>
                  <a:pt x="317" y="16011"/>
                </a:lnTo>
                <a:lnTo>
                  <a:pt x="366" y="16157"/>
                </a:lnTo>
                <a:lnTo>
                  <a:pt x="463" y="16279"/>
                </a:lnTo>
                <a:lnTo>
                  <a:pt x="560" y="16376"/>
                </a:lnTo>
                <a:lnTo>
                  <a:pt x="682" y="16473"/>
                </a:lnTo>
                <a:lnTo>
                  <a:pt x="731" y="16522"/>
                </a:lnTo>
                <a:lnTo>
                  <a:pt x="852" y="16644"/>
                </a:lnTo>
                <a:lnTo>
                  <a:pt x="974" y="16741"/>
                </a:lnTo>
                <a:lnTo>
                  <a:pt x="1095" y="16790"/>
                </a:lnTo>
                <a:lnTo>
                  <a:pt x="1241" y="16838"/>
                </a:lnTo>
                <a:lnTo>
                  <a:pt x="1387" y="16863"/>
                </a:lnTo>
                <a:lnTo>
                  <a:pt x="1679" y="16863"/>
                </a:lnTo>
                <a:lnTo>
                  <a:pt x="1850" y="16838"/>
                </a:lnTo>
                <a:lnTo>
                  <a:pt x="2142" y="16741"/>
                </a:lnTo>
                <a:lnTo>
                  <a:pt x="2434" y="16595"/>
                </a:lnTo>
                <a:lnTo>
                  <a:pt x="2701" y="16425"/>
                </a:lnTo>
                <a:lnTo>
                  <a:pt x="2920" y="16254"/>
                </a:lnTo>
                <a:lnTo>
                  <a:pt x="3285" y="15938"/>
                </a:lnTo>
                <a:lnTo>
                  <a:pt x="3650" y="15597"/>
                </a:lnTo>
                <a:lnTo>
                  <a:pt x="4356" y="14892"/>
                </a:lnTo>
                <a:lnTo>
                  <a:pt x="5694" y="13432"/>
                </a:lnTo>
                <a:lnTo>
                  <a:pt x="7057" y="11972"/>
                </a:lnTo>
                <a:lnTo>
                  <a:pt x="8371" y="10463"/>
                </a:lnTo>
                <a:lnTo>
                  <a:pt x="8833" y="11047"/>
                </a:lnTo>
                <a:lnTo>
                  <a:pt x="9320" y="11583"/>
                </a:lnTo>
                <a:lnTo>
                  <a:pt x="10342" y="12629"/>
                </a:lnTo>
                <a:lnTo>
                  <a:pt x="12386" y="14770"/>
                </a:lnTo>
                <a:lnTo>
                  <a:pt x="12775" y="15160"/>
                </a:lnTo>
                <a:lnTo>
                  <a:pt x="13237" y="15622"/>
                </a:lnTo>
                <a:lnTo>
                  <a:pt x="13773" y="16133"/>
                </a:lnTo>
                <a:lnTo>
                  <a:pt x="14065" y="16376"/>
                </a:lnTo>
                <a:lnTo>
                  <a:pt x="14357" y="16595"/>
                </a:lnTo>
                <a:lnTo>
                  <a:pt x="14649" y="16814"/>
                </a:lnTo>
                <a:lnTo>
                  <a:pt x="14965" y="16960"/>
                </a:lnTo>
                <a:lnTo>
                  <a:pt x="15257" y="17106"/>
                </a:lnTo>
                <a:lnTo>
                  <a:pt x="15549" y="17179"/>
                </a:lnTo>
                <a:lnTo>
                  <a:pt x="15695" y="17203"/>
                </a:lnTo>
                <a:lnTo>
                  <a:pt x="15963" y="17203"/>
                </a:lnTo>
                <a:lnTo>
                  <a:pt x="16084" y="17179"/>
                </a:lnTo>
                <a:lnTo>
                  <a:pt x="16230" y="17130"/>
                </a:lnTo>
                <a:lnTo>
                  <a:pt x="16352" y="17057"/>
                </a:lnTo>
                <a:lnTo>
                  <a:pt x="16474" y="16984"/>
                </a:lnTo>
                <a:lnTo>
                  <a:pt x="16595" y="16863"/>
                </a:lnTo>
                <a:lnTo>
                  <a:pt x="16741" y="16692"/>
                </a:lnTo>
                <a:lnTo>
                  <a:pt x="16863" y="16473"/>
                </a:lnTo>
                <a:lnTo>
                  <a:pt x="16936" y="16230"/>
                </a:lnTo>
                <a:lnTo>
                  <a:pt x="16984" y="15987"/>
                </a:lnTo>
                <a:lnTo>
                  <a:pt x="16984" y="15743"/>
                </a:lnTo>
                <a:lnTo>
                  <a:pt x="16960" y="15500"/>
                </a:lnTo>
                <a:lnTo>
                  <a:pt x="16911" y="15257"/>
                </a:lnTo>
                <a:lnTo>
                  <a:pt x="16838" y="15038"/>
                </a:lnTo>
                <a:lnTo>
                  <a:pt x="16668" y="14722"/>
                </a:lnTo>
                <a:lnTo>
                  <a:pt x="16425" y="14381"/>
                </a:lnTo>
                <a:lnTo>
                  <a:pt x="16157" y="14016"/>
                </a:lnTo>
                <a:lnTo>
                  <a:pt x="15865" y="13651"/>
                </a:lnTo>
                <a:lnTo>
                  <a:pt x="15549" y="13310"/>
                </a:lnTo>
                <a:lnTo>
                  <a:pt x="15233" y="12970"/>
                </a:lnTo>
                <a:lnTo>
                  <a:pt x="14673" y="12459"/>
                </a:lnTo>
                <a:lnTo>
                  <a:pt x="13967" y="11826"/>
                </a:lnTo>
                <a:lnTo>
                  <a:pt x="13262" y="11193"/>
                </a:lnTo>
                <a:lnTo>
                  <a:pt x="13286" y="11120"/>
                </a:lnTo>
                <a:lnTo>
                  <a:pt x="13286" y="11072"/>
                </a:lnTo>
                <a:lnTo>
                  <a:pt x="13262" y="11047"/>
                </a:lnTo>
                <a:lnTo>
                  <a:pt x="13189" y="11023"/>
                </a:lnTo>
                <a:lnTo>
                  <a:pt x="13091" y="11047"/>
                </a:lnTo>
                <a:lnTo>
                  <a:pt x="11631" y="9660"/>
                </a:lnTo>
                <a:lnTo>
                  <a:pt x="10196" y="8273"/>
                </a:lnTo>
                <a:lnTo>
                  <a:pt x="10707" y="7641"/>
                </a:lnTo>
                <a:lnTo>
                  <a:pt x="10828" y="7762"/>
                </a:lnTo>
                <a:lnTo>
                  <a:pt x="10974" y="7860"/>
                </a:lnTo>
                <a:lnTo>
                  <a:pt x="11120" y="7933"/>
                </a:lnTo>
                <a:lnTo>
                  <a:pt x="11291" y="8006"/>
                </a:lnTo>
                <a:lnTo>
                  <a:pt x="11461" y="8054"/>
                </a:lnTo>
                <a:lnTo>
                  <a:pt x="11631" y="8103"/>
                </a:lnTo>
                <a:lnTo>
                  <a:pt x="11996" y="8127"/>
                </a:lnTo>
                <a:lnTo>
                  <a:pt x="12264" y="8127"/>
                </a:lnTo>
                <a:lnTo>
                  <a:pt x="12532" y="8103"/>
                </a:lnTo>
                <a:lnTo>
                  <a:pt x="12799" y="8030"/>
                </a:lnTo>
                <a:lnTo>
                  <a:pt x="13067" y="7933"/>
                </a:lnTo>
                <a:lnTo>
                  <a:pt x="13310" y="7811"/>
                </a:lnTo>
                <a:lnTo>
                  <a:pt x="13554" y="7665"/>
                </a:lnTo>
                <a:lnTo>
                  <a:pt x="13773" y="7519"/>
                </a:lnTo>
                <a:lnTo>
                  <a:pt x="13992" y="7349"/>
                </a:lnTo>
                <a:lnTo>
                  <a:pt x="14235" y="7130"/>
                </a:lnTo>
                <a:lnTo>
                  <a:pt x="14478" y="6911"/>
                </a:lnTo>
                <a:lnTo>
                  <a:pt x="14697" y="6668"/>
                </a:lnTo>
                <a:lnTo>
                  <a:pt x="14892" y="6400"/>
                </a:lnTo>
                <a:lnTo>
                  <a:pt x="15281" y="5865"/>
                </a:lnTo>
                <a:lnTo>
                  <a:pt x="15622" y="5305"/>
                </a:lnTo>
                <a:lnTo>
                  <a:pt x="16011" y="4697"/>
                </a:lnTo>
                <a:lnTo>
                  <a:pt x="16376" y="4064"/>
                </a:lnTo>
                <a:lnTo>
                  <a:pt x="16692" y="3407"/>
                </a:lnTo>
                <a:lnTo>
                  <a:pt x="16960" y="2726"/>
                </a:lnTo>
                <a:lnTo>
                  <a:pt x="16984" y="2628"/>
                </a:lnTo>
                <a:lnTo>
                  <a:pt x="16960" y="2555"/>
                </a:lnTo>
                <a:lnTo>
                  <a:pt x="16960" y="2507"/>
                </a:lnTo>
                <a:lnTo>
                  <a:pt x="16960" y="2434"/>
                </a:lnTo>
                <a:lnTo>
                  <a:pt x="16911" y="2385"/>
                </a:lnTo>
                <a:lnTo>
                  <a:pt x="16863" y="2336"/>
                </a:lnTo>
                <a:lnTo>
                  <a:pt x="16814" y="2288"/>
                </a:lnTo>
                <a:lnTo>
                  <a:pt x="16692" y="2288"/>
                </a:lnTo>
                <a:lnTo>
                  <a:pt x="16644" y="2312"/>
                </a:lnTo>
                <a:lnTo>
                  <a:pt x="15646" y="3066"/>
                </a:lnTo>
                <a:lnTo>
                  <a:pt x="15160" y="3456"/>
                </a:lnTo>
                <a:lnTo>
                  <a:pt x="14649" y="3821"/>
                </a:lnTo>
                <a:lnTo>
                  <a:pt x="13919" y="4332"/>
                </a:lnTo>
                <a:lnTo>
                  <a:pt x="13919" y="4332"/>
                </a:lnTo>
                <a:lnTo>
                  <a:pt x="14746" y="3115"/>
                </a:lnTo>
                <a:lnTo>
                  <a:pt x="15476" y="2020"/>
                </a:lnTo>
                <a:lnTo>
                  <a:pt x="15671" y="1704"/>
                </a:lnTo>
                <a:lnTo>
                  <a:pt x="15768" y="1533"/>
                </a:lnTo>
                <a:lnTo>
                  <a:pt x="15817" y="1363"/>
                </a:lnTo>
                <a:lnTo>
                  <a:pt x="15890" y="1290"/>
                </a:lnTo>
                <a:lnTo>
                  <a:pt x="15963" y="1217"/>
                </a:lnTo>
                <a:lnTo>
                  <a:pt x="15987" y="1120"/>
                </a:lnTo>
                <a:lnTo>
                  <a:pt x="15963" y="1022"/>
                </a:lnTo>
                <a:lnTo>
                  <a:pt x="15890" y="949"/>
                </a:lnTo>
                <a:lnTo>
                  <a:pt x="15817" y="901"/>
                </a:lnTo>
                <a:lnTo>
                  <a:pt x="15744" y="876"/>
                </a:lnTo>
                <a:lnTo>
                  <a:pt x="15622" y="876"/>
                </a:lnTo>
                <a:lnTo>
                  <a:pt x="15549" y="949"/>
                </a:lnTo>
                <a:lnTo>
                  <a:pt x="14551" y="1777"/>
                </a:lnTo>
                <a:lnTo>
                  <a:pt x="13554" y="2580"/>
                </a:lnTo>
                <a:lnTo>
                  <a:pt x="13043" y="2920"/>
                </a:lnTo>
                <a:lnTo>
                  <a:pt x="12532" y="3310"/>
                </a:lnTo>
                <a:lnTo>
                  <a:pt x="12532" y="3310"/>
                </a:lnTo>
                <a:lnTo>
                  <a:pt x="12945" y="2653"/>
                </a:lnTo>
                <a:lnTo>
                  <a:pt x="13359" y="1996"/>
                </a:lnTo>
                <a:lnTo>
                  <a:pt x="13554" y="1752"/>
                </a:lnTo>
                <a:lnTo>
                  <a:pt x="13821" y="1436"/>
                </a:lnTo>
                <a:lnTo>
                  <a:pt x="13919" y="1290"/>
                </a:lnTo>
                <a:lnTo>
                  <a:pt x="14040" y="1120"/>
                </a:lnTo>
                <a:lnTo>
                  <a:pt x="14113" y="949"/>
                </a:lnTo>
                <a:lnTo>
                  <a:pt x="14162" y="779"/>
                </a:lnTo>
                <a:lnTo>
                  <a:pt x="14357" y="584"/>
                </a:lnTo>
                <a:lnTo>
                  <a:pt x="14430" y="487"/>
                </a:lnTo>
                <a:lnTo>
                  <a:pt x="14454" y="390"/>
                </a:lnTo>
                <a:lnTo>
                  <a:pt x="14430" y="292"/>
                </a:lnTo>
                <a:lnTo>
                  <a:pt x="14357" y="195"/>
                </a:lnTo>
                <a:lnTo>
                  <a:pt x="14284" y="146"/>
                </a:lnTo>
                <a:lnTo>
                  <a:pt x="14186" y="122"/>
                </a:lnTo>
                <a:lnTo>
                  <a:pt x="14065" y="122"/>
                </a:lnTo>
                <a:lnTo>
                  <a:pt x="13967" y="195"/>
                </a:lnTo>
                <a:lnTo>
                  <a:pt x="13554" y="560"/>
                </a:lnTo>
                <a:lnTo>
                  <a:pt x="13091" y="901"/>
                </a:lnTo>
                <a:lnTo>
                  <a:pt x="12629" y="1217"/>
                </a:lnTo>
                <a:lnTo>
                  <a:pt x="12142" y="1509"/>
                </a:lnTo>
                <a:lnTo>
                  <a:pt x="11680" y="1801"/>
                </a:lnTo>
                <a:lnTo>
                  <a:pt x="11193" y="2117"/>
                </a:lnTo>
                <a:lnTo>
                  <a:pt x="10755" y="2434"/>
                </a:lnTo>
                <a:lnTo>
                  <a:pt x="10317" y="2823"/>
                </a:lnTo>
                <a:lnTo>
                  <a:pt x="10147" y="2993"/>
                </a:lnTo>
                <a:lnTo>
                  <a:pt x="10001" y="3164"/>
                </a:lnTo>
                <a:lnTo>
                  <a:pt x="9855" y="3383"/>
                </a:lnTo>
                <a:lnTo>
                  <a:pt x="9733" y="3577"/>
                </a:lnTo>
                <a:lnTo>
                  <a:pt x="9612" y="3796"/>
                </a:lnTo>
                <a:lnTo>
                  <a:pt x="9514" y="4015"/>
                </a:lnTo>
                <a:lnTo>
                  <a:pt x="9417" y="4234"/>
                </a:lnTo>
                <a:lnTo>
                  <a:pt x="9368" y="4478"/>
                </a:lnTo>
                <a:lnTo>
                  <a:pt x="9320" y="4672"/>
                </a:lnTo>
                <a:lnTo>
                  <a:pt x="9295" y="4867"/>
                </a:lnTo>
                <a:lnTo>
                  <a:pt x="9295" y="5062"/>
                </a:lnTo>
                <a:lnTo>
                  <a:pt x="9295" y="5281"/>
                </a:lnTo>
                <a:lnTo>
                  <a:pt x="9344" y="5475"/>
                </a:lnTo>
                <a:lnTo>
                  <a:pt x="9393" y="5670"/>
                </a:lnTo>
                <a:lnTo>
                  <a:pt x="9441" y="5865"/>
                </a:lnTo>
                <a:lnTo>
                  <a:pt x="9539" y="6035"/>
                </a:lnTo>
                <a:lnTo>
                  <a:pt x="9514" y="6059"/>
                </a:lnTo>
                <a:lnTo>
                  <a:pt x="8760" y="6765"/>
                </a:lnTo>
                <a:lnTo>
                  <a:pt x="7422" y="5402"/>
                </a:lnTo>
                <a:lnTo>
                  <a:pt x="6059" y="4088"/>
                </a:lnTo>
                <a:lnTo>
                  <a:pt x="3358" y="1412"/>
                </a:lnTo>
                <a:lnTo>
                  <a:pt x="2872" y="925"/>
                </a:lnTo>
                <a:lnTo>
                  <a:pt x="2604" y="682"/>
                </a:lnTo>
                <a:lnTo>
                  <a:pt x="2336" y="438"/>
                </a:lnTo>
                <a:lnTo>
                  <a:pt x="2044" y="244"/>
                </a:lnTo>
                <a:lnTo>
                  <a:pt x="1898" y="171"/>
                </a:lnTo>
                <a:lnTo>
                  <a:pt x="1728" y="98"/>
                </a:lnTo>
                <a:lnTo>
                  <a:pt x="1582" y="49"/>
                </a:lnTo>
                <a:lnTo>
                  <a:pt x="1412" y="0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8"/>
          <p:cNvSpPr/>
          <p:nvPr/>
        </p:nvSpPr>
        <p:spPr>
          <a:xfrm>
            <a:off x="7294350" y="2632288"/>
            <a:ext cx="590400" cy="3936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8"/>
          <p:cNvSpPr/>
          <p:nvPr/>
        </p:nvSpPr>
        <p:spPr>
          <a:xfrm>
            <a:off x="7458500" y="2087288"/>
            <a:ext cx="486900" cy="3936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8"/>
          <p:cNvSpPr/>
          <p:nvPr/>
        </p:nvSpPr>
        <p:spPr>
          <a:xfrm>
            <a:off x="6896050" y="1955863"/>
            <a:ext cx="486900" cy="3936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8"/>
          <p:cNvSpPr/>
          <p:nvPr/>
        </p:nvSpPr>
        <p:spPr>
          <a:xfrm>
            <a:off x="2324050" y="2552100"/>
            <a:ext cx="660300" cy="4980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8"/>
          <p:cNvSpPr/>
          <p:nvPr/>
        </p:nvSpPr>
        <p:spPr>
          <a:xfrm>
            <a:off x="2428260" y="1996200"/>
            <a:ext cx="486900" cy="4980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8"/>
          <p:cNvSpPr/>
          <p:nvPr/>
        </p:nvSpPr>
        <p:spPr>
          <a:xfrm>
            <a:off x="1800173" y="1913723"/>
            <a:ext cx="548700" cy="4980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8"/>
          <p:cNvSpPr/>
          <p:nvPr/>
        </p:nvSpPr>
        <p:spPr>
          <a:xfrm>
            <a:off x="4346138" y="1969675"/>
            <a:ext cx="1118400" cy="1050000"/>
          </a:xfrm>
          <a:prstGeom prst="ellipse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8"/>
          <p:cNvSpPr/>
          <p:nvPr/>
        </p:nvSpPr>
        <p:spPr>
          <a:xfrm>
            <a:off x="1644113" y="2491475"/>
            <a:ext cx="548700" cy="4980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8"/>
          <p:cNvSpPr/>
          <p:nvPr/>
        </p:nvSpPr>
        <p:spPr>
          <a:xfrm>
            <a:off x="3526375" y="3379788"/>
            <a:ext cx="1118400" cy="10500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8"/>
          <p:cNvSpPr/>
          <p:nvPr/>
        </p:nvSpPr>
        <p:spPr>
          <a:xfrm>
            <a:off x="7148725" y="594088"/>
            <a:ext cx="1118400" cy="105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8"/>
          <p:cNvSpPr/>
          <p:nvPr/>
        </p:nvSpPr>
        <p:spPr>
          <a:xfrm>
            <a:off x="5765050" y="594088"/>
            <a:ext cx="1118400" cy="105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8"/>
          <p:cNvSpPr/>
          <p:nvPr/>
        </p:nvSpPr>
        <p:spPr>
          <a:xfrm>
            <a:off x="4346138" y="594100"/>
            <a:ext cx="1118400" cy="105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8"/>
          <p:cNvSpPr/>
          <p:nvPr/>
        </p:nvSpPr>
        <p:spPr>
          <a:xfrm>
            <a:off x="2949163" y="594113"/>
            <a:ext cx="1118400" cy="105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8"/>
          <p:cNvSpPr/>
          <p:nvPr/>
        </p:nvSpPr>
        <p:spPr>
          <a:xfrm>
            <a:off x="1552200" y="594113"/>
            <a:ext cx="1118400" cy="105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8"/>
          <p:cNvSpPr txBox="1"/>
          <p:nvPr>
            <p:ph idx="12" type="sldNum"/>
          </p:nvPr>
        </p:nvSpPr>
        <p:spPr>
          <a:xfrm>
            <a:off x="7899350" y="409842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6" name="Google Shape;206;p18"/>
          <p:cNvSpPr/>
          <p:nvPr/>
        </p:nvSpPr>
        <p:spPr>
          <a:xfrm>
            <a:off x="1682743" y="789832"/>
            <a:ext cx="548681" cy="470285"/>
          </a:xfrm>
          <a:custGeom>
            <a:rect b="b" l="l" r="r" t="t"/>
            <a:pathLst>
              <a:path extrusionOk="0" h="16571" w="18956">
                <a:moveTo>
                  <a:pt x="9222" y="2604"/>
                </a:moveTo>
                <a:lnTo>
                  <a:pt x="9149" y="2628"/>
                </a:lnTo>
                <a:lnTo>
                  <a:pt x="9028" y="2701"/>
                </a:lnTo>
                <a:lnTo>
                  <a:pt x="8809" y="2896"/>
                </a:lnTo>
                <a:lnTo>
                  <a:pt x="8517" y="3139"/>
                </a:lnTo>
                <a:lnTo>
                  <a:pt x="8249" y="3358"/>
                </a:lnTo>
                <a:lnTo>
                  <a:pt x="7957" y="3577"/>
                </a:lnTo>
                <a:lnTo>
                  <a:pt x="7665" y="3821"/>
                </a:lnTo>
                <a:lnTo>
                  <a:pt x="6619" y="4818"/>
                </a:lnTo>
                <a:lnTo>
                  <a:pt x="5573" y="5816"/>
                </a:lnTo>
                <a:lnTo>
                  <a:pt x="5256" y="6181"/>
                </a:lnTo>
                <a:lnTo>
                  <a:pt x="4964" y="6546"/>
                </a:lnTo>
                <a:lnTo>
                  <a:pt x="4380" y="7325"/>
                </a:lnTo>
                <a:lnTo>
                  <a:pt x="4210" y="7495"/>
                </a:lnTo>
                <a:lnTo>
                  <a:pt x="3942" y="7763"/>
                </a:lnTo>
                <a:lnTo>
                  <a:pt x="3821" y="7909"/>
                </a:lnTo>
                <a:lnTo>
                  <a:pt x="3723" y="8055"/>
                </a:lnTo>
                <a:lnTo>
                  <a:pt x="3675" y="8176"/>
                </a:lnTo>
                <a:lnTo>
                  <a:pt x="3675" y="8225"/>
                </a:lnTo>
                <a:lnTo>
                  <a:pt x="3699" y="8274"/>
                </a:lnTo>
                <a:lnTo>
                  <a:pt x="3796" y="8347"/>
                </a:lnTo>
                <a:lnTo>
                  <a:pt x="3918" y="8347"/>
                </a:lnTo>
                <a:lnTo>
                  <a:pt x="4040" y="8322"/>
                </a:lnTo>
                <a:lnTo>
                  <a:pt x="4186" y="8249"/>
                </a:lnTo>
                <a:lnTo>
                  <a:pt x="4332" y="8128"/>
                </a:lnTo>
                <a:lnTo>
                  <a:pt x="4478" y="8006"/>
                </a:lnTo>
                <a:lnTo>
                  <a:pt x="4794" y="7665"/>
                </a:lnTo>
                <a:lnTo>
                  <a:pt x="5086" y="7300"/>
                </a:lnTo>
                <a:lnTo>
                  <a:pt x="5354" y="6935"/>
                </a:lnTo>
                <a:lnTo>
                  <a:pt x="5694" y="6473"/>
                </a:lnTo>
                <a:lnTo>
                  <a:pt x="6108" y="6035"/>
                </a:lnTo>
                <a:lnTo>
                  <a:pt x="6521" y="5621"/>
                </a:lnTo>
                <a:lnTo>
                  <a:pt x="7422" y="4818"/>
                </a:lnTo>
                <a:lnTo>
                  <a:pt x="7860" y="4380"/>
                </a:lnTo>
                <a:lnTo>
                  <a:pt x="8322" y="3967"/>
                </a:lnTo>
                <a:lnTo>
                  <a:pt x="8663" y="3699"/>
                </a:lnTo>
                <a:lnTo>
                  <a:pt x="9003" y="3456"/>
                </a:lnTo>
                <a:lnTo>
                  <a:pt x="9174" y="3285"/>
                </a:lnTo>
                <a:lnTo>
                  <a:pt x="9295" y="3139"/>
                </a:lnTo>
                <a:lnTo>
                  <a:pt x="9320" y="3139"/>
                </a:lnTo>
                <a:lnTo>
                  <a:pt x="9466" y="3285"/>
                </a:lnTo>
                <a:lnTo>
                  <a:pt x="10366" y="4113"/>
                </a:lnTo>
                <a:lnTo>
                  <a:pt x="11169" y="4916"/>
                </a:lnTo>
                <a:lnTo>
                  <a:pt x="11558" y="5329"/>
                </a:lnTo>
                <a:lnTo>
                  <a:pt x="11923" y="5767"/>
                </a:lnTo>
                <a:lnTo>
                  <a:pt x="12264" y="6181"/>
                </a:lnTo>
                <a:lnTo>
                  <a:pt x="12605" y="6643"/>
                </a:lnTo>
                <a:lnTo>
                  <a:pt x="12945" y="7057"/>
                </a:lnTo>
                <a:lnTo>
                  <a:pt x="13116" y="7276"/>
                </a:lnTo>
                <a:lnTo>
                  <a:pt x="13310" y="7471"/>
                </a:lnTo>
                <a:lnTo>
                  <a:pt x="13675" y="7787"/>
                </a:lnTo>
                <a:lnTo>
                  <a:pt x="14040" y="8079"/>
                </a:lnTo>
                <a:lnTo>
                  <a:pt x="14308" y="8322"/>
                </a:lnTo>
                <a:lnTo>
                  <a:pt x="14429" y="8420"/>
                </a:lnTo>
                <a:lnTo>
                  <a:pt x="14502" y="8444"/>
                </a:lnTo>
                <a:lnTo>
                  <a:pt x="14600" y="8493"/>
                </a:lnTo>
                <a:lnTo>
                  <a:pt x="14697" y="8493"/>
                </a:lnTo>
                <a:lnTo>
                  <a:pt x="14770" y="8444"/>
                </a:lnTo>
                <a:lnTo>
                  <a:pt x="14843" y="8371"/>
                </a:lnTo>
                <a:lnTo>
                  <a:pt x="14867" y="8274"/>
                </a:lnTo>
                <a:lnTo>
                  <a:pt x="14867" y="8201"/>
                </a:lnTo>
                <a:lnTo>
                  <a:pt x="14843" y="8103"/>
                </a:lnTo>
                <a:lnTo>
                  <a:pt x="14746" y="7957"/>
                </a:lnTo>
                <a:lnTo>
                  <a:pt x="14648" y="7811"/>
                </a:lnTo>
                <a:lnTo>
                  <a:pt x="14502" y="7690"/>
                </a:lnTo>
                <a:lnTo>
                  <a:pt x="14186" y="7446"/>
                </a:lnTo>
                <a:lnTo>
                  <a:pt x="13894" y="7252"/>
                </a:lnTo>
                <a:lnTo>
                  <a:pt x="13675" y="7057"/>
                </a:lnTo>
                <a:lnTo>
                  <a:pt x="13481" y="6862"/>
                </a:lnTo>
                <a:lnTo>
                  <a:pt x="13116" y="6424"/>
                </a:lnTo>
                <a:lnTo>
                  <a:pt x="12434" y="5500"/>
                </a:lnTo>
                <a:lnTo>
                  <a:pt x="12045" y="5037"/>
                </a:lnTo>
                <a:lnTo>
                  <a:pt x="11607" y="4599"/>
                </a:lnTo>
                <a:lnTo>
                  <a:pt x="11169" y="4161"/>
                </a:lnTo>
                <a:lnTo>
                  <a:pt x="10731" y="3723"/>
                </a:lnTo>
                <a:lnTo>
                  <a:pt x="10293" y="3334"/>
                </a:lnTo>
                <a:lnTo>
                  <a:pt x="9806" y="2920"/>
                </a:lnTo>
                <a:lnTo>
                  <a:pt x="9660" y="2799"/>
                </a:lnTo>
                <a:lnTo>
                  <a:pt x="9514" y="2726"/>
                </a:lnTo>
                <a:lnTo>
                  <a:pt x="9417" y="2628"/>
                </a:lnTo>
                <a:lnTo>
                  <a:pt x="9368" y="2604"/>
                </a:lnTo>
                <a:close/>
                <a:moveTo>
                  <a:pt x="9271" y="8979"/>
                </a:moveTo>
                <a:lnTo>
                  <a:pt x="9247" y="9125"/>
                </a:lnTo>
                <a:lnTo>
                  <a:pt x="9271" y="9271"/>
                </a:lnTo>
                <a:lnTo>
                  <a:pt x="9295" y="9563"/>
                </a:lnTo>
                <a:lnTo>
                  <a:pt x="8517" y="9563"/>
                </a:lnTo>
                <a:lnTo>
                  <a:pt x="8298" y="9587"/>
                </a:lnTo>
                <a:lnTo>
                  <a:pt x="8176" y="9612"/>
                </a:lnTo>
                <a:lnTo>
                  <a:pt x="8054" y="9636"/>
                </a:lnTo>
                <a:lnTo>
                  <a:pt x="8054" y="9466"/>
                </a:lnTo>
                <a:lnTo>
                  <a:pt x="8054" y="9320"/>
                </a:lnTo>
                <a:lnTo>
                  <a:pt x="8006" y="9174"/>
                </a:lnTo>
                <a:lnTo>
                  <a:pt x="7957" y="9028"/>
                </a:lnTo>
                <a:lnTo>
                  <a:pt x="8614" y="9028"/>
                </a:lnTo>
                <a:lnTo>
                  <a:pt x="9271" y="8979"/>
                </a:lnTo>
                <a:close/>
                <a:moveTo>
                  <a:pt x="10317" y="8979"/>
                </a:moveTo>
                <a:lnTo>
                  <a:pt x="10682" y="9028"/>
                </a:lnTo>
                <a:lnTo>
                  <a:pt x="11047" y="9052"/>
                </a:lnTo>
                <a:lnTo>
                  <a:pt x="11047" y="9344"/>
                </a:lnTo>
                <a:lnTo>
                  <a:pt x="11047" y="9636"/>
                </a:lnTo>
                <a:lnTo>
                  <a:pt x="10731" y="9612"/>
                </a:lnTo>
                <a:lnTo>
                  <a:pt x="9685" y="9587"/>
                </a:lnTo>
                <a:lnTo>
                  <a:pt x="9636" y="9271"/>
                </a:lnTo>
                <a:lnTo>
                  <a:pt x="9612" y="9125"/>
                </a:lnTo>
                <a:lnTo>
                  <a:pt x="9563" y="8979"/>
                </a:lnTo>
                <a:close/>
                <a:moveTo>
                  <a:pt x="8054" y="10001"/>
                </a:moveTo>
                <a:lnTo>
                  <a:pt x="8176" y="10025"/>
                </a:lnTo>
                <a:lnTo>
                  <a:pt x="8930" y="10025"/>
                </a:lnTo>
                <a:lnTo>
                  <a:pt x="9320" y="10050"/>
                </a:lnTo>
                <a:lnTo>
                  <a:pt x="9295" y="10707"/>
                </a:lnTo>
                <a:lnTo>
                  <a:pt x="8638" y="10634"/>
                </a:lnTo>
                <a:lnTo>
                  <a:pt x="8298" y="10634"/>
                </a:lnTo>
                <a:lnTo>
                  <a:pt x="8006" y="10658"/>
                </a:lnTo>
                <a:lnTo>
                  <a:pt x="8030" y="10342"/>
                </a:lnTo>
                <a:lnTo>
                  <a:pt x="8054" y="10001"/>
                </a:lnTo>
                <a:close/>
                <a:moveTo>
                  <a:pt x="9709" y="10074"/>
                </a:moveTo>
                <a:lnTo>
                  <a:pt x="10366" y="10147"/>
                </a:lnTo>
                <a:lnTo>
                  <a:pt x="10901" y="10147"/>
                </a:lnTo>
                <a:lnTo>
                  <a:pt x="11047" y="10123"/>
                </a:lnTo>
                <a:lnTo>
                  <a:pt x="11047" y="10123"/>
                </a:lnTo>
                <a:lnTo>
                  <a:pt x="11023" y="10390"/>
                </a:lnTo>
                <a:lnTo>
                  <a:pt x="10974" y="10634"/>
                </a:lnTo>
                <a:lnTo>
                  <a:pt x="10755" y="10707"/>
                </a:lnTo>
                <a:lnTo>
                  <a:pt x="10536" y="10731"/>
                </a:lnTo>
                <a:lnTo>
                  <a:pt x="10123" y="10755"/>
                </a:lnTo>
                <a:lnTo>
                  <a:pt x="9685" y="10755"/>
                </a:lnTo>
                <a:lnTo>
                  <a:pt x="9685" y="10707"/>
                </a:lnTo>
                <a:lnTo>
                  <a:pt x="9709" y="10390"/>
                </a:lnTo>
                <a:lnTo>
                  <a:pt x="9709" y="10074"/>
                </a:lnTo>
                <a:close/>
                <a:moveTo>
                  <a:pt x="8955" y="8468"/>
                </a:moveTo>
                <a:lnTo>
                  <a:pt x="8541" y="8493"/>
                </a:lnTo>
                <a:lnTo>
                  <a:pt x="8346" y="8517"/>
                </a:lnTo>
                <a:lnTo>
                  <a:pt x="8152" y="8566"/>
                </a:lnTo>
                <a:lnTo>
                  <a:pt x="7957" y="8614"/>
                </a:lnTo>
                <a:lnTo>
                  <a:pt x="7762" y="8687"/>
                </a:lnTo>
                <a:lnTo>
                  <a:pt x="7738" y="8736"/>
                </a:lnTo>
                <a:lnTo>
                  <a:pt x="7714" y="8760"/>
                </a:lnTo>
                <a:lnTo>
                  <a:pt x="7689" y="8833"/>
                </a:lnTo>
                <a:lnTo>
                  <a:pt x="7641" y="8882"/>
                </a:lnTo>
                <a:lnTo>
                  <a:pt x="7592" y="8906"/>
                </a:lnTo>
                <a:lnTo>
                  <a:pt x="7568" y="8979"/>
                </a:lnTo>
                <a:lnTo>
                  <a:pt x="7568" y="9028"/>
                </a:lnTo>
                <a:lnTo>
                  <a:pt x="7616" y="9247"/>
                </a:lnTo>
                <a:lnTo>
                  <a:pt x="7616" y="9490"/>
                </a:lnTo>
                <a:lnTo>
                  <a:pt x="7592" y="9709"/>
                </a:lnTo>
                <a:lnTo>
                  <a:pt x="7568" y="9952"/>
                </a:lnTo>
                <a:lnTo>
                  <a:pt x="7495" y="10415"/>
                </a:lnTo>
                <a:lnTo>
                  <a:pt x="7495" y="10634"/>
                </a:lnTo>
                <a:lnTo>
                  <a:pt x="7519" y="10877"/>
                </a:lnTo>
                <a:lnTo>
                  <a:pt x="7519" y="10926"/>
                </a:lnTo>
                <a:lnTo>
                  <a:pt x="7568" y="10974"/>
                </a:lnTo>
                <a:lnTo>
                  <a:pt x="7641" y="11023"/>
                </a:lnTo>
                <a:lnTo>
                  <a:pt x="7762" y="11047"/>
                </a:lnTo>
                <a:lnTo>
                  <a:pt x="7860" y="10999"/>
                </a:lnTo>
                <a:lnTo>
                  <a:pt x="8079" y="11072"/>
                </a:lnTo>
                <a:lnTo>
                  <a:pt x="8298" y="11120"/>
                </a:lnTo>
                <a:lnTo>
                  <a:pt x="8784" y="11169"/>
                </a:lnTo>
                <a:lnTo>
                  <a:pt x="9733" y="11218"/>
                </a:lnTo>
                <a:lnTo>
                  <a:pt x="10123" y="11242"/>
                </a:lnTo>
                <a:lnTo>
                  <a:pt x="10561" y="11218"/>
                </a:lnTo>
                <a:lnTo>
                  <a:pt x="10780" y="11193"/>
                </a:lnTo>
                <a:lnTo>
                  <a:pt x="10999" y="11145"/>
                </a:lnTo>
                <a:lnTo>
                  <a:pt x="11169" y="11072"/>
                </a:lnTo>
                <a:lnTo>
                  <a:pt x="11339" y="10950"/>
                </a:lnTo>
                <a:lnTo>
                  <a:pt x="11388" y="10877"/>
                </a:lnTo>
                <a:lnTo>
                  <a:pt x="11388" y="10828"/>
                </a:lnTo>
                <a:lnTo>
                  <a:pt x="11412" y="10804"/>
                </a:lnTo>
                <a:lnTo>
                  <a:pt x="11461" y="10561"/>
                </a:lnTo>
                <a:lnTo>
                  <a:pt x="11510" y="10293"/>
                </a:lnTo>
                <a:lnTo>
                  <a:pt x="11510" y="10025"/>
                </a:lnTo>
                <a:lnTo>
                  <a:pt x="11510" y="9782"/>
                </a:lnTo>
                <a:lnTo>
                  <a:pt x="11510" y="9223"/>
                </a:lnTo>
                <a:lnTo>
                  <a:pt x="11485" y="8931"/>
                </a:lnTo>
                <a:lnTo>
                  <a:pt x="11437" y="8663"/>
                </a:lnTo>
                <a:lnTo>
                  <a:pt x="11412" y="8614"/>
                </a:lnTo>
                <a:lnTo>
                  <a:pt x="11364" y="8590"/>
                </a:lnTo>
                <a:lnTo>
                  <a:pt x="11315" y="8566"/>
                </a:lnTo>
                <a:lnTo>
                  <a:pt x="11218" y="8566"/>
                </a:lnTo>
                <a:lnTo>
                  <a:pt x="10755" y="8493"/>
                </a:lnTo>
                <a:lnTo>
                  <a:pt x="10293" y="8468"/>
                </a:lnTo>
                <a:close/>
                <a:moveTo>
                  <a:pt x="10244" y="12556"/>
                </a:moveTo>
                <a:lnTo>
                  <a:pt x="10390" y="12678"/>
                </a:lnTo>
                <a:lnTo>
                  <a:pt x="10536" y="12799"/>
                </a:lnTo>
                <a:lnTo>
                  <a:pt x="10634" y="12970"/>
                </a:lnTo>
                <a:lnTo>
                  <a:pt x="10415" y="13018"/>
                </a:lnTo>
                <a:lnTo>
                  <a:pt x="10342" y="12775"/>
                </a:lnTo>
                <a:lnTo>
                  <a:pt x="10244" y="12556"/>
                </a:lnTo>
                <a:close/>
                <a:moveTo>
                  <a:pt x="10828" y="13359"/>
                </a:moveTo>
                <a:lnTo>
                  <a:pt x="10901" y="13578"/>
                </a:lnTo>
                <a:lnTo>
                  <a:pt x="10707" y="13675"/>
                </a:lnTo>
                <a:lnTo>
                  <a:pt x="10536" y="13797"/>
                </a:lnTo>
                <a:lnTo>
                  <a:pt x="10536" y="13773"/>
                </a:lnTo>
                <a:lnTo>
                  <a:pt x="10488" y="13383"/>
                </a:lnTo>
                <a:lnTo>
                  <a:pt x="10512" y="13359"/>
                </a:lnTo>
                <a:close/>
                <a:moveTo>
                  <a:pt x="10974" y="13919"/>
                </a:moveTo>
                <a:lnTo>
                  <a:pt x="11023" y="14332"/>
                </a:lnTo>
                <a:lnTo>
                  <a:pt x="10853" y="14381"/>
                </a:lnTo>
                <a:lnTo>
                  <a:pt x="10707" y="14430"/>
                </a:lnTo>
                <a:lnTo>
                  <a:pt x="10536" y="14478"/>
                </a:lnTo>
                <a:lnTo>
                  <a:pt x="10536" y="14113"/>
                </a:lnTo>
                <a:lnTo>
                  <a:pt x="10658" y="14065"/>
                </a:lnTo>
                <a:lnTo>
                  <a:pt x="10780" y="13992"/>
                </a:lnTo>
                <a:lnTo>
                  <a:pt x="10974" y="13919"/>
                </a:lnTo>
                <a:close/>
                <a:moveTo>
                  <a:pt x="11047" y="14722"/>
                </a:moveTo>
                <a:lnTo>
                  <a:pt x="11047" y="14941"/>
                </a:lnTo>
                <a:lnTo>
                  <a:pt x="10755" y="15038"/>
                </a:lnTo>
                <a:lnTo>
                  <a:pt x="10609" y="15087"/>
                </a:lnTo>
                <a:lnTo>
                  <a:pt x="10463" y="15160"/>
                </a:lnTo>
                <a:lnTo>
                  <a:pt x="10512" y="14819"/>
                </a:lnTo>
                <a:lnTo>
                  <a:pt x="10804" y="14746"/>
                </a:lnTo>
                <a:lnTo>
                  <a:pt x="11047" y="14722"/>
                </a:lnTo>
                <a:close/>
                <a:moveTo>
                  <a:pt x="11047" y="15306"/>
                </a:moveTo>
                <a:lnTo>
                  <a:pt x="11023" y="15573"/>
                </a:lnTo>
                <a:lnTo>
                  <a:pt x="11023" y="15671"/>
                </a:lnTo>
                <a:lnTo>
                  <a:pt x="10999" y="15671"/>
                </a:lnTo>
                <a:lnTo>
                  <a:pt x="10804" y="15719"/>
                </a:lnTo>
                <a:lnTo>
                  <a:pt x="10585" y="15792"/>
                </a:lnTo>
                <a:lnTo>
                  <a:pt x="10488" y="15841"/>
                </a:lnTo>
                <a:lnTo>
                  <a:pt x="10390" y="15890"/>
                </a:lnTo>
                <a:lnTo>
                  <a:pt x="10390" y="15890"/>
                </a:lnTo>
                <a:lnTo>
                  <a:pt x="10439" y="15427"/>
                </a:lnTo>
                <a:lnTo>
                  <a:pt x="10585" y="15427"/>
                </a:lnTo>
                <a:lnTo>
                  <a:pt x="10731" y="15403"/>
                </a:lnTo>
                <a:lnTo>
                  <a:pt x="11047" y="15306"/>
                </a:lnTo>
                <a:close/>
                <a:moveTo>
                  <a:pt x="9441" y="536"/>
                </a:moveTo>
                <a:lnTo>
                  <a:pt x="9612" y="804"/>
                </a:lnTo>
                <a:lnTo>
                  <a:pt x="9831" y="1023"/>
                </a:lnTo>
                <a:lnTo>
                  <a:pt x="10050" y="1242"/>
                </a:lnTo>
                <a:lnTo>
                  <a:pt x="10293" y="1460"/>
                </a:lnTo>
                <a:lnTo>
                  <a:pt x="10780" y="1825"/>
                </a:lnTo>
                <a:lnTo>
                  <a:pt x="11266" y="2215"/>
                </a:lnTo>
                <a:lnTo>
                  <a:pt x="11899" y="2750"/>
                </a:lnTo>
                <a:lnTo>
                  <a:pt x="12507" y="3334"/>
                </a:lnTo>
                <a:lnTo>
                  <a:pt x="13091" y="3942"/>
                </a:lnTo>
                <a:lnTo>
                  <a:pt x="13651" y="4575"/>
                </a:lnTo>
                <a:lnTo>
                  <a:pt x="14746" y="5792"/>
                </a:lnTo>
                <a:lnTo>
                  <a:pt x="15305" y="6376"/>
                </a:lnTo>
                <a:lnTo>
                  <a:pt x="15622" y="6668"/>
                </a:lnTo>
                <a:lnTo>
                  <a:pt x="15914" y="6935"/>
                </a:lnTo>
                <a:lnTo>
                  <a:pt x="16206" y="7179"/>
                </a:lnTo>
                <a:lnTo>
                  <a:pt x="16522" y="7398"/>
                </a:lnTo>
                <a:lnTo>
                  <a:pt x="17155" y="7884"/>
                </a:lnTo>
                <a:lnTo>
                  <a:pt x="17471" y="8128"/>
                </a:lnTo>
                <a:lnTo>
                  <a:pt x="17763" y="8371"/>
                </a:lnTo>
                <a:lnTo>
                  <a:pt x="18031" y="8639"/>
                </a:lnTo>
                <a:lnTo>
                  <a:pt x="18274" y="8931"/>
                </a:lnTo>
                <a:lnTo>
                  <a:pt x="17885" y="8955"/>
                </a:lnTo>
                <a:lnTo>
                  <a:pt x="16741" y="8955"/>
                </a:lnTo>
                <a:lnTo>
                  <a:pt x="16425" y="8931"/>
                </a:lnTo>
                <a:lnTo>
                  <a:pt x="16060" y="8931"/>
                </a:lnTo>
                <a:lnTo>
                  <a:pt x="15889" y="8955"/>
                </a:lnTo>
                <a:lnTo>
                  <a:pt x="15719" y="8979"/>
                </a:lnTo>
                <a:lnTo>
                  <a:pt x="15597" y="9052"/>
                </a:lnTo>
                <a:lnTo>
                  <a:pt x="15524" y="9125"/>
                </a:lnTo>
                <a:lnTo>
                  <a:pt x="15500" y="9174"/>
                </a:lnTo>
                <a:lnTo>
                  <a:pt x="15500" y="9223"/>
                </a:lnTo>
                <a:lnTo>
                  <a:pt x="15573" y="9296"/>
                </a:lnTo>
                <a:lnTo>
                  <a:pt x="15549" y="9369"/>
                </a:lnTo>
                <a:lnTo>
                  <a:pt x="15549" y="10317"/>
                </a:lnTo>
                <a:lnTo>
                  <a:pt x="15549" y="11266"/>
                </a:lnTo>
                <a:lnTo>
                  <a:pt x="15524" y="12215"/>
                </a:lnTo>
                <a:lnTo>
                  <a:pt x="15476" y="13164"/>
                </a:lnTo>
                <a:lnTo>
                  <a:pt x="15451" y="14065"/>
                </a:lnTo>
                <a:lnTo>
                  <a:pt x="15427" y="14989"/>
                </a:lnTo>
                <a:lnTo>
                  <a:pt x="15427" y="15427"/>
                </a:lnTo>
                <a:lnTo>
                  <a:pt x="15451" y="15646"/>
                </a:lnTo>
                <a:lnTo>
                  <a:pt x="15500" y="15890"/>
                </a:lnTo>
                <a:lnTo>
                  <a:pt x="15208" y="15938"/>
                </a:lnTo>
                <a:lnTo>
                  <a:pt x="14965" y="15987"/>
                </a:lnTo>
                <a:lnTo>
                  <a:pt x="14210" y="16060"/>
                </a:lnTo>
                <a:lnTo>
                  <a:pt x="12069" y="16060"/>
                </a:lnTo>
                <a:lnTo>
                  <a:pt x="11826" y="16036"/>
                </a:lnTo>
                <a:lnTo>
                  <a:pt x="11680" y="16011"/>
                </a:lnTo>
                <a:lnTo>
                  <a:pt x="11510" y="16011"/>
                </a:lnTo>
                <a:lnTo>
                  <a:pt x="11534" y="15744"/>
                </a:lnTo>
                <a:lnTo>
                  <a:pt x="11558" y="15500"/>
                </a:lnTo>
                <a:lnTo>
                  <a:pt x="11558" y="15135"/>
                </a:lnTo>
                <a:lnTo>
                  <a:pt x="11558" y="14795"/>
                </a:lnTo>
                <a:lnTo>
                  <a:pt x="11534" y="14454"/>
                </a:lnTo>
                <a:lnTo>
                  <a:pt x="11510" y="14113"/>
                </a:lnTo>
                <a:lnTo>
                  <a:pt x="11461" y="13821"/>
                </a:lnTo>
                <a:lnTo>
                  <a:pt x="11388" y="13505"/>
                </a:lnTo>
                <a:lnTo>
                  <a:pt x="11291" y="13213"/>
                </a:lnTo>
                <a:lnTo>
                  <a:pt x="11169" y="12921"/>
                </a:lnTo>
                <a:lnTo>
                  <a:pt x="11023" y="12629"/>
                </a:lnTo>
                <a:lnTo>
                  <a:pt x="10828" y="12410"/>
                </a:lnTo>
                <a:lnTo>
                  <a:pt x="10731" y="12288"/>
                </a:lnTo>
                <a:lnTo>
                  <a:pt x="10609" y="12191"/>
                </a:lnTo>
                <a:lnTo>
                  <a:pt x="10463" y="12118"/>
                </a:lnTo>
                <a:lnTo>
                  <a:pt x="10342" y="12045"/>
                </a:lnTo>
                <a:lnTo>
                  <a:pt x="10147" y="11972"/>
                </a:lnTo>
                <a:lnTo>
                  <a:pt x="9977" y="11948"/>
                </a:lnTo>
                <a:lnTo>
                  <a:pt x="9782" y="11923"/>
                </a:lnTo>
                <a:lnTo>
                  <a:pt x="9587" y="11923"/>
                </a:lnTo>
                <a:lnTo>
                  <a:pt x="9417" y="11948"/>
                </a:lnTo>
                <a:lnTo>
                  <a:pt x="9222" y="11996"/>
                </a:lnTo>
                <a:lnTo>
                  <a:pt x="9052" y="12045"/>
                </a:lnTo>
                <a:lnTo>
                  <a:pt x="8857" y="12118"/>
                </a:lnTo>
                <a:lnTo>
                  <a:pt x="8687" y="12215"/>
                </a:lnTo>
                <a:lnTo>
                  <a:pt x="8541" y="12313"/>
                </a:lnTo>
                <a:lnTo>
                  <a:pt x="8371" y="12434"/>
                </a:lnTo>
                <a:lnTo>
                  <a:pt x="8249" y="12580"/>
                </a:lnTo>
                <a:lnTo>
                  <a:pt x="8103" y="12702"/>
                </a:lnTo>
                <a:lnTo>
                  <a:pt x="7981" y="12848"/>
                </a:lnTo>
                <a:lnTo>
                  <a:pt x="7884" y="13018"/>
                </a:lnTo>
                <a:lnTo>
                  <a:pt x="7811" y="13164"/>
                </a:lnTo>
                <a:lnTo>
                  <a:pt x="7714" y="13383"/>
                </a:lnTo>
                <a:lnTo>
                  <a:pt x="7665" y="13578"/>
                </a:lnTo>
                <a:lnTo>
                  <a:pt x="7568" y="14016"/>
                </a:lnTo>
                <a:lnTo>
                  <a:pt x="7495" y="14454"/>
                </a:lnTo>
                <a:lnTo>
                  <a:pt x="7446" y="14892"/>
                </a:lnTo>
                <a:lnTo>
                  <a:pt x="7397" y="15281"/>
                </a:lnTo>
                <a:lnTo>
                  <a:pt x="7373" y="15525"/>
                </a:lnTo>
                <a:lnTo>
                  <a:pt x="7373" y="15768"/>
                </a:lnTo>
                <a:lnTo>
                  <a:pt x="6181" y="15768"/>
                </a:lnTo>
                <a:lnTo>
                  <a:pt x="5013" y="15817"/>
                </a:lnTo>
                <a:lnTo>
                  <a:pt x="4234" y="15817"/>
                </a:lnTo>
                <a:lnTo>
                  <a:pt x="3796" y="15841"/>
                </a:lnTo>
                <a:lnTo>
                  <a:pt x="3602" y="15865"/>
                </a:lnTo>
                <a:lnTo>
                  <a:pt x="3407" y="15914"/>
                </a:lnTo>
                <a:lnTo>
                  <a:pt x="3431" y="15598"/>
                </a:lnTo>
                <a:lnTo>
                  <a:pt x="3456" y="15281"/>
                </a:lnTo>
                <a:lnTo>
                  <a:pt x="3431" y="14965"/>
                </a:lnTo>
                <a:lnTo>
                  <a:pt x="3456" y="14673"/>
                </a:lnTo>
                <a:lnTo>
                  <a:pt x="3504" y="13651"/>
                </a:lnTo>
                <a:lnTo>
                  <a:pt x="3553" y="12605"/>
                </a:lnTo>
                <a:lnTo>
                  <a:pt x="3529" y="12191"/>
                </a:lnTo>
                <a:lnTo>
                  <a:pt x="3504" y="11777"/>
                </a:lnTo>
                <a:lnTo>
                  <a:pt x="3383" y="10950"/>
                </a:lnTo>
                <a:lnTo>
                  <a:pt x="3334" y="10512"/>
                </a:lnTo>
                <a:lnTo>
                  <a:pt x="3285" y="10098"/>
                </a:lnTo>
                <a:lnTo>
                  <a:pt x="3261" y="9685"/>
                </a:lnTo>
                <a:lnTo>
                  <a:pt x="3261" y="9271"/>
                </a:lnTo>
                <a:lnTo>
                  <a:pt x="3261" y="9247"/>
                </a:lnTo>
                <a:lnTo>
                  <a:pt x="3334" y="9198"/>
                </a:lnTo>
                <a:lnTo>
                  <a:pt x="3383" y="9125"/>
                </a:lnTo>
                <a:lnTo>
                  <a:pt x="3407" y="9028"/>
                </a:lnTo>
                <a:lnTo>
                  <a:pt x="3383" y="8931"/>
                </a:lnTo>
                <a:lnTo>
                  <a:pt x="3334" y="8833"/>
                </a:lnTo>
                <a:lnTo>
                  <a:pt x="3261" y="8760"/>
                </a:lnTo>
                <a:lnTo>
                  <a:pt x="3164" y="8736"/>
                </a:lnTo>
                <a:lnTo>
                  <a:pt x="3042" y="8736"/>
                </a:lnTo>
                <a:lnTo>
                  <a:pt x="2774" y="8760"/>
                </a:lnTo>
                <a:lnTo>
                  <a:pt x="2507" y="8785"/>
                </a:lnTo>
                <a:lnTo>
                  <a:pt x="1947" y="8809"/>
                </a:lnTo>
                <a:lnTo>
                  <a:pt x="1412" y="8785"/>
                </a:lnTo>
                <a:lnTo>
                  <a:pt x="876" y="8785"/>
                </a:lnTo>
                <a:lnTo>
                  <a:pt x="1850" y="7982"/>
                </a:lnTo>
                <a:lnTo>
                  <a:pt x="2336" y="7544"/>
                </a:lnTo>
                <a:lnTo>
                  <a:pt x="2799" y="7106"/>
                </a:lnTo>
                <a:lnTo>
                  <a:pt x="4040" y="5792"/>
                </a:lnTo>
                <a:lnTo>
                  <a:pt x="4648" y="5135"/>
                </a:lnTo>
                <a:lnTo>
                  <a:pt x="5256" y="4502"/>
                </a:lnTo>
                <a:lnTo>
                  <a:pt x="6546" y="3237"/>
                </a:lnTo>
                <a:lnTo>
                  <a:pt x="7835" y="1971"/>
                </a:lnTo>
                <a:lnTo>
                  <a:pt x="8371" y="1485"/>
                </a:lnTo>
                <a:lnTo>
                  <a:pt x="8906" y="998"/>
                </a:lnTo>
                <a:lnTo>
                  <a:pt x="9247" y="706"/>
                </a:lnTo>
                <a:lnTo>
                  <a:pt x="9368" y="609"/>
                </a:lnTo>
                <a:lnTo>
                  <a:pt x="9417" y="560"/>
                </a:lnTo>
                <a:lnTo>
                  <a:pt x="9441" y="560"/>
                </a:lnTo>
                <a:lnTo>
                  <a:pt x="9441" y="536"/>
                </a:lnTo>
                <a:close/>
                <a:moveTo>
                  <a:pt x="9198" y="1"/>
                </a:moveTo>
                <a:lnTo>
                  <a:pt x="9125" y="25"/>
                </a:lnTo>
                <a:lnTo>
                  <a:pt x="8979" y="122"/>
                </a:lnTo>
                <a:lnTo>
                  <a:pt x="8736" y="341"/>
                </a:lnTo>
                <a:lnTo>
                  <a:pt x="7884" y="1120"/>
                </a:lnTo>
                <a:lnTo>
                  <a:pt x="7227" y="1752"/>
                </a:lnTo>
                <a:lnTo>
                  <a:pt x="6546" y="2385"/>
                </a:lnTo>
                <a:lnTo>
                  <a:pt x="5232" y="3675"/>
                </a:lnTo>
                <a:lnTo>
                  <a:pt x="4551" y="4356"/>
                </a:lnTo>
                <a:lnTo>
                  <a:pt x="3918" y="5037"/>
                </a:lnTo>
                <a:lnTo>
                  <a:pt x="2628" y="6424"/>
                </a:lnTo>
                <a:lnTo>
                  <a:pt x="2020" y="7033"/>
                </a:lnTo>
                <a:lnTo>
                  <a:pt x="1704" y="7325"/>
                </a:lnTo>
                <a:lnTo>
                  <a:pt x="1387" y="7617"/>
                </a:lnTo>
                <a:lnTo>
                  <a:pt x="706" y="8176"/>
                </a:lnTo>
                <a:lnTo>
                  <a:pt x="365" y="8493"/>
                </a:lnTo>
                <a:lnTo>
                  <a:pt x="73" y="8833"/>
                </a:lnTo>
                <a:lnTo>
                  <a:pt x="25" y="8931"/>
                </a:lnTo>
                <a:lnTo>
                  <a:pt x="0" y="9028"/>
                </a:lnTo>
                <a:lnTo>
                  <a:pt x="25" y="9101"/>
                </a:lnTo>
                <a:lnTo>
                  <a:pt x="73" y="9174"/>
                </a:lnTo>
                <a:lnTo>
                  <a:pt x="146" y="9223"/>
                </a:lnTo>
                <a:lnTo>
                  <a:pt x="244" y="9247"/>
                </a:lnTo>
                <a:lnTo>
                  <a:pt x="317" y="9223"/>
                </a:lnTo>
                <a:lnTo>
                  <a:pt x="414" y="9174"/>
                </a:lnTo>
                <a:lnTo>
                  <a:pt x="560" y="9247"/>
                </a:lnTo>
                <a:lnTo>
                  <a:pt x="706" y="9296"/>
                </a:lnTo>
                <a:lnTo>
                  <a:pt x="876" y="9320"/>
                </a:lnTo>
                <a:lnTo>
                  <a:pt x="1047" y="9344"/>
                </a:lnTo>
                <a:lnTo>
                  <a:pt x="2555" y="9344"/>
                </a:lnTo>
                <a:lnTo>
                  <a:pt x="2847" y="9320"/>
                </a:lnTo>
                <a:lnTo>
                  <a:pt x="2823" y="9490"/>
                </a:lnTo>
                <a:lnTo>
                  <a:pt x="2799" y="9636"/>
                </a:lnTo>
                <a:lnTo>
                  <a:pt x="2774" y="9952"/>
                </a:lnTo>
                <a:lnTo>
                  <a:pt x="2774" y="10269"/>
                </a:lnTo>
                <a:lnTo>
                  <a:pt x="2823" y="10585"/>
                </a:lnTo>
                <a:lnTo>
                  <a:pt x="2969" y="11510"/>
                </a:lnTo>
                <a:lnTo>
                  <a:pt x="2993" y="11972"/>
                </a:lnTo>
                <a:lnTo>
                  <a:pt x="3018" y="12434"/>
                </a:lnTo>
                <a:lnTo>
                  <a:pt x="3018" y="12970"/>
                </a:lnTo>
                <a:lnTo>
                  <a:pt x="2993" y="13481"/>
                </a:lnTo>
                <a:lnTo>
                  <a:pt x="2920" y="14503"/>
                </a:lnTo>
                <a:lnTo>
                  <a:pt x="2872" y="14892"/>
                </a:lnTo>
                <a:lnTo>
                  <a:pt x="2823" y="15330"/>
                </a:lnTo>
                <a:lnTo>
                  <a:pt x="2823" y="15549"/>
                </a:lnTo>
                <a:lnTo>
                  <a:pt x="2823" y="15768"/>
                </a:lnTo>
                <a:lnTo>
                  <a:pt x="2847" y="15963"/>
                </a:lnTo>
                <a:lnTo>
                  <a:pt x="2920" y="16133"/>
                </a:lnTo>
                <a:lnTo>
                  <a:pt x="2896" y="16157"/>
                </a:lnTo>
                <a:lnTo>
                  <a:pt x="2872" y="16230"/>
                </a:lnTo>
                <a:lnTo>
                  <a:pt x="2872" y="16303"/>
                </a:lnTo>
                <a:lnTo>
                  <a:pt x="2920" y="16352"/>
                </a:lnTo>
                <a:lnTo>
                  <a:pt x="2969" y="16401"/>
                </a:lnTo>
                <a:lnTo>
                  <a:pt x="3091" y="16449"/>
                </a:lnTo>
                <a:lnTo>
                  <a:pt x="3212" y="16474"/>
                </a:lnTo>
                <a:lnTo>
                  <a:pt x="3480" y="16474"/>
                </a:lnTo>
                <a:lnTo>
                  <a:pt x="3991" y="16425"/>
                </a:lnTo>
                <a:lnTo>
                  <a:pt x="4599" y="16401"/>
                </a:lnTo>
                <a:lnTo>
                  <a:pt x="5183" y="16401"/>
                </a:lnTo>
                <a:lnTo>
                  <a:pt x="6375" y="16425"/>
                </a:lnTo>
                <a:lnTo>
                  <a:pt x="6984" y="16401"/>
                </a:lnTo>
                <a:lnTo>
                  <a:pt x="7276" y="16376"/>
                </a:lnTo>
                <a:lnTo>
                  <a:pt x="7568" y="16328"/>
                </a:lnTo>
                <a:lnTo>
                  <a:pt x="7641" y="16303"/>
                </a:lnTo>
                <a:lnTo>
                  <a:pt x="7714" y="16255"/>
                </a:lnTo>
                <a:lnTo>
                  <a:pt x="7738" y="16206"/>
                </a:lnTo>
                <a:lnTo>
                  <a:pt x="7762" y="16157"/>
                </a:lnTo>
                <a:lnTo>
                  <a:pt x="7835" y="16084"/>
                </a:lnTo>
                <a:lnTo>
                  <a:pt x="7860" y="16011"/>
                </a:lnTo>
                <a:lnTo>
                  <a:pt x="7860" y="15354"/>
                </a:lnTo>
                <a:lnTo>
                  <a:pt x="7884" y="14989"/>
                </a:lnTo>
                <a:lnTo>
                  <a:pt x="7908" y="14649"/>
                </a:lnTo>
                <a:lnTo>
                  <a:pt x="7981" y="14284"/>
                </a:lnTo>
                <a:lnTo>
                  <a:pt x="8054" y="13943"/>
                </a:lnTo>
                <a:lnTo>
                  <a:pt x="8152" y="13627"/>
                </a:lnTo>
                <a:lnTo>
                  <a:pt x="8273" y="13310"/>
                </a:lnTo>
                <a:lnTo>
                  <a:pt x="8371" y="13164"/>
                </a:lnTo>
                <a:lnTo>
                  <a:pt x="8492" y="12994"/>
                </a:lnTo>
                <a:lnTo>
                  <a:pt x="8638" y="12848"/>
                </a:lnTo>
                <a:lnTo>
                  <a:pt x="8784" y="12726"/>
                </a:lnTo>
                <a:lnTo>
                  <a:pt x="8979" y="12629"/>
                </a:lnTo>
                <a:lnTo>
                  <a:pt x="9149" y="12532"/>
                </a:lnTo>
                <a:lnTo>
                  <a:pt x="9344" y="12483"/>
                </a:lnTo>
                <a:lnTo>
                  <a:pt x="9539" y="12434"/>
                </a:lnTo>
                <a:lnTo>
                  <a:pt x="9660" y="12580"/>
                </a:lnTo>
                <a:lnTo>
                  <a:pt x="9758" y="12726"/>
                </a:lnTo>
                <a:lnTo>
                  <a:pt x="9855" y="12872"/>
                </a:lnTo>
                <a:lnTo>
                  <a:pt x="9952" y="13043"/>
                </a:lnTo>
                <a:lnTo>
                  <a:pt x="10025" y="13335"/>
                </a:lnTo>
                <a:lnTo>
                  <a:pt x="10050" y="13627"/>
                </a:lnTo>
                <a:lnTo>
                  <a:pt x="10050" y="13919"/>
                </a:lnTo>
                <a:lnTo>
                  <a:pt x="10050" y="14211"/>
                </a:lnTo>
                <a:lnTo>
                  <a:pt x="10025" y="14697"/>
                </a:lnTo>
                <a:lnTo>
                  <a:pt x="9977" y="15208"/>
                </a:lnTo>
                <a:lnTo>
                  <a:pt x="9928" y="15695"/>
                </a:lnTo>
                <a:lnTo>
                  <a:pt x="9879" y="16206"/>
                </a:lnTo>
                <a:lnTo>
                  <a:pt x="9904" y="16303"/>
                </a:lnTo>
                <a:lnTo>
                  <a:pt x="9952" y="16376"/>
                </a:lnTo>
                <a:lnTo>
                  <a:pt x="10025" y="16425"/>
                </a:lnTo>
                <a:lnTo>
                  <a:pt x="10123" y="16449"/>
                </a:lnTo>
                <a:lnTo>
                  <a:pt x="10488" y="16498"/>
                </a:lnTo>
                <a:lnTo>
                  <a:pt x="10853" y="16522"/>
                </a:lnTo>
                <a:lnTo>
                  <a:pt x="11218" y="16522"/>
                </a:lnTo>
                <a:lnTo>
                  <a:pt x="11583" y="16498"/>
                </a:lnTo>
                <a:lnTo>
                  <a:pt x="11753" y="16522"/>
                </a:lnTo>
                <a:lnTo>
                  <a:pt x="11948" y="16547"/>
                </a:lnTo>
                <a:lnTo>
                  <a:pt x="12313" y="16547"/>
                </a:lnTo>
                <a:lnTo>
                  <a:pt x="13091" y="16571"/>
                </a:lnTo>
                <a:lnTo>
                  <a:pt x="14892" y="16571"/>
                </a:lnTo>
                <a:lnTo>
                  <a:pt x="15208" y="16547"/>
                </a:lnTo>
                <a:lnTo>
                  <a:pt x="15476" y="16474"/>
                </a:lnTo>
                <a:lnTo>
                  <a:pt x="15597" y="16425"/>
                </a:lnTo>
                <a:lnTo>
                  <a:pt x="15719" y="16376"/>
                </a:lnTo>
                <a:lnTo>
                  <a:pt x="15792" y="16303"/>
                </a:lnTo>
                <a:lnTo>
                  <a:pt x="15865" y="16230"/>
                </a:lnTo>
                <a:lnTo>
                  <a:pt x="15962" y="16206"/>
                </a:lnTo>
                <a:lnTo>
                  <a:pt x="16035" y="16157"/>
                </a:lnTo>
                <a:lnTo>
                  <a:pt x="16084" y="16060"/>
                </a:lnTo>
                <a:lnTo>
                  <a:pt x="16108" y="15963"/>
                </a:lnTo>
                <a:lnTo>
                  <a:pt x="16108" y="15841"/>
                </a:lnTo>
                <a:lnTo>
                  <a:pt x="16084" y="15719"/>
                </a:lnTo>
                <a:lnTo>
                  <a:pt x="16035" y="15476"/>
                </a:lnTo>
                <a:lnTo>
                  <a:pt x="16011" y="15111"/>
                </a:lnTo>
                <a:lnTo>
                  <a:pt x="16011" y="14746"/>
                </a:lnTo>
                <a:lnTo>
                  <a:pt x="16035" y="13846"/>
                </a:lnTo>
                <a:lnTo>
                  <a:pt x="16084" y="12945"/>
                </a:lnTo>
                <a:lnTo>
                  <a:pt x="16108" y="12069"/>
                </a:lnTo>
                <a:lnTo>
                  <a:pt x="16133" y="11193"/>
                </a:lnTo>
                <a:lnTo>
                  <a:pt x="16133" y="10755"/>
                </a:lnTo>
                <a:lnTo>
                  <a:pt x="16108" y="10317"/>
                </a:lnTo>
                <a:lnTo>
                  <a:pt x="16084" y="9879"/>
                </a:lnTo>
                <a:lnTo>
                  <a:pt x="16035" y="9466"/>
                </a:lnTo>
                <a:lnTo>
                  <a:pt x="16741" y="9466"/>
                </a:lnTo>
                <a:lnTo>
                  <a:pt x="17252" y="9490"/>
                </a:lnTo>
                <a:lnTo>
                  <a:pt x="17763" y="9490"/>
                </a:lnTo>
                <a:lnTo>
                  <a:pt x="18250" y="9466"/>
                </a:lnTo>
                <a:lnTo>
                  <a:pt x="18761" y="9417"/>
                </a:lnTo>
                <a:lnTo>
                  <a:pt x="18834" y="9393"/>
                </a:lnTo>
                <a:lnTo>
                  <a:pt x="18907" y="9344"/>
                </a:lnTo>
                <a:lnTo>
                  <a:pt x="18931" y="9296"/>
                </a:lnTo>
                <a:lnTo>
                  <a:pt x="18955" y="9223"/>
                </a:lnTo>
                <a:lnTo>
                  <a:pt x="18955" y="9150"/>
                </a:lnTo>
                <a:lnTo>
                  <a:pt x="18931" y="9077"/>
                </a:lnTo>
                <a:lnTo>
                  <a:pt x="18907" y="9028"/>
                </a:lnTo>
                <a:lnTo>
                  <a:pt x="18858" y="8955"/>
                </a:lnTo>
                <a:lnTo>
                  <a:pt x="18882" y="8858"/>
                </a:lnTo>
                <a:lnTo>
                  <a:pt x="18834" y="8760"/>
                </a:lnTo>
                <a:lnTo>
                  <a:pt x="18761" y="8639"/>
                </a:lnTo>
                <a:lnTo>
                  <a:pt x="18688" y="8517"/>
                </a:lnTo>
                <a:lnTo>
                  <a:pt x="18469" y="8298"/>
                </a:lnTo>
                <a:lnTo>
                  <a:pt x="18031" y="7909"/>
                </a:lnTo>
                <a:lnTo>
                  <a:pt x="17374" y="7373"/>
                </a:lnTo>
                <a:lnTo>
                  <a:pt x="16717" y="6862"/>
                </a:lnTo>
                <a:lnTo>
                  <a:pt x="16084" y="6327"/>
                </a:lnTo>
                <a:lnTo>
                  <a:pt x="15476" y="5767"/>
                </a:lnTo>
                <a:lnTo>
                  <a:pt x="14916" y="5159"/>
                </a:lnTo>
                <a:lnTo>
                  <a:pt x="14356" y="4551"/>
                </a:lnTo>
                <a:lnTo>
                  <a:pt x="13797" y="3918"/>
                </a:lnTo>
                <a:lnTo>
                  <a:pt x="13237" y="3334"/>
                </a:lnTo>
                <a:lnTo>
                  <a:pt x="12653" y="2726"/>
                </a:lnTo>
                <a:lnTo>
                  <a:pt x="12045" y="2166"/>
                </a:lnTo>
                <a:lnTo>
                  <a:pt x="11753" y="1923"/>
                </a:lnTo>
                <a:lnTo>
                  <a:pt x="11437" y="1679"/>
                </a:lnTo>
                <a:lnTo>
                  <a:pt x="10804" y="1193"/>
                </a:lnTo>
                <a:lnTo>
                  <a:pt x="10488" y="950"/>
                </a:lnTo>
                <a:lnTo>
                  <a:pt x="10196" y="682"/>
                </a:lnTo>
                <a:lnTo>
                  <a:pt x="9904" y="414"/>
                </a:lnTo>
                <a:lnTo>
                  <a:pt x="9660" y="98"/>
                </a:lnTo>
                <a:lnTo>
                  <a:pt x="9612" y="25"/>
                </a:lnTo>
                <a:lnTo>
                  <a:pt x="9539" y="1"/>
                </a:lnTo>
                <a:lnTo>
                  <a:pt x="9466" y="1"/>
                </a:lnTo>
                <a:lnTo>
                  <a:pt x="9393" y="25"/>
                </a:lnTo>
                <a:lnTo>
                  <a:pt x="9344" y="1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07" name="Google Shape;207;p18"/>
          <p:cNvSpPr/>
          <p:nvPr/>
        </p:nvSpPr>
        <p:spPr>
          <a:xfrm>
            <a:off x="2272868" y="978107"/>
            <a:ext cx="333722" cy="282025"/>
          </a:xfrm>
          <a:custGeom>
            <a:rect b="b" l="l" r="r" t="t"/>
            <a:pathLst>
              <a:path extrusionOk="0" h="16328" w="19321">
                <a:moveTo>
                  <a:pt x="15403" y="1996"/>
                </a:moveTo>
                <a:lnTo>
                  <a:pt x="15573" y="2215"/>
                </a:lnTo>
                <a:lnTo>
                  <a:pt x="15695" y="2458"/>
                </a:lnTo>
                <a:lnTo>
                  <a:pt x="15500" y="2531"/>
                </a:lnTo>
                <a:lnTo>
                  <a:pt x="15306" y="2629"/>
                </a:lnTo>
                <a:lnTo>
                  <a:pt x="14916" y="2799"/>
                </a:lnTo>
                <a:lnTo>
                  <a:pt x="14819" y="2483"/>
                </a:lnTo>
                <a:lnTo>
                  <a:pt x="14673" y="2215"/>
                </a:lnTo>
                <a:lnTo>
                  <a:pt x="14965" y="2118"/>
                </a:lnTo>
                <a:lnTo>
                  <a:pt x="15403" y="1996"/>
                </a:lnTo>
                <a:close/>
                <a:moveTo>
                  <a:pt x="15817" y="2702"/>
                </a:moveTo>
                <a:lnTo>
                  <a:pt x="16011" y="3140"/>
                </a:lnTo>
                <a:lnTo>
                  <a:pt x="15646" y="3286"/>
                </a:lnTo>
                <a:lnTo>
                  <a:pt x="15379" y="3407"/>
                </a:lnTo>
                <a:lnTo>
                  <a:pt x="15111" y="3553"/>
                </a:lnTo>
                <a:lnTo>
                  <a:pt x="14989" y="3042"/>
                </a:lnTo>
                <a:lnTo>
                  <a:pt x="15306" y="2921"/>
                </a:lnTo>
                <a:lnTo>
                  <a:pt x="15573" y="2823"/>
                </a:lnTo>
                <a:lnTo>
                  <a:pt x="15817" y="2702"/>
                </a:lnTo>
                <a:close/>
                <a:moveTo>
                  <a:pt x="16084" y="3286"/>
                </a:moveTo>
                <a:lnTo>
                  <a:pt x="16206" y="3602"/>
                </a:lnTo>
                <a:lnTo>
                  <a:pt x="15817" y="3772"/>
                </a:lnTo>
                <a:lnTo>
                  <a:pt x="15500" y="3894"/>
                </a:lnTo>
                <a:lnTo>
                  <a:pt x="15354" y="3943"/>
                </a:lnTo>
                <a:lnTo>
                  <a:pt x="15208" y="4040"/>
                </a:lnTo>
                <a:lnTo>
                  <a:pt x="15135" y="3699"/>
                </a:lnTo>
                <a:lnTo>
                  <a:pt x="15427" y="3578"/>
                </a:lnTo>
                <a:lnTo>
                  <a:pt x="15719" y="3456"/>
                </a:lnTo>
                <a:lnTo>
                  <a:pt x="16084" y="3286"/>
                </a:lnTo>
                <a:close/>
                <a:moveTo>
                  <a:pt x="16303" y="3894"/>
                </a:moveTo>
                <a:lnTo>
                  <a:pt x="16449" y="4283"/>
                </a:lnTo>
                <a:lnTo>
                  <a:pt x="16376" y="4259"/>
                </a:lnTo>
                <a:lnTo>
                  <a:pt x="16279" y="4259"/>
                </a:lnTo>
                <a:lnTo>
                  <a:pt x="16133" y="4308"/>
                </a:lnTo>
                <a:lnTo>
                  <a:pt x="15841" y="4454"/>
                </a:lnTo>
                <a:lnTo>
                  <a:pt x="15598" y="4575"/>
                </a:lnTo>
                <a:lnTo>
                  <a:pt x="15379" y="4697"/>
                </a:lnTo>
                <a:lnTo>
                  <a:pt x="15257" y="4259"/>
                </a:lnTo>
                <a:lnTo>
                  <a:pt x="15427" y="4210"/>
                </a:lnTo>
                <a:lnTo>
                  <a:pt x="15573" y="4162"/>
                </a:lnTo>
                <a:lnTo>
                  <a:pt x="15890" y="4040"/>
                </a:lnTo>
                <a:lnTo>
                  <a:pt x="16303" y="3894"/>
                </a:lnTo>
                <a:close/>
                <a:moveTo>
                  <a:pt x="16498" y="4405"/>
                </a:moveTo>
                <a:lnTo>
                  <a:pt x="16498" y="4454"/>
                </a:lnTo>
                <a:lnTo>
                  <a:pt x="16595" y="4721"/>
                </a:lnTo>
                <a:lnTo>
                  <a:pt x="16449" y="4770"/>
                </a:lnTo>
                <a:lnTo>
                  <a:pt x="16303" y="4819"/>
                </a:lnTo>
                <a:lnTo>
                  <a:pt x="16011" y="4965"/>
                </a:lnTo>
                <a:lnTo>
                  <a:pt x="15768" y="5086"/>
                </a:lnTo>
                <a:lnTo>
                  <a:pt x="15622" y="5184"/>
                </a:lnTo>
                <a:lnTo>
                  <a:pt x="15549" y="5232"/>
                </a:lnTo>
                <a:lnTo>
                  <a:pt x="15525" y="5305"/>
                </a:lnTo>
                <a:lnTo>
                  <a:pt x="15427" y="4892"/>
                </a:lnTo>
                <a:lnTo>
                  <a:pt x="15695" y="4819"/>
                </a:lnTo>
                <a:lnTo>
                  <a:pt x="15938" y="4721"/>
                </a:lnTo>
                <a:lnTo>
                  <a:pt x="16255" y="4624"/>
                </a:lnTo>
                <a:lnTo>
                  <a:pt x="16401" y="4527"/>
                </a:lnTo>
                <a:lnTo>
                  <a:pt x="16449" y="4478"/>
                </a:lnTo>
                <a:lnTo>
                  <a:pt x="16498" y="4405"/>
                </a:lnTo>
                <a:close/>
                <a:moveTo>
                  <a:pt x="16717" y="5062"/>
                </a:moveTo>
                <a:lnTo>
                  <a:pt x="16814" y="5305"/>
                </a:lnTo>
                <a:lnTo>
                  <a:pt x="16547" y="5403"/>
                </a:lnTo>
                <a:lnTo>
                  <a:pt x="16303" y="5524"/>
                </a:lnTo>
                <a:lnTo>
                  <a:pt x="15987" y="5670"/>
                </a:lnTo>
                <a:lnTo>
                  <a:pt x="15817" y="5743"/>
                </a:lnTo>
                <a:lnTo>
                  <a:pt x="15671" y="5816"/>
                </a:lnTo>
                <a:lnTo>
                  <a:pt x="15549" y="5354"/>
                </a:lnTo>
                <a:lnTo>
                  <a:pt x="15622" y="5403"/>
                </a:lnTo>
                <a:lnTo>
                  <a:pt x="15719" y="5427"/>
                </a:lnTo>
                <a:lnTo>
                  <a:pt x="15792" y="5403"/>
                </a:lnTo>
                <a:lnTo>
                  <a:pt x="15890" y="5378"/>
                </a:lnTo>
                <a:lnTo>
                  <a:pt x="16084" y="5305"/>
                </a:lnTo>
                <a:lnTo>
                  <a:pt x="16255" y="5257"/>
                </a:lnTo>
                <a:lnTo>
                  <a:pt x="16498" y="5159"/>
                </a:lnTo>
                <a:lnTo>
                  <a:pt x="16620" y="5111"/>
                </a:lnTo>
                <a:lnTo>
                  <a:pt x="16717" y="5062"/>
                </a:lnTo>
                <a:close/>
                <a:moveTo>
                  <a:pt x="17082" y="4551"/>
                </a:moveTo>
                <a:lnTo>
                  <a:pt x="17106" y="4575"/>
                </a:lnTo>
                <a:lnTo>
                  <a:pt x="17228" y="4673"/>
                </a:lnTo>
                <a:lnTo>
                  <a:pt x="17350" y="4746"/>
                </a:lnTo>
                <a:lnTo>
                  <a:pt x="17496" y="4794"/>
                </a:lnTo>
                <a:lnTo>
                  <a:pt x="17666" y="4819"/>
                </a:lnTo>
                <a:lnTo>
                  <a:pt x="17885" y="4867"/>
                </a:lnTo>
                <a:lnTo>
                  <a:pt x="18128" y="4965"/>
                </a:lnTo>
                <a:lnTo>
                  <a:pt x="18323" y="5062"/>
                </a:lnTo>
                <a:lnTo>
                  <a:pt x="18518" y="5208"/>
                </a:lnTo>
                <a:lnTo>
                  <a:pt x="18591" y="5281"/>
                </a:lnTo>
                <a:lnTo>
                  <a:pt x="18664" y="5354"/>
                </a:lnTo>
                <a:lnTo>
                  <a:pt x="18785" y="5573"/>
                </a:lnTo>
                <a:lnTo>
                  <a:pt x="18810" y="5670"/>
                </a:lnTo>
                <a:lnTo>
                  <a:pt x="18834" y="5768"/>
                </a:lnTo>
                <a:lnTo>
                  <a:pt x="18834" y="5889"/>
                </a:lnTo>
                <a:lnTo>
                  <a:pt x="18810" y="6011"/>
                </a:lnTo>
                <a:lnTo>
                  <a:pt x="18761" y="6108"/>
                </a:lnTo>
                <a:lnTo>
                  <a:pt x="18664" y="6181"/>
                </a:lnTo>
                <a:lnTo>
                  <a:pt x="18542" y="6254"/>
                </a:lnTo>
                <a:lnTo>
                  <a:pt x="18396" y="6303"/>
                </a:lnTo>
                <a:lnTo>
                  <a:pt x="18080" y="6376"/>
                </a:lnTo>
                <a:lnTo>
                  <a:pt x="17812" y="6400"/>
                </a:lnTo>
                <a:lnTo>
                  <a:pt x="17447" y="5476"/>
                </a:lnTo>
                <a:lnTo>
                  <a:pt x="17082" y="4551"/>
                </a:lnTo>
                <a:close/>
                <a:moveTo>
                  <a:pt x="16936" y="5622"/>
                </a:moveTo>
                <a:lnTo>
                  <a:pt x="17033" y="5889"/>
                </a:lnTo>
                <a:lnTo>
                  <a:pt x="16863" y="5938"/>
                </a:lnTo>
                <a:lnTo>
                  <a:pt x="16717" y="6011"/>
                </a:lnTo>
                <a:lnTo>
                  <a:pt x="16401" y="6157"/>
                </a:lnTo>
                <a:lnTo>
                  <a:pt x="16084" y="6303"/>
                </a:lnTo>
                <a:lnTo>
                  <a:pt x="15768" y="6425"/>
                </a:lnTo>
                <a:lnTo>
                  <a:pt x="15768" y="6376"/>
                </a:lnTo>
                <a:lnTo>
                  <a:pt x="15719" y="6303"/>
                </a:lnTo>
                <a:lnTo>
                  <a:pt x="15719" y="6157"/>
                </a:lnTo>
                <a:lnTo>
                  <a:pt x="15719" y="6011"/>
                </a:lnTo>
                <a:lnTo>
                  <a:pt x="15890" y="5987"/>
                </a:lnTo>
                <a:lnTo>
                  <a:pt x="16084" y="5938"/>
                </a:lnTo>
                <a:lnTo>
                  <a:pt x="16425" y="5816"/>
                </a:lnTo>
                <a:lnTo>
                  <a:pt x="16668" y="5719"/>
                </a:lnTo>
                <a:lnTo>
                  <a:pt x="16936" y="5622"/>
                </a:lnTo>
                <a:close/>
                <a:moveTo>
                  <a:pt x="2142" y="4770"/>
                </a:moveTo>
                <a:lnTo>
                  <a:pt x="1607" y="6303"/>
                </a:lnTo>
                <a:lnTo>
                  <a:pt x="1534" y="6473"/>
                </a:lnTo>
                <a:lnTo>
                  <a:pt x="1436" y="6449"/>
                </a:lnTo>
                <a:lnTo>
                  <a:pt x="877" y="6449"/>
                </a:lnTo>
                <a:lnTo>
                  <a:pt x="779" y="6400"/>
                </a:lnTo>
                <a:lnTo>
                  <a:pt x="706" y="6327"/>
                </a:lnTo>
                <a:lnTo>
                  <a:pt x="609" y="6230"/>
                </a:lnTo>
                <a:lnTo>
                  <a:pt x="536" y="6084"/>
                </a:lnTo>
                <a:lnTo>
                  <a:pt x="512" y="5938"/>
                </a:lnTo>
                <a:lnTo>
                  <a:pt x="536" y="5816"/>
                </a:lnTo>
                <a:lnTo>
                  <a:pt x="560" y="5670"/>
                </a:lnTo>
                <a:lnTo>
                  <a:pt x="633" y="5524"/>
                </a:lnTo>
                <a:lnTo>
                  <a:pt x="706" y="5403"/>
                </a:lnTo>
                <a:lnTo>
                  <a:pt x="804" y="5305"/>
                </a:lnTo>
                <a:lnTo>
                  <a:pt x="901" y="5208"/>
                </a:lnTo>
                <a:lnTo>
                  <a:pt x="998" y="5111"/>
                </a:lnTo>
                <a:lnTo>
                  <a:pt x="1144" y="5038"/>
                </a:lnTo>
                <a:lnTo>
                  <a:pt x="1266" y="4965"/>
                </a:lnTo>
                <a:lnTo>
                  <a:pt x="1412" y="4916"/>
                </a:lnTo>
                <a:lnTo>
                  <a:pt x="1704" y="4867"/>
                </a:lnTo>
                <a:lnTo>
                  <a:pt x="1996" y="4819"/>
                </a:lnTo>
                <a:lnTo>
                  <a:pt x="2142" y="4770"/>
                </a:lnTo>
                <a:close/>
                <a:moveTo>
                  <a:pt x="10342" y="1899"/>
                </a:moveTo>
                <a:lnTo>
                  <a:pt x="10926" y="1923"/>
                </a:lnTo>
                <a:lnTo>
                  <a:pt x="11510" y="1972"/>
                </a:lnTo>
                <a:lnTo>
                  <a:pt x="12094" y="2045"/>
                </a:lnTo>
                <a:lnTo>
                  <a:pt x="12702" y="2118"/>
                </a:lnTo>
                <a:lnTo>
                  <a:pt x="13286" y="2239"/>
                </a:lnTo>
                <a:lnTo>
                  <a:pt x="13797" y="2361"/>
                </a:lnTo>
                <a:lnTo>
                  <a:pt x="14065" y="2410"/>
                </a:lnTo>
                <a:lnTo>
                  <a:pt x="14308" y="2434"/>
                </a:lnTo>
                <a:lnTo>
                  <a:pt x="14332" y="2653"/>
                </a:lnTo>
                <a:lnTo>
                  <a:pt x="14357" y="2872"/>
                </a:lnTo>
                <a:lnTo>
                  <a:pt x="14478" y="3334"/>
                </a:lnTo>
                <a:lnTo>
                  <a:pt x="14600" y="3772"/>
                </a:lnTo>
                <a:lnTo>
                  <a:pt x="14722" y="4186"/>
                </a:lnTo>
                <a:lnTo>
                  <a:pt x="14989" y="5305"/>
                </a:lnTo>
                <a:lnTo>
                  <a:pt x="15111" y="5816"/>
                </a:lnTo>
                <a:lnTo>
                  <a:pt x="15184" y="6084"/>
                </a:lnTo>
                <a:lnTo>
                  <a:pt x="15281" y="6327"/>
                </a:lnTo>
                <a:lnTo>
                  <a:pt x="15014" y="6449"/>
                </a:lnTo>
                <a:lnTo>
                  <a:pt x="14722" y="6571"/>
                </a:lnTo>
                <a:lnTo>
                  <a:pt x="14162" y="6814"/>
                </a:lnTo>
                <a:lnTo>
                  <a:pt x="13457" y="7033"/>
                </a:lnTo>
                <a:lnTo>
                  <a:pt x="12751" y="7228"/>
                </a:lnTo>
                <a:lnTo>
                  <a:pt x="11972" y="7398"/>
                </a:lnTo>
                <a:lnTo>
                  <a:pt x="11169" y="7520"/>
                </a:lnTo>
                <a:lnTo>
                  <a:pt x="10366" y="7593"/>
                </a:lnTo>
                <a:lnTo>
                  <a:pt x="9588" y="7617"/>
                </a:lnTo>
                <a:lnTo>
                  <a:pt x="8809" y="7617"/>
                </a:lnTo>
                <a:lnTo>
                  <a:pt x="8055" y="7568"/>
                </a:lnTo>
                <a:lnTo>
                  <a:pt x="7300" y="7471"/>
                </a:lnTo>
                <a:lnTo>
                  <a:pt x="6546" y="7325"/>
                </a:lnTo>
                <a:lnTo>
                  <a:pt x="5840" y="7155"/>
                </a:lnTo>
                <a:lnTo>
                  <a:pt x="5135" y="6960"/>
                </a:lnTo>
                <a:lnTo>
                  <a:pt x="4794" y="6838"/>
                </a:lnTo>
                <a:lnTo>
                  <a:pt x="4478" y="6717"/>
                </a:lnTo>
                <a:lnTo>
                  <a:pt x="4137" y="6595"/>
                </a:lnTo>
                <a:lnTo>
                  <a:pt x="3821" y="6498"/>
                </a:lnTo>
                <a:lnTo>
                  <a:pt x="3821" y="6449"/>
                </a:lnTo>
                <a:lnTo>
                  <a:pt x="3943" y="5914"/>
                </a:lnTo>
                <a:lnTo>
                  <a:pt x="4064" y="5378"/>
                </a:lnTo>
                <a:lnTo>
                  <a:pt x="4186" y="4867"/>
                </a:lnTo>
                <a:lnTo>
                  <a:pt x="4356" y="4332"/>
                </a:lnTo>
                <a:lnTo>
                  <a:pt x="4527" y="3821"/>
                </a:lnTo>
                <a:lnTo>
                  <a:pt x="4697" y="3310"/>
                </a:lnTo>
                <a:lnTo>
                  <a:pt x="4843" y="2896"/>
                </a:lnTo>
                <a:lnTo>
                  <a:pt x="4916" y="2702"/>
                </a:lnTo>
                <a:lnTo>
                  <a:pt x="4965" y="2483"/>
                </a:lnTo>
                <a:lnTo>
                  <a:pt x="5038" y="2507"/>
                </a:lnTo>
                <a:lnTo>
                  <a:pt x="5111" y="2507"/>
                </a:lnTo>
                <a:lnTo>
                  <a:pt x="6254" y="2264"/>
                </a:lnTo>
                <a:lnTo>
                  <a:pt x="6838" y="2142"/>
                </a:lnTo>
                <a:lnTo>
                  <a:pt x="7398" y="2069"/>
                </a:lnTo>
                <a:lnTo>
                  <a:pt x="7982" y="1996"/>
                </a:lnTo>
                <a:lnTo>
                  <a:pt x="8566" y="1947"/>
                </a:lnTo>
                <a:lnTo>
                  <a:pt x="9150" y="1923"/>
                </a:lnTo>
                <a:lnTo>
                  <a:pt x="9734" y="1899"/>
                </a:lnTo>
                <a:close/>
                <a:moveTo>
                  <a:pt x="16863" y="7933"/>
                </a:moveTo>
                <a:lnTo>
                  <a:pt x="16011" y="8177"/>
                </a:lnTo>
                <a:lnTo>
                  <a:pt x="15160" y="8371"/>
                </a:lnTo>
                <a:lnTo>
                  <a:pt x="14308" y="8566"/>
                </a:lnTo>
                <a:lnTo>
                  <a:pt x="13432" y="8736"/>
                </a:lnTo>
                <a:lnTo>
                  <a:pt x="12581" y="8882"/>
                </a:lnTo>
                <a:lnTo>
                  <a:pt x="11705" y="9004"/>
                </a:lnTo>
                <a:lnTo>
                  <a:pt x="10829" y="9077"/>
                </a:lnTo>
                <a:lnTo>
                  <a:pt x="9953" y="9126"/>
                </a:lnTo>
                <a:lnTo>
                  <a:pt x="9052" y="9126"/>
                </a:lnTo>
                <a:lnTo>
                  <a:pt x="8176" y="9101"/>
                </a:lnTo>
                <a:lnTo>
                  <a:pt x="7276" y="9053"/>
                </a:lnTo>
                <a:lnTo>
                  <a:pt x="6400" y="8955"/>
                </a:lnTo>
                <a:lnTo>
                  <a:pt x="5476" y="8834"/>
                </a:lnTo>
                <a:lnTo>
                  <a:pt x="4575" y="8663"/>
                </a:lnTo>
                <a:lnTo>
                  <a:pt x="3675" y="8469"/>
                </a:lnTo>
                <a:lnTo>
                  <a:pt x="2775" y="8323"/>
                </a:lnTo>
                <a:lnTo>
                  <a:pt x="2702" y="8347"/>
                </a:lnTo>
                <a:lnTo>
                  <a:pt x="2677" y="8371"/>
                </a:lnTo>
                <a:lnTo>
                  <a:pt x="2677" y="8420"/>
                </a:lnTo>
                <a:lnTo>
                  <a:pt x="2726" y="8469"/>
                </a:lnTo>
                <a:lnTo>
                  <a:pt x="3140" y="8615"/>
                </a:lnTo>
                <a:lnTo>
                  <a:pt x="3553" y="8761"/>
                </a:lnTo>
                <a:lnTo>
                  <a:pt x="3991" y="8882"/>
                </a:lnTo>
                <a:lnTo>
                  <a:pt x="4429" y="8980"/>
                </a:lnTo>
                <a:lnTo>
                  <a:pt x="5305" y="9126"/>
                </a:lnTo>
                <a:lnTo>
                  <a:pt x="6181" y="9272"/>
                </a:lnTo>
                <a:lnTo>
                  <a:pt x="7081" y="9369"/>
                </a:lnTo>
                <a:lnTo>
                  <a:pt x="7957" y="9442"/>
                </a:lnTo>
                <a:lnTo>
                  <a:pt x="8858" y="9466"/>
                </a:lnTo>
                <a:lnTo>
                  <a:pt x="9758" y="9466"/>
                </a:lnTo>
                <a:lnTo>
                  <a:pt x="10658" y="9442"/>
                </a:lnTo>
                <a:lnTo>
                  <a:pt x="11583" y="9393"/>
                </a:lnTo>
                <a:lnTo>
                  <a:pt x="12508" y="9296"/>
                </a:lnTo>
                <a:lnTo>
                  <a:pt x="13408" y="9174"/>
                </a:lnTo>
                <a:lnTo>
                  <a:pt x="14308" y="9004"/>
                </a:lnTo>
                <a:lnTo>
                  <a:pt x="15208" y="8785"/>
                </a:lnTo>
                <a:lnTo>
                  <a:pt x="16084" y="8542"/>
                </a:lnTo>
                <a:lnTo>
                  <a:pt x="16960" y="8250"/>
                </a:lnTo>
                <a:lnTo>
                  <a:pt x="17009" y="8225"/>
                </a:lnTo>
                <a:lnTo>
                  <a:pt x="17058" y="8177"/>
                </a:lnTo>
                <a:lnTo>
                  <a:pt x="17058" y="8104"/>
                </a:lnTo>
                <a:lnTo>
                  <a:pt x="17058" y="8055"/>
                </a:lnTo>
                <a:lnTo>
                  <a:pt x="17033" y="8006"/>
                </a:lnTo>
                <a:lnTo>
                  <a:pt x="16985" y="7958"/>
                </a:lnTo>
                <a:lnTo>
                  <a:pt x="16936" y="7933"/>
                </a:lnTo>
                <a:close/>
                <a:moveTo>
                  <a:pt x="9320" y="9953"/>
                </a:moveTo>
                <a:lnTo>
                  <a:pt x="8639" y="9977"/>
                </a:lnTo>
                <a:lnTo>
                  <a:pt x="7714" y="9977"/>
                </a:lnTo>
                <a:lnTo>
                  <a:pt x="7446" y="10001"/>
                </a:lnTo>
                <a:lnTo>
                  <a:pt x="7300" y="10026"/>
                </a:lnTo>
                <a:lnTo>
                  <a:pt x="7179" y="10050"/>
                </a:lnTo>
                <a:lnTo>
                  <a:pt x="7081" y="10123"/>
                </a:lnTo>
                <a:lnTo>
                  <a:pt x="6984" y="10220"/>
                </a:lnTo>
                <a:lnTo>
                  <a:pt x="6960" y="10269"/>
                </a:lnTo>
                <a:lnTo>
                  <a:pt x="6984" y="10293"/>
                </a:lnTo>
                <a:lnTo>
                  <a:pt x="7057" y="10366"/>
                </a:lnTo>
                <a:lnTo>
                  <a:pt x="7154" y="10415"/>
                </a:lnTo>
                <a:lnTo>
                  <a:pt x="7252" y="10464"/>
                </a:lnTo>
                <a:lnTo>
                  <a:pt x="7349" y="10488"/>
                </a:lnTo>
                <a:lnTo>
                  <a:pt x="7568" y="10512"/>
                </a:lnTo>
                <a:lnTo>
                  <a:pt x="10585" y="10512"/>
                </a:lnTo>
                <a:lnTo>
                  <a:pt x="12021" y="10561"/>
                </a:lnTo>
                <a:lnTo>
                  <a:pt x="12143" y="10537"/>
                </a:lnTo>
                <a:lnTo>
                  <a:pt x="12216" y="10488"/>
                </a:lnTo>
                <a:lnTo>
                  <a:pt x="12264" y="10391"/>
                </a:lnTo>
                <a:lnTo>
                  <a:pt x="12289" y="10293"/>
                </a:lnTo>
                <a:lnTo>
                  <a:pt x="12264" y="10196"/>
                </a:lnTo>
                <a:lnTo>
                  <a:pt x="12216" y="10099"/>
                </a:lnTo>
                <a:lnTo>
                  <a:pt x="12143" y="10050"/>
                </a:lnTo>
                <a:lnTo>
                  <a:pt x="12021" y="10001"/>
                </a:lnTo>
                <a:lnTo>
                  <a:pt x="10683" y="9977"/>
                </a:lnTo>
                <a:lnTo>
                  <a:pt x="9320" y="9953"/>
                </a:lnTo>
                <a:close/>
                <a:moveTo>
                  <a:pt x="10950" y="10975"/>
                </a:moveTo>
                <a:lnTo>
                  <a:pt x="10683" y="10999"/>
                </a:lnTo>
                <a:lnTo>
                  <a:pt x="10123" y="11023"/>
                </a:lnTo>
                <a:lnTo>
                  <a:pt x="9612" y="11048"/>
                </a:lnTo>
                <a:lnTo>
                  <a:pt x="9028" y="11023"/>
                </a:lnTo>
                <a:lnTo>
                  <a:pt x="8152" y="11023"/>
                </a:lnTo>
                <a:lnTo>
                  <a:pt x="7860" y="11048"/>
                </a:lnTo>
                <a:lnTo>
                  <a:pt x="7568" y="11096"/>
                </a:lnTo>
                <a:lnTo>
                  <a:pt x="7300" y="11169"/>
                </a:lnTo>
                <a:lnTo>
                  <a:pt x="7252" y="11194"/>
                </a:lnTo>
                <a:lnTo>
                  <a:pt x="7227" y="11218"/>
                </a:lnTo>
                <a:lnTo>
                  <a:pt x="7203" y="11315"/>
                </a:lnTo>
                <a:lnTo>
                  <a:pt x="7227" y="11413"/>
                </a:lnTo>
                <a:lnTo>
                  <a:pt x="7252" y="11437"/>
                </a:lnTo>
                <a:lnTo>
                  <a:pt x="7300" y="11461"/>
                </a:lnTo>
                <a:lnTo>
                  <a:pt x="7568" y="11534"/>
                </a:lnTo>
                <a:lnTo>
                  <a:pt x="7811" y="11559"/>
                </a:lnTo>
                <a:lnTo>
                  <a:pt x="8079" y="11583"/>
                </a:lnTo>
                <a:lnTo>
                  <a:pt x="8347" y="11607"/>
                </a:lnTo>
                <a:lnTo>
                  <a:pt x="9417" y="11559"/>
                </a:lnTo>
                <a:lnTo>
                  <a:pt x="10561" y="11559"/>
                </a:lnTo>
                <a:lnTo>
                  <a:pt x="11145" y="11583"/>
                </a:lnTo>
                <a:lnTo>
                  <a:pt x="11437" y="11559"/>
                </a:lnTo>
                <a:lnTo>
                  <a:pt x="11583" y="11534"/>
                </a:lnTo>
                <a:lnTo>
                  <a:pt x="11729" y="11486"/>
                </a:lnTo>
                <a:lnTo>
                  <a:pt x="11802" y="11461"/>
                </a:lnTo>
                <a:lnTo>
                  <a:pt x="11851" y="11413"/>
                </a:lnTo>
                <a:lnTo>
                  <a:pt x="11875" y="11364"/>
                </a:lnTo>
                <a:lnTo>
                  <a:pt x="11875" y="11291"/>
                </a:lnTo>
                <a:lnTo>
                  <a:pt x="11875" y="11218"/>
                </a:lnTo>
                <a:lnTo>
                  <a:pt x="11851" y="11169"/>
                </a:lnTo>
                <a:lnTo>
                  <a:pt x="11802" y="11121"/>
                </a:lnTo>
                <a:lnTo>
                  <a:pt x="11729" y="11096"/>
                </a:lnTo>
                <a:lnTo>
                  <a:pt x="11486" y="11023"/>
                </a:lnTo>
                <a:lnTo>
                  <a:pt x="11218" y="10999"/>
                </a:lnTo>
                <a:lnTo>
                  <a:pt x="10950" y="10975"/>
                </a:lnTo>
                <a:close/>
                <a:moveTo>
                  <a:pt x="4210" y="9734"/>
                </a:moveTo>
                <a:lnTo>
                  <a:pt x="4356" y="9758"/>
                </a:lnTo>
                <a:lnTo>
                  <a:pt x="4478" y="9783"/>
                </a:lnTo>
                <a:lnTo>
                  <a:pt x="4600" y="9807"/>
                </a:lnTo>
                <a:lnTo>
                  <a:pt x="4819" y="9928"/>
                </a:lnTo>
                <a:lnTo>
                  <a:pt x="5013" y="10074"/>
                </a:lnTo>
                <a:lnTo>
                  <a:pt x="5184" y="10269"/>
                </a:lnTo>
                <a:lnTo>
                  <a:pt x="5330" y="10488"/>
                </a:lnTo>
                <a:lnTo>
                  <a:pt x="5451" y="10756"/>
                </a:lnTo>
                <a:lnTo>
                  <a:pt x="5524" y="10902"/>
                </a:lnTo>
                <a:lnTo>
                  <a:pt x="5549" y="11048"/>
                </a:lnTo>
                <a:lnTo>
                  <a:pt x="5549" y="11194"/>
                </a:lnTo>
                <a:lnTo>
                  <a:pt x="5524" y="11315"/>
                </a:lnTo>
                <a:lnTo>
                  <a:pt x="5476" y="11437"/>
                </a:lnTo>
                <a:lnTo>
                  <a:pt x="5427" y="11534"/>
                </a:lnTo>
                <a:lnTo>
                  <a:pt x="5330" y="11607"/>
                </a:lnTo>
                <a:lnTo>
                  <a:pt x="5232" y="11680"/>
                </a:lnTo>
                <a:lnTo>
                  <a:pt x="5135" y="11753"/>
                </a:lnTo>
                <a:lnTo>
                  <a:pt x="5013" y="11802"/>
                </a:lnTo>
                <a:lnTo>
                  <a:pt x="4770" y="11875"/>
                </a:lnTo>
                <a:lnTo>
                  <a:pt x="4478" y="11924"/>
                </a:lnTo>
                <a:lnTo>
                  <a:pt x="4210" y="11924"/>
                </a:lnTo>
                <a:lnTo>
                  <a:pt x="3967" y="11899"/>
                </a:lnTo>
                <a:lnTo>
                  <a:pt x="3699" y="11851"/>
                </a:lnTo>
                <a:lnTo>
                  <a:pt x="3456" y="11753"/>
                </a:lnTo>
                <a:lnTo>
                  <a:pt x="3213" y="11656"/>
                </a:lnTo>
                <a:lnTo>
                  <a:pt x="3018" y="11510"/>
                </a:lnTo>
                <a:lnTo>
                  <a:pt x="2921" y="11413"/>
                </a:lnTo>
                <a:lnTo>
                  <a:pt x="2848" y="11315"/>
                </a:lnTo>
                <a:lnTo>
                  <a:pt x="2799" y="11194"/>
                </a:lnTo>
                <a:lnTo>
                  <a:pt x="2750" y="11096"/>
                </a:lnTo>
                <a:lnTo>
                  <a:pt x="2702" y="10950"/>
                </a:lnTo>
                <a:lnTo>
                  <a:pt x="2677" y="10829"/>
                </a:lnTo>
                <a:lnTo>
                  <a:pt x="2702" y="10707"/>
                </a:lnTo>
                <a:lnTo>
                  <a:pt x="2702" y="10610"/>
                </a:lnTo>
                <a:lnTo>
                  <a:pt x="2726" y="10512"/>
                </a:lnTo>
                <a:lnTo>
                  <a:pt x="2775" y="10415"/>
                </a:lnTo>
                <a:lnTo>
                  <a:pt x="2896" y="10269"/>
                </a:lnTo>
                <a:lnTo>
                  <a:pt x="3042" y="10147"/>
                </a:lnTo>
                <a:lnTo>
                  <a:pt x="3213" y="10050"/>
                </a:lnTo>
                <a:lnTo>
                  <a:pt x="3383" y="9977"/>
                </a:lnTo>
                <a:lnTo>
                  <a:pt x="3772" y="9807"/>
                </a:lnTo>
                <a:lnTo>
                  <a:pt x="3797" y="9807"/>
                </a:lnTo>
                <a:lnTo>
                  <a:pt x="3943" y="9758"/>
                </a:lnTo>
                <a:lnTo>
                  <a:pt x="4089" y="9758"/>
                </a:lnTo>
                <a:lnTo>
                  <a:pt x="4210" y="9734"/>
                </a:lnTo>
                <a:close/>
                <a:moveTo>
                  <a:pt x="15208" y="9612"/>
                </a:moveTo>
                <a:lnTo>
                  <a:pt x="15476" y="9637"/>
                </a:lnTo>
                <a:lnTo>
                  <a:pt x="15622" y="9685"/>
                </a:lnTo>
                <a:lnTo>
                  <a:pt x="15719" y="9734"/>
                </a:lnTo>
                <a:lnTo>
                  <a:pt x="15914" y="9880"/>
                </a:lnTo>
                <a:lnTo>
                  <a:pt x="16084" y="10050"/>
                </a:lnTo>
                <a:lnTo>
                  <a:pt x="16279" y="10220"/>
                </a:lnTo>
                <a:lnTo>
                  <a:pt x="16401" y="10342"/>
                </a:lnTo>
                <a:lnTo>
                  <a:pt x="16498" y="10464"/>
                </a:lnTo>
                <a:lnTo>
                  <a:pt x="16547" y="10585"/>
                </a:lnTo>
                <a:lnTo>
                  <a:pt x="16571" y="10731"/>
                </a:lnTo>
                <a:lnTo>
                  <a:pt x="16571" y="10877"/>
                </a:lnTo>
                <a:lnTo>
                  <a:pt x="16547" y="11023"/>
                </a:lnTo>
                <a:lnTo>
                  <a:pt x="16498" y="11169"/>
                </a:lnTo>
                <a:lnTo>
                  <a:pt x="16425" y="11315"/>
                </a:lnTo>
                <a:lnTo>
                  <a:pt x="16352" y="11437"/>
                </a:lnTo>
                <a:lnTo>
                  <a:pt x="16255" y="11534"/>
                </a:lnTo>
                <a:lnTo>
                  <a:pt x="16133" y="11632"/>
                </a:lnTo>
                <a:lnTo>
                  <a:pt x="16011" y="11705"/>
                </a:lnTo>
                <a:lnTo>
                  <a:pt x="15768" y="11826"/>
                </a:lnTo>
                <a:lnTo>
                  <a:pt x="15500" y="11899"/>
                </a:lnTo>
                <a:lnTo>
                  <a:pt x="15208" y="11948"/>
                </a:lnTo>
                <a:lnTo>
                  <a:pt x="14916" y="11972"/>
                </a:lnTo>
                <a:lnTo>
                  <a:pt x="14624" y="11972"/>
                </a:lnTo>
                <a:lnTo>
                  <a:pt x="14357" y="11924"/>
                </a:lnTo>
                <a:lnTo>
                  <a:pt x="14235" y="11875"/>
                </a:lnTo>
                <a:lnTo>
                  <a:pt x="14113" y="11802"/>
                </a:lnTo>
                <a:lnTo>
                  <a:pt x="14016" y="11729"/>
                </a:lnTo>
                <a:lnTo>
                  <a:pt x="13919" y="11632"/>
                </a:lnTo>
                <a:lnTo>
                  <a:pt x="13846" y="11534"/>
                </a:lnTo>
                <a:lnTo>
                  <a:pt x="13797" y="11413"/>
                </a:lnTo>
                <a:lnTo>
                  <a:pt x="13773" y="11267"/>
                </a:lnTo>
                <a:lnTo>
                  <a:pt x="13748" y="11096"/>
                </a:lnTo>
                <a:lnTo>
                  <a:pt x="13773" y="10902"/>
                </a:lnTo>
                <a:lnTo>
                  <a:pt x="13821" y="10707"/>
                </a:lnTo>
                <a:lnTo>
                  <a:pt x="13919" y="10537"/>
                </a:lnTo>
                <a:lnTo>
                  <a:pt x="14040" y="10391"/>
                </a:lnTo>
                <a:lnTo>
                  <a:pt x="14284" y="10074"/>
                </a:lnTo>
                <a:lnTo>
                  <a:pt x="14405" y="9928"/>
                </a:lnTo>
                <a:lnTo>
                  <a:pt x="14503" y="9758"/>
                </a:lnTo>
                <a:lnTo>
                  <a:pt x="14746" y="9685"/>
                </a:lnTo>
                <a:lnTo>
                  <a:pt x="14989" y="9637"/>
                </a:lnTo>
                <a:lnTo>
                  <a:pt x="15208" y="9612"/>
                </a:lnTo>
                <a:close/>
                <a:moveTo>
                  <a:pt x="4064" y="9247"/>
                </a:moveTo>
                <a:lnTo>
                  <a:pt x="3870" y="9296"/>
                </a:lnTo>
                <a:lnTo>
                  <a:pt x="3675" y="9345"/>
                </a:lnTo>
                <a:lnTo>
                  <a:pt x="3626" y="9393"/>
                </a:lnTo>
                <a:lnTo>
                  <a:pt x="3578" y="9418"/>
                </a:lnTo>
                <a:lnTo>
                  <a:pt x="3334" y="9491"/>
                </a:lnTo>
                <a:lnTo>
                  <a:pt x="3091" y="9612"/>
                </a:lnTo>
                <a:lnTo>
                  <a:pt x="2848" y="9758"/>
                </a:lnTo>
                <a:lnTo>
                  <a:pt x="2653" y="9928"/>
                </a:lnTo>
                <a:lnTo>
                  <a:pt x="2458" y="10123"/>
                </a:lnTo>
                <a:lnTo>
                  <a:pt x="2337" y="10342"/>
                </a:lnTo>
                <a:lnTo>
                  <a:pt x="2239" y="10585"/>
                </a:lnTo>
                <a:lnTo>
                  <a:pt x="2215" y="10707"/>
                </a:lnTo>
                <a:lnTo>
                  <a:pt x="2215" y="10829"/>
                </a:lnTo>
                <a:lnTo>
                  <a:pt x="2239" y="11023"/>
                </a:lnTo>
                <a:lnTo>
                  <a:pt x="2264" y="11218"/>
                </a:lnTo>
                <a:lnTo>
                  <a:pt x="2337" y="11388"/>
                </a:lnTo>
                <a:lnTo>
                  <a:pt x="2434" y="11559"/>
                </a:lnTo>
                <a:lnTo>
                  <a:pt x="2531" y="11705"/>
                </a:lnTo>
                <a:lnTo>
                  <a:pt x="2653" y="11826"/>
                </a:lnTo>
                <a:lnTo>
                  <a:pt x="2775" y="11948"/>
                </a:lnTo>
                <a:lnTo>
                  <a:pt x="2945" y="12045"/>
                </a:lnTo>
                <a:lnTo>
                  <a:pt x="3091" y="12118"/>
                </a:lnTo>
                <a:lnTo>
                  <a:pt x="3261" y="12216"/>
                </a:lnTo>
                <a:lnTo>
                  <a:pt x="3626" y="12313"/>
                </a:lnTo>
                <a:lnTo>
                  <a:pt x="4016" y="12386"/>
                </a:lnTo>
                <a:lnTo>
                  <a:pt x="4381" y="12435"/>
                </a:lnTo>
                <a:lnTo>
                  <a:pt x="4575" y="12435"/>
                </a:lnTo>
                <a:lnTo>
                  <a:pt x="4746" y="12410"/>
                </a:lnTo>
                <a:lnTo>
                  <a:pt x="4916" y="12386"/>
                </a:lnTo>
                <a:lnTo>
                  <a:pt x="5086" y="12337"/>
                </a:lnTo>
                <a:lnTo>
                  <a:pt x="5232" y="12264"/>
                </a:lnTo>
                <a:lnTo>
                  <a:pt x="5378" y="12191"/>
                </a:lnTo>
                <a:lnTo>
                  <a:pt x="5500" y="12118"/>
                </a:lnTo>
                <a:lnTo>
                  <a:pt x="5622" y="11997"/>
                </a:lnTo>
                <a:lnTo>
                  <a:pt x="5719" y="11875"/>
                </a:lnTo>
                <a:lnTo>
                  <a:pt x="5816" y="11753"/>
                </a:lnTo>
                <a:lnTo>
                  <a:pt x="5889" y="11607"/>
                </a:lnTo>
                <a:lnTo>
                  <a:pt x="5938" y="11461"/>
                </a:lnTo>
                <a:lnTo>
                  <a:pt x="5986" y="11315"/>
                </a:lnTo>
                <a:lnTo>
                  <a:pt x="5986" y="11145"/>
                </a:lnTo>
                <a:lnTo>
                  <a:pt x="5986" y="10950"/>
                </a:lnTo>
                <a:lnTo>
                  <a:pt x="5962" y="10780"/>
                </a:lnTo>
                <a:lnTo>
                  <a:pt x="5913" y="10585"/>
                </a:lnTo>
                <a:lnTo>
                  <a:pt x="5865" y="10415"/>
                </a:lnTo>
                <a:lnTo>
                  <a:pt x="5768" y="10245"/>
                </a:lnTo>
                <a:lnTo>
                  <a:pt x="5670" y="10074"/>
                </a:lnTo>
                <a:lnTo>
                  <a:pt x="5549" y="9928"/>
                </a:lnTo>
                <a:lnTo>
                  <a:pt x="5427" y="9783"/>
                </a:lnTo>
                <a:lnTo>
                  <a:pt x="5281" y="9661"/>
                </a:lnTo>
                <a:lnTo>
                  <a:pt x="5111" y="9539"/>
                </a:lnTo>
                <a:lnTo>
                  <a:pt x="4965" y="9442"/>
                </a:lnTo>
                <a:lnTo>
                  <a:pt x="4794" y="9369"/>
                </a:lnTo>
                <a:lnTo>
                  <a:pt x="4600" y="9296"/>
                </a:lnTo>
                <a:lnTo>
                  <a:pt x="4429" y="9272"/>
                </a:lnTo>
                <a:lnTo>
                  <a:pt x="4235" y="9247"/>
                </a:lnTo>
                <a:close/>
                <a:moveTo>
                  <a:pt x="14916" y="9150"/>
                </a:moveTo>
                <a:lnTo>
                  <a:pt x="14746" y="9199"/>
                </a:lnTo>
                <a:lnTo>
                  <a:pt x="14576" y="9247"/>
                </a:lnTo>
                <a:lnTo>
                  <a:pt x="14405" y="9320"/>
                </a:lnTo>
                <a:lnTo>
                  <a:pt x="14259" y="9418"/>
                </a:lnTo>
                <a:lnTo>
                  <a:pt x="14113" y="9539"/>
                </a:lnTo>
                <a:lnTo>
                  <a:pt x="14065" y="9612"/>
                </a:lnTo>
                <a:lnTo>
                  <a:pt x="14065" y="9710"/>
                </a:lnTo>
                <a:lnTo>
                  <a:pt x="13846" y="9904"/>
                </a:lnTo>
                <a:lnTo>
                  <a:pt x="13676" y="10123"/>
                </a:lnTo>
                <a:lnTo>
                  <a:pt x="13505" y="10366"/>
                </a:lnTo>
                <a:lnTo>
                  <a:pt x="13408" y="10634"/>
                </a:lnTo>
                <a:lnTo>
                  <a:pt x="13335" y="10926"/>
                </a:lnTo>
                <a:lnTo>
                  <a:pt x="13311" y="11194"/>
                </a:lnTo>
                <a:lnTo>
                  <a:pt x="13335" y="11461"/>
                </a:lnTo>
                <a:lnTo>
                  <a:pt x="13359" y="11583"/>
                </a:lnTo>
                <a:lnTo>
                  <a:pt x="13408" y="11705"/>
                </a:lnTo>
                <a:lnTo>
                  <a:pt x="13505" y="11875"/>
                </a:lnTo>
                <a:lnTo>
                  <a:pt x="13627" y="12021"/>
                </a:lnTo>
                <a:lnTo>
                  <a:pt x="13773" y="12143"/>
                </a:lnTo>
                <a:lnTo>
                  <a:pt x="13919" y="12240"/>
                </a:lnTo>
                <a:lnTo>
                  <a:pt x="14089" y="12337"/>
                </a:lnTo>
                <a:lnTo>
                  <a:pt x="14259" y="12386"/>
                </a:lnTo>
                <a:lnTo>
                  <a:pt x="14454" y="12410"/>
                </a:lnTo>
                <a:lnTo>
                  <a:pt x="14649" y="12435"/>
                </a:lnTo>
                <a:lnTo>
                  <a:pt x="14843" y="12459"/>
                </a:lnTo>
                <a:lnTo>
                  <a:pt x="15038" y="12435"/>
                </a:lnTo>
                <a:lnTo>
                  <a:pt x="15452" y="12386"/>
                </a:lnTo>
                <a:lnTo>
                  <a:pt x="15817" y="12289"/>
                </a:lnTo>
                <a:lnTo>
                  <a:pt x="16157" y="12143"/>
                </a:lnTo>
                <a:lnTo>
                  <a:pt x="16303" y="12070"/>
                </a:lnTo>
                <a:lnTo>
                  <a:pt x="16449" y="11972"/>
                </a:lnTo>
                <a:lnTo>
                  <a:pt x="16571" y="11875"/>
                </a:lnTo>
                <a:lnTo>
                  <a:pt x="16693" y="11753"/>
                </a:lnTo>
                <a:lnTo>
                  <a:pt x="16790" y="11607"/>
                </a:lnTo>
                <a:lnTo>
                  <a:pt x="16887" y="11461"/>
                </a:lnTo>
                <a:lnTo>
                  <a:pt x="16936" y="11315"/>
                </a:lnTo>
                <a:lnTo>
                  <a:pt x="16985" y="11169"/>
                </a:lnTo>
                <a:lnTo>
                  <a:pt x="17033" y="10999"/>
                </a:lnTo>
                <a:lnTo>
                  <a:pt x="17033" y="10853"/>
                </a:lnTo>
                <a:lnTo>
                  <a:pt x="17033" y="10683"/>
                </a:lnTo>
                <a:lnTo>
                  <a:pt x="17009" y="10512"/>
                </a:lnTo>
                <a:lnTo>
                  <a:pt x="16936" y="10366"/>
                </a:lnTo>
                <a:lnTo>
                  <a:pt x="16863" y="10220"/>
                </a:lnTo>
                <a:lnTo>
                  <a:pt x="16790" y="10074"/>
                </a:lnTo>
                <a:lnTo>
                  <a:pt x="16668" y="9953"/>
                </a:lnTo>
                <a:lnTo>
                  <a:pt x="16401" y="9685"/>
                </a:lnTo>
                <a:lnTo>
                  <a:pt x="16109" y="9466"/>
                </a:lnTo>
                <a:lnTo>
                  <a:pt x="15963" y="9369"/>
                </a:lnTo>
                <a:lnTo>
                  <a:pt x="15817" y="9296"/>
                </a:lnTo>
                <a:lnTo>
                  <a:pt x="15646" y="9223"/>
                </a:lnTo>
                <a:lnTo>
                  <a:pt x="15452" y="9174"/>
                </a:lnTo>
                <a:lnTo>
                  <a:pt x="15281" y="9150"/>
                </a:lnTo>
                <a:close/>
                <a:moveTo>
                  <a:pt x="12337" y="561"/>
                </a:moveTo>
                <a:lnTo>
                  <a:pt x="12751" y="585"/>
                </a:lnTo>
                <a:lnTo>
                  <a:pt x="13213" y="658"/>
                </a:lnTo>
                <a:lnTo>
                  <a:pt x="13676" y="780"/>
                </a:lnTo>
                <a:lnTo>
                  <a:pt x="14113" y="974"/>
                </a:lnTo>
                <a:lnTo>
                  <a:pt x="14527" y="1193"/>
                </a:lnTo>
                <a:lnTo>
                  <a:pt x="14478" y="1218"/>
                </a:lnTo>
                <a:lnTo>
                  <a:pt x="14211" y="1315"/>
                </a:lnTo>
                <a:lnTo>
                  <a:pt x="14089" y="1412"/>
                </a:lnTo>
                <a:lnTo>
                  <a:pt x="13992" y="1534"/>
                </a:lnTo>
                <a:lnTo>
                  <a:pt x="13967" y="1558"/>
                </a:lnTo>
                <a:lnTo>
                  <a:pt x="13992" y="1607"/>
                </a:lnTo>
                <a:lnTo>
                  <a:pt x="14016" y="1631"/>
                </a:lnTo>
                <a:lnTo>
                  <a:pt x="14211" y="1631"/>
                </a:lnTo>
                <a:lnTo>
                  <a:pt x="14357" y="1583"/>
                </a:lnTo>
                <a:lnTo>
                  <a:pt x="14649" y="1461"/>
                </a:lnTo>
                <a:lnTo>
                  <a:pt x="14819" y="1412"/>
                </a:lnTo>
                <a:lnTo>
                  <a:pt x="15014" y="1558"/>
                </a:lnTo>
                <a:lnTo>
                  <a:pt x="15184" y="1729"/>
                </a:lnTo>
                <a:lnTo>
                  <a:pt x="14892" y="1850"/>
                </a:lnTo>
                <a:lnTo>
                  <a:pt x="14527" y="1996"/>
                </a:lnTo>
                <a:lnTo>
                  <a:pt x="14454" y="1972"/>
                </a:lnTo>
                <a:lnTo>
                  <a:pt x="14381" y="2020"/>
                </a:lnTo>
                <a:lnTo>
                  <a:pt x="14138" y="1923"/>
                </a:lnTo>
                <a:lnTo>
                  <a:pt x="13894" y="1826"/>
                </a:lnTo>
                <a:lnTo>
                  <a:pt x="13651" y="1777"/>
                </a:lnTo>
                <a:lnTo>
                  <a:pt x="13384" y="1729"/>
                </a:lnTo>
                <a:lnTo>
                  <a:pt x="12848" y="1656"/>
                </a:lnTo>
                <a:lnTo>
                  <a:pt x="12337" y="1583"/>
                </a:lnTo>
                <a:lnTo>
                  <a:pt x="11753" y="1510"/>
                </a:lnTo>
                <a:lnTo>
                  <a:pt x="11145" y="1461"/>
                </a:lnTo>
                <a:lnTo>
                  <a:pt x="10537" y="1437"/>
                </a:lnTo>
                <a:lnTo>
                  <a:pt x="9928" y="1412"/>
                </a:lnTo>
                <a:lnTo>
                  <a:pt x="9296" y="1412"/>
                </a:lnTo>
                <a:lnTo>
                  <a:pt x="8663" y="1437"/>
                </a:lnTo>
                <a:lnTo>
                  <a:pt x="8055" y="1485"/>
                </a:lnTo>
                <a:lnTo>
                  <a:pt x="7422" y="1534"/>
                </a:lnTo>
                <a:lnTo>
                  <a:pt x="6814" y="1631"/>
                </a:lnTo>
                <a:lnTo>
                  <a:pt x="6205" y="1729"/>
                </a:lnTo>
                <a:lnTo>
                  <a:pt x="5597" y="1874"/>
                </a:lnTo>
                <a:lnTo>
                  <a:pt x="4989" y="2020"/>
                </a:lnTo>
                <a:lnTo>
                  <a:pt x="4916" y="2069"/>
                </a:lnTo>
                <a:lnTo>
                  <a:pt x="4867" y="2118"/>
                </a:lnTo>
                <a:lnTo>
                  <a:pt x="4819" y="2166"/>
                </a:lnTo>
                <a:lnTo>
                  <a:pt x="4819" y="2239"/>
                </a:lnTo>
                <a:lnTo>
                  <a:pt x="4648" y="2410"/>
                </a:lnTo>
                <a:lnTo>
                  <a:pt x="4527" y="2580"/>
                </a:lnTo>
                <a:lnTo>
                  <a:pt x="4405" y="2799"/>
                </a:lnTo>
                <a:lnTo>
                  <a:pt x="4308" y="2994"/>
                </a:lnTo>
                <a:lnTo>
                  <a:pt x="4162" y="3456"/>
                </a:lnTo>
                <a:lnTo>
                  <a:pt x="4016" y="3870"/>
                </a:lnTo>
                <a:lnTo>
                  <a:pt x="3821" y="4478"/>
                </a:lnTo>
                <a:lnTo>
                  <a:pt x="3651" y="5086"/>
                </a:lnTo>
                <a:lnTo>
                  <a:pt x="3505" y="5695"/>
                </a:lnTo>
                <a:lnTo>
                  <a:pt x="3383" y="6303"/>
                </a:lnTo>
                <a:lnTo>
                  <a:pt x="3383" y="6376"/>
                </a:lnTo>
                <a:lnTo>
                  <a:pt x="3383" y="6425"/>
                </a:lnTo>
                <a:lnTo>
                  <a:pt x="3432" y="6522"/>
                </a:lnTo>
                <a:lnTo>
                  <a:pt x="3432" y="6595"/>
                </a:lnTo>
                <a:lnTo>
                  <a:pt x="3480" y="6644"/>
                </a:lnTo>
                <a:lnTo>
                  <a:pt x="3772" y="6863"/>
                </a:lnTo>
                <a:lnTo>
                  <a:pt x="4089" y="7057"/>
                </a:lnTo>
                <a:lnTo>
                  <a:pt x="4454" y="7203"/>
                </a:lnTo>
                <a:lnTo>
                  <a:pt x="4819" y="7349"/>
                </a:lnTo>
                <a:lnTo>
                  <a:pt x="5184" y="7471"/>
                </a:lnTo>
                <a:lnTo>
                  <a:pt x="5549" y="7568"/>
                </a:lnTo>
                <a:lnTo>
                  <a:pt x="6278" y="7763"/>
                </a:lnTo>
                <a:lnTo>
                  <a:pt x="7057" y="7933"/>
                </a:lnTo>
                <a:lnTo>
                  <a:pt x="7836" y="8031"/>
                </a:lnTo>
                <a:lnTo>
                  <a:pt x="8614" y="8104"/>
                </a:lnTo>
                <a:lnTo>
                  <a:pt x="9417" y="8128"/>
                </a:lnTo>
                <a:lnTo>
                  <a:pt x="10196" y="8128"/>
                </a:lnTo>
                <a:lnTo>
                  <a:pt x="10999" y="8055"/>
                </a:lnTo>
                <a:lnTo>
                  <a:pt x="11778" y="7933"/>
                </a:lnTo>
                <a:lnTo>
                  <a:pt x="12556" y="7787"/>
                </a:lnTo>
                <a:lnTo>
                  <a:pt x="12970" y="7714"/>
                </a:lnTo>
                <a:lnTo>
                  <a:pt x="13359" y="7593"/>
                </a:lnTo>
                <a:lnTo>
                  <a:pt x="14138" y="7349"/>
                </a:lnTo>
                <a:lnTo>
                  <a:pt x="14795" y="7106"/>
                </a:lnTo>
                <a:lnTo>
                  <a:pt x="15135" y="6984"/>
                </a:lnTo>
                <a:lnTo>
                  <a:pt x="15452" y="6814"/>
                </a:lnTo>
                <a:lnTo>
                  <a:pt x="15695" y="6814"/>
                </a:lnTo>
                <a:lnTo>
                  <a:pt x="15914" y="6765"/>
                </a:lnTo>
                <a:lnTo>
                  <a:pt x="16133" y="6668"/>
                </a:lnTo>
                <a:lnTo>
                  <a:pt x="16352" y="6595"/>
                </a:lnTo>
                <a:lnTo>
                  <a:pt x="16766" y="6425"/>
                </a:lnTo>
                <a:lnTo>
                  <a:pt x="16960" y="6327"/>
                </a:lnTo>
                <a:lnTo>
                  <a:pt x="17131" y="6206"/>
                </a:lnTo>
                <a:lnTo>
                  <a:pt x="17301" y="6619"/>
                </a:lnTo>
                <a:lnTo>
                  <a:pt x="17082" y="6692"/>
                </a:lnTo>
                <a:lnTo>
                  <a:pt x="16863" y="6790"/>
                </a:lnTo>
                <a:lnTo>
                  <a:pt x="16425" y="6984"/>
                </a:lnTo>
                <a:lnTo>
                  <a:pt x="15719" y="7252"/>
                </a:lnTo>
                <a:lnTo>
                  <a:pt x="15354" y="7422"/>
                </a:lnTo>
                <a:lnTo>
                  <a:pt x="15038" y="7593"/>
                </a:lnTo>
                <a:lnTo>
                  <a:pt x="15014" y="7617"/>
                </a:lnTo>
                <a:lnTo>
                  <a:pt x="15014" y="7666"/>
                </a:lnTo>
                <a:lnTo>
                  <a:pt x="15014" y="7690"/>
                </a:lnTo>
                <a:lnTo>
                  <a:pt x="15062" y="7690"/>
                </a:lnTo>
                <a:lnTo>
                  <a:pt x="15427" y="7641"/>
                </a:lnTo>
                <a:lnTo>
                  <a:pt x="15792" y="7544"/>
                </a:lnTo>
                <a:lnTo>
                  <a:pt x="16157" y="7422"/>
                </a:lnTo>
                <a:lnTo>
                  <a:pt x="16498" y="7301"/>
                </a:lnTo>
                <a:lnTo>
                  <a:pt x="16960" y="7130"/>
                </a:lnTo>
                <a:lnTo>
                  <a:pt x="17204" y="7033"/>
                </a:lnTo>
                <a:lnTo>
                  <a:pt x="17423" y="6911"/>
                </a:lnTo>
                <a:lnTo>
                  <a:pt x="17569" y="7252"/>
                </a:lnTo>
                <a:lnTo>
                  <a:pt x="17325" y="7276"/>
                </a:lnTo>
                <a:lnTo>
                  <a:pt x="17082" y="7349"/>
                </a:lnTo>
                <a:lnTo>
                  <a:pt x="16595" y="7520"/>
                </a:lnTo>
                <a:lnTo>
                  <a:pt x="16084" y="7690"/>
                </a:lnTo>
                <a:lnTo>
                  <a:pt x="15841" y="7812"/>
                </a:lnTo>
                <a:lnTo>
                  <a:pt x="15719" y="7885"/>
                </a:lnTo>
                <a:lnTo>
                  <a:pt x="15622" y="7958"/>
                </a:lnTo>
                <a:lnTo>
                  <a:pt x="15622" y="7982"/>
                </a:lnTo>
                <a:lnTo>
                  <a:pt x="15622" y="8006"/>
                </a:lnTo>
                <a:lnTo>
                  <a:pt x="15768" y="8031"/>
                </a:lnTo>
                <a:lnTo>
                  <a:pt x="15890" y="8031"/>
                </a:lnTo>
                <a:lnTo>
                  <a:pt x="16182" y="8006"/>
                </a:lnTo>
                <a:lnTo>
                  <a:pt x="16449" y="7933"/>
                </a:lnTo>
                <a:lnTo>
                  <a:pt x="16693" y="7860"/>
                </a:lnTo>
                <a:lnTo>
                  <a:pt x="16960" y="7787"/>
                </a:lnTo>
                <a:lnTo>
                  <a:pt x="17204" y="7690"/>
                </a:lnTo>
                <a:lnTo>
                  <a:pt x="17447" y="7568"/>
                </a:lnTo>
                <a:lnTo>
                  <a:pt x="17642" y="7422"/>
                </a:lnTo>
                <a:lnTo>
                  <a:pt x="17666" y="7471"/>
                </a:lnTo>
                <a:lnTo>
                  <a:pt x="17715" y="7544"/>
                </a:lnTo>
                <a:lnTo>
                  <a:pt x="17788" y="7568"/>
                </a:lnTo>
                <a:lnTo>
                  <a:pt x="17812" y="7763"/>
                </a:lnTo>
                <a:lnTo>
                  <a:pt x="17836" y="7958"/>
                </a:lnTo>
                <a:lnTo>
                  <a:pt x="17934" y="8347"/>
                </a:lnTo>
                <a:lnTo>
                  <a:pt x="17763" y="8396"/>
                </a:lnTo>
                <a:lnTo>
                  <a:pt x="17593" y="8444"/>
                </a:lnTo>
                <a:lnTo>
                  <a:pt x="17252" y="8590"/>
                </a:lnTo>
                <a:lnTo>
                  <a:pt x="16790" y="8761"/>
                </a:lnTo>
                <a:lnTo>
                  <a:pt x="16547" y="8834"/>
                </a:lnTo>
                <a:lnTo>
                  <a:pt x="16328" y="8955"/>
                </a:lnTo>
                <a:lnTo>
                  <a:pt x="16303" y="8955"/>
                </a:lnTo>
                <a:lnTo>
                  <a:pt x="16303" y="8980"/>
                </a:lnTo>
                <a:lnTo>
                  <a:pt x="16328" y="9004"/>
                </a:lnTo>
                <a:lnTo>
                  <a:pt x="16328" y="9028"/>
                </a:lnTo>
                <a:lnTo>
                  <a:pt x="16595" y="9028"/>
                </a:lnTo>
                <a:lnTo>
                  <a:pt x="16839" y="9004"/>
                </a:lnTo>
                <a:lnTo>
                  <a:pt x="17106" y="8955"/>
                </a:lnTo>
                <a:lnTo>
                  <a:pt x="17350" y="8882"/>
                </a:lnTo>
                <a:lnTo>
                  <a:pt x="17666" y="8785"/>
                </a:lnTo>
                <a:lnTo>
                  <a:pt x="17836" y="8712"/>
                </a:lnTo>
                <a:lnTo>
                  <a:pt x="18007" y="8639"/>
                </a:lnTo>
                <a:lnTo>
                  <a:pt x="18031" y="8809"/>
                </a:lnTo>
                <a:lnTo>
                  <a:pt x="17812" y="8907"/>
                </a:lnTo>
                <a:lnTo>
                  <a:pt x="17617" y="9004"/>
                </a:lnTo>
                <a:lnTo>
                  <a:pt x="17398" y="9077"/>
                </a:lnTo>
                <a:lnTo>
                  <a:pt x="17155" y="9174"/>
                </a:lnTo>
                <a:lnTo>
                  <a:pt x="16936" y="9247"/>
                </a:lnTo>
                <a:lnTo>
                  <a:pt x="16741" y="9369"/>
                </a:lnTo>
                <a:lnTo>
                  <a:pt x="16717" y="9418"/>
                </a:lnTo>
                <a:lnTo>
                  <a:pt x="16717" y="9466"/>
                </a:lnTo>
                <a:lnTo>
                  <a:pt x="16741" y="9515"/>
                </a:lnTo>
                <a:lnTo>
                  <a:pt x="16790" y="9539"/>
                </a:lnTo>
                <a:lnTo>
                  <a:pt x="16887" y="9564"/>
                </a:lnTo>
                <a:lnTo>
                  <a:pt x="17228" y="9564"/>
                </a:lnTo>
                <a:lnTo>
                  <a:pt x="17471" y="9491"/>
                </a:lnTo>
                <a:lnTo>
                  <a:pt x="17690" y="9442"/>
                </a:lnTo>
                <a:lnTo>
                  <a:pt x="17885" y="9369"/>
                </a:lnTo>
                <a:lnTo>
                  <a:pt x="18080" y="9272"/>
                </a:lnTo>
                <a:lnTo>
                  <a:pt x="18128" y="9564"/>
                </a:lnTo>
                <a:lnTo>
                  <a:pt x="17958" y="9612"/>
                </a:lnTo>
                <a:lnTo>
                  <a:pt x="17812" y="9661"/>
                </a:lnTo>
                <a:lnTo>
                  <a:pt x="17301" y="9880"/>
                </a:lnTo>
                <a:lnTo>
                  <a:pt x="17228" y="9928"/>
                </a:lnTo>
                <a:lnTo>
                  <a:pt x="17155" y="10001"/>
                </a:lnTo>
                <a:lnTo>
                  <a:pt x="17106" y="10074"/>
                </a:lnTo>
                <a:lnTo>
                  <a:pt x="17033" y="10147"/>
                </a:lnTo>
                <a:lnTo>
                  <a:pt x="17009" y="10172"/>
                </a:lnTo>
                <a:lnTo>
                  <a:pt x="17033" y="10172"/>
                </a:lnTo>
                <a:lnTo>
                  <a:pt x="17106" y="10196"/>
                </a:lnTo>
                <a:lnTo>
                  <a:pt x="17204" y="10220"/>
                </a:lnTo>
                <a:lnTo>
                  <a:pt x="17277" y="10245"/>
                </a:lnTo>
                <a:lnTo>
                  <a:pt x="17471" y="10245"/>
                </a:lnTo>
                <a:lnTo>
                  <a:pt x="17593" y="10196"/>
                </a:lnTo>
                <a:lnTo>
                  <a:pt x="17812" y="10123"/>
                </a:lnTo>
                <a:lnTo>
                  <a:pt x="17982" y="10074"/>
                </a:lnTo>
                <a:lnTo>
                  <a:pt x="18153" y="9977"/>
                </a:lnTo>
                <a:lnTo>
                  <a:pt x="18153" y="10220"/>
                </a:lnTo>
                <a:lnTo>
                  <a:pt x="18031" y="10269"/>
                </a:lnTo>
                <a:lnTo>
                  <a:pt x="17909" y="10318"/>
                </a:lnTo>
                <a:lnTo>
                  <a:pt x="17690" y="10415"/>
                </a:lnTo>
                <a:lnTo>
                  <a:pt x="17471" y="10512"/>
                </a:lnTo>
                <a:lnTo>
                  <a:pt x="17301" y="10634"/>
                </a:lnTo>
                <a:lnTo>
                  <a:pt x="17204" y="10731"/>
                </a:lnTo>
                <a:lnTo>
                  <a:pt x="17131" y="10829"/>
                </a:lnTo>
                <a:lnTo>
                  <a:pt x="17131" y="10853"/>
                </a:lnTo>
                <a:lnTo>
                  <a:pt x="17155" y="10902"/>
                </a:lnTo>
                <a:lnTo>
                  <a:pt x="17374" y="10902"/>
                </a:lnTo>
                <a:lnTo>
                  <a:pt x="17593" y="10877"/>
                </a:lnTo>
                <a:lnTo>
                  <a:pt x="17788" y="10804"/>
                </a:lnTo>
                <a:lnTo>
                  <a:pt x="17982" y="10731"/>
                </a:lnTo>
                <a:lnTo>
                  <a:pt x="18153" y="10683"/>
                </a:lnTo>
                <a:lnTo>
                  <a:pt x="18128" y="11169"/>
                </a:lnTo>
                <a:lnTo>
                  <a:pt x="17861" y="11267"/>
                </a:lnTo>
                <a:lnTo>
                  <a:pt x="17617" y="11364"/>
                </a:lnTo>
                <a:lnTo>
                  <a:pt x="17447" y="11413"/>
                </a:lnTo>
                <a:lnTo>
                  <a:pt x="17277" y="11461"/>
                </a:lnTo>
                <a:lnTo>
                  <a:pt x="17106" y="11510"/>
                </a:lnTo>
                <a:lnTo>
                  <a:pt x="16960" y="11607"/>
                </a:lnTo>
                <a:lnTo>
                  <a:pt x="16936" y="11632"/>
                </a:lnTo>
                <a:lnTo>
                  <a:pt x="16936" y="11680"/>
                </a:lnTo>
                <a:lnTo>
                  <a:pt x="16960" y="11729"/>
                </a:lnTo>
                <a:lnTo>
                  <a:pt x="16985" y="11753"/>
                </a:lnTo>
                <a:lnTo>
                  <a:pt x="17106" y="11802"/>
                </a:lnTo>
                <a:lnTo>
                  <a:pt x="17228" y="11826"/>
                </a:lnTo>
                <a:lnTo>
                  <a:pt x="17374" y="11826"/>
                </a:lnTo>
                <a:lnTo>
                  <a:pt x="17544" y="11778"/>
                </a:lnTo>
                <a:lnTo>
                  <a:pt x="17690" y="11753"/>
                </a:lnTo>
                <a:lnTo>
                  <a:pt x="17836" y="11680"/>
                </a:lnTo>
                <a:lnTo>
                  <a:pt x="17982" y="11607"/>
                </a:lnTo>
                <a:lnTo>
                  <a:pt x="18104" y="11510"/>
                </a:lnTo>
                <a:lnTo>
                  <a:pt x="18080" y="11656"/>
                </a:lnTo>
                <a:lnTo>
                  <a:pt x="17934" y="11705"/>
                </a:lnTo>
                <a:lnTo>
                  <a:pt x="17763" y="11753"/>
                </a:lnTo>
                <a:lnTo>
                  <a:pt x="17471" y="11899"/>
                </a:lnTo>
                <a:lnTo>
                  <a:pt x="17301" y="11948"/>
                </a:lnTo>
                <a:lnTo>
                  <a:pt x="17106" y="11972"/>
                </a:lnTo>
                <a:lnTo>
                  <a:pt x="16936" y="12021"/>
                </a:lnTo>
                <a:lnTo>
                  <a:pt x="16839" y="12045"/>
                </a:lnTo>
                <a:lnTo>
                  <a:pt x="16766" y="12094"/>
                </a:lnTo>
                <a:lnTo>
                  <a:pt x="16741" y="12143"/>
                </a:lnTo>
                <a:lnTo>
                  <a:pt x="16741" y="12167"/>
                </a:lnTo>
                <a:lnTo>
                  <a:pt x="16766" y="12240"/>
                </a:lnTo>
                <a:lnTo>
                  <a:pt x="16863" y="12289"/>
                </a:lnTo>
                <a:lnTo>
                  <a:pt x="16960" y="12337"/>
                </a:lnTo>
                <a:lnTo>
                  <a:pt x="17058" y="12362"/>
                </a:lnTo>
                <a:lnTo>
                  <a:pt x="17155" y="12362"/>
                </a:lnTo>
                <a:lnTo>
                  <a:pt x="17374" y="12313"/>
                </a:lnTo>
                <a:lnTo>
                  <a:pt x="17569" y="12289"/>
                </a:lnTo>
                <a:lnTo>
                  <a:pt x="17812" y="12216"/>
                </a:lnTo>
                <a:lnTo>
                  <a:pt x="18007" y="12094"/>
                </a:lnTo>
                <a:lnTo>
                  <a:pt x="17934" y="12435"/>
                </a:lnTo>
                <a:lnTo>
                  <a:pt x="17788" y="12459"/>
                </a:lnTo>
                <a:lnTo>
                  <a:pt x="17642" y="12508"/>
                </a:lnTo>
                <a:lnTo>
                  <a:pt x="17325" y="12629"/>
                </a:lnTo>
                <a:lnTo>
                  <a:pt x="16839" y="12751"/>
                </a:lnTo>
                <a:lnTo>
                  <a:pt x="16328" y="12897"/>
                </a:lnTo>
                <a:lnTo>
                  <a:pt x="16303" y="12897"/>
                </a:lnTo>
                <a:lnTo>
                  <a:pt x="16303" y="12946"/>
                </a:lnTo>
                <a:lnTo>
                  <a:pt x="16303" y="12970"/>
                </a:lnTo>
                <a:lnTo>
                  <a:pt x="16328" y="12970"/>
                </a:lnTo>
                <a:lnTo>
                  <a:pt x="16571" y="13019"/>
                </a:lnTo>
                <a:lnTo>
                  <a:pt x="16814" y="13019"/>
                </a:lnTo>
                <a:lnTo>
                  <a:pt x="17058" y="12994"/>
                </a:lnTo>
                <a:lnTo>
                  <a:pt x="17277" y="12946"/>
                </a:lnTo>
                <a:lnTo>
                  <a:pt x="17569" y="12897"/>
                </a:lnTo>
                <a:lnTo>
                  <a:pt x="17861" y="12824"/>
                </a:lnTo>
                <a:lnTo>
                  <a:pt x="17739" y="13286"/>
                </a:lnTo>
                <a:lnTo>
                  <a:pt x="15671" y="13286"/>
                </a:lnTo>
                <a:lnTo>
                  <a:pt x="13627" y="13311"/>
                </a:lnTo>
                <a:lnTo>
                  <a:pt x="9515" y="13359"/>
                </a:lnTo>
                <a:lnTo>
                  <a:pt x="5232" y="13408"/>
                </a:lnTo>
                <a:lnTo>
                  <a:pt x="3115" y="13432"/>
                </a:lnTo>
                <a:lnTo>
                  <a:pt x="1509" y="13432"/>
                </a:lnTo>
                <a:lnTo>
                  <a:pt x="1388" y="12654"/>
                </a:lnTo>
                <a:lnTo>
                  <a:pt x="1290" y="11851"/>
                </a:lnTo>
                <a:lnTo>
                  <a:pt x="1266" y="11048"/>
                </a:lnTo>
                <a:lnTo>
                  <a:pt x="1266" y="10245"/>
                </a:lnTo>
                <a:lnTo>
                  <a:pt x="1290" y="9442"/>
                </a:lnTo>
                <a:lnTo>
                  <a:pt x="1363" y="8615"/>
                </a:lnTo>
                <a:lnTo>
                  <a:pt x="1436" y="8152"/>
                </a:lnTo>
                <a:lnTo>
                  <a:pt x="1485" y="7690"/>
                </a:lnTo>
                <a:lnTo>
                  <a:pt x="1777" y="6936"/>
                </a:lnTo>
                <a:lnTo>
                  <a:pt x="2385" y="5305"/>
                </a:lnTo>
                <a:lnTo>
                  <a:pt x="2653" y="4575"/>
                </a:lnTo>
                <a:lnTo>
                  <a:pt x="2921" y="3821"/>
                </a:lnTo>
                <a:lnTo>
                  <a:pt x="3067" y="3456"/>
                </a:lnTo>
                <a:lnTo>
                  <a:pt x="3237" y="3091"/>
                </a:lnTo>
                <a:lnTo>
                  <a:pt x="3407" y="2750"/>
                </a:lnTo>
                <a:lnTo>
                  <a:pt x="3602" y="2410"/>
                </a:lnTo>
                <a:lnTo>
                  <a:pt x="3748" y="2215"/>
                </a:lnTo>
                <a:lnTo>
                  <a:pt x="3894" y="2045"/>
                </a:lnTo>
                <a:lnTo>
                  <a:pt x="4064" y="1899"/>
                </a:lnTo>
                <a:lnTo>
                  <a:pt x="4283" y="1753"/>
                </a:lnTo>
                <a:lnTo>
                  <a:pt x="4502" y="1607"/>
                </a:lnTo>
                <a:lnTo>
                  <a:pt x="4721" y="1485"/>
                </a:lnTo>
                <a:lnTo>
                  <a:pt x="4989" y="1388"/>
                </a:lnTo>
                <a:lnTo>
                  <a:pt x="5232" y="1291"/>
                </a:lnTo>
                <a:lnTo>
                  <a:pt x="5816" y="1096"/>
                </a:lnTo>
                <a:lnTo>
                  <a:pt x="6400" y="950"/>
                </a:lnTo>
                <a:lnTo>
                  <a:pt x="7033" y="853"/>
                </a:lnTo>
                <a:lnTo>
                  <a:pt x="7641" y="755"/>
                </a:lnTo>
                <a:lnTo>
                  <a:pt x="8249" y="707"/>
                </a:lnTo>
                <a:lnTo>
                  <a:pt x="8858" y="658"/>
                </a:lnTo>
                <a:lnTo>
                  <a:pt x="9904" y="609"/>
                </a:lnTo>
                <a:lnTo>
                  <a:pt x="10707" y="609"/>
                </a:lnTo>
                <a:lnTo>
                  <a:pt x="11121" y="585"/>
                </a:lnTo>
                <a:lnTo>
                  <a:pt x="11534" y="561"/>
                </a:lnTo>
                <a:close/>
                <a:moveTo>
                  <a:pt x="2410" y="13919"/>
                </a:moveTo>
                <a:lnTo>
                  <a:pt x="2239" y="14089"/>
                </a:lnTo>
                <a:lnTo>
                  <a:pt x="2093" y="14260"/>
                </a:lnTo>
                <a:lnTo>
                  <a:pt x="1850" y="14649"/>
                </a:lnTo>
                <a:lnTo>
                  <a:pt x="1826" y="14479"/>
                </a:lnTo>
                <a:lnTo>
                  <a:pt x="1850" y="14308"/>
                </a:lnTo>
                <a:lnTo>
                  <a:pt x="1899" y="14114"/>
                </a:lnTo>
                <a:lnTo>
                  <a:pt x="1972" y="13919"/>
                </a:lnTo>
                <a:close/>
                <a:moveTo>
                  <a:pt x="14746" y="13846"/>
                </a:moveTo>
                <a:lnTo>
                  <a:pt x="14649" y="13992"/>
                </a:lnTo>
                <a:lnTo>
                  <a:pt x="14551" y="14138"/>
                </a:lnTo>
                <a:lnTo>
                  <a:pt x="14405" y="14430"/>
                </a:lnTo>
                <a:lnTo>
                  <a:pt x="14235" y="14771"/>
                </a:lnTo>
                <a:lnTo>
                  <a:pt x="14235" y="14527"/>
                </a:lnTo>
                <a:lnTo>
                  <a:pt x="14259" y="14284"/>
                </a:lnTo>
                <a:lnTo>
                  <a:pt x="14235" y="14065"/>
                </a:lnTo>
                <a:lnTo>
                  <a:pt x="14211" y="13943"/>
                </a:lnTo>
                <a:lnTo>
                  <a:pt x="14186" y="13846"/>
                </a:lnTo>
                <a:close/>
                <a:moveTo>
                  <a:pt x="2994" y="13919"/>
                </a:moveTo>
                <a:lnTo>
                  <a:pt x="2848" y="14065"/>
                </a:lnTo>
                <a:lnTo>
                  <a:pt x="2702" y="14211"/>
                </a:lnTo>
                <a:lnTo>
                  <a:pt x="2458" y="14552"/>
                </a:lnTo>
                <a:lnTo>
                  <a:pt x="2288" y="14819"/>
                </a:lnTo>
                <a:lnTo>
                  <a:pt x="2191" y="15014"/>
                </a:lnTo>
                <a:lnTo>
                  <a:pt x="2142" y="15184"/>
                </a:lnTo>
                <a:lnTo>
                  <a:pt x="2045" y="15087"/>
                </a:lnTo>
                <a:lnTo>
                  <a:pt x="2239" y="14771"/>
                </a:lnTo>
                <a:lnTo>
                  <a:pt x="2434" y="14479"/>
                </a:lnTo>
                <a:lnTo>
                  <a:pt x="2629" y="14211"/>
                </a:lnTo>
                <a:lnTo>
                  <a:pt x="2799" y="13919"/>
                </a:lnTo>
                <a:close/>
                <a:moveTo>
                  <a:pt x="4405" y="14381"/>
                </a:moveTo>
                <a:lnTo>
                  <a:pt x="4381" y="14649"/>
                </a:lnTo>
                <a:lnTo>
                  <a:pt x="4308" y="14941"/>
                </a:lnTo>
                <a:lnTo>
                  <a:pt x="4259" y="15087"/>
                </a:lnTo>
                <a:lnTo>
                  <a:pt x="4162" y="15209"/>
                </a:lnTo>
                <a:lnTo>
                  <a:pt x="4040" y="15330"/>
                </a:lnTo>
                <a:lnTo>
                  <a:pt x="3894" y="15403"/>
                </a:lnTo>
                <a:lnTo>
                  <a:pt x="3894" y="15403"/>
                </a:lnTo>
                <a:lnTo>
                  <a:pt x="4016" y="15160"/>
                </a:lnTo>
                <a:lnTo>
                  <a:pt x="4235" y="14771"/>
                </a:lnTo>
                <a:lnTo>
                  <a:pt x="4308" y="14576"/>
                </a:lnTo>
                <a:lnTo>
                  <a:pt x="4405" y="14381"/>
                </a:lnTo>
                <a:close/>
                <a:moveTo>
                  <a:pt x="3845" y="13895"/>
                </a:moveTo>
                <a:lnTo>
                  <a:pt x="3651" y="14041"/>
                </a:lnTo>
                <a:lnTo>
                  <a:pt x="3456" y="14211"/>
                </a:lnTo>
                <a:lnTo>
                  <a:pt x="3286" y="14406"/>
                </a:lnTo>
                <a:lnTo>
                  <a:pt x="3140" y="14625"/>
                </a:lnTo>
                <a:lnTo>
                  <a:pt x="2848" y="15038"/>
                </a:lnTo>
                <a:lnTo>
                  <a:pt x="2629" y="15476"/>
                </a:lnTo>
                <a:lnTo>
                  <a:pt x="2629" y="15501"/>
                </a:lnTo>
                <a:lnTo>
                  <a:pt x="2458" y="15428"/>
                </a:lnTo>
                <a:lnTo>
                  <a:pt x="2556" y="15306"/>
                </a:lnTo>
                <a:lnTo>
                  <a:pt x="2629" y="15160"/>
                </a:lnTo>
                <a:lnTo>
                  <a:pt x="2726" y="14941"/>
                </a:lnTo>
                <a:lnTo>
                  <a:pt x="2896" y="14673"/>
                </a:lnTo>
                <a:lnTo>
                  <a:pt x="3067" y="14406"/>
                </a:lnTo>
                <a:lnTo>
                  <a:pt x="3261" y="14162"/>
                </a:lnTo>
                <a:lnTo>
                  <a:pt x="3432" y="13919"/>
                </a:lnTo>
                <a:lnTo>
                  <a:pt x="3845" y="13895"/>
                </a:lnTo>
                <a:close/>
                <a:moveTo>
                  <a:pt x="4381" y="13895"/>
                </a:moveTo>
                <a:lnTo>
                  <a:pt x="4381" y="14065"/>
                </a:lnTo>
                <a:lnTo>
                  <a:pt x="4186" y="14260"/>
                </a:lnTo>
                <a:lnTo>
                  <a:pt x="4016" y="14503"/>
                </a:lnTo>
                <a:lnTo>
                  <a:pt x="3724" y="14990"/>
                </a:lnTo>
                <a:lnTo>
                  <a:pt x="3529" y="15257"/>
                </a:lnTo>
                <a:lnTo>
                  <a:pt x="3359" y="15549"/>
                </a:lnTo>
                <a:lnTo>
                  <a:pt x="3261" y="15574"/>
                </a:lnTo>
                <a:lnTo>
                  <a:pt x="2994" y="15574"/>
                </a:lnTo>
                <a:lnTo>
                  <a:pt x="3237" y="15160"/>
                </a:lnTo>
                <a:lnTo>
                  <a:pt x="3505" y="14746"/>
                </a:lnTo>
                <a:lnTo>
                  <a:pt x="3821" y="14333"/>
                </a:lnTo>
                <a:lnTo>
                  <a:pt x="3967" y="14114"/>
                </a:lnTo>
                <a:lnTo>
                  <a:pt x="4113" y="13895"/>
                </a:lnTo>
                <a:close/>
                <a:moveTo>
                  <a:pt x="15865" y="13846"/>
                </a:moveTo>
                <a:lnTo>
                  <a:pt x="15695" y="13968"/>
                </a:lnTo>
                <a:lnTo>
                  <a:pt x="15525" y="14089"/>
                </a:lnTo>
                <a:lnTo>
                  <a:pt x="15403" y="14211"/>
                </a:lnTo>
                <a:lnTo>
                  <a:pt x="15306" y="14333"/>
                </a:lnTo>
                <a:lnTo>
                  <a:pt x="15111" y="14625"/>
                </a:lnTo>
                <a:lnTo>
                  <a:pt x="14965" y="14844"/>
                </a:lnTo>
                <a:lnTo>
                  <a:pt x="14819" y="15063"/>
                </a:lnTo>
                <a:lnTo>
                  <a:pt x="14746" y="15184"/>
                </a:lnTo>
                <a:lnTo>
                  <a:pt x="14697" y="15306"/>
                </a:lnTo>
                <a:lnTo>
                  <a:pt x="14673" y="15452"/>
                </a:lnTo>
                <a:lnTo>
                  <a:pt x="14673" y="15574"/>
                </a:lnTo>
                <a:lnTo>
                  <a:pt x="14503" y="15428"/>
                </a:lnTo>
                <a:lnTo>
                  <a:pt x="14381" y="15257"/>
                </a:lnTo>
                <a:lnTo>
                  <a:pt x="14478" y="15111"/>
                </a:lnTo>
                <a:lnTo>
                  <a:pt x="14551" y="14965"/>
                </a:lnTo>
                <a:lnTo>
                  <a:pt x="14673" y="14673"/>
                </a:lnTo>
                <a:lnTo>
                  <a:pt x="14819" y="14284"/>
                </a:lnTo>
                <a:lnTo>
                  <a:pt x="14868" y="14065"/>
                </a:lnTo>
                <a:lnTo>
                  <a:pt x="14892" y="13870"/>
                </a:lnTo>
                <a:lnTo>
                  <a:pt x="14868" y="13846"/>
                </a:lnTo>
                <a:close/>
                <a:moveTo>
                  <a:pt x="16790" y="14625"/>
                </a:moveTo>
                <a:lnTo>
                  <a:pt x="16766" y="14917"/>
                </a:lnTo>
                <a:lnTo>
                  <a:pt x="16717" y="15184"/>
                </a:lnTo>
                <a:lnTo>
                  <a:pt x="16644" y="15330"/>
                </a:lnTo>
                <a:lnTo>
                  <a:pt x="16571" y="15452"/>
                </a:lnTo>
                <a:lnTo>
                  <a:pt x="16449" y="15574"/>
                </a:lnTo>
                <a:lnTo>
                  <a:pt x="16352" y="15647"/>
                </a:lnTo>
                <a:lnTo>
                  <a:pt x="16352" y="15647"/>
                </a:lnTo>
                <a:lnTo>
                  <a:pt x="16571" y="15111"/>
                </a:lnTo>
                <a:lnTo>
                  <a:pt x="16693" y="14868"/>
                </a:lnTo>
                <a:lnTo>
                  <a:pt x="16790" y="14625"/>
                </a:lnTo>
                <a:close/>
                <a:moveTo>
                  <a:pt x="16498" y="13846"/>
                </a:moveTo>
                <a:lnTo>
                  <a:pt x="16328" y="14041"/>
                </a:lnTo>
                <a:lnTo>
                  <a:pt x="16133" y="14260"/>
                </a:lnTo>
                <a:lnTo>
                  <a:pt x="15987" y="14479"/>
                </a:lnTo>
                <a:lnTo>
                  <a:pt x="15817" y="14746"/>
                </a:lnTo>
                <a:lnTo>
                  <a:pt x="15525" y="15257"/>
                </a:lnTo>
                <a:lnTo>
                  <a:pt x="15379" y="15549"/>
                </a:lnTo>
                <a:lnTo>
                  <a:pt x="15257" y="15817"/>
                </a:lnTo>
                <a:lnTo>
                  <a:pt x="15062" y="15768"/>
                </a:lnTo>
                <a:lnTo>
                  <a:pt x="14868" y="15695"/>
                </a:lnTo>
                <a:lnTo>
                  <a:pt x="14965" y="15622"/>
                </a:lnTo>
                <a:lnTo>
                  <a:pt x="15038" y="15549"/>
                </a:lnTo>
                <a:lnTo>
                  <a:pt x="15160" y="15355"/>
                </a:lnTo>
                <a:lnTo>
                  <a:pt x="15379" y="14941"/>
                </a:lnTo>
                <a:lnTo>
                  <a:pt x="15719" y="14381"/>
                </a:lnTo>
                <a:lnTo>
                  <a:pt x="15817" y="14260"/>
                </a:lnTo>
                <a:lnTo>
                  <a:pt x="15865" y="14114"/>
                </a:lnTo>
                <a:lnTo>
                  <a:pt x="16011" y="13846"/>
                </a:lnTo>
                <a:close/>
                <a:moveTo>
                  <a:pt x="16717" y="13846"/>
                </a:moveTo>
                <a:lnTo>
                  <a:pt x="16766" y="14235"/>
                </a:lnTo>
                <a:lnTo>
                  <a:pt x="16620" y="14430"/>
                </a:lnTo>
                <a:lnTo>
                  <a:pt x="16474" y="14625"/>
                </a:lnTo>
                <a:lnTo>
                  <a:pt x="16255" y="15063"/>
                </a:lnTo>
                <a:lnTo>
                  <a:pt x="16084" y="15428"/>
                </a:lnTo>
                <a:lnTo>
                  <a:pt x="15987" y="15622"/>
                </a:lnTo>
                <a:lnTo>
                  <a:pt x="15938" y="15817"/>
                </a:lnTo>
                <a:lnTo>
                  <a:pt x="15646" y="15841"/>
                </a:lnTo>
                <a:lnTo>
                  <a:pt x="15890" y="15379"/>
                </a:lnTo>
                <a:lnTo>
                  <a:pt x="16133" y="14917"/>
                </a:lnTo>
                <a:lnTo>
                  <a:pt x="16401" y="14381"/>
                </a:lnTo>
                <a:lnTo>
                  <a:pt x="16644" y="13846"/>
                </a:lnTo>
                <a:close/>
                <a:moveTo>
                  <a:pt x="8493" y="1"/>
                </a:moveTo>
                <a:lnTo>
                  <a:pt x="7884" y="25"/>
                </a:lnTo>
                <a:lnTo>
                  <a:pt x="7252" y="98"/>
                </a:lnTo>
                <a:lnTo>
                  <a:pt x="6619" y="171"/>
                </a:lnTo>
                <a:lnTo>
                  <a:pt x="6011" y="317"/>
                </a:lnTo>
                <a:lnTo>
                  <a:pt x="5427" y="488"/>
                </a:lnTo>
                <a:lnTo>
                  <a:pt x="5135" y="585"/>
                </a:lnTo>
                <a:lnTo>
                  <a:pt x="4867" y="707"/>
                </a:lnTo>
                <a:lnTo>
                  <a:pt x="4600" y="853"/>
                </a:lnTo>
                <a:lnTo>
                  <a:pt x="4356" y="999"/>
                </a:lnTo>
                <a:lnTo>
                  <a:pt x="4113" y="1169"/>
                </a:lnTo>
                <a:lnTo>
                  <a:pt x="3894" y="1339"/>
                </a:lnTo>
                <a:lnTo>
                  <a:pt x="3699" y="1534"/>
                </a:lnTo>
                <a:lnTo>
                  <a:pt x="3529" y="1753"/>
                </a:lnTo>
                <a:lnTo>
                  <a:pt x="3310" y="2045"/>
                </a:lnTo>
                <a:lnTo>
                  <a:pt x="3115" y="2385"/>
                </a:lnTo>
                <a:lnTo>
                  <a:pt x="2945" y="2702"/>
                </a:lnTo>
                <a:lnTo>
                  <a:pt x="2799" y="3042"/>
                </a:lnTo>
                <a:lnTo>
                  <a:pt x="2507" y="3748"/>
                </a:lnTo>
                <a:lnTo>
                  <a:pt x="2264" y="4454"/>
                </a:lnTo>
                <a:lnTo>
                  <a:pt x="2142" y="4405"/>
                </a:lnTo>
                <a:lnTo>
                  <a:pt x="2020" y="4356"/>
                </a:lnTo>
                <a:lnTo>
                  <a:pt x="1728" y="4356"/>
                </a:lnTo>
                <a:lnTo>
                  <a:pt x="1412" y="4405"/>
                </a:lnTo>
                <a:lnTo>
                  <a:pt x="1193" y="4478"/>
                </a:lnTo>
                <a:lnTo>
                  <a:pt x="998" y="4551"/>
                </a:lnTo>
                <a:lnTo>
                  <a:pt x="804" y="4624"/>
                </a:lnTo>
                <a:lnTo>
                  <a:pt x="633" y="4746"/>
                </a:lnTo>
                <a:lnTo>
                  <a:pt x="487" y="4867"/>
                </a:lnTo>
                <a:lnTo>
                  <a:pt x="366" y="5013"/>
                </a:lnTo>
                <a:lnTo>
                  <a:pt x="244" y="5159"/>
                </a:lnTo>
                <a:lnTo>
                  <a:pt x="147" y="5354"/>
                </a:lnTo>
                <a:lnTo>
                  <a:pt x="49" y="5524"/>
                </a:lnTo>
                <a:lnTo>
                  <a:pt x="25" y="5695"/>
                </a:lnTo>
                <a:lnTo>
                  <a:pt x="1" y="5865"/>
                </a:lnTo>
                <a:lnTo>
                  <a:pt x="25" y="6060"/>
                </a:lnTo>
                <a:lnTo>
                  <a:pt x="49" y="6230"/>
                </a:lnTo>
                <a:lnTo>
                  <a:pt x="122" y="6400"/>
                </a:lnTo>
                <a:lnTo>
                  <a:pt x="220" y="6571"/>
                </a:lnTo>
                <a:lnTo>
                  <a:pt x="317" y="6692"/>
                </a:lnTo>
                <a:lnTo>
                  <a:pt x="463" y="6814"/>
                </a:lnTo>
                <a:lnTo>
                  <a:pt x="658" y="6911"/>
                </a:lnTo>
                <a:lnTo>
                  <a:pt x="901" y="6984"/>
                </a:lnTo>
                <a:lnTo>
                  <a:pt x="1023" y="6984"/>
                </a:lnTo>
                <a:lnTo>
                  <a:pt x="1120" y="7009"/>
                </a:lnTo>
                <a:lnTo>
                  <a:pt x="1242" y="6984"/>
                </a:lnTo>
                <a:lnTo>
                  <a:pt x="1363" y="6960"/>
                </a:lnTo>
                <a:lnTo>
                  <a:pt x="1169" y="7495"/>
                </a:lnTo>
                <a:lnTo>
                  <a:pt x="1071" y="7739"/>
                </a:lnTo>
                <a:lnTo>
                  <a:pt x="998" y="8006"/>
                </a:lnTo>
                <a:lnTo>
                  <a:pt x="901" y="8542"/>
                </a:lnTo>
                <a:lnTo>
                  <a:pt x="779" y="9393"/>
                </a:lnTo>
                <a:lnTo>
                  <a:pt x="731" y="10245"/>
                </a:lnTo>
                <a:lnTo>
                  <a:pt x="731" y="11072"/>
                </a:lnTo>
                <a:lnTo>
                  <a:pt x="755" y="11875"/>
                </a:lnTo>
                <a:lnTo>
                  <a:pt x="852" y="12702"/>
                </a:lnTo>
                <a:lnTo>
                  <a:pt x="974" y="13505"/>
                </a:lnTo>
                <a:lnTo>
                  <a:pt x="925" y="13505"/>
                </a:lnTo>
                <a:lnTo>
                  <a:pt x="877" y="13530"/>
                </a:lnTo>
                <a:lnTo>
                  <a:pt x="828" y="13578"/>
                </a:lnTo>
                <a:lnTo>
                  <a:pt x="804" y="13627"/>
                </a:lnTo>
                <a:lnTo>
                  <a:pt x="804" y="13676"/>
                </a:lnTo>
                <a:lnTo>
                  <a:pt x="804" y="13749"/>
                </a:lnTo>
                <a:lnTo>
                  <a:pt x="828" y="13797"/>
                </a:lnTo>
                <a:lnTo>
                  <a:pt x="877" y="13846"/>
                </a:lnTo>
                <a:lnTo>
                  <a:pt x="925" y="13870"/>
                </a:lnTo>
                <a:lnTo>
                  <a:pt x="1193" y="13895"/>
                </a:lnTo>
                <a:lnTo>
                  <a:pt x="1461" y="13919"/>
                </a:lnTo>
                <a:lnTo>
                  <a:pt x="1412" y="14041"/>
                </a:lnTo>
                <a:lnTo>
                  <a:pt x="1363" y="14187"/>
                </a:lnTo>
                <a:lnTo>
                  <a:pt x="1315" y="14333"/>
                </a:lnTo>
                <a:lnTo>
                  <a:pt x="1315" y="14479"/>
                </a:lnTo>
                <a:lnTo>
                  <a:pt x="1315" y="14649"/>
                </a:lnTo>
                <a:lnTo>
                  <a:pt x="1339" y="14795"/>
                </a:lnTo>
                <a:lnTo>
                  <a:pt x="1363" y="14941"/>
                </a:lnTo>
                <a:lnTo>
                  <a:pt x="1412" y="15063"/>
                </a:lnTo>
                <a:lnTo>
                  <a:pt x="1534" y="15282"/>
                </a:lnTo>
                <a:lnTo>
                  <a:pt x="1680" y="15476"/>
                </a:lnTo>
                <a:lnTo>
                  <a:pt x="1850" y="15647"/>
                </a:lnTo>
                <a:lnTo>
                  <a:pt x="2020" y="15768"/>
                </a:lnTo>
                <a:lnTo>
                  <a:pt x="2215" y="15890"/>
                </a:lnTo>
                <a:lnTo>
                  <a:pt x="2434" y="15987"/>
                </a:lnTo>
                <a:lnTo>
                  <a:pt x="2677" y="16036"/>
                </a:lnTo>
                <a:lnTo>
                  <a:pt x="2921" y="16085"/>
                </a:lnTo>
                <a:lnTo>
                  <a:pt x="3115" y="16109"/>
                </a:lnTo>
                <a:lnTo>
                  <a:pt x="3334" y="16109"/>
                </a:lnTo>
                <a:lnTo>
                  <a:pt x="3529" y="16085"/>
                </a:lnTo>
                <a:lnTo>
                  <a:pt x="3748" y="16036"/>
                </a:lnTo>
                <a:lnTo>
                  <a:pt x="3943" y="15963"/>
                </a:lnTo>
                <a:lnTo>
                  <a:pt x="4137" y="15890"/>
                </a:lnTo>
                <a:lnTo>
                  <a:pt x="4308" y="15793"/>
                </a:lnTo>
                <a:lnTo>
                  <a:pt x="4478" y="15647"/>
                </a:lnTo>
                <a:lnTo>
                  <a:pt x="4648" y="15476"/>
                </a:lnTo>
                <a:lnTo>
                  <a:pt x="4770" y="15282"/>
                </a:lnTo>
                <a:lnTo>
                  <a:pt x="4843" y="15063"/>
                </a:lnTo>
                <a:lnTo>
                  <a:pt x="4892" y="14844"/>
                </a:lnTo>
                <a:lnTo>
                  <a:pt x="4940" y="14600"/>
                </a:lnTo>
                <a:lnTo>
                  <a:pt x="4940" y="14357"/>
                </a:lnTo>
                <a:lnTo>
                  <a:pt x="4916" y="13895"/>
                </a:lnTo>
                <a:lnTo>
                  <a:pt x="5062" y="13895"/>
                </a:lnTo>
                <a:lnTo>
                  <a:pt x="9515" y="13870"/>
                </a:lnTo>
                <a:lnTo>
                  <a:pt x="14040" y="13846"/>
                </a:lnTo>
                <a:lnTo>
                  <a:pt x="13967" y="13919"/>
                </a:lnTo>
                <a:lnTo>
                  <a:pt x="13919" y="13992"/>
                </a:lnTo>
                <a:lnTo>
                  <a:pt x="13846" y="14162"/>
                </a:lnTo>
                <a:lnTo>
                  <a:pt x="13797" y="14357"/>
                </a:lnTo>
                <a:lnTo>
                  <a:pt x="13797" y="14576"/>
                </a:lnTo>
                <a:lnTo>
                  <a:pt x="13821" y="14795"/>
                </a:lnTo>
                <a:lnTo>
                  <a:pt x="13846" y="14990"/>
                </a:lnTo>
                <a:lnTo>
                  <a:pt x="13943" y="15355"/>
                </a:lnTo>
                <a:lnTo>
                  <a:pt x="13967" y="15476"/>
                </a:lnTo>
                <a:lnTo>
                  <a:pt x="14016" y="15574"/>
                </a:lnTo>
                <a:lnTo>
                  <a:pt x="14162" y="15768"/>
                </a:lnTo>
                <a:lnTo>
                  <a:pt x="14357" y="15914"/>
                </a:lnTo>
                <a:lnTo>
                  <a:pt x="14551" y="16060"/>
                </a:lnTo>
                <a:lnTo>
                  <a:pt x="14795" y="16158"/>
                </a:lnTo>
                <a:lnTo>
                  <a:pt x="15038" y="16231"/>
                </a:lnTo>
                <a:lnTo>
                  <a:pt x="15281" y="16279"/>
                </a:lnTo>
                <a:lnTo>
                  <a:pt x="15500" y="16328"/>
                </a:lnTo>
                <a:lnTo>
                  <a:pt x="15744" y="16328"/>
                </a:lnTo>
                <a:lnTo>
                  <a:pt x="15963" y="16304"/>
                </a:lnTo>
                <a:lnTo>
                  <a:pt x="16157" y="16255"/>
                </a:lnTo>
                <a:lnTo>
                  <a:pt x="16352" y="16182"/>
                </a:lnTo>
                <a:lnTo>
                  <a:pt x="16547" y="16060"/>
                </a:lnTo>
                <a:lnTo>
                  <a:pt x="16717" y="15939"/>
                </a:lnTo>
                <a:lnTo>
                  <a:pt x="16887" y="15793"/>
                </a:lnTo>
                <a:lnTo>
                  <a:pt x="17033" y="15622"/>
                </a:lnTo>
                <a:lnTo>
                  <a:pt x="17131" y="15428"/>
                </a:lnTo>
                <a:lnTo>
                  <a:pt x="17204" y="15209"/>
                </a:lnTo>
                <a:lnTo>
                  <a:pt x="17252" y="14990"/>
                </a:lnTo>
                <a:lnTo>
                  <a:pt x="17277" y="14746"/>
                </a:lnTo>
                <a:lnTo>
                  <a:pt x="17277" y="14527"/>
                </a:lnTo>
                <a:lnTo>
                  <a:pt x="17277" y="14284"/>
                </a:lnTo>
                <a:lnTo>
                  <a:pt x="17204" y="13822"/>
                </a:lnTo>
                <a:lnTo>
                  <a:pt x="18250" y="13797"/>
                </a:lnTo>
                <a:lnTo>
                  <a:pt x="18372" y="13773"/>
                </a:lnTo>
                <a:lnTo>
                  <a:pt x="18445" y="13724"/>
                </a:lnTo>
                <a:lnTo>
                  <a:pt x="18493" y="13627"/>
                </a:lnTo>
                <a:lnTo>
                  <a:pt x="18493" y="13530"/>
                </a:lnTo>
                <a:lnTo>
                  <a:pt x="18493" y="13457"/>
                </a:lnTo>
                <a:lnTo>
                  <a:pt x="18445" y="13359"/>
                </a:lnTo>
                <a:lnTo>
                  <a:pt x="18372" y="13311"/>
                </a:lnTo>
                <a:lnTo>
                  <a:pt x="18250" y="13286"/>
                </a:lnTo>
                <a:lnTo>
                  <a:pt x="18445" y="12556"/>
                </a:lnTo>
                <a:lnTo>
                  <a:pt x="18566" y="11802"/>
                </a:lnTo>
                <a:lnTo>
                  <a:pt x="18639" y="11048"/>
                </a:lnTo>
                <a:lnTo>
                  <a:pt x="18664" y="10293"/>
                </a:lnTo>
                <a:lnTo>
                  <a:pt x="18639" y="9880"/>
                </a:lnTo>
                <a:lnTo>
                  <a:pt x="18615" y="9466"/>
                </a:lnTo>
                <a:lnTo>
                  <a:pt x="18493" y="8639"/>
                </a:lnTo>
                <a:lnTo>
                  <a:pt x="18445" y="8323"/>
                </a:lnTo>
                <a:lnTo>
                  <a:pt x="18372" y="7982"/>
                </a:lnTo>
                <a:lnTo>
                  <a:pt x="18250" y="7666"/>
                </a:lnTo>
                <a:lnTo>
                  <a:pt x="18177" y="7520"/>
                </a:lnTo>
                <a:lnTo>
                  <a:pt x="18104" y="7374"/>
                </a:lnTo>
                <a:lnTo>
                  <a:pt x="18080" y="7276"/>
                </a:lnTo>
                <a:lnTo>
                  <a:pt x="17982" y="6887"/>
                </a:lnTo>
                <a:lnTo>
                  <a:pt x="18274" y="6838"/>
                </a:lnTo>
                <a:lnTo>
                  <a:pt x="18542" y="6741"/>
                </a:lnTo>
                <a:lnTo>
                  <a:pt x="18834" y="6644"/>
                </a:lnTo>
                <a:lnTo>
                  <a:pt x="19102" y="6498"/>
                </a:lnTo>
                <a:lnTo>
                  <a:pt x="19199" y="6400"/>
                </a:lnTo>
                <a:lnTo>
                  <a:pt x="19272" y="6279"/>
                </a:lnTo>
                <a:lnTo>
                  <a:pt x="19321" y="6157"/>
                </a:lnTo>
                <a:lnTo>
                  <a:pt x="19321" y="6011"/>
                </a:lnTo>
                <a:lnTo>
                  <a:pt x="19321" y="5841"/>
                </a:lnTo>
                <a:lnTo>
                  <a:pt x="19321" y="5695"/>
                </a:lnTo>
                <a:lnTo>
                  <a:pt x="19272" y="5451"/>
                </a:lnTo>
                <a:lnTo>
                  <a:pt x="19199" y="5281"/>
                </a:lnTo>
                <a:lnTo>
                  <a:pt x="19126" y="5135"/>
                </a:lnTo>
                <a:lnTo>
                  <a:pt x="19029" y="5013"/>
                </a:lnTo>
                <a:lnTo>
                  <a:pt x="18907" y="4892"/>
                </a:lnTo>
                <a:lnTo>
                  <a:pt x="18785" y="4794"/>
                </a:lnTo>
                <a:lnTo>
                  <a:pt x="18664" y="4697"/>
                </a:lnTo>
                <a:lnTo>
                  <a:pt x="18372" y="4527"/>
                </a:lnTo>
                <a:lnTo>
                  <a:pt x="18080" y="4429"/>
                </a:lnTo>
                <a:lnTo>
                  <a:pt x="17934" y="4356"/>
                </a:lnTo>
                <a:lnTo>
                  <a:pt x="17763" y="4332"/>
                </a:lnTo>
                <a:lnTo>
                  <a:pt x="17593" y="4308"/>
                </a:lnTo>
                <a:lnTo>
                  <a:pt x="17423" y="4308"/>
                </a:lnTo>
                <a:lnTo>
                  <a:pt x="17252" y="4356"/>
                </a:lnTo>
                <a:lnTo>
                  <a:pt x="17131" y="4405"/>
                </a:lnTo>
                <a:lnTo>
                  <a:pt x="17082" y="4478"/>
                </a:lnTo>
                <a:lnTo>
                  <a:pt x="17082" y="4527"/>
                </a:lnTo>
                <a:lnTo>
                  <a:pt x="16863" y="3967"/>
                </a:lnTo>
                <a:lnTo>
                  <a:pt x="16595" y="3261"/>
                </a:lnTo>
                <a:lnTo>
                  <a:pt x="16303" y="2580"/>
                </a:lnTo>
                <a:lnTo>
                  <a:pt x="16133" y="2239"/>
                </a:lnTo>
                <a:lnTo>
                  <a:pt x="15938" y="1923"/>
                </a:lnTo>
                <a:lnTo>
                  <a:pt x="15719" y="1607"/>
                </a:lnTo>
                <a:lnTo>
                  <a:pt x="15476" y="1315"/>
                </a:lnTo>
                <a:lnTo>
                  <a:pt x="15354" y="1193"/>
                </a:lnTo>
                <a:lnTo>
                  <a:pt x="15379" y="1145"/>
                </a:lnTo>
                <a:lnTo>
                  <a:pt x="15403" y="1120"/>
                </a:lnTo>
                <a:lnTo>
                  <a:pt x="15379" y="1023"/>
                </a:lnTo>
                <a:lnTo>
                  <a:pt x="15306" y="974"/>
                </a:lnTo>
                <a:lnTo>
                  <a:pt x="15257" y="950"/>
                </a:lnTo>
                <a:lnTo>
                  <a:pt x="15208" y="950"/>
                </a:lnTo>
                <a:lnTo>
                  <a:pt x="15111" y="974"/>
                </a:lnTo>
                <a:lnTo>
                  <a:pt x="14892" y="804"/>
                </a:lnTo>
                <a:lnTo>
                  <a:pt x="14624" y="658"/>
                </a:lnTo>
                <a:lnTo>
                  <a:pt x="14381" y="536"/>
                </a:lnTo>
                <a:lnTo>
                  <a:pt x="14113" y="415"/>
                </a:lnTo>
                <a:lnTo>
                  <a:pt x="13821" y="317"/>
                </a:lnTo>
                <a:lnTo>
                  <a:pt x="13530" y="244"/>
                </a:lnTo>
                <a:lnTo>
                  <a:pt x="12970" y="123"/>
                </a:lnTo>
                <a:lnTo>
                  <a:pt x="12556" y="74"/>
                </a:lnTo>
                <a:lnTo>
                  <a:pt x="12143" y="50"/>
                </a:lnTo>
                <a:lnTo>
                  <a:pt x="11729" y="50"/>
                </a:lnTo>
                <a:lnTo>
                  <a:pt x="11291" y="74"/>
                </a:lnTo>
                <a:lnTo>
                  <a:pt x="10902" y="50"/>
                </a:lnTo>
                <a:lnTo>
                  <a:pt x="10123" y="25"/>
                </a:lnTo>
                <a:lnTo>
                  <a:pt x="9077" y="1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08" name="Google Shape;208;p18"/>
          <p:cNvSpPr/>
          <p:nvPr/>
        </p:nvSpPr>
        <p:spPr>
          <a:xfrm>
            <a:off x="5042975" y="956162"/>
            <a:ext cx="430192" cy="325916"/>
          </a:xfrm>
          <a:custGeom>
            <a:rect b="b" l="l" r="r" t="t"/>
            <a:pathLst>
              <a:path extrusionOk="0" h="15136" w="19126">
                <a:moveTo>
                  <a:pt x="8979" y="2628"/>
                </a:moveTo>
                <a:lnTo>
                  <a:pt x="8687" y="2653"/>
                </a:lnTo>
                <a:lnTo>
                  <a:pt x="8395" y="2701"/>
                </a:lnTo>
                <a:lnTo>
                  <a:pt x="7811" y="2799"/>
                </a:lnTo>
                <a:lnTo>
                  <a:pt x="7543" y="2872"/>
                </a:lnTo>
                <a:lnTo>
                  <a:pt x="7251" y="2969"/>
                </a:lnTo>
                <a:lnTo>
                  <a:pt x="7130" y="3042"/>
                </a:lnTo>
                <a:lnTo>
                  <a:pt x="7008" y="3139"/>
                </a:lnTo>
                <a:lnTo>
                  <a:pt x="6935" y="3237"/>
                </a:lnTo>
                <a:lnTo>
                  <a:pt x="6886" y="3383"/>
                </a:lnTo>
                <a:lnTo>
                  <a:pt x="6886" y="3456"/>
                </a:lnTo>
                <a:lnTo>
                  <a:pt x="6935" y="3529"/>
                </a:lnTo>
                <a:lnTo>
                  <a:pt x="7032" y="3553"/>
                </a:lnTo>
                <a:lnTo>
                  <a:pt x="7105" y="3577"/>
                </a:lnTo>
                <a:lnTo>
                  <a:pt x="7203" y="3577"/>
                </a:lnTo>
                <a:lnTo>
                  <a:pt x="7300" y="3553"/>
                </a:lnTo>
                <a:lnTo>
                  <a:pt x="7470" y="3480"/>
                </a:lnTo>
                <a:lnTo>
                  <a:pt x="7641" y="3407"/>
                </a:lnTo>
                <a:lnTo>
                  <a:pt x="7908" y="3334"/>
                </a:lnTo>
                <a:lnTo>
                  <a:pt x="8176" y="3261"/>
                </a:lnTo>
                <a:lnTo>
                  <a:pt x="8736" y="3188"/>
                </a:lnTo>
                <a:lnTo>
                  <a:pt x="9076" y="3164"/>
                </a:lnTo>
                <a:lnTo>
                  <a:pt x="9563" y="3139"/>
                </a:lnTo>
                <a:lnTo>
                  <a:pt x="9806" y="3164"/>
                </a:lnTo>
                <a:lnTo>
                  <a:pt x="10025" y="3212"/>
                </a:lnTo>
                <a:lnTo>
                  <a:pt x="10196" y="3261"/>
                </a:lnTo>
                <a:lnTo>
                  <a:pt x="10269" y="3310"/>
                </a:lnTo>
                <a:lnTo>
                  <a:pt x="10317" y="3383"/>
                </a:lnTo>
                <a:lnTo>
                  <a:pt x="10390" y="3456"/>
                </a:lnTo>
                <a:lnTo>
                  <a:pt x="10487" y="3504"/>
                </a:lnTo>
                <a:lnTo>
                  <a:pt x="10585" y="3504"/>
                </a:lnTo>
                <a:lnTo>
                  <a:pt x="10682" y="3456"/>
                </a:lnTo>
                <a:lnTo>
                  <a:pt x="10755" y="3407"/>
                </a:lnTo>
                <a:lnTo>
                  <a:pt x="10804" y="3310"/>
                </a:lnTo>
                <a:lnTo>
                  <a:pt x="10828" y="3212"/>
                </a:lnTo>
                <a:lnTo>
                  <a:pt x="10779" y="3091"/>
                </a:lnTo>
                <a:lnTo>
                  <a:pt x="10706" y="2993"/>
                </a:lnTo>
                <a:lnTo>
                  <a:pt x="10633" y="2920"/>
                </a:lnTo>
                <a:lnTo>
                  <a:pt x="10536" y="2847"/>
                </a:lnTo>
                <a:lnTo>
                  <a:pt x="10439" y="2799"/>
                </a:lnTo>
                <a:lnTo>
                  <a:pt x="10220" y="2726"/>
                </a:lnTo>
                <a:lnTo>
                  <a:pt x="9952" y="2653"/>
                </a:lnTo>
                <a:lnTo>
                  <a:pt x="9709" y="2628"/>
                </a:lnTo>
                <a:close/>
                <a:moveTo>
                  <a:pt x="13797" y="3577"/>
                </a:moveTo>
                <a:lnTo>
                  <a:pt x="13578" y="3601"/>
                </a:lnTo>
                <a:lnTo>
                  <a:pt x="13334" y="3650"/>
                </a:lnTo>
                <a:lnTo>
                  <a:pt x="13115" y="3723"/>
                </a:lnTo>
                <a:lnTo>
                  <a:pt x="13018" y="3772"/>
                </a:lnTo>
                <a:lnTo>
                  <a:pt x="12945" y="3845"/>
                </a:lnTo>
                <a:lnTo>
                  <a:pt x="12945" y="3893"/>
                </a:lnTo>
                <a:lnTo>
                  <a:pt x="12945" y="3918"/>
                </a:lnTo>
                <a:lnTo>
                  <a:pt x="13042" y="3942"/>
                </a:lnTo>
                <a:lnTo>
                  <a:pt x="13140" y="3966"/>
                </a:lnTo>
                <a:lnTo>
                  <a:pt x="13334" y="3966"/>
                </a:lnTo>
                <a:lnTo>
                  <a:pt x="13699" y="3942"/>
                </a:lnTo>
                <a:lnTo>
                  <a:pt x="13918" y="3942"/>
                </a:lnTo>
                <a:lnTo>
                  <a:pt x="14137" y="3966"/>
                </a:lnTo>
                <a:lnTo>
                  <a:pt x="14356" y="3966"/>
                </a:lnTo>
                <a:lnTo>
                  <a:pt x="14478" y="3942"/>
                </a:lnTo>
                <a:lnTo>
                  <a:pt x="14575" y="3918"/>
                </a:lnTo>
                <a:lnTo>
                  <a:pt x="14600" y="3893"/>
                </a:lnTo>
                <a:lnTo>
                  <a:pt x="14600" y="3869"/>
                </a:lnTo>
                <a:lnTo>
                  <a:pt x="14624" y="3820"/>
                </a:lnTo>
                <a:lnTo>
                  <a:pt x="14600" y="3772"/>
                </a:lnTo>
                <a:lnTo>
                  <a:pt x="14527" y="3699"/>
                </a:lnTo>
                <a:lnTo>
                  <a:pt x="14454" y="3650"/>
                </a:lnTo>
                <a:lnTo>
                  <a:pt x="14381" y="3601"/>
                </a:lnTo>
                <a:lnTo>
                  <a:pt x="14186" y="3577"/>
                </a:lnTo>
                <a:close/>
                <a:moveTo>
                  <a:pt x="3650" y="5548"/>
                </a:moveTo>
                <a:lnTo>
                  <a:pt x="3553" y="5597"/>
                </a:lnTo>
                <a:lnTo>
                  <a:pt x="3480" y="5621"/>
                </a:lnTo>
                <a:lnTo>
                  <a:pt x="3382" y="5694"/>
                </a:lnTo>
                <a:lnTo>
                  <a:pt x="3309" y="5767"/>
                </a:lnTo>
                <a:lnTo>
                  <a:pt x="3188" y="5937"/>
                </a:lnTo>
                <a:lnTo>
                  <a:pt x="3163" y="6035"/>
                </a:lnTo>
                <a:lnTo>
                  <a:pt x="3139" y="6132"/>
                </a:lnTo>
                <a:lnTo>
                  <a:pt x="3115" y="6254"/>
                </a:lnTo>
                <a:lnTo>
                  <a:pt x="3139" y="6375"/>
                </a:lnTo>
                <a:lnTo>
                  <a:pt x="3163" y="6473"/>
                </a:lnTo>
                <a:lnTo>
                  <a:pt x="3212" y="6594"/>
                </a:lnTo>
                <a:lnTo>
                  <a:pt x="3285" y="6692"/>
                </a:lnTo>
                <a:lnTo>
                  <a:pt x="3358" y="6765"/>
                </a:lnTo>
                <a:lnTo>
                  <a:pt x="3455" y="6838"/>
                </a:lnTo>
                <a:lnTo>
                  <a:pt x="3577" y="6886"/>
                </a:lnTo>
                <a:lnTo>
                  <a:pt x="3674" y="6911"/>
                </a:lnTo>
                <a:lnTo>
                  <a:pt x="3772" y="6935"/>
                </a:lnTo>
                <a:lnTo>
                  <a:pt x="3869" y="6911"/>
                </a:lnTo>
                <a:lnTo>
                  <a:pt x="3966" y="6911"/>
                </a:lnTo>
                <a:lnTo>
                  <a:pt x="4161" y="6813"/>
                </a:lnTo>
                <a:lnTo>
                  <a:pt x="4307" y="6692"/>
                </a:lnTo>
                <a:lnTo>
                  <a:pt x="4404" y="6521"/>
                </a:lnTo>
                <a:lnTo>
                  <a:pt x="4453" y="6351"/>
                </a:lnTo>
                <a:lnTo>
                  <a:pt x="4453" y="6181"/>
                </a:lnTo>
                <a:lnTo>
                  <a:pt x="4404" y="6010"/>
                </a:lnTo>
                <a:lnTo>
                  <a:pt x="4356" y="5937"/>
                </a:lnTo>
                <a:lnTo>
                  <a:pt x="4307" y="5840"/>
                </a:lnTo>
                <a:lnTo>
                  <a:pt x="4234" y="5743"/>
                </a:lnTo>
                <a:lnTo>
                  <a:pt x="4161" y="5670"/>
                </a:lnTo>
                <a:lnTo>
                  <a:pt x="4064" y="5621"/>
                </a:lnTo>
                <a:lnTo>
                  <a:pt x="3966" y="5572"/>
                </a:lnTo>
                <a:lnTo>
                  <a:pt x="3869" y="5548"/>
                </a:lnTo>
                <a:close/>
                <a:moveTo>
                  <a:pt x="17495" y="7373"/>
                </a:moveTo>
                <a:lnTo>
                  <a:pt x="17739" y="7446"/>
                </a:lnTo>
                <a:lnTo>
                  <a:pt x="17617" y="7592"/>
                </a:lnTo>
                <a:lnTo>
                  <a:pt x="17447" y="7689"/>
                </a:lnTo>
                <a:lnTo>
                  <a:pt x="17447" y="7543"/>
                </a:lnTo>
                <a:lnTo>
                  <a:pt x="17495" y="7373"/>
                </a:lnTo>
                <a:close/>
                <a:moveTo>
                  <a:pt x="5061" y="487"/>
                </a:moveTo>
                <a:lnTo>
                  <a:pt x="5256" y="560"/>
                </a:lnTo>
                <a:lnTo>
                  <a:pt x="5426" y="633"/>
                </a:lnTo>
                <a:lnTo>
                  <a:pt x="5621" y="682"/>
                </a:lnTo>
                <a:lnTo>
                  <a:pt x="5791" y="779"/>
                </a:lnTo>
                <a:lnTo>
                  <a:pt x="5913" y="852"/>
                </a:lnTo>
                <a:lnTo>
                  <a:pt x="6035" y="949"/>
                </a:lnTo>
                <a:lnTo>
                  <a:pt x="6254" y="1168"/>
                </a:lnTo>
                <a:lnTo>
                  <a:pt x="6473" y="1387"/>
                </a:lnTo>
                <a:lnTo>
                  <a:pt x="6692" y="1606"/>
                </a:lnTo>
                <a:lnTo>
                  <a:pt x="6813" y="1655"/>
                </a:lnTo>
                <a:lnTo>
                  <a:pt x="6911" y="1655"/>
                </a:lnTo>
                <a:lnTo>
                  <a:pt x="7032" y="1631"/>
                </a:lnTo>
                <a:lnTo>
                  <a:pt x="7105" y="1558"/>
                </a:lnTo>
                <a:lnTo>
                  <a:pt x="8127" y="1485"/>
                </a:lnTo>
                <a:lnTo>
                  <a:pt x="9174" y="1485"/>
                </a:lnTo>
                <a:lnTo>
                  <a:pt x="9490" y="1509"/>
                </a:lnTo>
                <a:lnTo>
                  <a:pt x="9806" y="1558"/>
                </a:lnTo>
                <a:lnTo>
                  <a:pt x="10439" y="1679"/>
                </a:lnTo>
                <a:lnTo>
                  <a:pt x="11047" y="1850"/>
                </a:lnTo>
                <a:lnTo>
                  <a:pt x="11655" y="2044"/>
                </a:lnTo>
                <a:lnTo>
                  <a:pt x="12093" y="2239"/>
                </a:lnTo>
                <a:lnTo>
                  <a:pt x="12556" y="2409"/>
                </a:lnTo>
                <a:lnTo>
                  <a:pt x="12434" y="2458"/>
                </a:lnTo>
                <a:lnTo>
                  <a:pt x="12361" y="2507"/>
                </a:lnTo>
                <a:lnTo>
                  <a:pt x="12288" y="2580"/>
                </a:lnTo>
                <a:lnTo>
                  <a:pt x="12264" y="2677"/>
                </a:lnTo>
                <a:lnTo>
                  <a:pt x="12264" y="2701"/>
                </a:lnTo>
                <a:lnTo>
                  <a:pt x="12288" y="2726"/>
                </a:lnTo>
                <a:lnTo>
                  <a:pt x="12385" y="2774"/>
                </a:lnTo>
                <a:lnTo>
                  <a:pt x="12483" y="2750"/>
                </a:lnTo>
                <a:lnTo>
                  <a:pt x="12677" y="2726"/>
                </a:lnTo>
                <a:lnTo>
                  <a:pt x="12872" y="2701"/>
                </a:lnTo>
                <a:lnTo>
                  <a:pt x="12969" y="2677"/>
                </a:lnTo>
                <a:lnTo>
                  <a:pt x="13042" y="2653"/>
                </a:lnTo>
                <a:lnTo>
                  <a:pt x="13626" y="2993"/>
                </a:lnTo>
                <a:lnTo>
                  <a:pt x="13432" y="3018"/>
                </a:lnTo>
                <a:lnTo>
                  <a:pt x="12896" y="3066"/>
                </a:lnTo>
                <a:lnTo>
                  <a:pt x="12653" y="3115"/>
                </a:lnTo>
                <a:lnTo>
                  <a:pt x="12410" y="3212"/>
                </a:lnTo>
                <a:lnTo>
                  <a:pt x="12385" y="3237"/>
                </a:lnTo>
                <a:lnTo>
                  <a:pt x="12410" y="3261"/>
                </a:lnTo>
                <a:lnTo>
                  <a:pt x="12531" y="3285"/>
                </a:lnTo>
                <a:lnTo>
                  <a:pt x="12653" y="3310"/>
                </a:lnTo>
                <a:lnTo>
                  <a:pt x="12921" y="3310"/>
                </a:lnTo>
                <a:lnTo>
                  <a:pt x="13432" y="3261"/>
                </a:lnTo>
                <a:lnTo>
                  <a:pt x="13699" y="3261"/>
                </a:lnTo>
                <a:lnTo>
                  <a:pt x="13991" y="3237"/>
                </a:lnTo>
                <a:lnTo>
                  <a:pt x="14259" y="3456"/>
                </a:lnTo>
                <a:lnTo>
                  <a:pt x="14527" y="3699"/>
                </a:lnTo>
                <a:lnTo>
                  <a:pt x="14819" y="3966"/>
                </a:lnTo>
                <a:lnTo>
                  <a:pt x="15062" y="4283"/>
                </a:lnTo>
                <a:lnTo>
                  <a:pt x="14794" y="4258"/>
                </a:lnTo>
                <a:lnTo>
                  <a:pt x="14551" y="4283"/>
                </a:lnTo>
                <a:lnTo>
                  <a:pt x="14308" y="4283"/>
                </a:lnTo>
                <a:lnTo>
                  <a:pt x="14016" y="4307"/>
                </a:lnTo>
                <a:lnTo>
                  <a:pt x="13870" y="4331"/>
                </a:lnTo>
                <a:lnTo>
                  <a:pt x="13724" y="4380"/>
                </a:lnTo>
                <a:lnTo>
                  <a:pt x="13626" y="4453"/>
                </a:lnTo>
                <a:lnTo>
                  <a:pt x="13529" y="4526"/>
                </a:lnTo>
                <a:lnTo>
                  <a:pt x="13529" y="4550"/>
                </a:lnTo>
                <a:lnTo>
                  <a:pt x="13553" y="4575"/>
                </a:lnTo>
                <a:lnTo>
                  <a:pt x="13651" y="4623"/>
                </a:lnTo>
                <a:lnTo>
                  <a:pt x="13748" y="4648"/>
                </a:lnTo>
                <a:lnTo>
                  <a:pt x="13967" y="4648"/>
                </a:lnTo>
                <a:lnTo>
                  <a:pt x="14429" y="4623"/>
                </a:lnTo>
                <a:lnTo>
                  <a:pt x="14770" y="4623"/>
                </a:lnTo>
                <a:lnTo>
                  <a:pt x="15086" y="4648"/>
                </a:lnTo>
                <a:lnTo>
                  <a:pt x="15232" y="4672"/>
                </a:lnTo>
                <a:lnTo>
                  <a:pt x="15354" y="4672"/>
                </a:lnTo>
                <a:lnTo>
                  <a:pt x="15549" y="5037"/>
                </a:lnTo>
                <a:lnTo>
                  <a:pt x="15330" y="4988"/>
                </a:lnTo>
                <a:lnTo>
                  <a:pt x="14600" y="4988"/>
                </a:lnTo>
                <a:lnTo>
                  <a:pt x="14332" y="5037"/>
                </a:lnTo>
                <a:lnTo>
                  <a:pt x="14210" y="5086"/>
                </a:lnTo>
                <a:lnTo>
                  <a:pt x="14089" y="5134"/>
                </a:lnTo>
                <a:lnTo>
                  <a:pt x="14064" y="5159"/>
                </a:lnTo>
                <a:lnTo>
                  <a:pt x="14064" y="5183"/>
                </a:lnTo>
                <a:lnTo>
                  <a:pt x="14064" y="5207"/>
                </a:lnTo>
                <a:lnTo>
                  <a:pt x="14089" y="5232"/>
                </a:lnTo>
                <a:lnTo>
                  <a:pt x="14186" y="5256"/>
                </a:lnTo>
                <a:lnTo>
                  <a:pt x="14283" y="5280"/>
                </a:lnTo>
                <a:lnTo>
                  <a:pt x="14502" y="5305"/>
                </a:lnTo>
                <a:lnTo>
                  <a:pt x="14916" y="5305"/>
                </a:lnTo>
                <a:lnTo>
                  <a:pt x="15305" y="5329"/>
                </a:lnTo>
                <a:lnTo>
                  <a:pt x="15695" y="5378"/>
                </a:lnTo>
                <a:lnTo>
                  <a:pt x="15792" y="5645"/>
                </a:lnTo>
                <a:lnTo>
                  <a:pt x="15889" y="5913"/>
                </a:lnTo>
                <a:lnTo>
                  <a:pt x="15743" y="5864"/>
                </a:lnTo>
                <a:lnTo>
                  <a:pt x="15597" y="5816"/>
                </a:lnTo>
                <a:lnTo>
                  <a:pt x="15305" y="5767"/>
                </a:lnTo>
                <a:lnTo>
                  <a:pt x="15038" y="5743"/>
                </a:lnTo>
                <a:lnTo>
                  <a:pt x="14746" y="5718"/>
                </a:lnTo>
                <a:lnTo>
                  <a:pt x="14454" y="5718"/>
                </a:lnTo>
                <a:lnTo>
                  <a:pt x="14186" y="5767"/>
                </a:lnTo>
                <a:lnTo>
                  <a:pt x="14162" y="5767"/>
                </a:lnTo>
                <a:lnTo>
                  <a:pt x="14137" y="5791"/>
                </a:lnTo>
                <a:lnTo>
                  <a:pt x="14162" y="5816"/>
                </a:lnTo>
                <a:lnTo>
                  <a:pt x="14162" y="5840"/>
                </a:lnTo>
                <a:lnTo>
                  <a:pt x="14259" y="5889"/>
                </a:lnTo>
                <a:lnTo>
                  <a:pt x="14381" y="5937"/>
                </a:lnTo>
                <a:lnTo>
                  <a:pt x="14600" y="5986"/>
                </a:lnTo>
                <a:lnTo>
                  <a:pt x="15038" y="6010"/>
                </a:lnTo>
                <a:lnTo>
                  <a:pt x="15354" y="6083"/>
                </a:lnTo>
                <a:lnTo>
                  <a:pt x="15670" y="6156"/>
                </a:lnTo>
                <a:lnTo>
                  <a:pt x="15841" y="6229"/>
                </a:lnTo>
                <a:lnTo>
                  <a:pt x="15914" y="6254"/>
                </a:lnTo>
                <a:lnTo>
                  <a:pt x="15987" y="6278"/>
                </a:lnTo>
                <a:lnTo>
                  <a:pt x="16035" y="6570"/>
                </a:lnTo>
                <a:lnTo>
                  <a:pt x="16084" y="6838"/>
                </a:lnTo>
                <a:lnTo>
                  <a:pt x="15914" y="6740"/>
                </a:lnTo>
                <a:lnTo>
                  <a:pt x="15743" y="6667"/>
                </a:lnTo>
                <a:lnTo>
                  <a:pt x="15524" y="6619"/>
                </a:lnTo>
                <a:lnTo>
                  <a:pt x="15305" y="6594"/>
                </a:lnTo>
                <a:lnTo>
                  <a:pt x="14867" y="6546"/>
                </a:lnTo>
                <a:lnTo>
                  <a:pt x="14551" y="6497"/>
                </a:lnTo>
                <a:lnTo>
                  <a:pt x="14527" y="6497"/>
                </a:lnTo>
                <a:lnTo>
                  <a:pt x="14502" y="6546"/>
                </a:lnTo>
                <a:lnTo>
                  <a:pt x="14575" y="6619"/>
                </a:lnTo>
                <a:lnTo>
                  <a:pt x="14624" y="6667"/>
                </a:lnTo>
                <a:lnTo>
                  <a:pt x="14794" y="6765"/>
                </a:lnTo>
                <a:lnTo>
                  <a:pt x="14965" y="6838"/>
                </a:lnTo>
                <a:lnTo>
                  <a:pt x="15159" y="6886"/>
                </a:lnTo>
                <a:lnTo>
                  <a:pt x="15378" y="6935"/>
                </a:lnTo>
                <a:lnTo>
                  <a:pt x="15597" y="7008"/>
                </a:lnTo>
                <a:lnTo>
                  <a:pt x="15816" y="7105"/>
                </a:lnTo>
                <a:lnTo>
                  <a:pt x="15987" y="7227"/>
                </a:lnTo>
                <a:lnTo>
                  <a:pt x="16060" y="7276"/>
                </a:lnTo>
                <a:lnTo>
                  <a:pt x="16108" y="7276"/>
                </a:lnTo>
                <a:lnTo>
                  <a:pt x="16133" y="7762"/>
                </a:lnTo>
                <a:lnTo>
                  <a:pt x="16060" y="7714"/>
                </a:lnTo>
                <a:lnTo>
                  <a:pt x="15743" y="7519"/>
                </a:lnTo>
                <a:lnTo>
                  <a:pt x="15427" y="7324"/>
                </a:lnTo>
                <a:lnTo>
                  <a:pt x="15281" y="7276"/>
                </a:lnTo>
                <a:lnTo>
                  <a:pt x="15013" y="7203"/>
                </a:lnTo>
                <a:lnTo>
                  <a:pt x="14794" y="7203"/>
                </a:lnTo>
                <a:lnTo>
                  <a:pt x="14770" y="7227"/>
                </a:lnTo>
                <a:lnTo>
                  <a:pt x="14746" y="7251"/>
                </a:lnTo>
                <a:lnTo>
                  <a:pt x="14746" y="7276"/>
                </a:lnTo>
                <a:lnTo>
                  <a:pt x="14746" y="7324"/>
                </a:lnTo>
                <a:lnTo>
                  <a:pt x="14794" y="7373"/>
                </a:lnTo>
                <a:lnTo>
                  <a:pt x="14843" y="7397"/>
                </a:lnTo>
                <a:lnTo>
                  <a:pt x="14965" y="7470"/>
                </a:lnTo>
                <a:lnTo>
                  <a:pt x="15378" y="7689"/>
                </a:lnTo>
                <a:lnTo>
                  <a:pt x="15597" y="7835"/>
                </a:lnTo>
                <a:lnTo>
                  <a:pt x="15816" y="7981"/>
                </a:lnTo>
                <a:lnTo>
                  <a:pt x="15962" y="8103"/>
                </a:lnTo>
                <a:lnTo>
                  <a:pt x="16108" y="8200"/>
                </a:lnTo>
                <a:lnTo>
                  <a:pt x="16035" y="8784"/>
                </a:lnTo>
                <a:lnTo>
                  <a:pt x="15914" y="8687"/>
                </a:lnTo>
                <a:lnTo>
                  <a:pt x="15792" y="8590"/>
                </a:lnTo>
                <a:lnTo>
                  <a:pt x="15549" y="8419"/>
                </a:lnTo>
                <a:lnTo>
                  <a:pt x="15354" y="8273"/>
                </a:lnTo>
                <a:lnTo>
                  <a:pt x="15111" y="8152"/>
                </a:lnTo>
                <a:lnTo>
                  <a:pt x="14867" y="8030"/>
                </a:lnTo>
                <a:lnTo>
                  <a:pt x="14746" y="7981"/>
                </a:lnTo>
                <a:lnTo>
                  <a:pt x="14624" y="7957"/>
                </a:lnTo>
                <a:lnTo>
                  <a:pt x="14600" y="7981"/>
                </a:lnTo>
                <a:lnTo>
                  <a:pt x="14575" y="8006"/>
                </a:lnTo>
                <a:lnTo>
                  <a:pt x="14575" y="8054"/>
                </a:lnTo>
                <a:lnTo>
                  <a:pt x="14575" y="8079"/>
                </a:lnTo>
                <a:lnTo>
                  <a:pt x="14746" y="8249"/>
                </a:lnTo>
                <a:lnTo>
                  <a:pt x="14940" y="8371"/>
                </a:lnTo>
                <a:lnTo>
                  <a:pt x="15330" y="8638"/>
                </a:lnTo>
                <a:lnTo>
                  <a:pt x="15622" y="8882"/>
                </a:lnTo>
                <a:lnTo>
                  <a:pt x="15792" y="9003"/>
                </a:lnTo>
                <a:lnTo>
                  <a:pt x="15962" y="9101"/>
                </a:lnTo>
                <a:lnTo>
                  <a:pt x="15889" y="9368"/>
                </a:lnTo>
                <a:lnTo>
                  <a:pt x="15792" y="9612"/>
                </a:lnTo>
                <a:lnTo>
                  <a:pt x="15695" y="9466"/>
                </a:lnTo>
                <a:lnTo>
                  <a:pt x="15549" y="9320"/>
                </a:lnTo>
                <a:lnTo>
                  <a:pt x="15281" y="9101"/>
                </a:lnTo>
                <a:lnTo>
                  <a:pt x="15135" y="8955"/>
                </a:lnTo>
                <a:lnTo>
                  <a:pt x="14965" y="8809"/>
                </a:lnTo>
                <a:lnTo>
                  <a:pt x="14794" y="8711"/>
                </a:lnTo>
                <a:lnTo>
                  <a:pt x="14697" y="8663"/>
                </a:lnTo>
                <a:lnTo>
                  <a:pt x="14600" y="8663"/>
                </a:lnTo>
                <a:lnTo>
                  <a:pt x="14600" y="8760"/>
                </a:lnTo>
                <a:lnTo>
                  <a:pt x="14648" y="8833"/>
                </a:lnTo>
                <a:lnTo>
                  <a:pt x="14746" y="9003"/>
                </a:lnTo>
                <a:lnTo>
                  <a:pt x="14867" y="9149"/>
                </a:lnTo>
                <a:lnTo>
                  <a:pt x="14989" y="9271"/>
                </a:lnTo>
                <a:lnTo>
                  <a:pt x="15330" y="9587"/>
                </a:lnTo>
                <a:lnTo>
                  <a:pt x="15476" y="9758"/>
                </a:lnTo>
                <a:lnTo>
                  <a:pt x="15549" y="9831"/>
                </a:lnTo>
                <a:lnTo>
                  <a:pt x="15646" y="9879"/>
                </a:lnTo>
                <a:lnTo>
                  <a:pt x="15646" y="9904"/>
                </a:lnTo>
                <a:lnTo>
                  <a:pt x="15476" y="10196"/>
                </a:lnTo>
                <a:lnTo>
                  <a:pt x="15232" y="10463"/>
                </a:lnTo>
                <a:lnTo>
                  <a:pt x="15232" y="10293"/>
                </a:lnTo>
                <a:lnTo>
                  <a:pt x="15159" y="10147"/>
                </a:lnTo>
                <a:lnTo>
                  <a:pt x="15013" y="9855"/>
                </a:lnTo>
                <a:lnTo>
                  <a:pt x="14843" y="9636"/>
                </a:lnTo>
                <a:lnTo>
                  <a:pt x="14673" y="9466"/>
                </a:lnTo>
                <a:lnTo>
                  <a:pt x="14454" y="9295"/>
                </a:lnTo>
                <a:lnTo>
                  <a:pt x="14235" y="9149"/>
                </a:lnTo>
                <a:lnTo>
                  <a:pt x="14186" y="9149"/>
                </a:lnTo>
                <a:lnTo>
                  <a:pt x="14186" y="9174"/>
                </a:lnTo>
                <a:lnTo>
                  <a:pt x="14308" y="9393"/>
                </a:lnTo>
                <a:lnTo>
                  <a:pt x="14429" y="9563"/>
                </a:lnTo>
                <a:lnTo>
                  <a:pt x="14697" y="9952"/>
                </a:lnTo>
                <a:lnTo>
                  <a:pt x="14794" y="10147"/>
                </a:lnTo>
                <a:lnTo>
                  <a:pt x="14867" y="10366"/>
                </a:lnTo>
                <a:lnTo>
                  <a:pt x="14916" y="10536"/>
                </a:lnTo>
                <a:lnTo>
                  <a:pt x="14965" y="10609"/>
                </a:lnTo>
                <a:lnTo>
                  <a:pt x="15038" y="10658"/>
                </a:lnTo>
                <a:lnTo>
                  <a:pt x="14892" y="10780"/>
                </a:lnTo>
                <a:lnTo>
                  <a:pt x="14843" y="10658"/>
                </a:lnTo>
                <a:lnTo>
                  <a:pt x="14794" y="10561"/>
                </a:lnTo>
                <a:lnTo>
                  <a:pt x="14648" y="10366"/>
                </a:lnTo>
                <a:lnTo>
                  <a:pt x="14308" y="10001"/>
                </a:lnTo>
                <a:lnTo>
                  <a:pt x="14113" y="9831"/>
                </a:lnTo>
                <a:lnTo>
                  <a:pt x="13918" y="9685"/>
                </a:lnTo>
                <a:lnTo>
                  <a:pt x="13894" y="9685"/>
                </a:lnTo>
                <a:lnTo>
                  <a:pt x="13870" y="9733"/>
                </a:lnTo>
                <a:lnTo>
                  <a:pt x="13918" y="9904"/>
                </a:lnTo>
                <a:lnTo>
                  <a:pt x="14016" y="10050"/>
                </a:lnTo>
                <a:lnTo>
                  <a:pt x="14113" y="10196"/>
                </a:lnTo>
                <a:lnTo>
                  <a:pt x="14235" y="10342"/>
                </a:lnTo>
                <a:lnTo>
                  <a:pt x="14356" y="10488"/>
                </a:lnTo>
                <a:lnTo>
                  <a:pt x="14478" y="10634"/>
                </a:lnTo>
                <a:lnTo>
                  <a:pt x="14575" y="10804"/>
                </a:lnTo>
                <a:lnTo>
                  <a:pt x="14600" y="10974"/>
                </a:lnTo>
                <a:lnTo>
                  <a:pt x="14502" y="11047"/>
                </a:lnTo>
                <a:lnTo>
                  <a:pt x="14356" y="10853"/>
                </a:lnTo>
                <a:lnTo>
                  <a:pt x="14186" y="10658"/>
                </a:lnTo>
                <a:lnTo>
                  <a:pt x="13991" y="10512"/>
                </a:lnTo>
                <a:lnTo>
                  <a:pt x="13797" y="10390"/>
                </a:lnTo>
                <a:lnTo>
                  <a:pt x="13772" y="10366"/>
                </a:lnTo>
                <a:lnTo>
                  <a:pt x="13724" y="10366"/>
                </a:lnTo>
                <a:lnTo>
                  <a:pt x="13675" y="10415"/>
                </a:lnTo>
                <a:lnTo>
                  <a:pt x="13651" y="10463"/>
                </a:lnTo>
                <a:lnTo>
                  <a:pt x="13651" y="10512"/>
                </a:lnTo>
                <a:lnTo>
                  <a:pt x="13675" y="10536"/>
                </a:lnTo>
                <a:lnTo>
                  <a:pt x="13845" y="10682"/>
                </a:lnTo>
                <a:lnTo>
                  <a:pt x="13991" y="10853"/>
                </a:lnTo>
                <a:lnTo>
                  <a:pt x="14113" y="11023"/>
                </a:lnTo>
                <a:lnTo>
                  <a:pt x="14235" y="11218"/>
                </a:lnTo>
                <a:lnTo>
                  <a:pt x="14040" y="11339"/>
                </a:lnTo>
                <a:lnTo>
                  <a:pt x="13918" y="11218"/>
                </a:lnTo>
                <a:lnTo>
                  <a:pt x="13797" y="11120"/>
                </a:lnTo>
                <a:lnTo>
                  <a:pt x="13675" y="11023"/>
                </a:lnTo>
                <a:lnTo>
                  <a:pt x="13578" y="10974"/>
                </a:lnTo>
                <a:lnTo>
                  <a:pt x="13529" y="10950"/>
                </a:lnTo>
                <a:lnTo>
                  <a:pt x="13480" y="10950"/>
                </a:lnTo>
                <a:lnTo>
                  <a:pt x="13407" y="10999"/>
                </a:lnTo>
                <a:lnTo>
                  <a:pt x="13407" y="11047"/>
                </a:lnTo>
                <a:lnTo>
                  <a:pt x="13383" y="11072"/>
                </a:lnTo>
                <a:lnTo>
                  <a:pt x="13407" y="11120"/>
                </a:lnTo>
                <a:lnTo>
                  <a:pt x="13432" y="11145"/>
                </a:lnTo>
                <a:lnTo>
                  <a:pt x="13553" y="11315"/>
                </a:lnTo>
                <a:lnTo>
                  <a:pt x="13675" y="11485"/>
                </a:lnTo>
                <a:lnTo>
                  <a:pt x="13724" y="11583"/>
                </a:lnTo>
                <a:lnTo>
                  <a:pt x="13553" y="11704"/>
                </a:lnTo>
                <a:lnTo>
                  <a:pt x="13432" y="11558"/>
                </a:lnTo>
                <a:lnTo>
                  <a:pt x="13261" y="11461"/>
                </a:lnTo>
                <a:lnTo>
                  <a:pt x="13213" y="11461"/>
                </a:lnTo>
                <a:lnTo>
                  <a:pt x="13188" y="11485"/>
                </a:lnTo>
                <a:lnTo>
                  <a:pt x="13188" y="11534"/>
                </a:lnTo>
                <a:lnTo>
                  <a:pt x="13213" y="11558"/>
                </a:lnTo>
                <a:lnTo>
                  <a:pt x="13261" y="11631"/>
                </a:lnTo>
                <a:lnTo>
                  <a:pt x="13310" y="11704"/>
                </a:lnTo>
                <a:lnTo>
                  <a:pt x="13359" y="11874"/>
                </a:lnTo>
                <a:lnTo>
                  <a:pt x="13359" y="11899"/>
                </a:lnTo>
                <a:lnTo>
                  <a:pt x="13237" y="12020"/>
                </a:lnTo>
                <a:lnTo>
                  <a:pt x="13188" y="12118"/>
                </a:lnTo>
                <a:lnTo>
                  <a:pt x="13164" y="12215"/>
                </a:lnTo>
                <a:lnTo>
                  <a:pt x="13188" y="12288"/>
                </a:lnTo>
                <a:lnTo>
                  <a:pt x="13213" y="12385"/>
                </a:lnTo>
                <a:lnTo>
                  <a:pt x="13213" y="12775"/>
                </a:lnTo>
                <a:lnTo>
                  <a:pt x="13237" y="13164"/>
                </a:lnTo>
                <a:lnTo>
                  <a:pt x="13237" y="13553"/>
                </a:lnTo>
                <a:lnTo>
                  <a:pt x="13213" y="13748"/>
                </a:lnTo>
                <a:lnTo>
                  <a:pt x="13188" y="13943"/>
                </a:lnTo>
                <a:lnTo>
                  <a:pt x="13140" y="14064"/>
                </a:lnTo>
                <a:lnTo>
                  <a:pt x="13067" y="14162"/>
                </a:lnTo>
                <a:lnTo>
                  <a:pt x="12994" y="14210"/>
                </a:lnTo>
                <a:lnTo>
                  <a:pt x="12921" y="14235"/>
                </a:lnTo>
                <a:lnTo>
                  <a:pt x="12823" y="14210"/>
                </a:lnTo>
                <a:lnTo>
                  <a:pt x="12726" y="14186"/>
                </a:lnTo>
                <a:lnTo>
                  <a:pt x="12507" y="14040"/>
                </a:lnTo>
                <a:lnTo>
                  <a:pt x="12288" y="13821"/>
                </a:lnTo>
                <a:lnTo>
                  <a:pt x="12069" y="13578"/>
                </a:lnTo>
                <a:lnTo>
                  <a:pt x="11728" y="13164"/>
                </a:lnTo>
                <a:lnTo>
                  <a:pt x="11850" y="13042"/>
                </a:lnTo>
                <a:lnTo>
                  <a:pt x="11923" y="12969"/>
                </a:lnTo>
                <a:lnTo>
                  <a:pt x="11947" y="12896"/>
                </a:lnTo>
                <a:lnTo>
                  <a:pt x="11947" y="12823"/>
                </a:lnTo>
                <a:lnTo>
                  <a:pt x="11923" y="12750"/>
                </a:lnTo>
                <a:lnTo>
                  <a:pt x="11874" y="12677"/>
                </a:lnTo>
                <a:lnTo>
                  <a:pt x="11826" y="12629"/>
                </a:lnTo>
                <a:lnTo>
                  <a:pt x="11777" y="12604"/>
                </a:lnTo>
                <a:lnTo>
                  <a:pt x="11680" y="12580"/>
                </a:lnTo>
                <a:lnTo>
                  <a:pt x="11655" y="12385"/>
                </a:lnTo>
                <a:lnTo>
                  <a:pt x="11631" y="12361"/>
                </a:lnTo>
                <a:lnTo>
                  <a:pt x="11582" y="12361"/>
                </a:lnTo>
                <a:lnTo>
                  <a:pt x="11582" y="12385"/>
                </a:lnTo>
                <a:lnTo>
                  <a:pt x="11558" y="12580"/>
                </a:lnTo>
                <a:lnTo>
                  <a:pt x="11509" y="12580"/>
                </a:lnTo>
                <a:lnTo>
                  <a:pt x="11485" y="12604"/>
                </a:lnTo>
                <a:lnTo>
                  <a:pt x="11461" y="12604"/>
                </a:lnTo>
                <a:lnTo>
                  <a:pt x="11242" y="12702"/>
                </a:lnTo>
                <a:lnTo>
                  <a:pt x="11169" y="12361"/>
                </a:lnTo>
                <a:lnTo>
                  <a:pt x="11144" y="12191"/>
                </a:lnTo>
                <a:lnTo>
                  <a:pt x="11169" y="12020"/>
                </a:lnTo>
                <a:lnTo>
                  <a:pt x="11144" y="11972"/>
                </a:lnTo>
                <a:lnTo>
                  <a:pt x="11120" y="11947"/>
                </a:lnTo>
                <a:lnTo>
                  <a:pt x="11071" y="11947"/>
                </a:lnTo>
                <a:lnTo>
                  <a:pt x="11047" y="11972"/>
                </a:lnTo>
                <a:lnTo>
                  <a:pt x="11023" y="12118"/>
                </a:lnTo>
                <a:lnTo>
                  <a:pt x="10998" y="12312"/>
                </a:lnTo>
                <a:lnTo>
                  <a:pt x="10998" y="12556"/>
                </a:lnTo>
                <a:lnTo>
                  <a:pt x="10998" y="12799"/>
                </a:lnTo>
                <a:lnTo>
                  <a:pt x="10633" y="12896"/>
                </a:lnTo>
                <a:lnTo>
                  <a:pt x="10609" y="12604"/>
                </a:lnTo>
                <a:lnTo>
                  <a:pt x="10560" y="12361"/>
                </a:lnTo>
                <a:lnTo>
                  <a:pt x="10512" y="12118"/>
                </a:lnTo>
                <a:lnTo>
                  <a:pt x="10390" y="11607"/>
                </a:lnTo>
                <a:lnTo>
                  <a:pt x="10366" y="11583"/>
                </a:lnTo>
                <a:lnTo>
                  <a:pt x="10342" y="11558"/>
                </a:lnTo>
                <a:lnTo>
                  <a:pt x="10293" y="11583"/>
                </a:lnTo>
                <a:lnTo>
                  <a:pt x="10269" y="11607"/>
                </a:lnTo>
                <a:lnTo>
                  <a:pt x="10244" y="11826"/>
                </a:lnTo>
                <a:lnTo>
                  <a:pt x="10244" y="12045"/>
                </a:lnTo>
                <a:lnTo>
                  <a:pt x="10269" y="12507"/>
                </a:lnTo>
                <a:lnTo>
                  <a:pt x="10269" y="12726"/>
                </a:lnTo>
                <a:lnTo>
                  <a:pt x="10269" y="12945"/>
                </a:lnTo>
                <a:lnTo>
                  <a:pt x="9636" y="12994"/>
                </a:lnTo>
                <a:lnTo>
                  <a:pt x="9612" y="12726"/>
                </a:lnTo>
                <a:lnTo>
                  <a:pt x="9612" y="12507"/>
                </a:lnTo>
                <a:lnTo>
                  <a:pt x="9612" y="12337"/>
                </a:lnTo>
                <a:lnTo>
                  <a:pt x="9612" y="12142"/>
                </a:lnTo>
                <a:lnTo>
                  <a:pt x="9563" y="11972"/>
                </a:lnTo>
                <a:lnTo>
                  <a:pt x="9514" y="11899"/>
                </a:lnTo>
                <a:lnTo>
                  <a:pt x="9466" y="11826"/>
                </a:lnTo>
                <a:lnTo>
                  <a:pt x="9417" y="11826"/>
                </a:lnTo>
                <a:lnTo>
                  <a:pt x="9393" y="11850"/>
                </a:lnTo>
                <a:lnTo>
                  <a:pt x="9344" y="12020"/>
                </a:lnTo>
                <a:lnTo>
                  <a:pt x="9320" y="12215"/>
                </a:lnTo>
                <a:lnTo>
                  <a:pt x="9295" y="12604"/>
                </a:lnTo>
                <a:lnTo>
                  <a:pt x="9271" y="12799"/>
                </a:lnTo>
                <a:lnTo>
                  <a:pt x="9247" y="12994"/>
                </a:lnTo>
                <a:lnTo>
                  <a:pt x="9052" y="12994"/>
                </a:lnTo>
                <a:lnTo>
                  <a:pt x="9003" y="12604"/>
                </a:lnTo>
                <a:lnTo>
                  <a:pt x="8930" y="12191"/>
                </a:lnTo>
                <a:lnTo>
                  <a:pt x="8857" y="11753"/>
                </a:lnTo>
                <a:lnTo>
                  <a:pt x="8833" y="11704"/>
                </a:lnTo>
                <a:lnTo>
                  <a:pt x="8784" y="11680"/>
                </a:lnTo>
                <a:lnTo>
                  <a:pt x="8711" y="11704"/>
                </a:lnTo>
                <a:lnTo>
                  <a:pt x="8711" y="11777"/>
                </a:lnTo>
                <a:lnTo>
                  <a:pt x="8711" y="12191"/>
                </a:lnTo>
                <a:lnTo>
                  <a:pt x="8687" y="12604"/>
                </a:lnTo>
                <a:lnTo>
                  <a:pt x="8687" y="12994"/>
                </a:lnTo>
                <a:lnTo>
                  <a:pt x="8176" y="12994"/>
                </a:lnTo>
                <a:lnTo>
                  <a:pt x="8200" y="12653"/>
                </a:lnTo>
                <a:lnTo>
                  <a:pt x="8273" y="12215"/>
                </a:lnTo>
                <a:lnTo>
                  <a:pt x="8346" y="11777"/>
                </a:lnTo>
                <a:lnTo>
                  <a:pt x="8346" y="11704"/>
                </a:lnTo>
                <a:lnTo>
                  <a:pt x="8298" y="11655"/>
                </a:lnTo>
                <a:lnTo>
                  <a:pt x="8249" y="11655"/>
                </a:lnTo>
                <a:lnTo>
                  <a:pt x="8200" y="11704"/>
                </a:lnTo>
                <a:lnTo>
                  <a:pt x="8079" y="11899"/>
                </a:lnTo>
                <a:lnTo>
                  <a:pt x="8006" y="12118"/>
                </a:lnTo>
                <a:lnTo>
                  <a:pt x="7933" y="12337"/>
                </a:lnTo>
                <a:lnTo>
                  <a:pt x="7884" y="12556"/>
                </a:lnTo>
                <a:lnTo>
                  <a:pt x="7835" y="12750"/>
                </a:lnTo>
                <a:lnTo>
                  <a:pt x="7811" y="12969"/>
                </a:lnTo>
                <a:lnTo>
                  <a:pt x="7300" y="12945"/>
                </a:lnTo>
                <a:lnTo>
                  <a:pt x="7349" y="12653"/>
                </a:lnTo>
                <a:lnTo>
                  <a:pt x="7397" y="12385"/>
                </a:lnTo>
                <a:lnTo>
                  <a:pt x="7495" y="12045"/>
                </a:lnTo>
                <a:lnTo>
                  <a:pt x="7592" y="11680"/>
                </a:lnTo>
                <a:lnTo>
                  <a:pt x="7568" y="11655"/>
                </a:lnTo>
                <a:lnTo>
                  <a:pt x="7543" y="11631"/>
                </a:lnTo>
                <a:lnTo>
                  <a:pt x="7470" y="11680"/>
                </a:lnTo>
                <a:lnTo>
                  <a:pt x="7397" y="11728"/>
                </a:lnTo>
                <a:lnTo>
                  <a:pt x="7276" y="11850"/>
                </a:lnTo>
                <a:lnTo>
                  <a:pt x="7178" y="11996"/>
                </a:lnTo>
                <a:lnTo>
                  <a:pt x="7130" y="12166"/>
                </a:lnTo>
                <a:lnTo>
                  <a:pt x="7008" y="12507"/>
                </a:lnTo>
                <a:lnTo>
                  <a:pt x="6959" y="12702"/>
                </a:lnTo>
                <a:lnTo>
                  <a:pt x="6935" y="12872"/>
                </a:lnTo>
                <a:lnTo>
                  <a:pt x="6473" y="12702"/>
                </a:lnTo>
                <a:lnTo>
                  <a:pt x="6521" y="12556"/>
                </a:lnTo>
                <a:lnTo>
                  <a:pt x="6546" y="12483"/>
                </a:lnTo>
                <a:lnTo>
                  <a:pt x="6546" y="12410"/>
                </a:lnTo>
                <a:lnTo>
                  <a:pt x="6546" y="12337"/>
                </a:lnTo>
                <a:lnTo>
                  <a:pt x="6497" y="12288"/>
                </a:lnTo>
                <a:lnTo>
                  <a:pt x="6473" y="12288"/>
                </a:lnTo>
                <a:lnTo>
                  <a:pt x="6375" y="12385"/>
                </a:lnTo>
                <a:lnTo>
                  <a:pt x="6302" y="12483"/>
                </a:lnTo>
                <a:lnTo>
                  <a:pt x="6181" y="12629"/>
                </a:lnTo>
                <a:lnTo>
                  <a:pt x="5889" y="12629"/>
                </a:lnTo>
                <a:lnTo>
                  <a:pt x="5816" y="12653"/>
                </a:lnTo>
                <a:lnTo>
                  <a:pt x="5743" y="12750"/>
                </a:lnTo>
                <a:lnTo>
                  <a:pt x="5743" y="12799"/>
                </a:lnTo>
                <a:lnTo>
                  <a:pt x="5743" y="12872"/>
                </a:lnTo>
                <a:lnTo>
                  <a:pt x="5743" y="12921"/>
                </a:lnTo>
                <a:lnTo>
                  <a:pt x="5791" y="12969"/>
                </a:lnTo>
                <a:lnTo>
                  <a:pt x="5986" y="13115"/>
                </a:lnTo>
                <a:lnTo>
                  <a:pt x="6181" y="13237"/>
                </a:lnTo>
                <a:lnTo>
                  <a:pt x="5986" y="13505"/>
                </a:lnTo>
                <a:lnTo>
                  <a:pt x="5767" y="13748"/>
                </a:lnTo>
                <a:lnTo>
                  <a:pt x="5305" y="14210"/>
                </a:lnTo>
                <a:lnTo>
                  <a:pt x="5134" y="14381"/>
                </a:lnTo>
                <a:lnTo>
                  <a:pt x="4988" y="14527"/>
                </a:lnTo>
                <a:lnTo>
                  <a:pt x="4891" y="14551"/>
                </a:lnTo>
                <a:lnTo>
                  <a:pt x="4818" y="14551"/>
                </a:lnTo>
                <a:lnTo>
                  <a:pt x="4721" y="14527"/>
                </a:lnTo>
                <a:lnTo>
                  <a:pt x="4648" y="14454"/>
                </a:lnTo>
                <a:lnTo>
                  <a:pt x="4648" y="13383"/>
                </a:lnTo>
                <a:lnTo>
                  <a:pt x="4623" y="12872"/>
                </a:lnTo>
                <a:lnTo>
                  <a:pt x="4599" y="12337"/>
                </a:lnTo>
                <a:lnTo>
                  <a:pt x="4575" y="12239"/>
                </a:lnTo>
                <a:lnTo>
                  <a:pt x="4526" y="12191"/>
                </a:lnTo>
                <a:lnTo>
                  <a:pt x="4502" y="12166"/>
                </a:lnTo>
                <a:lnTo>
                  <a:pt x="4404" y="12118"/>
                </a:lnTo>
                <a:lnTo>
                  <a:pt x="4307" y="12020"/>
                </a:lnTo>
                <a:lnTo>
                  <a:pt x="4185" y="11947"/>
                </a:lnTo>
                <a:lnTo>
                  <a:pt x="3918" y="11801"/>
                </a:lnTo>
                <a:lnTo>
                  <a:pt x="3650" y="11680"/>
                </a:lnTo>
                <a:lnTo>
                  <a:pt x="3407" y="11510"/>
                </a:lnTo>
                <a:lnTo>
                  <a:pt x="3163" y="11339"/>
                </a:lnTo>
                <a:lnTo>
                  <a:pt x="2920" y="11145"/>
                </a:lnTo>
                <a:lnTo>
                  <a:pt x="2677" y="10926"/>
                </a:lnTo>
                <a:lnTo>
                  <a:pt x="2482" y="10658"/>
                </a:lnTo>
                <a:lnTo>
                  <a:pt x="2288" y="10390"/>
                </a:lnTo>
                <a:lnTo>
                  <a:pt x="2117" y="10098"/>
                </a:lnTo>
                <a:lnTo>
                  <a:pt x="1947" y="9758"/>
                </a:lnTo>
                <a:lnTo>
                  <a:pt x="1850" y="9587"/>
                </a:lnTo>
                <a:lnTo>
                  <a:pt x="1752" y="9441"/>
                </a:lnTo>
                <a:lnTo>
                  <a:pt x="1704" y="9028"/>
                </a:lnTo>
                <a:lnTo>
                  <a:pt x="1655" y="8614"/>
                </a:lnTo>
                <a:lnTo>
                  <a:pt x="1655" y="8517"/>
                </a:lnTo>
                <a:lnTo>
                  <a:pt x="1631" y="8371"/>
                </a:lnTo>
                <a:lnTo>
                  <a:pt x="1582" y="8249"/>
                </a:lnTo>
                <a:lnTo>
                  <a:pt x="1533" y="8225"/>
                </a:lnTo>
                <a:lnTo>
                  <a:pt x="1485" y="8225"/>
                </a:lnTo>
                <a:lnTo>
                  <a:pt x="1412" y="8249"/>
                </a:lnTo>
                <a:lnTo>
                  <a:pt x="1363" y="8322"/>
                </a:lnTo>
                <a:lnTo>
                  <a:pt x="1339" y="8371"/>
                </a:lnTo>
                <a:lnTo>
                  <a:pt x="1314" y="8444"/>
                </a:lnTo>
                <a:lnTo>
                  <a:pt x="1290" y="8614"/>
                </a:lnTo>
                <a:lnTo>
                  <a:pt x="1266" y="8760"/>
                </a:lnTo>
                <a:lnTo>
                  <a:pt x="1266" y="8906"/>
                </a:lnTo>
                <a:lnTo>
                  <a:pt x="1266" y="9076"/>
                </a:lnTo>
                <a:lnTo>
                  <a:pt x="1120" y="9101"/>
                </a:lnTo>
                <a:lnTo>
                  <a:pt x="998" y="9149"/>
                </a:lnTo>
                <a:lnTo>
                  <a:pt x="828" y="9003"/>
                </a:lnTo>
                <a:lnTo>
                  <a:pt x="755" y="8906"/>
                </a:lnTo>
                <a:lnTo>
                  <a:pt x="682" y="8809"/>
                </a:lnTo>
                <a:lnTo>
                  <a:pt x="584" y="8565"/>
                </a:lnTo>
                <a:lnTo>
                  <a:pt x="511" y="8322"/>
                </a:lnTo>
                <a:lnTo>
                  <a:pt x="463" y="8079"/>
                </a:lnTo>
                <a:lnTo>
                  <a:pt x="438" y="7811"/>
                </a:lnTo>
                <a:lnTo>
                  <a:pt x="438" y="7592"/>
                </a:lnTo>
                <a:lnTo>
                  <a:pt x="438" y="7373"/>
                </a:lnTo>
                <a:lnTo>
                  <a:pt x="487" y="7154"/>
                </a:lnTo>
                <a:lnTo>
                  <a:pt x="536" y="6911"/>
                </a:lnTo>
                <a:lnTo>
                  <a:pt x="609" y="6740"/>
                </a:lnTo>
                <a:lnTo>
                  <a:pt x="706" y="6570"/>
                </a:lnTo>
                <a:lnTo>
                  <a:pt x="925" y="6302"/>
                </a:lnTo>
                <a:lnTo>
                  <a:pt x="998" y="6302"/>
                </a:lnTo>
                <a:lnTo>
                  <a:pt x="1290" y="6327"/>
                </a:lnTo>
                <a:lnTo>
                  <a:pt x="1436" y="6302"/>
                </a:lnTo>
                <a:lnTo>
                  <a:pt x="1533" y="6327"/>
                </a:lnTo>
                <a:lnTo>
                  <a:pt x="1631" y="6327"/>
                </a:lnTo>
                <a:lnTo>
                  <a:pt x="1728" y="6254"/>
                </a:lnTo>
                <a:lnTo>
                  <a:pt x="1752" y="6205"/>
                </a:lnTo>
                <a:lnTo>
                  <a:pt x="1777" y="6156"/>
                </a:lnTo>
                <a:lnTo>
                  <a:pt x="1874" y="5840"/>
                </a:lnTo>
                <a:lnTo>
                  <a:pt x="1971" y="5548"/>
                </a:lnTo>
                <a:lnTo>
                  <a:pt x="2093" y="5280"/>
                </a:lnTo>
                <a:lnTo>
                  <a:pt x="2239" y="5013"/>
                </a:lnTo>
                <a:lnTo>
                  <a:pt x="2409" y="4769"/>
                </a:lnTo>
                <a:lnTo>
                  <a:pt x="2604" y="4526"/>
                </a:lnTo>
                <a:lnTo>
                  <a:pt x="3017" y="4039"/>
                </a:lnTo>
                <a:lnTo>
                  <a:pt x="3407" y="3601"/>
                </a:lnTo>
                <a:lnTo>
                  <a:pt x="3820" y="3164"/>
                </a:lnTo>
                <a:lnTo>
                  <a:pt x="4137" y="2872"/>
                </a:lnTo>
                <a:lnTo>
                  <a:pt x="4283" y="2726"/>
                </a:lnTo>
                <a:lnTo>
                  <a:pt x="4429" y="2555"/>
                </a:lnTo>
                <a:lnTo>
                  <a:pt x="4502" y="2555"/>
                </a:lnTo>
                <a:lnTo>
                  <a:pt x="4550" y="2507"/>
                </a:lnTo>
                <a:lnTo>
                  <a:pt x="4599" y="2361"/>
                </a:lnTo>
                <a:lnTo>
                  <a:pt x="4599" y="2215"/>
                </a:lnTo>
                <a:lnTo>
                  <a:pt x="4599" y="2069"/>
                </a:lnTo>
                <a:lnTo>
                  <a:pt x="4623" y="1923"/>
                </a:lnTo>
                <a:lnTo>
                  <a:pt x="4672" y="1631"/>
                </a:lnTo>
                <a:lnTo>
                  <a:pt x="4745" y="1339"/>
                </a:lnTo>
                <a:lnTo>
                  <a:pt x="4891" y="901"/>
                </a:lnTo>
                <a:lnTo>
                  <a:pt x="5061" y="487"/>
                </a:lnTo>
                <a:close/>
                <a:moveTo>
                  <a:pt x="4915" y="0"/>
                </a:moveTo>
                <a:lnTo>
                  <a:pt x="4842" y="25"/>
                </a:lnTo>
                <a:lnTo>
                  <a:pt x="4794" y="49"/>
                </a:lnTo>
                <a:lnTo>
                  <a:pt x="4696" y="146"/>
                </a:lnTo>
                <a:lnTo>
                  <a:pt x="4599" y="268"/>
                </a:lnTo>
                <a:lnTo>
                  <a:pt x="4526" y="414"/>
                </a:lnTo>
                <a:lnTo>
                  <a:pt x="4453" y="584"/>
                </a:lnTo>
                <a:lnTo>
                  <a:pt x="4356" y="925"/>
                </a:lnTo>
                <a:lnTo>
                  <a:pt x="4283" y="1217"/>
                </a:lnTo>
                <a:lnTo>
                  <a:pt x="4210" y="1436"/>
                </a:lnTo>
                <a:lnTo>
                  <a:pt x="4137" y="1728"/>
                </a:lnTo>
                <a:lnTo>
                  <a:pt x="4112" y="2020"/>
                </a:lnTo>
                <a:lnTo>
                  <a:pt x="4112" y="2166"/>
                </a:lnTo>
                <a:lnTo>
                  <a:pt x="4137" y="2288"/>
                </a:lnTo>
                <a:lnTo>
                  <a:pt x="3893" y="2385"/>
                </a:lnTo>
                <a:lnTo>
                  <a:pt x="3674" y="2531"/>
                </a:lnTo>
                <a:lnTo>
                  <a:pt x="3455" y="2726"/>
                </a:lnTo>
                <a:lnTo>
                  <a:pt x="3236" y="2945"/>
                </a:lnTo>
                <a:lnTo>
                  <a:pt x="2871" y="3383"/>
                </a:lnTo>
                <a:lnTo>
                  <a:pt x="2531" y="3772"/>
                </a:lnTo>
                <a:lnTo>
                  <a:pt x="2142" y="4210"/>
                </a:lnTo>
                <a:lnTo>
                  <a:pt x="1923" y="4453"/>
                </a:lnTo>
                <a:lnTo>
                  <a:pt x="1752" y="4721"/>
                </a:lnTo>
                <a:lnTo>
                  <a:pt x="1582" y="4988"/>
                </a:lnTo>
                <a:lnTo>
                  <a:pt x="1436" y="5280"/>
                </a:lnTo>
                <a:lnTo>
                  <a:pt x="1339" y="5572"/>
                </a:lnTo>
                <a:lnTo>
                  <a:pt x="1290" y="5864"/>
                </a:lnTo>
                <a:lnTo>
                  <a:pt x="925" y="5864"/>
                </a:lnTo>
                <a:lnTo>
                  <a:pt x="755" y="5889"/>
                </a:lnTo>
                <a:lnTo>
                  <a:pt x="633" y="5937"/>
                </a:lnTo>
                <a:lnTo>
                  <a:pt x="536" y="5986"/>
                </a:lnTo>
                <a:lnTo>
                  <a:pt x="438" y="6083"/>
                </a:lnTo>
                <a:lnTo>
                  <a:pt x="341" y="6181"/>
                </a:lnTo>
                <a:lnTo>
                  <a:pt x="268" y="6302"/>
                </a:lnTo>
                <a:lnTo>
                  <a:pt x="219" y="6424"/>
                </a:lnTo>
                <a:lnTo>
                  <a:pt x="122" y="6716"/>
                </a:lnTo>
                <a:lnTo>
                  <a:pt x="49" y="7032"/>
                </a:lnTo>
                <a:lnTo>
                  <a:pt x="25" y="7324"/>
                </a:lnTo>
                <a:lnTo>
                  <a:pt x="0" y="7592"/>
                </a:lnTo>
                <a:lnTo>
                  <a:pt x="0" y="7811"/>
                </a:lnTo>
                <a:lnTo>
                  <a:pt x="25" y="8054"/>
                </a:lnTo>
                <a:lnTo>
                  <a:pt x="49" y="8322"/>
                </a:lnTo>
                <a:lnTo>
                  <a:pt x="122" y="8638"/>
                </a:lnTo>
                <a:lnTo>
                  <a:pt x="219" y="8930"/>
                </a:lnTo>
                <a:lnTo>
                  <a:pt x="365" y="9198"/>
                </a:lnTo>
                <a:lnTo>
                  <a:pt x="438" y="9320"/>
                </a:lnTo>
                <a:lnTo>
                  <a:pt x="536" y="9417"/>
                </a:lnTo>
                <a:lnTo>
                  <a:pt x="633" y="9514"/>
                </a:lnTo>
                <a:lnTo>
                  <a:pt x="730" y="9563"/>
                </a:lnTo>
                <a:lnTo>
                  <a:pt x="852" y="9612"/>
                </a:lnTo>
                <a:lnTo>
                  <a:pt x="1047" y="9612"/>
                </a:lnTo>
                <a:lnTo>
                  <a:pt x="1095" y="9587"/>
                </a:lnTo>
                <a:lnTo>
                  <a:pt x="1314" y="9587"/>
                </a:lnTo>
                <a:lnTo>
                  <a:pt x="1339" y="9612"/>
                </a:lnTo>
                <a:lnTo>
                  <a:pt x="1387" y="9758"/>
                </a:lnTo>
                <a:lnTo>
                  <a:pt x="1436" y="9928"/>
                </a:lnTo>
                <a:lnTo>
                  <a:pt x="1582" y="10220"/>
                </a:lnTo>
                <a:lnTo>
                  <a:pt x="1752" y="10512"/>
                </a:lnTo>
                <a:lnTo>
                  <a:pt x="1923" y="10804"/>
                </a:lnTo>
                <a:lnTo>
                  <a:pt x="2117" y="11072"/>
                </a:lnTo>
                <a:lnTo>
                  <a:pt x="2312" y="11315"/>
                </a:lnTo>
                <a:lnTo>
                  <a:pt x="2531" y="11510"/>
                </a:lnTo>
                <a:lnTo>
                  <a:pt x="2750" y="11704"/>
                </a:lnTo>
                <a:lnTo>
                  <a:pt x="3236" y="12045"/>
                </a:lnTo>
                <a:lnTo>
                  <a:pt x="3455" y="12191"/>
                </a:lnTo>
                <a:lnTo>
                  <a:pt x="3674" y="12288"/>
                </a:lnTo>
                <a:lnTo>
                  <a:pt x="3918" y="12385"/>
                </a:lnTo>
                <a:lnTo>
                  <a:pt x="4137" y="12507"/>
                </a:lnTo>
                <a:lnTo>
                  <a:pt x="4161" y="12531"/>
                </a:lnTo>
                <a:lnTo>
                  <a:pt x="4112" y="13067"/>
                </a:lnTo>
                <a:lnTo>
                  <a:pt x="4112" y="13626"/>
                </a:lnTo>
                <a:lnTo>
                  <a:pt x="4112" y="14746"/>
                </a:lnTo>
                <a:lnTo>
                  <a:pt x="4137" y="14819"/>
                </a:lnTo>
                <a:lnTo>
                  <a:pt x="4161" y="14867"/>
                </a:lnTo>
                <a:lnTo>
                  <a:pt x="4185" y="14916"/>
                </a:lnTo>
                <a:lnTo>
                  <a:pt x="4234" y="14965"/>
                </a:lnTo>
                <a:lnTo>
                  <a:pt x="4331" y="14989"/>
                </a:lnTo>
                <a:lnTo>
                  <a:pt x="4453" y="14989"/>
                </a:lnTo>
                <a:lnTo>
                  <a:pt x="4550" y="15062"/>
                </a:lnTo>
                <a:lnTo>
                  <a:pt x="4648" y="15111"/>
                </a:lnTo>
                <a:lnTo>
                  <a:pt x="4769" y="15135"/>
                </a:lnTo>
                <a:lnTo>
                  <a:pt x="4891" y="15111"/>
                </a:lnTo>
                <a:lnTo>
                  <a:pt x="4988" y="15086"/>
                </a:lnTo>
                <a:lnTo>
                  <a:pt x="5110" y="15038"/>
                </a:lnTo>
                <a:lnTo>
                  <a:pt x="5305" y="14940"/>
                </a:lnTo>
                <a:lnTo>
                  <a:pt x="5548" y="14721"/>
                </a:lnTo>
                <a:lnTo>
                  <a:pt x="5791" y="14502"/>
                </a:lnTo>
                <a:lnTo>
                  <a:pt x="6229" y="14040"/>
                </a:lnTo>
                <a:lnTo>
                  <a:pt x="6497" y="13748"/>
                </a:lnTo>
                <a:lnTo>
                  <a:pt x="6619" y="13602"/>
                </a:lnTo>
                <a:lnTo>
                  <a:pt x="6716" y="13432"/>
                </a:lnTo>
                <a:lnTo>
                  <a:pt x="6984" y="13505"/>
                </a:lnTo>
                <a:lnTo>
                  <a:pt x="7227" y="13529"/>
                </a:lnTo>
                <a:lnTo>
                  <a:pt x="7762" y="13578"/>
                </a:lnTo>
                <a:lnTo>
                  <a:pt x="8273" y="13578"/>
                </a:lnTo>
                <a:lnTo>
                  <a:pt x="8760" y="13602"/>
                </a:lnTo>
                <a:lnTo>
                  <a:pt x="9198" y="13578"/>
                </a:lnTo>
                <a:lnTo>
                  <a:pt x="9660" y="13578"/>
                </a:lnTo>
                <a:lnTo>
                  <a:pt x="10098" y="13529"/>
                </a:lnTo>
                <a:lnTo>
                  <a:pt x="10560" y="13480"/>
                </a:lnTo>
                <a:lnTo>
                  <a:pt x="10925" y="13407"/>
                </a:lnTo>
                <a:lnTo>
                  <a:pt x="11315" y="13334"/>
                </a:lnTo>
                <a:lnTo>
                  <a:pt x="11363" y="13480"/>
                </a:lnTo>
                <a:lnTo>
                  <a:pt x="11436" y="13626"/>
                </a:lnTo>
                <a:lnTo>
                  <a:pt x="11607" y="13943"/>
                </a:lnTo>
                <a:lnTo>
                  <a:pt x="11850" y="14210"/>
                </a:lnTo>
                <a:lnTo>
                  <a:pt x="11972" y="14356"/>
                </a:lnTo>
                <a:lnTo>
                  <a:pt x="12118" y="14478"/>
                </a:lnTo>
                <a:lnTo>
                  <a:pt x="12264" y="14575"/>
                </a:lnTo>
                <a:lnTo>
                  <a:pt x="12410" y="14673"/>
                </a:lnTo>
                <a:lnTo>
                  <a:pt x="12580" y="14721"/>
                </a:lnTo>
                <a:lnTo>
                  <a:pt x="12726" y="14770"/>
                </a:lnTo>
                <a:lnTo>
                  <a:pt x="12896" y="14794"/>
                </a:lnTo>
                <a:lnTo>
                  <a:pt x="13042" y="14770"/>
                </a:lnTo>
                <a:lnTo>
                  <a:pt x="13213" y="14721"/>
                </a:lnTo>
                <a:lnTo>
                  <a:pt x="13359" y="14624"/>
                </a:lnTo>
                <a:lnTo>
                  <a:pt x="13480" y="14527"/>
                </a:lnTo>
                <a:lnTo>
                  <a:pt x="13578" y="14405"/>
                </a:lnTo>
                <a:lnTo>
                  <a:pt x="13651" y="14283"/>
                </a:lnTo>
                <a:lnTo>
                  <a:pt x="13724" y="14162"/>
                </a:lnTo>
                <a:lnTo>
                  <a:pt x="13748" y="14016"/>
                </a:lnTo>
                <a:lnTo>
                  <a:pt x="13772" y="13845"/>
                </a:lnTo>
                <a:lnTo>
                  <a:pt x="13797" y="13529"/>
                </a:lnTo>
                <a:lnTo>
                  <a:pt x="13772" y="13213"/>
                </a:lnTo>
                <a:lnTo>
                  <a:pt x="13748" y="12872"/>
                </a:lnTo>
                <a:lnTo>
                  <a:pt x="13748" y="12580"/>
                </a:lnTo>
                <a:lnTo>
                  <a:pt x="13748" y="12288"/>
                </a:lnTo>
                <a:lnTo>
                  <a:pt x="13943" y="12118"/>
                </a:lnTo>
                <a:lnTo>
                  <a:pt x="14137" y="11947"/>
                </a:lnTo>
                <a:lnTo>
                  <a:pt x="14551" y="11655"/>
                </a:lnTo>
                <a:lnTo>
                  <a:pt x="14989" y="11388"/>
                </a:lnTo>
                <a:lnTo>
                  <a:pt x="15403" y="11072"/>
                </a:lnTo>
                <a:lnTo>
                  <a:pt x="15622" y="10877"/>
                </a:lnTo>
                <a:lnTo>
                  <a:pt x="15816" y="10634"/>
                </a:lnTo>
                <a:lnTo>
                  <a:pt x="15987" y="10390"/>
                </a:lnTo>
                <a:lnTo>
                  <a:pt x="16133" y="10123"/>
                </a:lnTo>
                <a:lnTo>
                  <a:pt x="16254" y="9855"/>
                </a:lnTo>
                <a:lnTo>
                  <a:pt x="16376" y="9563"/>
                </a:lnTo>
                <a:lnTo>
                  <a:pt x="16449" y="9271"/>
                </a:lnTo>
                <a:lnTo>
                  <a:pt x="16522" y="8979"/>
                </a:lnTo>
                <a:lnTo>
                  <a:pt x="16595" y="8614"/>
                </a:lnTo>
                <a:lnTo>
                  <a:pt x="16619" y="8249"/>
                </a:lnTo>
                <a:lnTo>
                  <a:pt x="16765" y="8273"/>
                </a:lnTo>
                <a:lnTo>
                  <a:pt x="16911" y="8298"/>
                </a:lnTo>
                <a:lnTo>
                  <a:pt x="17057" y="8273"/>
                </a:lnTo>
                <a:lnTo>
                  <a:pt x="17203" y="8249"/>
                </a:lnTo>
                <a:lnTo>
                  <a:pt x="17228" y="8273"/>
                </a:lnTo>
                <a:lnTo>
                  <a:pt x="17325" y="8346"/>
                </a:lnTo>
                <a:lnTo>
                  <a:pt x="17422" y="8444"/>
                </a:lnTo>
                <a:lnTo>
                  <a:pt x="17641" y="8565"/>
                </a:lnTo>
                <a:lnTo>
                  <a:pt x="17885" y="8663"/>
                </a:lnTo>
                <a:lnTo>
                  <a:pt x="18128" y="8687"/>
                </a:lnTo>
                <a:lnTo>
                  <a:pt x="18395" y="8663"/>
                </a:lnTo>
                <a:lnTo>
                  <a:pt x="18639" y="8614"/>
                </a:lnTo>
                <a:lnTo>
                  <a:pt x="18858" y="8492"/>
                </a:lnTo>
                <a:lnTo>
                  <a:pt x="18979" y="8419"/>
                </a:lnTo>
                <a:lnTo>
                  <a:pt x="19077" y="8346"/>
                </a:lnTo>
                <a:lnTo>
                  <a:pt x="19125" y="8249"/>
                </a:lnTo>
                <a:lnTo>
                  <a:pt x="19125" y="8176"/>
                </a:lnTo>
                <a:lnTo>
                  <a:pt x="19101" y="8079"/>
                </a:lnTo>
                <a:lnTo>
                  <a:pt x="19052" y="8006"/>
                </a:lnTo>
                <a:lnTo>
                  <a:pt x="18979" y="7957"/>
                </a:lnTo>
                <a:lnTo>
                  <a:pt x="18833" y="7957"/>
                </a:lnTo>
                <a:lnTo>
                  <a:pt x="18736" y="8006"/>
                </a:lnTo>
                <a:lnTo>
                  <a:pt x="18639" y="8103"/>
                </a:lnTo>
                <a:lnTo>
                  <a:pt x="18517" y="8176"/>
                </a:lnTo>
                <a:lnTo>
                  <a:pt x="18371" y="8200"/>
                </a:lnTo>
                <a:lnTo>
                  <a:pt x="18225" y="8225"/>
                </a:lnTo>
                <a:lnTo>
                  <a:pt x="18079" y="8200"/>
                </a:lnTo>
                <a:lnTo>
                  <a:pt x="17933" y="8176"/>
                </a:lnTo>
                <a:lnTo>
                  <a:pt x="17787" y="8127"/>
                </a:lnTo>
                <a:lnTo>
                  <a:pt x="17666" y="8054"/>
                </a:lnTo>
                <a:lnTo>
                  <a:pt x="17885" y="7933"/>
                </a:lnTo>
                <a:lnTo>
                  <a:pt x="18031" y="7835"/>
                </a:lnTo>
                <a:lnTo>
                  <a:pt x="18104" y="7738"/>
                </a:lnTo>
                <a:lnTo>
                  <a:pt x="18152" y="7641"/>
                </a:lnTo>
                <a:lnTo>
                  <a:pt x="18201" y="7543"/>
                </a:lnTo>
                <a:lnTo>
                  <a:pt x="18225" y="7446"/>
                </a:lnTo>
                <a:lnTo>
                  <a:pt x="18250" y="7349"/>
                </a:lnTo>
                <a:lnTo>
                  <a:pt x="18225" y="7251"/>
                </a:lnTo>
                <a:lnTo>
                  <a:pt x="18201" y="7154"/>
                </a:lnTo>
                <a:lnTo>
                  <a:pt x="18177" y="7057"/>
                </a:lnTo>
                <a:lnTo>
                  <a:pt x="18128" y="6984"/>
                </a:lnTo>
                <a:lnTo>
                  <a:pt x="18055" y="6911"/>
                </a:lnTo>
                <a:lnTo>
                  <a:pt x="18006" y="6862"/>
                </a:lnTo>
                <a:lnTo>
                  <a:pt x="17909" y="6813"/>
                </a:lnTo>
                <a:lnTo>
                  <a:pt x="17812" y="6789"/>
                </a:lnTo>
                <a:lnTo>
                  <a:pt x="17714" y="6789"/>
                </a:lnTo>
                <a:lnTo>
                  <a:pt x="17593" y="6813"/>
                </a:lnTo>
                <a:lnTo>
                  <a:pt x="17495" y="6838"/>
                </a:lnTo>
                <a:lnTo>
                  <a:pt x="17349" y="6911"/>
                </a:lnTo>
                <a:lnTo>
                  <a:pt x="17228" y="7008"/>
                </a:lnTo>
                <a:lnTo>
                  <a:pt x="17130" y="7105"/>
                </a:lnTo>
                <a:lnTo>
                  <a:pt x="17082" y="7227"/>
                </a:lnTo>
                <a:lnTo>
                  <a:pt x="17033" y="7373"/>
                </a:lnTo>
                <a:lnTo>
                  <a:pt x="17009" y="7519"/>
                </a:lnTo>
                <a:lnTo>
                  <a:pt x="17009" y="7665"/>
                </a:lnTo>
                <a:lnTo>
                  <a:pt x="17033" y="7811"/>
                </a:lnTo>
                <a:lnTo>
                  <a:pt x="16644" y="7835"/>
                </a:lnTo>
                <a:lnTo>
                  <a:pt x="16644" y="7397"/>
                </a:lnTo>
                <a:lnTo>
                  <a:pt x="16619" y="6935"/>
                </a:lnTo>
                <a:lnTo>
                  <a:pt x="16546" y="6497"/>
                </a:lnTo>
                <a:lnTo>
                  <a:pt x="16449" y="6059"/>
                </a:lnTo>
                <a:lnTo>
                  <a:pt x="16327" y="5621"/>
                </a:lnTo>
                <a:lnTo>
                  <a:pt x="16157" y="5207"/>
                </a:lnTo>
                <a:lnTo>
                  <a:pt x="15987" y="4794"/>
                </a:lnTo>
                <a:lnTo>
                  <a:pt x="15768" y="4404"/>
                </a:lnTo>
                <a:lnTo>
                  <a:pt x="15597" y="4161"/>
                </a:lnTo>
                <a:lnTo>
                  <a:pt x="15427" y="3918"/>
                </a:lnTo>
                <a:lnTo>
                  <a:pt x="15232" y="3699"/>
                </a:lnTo>
                <a:lnTo>
                  <a:pt x="15038" y="3480"/>
                </a:lnTo>
                <a:lnTo>
                  <a:pt x="14843" y="3285"/>
                </a:lnTo>
                <a:lnTo>
                  <a:pt x="14624" y="3091"/>
                </a:lnTo>
                <a:lnTo>
                  <a:pt x="14162" y="2750"/>
                </a:lnTo>
                <a:lnTo>
                  <a:pt x="13675" y="2434"/>
                </a:lnTo>
                <a:lnTo>
                  <a:pt x="13164" y="2166"/>
                </a:lnTo>
                <a:lnTo>
                  <a:pt x="12629" y="1923"/>
                </a:lnTo>
                <a:lnTo>
                  <a:pt x="12093" y="1704"/>
                </a:lnTo>
                <a:lnTo>
                  <a:pt x="11461" y="1460"/>
                </a:lnTo>
                <a:lnTo>
                  <a:pt x="10804" y="1266"/>
                </a:lnTo>
                <a:lnTo>
                  <a:pt x="10147" y="1120"/>
                </a:lnTo>
                <a:lnTo>
                  <a:pt x="9466" y="1022"/>
                </a:lnTo>
                <a:lnTo>
                  <a:pt x="8882" y="974"/>
                </a:lnTo>
                <a:lnTo>
                  <a:pt x="8249" y="974"/>
                </a:lnTo>
                <a:lnTo>
                  <a:pt x="7933" y="998"/>
                </a:lnTo>
                <a:lnTo>
                  <a:pt x="7641" y="1047"/>
                </a:lnTo>
                <a:lnTo>
                  <a:pt x="7349" y="1120"/>
                </a:lnTo>
                <a:lnTo>
                  <a:pt x="7057" y="1217"/>
                </a:lnTo>
                <a:lnTo>
                  <a:pt x="6570" y="755"/>
                </a:lnTo>
                <a:lnTo>
                  <a:pt x="6327" y="536"/>
                </a:lnTo>
                <a:lnTo>
                  <a:pt x="6059" y="317"/>
                </a:lnTo>
                <a:lnTo>
                  <a:pt x="5816" y="195"/>
                </a:lnTo>
                <a:lnTo>
                  <a:pt x="5548" y="98"/>
                </a:lnTo>
                <a:lnTo>
                  <a:pt x="5280" y="25"/>
                </a:lnTo>
                <a:lnTo>
                  <a:pt x="5013" y="25"/>
                </a:lnTo>
                <a:lnTo>
                  <a:pt x="4964" y="0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8"/>
          <p:cNvSpPr/>
          <p:nvPr/>
        </p:nvSpPr>
        <p:spPr>
          <a:xfrm>
            <a:off x="3650300" y="1113101"/>
            <a:ext cx="163663" cy="241144"/>
          </a:xfrm>
          <a:custGeom>
            <a:rect b="b" l="l" r="r" t="t"/>
            <a:pathLst>
              <a:path extrusionOk="0" h="8923" w="6056">
                <a:moveTo>
                  <a:pt x="1177" y="450"/>
                </a:moveTo>
                <a:lnTo>
                  <a:pt x="1220" y="471"/>
                </a:lnTo>
                <a:lnTo>
                  <a:pt x="1241" y="514"/>
                </a:lnTo>
                <a:lnTo>
                  <a:pt x="1263" y="621"/>
                </a:lnTo>
                <a:lnTo>
                  <a:pt x="1263" y="899"/>
                </a:lnTo>
                <a:lnTo>
                  <a:pt x="1241" y="1049"/>
                </a:lnTo>
                <a:lnTo>
                  <a:pt x="1220" y="1177"/>
                </a:lnTo>
                <a:lnTo>
                  <a:pt x="1177" y="1263"/>
                </a:lnTo>
                <a:lnTo>
                  <a:pt x="1156" y="1284"/>
                </a:lnTo>
                <a:lnTo>
                  <a:pt x="1113" y="1284"/>
                </a:lnTo>
                <a:lnTo>
                  <a:pt x="1092" y="1242"/>
                </a:lnTo>
                <a:lnTo>
                  <a:pt x="1070" y="1135"/>
                </a:lnTo>
                <a:lnTo>
                  <a:pt x="1049" y="985"/>
                </a:lnTo>
                <a:lnTo>
                  <a:pt x="1049" y="814"/>
                </a:lnTo>
                <a:lnTo>
                  <a:pt x="1070" y="664"/>
                </a:lnTo>
                <a:lnTo>
                  <a:pt x="1092" y="536"/>
                </a:lnTo>
                <a:lnTo>
                  <a:pt x="1113" y="493"/>
                </a:lnTo>
                <a:lnTo>
                  <a:pt x="1156" y="450"/>
                </a:lnTo>
                <a:close/>
                <a:moveTo>
                  <a:pt x="2033" y="471"/>
                </a:moveTo>
                <a:lnTo>
                  <a:pt x="2054" y="493"/>
                </a:lnTo>
                <a:lnTo>
                  <a:pt x="2076" y="578"/>
                </a:lnTo>
                <a:lnTo>
                  <a:pt x="2076" y="685"/>
                </a:lnTo>
                <a:lnTo>
                  <a:pt x="2097" y="985"/>
                </a:lnTo>
                <a:lnTo>
                  <a:pt x="2097" y="1156"/>
                </a:lnTo>
                <a:lnTo>
                  <a:pt x="2097" y="1220"/>
                </a:lnTo>
                <a:lnTo>
                  <a:pt x="2076" y="1263"/>
                </a:lnTo>
                <a:lnTo>
                  <a:pt x="2054" y="1306"/>
                </a:lnTo>
                <a:lnTo>
                  <a:pt x="2012" y="1306"/>
                </a:lnTo>
                <a:lnTo>
                  <a:pt x="1990" y="1284"/>
                </a:lnTo>
                <a:lnTo>
                  <a:pt x="1969" y="1263"/>
                </a:lnTo>
                <a:lnTo>
                  <a:pt x="1926" y="1156"/>
                </a:lnTo>
                <a:lnTo>
                  <a:pt x="1905" y="1006"/>
                </a:lnTo>
                <a:lnTo>
                  <a:pt x="1883" y="707"/>
                </a:lnTo>
                <a:lnTo>
                  <a:pt x="1883" y="578"/>
                </a:lnTo>
                <a:lnTo>
                  <a:pt x="1905" y="514"/>
                </a:lnTo>
                <a:lnTo>
                  <a:pt x="1947" y="471"/>
                </a:lnTo>
                <a:close/>
                <a:moveTo>
                  <a:pt x="1584" y="471"/>
                </a:moveTo>
                <a:lnTo>
                  <a:pt x="1648" y="493"/>
                </a:lnTo>
                <a:lnTo>
                  <a:pt x="1712" y="557"/>
                </a:lnTo>
                <a:lnTo>
                  <a:pt x="1712" y="643"/>
                </a:lnTo>
                <a:lnTo>
                  <a:pt x="1712" y="792"/>
                </a:lnTo>
                <a:lnTo>
                  <a:pt x="1669" y="1028"/>
                </a:lnTo>
                <a:lnTo>
                  <a:pt x="1669" y="1135"/>
                </a:lnTo>
                <a:lnTo>
                  <a:pt x="1669" y="1242"/>
                </a:lnTo>
                <a:lnTo>
                  <a:pt x="1648" y="1284"/>
                </a:lnTo>
                <a:lnTo>
                  <a:pt x="1605" y="1327"/>
                </a:lnTo>
                <a:lnTo>
                  <a:pt x="1562" y="1327"/>
                </a:lnTo>
                <a:lnTo>
                  <a:pt x="1498" y="1306"/>
                </a:lnTo>
                <a:lnTo>
                  <a:pt x="1455" y="1263"/>
                </a:lnTo>
                <a:lnTo>
                  <a:pt x="1434" y="1177"/>
                </a:lnTo>
                <a:lnTo>
                  <a:pt x="1434" y="942"/>
                </a:lnTo>
                <a:lnTo>
                  <a:pt x="1455" y="536"/>
                </a:lnTo>
                <a:lnTo>
                  <a:pt x="1477" y="493"/>
                </a:lnTo>
                <a:lnTo>
                  <a:pt x="1498" y="471"/>
                </a:lnTo>
                <a:close/>
                <a:moveTo>
                  <a:pt x="3895" y="450"/>
                </a:moveTo>
                <a:lnTo>
                  <a:pt x="3959" y="471"/>
                </a:lnTo>
                <a:lnTo>
                  <a:pt x="4001" y="493"/>
                </a:lnTo>
                <a:lnTo>
                  <a:pt x="4001" y="536"/>
                </a:lnTo>
                <a:lnTo>
                  <a:pt x="4023" y="643"/>
                </a:lnTo>
                <a:lnTo>
                  <a:pt x="4001" y="792"/>
                </a:lnTo>
                <a:lnTo>
                  <a:pt x="4023" y="985"/>
                </a:lnTo>
                <a:lnTo>
                  <a:pt x="4044" y="1092"/>
                </a:lnTo>
                <a:lnTo>
                  <a:pt x="4044" y="1199"/>
                </a:lnTo>
                <a:lnTo>
                  <a:pt x="4044" y="1263"/>
                </a:lnTo>
                <a:lnTo>
                  <a:pt x="4044" y="1327"/>
                </a:lnTo>
                <a:lnTo>
                  <a:pt x="4044" y="1349"/>
                </a:lnTo>
                <a:lnTo>
                  <a:pt x="3959" y="1370"/>
                </a:lnTo>
                <a:lnTo>
                  <a:pt x="3895" y="1391"/>
                </a:lnTo>
                <a:lnTo>
                  <a:pt x="3830" y="1370"/>
                </a:lnTo>
                <a:lnTo>
                  <a:pt x="3788" y="1327"/>
                </a:lnTo>
                <a:lnTo>
                  <a:pt x="3745" y="1284"/>
                </a:lnTo>
                <a:lnTo>
                  <a:pt x="3723" y="1135"/>
                </a:lnTo>
                <a:lnTo>
                  <a:pt x="3702" y="964"/>
                </a:lnTo>
                <a:lnTo>
                  <a:pt x="3723" y="792"/>
                </a:lnTo>
                <a:lnTo>
                  <a:pt x="3745" y="621"/>
                </a:lnTo>
                <a:lnTo>
                  <a:pt x="3788" y="514"/>
                </a:lnTo>
                <a:lnTo>
                  <a:pt x="3809" y="471"/>
                </a:lnTo>
                <a:lnTo>
                  <a:pt x="3895" y="450"/>
                </a:lnTo>
                <a:close/>
                <a:moveTo>
                  <a:pt x="4451" y="364"/>
                </a:moveTo>
                <a:lnTo>
                  <a:pt x="4536" y="386"/>
                </a:lnTo>
                <a:lnTo>
                  <a:pt x="4579" y="386"/>
                </a:lnTo>
                <a:lnTo>
                  <a:pt x="4601" y="407"/>
                </a:lnTo>
                <a:lnTo>
                  <a:pt x="4622" y="429"/>
                </a:lnTo>
                <a:lnTo>
                  <a:pt x="4622" y="493"/>
                </a:lnTo>
                <a:lnTo>
                  <a:pt x="4579" y="471"/>
                </a:lnTo>
                <a:lnTo>
                  <a:pt x="4536" y="493"/>
                </a:lnTo>
                <a:lnTo>
                  <a:pt x="4515" y="621"/>
                </a:lnTo>
                <a:lnTo>
                  <a:pt x="4515" y="728"/>
                </a:lnTo>
                <a:lnTo>
                  <a:pt x="4515" y="857"/>
                </a:lnTo>
                <a:lnTo>
                  <a:pt x="4558" y="1006"/>
                </a:lnTo>
                <a:lnTo>
                  <a:pt x="4601" y="1156"/>
                </a:lnTo>
                <a:lnTo>
                  <a:pt x="4601" y="1220"/>
                </a:lnTo>
                <a:lnTo>
                  <a:pt x="4579" y="1284"/>
                </a:lnTo>
                <a:lnTo>
                  <a:pt x="4536" y="1327"/>
                </a:lnTo>
                <a:lnTo>
                  <a:pt x="4494" y="1370"/>
                </a:lnTo>
                <a:lnTo>
                  <a:pt x="4408" y="1391"/>
                </a:lnTo>
                <a:lnTo>
                  <a:pt x="4365" y="1391"/>
                </a:lnTo>
                <a:lnTo>
                  <a:pt x="4344" y="1370"/>
                </a:lnTo>
                <a:lnTo>
                  <a:pt x="4301" y="1306"/>
                </a:lnTo>
                <a:lnTo>
                  <a:pt x="4301" y="1242"/>
                </a:lnTo>
                <a:lnTo>
                  <a:pt x="4322" y="1092"/>
                </a:lnTo>
                <a:lnTo>
                  <a:pt x="4280" y="921"/>
                </a:lnTo>
                <a:lnTo>
                  <a:pt x="4237" y="685"/>
                </a:lnTo>
                <a:lnTo>
                  <a:pt x="4237" y="578"/>
                </a:lnTo>
                <a:lnTo>
                  <a:pt x="4237" y="493"/>
                </a:lnTo>
                <a:lnTo>
                  <a:pt x="4280" y="407"/>
                </a:lnTo>
                <a:lnTo>
                  <a:pt x="4301" y="386"/>
                </a:lnTo>
                <a:lnTo>
                  <a:pt x="4344" y="386"/>
                </a:lnTo>
                <a:lnTo>
                  <a:pt x="4451" y="364"/>
                </a:lnTo>
                <a:close/>
                <a:moveTo>
                  <a:pt x="2910" y="450"/>
                </a:moveTo>
                <a:lnTo>
                  <a:pt x="2974" y="471"/>
                </a:lnTo>
                <a:lnTo>
                  <a:pt x="3039" y="514"/>
                </a:lnTo>
                <a:lnTo>
                  <a:pt x="3039" y="557"/>
                </a:lnTo>
                <a:lnTo>
                  <a:pt x="3060" y="621"/>
                </a:lnTo>
                <a:lnTo>
                  <a:pt x="3060" y="750"/>
                </a:lnTo>
                <a:lnTo>
                  <a:pt x="3039" y="899"/>
                </a:lnTo>
                <a:lnTo>
                  <a:pt x="3039" y="1006"/>
                </a:lnTo>
                <a:lnTo>
                  <a:pt x="3103" y="1156"/>
                </a:lnTo>
                <a:lnTo>
                  <a:pt x="3146" y="1284"/>
                </a:lnTo>
                <a:lnTo>
                  <a:pt x="3146" y="1349"/>
                </a:lnTo>
                <a:lnTo>
                  <a:pt x="3124" y="1370"/>
                </a:lnTo>
                <a:lnTo>
                  <a:pt x="3060" y="1413"/>
                </a:lnTo>
                <a:lnTo>
                  <a:pt x="2632" y="1413"/>
                </a:lnTo>
                <a:lnTo>
                  <a:pt x="2440" y="1370"/>
                </a:lnTo>
                <a:lnTo>
                  <a:pt x="2375" y="1349"/>
                </a:lnTo>
                <a:lnTo>
                  <a:pt x="2333" y="1306"/>
                </a:lnTo>
                <a:lnTo>
                  <a:pt x="2311" y="1263"/>
                </a:lnTo>
                <a:lnTo>
                  <a:pt x="2290" y="1156"/>
                </a:lnTo>
                <a:lnTo>
                  <a:pt x="2268" y="899"/>
                </a:lnTo>
                <a:lnTo>
                  <a:pt x="2268" y="664"/>
                </a:lnTo>
                <a:lnTo>
                  <a:pt x="2290" y="578"/>
                </a:lnTo>
                <a:lnTo>
                  <a:pt x="2290" y="536"/>
                </a:lnTo>
                <a:lnTo>
                  <a:pt x="2354" y="493"/>
                </a:lnTo>
                <a:lnTo>
                  <a:pt x="2397" y="471"/>
                </a:lnTo>
                <a:lnTo>
                  <a:pt x="2440" y="493"/>
                </a:lnTo>
                <a:lnTo>
                  <a:pt x="2461" y="536"/>
                </a:lnTo>
                <a:lnTo>
                  <a:pt x="2482" y="643"/>
                </a:lnTo>
                <a:lnTo>
                  <a:pt x="2482" y="814"/>
                </a:lnTo>
                <a:lnTo>
                  <a:pt x="2504" y="985"/>
                </a:lnTo>
                <a:lnTo>
                  <a:pt x="2525" y="1156"/>
                </a:lnTo>
                <a:lnTo>
                  <a:pt x="2547" y="1220"/>
                </a:lnTo>
                <a:lnTo>
                  <a:pt x="2568" y="1263"/>
                </a:lnTo>
                <a:lnTo>
                  <a:pt x="2611" y="1306"/>
                </a:lnTo>
                <a:lnTo>
                  <a:pt x="2675" y="1306"/>
                </a:lnTo>
                <a:lnTo>
                  <a:pt x="2739" y="1284"/>
                </a:lnTo>
                <a:lnTo>
                  <a:pt x="2782" y="1220"/>
                </a:lnTo>
                <a:lnTo>
                  <a:pt x="2803" y="1135"/>
                </a:lnTo>
                <a:lnTo>
                  <a:pt x="2803" y="1049"/>
                </a:lnTo>
                <a:lnTo>
                  <a:pt x="2782" y="857"/>
                </a:lnTo>
                <a:lnTo>
                  <a:pt x="2761" y="728"/>
                </a:lnTo>
                <a:lnTo>
                  <a:pt x="2739" y="600"/>
                </a:lnTo>
                <a:lnTo>
                  <a:pt x="2739" y="536"/>
                </a:lnTo>
                <a:lnTo>
                  <a:pt x="2782" y="471"/>
                </a:lnTo>
                <a:lnTo>
                  <a:pt x="2846" y="450"/>
                </a:lnTo>
                <a:close/>
                <a:moveTo>
                  <a:pt x="3402" y="450"/>
                </a:moveTo>
                <a:lnTo>
                  <a:pt x="3467" y="471"/>
                </a:lnTo>
                <a:lnTo>
                  <a:pt x="3509" y="514"/>
                </a:lnTo>
                <a:lnTo>
                  <a:pt x="3531" y="578"/>
                </a:lnTo>
                <a:lnTo>
                  <a:pt x="3531" y="643"/>
                </a:lnTo>
                <a:lnTo>
                  <a:pt x="3509" y="814"/>
                </a:lnTo>
                <a:lnTo>
                  <a:pt x="3488" y="942"/>
                </a:lnTo>
                <a:lnTo>
                  <a:pt x="3488" y="1070"/>
                </a:lnTo>
                <a:lnTo>
                  <a:pt x="3488" y="1242"/>
                </a:lnTo>
                <a:lnTo>
                  <a:pt x="3467" y="1349"/>
                </a:lnTo>
                <a:lnTo>
                  <a:pt x="3445" y="1413"/>
                </a:lnTo>
                <a:lnTo>
                  <a:pt x="3424" y="1434"/>
                </a:lnTo>
                <a:lnTo>
                  <a:pt x="3360" y="1413"/>
                </a:lnTo>
                <a:lnTo>
                  <a:pt x="3338" y="1391"/>
                </a:lnTo>
                <a:lnTo>
                  <a:pt x="3317" y="1327"/>
                </a:lnTo>
                <a:lnTo>
                  <a:pt x="3295" y="1177"/>
                </a:lnTo>
                <a:lnTo>
                  <a:pt x="3295" y="878"/>
                </a:lnTo>
                <a:lnTo>
                  <a:pt x="3274" y="750"/>
                </a:lnTo>
                <a:lnTo>
                  <a:pt x="3253" y="600"/>
                </a:lnTo>
                <a:lnTo>
                  <a:pt x="3253" y="557"/>
                </a:lnTo>
                <a:lnTo>
                  <a:pt x="3274" y="493"/>
                </a:lnTo>
                <a:lnTo>
                  <a:pt x="3338" y="471"/>
                </a:lnTo>
                <a:lnTo>
                  <a:pt x="3402" y="450"/>
                </a:lnTo>
                <a:close/>
                <a:moveTo>
                  <a:pt x="3937" y="1798"/>
                </a:moveTo>
                <a:lnTo>
                  <a:pt x="4023" y="1819"/>
                </a:lnTo>
                <a:lnTo>
                  <a:pt x="4108" y="1841"/>
                </a:lnTo>
                <a:lnTo>
                  <a:pt x="4151" y="1884"/>
                </a:lnTo>
                <a:lnTo>
                  <a:pt x="4194" y="1948"/>
                </a:lnTo>
                <a:lnTo>
                  <a:pt x="4258" y="2076"/>
                </a:lnTo>
                <a:lnTo>
                  <a:pt x="4344" y="2140"/>
                </a:lnTo>
                <a:lnTo>
                  <a:pt x="4429" y="2204"/>
                </a:lnTo>
                <a:lnTo>
                  <a:pt x="4622" y="2311"/>
                </a:lnTo>
                <a:lnTo>
                  <a:pt x="4900" y="2525"/>
                </a:lnTo>
                <a:lnTo>
                  <a:pt x="5071" y="2697"/>
                </a:lnTo>
                <a:lnTo>
                  <a:pt x="5242" y="2868"/>
                </a:lnTo>
                <a:lnTo>
                  <a:pt x="5371" y="3039"/>
                </a:lnTo>
                <a:lnTo>
                  <a:pt x="5414" y="3124"/>
                </a:lnTo>
                <a:lnTo>
                  <a:pt x="5435" y="3189"/>
                </a:lnTo>
                <a:lnTo>
                  <a:pt x="5435" y="3253"/>
                </a:lnTo>
                <a:lnTo>
                  <a:pt x="5392" y="3296"/>
                </a:lnTo>
                <a:lnTo>
                  <a:pt x="5328" y="3338"/>
                </a:lnTo>
                <a:lnTo>
                  <a:pt x="5221" y="3381"/>
                </a:lnTo>
                <a:lnTo>
                  <a:pt x="4922" y="3403"/>
                </a:lnTo>
                <a:lnTo>
                  <a:pt x="4622" y="3424"/>
                </a:lnTo>
                <a:lnTo>
                  <a:pt x="4001" y="3424"/>
                </a:lnTo>
                <a:lnTo>
                  <a:pt x="2782" y="3403"/>
                </a:lnTo>
                <a:lnTo>
                  <a:pt x="1969" y="3403"/>
                </a:lnTo>
                <a:lnTo>
                  <a:pt x="1498" y="3381"/>
                </a:lnTo>
                <a:lnTo>
                  <a:pt x="835" y="3381"/>
                </a:lnTo>
                <a:lnTo>
                  <a:pt x="771" y="3360"/>
                </a:lnTo>
                <a:lnTo>
                  <a:pt x="771" y="3338"/>
                </a:lnTo>
                <a:lnTo>
                  <a:pt x="771" y="3317"/>
                </a:lnTo>
                <a:lnTo>
                  <a:pt x="899" y="3124"/>
                </a:lnTo>
                <a:lnTo>
                  <a:pt x="1027" y="2953"/>
                </a:lnTo>
                <a:lnTo>
                  <a:pt x="1306" y="2568"/>
                </a:lnTo>
                <a:lnTo>
                  <a:pt x="1391" y="2440"/>
                </a:lnTo>
                <a:lnTo>
                  <a:pt x="1477" y="2333"/>
                </a:lnTo>
                <a:lnTo>
                  <a:pt x="1520" y="2247"/>
                </a:lnTo>
                <a:lnTo>
                  <a:pt x="1541" y="2162"/>
                </a:lnTo>
                <a:lnTo>
                  <a:pt x="1584" y="2076"/>
                </a:lnTo>
                <a:lnTo>
                  <a:pt x="1627" y="1991"/>
                </a:lnTo>
                <a:lnTo>
                  <a:pt x="1669" y="1948"/>
                </a:lnTo>
                <a:lnTo>
                  <a:pt x="1755" y="1926"/>
                </a:lnTo>
                <a:lnTo>
                  <a:pt x="1969" y="1905"/>
                </a:lnTo>
                <a:lnTo>
                  <a:pt x="2354" y="1905"/>
                </a:lnTo>
                <a:lnTo>
                  <a:pt x="3274" y="1884"/>
                </a:lnTo>
                <a:lnTo>
                  <a:pt x="3467" y="1841"/>
                </a:lnTo>
                <a:lnTo>
                  <a:pt x="3702" y="1819"/>
                </a:lnTo>
                <a:lnTo>
                  <a:pt x="3937" y="1798"/>
                </a:lnTo>
                <a:close/>
                <a:moveTo>
                  <a:pt x="5242" y="3766"/>
                </a:moveTo>
                <a:lnTo>
                  <a:pt x="5349" y="3788"/>
                </a:lnTo>
                <a:lnTo>
                  <a:pt x="5435" y="3809"/>
                </a:lnTo>
                <a:lnTo>
                  <a:pt x="5521" y="3852"/>
                </a:lnTo>
                <a:lnTo>
                  <a:pt x="5542" y="3916"/>
                </a:lnTo>
                <a:lnTo>
                  <a:pt x="5563" y="4023"/>
                </a:lnTo>
                <a:lnTo>
                  <a:pt x="5585" y="4216"/>
                </a:lnTo>
                <a:lnTo>
                  <a:pt x="5606" y="4408"/>
                </a:lnTo>
                <a:lnTo>
                  <a:pt x="5606" y="4622"/>
                </a:lnTo>
                <a:lnTo>
                  <a:pt x="5585" y="5029"/>
                </a:lnTo>
                <a:lnTo>
                  <a:pt x="5563" y="6098"/>
                </a:lnTo>
                <a:lnTo>
                  <a:pt x="5563" y="6698"/>
                </a:lnTo>
                <a:lnTo>
                  <a:pt x="5563" y="6826"/>
                </a:lnTo>
                <a:lnTo>
                  <a:pt x="5563" y="6912"/>
                </a:lnTo>
                <a:lnTo>
                  <a:pt x="5521" y="6976"/>
                </a:lnTo>
                <a:lnTo>
                  <a:pt x="5414" y="7019"/>
                </a:lnTo>
                <a:lnTo>
                  <a:pt x="5285" y="7040"/>
                </a:lnTo>
                <a:lnTo>
                  <a:pt x="5135" y="7040"/>
                </a:lnTo>
                <a:lnTo>
                  <a:pt x="4836" y="7019"/>
                </a:lnTo>
                <a:lnTo>
                  <a:pt x="4215" y="7061"/>
                </a:lnTo>
                <a:lnTo>
                  <a:pt x="3595" y="7083"/>
                </a:lnTo>
                <a:lnTo>
                  <a:pt x="2996" y="7083"/>
                </a:lnTo>
                <a:lnTo>
                  <a:pt x="2739" y="7104"/>
                </a:lnTo>
                <a:lnTo>
                  <a:pt x="2611" y="7125"/>
                </a:lnTo>
                <a:lnTo>
                  <a:pt x="2482" y="7125"/>
                </a:lnTo>
                <a:lnTo>
                  <a:pt x="2375" y="7104"/>
                </a:lnTo>
                <a:lnTo>
                  <a:pt x="2333" y="7061"/>
                </a:lnTo>
                <a:lnTo>
                  <a:pt x="2311" y="7019"/>
                </a:lnTo>
                <a:lnTo>
                  <a:pt x="2247" y="6933"/>
                </a:lnTo>
                <a:lnTo>
                  <a:pt x="2204" y="6912"/>
                </a:lnTo>
                <a:lnTo>
                  <a:pt x="2161" y="6912"/>
                </a:lnTo>
                <a:lnTo>
                  <a:pt x="2076" y="6933"/>
                </a:lnTo>
                <a:lnTo>
                  <a:pt x="2012" y="6976"/>
                </a:lnTo>
                <a:lnTo>
                  <a:pt x="1947" y="7061"/>
                </a:lnTo>
                <a:lnTo>
                  <a:pt x="1883" y="7125"/>
                </a:lnTo>
                <a:lnTo>
                  <a:pt x="1798" y="7168"/>
                </a:lnTo>
                <a:lnTo>
                  <a:pt x="1734" y="7168"/>
                </a:lnTo>
                <a:lnTo>
                  <a:pt x="1691" y="7147"/>
                </a:lnTo>
                <a:lnTo>
                  <a:pt x="1648" y="7104"/>
                </a:lnTo>
                <a:lnTo>
                  <a:pt x="1627" y="7061"/>
                </a:lnTo>
                <a:lnTo>
                  <a:pt x="1648" y="6976"/>
                </a:lnTo>
                <a:lnTo>
                  <a:pt x="1734" y="6783"/>
                </a:lnTo>
                <a:lnTo>
                  <a:pt x="1819" y="6569"/>
                </a:lnTo>
                <a:lnTo>
                  <a:pt x="1819" y="6484"/>
                </a:lnTo>
                <a:lnTo>
                  <a:pt x="1819" y="6398"/>
                </a:lnTo>
                <a:lnTo>
                  <a:pt x="1776" y="6355"/>
                </a:lnTo>
                <a:lnTo>
                  <a:pt x="1734" y="6334"/>
                </a:lnTo>
                <a:lnTo>
                  <a:pt x="1669" y="6334"/>
                </a:lnTo>
                <a:lnTo>
                  <a:pt x="1584" y="6377"/>
                </a:lnTo>
                <a:lnTo>
                  <a:pt x="1498" y="6462"/>
                </a:lnTo>
                <a:lnTo>
                  <a:pt x="1327" y="6676"/>
                </a:lnTo>
                <a:lnTo>
                  <a:pt x="1241" y="6847"/>
                </a:lnTo>
                <a:lnTo>
                  <a:pt x="1156" y="7040"/>
                </a:lnTo>
                <a:lnTo>
                  <a:pt x="1092" y="7104"/>
                </a:lnTo>
                <a:lnTo>
                  <a:pt x="1049" y="7125"/>
                </a:lnTo>
                <a:lnTo>
                  <a:pt x="1006" y="7147"/>
                </a:lnTo>
                <a:lnTo>
                  <a:pt x="856" y="7147"/>
                </a:lnTo>
                <a:lnTo>
                  <a:pt x="856" y="7125"/>
                </a:lnTo>
                <a:lnTo>
                  <a:pt x="878" y="7061"/>
                </a:lnTo>
                <a:lnTo>
                  <a:pt x="921" y="6997"/>
                </a:lnTo>
                <a:lnTo>
                  <a:pt x="942" y="6869"/>
                </a:lnTo>
                <a:lnTo>
                  <a:pt x="985" y="6740"/>
                </a:lnTo>
                <a:lnTo>
                  <a:pt x="1134" y="6505"/>
                </a:lnTo>
                <a:lnTo>
                  <a:pt x="1220" y="6377"/>
                </a:lnTo>
                <a:lnTo>
                  <a:pt x="1284" y="6248"/>
                </a:lnTo>
                <a:lnTo>
                  <a:pt x="1306" y="6120"/>
                </a:lnTo>
                <a:lnTo>
                  <a:pt x="1327" y="5970"/>
                </a:lnTo>
                <a:lnTo>
                  <a:pt x="1284" y="5842"/>
                </a:lnTo>
                <a:lnTo>
                  <a:pt x="1263" y="5799"/>
                </a:lnTo>
                <a:lnTo>
                  <a:pt x="1241" y="5778"/>
                </a:lnTo>
                <a:lnTo>
                  <a:pt x="1199" y="5778"/>
                </a:lnTo>
                <a:lnTo>
                  <a:pt x="1156" y="5799"/>
                </a:lnTo>
                <a:lnTo>
                  <a:pt x="1092" y="5863"/>
                </a:lnTo>
                <a:lnTo>
                  <a:pt x="921" y="6056"/>
                </a:lnTo>
                <a:lnTo>
                  <a:pt x="835" y="6141"/>
                </a:lnTo>
                <a:lnTo>
                  <a:pt x="792" y="6184"/>
                </a:lnTo>
                <a:lnTo>
                  <a:pt x="728" y="6227"/>
                </a:lnTo>
                <a:lnTo>
                  <a:pt x="707" y="6205"/>
                </a:lnTo>
                <a:lnTo>
                  <a:pt x="707" y="6141"/>
                </a:lnTo>
                <a:lnTo>
                  <a:pt x="707" y="6077"/>
                </a:lnTo>
                <a:lnTo>
                  <a:pt x="728" y="6013"/>
                </a:lnTo>
                <a:lnTo>
                  <a:pt x="792" y="5842"/>
                </a:lnTo>
                <a:lnTo>
                  <a:pt x="942" y="5564"/>
                </a:lnTo>
                <a:lnTo>
                  <a:pt x="1027" y="5350"/>
                </a:lnTo>
                <a:lnTo>
                  <a:pt x="1049" y="5243"/>
                </a:lnTo>
                <a:lnTo>
                  <a:pt x="1049" y="5157"/>
                </a:lnTo>
                <a:lnTo>
                  <a:pt x="1027" y="5072"/>
                </a:lnTo>
                <a:lnTo>
                  <a:pt x="985" y="5029"/>
                </a:lnTo>
                <a:lnTo>
                  <a:pt x="899" y="4986"/>
                </a:lnTo>
                <a:lnTo>
                  <a:pt x="771" y="5007"/>
                </a:lnTo>
                <a:lnTo>
                  <a:pt x="685" y="5029"/>
                </a:lnTo>
                <a:lnTo>
                  <a:pt x="664" y="5050"/>
                </a:lnTo>
                <a:lnTo>
                  <a:pt x="642" y="5029"/>
                </a:lnTo>
                <a:lnTo>
                  <a:pt x="621" y="4922"/>
                </a:lnTo>
                <a:lnTo>
                  <a:pt x="600" y="4772"/>
                </a:lnTo>
                <a:lnTo>
                  <a:pt x="600" y="4601"/>
                </a:lnTo>
                <a:lnTo>
                  <a:pt x="621" y="4301"/>
                </a:lnTo>
                <a:lnTo>
                  <a:pt x="642" y="4173"/>
                </a:lnTo>
                <a:lnTo>
                  <a:pt x="685" y="4045"/>
                </a:lnTo>
                <a:lnTo>
                  <a:pt x="749" y="3916"/>
                </a:lnTo>
                <a:lnTo>
                  <a:pt x="792" y="3873"/>
                </a:lnTo>
                <a:lnTo>
                  <a:pt x="835" y="3852"/>
                </a:lnTo>
                <a:lnTo>
                  <a:pt x="899" y="3831"/>
                </a:lnTo>
                <a:lnTo>
                  <a:pt x="985" y="3831"/>
                </a:lnTo>
                <a:lnTo>
                  <a:pt x="1113" y="3852"/>
                </a:lnTo>
                <a:lnTo>
                  <a:pt x="1798" y="3852"/>
                </a:lnTo>
                <a:lnTo>
                  <a:pt x="3231" y="3831"/>
                </a:lnTo>
                <a:lnTo>
                  <a:pt x="4665" y="3809"/>
                </a:lnTo>
                <a:lnTo>
                  <a:pt x="5114" y="3766"/>
                </a:lnTo>
                <a:close/>
                <a:moveTo>
                  <a:pt x="5349" y="7446"/>
                </a:moveTo>
                <a:lnTo>
                  <a:pt x="5414" y="7468"/>
                </a:lnTo>
                <a:lnTo>
                  <a:pt x="5456" y="7489"/>
                </a:lnTo>
                <a:lnTo>
                  <a:pt x="5499" y="7532"/>
                </a:lnTo>
                <a:lnTo>
                  <a:pt x="5542" y="7618"/>
                </a:lnTo>
                <a:lnTo>
                  <a:pt x="5542" y="7725"/>
                </a:lnTo>
                <a:lnTo>
                  <a:pt x="5499" y="7832"/>
                </a:lnTo>
                <a:lnTo>
                  <a:pt x="5435" y="7960"/>
                </a:lnTo>
                <a:lnTo>
                  <a:pt x="5371" y="8067"/>
                </a:lnTo>
                <a:lnTo>
                  <a:pt x="5285" y="8152"/>
                </a:lnTo>
                <a:lnTo>
                  <a:pt x="5135" y="8259"/>
                </a:lnTo>
                <a:lnTo>
                  <a:pt x="4964" y="8345"/>
                </a:lnTo>
                <a:lnTo>
                  <a:pt x="4793" y="8388"/>
                </a:lnTo>
                <a:lnTo>
                  <a:pt x="4601" y="8409"/>
                </a:lnTo>
                <a:lnTo>
                  <a:pt x="4194" y="8431"/>
                </a:lnTo>
                <a:lnTo>
                  <a:pt x="3830" y="8452"/>
                </a:lnTo>
                <a:lnTo>
                  <a:pt x="3488" y="8473"/>
                </a:lnTo>
                <a:lnTo>
                  <a:pt x="3146" y="8495"/>
                </a:lnTo>
                <a:lnTo>
                  <a:pt x="2504" y="8495"/>
                </a:lnTo>
                <a:lnTo>
                  <a:pt x="2440" y="8473"/>
                </a:lnTo>
                <a:lnTo>
                  <a:pt x="2375" y="8431"/>
                </a:lnTo>
                <a:lnTo>
                  <a:pt x="2333" y="8366"/>
                </a:lnTo>
                <a:lnTo>
                  <a:pt x="2290" y="8324"/>
                </a:lnTo>
                <a:lnTo>
                  <a:pt x="2226" y="8281"/>
                </a:lnTo>
                <a:lnTo>
                  <a:pt x="2161" y="8281"/>
                </a:lnTo>
                <a:lnTo>
                  <a:pt x="2076" y="8302"/>
                </a:lnTo>
                <a:lnTo>
                  <a:pt x="1990" y="8324"/>
                </a:lnTo>
                <a:lnTo>
                  <a:pt x="1905" y="8345"/>
                </a:lnTo>
                <a:lnTo>
                  <a:pt x="1776" y="8324"/>
                </a:lnTo>
                <a:lnTo>
                  <a:pt x="1712" y="8302"/>
                </a:lnTo>
                <a:lnTo>
                  <a:pt x="1669" y="8238"/>
                </a:lnTo>
                <a:lnTo>
                  <a:pt x="1605" y="8131"/>
                </a:lnTo>
                <a:lnTo>
                  <a:pt x="1541" y="8024"/>
                </a:lnTo>
                <a:lnTo>
                  <a:pt x="1498" y="8003"/>
                </a:lnTo>
                <a:lnTo>
                  <a:pt x="1477" y="8003"/>
                </a:lnTo>
                <a:lnTo>
                  <a:pt x="1413" y="8024"/>
                </a:lnTo>
                <a:lnTo>
                  <a:pt x="1306" y="8067"/>
                </a:lnTo>
                <a:lnTo>
                  <a:pt x="1284" y="8110"/>
                </a:lnTo>
                <a:lnTo>
                  <a:pt x="1263" y="8131"/>
                </a:lnTo>
                <a:lnTo>
                  <a:pt x="1220" y="8152"/>
                </a:lnTo>
                <a:lnTo>
                  <a:pt x="1177" y="8131"/>
                </a:lnTo>
                <a:lnTo>
                  <a:pt x="1134" y="8088"/>
                </a:lnTo>
                <a:lnTo>
                  <a:pt x="1134" y="8024"/>
                </a:lnTo>
                <a:lnTo>
                  <a:pt x="1134" y="7917"/>
                </a:lnTo>
                <a:lnTo>
                  <a:pt x="1134" y="7767"/>
                </a:lnTo>
                <a:lnTo>
                  <a:pt x="1156" y="7660"/>
                </a:lnTo>
                <a:lnTo>
                  <a:pt x="1177" y="7639"/>
                </a:lnTo>
                <a:lnTo>
                  <a:pt x="1199" y="7596"/>
                </a:lnTo>
                <a:lnTo>
                  <a:pt x="1263" y="7575"/>
                </a:lnTo>
                <a:lnTo>
                  <a:pt x="1327" y="7553"/>
                </a:lnTo>
                <a:lnTo>
                  <a:pt x="1883" y="7553"/>
                </a:lnTo>
                <a:lnTo>
                  <a:pt x="2076" y="7532"/>
                </a:lnTo>
                <a:lnTo>
                  <a:pt x="2461" y="7511"/>
                </a:lnTo>
                <a:lnTo>
                  <a:pt x="2868" y="7489"/>
                </a:lnTo>
                <a:lnTo>
                  <a:pt x="3638" y="7489"/>
                </a:lnTo>
                <a:lnTo>
                  <a:pt x="4451" y="7468"/>
                </a:lnTo>
                <a:lnTo>
                  <a:pt x="4879" y="7446"/>
                </a:lnTo>
                <a:close/>
                <a:moveTo>
                  <a:pt x="2932" y="1"/>
                </a:moveTo>
                <a:lnTo>
                  <a:pt x="2632" y="22"/>
                </a:lnTo>
                <a:lnTo>
                  <a:pt x="2333" y="43"/>
                </a:lnTo>
                <a:lnTo>
                  <a:pt x="1755" y="108"/>
                </a:lnTo>
                <a:lnTo>
                  <a:pt x="1498" y="129"/>
                </a:lnTo>
                <a:lnTo>
                  <a:pt x="1220" y="129"/>
                </a:lnTo>
                <a:lnTo>
                  <a:pt x="1070" y="150"/>
                </a:lnTo>
                <a:lnTo>
                  <a:pt x="942" y="172"/>
                </a:lnTo>
                <a:lnTo>
                  <a:pt x="814" y="236"/>
                </a:lnTo>
                <a:lnTo>
                  <a:pt x="728" y="300"/>
                </a:lnTo>
                <a:lnTo>
                  <a:pt x="642" y="386"/>
                </a:lnTo>
                <a:lnTo>
                  <a:pt x="600" y="493"/>
                </a:lnTo>
                <a:lnTo>
                  <a:pt x="578" y="621"/>
                </a:lnTo>
                <a:lnTo>
                  <a:pt x="557" y="728"/>
                </a:lnTo>
                <a:lnTo>
                  <a:pt x="557" y="985"/>
                </a:lnTo>
                <a:lnTo>
                  <a:pt x="578" y="1220"/>
                </a:lnTo>
                <a:lnTo>
                  <a:pt x="600" y="1434"/>
                </a:lnTo>
                <a:lnTo>
                  <a:pt x="642" y="1520"/>
                </a:lnTo>
                <a:lnTo>
                  <a:pt x="707" y="1605"/>
                </a:lnTo>
                <a:lnTo>
                  <a:pt x="749" y="1648"/>
                </a:lnTo>
                <a:lnTo>
                  <a:pt x="792" y="1691"/>
                </a:lnTo>
                <a:lnTo>
                  <a:pt x="921" y="1734"/>
                </a:lnTo>
                <a:lnTo>
                  <a:pt x="1027" y="1777"/>
                </a:lnTo>
                <a:lnTo>
                  <a:pt x="1070" y="1798"/>
                </a:lnTo>
                <a:lnTo>
                  <a:pt x="1113" y="1841"/>
                </a:lnTo>
                <a:lnTo>
                  <a:pt x="1113" y="1862"/>
                </a:lnTo>
                <a:lnTo>
                  <a:pt x="1113" y="1905"/>
                </a:lnTo>
                <a:lnTo>
                  <a:pt x="1092" y="2012"/>
                </a:lnTo>
                <a:lnTo>
                  <a:pt x="1006" y="2119"/>
                </a:lnTo>
                <a:lnTo>
                  <a:pt x="899" y="2247"/>
                </a:lnTo>
                <a:lnTo>
                  <a:pt x="685" y="2483"/>
                </a:lnTo>
                <a:lnTo>
                  <a:pt x="514" y="2654"/>
                </a:lnTo>
                <a:lnTo>
                  <a:pt x="364" y="2825"/>
                </a:lnTo>
                <a:lnTo>
                  <a:pt x="236" y="3039"/>
                </a:lnTo>
                <a:lnTo>
                  <a:pt x="129" y="3253"/>
                </a:lnTo>
                <a:lnTo>
                  <a:pt x="65" y="3467"/>
                </a:lnTo>
                <a:lnTo>
                  <a:pt x="22" y="3788"/>
                </a:lnTo>
                <a:lnTo>
                  <a:pt x="0" y="4109"/>
                </a:lnTo>
                <a:lnTo>
                  <a:pt x="0" y="4430"/>
                </a:lnTo>
                <a:lnTo>
                  <a:pt x="0" y="4772"/>
                </a:lnTo>
                <a:lnTo>
                  <a:pt x="65" y="5414"/>
                </a:lnTo>
                <a:lnTo>
                  <a:pt x="150" y="6056"/>
                </a:lnTo>
                <a:lnTo>
                  <a:pt x="193" y="6591"/>
                </a:lnTo>
                <a:lnTo>
                  <a:pt x="236" y="7147"/>
                </a:lnTo>
                <a:lnTo>
                  <a:pt x="236" y="7425"/>
                </a:lnTo>
                <a:lnTo>
                  <a:pt x="214" y="7725"/>
                </a:lnTo>
                <a:lnTo>
                  <a:pt x="214" y="7874"/>
                </a:lnTo>
                <a:lnTo>
                  <a:pt x="236" y="8024"/>
                </a:lnTo>
                <a:lnTo>
                  <a:pt x="279" y="8152"/>
                </a:lnTo>
                <a:lnTo>
                  <a:pt x="364" y="8281"/>
                </a:lnTo>
                <a:lnTo>
                  <a:pt x="428" y="8388"/>
                </a:lnTo>
                <a:lnTo>
                  <a:pt x="514" y="8473"/>
                </a:lnTo>
                <a:lnTo>
                  <a:pt x="728" y="8645"/>
                </a:lnTo>
                <a:lnTo>
                  <a:pt x="963" y="8794"/>
                </a:lnTo>
                <a:lnTo>
                  <a:pt x="1199" y="8880"/>
                </a:lnTo>
                <a:lnTo>
                  <a:pt x="1327" y="8901"/>
                </a:lnTo>
                <a:lnTo>
                  <a:pt x="1477" y="8923"/>
                </a:lnTo>
                <a:lnTo>
                  <a:pt x="1798" y="8923"/>
                </a:lnTo>
                <a:lnTo>
                  <a:pt x="2418" y="8859"/>
                </a:lnTo>
                <a:lnTo>
                  <a:pt x="3103" y="8816"/>
                </a:lnTo>
                <a:lnTo>
                  <a:pt x="3788" y="8816"/>
                </a:lnTo>
                <a:lnTo>
                  <a:pt x="4494" y="8794"/>
                </a:lnTo>
                <a:lnTo>
                  <a:pt x="5178" y="8752"/>
                </a:lnTo>
                <a:lnTo>
                  <a:pt x="5328" y="8730"/>
                </a:lnTo>
                <a:lnTo>
                  <a:pt x="5435" y="8709"/>
                </a:lnTo>
                <a:lnTo>
                  <a:pt x="5521" y="8666"/>
                </a:lnTo>
                <a:lnTo>
                  <a:pt x="5628" y="8580"/>
                </a:lnTo>
                <a:lnTo>
                  <a:pt x="5799" y="8388"/>
                </a:lnTo>
                <a:lnTo>
                  <a:pt x="5906" y="8281"/>
                </a:lnTo>
                <a:lnTo>
                  <a:pt x="5970" y="8174"/>
                </a:lnTo>
                <a:lnTo>
                  <a:pt x="6013" y="8024"/>
                </a:lnTo>
                <a:lnTo>
                  <a:pt x="6034" y="7874"/>
                </a:lnTo>
                <a:lnTo>
                  <a:pt x="6055" y="7682"/>
                </a:lnTo>
                <a:lnTo>
                  <a:pt x="6055" y="7511"/>
                </a:lnTo>
                <a:lnTo>
                  <a:pt x="6034" y="7147"/>
                </a:lnTo>
                <a:lnTo>
                  <a:pt x="6013" y="6805"/>
                </a:lnTo>
                <a:lnTo>
                  <a:pt x="6013" y="5285"/>
                </a:lnTo>
                <a:lnTo>
                  <a:pt x="5991" y="4515"/>
                </a:lnTo>
                <a:lnTo>
                  <a:pt x="5948" y="3766"/>
                </a:lnTo>
                <a:lnTo>
                  <a:pt x="5927" y="3445"/>
                </a:lnTo>
                <a:lnTo>
                  <a:pt x="5863" y="3167"/>
                </a:lnTo>
                <a:lnTo>
                  <a:pt x="5820" y="3018"/>
                </a:lnTo>
                <a:lnTo>
                  <a:pt x="5777" y="2889"/>
                </a:lnTo>
                <a:lnTo>
                  <a:pt x="5713" y="2739"/>
                </a:lnTo>
                <a:lnTo>
                  <a:pt x="5628" y="2611"/>
                </a:lnTo>
                <a:lnTo>
                  <a:pt x="5521" y="2483"/>
                </a:lnTo>
                <a:lnTo>
                  <a:pt x="5414" y="2376"/>
                </a:lnTo>
                <a:lnTo>
                  <a:pt x="5307" y="2269"/>
                </a:lnTo>
                <a:lnTo>
                  <a:pt x="5178" y="2183"/>
                </a:lnTo>
                <a:lnTo>
                  <a:pt x="4879" y="1991"/>
                </a:lnTo>
                <a:lnTo>
                  <a:pt x="4729" y="1884"/>
                </a:lnTo>
                <a:lnTo>
                  <a:pt x="4665" y="1819"/>
                </a:lnTo>
                <a:lnTo>
                  <a:pt x="4643" y="1777"/>
                </a:lnTo>
                <a:lnTo>
                  <a:pt x="4686" y="1755"/>
                </a:lnTo>
                <a:lnTo>
                  <a:pt x="4793" y="1734"/>
                </a:lnTo>
                <a:lnTo>
                  <a:pt x="4964" y="1648"/>
                </a:lnTo>
                <a:lnTo>
                  <a:pt x="5007" y="1584"/>
                </a:lnTo>
                <a:lnTo>
                  <a:pt x="5007" y="1498"/>
                </a:lnTo>
                <a:lnTo>
                  <a:pt x="5028" y="1349"/>
                </a:lnTo>
                <a:lnTo>
                  <a:pt x="5071" y="1070"/>
                </a:lnTo>
                <a:lnTo>
                  <a:pt x="5135" y="750"/>
                </a:lnTo>
                <a:lnTo>
                  <a:pt x="5157" y="600"/>
                </a:lnTo>
                <a:lnTo>
                  <a:pt x="5157" y="450"/>
                </a:lnTo>
                <a:lnTo>
                  <a:pt x="5135" y="322"/>
                </a:lnTo>
                <a:lnTo>
                  <a:pt x="5071" y="193"/>
                </a:lnTo>
                <a:lnTo>
                  <a:pt x="5007" y="108"/>
                </a:lnTo>
                <a:lnTo>
                  <a:pt x="4879" y="43"/>
                </a:lnTo>
                <a:lnTo>
                  <a:pt x="4750" y="1"/>
                </a:lnTo>
                <a:lnTo>
                  <a:pt x="4301" y="1"/>
                </a:lnTo>
                <a:lnTo>
                  <a:pt x="4066" y="22"/>
                </a:lnTo>
                <a:lnTo>
                  <a:pt x="2932" y="1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8"/>
          <p:cNvSpPr/>
          <p:nvPr/>
        </p:nvSpPr>
        <p:spPr>
          <a:xfrm>
            <a:off x="3202742" y="883950"/>
            <a:ext cx="487003" cy="470310"/>
          </a:xfrm>
          <a:custGeom>
            <a:rect b="b" l="l" r="r" t="t"/>
            <a:pathLst>
              <a:path extrusionOk="0" h="9907" w="7725">
                <a:moveTo>
                  <a:pt x="7703" y="7681"/>
                </a:moveTo>
                <a:lnTo>
                  <a:pt x="7703" y="7681"/>
                </a:lnTo>
                <a:lnTo>
                  <a:pt x="7661" y="7595"/>
                </a:lnTo>
                <a:lnTo>
                  <a:pt x="7596" y="7531"/>
                </a:lnTo>
                <a:lnTo>
                  <a:pt x="7382" y="7382"/>
                </a:lnTo>
                <a:lnTo>
                  <a:pt x="6997" y="7168"/>
                </a:lnTo>
                <a:lnTo>
                  <a:pt x="6997" y="7168"/>
                </a:lnTo>
                <a:lnTo>
                  <a:pt x="6634" y="6954"/>
                </a:lnTo>
                <a:lnTo>
                  <a:pt x="6291" y="6718"/>
                </a:lnTo>
                <a:lnTo>
                  <a:pt x="6291" y="6718"/>
                </a:lnTo>
                <a:lnTo>
                  <a:pt x="6099" y="6568"/>
                </a:lnTo>
                <a:lnTo>
                  <a:pt x="5863" y="6462"/>
                </a:lnTo>
                <a:lnTo>
                  <a:pt x="5393" y="6269"/>
                </a:lnTo>
                <a:lnTo>
                  <a:pt x="5393" y="6269"/>
                </a:lnTo>
                <a:lnTo>
                  <a:pt x="5221" y="6183"/>
                </a:lnTo>
                <a:lnTo>
                  <a:pt x="5093" y="6098"/>
                </a:lnTo>
                <a:lnTo>
                  <a:pt x="4965" y="5969"/>
                </a:lnTo>
                <a:lnTo>
                  <a:pt x="4879" y="5841"/>
                </a:lnTo>
                <a:lnTo>
                  <a:pt x="4794" y="5691"/>
                </a:lnTo>
                <a:lnTo>
                  <a:pt x="4772" y="5520"/>
                </a:lnTo>
                <a:lnTo>
                  <a:pt x="4772" y="5349"/>
                </a:lnTo>
                <a:lnTo>
                  <a:pt x="4815" y="5156"/>
                </a:lnTo>
                <a:lnTo>
                  <a:pt x="4815" y="5156"/>
                </a:lnTo>
                <a:lnTo>
                  <a:pt x="4922" y="4964"/>
                </a:lnTo>
                <a:lnTo>
                  <a:pt x="5050" y="4771"/>
                </a:lnTo>
                <a:lnTo>
                  <a:pt x="5179" y="4579"/>
                </a:lnTo>
                <a:lnTo>
                  <a:pt x="5307" y="4386"/>
                </a:lnTo>
                <a:lnTo>
                  <a:pt x="5307" y="4386"/>
                </a:lnTo>
                <a:lnTo>
                  <a:pt x="5542" y="3980"/>
                </a:lnTo>
                <a:lnTo>
                  <a:pt x="5756" y="3573"/>
                </a:lnTo>
                <a:lnTo>
                  <a:pt x="5756" y="3573"/>
                </a:lnTo>
                <a:lnTo>
                  <a:pt x="5799" y="3445"/>
                </a:lnTo>
                <a:lnTo>
                  <a:pt x="5863" y="3359"/>
                </a:lnTo>
                <a:lnTo>
                  <a:pt x="5970" y="3295"/>
                </a:lnTo>
                <a:lnTo>
                  <a:pt x="6099" y="3274"/>
                </a:lnTo>
                <a:lnTo>
                  <a:pt x="6099" y="3274"/>
                </a:lnTo>
                <a:lnTo>
                  <a:pt x="6227" y="3252"/>
                </a:lnTo>
                <a:lnTo>
                  <a:pt x="6334" y="3209"/>
                </a:lnTo>
                <a:lnTo>
                  <a:pt x="6420" y="3145"/>
                </a:lnTo>
                <a:lnTo>
                  <a:pt x="6505" y="3038"/>
                </a:lnTo>
                <a:lnTo>
                  <a:pt x="6505" y="3038"/>
                </a:lnTo>
                <a:lnTo>
                  <a:pt x="6569" y="2846"/>
                </a:lnTo>
                <a:lnTo>
                  <a:pt x="6655" y="2610"/>
                </a:lnTo>
                <a:lnTo>
                  <a:pt x="6698" y="2375"/>
                </a:lnTo>
                <a:lnTo>
                  <a:pt x="6698" y="2268"/>
                </a:lnTo>
                <a:lnTo>
                  <a:pt x="6698" y="2161"/>
                </a:lnTo>
                <a:lnTo>
                  <a:pt x="6698" y="2161"/>
                </a:lnTo>
                <a:lnTo>
                  <a:pt x="6676" y="2097"/>
                </a:lnTo>
                <a:lnTo>
                  <a:pt x="6634" y="2011"/>
                </a:lnTo>
                <a:lnTo>
                  <a:pt x="6591" y="1947"/>
                </a:lnTo>
                <a:lnTo>
                  <a:pt x="6569" y="1883"/>
                </a:lnTo>
                <a:lnTo>
                  <a:pt x="6569" y="1883"/>
                </a:lnTo>
                <a:lnTo>
                  <a:pt x="6591" y="1776"/>
                </a:lnTo>
                <a:lnTo>
                  <a:pt x="6634" y="1690"/>
                </a:lnTo>
                <a:lnTo>
                  <a:pt x="6741" y="1498"/>
                </a:lnTo>
                <a:lnTo>
                  <a:pt x="6741" y="1498"/>
                </a:lnTo>
                <a:lnTo>
                  <a:pt x="6869" y="1155"/>
                </a:lnTo>
                <a:lnTo>
                  <a:pt x="6933" y="963"/>
                </a:lnTo>
                <a:lnTo>
                  <a:pt x="6955" y="770"/>
                </a:lnTo>
                <a:lnTo>
                  <a:pt x="6976" y="578"/>
                </a:lnTo>
                <a:lnTo>
                  <a:pt x="6933" y="407"/>
                </a:lnTo>
                <a:lnTo>
                  <a:pt x="6912" y="321"/>
                </a:lnTo>
                <a:lnTo>
                  <a:pt x="6869" y="257"/>
                </a:lnTo>
                <a:lnTo>
                  <a:pt x="6805" y="193"/>
                </a:lnTo>
                <a:lnTo>
                  <a:pt x="6719" y="128"/>
                </a:lnTo>
                <a:lnTo>
                  <a:pt x="6719" y="128"/>
                </a:lnTo>
                <a:lnTo>
                  <a:pt x="6527" y="43"/>
                </a:lnTo>
                <a:lnTo>
                  <a:pt x="6334" y="21"/>
                </a:lnTo>
                <a:lnTo>
                  <a:pt x="6163" y="0"/>
                </a:lnTo>
                <a:lnTo>
                  <a:pt x="5970" y="21"/>
                </a:lnTo>
                <a:lnTo>
                  <a:pt x="5607" y="64"/>
                </a:lnTo>
                <a:lnTo>
                  <a:pt x="5435" y="64"/>
                </a:lnTo>
                <a:lnTo>
                  <a:pt x="5243" y="43"/>
                </a:lnTo>
                <a:lnTo>
                  <a:pt x="5243" y="43"/>
                </a:lnTo>
                <a:lnTo>
                  <a:pt x="5029" y="21"/>
                </a:lnTo>
                <a:lnTo>
                  <a:pt x="4815" y="0"/>
                </a:lnTo>
                <a:lnTo>
                  <a:pt x="4387" y="0"/>
                </a:lnTo>
                <a:lnTo>
                  <a:pt x="3959" y="43"/>
                </a:lnTo>
                <a:lnTo>
                  <a:pt x="3531" y="128"/>
                </a:lnTo>
                <a:lnTo>
                  <a:pt x="3531" y="128"/>
                </a:lnTo>
                <a:lnTo>
                  <a:pt x="3103" y="214"/>
                </a:lnTo>
                <a:lnTo>
                  <a:pt x="2889" y="278"/>
                </a:lnTo>
                <a:lnTo>
                  <a:pt x="2697" y="364"/>
                </a:lnTo>
                <a:lnTo>
                  <a:pt x="2697" y="364"/>
                </a:lnTo>
                <a:lnTo>
                  <a:pt x="2526" y="449"/>
                </a:lnTo>
                <a:lnTo>
                  <a:pt x="2376" y="535"/>
                </a:lnTo>
                <a:lnTo>
                  <a:pt x="2226" y="642"/>
                </a:lnTo>
                <a:lnTo>
                  <a:pt x="2076" y="727"/>
                </a:lnTo>
                <a:lnTo>
                  <a:pt x="2076" y="727"/>
                </a:lnTo>
                <a:lnTo>
                  <a:pt x="1991" y="749"/>
                </a:lnTo>
                <a:lnTo>
                  <a:pt x="1905" y="770"/>
                </a:lnTo>
                <a:lnTo>
                  <a:pt x="1691" y="749"/>
                </a:lnTo>
                <a:lnTo>
                  <a:pt x="1456" y="727"/>
                </a:lnTo>
                <a:lnTo>
                  <a:pt x="1349" y="727"/>
                </a:lnTo>
                <a:lnTo>
                  <a:pt x="1263" y="727"/>
                </a:lnTo>
                <a:lnTo>
                  <a:pt x="1263" y="727"/>
                </a:lnTo>
                <a:lnTo>
                  <a:pt x="1071" y="770"/>
                </a:lnTo>
                <a:lnTo>
                  <a:pt x="878" y="834"/>
                </a:lnTo>
                <a:lnTo>
                  <a:pt x="514" y="1006"/>
                </a:lnTo>
                <a:lnTo>
                  <a:pt x="514" y="1006"/>
                </a:lnTo>
                <a:lnTo>
                  <a:pt x="343" y="1113"/>
                </a:lnTo>
                <a:lnTo>
                  <a:pt x="215" y="1241"/>
                </a:lnTo>
                <a:lnTo>
                  <a:pt x="108" y="1412"/>
                </a:lnTo>
                <a:lnTo>
                  <a:pt x="44" y="1583"/>
                </a:lnTo>
                <a:lnTo>
                  <a:pt x="1" y="1754"/>
                </a:lnTo>
                <a:lnTo>
                  <a:pt x="1" y="1947"/>
                </a:lnTo>
                <a:lnTo>
                  <a:pt x="44" y="2161"/>
                </a:lnTo>
                <a:lnTo>
                  <a:pt x="108" y="2354"/>
                </a:lnTo>
                <a:lnTo>
                  <a:pt x="108" y="2354"/>
                </a:lnTo>
                <a:lnTo>
                  <a:pt x="193" y="2546"/>
                </a:lnTo>
                <a:lnTo>
                  <a:pt x="322" y="2717"/>
                </a:lnTo>
                <a:lnTo>
                  <a:pt x="450" y="2888"/>
                </a:lnTo>
                <a:lnTo>
                  <a:pt x="600" y="3060"/>
                </a:lnTo>
                <a:lnTo>
                  <a:pt x="600" y="3060"/>
                </a:lnTo>
                <a:lnTo>
                  <a:pt x="728" y="3167"/>
                </a:lnTo>
                <a:lnTo>
                  <a:pt x="835" y="3274"/>
                </a:lnTo>
                <a:lnTo>
                  <a:pt x="835" y="3274"/>
                </a:lnTo>
                <a:lnTo>
                  <a:pt x="921" y="3402"/>
                </a:lnTo>
                <a:lnTo>
                  <a:pt x="964" y="3466"/>
                </a:lnTo>
                <a:lnTo>
                  <a:pt x="1028" y="3530"/>
                </a:lnTo>
                <a:lnTo>
                  <a:pt x="1028" y="3530"/>
                </a:lnTo>
                <a:lnTo>
                  <a:pt x="1178" y="3637"/>
                </a:lnTo>
                <a:lnTo>
                  <a:pt x="1349" y="3723"/>
                </a:lnTo>
                <a:lnTo>
                  <a:pt x="1648" y="3915"/>
                </a:lnTo>
                <a:lnTo>
                  <a:pt x="1648" y="3915"/>
                </a:lnTo>
                <a:lnTo>
                  <a:pt x="1798" y="4044"/>
                </a:lnTo>
                <a:lnTo>
                  <a:pt x="1905" y="4194"/>
                </a:lnTo>
                <a:lnTo>
                  <a:pt x="2098" y="4536"/>
                </a:lnTo>
                <a:lnTo>
                  <a:pt x="2098" y="4536"/>
                </a:lnTo>
                <a:lnTo>
                  <a:pt x="2333" y="4857"/>
                </a:lnTo>
                <a:lnTo>
                  <a:pt x="2568" y="5178"/>
                </a:lnTo>
                <a:lnTo>
                  <a:pt x="2782" y="5499"/>
                </a:lnTo>
                <a:lnTo>
                  <a:pt x="2889" y="5691"/>
                </a:lnTo>
                <a:lnTo>
                  <a:pt x="2954" y="5862"/>
                </a:lnTo>
                <a:lnTo>
                  <a:pt x="2954" y="5862"/>
                </a:lnTo>
                <a:lnTo>
                  <a:pt x="2996" y="5991"/>
                </a:lnTo>
                <a:lnTo>
                  <a:pt x="2996" y="6076"/>
                </a:lnTo>
                <a:lnTo>
                  <a:pt x="2996" y="6162"/>
                </a:lnTo>
                <a:lnTo>
                  <a:pt x="2975" y="6226"/>
                </a:lnTo>
                <a:lnTo>
                  <a:pt x="2932" y="6312"/>
                </a:lnTo>
                <a:lnTo>
                  <a:pt x="2889" y="6376"/>
                </a:lnTo>
                <a:lnTo>
                  <a:pt x="2718" y="6504"/>
                </a:lnTo>
                <a:lnTo>
                  <a:pt x="2718" y="6504"/>
                </a:lnTo>
                <a:lnTo>
                  <a:pt x="2397" y="6697"/>
                </a:lnTo>
                <a:lnTo>
                  <a:pt x="2226" y="6804"/>
                </a:lnTo>
                <a:lnTo>
                  <a:pt x="2076" y="6911"/>
                </a:lnTo>
                <a:lnTo>
                  <a:pt x="2076" y="6911"/>
                </a:lnTo>
                <a:lnTo>
                  <a:pt x="1905" y="7018"/>
                </a:lnTo>
                <a:lnTo>
                  <a:pt x="1755" y="7125"/>
                </a:lnTo>
                <a:lnTo>
                  <a:pt x="1392" y="7317"/>
                </a:lnTo>
                <a:lnTo>
                  <a:pt x="1392" y="7317"/>
                </a:lnTo>
                <a:lnTo>
                  <a:pt x="1071" y="7489"/>
                </a:lnTo>
                <a:lnTo>
                  <a:pt x="900" y="7595"/>
                </a:lnTo>
                <a:lnTo>
                  <a:pt x="771" y="7702"/>
                </a:lnTo>
                <a:lnTo>
                  <a:pt x="771" y="7702"/>
                </a:lnTo>
                <a:lnTo>
                  <a:pt x="728" y="7788"/>
                </a:lnTo>
                <a:lnTo>
                  <a:pt x="707" y="7852"/>
                </a:lnTo>
                <a:lnTo>
                  <a:pt x="686" y="7938"/>
                </a:lnTo>
                <a:lnTo>
                  <a:pt x="686" y="8045"/>
                </a:lnTo>
                <a:lnTo>
                  <a:pt x="728" y="8216"/>
                </a:lnTo>
                <a:lnTo>
                  <a:pt x="750" y="8302"/>
                </a:lnTo>
                <a:lnTo>
                  <a:pt x="793" y="8366"/>
                </a:lnTo>
                <a:lnTo>
                  <a:pt x="793" y="8366"/>
                </a:lnTo>
                <a:lnTo>
                  <a:pt x="900" y="8473"/>
                </a:lnTo>
                <a:lnTo>
                  <a:pt x="942" y="8494"/>
                </a:lnTo>
                <a:lnTo>
                  <a:pt x="985" y="8494"/>
                </a:lnTo>
                <a:lnTo>
                  <a:pt x="1028" y="8473"/>
                </a:lnTo>
                <a:lnTo>
                  <a:pt x="1071" y="8451"/>
                </a:lnTo>
                <a:lnTo>
                  <a:pt x="1092" y="8387"/>
                </a:lnTo>
                <a:lnTo>
                  <a:pt x="1113" y="8323"/>
                </a:lnTo>
                <a:lnTo>
                  <a:pt x="1113" y="8323"/>
                </a:lnTo>
                <a:lnTo>
                  <a:pt x="1049" y="8259"/>
                </a:lnTo>
                <a:lnTo>
                  <a:pt x="1028" y="8216"/>
                </a:lnTo>
                <a:lnTo>
                  <a:pt x="1028" y="8173"/>
                </a:lnTo>
                <a:lnTo>
                  <a:pt x="1028" y="8173"/>
                </a:lnTo>
                <a:lnTo>
                  <a:pt x="1135" y="8302"/>
                </a:lnTo>
                <a:lnTo>
                  <a:pt x="1178" y="8323"/>
                </a:lnTo>
                <a:lnTo>
                  <a:pt x="1220" y="8344"/>
                </a:lnTo>
                <a:lnTo>
                  <a:pt x="1349" y="8344"/>
                </a:lnTo>
                <a:lnTo>
                  <a:pt x="1477" y="8323"/>
                </a:lnTo>
                <a:lnTo>
                  <a:pt x="1477" y="8323"/>
                </a:lnTo>
                <a:lnTo>
                  <a:pt x="1627" y="8280"/>
                </a:lnTo>
                <a:lnTo>
                  <a:pt x="1627" y="8259"/>
                </a:lnTo>
                <a:lnTo>
                  <a:pt x="1627" y="8152"/>
                </a:lnTo>
                <a:lnTo>
                  <a:pt x="1627" y="8152"/>
                </a:lnTo>
                <a:lnTo>
                  <a:pt x="1584" y="8088"/>
                </a:lnTo>
                <a:lnTo>
                  <a:pt x="1520" y="7981"/>
                </a:lnTo>
                <a:lnTo>
                  <a:pt x="1456" y="7895"/>
                </a:lnTo>
                <a:lnTo>
                  <a:pt x="1456" y="7852"/>
                </a:lnTo>
                <a:lnTo>
                  <a:pt x="1477" y="7831"/>
                </a:lnTo>
                <a:lnTo>
                  <a:pt x="1477" y="7831"/>
                </a:lnTo>
                <a:lnTo>
                  <a:pt x="1499" y="7831"/>
                </a:lnTo>
                <a:lnTo>
                  <a:pt x="1520" y="7852"/>
                </a:lnTo>
                <a:lnTo>
                  <a:pt x="1606" y="7938"/>
                </a:lnTo>
                <a:lnTo>
                  <a:pt x="1691" y="8045"/>
                </a:lnTo>
                <a:lnTo>
                  <a:pt x="1734" y="8066"/>
                </a:lnTo>
                <a:lnTo>
                  <a:pt x="1755" y="8066"/>
                </a:lnTo>
                <a:lnTo>
                  <a:pt x="1755" y="8066"/>
                </a:lnTo>
                <a:lnTo>
                  <a:pt x="1798" y="8045"/>
                </a:lnTo>
                <a:lnTo>
                  <a:pt x="1820" y="8002"/>
                </a:lnTo>
                <a:lnTo>
                  <a:pt x="1798" y="7916"/>
                </a:lnTo>
                <a:lnTo>
                  <a:pt x="1777" y="7809"/>
                </a:lnTo>
                <a:lnTo>
                  <a:pt x="1755" y="7767"/>
                </a:lnTo>
                <a:lnTo>
                  <a:pt x="1777" y="7724"/>
                </a:lnTo>
                <a:lnTo>
                  <a:pt x="1777" y="7724"/>
                </a:lnTo>
                <a:lnTo>
                  <a:pt x="1777" y="7745"/>
                </a:lnTo>
                <a:lnTo>
                  <a:pt x="1798" y="7767"/>
                </a:lnTo>
                <a:lnTo>
                  <a:pt x="1862" y="7809"/>
                </a:lnTo>
                <a:lnTo>
                  <a:pt x="2012" y="7852"/>
                </a:lnTo>
                <a:lnTo>
                  <a:pt x="2012" y="7852"/>
                </a:lnTo>
                <a:lnTo>
                  <a:pt x="2034" y="7852"/>
                </a:lnTo>
                <a:lnTo>
                  <a:pt x="2055" y="7831"/>
                </a:lnTo>
                <a:lnTo>
                  <a:pt x="2076" y="7831"/>
                </a:lnTo>
                <a:lnTo>
                  <a:pt x="2119" y="7852"/>
                </a:lnTo>
                <a:lnTo>
                  <a:pt x="2119" y="7852"/>
                </a:lnTo>
                <a:lnTo>
                  <a:pt x="2162" y="7916"/>
                </a:lnTo>
                <a:lnTo>
                  <a:pt x="2205" y="8002"/>
                </a:lnTo>
                <a:lnTo>
                  <a:pt x="2205" y="8002"/>
                </a:lnTo>
                <a:lnTo>
                  <a:pt x="2312" y="8152"/>
                </a:lnTo>
                <a:lnTo>
                  <a:pt x="2354" y="8259"/>
                </a:lnTo>
                <a:lnTo>
                  <a:pt x="2397" y="8323"/>
                </a:lnTo>
                <a:lnTo>
                  <a:pt x="2397" y="8323"/>
                </a:lnTo>
                <a:lnTo>
                  <a:pt x="2397" y="8387"/>
                </a:lnTo>
                <a:lnTo>
                  <a:pt x="2397" y="8430"/>
                </a:lnTo>
                <a:lnTo>
                  <a:pt x="2333" y="8516"/>
                </a:lnTo>
                <a:lnTo>
                  <a:pt x="2269" y="8622"/>
                </a:lnTo>
                <a:lnTo>
                  <a:pt x="2226" y="8729"/>
                </a:lnTo>
                <a:lnTo>
                  <a:pt x="2226" y="8729"/>
                </a:lnTo>
                <a:lnTo>
                  <a:pt x="2247" y="8836"/>
                </a:lnTo>
                <a:lnTo>
                  <a:pt x="2290" y="8922"/>
                </a:lnTo>
                <a:lnTo>
                  <a:pt x="2354" y="9029"/>
                </a:lnTo>
                <a:lnTo>
                  <a:pt x="2440" y="9115"/>
                </a:lnTo>
                <a:lnTo>
                  <a:pt x="2654" y="9286"/>
                </a:lnTo>
                <a:lnTo>
                  <a:pt x="2825" y="9414"/>
                </a:lnTo>
                <a:lnTo>
                  <a:pt x="2825" y="9414"/>
                </a:lnTo>
                <a:lnTo>
                  <a:pt x="2975" y="9564"/>
                </a:lnTo>
                <a:lnTo>
                  <a:pt x="3210" y="9735"/>
                </a:lnTo>
                <a:lnTo>
                  <a:pt x="3317" y="9821"/>
                </a:lnTo>
                <a:lnTo>
                  <a:pt x="3446" y="9885"/>
                </a:lnTo>
                <a:lnTo>
                  <a:pt x="3531" y="9906"/>
                </a:lnTo>
                <a:lnTo>
                  <a:pt x="3595" y="9906"/>
                </a:lnTo>
                <a:lnTo>
                  <a:pt x="3638" y="9885"/>
                </a:lnTo>
                <a:lnTo>
                  <a:pt x="3638" y="9885"/>
                </a:lnTo>
                <a:lnTo>
                  <a:pt x="3681" y="9842"/>
                </a:lnTo>
                <a:lnTo>
                  <a:pt x="3681" y="9778"/>
                </a:lnTo>
                <a:lnTo>
                  <a:pt x="3660" y="9692"/>
                </a:lnTo>
                <a:lnTo>
                  <a:pt x="3595" y="9628"/>
                </a:lnTo>
                <a:lnTo>
                  <a:pt x="3446" y="9500"/>
                </a:lnTo>
                <a:lnTo>
                  <a:pt x="3317" y="9414"/>
                </a:lnTo>
                <a:lnTo>
                  <a:pt x="3317" y="9414"/>
                </a:lnTo>
                <a:lnTo>
                  <a:pt x="2996" y="9136"/>
                </a:lnTo>
                <a:lnTo>
                  <a:pt x="2847" y="8986"/>
                </a:lnTo>
                <a:lnTo>
                  <a:pt x="2697" y="8836"/>
                </a:lnTo>
                <a:lnTo>
                  <a:pt x="2697" y="8836"/>
                </a:lnTo>
                <a:lnTo>
                  <a:pt x="2633" y="8751"/>
                </a:lnTo>
                <a:lnTo>
                  <a:pt x="2611" y="8687"/>
                </a:lnTo>
                <a:lnTo>
                  <a:pt x="2611" y="8622"/>
                </a:lnTo>
                <a:lnTo>
                  <a:pt x="2633" y="8558"/>
                </a:lnTo>
                <a:lnTo>
                  <a:pt x="2718" y="8409"/>
                </a:lnTo>
                <a:lnTo>
                  <a:pt x="2825" y="8259"/>
                </a:lnTo>
                <a:lnTo>
                  <a:pt x="2825" y="8259"/>
                </a:lnTo>
                <a:lnTo>
                  <a:pt x="2911" y="8130"/>
                </a:lnTo>
                <a:lnTo>
                  <a:pt x="2932" y="8066"/>
                </a:lnTo>
                <a:lnTo>
                  <a:pt x="2954" y="8002"/>
                </a:lnTo>
                <a:lnTo>
                  <a:pt x="2954" y="7959"/>
                </a:lnTo>
                <a:lnTo>
                  <a:pt x="2911" y="7916"/>
                </a:lnTo>
                <a:lnTo>
                  <a:pt x="2868" y="7874"/>
                </a:lnTo>
                <a:lnTo>
                  <a:pt x="2761" y="7852"/>
                </a:lnTo>
                <a:lnTo>
                  <a:pt x="2761" y="7852"/>
                </a:lnTo>
                <a:lnTo>
                  <a:pt x="2675" y="7852"/>
                </a:lnTo>
                <a:lnTo>
                  <a:pt x="2611" y="7874"/>
                </a:lnTo>
                <a:lnTo>
                  <a:pt x="2547" y="7852"/>
                </a:lnTo>
                <a:lnTo>
                  <a:pt x="2483" y="7767"/>
                </a:lnTo>
                <a:lnTo>
                  <a:pt x="2483" y="7767"/>
                </a:lnTo>
                <a:lnTo>
                  <a:pt x="2440" y="7681"/>
                </a:lnTo>
                <a:lnTo>
                  <a:pt x="2376" y="7553"/>
                </a:lnTo>
                <a:lnTo>
                  <a:pt x="2290" y="7339"/>
                </a:lnTo>
                <a:lnTo>
                  <a:pt x="2290" y="7339"/>
                </a:lnTo>
                <a:lnTo>
                  <a:pt x="2269" y="7232"/>
                </a:lnTo>
                <a:lnTo>
                  <a:pt x="2269" y="7146"/>
                </a:lnTo>
                <a:lnTo>
                  <a:pt x="2290" y="7082"/>
                </a:lnTo>
                <a:lnTo>
                  <a:pt x="2354" y="7018"/>
                </a:lnTo>
                <a:lnTo>
                  <a:pt x="2483" y="6932"/>
                </a:lnTo>
                <a:lnTo>
                  <a:pt x="2654" y="6825"/>
                </a:lnTo>
                <a:lnTo>
                  <a:pt x="2654" y="6825"/>
                </a:lnTo>
                <a:lnTo>
                  <a:pt x="2804" y="6718"/>
                </a:lnTo>
                <a:lnTo>
                  <a:pt x="2932" y="6611"/>
                </a:lnTo>
                <a:lnTo>
                  <a:pt x="2996" y="6568"/>
                </a:lnTo>
                <a:lnTo>
                  <a:pt x="3039" y="6590"/>
                </a:lnTo>
                <a:lnTo>
                  <a:pt x="3082" y="6633"/>
                </a:lnTo>
                <a:lnTo>
                  <a:pt x="3103" y="6718"/>
                </a:lnTo>
                <a:lnTo>
                  <a:pt x="3103" y="6718"/>
                </a:lnTo>
                <a:lnTo>
                  <a:pt x="3082" y="6954"/>
                </a:lnTo>
                <a:lnTo>
                  <a:pt x="3061" y="7189"/>
                </a:lnTo>
                <a:lnTo>
                  <a:pt x="3039" y="7403"/>
                </a:lnTo>
                <a:lnTo>
                  <a:pt x="3039" y="7638"/>
                </a:lnTo>
                <a:lnTo>
                  <a:pt x="3039" y="7638"/>
                </a:lnTo>
                <a:lnTo>
                  <a:pt x="3061" y="8066"/>
                </a:lnTo>
                <a:lnTo>
                  <a:pt x="3082" y="8280"/>
                </a:lnTo>
                <a:lnTo>
                  <a:pt x="3125" y="8473"/>
                </a:lnTo>
                <a:lnTo>
                  <a:pt x="3189" y="8687"/>
                </a:lnTo>
                <a:lnTo>
                  <a:pt x="3253" y="8879"/>
                </a:lnTo>
                <a:lnTo>
                  <a:pt x="3339" y="9072"/>
                </a:lnTo>
                <a:lnTo>
                  <a:pt x="3446" y="9264"/>
                </a:lnTo>
                <a:lnTo>
                  <a:pt x="3446" y="9264"/>
                </a:lnTo>
                <a:lnTo>
                  <a:pt x="3531" y="9393"/>
                </a:lnTo>
                <a:lnTo>
                  <a:pt x="3595" y="9457"/>
                </a:lnTo>
                <a:lnTo>
                  <a:pt x="3660" y="9500"/>
                </a:lnTo>
                <a:lnTo>
                  <a:pt x="3724" y="9543"/>
                </a:lnTo>
                <a:lnTo>
                  <a:pt x="3788" y="9543"/>
                </a:lnTo>
                <a:lnTo>
                  <a:pt x="3852" y="9500"/>
                </a:lnTo>
                <a:lnTo>
                  <a:pt x="3895" y="9414"/>
                </a:lnTo>
                <a:lnTo>
                  <a:pt x="3895" y="9414"/>
                </a:lnTo>
                <a:lnTo>
                  <a:pt x="3895" y="9350"/>
                </a:lnTo>
                <a:lnTo>
                  <a:pt x="3874" y="9286"/>
                </a:lnTo>
                <a:lnTo>
                  <a:pt x="3874" y="9222"/>
                </a:lnTo>
                <a:lnTo>
                  <a:pt x="3874" y="9179"/>
                </a:lnTo>
                <a:lnTo>
                  <a:pt x="3895" y="9157"/>
                </a:lnTo>
                <a:lnTo>
                  <a:pt x="3895" y="9157"/>
                </a:lnTo>
                <a:lnTo>
                  <a:pt x="3959" y="9136"/>
                </a:lnTo>
                <a:lnTo>
                  <a:pt x="4023" y="9136"/>
                </a:lnTo>
                <a:lnTo>
                  <a:pt x="4109" y="9115"/>
                </a:lnTo>
                <a:lnTo>
                  <a:pt x="4130" y="9093"/>
                </a:lnTo>
                <a:lnTo>
                  <a:pt x="4152" y="9072"/>
                </a:lnTo>
                <a:lnTo>
                  <a:pt x="4152" y="9072"/>
                </a:lnTo>
                <a:lnTo>
                  <a:pt x="4173" y="9008"/>
                </a:lnTo>
                <a:lnTo>
                  <a:pt x="4152" y="8965"/>
                </a:lnTo>
                <a:lnTo>
                  <a:pt x="4109" y="8922"/>
                </a:lnTo>
                <a:lnTo>
                  <a:pt x="4045" y="8901"/>
                </a:lnTo>
                <a:lnTo>
                  <a:pt x="3895" y="8879"/>
                </a:lnTo>
                <a:lnTo>
                  <a:pt x="3852" y="8858"/>
                </a:lnTo>
                <a:lnTo>
                  <a:pt x="3809" y="8815"/>
                </a:lnTo>
                <a:lnTo>
                  <a:pt x="3809" y="8815"/>
                </a:lnTo>
                <a:lnTo>
                  <a:pt x="3809" y="8772"/>
                </a:lnTo>
                <a:lnTo>
                  <a:pt x="3852" y="8751"/>
                </a:lnTo>
                <a:lnTo>
                  <a:pt x="3959" y="8751"/>
                </a:lnTo>
                <a:lnTo>
                  <a:pt x="4087" y="8772"/>
                </a:lnTo>
                <a:lnTo>
                  <a:pt x="4130" y="8772"/>
                </a:lnTo>
                <a:lnTo>
                  <a:pt x="4173" y="8772"/>
                </a:lnTo>
                <a:lnTo>
                  <a:pt x="4173" y="8772"/>
                </a:lnTo>
                <a:lnTo>
                  <a:pt x="4237" y="8708"/>
                </a:lnTo>
                <a:lnTo>
                  <a:pt x="4237" y="8665"/>
                </a:lnTo>
                <a:lnTo>
                  <a:pt x="4237" y="8601"/>
                </a:lnTo>
                <a:lnTo>
                  <a:pt x="4237" y="8537"/>
                </a:lnTo>
                <a:lnTo>
                  <a:pt x="4237" y="8537"/>
                </a:lnTo>
                <a:lnTo>
                  <a:pt x="4259" y="8494"/>
                </a:lnTo>
                <a:lnTo>
                  <a:pt x="4301" y="8451"/>
                </a:lnTo>
                <a:lnTo>
                  <a:pt x="4344" y="8430"/>
                </a:lnTo>
                <a:lnTo>
                  <a:pt x="4366" y="8387"/>
                </a:lnTo>
                <a:lnTo>
                  <a:pt x="4366" y="8387"/>
                </a:lnTo>
                <a:lnTo>
                  <a:pt x="4344" y="8323"/>
                </a:lnTo>
                <a:lnTo>
                  <a:pt x="4301" y="8280"/>
                </a:lnTo>
                <a:lnTo>
                  <a:pt x="4259" y="8259"/>
                </a:lnTo>
                <a:lnTo>
                  <a:pt x="4194" y="8237"/>
                </a:lnTo>
                <a:lnTo>
                  <a:pt x="4066" y="8195"/>
                </a:lnTo>
                <a:lnTo>
                  <a:pt x="4023" y="8173"/>
                </a:lnTo>
                <a:lnTo>
                  <a:pt x="3981" y="8130"/>
                </a:lnTo>
                <a:lnTo>
                  <a:pt x="3981" y="8130"/>
                </a:lnTo>
                <a:lnTo>
                  <a:pt x="4045" y="8130"/>
                </a:lnTo>
                <a:lnTo>
                  <a:pt x="4130" y="8130"/>
                </a:lnTo>
                <a:lnTo>
                  <a:pt x="4216" y="8130"/>
                </a:lnTo>
                <a:lnTo>
                  <a:pt x="4259" y="8109"/>
                </a:lnTo>
                <a:lnTo>
                  <a:pt x="4280" y="8088"/>
                </a:lnTo>
                <a:lnTo>
                  <a:pt x="4280" y="8088"/>
                </a:lnTo>
                <a:lnTo>
                  <a:pt x="4301" y="8045"/>
                </a:lnTo>
                <a:lnTo>
                  <a:pt x="4280" y="8002"/>
                </a:lnTo>
                <a:lnTo>
                  <a:pt x="4237" y="7959"/>
                </a:lnTo>
                <a:lnTo>
                  <a:pt x="4194" y="7916"/>
                </a:lnTo>
                <a:lnTo>
                  <a:pt x="4173" y="7874"/>
                </a:lnTo>
                <a:lnTo>
                  <a:pt x="4173" y="7874"/>
                </a:lnTo>
                <a:lnTo>
                  <a:pt x="4194" y="7852"/>
                </a:lnTo>
                <a:lnTo>
                  <a:pt x="4216" y="7852"/>
                </a:lnTo>
                <a:lnTo>
                  <a:pt x="4280" y="7874"/>
                </a:lnTo>
                <a:lnTo>
                  <a:pt x="4344" y="7959"/>
                </a:lnTo>
                <a:lnTo>
                  <a:pt x="4430" y="8066"/>
                </a:lnTo>
                <a:lnTo>
                  <a:pt x="4558" y="8323"/>
                </a:lnTo>
                <a:lnTo>
                  <a:pt x="4644" y="8473"/>
                </a:lnTo>
                <a:lnTo>
                  <a:pt x="4644" y="8473"/>
                </a:lnTo>
                <a:lnTo>
                  <a:pt x="4665" y="8580"/>
                </a:lnTo>
                <a:lnTo>
                  <a:pt x="4687" y="8644"/>
                </a:lnTo>
                <a:lnTo>
                  <a:pt x="4644" y="8836"/>
                </a:lnTo>
                <a:lnTo>
                  <a:pt x="4644" y="8836"/>
                </a:lnTo>
                <a:lnTo>
                  <a:pt x="4622" y="8943"/>
                </a:lnTo>
                <a:lnTo>
                  <a:pt x="4622" y="9008"/>
                </a:lnTo>
                <a:lnTo>
                  <a:pt x="4665" y="9050"/>
                </a:lnTo>
                <a:lnTo>
                  <a:pt x="4665" y="9050"/>
                </a:lnTo>
                <a:lnTo>
                  <a:pt x="4729" y="9072"/>
                </a:lnTo>
                <a:lnTo>
                  <a:pt x="4794" y="9050"/>
                </a:lnTo>
                <a:lnTo>
                  <a:pt x="4836" y="8986"/>
                </a:lnTo>
                <a:lnTo>
                  <a:pt x="4879" y="8922"/>
                </a:lnTo>
                <a:lnTo>
                  <a:pt x="4965" y="8687"/>
                </a:lnTo>
                <a:lnTo>
                  <a:pt x="5029" y="8409"/>
                </a:lnTo>
                <a:lnTo>
                  <a:pt x="5072" y="8130"/>
                </a:lnTo>
                <a:lnTo>
                  <a:pt x="5114" y="7852"/>
                </a:lnTo>
                <a:lnTo>
                  <a:pt x="5136" y="7510"/>
                </a:lnTo>
                <a:lnTo>
                  <a:pt x="5136" y="7510"/>
                </a:lnTo>
                <a:lnTo>
                  <a:pt x="5136" y="6975"/>
                </a:lnTo>
                <a:lnTo>
                  <a:pt x="5136" y="6975"/>
                </a:lnTo>
                <a:lnTo>
                  <a:pt x="5093" y="6761"/>
                </a:lnTo>
                <a:lnTo>
                  <a:pt x="5072" y="6654"/>
                </a:lnTo>
                <a:lnTo>
                  <a:pt x="5072" y="6568"/>
                </a:lnTo>
                <a:lnTo>
                  <a:pt x="5072" y="6568"/>
                </a:lnTo>
                <a:lnTo>
                  <a:pt x="5093" y="6462"/>
                </a:lnTo>
                <a:lnTo>
                  <a:pt x="5179" y="6462"/>
                </a:lnTo>
                <a:lnTo>
                  <a:pt x="5179" y="6462"/>
                </a:lnTo>
                <a:lnTo>
                  <a:pt x="5221" y="6462"/>
                </a:lnTo>
                <a:lnTo>
                  <a:pt x="5286" y="6483"/>
                </a:lnTo>
                <a:lnTo>
                  <a:pt x="5435" y="6547"/>
                </a:lnTo>
                <a:lnTo>
                  <a:pt x="5692" y="6697"/>
                </a:lnTo>
                <a:lnTo>
                  <a:pt x="5692" y="6697"/>
                </a:lnTo>
                <a:lnTo>
                  <a:pt x="5863" y="6761"/>
                </a:lnTo>
                <a:lnTo>
                  <a:pt x="5906" y="6804"/>
                </a:lnTo>
                <a:lnTo>
                  <a:pt x="5949" y="6847"/>
                </a:lnTo>
                <a:lnTo>
                  <a:pt x="5970" y="6889"/>
                </a:lnTo>
                <a:lnTo>
                  <a:pt x="5970" y="6932"/>
                </a:lnTo>
                <a:lnTo>
                  <a:pt x="5949" y="7018"/>
                </a:lnTo>
                <a:lnTo>
                  <a:pt x="5906" y="7125"/>
                </a:lnTo>
                <a:lnTo>
                  <a:pt x="5906" y="7125"/>
                </a:lnTo>
                <a:lnTo>
                  <a:pt x="5778" y="7446"/>
                </a:lnTo>
                <a:lnTo>
                  <a:pt x="5692" y="7595"/>
                </a:lnTo>
                <a:lnTo>
                  <a:pt x="5628" y="7660"/>
                </a:lnTo>
                <a:lnTo>
                  <a:pt x="5564" y="7724"/>
                </a:lnTo>
                <a:lnTo>
                  <a:pt x="5564" y="7724"/>
                </a:lnTo>
                <a:lnTo>
                  <a:pt x="5414" y="7788"/>
                </a:lnTo>
                <a:lnTo>
                  <a:pt x="5264" y="7852"/>
                </a:lnTo>
                <a:lnTo>
                  <a:pt x="5200" y="7895"/>
                </a:lnTo>
                <a:lnTo>
                  <a:pt x="5179" y="7938"/>
                </a:lnTo>
                <a:lnTo>
                  <a:pt x="5200" y="8023"/>
                </a:lnTo>
                <a:lnTo>
                  <a:pt x="5264" y="8109"/>
                </a:lnTo>
                <a:lnTo>
                  <a:pt x="5264" y="8109"/>
                </a:lnTo>
                <a:lnTo>
                  <a:pt x="5307" y="8152"/>
                </a:lnTo>
                <a:lnTo>
                  <a:pt x="5371" y="8195"/>
                </a:lnTo>
                <a:lnTo>
                  <a:pt x="5542" y="8259"/>
                </a:lnTo>
                <a:lnTo>
                  <a:pt x="5714" y="8323"/>
                </a:lnTo>
                <a:lnTo>
                  <a:pt x="5756" y="8366"/>
                </a:lnTo>
                <a:lnTo>
                  <a:pt x="5799" y="8409"/>
                </a:lnTo>
                <a:lnTo>
                  <a:pt x="5799" y="8409"/>
                </a:lnTo>
                <a:lnTo>
                  <a:pt x="5821" y="8451"/>
                </a:lnTo>
                <a:lnTo>
                  <a:pt x="5799" y="8516"/>
                </a:lnTo>
                <a:lnTo>
                  <a:pt x="5714" y="8665"/>
                </a:lnTo>
                <a:lnTo>
                  <a:pt x="5564" y="8836"/>
                </a:lnTo>
                <a:lnTo>
                  <a:pt x="5371" y="9029"/>
                </a:lnTo>
                <a:lnTo>
                  <a:pt x="5008" y="9350"/>
                </a:lnTo>
                <a:lnTo>
                  <a:pt x="4858" y="9500"/>
                </a:lnTo>
                <a:lnTo>
                  <a:pt x="4751" y="9585"/>
                </a:lnTo>
                <a:lnTo>
                  <a:pt x="4751" y="9585"/>
                </a:lnTo>
                <a:lnTo>
                  <a:pt x="4708" y="9671"/>
                </a:lnTo>
                <a:lnTo>
                  <a:pt x="4687" y="9735"/>
                </a:lnTo>
                <a:lnTo>
                  <a:pt x="4687" y="9799"/>
                </a:lnTo>
                <a:lnTo>
                  <a:pt x="4708" y="9842"/>
                </a:lnTo>
                <a:lnTo>
                  <a:pt x="4751" y="9863"/>
                </a:lnTo>
                <a:lnTo>
                  <a:pt x="4815" y="9863"/>
                </a:lnTo>
                <a:lnTo>
                  <a:pt x="4879" y="9842"/>
                </a:lnTo>
                <a:lnTo>
                  <a:pt x="4965" y="9778"/>
                </a:lnTo>
                <a:lnTo>
                  <a:pt x="4965" y="9778"/>
                </a:lnTo>
                <a:lnTo>
                  <a:pt x="5307" y="9436"/>
                </a:lnTo>
                <a:lnTo>
                  <a:pt x="5649" y="9093"/>
                </a:lnTo>
                <a:lnTo>
                  <a:pt x="5649" y="9093"/>
                </a:lnTo>
                <a:lnTo>
                  <a:pt x="5778" y="8965"/>
                </a:lnTo>
                <a:lnTo>
                  <a:pt x="5928" y="8772"/>
                </a:lnTo>
                <a:lnTo>
                  <a:pt x="6056" y="8601"/>
                </a:lnTo>
                <a:lnTo>
                  <a:pt x="6099" y="8516"/>
                </a:lnTo>
                <a:lnTo>
                  <a:pt x="6120" y="8430"/>
                </a:lnTo>
                <a:lnTo>
                  <a:pt x="6120" y="8430"/>
                </a:lnTo>
                <a:lnTo>
                  <a:pt x="6141" y="8344"/>
                </a:lnTo>
                <a:lnTo>
                  <a:pt x="6099" y="8259"/>
                </a:lnTo>
                <a:lnTo>
                  <a:pt x="6035" y="8216"/>
                </a:lnTo>
                <a:lnTo>
                  <a:pt x="5970" y="8173"/>
                </a:lnTo>
                <a:lnTo>
                  <a:pt x="5778" y="8109"/>
                </a:lnTo>
                <a:lnTo>
                  <a:pt x="5692" y="8066"/>
                </a:lnTo>
                <a:lnTo>
                  <a:pt x="5628" y="8002"/>
                </a:lnTo>
                <a:lnTo>
                  <a:pt x="5628" y="8002"/>
                </a:lnTo>
                <a:lnTo>
                  <a:pt x="5692" y="7959"/>
                </a:lnTo>
                <a:lnTo>
                  <a:pt x="5756" y="7916"/>
                </a:lnTo>
                <a:lnTo>
                  <a:pt x="5842" y="7874"/>
                </a:lnTo>
                <a:lnTo>
                  <a:pt x="5885" y="7788"/>
                </a:lnTo>
                <a:lnTo>
                  <a:pt x="5885" y="7788"/>
                </a:lnTo>
                <a:lnTo>
                  <a:pt x="5906" y="7724"/>
                </a:lnTo>
                <a:lnTo>
                  <a:pt x="5928" y="7595"/>
                </a:lnTo>
                <a:lnTo>
                  <a:pt x="5970" y="7489"/>
                </a:lnTo>
                <a:lnTo>
                  <a:pt x="5992" y="7446"/>
                </a:lnTo>
                <a:lnTo>
                  <a:pt x="6013" y="7446"/>
                </a:lnTo>
                <a:lnTo>
                  <a:pt x="6013" y="7446"/>
                </a:lnTo>
                <a:lnTo>
                  <a:pt x="6056" y="7446"/>
                </a:lnTo>
                <a:lnTo>
                  <a:pt x="6099" y="7467"/>
                </a:lnTo>
                <a:lnTo>
                  <a:pt x="6141" y="7531"/>
                </a:lnTo>
                <a:lnTo>
                  <a:pt x="6163" y="7553"/>
                </a:lnTo>
                <a:lnTo>
                  <a:pt x="6184" y="7553"/>
                </a:lnTo>
                <a:lnTo>
                  <a:pt x="6227" y="7553"/>
                </a:lnTo>
                <a:lnTo>
                  <a:pt x="6291" y="7510"/>
                </a:lnTo>
                <a:lnTo>
                  <a:pt x="6291" y="7510"/>
                </a:lnTo>
                <a:lnTo>
                  <a:pt x="6334" y="7446"/>
                </a:lnTo>
                <a:lnTo>
                  <a:pt x="6377" y="7360"/>
                </a:lnTo>
                <a:lnTo>
                  <a:pt x="6420" y="7275"/>
                </a:lnTo>
                <a:lnTo>
                  <a:pt x="6441" y="7253"/>
                </a:lnTo>
                <a:lnTo>
                  <a:pt x="6484" y="7232"/>
                </a:lnTo>
                <a:lnTo>
                  <a:pt x="6484" y="7232"/>
                </a:lnTo>
                <a:lnTo>
                  <a:pt x="6505" y="7253"/>
                </a:lnTo>
                <a:lnTo>
                  <a:pt x="6527" y="7275"/>
                </a:lnTo>
                <a:lnTo>
                  <a:pt x="6527" y="7339"/>
                </a:lnTo>
                <a:lnTo>
                  <a:pt x="6484" y="7531"/>
                </a:lnTo>
                <a:lnTo>
                  <a:pt x="6462" y="7595"/>
                </a:lnTo>
                <a:lnTo>
                  <a:pt x="6484" y="7660"/>
                </a:lnTo>
                <a:lnTo>
                  <a:pt x="6505" y="7660"/>
                </a:lnTo>
                <a:lnTo>
                  <a:pt x="6527" y="7660"/>
                </a:lnTo>
                <a:lnTo>
                  <a:pt x="6634" y="7595"/>
                </a:lnTo>
                <a:lnTo>
                  <a:pt x="6634" y="7595"/>
                </a:lnTo>
                <a:lnTo>
                  <a:pt x="6676" y="7531"/>
                </a:lnTo>
                <a:lnTo>
                  <a:pt x="6719" y="7467"/>
                </a:lnTo>
                <a:lnTo>
                  <a:pt x="6783" y="7424"/>
                </a:lnTo>
                <a:lnTo>
                  <a:pt x="6805" y="7403"/>
                </a:lnTo>
                <a:lnTo>
                  <a:pt x="6848" y="7424"/>
                </a:lnTo>
                <a:lnTo>
                  <a:pt x="6848" y="7424"/>
                </a:lnTo>
                <a:lnTo>
                  <a:pt x="6890" y="7467"/>
                </a:lnTo>
                <a:lnTo>
                  <a:pt x="6912" y="7510"/>
                </a:lnTo>
                <a:lnTo>
                  <a:pt x="6933" y="7553"/>
                </a:lnTo>
                <a:lnTo>
                  <a:pt x="6976" y="7595"/>
                </a:lnTo>
                <a:lnTo>
                  <a:pt x="6976" y="7595"/>
                </a:lnTo>
                <a:lnTo>
                  <a:pt x="7040" y="7595"/>
                </a:lnTo>
                <a:lnTo>
                  <a:pt x="7126" y="7595"/>
                </a:lnTo>
                <a:lnTo>
                  <a:pt x="7190" y="7617"/>
                </a:lnTo>
                <a:lnTo>
                  <a:pt x="7211" y="7638"/>
                </a:lnTo>
                <a:lnTo>
                  <a:pt x="7254" y="7681"/>
                </a:lnTo>
                <a:lnTo>
                  <a:pt x="7254" y="7681"/>
                </a:lnTo>
                <a:lnTo>
                  <a:pt x="7254" y="7745"/>
                </a:lnTo>
                <a:lnTo>
                  <a:pt x="7233" y="7809"/>
                </a:lnTo>
                <a:lnTo>
                  <a:pt x="7233" y="7852"/>
                </a:lnTo>
                <a:lnTo>
                  <a:pt x="7233" y="7895"/>
                </a:lnTo>
                <a:lnTo>
                  <a:pt x="7275" y="7916"/>
                </a:lnTo>
                <a:lnTo>
                  <a:pt x="7275" y="7916"/>
                </a:lnTo>
                <a:lnTo>
                  <a:pt x="7318" y="7916"/>
                </a:lnTo>
                <a:lnTo>
                  <a:pt x="7404" y="7895"/>
                </a:lnTo>
                <a:lnTo>
                  <a:pt x="7554" y="7874"/>
                </a:lnTo>
                <a:lnTo>
                  <a:pt x="7554" y="7874"/>
                </a:lnTo>
                <a:lnTo>
                  <a:pt x="7618" y="7852"/>
                </a:lnTo>
                <a:lnTo>
                  <a:pt x="7682" y="7809"/>
                </a:lnTo>
                <a:lnTo>
                  <a:pt x="7725" y="7767"/>
                </a:lnTo>
                <a:lnTo>
                  <a:pt x="7703" y="7681"/>
                </a:lnTo>
                <a:lnTo>
                  <a:pt x="7703" y="7681"/>
                </a:lnTo>
                <a:close/>
                <a:moveTo>
                  <a:pt x="6184" y="3017"/>
                </a:moveTo>
                <a:lnTo>
                  <a:pt x="6184" y="3017"/>
                </a:lnTo>
                <a:lnTo>
                  <a:pt x="6120" y="3017"/>
                </a:lnTo>
                <a:lnTo>
                  <a:pt x="6077" y="2995"/>
                </a:lnTo>
                <a:lnTo>
                  <a:pt x="6035" y="2953"/>
                </a:lnTo>
                <a:lnTo>
                  <a:pt x="6013" y="2888"/>
                </a:lnTo>
                <a:lnTo>
                  <a:pt x="6013" y="2760"/>
                </a:lnTo>
                <a:lnTo>
                  <a:pt x="6035" y="2632"/>
                </a:lnTo>
                <a:lnTo>
                  <a:pt x="6035" y="2632"/>
                </a:lnTo>
                <a:lnTo>
                  <a:pt x="6056" y="2482"/>
                </a:lnTo>
                <a:lnTo>
                  <a:pt x="6099" y="2311"/>
                </a:lnTo>
                <a:lnTo>
                  <a:pt x="6120" y="2247"/>
                </a:lnTo>
                <a:lnTo>
                  <a:pt x="6163" y="2182"/>
                </a:lnTo>
                <a:lnTo>
                  <a:pt x="6227" y="2140"/>
                </a:lnTo>
                <a:lnTo>
                  <a:pt x="6291" y="2140"/>
                </a:lnTo>
                <a:lnTo>
                  <a:pt x="6291" y="2140"/>
                </a:lnTo>
                <a:lnTo>
                  <a:pt x="6355" y="2140"/>
                </a:lnTo>
                <a:lnTo>
                  <a:pt x="6398" y="2161"/>
                </a:lnTo>
                <a:lnTo>
                  <a:pt x="6441" y="2204"/>
                </a:lnTo>
                <a:lnTo>
                  <a:pt x="6441" y="2247"/>
                </a:lnTo>
                <a:lnTo>
                  <a:pt x="6462" y="2354"/>
                </a:lnTo>
                <a:lnTo>
                  <a:pt x="6462" y="2482"/>
                </a:lnTo>
                <a:lnTo>
                  <a:pt x="6462" y="2482"/>
                </a:lnTo>
                <a:lnTo>
                  <a:pt x="6441" y="2632"/>
                </a:lnTo>
                <a:lnTo>
                  <a:pt x="6398" y="2803"/>
                </a:lnTo>
                <a:lnTo>
                  <a:pt x="6377" y="2867"/>
                </a:lnTo>
                <a:lnTo>
                  <a:pt x="6334" y="2931"/>
                </a:lnTo>
                <a:lnTo>
                  <a:pt x="6270" y="2995"/>
                </a:lnTo>
                <a:lnTo>
                  <a:pt x="6184" y="3017"/>
                </a:lnTo>
                <a:lnTo>
                  <a:pt x="6184" y="3017"/>
                </a:lnTo>
                <a:close/>
                <a:moveTo>
                  <a:pt x="6099" y="1669"/>
                </a:moveTo>
                <a:lnTo>
                  <a:pt x="6099" y="1669"/>
                </a:lnTo>
                <a:lnTo>
                  <a:pt x="6120" y="1626"/>
                </a:lnTo>
                <a:lnTo>
                  <a:pt x="6184" y="1583"/>
                </a:lnTo>
                <a:lnTo>
                  <a:pt x="6248" y="1562"/>
                </a:lnTo>
                <a:lnTo>
                  <a:pt x="6313" y="1562"/>
                </a:lnTo>
                <a:lnTo>
                  <a:pt x="6313" y="1562"/>
                </a:lnTo>
                <a:lnTo>
                  <a:pt x="6398" y="1540"/>
                </a:lnTo>
                <a:lnTo>
                  <a:pt x="6420" y="1540"/>
                </a:lnTo>
                <a:lnTo>
                  <a:pt x="6377" y="1647"/>
                </a:lnTo>
                <a:lnTo>
                  <a:pt x="6377" y="1647"/>
                </a:lnTo>
                <a:lnTo>
                  <a:pt x="6355" y="1733"/>
                </a:lnTo>
                <a:lnTo>
                  <a:pt x="6313" y="1797"/>
                </a:lnTo>
                <a:lnTo>
                  <a:pt x="6270" y="1840"/>
                </a:lnTo>
                <a:lnTo>
                  <a:pt x="6227" y="1861"/>
                </a:lnTo>
                <a:lnTo>
                  <a:pt x="6184" y="1861"/>
                </a:lnTo>
                <a:lnTo>
                  <a:pt x="6141" y="1819"/>
                </a:lnTo>
                <a:lnTo>
                  <a:pt x="6099" y="1776"/>
                </a:lnTo>
                <a:lnTo>
                  <a:pt x="6099" y="1669"/>
                </a:lnTo>
                <a:lnTo>
                  <a:pt x="6099" y="1669"/>
                </a:lnTo>
                <a:close/>
                <a:moveTo>
                  <a:pt x="6163" y="1412"/>
                </a:moveTo>
                <a:lnTo>
                  <a:pt x="6163" y="1412"/>
                </a:lnTo>
                <a:lnTo>
                  <a:pt x="6141" y="1391"/>
                </a:lnTo>
                <a:lnTo>
                  <a:pt x="6141" y="1369"/>
                </a:lnTo>
                <a:lnTo>
                  <a:pt x="6163" y="1305"/>
                </a:lnTo>
                <a:lnTo>
                  <a:pt x="6248" y="1262"/>
                </a:lnTo>
                <a:lnTo>
                  <a:pt x="6334" y="1198"/>
                </a:lnTo>
                <a:lnTo>
                  <a:pt x="6527" y="1091"/>
                </a:lnTo>
                <a:lnTo>
                  <a:pt x="6591" y="1048"/>
                </a:lnTo>
                <a:lnTo>
                  <a:pt x="6612" y="1027"/>
                </a:lnTo>
                <a:lnTo>
                  <a:pt x="6612" y="1027"/>
                </a:lnTo>
                <a:lnTo>
                  <a:pt x="6634" y="1113"/>
                </a:lnTo>
                <a:lnTo>
                  <a:pt x="6634" y="1198"/>
                </a:lnTo>
                <a:lnTo>
                  <a:pt x="6569" y="1262"/>
                </a:lnTo>
                <a:lnTo>
                  <a:pt x="6505" y="1305"/>
                </a:lnTo>
                <a:lnTo>
                  <a:pt x="6313" y="1369"/>
                </a:lnTo>
                <a:lnTo>
                  <a:pt x="6163" y="1412"/>
                </a:lnTo>
                <a:lnTo>
                  <a:pt x="6163" y="1412"/>
                </a:lnTo>
                <a:close/>
                <a:moveTo>
                  <a:pt x="6163" y="214"/>
                </a:moveTo>
                <a:lnTo>
                  <a:pt x="6163" y="214"/>
                </a:lnTo>
                <a:lnTo>
                  <a:pt x="6248" y="214"/>
                </a:lnTo>
                <a:lnTo>
                  <a:pt x="6377" y="257"/>
                </a:lnTo>
                <a:lnTo>
                  <a:pt x="6527" y="300"/>
                </a:lnTo>
                <a:lnTo>
                  <a:pt x="6612" y="342"/>
                </a:lnTo>
                <a:lnTo>
                  <a:pt x="6612" y="342"/>
                </a:lnTo>
                <a:lnTo>
                  <a:pt x="6676" y="407"/>
                </a:lnTo>
                <a:lnTo>
                  <a:pt x="6719" y="492"/>
                </a:lnTo>
                <a:lnTo>
                  <a:pt x="6741" y="578"/>
                </a:lnTo>
                <a:lnTo>
                  <a:pt x="6741" y="685"/>
                </a:lnTo>
                <a:lnTo>
                  <a:pt x="6741" y="685"/>
                </a:lnTo>
                <a:lnTo>
                  <a:pt x="6719" y="727"/>
                </a:lnTo>
                <a:lnTo>
                  <a:pt x="6698" y="770"/>
                </a:lnTo>
                <a:lnTo>
                  <a:pt x="6655" y="813"/>
                </a:lnTo>
                <a:lnTo>
                  <a:pt x="6591" y="813"/>
                </a:lnTo>
                <a:lnTo>
                  <a:pt x="6462" y="856"/>
                </a:lnTo>
                <a:lnTo>
                  <a:pt x="6355" y="899"/>
                </a:lnTo>
                <a:lnTo>
                  <a:pt x="6355" y="899"/>
                </a:lnTo>
                <a:lnTo>
                  <a:pt x="6184" y="1027"/>
                </a:lnTo>
                <a:lnTo>
                  <a:pt x="6141" y="1048"/>
                </a:lnTo>
                <a:lnTo>
                  <a:pt x="6099" y="1048"/>
                </a:lnTo>
                <a:lnTo>
                  <a:pt x="6077" y="1027"/>
                </a:lnTo>
                <a:lnTo>
                  <a:pt x="6056" y="984"/>
                </a:lnTo>
                <a:lnTo>
                  <a:pt x="6056" y="984"/>
                </a:lnTo>
                <a:lnTo>
                  <a:pt x="6141" y="856"/>
                </a:lnTo>
                <a:lnTo>
                  <a:pt x="6313" y="642"/>
                </a:lnTo>
                <a:lnTo>
                  <a:pt x="6377" y="535"/>
                </a:lnTo>
                <a:lnTo>
                  <a:pt x="6377" y="471"/>
                </a:lnTo>
                <a:lnTo>
                  <a:pt x="6355" y="449"/>
                </a:lnTo>
                <a:lnTo>
                  <a:pt x="6334" y="449"/>
                </a:lnTo>
                <a:lnTo>
                  <a:pt x="6184" y="513"/>
                </a:lnTo>
                <a:lnTo>
                  <a:pt x="6184" y="513"/>
                </a:lnTo>
                <a:lnTo>
                  <a:pt x="6056" y="642"/>
                </a:lnTo>
                <a:lnTo>
                  <a:pt x="5970" y="706"/>
                </a:lnTo>
                <a:lnTo>
                  <a:pt x="5928" y="706"/>
                </a:lnTo>
                <a:lnTo>
                  <a:pt x="5906" y="663"/>
                </a:lnTo>
                <a:lnTo>
                  <a:pt x="5906" y="663"/>
                </a:lnTo>
                <a:lnTo>
                  <a:pt x="5928" y="578"/>
                </a:lnTo>
                <a:lnTo>
                  <a:pt x="6013" y="428"/>
                </a:lnTo>
                <a:lnTo>
                  <a:pt x="6099" y="278"/>
                </a:lnTo>
                <a:lnTo>
                  <a:pt x="6163" y="214"/>
                </a:lnTo>
                <a:lnTo>
                  <a:pt x="6163" y="214"/>
                </a:lnTo>
                <a:close/>
                <a:moveTo>
                  <a:pt x="5778" y="235"/>
                </a:moveTo>
                <a:lnTo>
                  <a:pt x="5778" y="235"/>
                </a:lnTo>
                <a:lnTo>
                  <a:pt x="5821" y="257"/>
                </a:lnTo>
                <a:lnTo>
                  <a:pt x="5863" y="278"/>
                </a:lnTo>
                <a:lnTo>
                  <a:pt x="5863" y="278"/>
                </a:lnTo>
                <a:lnTo>
                  <a:pt x="5863" y="321"/>
                </a:lnTo>
                <a:lnTo>
                  <a:pt x="5821" y="342"/>
                </a:lnTo>
                <a:lnTo>
                  <a:pt x="5756" y="342"/>
                </a:lnTo>
                <a:lnTo>
                  <a:pt x="5714" y="342"/>
                </a:lnTo>
                <a:lnTo>
                  <a:pt x="5671" y="321"/>
                </a:lnTo>
                <a:lnTo>
                  <a:pt x="5649" y="278"/>
                </a:lnTo>
                <a:lnTo>
                  <a:pt x="5692" y="257"/>
                </a:lnTo>
                <a:lnTo>
                  <a:pt x="5778" y="235"/>
                </a:lnTo>
                <a:lnTo>
                  <a:pt x="5778" y="235"/>
                </a:lnTo>
                <a:close/>
                <a:moveTo>
                  <a:pt x="3146" y="620"/>
                </a:moveTo>
                <a:lnTo>
                  <a:pt x="3146" y="620"/>
                </a:lnTo>
                <a:lnTo>
                  <a:pt x="3424" y="556"/>
                </a:lnTo>
                <a:lnTo>
                  <a:pt x="3916" y="471"/>
                </a:lnTo>
                <a:lnTo>
                  <a:pt x="4387" y="407"/>
                </a:lnTo>
                <a:lnTo>
                  <a:pt x="4537" y="407"/>
                </a:lnTo>
                <a:lnTo>
                  <a:pt x="4580" y="407"/>
                </a:lnTo>
                <a:lnTo>
                  <a:pt x="4601" y="407"/>
                </a:lnTo>
                <a:lnTo>
                  <a:pt x="4601" y="407"/>
                </a:lnTo>
                <a:lnTo>
                  <a:pt x="4922" y="428"/>
                </a:lnTo>
                <a:lnTo>
                  <a:pt x="5093" y="471"/>
                </a:lnTo>
                <a:lnTo>
                  <a:pt x="5221" y="513"/>
                </a:lnTo>
                <a:lnTo>
                  <a:pt x="5350" y="578"/>
                </a:lnTo>
                <a:lnTo>
                  <a:pt x="5478" y="685"/>
                </a:lnTo>
                <a:lnTo>
                  <a:pt x="5585" y="792"/>
                </a:lnTo>
                <a:lnTo>
                  <a:pt x="5671" y="963"/>
                </a:lnTo>
                <a:lnTo>
                  <a:pt x="5671" y="963"/>
                </a:lnTo>
                <a:lnTo>
                  <a:pt x="5735" y="1113"/>
                </a:lnTo>
                <a:lnTo>
                  <a:pt x="5799" y="1284"/>
                </a:lnTo>
                <a:lnTo>
                  <a:pt x="5821" y="1476"/>
                </a:lnTo>
                <a:lnTo>
                  <a:pt x="5821" y="1562"/>
                </a:lnTo>
                <a:lnTo>
                  <a:pt x="5821" y="1626"/>
                </a:lnTo>
                <a:lnTo>
                  <a:pt x="5821" y="1626"/>
                </a:lnTo>
                <a:lnTo>
                  <a:pt x="5778" y="1669"/>
                </a:lnTo>
                <a:lnTo>
                  <a:pt x="5735" y="1733"/>
                </a:lnTo>
                <a:lnTo>
                  <a:pt x="5585" y="1797"/>
                </a:lnTo>
                <a:lnTo>
                  <a:pt x="5435" y="1840"/>
                </a:lnTo>
                <a:lnTo>
                  <a:pt x="5307" y="1840"/>
                </a:lnTo>
                <a:lnTo>
                  <a:pt x="5307" y="1840"/>
                </a:lnTo>
                <a:lnTo>
                  <a:pt x="5221" y="1819"/>
                </a:lnTo>
                <a:lnTo>
                  <a:pt x="5179" y="1776"/>
                </a:lnTo>
                <a:lnTo>
                  <a:pt x="5114" y="1712"/>
                </a:lnTo>
                <a:lnTo>
                  <a:pt x="5072" y="1669"/>
                </a:lnTo>
                <a:lnTo>
                  <a:pt x="5072" y="1669"/>
                </a:lnTo>
                <a:lnTo>
                  <a:pt x="4986" y="1626"/>
                </a:lnTo>
                <a:lnTo>
                  <a:pt x="4901" y="1605"/>
                </a:lnTo>
                <a:lnTo>
                  <a:pt x="4751" y="1562"/>
                </a:lnTo>
                <a:lnTo>
                  <a:pt x="4751" y="1562"/>
                </a:lnTo>
                <a:lnTo>
                  <a:pt x="4601" y="1540"/>
                </a:lnTo>
                <a:lnTo>
                  <a:pt x="4451" y="1540"/>
                </a:lnTo>
                <a:lnTo>
                  <a:pt x="4301" y="1562"/>
                </a:lnTo>
                <a:lnTo>
                  <a:pt x="4237" y="1583"/>
                </a:lnTo>
                <a:lnTo>
                  <a:pt x="4173" y="1626"/>
                </a:lnTo>
                <a:lnTo>
                  <a:pt x="4173" y="1626"/>
                </a:lnTo>
                <a:lnTo>
                  <a:pt x="4130" y="1669"/>
                </a:lnTo>
                <a:lnTo>
                  <a:pt x="4087" y="1712"/>
                </a:lnTo>
                <a:lnTo>
                  <a:pt x="4045" y="1776"/>
                </a:lnTo>
                <a:lnTo>
                  <a:pt x="4002" y="1819"/>
                </a:lnTo>
                <a:lnTo>
                  <a:pt x="4002" y="1819"/>
                </a:lnTo>
                <a:lnTo>
                  <a:pt x="3938" y="1819"/>
                </a:lnTo>
                <a:lnTo>
                  <a:pt x="3874" y="1819"/>
                </a:lnTo>
                <a:lnTo>
                  <a:pt x="3745" y="1797"/>
                </a:lnTo>
                <a:lnTo>
                  <a:pt x="3745" y="1797"/>
                </a:lnTo>
                <a:lnTo>
                  <a:pt x="3638" y="1819"/>
                </a:lnTo>
                <a:lnTo>
                  <a:pt x="3553" y="1840"/>
                </a:lnTo>
                <a:lnTo>
                  <a:pt x="3381" y="1904"/>
                </a:lnTo>
                <a:lnTo>
                  <a:pt x="3381" y="1904"/>
                </a:lnTo>
                <a:lnTo>
                  <a:pt x="3253" y="1947"/>
                </a:lnTo>
                <a:lnTo>
                  <a:pt x="3125" y="1904"/>
                </a:lnTo>
                <a:lnTo>
                  <a:pt x="3125" y="1904"/>
                </a:lnTo>
                <a:lnTo>
                  <a:pt x="2825" y="1797"/>
                </a:lnTo>
                <a:lnTo>
                  <a:pt x="2675" y="1776"/>
                </a:lnTo>
                <a:lnTo>
                  <a:pt x="2590" y="1754"/>
                </a:lnTo>
                <a:lnTo>
                  <a:pt x="2504" y="1776"/>
                </a:lnTo>
                <a:lnTo>
                  <a:pt x="2504" y="1776"/>
                </a:lnTo>
                <a:lnTo>
                  <a:pt x="2440" y="1776"/>
                </a:lnTo>
                <a:lnTo>
                  <a:pt x="2376" y="1819"/>
                </a:lnTo>
                <a:lnTo>
                  <a:pt x="2290" y="1883"/>
                </a:lnTo>
                <a:lnTo>
                  <a:pt x="2205" y="1968"/>
                </a:lnTo>
                <a:lnTo>
                  <a:pt x="2098" y="2054"/>
                </a:lnTo>
                <a:lnTo>
                  <a:pt x="2098" y="2054"/>
                </a:lnTo>
                <a:lnTo>
                  <a:pt x="1969" y="2097"/>
                </a:lnTo>
                <a:lnTo>
                  <a:pt x="1777" y="2118"/>
                </a:lnTo>
                <a:lnTo>
                  <a:pt x="1691" y="2097"/>
                </a:lnTo>
                <a:lnTo>
                  <a:pt x="1606" y="2097"/>
                </a:lnTo>
                <a:lnTo>
                  <a:pt x="1563" y="2054"/>
                </a:lnTo>
                <a:lnTo>
                  <a:pt x="1520" y="2011"/>
                </a:lnTo>
                <a:lnTo>
                  <a:pt x="1520" y="2011"/>
                </a:lnTo>
                <a:lnTo>
                  <a:pt x="1520" y="1947"/>
                </a:lnTo>
                <a:lnTo>
                  <a:pt x="1541" y="1883"/>
                </a:lnTo>
                <a:lnTo>
                  <a:pt x="1606" y="1712"/>
                </a:lnTo>
                <a:lnTo>
                  <a:pt x="1713" y="1540"/>
                </a:lnTo>
                <a:lnTo>
                  <a:pt x="1820" y="1412"/>
                </a:lnTo>
                <a:lnTo>
                  <a:pt x="1820" y="1412"/>
                </a:lnTo>
                <a:lnTo>
                  <a:pt x="1948" y="1284"/>
                </a:lnTo>
                <a:lnTo>
                  <a:pt x="2098" y="1155"/>
                </a:lnTo>
                <a:lnTo>
                  <a:pt x="2247" y="1027"/>
                </a:lnTo>
                <a:lnTo>
                  <a:pt x="2419" y="920"/>
                </a:lnTo>
                <a:lnTo>
                  <a:pt x="2782" y="749"/>
                </a:lnTo>
                <a:lnTo>
                  <a:pt x="3146" y="620"/>
                </a:lnTo>
                <a:lnTo>
                  <a:pt x="3146" y="620"/>
                </a:lnTo>
                <a:close/>
                <a:moveTo>
                  <a:pt x="5093" y="2225"/>
                </a:moveTo>
                <a:lnTo>
                  <a:pt x="5093" y="2225"/>
                </a:lnTo>
                <a:lnTo>
                  <a:pt x="5050" y="2461"/>
                </a:lnTo>
                <a:lnTo>
                  <a:pt x="5008" y="2567"/>
                </a:lnTo>
                <a:lnTo>
                  <a:pt x="4965" y="2632"/>
                </a:lnTo>
                <a:lnTo>
                  <a:pt x="4922" y="2696"/>
                </a:lnTo>
                <a:lnTo>
                  <a:pt x="4836" y="2739"/>
                </a:lnTo>
                <a:lnTo>
                  <a:pt x="4729" y="2760"/>
                </a:lnTo>
                <a:lnTo>
                  <a:pt x="4601" y="2760"/>
                </a:lnTo>
                <a:lnTo>
                  <a:pt x="4601" y="2760"/>
                </a:lnTo>
                <a:lnTo>
                  <a:pt x="4494" y="2739"/>
                </a:lnTo>
                <a:lnTo>
                  <a:pt x="4408" y="2696"/>
                </a:lnTo>
                <a:lnTo>
                  <a:pt x="4344" y="2653"/>
                </a:lnTo>
                <a:lnTo>
                  <a:pt x="4280" y="2589"/>
                </a:lnTo>
                <a:lnTo>
                  <a:pt x="4237" y="2525"/>
                </a:lnTo>
                <a:lnTo>
                  <a:pt x="4194" y="2439"/>
                </a:lnTo>
                <a:lnTo>
                  <a:pt x="4173" y="2354"/>
                </a:lnTo>
                <a:lnTo>
                  <a:pt x="4173" y="2247"/>
                </a:lnTo>
                <a:lnTo>
                  <a:pt x="4173" y="2247"/>
                </a:lnTo>
                <a:lnTo>
                  <a:pt x="4194" y="2140"/>
                </a:lnTo>
                <a:lnTo>
                  <a:pt x="4237" y="2075"/>
                </a:lnTo>
                <a:lnTo>
                  <a:pt x="4280" y="2011"/>
                </a:lnTo>
                <a:lnTo>
                  <a:pt x="4344" y="1947"/>
                </a:lnTo>
                <a:lnTo>
                  <a:pt x="4408" y="1904"/>
                </a:lnTo>
                <a:lnTo>
                  <a:pt x="4494" y="1883"/>
                </a:lnTo>
                <a:lnTo>
                  <a:pt x="4665" y="1840"/>
                </a:lnTo>
                <a:lnTo>
                  <a:pt x="4665" y="1840"/>
                </a:lnTo>
                <a:lnTo>
                  <a:pt x="4772" y="1840"/>
                </a:lnTo>
                <a:lnTo>
                  <a:pt x="4858" y="1861"/>
                </a:lnTo>
                <a:lnTo>
                  <a:pt x="4943" y="1883"/>
                </a:lnTo>
                <a:lnTo>
                  <a:pt x="5008" y="1947"/>
                </a:lnTo>
                <a:lnTo>
                  <a:pt x="5008" y="1947"/>
                </a:lnTo>
                <a:lnTo>
                  <a:pt x="5029" y="2011"/>
                </a:lnTo>
                <a:lnTo>
                  <a:pt x="5050" y="2118"/>
                </a:lnTo>
                <a:lnTo>
                  <a:pt x="5072" y="2204"/>
                </a:lnTo>
                <a:lnTo>
                  <a:pt x="5093" y="2225"/>
                </a:lnTo>
                <a:lnTo>
                  <a:pt x="5093" y="2225"/>
                </a:lnTo>
                <a:close/>
                <a:moveTo>
                  <a:pt x="4066" y="3381"/>
                </a:moveTo>
                <a:lnTo>
                  <a:pt x="4066" y="3381"/>
                </a:lnTo>
                <a:lnTo>
                  <a:pt x="4045" y="3445"/>
                </a:lnTo>
                <a:lnTo>
                  <a:pt x="3981" y="3488"/>
                </a:lnTo>
                <a:lnTo>
                  <a:pt x="3895" y="3530"/>
                </a:lnTo>
                <a:lnTo>
                  <a:pt x="3809" y="3552"/>
                </a:lnTo>
                <a:lnTo>
                  <a:pt x="3724" y="3573"/>
                </a:lnTo>
                <a:lnTo>
                  <a:pt x="3617" y="3573"/>
                </a:lnTo>
                <a:lnTo>
                  <a:pt x="3553" y="3552"/>
                </a:lnTo>
                <a:lnTo>
                  <a:pt x="3488" y="3509"/>
                </a:lnTo>
                <a:lnTo>
                  <a:pt x="3488" y="3509"/>
                </a:lnTo>
                <a:lnTo>
                  <a:pt x="3446" y="3445"/>
                </a:lnTo>
                <a:lnTo>
                  <a:pt x="3424" y="3338"/>
                </a:lnTo>
                <a:lnTo>
                  <a:pt x="3381" y="3081"/>
                </a:lnTo>
                <a:lnTo>
                  <a:pt x="3360" y="2717"/>
                </a:lnTo>
                <a:lnTo>
                  <a:pt x="3360" y="2717"/>
                </a:lnTo>
                <a:lnTo>
                  <a:pt x="3360" y="2546"/>
                </a:lnTo>
                <a:lnTo>
                  <a:pt x="3360" y="2375"/>
                </a:lnTo>
                <a:lnTo>
                  <a:pt x="3381" y="2289"/>
                </a:lnTo>
                <a:lnTo>
                  <a:pt x="3403" y="2225"/>
                </a:lnTo>
                <a:lnTo>
                  <a:pt x="3424" y="2140"/>
                </a:lnTo>
                <a:lnTo>
                  <a:pt x="3488" y="2097"/>
                </a:lnTo>
                <a:lnTo>
                  <a:pt x="3488" y="2097"/>
                </a:lnTo>
                <a:lnTo>
                  <a:pt x="3574" y="2054"/>
                </a:lnTo>
                <a:lnTo>
                  <a:pt x="3681" y="2033"/>
                </a:lnTo>
                <a:lnTo>
                  <a:pt x="3788" y="2054"/>
                </a:lnTo>
                <a:lnTo>
                  <a:pt x="3874" y="2097"/>
                </a:lnTo>
                <a:lnTo>
                  <a:pt x="3874" y="2097"/>
                </a:lnTo>
                <a:lnTo>
                  <a:pt x="3916" y="2161"/>
                </a:lnTo>
                <a:lnTo>
                  <a:pt x="3938" y="2225"/>
                </a:lnTo>
                <a:lnTo>
                  <a:pt x="3981" y="2418"/>
                </a:lnTo>
                <a:lnTo>
                  <a:pt x="4045" y="2803"/>
                </a:lnTo>
                <a:lnTo>
                  <a:pt x="4045" y="2803"/>
                </a:lnTo>
                <a:lnTo>
                  <a:pt x="4087" y="3102"/>
                </a:lnTo>
                <a:lnTo>
                  <a:pt x="4087" y="3252"/>
                </a:lnTo>
                <a:lnTo>
                  <a:pt x="4087" y="3338"/>
                </a:lnTo>
                <a:lnTo>
                  <a:pt x="4066" y="3381"/>
                </a:lnTo>
                <a:lnTo>
                  <a:pt x="4066" y="3381"/>
                </a:lnTo>
                <a:close/>
                <a:moveTo>
                  <a:pt x="2654" y="2953"/>
                </a:moveTo>
                <a:lnTo>
                  <a:pt x="2654" y="2953"/>
                </a:lnTo>
                <a:lnTo>
                  <a:pt x="2547" y="2910"/>
                </a:lnTo>
                <a:lnTo>
                  <a:pt x="2483" y="2867"/>
                </a:lnTo>
                <a:lnTo>
                  <a:pt x="2397" y="2803"/>
                </a:lnTo>
                <a:lnTo>
                  <a:pt x="2333" y="2717"/>
                </a:lnTo>
                <a:lnTo>
                  <a:pt x="2290" y="2632"/>
                </a:lnTo>
                <a:lnTo>
                  <a:pt x="2269" y="2546"/>
                </a:lnTo>
                <a:lnTo>
                  <a:pt x="2247" y="2439"/>
                </a:lnTo>
                <a:lnTo>
                  <a:pt x="2269" y="2354"/>
                </a:lnTo>
                <a:lnTo>
                  <a:pt x="2269" y="2354"/>
                </a:lnTo>
                <a:lnTo>
                  <a:pt x="2290" y="2268"/>
                </a:lnTo>
                <a:lnTo>
                  <a:pt x="2354" y="2204"/>
                </a:lnTo>
                <a:lnTo>
                  <a:pt x="2419" y="2140"/>
                </a:lnTo>
                <a:lnTo>
                  <a:pt x="2483" y="2097"/>
                </a:lnTo>
                <a:lnTo>
                  <a:pt x="2483" y="2097"/>
                </a:lnTo>
                <a:lnTo>
                  <a:pt x="2611" y="2054"/>
                </a:lnTo>
                <a:lnTo>
                  <a:pt x="2675" y="2033"/>
                </a:lnTo>
                <a:lnTo>
                  <a:pt x="2697" y="2054"/>
                </a:lnTo>
                <a:lnTo>
                  <a:pt x="2697" y="2054"/>
                </a:lnTo>
                <a:lnTo>
                  <a:pt x="2825" y="2054"/>
                </a:lnTo>
                <a:lnTo>
                  <a:pt x="2932" y="2097"/>
                </a:lnTo>
                <a:lnTo>
                  <a:pt x="2996" y="2140"/>
                </a:lnTo>
                <a:lnTo>
                  <a:pt x="3061" y="2204"/>
                </a:lnTo>
                <a:lnTo>
                  <a:pt x="3103" y="2289"/>
                </a:lnTo>
                <a:lnTo>
                  <a:pt x="3125" y="2375"/>
                </a:lnTo>
                <a:lnTo>
                  <a:pt x="3125" y="2461"/>
                </a:lnTo>
                <a:lnTo>
                  <a:pt x="3125" y="2567"/>
                </a:lnTo>
                <a:lnTo>
                  <a:pt x="3103" y="2653"/>
                </a:lnTo>
                <a:lnTo>
                  <a:pt x="3061" y="2739"/>
                </a:lnTo>
                <a:lnTo>
                  <a:pt x="3018" y="2803"/>
                </a:lnTo>
                <a:lnTo>
                  <a:pt x="2954" y="2888"/>
                </a:lnTo>
                <a:lnTo>
                  <a:pt x="2889" y="2931"/>
                </a:lnTo>
                <a:lnTo>
                  <a:pt x="2825" y="2953"/>
                </a:lnTo>
                <a:lnTo>
                  <a:pt x="2740" y="2974"/>
                </a:lnTo>
                <a:lnTo>
                  <a:pt x="2654" y="2953"/>
                </a:lnTo>
                <a:lnTo>
                  <a:pt x="2654" y="2953"/>
                </a:lnTo>
                <a:close/>
                <a:moveTo>
                  <a:pt x="1434" y="1006"/>
                </a:moveTo>
                <a:lnTo>
                  <a:pt x="1434" y="1006"/>
                </a:lnTo>
                <a:lnTo>
                  <a:pt x="1477" y="1048"/>
                </a:lnTo>
                <a:lnTo>
                  <a:pt x="1520" y="1091"/>
                </a:lnTo>
                <a:lnTo>
                  <a:pt x="1541" y="1155"/>
                </a:lnTo>
                <a:lnTo>
                  <a:pt x="1541" y="1220"/>
                </a:lnTo>
                <a:lnTo>
                  <a:pt x="1541" y="1262"/>
                </a:lnTo>
                <a:lnTo>
                  <a:pt x="1520" y="1305"/>
                </a:lnTo>
                <a:lnTo>
                  <a:pt x="1456" y="1348"/>
                </a:lnTo>
                <a:lnTo>
                  <a:pt x="1392" y="1348"/>
                </a:lnTo>
                <a:lnTo>
                  <a:pt x="1392" y="1348"/>
                </a:lnTo>
                <a:lnTo>
                  <a:pt x="1285" y="1262"/>
                </a:lnTo>
                <a:lnTo>
                  <a:pt x="1220" y="1220"/>
                </a:lnTo>
                <a:lnTo>
                  <a:pt x="1199" y="1155"/>
                </a:lnTo>
                <a:lnTo>
                  <a:pt x="1199" y="1155"/>
                </a:lnTo>
                <a:lnTo>
                  <a:pt x="1220" y="1113"/>
                </a:lnTo>
                <a:lnTo>
                  <a:pt x="1285" y="1070"/>
                </a:lnTo>
                <a:lnTo>
                  <a:pt x="1434" y="1006"/>
                </a:lnTo>
                <a:lnTo>
                  <a:pt x="1434" y="1006"/>
                </a:lnTo>
                <a:close/>
                <a:moveTo>
                  <a:pt x="707" y="1327"/>
                </a:moveTo>
                <a:lnTo>
                  <a:pt x="707" y="1327"/>
                </a:lnTo>
                <a:lnTo>
                  <a:pt x="793" y="1391"/>
                </a:lnTo>
                <a:lnTo>
                  <a:pt x="921" y="1562"/>
                </a:lnTo>
                <a:lnTo>
                  <a:pt x="1049" y="1733"/>
                </a:lnTo>
                <a:lnTo>
                  <a:pt x="1113" y="1840"/>
                </a:lnTo>
                <a:lnTo>
                  <a:pt x="1113" y="1840"/>
                </a:lnTo>
                <a:lnTo>
                  <a:pt x="1071" y="1861"/>
                </a:lnTo>
                <a:lnTo>
                  <a:pt x="1049" y="1861"/>
                </a:lnTo>
                <a:lnTo>
                  <a:pt x="964" y="1819"/>
                </a:lnTo>
                <a:lnTo>
                  <a:pt x="900" y="1733"/>
                </a:lnTo>
                <a:lnTo>
                  <a:pt x="814" y="1647"/>
                </a:lnTo>
                <a:lnTo>
                  <a:pt x="728" y="1434"/>
                </a:lnTo>
                <a:lnTo>
                  <a:pt x="707" y="1369"/>
                </a:lnTo>
                <a:lnTo>
                  <a:pt x="707" y="1327"/>
                </a:lnTo>
                <a:lnTo>
                  <a:pt x="707" y="1327"/>
                </a:lnTo>
                <a:close/>
                <a:moveTo>
                  <a:pt x="1007" y="2247"/>
                </a:moveTo>
                <a:lnTo>
                  <a:pt x="1007" y="2247"/>
                </a:lnTo>
                <a:lnTo>
                  <a:pt x="942" y="2225"/>
                </a:lnTo>
                <a:lnTo>
                  <a:pt x="900" y="2182"/>
                </a:lnTo>
                <a:lnTo>
                  <a:pt x="835" y="2054"/>
                </a:lnTo>
                <a:lnTo>
                  <a:pt x="835" y="2054"/>
                </a:lnTo>
                <a:lnTo>
                  <a:pt x="814" y="2054"/>
                </a:lnTo>
                <a:lnTo>
                  <a:pt x="814" y="2054"/>
                </a:lnTo>
                <a:lnTo>
                  <a:pt x="814" y="2033"/>
                </a:lnTo>
                <a:lnTo>
                  <a:pt x="835" y="2054"/>
                </a:lnTo>
                <a:lnTo>
                  <a:pt x="835" y="2054"/>
                </a:lnTo>
                <a:lnTo>
                  <a:pt x="964" y="2075"/>
                </a:lnTo>
                <a:lnTo>
                  <a:pt x="1028" y="2097"/>
                </a:lnTo>
                <a:lnTo>
                  <a:pt x="1071" y="2140"/>
                </a:lnTo>
                <a:lnTo>
                  <a:pt x="1071" y="2140"/>
                </a:lnTo>
                <a:lnTo>
                  <a:pt x="1092" y="2182"/>
                </a:lnTo>
                <a:lnTo>
                  <a:pt x="1071" y="2225"/>
                </a:lnTo>
                <a:lnTo>
                  <a:pt x="1049" y="2247"/>
                </a:lnTo>
                <a:lnTo>
                  <a:pt x="1007" y="2247"/>
                </a:lnTo>
                <a:lnTo>
                  <a:pt x="1007" y="2247"/>
                </a:lnTo>
                <a:close/>
                <a:moveTo>
                  <a:pt x="664" y="2311"/>
                </a:moveTo>
                <a:lnTo>
                  <a:pt x="664" y="2311"/>
                </a:lnTo>
                <a:lnTo>
                  <a:pt x="728" y="2354"/>
                </a:lnTo>
                <a:lnTo>
                  <a:pt x="857" y="2439"/>
                </a:lnTo>
                <a:lnTo>
                  <a:pt x="985" y="2525"/>
                </a:lnTo>
                <a:lnTo>
                  <a:pt x="1028" y="2589"/>
                </a:lnTo>
                <a:lnTo>
                  <a:pt x="1028" y="2589"/>
                </a:lnTo>
                <a:lnTo>
                  <a:pt x="964" y="2632"/>
                </a:lnTo>
                <a:lnTo>
                  <a:pt x="900" y="2653"/>
                </a:lnTo>
                <a:lnTo>
                  <a:pt x="835" y="2610"/>
                </a:lnTo>
                <a:lnTo>
                  <a:pt x="771" y="2546"/>
                </a:lnTo>
                <a:lnTo>
                  <a:pt x="728" y="2482"/>
                </a:lnTo>
                <a:lnTo>
                  <a:pt x="686" y="2418"/>
                </a:lnTo>
                <a:lnTo>
                  <a:pt x="664" y="2354"/>
                </a:lnTo>
                <a:lnTo>
                  <a:pt x="664" y="2311"/>
                </a:lnTo>
                <a:lnTo>
                  <a:pt x="664" y="2311"/>
                </a:lnTo>
                <a:close/>
                <a:moveTo>
                  <a:pt x="1606" y="3530"/>
                </a:moveTo>
                <a:lnTo>
                  <a:pt x="1606" y="3530"/>
                </a:lnTo>
                <a:lnTo>
                  <a:pt x="1584" y="3573"/>
                </a:lnTo>
                <a:lnTo>
                  <a:pt x="1541" y="3594"/>
                </a:lnTo>
                <a:lnTo>
                  <a:pt x="1477" y="3573"/>
                </a:lnTo>
                <a:lnTo>
                  <a:pt x="1392" y="3530"/>
                </a:lnTo>
                <a:lnTo>
                  <a:pt x="1285" y="3466"/>
                </a:lnTo>
                <a:lnTo>
                  <a:pt x="1199" y="3359"/>
                </a:lnTo>
                <a:lnTo>
                  <a:pt x="1135" y="3252"/>
                </a:lnTo>
                <a:lnTo>
                  <a:pt x="1092" y="3167"/>
                </a:lnTo>
                <a:lnTo>
                  <a:pt x="1071" y="3081"/>
                </a:lnTo>
                <a:lnTo>
                  <a:pt x="1071" y="3081"/>
                </a:lnTo>
                <a:lnTo>
                  <a:pt x="1113" y="2953"/>
                </a:lnTo>
                <a:lnTo>
                  <a:pt x="1178" y="2846"/>
                </a:lnTo>
                <a:lnTo>
                  <a:pt x="1199" y="2824"/>
                </a:lnTo>
                <a:lnTo>
                  <a:pt x="1242" y="2824"/>
                </a:lnTo>
                <a:lnTo>
                  <a:pt x="1306" y="2846"/>
                </a:lnTo>
                <a:lnTo>
                  <a:pt x="1349" y="2888"/>
                </a:lnTo>
                <a:lnTo>
                  <a:pt x="1349" y="2888"/>
                </a:lnTo>
                <a:lnTo>
                  <a:pt x="1413" y="2995"/>
                </a:lnTo>
                <a:lnTo>
                  <a:pt x="1499" y="3209"/>
                </a:lnTo>
                <a:lnTo>
                  <a:pt x="1584" y="3423"/>
                </a:lnTo>
                <a:lnTo>
                  <a:pt x="1606" y="3530"/>
                </a:lnTo>
                <a:lnTo>
                  <a:pt x="1606" y="3530"/>
                </a:lnTo>
                <a:close/>
                <a:moveTo>
                  <a:pt x="2761" y="4814"/>
                </a:moveTo>
                <a:lnTo>
                  <a:pt x="2761" y="4814"/>
                </a:lnTo>
                <a:lnTo>
                  <a:pt x="2483" y="4450"/>
                </a:lnTo>
                <a:lnTo>
                  <a:pt x="2354" y="4279"/>
                </a:lnTo>
                <a:lnTo>
                  <a:pt x="2226" y="4087"/>
                </a:lnTo>
                <a:lnTo>
                  <a:pt x="2226" y="4087"/>
                </a:lnTo>
                <a:lnTo>
                  <a:pt x="1948" y="3637"/>
                </a:lnTo>
                <a:lnTo>
                  <a:pt x="1841" y="3423"/>
                </a:lnTo>
                <a:lnTo>
                  <a:pt x="1734" y="3188"/>
                </a:lnTo>
                <a:lnTo>
                  <a:pt x="1734" y="3188"/>
                </a:lnTo>
                <a:lnTo>
                  <a:pt x="1670" y="3017"/>
                </a:lnTo>
                <a:lnTo>
                  <a:pt x="1606" y="2846"/>
                </a:lnTo>
                <a:lnTo>
                  <a:pt x="1584" y="2760"/>
                </a:lnTo>
                <a:lnTo>
                  <a:pt x="1606" y="2696"/>
                </a:lnTo>
                <a:lnTo>
                  <a:pt x="1670" y="2653"/>
                </a:lnTo>
                <a:lnTo>
                  <a:pt x="1755" y="2632"/>
                </a:lnTo>
                <a:lnTo>
                  <a:pt x="1755" y="2632"/>
                </a:lnTo>
                <a:lnTo>
                  <a:pt x="1798" y="2632"/>
                </a:lnTo>
                <a:lnTo>
                  <a:pt x="1841" y="2653"/>
                </a:lnTo>
                <a:lnTo>
                  <a:pt x="1905" y="2739"/>
                </a:lnTo>
                <a:lnTo>
                  <a:pt x="2012" y="2910"/>
                </a:lnTo>
                <a:lnTo>
                  <a:pt x="2012" y="2910"/>
                </a:lnTo>
                <a:lnTo>
                  <a:pt x="2140" y="3060"/>
                </a:lnTo>
                <a:lnTo>
                  <a:pt x="2312" y="3145"/>
                </a:lnTo>
                <a:lnTo>
                  <a:pt x="2312" y="3145"/>
                </a:lnTo>
                <a:lnTo>
                  <a:pt x="2419" y="3188"/>
                </a:lnTo>
                <a:lnTo>
                  <a:pt x="2547" y="3209"/>
                </a:lnTo>
                <a:lnTo>
                  <a:pt x="2782" y="3209"/>
                </a:lnTo>
                <a:lnTo>
                  <a:pt x="2782" y="3209"/>
                </a:lnTo>
                <a:lnTo>
                  <a:pt x="2889" y="3188"/>
                </a:lnTo>
                <a:lnTo>
                  <a:pt x="2975" y="3145"/>
                </a:lnTo>
                <a:lnTo>
                  <a:pt x="3167" y="3060"/>
                </a:lnTo>
                <a:lnTo>
                  <a:pt x="3167" y="3060"/>
                </a:lnTo>
                <a:lnTo>
                  <a:pt x="3167" y="3188"/>
                </a:lnTo>
                <a:lnTo>
                  <a:pt x="3146" y="3316"/>
                </a:lnTo>
                <a:lnTo>
                  <a:pt x="3125" y="3423"/>
                </a:lnTo>
                <a:lnTo>
                  <a:pt x="3125" y="3552"/>
                </a:lnTo>
                <a:lnTo>
                  <a:pt x="3125" y="3552"/>
                </a:lnTo>
                <a:lnTo>
                  <a:pt x="3167" y="3659"/>
                </a:lnTo>
                <a:lnTo>
                  <a:pt x="3189" y="3723"/>
                </a:lnTo>
                <a:lnTo>
                  <a:pt x="3189" y="3787"/>
                </a:lnTo>
                <a:lnTo>
                  <a:pt x="3125" y="3894"/>
                </a:lnTo>
                <a:lnTo>
                  <a:pt x="3125" y="3894"/>
                </a:lnTo>
                <a:lnTo>
                  <a:pt x="3018" y="4022"/>
                </a:lnTo>
                <a:lnTo>
                  <a:pt x="2868" y="4215"/>
                </a:lnTo>
                <a:lnTo>
                  <a:pt x="2825" y="4301"/>
                </a:lnTo>
                <a:lnTo>
                  <a:pt x="2804" y="4322"/>
                </a:lnTo>
                <a:lnTo>
                  <a:pt x="2825" y="4365"/>
                </a:lnTo>
                <a:lnTo>
                  <a:pt x="2847" y="4386"/>
                </a:lnTo>
                <a:lnTo>
                  <a:pt x="2889" y="4408"/>
                </a:lnTo>
                <a:lnTo>
                  <a:pt x="3018" y="4429"/>
                </a:lnTo>
                <a:lnTo>
                  <a:pt x="3018" y="4429"/>
                </a:lnTo>
                <a:lnTo>
                  <a:pt x="3146" y="4408"/>
                </a:lnTo>
                <a:lnTo>
                  <a:pt x="3274" y="4386"/>
                </a:lnTo>
                <a:lnTo>
                  <a:pt x="3488" y="4279"/>
                </a:lnTo>
                <a:lnTo>
                  <a:pt x="3724" y="4151"/>
                </a:lnTo>
                <a:lnTo>
                  <a:pt x="3852" y="4129"/>
                </a:lnTo>
                <a:lnTo>
                  <a:pt x="3981" y="4108"/>
                </a:lnTo>
                <a:lnTo>
                  <a:pt x="3981" y="4108"/>
                </a:lnTo>
                <a:lnTo>
                  <a:pt x="4216" y="4151"/>
                </a:lnTo>
                <a:lnTo>
                  <a:pt x="4537" y="4215"/>
                </a:lnTo>
                <a:lnTo>
                  <a:pt x="4687" y="4236"/>
                </a:lnTo>
                <a:lnTo>
                  <a:pt x="4815" y="4215"/>
                </a:lnTo>
                <a:lnTo>
                  <a:pt x="4879" y="4194"/>
                </a:lnTo>
                <a:lnTo>
                  <a:pt x="4922" y="4172"/>
                </a:lnTo>
                <a:lnTo>
                  <a:pt x="4943" y="4151"/>
                </a:lnTo>
                <a:lnTo>
                  <a:pt x="4943" y="4087"/>
                </a:lnTo>
                <a:lnTo>
                  <a:pt x="4943" y="4087"/>
                </a:lnTo>
                <a:lnTo>
                  <a:pt x="4943" y="4022"/>
                </a:lnTo>
                <a:lnTo>
                  <a:pt x="4922" y="3980"/>
                </a:lnTo>
                <a:lnTo>
                  <a:pt x="4879" y="3937"/>
                </a:lnTo>
                <a:lnTo>
                  <a:pt x="4815" y="3894"/>
                </a:lnTo>
                <a:lnTo>
                  <a:pt x="4708" y="3851"/>
                </a:lnTo>
                <a:lnTo>
                  <a:pt x="4601" y="3808"/>
                </a:lnTo>
                <a:lnTo>
                  <a:pt x="4601" y="3808"/>
                </a:lnTo>
                <a:lnTo>
                  <a:pt x="4408" y="3744"/>
                </a:lnTo>
                <a:lnTo>
                  <a:pt x="4280" y="3701"/>
                </a:lnTo>
                <a:lnTo>
                  <a:pt x="4259" y="3680"/>
                </a:lnTo>
                <a:lnTo>
                  <a:pt x="4237" y="3659"/>
                </a:lnTo>
                <a:lnTo>
                  <a:pt x="4237" y="3659"/>
                </a:lnTo>
                <a:lnTo>
                  <a:pt x="4237" y="3594"/>
                </a:lnTo>
                <a:lnTo>
                  <a:pt x="4280" y="3488"/>
                </a:lnTo>
                <a:lnTo>
                  <a:pt x="4323" y="3402"/>
                </a:lnTo>
                <a:lnTo>
                  <a:pt x="4344" y="3316"/>
                </a:lnTo>
                <a:lnTo>
                  <a:pt x="4344" y="3316"/>
                </a:lnTo>
                <a:lnTo>
                  <a:pt x="4301" y="3102"/>
                </a:lnTo>
                <a:lnTo>
                  <a:pt x="4259" y="2931"/>
                </a:lnTo>
                <a:lnTo>
                  <a:pt x="4259" y="2931"/>
                </a:lnTo>
                <a:lnTo>
                  <a:pt x="4301" y="2910"/>
                </a:lnTo>
                <a:lnTo>
                  <a:pt x="4366" y="2910"/>
                </a:lnTo>
                <a:lnTo>
                  <a:pt x="4537" y="2953"/>
                </a:lnTo>
                <a:lnTo>
                  <a:pt x="4708" y="2974"/>
                </a:lnTo>
                <a:lnTo>
                  <a:pt x="4794" y="2995"/>
                </a:lnTo>
                <a:lnTo>
                  <a:pt x="4858" y="2974"/>
                </a:lnTo>
                <a:lnTo>
                  <a:pt x="4858" y="2974"/>
                </a:lnTo>
                <a:lnTo>
                  <a:pt x="4943" y="2953"/>
                </a:lnTo>
                <a:lnTo>
                  <a:pt x="5029" y="2910"/>
                </a:lnTo>
                <a:lnTo>
                  <a:pt x="5093" y="2846"/>
                </a:lnTo>
                <a:lnTo>
                  <a:pt x="5157" y="2781"/>
                </a:lnTo>
                <a:lnTo>
                  <a:pt x="5243" y="2610"/>
                </a:lnTo>
                <a:lnTo>
                  <a:pt x="5286" y="2439"/>
                </a:lnTo>
                <a:lnTo>
                  <a:pt x="5286" y="2439"/>
                </a:lnTo>
                <a:lnTo>
                  <a:pt x="5307" y="2289"/>
                </a:lnTo>
                <a:lnTo>
                  <a:pt x="5307" y="2204"/>
                </a:lnTo>
                <a:lnTo>
                  <a:pt x="5328" y="2161"/>
                </a:lnTo>
                <a:lnTo>
                  <a:pt x="5350" y="2140"/>
                </a:lnTo>
                <a:lnTo>
                  <a:pt x="5478" y="2075"/>
                </a:lnTo>
                <a:lnTo>
                  <a:pt x="5478" y="2075"/>
                </a:lnTo>
                <a:lnTo>
                  <a:pt x="5585" y="2054"/>
                </a:lnTo>
                <a:lnTo>
                  <a:pt x="5671" y="2033"/>
                </a:lnTo>
                <a:lnTo>
                  <a:pt x="5735" y="2054"/>
                </a:lnTo>
                <a:lnTo>
                  <a:pt x="5756" y="2097"/>
                </a:lnTo>
                <a:lnTo>
                  <a:pt x="5778" y="2161"/>
                </a:lnTo>
                <a:lnTo>
                  <a:pt x="5778" y="2225"/>
                </a:lnTo>
                <a:lnTo>
                  <a:pt x="5735" y="2418"/>
                </a:lnTo>
                <a:lnTo>
                  <a:pt x="5735" y="2418"/>
                </a:lnTo>
                <a:lnTo>
                  <a:pt x="5628" y="2910"/>
                </a:lnTo>
                <a:lnTo>
                  <a:pt x="5457" y="3381"/>
                </a:lnTo>
                <a:lnTo>
                  <a:pt x="5264" y="3830"/>
                </a:lnTo>
                <a:lnTo>
                  <a:pt x="5008" y="4258"/>
                </a:lnTo>
                <a:lnTo>
                  <a:pt x="5008" y="4258"/>
                </a:lnTo>
                <a:lnTo>
                  <a:pt x="4729" y="4707"/>
                </a:lnTo>
                <a:lnTo>
                  <a:pt x="4580" y="4921"/>
                </a:lnTo>
                <a:lnTo>
                  <a:pt x="4430" y="5135"/>
                </a:lnTo>
                <a:lnTo>
                  <a:pt x="4430" y="5135"/>
                </a:lnTo>
                <a:lnTo>
                  <a:pt x="4301" y="5263"/>
                </a:lnTo>
                <a:lnTo>
                  <a:pt x="4259" y="5263"/>
                </a:lnTo>
                <a:lnTo>
                  <a:pt x="4237" y="5242"/>
                </a:lnTo>
                <a:lnTo>
                  <a:pt x="4216" y="5156"/>
                </a:lnTo>
                <a:lnTo>
                  <a:pt x="4194" y="5092"/>
                </a:lnTo>
                <a:lnTo>
                  <a:pt x="4152" y="5049"/>
                </a:lnTo>
                <a:lnTo>
                  <a:pt x="4152" y="5049"/>
                </a:lnTo>
                <a:lnTo>
                  <a:pt x="4109" y="5007"/>
                </a:lnTo>
                <a:lnTo>
                  <a:pt x="4066" y="5007"/>
                </a:lnTo>
                <a:lnTo>
                  <a:pt x="3959" y="4985"/>
                </a:lnTo>
                <a:lnTo>
                  <a:pt x="3852" y="4985"/>
                </a:lnTo>
                <a:lnTo>
                  <a:pt x="3767" y="4985"/>
                </a:lnTo>
                <a:lnTo>
                  <a:pt x="3767" y="4985"/>
                </a:lnTo>
                <a:lnTo>
                  <a:pt x="3724" y="4942"/>
                </a:lnTo>
                <a:lnTo>
                  <a:pt x="3702" y="4900"/>
                </a:lnTo>
                <a:lnTo>
                  <a:pt x="3660" y="4878"/>
                </a:lnTo>
                <a:lnTo>
                  <a:pt x="3595" y="4900"/>
                </a:lnTo>
                <a:lnTo>
                  <a:pt x="3595" y="4900"/>
                </a:lnTo>
                <a:lnTo>
                  <a:pt x="3553" y="4942"/>
                </a:lnTo>
                <a:lnTo>
                  <a:pt x="3531" y="5007"/>
                </a:lnTo>
                <a:lnTo>
                  <a:pt x="3488" y="5156"/>
                </a:lnTo>
                <a:lnTo>
                  <a:pt x="3446" y="5306"/>
                </a:lnTo>
                <a:lnTo>
                  <a:pt x="3403" y="5370"/>
                </a:lnTo>
                <a:lnTo>
                  <a:pt x="3360" y="5392"/>
                </a:lnTo>
                <a:lnTo>
                  <a:pt x="3360" y="5392"/>
                </a:lnTo>
                <a:lnTo>
                  <a:pt x="3274" y="5370"/>
                </a:lnTo>
                <a:lnTo>
                  <a:pt x="3210" y="5328"/>
                </a:lnTo>
                <a:lnTo>
                  <a:pt x="3018" y="5156"/>
                </a:lnTo>
                <a:lnTo>
                  <a:pt x="2868" y="4964"/>
                </a:lnTo>
                <a:lnTo>
                  <a:pt x="2761" y="4814"/>
                </a:lnTo>
                <a:lnTo>
                  <a:pt x="2761" y="4814"/>
                </a:lnTo>
                <a:close/>
                <a:moveTo>
                  <a:pt x="3702" y="7788"/>
                </a:moveTo>
                <a:lnTo>
                  <a:pt x="3702" y="7788"/>
                </a:lnTo>
                <a:lnTo>
                  <a:pt x="3595" y="8130"/>
                </a:lnTo>
                <a:lnTo>
                  <a:pt x="3510" y="8323"/>
                </a:lnTo>
                <a:lnTo>
                  <a:pt x="3488" y="8387"/>
                </a:lnTo>
                <a:lnTo>
                  <a:pt x="3467" y="8409"/>
                </a:lnTo>
                <a:lnTo>
                  <a:pt x="3467" y="8409"/>
                </a:lnTo>
                <a:lnTo>
                  <a:pt x="3424" y="8387"/>
                </a:lnTo>
                <a:lnTo>
                  <a:pt x="3403" y="8323"/>
                </a:lnTo>
                <a:lnTo>
                  <a:pt x="3360" y="8173"/>
                </a:lnTo>
                <a:lnTo>
                  <a:pt x="3317" y="7852"/>
                </a:lnTo>
                <a:lnTo>
                  <a:pt x="3317" y="7852"/>
                </a:lnTo>
                <a:lnTo>
                  <a:pt x="3339" y="7724"/>
                </a:lnTo>
                <a:lnTo>
                  <a:pt x="3381" y="7574"/>
                </a:lnTo>
                <a:lnTo>
                  <a:pt x="3403" y="7510"/>
                </a:lnTo>
                <a:lnTo>
                  <a:pt x="3467" y="7467"/>
                </a:lnTo>
                <a:lnTo>
                  <a:pt x="3531" y="7446"/>
                </a:lnTo>
                <a:lnTo>
                  <a:pt x="3595" y="7446"/>
                </a:lnTo>
                <a:lnTo>
                  <a:pt x="3595" y="7446"/>
                </a:lnTo>
                <a:lnTo>
                  <a:pt x="3660" y="7446"/>
                </a:lnTo>
                <a:lnTo>
                  <a:pt x="3724" y="7489"/>
                </a:lnTo>
                <a:lnTo>
                  <a:pt x="3745" y="7531"/>
                </a:lnTo>
                <a:lnTo>
                  <a:pt x="3745" y="7574"/>
                </a:lnTo>
                <a:lnTo>
                  <a:pt x="3724" y="7681"/>
                </a:lnTo>
                <a:lnTo>
                  <a:pt x="3702" y="7788"/>
                </a:lnTo>
                <a:lnTo>
                  <a:pt x="3702" y="7788"/>
                </a:lnTo>
                <a:close/>
                <a:moveTo>
                  <a:pt x="3381" y="6804"/>
                </a:moveTo>
                <a:lnTo>
                  <a:pt x="3381" y="6804"/>
                </a:lnTo>
                <a:lnTo>
                  <a:pt x="3403" y="6633"/>
                </a:lnTo>
                <a:lnTo>
                  <a:pt x="3424" y="6568"/>
                </a:lnTo>
                <a:lnTo>
                  <a:pt x="3446" y="6547"/>
                </a:lnTo>
                <a:lnTo>
                  <a:pt x="3488" y="6547"/>
                </a:lnTo>
                <a:lnTo>
                  <a:pt x="3488" y="6547"/>
                </a:lnTo>
                <a:lnTo>
                  <a:pt x="3531" y="6568"/>
                </a:lnTo>
                <a:lnTo>
                  <a:pt x="3574" y="6590"/>
                </a:lnTo>
                <a:lnTo>
                  <a:pt x="3617" y="6697"/>
                </a:lnTo>
                <a:lnTo>
                  <a:pt x="3638" y="6804"/>
                </a:lnTo>
                <a:lnTo>
                  <a:pt x="3617" y="6868"/>
                </a:lnTo>
                <a:lnTo>
                  <a:pt x="3617" y="6868"/>
                </a:lnTo>
                <a:lnTo>
                  <a:pt x="3617" y="6954"/>
                </a:lnTo>
                <a:lnTo>
                  <a:pt x="3595" y="7103"/>
                </a:lnTo>
                <a:lnTo>
                  <a:pt x="3553" y="7168"/>
                </a:lnTo>
                <a:lnTo>
                  <a:pt x="3531" y="7232"/>
                </a:lnTo>
                <a:lnTo>
                  <a:pt x="3467" y="7253"/>
                </a:lnTo>
                <a:lnTo>
                  <a:pt x="3424" y="7253"/>
                </a:lnTo>
                <a:lnTo>
                  <a:pt x="3424" y="7253"/>
                </a:lnTo>
                <a:lnTo>
                  <a:pt x="3381" y="7232"/>
                </a:lnTo>
                <a:lnTo>
                  <a:pt x="3381" y="7189"/>
                </a:lnTo>
                <a:lnTo>
                  <a:pt x="3360" y="7039"/>
                </a:lnTo>
                <a:lnTo>
                  <a:pt x="3381" y="6804"/>
                </a:lnTo>
                <a:lnTo>
                  <a:pt x="3381" y="6804"/>
                </a:lnTo>
                <a:close/>
                <a:moveTo>
                  <a:pt x="4002" y="8473"/>
                </a:moveTo>
                <a:lnTo>
                  <a:pt x="4002" y="8473"/>
                </a:lnTo>
                <a:lnTo>
                  <a:pt x="3959" y="8494"/>
                </a:lnTo>
                <a:lnTo>
                  <a:pt x="3916" y="8473"/>
                </a:lnTo>
                <a:lnTo>
                  <a:pt x="3895" y="8451"/>
                </a:lnTo>
                <a:lnTo>
                  <a:pt x="3874" y="8430"/>
                </a:lnTo>
                <a:lnTo>
                  <a:pt x="3874" y="8430"/>
                </a:lnTo>
                <a:lnTo>
                  <a:pt x="3916" y="8409"/>
                </a:lnTo>
                <a:lnTo>
                  <a:pt x="3959" y="8430"/>
                </a:lnTo>
                <a:lnTo>
                  <a:pt x="4002" y="8451"/>
                </a:lnTo>
                <a:lnTo>
                  <a:pt x="4002" y="8473"/>
                </a:lnTo>
                <a:lnTo>
                  <a:pt x="4002" y="8473"/>
                </a:lnTo>
                <a:close/>
                <a:moveTo>
                  <a:pt x="3938" y="6675"/>
                </a:moveTo>
                <a:lnTo>
                  <a:pt x="3938" y="6675"/>
                </a:lnTo>
                <a:lnTo>
                  <a:pt x="3938" y="6654"/>
                </a:lnTo>
                <a:lnTo>
                  <a:pt x="3938" y="6675"/>
                </a:lnTo>
                <a:lnTo>
                  <a:pt x="3938" y="6675"/>
                </a:lnTo>
                <a:close/>
                <a:moveTo>
                  <a:pt x="4087" y="7146"/>
                </a:moveTo>
                <a:lnTo>
                  <a:pt x="4087" y="7146"/>
                </a:lnTo>
                <a:lnTo>
                  <a:pt x="4045" y="7146"/>
                </a:lnTo>
                <a:lnTo>
                  <a:pt x="4002" y="7146"/>
                </a:lnTo>
                <a:lnTo>
                  <a:pt x="4002" y="7146"/>
                </a:lnTo>
                <a:lnTo>
                  <a:pt x="4023" y="7103"/>
                </a:lnTo>
                <a:lnTo>
                  <a:pt x="4087" y="7082"/>
                </a:lnTo>
                <a:lnTo>
                  <a:pt x="4152" y="7082"/>
                </a:lnTo>
                <a:lnTo>
                  <a:pt x="4173" y="7082"/>
                </a:lnTo>
                <a:lnTo>
                  <a:pt x="4173" y="7103"/>
                </a:lnTo>
                <a:lnTo>
                  <a:pt x="4173" y="7103"/>
                </a:lnTo>
                <a:lnTo>
                  <a:pt x="4152" y="7146"/>
                </a:lnTo>
                <a:lnTo>
                  <a:pt x="4087" y="7146"/>
                </a:lnTo>
                <a:lnTo>
                  <a:pt x="4087" y="7146"/>
                </a:lnTo>
                <a:close/>
                <a:moveTo>
                  <a:pt x="3874" y="6419"/>
                </a:moveTo>
                <a:lnTo>
                  <a:pt x="3874" y="6419"/>
                </a:lnTo>
                <a:lnTo>
                  <a:pt x="3788" y="6397"/>
                </a:lnTo>
                <a:lnTo>
                  <a:pt x="3681" y="6376"/>
                </a:lnTo>
                <a:lnTo>
                  <a:pt x="3574" y="6312"/>
                </a:lnTo>
                <a:lnTo>
                  <a:pt x="3488" y="6269"/>
                </a:lnTo>
                <a:lnTo>
                  <a:pt x="3403" y="6205"/>
                </a:lnTo>
                <a:lnTo>
                  <a:pt x="3339" y="6119"/>
                </a:lnTo>
                <a:lnTo>
                  <a:pt x="3274" y="6034"/>
                </a:lnTo>
                <a:lnTo>
                  <a:pt x="3253" y="5948"/>
                </a:lnTo>
                <a:lnTo>
                  <a:pt x="3253" y="5948"/>
                </a:lnTo>
                <a:lnTo>
                  <a:pt x="3232" y="5884"/>
                </a:lnTo>
                <a:lnTo>
                  <a:pt x="3232" y="5841"/>
                </a:lnTo>
                <a:lnTo>
                  <a:pt x="3253" y="5798"/>
                </a:lnTo>
                <a:lnTo>
                  <a:pt x="3296" y="5798"/>
                </a:lnTo>
                <a:lnTo>
                  <a:pt x="3381" y="5798"/>
                </a:lnTo>
                <a:lnTo>
                  <a:pt x="3510" y="5820"/>
                </a:lnTo>
                <a:lnTo>
                  <a:pt x="3510" y="5820"/>
                </a:lnTo>
                <a:lnTo>
                  <a:pt x="3767" y="5841"/>
                </a:lnTo>
                <a:lnTo>
                  <a:pt x="4023" y="5820"/>
                </a:lnTo>
                <a:lnTo>
                  <a:pt x="4023" y="5820"/>
                </a:lnTo>
                <a:lnTo>
                  <a:pt x="4109" y="5798"/>
                </a:lnTo>
                <a:lnTo>
                  <a:pt x="4194" y="5755"/>
                </a:lnTo>
                <a:lnTo>
                  <a:pt x="4366" y="5670"/>
                </a:lnTo>
                <a:lnTo>
                  <a:pt x="4430" y="5648"/>
                </a:lnTo>
                <a:lnTo>
                  <a:pt x="4494" y="5670"/>
                </a:lnTo>
                <a:lnTo>
                  <a:pt x="4515" y="5734"/>
                </a:lnTo>
                <a:lnTo>
                  <a:pt x="4515" y="5862"/>
                </a:lnTo>
                <a:lnTo>
                  <a:pt x="4515" y="5862"/>
                </a:lnTo>
                <a:lnTo>
                  <a:pt x="4494" y="5948"/>
                </a:lnTo>
                <a:lnTo>
                  <a:pt x="4451" y="6055"/>
                </a:lnTo>
                <a:lnTo>
                  <a:pt x="4387" y="6162"/>
                </a:lnTo>
                <a:lnTo>
                  <a:pt x="4280" y="6248"/>
                </a:lnTo>
                <a:lnTo>
                  <a:pt x="4173" y="6312"/>
                </a:lnTo>
                <a:lnTo>
                  <a:pt x="4087" y="6376"/>
                </a:lnTo>
                <a:lnTo>
                  <a:pt x="3981" y="6397"/>
                </a:lnTo>
                <a:lnTo>
                  <a:pt x="3874" y="6419"/>
                </a:lnTo>
                <a:lnTo>
                  <a:pt x="3874" y="6419"/>
                </a:lnTo>
                <a:close/>
                <a:moveTo>
                  <a:pt x="4259" y="6611"/>
                </a:moveTo>
                <a:lnTo>
                  <a:pt x="4259" y="6611"/>
                </a:lnTo>
                <a:lnTo>
                  <a:pt x="4280" y="6568"/>
                </a:lnTo>
                <a:lnTo>
                  <a:pt x="4323" y="6504"/>
                </a:lnTo>
                <a:lnTo>
                  <a:pt x="4366" y="6462"/>
                </a:lnTo>
                <a:lnTo>
                  <a:pt x="4430" y="6440"/>
                </a:lnTo>
                <a:lnTo>
                  <a:pt x="4515" y="6419"/>
                </a:lnTo>
                <a:lnTo>
                  <a:pt x="4580" y="6419"/>
                </a:lnTo>
                <a:lnTo>
                  <a:pt x="4644" y="6440"/>
                </a:lnTo>
                <a:lnTo>
                  <a:pt x="4687" y="6462"/>
                </a:lnTo>
                <a:lnTo>
                  <a:pt x="4687" y="6462"/>
                </a:lnTo>
                <a:lnTo>
                  <a:pt x="4729" y="6547"/>
                </a:lnTo>
                <a:lnTo>
                  <a:pt x="4751" y="6718"/>
                </a:lnTo>
                <a:lnTo>
                  <a:pt x="4794" y="6868"/>
                </a:lnTo>
                <a:lnTo>
                  <a:pt x="4794" y="6932"/>
                </a:lnTo>
                <a:lnTo>
                  <a:pt x="4794" y="6932"/>
                </a:lnTo>
                <a:lnTo>
                  <a:pt x="4772" y="7039"/>
                </a:lnTo>
                <a:lnTo>
                  <a:pt x="4751" y="7103"/>
                </a:lnTo>
                <a:lnTo>
                  <a:pt x="4729" y="7125"/>
                </a:lnTo>
                <a:lnTo>
                  <a:pt x="4708" y="7103"/>
                </a:lnTo>
                <a:lnTo>
                  <a:pt x="4644" y="7039"/>
                </a:lnTo>
                <a:lnTo>
                  <a:pt x="4537" y="6911"/>
                </a:lnTo>
                <a:lnTo>
                  <a:pt x="4537" y="6911"/>
                </a:lnTo>
                <a:lnTo>
                  <a:pt x="4473" y="6847"/>
                </a:lnTo>
                <a:lnTo>
                  <a:pt x="4366" y="6782"/>
                </a:lnTo>
                <a:lnTo>
                  <a:pt x="4301" y="6718"/>
                </a:lnTo>
                <a:lnTo>
                  <a:pt x="4259" y="6675"/>
                </a:lnTo>
                <a:lnTo>
                  <a:pt x="4259" y="6611"/>
                </a:lnTo>
                <a:lnTo>
                  <a:pt x="4259" y="6611"/>
                </a:lnTo>
                <a:close/>
                <a:moveTo>
                  <a:pt x="4858" y="8152"/>
                </a:moveTo>
                <a:lnTo>
                  <a:pt x="4858" y="8152"/>
                </a:lnTo>
                <a:lnTo>
                  <a:pt x="4815" y="8173"/>
                </a:lnTo>
                <a:lnTo>
                  <a:pt x="4772" y="8152"/>
                </a:lnTo>
                <a:lnTo>
                  <a:pt x="4729" y="8109"/>
                </a:lnTo>
                <a:lnTo>
                  <a:pt x="4687" y="8045"/>
                </a:lnTo>
                <a:lnTo>
                  <a:pt x="4580" y="7809"/>
                </a:lnTo>
                <a:lnTo>
                  <a:pt x="4580" y="7809"/>
                </a:lnTo>
                <a:lnTo>
                  <a:pt x="4515" y="7681"/>
                </a:lnTo>
                <a:lnTo>
                  <a:pt x="4430" y="7510"/>
                </a:lnTo>
                <a:lnTo>
                  <a:pt x="4408" y="7424"/>
                </a:lnTo>
                <a:lnTo>
                  <a:pt x="4408" y="7339"/>
                </a:lnTo>
                <a:lnTo>
                  <a:pt x="4430" y="7253"/>
                </a:lnTo>
                <a:lnTo>
                  <a:pt x="4473" y="7210"/>
                </a:lnTo>
                <a:lnTo>
                  <a:pt x="4473" y="7210"/>
                </a:lnTo>
                <a:lnTo>
                  <a:pt x="4515" y="7253"/>
                </a:lnTo>
                <a:lnTo>
                  <a:pt x="4580" y="7339"/>
                </a:lnTo>
                <a:lnTo>
                  <a:pt x="4622" y="7403"/>
                </a:lnTo>
                <a:lnTo>
                  <a:pt x="4687" y="7467"/>
                </a:lnTo>
                <a:lnTo>
                  <a:pt x="4687" y="7467"/>
                </a:lnTo>
                <a:lnTo>
                  <a:pt x="4794" y="7531"/>
                </a:lnTo>
                <a:lnTo>
                  <a:pt x="4879" y="7574"/>
                </a:lnTo>
                <a:lnTo>
                  <a:pt x="4879" y="7574"/>
                </a:lnTo>
                <a:lnTo>
                  <a:pt x="4901" y="7617"/>
                </a:lnTo>
                <a:lnTo>
                  <a:pt x="4922" y="7702"/>
                </a:lnTo>
                <a:lnTo>
                  <a:pt x="4922" y="7874"/>
                </a:lnTo>
                <a:lnTo>
                  <a:pt x="4901" y="8045"/>
                </a:lnTo>
                <a:lnTo>
                  <a:pt x="4879" y="8109"/>
                </a:lnTo>
                <a:lnTo>
                  <a:pt x="4858" y="8152"/>
                </a:lnTo>
                <a:lnTo>
                  <a:pt x="4858" y="8152"/>
                </a:lnTo>
                <a:close/>
                <a:moveTo>
                  <a:pt x="3809" y="4664"/>
                </a:moveTo>
                <a:lnTo>
                  <a:pt x="3809" y="4664"/>
                </a:lnTo>
                <a:lnTo>
                  <a:pt x="3916" y="4643"/>
                </a:lnTo>
                <a:lnTo>
                  <a:pt x="4066" y="4621"/>
                </a:lnTo>
                <a:lnTo>
                  <a:pt x="4130" y="4600"/>
                </a:lnTo>
                <a:lnTo>
                  <a:pt x="4194" y="4579"/>
                </a:lnTo>
                <a:lnTo>
                  <a:pt x="4216" y="4515"/>
                </a:lnTo>
                <a:lnTo>
                  <a:pt x="4216" y="4472"/>
                </a:lnTo>
                <a:lnTo>
                  <a:pt x="4216" y="4472"/>
                </a:lnTo>
                <a:lnTo>
                  <a:pt x="4194" y="4429"/>
                </a:lnTo>
                <a:lnTo>
                  <a:pt x="4152" y="4386"/>
                </a:lnTo>
                <a:lnTo>
                  <a:pt x="4066" y="4365"/>
                </a:lnTo>
                <a:lnTo>
                  <a:pt x="3852" y="4365"/>
                </a:lnTo>
                <a:lnTo>
                  <a:pt x="3852" y="4365"/>
                </a:lnTo>
                <a:lnTo>
                  <a:pt x="3767" y="4365"/>
                </a:lnTo>
                <a:lnTo>
                  <a:pt x="3638" y="4386"/>
                </a:lnTo>
                <a:lnTo>
                  <a:pt x="3574" y="4408"/>
                </a:lnTo>
                <a:lnTo>
                  <a:pt x="3510" y="4429"/>
                </a:lnTo>
                <a:lnTo>
                  <a:pt x="3488" y="4450"/>
                </a:lnTo>
                <a:lnTo>
                  <a:pt x="3467" y="4515"/>
                </a:lnTo>
                <a:lnTo>
                  <a:pt x="3467" y="4515"/>
                </a:lnTo>
                <a:lnTo>
                  <a:pt x="3467" y="4557"/>
                </a:lnTo>
                <a:lnTo>
                  <a:pt x="3510" y="4600"/>
                </a:lnTo>
                <a:lnTo>
                  <a:pt x="3553" y="4621"/>
                </a:lnTo>
                <a:lnTo>
                  <a:pt x="3595" y="4643"/>
                </a:lnTo>
                <a:lnTo>
                  <a:pt x="3724" y="4664"/>
                </a:lnTo>
                <a:lnTo>
                  <a:pt x="3809" y="4664"/>
                </a:lnTo>
                <a:lnTo>
                  <a:pt x="3809" y="4664"/>
                </a:lnTo>
                <a:close/>
                <a:moveTo>
                  <a:pt x="3531" y="1369"/>
                </a:moveTo>
                <a:lnTo>
                  <a:pt x="3531" y="1369"/>
                </a:lnTo>
                <a:lnTo>
                  <a:pt x="3660" y="1369"/>
                </a:lnTo>
                <a:lnTo>
                  <a:pt x="3874" y="1348"/>
                </a:lnTo>
                <a:lnTo>
                  <a:pt x="3959" y="1327"/>
                </a:lnTo>
                <a:lnTo>
                  <a:pt x="4045" y="1305"/>
                </a:lnTo>
                <a:lnTo>
                  <a:pt x="4087" y="1262"/>
                </a:lnTo>
                <a:lnTo>
                  <a:pt x="4087" y="1241"/>
                </a:lnTo>
                <a:lnTo>
                  <a:pt x="4087" y="1220"/>
                </a:lnTo>
                <a:lnTo>
                  <a:pt x="4087" y="1220"/>
                </a:lnTo>
                <a:lnTo>
                  <a:pt x="4045" y="1198"/>
                </a:lnTo>
                <a:lnTo>
                  <a:pt x="3959" y="1177"/>
                </a:lnTo>
                <a:lnTo>
                  <a:pt x="3724" y="1198"/>
                </a:lnTo>
                <a:lnTo>
                  <a:pt x="3317" y="1241"/>
                </a:lnTo>
                <a:lnTo>
                  <a:pt x="3317" y="1241"/>
                </a:lnTo>
                <a:lnTo>
                  <a:pt x="3039" y="1305"/>
                </a:lnTo>
                <a:lnTo>
                  <a:pt x="2868" y="1369"/>
                </a:lnTo>
                <a:lnTo>
                  <a:pt x="2825" y="1391"/>
                </a:lnTo>
                <a:lnTo>
                  <a:pt x="2825" y="1434"/>
                </a:lnTo>
                <a:lnTo>
                  <a:pt x="2825" y="1434"/>
                </a:lnTo>
                <a:lnTo>
                  <a:pt x="2868" y="1455"/>
                </a:lnTo>
                <a:lnTo>
                  <a:pt x="2932" y="1455"/>
                </a:lnTo>
                <a:lnTo>
                  <a:pt x="3146" y="1434"/>
                </a:lnTo>
                <a:lnTo>
                  <a:pt x="3531" y="1369"/>
                </a:lnTo>
                <a:lnTo>
                  <a:pt x="3531" y="1369"/>
                </a:lnTo>
                <a:close/>
                <a:moveTo>
                  <a:pt x="3317" y="1220"/>
                </a:moveTo>
                <a:lnTo>
                  <a:pt x="3317" y="1220"/>
                </a:lnTo>
                <a:lnTo>
                  <a:pt x="3381" y="1198"/>
                </a:lnTo>
                <a:lnTo>
                  <a:pt x="3446" y="1198"/>
                </a:lnTo>
                <a:lnTo>
                  <a:pt x="3574" y="1177"/>
                </a:lnTo>
                <a:lnTo>
                  <a:pt x="3724" y="1177"/>
                </a:lnTo>
                <a:lnTo>
                  <a:pt x="3852" y="1155"/>
                </a:lnTo>
                <a:lnTo>
                  <a:pt x="3852" y="1155"/>
                </a:lnTo>
                <a:lnTo>
                  <a:pt x="3981" y="1070"/>
                </a:lnTo>
                <a:lnTo>
                  <a:pt x="4002" y="1048"/>
                </a:lnTo>
                <a:lnTo>
                  <a:pt x="3981" y="1027"/>
                </a:lnTo>
                <a:lnTo>
                  <a:pt x="3895" y="1006"/>
                </a:lnTo>
                <a:lnTo>
                  <a:pt x="3767" y="1006"/>
                </a:lnTo>
                <a:lnTo>
                  <a:pt x="3767" y="1006"/>
                </a:lnTo>
                <a:lnTo>
                  <a:pt x="3424" y="984"/>
                </a:lnTo>
                <a:lnTo>
                  <a:pt x="3210" y="1006"/>
                </a:lnTo>
                <a:lnTo>
                  <a:pt x="3146" y="1027"/>
                </a:lnTo>
                <a:lnTo>
                  <a:pt x="3082" y="1070"/>
                </a:lnTo>
                <a:lnTo>
                  <a:pt x="3082" y="1070"/>
                </a:lnTo>
                <a:lnTo>
                  <a:pt x="3061" y="1113"/>
                </a:lnTo>
                <a:lnTo>
                  <a:pt x="3061" y="1155"/>
                </a:lnTo>
                <a:lnTo>
                  <a:pt x="3082" y="1198"/>
                </a:lnTo>
                <a:lnTo>
                  <a:pt x="3125" y="1220"/>
                </a:lnTo>
                <a:lnTo>
                  <a:pt x="3232" y="1220"/>
                </a:lnTo>
                <a:lnTo>
                  <a:pt x="3317" y="1220"/>
                </a:lnTo>
                <a:lnTo>
                  <a:pt x="3317" y="1220"/>
                </a:lnTo>
                <a:close/>
                <a:moveTo>
                  <a:pt x="4494" y="2354"/>
                </a:moveTo>
                <a:lnTo>
                  <a:pt x="4494" y="2354"/>
                </a:lnTo>
                <a:lnTo>
                  <a:pt x="4515" y="2418"/>
                </a:lnTo>
                <a:lnTo>
                  <a:pt x="4558" y="2482"/>
                </a:lnTo>
                <a:lnTo>
                  <a:pt x="4580" y="2503"/>
                </a:lnTo>
                <a:lnTo>
                  <a:pt x="4622" y="2503"/>
                </a:lnTo>
                <a:lnTo>
                  <a:pt x="4665" y="2482"/>
                </a:lnTo>
                <a:lnTo>
                  <a:pt x="4708" y="2461"/>
                </a:lnTo>
                <a:lnTo>
                  <a:pt x="4751" y="2396"/>
                </a:lnTo>
                <a:lnTo>
                  <a:pt x="4772" y="2332"/>
                </a:lnTo>
                <a:lnTo>
                  <a:pt x="4772" y="2332"/>
                </a:lnTo>
                <a:lnTo>
                  <a:pt x="4751" y="2247"/>
                </a:lnTo>
                <a:lnTo>
                  <a:pt x="4708" y="2182"/>
                </a:lnTo>
                <a:lnTo>
                  <a:pt x="4665" y="2161"/>
                </a:lnTo>
                <a:lnTo>
                  <a:pt x="4601" y="2161"/>
                </a:lnTo>
                <a:lnTo>
                  <a:pt x="4558" y="2161"/>
                </a:lnTo>
                <a:lnTo>
                  <a:pt x="4515" y="2204"/>
                </a:lnTo>
                <a:lnTo>
                  <a:pt x="4494" y="2268"/>
                </a:lnTo>
                <a:lnTo>
                  <a:pt x="4494" y="2354"/>
                </a:lnTo>
                <a:lnTo>
                  <a:pt x="4494" y="2354"/>
                </a:lnTo>
                <a:close/>
                <a:moveTo>
                  <a:pt x="2568" y="2439"/>
                </a:moveTo>
                <a:lnTo>
                  <a:pt x="2568" y="2439"/>
                </a:lnTo>
                <a:lnTo>
                  <a:pt x="2547" y="2525"/>
                </a:lnTo>
                <a:lnTo>
                  <a:pt x="2568" y="2567"/>
                </a:lnTo>
                <a:lnTo>
                  <a:pt x="2590" y="2632"/>
                </a:lnTo>
                <a:lnTo>
                  <a:pt x="2633" y="2653"/>
                </a:lnTo>
                <a:lnTo>
                  <a:pt x="2675" y="2674"/>
                </a:lnTo>
                <a:lnTo>
                  <a:pt x="2740" y="2653"/>
                </a:lnTo>
                <a:lnTo>
                  <a:pt x="2782" y="2610"/>
                </a:lnTo>
                <a:lnTo>
                  <a:pt x="2804" y="2546"/>
                </a:lnTo>
                <a:lnTo>
                  <a:pt x="2804" y="2546"/>
                </a:lnTo>
                <a:lnTo>
                  <a:pt x="2782" y="2439"/>
                </a:lnTo>
                <a:lnTo>
                  <a:pt x="2718" y="2375"/>
                </a:lnTo>
                <a:lnTo>
                  <a:pt x="2675" y="2354"/>
                </a:lnTo>
                <a:lnTo>
                  <a:pt x="2654" y="2375"/>
                </a:lnTo>
                <a:lnTo>
                  <a:pt x="2611" y="2396"/>
                </a:lnTo>
                <a:lnTo>
                  <a:pt x="2568" y="2439"/>
                </a:lnTo>
                <a:lnTo>
                  <a:pt x="2568" y="2439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8"/>
          <p:cNvSpPr/>
          <p:nvPr/>
        </p:nvSpPr>
        <p:spPr>
          <a:xfrm>
            <a:off x="4555972" y="813784"/>
            <a:ext cx="486995" cy="542930"/>
          </a:xfrm>
          <a:custGeom>
            <a:rect b="b" l="l" r="r" t="t"/>
            <a:pathLst>
              <a:path extrusionOk="0" h="7083" w="6869">
                <a:moveTo>
                  <a:pt x="3017" y="279"/>
                </a:moveTo>
                <a:lnTo>
                  <a:pt x="3103" y="300"/>
                </a:lnTo>
                <a:lnTo>
                  <a:pt x="3167" y="321"/>
                </a:lnTo>
                <a:lnTo>
                  <a:pt x="3210" y="364"/>
                </a:lnTo>
                <a:lnTo>
                  <a:pt x="3188" y="407"/>
                </a:lnTo>
                <a:lnTo>
                  <a:pt x="3145" y="471"/>
                </a:lnTo>
                <a:lnTo>
                  <a:pt x="3188" y="557"/>
                </a:lnTo>
                <a:lnTo>
                  <a:pt x="3210" y="600"/>
                </a:lnTo>
                <a:lnTo>
                  <a:pt x="3231" y="621"/>
                </a:lnTo>
                <a:lnTo>
                  <a:pt x="3103" y="621"/>
                </a:lnTo>
                <a:lnTo>
                  <a:pt x="2974" y="600"/>
                </a:lnTo>
                <a:lnTo>
                  <a:pt x="2996" y="535"/>
                </a:lnTo>
                <a:lnTo>
                  <a:pt x="3017" y="450"/>
                </a:lnTo>
                <a:lnTo>
                  <a:pt x="2996" y="386"/>
                </a:lnTo>
                <a:lnTo>
                  <a:pt x="2974" y="300"/>
                </a:lnTo>
                <a:lnTo>
                  <a:pt x="2996" y="279"/>
                </a:lnTo>
                <a:close/>
                <a:moveTo>
                  <a:pt x="3509" y="578"/>
                </a:moveTo>
                <a:lnTo>
                  <a:pt x="3573" y="600"/>
                </a:lnTo>
                <a:lnTo>
                  <a:pt x="3595" y="621"/>
                </a:lnTo>
                <a:lnTo>
                  <a:pt x="3595" y="664"/>
                </a:lnTo>
                <a:lnTo>
                  <a:pt x="3402" y="664"/>
                </a:lnTo>
                <a:lnTo>
                  <a:pt x="3402" y="621"/>
                </a:lnTo>
                <a:lnTo>
                  <a:pt x="3423" y="600"/>
                </a:lnTo>
                <a:lnTo>
                  <a:pt x="3509" y="578"/>
                </a:lnTo>
                <a:close/>
                <a:moveTo>
                  <a:pt x="963" y="4750"/>
                </a:moveTo>
                <a:lnTo>
                  <a:pt x="963" y="4772"/>
                </a:lnTo>
                <a:lnTo>
                  <a:pt x="942" y="4793"/>
                </a:lnTo>
                <a:lnTo>
                  <a:pt x="942" y="4815"/>
                </a:lnTo>
                <a:lnTo>
                  <a:pt x="920" y="4815"/>
                </a:lnTo>
                <a:lnTo>
                  <a:pt x="942" y="4793"/>
                </a:lnTo>
                <a:lnTo>
                  <a:pt x="942" y="4750"/>
                </a:lnTo>
                <a:close/>
                <a:moveTo>
                  <a:pt x="449" y="4836"/>
                </a:moveTo>
                <a:lnTo>
                  <a:pt x="471" y="4943"/>
                </a:lnTo>
                <a:lnTo>
                  <a:pt x="492" y="5114"/>
                </a:lnTo>
                <a:lnTo>
                  <a:pt x="492" y="5285"/>
                </a:lnTo>
                <a:lnTo>
                  <a:pt x="492" y="5392"/>
                </a:lnTo>
                <a:lnTo>
                  <a:pt x="449" y="5349"/>
                </a:lnTo>
                <a:lnTo>
                  <a:pt x="428" y="5285"/>
                </a:lnTo>
                <a:lnTo>
                  <a:pt x="428" y="5135"/>
                </a:lnTo>
                <a:lnTo>
                  <a:pt x="449" y="4986"/>
                </a:lnTo>
                <a:lnTo>
                  <a:pt x="449" y="4836"/>
                </a:lnTo>
                <a:close/>
                <a:moveTo>
                  <a:pt x="492" y="5414"/>
                </a:moveTo>
                <a:lnTo>
                  <a:pt x="535" y="5478"/>
                </a:lnTo>
                <a:lnTo>
                  <a:pt x="535" y="5542"/>
                </a:lnTo>
                <a:lnTo>
                  <a:pt x="492" y="5499"/>
                </a:lnTo>
                <a:lnTo>
                  <a:pt x="492" y="5414"/>
                </a:lnTo>
                <a:close/>
                <a:moveTo>
                  <a:pt x="4943" y="6184"/>
                </a:moveTo>
                <a:lnTo>
                  <a:pt x="4964" y="6205"/>
                </a:lnTo>
                <a:lnTo>
                  <a:pt x="4964" y="6248"/>
                </a:lnTo>
                <a:lnTo>
                  <a:pt x="4921" y="6269"/>
                </a:lnTo>
                <a:lnTo>
                  <a:pt x="4878" y="6269"/>
                </a:lnTo>
                <a:lnTo>
                  <a:pt x="4878" y="6248"/>
                </a:lnTo>
                <a:lnTo>
                  <a:pt x="4900" y="6227"/>
                </a:lnTo>
                <a:lnTo>
                  <a:pt x="4921" y="6205"/>
                </a:lnTo>
                <a:lnTo>
                  <a:pt x="4943" y="6184"/>
                </a:lnTo>
                <a:close/>
                <a:moveTo>
                  <a:pt x="2846" y="771"/>
                </a:moveTo>
                <a:lnTo>
                  <a:pt x="3038" y="814"/>
                </a:lnTo>
                <a:lnTo>
                  <a:pt x="3252" y="856"/>
                </a:lnTo>
                <a:lnTo>
                  <a:pt x="3423" y="899"/>
                </a:lnTo>
                <a:lnTo>
                  <a:pt x="3595" y="963"/>
                </a:lnTo>
                <a:lnTo>
                  <a:pt x="3787" y="1006"/>
                </a:lnTo>
                <a:lnTo>
                  <a:pt x="3958" y="1027"/>
                </a:lnTo>
                <a:lnTo>
                  <a:pt x="4023" y="1027"/>
                </a:lnTo>
                <a:lnTo>
                  <a:pt x="4087" y="1006"/>
                </a:lnTo>
                <a:lnTo>
                  <a:pt x="4151" y="1006"/>
                </a:lnTo>
                <a:lnTo>
                  <a:pt x="4215" y="1027"/>
                </a:lnTo>
                <a:lnTo>
                  <a:pt x="4279" y="1070"/>
                </a:lnTo>
                <a:lnTo>
                  <a:pt x="4343" y="1134"/>
                </a:lnTo>
                <a:lnTo>
                  <a:pt x="4472" y="1241"/>
                </a:lnTo>
                <a:lnTo>
                  <a:pt x="4579" y="1348"/>
                </a:lnTo>
                <a:lnTo>
                  <a:pt x="4686" y="1455"/>
                </a:lnTo>
                <a:lnTo>
                  <a:pt x="4878" y="1669"/>
                </a:lnTo>
                <a:lnTo>
                  <a:pt x="5092" y="1883"/>
                </a:lnTo>
                <a:lnTo>
                  <a:pt x="5285" y="2119"/>
                </a:lnTo>
                <a:lnTo>
                  <a:pt x="5456" y="2354"/>
                </a:lnTo>
                <a:lnTo>
                  <a:pt x="5627" y="2611"/>
                </a:lnTo>
                <a:lnTo>
                  <a:pt x="5777" y="2868"/>
                </a:lnTo>
                <a:lnTo>
                  <a:pt x="5905" y="3124"/>
                </a:lnTo>
                <a:lnTo>
                  <a:pt x="6034" y="3402"/>
                </a:lnTo>
                <a:lnTo>
                  <a:pt x="6119" y="3681"/>
                </a:lnTo>
                <a:lnTo>
                  <a:pt x="6205" y="3980"/>
                </a:lnTo>
                <a:lnTo>
                  <a:pt x="6269" y="4280"/>
                </a:lnTo>
                <a:lnTo>
                  <a:pt x="6290" y="4579"/>
                </a:lnTo>
                <a:lnTo>
                  <a:pt x="6312" y="4900"/>
                </a:lnTo>
                <a:lnTo>
                  <a:pt x="6312" y="5242"/>
                </a:lnTo>
                <a:lnTo>
                  <a:pt x="6312" y="5435"/>
                </a:lnTo>
                <a:lnTo>
                  <a:pt x="6312" y="5606"/>
                </a:lnTo>
                <a:lnTo>
                  <a:pt x="6290" y="5713"/>
                </a:lnTo>
                <a:lnTo>
                  <a:pt x="6248" y="5799"/>
                </a:lnTo>
                <a:lnTo>
                  <a:pt x="6226" y="5863"/>
                </a:lnTo>
                <a:lnTo>
                  <a:pt x="6162" y="5906"/>
                </a:lnTo>
                <a:lnTo>
                  <a:pt x="6098" y="5927"/>
                </a:lnTo>
                <a:lnTo>
                  <a:pt x="6034" y="5948"/>
                </a:lnTo>
                <a:lnTo>
                  <a:pt x="5841" y="5970"/>
                </a:lnTo>
                <a:lnTo>
                  <a:pt x="5477" y="5991"/>
                </a:lnTo>
                <a:lnTo>
                  <a:pt x="5221" y="5991"/>
                </a:lnTo>
                <a:lnTo>
                  <a:pt x="5135" y="5948"/>
                </a:lnTo>
                <a:lnTo>
                  <a:pt x="5092" y="5927"/>
                </a:lnTo>
                <a:lnTo>
                  <a:pt x="5050" y="5884"/>
                </a:lnTo>
                <a:lnTo>
                  <a:pt x="4964" y="5799"/>
                </a:lnTo>
                <a:lnTo>
                  <a:pt x="4900" y="5756"/>
                </a:lnTo>
                <a:lnTo>
                  <a:pt x="4793" y="5756"/>
                </a:lnTo>
                <a:lnTo>
                  <a:pt x="4707" y="5820"/>
                </a:lnTo>
                <a:lnTo>
                  <a:pt x="4622" y="5884"/>
                </a:lnTo>
                <a:lnTo>
                  <a:pt x="4557" y="5970"/>
                </a:lnTo>
                <a:lnTo>
                  <a:pt x="4493" y="6034"/>
                </a:lnTo>
                <a:lnTo>
                  <a:pt x="4408" y="6098"/>
                </a:lnTo>
                <a:lnTo>
                  <a:pt x="4258" y="6184"/>
                </a:lnTo>
                <a:lnTo>
                  <a:pt x="4108" y="6269"/>
                </a:lnTo>
                <a:lnTo>
                  <a:pt x="3958" y="6334"/>
                </a:lnTo>
                <a:lnTo>
                  <a:pt x="3787" y="6355"/>
                </a:lnTo>
                <a:lnTo>
                  <a:pt x="3595" y="6355"/>
                </a:lnTo>
                <a:lnTo>
                  <a:pt x="3381" y="6334"/>
                </a:lnTo>
                <a:lnTo>
                  <a:pt x="2974" y="6227"/>
                </a:lnTo>
                <a:lnTo>
                  <a:pt x="2782" y="6205"/>
                </a:lnTo>
                <a:lnTo>
                  <a:pt x="2610" y="6184"/>
                </a:lnTo>
                <a:lnTo>
                  <a:pt x="2568" y="6227"/>
                </a:lnTo>
                <a:lnTo>
                  <a:pt x="2525" y="6248"/>
                </a:lnTo>
                <a:lnTo>
                  <a:pt x="2482" y="6227"/>
                </a:lnTo>
                <a:lnTo>
                  <a:pt x="2461" y="6205"/>
                </a:lnTo>
                <a:lnTo>
                  <a:pt x="2396" y="6141"/>
                </a:lnTo>
                <a:lnTo>
                  <a:pt x="2354" y="6055"/>
                </a:lnTo>
                <a:lnTo>
                  <a:pt x="2311" y="5970"/>
                </a:lnTo>
                <a:lnTo>
                  <a:pt x="2247" y="5799"/>
                </a:lnTo>
                <a:lnTo>
                  <a:pt x="2204" y="5735"/>
                </a:lnTo>
                <a:lnTo>
                  <a:pt x="2161" y="5670"/>
                </a:lnTo>
                <a:lnTo>
                  <a:pt x="2076" y="5628"/>
                </a:lnTo>
                <a:lnTo>
                  <a:pt x="1969" y="5606"/>
                </a:lnTo>
                <a:lnTo>
                  <a:pt x="1904" y="5628"/>
                </a:lnTo>
                <a:lnTo>
                  <a:pt x="1840" y="5670"/>
                </a:lnTo>
                <a:lnTo>
                  <a:pt x="1776" y="5713"/>
                </a:lnTo>
                <a:lnTo>
                  <a:pt x="1755" y="5777"/>
                </a:lnTo>
                <a:lnTo>
                  <a:pt x="1712" y="5927"/>
                </a:lnTo>
                <a:lnTo>
                  <a:pt x="1712" y="6077"/>
                </a:lnTo>
                <a:lnTo>
                  <a:pt x="1648" y="5991"/>
                </a:lnTo>
                <a:lnTo>
                  <a:pt x="1626" y="5906"/>
                </a:lnTo>
                <a:lnTo>
                  <a:pt x="1605" y="5842"/>
                </a:lnTo>
                <a:lnTo>
                  <a:pt x="1626" y="5713"/>
                </a:lnTo>
                <a:lnTo>
                  <a:pt x="1669" y="5521"/>
                </a:lnTo>
                <a:lnTo>
                  <a:pt x="1712" y="5328"/>
                </a:lnTo>
                <a:lnTo>
                  <a:pt x="1626" y="5307"/>
                </a:lnTo>
                <a:lnTo>
                  <a:pt x="1562" y="5328"/>
                </a:lnTo>
                <a:lnTo>
                  <a:pt x="1498" y="5371"/>
                </a:lnTo>
                <a:lnTo>
                  <a:pt x="1434" y="5435"/>
                </a:lnTo>
                <a:lnTo>
                  <a:pt x="1369" y="5585"/>
                </a:lnTo>
                <a:lnTo>
                  <a:pt x="1305" y="5735"/>
                </a:lnTo>
                <a:lnTo>
                  <a:pt x="1198" y="5649"/>
                </a:lnTo>
                <a:lnTo>
                  <a:pt x="1134" y="5542"/>
                </a:lnTo>
                <a:lnTo>
                  <a:pt x="1113" y="5435"/>
                </a:lnTo>
                <a:lnTo>
                  <a:pt x="1113" y="5307"/>
                </a:lnTo>
                <a:lnTo>
                  <a:pt x="1134" y="5178"/>
                </a:lnTo>
                <a:lnTo>
                  <a:pt x="1177" y="5071"/>
                </a:lnTo>
                <a:lnTo>
                  <a:pt x="1262" y="4836"/>
                </a:lnTo>
                <a:lnTo>
                  <a:pt x="1327" y="4622"/>
                </a:lnTo>
                <a:lnTo>
                  <a:pt x="1369" y="4515"/>
                </a:lnTo>
                <a:lnTo>
                  <a:pt x="1348" y="4472"/>
                </a:lnTo>
                <a:lnTo>
                  <a:pt x="1327" y="4451"/>
                </a:lnTo>
                <a:lnTo>
                  <a:pt x="1241" y="4451"/>
                </a:lnTo>
                <a:lnTo>
                  <a:pt x="1177" y="4515"/>
                </a:lnTo>
                <a:lnTo>
                  <a:pt x="1134" y="4601"/>
                </a:lnTo>
                <a:lnTo>
                  <a:pt x="1091" y="4622"/>
                </a:lnTo>
                <a:lnTo>
                  <a:pt x="1070" y="4643"/>
                </a:lnTo>
                <a:lnTo>
                  <a:pt x="1412" y="3681"/>
                </a:lnTo>
                <a:lnTo>
                  <a:pt x="1476" y="3574"/>
                </a:lnTo>
                <a:lnTo>
                  <a:pt x="1519" y="3424"/>
                </a:lnTo>
                <a:lnTo>
                  <a:pt x="1541" y="3338"/>
                </a:lnTo>
                <a:lnTo>
                  <a:pt x="1541" y="3274"/>
                </a:lnTo>
                <a:lnTo>
                  <a:pt x="1519" y="3231"/>
                </a:lnTo>
                <a:lnTo>
                  <a:pt x="1476" y="3188"/>
                </a:lnTo>
                <a:lnTo>
                  <a:pt x="1412" y="3188"/>
                </a:lnTo>
                <a:lnTo>
                  <a:pt x="1348" y="3231"/>
                </a:lnTo>
                <a:lnTo>
                  <a:pt x="1284" y="3274"/>
                </a:lnTo>
                <a:lnTo>
                  <a:pt x="1241" y="3317"/>
                </a:lnTo>
                <a:lnTo>
                  <a:pt x="1156" y="3467"/>
                </a:lnTo>
                <a:lnTo>
                  <a:pt x="1091" y="3574"/>
                </a:lnTo>
                <a:lnTo>
                  <a:pt x="1091" y="3552"/>
                </a:lnTo>
                <a:lnTo>
                  <a:pt x="1091" y="3488"/>
                </a:lnTo>
                <a:lnTo>
                  <a:pt x="1134" y="3338"/>
                </a:lnTo>
                <a:lnTo>
                  <a:pt x="1220" y="3060"/>
                </a:lnTo>
                <a:lnTo>
                  <a:pt x="1327" y="2782"/>
                </a:lnTo>
                <a:lnTo>
                  <a:pt x="1391" y="2632"/>
                </a:lnTo>
                <a:lnTo>
                  <a:pt x="1391" y="2568"/>
                </a:lnTo>
                <a:lnTo>
                  <a:pt x="1369" y="2589"/>
                </a:lnTo>
                <a:lnTo>
                  <a:pt x="1327" y="2589"/>
                </a:lnTo>
                <a:lnTo>
                  <a:pt x="1455" y="2354"/>
                </a:lnTo>
                <a:lnTo>
                  <a:pt x="1626" y="2119"/>
                </a:lnTo>
                <a:lnTo>
                  <a:pt x="1969" y="1691"/>
                </a:lnTo>
                <a:lnTo>
                  <a:pt x="2311" y="1263"/>
                </a:lnTo>
                <a:lnTo>
                  <a:pt x="2482" y="1027"/>
                </a:lnTo>
                <a:lnTo>
                  <a:pt x="2632" y="814"/>
                </a:lnTo>
                <a:lnTo>
                  <a:pt x="2717" y="792"/>
                </a:lnTo>
                <a:lnTo>
                  <a:pt x="2846" y="771"/>
                </a:lnTo>
                <a:close/>
                <a:moveTo>
                  <a:pt x="2953" y="0"/>
                </a:moveTo>
                <a:lnTo>
                  <a:pt x="2610" y="22"/>
                </a:lnTo>
                <a:lnTo>
                  <a:pt x="2247" y="43"/>
                </a:lnTo>
                <a:lnTo>
                  <a:pt x="2076" y="86"/>
                </a:lnTo>
                <a:lnTo>
                  <a:pt x="1904" y="129"/>
                </a:lnTo>
                <a:lnTo>
                  <a:pt x="1755" y="193"/>
                </a:lnTo>
                <a:lnTo>
                  <a:pt x="1626" y="300"/>
                </a:lnTo>
                <a:lnTo>
                  <a:pt x="1562" y="364"/>
                </a:lnTo>
                <a:lnTo>
                  <a:pt x="1498" y="428"/>
                </a:lnTo>
                <a:lnTo>
                  <a:pt x="1412" y="600"/>
                </a:lnTo>
                <a:lnTo>
                  <a:pt x="1305" y="749"/>
                </a:lnTo>
                <a:lnTo>
                  <a:pt x="1262" y="814"/>
                </a:lnTo>
                <a:lnTo>
                  <a:pt x="1198" y="878"/>
                </a:lnTo>
                <a:lnTo>
                  <a:pt x="1027" y="963"/>
                </a:lnTo>
                <a:lnTo>
                  <a:pt x="856" y="1027"/>
                </a:lnTo>
                <a:lnTo>
                  <a:pt x="685" y="1092"/>
                </a:lnTo>
                <a:lnTo>
                  <a:pt x="535" y="1156"/>
                </a:lnTo>
                <a:lnTo>
                  <a:pt x="471" y="1220"/>
                </a:lnTo>
                <a:lnTo>
                  <a:pt x="428" y="1263"/>
                </a:lnTo>
                <a:lnTo>
                  <a:pt x="428" y="1327"/>
                </a:lnTo>
                <a:lnTo>
                  <a:pt x="428" y="1391"/>
                </a:lnTo>
                <a:lnTo>
                  <a:pt x="449" y="1455"/>
                </a:lnTo>
                <a:lnTo>
                  <a:pt x="492" y="1498"/>
                </a:lnTo>
                <a:lnTo>
                  <a:pt x="556" y="1520"/>
                </a:lnTo>
                <a:lnTo>
                  <a:pt x="642" y="1541"/>
                </a:lnTo>
                <a:lnTo>
                  <a:pt x="728" y="1520"/>
                </a:lnTo>
                <a:lnTo>
                  <a:pt x="813" y="1498"/>
                </a:lnTo>
                <a:lnTo>
                  <a:pt x="984" y="1413"/>
                </a:lnTo>
                <a:lnTo>
                  <a:pt x="1284" y="1241"/>
                </a:lnTo>
                <a:lnTo>
                  <a:pt x="1369" y="1177"/>
                </a:lnTo>
                <a:lnTo>
                  <a:pt x="1455" y="1113"/>
                </a:lnTo>
                <a:lnTo>
                  <a:pt x="1562" y="963"/>
                </a:lnTo>
                <a:lnTo>
                  <a:pt x="1690" y="792"/>
                </a:lnTo>
                <a:lnTo>
                  <a:pt x="1819" y="621"/>
                </a:lnTo>
                <a:lnTo>
                  <a:pt x="1883" y="557"/>
                </a:lnTo>
                <a:lnTo>
                  <a:pt x="1969" y="514"/>
                </a:lnTo>
                <a:lnTo>
                  <a:pt x="2161" y="428"/>
                </a:lnTo>
                <a:lnTo>
                  <a:pt x="2396" y="407"/>
                </a:lnTo>
                <a:lnTo>
                  <a:pt x="2568" y="407"/>
                </a:lnTo>
                <a:lnTo>
                  <a:pt x="2589" y="428"/>
                </a:lnTo>
                <a:lnTo>
                  <a:pt x="2610" y="450"/>
                </a:lnTo>
                <a:lnTo>
                  <a:pt x="2589" y="471"/>
                </a:lnTo>
                <a:lnTo>
                  <a:pt x="2568" y="514"/>
                </a:lnTo>
                <a:lnTo>
                  <a:pt x="2503" y="535"/>
                </a:lnTo>
                <a:lnTo>
                  <a:pt x="2482" y="557"/>
                </a:lnTo>
                <a:lnTo>
                  <a:pt x="2311" y="664"/>
                </a:lnTo>
                <a:lnTo>
                  <a:pt x="2140" y="771"/>
                </a:lnTo>
                <a:lnTo>
                  <a:pt x="1840" y="1049"/>
                </a:lnTo>
                <a:lnTo>
                  <a:pt x="1562" y="1348"/>
                </a:lnTo>
                <a:lnTo>
                  <a:pt x="1305" y="1669"/>
                </a:lnTo>
                <a:lnTo>
                  <a:pt x="1070" y="2033"/>
                </a:lnTo>
                <a:lnTo>
                  <a:pt x="856" y="2397"/>
                </a:lnTo>
                <a:lnTo>
                  <a:pt x="685" y="2761"/>
                </a:lnTo>
                <a:lnTo>
                  <a:pt x="514" y="3124"/>
                </a:lnTo>
                <a:lnTo>
                  <a:pt x="385" y="3467"/>
                </a:lnTo>
                <a:lnTo>
                  <a:pt x="257" y="3852"/>
                </a:lnTo>
                <a:lnTo>
                  <a:pt x="64" y="4579"/>
                </a:lnTo>
                <a:lnTo>
                  <a:pt x="22" y="4750"/>
                </a:lnTo>
                <a:lnTo>
                  <a:pt x="0" y="4943"/>
                </a:lnTo>
                <a:lnTo>
                  <a:pt x="0" y="5114"/>
                </a:lnTo>
                <a:lnTo>
                  <a:pt x="0" y="5285"/>
                </a:lnTo>
                <a:lnTo>
                  <a:pt x="43" y="5456"/>
                </a:lnTo>
                <a:lnTo>
                  <a:pt x="86" y="5628"/>
                </a:lnTo>
                <a:lnTo>
                  <a:pt x="171" y="5777"/>
                </a:lnTo>
                <a:lnTo>
                  <a:pt x="257" y="5927"/>
                </a:lnTo>
                <a:lnTo>
                  <a:pt x="471" y="6162"/>
                </a:lnTo>
                <a:lnTo>
                  <a:pt x="578" y="6269"/>
                </a:lnTo>
                <a:lnTo>
                  <a:pt x="685" y="6355"/>
                </a:lnTo>
                <a:lnTo>
                  <a:pt x="792" y="6441"/>
                </a:lnTo>
                <a:lnTo>
                  <a:pt x="920" y="6505"/>
                </a:lnTo>
                <a:lnTo>
                  <a:pt x="1070" y="6569"/>
                </a:lnTo>
                <a:lnTo>
                  <a:pt x="1220" y="6612"/>
                </a:lnTo>
                <a:lnTo>
                  <a:pt x="1369" y="6612"/>
                </a:lnTo>
                <a:lnTo>
                  <a:pt x="1498" y="6590"/>
                </a:lnTo>
                <a:lnTo>
                  <a:pt x="1797" y="6569"/>
                </a:lnTo>
                <a:lnTo>
                  <a:pt x="1947" y="6569"/>
                </a:lnTo>
                <a:lnTo>
                  <a:pt x="2011" y="6590"/>
                </a:lnTo>
                <a:lnTo>
                  <a:pt x="2097" y="6655"/>
                </a:lnTo>
                <a:lnTo>
                  <a:pt x="2268" y="6783"/>
                </a:lnTo>
                <a:lnTo>
                  <a:pt x="2418" y="6890"/>
                </a:lnTo>
                <a:lnTo>
                  <a:pt x="2610" y="6975"/>
                </a:lnTo>
                <a:lnTo>
                  <a:pt x="2782" y="7040"/>
                </a:lnTo>
                <a:lnTo>
                  <a:pt x="2953" y="7082"/>
                </a:lnTo>
                <a:lnTo>
                  <a:pt x="3167" y="7082"/>
                </a:lnTo>
                <a:lnTo>
                  <a:pt x="3316" y="7040"/>
                </a:lnTo>
                <a:lnTo>
                  <a:pt x="3466" y="6975"/>
                </a:lnTo>
                <a:lnTo>
                  <a:pt x="3616" y="6933"/>
                </a:lnTo>
                <a:lnTo>
                  <a:pt x="3787" y="6869"/>
                </a:lnTo>
                <a:lnTo>
                  <a:pt x="3980" y="6826"/>
                </a:lnTo>
                <a:lnTo>
                  <a:pt x="4172" y="6762"/>
                </a:lnTo>
                <a:lnTo>
                  <a:pt x="4343" y="6697"/>
                </a:lnTo>
                <a:lnTo>
                  <a:pt x="4536" y="6590"/>
                </a:lnTo>
                <a:lnTo>
                  <a:pt x="4664" y="6483"/>
                </a:lnTo>
                <a:lnTo>
                  <a:pt x="4729" y="6441"/>
                </a:lnTo>
                <a:lnTo>
                  <a:pt x="4793" y="6419"/>
                </a:lnTo>
                <a:lnTo>
                  <a:pt x="4857" y="6398"/>
                </a:lnTo>
                <a:lnTo>
                  <a:pt x="4878" y="6419"/>
                </a:lnTo>
                <a:lnTo>
                  <a:pt x="4857" y="6462"/>
                </a:lnTo>
                <a:lnTo>
                  <a:pt x="4900" y="6505"/>
                </a:lnTo>
                <a:lnTo>
                  <a:pt x="4943" y="6569"/>
                </a:lnTo>
                <a:lnTo>
                  <a:pt x="5007" y="6612"/>
                </a:lnTo>
                <a:lnTo>
                  <a:pt x="5178" y="6676"/>
                </a:lnTo>
                <a:lnTo>
                  <a:pt x="5349" y="6719"/>
                </a:lnTo>
                <a:lnTo>
                  <a:pt x="5499" y="6740"/>
                </a:lnTo>
                <a:lnTo>
                  <a:pt x="5734" y="6762"/>
                </a:lnTo>
                <a:lnTo>
                  <a:pt x="5948" y="6740"/>
                </a:lnTo>
                <a:lnTo>
                  <a:pt x="6119" y="6655"/>
                </a:lnTo>
                <a:lnTo>
                  <a:pt x="6333" y="6526"/>
                </a:lnTo>
                <a:lnTo>
                  <a:pt x="6547" y="6355"/>
                </a:lnTo>
                <a:lnTo>
                  <a:pt x="6654" y="6269"/>
                </a:lnTo>
                <a:lnTo>
                  <a:pt x="6740" y="6162"/>
                </a:lnTo>
                <a:lnTo>
                  <a:pt x="6804" y="6034"/>
                </a:lnTo>
                <a:lnTo>
                  <a:pt x="6847" y="5906"/>
                </a:lnTo>
                <a:lnTo>
                  <a:pt x="6868" y="5777"/>
                </a:lnTo>
                <a:lnTo>
                  <a:pt x="6868" y="5628"/>
                </a:lnTo>
                <a:lnTo>
                  <a:pt x="6847" y="5414"/>
                </a:lnTo>
                <a:lnTo>
                  <a:pt x="6847" y="5200"/>
                </a:lnTo>
                <a:lnTo>
                  <a:pt x="6847" y="4772"/>
                </a:lnTo>
                <a:lnTo>
                  <a:pt x="6804" y="4387"/>
                </a:lnTo>
                <a:lnTo>
                  <a:pt x="6761" y="4023"/>
                </a:lnTo>
                <a:lnTo>
                  <a:pt x="6676" y="3659"/>
                </a:lnTo>
                <a:lnTo>
                  <a:pt x="6547" y="3295"/>
                </a:lnTo>
                <a:lnTo>
                  <a:pt x="6376" y="2932"/>
                </a:lnTo>
                <a:lnTo>
                  <a:pt x="6205" y="2568"/>
                </a:lnTo>
                <a:lnTo>
                  <a:pt x="5991" y="2247"/>
                </a:lnTo>
                <a:lnTo>
                  <a:pt x="5756" y="1926"/>
                </a:lnTo>
                <a:lnTo>
                  <a:pt x="5499" y="1627"/>
                </a:lnTo>
                <a:lnTo>
                  <a:pt x="5221" y="1348"/>
                </a:lnTo>
                <a:lnTo>
                  <a:pt x="4943" y="1092"/>
                </a:lnTo>
                <a:lnTo>
                  <a:pt x="4622" y="835"/>
                </a:lnTo>
                <a:lnTo>
                  <a:pt x="4515" y="771"/>
                </a:lnTo>
                <a:lnTo>
                  <a:pt x="4343" y="685"/>
                </a:lnTo>
                <a:lnTo>
                  <a:pt x="4194" y="600"/>
                </a:lnTo>
                <a:lnTo>
                  <a:pt x="4130" y="557"/>
                </a:lnTo>
                <a:lnTo>
                  <a:pt x="4108" y="514"/>
                </a:lnTo>
                <a:lnTo>
                  <a:pt x="4087" y="471"/>
                </a:lnTo>
                <a:lnTo>
                  <a:pt x="4087" y="407"/>
                </a:lnTo>
                <a:lnTo>
                  <a:pt x="4087" y="279"/>
                </a:lnTo>
                <a:lnTo>
                  <a:pt x="4087" y="172"/>
                </a:lnTo>
                <a:lnTo>
                  <a:pt x="4065" y="129"/>
                </a:lnTo>
                <a:lnTo>
                  <a:pt x="4023" y="86"/>
                </a:lnTo>
                <a:lnTo>
                  <a:pt x="3937" y="43"/>
                </a:lnTo>
                <a:lnTo>
                  <a:pt x="3830" y="22"/>
                </a:lnTo>
                <a:lnTo>
                  <a:pt x="3616" y="22"/>
                </a:lnTo>
                <a:lnTo>
                  <a:pt x="3274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8"/>
          <p:cNvSpPr/>
          <p:nvPr/>
        </p:nvSpPr>
        <p:spPr>
          <a:xfrm>
            <a:off x="4686439" y="964675"/>
            <a:ext cx="226075" cy="241147"/>
          </a:xfrm>
          <a:custGeom>
            <a:rect b="b" l="l" r="r" t="t"/>
            <a:pathLst>
              <a:path extrusionOk="0" h="4109" w="2676">
                <a:moveTo>
                  <a:pt x="1028" y="835"/>
                </a:moveTo>
                <a:lnTo>
                  <a:pt x="1049" y="856"/>
                </a:lnTo>
                <a:lnTo>
                  <a:pt x="1092" y="942"/>
                </a:lnTo>
                <a:lnTo>
                  <a:pt x="1156" y="1156"/>
                </a:lnTo>
                <a:lnTo>
                  <a:pt x="1199" y="1412"/>
                </a:lnTo>
                <a:lnTo>
                  <a:pt x="1221" y="1562"/>
                </a:lnTo>
                <a:lnTo>
                  <a:pt x="1114" y="1562"/>
                </a:lnTo>
                <a:lnTo>
                  <a:pt x="1049" y="1519"/>
                </a:lnTo>
                <a:lnTo>
                  <a:pt x="1028" y="1455"/>
                </a:lnTo>
                <a:lnTo>
                  <a:pt x="1007" y="1348"/>
                </a:lnTo>
                <a:lnTo>
                  <a:pt x="942" y="1198"/>
                </a:lnTo>
                <a:lnTo>
                  <a:pt x="921" y="1113"/>
                </a:lnTo>
                <a:lnTo>
                  <a:pt x="900" y="1027"/>
                </a:lnTo>
                <a:lnTo>
                  <a:pt x="921" y="942"/>
                </a:lnTo>
                <a:lnTo>
                  <a:pt x="942" y="920"/>
                </a:lnTo>
                <a:lnTo>
                  <a:pt x="964" y="899"/>
                </a:lnTo>
                <a:lnTo>
                  <a:pt x="1028" y="835"/>
                </a:lnTo>
                <a:close/>
                <a:moveTo>
                  <a:pt x="1798" y="2140"/>
                </a:moveTo>
                <a:lnTo>
                  <a:pt x="1948" y="2183"/>
                </a:lnTo>
                <a:lnTo>
                  <a:pt x="2076" y="2225"/>
                </a:lnTo>
                <a:lnTo>
                  <a:pt x="2141" y="2247"/>
                </a:lnTo>
                <a:lnTo>
                  <a:pt x="2205" y="2290"/>
                </a:lnTo>
                <a:lnTo>
                  <a:pt x="2248" y="2354"/>
                </a:lnTo>
                <a:lnTo>
                  <a:pt x="2269" y="2418"/>
                </a:lnTo>
                <a:lnTo>
                  <a:pt x="2248" y="2525"/>
                </a:lnTo>
                <a:lnTo>
                  <a:pt x="2226" y="2675"/>
                </a:lnTo>
                <a:lnTo>
                  <a:pt x="2162" y="2803"/>
                </a:lnTo>
                <a:lnTo>
                  <a:pt x="2119" y="2825"/>
                </a:lnTo>
                <a:lnTo>
                  <a:pt x="2076" y="2846"/>
                </a:lnTo>
                <a:lnTo>
                  <a:pt x="2012" y="2803"/>
                </a:lnTo>
                <a:lnTo>
                  <a:pt x="1969" y="2718"/>
                </a:lnTo>
                <a:lnTo>
                  <a:pt x="1884" y="2482"/>
                </a:lnTo>
                <a:lnTo>
                  <a:pt x="1820" y="2247"/>
                </a:lnTo>
                <a:lnTo>
                  <a:pt x="1798" y="2140"/>
                </a:lnTo>
                <a:close/>
                <a:moveTo>
                  <a:pt x="1221" y="2033"/>
                </a:moveTo>
                <a:lnTo>
                  <a:pt x="1306" y="2054"/>
                </a:lnTo>
                <a:lnTo>
                  <a:pt x="1392" y="2076"/>
                </a:lnTo>
                <a:lnTo>
                  <a:pt x="1563" y="2546"/>
                </a:lnTo>
                <a:lnTo>
                  <a:pt x="1713" y="3017"/>
                </a:lnTo>
                <a:lnTo>
                  <a:pt x="1627" y="3039"/>
                </a:lnTo>
                <a:lnTo>
                  <a:pt x="1584" y="3039"/>
                </a:lnTo>
                <a:lnTo>
                  <a:pt x="1541" y="2996"/>
                </a:lnTo>
                <a:lnTo>
                  <a:pt x="1499" y="2910"/>
                </a:lnTo>
                <a:lnTo>
                  <a:pt x="1434" y="2760"/>
                </a:lnTo>
                <a:lnTo>
                  <a:pt x="1392" y="2611"/>
                </a:lnTo>
                <a:lnTo>
                  <a:pt x="1285" y="2332"/>
                </a:lnTo>
                <a:lnTo>
                  <a:pt x="1242" y="2183"/>
                </a:lnTo>
                <a:lnTo>
                  <a:pt x="1221" y="2033"/>
                </a:lnTo>
                <a:close/>
                <a:moveTo>
                  <a:pt x="1007" y="0"/>
                </a:moveTo>
                <a:lnTo>
                  <a:pt x="964" y="22"/>
                </a:lnTo>
                <a:lnTo>
                  <a:pt x="942" y="43"/>
                </a:lnTo>
                <a:lnTo>
                  <a:pt x="942" y="86"/>
                </a:lnTo>
                <a:lnTo>
                  <a:pt x="921" y="171"/>
                </a:lnTo>
                <a:lnTo>
                  <a:pt x="921" y="278"/>
                </a:lnTo>
                <a:lnTo>
                  <a:pt x="921" y="343"/>
                </a:lnTo>
                <a:lnTo>
                  <a:pt x="942" y="385"/>
                </a:lnTo>
                <a:lnTo>
                  <a:pt x="921" y="407"/>
                </a:lnTo>
                <a:lnTo>
                  <a:pt x="857" y="450"/>
                </a:lnTo>
                <a:lnTo>
                  <a:pt x="771" y="450"/>
                </a:lnTo>
                <a:lnTo>
                  <a:pt x="728" y="364"/>
                </a:lnTo>
                <a:lnTo>
                  <a:pt x="707" y="278"/>
                </a:lnTo>
                <a:lnTo>
                  <a:pt x="686" y="193"/>
                </a:lnTo>
                <a:lnTo>
                  <a:pt x="643" y="107"/>
                </a:lnTo>
                <a:lnTo>
                  <a:pt x="621" y="86"/>
                </a:lnTo>
                <a:lnTo>
                  <a:pt x="579" y="65"/>
                </a:lnTo>
                <a:lnTo>
                  <a:pt x="514" y="65"/>
                </a:lnTo>
                <a:lnTo>
                  <a:pt x="472" y="107"/>
                </a:lnTo>
                <a:lnTo>
                  <a:pt x="450" y="150"/>
                </a:lnTo>
                <a:lnTo>
                  <a:pt x="429" y="193"/>
                </a:lnTo>
                <a:lnTo>
                  <a:pt x="429" y="300"/>
                </a:lnTo>
                <a:lnTo>
                  <a:pt x="450" y="407"/>
                </a:lnTo>
                <a:lnTo>
                  <a:pt x="450" y="535"/>
                </a:lnTo>
                <a:lnTo>
                  <a:pt x="450" y="578"/>
                </a:lnTo>
                <a:lnTo>
                  <a:pt x="407" y="642"/>
                </a:lnTo>
                <a:lnTo>
                  <a:pt x="365" y="685"/>
                </a:lnTo>
                <a:lnTo>
                  <a:pt x="301" y="728"/>
                </a:lnTo>
                <a:lnTo>
                  <a:pt x="215" y="813"/>
                </a:lnTo>
                <a:lnTo>
                  <a:pt x="108" y="985"/>
                </a:lnTo>
                <a:lnTo>
                  <a:pt x="22" y="1156"/>
                </a:lnTo>
                <a:lnTo>
                  <a:pt x="1" y="1391"/>
                </a:lnTo>
                <a:lnTo>
                  <a:pt x="22" y="1498"/>
                </a:lnTo>
                <a:lnTo>
                  <a:pt x="65" y="1605"/>
                </a:lnTo>
                <a:lnTo>
                  <a:pt x="108" y="1691"/>
                </a:lnTo>
                <a:lnTo>
                  <a:pt x="172" y="1733"/>
                </a:lnTo>
                <a:lnTo>
                  <a:pt x="236" y="1798"/>
                </a:lnTo>
                <a:lnTo>
                  <a:pt x="322" y="1819"/>
                </a:lnTo>
                <a:lnTo>
                  <a:pt x="450" y="1862"/>
                </a:lnTo>
                <a:lnTo>
                  <a:pt x="600" y="1883"/>
                </a:lnTo>
                <a:lnTo>
                  <a:pt x="750" y="1905"/>
                </a:lnTo>
                <a:lnTo>
                  <a:pt x="793" y="1926"/>
                </a:lnTo>
                <a:lnTo>
                  <a:pt x="835" y="1947"/>
                </a:lnTo>
                <a:lnTo>
                  <a:pt x="900" y="2033"/>
                </a:lnTo>
                <a:lnTo>
                  <a:pt x="942" y="2161"/>
                </a:lnTo>
                <a:lnTo>
                  <a:pt x="1007" y="2418"/>
                </a:lnTo>
                <a:lnTo>
                  <a:pt x="1178" y="2910"/>
                </a:lnTo>
                <a:lnTo>
                  <a:pt x="1221" y="3039"/>
                </a:lnTo>
                <a:lnTo>
                  <a:pt x="1221" y="3103"/>
                </a:lnTo>
                <a:lnTo>
                  <a:pt x="1221" y="3145"/>
                </a:lnTo>
                <a:lnTo>
                  <a:pt x="1199" y="3167"/>
                </a:lnTo>
                <a:lnTo>
                  <a:pt x="1156" y="3188"/>
                </a:lnTo>
                <a:lnTo>
                  <a:pt x="1007" y="3210"/>
                </a:lnTo>
                <a:lnTo>
                  <a:pt x="878" y="3188"/>
                </a:lnTo>
                <a:lnTo>
                  <a:pt x="707" y="3167"/>
                </a:lnTo>
                <a:lnTo>
                  <a:pt x="514" y="3145"/>
                </a:lnTo>
                <a:lnTo>
                  <a:pt x="407" y="3145"/>
                </a:lnTo>
                <a:lnTo>
                  <a:pt x="386" y="3167"/>
                </a:lnTo>
                <a:lnTo>
                  <a:pt x="386" y="3210"/>
                </a:lnTo>
                <a:lnTo>
                  <a:pt x="365" y="3317"/>
                </a:lnTo>
                <a:lnTo>
                  <a:pt x="386" y="3424"/>
                </a:lnTo>
                <a:lnTo>
                  <a:pt x="407" y="3488"/>
                </a:lnTo>
                <a:lnTo>
                  <a:pt x="472" y="3552"/>
                </a:lnTo>
                <a:lnTo>
                  <a:pt x="536" y="3595"/>
                </a:lnTo>
                <a:lnTo>
                  <a:pt x="686" y="3659"/>
                </a:lnTo>
                <a:lnTo>
                  <a:pt x="878" y="3680"/>
                </a:lnTo>
                <a:lnTo>
                  <a:pt x="1049" y="3680"/>
                </a:lnTo>
                <a:lnTo>
                  <a:pt x="1242" y="3638"/>
                </a:lnTo>
                <a:lnTo>
                  <a:pt x="1413" y="3638"/>
                </a:lnTo>
                <a:lnTo>
                  <a:pt x="1456" y="3680"/>
                </a:lnTo>
                <a:lnTo>
                  <a:pt x="1499" y="3723"/>
                </a:lnTo>
                <a:lnTo>
                  <a:pt x="1541" y="3787"/>
                </a:lnTo>
                <a:lnTo>
                  <a:pt x="1584" y="3809"/>
                </a:lnTo>
                <a:lnTo>
                  <a:pt x="1648" y="3787"/>
                </a:lnTo>
                <a:lnTo>
                  <a:pt x="1670" y="3787"/>
                </a:lnTo>
                <a:lnTo>
                  <a:pt x="1691" y="3723"/>
                </a:lnTo>
                <a:lnTo>
                  <a:pt x="1691" y="3659"/>
                </a:lnTo>
                <a:lnTo>
                  <a:pt x="1713" y="3595"/>
                </a:lnTo>
                <a:lnTo>
                  <a:pt x="1777" y="3509"/>
                </a:lnTo>
                <a:lnTo>
                  <a:pt x="1820" y="3488"/>
                </a:lnTo>
                <a:lnTo>
                  <a:pt x="1841" y="3488"/>
                </a:lnTo>
                <a:lnTo>
                  <a:pt x="1884" y="3509"/>
                </a:lnTo>
                <a:lnTo>
                  <a:pt x="1927" y="3595"/>
                </a:lnTo>
                <a:lnTo>
                  <a:pt x="2012" y="3787"/>
                </a:lnTo>
                <a:lnTo>
                  <a:pt x="2055" y="3937"/>
                </a:lnTo>
                <a:lnTo>
                  <a:pt x="2098" y="4044"/>
                </a:lnTo>
                <a:lnTo>
                  <a:pt x="2162" y="4108"/>
                </a:lnTo>
                <a:lnTo>
                  <a:pt x="2226" y="4108"/>
                </a:lnTo>
                <a:lnTo>
                  <a:pt x="2248" y="4087"/>
                </a:lnTo>
                <a:lnTo>
                  <a:pt x="2290" y="4023"/>
                </a:lnTo>
                <a:lnTo>
                  <a:pt x="2312" y="3916"/>
                </a:lnTo>
                <a:lnTo>
                  <a:pt x="2290" y="3809"/>
                </a:lnTo>
                <a:lnTo>
                  <a:pt x="2248" y="3595"/>
                </a:lnTo>
                <a:lnTo>
                  <a:pt x="2205" y="3509"/>
                </a:lnTo>
                <a:lnTo>
                  <a:pt x="2183" y="3402"/>
                </a:lnTo>
                <a:lnTo>
                  <a:pt x="2205" y="3295"/>
                </a:lnTo>
                <a:lnTo>
                  <a:pt x="2226" y="3274"/>
                </a:lnTo>
                <a:lnTo>
                  <a:pt x="2269" y="3231"/>
                </a:lnTo>
                <a:lnTo>
                  <a:pt x="2354" y="3124"/>
                </a:lnTo>
                <a:lnTo>
                  <a:pt x="2461" y="3039"/>
                </a:lnTo>
                <a:lnTo>
                  <a:pt x="2547" y="2953"/>
                </a:lnTo>
                <a:lnTo>
                  <a:pt x="2633" y="2825"/>
                </a:lnTo>
                <a:lnTo>
                  <a:pt x="2654" y="2718"/>
                </a:lnTo>
                <a:lnTo>
                  <a:pt x="2675" y="2611"/>
                </a:lnTo>
                <a:lnTo>
                  <a:pt x="2654" y="2418"/>
                </a:lnTo>
                <a:lnTo>
                  <a:pt x="2611" y="2225"/>
                </a:lnTo>
                <a:lnTo>
                  <a:pt x="2526" y="2054"/>
                </a:lnTo>
                <a:lnTo>
                  <a:pt x="2397" y="1905"/>
                </a:lnTo>
                <a:lnTo>
                  <a:pt x="2248" y="1755"/>
                </a:lnTo>
                <a:lnTo>
                  <a:pt x="2076" y="1669"/>
                </a:lnTo>
                <a:lnTo>
                  <a:pt x="1884" y="1584"/>
                </a:lnTo>
                <a:lnTo>
                  <a:pt x="1713" y="1562"/>
                </a:lnTo>
                <a:lnTo>
                  <a:pt x="1627" y="1562"/>
                </a:lnTo>
                <a:lnTo>
                  <a:pt x="1563" y="1541"/>
                </a:lnTo>
                <a:lnTo>
                  <a:pt x="1541" y="1477"/>
                </a:lnTo>
                <a:lnTo>
                  <a:pt x="1520" y="1370"/>
                </a:lnTo>
                <a:lnTo>
                  <a:pt x="1477" y="1156"/>
                </a:lnTo>
                <a:lnTo>
                  <a:pt x="1392" y="942"/>
                </a:lnTo>
                <a:lnTo>
                  <a:pt x="1349" y="813"/>
                </a:lnTo>
                <a:lnTo>
                  <a:pt x="1349" y="771"/>
                </a:lnTo>
                <a:lnTo>
                  <a:pt x="1392" y="728"/>
                </a:lnTo>
                <a:lnTo>
                  <a:pt x="1499" y="685"/>
                </a:lnTo>
                <a:lnTo>
                  <a:pt x="1648" y="685"/>
                </a:lnTo>
                <a:lnTo>
                  <a:pt x="1798" y="664"/>
                </a:lnTo>
                <a:lnTo>
                  <a:pt x="1884" y="664"/>
                </a:lnTo>
                <a:lnTo>
                  <a:pt x="1948" y="621"/>
                </a:lnTo>
                <a:lnTo>
                  <a:pt x="2012" y="578"/>
                </a:lnTo>
                <a:lnTo>
                  <a:pt x="2055" y="514"/>
                </a:lnTo>
                <a:lnTo>
                  <a:pt x="2076" y="428"/>
                </a:lnTo>
                <a:lnTo>
                  <a:pt x="2055" y="364"/>
                </a:lnTo>
                <a:lnTo>
                  <a:pt x="2012" y="300"/>
                </a:lnTo>
                <a:lnTo>
                  <a:pt x="1927" y="278"/>
                </a:lnTo>
                <a:lnTo>
                  <a:pt x="1777" y="236"/>
                </a:lnTo>
                <a:lnTo>
                  <a:pt x="1606" y="236"/>
                </a:lnTo>
                <a:lnTo>
                  <a:pt x="1413" y="257"/>
                </a:lnTo>
                <a:lnTo>
                  <a:pt x="1306" y="278"/>
                </a:lnTo>
                <a:lnTo>
                  <a:pt x="1221" y="278"/>
                </a:lnTo>
                <a:lnTo>
                  <a:pt x="1199" y="257"/>
                </a:lnTo>
                <a:lnTo>
                  <a:pt x="1178" y="236"/>
                </a:lnTo>
                <a:lnTo>
                  <a:pt x="1156" y="150"/>
                </a:lnTo>
                <a:lnTo>
                  <a:pt x="1135" y="86"/>
                </a:lnTo>
                <a:lnTo>
                  <a:pt x="1114" y="43"/>
                </a:lnTo>
                <a:lnTo>
                  <a:pt x="1071" y="22"/>
                </a:lnTo>
                <a:lnTo>
                  <a:pt x="1007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8"/>
          <p:cNvSpPr/>
          <p:nvPr/>
        </p:nvSpPr>
        <p:spPr>
          <a:xfrm>
            <a:off x="6227394" y="721871"/>
            <a:ext cx="430218" cy="470291"/>
          </a:xfrm>
          <a:custGeom>
            <a:rect b="b" l="l" r="r" t="t"/>
            <a:pathLst>
              <a:path extrusionOk="0" h="9180" w="10036">
                <a:moveTo>
                  <a:pt x="9779" y="1049"/>
                </a:moveTo>
                <a:lnTo>
                  <a:pt x="9779" y="1049"/>
                </a:lnTo>
                <a:lnTo>
                  <a:pt x="9672" y="1007"/>
                </a:lnTo>
                <a:lnTo>
                  <a:pt x="9543" y="985"/>
                </a:lnTo>
                <a:lnTo>
                  <a:pt x="9308" y="942"/>
                </a:lnTo>
                <a:lnTo>
                  <a:pt x="9308" y="942"/>
                </a:lnTo>
                <a:lnTo>
                  <a:pt x="9180" y="921"/>
                </a:lnTo>
                <a:lnTo>
                  <a:pt x="9115" y="921"/>
                </a:lnTo>
                <a:lnTo>
                  <a:pt x="9051" y="878"/>
                </a:lnTo>
                <a:lnTo>
                  <a:pt x="9051" y="878"/>
                </a:lnTo>
                <a:lnTo>
                  <a:pt x="8966" y="835"/>
                </a:lnTo>
                <a:lnTo>
                  <a:pt x="8966" y="835"/>
                </a:lnTo>
                <a:lnTo>
                  <a:pt x="8944" y="814"/>
                </a:lnTo>
                <a:lnTo>
                  <a:pt x="8966" y="835"/>
                </a:lnTo>
                <a:lnTo>
                  <a:pt x="8966" y="835"/>
                </a:lnTo>
                <a:lnTo>
                  <a:pt x="8987" y="814"/>
                </a:lnTo>
                <a:lnTo>
                  <a:pt x="8987" y="771"/>
                </a:lnTo>
                <a:lnTo>
                  <a:pt x="8987" y="771"/>
                </a:lnTo>
                <a:lnTo>
                  <a:pt x="8966" y="664"/>
                </a:lnTo>
                <a:lnTo>
                  <a:pt x="8987" y="557"/>
                </a:lnTo>
                <a:lnTo>
                  <a:pt x="8966" y="450"/>
                </a:lnTo>
                <a:lnTo>
                  <a:pt x="8944" y="386"/>
                </a:lnTo>
                <a:lnTo>
                  <a:pt x="8901" y="322"/>
                </a:lnTo>
                <a:lnTo>
                  <a:pt x="8901" y="322"/>
                </a:lnTo>
                <a:lnTo>
                  <a:pt x="8837" y="258"/>
                </a:lnTo>
                <a:lnTo>
                  <a:pt x="8773" y="194"/>
                </a:lnTo>
                <a:lnTo>
                  <a:pt x="8602" y="108"/>
                </a:lnTo>
                <a:lnTo>
                  <a:pt x="8602" y="108"/>
                </a:lnTo>
                <a:lnTo>
                  <a:pt x="8495" y="87"/>
                </a:lnTo>
                <a:lnTo>
                  <a:pt x="8388" y="65"/>
                </a:lnTo>
                <a:lnTo>
                  <a:pt x="8281" y="87"/>
                </a:lnTo>
                <a:lnTo>
                  <a:pt x="8174" y="129"/>
                </a:lnTo>
                <a:lnTo>
                  <a:pt x="8174" y="129"/>
                </a:lnTo>
                <a:lnTo>
                  <a:pt x="8110" y="215"/>
                </a:lnTo>
                <a:lnTo>
                  <a:pt x="8046" y="300"/>
                </a:lnTo>
                <a:lnTo>
                  <a:pt x="7981" y="386"/>
                </a:lnTo>
                <a:lnTo>
                  <a:pt x="7939" y="407"/>
                </a:lnTo>
                <a:lnTo>
                  <a:pt x="7874" y="429"/>
                </a:lnTo>
                <a:lnTo>
                  <a:pt x="7874" y="429"/>
                </a:lnTo>
                <a:lnTo>
                  <a:pt x="7810" y="407"/>
                </a:lnTo>
                <a:lnTo>
                  <a:pt x="7746" y="386"/>
                </a:lnTo>
                <a:lnTo>
                  <a:pt x="7618" y="322"/>
                </a:lnTo>
                <a:lnTo>
                  <a:pt x="7489" y="236"/>
                </a:lnTo>
                <a:lnTo>
                  <a:pt x="7361" y="172"/>
                </a:lnTo>
                <a:lnTo>
                  <a:pt x="7361" y="172"/>
                </a:lnTo>
                <a:lnTo>
                  <a:pt x="7168" y="108"/>
                </a:lnTo>
                <a:lnTo>
                  <a:pt x="6954" y="65"/>
                </a:lnTo>
                <a:lnTo>
                  <a:pt x="6569" y="22"/>
                </a:lnTo>
                <a:lnTo>
                  <a:pt x="6569" y="22"/>
                </a:lnTo>
                <a:lnTo>
                  <a:pt x="6077" y="1"/>
                </a:lnTo>
                <a:lnTo>
                  <a:pt x="5585" y="1"/>
                </a:lnTo>
                <a:lnTo>
                  <a:pt x="5093" y="44"/>
                </a:lnTo>
                <a:lnTo>
                  <a:pt x="4622" y="108"/>
                </a:lnTo>
                <a:lnTo>
                  <a:pt x="4622" y="108"/>
                </a:lnTo>
                <a:lnTo>
                  <a:pt x="4173" y="194"/>
                </a:lnTo>
                <a:lnTo>
                  <a:pt x="3724" y="300"/>
                </a:lnTo>
                <a:lnTo>
                  <a:pt x="3296" y="450"/>
                </a:lnTo>
                <a:lnTo>
                  <a:pt x="2846" y="600"/>
                </a:lnTo>
                <a:lnTo>
                  <a:pt x="2846" y="600"/>
                </a:lnTo>
                <a:lnTo>
                  <a:pt x="2461" y="750"/>
                </a:lnTo>
                <a:lnTo>
                  <a:pt x="2055" y="921"/>
                </a:lnTo>
                <a:lnTo>
                  <a:pt x="1670" y="1114"/>
                </a:lnTo>
                <a:lnTo>
                  <a:pt x="1499" y="1221"/>
                </a:lnTo>
                <a:lnTo>
                  <a:pt x="1327" y="1327"/>
                </a:lnTo>
                <a:lnTo>
                  <a:pt x="1327" y="1327"/>
                </a:lnTo>
                <a:lnTo>
                  <a:pt x="1113" y="1477"/>
                </a:lnTo>
                <a:lnTo>
                  <a:pt x="964" y="1606"/>
                </a:lnTo>
                <a:lnTo>
                  <a:pt x="793" y="1755"/>
                </a:lnTo>
                <a:lnTo>
                  <a:pt x="664" y="1884"/>
                </a:lnTo>
                <a:lnTo>
                  <a:pt x="557" y="2034"/>
                </a:lnTo>
                <a:lnTo>
                  <a:pt x="557" y="2098"/>
                </a:lnTo>
                <a:lnTo>
                  <a:pt x="557" y="2141"/>
                </a:lnTo>
                <a:lnTo>
                  <a:pt x="579" y="2205"/>
                </a:lnTo>
                <a:lnTo>
                  <a:pt x="621" y="2247"/>
                </a:lnTo>
                <a:lnTo>
                  <a:pt x="621" y="2247"/>
                </a:lnTo>
                <a:lnTo>
                  <a:pt x="686" y="2269"/>
                </a:lnTo>
                <a:lnTo>
                  <a:pt x="728" y="2269"/>
                </a:lnTo>
                <a:lnTo>
                  <a:pt x="835" y="2226"/>
                </a:lnTo>
                <a:lnTo>
                  <a:pt x="1049" y="2119"/>
                </a:lnTo>
                <a:lnTo>
                  <a:pt x="1049" y="2119"/>
                </a:lnTo>
                <a:lnTo>
                  <a:pt x="1242" y="2034"/>
                </a:lnTo>
                <a:lnTo>
                  <a:pt x="1434" y="1969"/>
                </a:lnTo>
                <a:lnTo>
                  <a:pt x="1819" y="1862"/>
                </a:lnTo>
                <a:lnTo>
                  <a:pt x="1819" y="1862"/>
                </a:lnTo>
                <a:lnTo>
                  <a:pt x="2718" y="1606"/>
                </a:lnTo>
                <a:lnTo>
                  <a:pt x="3189" y="1499"/>
                </a:lnTo>
                <a:lnTo>
                  <a:pt x="3424" y="1456"/>
                </a:lnTo>
                <a:lnTo>
                  <a:pt x="3638" y="1434"/>
                </a:lnTo>
                <a:lnTo>
                  <a:pt x="3638" y="1434"/>
                </a:lnTo>
                <a:lnTo>
                  <a:pt x="3809" y="1434"/>
                </a:lnTo>
                <a:lnTo>
                  <a:pt x="3980" y="1456"/>
                </a:lnTo>
                <a:lnTo>
                  <a:pt x="4152" y="1456"/>
                </a:lnTo>
                <a:lnTo>
                  <a:pt x="4301" y="1434"/>
                </a:lnTo>
                <a:lnTo>
                  <a:pt x="4301" y="1434"/>
                </a:lnTo>
                <a:lnTo>
                  <a:pt x="4387" y="1392"/>
                </a:lnTo>
                <a:lnTo>
                  <a:pt x="4451" y="1349"/>
                </a:lnTo>
                <a:lnTo>
                  <a:pt x="4558" y="1242"/>
                </a:lnTo>
                <a:lnTo>
                  <a:pt x="4687" y="1114"/>
                </a:lnTo>
                <a:lnTo>
                  <a:pt x="4751" y="1071"/>
                </a:lnTo>
                <a:lnTo>
                  <a:pt x="4836" y="1049"/>
                </a:lnTo>
                <a:lnTo>
                  <a:pt x="4836" y="1049"/>
                </a:lnTo>
                <a:lnTo>
                  <a:pt x="4879" y="1156"/>
                </a:lnTo>
                <a:lnTo>
                  <a:pt x="4943" y="1285"/>
                </a:lnTo>
                <a:lnTo>
                  <a:pt x="5029" y="1392"/>
                </a:lnTo>
                <a:lnTo>
                  <a:pt x="5093" y="1434"/>
                </a:lnTo>
                <a:lnTo>
                  <a:pt x="5136" y="1456"/>
                </a:lnTo>
                <a:lnTo>
                  <a:pt x="5136" y="1456"/>
                </a:lnTo>
                <a:lnTo>
                  <a:pt x="5200" y="1456"/>
                </a:lnTo>
                <a:lnTo>
                  <a:pt x="5286" y="1434"/>
                </a:lnTo>
                <a:lnTo>
                  <a:pt x="5371" y="1434"/>
                </a:lnTo>
                <a:lnTo>
                  <a:pt x="5435" y="1413"/>
                </a:lnTo>
                <a:lnTo>
                  <a:pt x="5435" y="1413"/>
                </a:lnTo>
                <a:lnTo>
                  <a:pt x="5585" y="1434"/>
                </a:lnTo>
                <a:lnTo>
                  <a:pt x="5756" y="1456"/>
                </a:lnTo>
                <a:lnTo>
                  <a:pt x="5756" y="1456"/>
                </a:lnTo>
                <a:lnTo>
                  <a:pt x="5927" y="1520"/>
                </a:lnTo>
                <a:lnTo>
                  <a:pt x="6013" y="1541"/>
                </a:lnTo>
                <a:lnTo>
                  <a:pt x="6120" y="1520"/>
                </a:lnTo>
                <a:lnTo>
                  <a:pt x="6120" y="1520"/>
                </a:lnTo>
                <a:lnTo>
                  <a:pt x="6248" y="1413"/>
                </a:lnTo>
                <a:lnTo>
                  <a:pt x="6313" y="1349"/>
                </a:lnTo>
                <a:lnTo>
                  <a:pt x="6355" y="1327"/>
                </a:lnTo>
                <a:lnTo>
                  <a:pt x="6355" y="1327"/>
                </a:lnTo>
                <a:lnTo>
                  <a:pt x="6377" y="1349"/>
                </a:lnTo>
                <a:lnTo>
                  <a:pt x="6398" y="1392"/>
                </a:lnTo>
                <a:lnTo>
                  <a:pt x="6377" y="1499"/>
                </a:lnTo>
                <a:lnTo>
                  <a:pt x="6355" y="1627"/>
                </a:lnTo>
                <a:lnTo>
                  <a:pt x="6355" y="1713"/>
                </a:lnTo>
                <a:lnTo>
                  <a:pt x="6355" y="1713"/>
                </a:lnTo>
                <a:lnTo>
                  <a:pt x="6398" y="1820"/>
                </a:lnTo>
                <a:lnTo>
                  <a:pt x="6484" y="1905"/>
                </a:lnTo>
                <a:lnTo>
                  <a:pt x="6591" y="1991"/>
                </a:lnTo>
                <a:lnTo>
                  <a:pt x="6698" y="2055"/>
                </a:lnTo>
                <a:lnTo>
                  <a:pt x="6698" y="2055"/>
                </a:lnTo>
                <a:lnTo>
                  <a:pt x="6954" y="2183"/>
                </a:lnTo>
                <a:lnTo>
                  <a:pt x="7233" y="2312"/>
                </a:lnTo>
                <a:lnTo>
                  <a:pt x="7233" y="2312"/>
                </a:lnTo>
                <a:lnTo>
                  <a:pt x="7468" y="2376"/>
                </a:lnTo>
                <a:lnTo>
                  <a:pt x="7596" y="2419"/>
                </a:lnTo>
                <a:lnTo>
                  <a:pt x="7682" y="2461"/>
                </a:lnTo>
                <a:lnTo>
                  <a:pt x="7682" y="2461"/>
                </a:lnTo>
                <a:lnTo>
                  <a:pt x="7725" y="2504"/>
                </a:lnTo>
                <a:lnTo>
                  <a:pt x="7746" y="2568"/>
                </a:lnTo>
                <a:lnTo>
                  <a:pt x="7768" y="2675"/>
                </a:lnTo>
                <a:lnTo>
                  <a:pt x="7768" y="2825"/>
                </a:lnTo>
                <a:lnTo>
                  <a:pt x="7746" y="2975"/>
                </a:lnTo>
                <a:lnTo>
                  <a:pt x="7661" y="3274"/>
                </a:lnTo>
                <a:lnTo>
                  <a:pt x="7596" y="3510"/>
                </a:lnTo>
                <a:lnTo>
                  <a:pt x="7596" y="3510"/>
                </a:lnTo>
                <a:lnTo>
                  <a:pt x="7468" y="4195"/>
                </a:lnTo>
                <a:lnTo>
                  <a:pt x="7340" y="4858"/>
                </a:lnTo>
                <a:lnTo>
                  <a:pt x="7340" y="4858"/>
                </a:lnTo>
                <a:lnTo>
                  <a:pt x="7211" y="5500"/>
                </a:lnTo>
                <a:lnTo>
                  <a:pt x="7083" y="6142"/>
                </a:lnTo>
                <a:lnTo>
                  <a:pt x="6954" y="6762"/>
                </a:lnTo>
                <a:lnTo>
                  <a:pt x="6783" y="7382"/>
                </a:lnTo>
                <a:lnTo>
                  <a:pt x="6783" y="7382"/>
                </a:lnTo>
                <a:lnTo>
                  <a:pt x="6655" y="7810"/>
                </a:lnTo>
                <a:lnTo>
                  <a:pt x="6591" y="8110"/>
                </a:lnTo>
                <a:lnTo>
                  <a:pt x="6548" y="8431"/>
                </a:lnTo>
                <a:lnTo>
                  <a:pt x="6527" y="8730"/>
                </a:lnTo>
                <a:lnTo>
                  <a:pt x="6548" y="8880"/>
                </a:lnTo>
                <a:lnTo>
                  <a:pt x="6569" y="8987"/>
                </a:lnTo>
                <a:lnTo>
                  <a:pt x="6612" y="9073"/>
                </a:lnTo>
                <a:lnTo>
                  <a:pt x="6698" y="9137"/>
                </a:lnTo>
                <a:lnTo>
                  <a:pt x="6783" y="9158"/>
                </a:lnTo>
                <a:lnTo>
                  <a:pt x="6912" y="9137"/>
                </a:lnTo>
                <a:lnTo>
                  <a:pt x="6912" y="9137"/>
                </a:lnTo>
                <a:lnTo>
                  <a:pt x="7019" y="9094"/>
                </a:lnTo>
                <a:lnTo>
                  <a:pt x="7083" y="9009"/>
                </a:lnTo>
                <a:lnTo>
                  <a:pt x="7147" y="8902"/>
                </a:lnTo>
                <a:lnTo>
                  <a:pt x="7168" y="8773"/>
                </a:lnTo>
                <a:lnTo>
                  <a:pt x="7211" y="8516"/>
                </a:lnTo>
                <a:lnTo>
                  <a:pt x="7233" y="8281"/>
                </a:lnTo>
                <a:lnTo>
                  <a:pt x="7233" y="8281"/>
                </a:lnTo>
                <a:lnTo>
                  <a:pt x="7447" y="7104"/>
                </a:lnTo>
                <a:lnTo>
                  <a:pt x="7447" y="7104"/>
                </a:lnTo>
                <a:lnTo>
                  <a:pt x="7511" y="6805"/>
                </a:lnTo>
                <a:lnTo>
                  <a:pt x="7575" y="6505"/>
                </a:lnTo>
                <a:lnTo>
                  <a:pt x="7725" y="5885"/>
                </a:lnTo>
                <a:lnTo>
                  <a:pt x="7725" y="5885"/>
                </a:lnTo>
                <a:lnTo>
                  <a:pt x="7832" y="5243"/>
                </a:lnTo>
                <a:lnTo>
                  <a:pt x="7874" y="4922"/>
                </a:lnTo>
                <a:lnTo>
                  <a:pt x="7939" y="4601"/>
                </a:lnTo>
                <a:lnTo>
                  <a:pt x="7939" y="4601"/>
                </a:lnTo>
                <a:lnTo>
                  <a:pt x="8067" y="4023"/>
                </a:lnTo>
                <a:lnTo>
                  <a:pt x="8131" y="3745"/>
                </a:lnTo>
                <a:lnTo>
                  <a:pt x="8217" y="3446"/>
                </a:lnTo>
                <a:lnTo>
                  <a:pt x="8217" y="3446"/>
                </a:lnTo>
                <a:lnTo>
                  <a:pt x="8260" y="3296"/>
                </a:lnTo>
                <a:lnTo>
                  <a:pt x="8324" y="3061"/>
                </a:lnTo>
                <a:lnTo>
                  <a:pt x="8431" y="2847"/>
                </a:lnTo>
                <a:lnTo>
                  <a:pt x="8495" y="2782"/>
                </a:lnTo>
                <a:lnTo>
                  <a:pt x="8538" y="2740"/>
                </a:lnTo>
                <a:lnTo>
                  <a:pt x="8538" y="2740"/>
                </a:lnTo>
                <a:lnTo>
                  <a:pt x="8581" y="2740"/>
                </a:lnTo>
                <a:lnTo>
                  <a:pt x="8645" y="2740"/>
                </a:lnTo>
                <a:lnTo>
                  <a:pt x="8773" y="2804"/>
                </a:lnTo>
                <a:lnTo>
                  <a:pt x="8923" y="2868"/>
                </a:lnTo>
                <a:lnTo>
                  <a:pt x="8987" y="2889"/>
                </a:lnTo>
                <a:lnTo>
                  <a:pt x="9051" y="2911"/>
                </a:lnTo>
                <a:lnTo>
                  <a:pt x="9051" y="2911"/>
                </a:lnTo>
                <a:lnTo>
                  <a:pt x="9158" y="2889"/>
                </a:lnTo>
                <a:lnTo>
                  <a:pt x="9265" y="2847"/>
                </a:lnTo>
                <a:lnTo>
                  <a:pt x="9351" y="2782"/>
                </a:lnTo>
                <a:lnTo>
                  <a:pt x="9458" y="2718"/>
                </a:lnTo>
                <a:lnTo>
                  <a:pt x="9458" y="2718"/>
                </a:lnTo>
                <a:lnTo>
                  <a:pt x="9543" y="2633"/>
                </a:lnTo>
                <a:lnTo>
                  <a:pt x="9608" y="2526"/>
                </a:lnTo>
                <a:lnTo>
                  <a:pt x="9715" y="2290"/>
                </a:lnTo>
                <a:lnTo>
                  <a:pt x="9800" y="2034"/>
                </a:lnTo>
                <a:lnTo>
                  <a:pt x="9886" y="1798"/>
                </a:lnTo>
                <a:lnTo>
                  <a:pt x="9886" y="1798"/>
                </a:lnTo>
                <a:lnTo>
                  <a:pt x="9993" y="1584"/>
                </a:lnTo>
                <a:lnTo>
                  <a:pt x="10014" y="1477"/>
                </a:lnTo>
                <a:lnTo>
                  <a:pt x="10035" y="1370"/>
                </a:lnTo>
                <a:lnTo>
                  <a:pt x="10014" y="1285"/>
                </a:lnTo>
                <a:lnTo>
                  <a:pt x="9971" y="1199"/>
                </a:lnTo>
                <a:lnTo>
                  <a:pt x="9907" y="1114"/>
                </a:lnTo>
                <a:lnTo>
                  <a:pt x="9779" y="1049"/>
                </a:lnTo>
                <a:lnTo>
                  <a:pt x="9779" y="1049"/>
                </a:lnTo>
                <a:close/>
                <a:moveTo>
                  <a:pt x="8452" y="429"/>
                </a:moveTo>
                <a:lnTo>
                  <a:pt x="8452" y="429"/>
                </a:lnTo>
                <a:lnTo>
                  <a:pt x="8452" y="493"/>
                </a:lnTo>
                <a:lnTo>
                  <a:pt x="8431" y="557"/>
                </a:lnTo>
                <a:lnTo>
                  <a:pt x="8409" y="600"/>
                </a:lnTo>
                <a:lnTo>
                  <a:pt x="8345" y="621"/>
                </a:lnTo>
                <a:lnTo>
                  <a:pt x="8281" y="621"/>
                </a:lnTo>
                <a:lnTo>
                  <a:pt x="8238" y="621"/>
                </a:lnTo>
                <a:lnTo>
                  <a:pt x="8174" y="600"/>
                </a:lnTo>
                <a:lnTo>
                  <a:pt x="8153" y="536"/>
                </a:lnTo>
                <a:lnTo>
                  <a:pt x="8153" y="536"/>
                </a:lnTo>
                <a:lnTo>
                  <a:pt x="8131" y="472"/>
                </a:lnTo>
                <a:lnTo>
                  <a:pt x="8153" y="429"/>
                </a:lnTo>
                <a:lnTo>
                  <a:pt x="8195" y="386"/>
                </a:lnTo>
                <a:lnTo>
                  <a:pt x="8238" y="343"/>
                </a:lnTo>
                <a:lnTo>
                  <a:pt x="8302" y="343"/>
                </a:lnTo>
                <a:lnTo>
                  <a:pt x="8367" y="343"/>
                </a:lnTo>
                <a:lnTo>
                  <a:pt x="8409" y="386"/>
                </a:lnTo>
                <a:lnTo>
                  <a:pt x="8452" y="429"/>
                </a:lnTo>
                <a:lnTo>
                  <a:pt x="8452" y="429"/>
                </a:lnTo>
                <a:close/>
                <a:moveTo>
                  <a:pt x="9458" y="1713"/>
                </a:moveTo>
                <a:lnTo>
                  <a:pt x="9458" y="1713"/>
                </a:lnTo>
                <a:lnTo>
                  <a:pt x="9308" y="2098"/>
                </a:lnTo>
                <a:lnTo>
                  <a:pt x="9244" y="2290"/>
                </a:lnTo>
                <a:lnTo>
                  <a:pt x="9180" y="2483"/>
                </a:lnTo>
                <a:lnTo>
                  <a:pt x="9180" y="2483"/>
                </a:lnTo>
                <a:lnTo>
                  <a:pt x="8837" y="2376"/>
                </a:lnTo>
                <a:lnTo>
                  <a:pt x="8666" y="2312"/>
                </a:lnTo>
                <a:lnTo>
                  <a:pt x="8495" y="2269"/>
                </a:lnTo>
                <a:lnTo>
                  <a:pt x="8495" y="2269"/>
                </a:lnTo>
                <a:lnTo>
                  <a:pt x="8516" y="2226"/>
                </a:lnTo>
                <a:lnTo>
                  <a:pt x="8581" y="2183"/>
                </a:lnTo>
                <a:lnTo>
                  <a:pt x="8688" y="2076"/>
                </a:lnTo>
                <a:lnTo>
                  <a:pt x="8730" y="2034"/>
                </a:lnTo>
                <a:lnTo>
                  <a:pt x="8730" y="1991"/>
                </a:lnTo>
                <a:lnTo>
                  <a:pt x="8688" y="1969"/>
                </a:lnTo>
                <a:lnTo>
                  <a:pt x="8581" y="1927"/>
                </a:lnTo>
                <a:lnTo>
                  <a:pt x="8581" y="1927"/>
                </a:lnTo>
                <a:lnTo>
                  <a:pt x="8538" y="1927"/>
                </a:lnTo>
                <a:lnTo>
                  <a:pt x="8474" y="1927"/>
                </a:lnTo>
                <a:lnTo>
                  <a:pt x="8367" y="1969"/>
                </a:lnTo>
                <a:lnTo>
                  <a:pt x="8153" y="2055"/>
                </a:lnTo>
                <a:lnTo>
                  <a:pt x="8153" y="2055"/>
                </a:lnTo>
                <a:lnTo>
                  <a:pt x="8046" y="2076"/>
                </a:lnTo>
                <a:lnTo>
                  <a:pt x="7981" y="2076"/>
                </a:lnTo>
                <a:lnTo>
                  <a:pt x="7789" y="2034"/>
                </a:lnTo>
                <a:lnTo>
                  <a:pt x="7789" y="2034"/>
                </a:lnTo>
                <a:lnTo>
                  <a:pt x="7853" y="1991"/>
                </a:lnTo>
                <a:lnTo>
                  <a:pt x="7981" y="1927"/>
                </a:lnTo>
                <a:lnTo>
                  <a:pt x="8281" y="1798"/>
                </a:lnTo>
                <a:lnTo>
                  <a:pt x="8431" y="1734"/>
                </a:lnTo>
                <a:lnTo>
                  <a:pt x="8516" y="1648"/>
                </a:lnTo>
                <a:lnTo>
                  <a:pt x="8538" y="1627"/>
                </a:lnTo>
                <a:lnTo>
                  <a:pt x="8538" y="1584"/>
                </a:lnTo>
                <a:lnTo>
                  <a:pt x="8516" y="1541"/>
                </a:lnTo>
                <a:lnTo>
                  <a:pt x="8452" y="1520"/>
                </a:lnTo>
                <a:lnTo>
                  <a:pt x="8452" y="1520"/>
                </a:lnTo>
                <a:lnTo>
                  <a:pt x="8367" y="1477"/>
                </a:lnTo>
                <a:lnTo>
                  <a:pt x="8260" y="1499"/>
                </a:lnTo>
                <a:lnTo>
                  <a:pt x="8153" y="1520"/>
                </a:lnTo>
                <a:lnTo>
                  <a:pt x="8046" y="1563"/>
                </a:lnTo>
                <a:lnTo>
                  <a:pt x="7832" y="1670"/>
                </a:lnTo>
                <a:lnTo>
                  <a:pt x="7661" y="1777"/>
                </a:lnTo>
                <a:lnTo>
                  <a:pt x="7661" y="1777"/>
                </a:lnTo>
                <a:lnTo>
                  <a:pt x="7554" y="1820"/>
                </a:lnTo>
                <a:lnTo>
                  <a:pt x="7425" y="1841"/>
                </a:lnTo>
                <a:lnTo>
                  <a:pt x="7297" y="1841"/>
                </a:lnTo>
                <a:lnTo>
                  <a:pt x="7147" y="1820"/>
                </a:lnTo>
                <a:lnTo>
                  <a:pt x="7019" y="1777"/>
                </a:lnTo>
                <a:lnTo>
                  <a:pt x="6890" y="1713"/>
                </a:lnTo>
                <a:lnTo>
                  <a:pt x="6805" y="1627"/>
                </a:lnTo>
                <a:lnTo>
                  <a:pt x="6762" y="1520"/>
                </a:lnTo>
                <a:lnTo>
                  <a:pt x="6762" y="1520"/>
                </a:lnTo>
                <a:lnTo>
                  <a:pt x="6741" y="1392"/>
                </a:lnTo>
                <a:lnTo>
                  <a:pt x="6741" y="1263"/>
                </a:lnTo>
                <a:lnTo>
                  <a:pt x="6741" y="1156"/>
                </a:lnTo>
                <a:lnTo>
                  <a:pt x="6719" y="1049"/>
                </a:lnTo>
                <a:lnTo>
                  <a:pt x="6698" y="964"/>
                </a:lnTo>
                <a:lnTo>
                  <a:pt x="6676" y="942"/>
                </a:lnTo>
                <a:lnTo>
                  <a:pt x="6634" y="921"/>
                </a:lnTo>
                <a:lnTo>
                  <a:pt x="6591" y="921"/>
                </a:lnTo>
                <a:lnTo>
                  <a:pt x="6527" y="942"/>
                </a:lnTo>
                <a:lnTo>
                  <a:pt x="6398" y="1007"/>
                </a:lnTo>
                <a:lnTo>
                  <a:pt x="6398" y="1007"/>
                </a:lnTo>
                <a:lnTo>
                  <a:pt x="6206" y="1114"/>
                </a:lnTo>
                <a:lnTo>
                  <a:pt x="6120" y="1156"/>
                </a:lnTo>
                <a:lnTo>
                  <a:pt x="6013" y="1178"/>
                </a:lnTo>
                <a:lnTo>
                  <a:pt x="6013" y="1178"/>
                </a:lnTo>
                <a:lnTo>
                  <a:pt x="5927" y="1178"/>
                </a:lnTo>
                <a:lnTo>
                  <a:pt x="5820" y="1156"/>
                </a:lnTo>
                <a:lnTo>
                  <a:pt x="5628" y="1114"/>
                </a:lnTo>
                <a:lnTo>
                  <a:pt x="5628" y="1114"/>
                </a:lnTo>
                <a:lnTo>
                  <a:pt x="5414" y="1114"/>
                </a:lnTo>
                <a:lnTo>
                  <a:pt x="5328" y="1092"/>
                </a:lnTo>
                <a:lnTo>
                  <a:pt x="5221" y="1071"/>
                </a:lnTo>
                <a:lnTo>
                  <a:pt x="5221" y="1071"/>
                </a:lnTo>
                <a:lnTo>
                  <a:pt x="5157" y="1049"/>
                </a:lnTo>
                <a:lnTo>
                  <a:pt x="5114" y="985"/>
                </a:lnTo>
                <a:lnTo>
                  <a:pt x="5072" y="921"/>
                </a:lnTo>
                <a:lnTo>
                  <a:pt x="5007" y="857"/>
                </a:lnTo>
                <a:lnTo>
                  <a:pt x="5007" y="857"/>
                </a:lnTo>
                <a:lnTo>
                  <a:pt x="4900" y="793"/>
                </a:lnTo>
                <a:lnTo>
                  <a:pt x="4794" y="793"/>
                </a:lnTo>
                <a:lnTo>
                  <a:pt x="4708" y="814"/>
                </a:lnTo>
                <a:lnTo>
                  <a:pt x="4580" y="857"/>
                </a:lnTo>
                <a:lnTo>
                  <a:pt x="4580" y="857"/>
                </a:lnTo>
                <a:lnTo>
                  <a:pt x="4280" y="1028"/>
                </a:lnTo>
                <a:lnTo>
                  <a:pt x="4130" y="1071"/>
                </a:lnTo>
                <a:lnTo>
                  <a:pt x="3959" y="1092"/>
                </a:lnTo>
                <a:lnTo>
                  <a:pt x="3959" y="1092"/>
                </a:lnTo>
                <a:lnTo>
                  <a:pt x="3531" y="1114"/>
                </a:lnTo>
                <a:lnTo>
                  <a:pt x="3103" y="1156"/>
                </a:lnTo>
                <a:lnTo>
                  <a:pt x="2697" y="1221"/>
                </a:lnTo>
                <a:lnTo>
                  <a:pt x="2290" y="1327"/>
                </a:lnTo>
                <a:lnTo>
                  <a:pt x="2290" y="1327"/>
                </a:lnTo>
                <a:lnTo>
                  <a:pt x="2312" y="1263"/>
                </a:lnTo>
                <a:lnTo>
                  <a:pt x="2376" y="1199"/>
                </a:lnTo>
                <a:lnTo>
                  <a:pt x="2504" y="1135"/>
                </a:lnTo>
                <a:lnTo>
                  <a:pt x="2804" y="1028"/>
                </a:lnTo>
                <a:lnTo>
                  <a:pt x="2804" y="1028"/>
                </a:lnTo>
                <a:lnTo>
                  <a:pt x="3210" y="857"/>
                </a:lnTo>
                <a:lnTo>
                  <a:pt x="3617" y="728"/>
                </a:lnTo>
                <a:lnTo>
                  <a:pt x="3617" y="728"/>
                </a:lnTo>
                <a:lnTo>
                  <a:pt x="4130" y="600"/>
                </a:lnTo>
                <a:lnTo>
                  <a:pt x="4665" y="493"/>
                </a:lnTo>
                <a:lnTo>
                  <a:pt x="5200" y="429"/>
                </a:lnTo>
                <a:lnTo>
                  <a:pt x="5735" y="386"/>
                </a:lnTo>
                <a:lnTo>
                  <a:pt x="5735" y="386"/>
                </a:lnTo>
                <a:lnTo>
                  <a:pt x="6184" y="365"/>
                </a:lnTo>
                <a:lnTo>
                  <a:pt x="6420" y="343"/>
                </a:lnTo>
                <a:lnTo>
                  <a:pt x="6634" y="365"/>
                </a:lnTo>
                <a:lnTo>
                  <a:pt x="6634" y="365"/>
                </a:lnTo>
                <a:lnTo>
                  <a:pt x="6847" y="407"/>
                </a:lnTo>
                <a:lnTo>
                  <a:pt x="7019" y="493"/>
                </a:lnTo>
                <a:lnTo>
                  <a:pt x="7361" y="686"/>
                </a:lnTo>
                <a:lnTo>
                  <a:pt x="7361" y="686"/>
                </a:lnTo>
                <a:lnTo>
                  <a:pt x="7768" y="878"/>
                </a:lnTo>
                <a:lnTo>
                  <a:pt x="8195" y="1071"/>
                </a:lnTo>
                <a:lnTo>
                  <a:pt x="8409" y="1156"/>
                </a:lnTo>
                <a:lnTo>
                  <a:pt x="8645" y="1221"/>
                </a:lnTo>
                <a:lnTo>
                  <a:pt x="8859" y="1263"/>
                </a:lnTo>
                <a:lnTo>
                  <a:pt x="9073" y="1306"/>
                </a:lnTo>
                <a:lnTo>
                  <a:pt x="9073" y="1306"/>
                </a:lnTo>
                <a:lnTo>
                  <a:pt x="9287" y="1306"/>
                </a:lnTo>
                <a:lnTo>
                  <a:pt x="9394" y="1327"/>
                </a:lnTo>
                <a:lnTo>
                  <a:pt x="9458" y="1370"/>
                </a:lnTo>
                <a:lnTo>
                  <a:pt x="9458" y="1370"/>
                </a:lnTo>
                <a:lnTo>
                  <a:pt x="9501" y="1392"/>
                </a:lnTo>
                <a:lnTo>
                  <a:pt x="9501" y="1434"/>
                </a:lnTo>
                <a:lnTo>
                  <a:pt x="9501" y="1520"/>
                </a:lnTo>
                <a:lnTo>
                  <a:pt x="9458" y="1713"/>
                </a:lnTo>
                <a:lnTo>
                  <a:pt x="9458" y="1713"/>
                </a:lnTo>
                <a:close/>
                <a:moveTo>
                  <a:pt x="6077" y="6313"/>
                </a:moveTo>
                <a:lnTo>
                  <a:pt x="6077" y="6313"/>
                </a:lnTo>
                <a:lnTo>
                  <a:pt x="6206" y="6120"/>
                </a:lnTo>
                <a:lnTo>
                  <a:pt x="6270" y="5928"/>
                </a:lnTo>
                <a:lnTo>
                  <a:pt x="6291" y="5735"/>
                </a:lnTo>
                <a:lnTo>
                  <a:pt x="6248" y="5521"/>
                </a:lnTo>
                <a:lnTo>
                  <a:pt x="6248" y="5521"/>
                </a:lnTo>
                <a:lnTo>
                  <a:pt x="6184" y="5264"/>
                </a:lnTo>
                <a:lnTo>
                  <a:pt x="6077" y="4986"/>
                </a:lnTo>
                <a:lnTo>
                  <a:pt x="5820" y="4473"/>
                </a:lnTo>
                <a:lnTo>
                  <a:pt x="5820" y="4473"/>
                </a:lnTo>
                <a:lnTo>
                  <a:pt x="5585" y="3981"/>
                </a:lnTo>
                <a:lnTo>
                  <a:pt x="5457" y="3745"/>
                </a:lnTo>
                <a:lnTo>
                  <a:pt x="5328" y="3510"/>
                </a:lnTo>
                <a:lnTo>
                  <a:pt x="5328" y="3510"/>
                </a:lnTo>
                <a:lnTo>
                  <a:pt x="5179" y="3317"/>
                </a:lnTo>
                <a:lnTo>
                  <a:pt x="5007" y="3146"/>
                </a:lnTo>
                <a:lnTo>
                  <a:pt x="4815" y="2975"/>
                </a:lnTo>
                <a:lnTo>
                  <a:pt x="4601" y="2825"/>
                </a:lnTo>
                <a:lnTo>
                  <a:pt x="4366" y="2675"/>
                </a:lnTo>
                <a:lnTo>
                  <a:pt x="4130" y="2568"/>
                </a:lnTo>
                <a:lnTo>
                  <a:pt x="3873" y="2504"/>
                </a:lnTo>
                <a:lnTo>
                  <a:pt x="3638" y="2461"/>
                </a:lnTo>
                <a:lnTo>
                  <a:pt x="3638" y="2461"/>
                </a:lnTo>
                <a:lnTo>
                  <a:pt x="3360" y="2440"/>
                </a:lnTo>
                <a:lnTo>
                  <a:pt x="3082" y="2461"/>
                </a:lnTo>
                <a:lnTo>
                  <a:pt x="2825" y="2504"/>
                </a:lnTo>
                <a:lnTo>
                  <a:pt x="2547" y="2568"/>
                </a:lnTo>
                <a:lnTo>
                  <a:pt x="2290" y="2675"/>
                </a:lnTo>
                <a:lnTo>
                  <a:pt x="2033" y="2782"/>
                </a:lnTo>
                <a:lnTo>
                  <a:pt x="1798" y="2932"/>
                </a:lnTo>
                <a:lnTo>
                  <a:pt x="1563" y="3082"/>
                </a:lnTo>
                <a:lnTo>
                  <a:pt x="1563" y="3082"/>
                </a:lnTo>
                <a:lnTo>
                  <a:pt x="1113" y="3424"/>
                </a:lnTo>
                <a:lnTo>
                  <a:pt x="921" y="3617"/>
                </a:lnTo>
                <a:lnTo>
                  <a:pt x="707" y="3809"/>
                </a:lnTo>
                <a:lnTo>
                  <a:pt x="514" y="4023"/>
                </a:lnTo>
                <a:lnTo>
                  <a:pt x="365" y="4259"/>
                </a:lnTo>
                <a:lnTo>
                  <a:pt x="215" y="4494"/>
                </a:lnTo>
                <a:lnTo>
                  <a:pt x="108" y="4751"/>
                </a:lnTo>
                <a:lnTo>
                  <a:pt x="108" y="4751"/>
                </a:lnTo>
                <a:lnTo>
                  <a:pt x="65" y="4901"/>
                </a:lnTo>
                <a:lnTo>
                  <a:pt x="44" y="5029"/>
                </a:lnTo>
                <a:lnTo>
                  <a:pt x="22" y="5157"/>
                </a:lnTo>
                <a:lnTo>
                  <a:pt x="22" y="5286"/>
                </a:lnTo>
                <a:lnTo>
                  <a:pt x="65" y="5542"/>
                </a:lnTo>
                <a:lnTo>
                  <a:pt x="129" y="5778"/>
                </a:lnTo>
                <a:lnTo>
                  <a:pt x="236" y="6013"/>
                </a:lnTo>
                <a:lnTo>
                  <a:pt x="365" y="6227"/>
                </a:lnTo>
                <a:lnTo>
                  <a:pt x="621" y="6676"/>
                </a:lnTo>
                <a:lnTo>
                  <a:pt x="621" y="6676"/>
                </a:lnTo>
                <a:lnTo>
                  <a:pt x="750" y="6869"/>
                </a:lnTo>
                <a:lnTo>
                  <a:pt x="878" y="7126"/>
                </a:lnTo>
                <a:lnTo>
                  <a:pt x="921" y="7233"/>
                </a:lnTo>
                <a:lnTo>
                  <a:pt x="964" y="7361"/>
                </a:lnTo>
                <a:lnTo>
                  <a:pt x="964" y="7489"/>
                </a:lnTo>
                <a:lnTo>
                  <a:pt x="921" y="7596"/>
                </a:lnTo>
                <a:lnTo>
                  <a:pt x="921" y="7596"/>
                </a:lnTo>
                <a:lnTo>
                  <a:pt x="878" y="7661"/>
                </a:lnTo>
                <a:lnTo>
                  <a:pt x="835" y="7725"/>
                </a:lnTo>
                <a:lnTo>
                  <a:pt x="686" y="7810"/>
                </a:lnTo>
                <a:lnTo>
                  <a:pt x="536" y="7896"/>
                </a:lnTo>
                <a:lnTo>
                  <a:pt x="407" y="8003"/>
                </a:lnTo>
                <a:lnTo>
                  <a:pt x="407" y="8003"/>
                </a:lnTo>
                <a:lnTo>
                  <a:pt x="279" y="8153"/>
                </a:lnTo>
                <a:lnTo>
                  <a:pt x="108" y="8388"/>
                </a:lnTo>
                <a:lnTo>
                  <a:pt x="44" y="8516"/>
                </a:lnTo>
                <a:lnTo>
                  <a:pt x="1" y="8623"/>
                </a:lnTo>
                <a:lnTo>
                  <a:pt x="1" y="8730"/>
                </a:lnTo>
                <a:lnTo>
                  <a:pt x="22" y="8773"/>
                </a:lnTo>
                <a:lnTo>
                  <a:pt x="44" y="8795"/>
                </a:lnTo>
                <a:lnTo>
                  <a:pt x="44" y="8795"/>
                </a:lnTo>
                <a:lnTo>
                  <a:pt x="86" y="8795"/>
                </a:lnTo>
                <a:lnTo>
                  <a:pt x="129" y="8795"/>
                </a:lnTo>
                <a:lnTo>
                  <a:pt x="193" y="8752"/>
                </a:lnTo>
                <a:lnTo>
                  <a:pt x="258" y="8709"/>
                </a:lnTo>
                <a:lnTo>
                  <a:pt x="279" y="8709"/>
                </a:lnTo>
                <a:lnTo>
                  <a:pt x="300" y="8752"/>
                </a:lnTo>
                <a:lnTo>
                  <a:pt x="300" y="8752"/>
                </a:lnTo>
                <a:lnTo>
                  <a:pt x="322" y="8795"/>
                </a:lnTo>
                <a:lnTo>
                  <a:pt x="322" y="8837"/>
                </a:lnTo>
                <a:lnTo>
                  <a:pt x="300" y="8944"/>
                </a:lnTo>
                <a:lnTo>
                  <a:pt x="300" y="8987"/>
                </a:lnTo>
                <a:lnTo>
                  <a:pt x="300" y="9009"/>
                </a:lnTo>
                <a:lnTo>
                  <a:pt x="343" y="9030"/>
                </a:lnTo>
                <a:lnTo>
                  <a:pt x="407" y="9051"/>
                </a:lnTo>
                <a:lnTo>
                  <a:pt x="407" y="9051"/>
                </a:lnTo>
                <a:lnTo>
                  <a:pt x="493" y="9030"/>
                </a:lnTo>
                <a:lnTo>
                  <a:pt x="579" y="8966"/>
                </a:lnTo>
                <a:lnTo>
                  <a:pt x="643" y="8902"/>
                </a:lnTo>
                <a:lnTo>
                  <a:pt x="707" y="8816"/>
                </a:lnTo>
                <a:lnTo>
                  <a:pt x="857" y="8645"/>
                </a:lnTo>
                <a:lnTo>
                  <a:pt x="921" y="8581"/>
                </a:lnTo>
                <a:lnTo>
                  <a:pt x="985" y="8559"/>
                </a:lnTo>
                <a:lnTo>
                  <a:pt x="985" y="8559"/>
                </a:lnTo>
                <a:lnTo>
                  <a:pt x="964" y="8623"/>
                </a:lnTo>
                <a:lnTo>
                  <a:pt x="921" y="8709"/>
                </a:lnTo>
                <a:lnTo>
                  <a:pt x="793" y="8923"/>
                </a:lnTo>
                <a:lnTo>
                  <a:pt x="750" y="9009"/>
                </a:lnTo>
                <a:lnTo>
                  <a:pt x="728" y="9094"/>
                </a:lnTo>
                <a:lnTo>
                  <a:pt x="750" y="9116"/>
                </a:lnTo>
                <a:lnTo>
                  <a:pt x="771" y="9158"/>
                </a:lnTo>
                <a:lnTo>
                  <a:pt x="793" y="9158"/>
                </a:lnTo>
                <a:lnTo>
                  <a:pt x="857" y="9180"/>
                </a:lnTo>
                <a:lnTo>
                  <a:pt x="857" y="9180"/>
                </a:lnTo>
                <a:lnTo>
                  <a:pt x="899" y="9158"/>
                </a:lnTo>
                <a:lnTo>
                  <a:pt x="942" y="9137"/>
                </a:lnTo>
                <a:lnTo>
                  <a:pt x="1006" y="9073"/>
                </a:lnTo>
                <a:lnTo>
                  <a:pt x="1071" y="8987"/>
                </a:lnTo>
                <a:lnTo>
                  <a:pt x="1135" y="8923"/>
                </a:lnTo>
                <a:lnTo>
                  <a:pt x="1135" y="8923"/>
                </a:lnTo>
                <a:lnTo>
                  <a:pt x="1242" y="8859"/>
                </a:lnTo>
                <a:lnTo>
                  <a:pt x="1327" y="8837"/>
                </a:lnTo>
                <a:lnTo>
                  <a:pt x="1434" y="8816"/>
                </a:lnTo>
                <a:lnTo>
                  <a:pt x="1541" y="8752"/>
                </a:lnTo>
                <a:lnTo>
                  <a:pt x="1541" y="8752"/>
                </a:lnTo>
                <a:lnTo>
                  <a:pt x="1734" y="8516"/>
                </a:lnTo>
                <a:lnTo>
                  <a:pt x="1841" y="8409"/>
                </a:lnTo>
                <a:lnTo>
                  <a:pt x="1905" y="8388"/>
                </a:lnTo>
                <a:lnTo>
                  <a:pt x="1948" y="8388"/>
                </a:lnTo>
                <a:lnTo>
                  <a:pt x="1948" y="8388"/>
                </a:lnTo>
                <a:lnTo>
                  <a:pt x="1862" y="8538"/>
                </a:lnTo>
                <a:lnTo>
                  <a:pt x="1798" y="8752"/>
                </a:lnTo>
                <a:lnTo>
                  <a:pt x="1755" y="8837"/>
                </a:lnTo>
                <a:lnTo>
                  <a:pt x="1777" y="8923"/>
                </a:lnTo>
                <a:lnTo>
                  <a:pt x="1777" y="8944"/>
                </a:lnTo>
                <a:lnTo>
                  <a:pt x="1798" y="8966"/>
                </a:lnTo>
                <a:lnTo>
                  <a:pt x="1841" y="8987"/>
                </a:lnTo>
                <a:lnTo>
                  <a:pt x="1905" y="8987"/>
                </a:lnTo>
                <a:lnTo>
                  <a:pt x="1905" y="8987"/>
                </a:lnTo>
                <a:lnTo>
                  <a:pt x="1948" y="8966"/>
                </a:lnTo>
                <a:lnTo>
                  <a:pt x="1991" y="8944"/>
                </a:lnTo>
                <a:lnTo>
                  <a:pt x="2055" y="8880"/>
                </a:lnTo>
                <a:lnTo>
                  <a:pt x="2076" y="8859"/>
                </a:lnTo>
                <a:lnTo>
                  <a:pt x="2098" y="8837"/>
                </a:lnTo>
                <a:lnTo>
                  <a:pt x="2119" y="8859"/>
                </a:lnTo>
                <a:lnTo>
                  <a:pt x="2183" y="8902"/>
                </a:lnTo>
                <a:lnTo>
                  <a:pt x="2183" y="8902"/>
                </a:lnTo>
                <a:lnTo>
                  <a:pt x="2247" y="8923"/>
                </a:lnTo>
                <a:lnTo>
                  <a:pt x="2290" y="8966"/>
                </a:lnTo>
                <a:lnTo>
                  <a:pt x="2290" y="8966"/>
                </a:lnTo>
                <a:lnTo>
                  <a:pt x="2247" y="9030"/>
                </a:lnTo>
                <a:lnTo>
                  <a:pt x="2269" y="9116"/>
                </a:lnTo>
                <a:lnTo>
                  <a:pt x="2269" y="9116"/>
                </a:lnTo>
                <a:lnTo>
                  <a:pt x="2312" y="9158"/>
                </a:lnTo>
                <a:lnTo>
                  <a:pt x="2333" y="9180"/>
                </a:lnTo>
                <a:lnTo>
                  <a:pt x="2376" y="9180"/>
                </a:lnTo>
                <a:lnTo>
                  <a:pt x="2440" y="9180"/>
                </a:lnTo>
                <a:lnTo>
                  <a:pt x="2440" y="9180"/>
                </a:lnTo>
                <a:lnTo>
                  <a:pt x="2504" y="9137"/>
                </a:lnTo>
                <a:lnTo>
                  <a:pt x="2568" y="9073"/>
                </a:lnTo>
                <a:lnTo>
                  <a:pt x="2633" y="9009"/>
                </a:lnTo>
                <a:lnTo>
                  <a:pt x="2675" y="8966"/>
                </a:lnTo>
                <a:lnTo>
                  <a:pt x="2675" y="8966"/>
                </a:lnTo>
                <a:lnTo>
                  <a:pt x="2868" y="8902"/>
                </a:lnTo>
                <a:lnTo>
                  <a:pt x="3060" y="8837"/>
                </a:lnTo>
                <a:lnTo>
                  <a:pt x="3060" y="8837"/>
                </a:lnTo>
                <a:lnTo>
                  <a:pt x="2996" y="8923"/>
                </a:lnTo>
                <a:lnTo>
                  <a:pt x="2975" y="8987"/>
                </a:lnTo>
                <a:lnTo>
                  <a:pt x="2996" y="9030"/>
                </a:lnTo>
                <a:lnTo>
                  <a:pt x="3018" y="9094"/>
                </a:lnTo>
                <a:lnTo>
                  <a:pt x="3060" y="9116"/>
                </a:lnTo>
                <a:lnTo>
                  <a:pt x="3125" y="9137"/>
                </a:lnTo>
                <a:lnTo>
                  <a:pt x="3189" y="9116"/>
                </a:lnTo>
                <a:lnTo>
                  <a:pt x="3253" y="9094"/>
                </a:lnTo>
                <a:lnTo>
                  <a:pt x="3253" y="9094"/>
                </a:lnTo>
                <a:lnTo>
                  <a:pt x="3360" y="8966"/>
                </a:lnTo>
                <a:lnTo>
                  <a:pt x="3510" y="8752"/>
                </a:lnTo>
                <a:lnTo>
                  <a:pt x="3660" y="8538"/>
                </a:lnTo>
                <a:lnTo>
                  <a:pt x="3724" y="8495"/>
                </a:lnTo>
                <a:lnTo>
                  <a:pt x="3767" y="8474"/>
                </a:lnTo>
                <a:lnTo>
                  <a:pt x="3767" y="8474"/>
                </a:lnTo>
                <a:lnTo>
                  <a:pt x="3788" y="8495"/>
                </a:lnTo>
                <a:lnTo>
                  <a:pt x="3767" y="8581"/>
                </a:lnTo>
                <a:lnTo>
                  <a:pt x="3767" y="8773"/>
                </a:lnTo>
                <a:lnTo>
                  <a:pt x="3767" y="8859"/>
                </a:lnTo>
                <a:lnTo>
                  <a:pt x="3788" y="8880"/>
                </a:lnTo>
                <a:lnTo>
                  <a:pt x="3809" y="8902"/>
                </a:lnTo>
                <a:lnTo>
                  <a:pt x="3831" y="8902"/>
                </a:lnTo>
                <a:lnTo>
                  <a:pt x="3873" y="8880"/>
                </a:lnTo>
                <a:lnTo>
                  <a:pt x="4002" y="8795"/>
                </a:lnTo>
                <a:lnTo>
                  <a:pt x="4002" y="8795"/>
                </a:lnTo>
                <a:lnTo>
                  <a:pt x="4087" y="8666"/>
                </a:lnTo>
                <a:lnTo>
                  <a:pt x="4194" y="8452"/>
                </a:lnTo>
                <a:lnTo>
                  <a:pt x="4301" y="8238"/>
                </a:lnTo>
                <a:lnTo>
                  <a:pt x="4323" y="8174"/>
                </a:lnTo>
                <a:lnTo>
                  <a:pt x="4366" y="8153"/>
                </a:lnTo>
                <a:lnTo>
                  <a:pt x="4366" y="8153"/>
                </a:lnTo>
                <a:lnTo>
                  <a:pt x="4366" y="8238"/>
                </a:lnTo>
                <a:lnTo>
                  <a:pt x="4344" y="8324"/>
                </a:lnTo>
                <a:lnTo>
                  <a:pt x="4344" y="8324"/>
                </a:lnTo>
                <a:lnTo>
                  <a:pt x="4280" y="8495"/>
                </a:lnTo>
                <a:lnTo>
                  <a:pt x="4237" y="8581"/>
                </a:lnTo>
                <a:lnTo>
                  <a:pt x="4216" y="8688"/>
                </a:lnTo>
                <a:lnTo>
                  <a:pt x="4216" y="8773"/>
                </a:lnTo>
                <a:lnTo>
                  <a:pt x="4237" y="8859"/>
                </a:lnTo>
                <a:lnTo>
                  <a:pt x="4301" y="8923"/>
                </a:lnTo>
                <a:lnTo>
                  <a:pt x="4408" y="8966"/>
                </a:lnTo>
                <a:lnTo>
                  <a:pt x="4408" y="8966"/>
                </a:lnTo>
                <a:lnTo>
                  <a:pt x="4473" y="8966"/>
                </a:lnTo>
                <a:lnTo>
                  <a:pt x="4537" y="8923"/>
                </a:lnTo>
                <a:lnTo>
                  <a:pt x="4601" y="8880"/>
                </a:lnTo>
                <a:lnTo>
                  <a:pt x="4644" y="8816"/>
                </a:lnTo>
                <a:lnTo>
                  <a:pt x="4751" y="8688"/>
                </a:lnTo>
                <a:lnTo>
                  <a:pt x="4772" y="8645"/>
                </a:lnTo>
                <a:lnTo>
                  <a:pt x="4794" y="8645"/>
                </a:lnTo>
                <a:lnTo>
                  <a:pt x="4794" y="8645"/>
                </a:lnTo>
                <a:lnTo>
                  <a:pt x="4836" y="8666"/>
                </a:lnTo>
                <a:lnTo>
                  <a:pt x="4836" y="8709"/>
                </a:lnTo>
                <a:lnTo>
                  <a:pt x="4815" y="8837"/>
                </a:lnTo>
                <a:lnTo>
                  <a:pt x="4794" y="8902"/>
                </a:lnTo>
                <a:lnTo>
                  <a:pt x="4815" y="8944"/>
                </a:lnTo>
                <a:lnTo>
                  <a:pt x="4836" y="8987"/>
                </a:lnTo>
                <a:lnTo>
                  <a:pt x="4900" y="9009"/>
                </a:lnTo>
                <a:lnTo>
                  <a:pt x="4900" y="9009"/>
                </a:lnTo>
                <a:lnTo>
                  <a:pt x="4965" y="9030"/>
                </a:lnTo>
                <a:lnTo>
                  <a:pt x="5029" y="9009"/>
                </a:lnTo>
                <a:lnTo>
                  <a:pt x="5093" y="8966"/>
                </a:lnTo>
                <a:lnTo>
                  <a:pt x="5136" y="8923"/>
                </a:lnTo>
                <a:lnTo>
                  <a:pt x="5221" y="8816"/>
                </a:lnTo>
                <a:lnTo>
                  <a:pt x="5307" y="8730"/>
                </a:lnTo>
                <a:lnTo>
                  <a:pt x="5307" y="8730"/>
                </a:lnTo>
                <a:lnTo>
                  <a:pt x="5350" y="8688"/>
                </a:lnTo>
                <a:lnTo>
                  <a:pt x="5393" y="8709"/>
                </a:lnTo>
                <a:lnTo>
                  <a:pt x="5393" y="8730"/>
                </a:lnTo>
                <a:lnTo>
                  <a:pt x="5393" y="8795"/>
                </a:lnTo>
                <a:lnTo>
                  <a:pt x="5393" y="8923"/>
                </a:lnTo>
                <a:lnTo>
                  <a:pt x="5393" y="8987"/>
                </a:lnTo>
                <a:lnTo>
                  <a:pt x="5414" y="9030"/>
                </a:lnTo>
                <a:lnTo>
                  <a:pt x="5414" y="9030"/>
                </a:lnTo>
                <a:lnTo>
                  <a:pt x="5478" y="9094"/>
                </a:lnTo>
                <a:lnTo>
                  <a:pt x="5542" y="9116"/>
                </a:lnTo>
                <a:lnTo>
                  <a:pt x="5585" y="9094"/>
                </a:lnTo>
                <a:lnTo>
                  <a:pt x="5628" y="9051"/>
                </a:lnTo>
                <a:lnTo>
                  <a:pt x="5692" y="8944"/>
                </a:lnTo>
                <a:lnTo>
                  <a:pt x="5756" y="8837"/>
                </a:lnTo>
                <a:lnTo>
                  <a:pt x="5756" y="8837"/>
                </a:lnTo>
                <a:lnTo>
                  <a:pt x="5820" y="8880"/>
                </a:lnTo>
                <a:lnTo>
                  <a:pt x="5885" y="8902"/>
                </a:lnTo>
                <a:lnTo>
                  <a:pt x="5949" y="8880"/>
                </a:lnTo>
                <a:lnTo>
                  <a:pt x="5992" y="8859"/>
                </a:lnTo>
                <a:lnTo>
                  <a:pt x="6034" y="8816"/>
                </a:lnTo>
                <a:lnTo>
                  <a:pt x="6077" y="8752"/>
                </a:lnTo>
                <a:lnTo>
                  <a:pt x="6099" y="8688"/>
                </a:lnTo>
                <a:lnTo>
                  <a:pt x="6099" y="8623"/>
                </a:lnTo>
                <a:lnTo>
                  <a:pt x="6099" y="8623"/>
                </a:lnTo>
                <a:lnTo>
                  <a:pt x="6077" y="8581"/>
                </a:lnTo>
                <a:lnTo>
                  <a:pt x="6056" y="8516"/>
                </a:lnTo>
                <a:lnTo>
                  <a:pt x="5992" y="8388"/>
                </a:lnTo>
                <a:lnTo>
                  <a:pt x="5799" y="8174"/>
                </a:lnTo>
                <a:lnTo>
                  <a:pt x="5799" y="8174"/>
                </a:lnTo>
                <a:lnTo>
                  <a:pt x="5628" y="7939"/>
                </a:lnTo>
                <a:lnTo>
                  <a:pt x="5435" y="7703"/>
                </a:lnTo>
                <a:lnTo>
                  <a:pt x="5371" y="7596"/>
                </a:lnTo>
                <a:lnTo>
                  <a:pt x="5328" y="7468"/>
                </a:lnTo>
                <a:lnTo>
                  <a:pt x="5307" y="7318"/>
                </a:lnTo>
                <a:lnTo>
                  <a:pt x="5328" y="7190"/>
                </a:lnTo>
                <a:lnTo>
                  <a:pt x="5328" y="7190"/>
                </a:lnTo>
                <a:lnTo>
                  <a:pt x="5371" y="7040"/>
                </a:lnTo>
                <a:lnTo>
                  <a:pt x="5457" y="6933"/>
                </a:lnTo>
                <a:lnTo>
                  <a:pt x="5564" y="6826"/>
                </a:lnTo>
                <a:lnTo>
                  <a:pt x="5671" y="6719"/>
                </a:lnTo>
                <a:lnTo>
                  <a:pt x="5885" y="6527"/>
                </a:lnTo>
                <a:lnTo>
                  <a:pt x="5992" y="6420"/>
                </a:lnTo>
                <a:lnTo>
                  <a:pt x="6077" y="6313"/>
                </a:lnTo>
                <a:lnTo>
                  <a:pt x="6077" y="6313"/>
                </a:lnTo>
                <a:close/>
                <a:moveTo>
                  <a:pt x="5671" y="5478"/>
                </a:moveTo>
                <a:lnTo>
                  <a:pt x="5671" y="5478"/>
                </a:lnTo>
                <a:lnTo>
                  <a:pt x="5628" y="5435"/>
                </a:lnTo>
                <a:lnTo>
                  <a:pt x="5542" y="5414"/>
                </a:lnTo>
                <a:lnTo>
                  <a:pt x="5521" y="5393"/>
                </a:lnTo>
                <a:lnTo>
                  <a:pt x="5500" y="5350"/>
                </a:lnTo>
                <a:lnTo>
                  <a:pt x="5500" y="5307"/>
                </a:lnTo>
                <a:lnTo>
                  <a:pt x="5521" y="5264"/>
                </a:lnTo>
                <a:lnTo>
                  <a:pt x="5521" y="5264"/>
                </a:lnTo>
                <a:lnTo>
                  <a:pt x="5564" y="5200"/>
                </a:lnTo>
                <a:lnTo>
                  <a:pt x="5607" y="5200"/>
                </a:lnTo>
                <a:lnTo>
                  <a:pt x="5628" y="5222"/>
                </a:lnTo>
                <a:lnTo>
                  <a:pt x="5649" y="5264"/>
                </a:lnTo>
                <a:lnTo>
                  <a:pt x="5671" y="5393"/>
                </a:lnTo>
                <a:lnTo>
                  <a:pt x="5671" y="5478"/>
                </a:lnTo>
                <a:lnTo>
                  <a:pt x="5671" y="5478"/>
                </a:lnTo>
                <a:close/>
                <a:moveTo>
                  <a:pt x="5500" y="4729"/>
                </a:moveTo>
                <a:lnTo>
                  <a:pt x="5500" y="4729"/>
                </a:lnTo>
                <a:lnTo>
                  <a:pt x="5542" y="4772"/>
                </a:lnTo>
                <a:lnTo>
                  <a:pt x="5542" y="4836"/>
                </a:lnTo>
                <a:lnTo>
                  <a:pt x="5542" y="4836"/>
                </a:lnTo>
                <a:lnTo>
                  <a:pt x="5521" y="4836"/>
                </a:lnTo>
                <a:lnTo>
                  <a:pt x="5500" y="4815"/>
                </a:lnTo>
                <a:lnTo>
                  <a:pt x="5500" y="4729"/>
                </a:lnTo>
                <a:lnTo>
                  <a:pt x="5500" y="4729"/>
                </a:lnTo>
                <a:close/>
                <a:moveTo>
                  <a:pt x="5500" y="4965"/>
                </a:moveTo>
                <a:lnTo>
                  <a:pt x="5500" y="4965"/>
                </a:lnTo>
                <a:lnTo>
                  <a:pt x="5478" y="4986"/>
                </a:lnTo>
                <a:lnTo>
                  <a:pt x="5457" y="5008"/>
                </a:lnTo>
                <a:lnTo>
                  <a:pt x="5414" y="5008"/>
                </a:lnTo>
                <a:lnTo>
                  <a:pt x="5414" y="5050"/>
                </a:lnTo>
                <a:lnTo>
                  <a:pt x="5414" y="5050"/>
                </a:lnTo>
                <a:lnTo>
                  <a:pt x="5393" y="5029"/>
                </a:lnTo>
                <a:lnTo>
                  <a:pt x="5393" y="5008"/>
                </a:lnTo>
                <a:lnTo>
                  <a:pt x="5414" y="4965"/>
                </a:lnTo>
                <a:lnTo>
                  <a:pt x="5457" y="4922"/>
                </a:lnTo>
                <a:lnTo>
                  <a:pt x="5478" y="4943"/>
                </a:lnTo>
                <a:lnTo>
                  <a:pt x="5500" y="4965"/>
                </a:lnTo>
                <a:lnTo>
                  <a:pt x="5500" y="4965"/>
                </a:lnTo>
                <a:close/>
                <a:moveTo>
                  <a:pt x="5435" y="6035"/>
                </a:moveTo>
                <a:lnTo>
                  <a:pt x="5435" y="6035"/>
                </a:lnTo>
                <a:lnTo>
                  <a:pt x="5393" y="5992"/>
                </a:lnTo>
                <a:lnTo>
                  <a:pt x="5371" y="5928"/>
                </a:lnTo>
                <a:lnTo>
                  <a:pt x="5371" y="5928"/>
                </a:lnTo>
                <a:lnTo>
                  <a:pt x="5414" y="5928"/>
                </a:lnTo>
                <a:lnTo>
                  <a:pt x="5435" y="5949"/>
                </a:lnTo>
                <a:lnTo>
                  <a:pt x="5435" y="6035"/>
                </a:lnTo>
                <a:lnTo>
                  <a:pt x="5435" y="6035"/>
                </a:lnTo>
                <a:close/>
                <a:moveTo>
                  <a:pt x="4259" y="3018"/>
                </a:moveTo>
                <a:lnTo>
                  <a:pt x="4259" y="3018"/>
                </a:lnTo>
                <a:lnTo>
                  <a:pt x="4280" y="3039"/>
                </a:lnTo>
                <a:lnTo>
                  <a:pt x="4280" y="3061"/>
                </a:lnTo>
                <a:lnTo>
                  <a:pt x="4280" y="3103"/>
                </a:lnTo>
                <a:lnTo>
                  <a:pt x="4259" y="3125"/>
                </a:lnTo>
                <a:lnTo>
                  <a:pt x="4216" y="3125"/>
                </a:lnTo>
                <a:lnTo>
                  <a:pt x="4194" y="3125"/>
                </a:lnTo>
                <a:lnTo>
                  <a:pt x="4152" y="3103"/>
                </a:lnTo>
                <a:lnTo>
                  <a:pt x="4109" y="3082"/>
                </a:lnTo>
                <a:lnTo>
                  <a:pt x="4109" y="3082"/>
                </a:lnTo>
                <a:lnTo>
                  <a:pt x="4109" y="3039"/>
                </a:lnTo>
                <a:lnTo>
                  <a:pt x="4109" y="3018"/>
                </a:lnTo>
                <a:lnTo>
                  <a:pt x="4152" y="2996"/>
                </a:lnTo>
                <a:lnTo>
                  <a:pt x="4194" y="2996"/>
                </a:lnTo>
                <a:lnTo>
                  <a:pt x="4259" y="3018"/>
                </a:lnTo>
                <a:lnTo>
                  <a:pt x="4259" y="3018"/>
                </a:lnTo>
                <a:close/>
                <a:moveTo>
                  <a:pt x="3788" y="3018"/>
                </a:moveTo>
                <a:lnTo>
                  <a:pt x="3788" y="3018"/>
                </a:lnTo>
                <a:lnTo>
                  <a:pt x="3831" y="3039"/>
                </a:lnTo>
                <a:lnTo>
                  <a:pt x="3831" y="3082"/>
                </a:lnTo>
                <a:lnTo>
                  <a:pt x="3831" y="3189"/>
                </a:lnTo>
                <a:lnTo>
                  <a:pt x="3788" y="3274"/>
                </a:lnTo>
                <a:lnTo>
                  <a:pt x="3767" y="3296"/>
                </a:lnTo>
                <a:lnTo>
                  <a:pt x="3745" y="3296"/>
                </a:lnTo>
                <a:lnTo>
                  <a:pt x="3745" y="3296"/>
                </a:lnTo>
                <a:lnTo>
                  <a:pt x="3724" y="3274"/>
                </a:lnTo>
                <a:lnTo>
                  <a:pt x="3724" y="3253"/>
                </a:lnTo>
                <a:lnTo>
                  <a:pt x="3745" y="3168"/>
                </a:lnTo>
                <a:lnTo>
                  <a:pt x="3767" y="3082"/>
                </a:lnTo>
                <a:lnTo>
                  <a:pt x="3788" y="3018"/>
                </a:lnTo>
                <a:lnTo>
                  <a:pt x="3788" y="3018"/>
                </a:lnTo>
                <a:close/>
                <a:moveTo>
                  <a:pt x="4473" y="5692"/>
                </a:moveTo>
                <a:lnTo>
                  <a:pt x="4473" y="5692"/>
                </a:lnTo>
                <a:lnTo>
                  <a:pt x="4430" y="5863"/>
                </a:lnTo>
                <a:lnTo>
                  <a:pt x="4366" y="6013"/>
                </a:lnTo>
                <a:lnTo>
                  <a:pt x="4280" y="6120"/>
                </a:lnTo>
                <a:lnTo>
                  <a:pt x="4152" y="6249"/>
                </a:lnTo>
                <a:lnTo>
                  <a:pt x="4152" y="6249"/>
                </a:lnTo>
                <a:lnTo>
                  <a:pt x="3938" y="6441"/>
                </a:lnTo>
                <a:lnTo>
                  <a:pt x="3831" y="6569"/>
                </a:lnTo>
                <a:lnTo>
                  <a:pt x="3809" y="6634"/>
                </a:lnTo>
                <a:lnTo>
                  <a:pt x="3788" y="6698"/>
                </a:lnTo>
                <a:lnTo>
                  <a:pt x="3788" y="6698"/>
                </a:lnTo>
                <a:lnTo>
                  <a:pt x="3788" y="6783"/>
                </a:lnTo>
                <a:lnTo>
                  <a:pt x="3788" y="6783"/>
                </a:lnTo>
                <a:lnTo>
                  <a:pt x="3788" y="6741"/>
                </a:lnTo>
                <a:lnTo>
                  <a:pt x="3788" y="6676"/>
                </a:lnTo>
                <a:lnTo>
                  <a:pt x="3788" y="6676"/>
                </a:lnTo>
                <a:lnTo>
                  <a:pt x="3788" y="6762"/>
                </a:lnTo>
                <a:lnTo>
                  <a:pt x="3788" y="6869"/>
                </a:lnTo>
                <a:lnTo>
                  <a:pt x="3831" y="7104"/>
                </a:lnTo>
                <a:lnTo>
                  <a:pt x="3852" y="7211"/>
                </a:lnTo>
                <a:lnTo>
                  <a:pt x="3873" y="7318"/>
                </a:lnTo>
                <a:lnTo>
                  <a:pt x="3852" y="7425"/>
                </a:lnTo>
                <a:lnTo>
                  <a:pt x="3809" y="7511"/>
                </a:lnTo>
                <a:lnTo>
                  <a:pt x="3809" y="7511"/>
                </a:lnTo>
                <a:lnTo>
                  <a:pt x="3788" y="7575"/>
                </a:lnTo>
                <a:lnTo>
                  <a:pt x="3724" y="7618"/>
                </a:lnTo>
                <a:lnTo>
                  <a:pt x="3595" y="7682"/>
                </a:lnTo>
                <a:lnTo>
                  <a:pt x="3403" y="7725"/>
                </a:lnTo>
                <a:lnTo>
                  <a:pt x="3210" y="7746"/>
                </a:lnTo>
                <a:lnTo>
                  <a:pt x="3018" y="7746"/>
                </a:lnTo>
                <a:lnTo>
                  <a:pt x="2825" y="7703"/>
                </a:lnTo>
                <a:lnTo>
                  <a:pt x="2675" y="7661"/>
                </a:lnTo>
                <a:lnTo>
                  <a:pt x="2568" y="7596"/>
                </a:lnTo>
                <a:lnTo>
                  <a:pt x="2568" y="7596"/>
                </a:lnTo>
                <a:lnTo>
                  <a:pt x="2526" y="7532"/>
                </a:lnTo>
                <a:lnTo>
                  <a:pt x="2504" y="7489"/>
                </a:lnTo>
                <a:lnTo>
                  <a:pt x="2461" y="7340"/>
                </a:lnTo>
                <a:lnTo>
                  <a:pt x="2461" y="7211"/>
                </a:lnTo>
                <a:lnTo>
                  <a:pt x="2440" y="7062"/>
                </a:lnTo>
                <a:lnTo>
                  <a:pt x="2440" y="7062"/>
                </a:lnTo>
                <a:lnTo>
                  <a:pt x="2376" y="6890"/>
                </a:lnTo>
                <a:lnTo>
                  <a:pt x="2312" y="6741"/>
                </a:lnTo>
                <a:lnTo>
                  <a:pt x="2119" y="6462"/>
                </a:lnTo>
                <a:lnTo>
                  <a:pt x="2119" y="6462"/>
                </a:lnTo>
                <a:lnTo>
                  <a:pt x="1905" y="6120"/>
                </a:lnTo>
                <a:lnTo>
                  <a:pt x="1841" y="5970"/>
                </a:lnTo>
                <a:lnTo>
                  <a:pt x="1777" y="5799"/>
                </a:lnTo>
                <a:lnTo>
                  <a:pt x="1734" y="5628"/>
                </a:lnTo>
                <a:lnTo>
                  <a:pt x="1734" y="5457"/>
                </a:lnTo>
                <a:lnTo>
                  <a:pt x="1755" y="5264"/>
                </a:lnTo>
                <a:lnTo>
                  <a:pt x="1819" y="5072"/>
                </a:lnTo>
                <a:lnTo>
                  <a:pt x="1819" y="5072"/>
                </a:lnTo>
                <a:lnTo>
                  <a:pt x="1884" y="4922"/>
                </a:lnTo>
                <a:lnTo>
                  <a:pt x="1969" y="4794"/>
                </a:lnTo>
                <a:lnTo>
                  <a:pt x="2076" y="4644"/>
                </a:lnTo>
                <a:lnTo>
                  <a:pt x="2205" y="4494"/>
                </a:lnTo>
                <a:lnTo>
                  <a:pt x="2333" y="4366"/>
                </a:lnTo>
                <a:lnTo>
                  <a:pt x="2483" y="4259"/>
                </a:lnTo>
                <a:lnTo>
                  <a:pt x="2633" y="4152"/>
                </a:lnTo>
                <a:lnTo>
                  <a:pt x="2782" y="4066"/>
                </a:lnTo>
                <a:lnTo>
                  <a:pt x="2953" y="4002"/>
                </a:lnTo>
                <a:lnTo>
                  <a:pt x="3103" y="3938"/>
                </a:lnTo>
                <a:lnTo>
                  <a:pt x="3274" y="3916"/>
                </a:lnTo>
                <a:lnTo>
                  <a:pt x="3446" y="3916"/>
                </a:lnTo>
                <a:lnTo>
                  <a:pt x="3595" y="3959"/>
                </a:lnTo>
                <a:lnTo>
                  <a:pt x="3745" y="4023"/>
                </a:lnTo>
                <a:lnTo>
                  <a:pt x="3895" y="4130"/>
                </a:lnTo>
                <a:lnTo>
                  <a:pt x="4045" y="4259"/>
                </a:lnTo>
                <a:lnTo>
                  <a:pt x="4045" y="4259"/>
                </a:lnTo>
                <a:lnTo>
                  <a:pt x="4152" y="4408"/>
                </a:lnTo>
                <a:lnTo>
                  <a:pt x="4259" y="4580"/>
                </a:lnTo>
                <a:lnTo>
                  <a:pt x="4323" y="4751"/>
                </a:lnTo>
                <a:lnTo>
                  <a:pt x="4387" y="4943"/>
                </a:lnTo>
                <a:lnTo>
                  <a:pt x="4430" y="5115"/>
                </a:lnTo>
                <a:lnTo>
                  <a:pt x="4473" y="5307"/>
                </a:lnTo>
                <a:lnTo>
                  <a:pt x="4473" y="5500"/>
                </a:lnTo>
                <a:lnTo>
                  <a:pt x="4473" y="5692"/>
                </a:lnTo>
                <a:lnTo>
                  <a:pt x="4473" y="5692"/>
                </a:lnTo>
                <a:close/>
                <a:moveTo>
                  <a:pt x="4836" y="4088"/>
                </a:moveTo>
                <a:lnTo>
                  <a:pt x="4836" y="4088"/>
                </a:lnTo>
                <a:lnTo>
                  <a:pt x="4900" y="4088"/>
                </a:lnTo>
                <a:lnTo>
                  <a:pt x="4922" y="4109"/>
                </a:lnTo>
                <a:lnTo>
                  <a:pt x="4943" y="4152"/>
                </a:lnTo>
                <a:lnTo>
                  <a:pt x="4965" y="4216"/>
                </a:lnTo>
                <a:lnTo>
                  <a:pt x="4965" y="4216"/>
                </a:lnTo>
                <a:lnTo>
                  <a:pt x="4900" y="4216"/>
                </a:lnTo>
                <a:lnTo>
                  <a:pt x="4858" y="4195"/>
                </a:lnTo>
                <a:lnTo>
                  <a:pt x="4836" y="4152"/>
                </a:lnTo>
                <a:lnTo>
                  <a:pt x="4836" y="4088"/>
                </a:lnTo>
                <a:lnTo>
                  <a:pt x="4836" y="4088"/>
                </a:lnTo>
                <a:close/>
                <a:moveTo>
                  <a:pt x="4965" y="5435"/>
                </a:moveTo>
                <a:lnTo>
                  <a:pt x="4965" y="5435"/>
                </a:lnTo>
                <a:lnTo>
                  <a:pt x="5007" y="5435"/>
                </a:lnTo>
                <a:lnTo>
                  <a:pt x="5029" y="5457"/>
                </a:lnTo>
                <a:lnTo>
                  <a:pt x="5093" y="5521"/>
                </a:lnTo>
                <a:lnTo>
                  <a:pt x="5093" y="5607"/>
                </a:lnTo>
                <a:lnTo>
                  <a:pt x="5093" y="5628"/>
                </a:lnTo>
                <a:lnTo>
                  <a:pt x="5072" y="5649"/>
                </a:lnTo>
                <a:lnTo>
                  <a:pt x="5072" y="5649"/>
                </a:lnTo>
                <a:lnTo>
                  <a:pt x="5029" y="5671"/>
                </a:lnTo>
                <a:lnTo>
                  <a:pt x="4986" y="5649"/>
                </a:lnTo>
                <a:lnTo>
                  <a:pt x="4922" y="5585"/>
                </a:lnTo>
                <a:lnTo>
                  <a:pt x="4922" y="5542"/>
                </a:lnTo>
                <a:lnTo>
                  <a:pt x="4900" y="5500"/>
                </a:lnTo>
                <a:lnTo>
                  <a:pt x="4922" y="5457"/>
                </a:lnTo>
                <a:lnTo>
                  <a:pt x="4965" y="5435"/>
                </a:lnTo>
                <a:lnTo>
                  <a:pt x="4965" y="5435"/>
                </a:lnTo>
                <a:close/>
                <a:moveTo>
                  <a:pt x="5114" y="6077"/>
                </a:moveTo>
                <a:lnTo>
                  <a:pt x="5114" y="6077"/>
                </a:lnTo>
                <a:lnTo>
                  <a:pt x="5093" y="6077"/>
                </a:lnTo>
                <a:lnTo>
                  <a:pt x="5072" y="6077"/>
                </a:lnTo>
                <a:lnTo>
                  <a:pt x="5007" y="6035"/>
                </a:lnTo>
                <a:lnTo>
                  <a:pt x="4986" y="5970"/>
                </a:lnTo>
                <a:lnTo>
                  <a:pt x="5007" y="5906"/>
                </a:lnTo>
                <a:lnTo>
                  <a:pt x="5007" y="5906"/>
                </a:lnTo>
                <a:lnTo>
                  <a:pt x="5029" y="5885"/>
                </a:lnTo>
                <a:lnTo>
                  <a:pt x="5072" y="5885"/>
                </a:lnTo>
                <a:lnTo>
                  <a:pt x="5114" y="5949"/>
                </a:lnTo>
                <a:lnTo>
                  <a:pt x="5157" y="6013"/>
                </a:lnTo>
                <a:lnTo>
                  <a:pt x="5136" y="6056"/>
                </a:lnTo>
                <a:lnTo>
                  <a:pt x="5114" y="6077"/>
                </a:lnTo>
                <a:lnTo>
                  <a:pt x="5114" y="6077"/>
                </a:lnTo>
                <a:close/>
                <a:moveTo>
                  <a:pt x="5007" y="4836"/>
                </a:moveTo>
                <a:lnTo>
                  <a:pt x="5007" y="4836"/>
                </a:lnTo>
                <a:lnTo>
                  <a:pt x="4986" y="4815"/>
                </a:lnTo>
                <a:lnTo>
                  <a:pt x="4965" y="4794"/>
                </a:lnTo>
                <a:lnTo>
                  <a:pt x="5007" y="4729"/>
                </a:lnTo>
                <a:lnTo>
                  <a:pt x="5050" y="4687"/>
                </a:lnTo>
                <a:lnTo>
                  <a:pt x="5093" y="4665"/>
                </a:lnTo>
                <a:lnTo>
                  <a:pt x="5136" y="4687"/>
                </a:lnTo>
                <a:lnTo>
                  <a:pt x="5136" y="4687"/>
                </a:lnTo>
                <a:lnTo>
                  <a:pt x="5157" y="4708"/>
                </a:lnTo>
                <a:lnTo>
                  <a:pt x="5157" y="4729"/>
                </a:lnTo>
                <a:lnTo>
                  <a:pt x="5136" y="4794"/>
                </a:lnTo>
                <a:lnTo>
                  <a:pt x="5072" y="4858"/>
                </a:lnTo>
                <a:lnTo>
                  <a:pt x="5050" y="4858"/>
                </a:lnTo>
                <a:lnTo>
                  <a:pt x="5007" y="4836"/>
                </a:lnTo>
                <a:lnTo>
                  <a:pt x="5007" y="4836"/>
                </a:lnTo>
                <a:close/>
                <a:moveTo>
                  <a:pt x="5307" y="6527"/>
                </a:moveTo>
                <a:lnTo>
                  <a:pt x="5307" y="6527"/>
                </a:lnTo>
                <a:lnTo>
                  <a:pt x="5286" y="6569"/>
                </a:lnTo>
                <a:lnTo>
                  <a:pt x="5264" y="6591"/>
                </a:lnTo>
                <a:lnTo>
                  <a:pt x="5243" y="6612"/>
                </a:lnTo>
                <a:lnTo>
                  <a:pt x="5221" y="6591"/>
                </a:lnTo>
                <a:lnTo>
                  <a:pt x="5179" y="6548"/>
                </a:lnTo>
                <a:lnTo>
                  <a:pt x="5200" y="6505"/>
                </a:lnTo>
                <a:lnTo>
                  <a:pt x="5200" y="6462"/>
                </a:lnTo>
                <a:lnTo>
                  <a:pt x="5200" y="6462"/>
                </a:lnTo>
                <a:lnTo>
                  <a:pt x="5243" y="6420"/>
                </a:lnTo>
                <a:lnTo>
                  <a:pt x="5286" y="6420"/>
                </a:lnTo>
                <a:lnTo>
                  <a:pt x="5307" y="6462"/>
                </a:lnTo>
                <a:lnTo>
                  <a:pt x="5307" y="6527"/>
                </a:lnTo>
                <a:lnTo>
                  <a:pt x="5307" y="6527"/>
                </a:lnTo>
                <a:close/>
                <a:moveTo>
                  <a:pt x="3403" y="5842"/>
                </a:moveTo>
                <a:lnTo>
                  <a:pt x="3403" y="5842"/>
                </a:lnTo>
                <a:lnTo>
                  <a:pt x="3446" y="5906"/>
                </a:lnTo>
                <a:lnTo>
                  <a:pt x="3488" y="5949"/>
                </a:lnTo>
                <a:lnTo>
                  <a:pt x="3553" y="5970"/>
                </a:lnTo>
                <a:lnTo>
                  <a:pt x="3617" y="5992"/>
                </a:lnTo>
                <a:lnTo>
                  <a:pt x="3681" y="5970"/>
                </a:lnTo>
                <a:lnTo>
                  <a:pt x="3745" y="5949"/>
                </a:lnTo>
                <a:lnTo>
                  <a:pt x="3895" y="5885"/>
                </a:lnTo>
                <a:lnTo>
                  <a:pt x="4002" y="5756"/>
                </a:lnTo>
                <a:lnTo>
                  <a:pt x="4087" y="5628"/>
                </a:lnTo>
                <a:lnTo>
                  <a:pt x="4109" y="5542"/>
                </a:lnTo>
                <a:lnTo>
                  <a:pt x="4130" y="5478"/>
                </a:lnTo>
                <a:lnTo>
                  <a:pt x="4109" y="5393"/>
                </a:lnTo>
                <a:lnTo>
                  <a:pt x="4087" y="5328"/>
                </a:lnTo>
                <a:lnTo>
                  <a:pt x="4087" y="5328"/>
                </a:lnTo>
                <a:lnTo>
                  <a:pt x="4045" y="5264"/>
                </a:lnTo>
                <a:lnTo>
                  <a:pt x="4002" y="5243"/>
                </a:lnTo>
                <a:lnTo>
                  <a:pt x="3938" y="5222"/>
                </a:lnTo>
                <a:lnTo>
                  <a:pt x="3873" y="5222"/>
                </a:lnTo>
                <a:lnTo>
                  <a:pt x="3745" y="5243"/>
                </a:lnTo>
                <a:lnTo>
                  <a:pt x="3617" y="5328"/>
                </a:lnTo>
                <a:lnTo>
                  <a:pt x="3510" y="5435"/>
                </a:lnTo>
                <a:lnTo>
                  <a:pt x="3424" y="5564"/>
                </a:lnTo>
                <a:lnTo>
                  <a:pt x="3381" y="5714"/>
                </a:lnTo>
                <a:lnTo>
                  <a:pt x="3381" y="5778"/>
                </a:lnTo>
                <a:lnTo>
                  <a:pt x="3403" y="5842"/>
                </a:lnTo>
                <a:lnTo>
                  <a:pt x="3403" y="5842"/>
                </a:lnTo>
                <a:close/>
                <a:moveTo>
                  <a:pt x="2889" y="5949"/>
                </a:moveTo>
                <a:lnTo>
                  <a:pt x="2889" y="5949"/>
                </a:lnTo>
                <a:lnTo>
                  <a:pt x="2932" y="5885"/>
                </a:lnTo>
                <a:lnTo>
                  <a:pt x="2953" y="5799"/>
                </a:lnTo>
                <a:lnTo>
                  <a:pt x="2953" y="5735"/>
                </a:lnTo>
                <a:lnTo>
                  <a:pt x="2932" y="5649"/>
                </a:lnTo>
                <a:lnTo>
                  <a:pt x="2889" y="5585"/>
                </a:lnTo>
                <a:lnTo>
                  <a:pt x="2846" y="5500"/>
                </a:lnTo>
                <a:lnTo>
                  <a:pt x="2718" y="5371"/>
                </a:lnTo>
                <a:lnTo>
                  <a:pt x="2568" y="5286"/>
                </a:lnTo>
                <a:lnTo>
                  <a:pt x="2504" y="5243"/>
                </a:lnTo>
                <a:lnTo>
                  <a:pt x="2419" y="5243"/>
                </a:lnTo>
                <a:lnTo>
                  <a:pt x="2354" y="5243"/>
                </a:lnTo>
                <a:lnTo>
                  <a:pt x="2269" y="5264"/>
                </a:lnTo>
                <a:lnTo>
                  <a:pt x="2226" y="5307"/>
                </a:lnTo>
                <a:lnTo>
                  <a:pt x="2162" y="5371"/>
                </a:lnTo>
                <a:lnTo>
                  <a:pt x="2162" y="5371"/>
                </a:lnTo>
                <a:lnTo>
                  <a:pt x="2140" y="5435"/>
                </a:lnTo>
                <a:lnTo>
                  <a:pt x="2140" y="5500"/>
                </a:lnTo>
                <a:lnTo>
                  <a:pt x="2140" y="5564"/>
                </a:lnTo>
                <a:lnTo>
                  <a:pt x="2162" y="5649"/>
                </a:lnTo>
                <a:lnTo>
                  <a:pt x="2247" y="5778"/>
                </a:lnTo>
                <a:lnTo>
                  <a:pt x="2376" y="5906"/>
                </a:lnTo>
                <a:lnTo>
                  <a:pt x="2504" y="5992"/>
                </a:lnTo>
                <a:lnTo>
                  <a:pt x="2654" y="6056"/>
                </a:lnTo>
                <a:lnTo>
                  <a:pt x="2718" y="6056"/>
                </a:lnTo>
                <a:lnTo>
                  <a:pt x="2782" y="6035"/>
                </a:lnTo>
                <a:lnTo>
                  <a:pt x="2846" y="6013"/>
                </a:lnTo>
                <a:lnTo>
                  <a:pt x="2889" y="5949"/>
                </a:lnTo>
                <a:lnTo>
                  <a:pt x="2889" y="5949"/>
                </a:lnTo>
                <a:close/>
                <a:moveTo>
                  <a:pt x="3189" y="6291"/>
                </a:moveTo>
                <a:lnTo>
                  <a:pt x="3189" y="6291"/>
                </a:lnTo>
                <a:lnTo>
                  <a:pt x="3125" y="6291"/>
                </a:lnTo>
                <a:lnTo>
                  <a:pt x="3082" y="6313"/>
                </a:lnTo>
                <a:lnTo>
                  <a:pt x="2996" y="6398"/>
                </a:lnTo>
                <a:lnTo>
                  <a:pt x="2932" y="6527"/>
                </a:lnTo>
                <a:lnTo>
                  <a:pt x="2911" y="6634"/>
                </a:lnTo>
                <a:lnTo>
                  <a:pt x="2911" y="6634"/>
                </a:lnTo>
                <a:lnTo>
                  <a:pt x="2932" y="6719"/>
                </a:lnTo>
                <a:lnTo>
                  <a:pt x="2996" y="6783"/>
                </a:lnTo>
                <a:lnTo>
                  <a:pt x="3082" y="6805"/>
                </a:lnTo>
                <a:lnTo>
                  <a:pt x="3167" y="6826"/>
                </a:lnTo>
                <a:lnTo>
                  <a:pt x="3253" y="6826"/>
                </a:lnTo>
                <a:lnTo>
                  <a:pt x="3317" y="6783"/>
                </a:lnTo>
                <a:lnTo>
                  <a:pt x="3360" y="6719"/>
                </a:lnTo>
                <a:lnTo>
                  <a:pt x="3339" y="6655"/>
                </a:lnTo>
                <a:lnTo>
                  <a:pt x="3339" y="6655"/>
                </a:lnTo>
                <a:lnTo>
                  <a:pt x="3274" y="6441"/>
                </a:lnTo>
                <a:lnTo>
                  <a:pt x="3232" y="6334"/>
                </a:lnTo>
                <a:lnTo>
                  <a:pt x="3210" y="6313"/>
                </a:lnTo>
                <a:lnTo>
                  <a:pt x="3189" y="6291"/>
                </a:lnTo>
                <a:lnTo>
                  <a:pt x="3189" y="6291"/>
                </a:lnTo>
                <a:close/>
                <a:moveTo>
                  <a:pt x="3424" y="7104"/>
                </a:moveTo>
                <a:lnTo>
                  <a:pt x="3424" y="7104"/>
                </a:lnTo>
                <a:lnTo>
                  <a:pt x="3381" y="7126"/>
                </a:lnTo>
                <a:lnTo>
                  <a:pt x="3360" y="7169"/>
                </a:lnTo>
                <a:lnTo>
                  <a:pt x="3360" y="7233"/>
                </a:lnTo>
                <a:lnTo>
                  <a:pt x="3360" y="7297"/>
                </a:lnTo>
                <a:lnTo>
                  <a:pt x="3381" y="7340"/>
                </a:lnTo>
                <a:lnTo>
                  <a:pt x="3403" y="7382"/>
                </a:lnTo>
                <a:lnTo>
                  <a:pt x="3446" y="7404"/>
                </a:lnTo>
                <a:lnTo>
                  <a:pt x="3510" y="7382"/>
                </a:lnTo>
                <a:lnTo>
                  <a:pt x="3510" y="7382"/>
                </a:lnTo>
                <a:lnTo>
                  <a:pt x="3531" y="7361"/>
                </a:lnTo>
                <a:lnTo>
                  <a:pt x="3553" y="7318"/>
                </a:lnTo>
                <a:lnTo>
                  <a:pt x="3553" y="7211"/>
                </a:lnTo>
                <a:lnTo>
                  <a:pt x="3531" y="7147"/>
                </a:lnTo>
                <a:lnTo>
                  <a:pt x="3510" y="7126"/>
                </a:lnTo>
                <a:lnTo>
                  <a:pt x="3467" y="7104"/>
                </a:lnTo>
                <a:lnTo>
                  <a:pt x="3424" y="7104"/>
                </a:lnTo>
                <a:lnTo>
                  <a:pt x="3424" y="7104"/>
                </a:lnTo>
                <a:close/>
                <a:moveTo>
                  <a:pt x="2911" y="7404"/>
                </a:moveTo>
                <a:lnTo>
                  <a:pt x="2911" y="7404"/>
                </a:lnTo>
                <a:lnTo>
                  <a:pt x="2932" y="7340"/>
                </a:lnTo>
                <a:lnTo>
                  <a:pt x="2932" y="7254"/>
                </a:lnTo>
                <a:lnTo>
                  <a:pt x="2911" y="7104"/>
                </a:lnTo>
                <a:lnTo>
                  <a:pt x="2911" y="7104"/>
                </a:lnTo>
                <a:lnTo>
                  <a:pt x="2825" y="7104"/>
                </a:lnTo>
                <a:lnTo>
                  <a:pt x="2782" y="7126"/>
                </a:lnTo>
                <a:lnTo>
                  <a:pt x="2740" y="7190"/>
                </a:lnTo>
                <a:lnTo>
                  <a:pt x="2740" y="7254"/>
                </a:lnTo>
                <a:lnTo>
                  <a:pt x="2740" y="7318"/>
                </a:lnTo>
                <a:lnTo>
                  <a:pt x="2782" y="7382"/>
                </a:lnTo>
                <a:lnTo>
                  <a:pt x="2846" y="7404"/>
                </a:lnTo>
                <a:lnTo>
                  <a:pt x="2911" y="7404"/>
                </a:lnTo>
                <a:lnTo>
                  <a:pt x="2911" y="7404"/>
                </a:lnTo>
                <a:close/>
                <a:moveTo>
                  <a:pt x="3103" y="7126"/>
                </a:moveTo>
                <a:lnTo>
                  <a:pt x="3103" y="7126"/>
                </a:lnTo>
                <a:lnTo>
                  <a:pt x="3082" y="7169"/>
                </a:lnTo>
                <a:lnTo>
                  <a:pt x="3060" y="7211"/>
                </a:lnTo>
                <a:lnTo>
                  <a:pt x="3060" y="7318"/>
                </a:lnTo>
                <a:lnTo>
                  <a:pt x="3082" y="7361"/>
                </a:lnTo>
                <a:lnTo>
                  <a:pt x="3125" y="7382"/>
                </a:lnTo>
                <a:lnTo>
                  <a:pt x="3167" y="7382"/>
                </a:lnTo>
                <a:lnTo>
                  <a:pt x="3210" y="7361"/>
                </a:lnTo>
                <a:lnTo>
                  <a:pt x="3210" y="7361"/>
                </a:lnTo>
                <a:lnTo>
                  <a:pt x="3232" y="7318"/>
                </a:lnTo>
                <a:lnTo>
                  <a:pt x="3232" y="7275"/>
                </a:lnTo>
                <a:lnTo>
                  <a:pt x="3232" y="7169"/>
                </a:lnTo>
                <a:lnTo>
                  <a:pt x="3210" y="7126"/>
                </a:lnTo>
                <a:lnTo>
                  <a:pt x="3189" y="7104"/>
                </a:lnTo>
                <a:lnTo>
                  <a:pt x="3146" y="7104"/>
                </a:lnTo>
                <a:lnTo>
                  <a:pt x="3103" y="7126"/>
                </a:lnTo>
                <a:lnTo>
                  <a:pt x="3103" y="7126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8"/>
          <p:cNvSpPr/>
          <p:nvPr/>
        </p:nvSpPr>
        <p:spPr>
          <a:xfrm>
            <a:off x="5911271" y="1028346"/>
            <a:ext cx="430211" cy="325906"/>
          </a:xfrm>
          <a:custGeom>
            <a:rect b="b" l="l" r="r" t="t"/>
            <a:pathLst>
              <a:path extrusionOk="0" h="8731" w="9907">
                <a:moveTo>
                  <a:pt x="9843" y="7960"/>
                </a:moveTo>
                <a:lnTo>
                  <a:pt x="9843" y="7960"/>
                </a:lnTo>
                <a:lnTo>
                  <a:pt x="9757" y="7939"/>
                </a:lnTo>
                <a:lnTo>
                  <a:pt x="9672" y="7939"/>
                </a:lnTo>
                <a:lnTo>
                  <a:pt x="9543" y="7982"/>
                </a:lnTo>
                <a:lnTo>
                  <a:pt x="9436" y="8024"/>
                </a:lnTo>
                <a:lnTo>
                  <a:pt x="9201" y="8153"/>
                </a:lnTo>
                <a:lnTo>
                  <a:pt x="9030" y="8238"/>
                </a:lnTo>
                <a:lnTo>
                  <a:pt x="9030" y="8238"/>
                </a:lnTo>
                <a:lnTo>
                  <a:pt x="9094" y="8046"/>
                </a:lnTo>
                <a:lnTo>
                  <a:pt x="9201" y="7810"/>
                </a:lnTo>
                <a:lnTo>
                  <a:pt x="9222" y="7703"/>
                </a:lnTo>
                <a:lnTo>
                  <a:pt x="9244" y="7596"/>
                </a:lnTo>
                <a:lnTo>
                  <a:pt x="9222" y="7511"/>
                </a:lnTo>
                <a:lnTo>
                  <a:pt x="9201" y="7468"/>
                </a:lnTo>
                <a:lnTo>
                  <a:pt x="9158" y="7447"/>
                </a:lnTo>
                <a:lnTo>
                  <a:pt x="9158" y="7447"/>
                </a:lnTo>
                <a:lnTo>
                  <a:pt x="9051" y="7425"/>
                </a:lnTo>
                <a:lnTo>
                  <a:pt x="8966" y="7447"/>
                </a:lnTo>
                <a:lnTo>
                  <a:pt x="8859" y="7511"/>
                </a:lnTo>
                <a:lnTo>
                  <a:pt x="8730" y="7596"/>
                </a:lnTo>
                <a:lnTo>
                  <a:pt x="8538" y="7746"/>
                </a:lnTo>
                <a:lnTo>
                  <a:pt x="8431" y="7810"/>
                </a:lnTo>
                <a:lnTo>
                  <a:pt x="8345" y="7853"/>
                </a:lnTo>
                <a:lnTo>
                  <a:pt x="8345" y="7853"/>
                </a:lnTo>
                <a:lnTo>
                  <a:pt x="8302" y="7853"/>
                </a:lnTo>
                <a:lnTo>
                  <a:pt x="8302" y="7853"/>
                </a:lnTo>
                <a:lnTo>
                  <a:pt x="8302" y="7768"/>
                </a:lnTo>
                <a:lnTo>
                  <a:pt x="8345" y="7661"/>
                </a:lnTo>
                <a:lnTo>
                  <a:pt x="8431" y="7468"/>
                </a:lnTo>
                <a:lnTo>
                  <a:pt x="8431" y="7468"/>
                </a:lnTo>
                <a:lnTo>
                  <a:pt x="8538" y="7190"/>
                </a:lnTo>
                <a:lnTo>
                  <a:pt x="8623" y="6890"/>
                </a:lnTo>
                <a:lnTo>
                  <a:pt x="8623" y="6890"/>
                </a:lnTo>
                <a:lnTo>
                  <a:pt x="8730" y="6291"/>
                </a:lnTo>
                <a:lnTo>
                  <a:pt x="8859" y="5692"/>
                </a:lnTo>
                <a:lnTo>
                  <a:pt x="8859" y="5692"/>
                </a:lnTo>
                <a:lnTo>
                  <a:pt x="8987" y="5072"/>
                </a:lnTo>
                <a:lnTo>
                  <a:pt x="9137" y="4473"/>
                </a:lnTo>
                <a:lnTo>
                  <a:pt x="9179" y="4152"/>
                </a:lnTo>
                <a:lnTo>
                  <a:pt x="9244" y="3852"/>
                </a:lnTo>
                <a:lnTo>
                  <a:pt x="9265" y="3531"/>
                </a:lnTo>
                <a:lnTo>
                  <a:pt x="9286" y="3210"/>
                </a:lnTo>
                <a:lnTo>
                  <a:pt x="9286" y="3210"/>
                </a:lnTo>
                <a:lnTo>
                  <a:pt x="9265" y="2932"/>
                </a:lnTo>
                <a:lnTo>
                  <a:pt x="9222" y="2654"/>
                </a:lnTo>
                <a:lnTo>
                  <a:pt x="9179" y="2376"/>
                </a:lnTo>
                <a:lnTo>
                  <a:pt x="9158" y="2098"/>
                </a:lnTo>
                <a:lnTo>
                  <a:pt x="9158" y="2098"/>
                </a:lnTo>
                <a:lnTo>
                  <a:pt x="9158" y="1884"/>
                </a:lnTo>
                <a:lnTo>
                  <a:pt x="9158" y="1648"/>
                </a:lnTo>
                <a:lnTo>
                  <a:pt x="9137" y="1541"/>
                </a:lnTo>
                <a:lnTo>
                  <a:pt x="9115" y="1434"/>
                </a:lnTo>
                <a:lnTo>
                  <a:pt x="9072" y="1327"/>
                </a:lnTo>
                <a:lnTo>
                  <a:pt x="9008" y="1220"/>
                </a:lnTo>
                <a:lnTo>
                  <a:pt x="9008" y="1220"/>
                </a:lnTo>
                <a:lnTo>
                  <a:pt x="8859" y="1028"/>
                </a:lnTo>
                <a:lnTo>
                  <a:pt x="8709" y="835"/>
                </a:lnTo>
                <a:lnTo>
                  <a:pt x="8538" y="664"/>
                </a:lnTo>
                <a:lnTo>
                  <a:pt x="8366" y="493"/>
                </a:lnTo>
                <a:lnTo>
                  <a:pt x="8174" y="365"/>
                </a:lnTo>
                <a:lnTo>
                  <a:pt x="7981" y="236"/>
                </a:lnTo>
                <a:lnTo>
                  <a:pt x="7746" y="151"/>
                </a:lnTo>
                <a:lnTo>
                  <a:pt x="7511" y="86"/>
                </a:lnTo>
                <a:lnTo>
                  <a:pt x="7511" y="86"/>
                </a:lnTo>
                <a:lnTo>
                  <a:pt x="7254" y="44"/>
                </a:lnTo>
                <a:lnTo>
                  <a:pt x="6976" y="1"/>
                </a:lnTo>
                <a:lnTo>
                  <a:pt x="6698" y="1"/>
                </a:lnTo>
                <a:lnTo>
                  <a:pt x="6419" y="1"/>
                </a:lnTo>
                <a:lnTo>
                  <a:pt x="5842" y="22"/>
                </a:lnTo>
                <a:lnTo>
                  <a:pt x="5307" y="65"/>
                </a:lnTo>
                <a:lnTo>
                  <a:pt x="5307" y="65"/>
                </a:lnTo>
                <a:lnTo>
                  <a:pt x="4793" y="129"/>
                </a:lnTo>
                <a:lnTo>
                  <a:pt x="4258" y="215"/>
                </a:lnTo>
                <a:lnTo>
                  <a:pt x="4002" y="279"/>
                </a:lnTo>
                <a:lnTo>
                  <a:pt x="3745" y="343"/>
                </a:lnTo>
                <a:lnTo>
                  <a:pt x="3510" y="450"/>
                </a:lnTo>
                <a:lnTo>
                  <a:pt x="3296" y="557"/>
                </a:lnTo>
                <a:lnTo>
                  <a:pt x="3296" y="557"/>
                </a:lnTo>
                <a:lnTo>
                  <a:pt x="3103" y="707"/>
                </a:lnTo>
                <a:lnTo>
                  <a:pt x="2911" y="857"/>
                </a:lnTo>
                <a:lnTo>
                  <a:pt x="2761" y="1049"/>
                </a:lnTo>
                <a:lnTo>
                  <a:pt x="2654" y="1242"/>
                </a:lnTo>
                <a:lnTo>
                  <a:pt x="2525" y="1434"/>
                </a:lnTo>
                <a:lnTo>
                  <a:pt x="2440" y="1670"/>
                </a:lnTo>
                <a:lnTo>
                  <a:pt x="2376" y="1884"/>
                </a:lnTo>
                <a:lnTo>
                  <a:pt x="2311" y="2119"/>
                </a:lnTo>
                <a:lnTo>
                  <a:pt x="2204" y="2611"/>
                </a:lnTo>
                <a:lnTo>
                  <a:pt x="2140" y="3082"/>
                </a:lnTo>
                <a:lnTo>
                  <a:pt x="2076" y="3574"/>
                </a:lnTo>
                <a:lnTo>
                  <a:pt x="2033" y="4002"/>
                </a:lnTo>
                <a:lnTo>
                  <a:pt x="2033" y="4002"/>
                </a:lnTo>
                <a:lnTo>
                  <a:pt x="1862" y="5072"/>
                </a:lnTo>
                <a:lnTo>
                  <a:pt x="1798" y="5607"/>
                </a:lnTo>
                <a:lnTo>
                  <a:pt x="1691" y="6141"/>
                </a:lnTo>
                <a:lnTo>
                  <a:pt x="1691" y="6141"/>
                </a:lnTo>
                <a:lnTo>
                  <a:pt x="1563" y="6676"/>
                </a:lnTo>
                <a:lnTo>
                  <a:pt x="1498" y="6955"/>
                </a:lnTo>
                <a:lnTo>
                  <a:pt x="1456" y="7233"/>
                </a:lnTo>
                <a:lnTo>
                  <a:pt x="1456" y="7233"/>
                </a:lnTo>
                <a:lnTo>
                  <a:pt x="1456" y="7575"/>
                </a:lnTo>
                <a:lnTo>
                  <a:pt x="1434" y="7768"/>
                </a:lnTo>
                <a:lnTo>
                  <a:pt x="1413" y="7832"/>
                </a:lnTo>
                <a:lnTo>
                  <a:pt x="1391" y="7853"/>
                </a:lnTo>
                <a:lnTo>
                  <a:pt x="1391" y="7853"/>
                </a:lnTo>
                <a:lnTo>
                  <a:pt x="1349" y="7789"/>
                </a:lnTo>
                <a:lnTo>
                  <a:pt x="1327" y="7703"/>
                </a:lnTo>
                <a:lnTo>
                  <a:pt x="1306" y="7511"/>
                </a:lnTo>
                <a:lnTo>
                  <a:pt x="1284" y="7318"/>
                </a:lnTo>
                <a:lnTo>
                  <a:pt x="1242" y="7233"/>
                </a:lnTo>
                <a:lnTo>
                  <a:pt x="1177" y="7168"/>
                </a:lnTo>
                <a:lnTo>
                  <a:pt x="1177" y="7168"/>
                </a:lnTo>
                <a:lnTo>
                  <a:pt x="1135" y="7147"/>
                </a:lnTo>
                <a:lnTo>
                  <a:pt x="1092" y="7126"/>
                </a:lnTo>
                <a:lnTo>
                  <a:pt x="1049" y="7147"/>
                </a:lnTo>
                <a:lnTo>
                  <a:pt x="1028" y="7168"/>
                </a:lnTo>
                <a:lnTo>
                  <a:pt x="964" y="7233"/>
                </a:lnTo>
                <a:lnTo>
                  <a:pt x="942" y="7340"/>
                </a:lnTo>
                <a:lnTo>
                  <a:pt x="878" y="7575"/>
                </a:lnTo>
                <a:lnTo>
                  <a:pt x="857" y="7682"/>
                </a:lnTo>
                <a:lnTo>
                  <a:pt x="814" y="7746"/>
                </a:lnTo>
                <a:lnTo>
                  <a:pt x="814" y="7746"/>
                </a:lnTo>
                <a:lnTo>
                  <a:pt x="771" y="7511"/>
                </a:lnTo>
                <a:lnTo>
                  <a:pt x="664" y="7168"/>
                </a:lnTo>
                <a:lnTo>
                  <a:pt x="600" y="7019"/>
                </a:lnTo>
                <a:lnTo>
                  <a:pt x="536" y="6912"/>
                </a:lnTo>
                <a:lnTo>
                  <a:pt x="471" y="6869"/>
                </a:lnTo>
                <a:lnTo>
                  <a:pt x="429" y="6848"/>
                </a:lnTo>
                <a:lnTo>
                  <a:pt x="386" y="6848"/>
                </a:lnTo>
                <a:lnTo>
                  <a:pt x="343" y="6869"/>
                </a:lnTo>
                <a:lnTo>
                  <a:pt x="343" y="6869"/>
                </a:lnTo>
                <a:lnTo>
                  <a:pt x="300" y="6912"/>
                </a:lnTo>
                <a:lnTo>
                  <a:pt x="279" y="6955"/>
                </a:lnTo>
                <a:lnTo>
                  <a:pt x="236" y="7104"/>
                </a:lnTo>
                <a:lnTo>
                  <a:pt x="193" y="7361"/>
                </a:lnTo>
                <a:lnTo>
                  <a:pt x="193" y="7361"/>
                </a:lnTo>
                <a:lnTo>
                  <a:pt x="129" y="7639"/>
                </a:lnTo>
                <a:lnTo>
                  <a:pt x="65" y="7939"/>
                </a:lnTo>
                <a:lnTo>
                  <a:pt x="65" y="7939"/>
                </a:lnTo>
                <a:lnTo>
                  <a:pt x="43" y="8067"/>
                </a:lnTo>
                <a:lnTo>
                  <a:pt x="1" y="8238"/>
                </a:lnTo>
                <a:lnTo>
                  <a:pt x="1" y="8302"/>
                </a:lnTo>
                <a:lnTo>
                  <a:pt x="1" y="8367"/>
                </a:lnTo>
                <a:lnTo>
                  <a:pt x="43" y="8409"/>
                </a:lnTo>
                <a:lnTo>
                  <a:pt x="86" y="8431"/>
                </a:lnTo>
                <a:lnTo>
                  <a:pt x="86" y="8431"/>
                </a:lnTo>
                <a:lnTo>
                  <a:pt x="129" y="8409"/>
                </a:lnTo>
                <a:lnTo>
                  <a:pt x="172" y="8388"/>
                </a:lnTo>
                <a:lnTo>
                  <a:pt x="215" y="8324"/>
                </a:lnTo>
                <a:lnTo>
                  <a:pt x="279" y="8174"/>
                </a:lnTo>
                <a:lnTo>
                  <a:pt x="279" y="8174"/>
                </a:lnTo>
                <a:lnTo>
                  <a:pt x="322" y="7960"/>
                </a:lnTo>
                <a:lnTo>
                  <a:pt x="364" y="7725"/>
                </a:lnTo>
                <a:lnTo>
                  <a:pt x="407" y="7511"/>
                </a:lnTo>
                <a:lnTo>
                  <a:pt x="429" y="7425"/>
                </a:lnTo>
                <a:lnTo>
                  <a:pt x="471" y="7318"/>
                </a:lnTo>
                <a:lnTo>
                  <a:pt x="471" y="7318"/>
                </a:lnTo>
                <a:lnTo>
                  <a:pt x="514" y="7511"/>
                </a:lnTo>
                <a:lnTo>
                  <a:pt x="557" y="7682"/>
                </a:lnTo>
                <a:lnTo>
                  <a:pt x="664" y="8024"/>
                </a:lnTo>
                <a:lnTo>
                  <a:pt x="664" y="8024"/>
                </a:lnTo>
                <a:lnTo>
                  <a:pt x="664" y="8195"/>
                </a:lnTo>
                <a:lnTo>
                  <a:pt x="685" y="8281"/>
                </a:lnTo>
                <a:lnTo>
                  <a:pt x="707" y="8367"/>
                </a:lnTo>
                <a:lnTo>
                  <a:pt x="707" y="8367"/>
                </a:lnTo>
                <a:lnTo>
                  <a:pt x="750" y="8431"/>
                </a:lnTo>
                <a:lnTo>
                  <a:pt x="792" y="8452"/>
                </a:lnTo>
                <a:lnTo>
                  <a:pt x="814" y="8474"/>
                </a:lnTo>
                <a:lnTo>
                  <a:pt x="857" y="8452"/>
                </a:lnTo>
                <a:lnTo>
                  <a:pt x="921" y="8388"/>
                </a:lnTo>
                <a:lnTo>
                  <a:pt x="964" y="8281"/>
                </a:lnTo>
                <a:lnTo>
                  <a:pt x="1049" y="8024"/>
                </a:lnTo>
                <a:lnTo>
                  <a:pt x="1092" y="7832"/>
                </a:lnTo>
                <a:lnTo>
                  <a:pt x="1092" y="7832"/>
                </a:lnTo>
                <a:lnTo>
                  <a:pt x="1113" y="7939"/>
                </a:lnTo>
                <a:lnTo>
                  <a:pt x="1156" y="8110"/>
                </a:lnTo>
                <a:lnTo>
                  <a:pt x="1242" y="8388"/>
                </a:lnTo>
                <a:lnTo>
                  <a:pt x="1242" y="8388"/>
                </a:lnTo>
                <a:lnTo>
                  <a:pt x="1284" y="8452"/>
                </a:lnTo>
                <a:lnTo>
                  <a:pt x="1327" y="8495"/>
                </a:lnTo>
                <a:lnTo>
                  <a:pt x="1349" y="8516"/>
                </a:lnTo>
                <a:lnTo>
                  <a:pt x="1413" y="8538"/>
                </a:lnTo>
                <a:lnTo>
                  <a:pt x="1456" y="8538"/>
                </a:lnTo>
                <a:lnTo>
                  <a:pt x="1498" y="8516"/>
                </a:lnTo>
                <a:lnTo>
                  <a:pt x="1605" y="8452"/>
                </a:lnTo>
                <a:lnTo>
                  <a:pt x="1605" y="8452"/>
                </a:lnTo>
                <a:lnTo>
                  <a:pt x="1734" y="8302"/>
                </a:lnTo>
                <a:lnTo>
                  <a:pt x="1841" y="8153"/>
                </a:lnTo>
                <a:lnTo>
                  <a:pt x="2033" y="7832"/>
                </a:lnTo>
                <a:lnTo>
                  <a:pt x="2033" y="7832"/>
                </a:lnTo>
                <a:lnTo>
                  <a:pt x="2140" y="7661"/>
                </a:lnTo>
                <a:lnTo>
                  <a:pt x="2204" y="7575"/>
                </a:lnTo>
                <a:lnTo>
                  <a:pt x="2247" y="7554"/>
                </a:lnTo>
                <a:lnTo>
                  <a:pt x="2269" y="7532"/>
                </a:lnTo>
                <a:lnTo>
                  <a:pt x="2269" y="7532"/>
                </a:lnTo>
                <a:lnTo>
                  <a:pt x="2290" y="7554"/>
                </a:lnTo>
                <a:lnTo>
                  <a:pt x="2290" y="7596"/>
                </a:lnTo>
                <a:lnTo>
                  <a:pt x="2290" y="7768"/>
                </a:lnTo>
                <a:lnTo>
                  <a:pt x="2290" y="7982"/>
                </a:lnTo>
                <a:lnTo>
                  <a:pt x="2290" y="8217"/>
                </a:lnTo>
                <a:lnTo>
                  <a:pt x="2311" y="8324"/>
                </a:lnTo>
                <a:lnTo>
                  <a:pt x="2354" y="8388"/>
                </a:lnTo>
                <a:lnTo>
                  <a:pt x="2397" y="8452"/>
                </a:lnTo>
                <a:lnTo>
                  <a:pt x="2440" y="8474"/>
                </a:lnTo>
                <a:lnTo>
                  <a:pt x="2525" y="8474"/>
                </a:lnTo>
                <a:lnTo>
                  <a:pt x="2611" y="8409"/>
                </a:lnTo>
                <a:lnTo>
                  <a:pt x="2739" y="8302"/>
                </a:lnTo>
                <a:lnTo>
                  <a:pt x="2868" y="8131"/>
                </a:lnTo>
                <a:lnTo>
                  <a:pt x="2868" y="8131"/>
                </a:lnTo>
                <a:lnTo>
                  <a:pt x="3018" y="7982"/>
                </a:lnTo>
                <a:lnTo>
                  <a:pt x="3231" y="7725"/>
                </a:lnTo>
                <a:lnTo>
                  <a:pt x="3317" y="7575"/>
                </a:lnTo>
                <a:lnTo>
                  <a:pt x="3381" y="7468"/>
                </a:lnTo>
                <a:lnTo>
                  <a:pt x="3403" y="7404"/>
                </a:lnTo>
                <a:lnTo>
                  <a:pt x="3403" y="7361"/>
                </a:lnTo>
                <a:lnTo>
                  <a:pt x="3381" y="7340"/>
                </a:lnTo>
                <a:lnTo>
                  <a:pt x="3338" y="7318"/>
                </a:lnTo>
                <a:lnTo>
                  <a:pt x="3338" y="7318"/>
                </a:lnTo>
                <a:lnTo>
                  <a:pt x="3296" y="7297"/>
                </a:lnTo>
                <a:lnTo>
                  <a:pt x="3231" y="7318"/>
                </a:lnTo>
                <a:lnTo>
                  <a:pt x="3124" y="7382"/>
                </a:lnTo>
                <a:lnTo>
                  <a:pt x="2996" y="7489"/>
                </a:lnTo>
                <a:lnTo>
                  <a:pt x="2889" y="7618"/>
                </a:lnTo>
                <a:lnTo>
                  <a:pt x="2697" y="7917"/>
                </a:lnTo>
                <a:lnTo>
                  <a:pt x="2547" y="8110"/>
                </a:lnTo>
                <a:lnTo>
                  <a:pt x="2547" y="8110"/>
                </a:lnTo>
                <a:lnTo>
                  <a:pt x="2547" y="7917"/>
                </a:lnTo>
                <a:lnTo>
                  <a:pt x="2568" y="7703"/>
                </a:lnTo>
                <a:lnTo>
                  <a:pt x="2590" y="7318"/>
                </a:lnTo>
                <a:lnTo>
                  <a:pt x="2590" y="7318"/>
                </a:lnTo>
                <a:lnTo>
                  <a:pt x="2590" y="7168"/>
                </a:lnTo>
                <a:lnTo>
                  <a:pt x="2568" y="7126"/>
                </a:lnTo>
                <a:lnTo>
                  <a:pt x="2547" y="7083"/>
                </a:lnTo>
                <a:lnTo>
                  <a:pt x="2525" y="7061"/>
                </a:lnTo>
                <a:lnTo>
                  <a:pt x="2461" y="7040"/>
                </a:lnTo>
                <a:lnTo>
                  <a:pt x="2418" y="7061"/>
                </a:lnTo>
                <a:lnTo>
                  <a:pt x="2333" y="7083"/>
                </a:lnTo>
                <a:lnTo>
                  <a:pt x="2333" y="7083"/>
                </a:lnTo>
                <a:lnTo>
                  <a:pt x="2226" y="7190"/>
                </a:lnTo>
                <a:lnTo>
                  <a:pt x="2076" y="7361"/>
                </a:lnTo>
                <a:lnTo>
                  <a:pt x="1926" y="7532"/>
                </a:lnTo>
                <a:lnTo>
                  <a:pt x="1841" y="7596"/>
                </a:lnTo>
                <a:lnTo>
                  <a:pt x="1841" y="7596"/>
                </a:lnTo>
                <a:lnTo>
                  <a:pt x="1841" y="7575"/>
                </a:lnTo>
                <a:lnTo>
                  <a:pt x="1841" y="7511"/>
                </a:lnTo>
                <a:lnTo>
                  <a:pt x="1884" y="7361"/>
                </a:lnTo>
                <a:lnTo>
                  <a:pt x="1969" y="7083"/>
                </a:lnTo>
                <a:lnTo>
                  <a:pt x="1969" y="7083"/>
                </a:lnTo>
                <a:lnTo>
                  <a:pt x="1991" y="6848"/>
                </a:lnTo>
                <a:lnTo>
                  <a:pt x="2033" y="6741"/>
                </a:lnTo>
                <a:lnTo>
                  <a:pt x="2055" y="6698"/>
                </a:lnTo>
                <a:lnTo>
                  <a:pt x="2076" y="6655"/>
                </a:lnTo>
                <a:lnTo>
                  <a:pt x="2076" y="6655"/>
                </a:lnTo>
                <a:lnTo>
                  <a:pt x="2183" y="6612"/>
                </a:lnTo>
                <a:lnTo>
                  <a:pt x="2311" y="6591"/>
                </a:lnTo>
                <a:lnTo>
                  <a:pt x="2547" y="6569"/>
                </a:lnTo>
                <a:lnTo>
                  <a:pt x="2547" y="6569"/>
                </a:lnTo>
                <a:lnTo>
                  <a:pt x="2718" y="6505"/>
                </a:lnTo>
                <a:lnTo>
                  <a:pt x="2932" y="6420"/>
                </a:lnTo>
                <a:lnTo>
                  <a:pt x="2996" y="6377"/>
                </a:lnTo>
                <a:lnTo>
                  <a:pt x="3018" y="6313"/>
                </a:lnTo>
                <a:lnTo>
                  <a:pt x="3018" y="6291"/>
                </a:lnTo>
                <a:lnTo>
                  <a:pt x="2996" y="6270"/>
                </a:lnTo>
                <a:lnTo>
                  <a:pt x="2889" y="6248"/>
                </a:lnTo>
                <a:lnTo>
                  <a:pt x="2889" y="6248"/>
                </a:lnTo>
                <a:lnTo>
                  <a:pt x="2782" y="6227"/>
                </a:lnTo>
                <a:lnTo>
                  <a:pt x="2675" y="6227"/>
                </a:lnTo>
                <a:lnTo>
                  <a:pt x="2461" y="6270"/>
                </a:lnTo>
                <a:lnTo>
                  <a:pt x="2033" y="6420"/>
                </a:lnTo>
                <a:lnTo>
                  <a:pt x="2033" y="6420"/>
                </a:lnTo>
                <a:lnTo>
                  <a:pt x="2033" y="6291"/>
                </a:lnTo>
                <a:lnTo>
                  <a:pt x="2055" y="6141"/>
                </a:lnTo>
                <a:lnTo>
                  <a:pt x="2119" y="6013"/>
                </a:lnTo>
                <a:lnTo>
                  <a:pt x="2140" y="5949"/>
                </a:lnTo>
                <a:lnTo>
                  <a:pt x="2183" y="5906"/>
                </a:lnTo>
                <a:lnTo>
                  <a:pt x="2183" y="5906"/>
                </a:lnTo>
                <a:lnTo>
                  <a:pt x="2269" y="5885"/>
                </a:lnTo>
                <a:lnTo>
                  <a:pt x="2354" y="5863"/>
                </a:lnTo>
                <a:lnTo>
                  <a:pt x="2440" y="5842"/>
                </a:lnTo>
                <a:lnTo>
                  <a:pt x="2525" y="5821"/>
                </a:lnTo>
                <a:lnTo>
                  <a:pt x="2525" y="5821"/>
                </a:lnTo>
                <a:lnTo>
                  <a:pt x="2590" y="5778"/>
                </a:lnTo>
                <a:lnTo>
                  <a:pt x="2654" y="5735"/>
                </a:lnTo>
                <a:lnTo>
                  <a:pt x="2697" y="5671"/>
                </a:lnTo>
                <a:lnTo>
                  <a:pt x="2718" y="5628"/>
                </a:lnTo>
                <a:lnTo>
                  <a:pt x="2697" y="5585"/>
                </a:lnTo>
                <a:lnTo>
                  <a:pt x="2697" y="5585"/>
                </a:lnTo>
                <a:lnTo>
                  <a:pt x="2654" y="5542"/>
                </a:lnTo>
                <a:lnTo>
                  <a:pt x="2590" y="5542"/>
                </a:lnTo>
                <a:lnTo>
                  <a:pt x="2525" y="5542"/>
                </a:lnTo>
                <a:lnTo>
                  <a:pt x="2440" y="5564"/>
                </a:lnTo>
                <a:lnTo>
                  <a:pt x="2290" y="5607"/>
                </a:lnTo>
                <a:lnTo>
                  <a:pt x="2183" y="5649"/>
                </a:lnTo>
                <a:lnTo>
                  <a:pt x="2183" y="5649"/>
                </a:lnTo>
                <a:lnTo>
                  <a:pt x="2204" y="5542"/>
                </a:lnTo>
                <a:lnTo>
                  <a:pt x="2204" y="5414"/>
                </a:lnTo>
                <a:lnTo>
                  <a:pt x="2226" y="5286"/>
                </a:lnTo>
                <a:lnTo>
                  <a:pt x="2247" y="5243"/>
                </a:lnTo>
                <a:lnTo>
                  <a:pt x="2269" y="5200"/>
                </a:lnTo>
                <a:lnTo>
                  <a:pt x="2269" y="5200"/>
                </a:lnTo>
                <a:lnTo>
                  <a:pt x="2333" y="5157"/>
                </a:lnTo>
                <a:lnTo>
                  <a:pt x="2418" y="5136"/>
                </a:lnTo>
                <a:lnTo>
                  <a:pt x="2611" y="5093"/>
                </a:lnTo>
                <a:lnTo>
                  <a:pt x="2611" y="5093"/>
                </a:lnTo>
                <a:lnTo>
                  <a:pt x="2889" y="5029"/>
                </a:lnTo>
                <a:lnTo>
                  <a:pt x="3039" y="4965"/>
                </a:lnTo>
                <a:lnTo>
                  <a:pt x="3146" y="4901"/>
                </a:lnTo>
                <a:lnTo>
                  <a:pt x="3146" y="4901"/>
                </a:lnTo>
                <a:lnTo>
                  <a:pt x="3210" y="4858"/>
                </a:lnTo>
                <a:lnTo>
                  <a:pt x="3253" y="4794"/>
                </a:lnTo>
                <a:lnTo>
                  <a:pt x="3253" y="4751"/>
                </a:lnTo>
                <a:lnTo>
                  <a:pt x="3231" y="4708"/>
                </a:lnTo>
                <a:lnTo>
                  <a:pt x="3189" y="4687"/>
                </a:lnTo>
                <a:lnTo>
                  <a:pt x="3146" y="4665"/>
                </a:lnTo>
                <a:lnTo>
                  <a:pt x="2996" y="4665"/>
                </a:lnTo>
                <a:lnTo>
                  <a:pt x="2996" y="4665"/>
                </a:lnTo>
                <a:lnTo>
                  <a:pt x="2825" y="4708"/>
                </a:lnTo>
                <a:lnTo>
                  <a:pt x="2675" y="4772"/>
                </a:lnTo>
                <a:lnTo>
                  <a:pt x="2504" y="4836"/>
                </a:lnTo>
                <a:lnTo>
                  <a:pt x="2333" y="4879"/>
                </a:lnTo>
                <a:lnTo>
                  <a:pt x="2333" y="4879"/>
                </a:lnTo>
                <a:lnTo>
                  <a:pt x="2311" y="4729"/>
                </a:lnTo>
                <a:lnTo>
                  <a:pt x="2333" y="4622"/>
                </a:lnTo>
                <a:lnTo>
                  <a:pt x="2354" y="4558"/>
                </a:lnTo>
                <a:lnTo>
                  <a:pt x="2418" y="4494"/>
                </a:lnTo>
                <a:lnTo>
                  <a:pt x="2483" y="4451"/>
                </a:lnTo>
                <a:lnTo>
                  <a:pt x="2568" y="4408"/>
                </a:lnTo>
                <a:lnTo>
                  <a:pt x="2761" y="4301"/>
                </a:lnTo>
                <a:lnTo>
                  <a:pt x="2761" y="4301"/>
                </a:lnTo>
                <a:lnTo>
                  <a:pt x="2846" y="4259"/>
                </a:lnTo>
                <a:lnTo>
                  <a:pt x="2911" y="4173"/>
                </a:lnTo>
                <a:lnTo>
                  <a:pt x="2932" y="4152"/>
                </a:lnTo>
                <a:lnTo>
                  <a:pt x="2932" y="4109"/>
                </a:lnTo>
                <a:lnTo>
                  <a:pt x="2911" y="4066"/>
                </a:lnTo>
                <a:lnTo>
                  <a:pt x="2868" y="4045"/>
                </a:lnTo>
                <a:lnTo>
                  <a:pt x="2868" y="4045"/>
                </a:lnTo>
                <a:lnTo>
                  <a:pt x="2804" y="4023"/>
                </a:lnTo>
                <a:lnTo>
                  <a:pt x="2761" y="4023"/>
                </a:lnTo>
                <a:lnTo>
                  <a:pt x="2632" y="4045"/>
                </a:lnTo>
                <a:lnTo>
                  <a:pt x="2397" y="4152"/>
                </a:lnTo>
                <a:lnTo>
                  <a:pt x="2397" y="4152"/>
                </a:lnTo>
                <a:lnTo>
                  <a:pt x="2418" y="3724"/>
                </a:lnTo>
                <a:lnTo>
                  <a:pt x="2440" y="3510"/>
                </a:lnTo>
                <a:lnTo>
                  <a:pt x="2504" y="3317"/>
                </a:lnTo>
                <a:lnTo>
                  <a:pt x="2504" y="3317"/>
                </a:lnTo>
                <a:lnTo>
                  <a:pt x="2547" y="3210"/>
                </a:lnTo>
                <a:lnTo>
                  <a:pt x="2590" y="3167"/>
                </a:lnTo>
                <a:lnTo>
                  <a:pt x="2761" y="3125"/>
                </a:lnTo>
                <a:lnTo>
                  <a:pt x="2761" y="3125"/>
                </a:lnTo>
                <a:lnTo>
                  <a:pt x="2846" y="3103"/>
                </a:lnTo>
                <a:lnTo>
                  <a:pt x="2932" y="3060"/>
                </a:lnTo>
                <a:lnTo>
                  <a:pt x="2996" y="3018"/>
                </a:lnTo>
                <a:lnTo>
                  <a:pt x="3018" y="2975"/>
                </a:lnTo>
                <a:lnTo>
                  <a:pt x="3018" y="2932"/>
                </a:lnTo>
                <a:lnTo>
                  <a:pt x="3018" y="2932"/>
                </a:lnTo>
                <a:lnTo>
                  <a:pt x="2996" y="2868"/>
                </a:lnTo>
                <a:lnTo>
                  <a:pt x="2953" y="2847"/>
                </a:lnTo>
                <a:lnTo>
                  <a:pt x="2889" y="2825"/>
                </a:lnTo>
                <a:lnTo>
                  <a:pt x="2825" y="2847"/>
                </a:lnTo>
                <a:lnTo>
                  <a:pt x="2697" y="2868"/>
                </a:lnTo>
                <a:lnTo>
                  <a:pt x="2654" y="2889"/>
                </a:lnTo>
                <a:lnTo>
                  <a:pt x="2611" y="2889"/>
                </a:lnTo>
                <a:lnTo>
                  <a:pt x="2611" y="2889"/>
                </a:lnTo>
                <a:lnTo>
                  <a:pt x="2568" y="2847"/>
                </a:lnTo>
                <a:lnTo>
                  <a:pt x="2547" y="2782"/>
                </a:lnTo>
                <a:lnTo>
                  <a:pt x="2568" y="2697"/>
                </a:lnTo>
                <a:lnTo>
                  <a:pt x="2590" y="2611"/>
                </a:lnTo>
                <a:lnTo>
                  <a:pt x="2654" y="2461"/>
                </a:lnTo>
                <a:lnTo>
                  <a:pt x="2739" y="2354"/>
                </a:lnTo>
                <a:lnTo>
                  <a:pt x="2739" y="2354"/>
                </a:lnTo>
                <a:lnTo>
                  <a:pt x="2825" y="2333"/>
                </a:lnTo>
                <a:lnTo>
                  <a:pt x="2911" y="2312"/>
                </a:lnTo>
                <a:lnTo>
                  <a:pt x="2975" y="2269"/>
                </a:lnTo>
                <a:lnTo>
                  <a:pt x="2996" y="2226"/>
                </a:lnTo>
                <a:lnTo>
                  <a:pt x="2996" y="2183"/>
                </a:lnTo>
                <a:lnTo>
                  <a:pt x="2996" y="2183"/>
                </a:lnTo>
                <a:lnTo>
                  <a:pt x="2975" y="2140"/>
                </a:lnTo>
                <a:lnTo>
                  <a:pt x="2953" y="2119"/>
                </a:lnTo>
                <a:lnTo>
                  <a:pt x="2889" y="2119"/>
                </a:lnTo>
                <a:lnTo>
                  <a:pt x="2825" y="2140"/>
                </a:lnTo>
                <a:lnTo>
                  <a:pt x="2718" y="2162"/>
                </a:lnTo>
                <a:lnTo>
                  <a:pt x="2697" y="2162"/>
                </a:lnTo>
                <a:lnTo>
                  <a:pt x="2675" y="2140"/>
                </a:lnTo>
                <a:lnTo>
                  <a:pt x="2675" y="2140"/>
                </a:lnTo>
                <a:lnTo>
                  <a:pt x="2697" y="2098"/>
                </a:lnTo>
                <a:lnTo>
                  <a:pt x="2739" y="2055"/>
                </a:lnTo>
                <a:lnTo>
                  <a:pt x="2846" y="1991"/>
                </a:lnTo>
                <a:lnTo>
                  <a:pt x="3018" y="1927"/>
                </a:lnTo>
                <a:lnTo>
                  <a:pt x="3231" y="1884"/>
                </a:lnTo>
                <a:lnTo>
                  <a:pt x="3403" y="1841"/>
                </a:lnTo>
                <a:lnTo>
                  <a:pt x="3574" y="1777"/>
                </a:lnTo>
                <a:lnTo>
                  <a:pt x="3638" y="1755"/>
                </a:lnTo>
                <a:lnTo>
                  <a:pt x="3681" y="1713"/>
                </a:lnTo>
                <a:lnTo>
                  <a:pt x="3702" y="1670"/>
                </a:lnTo>
                <a:lnTo>
                  <a:pt x="3724" y="1606"/>
                </a:lnTo>
                <a:lnTo>
                  <a:pt x="3724" y="1606"/>
                </a:lnTo>
                <a:lnTo>
                  <a:pt x="3702" y="1563"/>
                </a:lnTo>
                <a:lnTo>
                  <a:pt x="3659" y="1520"/>
                </a:lnTo>
                <a:lnTo>
                  <a:pt x="3617" y="1499"/>
                </a:lnTo>
                <a:lnTo>
                  <a:pt x="3574" y="1499"/>
                </a:lnTo>
                <a:lnTo>
                  <a:pt x="3467" y="1520"/>
                </a:lnTo>
                <a:lnTo>
                  <a:pt x="3317" y="1563"/>
                </a:lnTo>
                <a:lnTo>
                  <a:pt x="3060" y="1691"/>
                </a:lnTo>
                <a:lnTo>
                  <a:pt x="2953" y="1734"/>
                </a:lnTo>
                <a:lnTo>
                  <a:pt x="2889" y="1734"/>
                </a:lnTo>
                <a:lnTo>
                  <a:pt x="2889" y="1734"/>
                </a:lnTo>
                <a:lnTo>
                  <a:pt x="2846" y="1713"/>
                </a:lnTo>
                <a:lnTo>
                  <a:pt x="2846" y="1691"/>
                </a:lnTo>
                <a:lnTo>
                  <a:pt x="2846" y="1627"/>
                </a:lnTo>
                <a:lnTo>
                  <a:pt x="2868" y="1584"/>
                </a:lnTo>
                <a:lnTo>
                  <a:pt x="2932" y="1477"/>
                </a:lnTo>
                <a:lnTo>
                  <a:pt x="3039" y="1349"/>
                </a:lnTo>
                <a:lnTo>
                  <a:pt x="3274" y="1113"/>
                </a:lnTo>
                <a:lnTo>
                  <a:pt x="3424" y="964"/>
                </a:lnTo>
                <a:lnTo>
                  <a:pt x="3424" y="964"/>
                </a:lnTo>
                <a:lnTo>
                  <a:pt x="3595" y="857"/>
                </a:lnTo>
                <a:lnTo>
                  <a:pt x="3788" y="771"/>
                </a:lnTo>
                <a:lnTo>
                  <a:pt x="3959" y="707"/>
                </a:lnTo>
                <a:lnTo>
                  <a:pt x="4151" y="664"/>
                </a:lnTo>
                <a:lnTo>
                  <a:pt x="4558" y="579"/>
                </a:lnTo>
                <a:lnTo>
                  <a:pt x="4943" y="536"/>
                </a:lnTo>
                <a:lnTo>
                  <a:pt x="4943" y="536"/>
                </a:lnTo>
                <a:lnTo>
                  <a:pt x="5200" y="493"/>
                </a:lnTo>
                <a:lnTo>
                  <a:pt x="5350" y="472"/>
                </a:lnTo>
                <a:lnTo>
                  <a:pt x="5435" y="472"/>
                </a:lnTo>
                <a:lnTo>
                  <a:pt x="5435" y="472"/>
                </a:lnTo>
                <a:lnTo>
                  <a:pt x="5478" y="514"/>
                </a:lnTo>
                <a:lnTo>
                  <a:pt x="5521" y="557"/>
                </a:lnTo>
                <a:lnTo>
                  <a:pt x="5542" y="600"/>
                </a:lnTo>
                <a:lnTo>
                  <a:pt x="5585" y="643"/>
                </a:lnTo>
                <a:lnTo>
                  <a:pt x="5585" y="643"/>
                </a:lnTo>
                <a:lnTo>
                  <a:pt x="5692" y="707"/>
                </a:lnTo>
                <a:lnTo>
                  <a:pt x="5735" y="707"/>
                </a:lnTo>
                <a:lnTo>
                  <a:pt x="5735" y="686"/>
                </a:lnTo>
                <a:lnTo>
                  <a:pt x="5756" y="621"/>
                </a:lnTo>
                <a:lnTo>
                  <a:pt x="5778" y="536"/>
                </a:lnTo>
                <a:lnTo>
                  <a:pt x="5778" y="536"/>
                </a:lnTo>
                <a:lnTo>
                  <a:pt x="5820" y="493"/>
                </a:lnTo>
                <a:lnTo>
                  <a:pt x="5885" y="450"/>
                </a:lnTo>
                <a:lnTo>
                  <a:pt x="5949" y="450"/>
                </a:lnTo>
                <a:lnTo>
                  <a:pt x="6034" y="429"/>
                </a:lnTo>
                <a:lnTo>
                  <a:pt x="6355" y="450"/>
                </a:lnTo>
                <a:lnTo>
                  <a:pt x="6355" y="450"/>
                </a:lnTo>
                <a:lnTo>
                  <a:pt x="6569" y="472"/>
                </a:lnTo>
                <a:lnTo>
                  <a:pt x="6783" y="493"/>
                </a:lnTo>
                <a:lnTo>
                  <a:pt x="6976" y="514"/>
                </a:lnTo>
                <a:lnTo>
                  <a:pt x="7190" y="536"/>
                </a:lnTo>
                <a:lnTo>
                  <a:pt x="7190" y="536"/>
                </a:lnTo>
                <a:lnTo>
                  <a:pt x="7361" y="536"/>
                </a:lnTo>
                <a:lnTo>
                  <a:pt x="7532" y="557"/>
                </a:lnTo>
                <a:lnTo>
                  <a:pt x="7682" y="600"/>
                </a:lnTo>
                <a:lnTo>
                  <a:pt x="7832" y="664"/>
                </a:lnTo>
                <a:lnTo>
                  <a:pt x="7981" y="728"/>
                </a:lnTo>
                <a:lnTo>
                  <a:pt x="8110" y="814"/>
                </a:lnTo>
                <a:lnTo>
                  <a:pt x="8259" y="921"/>
                </a:lnTo>
                <a:lnTo>
                  <a:pt x="8366" y="1049"/>
                </a:lnTo>
                <a:lnTo>
                  <a:pt x="8366" y="1049"/>
                </a:lnTo>
                <a:lnTo>
                  <a:pt x="8495" y="1220"/>
                </a:lnTo>
                <a:lnTo>
                  <a:pt x="8580" y="1392"/>
                </a:lnTo>
                <a:lnTo>
                  <a:pt x="8666" y="1563"/>
                </a:lnTo>
                <a:lnTo>
                  <a:pt x="8709" y="1755"/>
                </a:lnTo>
                <a:lnTo>
                  <a:pt x="8709" y="1755"/>
                </a:lnTo>
                <a:lnTo>
                  <a:pt x="8730" y="1969"/>
                </a:lnTo>
                <a:lnTo>
                  <a:pt x="8730" y="2162"/>
                </a:lnTo>
                <a:lnTo>
                  <a:pt x="8730" y="2354"/>
                </a:lnTo>
                <a:lnTo>
                  <a:pt x="8730" y="2547"/>
                </a:lnTo>
                <a:lnTo>
                  <a:pt x="8730" y="2547"/>
                </a:lnTo>
                <a:lnTo>
                  <a:pt x="8666" y="2504"/>
                </a:lnTo>
                <a:lnTo>
                  <a:pt x="8580" y="2461"/>
                </a:lnTo>
                <a:lnTo>
                  <a:pt x="8516" y="2397"/>
                </a:lnTo>
                <a:lnTo>
                  <a:pt x="8431" y="2397"/>
                </a:lnTo>
                <a:lnTo>
                  <a:pt x="8431" y="2397"/>
                </a:lnTo>
                <a:lnTo>
                  <a:pt x="8388" y="2397"/>
                </a:lnTo>
                <a:lnTo>
                  <a:pt x="8345" y="2419"/>
                </a:lnTo>
                <a:lnTo>
                  <a:pt x="8324" y="2440"/>
                </a:lnTo>
                <a:lnTo>
                  <a:pt x="8324" y="2483"/>
                </a:lnTo>
                <a:lnTo>
                  <a:pt x="8366" y="2547"/>
                </a:lnTo>
                <a:lnTo>
                  <a:pt x="8409" y="2611"/>
                </a:lnTo>
                <a:lnTo>
                  <a:pt x="8409" y="2611"/>
                </a:lnTo>
                <a:lnTo>
                  <a:pt x="8452" y="2654"/>
                </a:lnTo>
                <a:lnTo>
                  <a:pt x="8495" y="2697"/>
                </a:lnTo>
                <a:lnTo>
                  <a:pt x="8580" y="2740"/>
                </a:lnTo>
                <a:lnTo>
                  <a:pt x="8645" y="2782"/>
                </a:lnTo>
                <a:lnTo>
                  <a:pt x="8666" y="2825"/>
                </a:lnTo>
                <a:lnTo>
                  <a:pt x="8687" y="2889"/>
                </a:lnTo>
                <a:lnTo>
                  <a:pt x="8687" y="2889"/>
                </a:lnTo>
                <a:lnTo>
                  <a:pt x="8709" y="3018"/>
                </a:lnTo>
                <a:lnTo>
                  <a:pt x="8666" y="3146"/>
                </a:lnTo>
                <a:lnTo>
                  <a:pt x="8602" y="3424"/>
                </a:lnTo>
                <a:lnTo>
                  <a:pt x="8602" y="3424"/>
                </a:lnTo>
                <a:lnTo>
                  <a:pt x="8473" y="4173"/>
                </a:lnTo>
                <a:lnTo>
                  <a:pt x="8473" y="4173"/>
                </a:lnTo>
                <a:lnTo>
                  <a:pt x="8366" y="4687"/>
                </a:lnTo>
                <a:lnTo>
                  <a:pt x="8259" y="5179"/>
                </a:lnTo>
                <a:lnTo>
                  <a:pt x="8152" y="5671"/>
                </a:lnTo>
                <a:lnTo>
                  <a:pt x="8045" y="6163"/>
                </a:lnTo>
                <a:lnTo>
                  <a:pt x="8045" y="6163"/>
                </a:lnTo>
                <a:lnTo>
                  <a:pt x="7960" y="6634"/>
                </a:lnTo>
                <a:lnTo>
                  <a:pt x="7832" y="7104"/>
                </a:lnTo>
                <a:lnTo>
                  <a:pt x="7832" y="7104"/>
                </a:lnTo>
                <a:lnTo>
                  <a:pt x="7789" y="7340"/>
                </a:lnTo>
                <a:lnTo>
                  <a:pt x="7746" y="7575"/>
                </a:lnTo>
                <a:lnTo>
                  <a:pt x="7703" y="8046"/>
                </a:lnTo>
                <a:lnTo>
                  <a:pt x="7703" y="8046"/>
                </a:lnTo>
                <a:lnTo>
                  <a:pt x="7682" y="8195"/>
                </a:lnTo>
                <a:lnTo>
                  <a:pt x="7639" y="8388"/>
                </a:lnTo>
                <a:lnTo>
                  <a:pt x="7639" y="8474"/>
                </a:lnTo>
                <a:lnTo>
                  <a:pt x="7660" y="8538"/>
                </a:lnTo>
                <a:lnTo>
                  <a:pt x="7725" y="8602"/>
                </a:lnTo>
                <a:lnTo>
                  <a:pt x="7789" y="8623"/>
                </a:lnTo>
                <a:lnTo>
                  <a:pt x="7789" y="8623"/>
                </a:lnTo>
                <a:lnTo>
                  <a:pt x="7896" y="8602"/>
                </a:lnTo>
                <a:lnTo>
                  <a:pt x="7981" y="8559"/>
                </a:lnTo>
                <a:lnTo>
                  <a:pt x="8088" y="8474"/>
                </a:lnTo>
                <a:lnTo>
                  <a:pt x="8174" y="8388"/>
                </a:lnTo>
                <a:lnTo>
                  <a:pt x="8366" y="8217"/>
                </a:lnTo>
                <a:lnTo>
                  <a:pt x="8538" y="8067"/>
                </a:lnTo>
                <a:lnTo>
                  <a:pt x="8538" y="8067"/>
                </a:lnTo>
                <a:lnTo>
                  <a:pt x="8709" y="7896"/>
                </a:lnTo>
                <a:lnTo>
                  <a:pt x="8816" y="7832"/>
                </a:lnTo>
                <a:lnTo>
                  <a:pt x="8859" y="7810"/>
                </a:lnTo>
                <a:lnTo>
                  <a:pt x="8880" y="7810"/>
                </a:lnTo>
                <a:lnTo>
                  <a:pt x="8880" y="7810"/>
                </a:lnTo>
                <a:lnTo>
                  <a:pt x="8901" y="7853"/>
                </a:lnTo>
                <a:lnTo>
                  <a:pt x="8880" y="7896"/>
                </a:lnTo>
                <a:lnTo>
                  <a:pt x="8837" y="8046"/>
                </a:lnTo>
                <a:lnTo>
                  <a:pt x="8730" y="8281"/>
                </a:lnTo>
                <a:lnTo>
                  <a:pt x="8730" y="8281"/>
                </a:lnTo>
                <a:lnTo>
                  <a:pt x="8730" y="8345"/>
                </a:lnTo>
                <a:lnTo>
                  <a:pt x="8752" y="8409"/>
                </a:lnTo>
                <a:lnTo>
                  <a:pt x="8773" y="8452"/>
                </a:lnTo>
                <a:lnTo>
                  <a:pt x="8816" y="8474"/>
                </a:lnTo>
                <a:lnTo>
                  <a:pt x="8923" y="8495"/>
                </a:lnTo>
                <a:lnTo>
                  <a:pt x="9051" y="8474"/>
                </a:lnTo>
                <a:lnTo>
                  <a:pt x="9201" y="8409"/>
                </a:lnTo>
                <a:lnTo>
                  <a:pt x="9329" y="8367"/>
                </a:lnTo>
                <a:lnTo>
                  <a:pt x="9565" y="8260"/>
                </a:lnTo>
                <a:lnTo>
                  <a:pt x="9565" y="8260"/>
                </a:lnTo>
                <a:lnTo>
                  <a:pt x="9693" y="8217"/>
                </a:lnTo>
                <a:lnTo>
                  <a:pt x="9821" y="8153"/>
                </a:lnTo>
                <a:lnTo>
                  <a:pt x="9886" y="8110"/>
                </a:lnTo>
                <a:lnTo>
                  <a:pt x="9907" y="8067"/>
                </a:lnTo>
                <a:lnTo>
                  <a:pt x="9886" y="8024"/>
                </a:lnTo>
                <a:lnTo>
                  <a:pt x="9843" y="7960"/>
                </a:lnTo>
                <a:lnTo>
                  <a:pt x="9843" y="7960"/>
                </a:lnTo>
                <a:close/>
                <a:moveTo>
                  <a:pt x="7639" y="1156"/>
                </a:moveTo>
                <a:lnTo>
                  <a:pt x="7639" y="1156"/>
                </a:lnTo>
                <a:lnTo>
                  <a:pt x="7639" y="1113"/>
                </a:lnTo>
                <a:lnTo>
                  <a:pt x="7618" y="1071"/>
                </a:lnTo>
                <a:lnTo>
                  <a:pt x="7553" y="1071"/>
                </a:lnTo>
                <a:lnTo>
                  <a:pt x="7468" y="1071"/>
                </a:lnTo>
                <a:lnTo>
                  <a:pt x="7382" y="1092"/>
                </a:lnTo>
                <a:lnTo>
                  <a:pt x="7318" y="1113"/>
                </a:lnTo>
                <a:lnTo>
                  <a:pt x="7254" y="1178"/>
                </a:lnTo>
                <a:lnTo>
                  <a:pt x="7211" y="1242"/>
                </a:lnTo>
                <a:lnTo>
                  <a:pt x="7211" y="1242"/>
                </a:lnTo>
                <a:lnTo>
                  <a:pt x="7211" y="1306"/>
                </a:lnTo>
                <a:lnTo>
                  <a:pt x="7254" y="1349"/>
                </a:lnTo>
                <a:lnTo>
                  <a:pt x="7318" y="1349"/>
                </a:lnTo>
                <a:lnTo>
                  <a:pt x="7382" y="1327"/>
                </a:lnTo>
                <a:lnTo>
                  <a:pt x="7532" y="1242"/>
                </a:lnTo>
                <a:lnTo>
                  <a:pt x="7596" y="1199"/>
                </a:lnTo>
                <a:lnTo>
                  <a:pt x="7639" y="1156"/>
                </a:lnTo>
                <a:lnTo>
                  <a:pt x="7639" y="1156"/>
                </a:lnTo>
                <a:close/>
                <a:moveTo>
                  <a:pt x="6077" y="1456"/>
                </a:moveTo>
                <a:lnTo>
                  <a:pt x="6077" y="1456"/>
                </a:lnTo>
                <a:lnTo>
                  <a:pt x="6098" y="1477"/>
                </a:lnTo>
                <a:lnTo>
                  <a:pt x="6120" y="1499"/>
                </a:lnTo>
                <a:lnTo>
                  <a:pt x="6227" y="1520"/>
                </a:lnTo>
                <a:lnTo>
                  <a:pt x="6355" y="1499"/>
                </a:lnTo>
                <a:lnTo>
                  <a:pt x="6505" y="1456"/>
                </a:lnTo>
                <a:lnTo>
                  <a:pt x="6633" y="1370"/>
                </a:lnTo>
                <a:lnTo>
                  <a:pt x="6740" y="1306"/>
                </a:lnTo>
                <a:lnTo>
                  <a:pt x="6826" y="1220"/>
                </a:lnTo>
                <a:lnTo>
                  <a:pt x="6826" y="1199"/>
                </a:lnTo>
                <a:lnTo>
                  <a:pt x="6826" y="1156"/>
                </a:lnTo>
                <a:lnTo>
                  <a:pt x="6826" y="1156"/>
                </a:lnTo>
                <a:lnTo>
                  <a:pt x="6805" y="1135"/>
                </a:lnTo>
                <a:lnTo>
                  <a:pt x="6762" y="1113"/>
                </a:lnTo>
                <a:lnTo>
                  <a:pt x="6655" y="1113"/>
                </a:lnTo>
                <a:lnTo>
                  <a:pt x="6526" y="1156"/>
                </a:lnTo>
                <a:lnTo>
                  <a:pt x="6398" y="1199"/>
                </a:lnTo>
                <a:lnTo>
                  <a:pt x="6270" y="1242"/>
                </a:lnTo>
                <a:lnTo>
                  <a:pt x="6163" y="1327"/>
                </a:lnTo>
                <a:lnTo>
                  <a:pt x="6098" y="1392"/>
                </a:lnTo>
                <a:lnTo>
                  <a:pt x="6077" y="1413"/>
                </a:lnTo>
                <a:lnTo>
                  <a:pt x="6077" y="1456"/>
                </a:lnTo>
                <a:lnTo>
                  <a:pt x="6077" y="1456"/>
                </a:lnTo>
                <a:close/>
                <a:moveTo>
                  <a:pt x="3595" y="4280"/>
                </a:moveTo>
                <a:lnTo>
                  <a:pt x="3595" y="4280"/>
                </a:lnTo>
                <a:lnTo>
                  <a:pt x="3638" y="4344"/>
                </a:lnTo>
                <a:lnTo>
                  <a:pt x="3659" y="4366"/>
                </a:lnTo>
                <a:lnTo>
                  <a:pt x="3702" y="4366"/>
                </a:lnTo>
                <a:lnTo>
                  <a:pt x="3724" y="4344"/>
                </a:lnTo>
                <a:lnTo>
                  <a:pt x="3766" y="4280"/>
                </a:lnTo>
                <a:lnTo>
                  <a:pt x="3809" y="4173"/>
                </a:lnTo>
                <a:lnTo>
                  <a:pt x="3873" y="4087"/>
                </a:lnTo>
                <a:lnTo>
                  <a:pt x="3938" y="4023"/>
                </a:lnTo>
                <a:lnTo>
                  <a:pt x="3959" y="4023"/>
                </a:lnTo>
                <a:lnTo>
                  <a:pt x="4023" y="4023"/>
                </a:lnTo>
                <a:lnTo>
                  <a:pt x="4066" y="4066"/>
                </a:lnTo>
                <a:lnTo>
                  <a:pt x="4130" y="4109"/>
                </a:lnTo>
                <a:lnTo>
                  <a:pt x="4130" y="4109"/>
                </a:lnTo>
                <a:lnTo>
                  <a:pt x="4216" y="4259"/>
                </a:lnTo>
                <a:lnTo>
                  <a:pt x="4344" y="4451"/>
                </a:lnTo>
                <a:lnTo>
                  <a:pt x="4408" y="4537"/>
                </a:lnTo>
                <a:lnTo>
                  <a:pt x="4494" y="4601"/>
                </a:lnTo>
                <a:lnTo>
                  <a:pt x="4558" y="4622"/>
                </a:lnTo>
                <a:lnTo>
                  <a:pt x="4601" y="4622"/>
                </a:lnTo>
                <a:lnTo>
                  <a:pt x="4622" y="4580"/>
                </a:lnTo>
                <a:lnTo>
                  <a:pt x="4622" y="4580"/>
                </a:lnTo>
                <a:lnTo>
                  <a:pt x="4644" y="4558"/>
                </a:lnTo>
                <a:lnTo>
                  <a:pt x="4644" y="4515"/>
                </a:lnTo>
                <a:lnTo>
                  <a:pt x="4644" y="4430"/>
                </a:lnTo>
                <a:lnTo>
                  <a:pt x="4579" y="4323"/>
                </a:lnTo>
                <a:lnTo>
                  <a:pt x="4515" y="4216"/>
                </a:lnTo>
                <a:lnTo>
                  <a:pt x="4365" y="4023"/>
                </a:lnTo>
                <a:lnTo>
                  <a:pt x="4301" y="3938"/>
                </a:lnTo>
                <a:lnTo>
                  <a:pt x="4301" y="3938"/>
                </a:lnTo>
                <a:lnTo>
                  <a:pt x="4408" y="3895"/>
                </a:lnTo>
                <a:lnTo>
                  <a:pt x="4515" y="3852"/>
                </a:lnTo>
                <a:lnTo>
                  <a:pt x="4601" y="3788"/>
                </a:lnTo>
                <a:lnTo>
                  <a:pt x="4686" y="3724"/>
                </a:lnTo>
                <a:lnTo>
                  <a:pt x="4751" y="3638"/>
                </a:lnTo>
                <a:lnTo>
                  <a:pt x="4793" y="3531"/>
                </a:lnTo>
                <a:lnTo>
                  <a:pt x="4815" y="3424"/>
                </a:lnTo>
                <a:lnTo>
                  <a:pt x="4793" y="3317"/>
                </a:lnTo>
                <a:lnTo>
                  <a:pt x="4793" y="3317"/>
                </a:lnTo>
                <a:lnTo>
                  <a:pt x="4729" y="3210"/>
                </a:lnTo>
                <a:lnTo>
                  <a:pt x="4644" y="3125"/>
                </a:lnTo>
                <a:lnTo>
                  <a:pt x="4537" y="3060"/>
                </a:lnTo>
                <a:lnTo>
                  <a:pt x="4408" y="3039"/>
                </a:lnTo>
                <a:lnTo>
                  <a:pt x="4280" y="3018"/>
                </a:lnTo>
                <a:lnTo>
                  <a:pt x="4151" y="2996"/>
                </a:lnTo>
                <a:lnTo>
                  <a:pt x="3895" y="3018"/>
                </a:lnTo>
                <a:lnTo>
                  <a:pt x="3895" y="3018"/>
                </a:lnTo>
                <a:lnTo>
                  <a:pt x="3788" y="3039"/>
                </a:lnTo>
                <a:lnTo>
                  <a:pt x="3702" y="3060"/>
                </a:lnTo>
                <a:lnTo>
                  <a:pt x="3659" y="3125"/>
                </a:lnTo>
                <a:lnTo>
                  <a:pt x="3617" y="3189"/>
                </a:lnTo>
                <a:lnTo>
                  <a:pt x="3617" y="3253"/>
                </a:lnTo>
                <a:lnTo>
                  <a:pt x="3617" y="3360"/>
                </a:lnTo>
                <a:lnTo>
                  <a:pt x="3617" y="3574"/>
                </a:lnTo>
                <a:lnTo>
                  <a:pt x="3617" y="3574"/>
                </a:lnTo>
                <a:lnTo>
                  <a:pt x="3574" y="3938"/>
                </a:lnTo>
                <a:lnTo>
                  <a:pt x="3552" y="4130"/>
                </a:lnTo>
                <a:lnTo>
                  <a:pt x="3574" y="4216"/>
                </a:lnTo>
                <a:lnTo>
                  <a:pt x="3595" y="4280"/>
                </a:lnTo>
                <a:lnTo>
                  <a:pt x="3595" y="4280"/>
                </a:lnTo>
                <a:close/>
                <a:moveTo>
                  <a:pt x="3809" y="3339"/>
                </a:moveTo>
                <a:lnTo>
                  <a:pt x="3809" y="3339"/>
                </a:lnTo>
                <a:lnTo>
                  <a:pt x="3873" y="3296"/>
                </a:lnTo>
                <a:lnTo>
                  <a:pt x="3959" y="3274"/>
                </a:lnTo>
                <a:lnTo>
                  <a:pt x="4087" y="3253"/>
                </a:lnTo>
                <a:lnTo>
                  <a:pt x="4216" y="3274"/>
                </a:lnTo>
                <a:lnTo>
                  <a:pt x="4344" y="3274"/>
                </a:lnTo>
                <a:lnTo>
                  <a:pt x="4451" y="3317"/>
                </a:lnTo>
                <a:lnTo>
                  <a:pt x="4537" y="3360"/>
                </a:lnTo>
                <a:lnTo>
                  <a:pt x="4558" y="3424"/>
                </a:lnTo>
                <a:lnTo>
                  <a:pt x="4558" y="3424"/>
                </a:lnTo>
                <a:lnTo>
                  <a:pt x="4558" y="3488"/>
                </a:lnTo>
                <a:lnTo>
                  <a:pt x="4515" y="3553"/>
                </a:lnTo>
                <a:lnTo>
                  <a:pt x="4451" y="3617"/>
                </a:lnTo>
                <a:lnTo>
                  <a:pt x="4365" y="3660"/>
                </a:lnTo>
                <a:lnTo>
                  <a:pt x="4173" y="3702"/>
                </a:lnTo>
                <a:lnTo>
                  <a:pt x="4023" y="3745"/>
                </a:lnTo>
                <a:lnTo>
                  <a:pt x="4023" y="3745"/>
                </a:lnTo>
                <a:lnTo>
                  <a:pt x="3916" y="3745"/>
                </a:lnTo>
                <a:lnTo>
                  <a:pt x="3873" y="3724"/>
                </a:lnTo>
                <a:lnTo>
                  <a:pt x="3873" y="3681"/>
                </a:lnTo>
                <a:lnTo>
                  <a:pt x="3852" y="3595"/>
                </a:lnTo>
                <a:lnTo>
                  <a:pt x="3852" y="3595"/>
                </a:lnTo>
                <a:lnTo>
                  <a:pt x="3809" y="3467"/>
                </a:lnTo>
                <a:lnTo>
                  <a:pt x="3809" y="3381"/>
                </a:lnTo>
                <a:lnTo>
                  <a:pt x="3809" y="3339"/>
                </a:lnTo>
                <a:lnTo>
                  <a:pt x="3809" y="3339"/>
                </a:lnTo>
                <a:close/>
                <a:moveTo>
                  <a:pt x="5542" y="4430"/>
                </a:moveTo>
                <a:lnTo>
                  <a:pt x="5542" y="4430"/>
                </a:lnTo>
                <a:lnTo>
                  <a:pt x="5414" y="4430"/>
                </a:lnTo>
                <a:lnTo>
                  <a:pt x="5414" y="4430"/>
                </a:lnTo>
                <a:lnTo>
                  <a:pt x="5350" y="4451"/>
                </a:lnTo>
                <a:lnTo>
                  <a:pt x="5307" y="4451"/>
                </a:lnTo>
                <a:lnTo>
                  <a:pt x="5285" y="4473"/>
                </a:lnTo>
                <a:lnTo>
                  <a:pt x="5285" y="4558"/>
                </a:lnTo>
                <a:lnTo>
                  <a:pt x="5285" y="4558"/>
                </a:lnTo>
                <a:lnTo>
                  <a:pt x="5328" y="4622"/>
                </a:lnTo>
                <a:lnTo>
                  <a:pt x="5414" y="4665"/>
                </a:lnTo>
                <a:lnTo>
                  <a:pt x="5499" y="4687"/>
                </a:lnTo>
                <a:lnTo>
                  <a:pt x="5606" y="4708"/>
                </a:lnTo>
                <a:lnTo>
                  <a:pt x="5713" y="4708"/>
                </a:lnTo>
                <a:lnTo>
                  <a:pt x="5799" y="4708"/>
                </a:lnTo>
                <a:lnTo>
                  <a:pt x="5885" y="4665"/>
                </a:lnTo>
                <a:lnTo>
                  <a:pt x="5927" y="4601"/>
                </a:lnTo>
                <a:lnTo>
                  <a:pt x="5927" y="4601"/>
                </a:lnTo>
                <a:lnTo>
                  <a:pt x="5927" y="4537"/>
                </a:lnTo>
                <a:lnTo>
                  <a:pt x="5906" y="4515"/>
                </a:lnTo>
                <a:lnTo>
                  <a:pt x="5863" y="4494"/>
                </a:lnTo>
                <a:lnTo>
                  <a:pt x="5842" y="4473"/>
                </a:lnTo>
                <a:lnTo>
                  <a:pt x="5842" y="4473"/>
                </a:lnTo>
                <a:lnTo>
                  <a:pt x="5820" y="4344"/>
                </a:lnTo>
                <a:lnTo>
                  <a:pt x="5820" y="4216"/>
                </a:lnTo>
                <a:lnTo>
                  <a:pt x="5820" y="4216"/>
                </a:lnTo>
                <a:lnTo>
                  <a:pt x="5885" y="3767"/>
                </a:lnTo>
                <a:lnTo>
                  <a:pt x="5885" y="3531"/>
                </a:lnTo>
                <a:lnTo>
                  <a:pt x="5885" y="3317"/>
                </a:lnTo>
                <a:lnTo>
                  <a:pt x="5885" y="3317"/>
                </a:lnTo>
                <a:lnTo>
                  <a:pt x="5992" y="3296"/>
                </a:lnTo>
                <a:lnTo>
                  <a:pt x="6056" y="3274"/>
                </a:lnTo>
                <a:lnTo>
                  <a:pt x="6077" y="3232"/>
                </a:lnTo>
                <a:lnTo>
                  <a:pt x="6077" y="3232"/>
                </a:lnTo>
                <a:lnTo>
                  <a:pt x="6077" y="3167"/>
                </a:lnTo>
                <a:lnTo>
                  <a:pt x="6034" y="3125"/>
                </a:lnTo>
                <a:lnTo>
                  <a:pt x="5949" y="3082"/>
                </a:lnTo>
                <a:lnTo>
                  <a:pt x="5863" y="3039"/>
                </a:lnTo>
                <a:lnTo>
                  <a:pt x="5756" y="3018"/>
                </a:lnTo>
                <a:lnTo>
                  <a:pt x="5671" y="2996"/>
                </a:lnTo>
                <a:lnTo>
                  <a:pt x="5585" y="3018"/>
                </a:lnTo>
                <a:lnTo>
                  <a:pt x="5521" y="3039"/>
                </a:lnTo>
                <a:lnTo>
                  <a:pt x="5521" y="3039"/>
                </a:lnTo>
                <a:lnTo>
                  <a:pt x="5478" y="3082"/>
                </a:lnTo>
                <a:lnTo>
                  <a:pt x="5499" y="3146"/>
                </a:lnTo>
                <a:lnTo>
                  <a:pt x="5585" y="3232"/>
                </a:lnTo>
                <a:lnTo>
                  <a:pt x="5585" y="3232"/>
                </a:lnTo>
                <a:lnTo>
                  <a:pt x="5606" y="3274"/>
                </a:lnTo>
                <a:lnTo>
                  <a:pt x="5628" y="3296"/>
                </a:lnTo>
                <a:lnTo>
                  <a:pt x="5649" y="3274"/>
                </a:lnTo>
                <a:lnTo>
                  <a:pt x="5649" y="3274"/>
                </a:lnTo>
                <a:lnTo>
                  <a:pt x="5649" y="3274"/>
                </a:lnTo>
                <a:lnTo>
                  <a:pt x="5692" y="3403"/>
                </a:lnTo>
                <a:lnTo>
                  <a:pt x="5692" y="3403"/>
                </a:lnTo>
                <a:lnTo>
                  <a:pt x="5692" y="3595"/>
                </a:lnTo>
                <a:lnTo>
                  <a:pt x="5671" y="3852"/>
                </a:lnTo>
                <a:lnTo>
                  <a:pt x="5628" y="4087"/>
                </a:lnTo>
                <a:lnTo>
                  <a:pt x="5585" y="4259"/>
                </a:lnTo>
                <a:lnTo>
                  <a:pt x="5585" y="4259"/>
                </a:lnTo>
                <a:lnTo>
                  <a:pt x="5542" y="4430"/>
                </a:lnTo>
                <a:lnTo>
                  <a:pt x="5542" y="4430"/>
                </a:lnTo>
                <a:close/>
                <a:moveTo>
                  <a:pt x="6805" y="4537"/>
                </a:moveTo>
                <a:lnTo>
                  <a:pt x="6805" y="4537"/>
                </a:lnTo>
                <a:lnTo>
                  <a:pt x="6826" y="4622"/>
                </a:lnTo>
                <a:lnTo>
                  <a:pt x="6847" y="4708"/>
                </a:lnTo>
                <a:lnTo>
                  <a:pt x="6890" y="4729"/>
                </a:lnTo>
                <a:lnTo>
                  <a:pt x="6933" y="4729"/>
                </a:lnTo>
                <a:lnTo>
                  <a:pt x="6976" y="4708"/>
                </a:lnTo>
                <a:lnTo>
                  <a:pt x="7019" y="4687"/>
                </a:lnTo>
                <a:lnTo>
                  <a:pt x="7019" y="4687"/>
                </a:lnTo>
                <a:lnTo>
                  <a:pt x="7061" y="4644"/>
                </a:lnTo>
                <a:lnTo>
                  <a:pt x="7083" y="4580"/>
                </a:lnTo>
                <a:lnTo>
                  <a:pt x="7104" y="4451"/>
                </a:lnTo>
                <a:lnTo>
                  <a:pt x="7083" y="4194"/>
                </a:lnTo>
                <a:lnTo>
                  <a:pt x="7083" y="4194"/>
                </a:lnTo>
                <a:lnTo>
                  <a:pt x="7168" y="4194"/>
                </a:lnTo>
                <a:lnTo>
                  <a:pt x="7339" y="4173"/>
                </a:lnTo>
                <a:lnTo>
                  <a:pt x="7511" y="4130"/>
                </a:lnTo>
                <a:lnTo>
                  <a:pt x="7639" y="4066"/>
                </a:lnTo>
                <a:lnTo>
                  <a:pt x="7639" y="4066"/>
                </a:lnTo>
                <a:lnTo>
                  <a:pt x="7767" y="3981"/>
                </a:lnTo>
                <a:lnTo>
                  <a:pt x="7810" y="3916"/>
                </a:lnTo>
                <a:lnTo>
                  <a:pt x="7853" y="3852"/>
                </a:lnTo>
                <a:lnTo>
                  <a:pt x="7874" y="3788"/>
                </a:lnTo>
                <a:lnTo>
                  <a:pt x="7874" y="3702"/>
                </a:lnTo>
                <a:lnTo>
                  <a:pt x="7874" y="3617"/>
                </a:lnTo>
                <a:lnTo>
                  <a:pt x="7853" y="3531"/>
                </a:lnTo>
                <a:lnTo>
                  <a:pt x="7853" y="3531"/>
                </a:lnTo>
                <a:lnTo>
                  <a:pt x="7789" y="3403"/>
                </a:lnTo>
                <a:lnTo>
                  <a:pt x="7682" y="3274"/>
                </a:lnTo>
                <a:lnTo>
                  <a:pt x="7532" y="3189"/>
                </a:lnTo>
                <a:lnTo>
                  <a:pt x="7382" y="3103"/>
                </a:lnTo>
                <a:lnTo>
                  <a:pt x="7211" y="3082"/>
                </a:lnTo>
                <a:lnTo>
                  <a:pt x="7147" y="3082"/>
                </a:lnTo>
                <a:lnTo>
                  <a:pt x="7083" y="3103"/>
                </a:lnTo>
                <a:lnTo>
                  <a:pt x="7019" y="3125"/>
                </a:lnTo>
                <a:lnTo>
                  <a:pt x="6954" y="3167"/>
                </a:lnTo>
                <a:lnTo>
                  <a:pt x="6912" y="3232"/>
                </a:lnTo>
                <a:lnTo>
                  <a:pt x="6869" y="3317"/>
                </a:lnTo>
                <a:lnTo>
                  <a:pt x="6869" y="3317"/>
                </a:lnTo>
                <a:lnTo>
                  <a:pt x="6847" y="3510"/>
                </a:lnTo>
                <a:lnTo>
                  <a:pt x="6826" y="3702"/>
                </a:lnTo>
                <a:lnTo>
                  <a:pt x="6826" y="4087"/>
                </a:lnTo>
                <a:lnTo>
                  <a:pt x="6826" y="4087"/>
                </a:lnTo>
                <a:lnTo>
                  <a:pt x="6805" y="4301"/>
                </a:lnTo>
                <a:lnTo>
                  <a:pt x="6805" y="4537"/>
                </a:lnTo>
                <a:lnTo>
                  <a:pt x="6805" y="4537"/>
                </a:lnTo>
                <a:close/>
                <a:moveTo>
                  <a:pt x="7168" y="3317"/>
                </a:moveTo>
                <a:lnTo>
                  <a:pt x="7168" y="3317"/>
                </a:lnTo>
                <a:lnTo>
                  <a:pt x="7361" y="3381"/>
                </a:lnTo>
                <a:lnTo>
                  <a:pt x="7468" y="3467"/>
                </a:lnTo>
                <a:lnTo>
                  <a:pt x="7553" y="3574"/>
                </a:lnTo>
                <a:lnTo>
                  <a:pt x="7575" y="3681"/>
                </a:lnTo>
                <a:lnTo>
                  <a:pt x="7553" y="3724"/>
                </a:lnTo>
                <a:lnTo>
                  <a:pt x="7532" y="3767"/>
                </a:lnTo>
                <a:lnTo>
                  <a:pt x="7489" y="3809"/>
                </a:lnTo>
                <a:lnTo>
                  <a:pt x="7446" y="3852"/>
                </a:lnTo>
                <a:lnTo>
                  <a:pt x="7318" y="3916"/>
                </a:lnTo>
                <a:lnTo>
                  <a:pt x="7125" y="3938"/>
                </a:lnTo>
                <a:lnTo>
                  <a:pt x="7125" y="3938"/>
                </a:lnTo>
                <a:lnTo>
                  <a:pt x="7104" y="3895"/>
                </a:lnTo>
                <a:lnTo>
                  <a:pt x="7104" y="3831"/>
                </a:lnTo>
                <a:lnTo>
                  <a:pt x="7125" y="3638"/>
                </a:lnTo>
                <a:lnTo>
                  <a:pt x="7168" y="3424"/>
                </a:lnTo>
                <a:lnTo>
                  <a:pt x="7190" y="3339"/>
                </a:lnTo>
                <a:lnTo>
                  <a:pt x="7168" y="3317"/>
                </a:lnTo>
                <a:lnTo>
                  <a:pt x="7168" y="3317"/>
                </a:lnTo>
                <a:close/>
                <a:moveTo>
                  <a:pt x="4729" y="4430"/>
                </a:moveTo>
                <a:lnTo>
                  <a:pt x="4729" y="4430"/>
                </a:lnTo>
                <a:lnTo>
                  <a:pt x="4729" y="4473"/>
                </a:lnTo>
                <a:lnTo>
                  <a:pt x="4751" y="4515"/>
                </a:lnTo>
                <a:lnTo>
                  <a:pt x="4793" y="4537"/>
                </a:lnTo>
                <a:lnTo>
                  <a:pt x="4836" y="4537"/>
                </a:lnTo>
                <a:lnTo>
                  <a:pt x="4900" y="4515"/>
                </a:lnTo>
                <a:lnTo>
                  <a:pt x="4922" y="4494"/>
                </a:lnTo>
                <a:lnTo>
                  <a:pt x="4943" y="4451"/>
                </a:lnTo>
                <a:lnTo>
                  <a:pt x="4943" y="4408"/>
                </a:lnTo>
                <a:lnTo>
                  <a:pt x="4943" y="4408"/>
                </a:lnTo>
                <a:lnTo>
                  <a:pt x="4943" y="4366"/>
                </a:lnTo>
                <a:lnTo>
                  <a:pt x="4900" y="4323"/>
                </a:lnTo>
                <a:lnTo>
                  <a:pt x="4858" y="4323"/>
                </a:lnTo>
                <a:lnTo>
                  <a:pt x="4836" y="4323"/>
                </a:lnTo>
                <a:lnTo>
                  <a:pt x="4793" y="4323"/>
                </a:lnTo>
                <a:lnTo>
                  <a:pt x="4751" y="4344"/>
                </a:lnTo>
                <a:lnTo>
                  <a:pt x="4729" y="4387"/>
                </a:lnTo>
                <a:lnTo>
                  <a:pt x="4729" y="4430"/>
                </a:lnTo>
                <a:lnTo>
                  <a:pt x="4729" y="4430"/>
                </a:lnTo>
                <a:close/>
                <a:moveTo>
                  <a:pt x="6013" y="4537"/>
                </a:moveTo>
                <a:lnTo>
                  <a:pt x="6013" y="4537"/>
                </a:lnTo>
                <a:lnTo>
                  <a:pt x="6013" y="4601"/>
                </a:lnTo>
                <a:lnTo>
                  <a:pt x="6034" y="4622"/>
                </a:lnTo>
                <a:lnTo>
                  <a:pt x="6077" y="4644"/>
                </a:lnTo>
                <a:lnTo>
                  <a:pt x="6141" y="4644"/>
                </a:lnTo>
                <a:lnTo>
                  <a:pt x="6184" y="4622"/>
                </a:lnTo>
                <a:lnTo>
                  <a:pt x="6205" y="4601"/>
                </a:lnTo>
                <a:lnTo>
                  <a:pt x="6227" y="4558"/>
                </a:lnTo>
                <a:lnTo>
                  <a:pt x="6227" y="4515"/>
                </a:lnTo>
                <a:lnTo>
                  <a:pt x="6227" y="4515"/>
                </a:lnTo>
                <a:lnTo>
                  <a:pt x="6205" y="4473"/>
                </a:lnTo>
                <a:lnTo>
                  <a:pt x="6184" y="4451"/>
                </a:lnTo>
                <a:lnTo>
                  <a:pt x="6141" y="4430"/>
                </a:lnTo>
                <a:lnTo>
                  <a:pt x="6098" y="4430"/>
                </a:lnTo>
                <a:lnTo>
                  <a:pt x="6034" y="4473"/>
                </a:lnTo>
                <a:lnTo>
                  <a:pt x="6013" y="4494"/>
                </a:lnTo>
                <a:lnTo>
                  <a:pt x="6013" y="4537"/>
                </a:lnTo>
                <a:lnTo>
                  <a:pt x="6013" y="4537"/>
                </a:lnTo>
                <a:close/>
                <a:moveTo>
                  <a:pt x="7553" y="4687"/>
                </a:moveTo>
                <a:lnTo>
                  <a:pt x="7553" y="4687"/>
                </a:lnTo>
                <a:lnTo>
                  <a:pt x="7532" y="4644"/>
                </a:lnTo>
                <a:lnTo>
                  <a:pt x="7511" y="4622"/>
                </a:lnTo>
                <a:lnTo>
                  <a:pt x="7425" y="4601"/>
                </a:lnTo>
                <a:lnTo>
                  <a:pt x="7382" y="4601"/>
                </a:lnTo>
                <a:lnTo>
                  <a:pt x="7339" y="4622"/>
                </a:lnTo>
                <a:lnTo>
                  <a:pt x="7318" y="4665"/>
                </a:lnTo>
                <a:lnTo>
                  <a:pt x="7318" y="4708"/>
                </a:lnTo>
                <a:lnTo>
                  <a:pt x="7318" y="4708"/>
                </a:lnTo>
                <a:lnTo>
                  <a:pt x="7339" y="4751"/>
                </a:lnTo>
                <a:lnTo>
                  <a:pt x="7361" y="4772"/>
                </a:lnTo>
                <a:lnTo>
                  <a:pt x="7446" y="4794"/>
                </a:lnTo>
                <a:lnTo>
                  <a:pt x="7489" y="4794"/>
                </a:lnTo>
                <a:lnTo>
                  <a:pt x="7511" y="4772"/>
                </a:lnTo>
                <a:lnTo>
                  <a:pt x="7532" y="4729"/>
                </a:lnTo>
                <a:lnTo>
                  <a:pt x="7553" y="4687"/>
                </a:lnTo>
                <a:lnTo>
                  <a:pt x="7553" y="4687"/>
                </a:lnTo>
                <a:close/>
                <a:moveTo>
                  <a:pt x="4815" y="5350"/>
                </a:moveTo>
                <a:lnTo>
                  <a:pt x="4815" y="5350"/>
                </a:lnTo>
                <a:lnTo>
                  <a:pt x="4793" y="5328"/>
                </a:lnTo>
                <a:lnTo>
                  <a:pt x="4772" y="5307"/>
                </a:lnTo>
                <a:lnTo>
                  <a:pt x="4729" y="5243"/>
                </a:lnTo>
                <a:lnTo>
                  <a:pt x="4708" y="5179"/>
                </a:lnTo>
                <a:lnTo>
                  <a:pt x="4665" y="5114"/>
                </a:lnTo>
                <a:lnTo>
                  <a:pt x="4665" y="5114"/>
                </a:lnTo>
                <a:lnTo>
                  <a:pt x="4579" y="5093"/>
                </a:lnTo>
                <a:lnTo>
                  <a:pt x="4494" y="5093"/>
                </a:lnTo>
                <a:lnTo>
                  <a:pt x="4430" y="5136"/>
                </a:lnTo>
                <a:lnTo>
                  <a:pt x="4365" y="5200"/>
                </a:lnTo>
                <a:lnTo>
                  <a:pt x="4365" y="5200"/>
                </a:lnTo>
                <a:lnTo>
                  <a:pt x="4301" y="5307"/>
                </a:lnTo>
                <a:lnTo>
                  <a:pt x="4280" y="5371"/>
                </a:lnTo>
                <a:lnTo>
                  <a:pt x="4280" y="5414"/>
                </a:lnTo>
                <a:lnTo>
                  <a:pt x="4301" y="5435"/>
                </a:lnTo>
                <a:lnTo>
                  <a:pt x="4301" y="5435"/>
                </a:lnTo>
                <a:lnTo>
                  <a:pt x="4344" y="5457"/>
                </a:lnTo>
                <a:lnTo>
                  <a:pt x="4365" y="5457"/>
                </a:lnTo>
                <a:lnTo>
                  <a:pt x="4430" y="5414"/>
                </a:lnTo>
                <a:lnTo>
                  <a:pt x="4494" y="5350"/>
                </a:lnTo>
                <a:lnTo>
                  <a:pt x="4537" y="5307"/>
                </a:lnTo>
                <a:lnTo>
                  <a:pt x="4537" y="5307"/>
                </a:lnTo>
                <a:lnTo>
                  <a:pt x="4601" y="5435"/>
                </a:lnTo>
                <a:lnTo>
                  <a:pt x="4708" y="5564"/>
                </a:lnTo>
                <a:lnTo>
                  <a:pt x="4708" y="5564"/>
                </a:lnTo>
                <a:lnTo>
                  <a:pt x="4793" y="5607"/>
                </a:lnTo>
                <a:lnTo>
                  <a:pt x="4858" y="5607"/>
                </a:lnTo>
                <a:lnTo>
                  <a:pt x="4922" y="5585"/>
                </a:lnTo>
                <a:lnTo>
                  <a:pt x="4965" y="5564"/>
                </a:lnTo>
                <a:lnTo>
                  <a:pt x="5071" y="5478"/>
                </a:lnTo>
                <a:lnTo>
                  <a:pt x="5136" y="5457"/>
                </a:lnTo>
                <a:lnTo>
                  <a:pt x="5200" y="5435"/>
                </a:lnTo>
                <a:lnTo>
                  <a:pt x="5200" y="5435"/>
                </a:lnTo>
                <a:lnTo>
                  <a:pt x="5264" y="5457"/>
                </a:lnTo>
                <a:lnTo>
                  <a:pt x="5328" y="5478"/>
                </a:lnTo>
                <a:lnTo>
                  <a:pt x="5414" y="5564"/>
                </a:lnTo>
                <a:lnTo>
                  <a:pt x="5521" y="5671"/>
                </a:lnTo>
                <a:lnTo>
                  <a:pt x="5564" y="5714"/>
                </a:lnTo>
                <a:lnTo>
                  <a:pt x="5628" y="5714"/>
                </a:lnTo>
                <a:lnTo>
                  <a:pt x="5628" y="5714"/>
                </a:lnTo>
                <a:lnTo>
                  <a:pt x="5735" y="5714"/>
                </a:lnTo>
                <a:lnTo>
                  <a:pt x="5799" y="5671"/>
                </a:lnTo>
                <a:lnTo>
                  <a:pt x="5885" y="5628"/>
                </a:lnTo>
                <a:lnTo>
                  <a:pt x="5970" y="5607"/>
                </a:lnTo>
                <a:lnTo>
                  <a:pt x="5970" y="5607"/>
                </a:lnTo>
                <a:lnTo>
                  <a:pt x="6034" y="5607"/>
                </a:lnTo>
                <a:lnTo>
                  <a:pt x="6098" y="5607"/>
                </a:lnTo>
                <a:lnTo>
                  <a:pt x="6184" y="5607"/>
                </a:lnTo>
                <a:lnTo>
                  <a:pt x="6248" y="5607"/>
                </a:lnTo>
                <a:lnTo>
                  <a:pt x="6248" y="5607"/>
                </a:lnTo>
                <a:lnTo>
                  <a:pt x="6312" y="5564"/>
                </a:lnTo>
                <a:lnTo>
                  <a:pt x="6355" y="5542"/>
                </a:lnTo>
                <a:lnTo>
                  <a:pt x="6377" y="5500"/>
                </a:lnTo>
                <a:lnTo>
                  <a:pt x="6355" y="5435"/>
                </a:lnTo>
                <a:lnTo>
                  <a:pt x="6334" y="5393"/>
                </a:lnTo>
                <a:lnTo>
                  <a:pt x="6291" y="5371"/>
                </a:lnTo>
                <a:lnTo>
                  <a:pt x="6227" y="5328"/>
                </a:lnTo>
                <a:lnTo>
                  <a:pt x="6163" y="5307"/>
                </a:lnTo>
                <a:lnTo>
                  <a:pt x="6163" y="5307"/>
                </a:lnTo>
                <a:lnTo>
                  <a:pt x="6098" y="5307"/>
                </a:lnTo>
                <a:lnTo>
                  <a:pt x="6034" y="5328"/>
                </a:lnTo>
                <a:lnTo>
                  <a:pt x="5885" y="5393"/>
                </a:lnTo>
                <a:lnTo>
                  <a:pt x="5756" y="5435"/>
                </a:lnTo>
                <a:lnTo>
                  <a:pt x="5692" y="5435"/>
                </a:lnTo>
                <a:lnTo>
                  <a:pt x="5649" y="5435"/>
                </a:lnTo>
                <a:lnTo>
                  <a:pt x="5649" y="5435"/>
                </a:lnTo>
                <a:lnTo>
                  <a:pt x="5585" y="5393"/>
                </a:lnTo>
                <a:lnTo>
                  <a:pt x="5542" y="5371"/>
                </a:lnTo>
                <a:lnTo>
                  <a:pt x="5457" y="5286"/>
                </a:lnTo>
                <a:lnTo>
                  <a:pt x="5371" y="5221"/>
                </a:lnTo>
                <a:lnTo>
                  <a:pt x="5307" y="5200"/>
                </a:lnTo>
                <a:lnTo>
                  <a:pt x="5221" y="5200"/>
                </a:lnTo>
                <a:lnTo>
                  <a:pt x="5221" y="5200"/>
                </a:lnTo>
                <a:lnTo>
                  <a:pt x="5178" y="5200"/>
                </a:lnTo>
                <a:lnTo>
                  <a:pt x="5114" y="5221"/>
                </a:lnTo>
                <a:lnTo>
                  <a:pt x="5007" y="5264"/>
                </a:lnTo>
                <a:lnTo>
                  <a:pt x="4922" y="5328"/>
                </a:lnTo>
                <a:lnTo>
                  <a:pt x="4858" y="5350"/>
                </a:lnTo>
                <a:lnTo>
                  <a:pt x="4815" y="5350"/>
                </a:lnTo>
                <a:lnTo>
                  <a:pt x="4815" y="5350"/>
                </a:lnTo>
                <a:close/>
                <a:moveTo>
                  <a:pt x="4237" y="5970"/>
                </a:moveTo>
                <a:lnTo>
                  <a:pt x="4237" y="5970"/>
                </a:lnTo>
                <a:lnTo>
                  <a:pt x="4130" y="5949"/>
                </a:lnTo>
                <a:lnTo>
                  <a:pt x="3959" y="5949"/>
                </a:lnTo>
                <a:lnTo>
                  <a:pt x="3895" y="5949"/>
                </a:lnTo>
                <a:lnTo>
                  <a:pt x="3831" y="5970"/>
                </a:lnTo>
                <a:lnTo>
                  <a:pt x="3809" y="5992"/>
                </a:lnTo>
                <a:lnTo>
                  <a:pt x="3809" y="6056"/>
                </a:lnTo>
                <a:lnTo>
                  <a:pt x="3809" y="6056"/>
                </a:lnTo>
                <a:lnTo>
                  <a:pt x="3831" y="6077"/>
                </a:lnTo>
                <a:lnTo>
                  <a:pt x="3852" y="6120"/>
                </a:lnTo>
                <a:lnTo>
                  <a:pt x="3980" y="6163"/>
                </a:lnTo>
                <a:lnTo>
                  <a:pt x="4151" y="6206"/>
                </a:lnTo>
                <a:lnTo>
                  <a:pt x="4344" y="6227"/>
                </a:lnTo>
                <a:lnTo>
                  <a:pt x="4515" y="6227"/>
                </a:lnTo>
                <a:lnTo>
                  <a:pt x="4665" y="6227"/>
                </a:lnTo>
                <a:lnTo>
                  <a:pt x="4751" y="6184"/>
                </a:lnTo>
                <a:lnTo>
                  <a:pt x="4772" y="6141"/>
                </a:lnTo>
                <a:lnTo>
                  <a:pt x="4772" y="6099"/>
                </a:lnTo>
                <a:lnTo>
                  <a:pt x="4772" y="6099"/>
                </a:lnTo>
                <a:lnTo>
                  <a:pt x="4751" y="6056"/>
                </a:lnTo>
                <a:lnTo>
                  <a:pt x="4686" y="6035"/>
                </a:lnTo>
                <a:lnTo>
                  <a:pt x="4537" y="5992"/>
                </a:lnTo>
                <a:lnTo>
                  <a:pt x="4237" y="5970"/>
                </a:lnTo>
                <a:lnTo>
                  <a:pt x="4237" y="5970"/>
                </a:lnTo>
                <a:close/>
                <a:moveTo>
                  <a:pt x="7939" y="6056"/>
                </a:moveTo>
                <a:lnTo>
                  <a:pt x="7939" y="6056"/>
                </a:lnTo>
                <a:lnTo>
                  <a:pt x="7917" y="6035"/>
                </a:lnTo>
                <a:lnTo>
                  <a:pt x="7853" y="6013"/>
                </a:lnTo>
                <a:lnTo>
                  <a:pt x="7703" y="6035"/>
                </a:lnTo>
                <a:lnTo>
                  <a:pt x="7575" y="6099"/>
                </a:lnTo>
                <a:lnTo>
                  <a:pt x="7532" y="6141"/>
                </a:lnTo>
                <a:lnTo>
                  <a:pt x="7511" y="6163"/>
                </a:lnTo>
                <a:lnTo>
                  <a:pt x="7511" y="6163"/>
                </a:lnTo>
                <a:lnTo>
                  <a:pt x="7532" y="6206"/>
                </a:lnTo>
                <a:lnTo>
                  <a:pt x="7575" y="6227"/>
                </a:lnTo>
                <a:lnTo>
                  <a:pt x="7660" y="6227"/>
                </a:lnTo>
                <a:lnTo>
                  <a:pt x="7746" y="6227"/>
                </a:lnTo>
                <a:lnTo>
                  <a:pt x="7832" y="6206"/>
                </a:lnTo>
                <a:lnTo>
                  <a:pt x="7917" y="6163"/>
                </a:lnTo>
                <a:lnTo>
                  <a:pt x="7939" y="6120"/>
                </a:lnTo>
                <a:lnTo>
                  <a:pt x="7939" y="6056"/>
                </a:lnTo>
                <a:lnTo>
                  <a:pt x="7939" y="6056"/>
                </a:lnTo>
                <a:close/>
                <a:moveTo>
                  <a:pt x="5457" y="6120"/>
                </a:moveTo>
                <a:lnTo>
                  <a:pt x="5457" y="6120"/>
                </a:lnTo>
                <a:lnTo>
                  <a:pt x="5414" y="6163"/>
                </a:lnTo>
                <a:lnTo>
                  <a:pt x="5414" y="6184"/>
                </a:lnTo>
                <a:lnTo>
                  <a:pt x="5435" y="6206"/>
                </a:lnTo>
                <a:lnTo>
                  <a:pt x="5478" y="6248"/>
                </a:lnTo>
                <a:lnTo>
                  <a:pt x="5564" y="6270"/>
                </a:lnTo>
                <a:lnTo>
                  <a:pt x="5756" y="6313"/>
                </a:lnTo>
                <a:lnTo>
                  <a:pt x="5863" y="6334"/>
                </a:lnTo>
                <a:lnTo>
                  <a:pt x="5863" y="6334"/>
                </a:lnTo>
                <a:lnTo>
                  <a:pt x="6227" y="6355"/>
                </a:lnTo>
                <a:lnTo>
                  <a:pt x="6441" y="6355"/>
                </a:lnTo>
                <a:lnTo>
                  <a:pt x="6505" y="6355"/>
                </a:lnTo>
                <a:lnTo>
                  <a:pt x="6548" y="6334"/>
                </a:lnTo>
                <a:lnTo>
                  <a:pt x="6548" y="6334"/>
                </a:lnTo>
                <a:lnTo>
                  <a:pt x="6419" y="6248"/>
                </a:lnTo>
                <a:lnTo>
                  <a:pt x="6270" y="6206"/>
                </a:lnTo>
                <a:lnTo>
                  <a:pt x="5970" y="6163"/>
                </a:lnTo>
                <a:lnTo>
                  <a:pt x="5970" y="6163"/>
                </a:lnTo>
                <a:lnTo>
                  <a:pt x="5713" y="6120"/>
                </a:lnTo>
                <a:lnTo>
                  <a:pt x="5564" y="6099"/>
                </a:lnTo>
                <a:lnTo>
                  <a:pt x="5499" y="6099"/>
                </a:lnTo>
                <a:lnTo>
                  <a:pt x="5457" y="6120"/>
                </a:lnTo>
                <a:lnTo>
                  <a:pt x="5457" y="6120"/>
                </a:lnTo>
                <a:close/>
                <a:moveTo>
                  <a:pt x="5200" y="7853"/>
                </a:moveTo>
                <a:lnTo>
                  <a:pt x="5200" y="7853"/>
                </a:lnTo>
                <a:lnTo>
                  <a:pt x="5114" y="7875"/>
                </a:lnTo>
                <a:lnTo>
                  <a:pt x="5093" y="7875"/>
                </a:lnTo>
                <a:lnTo>
                  <a:pt x="5093" y="7853"/>
                </a:lnTo>
                <a:lnTo>
                  <a:pt x="5178" y="7682"/>
                </a:lnTo>
                <a:lnTo>
                  <a:pt x="5178" y="7682"/>
                </a:lnTo>
                <a:lnTo>
                  <a:pt x="5221" y="7596"/>
                </a:lnTo>
                <a:lnTo>
                  <a:pt x="5264" y="7489"/>
                </a:lnTo>
                <a:lnTo>
                  <a:pt x="5264" y="7447"/>
                </a:lnTo>
                <a:lnTo>
                  <a:pt x="5264" y="7425"/>
                </a:lnTo>
                <a:lnTo>
                  <a:pt x="5243" y="7382"/>
                </a:lnTo>
                <a:lnTo>
                  <a:pt x="5178" y="7361"/>
                </a:lnTo>
                <a:lnTo>
                  <a:pt x="5178" y="7361"/>
                </a:lnTo>
                <a:lnTo>
                  <a:pt x="5093" y="7382"/>
                </a:lnTo>
                <a:lnTo>
                  <a:pt x="4986" y="7425"/>
                </a:lnTo>
                <a:lnTo>
                  <a:pt x="4879" y="7489"/>
                </a:lnTo>
                <a:lnTo>
                  <a:pt x="4751" y="7575"/>
                </a:lnTo>
                <a:lnTo>
                  <a:pt x="4558" y="7789"/>
                </a:lnTo>
                <a:lnTo>
                  <a:pt x="4430" y="7939"/>
                </a:lnTo>
                <a:lnTo>
                  <a:pt x="4430" y="7939"/>
                </a:lnTo>
                <a:lnTo>
                  <a:pt x="4430" y="7703"/>
                </a:lnTo>
                <a:lnTo>
                  <a:pt x="4451" y="7361"/>
                </a:lnTo>
                <a:lnTo>
                  <a:pt x="4430" y="7211"/>
                </a:lnTo>
                <a:lnTo>
                  <a:pt x="4387" y="7061"/>
                </a:lnTo>
                <a:lnTo>
                  <a:pt x="4365" y="7019"/>
                </a:lnTo>
                <a:lnTo>
                  <a:pt x="4323" y="6997"/>
                </a:lnTo>
                <a:lnTo>
                  <a:pt x="4280" y="6976"/>
                </a:lnTo>
                <a:lnTo>
                  <a:pt x="4216" y="6976"/>
                </a:lnTo>
                <a:lnTo>
                  <a:pt x="4216" y="6976"/>
                </a:lnTo>
                <a:lnTo>
                  <a:pt x="4109" y="7019"/>
                </a:lnTo>
                <a:lnTo>
                  <a:pt x="4023" y="7083"/>
                </a:lnTo>
                <a:lnTo>
                  <a:pt x="3938" y="7190"/>
                </a:lnTo>
                <a:lnTo>
                  <a:pt x="3852" y="7318"/>
                </a:lnTo>
                <a:lnTo>
                  <a:pt x="3702" y="7554"/>
                </a:lnTo>
                <a:lnTo>
                  <a:pt x="3595" y="7746"/>
                </a:lnTo>
                <a:lnTo>
                  <a:pt x="3595" y="7746"/>
                </a:lnTo>
                <a:lnTo>
                  <a:pt x="3488" y="7960"/>
                </a:lnTo>
                <a:lnTo>
                  <a:pt x="3445" y="8067"/>
                </a:lnTo>
                <a:lnTo>
                  <a:pt x="3424" y="8110"/>
                </a:lnTo>
                <a:lnTo>
                  <a:pt x="3445" y="8174"/>
                </a:lnTo>
                <a:lnTo>
                  <a:pt x="3445" y="8174"/>
                </a:lnTo>
                <a:lnTo>
                  <a:pt x="3467" y="8217"/>
                </a:lnTo>
                <a:lnTo>
                  <a:pt x="3488" y="8238"/>
                </a:lnTo>
                <a:lnTo>
                  <a:pt x="3531" y="8238"/>
                </a:lnTo>
                <a:lnTo>
                  <a:pt x="3552" y="8238"/>
                </a:lnTo>
                <a:lnTo>
                  <a:pt x="3638" y="8195"/>
                </a:lnTo>
                <a:lnTo>
                  <a:pt x="3702" y="8110"/>
                </a:lnTo>
                <a:lnTo>
                  <a:pt x="3702" y="8110"/>
                </a:lnTo>
                <a:lnTo>
                  <a:pt x="3788" y="7960"/>
                </a:lnTo>
                <a:lnTo>
                  <a:pt x="3895" y="7746"/>
                </a:lnTo>
                <a:lnTo>
                  <a:pt x="3959" y="7639"/>
                </a:lnTo>
                <a:lnTo>
                  <a:pt x="4023" y="7554"/>
                </a:lnTo>
                <a:lnTo>
                  <a:pt x="4087" y="7489"/>
                </a:lnTo>
                <a:lnTo>
                  <a:pt x="4173" y="7468"/>
                </a:lnTo>
                <a:lnTo>
                  <a:pt x="4173" y="7468"/>
                </a:lnTo>
                <a:lnTo>
                  <a:pt x="4151" y="7554"/>
                </a:lnTo>
                <a:lnTo>
                  <a:pt x="4130" y="7661"/>
                </a:lnTo>
                <a:lnTo>
                  <a:pt x="4130" y="7768"/>
                </a:lnTo>
                <a:lnTo>
                  <a:pt x="4130" y="7896"/>
                </a:lnTo>
                <a:lnTo>
                  <a:pt x="4151" y="8003"/>
                </a:lnTo>
                <a:lnTo>
                  <a:pt x="4216" y="8110"/>
                </a:lnTo>
                <a:lnTo>
                  <a:pt x="4280" y="8174"/>
                </a:lnTo>
                <a:lnTo>
                  <a:pt x="4387" y="8195"/>
                </a:lnTo>
                <a:lnTo>
                  <a:pt x="4387" y="8195"/>
                </a:lnTo>
                <a:lnTo>
                  <a:pt x="4472" y="8153"/>
                </a:lnTo>
                <a:lnTo>
                  <a:pt x="4622" y="8046"/>
                </a:lnTo>
                <a:lnTo>
                  <a:pt x="4836" y="7875"/>
                </a:lnTo>
                <a:lnTo>
                  <a:pt x="4836" y="7875"/>
                </a:lnTo>
                <a:lnTo>
                  <a:pt x="4815" y="7960"/>
                </a:lnTo>
                <a:lnTo>
                  <a:pt x="4793" y="8067"/>
                </a:lnTo>
                <a:lnTo>
                  <a:pt x="4815" y="8195"/>
                </a:lnTo>
                <a:lnTo>
                  <a:pt x="4836" y="8238"/>
                </a:lnTo>
                <a:lnTo>
                  <a:pt x="4879" y="8260"/>
                </a:lnTo>
                <a:lnTo>
                  <a:pt x="4879" y="8260"/>
                </a:lnTo>
                <a:lnTo>
                  <a:pt x="4922" y="8281"/>
                </a:lnTo>
                <a:lnTo>
                  <a:pt x="4965" y="8260"/>
                </a:lnTo>
                <a:lnTo>
                  <a:pt x="5029" y="8238"/>
                </a:lnTo>
                <a:lnTo>
                  <a:pt x="5114" y="8174"/>
                </a:lnTo>
                <a:lnTo>
                  <a:pt x="5178" y="8153"/>
                </a:lnTo>
                <a:lnTo>
                  <a:pt x="5178" y="8153"/>
                </a:lnTo>
                <a:lnTo>
                  <a:pt x="5178" y="8153"/>
                </a:lnTo>
                <a:lnTo>
                  <a:pt x="5157" y="8174"/>
                </a:lnTo>
                <a:lnTo>
                  <a:pt x="5157" y="8238"/>
                </a:lnTo>
                <a:lnTo>
                  <a:pt x="5157" y="8324"/>
                </a:lnTo>
                <a:lnTo>
                  <a:pt x="5200" y="8409"/>
                </a:lnTo>
                <a:lnTo>
                  <a:pt x="5243" y="8474"/>
                </a:lnTo>
                <a:lnTo>
                  <a:pt x="5264" y="8474"/>
                </a:lnTo>
                <a:lnTo>
                  <a:pt x="5307" y="8474"/>
                </a:lnTo>
                <a:lnTo>
                  <a:pt x="5328" y="8452"/>
                </a:lnTo>
                <a:lnTo>
                  <a:pt x="5350" y="8409"/>
                </a:lnTo>
                <a:lnTo>
                  <a:pt x="5414" y="8260"/>
                </a:lnTo>
                <a:lnTo>
                  <a:pt x="5414" y="8260"/>
                </a:lnTo>
                <a:lnTo>
                  <a:pt x="5478" y="8046"/>
                </a:lnTo>
                <a:lnTo>
                  <a:pt x="5499" y="7939"/>
                </a:lnTo>
                <a:lnTo>
                  <a:pt x="5499" y="7875"/>
                </a:lnTo>
                <a:lnTo>
                  <a:pt x="5478" y="7832"/>
                </a:lnTo>
                <a:lnTo>
                  <a:pt x="5478" y="7832"/>
                </a:lnTo>
                <a:lnTo>
                  <a:pt x="5457" y="7810"/>
                </a:lnTo>
                <a:lnTo>
                  <a:pt x="5414" y="7789"/>
                </a:lnTo>
                <a:lnTo>
                  <a:pt x="5392" y="7768"/>
                </a:lnTo>
                <a:lnTo>
                  <a:pt x="5350" y="7789"/>
                </a:lnTo>
                <a:lnTo>
                  <a:pt x="5200" y="7853"/>
                </a:lnTo>
                <a:lnTo>
                  <a:pt x="5200" y="7853"/>
                </a:lnTo>
                <a:close/>
                <a:moveTo>
                  <a:pt x="5842" y="7168"/>
                </a:moveTo>
                <a:lnTo>
                  <a:pt x="5842" y="7168"/>
                </a:lnTo>
                <a:lnTo>
                  <a:pt x="5820" y="7190"/>
                </a:lnTo>
                <a:lnTo>
                  <a:pt x="5820" y="7233"/>
                </a:lnTo>
                <a:lnTo>
                  <a:pt x="5842" y="7361"/>
                </a:lnTo>
                <a:lnTo>
                  <a:pt x="5885" y="7511"/>
                </a:lnTo>
                <a:lnTo>
                  <a:pt x="5970" y="7682"/>
                </a:lnTo>
                <a:lnTo>
                  <a:pt x="6141" y="8024"/>
                </a:lnTo>
                <a:lnTo>
                  <a:pt x="6205" y="8153"/>
                </a:lnTo>
                <a:lnTo>
                  <a:pt x="6227" y="8238"/>
                </a:lnTo>
                <a:lnTo>
                  <a:pt x="6227" y="8238"/>
                </a:lnTo>
                <a:lnTo>
                  <a:pt x="6227" y="8345"/>
                </a:lnTo>
                <a:lnTo>
                  <a:pt x="6205" y="8474"/>
                </a:lnTo>
                <a:lnTo>
                  <a:pt x="6205" y="8602"/>
                </a:lnTo>
                <a:lnTo>
                  <a:pt x="6205" y="8645"/>
                </a:lnTo>
                <a:lnTo>
                  <a:pt x="6227" y="8688"/>
                </a:lnTo>
                <a:lnTo>
                  <a:pt x="6227" y="8688"/>
                </a:lnTo>
                <a:lnTo>
                  <a:pt x="6291" y="8730"/>
                </a:lnTo>
                <a:lnTo>
                  <a:pt x="6355" y="8730"/>
                </a:lnTo>
                <a:lnTo>
                  <a:pt x="6419" y="8688"/>
                </a:lnTo>
                <a:lnTo>
                  <a:pt x="6462" y="8623"/>
                </a:lnTo>
                <a:lnTo>
                  <a:pt x="6462" y="8623"/>
                </a:lnTo>
                <a:lnTo>
                  <a:pt x="6484" y="8559"/>
                </a:lnTo>
                <a:lnTo>
                  <a:pt x="6505" y="8474"/>
                </a:lnTo>
                <a:lnTo>
                  <a:pt x="6484" y="8260"/>
                </a:lnTo>
                <a:lnTo>
                  <a:pt x="6419" y="7982"/>
                </a:lnTo>
                <a:lnTo>
                  <a:pt x="6312" y="7725"/>
                </a:lnTo>
                <a:lnTo>
                  <a:pt x="6184" y="7468"/>
                </a:lnTo>
                <a:lnTo>
                  <a:pt x="6056" y="7275"/>
                </a:lnTo>
                <a:lnTo>
                  <a:pt x="5992" y="7211"/>
                </a:lnTo>
                <a:lnTo>
                  <a:pt x="5949" y="7168"/>
                </a:lnTo>
                <a:lnTo>
                  <a:pt x="5885" y="7147"/>
                </a:lnTo>
                <a:lnTo>
                  <a:pt x="5842" y="7168"/>
                </a:lnTo>
                <a:lnTo>
                  <a:pt x="5842" y="7168"/>
                </a:lnTo>
                <a:close/>
                <a:moveTo>
                  <a:pt x="6869" y="8195"/>
                </a:moveTo>
                <a:lnTo>
                  <a:pt x="6869" y="8195"/>
                </a:lnTo>
                <a:lnTo>
                  <a:pt x="6890" y="8153"/>
                </a:lnTo>
                <a:lnTo>
                  <a:pt x="6869" y="8046"/>
                </a:lnTo>
                <a:lnTo>
                  <a:pt x="6847" y="7939"/>
                </a:lnTo>
                <a:lnTo>
                  <a:pt x="6805" y="7810"/>
                </a:lnTo>
                <a:lnTo>
                  <a:pt x="6740" y="7703"/>
                </a:lnTo>
                <a:lnTo>
                  <a:pt x="6676" y="7618"/>
                </a:lnTo>
                <a:lnTo>
                  <a:pt x="6612" y="7554"/>
                </a:lnTo>
                <a:lnTo>
                  <a:pt x="6569" y="7554"/>
                </a:lnTo>
                <a:lnTo>
                  <a:pt x="6548" y="7554"/>
                </a:lnTo>
                <a:lnTo>
                  <a:pt x="6548" y="7554"/>
                </a:lnTo>
                <a:lnTo>
                  <a:pt x="6505" y="7596"/>
                </a:lnTo>
                <a:lnTo>
                  <a:pt x="6505" y="7703"/>
                </a:lnTo>
                <a:lnTo>
                  <a:pt x="6548" y="7960"/>
                </a:lnTo>
                <a:lnTo>
                  <a:pt x="6633" y="8431"/>
                </a:lnTo>
                <a:lnTo>
                  <a:pt x="6633" y="8431"/>
                </a:lnTo>
                <a:lnTo>
                  <a:pt x="6633" y="8516"/>
                </a:lnTo>
                <a:lnTo>
                  <a:pt x="6655" y="8623"/>
                </a:lnTo>
                <a:lnTo>
                  <a:pt x="6676" y="8666"/>
                </a:lnTo>
                <a:lnTo>
                  <a:pt x="6698" y="8709"/>
                </a:lnTo>
                <a:lnTo>
                  <a:pt x="6740" y="8730"/>
                </a:lnTo>
                <a:lnTo>
                  <a:pt x="6805" y="8730"/>
                </a:lnTo>
                <a:lnTo>
                  <a:pt x="6805" y="8730"/>
                </a:lnTo>
                <a:lnTo>
                  <a:pt x="6847" y="8730"/>
                </a:lnTo>
                <a:lnTo>
                  <a:pt x="6890" y="8688"/>
                </a:lnTo>
                <a:lnTo>
                  <a:pt x="6976" y="8602"/>
                </a:lnTo>
                <a:lnTo>
                  <a:pt x="7040" y="8495"/>
                </a:lnTo>
                <a:lnTo>
                  <a:pt x="7083" y="8409"/>
                </a:lnTo>
                <a:lnTo>
                  <a:pt x="7083" y="8409"/>
                </a:lnTo>
                <a:lnTo>
                  <a:pt x="7125" y="8538"/>
                </a:lnTo>
                <a:lnTo>
                  <a:pt x="7147" y="8581"/>
                </a:lnTo>
                <a:lnTo>
                  <a:pt x="7190" y="8623"/>
                </a:lnTo>
                <a:lnTo>
                  <a:pt x="7211" y="8645"/>
                </a:lnTo>
                <a:lnTo>
                  <a:pt x="7254" y="8645"/>
                </a:lnTo>
                <a:lnTo>
                  <a:pt x="7297" y="8602"/>
                </a:lnTo>
                <a:lnTo>
                  <a:pt x="7339" y="8538"/>
                </a:lnTo>
                <a:lnTo>
                  <a:pt x="7339" y="8538"/>
                </a:lnTo>
                <a:lnTo>
                  <a:pt x="7361" y="8409"/>
                </a:lnTo>
                <a:lnTo>
                  <a:pt x="7361" y="8281"/>
                </a:lnTo>
                <a:lnTo>
                  <a:pt x="7297" y="8003"/>
                </a:lnTo>
                <a:lnTo>
                  <a:pt x="7297" y="8003"/>
                </a:lnTo>
                <a:lnTo>
                  <a:pt x="7254" y="7853"/>
                </a:lnTo>
                <a:lnTo>
                  <a:pt x="7211" y="7789"/>
                </a:lnTo>
                <a:lnTo>
                  <a:pt x="7168" y="7789"/>
                </a:lnTo>
                <a:lnTo>
                  <a:pt x="7147" y="7789"/>
                </a:lnTo>
                <a:lnTo>
                  <a:pt x="7083" y="7853"/>
                </a:lnTo>
                <a:lnTo>
                  <a:pt x="6976" y="8024"/>
                </a:lnTo>
                <a:lnTo>
                  <a:pt x="6869" y="8195"/>
                </a:lnTo>
                <a:lnTo>
                  <a:pt x="6869" y="8195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8"/>
          <p:cNvSpPr/>
          <p:nvPr/>
        </p:nvSpPr>
        <p:spPr>
          <a:xfrm>
            <a:off x="7420312" y="804140"/>
            <a:ext cx="590459" cy="542939"/>
          </a:xfrm>
          <a:custGeom>
            <a:rect b="b" l="l" r="r" t="t"/>
            <a:pathLst>
              <a:path extrusionOk="0" h="8773" w="8945">
                <a:moveTo>
                  <a:pt x="6205" y="385"/>
                </a:moveTo>
                <a:lnTo>
                  <a:pt x="6419" y="407"/>
                </a:lnTo>
                <a:lnTo>
                  <a:pt x="6633" y="449"/>
                </a:lnTo>
                <a:lnTo>
                  <a:pt x="6847" y="535"/>
                </a:lnTo>
                <a:lnTo>
                  <a:pt x="7040" y="663"/>
                </a:lnTo>
                <a:lnTo>
                  <a:pt x="7147" y="749"/>
                </a:lnTo>
                <a:lnTo>
                  <a:pt x="7232" y="834"/>
                </a:lnTo>
                <a:lnTo>
                  <a:pt x="7297" y="941"/>
                </a:lnTo>
                <a:lnTo>
                  <a:pt x="7361" y="1048"/>
                </a:lnTo>
                <a:lnTo>
                  <a:pt x="7404" y="1177"/>
                </a:lnTo>
                <a:lnTo>
                  <a:pt x="7425" y="1305"/>
                </a:lnTo>
                <a:lnTo>
                  <a:pt x="7425" y="1412"/>
                </a:lnTo>
                <a:lnTo>
                  <a:pt x="7382" y="1541"/>
                </a:lnTo>
                <a:lnTo>
                  <a:pt x="7339" y="1648"/>
                </a:lnTo>
                <a:lnTo>
                  <a:pt x="7254" y="1754"/>
                </a:lnTo>
                <a:lnTo>
                  <a:pt x="7061" y="1926"/>
                </a:lnTo>
                <a:lnTo>
                  <a:pt x="6890" y="2033"/>
                </a:lnTo>
                <a:lnTo>
                  <a:pt x="6805" y="2097"/>
                </a:lnTo>
                <a:lnTo>
                  <a:pt x="6740" y="2161"/>
                </a:lnTo>
                <a:lnTo>
                  <a:pt x="6719" y="2225"/>
                </a:lnTo>
                <a:lnTo>
                  <a:pt x="6719" y="2268"/>
                </a:lnTo>
                <a:lnTo>
                  <a:pt x="6719" y="2311"/>
                </a:lnTo>
                <a:lnTo>
                  <a:pt x="6762" y="2354"/>
                </a:lnTo>
                <a:lnTo>
                  <a:pt x="6847" y="2396"/>
                </a:lnTo>
                <a:lnTo>
                  <a:pt x="6954" y="2396"/>
                </a:lnTo>
                <a:lnTo>
                  <a:pt x="7061" y="2375"/>
                </a:lnTo>
                <a:lnTo>
                  <a:pt x="7147" y="2332"/>
                </a:lnTo>
                <a:lnTo>
                  <a:pt x="7318" y="2204"/>
                </a:lnTo>
                <a:lnTo>
                  <a:pt x="7446" y="2075"/>
                </a:lnTo>
                <a:lnTo>
                  <a:pt x="7532" y="2033"/>
                </a:lnTo>
                <a:lnTo>
                  <a:pt x="7596" y="2033"/>
                </a:lnTo>
                <a:lnTo>
                  <a:pt x="7639" y="2075"/>
                </a:lnTo>
                <a:lnTo>
                  <a:pt x="7660" y="2118"/>
                </a:lnTo>
                <a:lnTo>
                  <a:pt x="7660" y="2247"/>
                </a:lnTo>
                <a:lnTo>
                  <a:pt x="7660" y="2375"/>
                </a:lnTo>
                <a:lnTo>
                  <a:pt x="7660" y="2461"/>
                </a:lnTo>
                <a:lnTo>
                  <a:pt x="7618" y="2568"/>
                </a:lnTo>
                <a:lnTo>
                  <a:pt x="7553" y="2675"/>
                </a:lnTo>
                <a:lnTo>
                  <a:pt x="7468" y="2760"/>
                </a:lnTo>
                <a:lnTo>
                  <a:pt x="7382" y="2824"/>
                </a:lnTo>
                <a:lnTo>
                  <a:pt x="7254" y="2867"/>
                </a:lnTo>
                <a:lnTo>
                  <a:pt x="7147" y="2910"/>
                </a:lnTo>
                <a:lnTo>
                  <a:pt x="7019" y="2931"/>
                </a:lnTo>
                <a:lnTo>
                  <a:pt x="6826" y="2931"/>
                </a:lnTo>
                <a:lnTo>
                  <a:pt x="6698" y="2888"/>
                </a:lnTo>
                <a:lnTo>
                  <a:pt x="6462" y="2846"/>
                </a:lnTo>
                <a:lnTo>
                  <a:pt x="6334" y="2824"/>
                </a:lnTo>
                <a:lnTo>
                  <a:pt x="6248" y="2846"/>
                </a:lnTo>
                <a:lnTo>
                  <a:pt x="6227" y="2888"/>
                </a:lnTo>
                <a:lnTo>
                  <a:pt x="6205" y="2910"/>
                </a:lnTo>
                <a:lnTo>
                  <a:pt x="6205" y="2974"/>
                </a:lnTo>
                <a:lnTo>
                  <a:pt x="6205" y="3038"/>
                </a:lnTo>
                <a:lnTo>
                  <a:pt x="6227" y="3124"/>
                </a:lnTo>
                <a:lnTo>
                  <a:pt x="6270" y="3167"/>
                </a:lnTo>
                <a:lnTo>
                  <a:pt x="6270" y="3209"/>
                </a:lnTo>
                <a:lnTo>
                  <a:pt x="6227" y="3274"/>
                </a:lnTo>
                <a:lnTo>
                  <a:pt x="6163" y="3338"/>
                </a:lnTo>
                <a:lnTo>
                  <a:pt x="6056" y="3359"/>
                </a:lnTo>
                <a:lnTo>
                  <a:pt x="5970" y="3381"/>
                </a:lnTo>
                <a:lnTo>
                  <a:pt x="5863" y="3381"/>
                </a:lnTo>
                <a:lnTo>
                  <a:pt x="5778" y="3359"/>
                </a:lnTo>
                <a:lnTo>
                  <a:pt x="5692" y="3338"/>
                </a:lnTo>
                <a:lnTo>
                  <a:pt x="5649" y="3295"/>
                </a:lnTo>
                <a:lnTo>
                  <a:pt x="5628" y="3274"/>
                </a:lnTo>
                <a:lnTo>
                  <a:pt x="5606" y="3188"/>
                </a:lnTo>
                <a:lnTo>
                  <a:pt x="5606" y="3102"/>
                </a:lnTo>
                <a:lnTo>
                  <a:pt x="5564" y="3038"/>
                </a:lnTo>
                <a:lnTo>
                  <a:pt x="5499" y="2995"/>
                </a:lnTo>
                <a:lnTo>
                  <a:pt x="5414" y="2953"/>
                </a:lnTo>
                <a:lnTo>
                  <a:pt x="5307" y="2931"/>
                </a:lnTo>
                <a:lnTo>
                  <a:pt x="5221" y="2953"/>
                </a:lnTo>
                <a:lnTo>
                  <a:pt x="5178" y="2995"/>
                </a:lnTo>
                <a:lnTo>
                  <a:pt x="5136" y="3060"/>
                </a:lnTo>
                <a:lnTo>
                  <a:pt x="5093" y="3102"/>
                </a:lnTo>
                <a:lnTo>
                  <a:pt x="5050" y="3124"/>
                </a:lnTo>
                <a:lnTo>
                  <a:pt x="5007" y="3102"/>
                </a:lnTo>
                <a:lnTo>
                  <a:pt x="4965" y="3081"/>
                </a:lnTo>
                <a:lnTo>
                  <a:pt x="4943" y="3060"/>
                </a:lnTo>
                <a:lnTo>
                  <a:pt x="4922" y="2974"/>
                </a:lnTo>
                <a:lnTo>
                  <a:pt x="4900" y="2888"/>
                </a:lnTo>
                <a:lnTo>
                  <a:pt x="4879" y="2867"/>
                </a:lnTo>
                <a:lnTo>
                  <a:pt x="4815" y="2867"/>
                </a:lnTo>
                <a:lnTo>
                  <a:pt x="4793" y="2888"/>
                </a:lnTo>
                <a:lnTo>
                  <a:pt x="4772" y="2910"/>
                </a:lnTo>
                <a:lnTo>
                  <a:pt x="4751" y="2974"/>
                </a:lnTo>
                <a:lnTo>
                  <a:pt x="4729" y="3017"/>
                </a:lnTo>
                <a:lnTo>
                  <a:pt x="4708" y="3038"/>
                </a:lnTo>
                <a:lnTo>
                  <a:pt x="4665" y="3038"/>
                </a:lnTo>
                <a:lnTo>
                  <a:pt x="4644" y="3017"/>
                </a:lnTo>
                <a:lnTo>
                  <a:pt x="4622" y="2974"/>
                </a:lnTo>
                <a:lnTo>
                  <a:pt x="4622" y="2888"/>
                </a:lnTo>
                <a:lnTo>
                  <a:pt x="4622" y="2781"/>
                </a:lnTo>
                <a:lnTo>
                  <a:pt x="4622" y="2632"/>
                </a:lnTo>
                <a:lnTo>
                  <a:pt x="4622" y="2568"/>
                </a:lnTo>
                <a:lnTo>
                  <a:pt x="4601" y="2525"/>
                </a:lnTo>
                <a:lnTo>
                  <a:pt x="4558" y="2503"/>
                </a:lnTo>
                <a:lnTo>
                  <a:pt x="4515" y="2525"/>
                </a:lnTo>
                <a:lnTo>
                  <a:pt x="4451" y="2546"/>
                </a:lnTo>
                <a:lnTo>
                  <a:pt x="4430" y="2503"/>
                </a:lnTo>
                <a:lnTo>
                  <a:pt x="4430" y="2482"/>
                </a:lnTo>
                <a:lnTo>
                  <a:pt x="4451" y="2396"/>
                </a:lnTo>
                <a:lnTo>
                  <a:pt x="4451" y="2311"/>
                </a:lnTo>
                <a:lnTo>
                  <a:pt x="4451" y="2268"/>
                </a:lnTo>
                <a:lnTo>
                  <a:pt x="4430" y="2225"/>
                </a:lnTo>
                <a:lnTo>
                  <a:pt x="4344" y="2225"/>
                </a:lnTo>
                <a:lnTo>
                  <a:pt x="4301" y="2247"/>
                </a:lnTo>
                <a:lnTo>
                  <a:pt x="4280" y="2247"/>
                </a:lnTo>
                <a:lnTo>
                  <a:pt x="4237" y="2204"/>
                </a:lnTo>
                <a:lnTo>
                  <a:pt x="4258" y="2140"/>
                </a:lnTo>
                <a:lnTo>
                  <a:pt x="4258" y="2075"/>
                </a:lnTo>
                <a:lnTo>
                  <a:pt x="4258" y="2011"/>
                </a:lnTo>
                <a:lnTo>
                  <a:pt x="4216" y="1968"/>
                </a:lnTo>
                <a:lnTo>
                  <a:pt x="4194" y="1947"/>
                </a:lnTo>
                <a:lnTo>
                  <a:pt x="4109" y="1926"/>
                </a:lnTo>
                <a:lnTo>
                  <a:pt x="4087" y="1947"/>
                </a:lnTo>
                <a:lnTo>
                  <a:pt x="3873" y="1947"/>
                </a:lnTo>
                <a:lnTo>
                  <a:pt x="3809" y="1926"/>
                </a:lnTo>
                <a:lnTo>
                  <a:pt x="3788" y="1904"/>
                </a:lnTo>
                <a:lnTo>
                  <a:pt x="3745" y="1926"/>
                </a:lnTo>
                <a:lnTo>
                  <a:pt x="3724" y="1947"/>
                </a:lnTo>
                <a:lnTo>
                  <a:pt x="3724" y="1990"/>
                </a:lnTo>
                <a:lnTo>
                  <a:pt x="3724" y="2075"/>
                </a:lnTo>
                <a:lnTo>
                  <a:pt x="3681" y="2054"/>
                </a:lnTo>
                <a:lnTo>
                  <a:pt x="3659" y="2011"/>
                </a:lnTo>
                <a:lnTo>
                  <a:pt x="3659" y="1883"/>
                </a:lnTo>
                <a:lnTo>
                  <a:pt x="3638" y="1754"/>
                </a:lnTo>
                <a:lnTo>
                  <a:pt x="3638" y="1690"/>
                </a:lnTo>
                <a:lnTo>
                  <a:pt x="3595" y="1669"/>
                </a:lnTo>
                <a:lnTo>
                  <a:pt x="3552" y="1648"/>
                </a:lnTo>
                <a:lnTo>
                  <a:pt x="3510" y="1648"/>
                </a:lnTo>
                <a:lnTo>
                  <a:pt x="3488" y="1669"/>
                </a:lnTo>
                <a:lnTo>
                  <a:pt x="3467" y="1690"/>
                </a:lnTo>
                <a:lnTo>
                  <a:pt x="3424" y="1776"/>
                </a:lnTo>
                <a:lnTo>
                  <a:pt x="3381" y="1840"/>
                </a:lnTo>
                <a:lnTo>
                  <a:pt x="3381" y="1605"/>
                </a:lnTo>
                <a:lnTo>
                  <a:pt x="3360" y="1541"/>
                </a:lnTo>
                <a:lnTo>
                  <a:pt x="3338" y="1498"/>
                </a:lnTo>
                <a:lnTo>
                  <a:pt x="3317" y="1455"/>
                </a:lnTo>
                <a:lnTo>
                  <a:pt x="3253" y="1434"/>
                </a:lnTo>
                <a:lnTo>
                  <a:pt x="3189" y="1434"/>
                </a:lnTo>
                <a:lnTo>
                  <a:pt x="3124" y="1455"/>
                </a:lnTo>
                <a:lnTo>
                  <a:pt x="2996" y="1498"/>
                </a:lnTo>
                <a:lnTo>
                  <a:pt x="2632" y="1605"/>
                </a:lnTo>
                <a:lnTo>
                  <a:pt x="2525" y="1669"/>
                </a:lnTo>
                <a:lnTo>
                  <a:pt x="2418" y="1733"/>
                </a:lnTo>
                <a:lnTo>
                  <a:pt x="2290" y="1797"/>
                </a:lnTo>
                <a:lnTo>
                  <a:pt x="2204" y="1840"/>
                </a:lnTo>
                <a:lnTo>
                  <a:pt x="2162" y="1819"/>
                </a:lnTo>
                <a:lnTo>
                  <a:pt x="2140" y="1819"/>
                </a:lnTo>
                <a:lnTo>
                  <a:pt x="2076" y="1754"/>
                </a:lnTo>
                <a:lnTo>
                  <a:pt x="2076" y="1669"/>
                </a:lnTo>
                <a:lnTo>
                  <a:pt x="2076" y="1583"/>
                </a:lnTo>
                <a:lnTo>
                  <a:pt x="2119" y="1519"/>
                </a:lnTo>
                <a:lnTo>
                  <a:pt x="2162" y="1498"/>
                </a:lnTo>
                <a:lnTo>
                  <a:pt x="2226" y="1498"/>
                </a:lnTo>
                <a:lnTo>
                  <a:pt x="2290" y="1541"/>
                </a:lnTo>
                <a:lnTo>
                  <a:pt x="2376" y="1583"/>
                </a:lnTo>
                <a:lnTo>
                  <a:pt x="2483" y="1583"/>
                </a:lnTo>
                <a:lnTo>
                  <a:pt x="2525" y="1562"/>
                </a:lnTo>
                <a:lnTo>
                  <a:pt x="2547" y="1519"/>
                </a:lnTo>
                <a:lnTo>
                  <a:pt x="2568" y="1434"/>
                </a:lnTo>
                <a:lnTo>
                  <a:pt x="2590" y="1348"/>
                </a:lnTo>
                <a:lnTo>
                  <a:pt x="2611" y="1220"/>
                </a:lnTo>
                <a:lnTo>
                  <a:pt x="2632" y="1134"/>
                </a:lnTo>
                <a:lnTo>
                  <a:pt x="2675" y="1048"/>
                </a:lnTo>
                <a:lnTo>
                  <a:pt x="2761" y="963"/>
                </a:lnTo>
                <a:lnTo>
                  <a:pt x="2932" y="813"/>
                </a:lnTo>
                <a:lnTo>
                  <a:pt x="3146" y="685"/>
                </a:lnTo>
                <a:lnTo>
                  <a:pt x="3403" y="578"/>
                </a:lnTo>
                <a:lnTo>
                  <a:pt x="3659" y="535"/>
                </a:lnTo>
                <a:lnTo>
                  <a:pt x="3788" y="514"/>
                </a:lnTo>
                <a:lnTo>
                  <a:pt x="3916" y="535"/>
                </a:lnTo>
                <a:lnTo>
                  <a:pt x="4045" y="535"/>
                </a:lnTo>
                <a:lnTo>
                  <a:pt x="4173" y="578"/>
                </a:lnTo>
                <a:lnTo>
                  <a:pt x="4280" y="642"/>
                </a:lnTo>
                <a:lnTo>
                  <a:pt x="4365" y="706"/>
                </a:lnTo>
                <a:lnTo>
                  <a:pt x="4451" y="792"/>
                </a:lnTo>
                <a:lnTo>
                  <a:pt x="4537" y="920"/>
                </a:lnTo>
                <a:lnTo>
                  <a:pt x="4558" y="1006"/>
                </a:lnTo>
                <a:lnTo>
                  <a:pt x="4558" y="1113"/>
                </a:lnTo>
                <a:lnTo>
                  <a:pt x="4579" y="1220"/>
                </a:lnTo>
                <a:lnTo>
                  <a:pt x="4601" y="1262"/>
                </a:lnTo>
                <a:lnTo>
                  <a:pt x="4622" y="1284"/>
                </a:lnTo>
                <a:lnTo>
                  <a:pt x="4665" y="1305"/>
                </a:lnTo>
                <a:lnTo>
                  <a:pt x="4708" y="1305"/>
                </a:lnTo>
                <a:lnTo>
                  <a:pt x="4772" y="1284"/>
                </a:lnTo>
                <a:lnTo>
                  <a:pt x="4836" y="1220"/>
                </a:lnTo>
                <a:lnTo>
                  <a:pt x="4879" y="1155"/>
                </a:lnTo>
                <a:lnTo>
                  <a:pt x="5050" y="834"/>
                </a:lnTo>
                <a:lnTo>
                  <a:pt x="5093" y="749"/>
                </a:lnTo>
                <a:lnTo>
                  <a:pt x="5157" y="685"/>
                </a:lnTo>
                <a:lnTo>
                  <a:pt x="5221" y="642"/>
                </a:lnTo>
                <a:lnTo>
                  <a:pt x="5328" y="578"/>
                </a:lnTo>
                <a:lnTo>
                  <a:pt x="5542" y="492"/>
                </a:lnTo>
                <a:lnTo>
                  <a:pt x="5756" y="428"/>
                </a:lnTo>
                <a:lnTo>
                  <a:pt x="5970" y="385"/>
                </a:lnTo>
                <a:close/>
                <a:moveTo>
                  <a:pt x="6141" y="0"/>
                </a:moveTo>
                <a:lnTo>
                  <a:pt x="5885" y="21"/>
                </a:lnTo>
                <a:lnTo>
                  <a:pt x="5606" y="64"/>
                </a:lnTo>
                <a:lnTo>
                  <a:pt x="5478" y="107"/>
                </a:lnTo>
                <a:lnTo>
                  <a:pt x="5371" y="171"/>
                </a:lnTo>
                <a:lnTo>
                  <a:pt x="5264" y="235"/>
                </a:lnTo>
                <a:lnTo>
                  <a:pt x="5157" y="300"/>
                </a:lnTo>
                <a:lnTo>
                  <a:pt x="4986" y="492"/>
                </a:lnTo>
                <a:lnTo>
                  <a:pt x="4922" y="578"/>
                </a:lnTo>
                <a:lnTo>
                  <a:pt x="4879" y="621"/>
                </a:lnTo>
                <a:lnTo>
                  <a:pt x="4815" y="621"/>
                </a:lnTo>
                <a:lnTo>
                  <a:pt x="4729" y="599"/>
                </a:lnTo>
                <a:lnTo>
                  <a:pt x="4644" y="535"/>
                </a:lnTo>
                <a:lnTo>
                  <a:pt x="4558" y="471"/>
                </a:lnTo>
                <a:lnTo>
                  <a:pt x="4472" y="385"/>
                </a:lnTo>
                <a:lnTo>
                  <a:pt x="4365" y="321"/>
                </a:lnTo>
                <a:lnTo>
                  <a:pt x="4173" y="257"/>
                </a:lnTo>
                <a:lnTo>
                  <a:pt x="3980" y="214"/>
                </a:lnTo>
                <a:lnTo>
                  <a:pt x="3788" y="193"/>
                </a:lnTo>
                <a:lnTo>
                  <a:pt x="3595" y="193"/>
                </a:lnTo>
                <a:lnTo>
                  <a:pt x="3403" y="214"/>
                </a:lnTo>
                <a:lnTo>
                  <a:pt x="3231" y="257"/>
                </a:lnTo>
                <a:lnTo>
                  <a:pt x="3018" y="364"/>
                </a:lnTo>
                <a:lnTo>
                  <a:pt x="2825" y="492"/>
                </a:lnTo>
                <a:lnTo>
                  <a:pt x="2654" y="642"/>
                </a:lnTo>
                <a:lnTo>
                  <a:pt x="2504" y="792"/>
                </a:lnTo>
                <a:lnTo>
                  <a:pt x="2397" y="963"/>
                </a:lnTo>
                <a:lnTo>
                  <a:pt x="2354" y="1027"/>
                </a:lnTo>
                <a:lnTo>
                  <a:pt x="2269" y="1091"/>
                </a:lnTo>
                <a:lnTo>
                  <a:pt x="2204" y="1134"/>
                </a:lnTo>
                <a:lnTo>
                  <a:pt x="2119" y="1155"/>
                </a:lnTo>
                <a:lnTo>
                  <a:pt x="2033" y="1177"/>
                </a:lnTo>
                <a:lnTo>
                  <a:pt x="1948" y="1220"/>
                </a:lnTo>
                <a:lnTo>
                  <a:pt x="1862" y="1305"/>
                </a:lnTo>
                <a:lnTo>
                  <a:pt x="1798" y="1391"/>
                </a:lnTo>
                <a:lnTo>
                  <a:pt x="1755" y="1455"/>
                </a:lnTo>
                <a:lnTo>
                  <a:pt x="1712" y="1541"/>
                </a:lnTo>
                <a:lnTo>
                  <a:pt x="1712" y="1626"/>
                </a:lnTo>
                <a:lnTo>
                  <a:pt x="1712" y="1690"/>
                </a:lnTo>
                <a:lnTo>
                  <a:pt x="1734" y="1776"/>
                </a:lnTo>
                <a:lnTo>
                  <a:pt x="1777" y="1840"/>
                </a:lnTo>
                <a:lnTo>
                  <a:pt x="1819" y="1904"/>
                </a:lnTo>
                <a:lnTo>
                  <a:pt x="1884" y="1947"/>
                </a:lnTo>
                <a:lnTo>
                  <a:pt x="1948" y="1990"/>
                </a:lnTo>
                <a:lnTo>
                  <a:pt x="2033" y="2011"/>
                </a:lnTo>
                <a:lnTo>
                  <a:pt x="2119" y="2033"/>
                </a:lnTo>
                <a:lnTo>
                  <a:pt x="2311" y="2033"/>
                </a:lnTo>
                <a:lnTo>
                  <a:pt x="2418" y="2011"/>
                </a:lnTo>
                <a:lnTo>
                  <a:pt x="2632" y="1926"/>
                </a:lnTo>
                <a:lnTo>
                  <a:pt x="2761" y="1883"/>
                </a:lnTo>
                <a:lnTo>
                  <a:pt x="2846" y="1883"/>
                </a:lnTo>
                <a:lnTo>
                  <a:pt x="2889" y="1926"/>
                </a:lnTo>
                <a:lnTo>
                  <a:pt x="2932" y="2011"/>
                </a:lnTo>
                <a:lnTo>
                  <a:pt x="2975" y="2075"/>
                </a:lnTo>
                <a:lnTo>
                  <a:pt x="3018" y="2140"/>
                </a:lnTo>
                <a:lnTo>
                  <a:pt x="3189" y="2268"/>
                </a:lnTo>
                <a:lnTo>
                  <a:pt x="3403" y="2375"/>
                </a:lnTo>
                <a:lnTo>
                  <a:pt x="3510" y="2396"/>
                </a:lnTo>
                <a:lnTo>
                  <a:pt x="3766" y="2396"/>
                </a:lnTo>
                <a:lnTo>
                  <a:pt x="3873" y="2418"/>
                </a:lnTo>
                <a:lnTo>
                  <a:pt x="3916" y="2461"/>
                </a:lnTo>
                <a:lnTo>
                  <a:pt x="3938" y="2525"/>
                </a:lnTo>
                <a:lnTo>
                  <a:pt x="3980" y="2675"/>
                </a:lnTo>
                <a:lnTo>
                  <a:pt x="4023" y="2867"/>
                </a:lnTo>
                <a:lnTo>
                  <a:pt x="4066" y="2995"/>
                </a:lnTo>
                <a:lnTo>
                  <a:pt x="4173" y="3167"/>
                </a:lnTo>
                <a:lnTo>
                  <a:pt x="4323" y="3295"/>
                </a:lnTo>
                <a:lnTo>
                  <a:pt x="4472" y="3402"/>
                </a:lnTo>
                <a:lnTo>
                  <a:pt x="4665" y="3466"/>
                </a:lnTo>
                <a:lnTo>
                  <a:pt x="4793" y="3488"/>
                </a:lnTo>
                <a:lnTo>
                  <a:pt x="4922" y="3488"/>
                </a:lnTo>
                <a:lnTo>
                  <a:pt x="5050" y="3466"/>
                </a:lnTo>
                <a:lnTo>
                  <a:pt x="5178" y="3466"/>
                </a:lnTo>
                <a:lnTo>
                  <a:pt x="5264" y="3509"/>
                </a:lnTo>
                <a:lnTo>
                  <a:pt x="5350" y="3552"/>
                </a:lnTo>
                <a:lnTo>
                  <a:pt x="5521" y="3659"/>
                </a:lnTo>
                <a:lnTo>
                  <a:pt x="5735" y="3723"/>
                </a:lnTo>
                <a:lnTo>
                  <a:pt x="5949" y="3744"/>
                </a:lnTo>
                <a:lnTo>
                  <a:pt x="6056" y="3723"/>
                </a:lnTo>
                <a:lnTo>
                  <a:pt x="6163" y="3702"/>
                </a:lnTo>
                <a:lnTo>
                  <a:pt x="6270" y="3680"/>
                </a:lnTo>
                <a:lnTo>
                  <a:pt x="6377" y="3637"/>
                </a:lnTo>
                <a:lnTo>
                  <a:pt x="6441" y="3552"/>
                </a:lnTo>
                <a:lnTo>
                  <a:pt x="6526" y="3466"/>
                </a:lnTo>
                <a:lnTo>
                  <a:pt x="6591" y="3402"/>
                </a:lnTo>
                <a:lnTo>
                  <a:pt x="6676" y="3338"/>
                </a:lnTo>
                <a:lnTo>
                  <a:pt x="6762" y="3316"/>
                </a:lnTo>
                <a:lnTo>
                  <a:pt x="6869" y="3295"/>
                </a:lnTo>
                <a:lnTo>
                  <a:pt x="7083" y="3295"/>
                </a:lnTo>
                <a:lnTo>
                  <a:pt x="7297" y="3252"/>
                </a:lnTo>
                <a:lnTo>
                  <a:pt x="7468" y="3188"/>
                </a:lnTo>
                <a:lnTo>
                  <a:pt x="7639" y="3081"/>
                </a:lnTo>
                <a:lnTo>
                  <a:pt x="7810" y="2931"/>
                </a:lnTo>
                <a:lnTo>
                  <a:pt x="7874" y="2846"/>
                </a:lnTo>
                <a:lnTo>
                  <a:pt x="7939" y="2760"/>
                </a:lnTo>
                <a:lnTo>
                  <a:pt x="7981" y="2653"/>
                </a:lnTo>
                <a:lnTo>
                  <a:pt x="8003" y="2546"/>
                </a:lnTo>
                <a:lnTo>
                  <a:pt x="8003" y="2439"/>
                </a:lnTo>
                <a:lnTo>
                  <a:pt x="8003" y="2332"/>
                </a:lnTo>
                <a:lnTo>
                  <a:pt x="7981" y="2204"/>
                </a:lnTo>
                <a:lnTo>
                  <a:pt x="7960" y="2097"/>
                </a:lnTo>
                <a:lnTo>
                  <a:pt x="7896" y="2011"/>
                </a:lnTo>
                <a:lnTo>
                  <a:pt x="7832" y="1926"/>
                </a:lnTo>
                <a:lnTo>
                  <a:pt x="7767" y="1840"/>
                </a:lnTo>
                <a:lnTo>
                  <a:pt x="7746" y="1754"/>
                </a:lnTo>
                <a:lnTo>
                  <a:pt x="7746" y="1669"/>
                </a:lnTo>
                <a:lnTo>
                  <a:pt x="7767" y="1562"/>
                </a:lnTo>
                <a:lnTo>
                  <a:pt x="7810" y="1455"/>
                </a:lnTo>
                <a:lnTo>
                  <a:pt x="7810" y="1369"/>
                </a:lnTo>
                <a:lnTo>
                  <a:pt x="7810" y="1220"/>
                </a:lnTo>
                <a:lnTo>
                  <a:pt x="7789" y="1091"/>
                </a:lnTo>
                <a:lnTo>
                  <a:pt x="7746" y="963"/>
                </a:lnTo>
                <a:lnTo>
                  <a:pt x="7682" y="856"/>
                </a:lnTo>
                <a:lnTo>
                  <a:pt x="7618" y="727"/>
                </a:lnTo>
                <a:lnTo>
                  <a:pt x="7553" y="621"/>
                </a:lnTo>
                <a:lnTo>
                  <a:pt x="7361" y="449"/>
                </a:lnTo>
                <a:lnTo>
                  <a:pt x="7147" y="278"/>
                </a:lnTo>
                <a:lnTo>
                  <a:pt x="6912" y="150"/>
                </a:lnTo>
                <a:lnTo>
                  <a:pt x="6655" y="64"/>
                </a:lnTo>
                <a:lnTo>
                  <a:pt x="6398" y="21"/>
                </a:lnTo>
                <a:lnTo>
                  <a:pt x="6141" y="0"/>
                </a:lnTo>
                <a:close/>
                <a:moveTo>
                  <a:pt x="2311" y="2568"/>
                </a:moveTo>
                <a:lnTo>
                  <a:pt x="2397" y="2589"/>
                </a:lnTo>
                <a:lnTo>
                  <a:pt x="2483" y="2632"/>
                </a:lnTo>
                <a:lnTo>
                  <a:pt x="2525" y="2675"/>
                </a:lnTo>
                <a:lnTo>
                  <a:pt x="2547" y="2781"/>
                </a:lnTo>
                <a:lnTo>
                  <a:pt x="2568" y="2931"/>
                </a:lnTo>
                <a:lnTo>
                  <a:pt x="2590" y="3188"/>
                </a:lnTo>
                <a:lnTo>
                  <a:pt x="2697" y="3702"/>
                </a:lnTo>
                <a:lnTo>
                  <a:pt x="2804" y="4236"/>
                </a:lnTo>
                <a:lnTo>
                  <a:pt x="2846" y="4493"/>
                </a:lnTo>
                <a:lnTo>
                  <a:pt x="2889" y="4771"/>
                </a:lnTo>
                <a:lnTo>
                  <a:pt x="2889" y="4921"/>
                </a:lnTo>
                <a:lnTo>
                  <a:pt x="2868" y="5092"/>
                </a:lnTo>
                <a:lnTo>
                  <a:pt x="2846" y="5156"/>
                </a:lnTo>
                <a:lnTo>
                  <a:pt x="2804" y="5178"/>
                </a:lnTo>
                <a:lnTo>
                  <a:pt x="2761" y="5156"/>
                </a:lnTo>
                <a:lnTo>
                  <a:pt x="2675" y="5092"/>
                </a:lnTo>
                <a:lnTo>
                  <a:pt x="2697" y="5049"/>
                </a:lnTo>
                <a:lnTo>
                  <a:pt x="2697" y="4985"/>
                </a:lnTo>
                <a:lnTo>
                  <a:pt x="2654" y="4942"/>
                </a:lnTo>
                <a:lnTo>
                  <a:pt x="2611" y="4921"/>
                </a:lnTo>
                <a:lnTo>
                  <a:pt x="2547" y="4814"/>
                </a:lnTo>
                <a:lnTo>
                  <a:pt x="2525" y="4793"/>
                </a:lnTo>
                <a:lnTo>
                  <a:pt x="2461" y="4750"/>
                </a:lnTo>
                <a:lnTo>
                  <a:pt x="2440" y="4793"/>
                </a:lnTo>
                <a:lnTo>
                  <a:pt x="2440" y="4771"/>
                </a:lnTo>
                <a:lnTo>
                  <a:pt x="2440" y="4750"/>
                </a:lnTo>
                <a:lnTo>
                  <a:pt x="2461" y="4729"/>
                </a:lnTo>
                <a:lnTo>
                  <a:pt x="2461" y="4622"/>
                </a:lnTo>
                <a:lnTo>
                  <a:pt x="2440" y="4429"/>
                </a:lnTo>
                <a:lnTo>
                  <a:pt x="2440" y="4322"/>
                </a:lnTo>
                <a:lnTo>
                  <a:pt x="2440" y="4258"/>
                </a:lnTo>
                <a:lnTo>
                  <a:pt x="2397" y="4215"/>
                </a:lnTo>
                <a:lnTo>
                  <a:pt x="2376" y="4194"/>
                </a:lnTo>
                <a:lnTo>
                  <a:pt x="2290" y="4194"/>
                </a:lnTo>
                <a:lnTo>
                  <a:pt x="2247" y="4129"/>
                </a:lnTo>
                <a:lnTo>
                  <a:pt x="2247" y="4087"/>
                </a:lnTo>
                <a:lnTo>
                  <a:pt x="2269" y="4044"/>
                </a:lnTo>
                <a:lnTo>
                  <a:pt x="2290" y="4022"/>
                </a:lnTo>
                <a:lnTo>
                  <a:pt x="2376" y="3937"/>
                </a:lnTo>
                <a:lnTo>
                  <a:pt x="2418" y="3894"/>
                </a:lnTo>
                <a:lnTo>
                  <a:pt x="2440" y="3830"/>
                </a:lnTo>
                <a:lnTo>
                  <a:pt x="2418" y="3766"/>
                </a:lnTo>
                <a:lnTo>
                  <a:pt x="2397" y="3744"/>
                </a:lnTo>
                <a:lnTo>
                  <a:pt x="2333" y="3723"/>
                </a:lnTo>
                <a:lnTo>
                  <a:pt x="2269" y="3723"/>
                </a:lnTo>
                <a:lnTo>
                  <a:pt x="2290" y="3702"/>
                </a:lnTo>
                <a:lnTo>
                  <a:pt x="2333" y="3659"/>
                </a:lnTo>
                <a:lnTo>
                  <a:pt x="2397" y="3509"/>
                </a:lnTo>
                <a:lnTo>
                  <a:pt x="2440" y="3316"/>
                </a:lnTo>
                <a:lnTo>
                  <a:pt x="2418" y="3252"/>
                </a:lnTo>
                <a:lnTo>
                  <a:pt x="2397" y="3188"/>
                </a:lnTo>
                <a:lnTo>
                  <a:pt x="2354" y="3167"/>
                </a:lnTo>
                <a:lnTo>
                  <a:pt x="2311" y="3145"/>
                </a:lnTo>
                <a:lnTo>
                  <a:pt x="2226" y="3145"/>
                </a:lnTo>
                <a:lnTo>
                  <a:pt x="2140" y="3167"/>
                </a:lnTo>
                <a:lnTo>
                  <a:pt x="2097" y="3145"/>
                </a:lnTo>
                <a:lnTo>
                  <a:pt x="2055" y="3145"/>
                </a:lnTo>
                <a:lnTo>
                  <a:pt x="2033" y="3102"/>
                </a:lnTo>
                <a:lnTo>
                  <a:pt x="2033" y="3081"/>
                </a:lnTo>
                <a:lnTo>
                  <a:pt x="2076" y="3060"/>
                </a:lnTo>
                <a:lnTo>
                  <a:pt x="2140" y="3017"/>
                </a:lnTo>
                <a:lnTo>
                  <a:pt x="2183" y="2995"/>
                </a:lnTo>
                <a:lnTo>
                  <a:pt x="2226" y="2910"/>
                </a:lnTo>
                <a:lnTo>
                  <a:pt x="2226" y="2867"/>
                </a:lnTo>
                <a:lnTo>
                  <a:pt x="2183" y="2846"/>
                </a:lnTo>
                <a:lnTo>
                  <a:pt x="2140" y="2846"/>
                </a:lnTo>
                <a:lnTo>
                  <a:pt x="2076" y="2824"/>
                </a:lnTo>
                <a:lnTo>
                  <a:pt x="2033" y="2803"/>
                </a:lnTo>
                <a:lnTo>
                  <a:pt x="1991" y="2781"/>
                </a:lnTo>
                <a:lnTo>
                  <a:pt x="1991" y="2717"/>
                </a:lnTo>
                <a:lnTo>
                  <a:pt x="2012" y="2653"/>
                </a:lnTo>
                <a:lnTo>
                  <a:pt x="2055" y="2610"/>
                </a:lnTo>
                <a:lnTo>
                  <a:pt x="2140" y="2568"/>
                </a:lnTo>
                <a:close/>
                <a:moveTo>
                  <a:pt x="5906" y="4900"/>
                </a:moveTo>
                <a:lnTo>
                  <a:pt x="5949" y="4942"/>
                </a:lnTo>
                <a:lnTo>
                  <a:pt x="5970" y="4985"/>
                </a:lnTo>
                <a:lnTo>
                  <a:pt x="6013" y="5092"/>
                </a:lnTo>
                <a:lnTo>
                  <a:pt x="6013" y="5199"/>
                </a:lnTo>
                <a:lnTo>
                  <a:pt x="5992" y="5242"/>
                </a:lnTo>
                <a:lnTo>
                  <a:pt x="5949" y="5263"/>
                </a:lnTo>
                <a:lnTo>
                  <a:pt x="5885" y="5285"/>
                </a:lnTo>
                <a:lnTo>
                  <a:pt x="5542" y="5285"/>
                </a:lnTo>
                <a:lnTo>
                  <a:pt x="4900" y="5263"/>
                </a:lnTo>
                <a:lnTo>
                  <a:pt x="4579" y="5285"/>
                </a:lnTo>
                <a:lnTo>
                  <a:pt x="4430" y="5285"/>
                </a:lnTo>
                <a:lnTo>
                  <a:pt x="4344" y="5263"/>
                </a:lnTo>
                <a:lnTo>
                  <a:pt x="4301" y="5242"/>
                </a:lnTo>
                <a:lnTo>
                  <a:pt x="4194" y="5178"/>
                </a:lnTo>
                <a:lnTo>
                  <a:pt x="4194" y="5135"/>
                </a:lnTo>
                <a:lnTo>
                  <a:pt x="4194" y="5114"/>
                </a:lnTo>
                <a:lnTo>
                  <a:pt x="4258" y="5071"/>
                </a:lnTo>
                <a:lnTo>
                  <a:pt x="4387" y="5049"/>
                </a:lnTo>
                <a:lnTo>
                  <a:pt x="4644" y="5028"/>
                </a:lnTo>
                <a:lnTo>
                  <a:pt x="4815" y="5028"/>
                </a:lnTo>
                <a:lnTo>
                  <a:pt x="5136" y="5007"/>
                </a:lnTo>
                <a:lnTo>
                  <a:pt x="5457" y="4985"/>
                </a:lnTo>
                <a:lnTo>
                  <a:pt x="5692" y="4921"/>
                </a:lnTo>
                <a:lnTo>
                  <a:pt x="5820" y="4900"/>
                </a:lnTo>
                <a:close/>
                <a:moveTo>
                  <a:pt x="7211" y="5199"/>
                </a:moveTo>
                <a:lnTo>
                  <a:pt x="7275" y="5221"/>
                </a:lnTo>
                <a:lnTo>
                  <a:pt x="7361" y="5221"/>
                </a:lnTo>
                <a:lnTo>
                  <a:pt x="7404" y="5263"/>
                </a:lnTo>
                <a:lnTo>
                  <a:pt x="7318" y="5285"/>
                </a:lnTo>
                <a:lnTo>
                  <a:pt x="7232" y="5285"/>
                </a:lnTo>
                <a:lnTo>
                  <a:pt x="7147" y="5263"/>
                </a:lnTo>
                <a:lnTo>
                  <a:pt x="7125" y="5242"/>
                </a:lnTo>
                <a:lnTo>
                  <a:pt x="7125" y="5221"/>
                </a:lnTo>
                <a:lnTo>
                  <a:pt x="7168" y="5221"/>
                </a:lnTo>
                <a:lnTo>
                  <a:pt x="7211" y="5199"/>
                </a:lnTo>
                <a:close/>
                <a:moveTo>
                  <a:pt x="2911" y="5263"/>
                </a:moveTo>
                <a:lnTo>
                  <a:pt x="2932" y="5306"/>
                </a:lnTo>
                <a:lnTo>
                  <a:pt x="2889" y="5328"/>
                </a:lnTo>
                <a:lnTo>
                  <a:pt x="2868" y="5306"/>
                </a:lnTo>
                <a:lnTo>
                  <a:pt x="2889" y="5263"/>
                </a:lnTo>
                <a:close/>
                <a:moveTo>
                  <a:pt x="7019" y="6504"/>
                </a:moveTo>
                <a:lnTo>
                  <a:pt x="7061" y="6547"/>
                </a:lnTo>
                <a:lnTo>
                  <a:pt x="7083" y="6611"/>
                </a:lnTo>
                <a:lnTo>
                  <a:pt x="7104" y="6676"/>
                </a:lnTo>
                <a:lnTo>
                  <a:pt x="7083" y="6718"/>
                </a:lnTo>
                <a:lnTo>
                  <a:pt x="7061" y="6740"/>
                </a:lnTo>
                <a:lnTo>
                  <a:pt x="7040" y="6740"/>
                </a:lnTo>
                <a:lnTo>
                  <a:pt x="7019" y="6718"/>
                </a:lnTo>
                <a:lnTo>
                  <a:pt x="6997" y="6633"/>
                </a:lnTo>
                <a:lnTo>
                  <a:pt x="6997" y="6569"/>
                </a:lnTo>
                <a:lnTo>
                  <a:pt x="7019" y="6504"/>
                </a:lnTo>
                <a:close/>
                <a:moveTo>
                  <a:pt x="5949" y="6483"/>
                </a:moveTo>
                <a:lnTo>
                  <a:pt x="6013" y="6526"/>
                </a:lnTo>
                <a:lnTo>
                  <a:pt x="6034" y="6569"/>
                </a:lnTo>
                <a:lnTo>
                  <a:pt x="6056" y="6633"/>
                </a:lnTo>
                <a:lnTo>
                  <a:pt x="6056" y="6697"/>
                </a:lnTo>
                <a:lnTo>
                  <a:pt x="6034" y="6740"/>
                </a:lnTo>
                <a:lnTo>
                  <a:pt x="5992" y="6761"/>
                </a:lnTo>
                <a:lnTo>
                  <a:pt x="5927" y="6782"/>
                </a:lnTo>
                <a:lnTo>
                  <a:pt x="5863" y="6761"/>
                </a:lnTo>
                <a:lnTo>
                  <a:pt x="5799" y="6740"/>
                </a:lnTo>
                <a:lnTo>
                  <a:pt x="5778" y="6697"/>
                </a:lnTo>
                <a:lnTo>
                  <a:pt x="5756" y="6654"/>
                </a:lnTo>
                <a:lnTo>
                  <a:pt x="5756" y="6590"/>
                </a:lnTo>
                <a:lnTo>
                  <a:pt x="5778" y="6547"/>
                </a:lnTo>
                <a:lnTo>
                  <a:pt x="5820" y="6504"/>
                </a:lnTo>
                <a:lnTo>
                  <a:pt x="5885" y="6483"/>
                </a:lnTo>
                <a:close/>
                <a:moveTo>
                  <a:pt x="4708" y="6440"/>
                </a:moveTo>
                <a:lnTo>
                  <a:pt x="4772" y="6462"/>
                </a:lnTo>
                <a:lnTo>
                  <a:pt x="4793" y="6526"/>
                </a:lnTo>
                <a:lnTo>
                  <a:pt x="4772" y="6590"/>
                </a:lnTo>
                <a:lnTo>
                  <a:pt x="4729" y="6654"/>
                </a:lnTo>
                <a:lnTo>
                  <a:pt x="4601" y="6782"/>
                </a:lnTo>
                <a:lnTo>
                  <a:pt x="4558" y="6847"/>
                </a:lnTo>
                <a:lnTo>
                  <a:pt x="4537" y="6825"/>
                </a:lnTo>
                <a:lnTo>
                  <a:pt x="4537" y="6804"/>
                </a:lnTo>
                <a:lnTo>
                  <a:pt x="4558" y="6697"/>
                </a:lnTo>
                <a:lnTo>
                  <a:pt x="4601" y="6547"/>
                </a:lnTo>
                <a:lnTo>
                  <a:pt x="4622" y="6526"/>
                </a:lnTo>
                <a:lnTo>
                  <a:pt x="4622" y="6504"/>
                </a:lnTo>
                <a:lnTo>
                  <a:pt x="4601" y="6462"/>
                </a:lnTo>
                <a:lnTo>
                  <a:pt x="4601" y="6440"/>
                </a:lnTo>
                <a:close/>
                <a:moveTo>
                  <a:pt x="7019" y="6205"/>
                </a:moveTo>
                <a:lnTo>
                  <a:pt x="6783" y="6248"/>
                </a:lnTo>
                <a:lnTo>
                  <a:pt x="6698" y="6290"/>
                </a:lnTo>
                <a:lnTo>
                  <a:pt x="6655" y="6312"/>
                </a:lnTo>
                <a:lnTo>
                  <a:pt x="6633" y="6355"/>
                </a:lnTo>
                <a:lnTo>
                  <a:pt x="6612" y="6440"/>
                </a:lnTo>
                <a:lnTo>
                  <a:pt x="6633" y="6569"/>
                </a:lnTo>
                <a:lnTo>
                  <a:pt x="6676" y="6782"/>
                </a:lnTo>
                <a:lnTo>
                  <a:pt x="6698" y="6868"/>
                </a:lnTo>
                <a:lnTo>
                  <a:pt x="6762" y="6954"/>
                </a:lnTo>
                <a:lnTo>
                  <a:pt x="6826" y="7018"/>
                </a:lnTo>
                <a:lnTo>
                  <a:pt x="6912" y="7061"/>
                </a:lnTo>
                <a:lnTo>
                  <a:pt x="6997" y="7082"/>
                </a:lnTo>
                <a:lnTo>
                  <a:pt x="7104" y="7103"/>
                </a:lnTo>
                <a:lnTo>
                  <a:pt x="7211" y="7103"/>
                </a:lnTo>
                <a:lnTo>
                  <a:pt x="7297" y="7082"/>
                </a:lnTo>
                <a:lnTo>
                  <a:pt x="7382" y="7039"/>
                </a:lnTo>
                <a:lnTo>
                  <a:pt x="7446" y="6975"/>
                </a:lnTo>
                <a:lnTo>
                  <a:pt x="7468" y="6911"/>
                </a:lnTo>
                <a:lnTo>
                  <a:pt x="7468" y="6847"/>
                </a:lnTo>
                <a:lnTo>
                  <a:pt x="7446" y="6654"/>
                </a:lnTo>
                <a:lnTo>
                  <a:pt x="7382" y="6483"/>
                </a:lnTo>
                <a:lnTo>
                  <a:pt x="7339" y="6333"/>
                </a:lnTo>
                <a:lnTo>
                  <a:pt x="7318" y="6290"/>
                </a:lnTo>
                <a:lnTo>
                  <a:pt x="7275" y="6269"/>
                </a:lnTo>
                <a:lnTo>
                  <a:pt x="7168" y="6226"/>
                </a:lnTo>
                <a:lnTo>
                  <a:pt x="7019" y="6205"/>
                </a:lnTo>
                <a:close/>
                <a:moveTo>
                  <a:pt x="5842" y="6141"/>
                </a:moveTo>
                <a:lnTo>
                  <a:pt x="5735" y="6162"/>
                </a:lnTo>
                <a:lnTo>
                  <a:pt x="5606" y="6183"/>
                </a:lnTo>
                <a:lnTo>
                  <a:pt x="5499" y="6248"/>
                </a:lnTo>
                <a:lnTo>
                  <a:pt x="5414" y="6312"/>
                </a:lnTo>
                <a:lnTo>
                  <a:pt x="5371" y="6397"/>
                </a:lnTo>
                <a:lnTo>
                  <a:pt x="5371" y="6526"/>
                </a:lnTo>
                <a:lnTo>
                  <a:pt x="5414" y="6782"/>
                </a:lnTo>
                <a:lnTo>
                  <a:pt x="5457" y="6932"/>
                </a:lnTo>
                <a:lnTo>
                  <a:pt x="5499" y="7018"/>
                </a:lnTo>
                <a:lnTo>
                  <a:pt x="5542" y="7061"/>
                </a:lnTo>
                <a:lnTo>
                  <a:pt x="5585" y="7082"/>
                </a:lnTo>
                <a:lnTo>
                  <a:pt x="5713" y="7103"/>
                </a:lnTo>
                <a:lnTo>
                  <a:pt x="5949" y="7103"/>
                </a:lnTo>
                <a:lnTo>
                  <a:pt x="5992" y="7125"/>
                </a:lnTo>
                <a:lnTo>
                  <a:pt x="6120" y="7103"/>
                </a:lnTo>
                <a:lnTo>
                  <a:pt x="6227" y="7103"/>
                </a:lnTo>
                <a:lnTo>
                  <a:pt x="6312" y="7082"/>
                </a:lnTo>
                <a:lnTo>
                  <a:pt x="6377" y="7018"/>
                </a:lnTo>
                <a:lnTo>
                  <a:pt x="6419" y="6932"/>
                </a:lnTo>
                <a:lnTo>
                  <a:pt x="6419" y="6847"/>
                </a:lnTo>
                <a:lnTo>
                  <a:pt x="6419" y="6761"/>
                </a:lnTo>
                <a:lnTo>
                  <a:pt x="6398" y="6547"/>
                </a:lnTo>
                <a:lnTo>
                  <a:pt x="6355" y="6376"/>
                </a:lnTo>
                <a:lnTo>
                  <a:pt x="6312" y="6290"/>
                </a:lnTo>
                <a:lnTo>
                  <a:pt x="6248" y="6226"/>
                </a:lnTo>
                <a:lnTo>
                  <a:pt x="6184" y="6183"/>
                </a:lnTo>
                <a:lnTo>
                  <a:pt x="6077" y="6162"/>
                </a:lnTo>
                <a:lnTo>
                  <a:pt x="5842" y="6141"/>
                </a:lnTo>
                <a:close/>
                <a:moveTo>
                  <a:pt x="4622" y="6098"/>
                </a:moveTo>
                <a:lnTo>
                  <a:pt x="4494" y="6119"/>
                </a:lnTo>
                <a:lnTo>
                  <a:pt x="4387" y="6141"/>
                </a:lnTo>
                <a:lnTo>
                  <a:pt x="4280" y="6183"/>
                </a:lnTo>
                <a:lnTo>
                  <a:pt x="4194" y="6248"/>
                </a:lnTo>
                <a:lnTo>
                  <a:pt x="4130" y="6333"/>
                </a:lnTo>
                <a:lnTo>
                  <a:pt x="4087" y="6462"/>
                </a:lnTo>
                <a:lnTo>
                  <a:pt x="4087" y="6590"/>
                </a:lnTo>
                <a:lnTo>
                  <a:pt x="4109" y="6868"/>
                </a:lnTo>
                <a:lnTo>
                  <a:pt x="4130" y="6954"/>
                </a:lnTo>
                <a:lnTo>
                  <a:pt x="4173" y="7039"/>
                </a:lnTo>
                <a:lnTo>
                  <a:pt x="4237" y="7082"/>
                </a:lnTo>
                <a:lnTo>
                  <a:pt x="4323" y="7125"/>
                </a:lnTo>
                <a:lnTo>
                  <a:pt x="4430" y="7146"/>
                </a:lnTo>
                <a:lnTo>
                  <a:pt x="4579" y="7168"/>
                </a:lnTo>
                <a:lnTo>
                  <a:pt x="4601" y="7146"/>
                </a:lnTo>
                <a:lnTo>
                  <a:pt x="4644" y="7146"/>
                </a:lnTo>
                <a:lnTo>
                  <a:pt x="4793" y="7168"/>
                </a:lnTo>
                <a:lnTo>
                  <a:pt x="5072" y="7168"/>
                </a:lnTo>
                <a:lnTo>
                  <a:pt x="5114" y="7125"/>
                </a:lnTo>
                <a:lnTo>
                  <a:pt x="5136" y="7103"/>
                </a:lnTo>
                <a:lnTo>
                  <a:pt x="5178" y="6996"/>
                </a:lnTo>
                <a:lnTo>
                  <a:pt x="5178" y="6889"/>
                </a:lnTo>
                <a:lnTo>
                  <a:pt x="5157" y="6782"/>
                </a:lnTo>
                <a:lnTo>
                  <a:pt x="5136" y="6526"/>
                </a:lnTo>
                <a:lnTo>
                  <a:pt x="5136" y="6419"/>
                </a:lnTo>
                <a:lnTo>
                  <a:pt x="5093" y="6333"/>
                </a:lnTo>
                <a:lnTo>
                  <a:pt x="5050" y="6248"/>
                </a:lnTo>
                <a:lnTo>
                  <a:pt x="4986" y="6183"/>
                </a:lnTo>
                <a:lnTo>
                  <a:pt x="4879" y="6141"/>
                </a:lnTo>
                <a:lnTo>
                  <a:pt x="4751" y="6098"/>
                </a:lnTo>
                <a:close/>
                <a:moveTo>
                  <a:pt x="3510" y="6248"/>
                </a:moveTo>
                <a:lnTo>
                  <a:pt x="3231" y="6290"/>
                </a:lnTo>
                <a:lnTo>
                  <a:pt x="3082" y="6312"/>
                </a:lnTo>
                <a:lnTo>
                  <a:pt x="2975" y="6355"/>
                </a:lnTo>
                <a:lnTo>
                  <a:pt x="2911" y="6397"/>
                </a:lnTo>
                <a:lnTo>
                  <a:pt x="2868" y="6440"/>
                </a:lnTo>
                <a:lnTo>
                  <a:pt x="2846" y="6483"/>
                </a:lnTo>
                <a:lnTo>
                  <a:pt x="2846" y="6526"/>
                </a:lnTo>
                <a:lnTo>
                  <a:pt x="2825" y="6654"/>
                </a:lnTo>
                <a:lnTo>
                  <a:pt x="2846" y="6761"/>
                </a:lnTo>
                <a:lnTo>
                  <a:pt x="2825" y="6782"/>
                </a:lnTo>
                <a:lnTo>
                  <a:pt x="2825" y="6825"/>
                </a:lnTo>
                <a:lnTo>
                  <a:pt x="2825" y="6932"/>
                </a:lnTo>
                <a:lnTo>
                  <a:pt x="2889" y="7146"/>
                </a:lnTo>
                <a:lnTo>
                  <a:pt x="2975" y="7210"/>
                </a:lnTo>
                <a:lnTo>
                  <a:pt x="3060" y="7253"/>
                </a:lnTo>
                <a:lnTo>
                  <a:pt x="3274" y="7253"/>
                </a:lnTo>
                <a:lnTo>
                  <a:pt x="3403" y="7232"/>
                </a:lnTo>
                <a:lnTo>
                  <a:pt x="3574" y="7168"/>
                </a:lnTo>
                <a:lnTo>
                  <a:pt x="3724" y="7082"/>
                </a:lnTo>
                <a:lnTo>
                  <a:pt x="3766" y="7039"/>
                </a:lnTo>
                <a:lnTo>
                  <a:pt x="3788" y="6996"/>
                </a:lnTo>
                <a:lnTo>
                  <a:pt x="3809" y="6889"/>
                </a:lnTo>
                <a:lnTo>
                  <a:pt x="3788" y="6761"/>
                </a:lnTo>
                <a:lnTo>
                  <a:pt x="3745" y="6526"/>
                </a:lnTo>
                <a:lnTo>
                  <a:pt x="3724" y="6397"/>
                </a:lnTo>
                <a:lnTo>
                  <a:pt x="3702" y="6312"/>
                </a:lnTo>
                <a:lnTo>
                  <a:pt x="3638" y="6269"/>
                </a:lnTo>
                <a:lnTo>
                  <a:pt x="3510" y="6248"/>
                </a:lnTo>
                <a:close/>
                <a:moveTo>
                  <a:pt x="7446" y="5713"/>
                </a:moveTo>
                <a:lnTo>
                  <a:pt x="7575" y="5734"/>
                </a:lnTo>
                <a:lnTo>
                  <a:pt x="7660" y="5777"/>
                </a:lnTo>
                <a:lnTo>
                  <a:pt x="7725" y="5841"/>
                </a:lnTo>
                <a:lnTo>
                  <a:pt x="7746" y="5884"/>
                </a:lnTo>
                <a:lnTo>
                  <a:pt x="7746" y="5948"/>
                </a:lnTo>
                <a:lnTo>
                  <a:pt x="7746" y="6098"/>
                </a:lnTo>
                <a:lnTo>
                  <a:pt x="7703" y="6355"/>
                </a:lnTo>
                <a:lnTo>
                  <a:pt x="7682" y="6889"/>
                </a:lnTo>
                <a:lnTo>
                  <a:pt x="7703" y="7424"/>
                </a:lnTo>
                <a:lnTo>
                  <a:pt x="7703" y="7703"/>
                </a:lnTo>
                <a:lnTo>
                  <a:pt x="7703" y="7981"/>
                </a:lnTo>
                <a:lnTo>
                  <a:pt x="7682" y="8109"/>
                </a:lnTo>
                <a:lnTo>
                  <a:pt x="7660" y="8152"/>
                </a:lnTo>
                <a:lnTo>
                  <a:pt x="7639" y="8173"/>
                </a:lnTo>
                <a:lnTo>
                  <a:pt x="7553" y="8195"/>
                </a:lnTo>
                <a:lnTo>
                  <a:pt x="6013" y="8195"/>
                </a:lnTo>
                <a:lnTo>
                  <a:pt x="5863" y="8216"/>
                </a:lnTo>
                <a:lnTo>
                  <a:pt x="4194" y="8216"/>
                </a:lnTo>
                <a:lnTo>
                  <a:pt x="3809" y="8237"/>
                </a:lnTo>
                <a:lnTo>
                  <a:pt x="3424" y="8259"/>
                </a:lnTo>
                <a:lnTo>
                  <a:pt x="3338" y="8259"/>
                </a:lnTo>
                <a:lnTo>
                  <a:pt x="3231" y="8216"/>
                </a:lnTo>
                <a:lnTo>
                  <a:pt x="3189" y="8195"/>
                </a:lnTo>
                <a:lnTo>
                  <a:pt x="3167" y="8152"/>
                </a:lnTo>
                <a:lnTo>
                  <a:pt x="3146" y="8130"/>
                </a:lnTo>
                <a:lnTo>
                  <a:pt x="3082" y="8109"/>
                </a:lnTo>
                <a:lnTo>
                  <a:pt x="3060" y="8130"/>
                </a:lnTo>
                <a:lnTo>
                  <a:pt x="3018" y="8152"/>
                </a:lnTo>
                <a:lnTo>
                  <a:pt x="2932" y="8237"/>
                </a:lnTo>
                <a:lnTo>
                  <a:pt x="2889" y="8280"/>
                </a:lnTo>
                <a:lnTo>
                  <a:pt x="2846" y="8302"/>
                </a:lnTo>
                <a:lnTo>
                  <a:pt x="2804" y="8302"/>
                </a:lnTo>
                <a:lnTo>
                  <a:pt x="2761" y="8259"/>
                </a:lnTo>
                <a:lnTo>
                  <a:pt x="2761" y="8237"/>
                </a:lnTo>
                <a:lnTo>
                  <a:pt x="2782" y="8195"/>
                </a:lnTo>
                <a:lnTo>
                  <a:pt x="2846" y="8109"/>
                </a:lnTo>
                <a:lnTo>
                  <a:pt x="2868" y="8045"/>
                </a:lnTo>
                <a:lnTo>
                  <a:pt x="2889" y="8002"/>
                </a:lnTo>
                <a:lnTo>
                  <a:pt x="2868" y="7981"/>
                </a:lnTo>
                <a:lnTo>
                  <a:pt x="2804" y="7938"/>
                </a:lnTo>
                <a:lnTo>
                  <a:pt x="2418" y="8173"/>
                </a:lnTo>
                <a:lnTo>
                  <a:pt x="2290" y="8259"/>
                </a:lnTo>
                <a:lnTo>
                  <a:pt x="2162" y="8323"/>
                </a:lnTo>
                <a:lnTo>
                  <a:pt x="2076" y="8344"/>
                </a:lnTo>
                <a:lnTo>
                  <a:pt x="2055" y="8344"/>
                </a:lnTo>
                <a:lnTo>
                  <a:pt x="2033" y="8323"/>
                </a:lnTo>
                <a:lnTo>
                  <a:pt x="2055" y="8280"/>
                </a:lnTo>
                <a:lnTo>
                  <a:pt x="2076" y="8237"/>
                </a:lnTo>
                <a:lnTo>
                  <a:pt x="2162" y="8173"/>
                </a:lnTo>
                <a:lnTo>
                  <a:pt x="2226" y="8088"/>
                </a:lnTo>
                <a:lnTo>
                  <a:pt x="2247" y="8023"/>
                </a:lnTo>
                <a:lnTo>
                  <a:pt x="2247" y="7981"/>
                </a:lnTo>
                <a:lnTo>
                  <a:pt x="2226" y="7938"/>
                </a:lnTo>
                <a:lnTo>
                  <a:pt x="2204" y="7895"/>
                </a:lnTo>
                <a:lnTo>
                  <a:pt x="2119" y="7895"/>
                </a:lnTo>
                <a:lnTo>
                  <a:pt x="2033" y="7916"/>
                </a:lnTo>
                <a:lnTo>
                  <a:pt x="1948" y="7959"/>
                </a:lnTo>
                <a:lnTo>
                  <a:pt x="1798" y="8066"/>
                </a:lnTo>
                <a:lnTo>
                  <a:pt x="1584" y="8216"/>
                </a:lnTo>
                <a:lnTo>
                  <a:pt x="1477" y="8302"/>
                </a:lnTo>
                <a:lnTo>
                  <a:pt x="1391" y="8323"/>
                </a:lnTo>
                <a:lnTo>
                  <a:pt x="1349" y="8323"/>
                </a:lnTo>
                <a:lnTo>
                  <a:pt x="1349" y="8280"/>
                </a:lnTo>
                <a:lnTo>
                  <a:pt x="1349" y="8237"/>
                </a:lnTo>
                <a:lnTo>
                  <a:pt x="1370" y="8173"/>
                </a:lnTo>
                <a:lnTo>
                  <a:pt x="1477" y="8109"/>
                </a:lnTo>
                <a:lnTo>
                  <a:pt x="1691" y="7916"/>
                </a:lnTo>
                <a:lnTo>
                  <a:pt x="1798" y="7831"/>
                </a:lnTo>
                <a:lnTo>
                  <a:pt x="1862" y="7724"/>
                </a:lnTo>
                <a:lnTo>
                  <a:pt x="1862" y="7703"/>
                </a:lnTo>
                <a:lnTo>
                  <a:pt x="1862" y="7660"/>
                </a:lnTo>
                <a:lnTo>
                  <a:pt x="1819" y="7617"/>
                </a:lnTo>
                <a:lnTo>
                  <a:pt x="1777" y="7596"/>
                </a:lnTo>
                <a:lnTo>
                  <a:pt x="1712" y="7596"/>
                </a:lnTo>
                <a:lnTo>
                  <a:pt x="1627" y="7638"/>
                </a:lnTo>
                <a:lnTo>
                  <a:pt x="1391" y="7767"/>
                </a:lnTo>
                <a:lnTo>
                  <a:pt x="1284" y="7788"/>
                </a:lnTo>
                <a:lnTo>
                  <a:pt x="1199" y="7809"/>
                </a:lnTo>
                <a:lnTo>
                  <a:pt x="1177" y="7788"/>
                </a:lnTo>
                <a:lnTo>
                  <a:pt x="1156" y="7745"/>
                </a:lnTo>
                <a:lnTo>
                  <a:pt x="1199" y="7638"/>
                </a:lnTo>
                <a:lnTo>
                  <a:pt x="1242" y="7553"/>
                </a:lnTo>
                <a:lnTo>
                  <a:pt x="1327" y="7489"/>
                </a:lnTo>
                <a:lnTo>
                  <a:pt x="1541" y="7360"/>
                </a:lnTo>
                <a:lnTo>
                  <a:pt x="1648" y="7317"/>
                </a:lnTo>
                <a:lnTo>
                  <a:pt x="1734" y="7253"/>
                </a:lnTo>
                <a:lnTo>
                  <a:pt x="1819" y="7168"/>
                </a:lnTo>
                <a:lnTo>
                  <a:pt x="1884" y="7082"/>
                </a:lnTo>
                <a:lnTo>
                  <a:pt x="1905" y="6975"/>
                </a:lnTo>
                <a:lnTo>
                  <a:pt x="1884" y="6911"/>
                </a:lnTo>
                <a:lnTo>
                  <a:pt x="1841" y="6868"/>
                </a:lnTo>
                <a:lnTo>
                  <a:pt x="1691" y="6868"/>
                </a:lnTo>
                <a:lnTo>
                  <a:pt x="1605" y="6911"/>
                </a:lnTo>
                <a:lnTo>
                  <a:pt x="1456" y="6975"/>
                </a:lnTo>
                <a:lnTo>
                  <a:pt x="1306" y="7125"/>
                </a:lnTo>
                <a:lnTo>
                  <a:pt x="1199" y="7168"/>
                </a:lnTo>
                <a:lnTo>
                  <a:pt x="1177" y="7168"/>
                </a:lnTo>
                <a:lnTo>
                  <a:pt x="1135" y="7146"/>
                </a:lnTo>
                <a:lnTo>
                  <a:pt x="1113" y="7103"/>
                </a:lnTo>
                <a:lnTo>
                  <a:pt x="1113" y="7082"/>
                </a:lnTo>
                <a:lnTo>
                  <a:pt x="1156" y="7018"/>
                </a:lnTo>
                <a:lnTo>
                  <a:pt x="1284" y="6911"/>
                </a:lnTo>
                <a:lnTo>
                  <a:pt x="1391" y="6804"/>
                </a:lnTo>
                <a:lnTo>
                  <a:pt x="1520" y="6676"/>
                </a:lnTo>
                <a:lnTo>
                  <a:pt x="1563" y="6611"/>
                </a:lnTo>
                <a:lnTo>
                  <a:pt x="1584" y="6547"/>
                </a:lnTo>
                <a:lnTo>
                  <a:pt x="1563" y="6483"/>
                </a:lnTo>
                <a:lnTo>
                  <a:pt x="1498" y="6440"/>
                </a:lnTo>
                <a:lnTo>
                  <a:pt x="1413" y="6419"/>
                </a:lnTo>
                <a:lnTo>
                  <a:pt x="1327" y="6440"/>
                </a:lnTo>
                <a:lnTo>
                  <a:pt x="1199" y="6526"/>
                </a:lnTo>
                <a:lnTo>
                  <a:pt x="1156" y="6547"/>
                </a:lnTo>
                <a:lnTo>
                  <a:pt x="1113" y="6547"/>
                </a:lnTo>
                <a:lnTo>
                  <a:pt x="1071" y="6504"/>
                </a:lnTo>
                <a:lnTo>
                  <a:pt x="1028" y="6397"/>
                </a:lnTo>
                <a:lnTo>
                  <a:pt x="964" y="6141"/>
                </a:lnTo>
                <a:lnTo>
                  <a:pt x="942" y="6012"/>
                </a:lnTo>
                <a:lnTo>
                  <a:pt x="921" y="5905"/>
                </a:lnTo>
                <a:lnTo>
                  <a:pt x="942" y="5841"/>
                </a:lnTo>
                <a:lnTo>
                  <a:pt x="964" y="5798"/>
                </a:lnTo>
                <a:lnTo>
                  <a:pt x="1071" y="5777"/>
                </a:lnTo>
                <a:lnTo>
                  <a:pt x="1327" y="5756"/>
                </a:lnTo>
                <a:lnTo>
                  <a:pt x="1584" y="5777"/>
                </a:lnTo>
                <a:lnTo>
                  <a:pt x="1862" y="5798"/>
                </a:lnTo>
                <a:lnTo>
                  <a:pt x="2119" y="5798"/>
                </a:lnTo>
                <a:lnTo>
                  <a:pt x="2697" y="5777"/>
                </a:lnTo>
                <a:lnTo>
                  <a:pt x="3274" y="5734"/>
                </a:lnTo>
                <a:lnTo>
                  <a:pt x="3873" y="5713"/>
                </a:lnTo>
                <a:close/>
                <a:moveTo>
                  <a:pt x="2440" y="2161"/>
                </a:moveTo>
                <a:lnTo>
                  <a:pt x="2226" y="2182"/>
                </a:lnTo>
                <a:lnTo>
                  <a:pt x="2012" y="2225"/>
                </a:lnTo>
                <a:lnTo>
                  <a:pt x="1862" y="2289"/>
                </a:lnTo>
                <a:lnTo>
                  <a:pt x="1798" y="2332"/>
                </a:lnTo>
                <a:lnTo>
                  <a:pt x="1755" y="2418"/>
                </a:lnTo>
                <a:lnTo>
                  <a:pt x="1712" y="2482"/>
                </a:lnTo>
                <a:lnTo>
                  <a:pt x="1712" y="2589"/>
                </a:lnTo>
                <a:lnTo>
                  <a:pt x="1691" y="2781"/>
                </a:lnTo>
                <a:lnTo>
                  <a:pt x="1691" y="2931"/>
                </a:lnTo>
                <a:lnTo>
                  <a:pt x="1627" y="3851"/>
                </a:lnTo>
                <a:lnTo>
                  <a:pt x="1563" y="4771"/>
                </a:lnTo>
                <a:lnTo>
                  <a:pt x="1563" y="5092"/>
                </a:lnTo>
                <a:lnTo>
                  <a:pt x="1541" y="5263"/>
                </a:lnTo>
                <a:lnTo>
                  <a:pt x="1520" y="5328"/>
                </a:lnTo>
                <a:lnTo>
                  <a:pt x="1477" y="5392"/>
                </a:lnTo>
                <a:lnTo>
                  <a:pt x="1391" y="5435"/>
                </a:lnTo>
                <a:lnTo>
                  <a:pt x="1092" y="5435"/>
                </a:lnTo>
                <a:lnTo>
                  <a:pt x="857" y="5413"/>
                </a:lnTo>
                <a:lnTo>
                  <a:pt x="750" y="5435"/>
                </a:lnTo>
                <a:lnTo>
                  <a:pt x="664" y="5477"/>
                </a:lnTo>
                <a:lnTo>
                  <a:pt x="600" y="5520"/>
                </a:lnTo>
                <a:lnTo>
                  <a:pt x="578" y="5584"/>
                </a:lnTo>
                <a:lnTo>
                  <a:pt x="557" y="5670"/>
                </a:lnTo>
                <a:lnTo>
                  <a:pt x="578" y="5756"/>
                </a:lnTo>
                <a:lnTo>
                  <a:pt x="600" y="5927"/>
                </a:lnTo>
                <a:lnTo>
                  <a:pt x="643" y="6098"/>
                </a:lnTo>
                <a:lnTo>
                  <a:pt x="707" y="6504"/>
                </a:lnTo>
                <a:lnTo>
                  <a:pt x="750" y="6932"/>
                </a:lnTo>
                <a:lnTo>
                  <a:pt x="835" y="7874"/>
                </a:lnTo>
                <a:lnTo>
                  <a:pt x="878" y="8109"/>
                </a:lnTo>
                <a:lnTo>
                  <a:pt x="899" y="8237"/>
                </a:lnTo>
                <a:lnTo>
                  <a:pt x="899" y="8323"/>
                </a:lnTo>
                <a:lnTo>
                  <a:pt x="878" y="8387"/>
                </a:lnTo>
                <a:lnTo>
                  <a:pt x="857" y="8409"/>
                </a:lnTo>
                <a:lnTo>
                  <a:pt x="750" y="8430"/>
                </a:lnTo>
                <a:lnTo>
                  <a:pt x="600" y="8451"/>
                </a:lnTo>
                <a:lnTo>
                  <a:pt x="364" y="8473"/>
                </a:lnTo>
                <a:lnTo>
                  <a:pt x="150" y="8494"/>
                </a:lnTo>
                <a:lnTo>
                  <a:pt x="86" y="8516"/>
                </a:lnTo>
                <a:lnTo>
                  <a:pt x="44" y="8558"/>
                </a:lnTo>
                <a:lnTo>
                  <a:pt x="1" y="8644"/>
                </a:lnTo>
                <a:lnTo>
                  <a:pt x="22" y="8687"/>
                </a:lnTo>
                <a:lnTo>
                  <a:pt x="65" y="8730"/>
                </a:lnTo>
                <a:lnTo>
                  <a:pt x="150" y="8751"/>
                </a:lnTo>
                <a:lnTo>
                  <a:pt x="343" y="8772"/>
                </a:lnTo>
                <a:lnTo>
                  <a:pt x="493" y="8772"/>
                </a:lnTo>
                <a:lnTo>
                  <a:pt x="1349" y="8730"/>
                </a:lnTo>
                <a:lnTo>
                  <a:pt x="2204" y="8665"/>
                </a:lnTo>
                <a:lnTo>
                  <a:pt x="3082" y="8623"/>
                </a:lnTo>
                <a:lnTo>
                  <a:pt x="3938" y="8601"/>
                </a:lnTo>
                <a:lnTo>
                  <a:pt x="5799" y="8623"/>
                </a:lnTo>
                <a:lnTo>
                  <a:pt x="7660" y="8623"/>
                </a:lnTo>
                <a:lnTo>
                  <a:pt x="7917" y="8644"/>
                </a:lnTo>
                <a:lnTo>
                  <a:pt x="8431" y="8644"/>
                </a:lnTo>
                <a:lnTo>
                  <a:pt x="8687" y="8601"/>
                </a:lnTo>
                <a:lnTo>
                  <a:pt x="8794" y="8580"/>
                </a:lnTo>
                <a:lnTo>
                  <a:pt x="8880" y="8537"/>
                </a:lnTo>
                <a:lnTo>
                  <a:pt x="8923" y="8494"/>
                </a:lnTo>
                <a:lnTo>
                  <a:pt x="8944" y="8430"/>
                </a:lnTo>
                <a:lnTo>
                  <a:pt x="8923" y="8366"/>
                </a:lnTo>
                <a:lnTo>
                  <a:pt x="8859" y="8280"/>
                </a:lnTo>
                <a:lnTo>
                  <a:pt x="8794" y="8216"/>
                </a:lnTo>
                <a:lnTo>
                  <a:pt x="8709" y="8195"/>
                </a:lnTo>
                <a:lnTo>
                  <a:pt x="8602" y="8195"/>
                </a:lnTo>
                <a:lnTo>
                  <a:pt x="8495" y="8216"/>
                </a:lnTo>
                <a:lnTo>
                  <a:pt x="8302" y="8237"/>
                </a:lnTo>
                <a:lnTo>
                  <a:pt x="8217" y="8216"/>
                </a:lnTo>
                <a:lnTo>
                  <a:pt x="8152" y="8173"/>
                </a:lnTo>
                <a:lnTo>
                  <a:pt x="8110" y="8109"/>
                </a:lnTo>
                <a:lnTo>
                  <a:pt x="8088" y="8002"/>
                </a:lnTo>
                <a:lnTo>
                  <a:pt x="8088" y="7724"/>
                </a:lnTo>
                <a:lnTo>
                  <a:pt x="8110" y="7253"/>
                </a:lnTo>
                <a:lnTo>
                  <a:pt x="8131" y="6290"/>
                </a:lnTo>
                <a:lnTo>
                  <a:pt x="8174" y="5841"/>
                </a:lnTo>
                <a:lnTo>
                  <a:pt x="8174" y="5713"/>
                </a:lnTo>
                <a:lnTo>
                  <a:pt x="8174" y="5606"/>
                </a:lnTo>
                <a:lnTo>
                  <a:pt x="8131" y="5499"/>
                </a:lnTo>
                <a:lnTo>
                  <a:pt x="8088" y="5413"/>
                </a:lnTo>
                <a:lnTo>
                  <a:pt x="8003" y="5392"/>
                </a:lnTo>
                <a:lnTo>
                  <a:pt x="7939" y="5370"/>
                </a:lnTo>
                <a:lnTo>
                  <a:pt x="7853" y="5370"/>
                </a:lnTo>
                <a:lnTo>
                  <a:pt x="7789" y="5328"/>
                </a:lnTo>
                <a:lnTo>
                  <a:pt x="7746" y="5285"/>
                </a:lnTo>
                <a:lnTo>
                  <a:pt x="7746" y="5242"/>
                </a:lnTo>
                <a:lnTo>
                  <a:pt x="7725" y="5178"/>
                </a:lnTo>
                <a:lnTo>
                  <a:pt x="7725" y="5114"/>
                </a:lnTo>
                <a:lnTo>
                  <a:pt x="7682" y="5049"/>
                </a:lnTo>
                <a:lnTo>
                  <a:pt x="7639" y="5007"/>
                </a:lnTo>
                <a:lnTo>
                  <a:pt x="7575" y="4985"/>
                </a:lnTo>
                <a:lnTo>
                  <a:pt x="7532" y="4964"/>
                </a:lnTo>
                <a:lnTo>
                  <a:pt x="7404" y="4942"/>
                </a:lnTo>
                <a:lnTo>
                  <a:pt x="7254" y="4942"/>
                </a:lnTo>
                <a:lnTo>
                  <a:pt x="7061" y="4900"/>
                </a:lnTo>
                <a:lnTo>
                  <a:pt x="6954" y="4900"/>
                </a:lnTo>
                <a:lnTo>
                  <a:pt x="6869" y="4921"/>
                </a:lnTo>
                <a:lnTo>
                  <a:pt x="6805" y="4964"/>
                </a:lnTo>
                <a:lnTo>
                  <a:pt x="6783" y="5028"/>
                </a:lnTo>
                <a:lnTo>
                  <a:pt x="6805" y="5071"/>
                </a:lnTo>
                <a:lnTo>
                  <a:pt x="6805" y="5156"/>
                </a:lnTo>
                <a:lnTo>
                  <a:pt x="6783" y="5221"/>
                </a:lnTo>
                <a:lnTo>
                  <a:pt x="6805" y="5242"/>
                </a:lnTo>
                <a:lnTo>
                  <a:pt x="6698" y="5285"/>
                </a:lnTo>
                <a:lnTo>
                  <a:pt x="6398" y="5285"/>
                </a:lnTo>
                <a:lnTo>
                  <a:pt x="6312" y="5263"/>
                </a:lnTo>
                <a:lnTo>
                  <a:pt x="6270" y="5199"/>
                </a:lnTo>
                <a:lnTo>
                  <a:pt x="6270" y="5114"/>
                </a:lnTo>
                <a:lnTo>
                  <a:pt x="6270" y="4964"/>
                </a:lnTo>
                <a:lnTo>
                  <a:pt x="6291" y="4878"/>
                </a:lnTo>
                <a:lnTo>
                  <a:pt x="6270" y="4793"/>
                </a:lnTo>
                <a:lnTo>
                  <a:pt x="6248" y="4729"/>
                </a:lnTo>
                <a:lnTo>
                  <a:pt x="6184" y="4664"/>
                </a:lnTo>
                <a:lnTo>
                  <a:pt x="6120" y="4622"/>
                </a:lnTo>
                <a:lnTo>
                  <a:pt x="5820" y="4622"/>
                </a:lnTo>
                <a:lnTo>
                  <a:pt x="5457" y="4686"/>
                </a:lnTo>
                <a:lnTo>
                  <a:pt x="5243" y="4707"/>
                </a:lnTo>
                <a:lnTo>
                  <a:pt x="5029" y="4729"/>
                </a:lnTo>
                <a:lnTo>
                  <a:pt x="4601" y="4750"/>
                </a:lnTo>
                <a:lnTo>
                  <a:pt x="4280" y="4729"/>
                </a:lnTo>
                <a:lnTo>
                  <a:pt x="4087" y="4750"/>
                </a:lnTo>
                <a:lnTo>
                  <a:pt x="4023" y="4771"/>
                </a:lnTo>
                <a:lnTo>
                  <a:pt x="3980" y="4814"/>
                </a:lnTo>
                <a:lnTo>
                  <a:pt x="3938" y="4878"/>
                </a:lnTo>
                <a:lnTo>
                  <a:pt x="3938" y="4942"/>
                </a:lnTo>
                <a:lnTo>
                  <a:pt x="3959" y="5049"/>
                </a:lnTo>
                <a:lnTo>
                  <a:pt x="3959" y="5114"/>
                </a:lnTo>
                <a:lnTo>
                  <a:pt x="3959" y="5178"/>
                </a:lnTo>
                <a:lnTo>
                  <a:pt x="3938" y="5221"/>
                </a:lnTo>
                <a:lnTo>
                  <a:pt x="3873" y="5263"/>
                </a:lnTo>
                <a:lnTo>
                  <a:pt x="3766" y="5285"/>
                </a:lnTo>
                <a:lnTo>
                  <a:pt x="3595" y="5306"/>
                </a:lnTo>
                <a:lnTo>
                  <a:pt x="3424" y="5285"/>
                </a:lnTo>
                <a:lnTo>
                  <a:pt x="3360" y="5285"/>
                </a:lnTo>
                <a:lnTo>
                  <a:pt x="3317" y="5263"/>
                </a:lnTo>
                <a:lnTo>
                  <a:pt x="3274" y="5199"/>
                </a:lnTo>
                <a:lnTo>
                  <a:pt x="3253" y="5114"/>
                </a:lnTo>
                <a:lnTo>
                  <a:pt x="3231" y="4921"/>
                </a:lnTo>
                <a:lnTo>
                  <a:pt x="3231" y="4707"/>
                </a:lnTo>
                <a:lnTo>
                  <a:pt x="3231" y="4536"/>
                </a:lnTo>
                <a:lnTo>
                  <a:pt x="3167" y="4129"/>
                </a:lnTo>
                <a:lnTo>
                  <a:pt x="3082" y="3723"/>
                </a:lnTo>
                <a:lnTo>
                  <a:pt x="2868" y="2739"/>
                </a:lnTo>
                <a:lnTo>
                  <a:pt x="2825" y="2589"/>
                </a:lnTo>
                <a:lnTo>
                  <a:pt x="2804" y="2418"/>
                </a:lnTo>
                <a:lnTo>
                  <a:pt x="2761" y="2354"/>
                </a:lnTo>
                <a:lnTo>
                  <a:pt x="2718" y="2268"/>
                </a:lnTo>
                <a:lnTo>
                  <a:pt x="2675" y="2225"/>
                </a:lnTo>
                <a:lnTo>
                  <a:pt x="2611" y="2182"/>
                </a:lnTo>
                <a:lnTo>
                  <a:pt x="2525" y="2161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8"/>
          <p:cNvSpPr/>
          <p:nvPr/>
        </p:nvSpPr>
        <p:spPr>
          <a:xfrm>
            <a:off x="3810155" y="3633326"/>
            <a:ext cx="548700" cy="542925"/>
          </a:xfrm>
          <a:custGeom>
            <a:rect b="b" l="l" r="r" t="t"/>
            <a:pathLst>
              <a:path extrusionOk="0" h="7532" w="9008">
                <a:moveTo>
                  <a:pt x="7959" y="2867"/>
                </a:moveTo>
                <a:lnTo>
                  <a:pt x="7959" y="2867"/>
                </a:lnTo>
                <a:lnTo>
                  <a:pt x="7831" y="2867"/>
                </a:lnTo>
                <a:lnTo>
                  <a:pt x="7638" y="2889"/>
                </a:lnTo>
                <a:lnTo>
                  <a:pt x="7467" y="2910"/>
                </a:lnTo>
                <a:lnTo>
                  <a:pt x="7403" y="2910"/>
                </a:lnTo>
                <a:lnTo>
                  <a:pt x="7360" y="2889"/>
                </a:lnTo>
                <a:lnTo>
                  <a:pt x="7360" y="2889"/>
                </a:lnTo>
                <a:lnTo>
                  <a:pt x="7318" y="2846"/>
                </a:lnTo>
                <a:lnTo>
                  <a:pt x="7296" y="2782"/>
                </a:lnTo>
                <a:lnTo>
                  <a:pt x="7253" y="2589"/>
                </a:lnTo>
                <a:lnTo>
                  <a:pt x="7211" y="2247"/>
                </a:lnTo>
                <a:lnTo>
                  <a:pt x="7211" y="2247"/>
                </a:lnTo>
                <a:lnTo>
                  <a:pt x="7168" y="1969"/>
                </a:lnTo>
                <a:lnTo>
                  <a:pt x="7104" y="1712"/>
                </a:lnTo>
                <a:lnTo>
                  <a:pt x="7039" y="1455"/>
                </a:lnTo>
                <a:lnTo>
                  <a:pt x="6911" y="1198"/>
                </a:lnTo>
                <a:lnTo>
                  <a:pt x="6911" y="1198"/>
                </a:lnTo>
                <a:lnTo>
                  <a:pt x="6825" y="1049"/>
                </a:lnTo>
                <a:lnTo>
                  <a:pt x="6740" y="920"/>
                </a:lnTo>
                <a:lnTo>
                  <a:pt x="6526" y="685"/>
                </a:lnTo>
                <a:lnTo>
                  <a:pt x="6269" y="471"/>
                </a:lnTo>
                <a:lnTo>
                  <a:pt x="5991" y="300"/>
                </a:lnTo>
                <a:lnTo>
                  <a:pt x="5713" y="171"/>
                </a:lnTo>
                <a:lnTo>
                  <a:pt x="5392" y="86"/>
                </a:lnTo>
                <a:lnTo>
                  <a:pt x="5071" y="22"/>
                </a:lnTo>
                <a:lnTo>
                  <a:pt x="4750" y="0"/>
                </a:lnTo>
                <a:lnTo>
                  <a:pt x="4408" y="0"/>
                </a:lnTo>
                <a:lnTo>
                  <a:pt x="4087" y="43"/>
                </a:lnTo>
                <a:lnTo>
                  <a:pt x="3744" y="129"/>
                </a:lnTo>
                <a:lnTo>
                  <a:pt x="3423" y="214"/>
                </a:lnTo>
                <a:lnTo>
                  <a:pt x="3124" y="364"/>
                </a:lnTo>
                <a:lnTo>
                  <a:pt x="2846" y="514"/>
                </a:lnTo>
                <a:lnTo>
                  <a:pt x="2589" y="706"/>
                </a:lnTo>
                <a:lnTo>
                  <a:pt x="2354" y="899"/>
                </a:lnTo>
                <a:lnTo>
                  <a:pt x="2354" y="899"/>
                </a:lnTo>
                <a:lnTo>
                  <a:pt x="2225" y="1049"/>
                </a:lnTo>
                <a:lnTo>
                  <a:pt x="2118" y="1198"/>
                </a:lnTo>
                <a:lnTo>
                  <a:pt x="1926" y="1498"/>
                </a:lnTo>
                <a:lnTo>
                  <a:pt x="1776" y="1840"/>
                </a:lnTo>
                <a:lnTo>
                  <a:pt x="1648" y="2183"/>
                </a:lnTo>
                <a:lnTo>
                  <a:pt x="1648" y="2183"/>
                </a:lnTo>
                <a:lnTo>
                  <a:pt x="1541" y="2504"/>
                </a:lnTo>
                <a:lnTo>
                  <a:pt x="1455" y="2846"/>
                </a:lnTo>
                <a:lnTo>
                  <a:pt x="1455" y="2846"/>
                </a:lnTo>
                <a:lnTo>
                  <a:pt x="1434" y="3060"/>
                </a:lnTo>
                <a:lnTo>
                  <a:pt x="1391" y="3124"/>
                </a:lnTo>
                <a:lnTo>
                  <a:pt x="1305" y="3167"/>
                </a:lnTo>
                <a:lnTo>
                  <a:pt x="1305" y="3167"/>
                </a:lnTo>
                <a:lnTo>
                  <a:pt x="1220" y="3167"/>
                </a:lnTo>
                <a:lnTo>
                  <a:pt x="1113" y="3167"/>
                </a:lnTo>
                <a:lnTo>
                  <a:pt x="1027" y="3167"/>
                </a:lnTo>
                <a:lnTo>
                  <a:pt x="942" y="3167"/>
                </a:lnTo>
                <a:lnTo>
                  <a:pt x="942" y="3167"/>
                </a:lnTo>
                <a:lnTo>
                  <a:pt x="813" y="3231"/>
                </a:lnTo>
                <a:lnTo>
                  <a:pt x="706" y="3295"/>
                </a:lnTo>
                <a:lnTo>
                  <a:pt x="706" y="3295"/>
                </a:lnTo>
                <a:lnTo>
                  <a:pt x="471" y="3466"/>
                </a:lnTo>
                <a:lnTo>
                  <a:pt x="364" y="3573"/>
                </a:lnTo>
                <a:lnTo>
                  <a:pt x="278" y="3680"/>
                </a:lnTo>
                <a:lnTo>
                  <a:pt x="278" y="3680"/>
                </a:lnTo>
                <a:lnTo>
                  <a:pt x="171" y="3937"/>
                </a:lnTo>
                <a:lnTo>
                  <a:pt x="86" y="4215"/>
                </a:lnTo>
                <a:lnTo>
                  <a:pt x="22" y="4515"/>
                </a:lnTo>
                <a:lnTo>
                  <a:pt x="0" y="4793"/>
                </a:lnTo>
                <a:lnTo>
                  <a:pt x="0" y="4793"/>
                </a:lnTo>
                <a:lnTo>
                  <a:pt x="22" y="5114"/>
                </a:lnTo>
                <a:lnTo>
                  <a:pt x="86" y="5456"/>
                </a:lnTo>
                <a:lnTo>
                  <a:pt x="171" y="5777"/>
                </a:lnTo>
                <a:lnTo>
                  <a:pt x="236" y="5927"/>
                </a:lnTo>
                <a:lnTo>
                  <a:pt x="321" y="6077"/>
                </a:lnTo>
                <a:lnTo>
                  <a:pt x="407" y="6205"/>
                </a:lnTo>
                <a:lnTo>
                  <a:pt x="514" y="6312"/>
                </a:lnTo>
                <a:lnTo>
                  <a:pt x="621" y="6419"/>
                </a:lnTo>
                <a:lnTo>
                  <a:pt x="749" y="6505"/>
                </a:lnTo>
                <a:lnTo>
                  <a:pt x="899" y="6569"/>
                </a:lnTo>
                <a:lnTo>
                  <a:pt x="1049" y="6590"/>
                </a:lnTo>
                <a:lnTo>
                  <a:pt x="1220" y="6612"/>
                </a:lnTo>
                <a:lnTo>
                  <a:pt x="1391" y="6569"/>
                </a:lnTo>
                <a:lnTo>
                  <a:pt x="1391" y="6569"/>
                </a:lnTo>
                <a:lnTo>
                  <a:pt x="1583" y="6526"/>
                </a:lnTo>
                <a:lnTo>
                  <a:pt x="1712" y="6419"/>
                </a:lnTo>
                <a:lnTo>
                  <a:pt x="1797" y="6312"/>
                </a:lnTo>
                <a:lnTo>
                  <a:pt x="1862" y="6184"/>
                </a:lnTo>
                <a:lnTo>
                  <a:pt x="1904" y="6034"/>
                </a:lnTo>
                <a:lnTo>
                  <a:pt x="1904" y="5863"/>
                </a:lnTo>
                <a:lnTo>
                  <a:pt x="1926" y="5520"/>
                </a:lnTo>
                <a:lnTo>
                  <a:pt x="1926" y="5520"/>
                </a:lnTo>
                <a:lnTo>
                  <a:pt x="1926" y="4771"/>
                </a:lnTo>
                <a:lnTo>
                  <a:pt x="1926" y="4408"/>
                </a:lnTo>
                <a:lnTo>
                  <a:pt x="1904" y="4023"/>
                </a:lnTo>
                <a:lnTo>
                  <a:pt x="1904" y="4023"/>
                </a:lnTo>
                <a:lnTo>
                  <a:pt x="1883" y="3702"/>
                </a:lnTo>
                <a:lnTo>
                  <a:pt x="1883" y="3359"/>
                </a:lnTo>
                <a:lnTo>
                  <a:pt x="1904" y="3038"/>
                </a:lnTo>
                <a:lnTo>
                  <a:pt x="1947" y="2696"/>
                </a:lnTo>
                <a:lnTo>
                  <a:pt x="2011" y="2354"/>
                </a:lnTo>
                <a:lnTo>
                  <a:pt x="2118" y="2054"/>
                </a:lnTo>
                <a:lnTo>
                  <a:pt x="2268" y="1755"/>
                </a:lnTo>
                <a:lnTo>
                  <a:pt x="2439" y="1477"/>
                </a:lnTo>
                <a:lnTo>
                  <a:pt x="2439" y="1477"/>
                </a:lnTo>
                <a:lnTo>
                  <a:pt x="2568" y="1327"/>
                </a:lnTo>
                <a:lnTo>
                  <a:pt x="2696" y="1198"/>
                </a:lnTo>
                <a:lnTo>
                  <a:pt x="2846" y="1113"/>
                </a:lnTo>
                <a:lnTo>
                  <a:pt x="2996" y="1006"/>
                </a:lnTo>
                <a:lnTo>
                  <a:pt x="3167" y="942"/>
                </a:lnTo>
                <a:lnTo>
                  <a:pt x="3338" y="877"/>
                </a:lnTo>
                <a:lnTo>
                  <a:pt x="3680" y="770"/>
                </a:lnTo>
                <a:lnTo>
                  <a:pt x="3680" y="770"/>
                </a:lnTo>
                <a:lnTo>
                  <a:pt x="4001" y="728"/>
                </a:lnTo>
                <a:lnTo>
                  <a:pt x="4322" y="685"/>
                </a:lnTo>
                <a:lnTo>
                  <a:pt x="4322" y="685"/>
                </a:lnTo>
                <a:lnTo>
                  <a:pt x="4622" y="599"/>
                </a:lnTo>
                <a:lnTo>
                  <a:pt x="4771" y="578"/>
                </a:lnTo>
                <a:lnTo>
                  <a:pt x="4921" y="578"/>
                </a:lnTo>
                <a:lnTo>
                  <a:pt x="4921" y="578"/>
                </a:lnTo>
                <a:lnTo>
                  <a:pt x="5071" y="599"/>
                </a:lnTo>
                <a:lnTo>
                  <a:pt x="5221" y="621"/>
                </a:lnTo>
                <a:lnTo>
                  <a:pt x="5371" y="685"/>
                </a:lnTo>
                <a:lnTo>
                  <a:pt x="5520" y="749"/>
                </a:lnTo>
                <a:lnTo>
                  <a:pt x="5798" y="899"/>
                </a:lnTo>
                <a:lnTo>
                  <a:pt x="6055" y="1091"/>
                </a:lnTo>
                <a:lnTo>
                  <a:pt x="6269" y="1327"/>
                </a:lnTo>
                <a:lnTo>
                  <a:pt x="6462" y="1584"/>
                </a:lnTo>
                <a:lnTo>
                  <a:pt x="6633" y="1840"/>
                </a:lnTo>
                <a:lnTo>
                  <a:pt x="6740" y="2140"/>
                </a:lnTo>
                <a:lnTo>
                  <a:pt x="6740" y="2140"/>
                </a:lnTo>
                <a:lnTo>
                  <a:pt x="6825" y="2504"/>
                </a:lnTo>
                <a:lnTo>
                  <a:pt x="6890" y="2889"/>
                </a:lnTo>
                <a:lnTo>
                  <a:pt x="6954" y="3659"/>
                </a:lnTo>
                <a:lnTo>
                  <a:pt x="6954" y="3659"/>
                </a:lnTo>
                <a:lnTo>
                  <a:pt x="6997" y="4279"/>
                </a:lnTo>
                <a:lnTo>
                  <a:pt x="6997" y="4279"/>
                </a:lnTo>
                <a:lnTo>
                  <a:pt x="7018" y="4429"/>
                </a:lnTo>
                <a:lnTo>
                  <a:pt x="6997" y="4515"/>
                </a:lnTo>
                <a:lnTo>
                  <a:pt x="6932" y="4600"/>
                </a:lnTo>
                <a:lnTo>
                  <a:pt x="6804" y="4665"/>
                </a:lnTo>
                <a:lnTo>
                  <a:pt x="6804" y="4665"/>
                </a:lnTo>
                <a:lnTo>
                  <a:pt x="6654" y="4750"/>
                </a:lnTo>
                <a:lnTo>
                  <a:pt x="6547" y="4771"/>
                </a:lnTo>
                <a:lnTo>
                  <a:pt x="6504" y="4771"/>
                </a:lnTo>
                <a:lnTo>
                  <a:pt x="6483" y="4729"/>
                </a:lnTo>
                <a:lnTo>
                  <a:pt x="6462" y="4665"/>
                </a:lnTo>
                <a:lnTo>
                  <a:pt x="6462" y="4579"/>
                </a:lnTo>
                <a:lnTo>
                  <a:pt x="6462" y="4579"/>
                </a:lnTo>
                <a:lnTo>
                  <a:pt x="6398" y="3894"/>
                </a:lnTo>
                <a:lnTo>
                  <a:pt x="6398" y="3894"/>
                </a:lnTo>
                <a:lnTo>
                  <a:pt x="6376" y="3744"/>
                </a:lnTo>
                <a:lnTo>
                  <a:pt x="6376" y="3573"/>
                </a:lnTo>
                <a:lnTo>
                  <a:pt x="6398" y="3274"/>
                </a:lnTo>
                <a:lnTo>
                  <a:pt x="6419" y="2974"/>
                </a:lnTo>
                <a:lnTo>
                  <a:pt x="6419" y="2824"/>
                </a:lnTo>
                <a:lnTo>
                  <a:pt x="6419" y="2653"/>
                </a:lnTo>
                <a:lnTo>
                  <a:pt x="6419" y="2653"/>
                </a:lnTo>
                <a:lnTo>
                  <a:pt x="6333" y="2332"/>
                </a:lnTo>
                <a:lnTo>
                  <a:pt x="6269" y="2183"/>
                </a:lnTo>
                <a:lnTo>
                  <a:pt x="6205" y="2033"/>
                </a:lnTo>
                <a:lnTo>
                  <a:pt x="6141" y="1883"/>
                </a:lnTo>
                <a:lnTo>
                  <a:pt x="6034" y="1755"/>
                </a:lnTo>
                <a:lnTo>
                  <a:pt x="5927" y="1626"/>
                </a:lnTo>
                <a:lnTo>
                  <a:pt x="5820" y="1519"/>
                </a:lnTo>
                <a:lnTo>
                  <a:pt x="5820" y="1519"/>
                </a:lnTo>
                <a:lnTo>
                  <a:pt x="5584" y="1348"/>
                </a:lnTo>
                <a:lnTo>
                  <a:pt x="5328" y="1198"/>
                </a:lnTo>
                <a:lnTo>
                  <a:pt x="5328" y="1198"/>
                </a:lnTo>
                <a:lnTo>
                  <a:pt x="5178" y="1156"/>
                </a:lnTo>
                <a:lnTo>
                  <a:pt x="5028" y="1134"/>
                </a:lnTo>
                <a:lnTo>
                  <a:pt x="4878" y="1156"/>
                </a:lnTo>
                <a:lnTo>
                  <a:pt x="4707" y="1177"/>
                </a:lnTo>
                <a:lnTo>
                  <a:pt x="4707" y="1177"/>
                </a:lnTo>
                <a:lnTo>
                  <a:pt x="4065" y="1156"/>
                </a:lnTo>
                <a:lnTo>
                  <a:pt x="3916" y="1177"/>
                </a:lnTo>
                <a:lnTo>
                  <a:pt x="3744" y="1198"/>
                </a:lnTo>
                <a:lnTo>
                  <a:pt x="3595" y="1220"/>
                </a:lnTo>
                <a:lnTo>
                  <a:pt x="3445" y="1284"/>
                </a:lnTo>
                <a:lnTo>
                  <a:pt x="3445" y="1284"/>
                </a:lnTo>
                <a:lnTo>
                  <a:pt x="3145" y="1412"/>
                </a:lnTo>
                <a:lnTo>
                  <a:pt x="2889" y="1584"/>
                </a:lnTo>
                <a:lnTo>
                  <a:pt x="2782" y="1669"/>
                </a:lnTo>
                <a:lnTo>
                  <a:pt x="2675" y="1776"/>
                </a:lnTo>
                <a:lnTo>
                  <a:pt x="2568" y="1904"/>
                </a:lnTo>
                <a:lnTo>
                  <a:pt x="2482" y="2033"/>
                </a:lnTo>
                <a:lnTo>
                  <a:pt x="2482" y="2033"/>
                </a:lnTo>
                <a:lnTo>
                  <a:pt x="2311" y="2290"/>
                </a:lnTo>
                <a:lnTo>
                  <a:pt x="2247" y="2418"/>
                </a:lnTo>
                <a:lnTo>
                  <a:pt x="2225" y="2568"/>
                </a:lnTo>
                <a:lnTo>
                  <a:pt x="2225" y="2568"/>
                </a:lnTo>
                <a:lnTo>
                  <a:pt x="2204" y="2739"/>
                </a:lnTo>
                <a:lnTo>
                  <a:pt x="2225" y="2931"/>
                </a:lnTo>
                <a:lnTo>
                  <a:pt x="2290" y="3295"/>
                </a:lnTo>
                <a:lnTo>
                  <a:pt x="2290" y="3295"/>
                </a:lnTo>
                <a:lnTo>
                  <a:pt x="2290" y="3659"/>
                </a:lnTo>
                <a:lnTo>
                  <a:pt x="2290" y="4001"/>
                </a:lnTo>
                <a:lnTo>
                  <a:pt x="2225" y="4729"/>
                </a:lnTo>
                <a:lnTo>
                  <a:pt x="2225" y="4729"/>
                </a:lnTo>
                <a:lnTo>
                  <a:pt x="2225" y="4729"/>
                </a:lnTo>
                <a:lnTo>
                  <a:pt x="2204" y="4771"/>
                </a:lnTo>
                <a:lnTo>
                  <a:pt x="2225" y="4921"/>
                </a:lnTo>
                <a:lnTo>
                  <a:pt x="2290" y="5392"/>
                </a:lnTo>
                <a:lnTo>
                  <a:pt x="2375" y="5884"/>
                </a:lnTo>
                <a:lnTo>
                  <a:pt x="2439" y="6184"/>
                </a:lnTo>
                <a:lnTo>
                  <a:pt x="2439" y="6184"/>
                </a:lnTo>
                <a:lnTo>
                  <a:pt x="2568" y="6505"/>
                </a:lnTo>
                <a:lnTo>
                  <a:pt x="2653" y="6676"/>
                </a:lnTo>
                <a:lnTo>
                  <a:pt x="2739" y="6825"/>
                </a:lnTo>
                <a:lnTo>
                  <a:pt x="2867" y="6975"/>
                </a:lnTo>
                <a:lnTo>
                  <a:pt x="2974" y="7125"/>
                </a:lnTo>
                <a:lnTo>
                  <a:pt x="3124" y="7232"/>
                </a:lnTo>
                <a:lnTo>
                  <a:pt x="3274" y="7296"/>
                </a:lnTo>
                <a:lnTo>
                  <a:pt x="3274" y="7296"/>
                </a:lnTo>
                <a:lnTo>
                  <a:pt x="3616" y="7425"/>
                </a:lnTo>
                <a:lnTo>
                  <a:pt x="3809" y="7467"/>
                </a:lnTo>
                <a:lnTo>
                  <a:pt x="4001" y="7510"/>
                </a:lnTo>
                <a:lnTo>
                  <a:pt x="4194" y="7532"/>
                </a:lnTo>
                <a:lnTo>
                  <a:pt x="4386" y="7532"/>
                </a:lnTo>
                <a:lnTo>
                  <a:pt x="4579" y="7489"/>
                </a:lnTo>
                <a:lnTo>
                  <a:pt x="4750" y="7446"/>
                </a:lnTo>
                <a:lnTo>
                  <a:pt x="4750" y="7446"/>
                </a:lnTo>
                <a:lnTo>
                  <a:pt x="5114" y="7296"/>
                </a:lnTo>
                <a:lnTo>
                  <a:pt x="5456" y="7082"/>
                </a:lnTo>
                <a:lnTo>
                  <a:pt x="5627" y="6975"/>
                </a:lnTo>
                <a:lnTo>
                  <a:pt x="5777" y="6847"/>
                </a:lnTo>
                <a:lnTo>
                  <a:pt x="5927" y="6718"/>
                </a:lnTo>
                <a:lnTo>
                  <a:pt x="6034" y="6569"/>
                </a:lnTo>
                <a:lnTo>
                  <a:pt x="6034" y="6569"/>
                </a:lnTo>
                <a:lnTo>
                  <a:pt x="6226" y="6312"/>
                </a:lnTo>
                <a:lnTo>
                  <a:pt x="6291" y="6184"/>
                </a:lnTo>
                <a:lnTo>
                  <a:pt x="6355" y="6034"/>
                </a:lnTo>
                <a:lnTo>
                  <a:pt x="6355" y="6034"/>
                </a:lnTo>
                <a:lnTo>
                  <a:pt x="6376" y="5905"/>
                </a:lnTo>
                <a:lnTo>
                  <a:pt x="6398" y="5756"/>
                </a:lnTo>
                <a:lnTo>
                  <a:pt x="6440" y="5606"/>
                </a:lnTo>
                <a:lnTo>
                  <a:pt x="6462" y="5542"/>
                </a:lnTo>
                <a:lnTo>
                  <a:pt x="6483" y="5478"/>
                </a:lnTo>
                <a:lnTo>
                  <a:pt x="6483" y="5478"/>
                </a:lnTo>
                <a:lnTo>
                  <a:pt x="6590" y="5392"/>
                </a:lnTo>
                <a:lnTo>
                  <a:pt x="6761" y="5306"/>
                </a:lnTo>
                <a:lnTo>
                  <a:pt x="6932" y="5264"/>
                </a:lnTo>
                <a:lnTo>
                  <a:pt x="7018" y="5264"/>
                </a:lnTo>
                <a:lnTo>
                  <a:pt x="7061" y="5285"/>
                </a:lnTo>
                <a:lnTo>
                  <a:pt x="7061" y="5285"/>
                </a:lnTo>
                <a:lnTo>
                  <a:pt x="7082" y="5328"/>
                </a:lnTo>
                <a:lnTo>
                  <a:pt x="7082" y="5413"/>
                </a:lnTo>
                <a:lnTo>
                  <a:pt x="7082" y="5585"/>
                </a:lnTo>
                <a:lnTo>
                  <a:pt x="7082" y="5777"/>
                </a:lnTo>
                <a:lnTo>
                  <a:pt x="7104" y="5905"/>
                </a:lnTo>
                <a:lnTo>
                  <a:pt x="7104" y="5905"/>
                </a:lnTo>
                <a:lnTo>
                  <a:pt x="7125" y="5970"/>
                </a:lnTo>
                <a:lnTo>
                  <a:pt x="7168" y="6034"/>
                </a:lnTo>
                <a:lnTo>
                  <a:pt x="7232" y="6077"/>
                </a:lnTo>
                <a:lnTo>
                  <a:pt x="7296" y="6119"/>
                </a:lnTo>
                <a:lnTo>
                  <a:pt x="7446" y="6184"/>
                </a:lnTo>
                <a:lnTo>
                  <a:pt x="7617" y="6226"/>
                </a:lnTo>
                <a:lnTo>
                  <a:pt x="7788" y="6226"/>
                </a:lnTo>
                <a:lnTo>
                  <a:pt x="7959" y="6226"/>
                </a:lnTo>
                <a:lnTo>
                  <a:pt x="8131" y="6184"/>
                </a:lnTo>
                <a:lnTo>
                  <a:pt x="8259" y="6141"/>
                </a:lnTo>
                <a:lnTo>
                  <a:pt x="8259" y="6141"/>
                </a:lnTo>
                <a:lnTo>
                  <a:pt x="8387" y="6077"/>
                </a:lnTo>
                <a:lnTo>
                  <a:pt x="8516" y="5948"/>
                </a:lnTo>
                <a:lnTo>
                  <a:pt x="8623" y="5820"/>
                </a:lnTo>
                <a:lnTo>
                  <a:pt x="8730" y="5670"/>
                </a:lnTo>
                <a:lnTo>
                  <a:pt x="8815" y="5520"/>
                </a:lnTo>
                <a:lnTo>
                  <a:pt x="8879" y="5349"/>
                </a:lnTo>
                <a:lnTo>
                  <a:pt x="8965" y="5050"/>
                </a:lnTo>
                <a:lnTo>
                  <a:pt x="8965" y="5050"/>
                </a:lnTo>
                <a:lnTo>
                  <a:pt x="8986" y="4900"/>
                </a:lnTo>
                <a:lnTo>
                  <a:pt x="9008" y="4750"/>
                </a:lnTo>
                <a:lnTo>
                  <a:pt x="8986" y="4429"/>
                </a:lnTo>
                <a:lnTo>
                  <a:pt x="8944" y="4087"/>
                </a:lnTo>
                <a:lnTo>
                  <a:pt x="8837" y="3744"/>
                </a:lnTo>
                <a:lnTo>
                  <a:pt x="8772" y="3595"/>
                </a:lnTo>
                <a:lnTo>
                  <a:pt x="8687" y="3445"/>
                </a:lnTo>
                <a:lnTo>
                  <a:pt x="8601" y="3295"/>
                </a:lnTo>
                <a:lnTo>
                  <a:pt x="8494" y="3188"/>
                </a:lnTo>
                <a:lnTo>
                  <a:pt x="8366" y="3060"/>
                </a:lnTo>
                <a:lnTo>
                  <a:pt x="8259" y="2974"/>
                </a:lnTo>
                <a:lnTo>
                  <a:pt x="8109" y="2910"/>
                </a:lnTo>
                <a:lnTo>
                  <a:pt x="7959" y="2867"/>
                </a:lnTo>
                <a:lnTo>
                  <a:pt x="7959" y="2867"/>
                </a:lnTo>
                <a:close/>
                <a:moveTo>
                  <a:pt x="1434" y="6162"/>
                </a:moveTo>
                <a:lnTo>
                  <a:pt x="1434" y="6162"/>
                </a:lnTo>
                <a:lnTo>
                  <a:pt x="1305" y="6226"/>
                </a:lnTo>
                <a:lnTo>
                  <a:pt x="1284" y="6248"/>
                </a:lnTo>
                <a:lnTo>
                  <a:pt x="1241" y="6248"/>
                </a:lnTo>
                <a:lnTo>
                  <a:pt x="1220" y="6226"/>
                </a:lnTo>
                <a:lnTo>
                  <a:pt x="1220" y="6205"/>
                </a:lnTo>
                <a:lnTo>
                  <a:pt x="1220" y="6119"/>
                </a:lnTo>
                <a:lnTo>
                  <a:pt x="1263" y="5948"/>
                </a:lnTo>
                <a:lnTo>
                  <a:pt x="1305" y="5798"/>
                </a:lnTo>
                <a:lnTo>
                  <a:pt x="1305" y="5798"/>
                </a:lnTo>
                <a:lnTo>
                  <a:pt x="1305" y="5691"/>
                </a:lnTo>
                <a:lnTo>
                  <a:pt x="1263" y="5627"/>
                </a:lnTo>
                <a:lnTo>
                  <a:pt x="1241" y="5606"/>
                </a:lnTo>
                <a:lnTo>
                  <a:pt x="1198" y="5606"/>
                </a:lnTo>
                <a:lnTo>
                  <a:pt x="1091" y="5649"/>
                </a:lnTo>
                <a:lnTo>
                  <a:pt x="1091" y="5649"/>
                </a:lnTo>
                <a:lnTo>
                  <a:pt x="1049" y="5691"/>
                </a:lnTo>
                <a:lnTo>
                  <a:pt x="984" y="5798"/>
                </a:lnTo>
                <a:lnTo>
                  <a:pt x="920" y="5884"/>
                </a:lnTo>
                <a:lnTo>
                  <a:pt x="899" y="5905"/>
                </a:lnTo>
                <a:lnTo>
                  <a:pt x="856" y="5927"/>
                </a:lnTo>
                <a:lnTo>
                  <a:pt x="856" y="5927"/>
                </a:lnTo>
                <a:lnTo>
                  <a:pt x="856" y="5905"/>
                </a:lnTo>
                <a:lnTo>
                  <a:pt x="856" y="5884"/>
                </a:lnTo>
                <a:lnTo>
                  <a:pt x="877" y="5820"/>
                </a:lnTo>
                <a:lnTo>
                  <a:pt x="984" y="5563"/>
                </a:lnTo>
                <a:lnTo>
                  <a:pt x="1113" y="5328"/>
                </a:lnTo>
                <a:lnTo>
                  <a:pt x="1156" y="5221"/>
                </a:lnTo>
                <a:lnTo>
                  <a:pt x="1156" y="5178"/>
                </a:lnTo>
                <a:lnTo>
                  <a:pt x="1156" y="5178"/>
                </a:lnTo>
                <a:lnTo>
                  <a:pt x="1156" y="5135"/>
                </a:lnTo>
                <a:lnTo>
                  <a:pt x="1113" y="5114"/>
                </a:lnTo>
                <a:lnTo>
                  <a:pt x="1091" y="5114"/>
                </a:lnTo>
                <a:lnTo>
                  <a:pt x="1049" y="5114"/>
                </a:lnTo>
                <a:lnTo>
                  <a:pt x="963" y="5135"/>
                </a:lnTo>
                <a:lnTo>
                  <a:pt x="877" y="5221"/>
                </a:lnTo>
                <a:lnTo>
                  <a:pt x="706" y="5392"/>
                </a:lnTo>
                <a:lnTo>
                  <a:pt x="599" y="5520"/>
                </a:lnTo>
                <a:lnTo>
                  <a:pt x="599" y="5520"/>
                </a:lnTo>
                <a:lnTo>
                  <a:pt x="663" y="5392"/>
                </a:lnTo>
                <a:lnTo>
                  <a:pt x="728" y="5264"/>
                </a:lnTo>
                <a:lnTo>
                  <a:pt x="728" y="5264"/>
                </a:lnTo>
                <a:lnTo>
                  <a:pt x="899" y="4985"/>
                </a:lnTo>
                <a:lnTo>
                  <a:pt x="984" y="4857"/>
                </a:lnTo>
                <a:lnTo>
                  <a:pt x="1049" y="4707"/>
                </a:lnTo>
                <a:lnTo>
                  <a:pt x="1049" y="4707"/>
                </a:lnTo>
                <a:lnTo>
                  <a:pt x="1091" y="4600"/>
                </a:lnTo>
                <a:lnTo>
                  <a:pt x="1091" y="4515"/>
                </a:lnTo>
                <a:lnTo>
                  <a:pt x="1091" y="4493"/>
                </a:lnTo>
                <a:lnTo>
                  <a:pt x="1049" y="4472"/>
                </a:lnTo>
                <a:lnTo>
                  <a:pt x="1006" y="4472"/>
                </a:lnTo>
                <a:lnTo>
                  <a:pt x="942" y="4472"/>
                </a:lnTo>
                <a:lnTo>
                  <a:pt x="942" y="4472"/>
                </a:lnTo>
                <a:lnTo>
                  <a:pt x="856" y="4536"/>
                </a:lnTo>
                <a:lnTo>
                  <a:pt x="856" y="4536"/>
                </a:lnTo>
                <a:lnTo>
                  <a:pt x="835" y="4536"/>
                </a:lnTo>
                <a:lnTo>
                  <a:pt x="835" y="4536"/>
                </a:lnTo>
                <a:lnTo>
                  <a:pt x="813" y="4558"/>
                </a:lnTo>
                <a:lnTo>
                  <a:pt x="856" y="4536"/>
                </a:lnTo>
                <a:lnTo>
                  <a:pt x="856" y="4536"/>
                </a:lnTo>
                <a:lnTo>
                  <a:pt x="877" y="4472"/>
                </a:lnTo>
                <a:lnTo>
                  <a:pt x="920" y="4386"/>
                </a:lnTo>
                <a:lnTo>
                  <a:pt x="1049" y="4258"/>
                </a:lnTo>
                <a:lnTo>
                  <a:pt x="1113" y="4172"/>
                </a:lnTo>
                <a:lnTo>
                  <a:pt x="1156" y="4108"/>
                </a:lnTo>
                <a:lnTo>
                  <a:pt x="1177" y="4044"/>
                </a:lnTo>
                <a:lnTo>
                  <a:pt x="1156" y="3958"/>
                </a:lnTo>
                <a:lnTo>
                  <a:pt x="1156" y="3958"/>
                </a:lnTo>
                <a:lnTo>
                  <a:pt x="1134" y="3916"/>
                </a:lnTo>
                <a:lnTo>
                  <a:pt x="1091" y="3894"/>
                </a:lnTo>
                <a:lnTo>
                  <a:pt x="1049" y="3873"/>
                </a:lnTo>
                <a:lnTo>
                  <a:pt x="1027" y="3894"/>
                </a:lnTo>
                <a:lnTo>
                  <a:pt x="942" y="3916"/>
                </a:lnTo>
                <a:lnTo>
                  <a:pt x="856" y="3958"/>
                </a:lnTo>
                <a:lnTo>
                  <a:pt x="685" y="4087"/>
                </a:lnTo>
                <a:lnTo>
                  <a:pt x="621" y="4130"/>
                </a:lnTo>
                <a:lnTo>
                  <a:pt x="578" y="4108"/>
                </a:lnTo>
                <a:lnTo>
                  <a:pt x="578" y="4108"/>
                </a:lnTo>
                <a:lnTo>
                  <a:pt x="556" y="4087"/>
                </a:lnTo>
                <a:lnTo>
                  <a:pt x="556" y="4044"/>
                </a:lnTo>
                <a:lnTo>
                  <a:pt x="599" y="3980"/>
                </a:lnTo>
                <a:lnTo>
                  <a:pt x="663" y="3894"/>
                </a:lnTo>
                <a:lnTo>
                  <a:pt x="770" y="3809"/>
                </a:lnTo>
                <a:lnTo>
                  <a:pt x="984" y="3680"/>
                </a:lnTo>
                <a:lnTo>
                  <a:pt x="1070" y="3638"/>
                </a:lnTo>
                <a:lnTo>
                  <a:pt x="1134" y="3616"/>
                </a:lnTo>
                <a:lnTo>
                  <a:pt x="1134" y="3616"/>
                </a:lnTo>
                <a:lnTo>
                  <a:pt x="1241" y="3638"/>
                </a:lnTo>
                <a:lnTo>
                  <a:pt x="1327" y="3702"/>
                </a:lnTo>
                <a:lnTo>
                  <a:pt x="1391" y="3766"/>
                </a:lnTo>
                <a:lnTo>
                  <a:pt x="1434" y="3873"/>
                </a:lnTo>
                <a:lnTo>
                  <a:pt x="1455" y="3980"/>
                </a:lnTo>
                <a:lnTo>
                  <a:pt x="1455" y="4087"/>
                </a:lnTo>
                <a:lnTo>
                  <a:pt x="1455" y="4301"/>
                </a:lnTo>
                <a:lnTo>
                  <a:pt x="1455" y="4301"/>
                </a:lnTo>
                <a:lnTo>
                  <a:pt x="1476" y="4814"/>
                </a:lnTo>
                <a:lnTo>
                  <a:pt x="1498" y="5349"/>
                </a:lnTo>
                <a:lnTo>
                  <a:pt x="1498" y="5349"/>
                </a:lnTo>
                <a:lnTo>
                  <a:pt x="1541" y="5777"/>
                </a:lnTo>
                <a:lnTo>
                  <a:pt x="1541" y="5905"/>
                </a:lnTo>
                <a:lnTo>
                  <a:pt x="1519" y="6012"/>
                </a:lnTo>
                <a:lnTo>
                  <a:pt x="1476" y="6098"/>
                </a:lnTo>
                <a:lnTo>
                  <a:pt x="1434" y="6162"/>
                </a:lnTo>
                <a:lnTo>
                  <a:pt x="1434" y="6162"/>
                </a:lnTo>
                <a:close/>
                <a:moveTo>
                  <a:pt x="5413" y="1969"/>
                </a:moveTo>
                <a:lnTo>
                  <a:pt x="5413" y="1969"/>
                </a:lnTo>
                <a:lnTo>
                  <a:pt x="5499" y="1969"/>
                </a:lnTo>
                <a:lnTo>
                  <a:pt x="5584" y="2011"/>
                </a:lnTo>
                <a:lnTo>
                  <a:pt x="5649" y="2076"/>
                </a:lnTo>
                <a:lnTo>
                  <a:pt x="5691" y="2161"/>
                </a:lnTo>
                <a:lnTo>
                  <a:pt x="5691" y="2161"/>
                </a:lnTo>
                <a:lnTo>
                  <a:pt x="5670" y="2268"/>
                </a:lnTo>
                <a:lnTo>
                  <a:pt x="5670" y="2332"/>
                </a:lnTo>
                <a:lnTo>
                  <a:pt x="5649" y="2375"/>
                </a:lnTo>
                <a:lnTo>
                  <a:pt x="5649" y="2375"/>
                </a:lnTo>
                <a:lnTo>
                  <a:pt x="5606" y="2290"/>
                </a:lnTo>
                <a:lnTo>
                  <a:pt x="5584" y="2204"/>
                </a:lnTo>
                <a:lnTo>
                  <a:pt x="5563" y="2118"/>
                </a:lnTo>
                <a:lnTo>
                  <a:pt x="5520" y="2076"/>
                </a:lnTo>
                <a:lnTo>
                  <a:pt x="5499" y="2054"/>
                </a:lnTo>
                <a:lnTo>
                  <a:pt x="5499" y="2054"/>
                </a:lnTo>
                <a:lnTo>
                  <a:pt x="5456" y="2033"/>
                </a:lnTo>
                <a:lnTo>
                  <a:pt x="5413" y="2054"/>
                </a:lnTo>
                <a:lnTo>
                  <a:pt x="5392" y="2097"/>
                </a:lnTo>
                <a:lnTo>
                  <a:pt x="5371" y="2097"/>
                </a:lnTo>
                <a:lnTo>
                  <a:pt x="5371" y="2097"/>
                </a:lnTo>
                <a:lnTo>
                  <a:pt x="5328" y="2097"/>
                </a:lnTo>
                <a:lnTo>
                  <a:pt x="5328" y="2076"/>
                </a:lnTo>
                <a:lnTo>
                  <a:pt x="5349" y="2033"/>
                </a:lnTo>
                <a:lnTo>
                  <a:pt x="5392" y="1990"/>
                </a:lnTo>
                <a:lnTo>
                  <a:pt x="5413" y="1969"/>
                </a:lnTo>
                <a:lnTo>
                  <a:pt x="5413" y="1969"/>
                </a:lnTo>
                <a:close/>
                <a:moveTo>
                  <a:pt x="5007" y="1990"/>
                </a:moveTo>
                <a:lnTo>
                  <a:pt x="5007" y="1990"/>
                </a:lnTo>
                <a:lnTo>
                  <a:pt x="4985" y="1840"/>
                </a:lnTo>
                <a:lnTo>
                  <a:pt x="4985" y="1840"/>
                </a:lnTo>
                <a:lnTo>
                  <a:pt x="5007" y="1797"/>
                </a:lnTo>
                <a:lnTo>
                  <a:pt x="5028" y="1776"/>
                </a:lnTo>
                <a:lnTo>
                  <a:pt x="5050" y="1776"/>
                </a:lnTo>
                <a:lnTo>
                  <a:pt x="5050" y="1819"/>
                </a:lnTo>
                <a:lnTo>
                  <a:pt x="5071" y="1904"/>
                </a:lnTo>
                <a:lnTo>
                  <a:pt x="5050" y="1947"/>
                </a:lnTo>
                <a:lnTo>
                  <a:pt x="5007" y="1990"/>
                </a:lnTo>
                <a:lnTo>
                  <a:pt x="5007" y="1990"/>
                </a:lnTo>
                <a:close/>
                <a:moveTo>
                  <a:pt x="3851" y="2397"/>
                </a:moveTo>
                <a:lnTo>
                  <a:pt x="3851" y="2397"/>
                </a:lnTo>
                <a:lnTo>
                  <a:pt x="3873" y="2418"/>
                </a:lnTo>
                <a:lnTo>
                  <a:pt x="3873" y="2461"/>
                </a:lnTo>
                <a:lnTo>
                  <a:pt x="3873" y="2461"/>
                </a:lnTo>
                <a:lnTo>
                  <a:pt x="3851" y="2482"/>
                </a:lnTo>
                <a:lnTo>
                  <a:pt x="3830" y="2461"/>
                </a:lnTo>
                <a:lnTo>
                  <a:pt x="3851" y="2397"/>
                </a:lnTo>
                <a:lnTo>
                  <a:pt x="3851" y="2397"/>
                </a:lnTo>
                <a:close/>
                <a:moveTo>
                  <a:pt x="3103" y="2397"/>
                </a:moveTo>
                <a:lnTo>
                  <a:pt x="3103" y="2397"/>
                </a:lnTo>
                <a:lnTo>
                  <a:pt x="3124" y="2204"/>
                </a:lnTo>
                <a:lnTo>
                  <a:pt x="3145" y="2118"/>
                </a:lnTo>
                <a:lnTo>
                  <a:pt x="3145" y="2118"/>
                </a:lnTo>
                <a:lnTo>
                  <a:pt x="3167" y="2140"/>
                </a:lnTo>
                <a:lnTo>
                  <a:pt x="3188" y="2204"/>
                </a:lnTo>
                <a:lnTo>
                  <a:pt x="3252" y="2418"/>
                </a:lnTo>
                <a:lnTo>
                  <a:pt x="3295" y="2653"/>
                </a:lnTo>
                <a:lnTo>
                  <a:pt x="3295" y="2653"/>
                </a:lnTo>
                <a:lnTo>
                  <a:pt x="3295" y="2803"/>
                </a:lnTo>
                <a:lnTo>
                  <a:pt x="3274" y="2824"/>
                </a:lnTo>
                <a:lnTo>
                  <a:pt x="3274" y="2846"/>
                </a:lnTo>
                <a:lnTo>
                  <a:pt x="3231" y="2803"/>
                </a:lnTo>
                <a:lnTo>
                  <a:pt x="3188" y="2739"/>
                </a:lnTo>
                <a:lnTo>
                  <a:pt x="3124" y="2504"/>
                </a:lnTo>
                <a:lnTo>
                  <a:pt x="3103" y="2418"/>
                </a:lnTo>
                <a:lnTo>
                  <a:pt x="3103" y="2397"/>
                </a:lnTo>
                <a:lnTo>
                  <a:pt x="3103" y="2397"/>
                </a:lnTo>
                <a:close/>
                <a:moveTo>
                  <a:pt x="6077" y="3766"/>
                </a:moveTo>
                <a:lnTo>
                  <a:pt x="6077" y="3766"/>
                </a:lnTo>
                <a:lnTo>
                  <a:pt x="6055" y="4322"/>
                </a:lnTo>
                <a:lnTo>
                  <a:pt x="6034" y="4600"/>
                </a:lnTo>
                <a:lnTo>
                  <a:pt x="5991" y="4878"/>
                </a:lnTo>
                <a:lnTo>
                  <a:pt x="5991" y="4878"/>
                </a:lnTo>
                <a:lnTo>
                  <a:pt x="5970" y="4985"/>
                </a:lnTo>
                <a:lnTo>
                  <a:pt x="5884" y="5050"/>
                </a:lnTo>
                <a:lnTo>
                  <a:pt x="5798" y="5114"/>
                </a:lnTo>
                <a:lnTo>
                  <a:pt x="5713" y="5157"/>
                </a:lnTo>
                <a:lnTo>
                  <a:pt x="5477" y="5221"/>
                </a:lnTo>
                <a:lnTo>
                  <a:pt x="5264" y="5242"/>
                </a:lnTo>
                <a:lnTo>
                  <a:pt x="5264" y="5242"/>
                </a:lnTo>
                <a:lnTo>
                  <a:pt x="5028" y="5328"/>
                </a:lnTo>
                <a:lnTo>
                  <a:pt x="4921" y="5349"/>
                </a:lnTo>
                <a:lnTo>
                  <a:pt x="4814" y="5349"/>
                </a:lnTo>
                <a:lnTo>
                  <a:pt x="4814" y="5349"/>
                </a:lnTo>
                <a:lnTo>
                  <a:pt x="4707" y="5306"/>
                </a:lnTo>
                <a:lnTo>
                  <a:pt x="4622" y="5264"/>
                </a:lnTo>
                <a:lnTo>
                  <a:pt x="4515" y="5199"/>
                </a:lnTo>
                <a:lnTo>
                  <a:pt x="4408" y="5178"/>
                </a:lnTo>
                <a:lnTo>
                  <a:pt x="4408" y="5178"/>
                </a:lnTo>
                <a:lnTo>
                  <a:pt x="4301" y="5178"/>
                </a:lnTo>
                <a:lnTo>
                  <a:pt x="4194" y="5178"/>
                </a:lnTo>
                <a:lnTo>
                  <a:pt x="4087" y="5221"/>
                </a:lnTo>
                <a:lnTo>
                  <a:pt x="4001" y="5264"/>
                </a:lnTo>
                <a:lnTo>
                  <a:pt x="3916" y="5328"/>
                </a:lnTo>
                <a:lnTo>
                  <a:pt x="3830" y="5413"/>
                </a:lnTo>
                <a:lnTo>
                  <a:pt x="3766" y="5499"/>
                </a:lnTo>
                <a:lnTo>
                  <a:pt x="3723" y="5585"/>
                </a:lnTo>
                <a:lnTo>
                  <a:pt x="3723" y="5585"/>
                </a:lnTo>
                <a:lnTo>
                  <a:pt x="3702" y="5691"/>
                </a:lnTo>
                <a:lnTo>
                  <a:pt x="3702" y="5798"/>
                </a:lnTo>
                <a:lnTo>
                  <a:pt x="3723" y="5884"/>
                </a:lnTo>
                <a:lnTo>
                  <a:pt x="3744" y="5991"/>
                </a:lnTo>
                <a:lnTo>
                  <a:pt x="3809" y="6077"/>
                </a:lnTo>
                <a:lnTo>
                  <a:pt x="3873" y="6141"/>
                </a:lnTo>
                <a:lnTo>
                  <a:pt x="3937" y="6226"/>
                </a:lnTo>
                <a:lnTo>
                  <a:pt x="4023" y="6291"/>
                </a:lnTo>
                <a:lnTo>
                  <a:pt x="4108" y="6333"/>
                </a:lnTo>
                <a:lnTo>
                  <a:pt x="4194" y="6376"/>
                </a:lnTo>
                <a:lnTo>
                  <a:pt x="4301" y="6398"/>
                </a:lnTo>
                <a:lnTo>
                  <a:pt x="4386" y="6398"/>
                </a:lnTo>
                <a:lnTo>
                  <a:pt x="4493" y="6398"/>
                </a:lnTo>
                <a:lnTo>
                  <a:pt x="4579" y="6376"/>
                </a:lnTo>
                <a:lnTo>
                  <a:pt x="4664" y="6333"/>
                </a:lnTo>
                <a:lnTo>
                  <a:pt x="4750" y="6248"/>
                </a:lnTo>
                <a:lnTo>
                  <a:pt x="4750" y="6248"/>
                </a:lnTo>
                <a:lnTo>
                  <a:pt x="4814" y="6162"/>
                </a:lnTo>
                <a:lnTo>
                  <a:pt x="4857" y="6055"/>
                </a:lnTo>
                <a:lnTo>
                  <a:pt x="4900" y="5970"/>
                </a:lnTo>
                <a:lnTo>
                  <a:pt x="4943" y="5884"/>
                </a:lnTo>
                <a:lnTo>
                  <a:pt x="4943" y="5884"/>
                </a:lnTo>
                <a:lnTo>
                  <a:pt x="5007" y="5820"/>
                </a:lnTo>
                <a:lnTo>
                  <a:pt x="5092" y="5798"/>
                </a:lnTo>
                <a:lnTo>
                  <a:pt x="5285" y="5777"/>
                </a:lnTo>
                <a:lnTo>
                  <a:pt x="5285" y="5777"/>
                </a:lnTo>
                <a:lnTo>
                  <a:pt x="5435" y="5734"/>
                </a:lnTo>
                <a:lnTo>
                  <a:pt x="5649" y="5670"/>
                </a:lnTo>
                <a:lnTo>
                  <a:pt x="5756" y="5649"/>
                </a:lnTo>
                <a:lnTo>
                  <a:pt x="5841" y="5649"/>
                </a:lnTo>
                <a:lnTo>
                  <a:pt x="5927" y="5691"/>
                </a:lnTo>
                <a:lnTo>
                  <a:pt x="5927" y="5713"/>
                </a:lnTo>
                <a:lnTo>
                  <a:pt x="5948" y="5734"/>
                </a:lnTo>
                <a:lnTo>
                  <a:pt x="5948" y="5734"/>
                </a:lnTo>
                <a:lnTo>
                  <a:pt x="5948" y="5798"/>
                </a:lnTo>
                <a:lnTo>
                  <a:pt x="5927" y="5863"/>
                </a:lnTo>
                <a:lnTo>
                  <a:pt x="5841" y="6012"/>
                </a:lnTo>
                <a:lnTo>
                  <a:pt x="5670" y="6248"/>
                </a:lnTo>
                <a:lnTo>
                  <a:pt x="5670" y="6248"/>
                </a:lnTo>
                <a:lnTo>
                  <a:pt x="5520" y="6419"/>
                </a:lnTo>
                <a:lnTo>
                  <a:pt x="5349" y="6569"/>
                </a:lnTo>
                <a:lnTo>
                  <a:pt x="5349" y="6569"/>
                </a:lnTo>
                <a:lnTo>
                  <a:pt x="5157" y="6697"/>
                </a:lnTo>
                <a:lnTo>
                  <a:pt x="4964" y="6825"/>
                </a:lnTo>
                <a:lnTo>
                  <a:pt x="4750" y="6911"/>
                </a:lnTo>
                <a:lnTo>
                  <a:pt x="4536" y="6975"/>
                </a:lnTo>
                <a:lnTo>
                  <a:pt x="4536" y="6975"/>
                </a:lnTo>
                <a:lnTo>
                  <a:pt x="4408" y="6997"/>
                </a:lnTo>
                <a:lnTo>
                  <a:pt x="4301" y="6997"/>
                </a:lnTo>
                <a:lnTo>
                  <a:pt x="4065" y="6975"/>
                </a:lnTo>
                <a:lnTo>
                  <a:pt x="3851" y="6911"/>
                </a:lnTo>
                <a:lnTo>
                  <a:pt x="3680" y="6804"/>
                </a:lnTo>
                <a:lnTo>
                  <a:pt x="3509" y="6676"/>
                </a:lnTo>
                <a:lnTo>
                  <a:pt x="3359" y="6505"/>
                </a:lnTo>
                <a:lnTo>
                  <a:pt x="3210" y="6312"/>
                </a:lnTo>
                <a:lnTo>
                  <a:pt x="3103" y="6119"/>
                </a:lnTo>
                <a:lnTo>
                  <a:pt x="3103" y="6119"/>
                </a:lnTo>
                <a:lnTo>
                  <a:pt x="3017" y="5863"/>
                </a:lnTo>
                <a:lnTo>
                  <a:pt x="2931" y="5585"/>
                </a:lnTo>
                <a:lnTo>
                  <a:pt x="2867" y="5328"/>
                </a:lnTo>
                <a:lnTo>
                  <a:pt x="2824" y="5071"/>
                </a:lnTo>
                <a:lnTo>
                  <a:pt x="2782" y="4515"/>
                </a:lnTo>
                <a:lnTo>
                  <a:pt x="2717" y="3980"/>
                </a:lnTo>
                <a:lnTo>
                  <a:pt x="2717" y="3980"/>
                </a:lnTo>
                <a:lnTo>
                  <a:pt x="2696" y="3830"/>
                </a:lnTo>
                <a:lnTo>
                  <a:pt x="2696" y="3680"/>
                </a:lnTo>
                <a:lnTo>
                  <a:pt x="2696" y="3616"/>
                </a:lnTo>
                <a:lnTo>
                  <a:pt x="2717" y="3552"/>
                </a:lnTo>
                <a:lnTo>
                  <a:pt x="2760" y="3509"/>
                </a:lnTo>
                <a:lnTo>
                  <a:pt x="2803" y="3445"/>
                </a:lnTo>
                <a:lnTo>
                  <a:pt x="2803" y="3445"/>
                </a:lnTo>
                <a:lnTo>
                  <a:pt x="2889" y="3424"/>
                </a:lnTo>
                <a:lnTo>
                  <a:pt x="2974" y="3381"/>
                </a:lnTo>
                <a:lnTo>
                  <a:pt x="3167" y="3338"/>
                </a:lnTo>
                <a:lnTo>
                  <a:pt x="3167" y="3338"/>
                </a:lnTo>
                <a:lnTo>
                  <a:pt x="3381" y="3252"/>
                </a:lnTo>
                <a:lnTo>
                  <a:pt x="3595" y="3167"/>
                </a:lnTo>
                <a:lnTo>
                  <a:pt x="3595" y="3167"/>
                </a:lnTo>
                <a:lnTo>
                  <a:pt x="3830" y="3017"/>
                </a:lnTo>
                <a:lnTo>
                  <a:pt x="4044" y="2867"/>
                </a:lnTo>
                <a:lnTo>
                  <a:pt x="4237" y="2696"/>
                </a:lnTo>
                <a:lnTo>
                  <a:pt x="4429" y="2525"/>
                </a:lnTo>
                <a:lnTo>
                  <a:pt x="4429" y="2525"/>
                </a:lnTo>
                <a:lnTo>
                  <a:pt x="4515" y="2439"/>
                </a:lnTo>
                <a:lnTo>
                  <a:pt x="4557" y="2418"/>
                </a:lnTo>
                <a:lnTo>
                  <a:pt x="4600" y="2439"/>
                </a:lnTo>
                <a:lnTo>
                  <a:pt x="4664" y="2504"/>
                </a:lnTo>
                <a:lnTo>
                  <a:pt x="4664" y="2504"/>
                </a:lnTo>
                <a:lnTo>
                  <a:pt x="4750" y="2568"/>
                </a:lnTo>
                <a:lnTo>
                  <a:pt x="4814" y="2653"/>
                </a:lnTo>
                <a:lnTo>
                  <a:pt x="4900" y="2739"/>
                </a:lnTo>
                <a:lnTo>
                  <a:pt x="4985" y="2803"/>
                </a:lnTo>
                <a:lnTo>
                  <a:pt x="4985" y="2803"/>
                </a:lnTo>
                <a:lnTo>
                  <a:pt x="5071" y="2867"/>
                </a:lnTo>
                <a:lnTo>
                  <a:pt x="5178" y="2931"/>
                </a:lnTo>
                <a:lnTo>
                  <a:pt x="5413" y="3017"/>
                </a:lnTo>
                <a:lnTo>
                  <a:pt x="5863" y="3124"/>
                </a:lnTo>
                <a:lnTo>
                  <a:pt x="5863" y="3124"/>
                </a:lnTo>
                <a:lnTo>
                  <a:pt x="5948" y="3167"/>
                </a:lnTo>
                <a:lnTo>
                  <a:pt x="6012" y="3231"/>
                </a:lnTo>
                <a:lnTo>
                  <a:pt x="6055" y="3295"/>
                </a:lnTo>
                <a:lnTo>
                  <a:pt x="6077" y="3381"/>
                </a:lnTo>
                <a:lnTo>
                  <a:pt x="6077" y="3573"/>
                </a:lnTo>
                <a:lnTo>
                  <a:pt x="6077" y="3766"/>
                </a:lnTo>
                <a:lnTo>
                  <a:pt x="6077" y="3766"/>
                </a:lnTo>
                <a:close/>
                <a:moveTo>
                  <a:pt x="8473" y="5028"/>
                </a:moveTo>
                <a:lnTo>
                  <a:pt x="8473" y="5028"/>
                </a:lnTo>
                <a:lnTo>
                  <a:pt x="8451" y="5178"/>
                </a:lnTo>
                <a:lnTo>
                  <a:pt x="8409" y="5371"/>
                </a:lnTo>
                <a:lnTo>
                  <a:pt x="8387" y="5478"/>
                </a:lnTo>
                <a:lnTo>
                  <a:pt x="8345" y="5563"/>
                </a:lnTo>
                <a:lnTo>
                  <a:pt x="8280" y="5627"/>
                </a:lnTo>
                <a:lnTo>
                  <a:pt x="8216" y="5670"/>
                </a:lnTo>
                <a:lnTo>
                  <a:pt x="8216" y="5670"/>
                </a:lnTo>
                <a:lnTo>
                  <a:pt x="8173" y="5691"/>
                </a:lnTo>
                <a:lnTo>
                  <a:pt x="8109" y="5670"/>
                </a:lnTo>
                <a:lnTo>
                  <a:pt x="8045" y="5670"/>
                </a:lnTo>
                <a:lnTo>
                  <a:pt x="7981" y="5670"/>
                </a:lnTo>
                <a:lnTo>
                  <a:pt x="7981" y="5670"/>
                </a:lnTo>
                <a:lnTo>
                  <a:pt x="7917" y="5691"/>
                </a:lnTo>
                <a:lnTo>
                  <a:pt x="7874" y="5713"/>
                </a:lnTo>
                <a:lnTo>
                  <a:pt x="7831" y="5756"/>
                </a:lnTo>
                <a:lnTo>
                  <a:pt x="7767" y="5734"/>
                </a:lnTo>
                <a:lnTo>
                  <a:pt x="7767" y="5734"/>
                </a:lnTo>
                <a:lnTo>
                  <a:pt x="7745" y="5713"/>
                </a:lnTo>
                <a:lnTo>
                  <a:pt x="7745" y="5691"/>
                </a:lnTo>
                <a:lnTo>
                  <a:pt x="7745" y="5627"/>
                </a:lnTo>
                <a:lnTo>
                  <a:pt x="7788" y="5542"/>
                </a:lnTo>
                <a:lnTo>
                  <a:pt x="7831" y="5456"/>
                </a:lnTo>
                <a:lnTo>
                  <a:pt x="7959" y="5264"/>
                </a:lnTo>
                <a:lnTo>
                  <a:pt x="8002" y="5199"/>
                </a:lnTo>
                <a:lnTo>
                  <a:pt x="8024" y="5135"/>
                </a:lnTo>
                <a:lnTo>
                  <a:pt x="8024" y="5135"/>
                </a:lnTo>
                <a:lnTo>
                  <a:pt x="8024" y="5050"/>
                </a:lnTo>
                <a:lnTo>
                  <a:pt x="8002" y="5007"/>
                </a:lnTo>
                <a:lnTo>
                  <a:pt x="7959" y="4964"/>
                </a:lnTo>
                <a:lnTo>
                  <a:pt x="7895" y="4921"/>
                </a:lnTo>
                <a:lnTo>
                  <a:pt x="7895" y="4921"/>
                </a:lnTo>
                <a:lnTo>
                  <a:pt x="7831" y="4921"/>
                </a:lnTo>
                <a:lnTo>
                  <a:pt x="7788" y="4921"/>
                </a:lnTo>
                <a:lnTo>
                  <a:pt x="7724" y="4985"/>
                </a:lnTo>
                <a:lnTo>
                  <a:pt x="7681" y="5050"/>
                </a:lnTo>
                <a:lnTo>
                  <a:pt x="7638" y="5092"/>
                </a:lnTo>
                <a:lnTo>
                  <a:pt x="7638" y="5092"/>
                </a:lnTo>
                <a:lnTo>
                  <a:pt x="7574" y="5178"/>
                </a:lnTo>
                <a:lnTo>
                  <a:pt x="7553" y="5221"/>
                </a:lnTo>
                <a:lnTo>
                  <a:pt x="7510" y="5242"/>
                </a:lnTo>
                <a:lnTo>
                  <a:pt x="7510" y="5242"/>
                </a:lnTo>
                <a:lnTo>
                  <a:pt x="7531" y="5199"/>
                </a:lnTo>
                <a:lnTo>
                  <a:pt x="7574" y="5135"/>
                </a:lnTo>
                <a:lnTo>
                  <a:pt x="7660" y="5050"/>
                </a:lnTo>
                <a:lnTo>
                  <a:pt x="7660" y="5050"/>
                </a:lnTo>
                <a:lnTo>
                  <a:pt x="7917" y="4665"/>
                </a:lnTo>
                <a:lnTo>
                  <a:pt x="7917" y="4665"/>
                </a:lnTo>
                <a:lnTo>
                  <a:pt x="8024" y="4493"/>
                </a:lnTo>
                <a:lnTo>
                  <a:pt x="8066" y="4386"/>
                </a:lnTo>
                <a:lnTo>
                  <a:pt x="8045" y="4344"/>
                </a:lnTo>
                <a:lnTo>
                  <a:pt x="8045" y="4301"/>
                </a:lnTo>
                <a:lnTo>
                  <a:pt x="8045" y="4301"/>
                </a:lnTo>
                <a:lnTo>
                  <a:pt x="7981" y="4237"/>
                </a:lnTo>
                <a:lnTo>
                  <a:pt x="7917" y="4215"/>
                </a:lnTo>
                <a:lnTo>
                  <a:pt x="7831" y="4194"/>
                </a:lnTo>
                <a:lnTo>
                  <a:pt x="7810" y="4215"/>
                </a:lnTo>
                <a:lnTo>
                  <a:pt x="7788" y="4237"/>
                </a:lnTo>
                <a:lnTo>
                  <a:pt x="7788" y="4237"/>
                </a:lnTo>
                <a:lnTo>
                  <a:pt x="7852" y="4130"/>
                </a:lnTo>
                <a:lnTo>
                  <a:pt x="7938" y="4023"/>
                </a:lnTo>
                <a:lnTo>
                  <a:pt x="8002" y="3894"/>
                </a:lnTo>
                <a:lnTo>
                  <a:pt x="8024" y="3830"/>
                </a:lnTo>
                <a:lnTo>
                  <a:pt x="8024" y="3787"/>
                </a:lnTo>
                <a:lnTo>
                  <a:pt x="8024" y="3787"/>
                </a:lnTo>
                <a:lnTo>
                  <a:pt x="8002" y="3680"/>
                </a:lnTo>
                <a:lnTo>
                  <a:pt x="7981" y="3659"/>
                </a:lnTo>
                <a:lnTo>
                  <a:pt x="7938" y="3659"/>
                </a:lnTo>
                <a:lnTo>
                  <a:pt x="7874" y="3659"/>
                </a:lnTo>
                <a:lnTo>
                  <a:pt x="7788" y="3702"/>
                </a:lnTo>
                <a:lnTo>
                  <a:pt x="7617" y="3809"/>
                </a:lnTo>
                <a:lnTo>
                  <a:pt x="7489" y="3894"/>
                </a:lnTo>
                <a:lnTo>
                  <a:pt x="7489" y="3894"/>
                </a:lnTo>
                <a:lnTo>
                  <a:pt x="7467" y="3830"/>
                </a:lnTo>
                <a:lnTo>
                  <a:pt x="7467" y="3744"/>
                </a:lnTo>
                <a:lnTo>
                  <a:pt x="7510" y="3616"/>
                </a:lnTo>
                <a:lnTo>
                  <a:pt x="7596" y="3488"/>
                </a:lnTo>
                <a:lnTo>
                  <a:pt x="7703" y="3381"/>
                </a:lnTo>
                <a:lnTo>
                  <a:pt x="7703" y="3381"/>
                </a:lnTo>
                <a:lnTo>
                  <a:pt x="7767" y="3338"/>
                </a:lnTo>
                <a:lnTo>
                  <a:pt x="7831" y="3317"/>
                </a:lnTo>
                <a:lnTo>
                  <a:pt x="7895" y="3317"/>
                </a:lnTo>
                <a:lnTo>
                  <a:pt x="7981" y="3317"/>
                </a:lnTo>
                <a:lnTo>
                  <a:pt x="8045" y="3338"/>
                </a:lnTo>
                <a:lnTo>
                  <a:pt x="8109" y="3402"/>
                </a:lnTo>
                <a:lnTo>
                  <a:pt x="8152" y="3445"/>
                </a:lnTo>
                <a:lnTo>
                  <a:pt x="8216" y="3531"/>
                </a:lnTo>
                <a:lnTo>
                  <a:pt x="8216" y="3531"/>
                </a:lnTo>
                <a:lnTo>
                  <a:pt x="8280" y="3702"/>
                </a:lnTo>
                <a:lnTo>
                  <a:pt x="8345" y="3873"/>
                </a:lnTo>
                <a:lnTo>
                  <a:pt x="8387" y="4237"/>
                </a:lnTo>
                <a:lnTo>
                  <a:pt x="8387" y="4237"/>
                </a:lnTo>
                <a:lnTo>
                  <a:pt x="8473" y="4622"/>
                </a:lnTo>
                <a:lnTo>
                  <a:pt x="8473" y="4836"/>
                </a:lnTo>
                <a:lnTo>
                  <a:pt x="8473" y="5028"/>
                </a:lnTo>
                <a:lnTo>
                  <a:pt x="8473" y="5028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8"/>
          <p:cNvSpPr/>
          <p:nvPr/>
        </p:nvSpPr>
        <p:spPr>
          <a:xfrm>
            <a:off x="4938763" y="3379113"/>
            <a:ext cx="1118400" cy="10500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8"/>
          <p:cNvSpPr/>
          <p:nvPr/>
        </p:nvSpPr>
        <p:spPr>
          <a:xfrm>
            <a:off x="6335738" y="3379125"/>
            <a:ext cx="1118400" cy="10500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8"/>
          <p:cNvSpPr/>
          <p:nvPr/>
        </p:nvSpPr>
        <p:spPr>
          <a:xfrm>
            <a:off x="5223630" y="3632649"/>
            <a:ext cx="548680" cy="542929"/>
          </a:xfrm>
          <a:custGeom>
            <a:rect b="b" l="l" r="r" t="t"/>
            <a:pathLst>
              <a:path extrusionOk="0" h="8067" w="8901">
                <a:moveTo>
                  <a:pt x="3637" y="1306"/>
                </a:moveTo>
                <a:lnTo>
                  <a:pt x="3637" y="1327"/>
                </a:lnTo>
                <a:lnTo>
                  <a:pt x="3595" y="1306"/>
                </a:lnTo>
                <a:close/>
                <a:moveTo>
                  <a:pt x="2354" y="1306"/>
                </a:moveTo>
                <a:lnTo>
                  <a:pt x="2375" y="1349"/>
                </a:lnTo>
                <a:lnTo>
                  <a:pt x="2354" y="1370"/>
                </a:lnTo>
                <a:lnTo>
                  <a:pt x="2332" y="1327"/>
                </a:lnTo>
                <a:lnTo>
                  <a:pt x="2354" y="1306"/>
                </a:lnTo>
                <a:close/>
                <a:moveTo>
                  <a:pt x="4707" y="1135"/>
                </a:moveTo>
                <a:lnTo>
                  <a:pt x="4643" y="1177"/>
                </a:lnTo>
                <a:lnTo>
                  <a:pt x="4557" y="1220"/>
                </a:lnTo>
                <a:lnTo>
                  <a:pt x="4536" y="1263"/>
                </a:lnTo>
                <a:lnTo>
                  <a:pt x="4536" y="1284"/>
                </a:lnTo>
                <a:lnTo>
                  <a:pt x="4557" y="1327"/>
                </a:lnTo>
                <a:lnTo>
                  <a:pt x="4600" y="1349"/>
                </a:lnTo>
                <a:lnTo>
                  <a:pt x="4964" y="1413"/>
                </a:lnTo>
                <a:lnTo>
                  <a:pt x="5306" y="1456"/>
                </a:lnTo>
                <a:lnTo>
                  <a:pt x="6034" y="1456"/>
                </a:lnTo>
                <a:lnTo>
                  <a:pt x="6376" y="1477"/>
                </a:lnTo>
                <a:lnTo>
                  <a:pt x="6547" y="1456"/>
                </a:lnTo>
                <a:lnTo>
                  <a:pt x="6718" y="1434"/>
                </a:lnTo>
                <a:lnTo>
                  <a:pt x="6783" y="1413"/>
                </a:lnTo>
                <a:lnTo>
                  <a:pt x="6825" y="1370"/>
                </a:lnTo>
                <a:lnTo>
                  <a:pt x="6847" y="1327"/>
                </a:lnTo>
                <a:lnTo>
                  <a:pt x="6847" y="1284"/>
                </a:lnTo>
                <a:lnTo>
                  <a:pt x="6804" y="1263"/>
                </a:lnTo>
                <a:lnTo>
                  <a:pt x="6761" y="1220"/>
                </a:lnTo>
                <a:lnTo>
                  <a:pt x="6697" y="1199"/>
                </a:lnTo>
                <a:lnTo>
                  <a:pt x="5991" y="1199"/>
                </a:lnTo>
                <a:lnTo>
                  <a:pt x="5670" y="1220"/>
                </a:lnTo>
                <a:lnTo>
                  <a:pt x="5349" y="1199"/>
                </a:lnTo>
                <a:lnTo>
                  <a:pt x="5028" y="1156"/>
                </a:lnTo>
                <a:lnTo>
                  <a:pt x="4857" y="1135"/>
                </a:lnTo>
                <a:close/>
                <a:moveTo>
                  <a:pt x="2675" y="1284"/>
                </a:moveTo>
                <a:lnTo>
                  <a:pt x="2696" y="1306"/>
                </a:lnTo>
                <a:lnTo>
                  <a:pt x="2696" y="1391"/>
                </a:lnTo>
                <a:lnTo>
                  <a:pt x="2653" y="1498"/>
                </a:lnTo>
                <a:lnTo>
                  <a:pt x="2610" y="1520"/>
                </a:lnTo>
                <a:lnTo>
                  <a:pt x="2568" y="1520"/>
                </a:lnTo>
                <a:lnTo>
                  <a:pt x="2568" y="1477"/>
                </a:lnTo>
                <a:lnTo>
                  <a:pt x="2589" y="1413"/>
                </a:lnTo>
                <a:lnTo>
                  <a:pt x="2653" y="1306"/>
                </a:lnTo>
                <a:lnTo>
                  <a:pt x="2675" y="1284"/>
                </a:lnTo>
                <a:close/>
                <a:moveTo>
                  <a:pt x="3038" y="1284"/>
                </a:moveTo>
                <a:lnTo>
                  <a:pt x="3102" y="1306"/>
                </a:lnTo>
                <a:lnTo>
                  <a:pt x="3124" y="1370"/>
                </a:lnTo>
                <a:lnTo>
                  <a:pt x="3102" y="1434"/>
                </a:lnTo>
                <a:lnTo>
                  <a:pt x="3038" y="1541"/>
                </a:lnTo>
                <a:lnTo>
                  <a:pt x="2974" y="1627"/>
                </a:lnTo>
                <a:lnTo>
                  <a:pt x="2910" y="1669"/>
                </a:lnTo>
                <a:lnTo>
                  <a:pt x="2889" y="1627"/>
                </a:lnTo>
                <a:lnTo>
                  <a:pt x="2910" y="1541"/>
                </a:lnTo>
                <a:lnTo>
                  <a:pt x="2953" y="1391"/>
                </a:lnTo>
                <a:lnTo>
                  <a:pt x="2995" y="1306"/>
                </a:lnTo>
                <a:lnTo>
                  <a:pt x="3038" y="1284"/>
                </a:lnTo>
                <a:close/>
                <a:moveTo>
                  <a:pt x="4900" y="1648"/>
                </a:moveTo>
                <a:lnTo>
                  <a:pt x="4750" y="1669"/>
                </a:lnTo>
                <a:lnTo>
                  <a:pt x="4664" y="1712"/>
                </a:lnTo>
                <a:lnTo>
                  <a:pt x="4643" y="1755"/>
                </a:lnTo>
                <a:lnTo>
                  <a:pt x="4643" y="1776"/>
                </a:lnTo>
                <a:lnTo>
                  <a:pt x="4664" y="1841"/>
                </a:lnTo>
                <a:lnTo>
                  <a:pt x="4750" y="1905"/>
                </a:lnTo>
                <a:lnTo>
                  <a:pt x="4878" y="1948"/>
                </a:lnTo>
                <a:lnTo>
                  <a:pt x="6654" y="1948"/>
                </a:lnTo>
                <a:lnTo>
                  <a:pt x="6783" y="1926"/>
                </a:lnTo>
                <a:lnTo>
                  <a:pt x="6847" y="1905"/>
                </a:lnTo>
                <a:lnTo>
                  <a:pt x="6890" y="1862"/>
                </a:lnTo>
                <a:lnTo>
                  <a:pt x="6911" y="1819"/>
                </a:lnTo>
                <a:lnTo>
                  <a:pt x="6890" y="1776"/>
                </a:lnTo>
                <a:lnTo>
                  <a:pt x="6868" y="1734"/>
                </a:lnTo>
                <a:lnTo>
                  <a:pt x="6825" y="1712"/>
                </a:lnTo>
                <a:lnTo>
                  <a:pt x="6654" y="1691"/>
                </a:lnTo>
                <a:lnTo>
                  <a:pt x="6483" y="1669"/>
                </a:lnTo>
                <a:lnTo>
                  <a:pt x="6119" y="1669"/>
                </a:lnTo>
                <a:lnTo>
                  <a:pt x="5413" y="1691"/>
                </a:lnTo>
                <a:lnTo>
                  <a:pt x="5071" y="1669"/>
                </a:lnTo>
                <a:lnTo>
                  <a:pt x="4900" y="1648"/>
                </a:lnTo>
                <a:close/>
                <a:moveTo>
                  <a:pt x="3038" y="2119"/>
                </a:moveTo>
                <a:lnTo>
                  <a:pt x="3209" y="2140"/>
                </a:lnTo>
                <a:lnTo>
                  <a:pt x="3381" y="2140"/>
                </a:lnTo>
                <a:lnTo>
                  <a:pt x="3488" y="2162"/>
                </a:lnTo>
                <a:lnTo>
                  <a:pt x="3509" y="2162"/>
                </a:lnTo>
                <a:lnTo>
                  <a:pt x="3509" y="2183"/>
                </a:lnTo>
                <a:lnTo>
                  <a:pt x="3466" y="2204"/>
                </a:lnTo>
                <a:lnTo>
                  <a:pt x="3423" y="2226"/>
                </a:lnTo>
                <a:lnTo>
                  <a:pt x="3338" y="2226"/>
                </a:lnTo>
                <a:lnTo>
                  <a:pt x="3145" y="2204"/>
                </a:lnTo>
                <a:lnTo>
                  <a:pt x="2931" y="2204"/>
                </a:lnTo>
                <a:lnTo>
                  <a:pt x="2824" y="2183"/>
                </a:lnTo>
                <a:lnTo>
                  <a:pt x="2824" y="2162"/>
                </a:lnTo>
                <a:lnTo>
                  <a:pt x="2846" y="2140"/>
                </a:lnTo>
                <a:lnTo>
                  <a:pt x="2953" y="2119"/>
                </a:lnTo>
                <a:close/>
                <a:moveTo>
                  <a:pt x="2525" y="2097"/>
                </a:moveTo>
                <a:lnTo>
                  <a:pt x="2589" y="2119"/>
                </a:lnTo>
                <a:lnTo>
                  <a:pt x="2653" y="2140"/>
                </a:lnTo>
                <a:lnTo>
                  <a:pt x="2653" y="2162"/>
                </a:lnTo>
                <a:lnTo>
                  <a:pt x="2653" y="2204"/>
                </a:lnTo>
                <a:lnTo>
                  <a:pt x="2610" y="2226"/>
                </a:lnTo>
                <a:lnTo>
                  <a:pt x="2546" y="2247"/>
                </a:lnTo>
                <a:lnTo>
                  <a:pt x="2418" y="2247"/>
                </a:lnTo>
                <a:lnTo>
                  <a:pt x="2354" y="2226"/>
                </a:lnTo>
                <a:lnTo>
                  <a:pt x="2332" y="2204"/>
                </a:lnTo>
                <a:lnTo>
                  <a:pt x="2375" y="2162"/>
                </a:lnTo>
                <a:lnTo>
                  <a:pt x="2461" y="2097"/>
                </a:lnTo>
                <a:close/>
                <a:moveTo>
                  <a:pt x="6312" y="2140"/>
                </a:moveTo>
                <a:lnTo>
                  <a:pt x="5969" y="2162"/>
                </a:lnTo>
                <a:lnTo>
                  <a:pt x="5627" y="2204"/>
                </a:lnTo>
                <a:lnTo>
                  <a:pt x="4707" y="2204"/>
                </a:lnTo>
                <a:lnTo>
                  <a:pt x="4600" y="2226"/>
                </a:lnTo>
                <a:lnTo>
                  <a:pt x="4536" y="2226"/>
                </a:lnTo>
                <a:lnTo>
                  <a:pt x="4515" y="2269"/>
                </a:lnTo>
                <a:lnTo>
                  <a:pt x="4493" y="2311"/>
                </a:lnTo>
                <a:lnTo>
                  <a:pt x="4515" y="2354"/>
                </a:lnTo>
                <a:lnTo>
                  <a:pt x="4557" y="2397"/>
                </a:lnTo>
                <a:lnTo>
                  <a:pt x="4600" y="2418"/>
                </a:lnTo>
                <a:lnTo>
                  <a:pt x="4964" y="2461"/>
                </a:lnTo>
                <a:lnTo>
                  <a:pt x="5328" y="2483"/>
                </a:lnTo>
                <a:lnTo>
                  <a:pt x="5691" y="2461"/>
                </a:lnTo>
                <a:lnTo>
                  <a:pt x="6055" y="2440"/>
                </a:lnTo>
                <a:lnTo>
                  <a:pt x="6376" y="2440"/>
                </a:lnTo>
                <a:lnTo>
                  <a:pt x="6547" y="2418"/>
                </a:lnTo>
                <a:lnTo>
                  <a:pt x="6697" y="2397"/>
                </a:lnTo>
                <a:lnTo>
                  <a:pt x="6783" y="2354"/>
                </a:lnTo>
                <a:lnTo>
                  <a:pt x="6825" y="2311"/>
                </a:lnTo>
                <a:lnTo>
                  <a:pt x="6825" y="2290"/>
                </a:lnTo>
                <a:lnTo>
                  <a:pt x="6825" y="2247"/>
                </a:lnTo>
                <a:lnTo>
                  <a:pt x="6804" y="2226"/>
                </a:lnTo>
                <a:lnTo>
                  <a:pt x="6761" y="2204"/>
                </a:lnTo>
                <a:lnTo>
                  <a:pt x="6633" y="2162"/>
                </a:lnTo>
                <a:lnTo>
                  <a:pt x="6483" y="2140"/>
                </a:lnTo>
                <a:close/>
                <a:moveTo>
                  <a:pt x="3316" y="1006"/>
                </a:moveTo>
                <a:lnTo>
                  <a:pt x="3081" y="1028"/>
                </a:lnTo>
                <a:lnTo>
                  <a:pt x="2396" y="1028"/>
                </a:lnTo>
                <a:lnTo>
                  <a:pt x="2289" y="1049"/>
                </a:lnTo>
                <a:lnTo>
                  <a:pt x="2225" y="1092"/>
                </a:lnTo>
                <a:lnTo>
                  <a:pt x="2161" y="1156"/>
                </a:lnTo>
                <a:lnTo>
                  <a:pt x="2118" y="1220"/>
                </a:lnTo>
                <a:lnTo>
                  <a:pt x="2097" y="1306"/>
                </a:lnTo>
                <a:lnTo>
                  <a:pt x="2075" y="1456"/>
                </a:lnTo>
                <a:lnTo>
                  <a:pt x="2075" y="1798"/>
                </a:lnTo>
                <a:lnTo>
                  <a:pt x="2075" y="1948"/>
                </a:lnTo>
                <a:lnTo>
                  <a:pt x="2054" y="2162"/>
                </a:lnTo>
                <a:lnTo>
                  <a:pt x="2075" y="2247"/>
                </a:lnTo>
                <a:lnTo>
                  <a:pt x="2097" y="2333"/>
                </a:lnTo>
                <a:lnTo>
                  <a:pt x="2140" y="2418"/>
                </a:lnTo>
                <a:lnTo>
                  <a:pt x="2182" y="2461"/>
                </a:lnTo>
                <a:lnTo>
                  <a:pt x="2268" y="2483"/>
                </a:lnTo>
                <a:lnTo>
                  <a:pt x="2354" y="2504"/>
                </a:lnTo>
                <a:lnTo>
                  <a:pt x="2568" y="2504"/>
                </a:lnTo>
                <a:lnTo>
                  <a:pt x="2953" y="2461"/>
                </a:lnTo>
                <a:lnTo>
                  <a:pt x="3231" y="2461"/>
                </a:lnTo>
                <a:lnTo>
                  <a:pt x="3488" y="2483"/>
                </a:lnTo>
                <a:lnTo>
                  <a:pt x="3616" y="2504"/>
                </a:lnTo>
                <a:lnTo>
                  <a:pt x="3702" y="2525"/>
                </a:lnTo>
                <a:lnTo>
                  <a:pt x="3766" y="2504"/>
                </a:lnTo>
                <a:lnTo>
                  <a:pt x="3851" y="2440"/>
                </a:lnTo>
                <a:lnTo>
                  <a:pt x="3894" y="2333"/>
                </a:lnTo>
                <a:lnTo>
                  <a:pt x="3916" y="2226"/>
                </a:lnTo>
                <a:lnTo>
                  <a:pt x="3916" y="2119"/>
                </a:lnTo>
                <a:lnTo>
                  <a:pt x="3894" y="1883"/>
                </a:lnTo>
                <a:lnTo>
                  <a:pt x="3894" y="1669"/>
                </a:lnTo>
                <a:lnTo>
                  <a:pt x="3916" y="1498"/>
                </a:lnTo>
                <a:lnTo>
                  <a:pt x="3937" y="1306"/>
                </a:lnTo>
                <a:lnTo>
                  <a:pt x="3916" y="1220"/>
                </a:lnTo>
                <a:lnTo>
                  <a:pt x="3894" y="1135"/>
                </a:lnTo>
                <a:lnTo>
                  <a:pt x="3830" y="1070"/>
                </a:lnTo>
                <a:lnTo>
                  <a:pt x="3766" y="1028"/>
                </a:lnTo>
                <a:lnTo>
                  <a:pt x="3659" y="1006"/>
                </a:lnTo>
                <a:close/>
                <a:moveTo>
                  <a:pt x="2268" y="2889"/>
                </a:moveTo>
                <a:lnTo>
                  <a:pt x="2182" y="2910"/>
                </a:lnTo>
                <a:lnTo>
                  <a:pt x="2097" y="2953"/>
                </a:lnTo>
                <a:lnTo>
                  <a:pt x="2075" y="2975"/>
                </a:lnTo>
                <a:lnTo>
                  <a:pt x="2054" y="3017"/>
                </a:lnTo>
                <a:lnTo>
                  <a:pt x="2075" y="3039"/>
                </a:lnTo>
                <a:lnTo>
                  <a:pt x="2140" y="3060"/>
                </a:lnTo>
                <a:lnTo>
                  <a:pt x="2247" y="3103"/>
                </a:lnTo>
                <a:lnTo>
                  <a:pt x="2375" y="3124"/>
                </a:lnTo>
                <a:lnTo>
                  <a:pt x="2653" y="3146"/>
                </a:lnTo>
                <a:lnTo>
                  <a:pt x="3359" y="3146"/>
                </a:lnTo>
                <a:lnTo>
                  <a:pt x="3637" y="3124"/>
                </a:lnTo>
                <a:lnTo>
                  <a:pt x="3766" y="3103"/>
                </a:lnTo>
                <a:lnTo>
                  <a:pt x="3851" y="3060"/>
                </a:lnTo>
                <a:lnTo>
                  <a:pt x="3851" y="3039"/>
                </a:lnTo>
                <a:lnTo>
                  <a:pt x="3851" y="3017"/>
                </a:lnTo>
                <a:lnTo>
                  <a:pt x="3830" y="2975"/>
                </a:lnTo>
                <a:lnTo>
                  <a:pt x="3787" y="2932"/>
                </a:lnTo>
                <a:lnTo>
                  <a:pt x="3702" y="2910"/>
                </a:lnTo>
                <a:lnTo>
                  <a:pt x="3595" y="2910"/>
                </a:lnTo>
                <a:lnTo>
                  <a:pt x="3381" y="2932"/>
                </a:lnTo>
                <a:lnTo>
                  <a:pt x="2824" y="2889"/>
                </a:lnTo>
                <a:close/>
                <a:moveTo>
                  <a:pt x="6141" y="3060"/>
                </a:moveTo>
                <a:lnTo>
                  <a:pt x="6183" y="3082"/>
                </a:lnTo>
                <a:lnTo>
                  <a:pt x="6205" y="3103"/>
                </a:lnTo>
                <a:lnTo>
                  <a:pt x="6076" y="3210"/>
                </a:lnTo>
                <a:lnTo>
                  <a:pt x="5969" y="3317"/>
                </a:lnTo>
                <a:lnTo>
                  <a:pt x="5969" y="3231"/>
                </a:lnTo>
                <a:lnTo>
                  <a:pt x="5991" y="3146"/>
                </a:lnTo>
                <a:lnTo>
                  <a:pt x="6034" y="3103"/>
                </a:lnTo>
                <a:lnTo>
                  <a:pt x="6055" y="3082"/>
                </a:lnTo>
                <a:lnTo>
                  <a:pt x="6141" y="3060"/>
                </a:lnTo>
                <a:close/>
                <a:moveTo>
                  <a:pt x="5007" y="3039"/>
                </a:moveTo>
                <a:lnTo>
                  <a:pt x="5049" y="3060"/>
                </a:lnTo>
                <a:lnTo>
                  <a:pt x="5049" y="3103"/>
                </a:lnTo>
                <a:lnTo>
                  <a:pt x="5007" y="3231"/>
                </a:lnTo>
                <a:lnTo>
                  <a:pt x="4964" y="3317"/>
                </a:lnTo>
                <a:lnTo>
                  <a:pt x="4921" y="3360"/>
                </a:lnTo>
                <a:lnTo>
                  <a:pt x="4900" y="3317"/>
                </a:lnTo>
                <a:lnTo>
                  <a:pt x="4900" y="3210"/>
                </a:lnTo>
                <a:lnTo>
                  <a:pt x="4900" y="3103"/>
                </a:lnTo>
                <a:lnTo>
                  <a:pt x="4900" y="3060"/>
                </a:lnTo>
                <a:lnTo>
                  <a:pt x="4921" y="3060"/>
                </a:lnTo>
                <a:lnTo>
                  <a:pt x="4964" y="3039"/>
                </a:lnTo>
                <a:close/>
                <a:moveTo>
                  <a:pt x="5370" y="3017"/>
                </a:moveTo>
                <a:lnTo>
                  <a:pt x="5435" y="3039"/>
                </a:lnTo>
                <a:lnTo>
                  <a:pt x="5435" y="3082"/>
                </a:lnTo>
                <a:lnTo>
                  <a:pt x="5435" y="3124"/>
                </a:lnTo>
                <a:lnTo>
                  <a:pt x="5328" y="3231"/>
                </a:lnTo>
                <a:lnTo>
                  <a:pt x="5221" y="3360"/>
                </a:lnTo>
                <a:lnTo>
                  <a:pt x="5135" y="3445"/>
                </a:lnTo>
                <a:lnTo>
                  <a:pt x="5135" y="3403"/>
                </a:lnTo>
                <a:lnTo>
                  <a:pt x="5156" y="3403"/>
                </a:lnTo>
                <a:lnTo>
                  <a:pt x="5178" y="3317"/>
                </a:lnTo>
                <a:lnTo>
                  <a:pt x="5242" y="3146"/>
                </a:lnTo>
                <a:lnTo>
                  <a:pt x="5285" y="3082"/>
                </a:lnTo>
                <a:lnTo>
                  <a:pt x="5328" y="3039"/>
                </a:lnTo>
                <a:lnTo>
                  <a:pt x="5370" y="3017"/>
                </a:lnTo>
                <a:close/>
                <a:moveTo>
                  <a:pt x="3680" y="3317"/>
                </a:moveTo>
                <a:lnTo>
                  <a:pt x="3488" y="3338"/>
                </a:lnTo>
                <a:lnTo>
                  <a:pt x="2910" y="3360"/>
                </a:lnTo>
                <a:lnTo>
                  <a:pt x="2696" y="3360"/>
                </a:lnTo>
                <a:lnTo>
                  <a:pt x="2396" y="3381"/>
                </a:lnTo>
                <a:lnTo>
                  <a:pt x="2247" y="3403"/>
                </a:lnTo>
                <a:lnTo>
                  <a:pt x="2140" y="3445"/>
                </a:lnTo>
                <a:lnTo>
                  <a:pt x="2118" y="3467"/>
                </a:lnTo>
                <a:lnTo>
                  <a:pt x="2097" y="3488"/>
                </a:lnTo>
                <a:lnTo>
                  <a:pt x="2097" y="3531"/>
                </a:lnTo>
                <a:lnTo>
                  <a:pt x="2118" y="3574"/>
                </a:lnTo>
                <a:lnTo>
                  <a:pt x="2161" y="3595"/>
                </a:lnTo>
                <a:lnTo>
                  <a:pt x="2225" y="3617"/>
                </a:lnTo>
                <a:lnTo>
                  <a:pt x="2653" y="3617"/>
                </a:lnTo>
                <a:lnTo>
                  <a:pt x="3231" y="3595"/>
                </a:lnTo>
                <a:lnTo>
                  <a:pt x="3402" y="3595"/>
                </a:lnTo>
                <a:lnTo>
                  <a:pt x="3702" y="3552"/>
                </a:lnTo>
                <a:lnTo>
                  <a:pt x="3830" y="3510"/>
                </a:lnTo>
                <a:lnTo>
                  <a:pt x="3916" y="3467"/>
                </a:lnTo>
                <a:lnTo>
                  <a:pt x="3937" y="3445"/>
                </a:lnTo>
                <a:lnTo>
                  <a:pt x="3937" y="3403"/>
                </a:lnTo>
                <a:lnTo>
                  <a:pt x="3916" y="3381"/>
                </a:lnTo>
                <a:lnTo>
                  <a:pt x="3873" y="3338"/>
                </a:lnTo>
                <a:lnTo>
                  <a:pt x="3787" y="3317"/>
                </a:lnTo>
                <a:close/>
                <a:moveTo>
                  <a:pt x="6462" y="3017"/>
                </a:moveTo>
                <a:lnTo>
                  <a:pt x="6504" y="3039"/>
                </a:lnTo>
                <a:lnTo>
                  <a:pt x="6526" y="3082"/>
                </a:lnTo>
                <a:lnTo>
                  <a:pt x="6526" y="3146"/>
                </a:lnTo>
                <a:lnTo>
                  <a:pt x="6526" y="3274"/>
                </a:lnTo>
                <a:lnTo>
                  <a:pt x="6504" y="3360"/>
                </a:lnTo>
                <a:lnTo>
                  <a:pt x="6483" y="3445"/>
                </a:lnTo>
                <a:lnTo>
                  <a:pt x="6462" y="3531"/>
                </a:lnTo>
                <a:lnTo>
                  <a:pt x="6419" y="3595"/>
                </a:lnTo>
                <a:lnTo>
                  <a:pt x="6355" y="3638"/>
                </a:lnTo>
                <a:lnTo>
                  <a:pt x="6312" y="3681"/>
                </a:lnTo>
                <a:lnTo>
                  <a:pt x="6290" y="3681"/>
                </a:lnTo>
                <a:lnTo>
                  <a:pt x="6269" y="3617"/>
                </a:lnTo>
                <a:lnTo>
                  <a:pt x="6290" y="3531"/>
                </a:lnTo>
                <a:lnTo>
                  <a:pt x="6333" y="3424"/>
                </a:lnTo>
                <a:lnTo>
                  <a:pt x="6376" y="3317"/>
                </a:lnTo>
                <a:lnTo>
                  <a:pt x="6419" y="3060"/>
                </a:lnTo>
                <a:lnTo>
                  <a:pt x="6462" y="3017"/>
                </a:lnTo>
                <a:close/>
                <a:moveTo>
                  <a:pt x="5456" y="3274"/>
                </a:moveTo>
                <a:lnTo>
                  <a:pt x="5435" y="3360"/>
                </a:lnTo>
                <a:lnTo>
                  <a:pt x="5413" y="3424"/>
                </a:lnTo>
                <a:lnTo>
                  <a:pt x="5370" y="3510"/>
                </a:lnTo>
                <a:lnTo>
                  <a:pt x="5370" y="3595"/>
                </a:lnTo>
                <a:lnTo>
                  <a:pt x="5370" y="3659"/>
                </a:lnTo>
                <a:lnTo>
                  <a:pt x="5413" y="3723"/>
                </a:lnTo>
                <a:lnTo>
                  <a:pt x="5499" y="3745"/>
                </a:lnTo>
                <a:lnTo>
                  <a:pt x="5563" y="3702"/>
                </a:lnTo>
                <a:lnTo>
                  <a:pt x="5649" y="3766"/>
                </a:lnTo>
                <a:lnTo>
                  <a:pt x="5691" y="3809"/>
                </a:lnTo>
                <a:lnTo>
                  <a:pt x="5734" y="3852"/>
                </a:lnTo>
                <a:lnTo>
                  <a:pt x="5863" y="3809"/>
                </a:lnTo>
                <a:lnTo>
                  <a:pt x="5927" y="3809"/>
                </a:lnTo>
                <a:lnTo>
                  <a:pt x="5927" y="3830"/>
                </a:lnTo>
                <a:lnTo>
                  <a:pt x="5863" y="3873"/>
                </a:lnTo>
                <a:lnTo>
                  <a:pt x="5777" y="3895"/>
                </a:lnTo>
                <a:lnTo>
                  <a:pt x="5542" y="3937"/>
                </a:lnTo>
                <a:lnTo>
                  <a:pt x="5199" y="3937"/>
                </a:lnTo>
                <a:lnTo>
                  <a:pt x="5156" y="3916"/>
                </a:lnTo>
                <a:lnTo>
                  <a:pt x="5156" y="3852"/>
                </a:lnTo>
                <a:lnTo>
                  <a:pt x="5156" y="3788"/>
                </a:lnTo>
                <a:lnTo>
                  <a:pt x="5242" y="3574"/>
                </a:lnTo>
                <a:lnTo>
                  <a:pt x="5349" y="3381"/>
                </a:lnTo>
                <a:lnTo>
                  <a:pt x="5392" y="3317"/>
                </a:lnTo>
                <a:lnTo>
                  <a:pt x="5456" y="3274"/>
                </a:lnTo>
                <a:close/>
                <a:moveTo>
                  <a:pt x="3466" y="3809"/>
                </a:moveTo>
                <a:lnTo>
                  <a:pt x="3167" y="3830"/>
                </a:lnTo>
                <a:lnTo>
                  <a:pt x="2568" y="3852"/>
                </a:lnTo>
                <a:lnTo>
                  <a:pt x="2332" y="3852"/>
                </a:lnTo>
                <a:lnTo>
                  <a:pt x="2204" y="3873"/>
                </a:lnTo>
                <a:lnTo>
                  <a:pt x="2161" y="3895"/>
                </a:lnTo>
                <a:lnTo>
                  <a:pt x="2118" y="3916"/>
                </a:lnTo>
                <a:lnTo>
                  <a:pt x="2097" y="3980"/>
                </a:lnTo>
                <a:lnTo>
                  <a:pt x="2118" y="4023"/>
                </a:lnTo>
                <a:lnTo>
                  <a:pt x="2140" y="4066"/>
                </a:lnTo>
                <a:lnTo>
                  <a:pt x="2204" y="4087"/>
                </a:lnTo>
                <a:lnTo>
                  <a:pt x="2311" y="4109"/>
                </a:lnTo>
                <a:lnTo>
                  <a:pt x="2910" y="4109"/>
                </a:lnTo>
                <a:lnTo>
                  <a:pt x="3423" y="4087"/>
                </a:lnTo>
                <a:lnTo>
                  <a:pt x="3787" y="4087"/>
                </a:lnTo>
                <a:lnTo>
                  <a:pt x="3894" y="4044"/>
                </a:lnTo>
                <a:lnTo>
                  <a:pt x="3958" y="4002"/>
                </a:lnTo>
                <a:lnTo>
                  <a:pt x="3980" y="3959"/>
                </a:lnTo>
                <a:lnTo>
                  <a:pt x="3980" y="3916"/>
                </a:lnTo>
                <a:lnTo>
                  <a:pt x="3958" y="3873"/>
                </a:lnTo>
                <a:lnTo>
                  <a:pt x="3873" y="3830"/>
                </a:lnTo>
                <a:lnTo>
                  <a:pt x="3744" y="3809"/>
                </a:lnTo>
                <a:close/>
                <a:moveTo>
                  <a:pt x="5156" y="2761"/>
                </a:moveTo>
                <a:lnTo>
                  <a:pt x="4900" y="2782"/>
                </a:lnTo>
                <a:lnTo>
                  <a:pt x="4793" y="2825"/>
                </a:lnTo>
                <a:lnTo>
                  <a:pt x="4729" y="2868"/>
                </a:lnTo>
                <a:lnTo>
                  <a:pt x="4686" y="2910"/>
                </a:lnTo>
                <a:lnTo>
                  <a:pt x="4664" y="2953"/>
                </a:lnTo>
                <a:lnTo>
                  <a:pt x="4643" y="3082"/>
                </a:lnTo>
                <a:lnTo>
                  <a:pt x="4664" y="3338"/>
                </a:lnTo>
                <a:lnTo>
                  <a:pt x="4643" y="3595"/>
                </a:lnTo>
                <a:lnTo>
                  <a:pt x="4622" y="3745"/>
                </a:lnTo>
                <a:lnTo>
                  <a:pt x="4643" y="3852"/>
                </a:lnTo>
                <a:lnTo>
                  <a:pt x="4750" y="4023"/>
                </a:lnTo>
                <a:lnTo>
                  <a:pt x="4814" y="4087"/>
                </a:lnTo>
                <a:lnTo>
                  <a:pt x="4878" y="4130"/>
                </a:lnTo>
                <a:lnTo>
                  <a:pt x="4964" y="4173"/>
                </a:lnTo>
                <a:lnTo>
                  <a:pt x="5049" y="4173"/>
                </a:lnTo>
                <a:lnTo>
                  <a:pt x="5242" y="4194"/>
                </a:lnTo>
                <a:lnTo>
                  <a:pt x="5627" y="4151"/>
                </a:lnTo>
                <a:lnTo>
                  <a:pt x="6119" y="4130"/>
                </a:lnTo>
                <a:lnTo>
                  <a:pt x="6504" y="4130"/>
                </a:lnTo>
                <a:lnTo>
                  <a:pt x="6569" y="4109"/>
                </a:lnTo>
                <a:lnTo>
                  <a:pt x="6611" y="4087"/>
                </a:lnTo>
                <a:lnTo>
                  <a:pt x="6676" y="4023"/>
                </a:lnTo>
                <a:lnTo>
                  <a:pt x="6740" y="3937"/>
                </a:lnTo>
                <a:lnTo>
                  <a:pt x="6761" y="3830"/>
                </a:lnTo>
                <a:lnTo>
                  <a:pt x="6761" y="3702"/>
                </a:lnTo>
                <a:lnTo>
                  <a:pt x="6761" y="3467"/>
                </a:lnTo>
                <a:lnTo>
                  <a:pt x="6761" y="3274"/>
                </a:lnTo>
                <a:lnTo>
                  <a:pt x="6783" y="3082"/>
                </a:lnTo>
                <a:lnTo>
                  <a:pt x="6804" y="2932"/>
                </a:lnTo>
                <a:lnTo>
                  <a:pt x="6783" y="2868"/>
                </a:lnTo>
                <a:lnTo>
                  <a:pt x="6740" y="2825"/>
                </a:lnTo>
                <a:lnTo>
                  <a:pt x="6676" y="2782"/>
                </a:lnTo>
                <a:lnTo>
                  <a:pt x="5606" y="2782"/>
                </a:lnTo>
                <a:lnTo>
                  <a:pt x="5156" y="2761"/>
                </a:lnTo>
                <a:close/>
                <a:moveTo>
                  <a:pt x="7018" y="407"/>
                </a:moveTo>
                <a:lnTo>
                  <a:pt x="7253" y="450"/>
                </a:lnTo>
                <a:lnTo>
                  <a:pt x="7360" y="493"/>
                </a:lnTo>
                <a:lnTo>
                  <a:pt x="7446" y="557"/>
                </a:lnTo>
                <a:lnTo>
                  <a:pt x="7531" y="621"/>
                </a:lnTo>
                <a:lnTo>
                  <a:pt x="7617" y="685"/>
                </a:lnTo>
                <a:lnTo>
                  <a:pt x="7681" y="771"/>
                </a:lnTo>
                <a:lnTo>
                  <a:pt x="7724" y="856"/>
                </a:lnTo>
                <a:lnTo>
                  <a:pt x="7767" y="1049"/>
                </a:lnTo>
                <a:lnTo>
                  <a:pt x="7788" y="1263"/>
                </a:lnTo>
                <a:lnTo>
                  <a:pt x="7788" y="1456"/>
                </a:lnTo>
                <a:lnTo>
                  <a:pt x="7788" y="2504"/>
                </a:lnTo>
                <a:lnTo>
                  <a:pt x="7788" y="2932"/>
                </a:lnTo>
                <a:lnTo>
                  <a:pt x="7810" y="3403"/>
                </a:lnTo>
                <a:lnTo>
                  <a:pt x="7788" y="3638"/>
                </a:lnTo>
                <a:lnTo>
                  <a:pt x="7767" y="3852"/>
                </a:lnTo>
                <a:lnTo>
                  <a:pt x="7703" y="4066"/>
                </a:lnTo>
                <a:lnTo>
                  <a:pt x="7617" y="4258"/>
                </a:lnTo>
                <a:lnTo>
                  <a:pt x="7531" y="4365"/>
                </a:lnTo>
                <a:lnTo>
                  <a:pt x="7467" y="4430"/>
                </a:lnTo>
                <a:lnTo>
                  <a:pt x="7360" y="4515"/>
                </a:lnTo>
                <a:lnTo>
                  <a:pt x="7275" y="4558"/>
                </a:lnTo>
                <a:lnTo>
                  <a:pt x="7082" y="4622"/>
                </a:lnTo>
                <a:lnTo>
                  <a:pt x="6868" y="4665"/>
                </a:lnTo>
                <a:lnTo>
                  <a:pt x="6397" y="4665"/>
                </a:lnTo>
                <a:lnTo>
                  <a:pt x="5948" y="4622"/>
                </a:lnTo>
                <a:lnTo>
                  <a:pt x="4942" y="4579"/>
                </a:lnTo>
                <a:lnTo>
                  <a:pt x="3958" y="4537"/>
                </a:lnTo>
                <a:lnTo>
                  <a:pt x="3338" y="4494"/>
                </a:lnTo>
                <a:lnTo>
                  <a:pt x="3017" y="4494"/>
                </a:lnTo>
                <a:lnTo>
                  <a:pt x="2717" y="4515"/>
                </a:lnTo>
                <a:lnTo>
                  <a:pt x="2439" y="4537"/>
                </a:lnTo>
                <a:lnTo>
                  <a:pt x="2161" y="4537"/>
                </a:lnTo>
                <a:lnTo>
                  <a:pt x="1883" y="4515"/>
                </a:lnTo>
                <a:lnTo>
                  <a:pt x="1755" y="4494"/>
                </a:lnTo>
                <a:lnTo>
                  <a:pt x="1626" y="4451"/>
                </a:lnTo>
                <a:lnTo>
                  <a:pt x="1498" y="4387"/>
                </a:lnTo>
                <a:lnTo>
                  <a:pt x="1412" y="4301"/>
                </a:lnTo>
                <a:lnTo>
                  <a:pt x="1348" y="4194"/>
                </a:lnTo>
                <a:lnTo>
                  <a:pt x="1305" y="4066"/>
                </a:lnTo>
                <a:lnTo>
                  <a:pt x="1305" y="3916"/>
                </a:lnTo>
                <a:lnTo>
                  <a:pt x="1305" y="3788"/>
                </a:lnTo>
                <a:lnTo>
                  <a:pt x="1305" y="3510"/>
                </a:lnTo>
                <a:lnTo>
                  <a:pt x="1305" y="2910"/>
                </a:lnTo>
                <a:lnTo>
                  <a:pt x="1327" y="2333"/>
                </a:lnTo>
                <a:lnTo>
                  <a:pt x="1305" y="1905"/>
                </a:lnTo>
                <a:lnTo>
                  <a:pt x="1305" y="1648"/>
                </a:lnTo>
                <a:lnTo>
                  <a:pt x="1327" y="1370"/>
                </a:lnTo>
                <a:lnTo>
                  <a:pt x="1348" y="1113"/>
                </a:lnTo>
                <a:lnTo>
                  <a:pt x="1434" y="899"/>
                </a:lnTo>
                <a:lnTo>
                  <a:pt x="1476" y="792"/>
                </a:lnTo>
                <a:lnTo>
                  <a:pt x="1519" y="707"/>
                </a:lnTo>
                <a:lnTo>
                  <a:pt x="1605" y="664"/>
                </a:lnTo>
                <a:lnTo>
                  <a:pt x="1690" y="621"/>
                </a:lnTo>
                <a:lnTo>
                  <a:pt x="1926" y="536"/>
                </a:lnTo>
                <a:lnTo>
                  <a:pt x="2161" y="514"/>
                </a:lnTo>
                <a:lnTo>
                  <a:pt x="2418" y="493"/>
                </a:lnTo>
                <a:lnTo>
                  <a:pt x="3680" y="493"/>
                </a:lnTo>
                <a:lnTo>
                  <a:pt x="4750" y="471"/>
                </a:lnTo>
                <a:lnTo>
                  <a:pt x="5820" y="450"/>
                </a:lnTo>
                <a:lnTo>
                  <a:pt x="6269" y="429"/>
                </a:lnTo>
                <a:lnTo>
                  <a:pt x="6526" y="407"/>
                </a:lnTo>
                <a:close/>
                <a:moveTo>
                  <a:pt x="4343" y="1"/>
                </a:moveTo>
                <a:lnTo>
                  <a:pt x="3766" y="22"/>
                </a:lnTo>
                <a:lnTo>
                  <a:pt x="3167" y="43"/>
                </a:lnTo>
                <a:lnTo>
                  <a:pt x="1968" y="108"/>
                </a:lnTo>
                <a:lnTo>
                  <a:pt x="1712" y="108"/>
                </a:lnTo>
                <a:lnTo>
                  <a:pt x="1476" y="129"/>
                </a:lnTo>
                <a:lnTo>
                  <a:pt x="1348" y="172"/>
                </a:lnTo>
                <a:lnTo>
                  <a:pt x="1241" y="215"/>
                </a:lnTo>
                <a:lnTo>
                  <a:pt x="1134" y="279"/>
                </a:lnTo>
                <a:lnTo>
                  <a:pt x="1048" y="386"/>
                </a:lnTo>
                <a:lnTo>
                  <a:pt x="963" y="493"/>
                </a:lnTo>
                <a:lnTo>
                  <a:pt x="920" y="621"/>
                </a:lnTo>
                <a:lnTo>
                  <a:pt x="877" y="749"/>
                </a:lnTo>
                <a:lnTo>
                  <a:pt x="856" y="899"/>
                </a:lnTo>
                <a:lnTo>
                  <a:pt x="856" y="1199"/>
                </a:lnTo>
                <a:lnTo>
                  <a:pt x="835" y="1477"/>
                </a:lnTo>
                <a:lnTo>
                  <a:pt x="813" y="2183"/>
                </a:lnTo>
                <a:lnTo>
                  <a:pt x="813" y="2910"/>
                </a:lnTo>
                <a:lnTo>
                  <a:pt x="835" y="3659"/>
                </a:lnTo>
                <a:lnTo>
                  <a:pt x="899" y="4365"/>
                </a:lnTo>
                <a:lnTo>
                  <a:pt x="920" y="4494"/>
                </a:lnTo>
                <a:lnTo>
                  <a:pt x="963" y="4601"/>
                </a:lnTo>
                <a:lnTo>
                  <a:pt x="1027" y="4708"/>
                </a:lnTo>
                <a:lnTo>
                  <a:pt x="1113" y="4772"/>
                </a:lnTo>
                <a:lnTo>
                  <a:pt x="1198" y="4836"/>
                </a:lnTo>
                <a:lnTo>
                  <a:pt x="1305" y="4900"/>
                </a:lnTo>
                <a:lnTo>
                  <a:pt x="1412" y="4922"/>
                </a:lnTo>
                <a:lnTo>
                  <a:pt x="1541" y="4964"/>
                </a:lnTo>
                <a:lnTo>
                  <a:pt x="1776" y="4986"/>
                </a:lnTo>
                <a:lnTo>
                  <a:pt x="2033" y="4986"/>
                </a:lnTo>
                <a:lnTo>
                  <a:pt x="2503" y="4943"/>
                </a:lnTo>
                <a:lnTo>
                  <a:pt x="2782" y="4922"/>
                </a:lnTo>
                <a:lnTo>
                  <a:pt x="3081" y="4922"/>
                </a:lnTo>
                <a:lnTo>
                  <a:pt x="3659" y="4943"/>
                </a:lnTo>
                <a:lnTo>
                  <a:pt x="4793" y="5007"/>
                </a:lnTo>
                <a:lnTo>
                  <a:pt x="5392" y="5029"/>
                </a:lnTo>
                <a:lnTo>
                  <a:pt x="5991" y="5050"/>
                </a:lnTo>
                <a:lnTo>
                  <a:pt x="6633" y="5114"/>
                </a:lnTo>
                <a:lnTo>
                  <a:pt x="6954" y="5114"/>
                </a:lnTo>
                <a:lnTo>
                  <a:pt x="7125" y="5093"/>
                </a:lnTo>
                <a:lnTo>
                  <a:pt x="7275" y="5071"/>
                </a:lnTo>
                <a:lnTo>
                  <a:pt x="7424" y="5029"/>
                </a:lnTo>
                <a:lnTo>
                  <a:pt x="7553" y="4964"/>
                </a:lnTo>
                <a:lnTo>
                  <a:pt x="7660" y="4922"/>
                </a:lnTo>
                <a:lnTo>
                  <a:pt x="7767" y="4836"/>
                </a:lnTo>
                <a:lnTo>
                  <a:pt x="7852" y="4750"/>
                </a:lnTo>
                <a:lnTo>
                  <a:pt x="7917" y="4665"/>
                </a:lnTo>
                <a:lnTo>
                  <a:pt x="7981" y="4558"/>
                </a:lnTo>
                <a:lnTo>
                  <a:pt x="8045" y="4451"/>
                </a:lnTo>
                <a:lnTo>
                  <a:pt x="8130" y="4237"/>
                </a:lnTo>
                <a:lnTo>
                  <a:pt x="8173" y="3980"/>
                </a:lnTo>
                <a:lnTo>
                  <a:pt x="8195" y="3723"/>
                </a:lnTo>
                <a:lnTo>
                  <a:pt x="8195" y="3445"/>
                </a:lnTo>
                <a:lnTo>
                  <a:pt x="8216" y="2354"/>
                </a:lnTo>
                <a:lnTo>
                  <a:pt x="8216" y="1798"/>
                </a:lnTo>
                <a:lnTo>
                  <a:pt x="8216" y="1242"/>
                </a:lnTo>
                <a:lnTo>
                  <a:pt x="8195" y="985"/>
                </a:lnTo>
                <a:lnTo>
                  <a:pt x="8152" y="728"/>
                </a:lnTo>
                <a:lnTo>
                  <a:pt x="8109" y="578"/>
                </a:lnTo>
                <a:lnTo>
                  <a:pt x="8066" y="450"/>
                </a:lnTo>
                <a:lnTo>
                  <a:pt x="8002" y="343"/>
                </a:lnTo>
                <a:lnTo>
                  <a:pt x="7917" y="236"/>
                </a:lnTo>
                <a:lnTo>
                  <a:pt x="7810" y="150"/>
                </a:lnTo>
                <a:lnTo>
                  <a:pt x="7703" y="86"/>
                </a:lnTo>
                <a:lnTo>
                  <a:pt x="7596" y="43"/>
                </a:lnTo>
                <a:lnTo>
                  <a:pt x="7467" y="22"/>
                </a:lnTo>
                <a:lnTo>
                  <a:pt x="7189" y="1"/>
                </a:lnTo>
                <a:lnTo>
                  <a:pt x="6932" y="1"/>
                </a:lnTo>
                <a:lnTo>
                  <a:pt x="6312" y="22"/>
                </a:lnTo>
                <a:lnTo>
                  <a:pt x="5670" y="43"/>
                </a:lnTo>
                <a:lnTo>
                  <a:pt x="5349" y="43"/>
                </a:lnTo>
                <a:lnTo>
                  <a:pt x="5007" y="22"/>
                </a:lnTo>
                <a:lnTo>
                  <a:pt x="4686" y="1"/>
                </a:lnTo>
                <a:close/>
                <a:moveTo>
                  <a:pt x="4942" y="6526"/>
                </a:moveTo>
                <a:lnTo>
                  <a:pt x="4985" y="6548"/>
                </a:lnTo>
                <a:lnTo>
                  <a:pt x="5028" y="6591"/>
                </a:lnTo>
                <a:lnTo>
                  <a:pt x="5049" y="6655"/>
                </a:lnTo>
                <a:lnTo>
                  <a:pt x="5049" y="6740"/>
                </a:lnTo>
                <a:lnTo>
                  <a:pt x="5028" y="6804"/>
                </a:lnTo>
                <a:lnTo>
                  <a:pt x="5007" y="6826"/>
                </a:lnTo>
                <a:lnTo>
                  <a:pt x="4729" y="6826"/>
                </a:lnTo>
                <a:lnTo>
                  <a:pt x="4472" y="6804"/>
                </a:lnTo>
                <a:lnTo>
                  <a:pt x="3980" y="6783"/>
                </a:lnTo>
                <a:lnTo>
                  <a:pt x="3916" y="6762"/>
                </a:lnTo>
                <a:lnTo>
                  <a:pt x="3851" y="6740"/>
                </a:lnTo>
                <a:lnTo>
                  <a:pt x="3809" y="6719"/>
                </a:lnTo>
                <a:lnTo>
                  <a:pt x="3787" y="6697"/>
                </a:lnTo>
                <a:lnTo>
                  <a:pt x="3787" y="6655"/>
                </a:lnTo>
                <a:lnTo>
                  <a:pt x="3809" y="6612"/>
                </a:lnTo>
                <a:lnTo>
                  <a:pt x="3873" y="6591"/>
                </a:lnTo>
                <a:lnTo>
                  <a:pt x="3937" y="6548"/>
                </a:lnTo>
                <a:lnTo>
                  <a:pt x="4108" y="6526"/>
                </a:lnTo>
                <a:close/>
                <a:moveTo>
                  <a:pt x="3980" y="6141"/>
                </a:moveTo>
                <a:lnTo>
                  <a:pt x="3809" y="6184"/>
                </a:lnTo>
                <a:lnTo>
                  <a:pt x="3637" y="6227"/>
                </a:lnTo>
                <a:lnTo>
                  <a:pt x="3573" y="6270"/>
                </a:lnTo>
                <a:lnTo>
                  <a:pt x="3530" y="6312"/>
                </a:lnTo>
                <a:lnTo>
                  <a:pt x="3445" y="6441"/>
                </a:lnTo>
                <a:lnTo>
                  <a:pt x="3402" y="6612"/>
                </a:lnTo>
                <a:lnTo>
                  <a:pt x="3402" y="6783"/>
                </a:lnTo>
                <a:lnTo>
                  <a:pt x="3423" y="6847"/>
                </a:lnTo>
                <a:lnTo>
                  <a:pt x="3445" y="6911"/>
                </a:lnTo>
                <a:lnTo>
                  <a:pt x="3488" y="6976"/>
                </a:lnTo>
                <a:lnTo>
                  <a:pt x="3552" y="7018"/>
                </a:lnTo>
                <a:lnTo>
                  <a:pt x="3680" y="7061"/>
                </a:lnTo>
                <a:lnTo>
                  <a:pt x="3851" y="7083"/>
                </a:lnTo>
                <a:lnTo>
                  <a:pt x="4044" y="7104"/>
                </a:lnTo>
                <a:lnTo>
                  <a:pt x="4408" y="7061"/>
                </a:lnTo>
                <a:lnTo>
                  <a:pt x="4707" y="7040"/>
                </a:lnTo>
                <a:lnTo>
                  <a:pt x="5049" y="7061"/>
                </a:lnTo>
                <a:lnTo>
                  <a:pt x="5221" y="7040"/>
                </a:lnTo>
                <a:lnTo>
                  <a:pt x="5306" y="7018"/>
                </a:lnTo>
                <a:lnTo>
                  <a:pt x="5349" y="6976"/>
                </a:lnTo>
                <a:lnTo>
                  <a:pt x="5392" y="6911"/>
                </a:lnTo>
                <a:lnTo>
                  <a:pt x="5392" y="6847"/>
                </a:lnTo>
                <a:lnTo>
                  <a:pt x="5392" y="6655"/>
                </a:lnTo>
                <a:lnTo>
                  <a:pt x="5349" y="6484"/>
                </a:lnTo>
                <a:lnTo>
                  <a:pt x="5306" y="6355"/>
                </a:lnTo>
                <a:lnTo>
                  <a:pt x="5263" y="6291"/>
                </a:lnTo>
                <a:lnTo>
                  <a:pt x="5199" y="6248"/>
                </a:lnTo>
                <a:lnTo>
                  <a:pt x="5156" y="6205"/>
                </a:lnTo>
                <a:lnTo>
                  <a:pt x="5092" y="6184"/>
                </a:lnTo>
                <a:lnTo>
                  <a:pt x="4814" y="6184"/>
                </a:lnTo>
                <a:lnTo>
                  <a:pt x="4472" y="6141"/>
                </a:lnTo>
                <a:close/>
                <a:moveTo>
                  <a:pt x="3188" y="5564"/>
                </a:moveTo>
                <a:lnTo>
                  <a:pt x="4001" y="5585"/>
                </a:lnTo>
                <a:lnTo>
                  <a:pt x="4472" y="5606"/>
                </a:lnTo>
                <a:lnTo>
                  <a:pt x="5413" y="5606"/>
                </a:lnTo>
                <a:lnTo>
                  <a:pt x="5863" y="5628"/>
                </a:lnTo>
                <a:lnTo>
                  <a:pt x="6397" y="5670"/>
                </a:lnTo>
                <a:lnTo>
                  <a:pt x="6932" y="5713"/>
                </a:lnTo>
                <a:lnTo>
                  <a:pt x="7360" y="5692"/>
                </a:lnTo>
                <a:lnTo>
                  <a:pt x="7574" y="5713"/>
                </a:lnTo>
                <a:lnTo>
                  <a:pt x="7681" y="5756"/>
                </a:lnTo>
                <a:lnTo>
                  <a:pt x="7767" y="5799"/>
                </a:lnTo>
                <a:lnTo>
                  <a:pt x="7852" y="5884"/>
                </a:lnTo>
                <a:lnTo>
                  <a:pt x="7981" y="6056"/>
                </a:lnTo>
                <a:lnTo>
                  <a:pt x="8088" y="6291"/>
                </a:lnTo>
                <a:lnTo>
                  <a:pt x="8216" y="6548"/>
                </a:lnTo>
                <a:lnTo>
                  <a:pt x="8323" y="6804"/>
                </a:lnTo>
                <a:lnTo>
                  <a:pt x="8387" y="7018"/>
                </a:lnTo>
                <a:lnTo>
                  <a:pt x="8409" y="7190"/>
                </a:lnTo>
                <a:lnTo>
                  <a:pt x="8387" y="7232"/>
                </a:lnTo>
                <a:lnTo>
                  <a:pt x="8366" y="7254"/>
                </a:lnTo>
                <a:lnTo>
                  <a:pt x="8130" y="7318"/>
                </a:lnTo>
                <a:lnTo>
                  <a:pt x="7874" y="7361"/>
                </a:lnTo>
                <a:lnTo>
                  <a:pt x="7638" y="7382"/>
                </a:lnTo>
                <a:lnTo>
                  <a:pt x="7382" y="7361"/>
                </a:lnTo>
                <a:lnTo>
                  <a:pt x="6890" y="7339"/>
                </a:lnTo>
                <a:lnTo>
                  <a:pt x="6419" y="7275"/>
                </a:lnTo>
                <a:lnTo>
                  <a:pt x="5927" y="7232"/>
                </a:lnTo>
                <a:lnTo>
                  <a:pt x="5435" y="7211"/>
                </a:lnTo>
                <a:lnTo>
                  <a:pt x="4942" y="7190"/>
                </a:lnTo>
                <a:lnTo>
                  <a:pt x="4450" y="7211"/>
                </a:lnTo>
                <a:lnTo>
                  <a:pt x="3916" y="7232"/>
                </a:lnTo>
                <a:lnTo>
                  <a:pt x="3402" y="7254"/>
                </a:lnTo>
                <a:lnTo>
                  <a:pt x="3167" y="7254"/>
                </a:lnTo>
                <a:lnTo>
                  <a:pt x="2953" y="7232"/>
                </a:lnTo>
                <a:lnTo>
                  <a:pt x="2717" y="7211"/>
                </a:lnTo>
                <a:lnTo>
                  <a:pt x="2503" y="7211"/>
                </a:lnTo>
                <a:lnTo>
                  <a:pt x="1626" y="7254"/>
                </a:lnTo>
                <a:lnTo>
                  <a:pt x="1134" y="7275"/>
                </a:lnTo>
                <a:lnTo>
                  <a:pt x="770" y="7275"/>
                </a:lnTo>
                <a:lnTo>
                  <a:pt x="663" y="7232"/>
                </a:lnTo>
                <a:lnTo>
                  <a:pt x="599" y="7190"/>
                </a:lnTo>
                <a:lnTo>
                  <a:pt x="556" y="7147"/>
                </a:lnTo>
                <a:lnTo>
                  <a:pt x="514" y="7083"/>
                </a:lnTo>
                <a:lnTo>
                  <a:pt x="514" y="7018"/>
                </a:lnTo>
                <a:lnTo>
                  <a:pt x="535" y="6847"/>
                </a:lnTo>
                <a:lnTo>
                  <a:pt x="599" y="6655"/>
                </a:lnTo>
                <a:lnTo>
                  <a:pt x="706" y="6484"/>
                </a:lnTo>
                <a:lnTo>
                  <a:pt x="792" y="6291"/>
                </a:lnTo>
                <a:lnTo>
                  <a:pt x="984" y="6034"/>
                </a:lnTo>
                <a:lnTo>
                  <a:pt x="1155" y="5799"/>
                </a:lnTo>
                <a:lnTo>
                  <a:pt x="1241" y="5692"/>
                </a:lnTo>
                <a:lnTo>
                  <a:pt x="1305" y="5649"/>
                </a:lnTo>
                <a:lnTo>
                  <a:pt x="1391" y="5628"/>
                </a:lnTo>
                <a:lnTo>
                  <a:pt x="1626" y="5585"/>
                </a:lnTo>
                <a:lnTo>
                  <a:pt x="2354" y="5585"/>
                </a:lnTo>
                <a:lnTo>
                  <a:pt x="2782" y="5564"/>
                </a:lnTo>
                <a:close/>
                <a:moveTo>
                  <a:pt x="2140" y="5029"/>
                </a:moveTo>
                <a:lnTo>
                  <a:pt x="1883" y="5050"/>
                </a:lnTo>
                <a:lnTo>
                  <a:pt x="1626" y="5093"/>
                </a:lnTo>
                <a:lnTo>
                  <a:pt x="1391" y="5157"/>
                </a:lnTo>
                <a:lnTo>
                  <a:pt x="1262" y="5200"/>
                </a:lnTo>
                <a:lnTo>
                  <a:pt x="1155" y="5264"/>
                </a:lnTo>
                <a:lnTo>
                  <a:pt x="1070" y="5307"/>
                </a:lnTo>
                <a:lnTo>
                  <a:pt x="984" y="5392"/>
                </a:lnTo>
                <a:lnTo>
                  <a:pt x="856" y="5564"/>
                </a:lnTo>
                <a:lnTo>
                  <a:pt x="728" y="5756"/>
                </a:lnTo>
                <a:lnTo>
                  <a:pt x="407" y="6205"/>
                </a:lnTo>
                <a:lnTo>
                  <a:pt x="257" y="6441"/>
                </a:lnTo>
                <a:lnTo>
                  <a:pt x="150" y="6697"/>
                </a:lnTo>
                <a:lnTo>
                  <a:pt x="64" y="6911"/>
                </a:lnTo>
                <a:lnTo>
                  <a:pt x="21" y="7125"/>
                </a:lnTo>
                <a:lnTo>
                  <a:pt x="0" y="7361"/>
                </a:lnTo>
                <a:lnTo>
                  <a:pt x="0" y="7575"/>
                </a:lnTo>
                <a:lnTo>
                  <a:pt x="43" y="7703"/>
                </a:lnTo>
                <a:lnTo>
                  <a:pt x="86" y="7810"/>
                </a:lnTo>
                <a:lnTo>
                  <a:pt x="171" y="7874"/>
                </a:lnTo>
                <a:lnTo>
                  <a:pt x="257" y="7917"/>
                </a:lnTo>
                <a:lnTo>
                  <a:pt x="342" y="7938"/>
                </a:lnTo>
                <a:lnTo>
                  <a:pt x="471" y="7960"/>
                </a:lnTo>
                <a:lnTo>
                  <a:pt x="706" y="8003"/>
                </a:lnTo>
                <a:lnTo>
                  <a:pt x="963" y="8024"/>
                </a:lnTo>
                <a:lnTo>
                  <a:pt x="1220" y="8045"/>
                </a:lnTo>
                <a:lnTo>
                  <a:pt x="1755" y="8024"/>
                </a:lnTo>
                <a:lnTo>
                  <a:pt x="2268" y="8003"/>
                </a:lnTo>
                <a:lnTo>
                  <a:pt x="2525" y="7981"/>
                </a:lnTo>
                <a:lnTo>
                  <a:pt x="2782" y="7981"/>
                </a:lnTo>
                <a:lnTo>
                  <a:pt x="3316" y="8024"/>
                </a:lnTo>
                <a:lnTo>
                  <a:pt x="3573" y="8045"/>
                </a:lnTo>
                <a:lnTo>
                  <a:pt x="3830" y="8045"/>
                </a:lnTo>
                <a:lnTo>
                  <a:pt x="4429" y="8024"/>
                </a:lnTo>
                <a:lnTo>
                  <a:pt x="6248" y="8024"/>
                </a:lnTo>
                <a:lnTo>
                  <a:pt x="6569" y="8045"/>
                </a:lnTo>
                <a:lnTo>
                  <a:pt x="7788" y="8045"/>
                </a:lnTo>
                <a:lnTo>
                  <a:pt x="8130" y="8067"/>
                </a:lnTo>
                <a:lnTo>
                  <a:pt x="8280" y="8045"/>
                </a:lnTo>
                <a:lnTo>
                  <a:pt x="8451" y="8024"/>
                </a:lnTo>
                <a:lnTo>
                  <a:pt x="8580" y="7981"/>
                </a:lnTo>
                <a:lnTo>
                  <a:pt x="8708" y="7896"/>
                </a:lnTo>
                <a:lnTo>
                  <a:pt x="8772" y="7810"/>
                </a:lnTo>
                <a:lnTo>
                  <a:pt x="8837" y="7703"/>
                </a:lnTo>
                <a:lnTo>
                  <a:pt x="8858" y="7575"/>
                </a:lnTo>
                <a:lnTo>
                  <a:pt x="8879" y="7446"/>
                </a:lnTo>
                <a:lnTo>
                  <a:pt x="8901" y="7318"/>
                </a:lnTo>
                <a:lnTo>
                  <a:pt x="8879" y="7190"/>
                </a:lnTo>
                <a:lnTo>
                  <a:pt x="8858" y="7061"/>
                </a:lnTo>
                <a:lnTo>
                  <a:pt x="8837" y="6954"/>
                </a:lnTo>
                <a:lnTo>
                  <a:pt x="8665" y="6505"/>
                </a:lnTo>
                <a:lnTo>
                  <a:pt x="8558" y="6270"/>
                </a:lnTo>
                <a:lnTo>
                  <a:pt x="8451" y="6056"/>
                </a:lnTo>
                <a:lnTo>
                  <a:pt x="8259" y="5692"/>
                </a:lnTo>
                <a:lnTo>
                  <a:pt x="8152" y="5499"/>
                </a:lnTo>
                <a:lnTo>
                  <a:pt x="8088" y="5435"/>
                </a:lnTo>
                <a:lnTo>
                  <a:pt x="8002" y="5371"/>
                </a:lnTo>
                <a:lnTo>
                  <a:pt x="7895" y="5307"/>
                </a:lnTo>
                <a:lnTo>
                  <a:pt x="7767" y="5264"/>
                </a:lnTo>
                <a:lnTo>
                  <a:pt x="7638" y="5264"/>
                </a:lnTo>
                <a:lnTo>
                  <a:pt x="7489" y="5243"/>
                </a:lnTo>
                <a:lnTo>
                  <a:pt x="6954" y="5243"/>
                </a:lnTo>
                <a:lnTo>
                  <a:pt x="6333" y="5221"/>
                </a:lnTo>
                <a:lnTo>
                  <a:pt x="5691" y="5178"/>
                </a:lnTo>
                <a:lnTo>
                  <a:pt x="4557" y="5136"/>
                </a:lnTo>
                <a:lnTo>
                  <a:pt x="3423" y="5071"/>
                </a:lnTo>
                <a:lnTo>
                  <a:pt x="2931" y="5050"/>
                </a:lnTo>
                <a:lnTo>
                  <a:pt x="2396" y="5029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8"/>
          <p:cNvSpPr/>
          <p:nvPr/>
        </p:nvSpPr>
        <p:spPr>
          <a:xfrm>
            <a:off x="6731911" y="3685915"/>
            <a:ext cx="326044" cy="437745"/>
          </a:xfrm>
          <a:custGeom>
            <a:rect b="b" l="l" r="r" t="t"/>
            <a:pathLst>
              <a:path extrusionOk="0" h="8859" w="5308">
                <a:moveTo>
                  <a:pt x="4152" y="942"/>
                </a:moveTo>
                <a:lnTo>
                  <a:pt x="4237" y="964"/>
                </a:lnTo>
                <a:lnTo>
                  <a:pt x="4344" y="985"/>
                </a:lnTo>
                <a:lnTo>
                  <a:pt x="4366" y="1071"/>
                </a:lnTo>
                <a:lnTo>
                  <a:pt x="4387" y="1156"/>
                </a:lnTo>
                <a:lnTo>
                  <a:pt x="4408" y="1242"/>
                </a:lnTo>
                <a:lnTo>
                  <a:pt x="4387" y="1413"/>
                </a:lnTo>
                <a:lnTo>
                  <a:pt x="4387" y="2376"/>
                </a:lnTo>
                <a:lnTo>
                  <a:pt x="4408" y="2804"/>
                </a:lnTo>
                <a:lnTo>
                  <a:pt x="4451" y="3232"/>
                </a:lnTo>
                <a:lnTo>
                  <a:pt x="4494" y="3660"/>
                </a:lnTo>
                <a:lnTo>
                  <a:pt x="4494" y="3874"/>
                </a:lnTo>
                <a:lnTo>
                  <a:pt x="4473" y="4088"/>
                </a:lnTo>
                <a:lnTo>
                  <a:pt x="4430" y="4601"/>
                </a:lnTo>
                <a:lnTo>
                  <a:pt x="4430" y="5136"/>
                </a:lnTo>
                <a:lnTo>
                  <a:pt x="4408" y="5649"/>
                </a:lnTo>
                <a:lnTo>
                  <a:pt x="4387" y="6184"/>
                </a:lnTo>
                <a:lnTo>
                  <a:pt x="4366" y="6291"/>
                </a:lnTo>
                <a:lnTo>
                  <a:pt x="4344" y="6377"/>
                </a:lnTo>
                <a:lnTo>
                  <a:pt x="4280" y="6462"/>
                </a:lnTo>
                <a:lnTo>
                  <a:pt x="4194" y="6527"/>
                </a:lnTo>
                <a:lnTo>
                  <a:pt x="4087" y="6569"/>
                </a:lnTo>
                <a:lnTo>
                  <a:pt x="4002" y="6591"/>
                </a:lnTo>
                <a:lnTo>
                  <a:pt x="3274" y="6591"/>
                </a:lnTo>
                <a:lnTo>
                  <a:pt x="2761" y="6612"/>
                </a:lnTo>
                <a:lnTo>
                  <a:pt x="1884" y="6655"/>
                </a:lnTo>
                <a:lnTo>
                  <a:pt x="1456" y="6698"/>
                </a:lnTo>
                <a:lnTo>
                  <a:pt x="1349" y="6676"/>
                </a:lnTo>
                <a:lnTo>
                  <a:pt x="1242" y="6676"/>
                </a:lnTo>
                <a:lnTo>
                  <a:pt x="1156" y="6655"/>
                </a:lnTo>
                <a:lnTo>
                  <a:pt x="1071" y="6591"/>
                </a:lnTo>
                <a:lnTo>
                  <a:pt x="985" y="6527"/>
                </a:lnTo>
                <a:lnTo>
                  <a:pt x="921" y="6420"/>
                </a:lnTo>
                <a:lnTo>
                  <a:pt x="878" y="6313"/>
                </a:lnTo>
                <a:lnTo>
                  <a:pt x="857" y="6206"/>
                </a:lnTo>
                <a:lnTo>
                  <a:pt x="835" y="5949"/>
                </a:lnTo>
                <a:lnTo>
                  <a:pt x="835" y="5735"/>
                </a:lnTo>
                <a:lnTo>
                  <a:pt x="814" y="5371"/>
                </a:lnTo>
                <a:lnTo>
                  <a:pt x="814" y="5008"/>
                </a:lnTo>
                <a:lnTo>
                  <a:pt x="793" y="4408"/>
                </a:lnTo>
                <a:lnTo>
                  <a:pt x="814" y="3788"/>
                </a:lnTo>
                <a:lnTo>
                  <a:pt x="814" y="3168"/>
                </a:lnTo>
                <a:lnTo>
                  <a:pt x="814" y="2547"/>
                </a:lnTo>
                <a:lnTo>
                  <a:pt x="835" y="2354"/>
                </a:lnTo>
                <a:lnTo>
                  <a:pt x="857" y="2183"/>
                </a:lnTo>
                <a:lnTo>
                  <a:pt x="900" y="2012"/>
                </a:lnTo>
                <a:lnTo>
                  <a:pt x="900" y="1820"/>
                </a:lnTo>
                <a:lnTo>
                  <a:pt x="921" y="1627"/>
                </a:lnTo>
                <a:lnTo>
                  <a:pt x="921" y="1413"/>
                </a:lnTo>
                <a:lnTo>
                  <a:pt x="921" y="1306"/>
                </a:lnTo>
                <a:lnTo>
                  <a:pt x="942" y="1199"/>
                </a:lnTo>
                <a:lnTo>
                  <a:pt x="985" y="1135"/>
                </a:lnTo>
                <a:lnTo>
                  <a:pt x="1006" y="1092"/>
                </a:lnTo>
                <a:lnTo>
                  <a:pt x="1113" y="1049"/>
                </a:lnTo>
                <a:lnTo>
                  <a:pt x="1242" y="1028"/>
                </a:lnTo>
                <a:lnTo>
                  <a:pt x="1370" y="1007"/>
                </a:lnTo>
                <a:lnTo>
                  <a:pt x="1627" y="985"/>
                </a:lnTo>
                <a:lnTo>
                  <a:pt x="2140" y="985"/>
                </a:lnTo>
                <a:lnTo>
                  <a:pt x="2376" y="964"/>
                </a:lnTo>
                <a:lnTo>
                  <a:pt x="3060" y="964"/>
                </a:lnTo>
                <a:lnTo>
                  <a:pt x="3467" y="942"/>
                </a:lnTo>
                <a:close/>
                <a:moveTo>
                  <a:pt x="1220" y="7147"/>
                </a:moveTo>
                <a:lnTo>
                  <a:pt x="1220" y="7169"/>
                </a:lnTo>
                <a:lnTo>
                  <a:pt x="1220" y="7190"/>
                </a:lnTo>
                <a:lnTo>
                  <a:pt x="1220" y="7233"/>
                </a:lnTo>
                <a:lnTo>
                  <a:pt x="1199" y="7211"/>
                </a:lnTo>
                <a:lnTo>
                  <a:pt x="1199" y="7190"/>
                </a:lnTo>
                <a:lnTo>
                  <a:pt x="1220" y="7147"/>
                </a:lnTo>
                <a:close/>
                <a:moveTo>
                  <a:pt x="343" y="7233"/>
                </a:moveTo>
                <a:lnTo>
                  <a:pt x="322" y="7254"/>
                </a:lnTo>
                <a:lnTo>
                  <a:pt x="300" y="7254"/>
                </a:lnTo>
                <a:lnTo>
                  <a:pt x="322" y="7233"/>
                </a:lnTo>
                <a:close/>
                <a:moveTo>
                  <a:pt x="1777" y="7169"/>
                </a:moveTo>
                <a:lnTo>
                  <a:pt x="1905" y="7190"/>
                </a:lnTo>
                <a:lnTo>
                  <a:pt x="1862" y="7233"/>
                </a:lnTo>
                <a:lnTo>
                  <a:pt x="1798" y="7254"/>
                </a:lnTo>
                <a:lnTo>
                  <a:pt x="1691" y="7275"/>
                </a:lnTo>
                <a:lnTo>
                  <a:pt x="1477" y="7340"/>
                </a:lnTo>
                <a:lnTo>
                  <a:pt x="1499" y="7275"/>
                </a:lnTo>
                <a:lnTo>
                  <a:pt x="1520" y="7233"/>
                </a:lnTo>
                <a:lnTo>
                  <a:pt x="1563" y="7190"/>
                </a:lnTo>
                <a:lnTo>
                  <a:pt x="1627" y="7169"/>
                </a:lnTo>
                <a:close/>
                <a:moveTo>
                  <a:pt x="4430" y="7297"/>
                </a:moveTo>
                <a:lnTo>
                  <a:pt x="4451" y="7318"/>
                </a:lnTo>
                <a:lnTo>
                  <a:pt x="4473" y="7340"/>
                </a:lnTo>
                <a:lnTo>
                  <a:pt x="4451" y="7382"/>
                </a:lnTo>
                <a:lnTo>
                  <a:pt x="4408" y="7382"/>
                </a:lnTo>
                <a:lnTo>
                  <a:pt x="4430" y="7297"/>
                </a:lnTo>
                <a:close/>
                <a:moveTo>
                  <a:pt x="1820" y="7425"/>
                </a:moveTo>
                <a:lnTo>
                  <a:pt x="1798" y="7447"/>
                </a:lnTo>
                <a:lnTo>
                  <a:pt x="1755" y="7447"/>
                </a:lnTo>
                <a:lnTo>
                  <a:pt x="1777" y="7425"/>
                </a:lnTo>
                <a:close/>
                <a:moveTo>
                  <a:pt x="258" y="7318"/>
                </a:moveTo>
                <a:lnTo>
                  <a:pt x="279" y="7404"/>
                </a:lnTo>
                <a:lnTo>
                  <a:pt x="279" y="7489"/>
                </a:lnTo>
                <a:lnTo>
                  <a:pt x="279" y="7596"/>
                </a:lnTo>
                <a:lnTo>
                  <a:pt x="279" y="7703"/>
                </a:lnTo>
                <a:lnTo>
                  <a:pt x="236" y="7682"/>
                </a:lnTo>
                <a:lnTo>
                  <a:pt x="193" y="7639"/>
                </a:lnTo>
                <a:lnTo>
                  <a:pt x="193" y="7596"/>
                </a:lnTo>
                <a:lnTo>
                  <a:pt x="193" y="7532"/>
                </a:lnTo>
                <a:lnTo>
                  <a:pt x="215" y="7425"/>
                </a:lnTo>
                <a:lnTo>
                  <a:pt x="258" y="7318"/>
                </a:lnTo>
                <a:close/>
                <a:moveTo>
                  <a:pt x="1541" y="7425"/>
                </a:moveTo>
                <a:lnTo>
                  <a:pt x="1499" y="7511"/>
                </a:lnTo>
                <a:lnTo>
                  <a:pt x="1434" y="7575"/>
                </a:lnTo>
                <a:lnTo>
                  <a:pt x="1392" y="7639"/>
                </a:lnTo>
                <a:lnTo>
                  <a:pt x="1370" y="7725"/>
                </a:lnTo>
                <a:lnTo>
                  <a:pt x="1349" y="7682"/>
                </a:lnTo>
                <a:lnTo>
                  <a:pt x="1349" y="7639"/>
                </a:lnTo>
                <a:lnTo>
                  <a:pt x="1392" y="7532"/>
                </a:lnTo>
                <a:lnTo>
                  <a:pt x="1456" y="7447"/>
                </a:lnTo>
                <a:lnTo>
                  <a:pt x="1499" y="7425"/>
                </a:lnTo>
                <a:close/>
                <a:moveTo>
                  <a:pt x="4002" y="7447"/>
                </a:moveTo>
                <a:lnTo>
                  <a:pt x="4066" y="7468"/>
                </a:lnTo>
                <a:lnTo>
                  <a:pt x="4045" y="7575"/>
                </a:lnTo>
                <a:lnTo>
                  <a:pt x="4002" y="7661"/>
                </a:lnTo>
                <a:lnTo>
                  <a:pt x="3959" y="7725"/>
                </a:lnTo>
                <a:lnTo>
                  <a:pt x="3916" y="7746"/>
                </a:lnTo>
                <a:lnTo>
                  <a:pt x="3852" y="7746"/>
                </a:lnTo>
                <a:lnTo>
                  <a:pt x="3852" y="7639"/>
                </a:lnTo>
                <a:lnTo>
                  <a:pt x="3874" y="7532"/>
                </a:lnTo>
                <a:lnTo>
                  <a:pt x="3916" y="7489"/>
                </a:lnTo>
                <a:lnTo>
                  <a:pt x="3959" y="7468"/>
                </a:lnTo>
                <a:lnTo>
                  <a:pt x="4002" y="7447"/>
                </a:lnTo>
                <a:close/>
                <a:moveTo>
                  <a:pt x="386" y="7746"/>
                </a:moveTo>
                <a:lnTo>
                  <a:pt x="429" y="7768"/>
                </a:lnTo>
                <a:lnTo>
                  <a:pt x="407" y="7789"/>
                </a:lnTo>
                <a:lnTo>
                  <a:pt x="386" y="7789"/>
                </a:lnTo>
                <a:lnTo>
                  <a:pt x="343" y="7746"/>
                </a:lnTo>
                <a:close/>
                <a:moveTo>
                  <a:pt x="1755" y="8024"/>
                </a:moveTo>
                <a:lnTo>
                  <a:pt x="1798" y="8046"/>
                </a:lnTo>
                <a:lnTo>
                  <a:pt x="1820" y="8089"/>
                </a:lnTo>
                <a:lnTo>
                  <a:pt x="1841" y="8110"/>
                </a:lnTo>
                <a:lnTo>
                  <a:pt x="1820" y="8153"/>
                </a:lnTo>
                <a:lnTo>
                  <a:pt x="1755" y="8217"/>
                </a:lnTo>
                <a:lnTo>
                  <a:pt x="1713" y="8238"/>
                </a:lnTo>
                <a:lnTo>
                  <a:pt x="1670" y="8260"/>
                </a:lnTo>
                <a:lnTo>
                  <a:pt x="1627" y="8174"/>
                </a:lnTo>
                <a:lnTo>
                  <a:pt x="1627" y="8110"/>
                </a:lnTo>
                <a:lnTo>
                  <a:pt x="1648" y="8067"/>
                </a:lnTo>
                <a:lnTo>
                  <a:pt x="1670" y="8046"/>
                </a:lnTo>
                <a:lnTo>
                  <a:pt x="1691" y="8024"/>
                </a:lnTo>
                <a:close/>
                <a:moveTo>
                  <a:pt x="2675" y="7233"/>
                </a:moveTo>
                <a:lnTo>
                  <a:pt x="2782" y="7254"/>
                </a:lnTo>
                <a:lnTo>
                  <a:pt x="2868" y="7318"/>
                </a:lnTo>
                <a:lnTo>
                  <a:pt x="2932" y="7404"/>
                </a:lnTo>
                <a:lnTo>
                  <a:pt x="2996" y="7511"/>
                </a:lnTo>
                <a:lnTo>
                  <a:pt x="3039" y="7639"/>
                </a:lnTo>
                <a:lnTo>
                  <a:pt x="3060" y="7746"/>
                </a:lnTo>
                <a:lnTo>
                  <a:pt x="3060" y="7875"/>
                </a:lnTo>
                <a:lnTo>
                  <a:pt x="3039" y="8003"/>
                </a:lnTo>
                <a:lnTo>
                  <a:pt x="2975" y="8089"/>
                </a:lnTo>
                <a:lnTo>
                  <a:pt x="2889" y="8174"/>
                </a:lnTo>
                <a:lnTo>
                  <a:pt x="2782" y="8217"/>
                </a:lnTo>
                <a:lnTo>
                  <a:pt x="2675" y="8238"/>
                </a:lnTo>
                <a:lnTo>
                  <a:pt x="2568" y="8260"/>
                </a:lnTo>
                <a:lnTo>
                  <a:pt x="2333" y="8260"/>
                </a:lnTo>
                <a:lnTo>
                  <a:pt x="2183" y="8131"/>
                </a:lnTo>
                <a:lnTo>
                  <a:pt x="2076" y="8024"/>
                </a:lnTo>
                <a:lnTo>
                  <a:pt x="2033" y="7960"/>
                </a:lnTo>
                <a:lnTo>
                  <a:pt x="2012" y="7875"/>
                </a:lnTo>
                <a:lnTo>
                  <a:pt x="2012" y="7789"/>
                </a:lnTo>
                <a:lnTo>
                  <a:pt x="2012" y="7682"/>
                </a:lnTo>
                <a:lnTo>
                  <a:pt x="2033" y="7596"/>
                </a:lnTo>
                <a:lnTo>
                  <a:pt x="2076" y="7511"/>
                </a:lnTo>
                <a:lnTo>
                  <a:pt x="2119" y="7425"/>
                </a:lnTo>
                <a:lnTo>
                  <a:pt x="2183" y="7382"/>
                </a:lnTo>
                <a:lnTo>
                  <a:pt x="2269" y="7340"/>
                </a:lnTo>
                <a:lnTo>
                  <a:pt x="2354" y="7297"/>
                </a:lnTo>
                <a:lnTo>
                  <a:pt x="2547" y="7233"/>
                </a:lnTo>
                <a:close/>
                <a:moveTo>
                  <a:pt x="835" y="8345"/>
                </a:moveTo>
                <a:lnTo>
                  <a:pt x="857" y="8367"/>
                </a:lnTo>
                <a:lnTo>
                  <a:pt x="857" y="8388"/>
                </a:lnTo>
                <a:lnTo>
                  <a:pt x="814" y="8474"/>
                </a:lnTo>
                <a:lnTo>
                  <a:pt x="793" y="8474"/>
                </a:lnTo>
                <a:lnTo>
                  <a:pt x="750" y="8452"/>
                </a:lnTo>
                <a:lnTo>
                  <a:pt x="728" y="8452"/>
                </a:lnTo>
                <a:lnTo>
                  <a:pt x="728" y="8409"/>
                </a:lnTo>
                <a:lnTo>
                  <a:pt x="728" y="8388"/>
                </a:lnTo>
                <a:lnTo>
                  <a:pt x="750" y="8345"/>
                </a:lnTo>
                <a:close/>
                <a:moveTo>
                  <a:pt x="2012" y="1"/>
                </a:moveTo>
                <a:lnTo>
                  <a:pt x="1413" y="44"/>
                </a:lnTo>
                <a:lnTo>
                  <a:pt x="1092" y="44"/>
                </a:lnTo>
                <a:lnTo>
                  <a:pt x="793" y="87"/>
                </a:lnTo>
                <a:lnTo>
                  <a:pt x="664" y="108"/>
                </a:lnTo>
                <a:lnTo>
                  <a:pt x="514" y="172"/>
                </a:lnTo>
                <a:lnTo>
                  <a:pt x="407" y="258"/>
                </a:lnTo>
                <a:lnTo>
                  <a:pt x="279" y="386"/>
                </a:lnTo>
                <a:lnTo>
                  <a:pt x="193" y="536"/>
                </a:lnTo>
                <a:lnTo>
                  <a:pt x="129" y="707"/>
                </a:lnTo>
                <a:lnTo>
                  <a:pt x="86" y="878"/>
                </a:lnTo>
                <a:lnTo>
                  <a:pt x="65" y="1049"/>
                </a:lnTo>
                <a:lnTo>
                  <a:pt x="44" y="1413"/>
                </a:lnTo>
                <a:lnTo>
                  <a:pt x="44" y="1777"/>
                </a:lnTo>
                <a:lnTo>
                  <a:pt x="1" y="2633"/>
                </a:lnTo>
                <a:lnTo>
                  <a:pt x="1" y="3488"/>
                </a:lnTo>
                <a:lnTo>
                  <a:pt x="22" y="4323"/>
                </a:lnTo>
                <a:lnTo>
                  <a:pt x="65" y="5179"/>
                </a:lnTo>
                <a:lnTo>
                  <a:pt x="22" y="5542"/>
                </a:lnTo>
                <a:lnTo>
                  <a:pt x="22" y="5928"/>
                </a:lnTo>
                <a:lnTo>
                  <a:pt x="22" y="6676"/>
                </a:lnTo>
                <a:lnTo>
                  <a:pt x="22" y="7361"/>
                </a:lnTo>
                <a:lnTo>
                  <a:pt x="44" y="7703"/>
                </a:lnTo>
                <a:lnTo>
                  <a:pt x="65" y="7875"/>
                </a:lnTo>
                <a:lnTo>
                  <a:pt x="108" y="8024"/>
                </a:lnTo>
                <a:lnTo>
                  <a:pt x="172" y="8174"/>
                </a:lnTo>
                <a:lnTo>
                  <a:pt x="236" y="8281"/>
                </a:lnTo>
                <a:lnTo>
                  <a:pt x="322" y="8388"/>
                </a:lnTo>
                <a:lnTo>
                  <a:pt x="429" y="8495"/>
                </a:lnTo>
                <a:lnTo>
                  <a:pt x="557" y="8559"/>
                </a:lnTo>
                <a:lnTo>
                  <a:pt x="664" y="8623"/>
                </a:lnTo>
                <a:lnTo>
                  <a:pt x="942" y="8709"/>
                </a:lnTo>
                <a:lnTo>
                  <a:pt x="1242" y="8773"/>
                </a:lnTo>
                <a:lnTo>
                  <a:pt x="1541" y="8816"/>
                </a:lnTo>
                <a:lnTo>
                  <a:pt x="2098" y="8837"/>
                </a:lnTo>
                <a:lnTo>
                  <a:pt x="2440" y="8859"/>
                </a:lnTo>
                <a:lnTo>
                  <a:pt x="2782" y="8859"/>
                </a:lnTo>
                <a:lnTo>
                  <a:pt x="3446" y="8816"/>
                </a:lnTo>
                <a:lnTo>
                  <a:pt x="3874" y="8816"/>
                </a:lnTo>
                <a:lnTo>
                  <a:pt x="4002" y="8795"/>
                </a:lnTo>
                <a:lnTo>
                  <a:pt x="4087" y="8773"/>
                </a:lnTo>
                <a:lnTo>
                  <a:pt x="4152" y="8730"/>
                </a:lnTo>
                <a:lnTo>
                  <a:pt x="4280" y="8645"/>
                </a:lnTo>
                <a:lnTo>
                  <a:pt x="4387" y="8623"/>
                </a:lnTo>
                <a:lnTo>
                  <a:pt x="4473" y="8581"/>
                </a:lnTo>
                <a:lnTo>
                  <a:pt x="4580" y="8559"/>
                </a:lnTo>
                <a:lnTo>
                  <a:pt x="4665" y="8516"/>
                </a:lnTo>
                <a:lnTo>
                  <a:pt x="4751" y="8452"/>
                </a:lnTo>
                <a:lnTo>
                  <a:pt x="4836" y="8345"/>
                </a:lnTo>
                <a:lnTo>
                  <a:pt x="5008" y="8153"/>
                </a:lnTo>
                <a:lnTo>
                  <a:pt x="5072" y="8024"/>
                </a:lnTo>
                <a:lnTo>
                  <a:pt x="5136" y="7875"/>
                </a:lnTo>
                <a:lnTo>
                  <a:pt x="5157" y="7725"/>
                </a:lnTo>
                <a:lnTo>
                  <a:pt x="5179" y="7532"/>
                </a:lnTo>
                <a:lnTo>
                  <a:pt x="5179" y="7190"/>
                </a:lnTo>
                <a:lnTo>
                  <a:pt x="5179" y="6869"/>
                </a:lnTo>
                <a:lnTo>
                  <a:pt x="5221" y="5435"/>
                </a:lnTo>
                <a:lnTo>
                  <a:pt x="5286" y="4002"/>
                </a:lnTo>
                <a:lnTo>
                  <a:pt x="5307" y="3660"/>
                </a:lnTo>
                <a:lnTo>
                  <a:pt x="5286" y="3296"/>
                </a:lnTo>
                <a:lnTo>
                  <a:pt x="5264" y="2590"/>
                </a:lnTo>
                <a:lnTo>
                  <a:pt x="5243" y="1905"/>
                </a:lnTo>
                <a:lnTo>
                  <a:pt x="5264" y="1541"/>
                </a:lnTo>
                <a:lnTo>
                  <a:pt x="5286" y="1199"/>
                </a:lnTo>
                <a:lnTo>
                  <a:pt x="5286" y="1071"/>
                </a:lnTo>
                <a:lnTo>
                  <a:pt x="5286" y="942"/>
                </a:lnTo>
                <a:lnTo>
                  <a:pt x="5264" y="793"/>
                </a:lnTo>
                <a:lnTo>
                  <a:pt x="5221" y="686"/>
                </a:lnTo>
                <a:lnTo>
                  <a:pt x="5157" y="557"/>
                </a:lnTo>
                <a:lnTo>
                  <a:pt x="5093" y="450"/>
                </a:lnTo>
                <a:lnTo>
                  <a:pt x="5008" y="343"/>
                </a:lnTo>
                <a:lnTo>
                  <a:pt x="4922" y="236"/>
                </a:lnTo>
                <a:lnTo>
                  <a:pt x="4794" y="151"/>
                </a:lnTo>
                <a:lnTo>
                  <a:pt x="4644" y="108"/>
                </a:lnTo>
                <a:lnTo>
                  <a:pt x="4494" y="65"/>
                </a:lnTo>
                <a:lnTo>
                  <a:pt x="3745" y="65"/>
                </a:lnTo>
                <a:lnTo>
                  <a:pt x="3167" y="22"/>
                </a:lnTo>
                <a:lnTo>
                  <a:pt x="2590" y="1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8"/>
          <p:cNvSpPr/>
          <p:nvPr/>
        </p:nvSpPr>
        <p:spPr>
          <a:xfrm>
            <a:off x="2144813" y="3379113"/>
            <a:ext cx="1118400" cy="10500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8"/>
          <p:cNvSpPr/>
          <p:nvPr/>
        </p:nvSpPr>
        <p:spPr>
          <a:xfrm>
            <a:off x="2460512" y="3580741"/>
            <a:ext cx="487003" cy="542914"/>
          </a:xfrm>
          <a:custGeom>
            <a:rect b="b" l="l" r="r" t="t"/>
            <a:pathLst>
              <a:path extrusionOk="0" h="10357" w="5414">
                <a:moveTo>
                  <a:pt x="5414" y="7703"/>
                </a:moveTo>
                <a:lnTo>
                  <a:pt x="5414" y="7703"/>
                </a:lnTo>
                <a:lnTo>
                  <a:pt x="5371" y="7639"/>
                </a:lnTo>
                <a:lnTo>
                  <a:pt x="5328" y="7553"/>
                </a:lnTo>
                <a:lnTo>
                  <a:pt x="5243" y="7468"/>
                </a:lnTo>
                <a:lnTo>
                  <a:pt x="5136" y="7404"/>
                </a:lnTo>
                <a:lnTo>
                  <a:pt x="4772" y="7168"/>
                </a:lnTo>
                <a:lnTo>
                  <a:pt x="4772" y="7168"/>
                </a:lnTo>
                <a:lnTo>
                  <a:pt x="4408" y="6933"/>
                </a:lnTo>
                <a:lnTo>
                  <a:pt x="4044" y="6719"/>
                </a:lnTo>
                <a:lnTo>
                  <a:pt x="4044" y="6719"/>
                </a:lnTo>
                <a:lnTo>
                  <a:pt x="3980" y="6676"/>
                </a:lnTo>
                <a:lnTo>
                  <a:pt x="3916" y="6612"/>
                </a:lnTo>
                <a:lnTo>
                  <a:pt x="3809" y="6462"/>
                </a:lnTo>
                <a:lnTo>
                  <a:pt x="3702" y="6291"/>
                </a:lnTo>
                <a:lnTo>
                  <a:pt x="3638" y="6120"/>
                </a:lnTo>
                <a:lnTo>
                  <a:pt x="3638" y="6120"/>
                </a:lnTo>
                <a:lnTo>
                  <a:pt x="3616" y="6013"/>
                </a:lnTo>
                <a:lnTo>
                  <a:pt x="3595" y="5927"/>
                </a:lnTo>
                <a:lnTo>
                  <a:pt x="3616" y="5842"/>
                </a:lnTo>
                <a:lnTo>
                  <a:pt x="3638" y="5756"/>
                </a:lnTo>
                <a:lnTo>
                  <a:pt x="3723" y="5585"/>
                </a:lnTo>
                <a:lnTo>
                  <a:pt x="3809" y="5392"/>
                </a:lnTo>
                <a:lnTo>
                  <a:pt x="3809" y="5392"/>
                </a:lnTo>
                <a:lnTo>
                  <a:pt x="4002" y="4965"/>
                </a:lnTo>
                <a:lnTo>
                  <a:pt x="4173" y="4537"/>
                </a:lnTo>
                <a:lnTo>
                  <a:pt x="4173" y="4537"/>
                </a:lnTo>
                <a:lnTo>
                  <a:pt x="4258" y="4344"/>
                </a:lnTo>
                <a:lnTo>
                  <a:pt x="4365" y="4194"/>
                </a:lnTo>
                <a:lnTo>
                  <a:pt x="4601" y="3873"/>
                </a:lnTo>
                <a:lnTo>
                  <a:pt x="4601" y="3873"/>
                </a:lnTo>
                <a:lnTo>
                  <a:pt x="4708" y="3702"/>
                </a:lnTo>
                <a:lnTo>
                  <a:pt x="4836" y="3510"/>
                </a:lnTo>
                <a:lnTo>
                  <a:pt x="4943" y="3317"/>
                </a:lnTo>
                <a:lnTo>
                  <a:pt x="4964" y="3210"/>
                </a:lnTo>
                <a:lnTo>
                  <a:pt x="4964" y="3124"/>
                </a:lnTo>
                <a:lnTo>
                  <a:pt x="4964" y="3124"/>
                </a:lnTo>
                <a:lnTo>
                  <a:pt x="4943" y="3039"/>
                </a:lnTo>
                <a:lnTo>
                  <a:pt x="4900" y="2996"/>
                </a:lnTo>
                <a:lnTo>
                  <a:pt x="4857" y="2953"/>
                </a:lnTo>
                <a:lnTo>
                  <a:pt x="4793" y="2953"/>
                </a:lnTo>
                <a:lnTo>
                  <a:pt x="4643" y="2975"/>
                </a:lnTo>
                <a:lnTo>
                  <a:pt x="4494" y="2975"/>
                </a:lnTo>
                <a:lnTo>
                  <a:pt x="4494" y="2975"/>
                </a:lnTo>
                <a:lnTo>
                  <a:pt x="4408" y="2953"/>
                </a:lnTo>
                <a:lnTo>
                  <a:pt x="4387" y="2932"/>
                </a:lnTo>
                <a:lnTo>
                  <a:pt x="4365" y="2911"/>
                </a:lnTo>
                <a:lnTo>
                  <a:pt x="4387" y="2846"/>
                </a:lnTo>
                <a:lnTo>
                  <a:pt x="4408" y="2739"/>
                </a:lnTo>
                <a:lnTo>
                  <a:pt x="4408" y="2739"/>
                </a:lnTo>
                <a:lnTo>
                  <a:pt x="4515" y="2333"/>
                </a:lnTo>
                <a:lnTo>
                  <a:pt x="4515" y="2333"/>
                </a:lnTo>
                <a:lnTo>
                  <a:pt x="4536" y="2162"/>
                </a:lnTo>
                <a:lnTo>
                  <a:pt x="4558" y="1990"/>
                </a:lnTo>
                <a:lnTo>
                  <a:pt x="4558" y="1905"/>
                </a:lnTo>
                <a:lnTo>
                  <a:pt x="4536" y="1819"/>
                </a:lnTo>
                <a:lnTo>
                  <a:pt x="4472" y="1777"/>
                </a:lnTo>
                <a:lnTo>
                  <a:pt x="4408" y="1712"/>
                </a:lnTo>
                <a:lnTo>
                  <a:pt x="4408" y="1712"/>
                </a:lnTo>
                <a:lnTo>
                  <a:pt x="4323" y="1691"/>
                </a:lnTo>
                <a:lnTo>
                  <a:pt x="4237" y="1691"/>
                </a:lnTo>
                <a:lnTo>
                  <a:pt x="4044" y="1691"/>
                </a:lnTo>
                <a:lnTo>
                  <a:pt x="3959" y="1691"/>
                </a:lnTo>
                <a:lnTo>
                  <a:pt x="3873" y="1670"/>
                </a:lnTo>
                <a:lnTo>
                  <a:pt x="3788" y="1648"/>
                </a:lnTo>
                <a:lnTo>
                  <a:pt x="3723" y="1584"/>
                </a:lnTo>
                <a:lnTo>
                  <a:pt x="3723" y="1584"/>
                </a:lnTo>
                <a:lnTo>
                  <a:pt x="3702" y="1477"/>
                </a:lnTo>
                <a:lnTo>
                  <a:pt x="3681" y="1391"/>
                </a:lnTo>
                <a:lnTo>
                  <a:pt x="3659" y="1306"/>
                </a:lnTo>
                <a:lnTo>
                  <a:pt x="3638" y="1263"/>
                </a:lnTo>
                <a:lnTo>
                  <a:pt x="3595" y="1220"/>
                </a:lnTo>
                <a:lnTo>
                  <a:pt x="3595" y="1220"/>
                </a:lnTo>
                <a:lnTo>
                  <a:pt x="3531" y="1177"/>
                </a:lnTo>
                <a:lnTo>
                  <a:pt x="3467" y="1156"/>
                </a:lnTo>
                <a:lnTo>
                  <a:pt x="3317" y="1135"/>
                </a:lnTo>
                <a:lnTo>
                  <a:pt x="2953" y="1135"/>
                </a:lnTo>
                <a:lnTo>
                  <a:pt x="2782" y="1135"/>
                </a:lnTo>
                <a:lnTo>
                  <a:pt x="2632" y="1092"/>
                </a:lnTo>
                <a:lnTo>
                  <a:pt x="2568" y="1070"/>
                </a:lnTo>
                <a:lnTo>
                  <a:pt x="2525" y="1028"/>
                </a:lnTo>
                <a:lnTo>
                  <a:pt x="2504" y="964"/>
                </a:lnTo>
                <a:lnTo>
                  <a:pt x="2483" y="899"/>
                </a:lnTo>
                <a:lnTo>
                  <a:pt x="2483" y="899"/>
                </a:lnTo>
                <a:lnTo>
                  <a:pt x="2483" y="835"/>
                </a:lnTo>
                <a:lnTo>
                  <a:pt x="2504" y="750"/>
                </a:lnTo>
                <a:lnTo>
                  <a:pt x="2589" y="600"/>
                </a:lnTo>
                <a:lnTo>
                  <a:pt x="2589" y="600"/>
                </a:lnTo>
                <a:lnTo>
                  <a:pt x="2654" y="493"/>
                </a:lnTo>
                <a:lnTo>
                  <a:pt x="2696" y="450"/>
                </a:lnTo>
                <a:lnTo>
                  <a:pt x="2739" y="450"/>
                </a:lnTo>
                <a:lnTo>
                  <a:pt x="2825" y="450"/>
                </a:lnTo>
                <a:lnTo>
                  <a:pt x="2825" y="450"/>
                </a:lnTo>
                <a:lnTo>
                  <a:pt x="2953" y="386"/>
                </a:lnTo>
                <a:lnTo>
                  <a:pt x="3060" y="343"/>
                </a:lnTo>
                <a:lnTo>
                  <a:pt x="3103" y="300"/>
                </a:lnTo>
                <a:lnTo>
                  <a:pt x="3124" y="236"/>
                </a:lnTo>
                <a:lnTo>
                  <a:pt x="3103" y="172"/>
                </a:lnTo>
                <a:lnTo>
                  <a:pt x="3039" y="108"/>
                </a:lnTo>
                <a:lnTo>
                  <a:pt x="3039" y="108"/>
                </a:lnTo>
                <a:lnTo>
                  <a:pt x="2996" y="65"/>
                </a:lnTo>
                <a:lnTo>
                  <a:pt x="2932" y="43"/>
                </a:lnTo>
                <a:lnTo>
                  <a:pt x="2761" y="1"/>
                </a:lnTo>
                <a:lnTo>
                  <a:pt x="2589" y="1"/>
                </a:lnTo>
                <a:lnTo>
                  <a:pt x="2440" y="1"/>
                </a:lnTo>
                <a:lnTo>
                  <a:pt x="2440" y="1"/>
                </a:lnTo>
                <a:lnTo>
                  <a:pt x="2290" y="22"/>
                </a:lnTo>
                <a:lnTo>
                  <a:pt x="2162" y="86"/>
                </a:lnTo>
                <a:lnTo>
                  <a:pt x="2033" y="172"/>
                </a:lnTo>
                <a:lnTo>
                  <a:pt x="1905" y="257"/>
                </a:lnTo>
                <a:lnTo>
                  <a:pt x="1905" y="257"/>
                </a:lnTo>
                <a:lnTo>
                  <a:pt x="1798" y="386"/>
                </a:lnTo>
                <a:lnTo>
                  <a:pt x="1712" y="536"/>
                </a:lnTo>
                <a:lnTo>
                  <a:pt x="1669" y="685"/>
                </a:lnTo>
                <a:lnTo>
                  <a:pt x="1648" y="857"/>
                </a:lnTo>
                <a:lnTo>
                  <a:pt x="1648" y="857"/>
                </a:lnTo>
                <a:lnTo>
                  <a:pt x="1648" y="942"/>
                </a:lnTo>
                <a:lnTo>
                  <a:pt x="1669" y="1028"/>
                </a:lnTo>
                <a:lnTo>
                  <a:pt x="1712" y="1220"/>
                </a:lnTo>
                <a:lnTo>
                  <a:pt x="1755" y="1391"/>
                </a:lnTo>
                <a:lnTo>
                  <a:pt x="1755" y="1477"/>
                </a:lnTo>
                <a:lnTo>
                  <a:pt x="1755" y="1541"/>
                </a:lnTo>
                <a:lnTo>
                  <a:pt x="1755" y="1541"/>
                </a:lnTo>
                <a:lnTo>
                  <a:pt x="1776" y="1563"/>
                </a:lnTo>
                <a:lnTo>
                  <a:pt x="1776" y="1563"/>
                </a:lnTo>
                <a:lnTo>
                  <a:pt x="1776" y="1563"/>
                </a:lnTo>
                <a:lnTo>
                  <a:pt x="1712" y="1520"/>
                </a:lnTo>
                <a:lnTo>
                  <a:pt x="1669" y="1520"/>
                </a:lnTo>
                <a:lnTo>
                  <a:pt x="1605" y="1520"/>
                </a:lnTo>
                <a:lnTo>
                  <a:pt x="1520" y="1541"/>
                </a:lnTo>
                <a:lnTo>
                  <a:pt x="1391" y="1627"/>
                </a:lnTo>
                <a:lnTo>
                  <a:pt x="1284" y="1691"/>
                </a:lnTo>
                <a:lnTo>
                  <a:pt x="1284" y="1691"/>
                </a:lnTo>
                <a:lnTo>
                  <a:pt x="1156" y="1734"/>
                </a:lnTo>
                <a:lnTo>
                  <a:pt x="1049" y="1777"/>
                </a:lnTo>
                <a:lnTo>
                  <a:pt x="1028" y="1819"/>
                </a:lnTo>
                <a:lnTo>
                  <a:pt x="1006" y="1862"/>
                </a:lnTo>
                <a:lnTo>
                  <a:pt x="985" y="2012"/>
                </a:lnTo>
                <a:lnTo>
                  <a:pt x="985" y="2012"/>
                </a:lnTo>
                <a:lnTo>
                  <a:pt x="985" y="2247"/>
                </a:lnTo>
                <a:lnTo>
                  <a:pt x="1006" y="2483"/>
                </a:lnTo>
                <a:lnTo>
                  <a:pt x="1028" y="2718"/>
                </a:lnTo>
                <a:lnTo>
                  <a:pt x="1028" y="2932"/>
                </a:lnTo>
                <a:lnTo>
                  <a:pt x="1028" y="2932"/>
                </a:lnTo>
                <a:lnTo>
                  <a:pt x="1028" y="3103"/>
                </a:lnTo>
                <a:lnTo>
                  <a:pt x="1006" y="3146"/>
                </a:lnTo>
                <a:lnTo>
                  <a:pt x="985" y="3167"/>
                </a:lnTo>
                <a:lnTo>
                  <a:pt x="899" y="3189"/>
                </a:lnTo>
                <a:lnTo>
                  <a:pt x="835" y="3210"/>
                </a:lnTo>
                <a:lnTo>
                  <a:pt x="771" y="3253"/>
                </a:lnTo>
                <a:lnTo>
                  <a:pt x="771" y="3253"/>
                </a:lnTo>
                <a:lnTo>
                  <a:pt x="685" y="3317"/>
                </a:lnTo>
                <a:lnTo>
                  <a:pt x="642" y="3381"/>
                </a:lnTo>
                <a:lnTo>
                  <a:pt x="621" y="3467"/>
                </a:lnTo>
                <a:lnTo>
                  <a:pt x="600" y="3531"/>
                </a:lnTo>
                <a:lnTo>
                  <a:pt x="621" y="3617"/>
                </a:lnTo>
                <a:lnTo>
                  <a:pt x="642" y="3702"/>
                </a:lnTo>
                <a:lnTo>
                  <a:pt x="728" y="3873"/>
                </a:lnTo>
                <a:lnTo>
                  <a:pt x="835" y="4044"/>
                </a:lnTo>
                <a:lnTo>
                  <a:pt x="963" y="4216"/>
                </a:lnTo>
                <a:lnTo>
                  <a:pt x="1070" y="4365"/>
                </a:lnTo>
                <a:lnTo>
                  <a:pt x="1135" y="4494"/>
                </a:lnTo>
                <a:lnTo>
                  <a:pt x="1135" y="4494"/>
                </a:lnTo>
                <a:lnTo>
                  <a:pt x="1284" y="4858"/>
                </a:lnTo>
                <a:lnTo>
                  <a:pt x="1456" y="5221"/>
                </a:lnTo>
                <a:lnTo>
                  <a:pt x="1456" y="5221"/>
                </a:lnTo>
                <a:lnTo>
                  <a:pt x="1541" y="5392"/>
                </a:lnTo>
                <a:lnTo>
                  <a:pt x="1648" y="5585"/>
                </a:lnTo>
                <a:lnTo>
                  <a:pt x="1734" y="5778"/>
                </a:lnTo>
                <a:lnTo>
                  <a:pt x="1734" y="5885"/>
                </a:lnTo>
                <a:lnTo>
                  <a:pt x="1734" y="5970"/>
                </a:lnTo>
                <a:lnTo>
                  <a:pt x="1734" y="5970"/>
                </a:lnTo>
                <a:lnTo>
                  <a:pt x="1691" y="6184"/>
                </a:lnTo>
                <a:lnTo>
                  <a:pt x="1605" y="6355"/>
                </a:lnTo>
                <a:lnTo>
                  <a:pt x="1520" y="6548"/>
                </a:lnTo>
                <a:lnTo>
                  <a:pt x="1391" y="6740"/>
                </a:lnTo>
                <a:lnTo>
                  <a:pt x="1263" y="6912"/>
                </a:lnTo>
                <a:lnTo>
                  <a:pt x="1135" y="7061"/>
                </a:lnTo>
                <a:lnTo>
                  <a:pt x="985" y="7211"/>
                </a:lnTo>
                <a:lnTo>
                  <a:pt x="835" y="7339"/>
                </a:lnTo>
                <a:lnTo>
                  <a:pt x="835" y="7339"/>
                </a:lnTo>
                <a:lnTo>
                  <a:pt x="578" y="7532"/>
                </a:lnTo>
                <a:lnTo>
                  <a:pt x="300" y="7767"/>
                </a:lnTo>
                <a:lnTo>
                  <a:pt x="193" y="7874"/>
                </a:lnTo>
                <a:lnTo>
                  <a:pt x="86" y="8003"/>
                </a:lnTo>
                <a:lnTo>
                  <a:pt x="22" y="8152"/>
                </a:lnTo>
                <a:lnTo>
                  <a:pt x="1" y="8302"/>
                </a:lnTo>
                <a:lnTo>
                  <a:pt x="1" y="8302"/>
                </a:lnTo>
                <a:lnTo>
                  <a:pt x="86" y="8409"/>
                </a:lnTo>
                <a:lnTo>
                  <a:pt x="86" y="8409"/>
                </a:lnTo>
                <a:lnTo>
                  <a:pt x="108" y="8580"/>
                </a:lnTo>
                <a:lnTo>
                  <a:pt x="108" y="8580"/>
                </a:lnTo>
                <a:lnTo>
                  <a:pt x="108" y="8709"/>
                </a:lnTo>
                <a:lnTo>
                  <a:pt x="150" y="8752"/>
                </a:lnTo>
                <a:lnTo>
                  <a:pt x="215" y="8773"/>
                </a:lnTo>
                <a:lnTo>
                  <a:pt x="215" y="8773"/>
                </a:lnTo>
                <a:lnTo>
                  <a:pt x="257" y="8773"/>
                </a:lnTo>
                <a:lnTo>
                  <a:pt x="300" y="8773"/>
                </a:lnTo>
                <a:lnTo>
                  <a:pt x="343" y="8709"/>
                </a:lnTo>
                <a:lnTo>
                  <a:pt x="343" y="8645"/>
                </a:lnTo>
                <a:lnTo>
                  <a:pt x="364" y="8538"/>
                </a:lnTo>
                <a:lnTo>
                  <a:pt x="364" y="8452"/>
                </a:lnTo>
                <a:lnTo>
                  <a:pt x="364" y="8366"/>
                </a:lnTo>
                <a:lnTo>
                  <a:pt x="407" y="8324"/>
                </a:lnTo>
                <a:lnTo>
                  <a:pt x="429" y="8324"/>
                </a:lnTo>
                <a:lnTo>
                  <a:pt x="471" y="8324"/>
                </a:lnTo>
                <a:lnTo>
                  <a:pt x="471" y="8324"/>
                </a:lnTo>
                <a:lnTo>
                  <a:pt x="493" y="8345"/>
                </a:lnTo>
                <a:lnTo>
                  <a:pt x="514" y="8409"/>
                </a:lnTo>
                <a:lnTo>
                  <a:pt x="535" y="8580"/>
                </a:lnTo>
                <a:lnTo>
                  <a:pt x="557" y="8645"/>
                </a:lnTo>
                <a:lnTo>
                  <a:pt x="578" y="8687"/>
                </a:lnTo>
                <a:lnTo>
                  <a:pt x="621" y="8709"/>
                </a:lnTo>
                <a:lnTo>
                  <a:pt x="707" y="8666"/>
                </a:lnTo>
                <a:lnTo>
                  <a:pt x="707" y="8666"/>
                </a:lnTo>
                <a:lnTo>
                  <a:pt x="707" y="8623"/>
                </a:lnTo>
                <a:lnTo>
                  <a:pt x="728" y="8538"/>
                </a:lnTo>
                <a:lnTo>
                  <a:pt x="728" y="8324"/>
                </a:lnTo>
                <a:lnTo>
                  <a:pt x="749" y="8110"/>
                </a:lnTo>
                <a:lnTo>
                  <a:pt x="771" y="8045"/>
                </a:lnTo>
                <a:lnTo>
                  <a:pt x="771" y="8045"/>
                </a:lnTo>
                <a:lnTo>
                  <a:pt x="792" y="8024"/>
                </a:lnTo>
                <a:lnTo>
                  <a:pt x="792" y="8024"/>
                </a:lnTo>
                <a:lnTo>
                  <a:pt x="835" y="8067"/>
                </a:lnTo>
                <a:lnTo>
                  <a:pt x="856" y="8131"/>
                </a:lnTo>
                <a:lnTo>
                  <a:pt x="835" y="8324"/>
                </a:lnTo>
                <a:lnTo>
                  <a:pt x="835" y="8431"/>
                </a:lnTo>
                <a:lnTo>
                  <a:pt x="835" y="8538"/>
                </a:lnTo>
                <a:lnTo>
                  <a:pt x="878" y="8602"/>
                </a:lnTo>
                <a:lnTo>
                  <a:pt x="921" y="8645"/>
                </a:lnTo>
                <a:lnTo>
                  <a:pt x="921" y="8645"/>
                </a:lnTo>
                <a:lnTo>
                  <a:pt x="963" y="8666"/>
                </a:lnTo>
                <a:lnTo>
                  <a:pt x="1006" y="8666"/>
                </a:lnTo>
                <a:lnTo>
                  <a:pt x="1028" y="8645"/>
                </a:lnTo>
                <a:lnTo>
                  <a:pt x="1049" y="8602"/>
                </a:lnTo>
                <a:lnTo>
                  <a:pt x="1092" y="8516"/>
                </a:lnTo>
                <a:lnTo>
                  <a:pt x="1092" y="8409"/>
                </a:lnTo>
                <a:lnTo>
                  <a:pt x="1092" y="8152"/>
                </a:lnTo>
                <a:lnTo>
                  <a:pt x="1092" y="7981"/>
                </a:lnTo>
                <a:lnTo>
                  <a:pt x="1092" y="7981"/>
                </a:lnTo>
                <a:lnTo>
                  <a:pt x="1070" y="7832"/>
                </a:lnTo>
                <a:lnTo>
                  <a:pt x="1092" y="7746"/>
                </a:lnTo>
                <a:lnTo>
                  <a:pt x="1113" y="7725"/>
                </a:lnTo>
                <a:lnTo>
                  <a:pt x="1135" y="7703"/>
                </a:lnTo>
                <a:lnTo>
                  <a:pt x="1135" y="7703"/>
                </a:lnTo>
                <a:lnTo>
                  <a:pt x="1177" y="7682"/>
                </a:lnTo>
                <a:lnTo>
                  <a:pt x="1199" y="7703"/>
                </a:lnTo>
                <a:lnTo>
                  <a:pt x="1199" y="7746"/>
                </a:lnTo>
                <a:lnTo>
                  <a:pt x="1220" y="7789"/>
                </a:lnTo>
                <a:lnTo>
                  <a:pt x="1220" y="7789"/>
                </a:lnTo>
                <a:lnTo>
                  <a:pt x="1242" y="7832"/>
                </a:lnTo>
                <a:lnTo>
                  <a:pt x="1263" y="7874"/>
                </a:lnTo>
                <a:lnTo>
                  <a:pt x="1284" y="7896"/>
                </a:lnTo>
                <a:lnTo>
                  <a:pt x="1349" y="7896"/>
                </a:lnTo>
                <a:lnTo>
                  <a:pt x="1349" y="7896"/>
                </a:lnTo>
                <a:lnTo>
                  <a:pt x="1370" y="7874"/>
                </a:lnTo>
                <a:lnTo>
                  <a:pt x="1391" y="7853"/>
                </a:lnTo>
                <a:lnTo>
                  <a:pt x="1391" y="7746"/>
                </a:lnTo>
                <a:lnTo>
                  <a:pt x="1391" y="7596"/>
                </a:lnTo>
                <a:lnTo>
                  <a:pt x="1391" y="7596"/>
                </a:lnTo>
                <a:lnTo>
                  <a:pt x="1391" y="7511"/>
                </a:lnTo>
                <a:lnTo>
                  <a:pt x="1413" y="7425"/>
                </a:lnTo>
                <a:lnTo>
                  <a:pt x="1456" y="7339"/>
                </a:lnTo>
                <a:lnTo>
                  <a:pt x="1498" y="7318"/>
                </a:lnTo>
                <a:lnTo>
                  <a:pt x="1541" y="7297"/>
                </a:lnTo>
                <a:lnTo>
                  <a:pt x="1541" y="7297"/>
                </a:lnTo>
                <a:lnTo>
                  <a:pt x="1562" y="7297"/>
                </a:lnTo>
                <a:lnTo>
                  <a:pt x="1584" y="7318"/>
                </a:lnTo>
                <a:lnTo>
                  <a:pt x="1627" y="7404"/>
                </a:lnTo>
                <a:lnTo>
                  <a:pt x="1669" y="7553"/>
                </a:lnTo>
                <a:lnTo>
                  <a:pt x="1669" y="7553"/>
                </a:lnTo>
                <a:lnTo>
                  <a:pt x="1712" y="7618"/>
                </a:lnTo>
                <a:lnTo>
                  <a:pt x="1755" y="7660"/>
                </a:lnTo>
                <a:lnTo>
                  <a:pt x="1798" y="7682"/>
                </a:lnTo>
                <a:lnTo>
                  <a:pt x="1841" y="7682"/>
                </a:lnTo>
                <a:lnTo>
                  <a:pt x="1926" y="7660"/>
                </a:lnTo>
                <a:lnTo>
                  <a:pt x="1990" y="7660"/>
                </a:lnTo>
                <a:lnTo>
                  <a:pt x="2033" y="7682"/>
                </a:lnTo>
                <a:lnTo>
                  <a:pt x="2033" y="7682"/>
                </a:lnTo>
                <a:lnTo>
                  <a:pt x="2097" y="7725"/>
                </a:lnTo>
                <a:lnTo>
                  <a:pt x="2140" y="7810"/>
                </a:lnTo>
                <a:lnTo>
                  <a:pt x="2247" y="7960"/>
                </a:lnTo>
                <a:lnTo>
                  <a:pt x="2247" y="7960"/>
                </a:lnTo>
                <a:lnTo>
                  <a:pt x="2311" y="8067"/>
                </a:lnTo>
                <a:lnTo>
                  <a:pt x="2333" y="8131"/>
                </a:lnTo>
                <a:lnTo>
                  <a:pt x="2311" y="8238"/>
                </a:lnTo>
                <a:lnTo>
                  <a:pt x="2290" y="8366"/>
                </a:lnTo>
                <a:lnTo>
                  <a:pt x="2290" y="8366"/>
                </a:lnTo>
                <a:lnTo>
                  <a:pt x="2226" y="8602"/>
                </a:lnTo>
                <a:lnTo>
                  <a:pt x="2162" y="8837"/>
                </a:lnTo>
                <a:lnTo>
                  <a:pt x="2097" y="9308"/>
                </a:lnTo>
                <a:lnTo>
                  <a:pt x="2097" y="9308"/>
                </a:lnTo>
                <a:lnTo>
                  <a:pt x="2055" y="9543"/>
                </a:lnTo>
                <a:lnTo>
                  <a:pt x="2012" y="9693"/>
                </a:lnTo>
                <a:lnTo>
                  <a:pt x="2012" y="9800"/>
                </a:lnTo>
                <a:lnTo>
                  <a:pt x="2012" y="9800"/>
                </a:lnTo>
                <a:lnTo>
                  <a:pt x="2033" y="9886"/>
                </a:lnTo>
                <a:lnTo>
                  <a:pt x="2055" y="9928"/>
                </a:lnTo>
                <a:lnTo>
                  <a:pt x="2097" y="9950"/>
                </a:lnTo>
                <a:lnTo>
                  <a:pt x="2119" y="10014"/>
                </a:lnTo>
                <a:lnTo>
                  <a:pt x="2119" y="10014"/>
                </a:lnTo>
                <a:lnTo>
                  <a:pt x="2140" y="10078"/>
                </a:lnTo>
                <a:lnTo>
                  <a:pt x="2140" y="10142"/>
                </a:lnTo>
                <a:lnTo>
                  <a:pt x="2140" y="10271"/>
                </a:lnTo>
                <a:lnTo>
                  <a:pt x="2162" y="10313"/>
                </a:lnTo>
                <a:lnTo>
                  <a:pt x="2204" y="10335"/>
                </a:lnTo>
                <a:lnTo>
                  <a:pt x="2269" y="10356"/>
                </a:lnTo>
                <a:lnTo>
                  <a:pt x="2376" y="10356"/>
                </a:lnTo>
                <a:lnTo>
                  <a:pt x="2376" y="10356"/>
                </a:lnTo>
                <a:lnTo>
                  <a:pt x="2504" y="10313"/>
                </a:lnTo>
                <a:lnTo>
                  <a:pt x="2654" y="10292"/>
                </a:lnTo>
                <a:lnTo>
                  <a:pt x="2654" y="10292"/>
                </a:lnTo>
                <a:lnTo>
                  <a:pt x="2782" y="10271"/>
                </a:lnTo>
                <a:lnTo>
                  <a:pt x="2889" y="10206"/>
                </a:lnTo>
                <a:lnTo>
                  <a:pt x="2889" y="10206"/>
                </a:lnTo>
                <a:lnTo>
                  <a:pt x="3017" y="10142"/>
                </a:lnTo>
                <a:lnTo>
                  <a:pt x="3146" y="10057"/>
                </a:lnTo>
                <a:lnTo>
                  <a:pt x="3146" y="10057"/>
                </a:lnTo>
                <a:lnTo>
                  <a:pt x="3189" y="9993"/>
                </a:lnTo>
                <a:lnTo>
                  <a:pt x="3210" y="9928"/>
                </a:lnTo>
                <a:lnTo>
                  <a:pt x="3231" y="9864"/>
                </a:lnTo>
                <a:lnTo>
                  <a:pt x="3274" y="9800"/>
                </a:lnTo>
                <a:lnTo>
                  <a:pt x="3274" y="9800"/>
                </a:lnTo>
                <a:lnTo>
                  <a:pt x="3317" y="9779"/>
                </a:lnTo>
                <a:lnTo>
                  <a:pt x="3360" y="9779"/>
                </a:lnTo>
                <a:lnTo>
                  <a:pt x="3445" y="9757"/>
                </a:lnTo>
                <a:lnTo>
                  <a:pt x="3488" y="9757"/>
                </a:lnTo>
                <a:lnTo>
                  <a:pt x="3488" y="9714"/>
                </a:lnTo>
                <a:lnTo>
                  <a:pt x="3509" y="9650"/>
                </a:lnTo>
                <a:lnTo>
                  <a:pt x="3488" y="9565"/>
                </a:lnTo>
                <a:lnTo>
                  <a:pt x="3488" y="9565"/>
                </a:lnTo>
                <a:lnTo>
                  <a:pt x="3445" y="9372"/>
                </a:lnTo>
                <a:lnTo>
                  <a:pt x="3360" y="9179"/>
                </a:lnTo>
                <a:lnTo>
                  <a:pt x="3274" y="8987"/>
                </a:lnTo>
                <a:lnTo>
                  <a:pt x="3210" y="8794"/>
                </a:lnTo>
                <a:lnTo>
                  <a:pt x="3210" y="8794"/>
                </a:lnTo>
                <a:lnTo>
                  <a:pt x="3060" y="8388"/>
                </a:lnTo>
                <a:lnTo>
                  <a:pt x="2996" y="8174"/>
                </a:lnTo>
                <a:lnTo>
                  <a:pt x="2975" y="8067"/>
                </a:lnTo>
                <a:lnTo>
                  <a:pt x="2996" y="8003"/>
                </a:lnTo>
                <a:lnTo>
                  <a:pt x="2996" y="8003"/>
                </a:lnTo>
                <a:lnTo>
                  <a:pt x="3082" y="7853"/>
                </a:lnTo>
                <a:lnTo>
                  <a:pt x="3167" y="7767"/>
                </a:lnTo>
                <a:lnTo>
                  <a:pt x="3210" y="7725"/>
                </a:lnTo>
                <a:lnTo>
                  <a:pt x="3210" y="7725"/>
                </a:lnTo>
                <a:lnTo>
                  <a:pt x="3274" y="7725"/>
                </a:lnTo>
                <a:lnTo>
                  <a:pt x="3317" y="7725"/>
                </a:lnTo>
                <a:lnTo>
                  <a:pt x="3360" y="7725"/>
                </a:lnTo>
                <a:lnTo>
                  <a:pt x="3424" y="7725"/>
                </a:lnTo>
                <a:lnTo>
                  <a:pt x="3424" y="7725"/>
                </a:lnTo>
                <a:lnTo>
                  <a:pt x="3488" y="7660"/>
                </a:lnTo>
                <a:lnTo>
                  <a:pt x="3552" y="7596"/>
                </a:lnTo>
                <a:lnTo>
                  <a:pt x="3638" y="7404"/>
                </a:lnTo>
                <a:lnTo>
                  <a:pt x="3745" y="7211"/>
                </a:lnTo>
                <a:lnTo>
                  <a:pt x="3830" y="7061"/>
                </a:lnTo>
                <a:lnTo>
                  <a:pt x="3830" y="7061"/>
                </a:lnTo>
                <a:lnTo>
                  <a:pt x="3895" y="6997"/>
                </a:lnTo>
                <a:lnTo>
                  <a:pt x="3937" y="6976"/>
                </a:lnTo>
                <a:lnTo>
                  <a:pt x="4002" y="6954"/>
                </a:lnTo>
                <a:lnTo>
                  <a:pt x="4044" y="6976"/>
                </a:lnTo>
                <a:lnTo>
                  <a:pt x="4173" y="7061"/>
                </a:lnTo>
                <a:lnTo>
                  <a:pt x="4301" y="7168"/>
                </a:lnTo>
                <a:lnTo>
                  <a:pt x="4301" y="7168"/>
                </a:lnTo>
                <a:lnTo>
                  <a:pt x="4686" y="7425"/>
                </a:lnTo>
                <a:lnTo>
                  <a:pt x="4879" y="7553"/>
                </a:lnTo>
                <a:lnTo>
                  <a:pt x="5050" y="7703"/>
                </a:lnTo>
                <a:lnTo>
                  <a:pt x="5050" y="7703"/>
                </a:lnTo>
                <a:lnTo>
                  <a:pt x="5157" y="7789"/>
                </a:lnTo>
                <a:lnTo>
                  <a:pt x="5285" y="7853"/>
                </a:lnTo>
                <a:lnTo>
                  <a:pt x="5328" y="7853"/>
                </a:lnTo>
                <a:lnTo>
                  <a:pt x="5371" y="7832"/>
                </a:lnTo>
                <a:lnTo>
                  <a:pt x="5392" y="7789"/>
                </a:lnTo>
                <a:lnTo>
                  <a:pt x="5414" y="7703"/>
                </a:lnTo>
                <a:lnTo>
                  <a:pt x="5414" y="7703"/>
                </a:lnTo>
                <a:close/>
                <a:moveTo>
                  <a:pt x="4323" y="3231"/>
                </a:moveTo>
                <a:lnTo>
                  <a:pt x="4323" y="3231"/>
                </a:lnTo>
                <a:lnTo>
                  <a:pt x="4408" y="3189"/>
                </a:lnTo>
                <a:lnTo>
                  <a:pt x="4515" y="3167"/>
                </a:lnTo>
                <a:lnTo>
                  <a:pt x="4622" y="3189"/>
                </a:lnTo>
                <a:lnTo>
                  <a:pt x="4708" y="3210"/>
                </a:lnTo>
                <a:lnTo>
                  <a:pt x="4708" y="3210"/>
                </a:lnTo>
                <a:lnTo>
                  <a:pt x="4665" y="3360"/>
                </a:lnTo>
                <a:lnTo>
                  <a:pt x="4579" y="3510"/>
                </a:lnTo>
                <a:lnTo>
                  <a:pt x="4472" y="3659"/>
                </a:lnTo>
                <a:lnTo>
                  <a:pt x="4408" y="3724"/>
                </a:lnTo>
                <a:lnTo>
                  <a:pt x="4365" y="3745"/>
                </a:lnTo>
                <a:lnTo>
                  <a:pt x="4365" y="3745"/>
                </a:lnTo>
                <a:lnTo>
                  <a:pt x="4301" y="3488"/>
                </a:lnTo>
                <a:lnTo>
                  <a:pt x="4301" y="3317"/>
                </a:lnTo>
                <a:lnTo>
                  <a:pt x="4301" y="3274"/>
                </a:lnTo>
                <a:lnTo>
                  <a:pt x="4323" y="3231"/>
                </a:lnTo>
                <a:lnTo>
                  <a:pt x="4323" y="3231"/>
                </a:lnTo>
                <a:close/>
                <a:moveTo>
                  <a:pt x="1092" y="3659"/>
                </a:moveTo>
                <a:lnTo>
                  <a:pt x="1092" y="3659"/>
                </a:lnTo>
                <a:lnTo>
                  <a:pt x="1070" y="3745"/>
                </a:lnTo>
                <a:lnTo>
                  <a:pt x="1049" y="3788"/>
                </a:lnTo>
                <a:lnTo>
                  <a:pt x="1028" y="3809"/>
                </a:lnTo>
                <a:lnTo>
                  <a:pt x="985" y="3809"/>
                </a:lnTo>
                <a:lnTo>
                  <a:pt x="942" y="3788"/>
                </a:lnTo>
                <a:lnTo>
                  <a:pt x="921" y="3745"/>
                </a:lnTo>
                <a:lnTo>
                  <a:pt x="878" y="3681"/>
                </a:lnTo>
                <a:lnTo>
                  <a:pt x="878" y="3617"/>
                </a:lnTo>
                <a:lnTo>
                  <a:pt x="878" y="3617"/>
                </a:lnTo>
                <a:lnTo>
                  <a:pt x="878" y="3531"/>
                </a:lnTo>
                <a:lnTo>
                  <a:pt x="899" y="3445"/>
                </a:lnTo>
                <a:lnTo>
                  <a:pt x="921" y="3424"/>
                </a:lnTo>
                <a:lnTo>
                  <a:pt x="942" y="3403"/>
                </a:lnTo>
                <a:lnTo>
                  <a:pt x="985" y="3403"/>
                </a:lnTo>
                <a:lnTo>
                  <a:pt x="1028" y="3424"/>
                </a:lnTo>
                <a:lnTo>
                  <a:pt x="1028" y="3424"/>
                </a:lnTo>
                <a:lnTo>
                  <a:pt x="1070" y="3424"/>
                </a:lnTo>
                <a:lnTo>
                  <a:pt x="1092" y="3467"/>
                </a:lnTo>
                <a:lnTo>
                  <a:pt x="1092" y="3531"/>
                </a:lnTo>
                <a:lnTo>
                  <a:pt x="1092" y="3659"/>
                </a:lnTo>
                <a:lnTo>
                  <a:pt x="1092" y="3659"/>
                </a:lnTo>
                <a:close/>
                <a:moveTo>
                  <a:pt x="1734" y="5285"/>
                </a:moveTo>
                <a:lnTo>
                  <a:pt x="1734" y="5285"/>
                </a:lnTo>
                <a:lnTo>
                  <a:pt x="1562" y="4900"/>
                </a:lnTo>
                <a:lnTo>
                  <a:pt x="1477" y="4708"/>
                </a:lnTo>
                <a:lnTo>
                  <a:pt x="1413" y="4515"/>
                </a:lnTo>
                <a:lnTo>
                  <a:pt x="1349" y="4323"/>
                </a:lnTo>
                <a:lnTo>
                  <a:pt x="1327" y="4109"/>
                </a:lnTo>
                <a:lnTo>
                  <a:pt x="1327" y="3916"/>
                </a:lnTo>
                <a:lnTo>
                  <a:pt x="1370" y="3702"/>
                </a:lnTo>
                <a:lnTo>
                  <a:pt x="1370" y="3702"/>
                </a:lnTo>
                <a:lnTo>
                  <a:pt x="1456" y="3873"/>
                </a:lnTo>
                <a:lnTo>
                  <a:pt x="1477" y="3916"/>
                </a:lnTo>
                <a:lnTo>
                  <a:pt x="1520" y="3916"/>
                </a:lnTo>
                <a:lnTo>
                  <a:pt x="1541" y="3916"/>
                </a:lnTo>
                <a:lnTo>
                  <a:pt x="1562" y="3873"/>
                </a:lnTo>
                <a:lnTo>
                  <a:pt x="1605" y="3788"/>
                </a:lnTo>
                <a:lnTo>
                  <a:pt x="1648" y="3659"/>
                </a:lnTo>
                <a:lnTo>
                  <a:pt x="1648" y="3531"/>
                </a:lnTo>
                <a:lnTo>
                  <a:pt x="1669" y="3424"/>
                </a:lnTo>
                <a:lnTo>
                  <a:pt x="1648" y="3381"/>
                </a:lnTo>
                <a:lnTo>
                  <a:pt x="1648" y="3381"/>
                </a:lnTo>
                <a:lnTo>
                  <a:pt x="1648" y="3189"/>
                </a:lnTo>
                <a:lnTo>
                  <a:pt x="1669" y="2996"/>
                </a:lnTo>
                <a:lnTo>
                  <a:pt x="1712" y="2804"/>
                </a:lnTo>
                <a:lnTo>
                  <a:pt x="1776" y="2611"/>
                </a:lnTo>
                <a:lnTo>
                  <a:pt x="1776" y="2611"/>
                </a:lnTo>
                <a:lnTo>
                  <a:pt x="1948" y="2269"/>
                </a:lnTo>
                <a:lnTo>
                  <a:pt x="2076" y="2076"/>
                </a:lnTo>
                <a:lnTo>
                  <a:pt x="2140" y="2012"/>
                </a:lnTo>
                <a:lnTo>
                  <a:pt x="2183" y="1990"/>
                </a:lnTo>
                <a:lnTo>
                  <a:pt x="2183" y="1990"/>
                </a:lnTo>
                <a:lnTo>
                  <a:pt x="2247" y="2012"/>
                </a:lnTo>
                <a:lnTo>
                  <a:pt x="2290" y="2055"/>
                </a:lnTo>
                <a:lnTo>
                  <a:pt x="2376" y="2162"/>
                </a:lnTo>
                <a:lnTo>
                  <a:pt x="2418" y="2247"/>
                </a:lnTo>
                <a:lnTo>
                  <a:pt x="2483" y="2290"/>
                </a:lnTo>
                <a:lnTo>
                  <a:pt x="2547" y="2333"/>
                </a:lnTo>
                <a:lnTo>
                  <a:pt x="2632" y="2333"/>
                </a:lnTo>
                <a:lnTo>
                  <a:pt x="2632" y="2333"/>
                </a:lnTo>
                <a:lnTo>
                  <a:pt x="2718" y="2311"/>
                </a:lnTo>
                <a:lnTo>
                  <a:pt x="2803" y="2290"/>
                </a:lnTo>
                <a:lnTo>
                  <a:pt x="2932" y="2183"/>
                </a:lnTo>
                <a:lnTo>
                  <a:pt x="3146" y="1948"/>
                </a:lnTo>
                <a:lnTo>
                  <a:pt x="3146" y="1948"/>
                </a:lnTo>
                <a:lnTo>
                  <a:pt x="3210" y="1862"/>
                </a:lnTo>
                <a:lnTo>
                  <a:pt x="3274" y="1841"/>
                </a:lnTo>
                <a:lnTo>
                  <a:pt x="3317" y="1819"/>
                </a:lnTo>
                <a:lnTo>
                  <a:pt x="3360" y="1819"/>
                </a:lnTo>
                <a:lnTo>
                  <a:pt x="3403" y="1862"/>
                </a:lnTo>
                <a:lnTo>
                  <a:pt x="3445" y="1905"/>
                </a:lnTo>
                <a:lnTo>
                  <a:pt x="3552" y="2055"/>
                </a:lnTo>
                <a:lnTo>
                  <a:pt x="3552" y="2055"/>
                </a:lnTo>
                <a:lnTo>
                  <a:pt x="3638" y="2183"/>
                </a:lnTo>
                <a:lnTo>
                  <a:pt x="3702" y="2333"/>
                </a:lnTo>
                <a:lnTo>
                  <a:pt x="3766" y="2483"/>
                </a:lnTo>
                <a:lnTo>
                  <a:pt x="3809" y="2654"/>
                </a:lnTo>
                <a:lnTo>
                  <a:pt x="3809" y="2654"/>
                </a:lnTo>
                <a:lnTo>
                  <a:pt x="3830" y="2846"/>
                </a:lnTo>
                <a:lnTo>
                  <a:pt x="3830" y="3060"/>
                </a:lnTo>
                <a:lnTo>
                  <a:pt x="3830" y="3274"/>
                </a:lnTo>
                <a:lnTo>
                  <a:pt x="3852" y="3381"/>
                </a:lnTo>
                <a:lnTo>
                  <a:pt x="3873" y="3488"/>
                </a:lnTo>
                <a:lnTo>
                  <a:pt x="3873" y="3488"/>
                </a:lnTo>
                <a:lnTo>
                  <a:pt x="3895" y="3552"/>
                </a:lnTo>
                <a:lnTo>
                  <a:pt x="3937" y="3617"/>
                </a:lnTo>
                <a:lnTo>
                  <a:pt x="3959" y="3681"/>
                </a:lnTo>
                <a:lnTo>
                  <a:pt x="4002" y="3745"/>
                </a:lnTo>
                <a:lnTo>
                  <a:pt x="4002" y="3745"/>
                </a:lnTo>
                <a:lnTo>
                  <a:pt x="4002" y="3831"/>
                </a:lnTo>
                <a:lnTo>
                  <a:pt x="4002" y="3916"/>
                </a:lnTo>
                <a:lnTo>
                  <a:pt x="3959" y="4087"/>
                </a:lnTo>
                <a:lnTo>
                  <a:pt x="3959" y="4087"/>
                </a:lnTo>
                <a:lnTo>
                  <a:pt x="3916" y="4301"/>
                </a:lnTo>
                <a:lnTo>
                  <a:pt x="3852" y="4515"/>
                </a:lnTo>
                <a:lnTo>
                  <a:pt x="3702" y="4922"/>
                </a:lnTo>
                <a:lnTo>
                  <a:pt x="3509" y="5328"/>
                </a:lnTo>
                <a:lnTo>
                  <a:pt x="3360" y="5735"/>
                </a:lnTo>
                <a:lnTo>
                  <a:pt x="3360" y="5735"/>
                </a:lnTo>
                <a:lnTo>
                  <a:pt x="3231" y="5992"/>
                </a:lnTo>
                <a:lnTo>
                  <a:pt x="3146" y="6184"/>
                </a:lnTo>
                <a:lnTo>
                  <a:pt x="3060" y="6355"/>
                </a:lnTo>
                <a:lnTo>
                  <a:pt x="2953" y="6505"/>
                </a:lnTo>
                <a:lnTo>
                  <a:pt x="2825" y="6633"/>
                </a:lnTo>
                <a:lnTo>
                  <a:pt x="2761" y="6676"/>
                </a:lnTo>
                <a:lnTo>
                  <a:pt x="2696" y="6719"/>
                </a:lnTo>
                <a:lnTo>
                  <a:pt x="2632" y="6719"/>
                </a:lnTo>
                <a:lnTo>
                  <a:pt x="2568" y="6698"/>
                </a:lnTo>
                <a:lnTo>
                  <a:pt x="2568" y="6698"/>
                </a:lnTo>
                <a:lnTo>
                  <a:pt x="2483" y="6676"/>
                </a:lnTo>
                <a:lnTo>
                  <a:pt x="2418" y="6612"/>
                </a:lnTo>
                <a:lnTo>
                  <a:pt x="2311" y="6441"/>
                </a:lnTo>
                <a:lnTo>
                  <a:pt x="2140" y="6077"/>
                </a:lnTo>
                <a:lnTo>
                  <a:pt x="2140" y="6077"/>
                </a:lnTo>
                <a:lnTo>
                  <a:pt x="1734" y="5285"/>
                </a:lnTo>
                <a:lnTo>
                  <a:pt x="1734" y="5285"/>
                </a:lnTo>
                <a:close/>
                <a:moveTo>
                  <a:pt x="2803" y="8366"/>
                </a:moveTo>
                <a:lnTo>
                  <a:pt x="2803" y="8366"/>
                </a:lnTo>
                <a:lnTo>
                  <a:pt x="2782" y="8409"/>
                </a:lnTo>
                <a:lnTo>
                  <a:pt x="2739" y="8452"/>
                </a:lnTo>
                <a:lnTo>
                  <a:pt x="2632" y="8516"/>
                </a:lnTo>
                <a:lnTo>
                  <a:pt x="2589" y="8538"/>
                </a:lnTo>
                <a:lnTo>
                  <a:pt x="2547" y="8538"/>
                </a:lnTo>
                <a:lnTo>
                  <a:pt x="2525" y="8495"/>
                </a:lnTo>
                <a:lnTo>
                  <a:pt x="2504" y="8431"/>
                </a:lnTo>
                <a:lnTo>
                  <a:pt x="2504" y="8431"/>
                </a:lnTo>
                <a:lnTo>
                  <a:pt x="2525" y="8345"/>
                </a:lnTo>
                <a:lnTo>
                  <a:pt x="2547" y="8302"/>
                </a:lnTo>
                <a:lnTo>
                  <a:pt x="2589" y="8238"/>
                </a:lnTo>
                <a:lnTo>
                  <a:pt x="2654" y="8217"/>
                </a:lnTo>
                <a:lnTo>
                  <a:pt x="2696" y="8217"/>
                </a:lnTo>
                <a:lnTo>
                  <a:pt x="2739" y="8238"/>
                </a:lnTo>
                <a:lnTo>
                  <a:pt x="2782" y="8281"/>
                </a:lnTo>
                <a:lnTo>
                  <a:pt x="2803" y="8366"/>
                </a:lnTo>
                <a:lnTo>
                  <a:pt x="2803" y="8366"/>
                </a:lnTo>
                <a:close/>
                <a:moveTo>
                  <a:pt x="2269" y="7489"/>
                </a:moveTo>
                <a:lnTo>
                  <a:pt x="2269" y="7489"/>
                </a:lnTo>
                <a:lnTo>
                  <a:pt x="2226" y="7446"/>
                </a:lnTo>
                <a:lnTo>
                  <a:pt x="2226" y="7425"/>
                </a:lnTo>
                <a:lnTo>
                  <a:pt x="2290" y="7361"/>
                </a:lnTo>
                <a:lnTo>
                  <a:pt x="2290" y="7361"/>
                </a:lnTo>
                <a:lnTo>
                  <a:pt x="2311" y="7382"/>
                </a:lnTo>
                <a:lnTo>
                  <a:pt x="2311" y="7425"/>
                </a:lnTo>
                <a:lnTo>
                  <a:pt x="2290" y="7446"/>
                </a:lnTo>
                <a:lnTo>
                  <a:pt x="2269" y="7489"/>
                </a:lnTo>
                <a:lnTo>
                  <a:pt x="2269" y="7489"/>
                </a:lnTo>
                <a:close/>
                <a:moveTo>
                  <a:pt x="1926" y="7361"/>
                </a:moveTo>
                <a:lnTo>
                  <a:pt x="1926" y="7361"/>
                </a:lnTo>
                <a:lnTo>
                  <a:pt x="1883" y="7361"/>
                </a:lnTo>
                <a:lnTo>
                  <a:pt x="1862" y="7339"/>
                </a:lnTo>
                <a:lnTo>
                  <a:pt x="1798" y="7275"/>
                </a:lnTo>
                <a:lnTo>
                  <a:pt x="1755" y="7190"/>
                </a:lnTo>
                <a:lnTo>
                  <a:pt x="1734" y="7083"/>
                </a:lnTo>
                <a:lnTo>
                  <a:pt x="1712" y="6890"/>
                </a:lnTo>
                <a:lnTo>
                  <a:pt x="1712" y="6805"/>
                </a:lnTo>
                <a:lnTo>
                  <a:pt x="1712" y="6805"/>
                </a:lnTo>
                <a:lnTo>
                  <a:pt x="1755" y="6655"/>
                </a:lnTo>
                <a:lnTo>
                  <a:pt x="1819" y="6484"/>
                </a:lnTo>
                <a:lnTo>
                  <a:pt x="1862" y="6398"/>
                </a:lnTo>
                <a:lnTo>
                  <a:pt x="1905" y="6334"/>
                </a:lnTo>
                <a:lnTo>
                  <a:pt x="1969" y="6291"/>
                </a:lnTo>
                <a:lnTo>
                  <a:pt x="2012" y="6312"/>
                </a:lnTo>
                <a:lnTo>
                  <a:pt x="2012" y="6312"/>
                </a:lnTo>
                <a:lnTo>
                  <a:pt x="2076" y="6398"/>
                </a:lnTo>
                <a:lnTo>
                  <a:pt x="2204" y="6591"/>
                </a:lnTo>
                <a:lnTo>
                  <a:pt x="2376" y="6890"/>
                </a:lnTo>
                <a:lnTo>
                  <a:pt x="2376" y="6890"/>
                </a:lnTo>
                <a:lnTo>
                  <a:pt x="2354" y="6933"/>
                </a:lnTo>
                <a:lnTo>
                  <a:pt x="2311" y="6997"/>
                </a:lnTo>
                <a:lnTo>
                  <a:pt x="2183" y="7147"/>
                </a:lnTo>
                <a:lnTo>
                  <a:pt x="2033" y="7297"/>
                </a:lnTo>
                <a:lnTo>
                  <a:pt x="1969" y="7339"/>
                </a:lnTo>
                <a:lnTo>
                  <a:pt x="1926" y="7361"/>
                </a:lnTo>
                <a:lnTo>
                  <a:pt x="1926" y="7361"/>
                </a:lnTo>
                <a:close/>
                <a:moveTo>
                  <a:pt x="3146" y="9458"/>
                </a:moveTo>
                <a:lnTo>
                  <a:pt x="3146" y="9458"/>
                </a:lnTo>
                <a:lnTo>
                  <a:pt x="3103" y="9479"/>
                </a:lnTo>
                <a:lnTo>
                  <a:pt x="2996" y="9543"/>
                </a:lnTo>
                <a:lnTo>
                  <a:pt x="2718" y="9650"/>
                </a:lnTo>
                <a:lnTo>
                  <a:pt x="2440" y="9714"/>
                </a:lnTo>
                <a:lnTo>
                  <a:pt x="2354" y="9736"/>
                </a:lnTo>
                <a:lnTo>
                  <a:pt x="2290" y="9714"/>
                </a:lnTo>
                <a:lnTo>
                  <a:pt x="2290" y="9714"/>
                </a:lnTo>
                <a:lnTo>
                  <a:pt x="2269" y="9693"/>
                </a:lnTo>
                <a:lnTo>
                  <a:pt x="2269" y="9650"/>
                </a:lnTo>
                <a:lnTo>
                  <a:pt x="2311" y="9565"/>
                </a:lnTo>
                <a:lnTo>
                  <a:pt x="2397" y="9479"/>
                </a:lnTo>
                <a:lnTo>
                  <a:pt x="2504" y="9372"/>
                </a:lnTo>
                <a:lnTo>
                  <a:pt x="2739" y="9201"/>
                </a:lnTo>
                <a:lnTo>
                  <a:pt x="2910" y="9137"/>
                </a:lnTo>
                <a:lnTo>
                  <a:pt x="2910" y="9137"/>
                </a:lnTo>
                <a:lnTo>
                  <a:pt x="2953" y="9137"/>
                </a:lnTo>
                <a:lnTo>
                  <a:pt x="3017" y="9137"/>
                </a:lnTo>
                <a:lnTo>
                  <a:pt x="3039" y="9179"/>
                </a:lnTo>
                <a:lnTo>
                  <a:pt x="3082" y="9201"/>
                </a:lnTo>
                <a:lnTo>
                  <a:pt x="3124" y="9329"/>
                </a:lnTo>
                <a:lnTo>
                  <a:pt x="3146" y="9458"/>
                </a:lnTo>
                <a:lnTo>
                  <a:pt x="3146" y="9458"/>
                </a:lnTo>
                <a:close/>
                <a:moveTo>
                  <a:pt x="2718" y="7896"/>
                </a:moveTo>
                <a:lnTo>
                  <a:pt x="2718" y="7896"/>
                </a:lnTo>
                <a:lnTo>
                  <a:pt x="2718" y="7853"/>
                </a:lnTo>
                <a:lnTo>
                  <a:pt x="2718" y="7832"/>
                </a:lnTo>
                <a:lnTo>
                  <a:pt x="2739" y="7725"/>
                </a:lnTo>
                <a:lnTo>
                  <a:pt x="2761" y="7639"/>
                </a:lnTo>
                <a:lnTo>
                  <a:pt x="2782" y="7553"/>
                </a:lnTo>
                <a:lnTo>
                  <a:pt x="2782" y="7553"/>
                </a:lnTo>
                <a:lnTo>
                  <a:pt x="2739" y="7511"/>
                </a:lnTo>
                <a:lnTo>
                  <a:pt x="2696" y="7468"/>
                </a:lnTo>
                <a:lnTo>
                  <a:pt x="2696" y="7425"/>
                </a:lnTo>
                <a:lnTo>
                  <a:pt x="2696" y="7404"/>
                </a:lnTo>
                <a:lnTo>
                  <a:pt x="2696" y="7382"/>
                </a:lnTo>
                <a:lnTo>
                  <a:pt x="2739" y="7361"/>
                </a:lnTo>
                <a:lnTo>
                  <a:pt x="2739" y="7361"/>
                </a:lnTo>
                <a:lnTo>
                  <a:pt x="2803" y="7382"/>
                </a:lnTo>
                <a:lnTo>
                  <a:pt x="2910" y="7446"/>
                </a:lnTo>
                <a:lnTo>
                  <a:pt x="2975" y="7511"/>
                </a:lnTo>
                <a:lnTo>
                  <a:pt x="3017" y="7575"/>
                </a:lnTo>
                <a:lnTo>
                  <a:pt x="3017" y="7575"/>
                </a:lnTo>
                <a:lnTo>
                  <a:pt x="2996" y="7639"/>
                </a:lnTo>
                <a:lnTo>
                  <a:pt x="2889" y="7746"/>
                </a:lnTo>
                <a:lnTo>
                  <a:pt x="2782" y="7832"/>
                </a:lnTo>
                <a:lnTo>
                  <a:pt x="2718" y="7896"/>
                </a:lnTo>
                <a:lnTo>
                  <a:pt x="2718" y="7896"/>
                </a:lnTo>
                <a:close/>
                <a:moveTo>
                  <a:pt x="3317" y="7425"/>
                </a:moveTo>
                <a:lnTo>
                  <a:pt x="3317" y="7425"/>
                </a:lnTo>
                <a:lnTo>
                  <a:pt x="3253" y="7425"/>
                </a:lnTo>
                <a:lnTo>
                  <a:pt x="3167" y="7382"/>
                </a:lnTo>
                <a:lnTo>
                  <a:pt x="2953" y="7232"/>
                </a:lnTo>
                <a:lnTo>
                  <a:pt x="2761" y="7083"/>
                </a:lnTo>
                <a:lnTo>
                  <a:pt x="2654" y="6997"/>
                </a:lnTo>
                <a:lnTo>
                  <a:pt x="2654" y="6997"/>
                </a:lnTo>
                <a:lnTo>
                  <a:pt x="2782" y="6954"/>
                </a:lnTo>
                <a:lnTo>
                  <a:pt x="2910" y="6933"/>
                </a:lnTo>
                <a:lnTo>
                  <a:pt x="3017" y="6912"/>
                </a:lnTo>
                <a:lnTo>
                  <a:pt x="3146" y="6847"/>
                </a:lnTo>
                <a:lnTo>
                  <a:pt x="3146" y="6847"/>
                </a:lnTo>
                <a:lnTo>
                  <a:pt x="3210" y="6783"/>
                </a:lnTo>
                <a:lnTo>
                  <a:pt x="3231" y="6698"/>
                </a:lnTo>
                <a:lnTo>
                  <a:pt x="3253" y="6633"/>
                </a:lnTo>
                <a:lnTo>
                  <a:pt x="3274" y="6548"/>
                </a:lnTo>
                <a:lnTo>
                  <a:pt x="3274" y="6548"/>
                </a:lnTo>
                <a:lnTo>
                  <a:pt x="3338" y="6419"/>
                </a:lnTo>
                <a:lnTo>
                  <a:pt x="3403" y="6377"/>
                </a:lnTo>
                <a:lnTo>
                  <a:pt x="3445" y="6377"/>
                </a:lnTo>
                <a:lnTo>
                  <a:pt x="3445" y="6377"/>
                </a:lnTo>
                <a:lnTo>
                  <a:pt x="3509" y="6441"/>
                </a:lnTo>
                <a:lnTo>
                  <a:pt x="3595" y="6548"/>
                </a:lnTo>
                <a:lnTo>
                  <a:pt x="3723" y="6740"/>
                </a:lnTo>
                <a:lnTo>
                  <a:pt x="3723" y="6740"/>
                </a:lnTo>
                <a:lnTo>
                  <a:pt x="3659" y="6890"/>
                </a:lnTo>
                <a:lnTo>
                  <a:pt x="3552" y="7125"/>
                </a:lnTo>
                <a:lnTo>
                  <a:pt x="3424" y="7318"/>
                </a:lnTo>
                <a:lnTo>
                  <a:pt x="3360" y="7404"/>
                </a:lnTo>
                <a:lnTo>
                  <a:pt x="3317" y="7425"/>
                </a:lnTo>
                <a:lnTo>
                  <a:pt x="3317" y="7425"/>
                </a:lnTo>
                <a:close/>
                <a:moveTo>
                  <a:pt x="2910" y="4708"/>
                </a:moveTo>
                <a:lnTo>
                  <a:pt x="2910" y="4708"/>
                </a:lnTo>
                <a:lnTo>
                  <a:pt x="2975" y="4644"/>
                </a:lnTo>
                <a:lnTo>
                  <a:pt x="3060" y="4515"/>
                </a:lnTo>
                <a:lnTo>
                  <a:pt x="3082" y="4472"/>
                </a:lnTo>
                <a:lnTo>
                  <a:pt x="3082" y="4408"/>
                </a:lnTo>
                <a:lnTo>
                  <a:pt x="3060" y="4365"/>
                </a:lnTo>
                <a:lnTo>
                  <a:pt x="3017" y="4344"/>
                </a:lnTo>
                <a:lnTo>
                  <a:pt x="3017" y="4344"/>
                </a:lnTo>
                <a:lnTo>
                  <a:pt x="2975" y="4344"/>
                </a:lnTo>
                <a:lnTo>
                  <a:pt x="2932" y="4365"/>
                </a:lnTo>
                <a:lnTo>
                  <a:pt x="2846" y="4472"/>
                </a:lnTo>
                <a:lnTo>
                  <a:pt x="2782" y="4558"/>
                </a:lnTo>
                <a:lnTo>
                  <a:pt x="2761" y="4601"/>
                </a:lnTo>
                <a:lnTo>
                  <a:pt x="2718" y="4622"/>
                </a:lnTo>
                <a:lnTo>
                  <a:pt x="2718" y="4622"/>
                </a:lnTo>
                <a:lnTo>
                  <a:pt x="2675" y="4601"/>
                </a:lnTo>
                <a:lnTo>
                  <a:pt x="2654" y="4601"/>
                </a:lnTo>
                <a:lnTo>
                  <a:pt x="2611" y="4558"/>
                </a:lnTo>
                <a:lnTo>
                  <a:pt x="2611" y="4515"/>
                </a:lnTo>
                <a:lnTo>
                  <a:pt x="2589" y="4408"/>
                </a:lnTo>
                <a:lnTo>
                  <a:pt x="2589" y="4280"/>
                </a:lnTo>
                <a:lnTo>
                  <a:pt x="2654" y="4023"/>
                </a:lnTo>
                <a:lnTo>
                  <a:pt x="2696" y="3852"/>
                </a:lnTo>
                <a:lnTo>
                  <a:pt x="2696" y="3852"/>
                </a:lnTo>
                <a:lnTo>
                  <a:pt x="2675" y="3788"/>
                </a:lnTo>
                <a:lnTo>
                  <a:pt x="2654" y="3745"/>
                </a:lnTo>
                <a:lnTo>
                  <a:pt x="2611" y="3745"/>
                </a:lnTo>
                <a:lnTo>
                  <a:pt x="2547" y="3766"/>
                </a:lnTo>
                <a:lnTo>
                  <a:pt x="2547" y="3766"/>
                </a:lnTo>
                <a:lnTo>
                  <a:pt x="2504" y="3809"/>
                </a:lnTo>
                <a:lnTo>
                  <a:pt x="2483" y="3873"/>
                </a:lnTo>
                <a:lnTo>
                  <a:pt x="2418" y="4066"/>
                </a:lnTo>
                <a:lnTo>
                  <a:pt x="2397" y="4258"/>
                </a:lnTo>
                <a:lnTo>
                  <a:pt x="2376" y="4387"/>
                </a:lnTo>
                <a:lnTo>
                  <a:pt x="2376" y="4387"/>
                </a:lnTo>
                <a:lnTo>
                  <a:pt x="2397" y="4515"/>
                </a:lnTo>
                <a:lnTo>
                  <a:pt x="2418" y="4622"/>
                </a:lnTo>
                <a:lnTo>
                  <a:pt x="2483" y="4708"/>
                </a:lnTo>
                <a:lnTo>
                  <a:pt x="2547" y="4772"/>
                </a:lnTo>
                <a:lnTo>
                  <a:pt x="2632" y="4815"/>
                </a:lnTo>
                <a:lnTo>
                  <a:pt x="2718" y="4836"/>
                </a:lnTo>
                <a:lnTo>
                  <a:pt x="2825" y="4793"/>
                </a:lnTo>
                <a:lnTo>
                  <a:pt x="2910" y="4708"/>
                </a:lnTo>
                <a:lnTo>
                  <a:pt x="2910" y="4708"/>
                </a:lnTo>
                <a:close/>
                <a:moveTo>
                  <a:pt x="2376" y="3060"/>
                </a:moveTo>
                <a:lnTo>
                  <a:pt x="2376" y="3060"/>
                </a:lnTo>
                <a:lnTo>
                  <a:pt x="2397" y="2996"/>
                </a:lnTo>
                <a:lnTo>
                  <a:pt x="2376" y="2953"/>
                </a:lnTo>
                <a:lnTo>
                  <a:pt x="2354" y="2911"/>
                </a:lnTo>
                <a:lnTo>
                  <a:pt x="2311" y="2868"/>
                </a:lnTo>
                <a:lnTo>
                  <a:pt x="2204" y="2804"/>
                </a:lnTo>
                <a:lnTo>
                  <a:pt x="2097" y="2782"/>
                </a:lnTo>
                <a:lnTo>
                  <a:pt x="2097" y="2782"/>
                </a:lnTo>
                <a:lnTo>
                  <a:pt x="1990" y="2825"/>
                </a:lnTo>
                <a:lnTo>
                  <a:pt x="1883" y="2889"/>
                </a:lnTo>
                <a:lnTo>
                  <a:pt x="1798" y="2996"/>
                </a:lnTo>
                <a:lnTo>
                  <a:pt x="1776" y="3039"/>
                </a:lnTo>
                <a:lnTo>
                  <a:pt x="1776" y="3103"/>
                </a:lnTo>
                <a:lnTo>
                  <a:pt x="1776" y="3103"/>
                </a:lnTo>
                <a:lnTo>
                  <a:pt x="1776" y="3189"/>
                </a:lnTo>
                <a:lnTo>
                  <a:pt x="1819" y="3231"/>
                </a:lnTo>
                <a:lnTo>
                  <a:pt x="1841" y="3253"/>
                </a:lnTo>
                <a:lnTo>
                  <a:pt x="1905" y="3231"/>
                </a:lnTo>
                <a:lnTo>
                  <a:pt x="1990" y="3146"/>
                </a:lnTo>
                <a:lnTo>
                  <a:pt x="2076" y="3082"/>
                </a:lnTo>
                <a:lnTo>
                  <a:pt x="2076" y="3082"/>
                </a:lnTo>
                <a:lnTo>
                  <a:pt x="2119" y="3082"/>
                </a:lnTo>
                <a:lnTo>
                  <a:pt x="2162" y="3082"/>
                </a:lnTo>
                <a:lnTo>
                  <a:pt x="2226" y="3124"/>
                </a:lnTo>
                <a:lnTo>
                  <a:pt x="2269" y="3124"/>
                </a:lnTo>
                <a:lnTo>
                  <a:pt x="2311" y="3124"/>
                </a:lnTo>
                <a:lnTo>
                  <a:pt x="2354" y="3103"/>
                </a:lnTo>
                <a:lnTo>
                  <a:pt x="2376" y="3060"/>
                </a:lnTo>
                <a:lnTo>
                  <a:pt x="2376" y="3060"/>
                </a:lnTo>
                <a:close/>
                <a:moveTo>
                  <a:pt x="2975" y="3167"/>
                </a:moveTo>
                <a:lnTo>
                  <a:pt x="2975" y="3167"/>
                </a:lnTo>
                <a:lnTo>
                  <a:pt x="3017" y="3189"/>
                </a:lnTo>
                <a:lnTo>
                  <a:pt x="3039" y="3167"/>
                </a:lnTo>
                <a:lnTo>
                  <a:pt x="3124" y="3124"/>
                </a:lnTo>
                <a:lnTo>
                  <a:pt x="3210" y="3060"/>
                </a:lnTo>
                <a:lnTo>
                  <a:pt x="3253" y="3060"/>
                </a:lnTo>
                <a:lnTo>
                  <a:pt x="3317" y="3060"/>
                </a:lnTo>
                <a:lnTo>
                  <a:pt x="3317" y="3060"/>
                </a:lnTo>
                <a:lnTo>
                  <a:pt x="3403" y="3060"/>
                </a:lnTo>
                <a:lnTo>
                  <a:pt x="3424" y="3039"/>
                </a:lnTo>
                <a:lnTo>
                  <a:pt x="3445" y="3017"/>
                </a:lnTo>
                <a:lnTo>
                  <a:pt x="3467" y="2975"/>
                </a:lnTo>
                <a:lnTo>
                  <a:pt x="3424" y="2911"/>
                </a:lnTo>
                <a:lnTo>
                  <a:pt x="3381" y="2846"/>
                </a:lnTo>
                <a:lnTo>
                  <a:pt x="3296" y="2804"/>
                </a:lnTo>
                <a:lnTo>
                  <a:pt x="3189" y="2804"/>
                </a:lnTo>
                <a:lnTo>
                  <a:pt x="3146" y="2825"/>
                </a:lnTo>
                <a:lnTo>
                  <a:pt x="3082" y="2846"/>
                </a:lnTo>
                <a:lnTo>
                  <a:pt x="3082" y="2846"/>
                </a:lnTo>
                <a:lnTo>
                  <a:pt x="3017" y="2911"/>
                </a:lnTo>
                <a:lnTo>
                  <a:pt x="2953" y="2996"/>
                </a:lnTo>
                <a:lnTo>
                  <a:pt x="2932" y="3039"/>
                </a:lnTo>
                <a:lnTo>
                  <a:pt x="2932" y="3082"/>
                </a:lnTo>
                <a:lnTo>
                  <a:pt x="2932" y="3124"/>
                </a:lnTo>
                <a:lnTo>
                  <a:pt x="2975" y="3167"/>
                </a:lnTo>
                <a:lnTo>
                  <a:pt x="2975" y="3167"/>
                </a:lnTo>
                <a:close/>
                <a:moveTo>
                  <a:pt x="3103" y="3510"/>
                </a:moveTo>
                <a:lnTo>
                  <a:pt x="3103" y="3510"/>
                </a:lnTo>
                <a:lnTo>
                  <a:pt x="3103" y="3638"/>
                </a:lnTo>
                <a:lnTo>
                  <a:pt x="3124" y="3724"/>
                </a:lnTo>
                <a:lnTo>
                  <a:pt x="3167" y="3766"/>
                </a:lnTo>
                <a:lnTo>
                  <a:pt x="3210" y="3788"/>
                </a:lnTo>
                <a:lnTo>
                  <a:pt x="3253" y="3766"/>
                </a:lnTo>
                <a:lnTo>
                  <a:pt x="3296" y="3724"/>
                </a:lnTo>
                <a:lnTo>
                  <a:pt x="3338" y="3659"/>
                </a:lnTo>
                <a:lnTo>
                  <a:pt x="3360" y="3552"/>
                </a:lnTo>
                <a:lnTo>
                  <a:pt x="3360" y="3552"/>
                </a:lnTo>
                <a:lnTo>
                  <a:pt x="3360" y="3445"/>
                </a:lnTo>
                <a:lnTo>
                  <a:pt x="3317" y="3360"/>
                </a:lnTo>
                <a:lnTo>
                  <a:pt x="3274" y="3317"/>
                </a:lnTo>
                <a:lnTo>
                  <a:pt x="3231" y="3296"/>
                </a:lnTo>
                <a:lnTo>
                  <a:pt x="3189" y="3296"/>
                </a:lnTo>
                <a:lnTo>
                  <a:pt x="3146" y="3338"/>
                </a:lnTo>
                <a:lnTo>
                  <a:pt x="3103" y="3403"/>
                </a:lnTo>
                <a:lnTo>
                  <a:pt x="3103" y="3510"/>
                </a:lnTo>
                <a:lnTo>
                  <a:pt x="3103" y="3510"/>
                </a:lnTo>
                <a:close/>
                <a:moveTo>
                  <a:pt x="2269" y="3574"/>
                </a:moveTo>
                <a:lnTo>
                  <a:pt x="2269" y="3574"/>
                </a:lnTo>
                <a:lnTo>
                  <a:pt x="2247" y="3510"/>
                </a:lnTo>
                <a:lnTo>
                  <a:pt x="2226" y="3424"/>
                </a:lnTo>
                <a:lnTo>
                  <a:pt x="2183" y="3360"/>
                </a:lnTo>
                <a:lnTo>
                  <a:pt x="2140" y="3338"/>
                </a:lnTo>
                <a:lnTo>
                  <a:pt x="2097" y="3338"/>
                </a:lnTo>
                <a:lnTo>
                  <a:pt x="2097" y="3338"/>
                </a:lnTo>
                <a:lnTo>
                  <a:pt x="2076" y="3338"/>
                </a:lnTo>
                <a:lnTo>
                  <a:pt x="2033" y="3381"/>
                </a:lnTo>
                <a:lnTo>
                  <a:pt x="2012" y="3445"/>
                </a:lnTo>
                <a:lnTo>
                  <a:pt x="2012" y="3617"/>
                </a:lnTo>
                <a:lnTo>
                  <a:pt x="2012" y="3617"/>
                </a:lnTo>
                <a:lnTo>
                  <a:pt x="2012" y="3702"/>
                </a:lnTo>
                <a:lnTo>
                  <a:pt x="2012" y="3788"/>
                </a:lnTo>
                <a:lnTo>
                  <a:pt x="2033" y="3831"/>
                </a:lnTo>
                <a:lnTo>
                  <a:pt x="2055" y="3852"/>
                </a:lnTo>
                <a:lnTo>
                  <a:pt x="2097" y="3873"/>
                </a:lnTo>
                <a:lnTo>
                  <a:pt x="2140" y="3873"/>
                </a:lnTo>
                <a:lnTo>
                  <a:pt x="2140" y="3873"/>
                </a:lnTo>
                <a:lnTo>
                  <a:pt x="2183" y="3852"/>
                </a:lnTo>
                <a:lnTo>
                  <a:pt x="2226" y="3809"/>
                </a:lnTo>
                <a:lnTo>
                  <a:pt x="2247" y="3745"/>
                </a:lnTo>
                <a:lnTo>
                  <a:pt x="2269" y="3659"/>
                </a:lnTo>
                <a:lnTo>
                  <a:pt x="2269" y="3574"/>
                </a:lnTo>
                <a:lnTo>
                  <a:pt x="2269" y="3574"/>
                </a:lnTo>
                <a:close/>
                <a:moveTo>
                  <a:pt x="2696" y="5029"/>
                </a:moveTo>
                <a:lnTo>
                  <a:pt x="2696" y="5029"/>
                </a:lnTo>
                <a:lnTo>
                  <a:pt x="2611" y="5050"/>
                </a:lnTo>
                <a:lnTo>
                  <a:pt x="2525" y="5093"/>
                </a:lnTo>
                <a:lnTo>
                  <a:pt x="2461" y="5136"/>
                </a:lnTo>
                <a:lnTo>
                  <a:pt x="2440" y="5178"/>
                </a:lnTo>
                <a:lnTo>
                  <a:pt x="2440" y="5221"/>
                </a:lnTo>
                <a:lnTo>
                  <a:pt x="2440" y="5221"/>
                </a:lnTo>
                <a:lnTo>
                  <a:pt x="2461" y="5243"/>
                </a:lnTo>
                <a:lnTo>
                  <a:pt x="2483" y="5264"/>
                </a:lnTo>
                <a:lnTo>
                  <a:pt x="2589" y="5285"/>
                </a:lnTo>
                <a:lnTo>
                  <a:pt x="2782" y="5243"/>
                </a:lnTo>
                <a:lnTo>
                  <a:pt x="2782" y="5243"/>
                </a:lnTo>
                <a:lnTo>
                  <a:pt x="2803" y="5264"/>
                </a:lnTo>
                <a:lnTo>
                  <a:pt x="2889" y="5264"/>
                </a:lnTo>
                <a:lnTo>
                  <a:pt x="2953" y="5221"/>
                </a:lnTo>
                <a:lnTo>
                  <a:pt x="2975" y="5200"/>
                </a:lnTo>
                <a:lnTo>
                  <a:pt x="2975" y="5157"/>
                </a:lnTo>
                <a:lnTo>
                  <a:pt x="2975" y="5157"/>
                </a:lnTo>
                <a:lnTo>
                  <a:pt x="2953" y="5114"/>
                </a:lnTo>
                <a:lnTo>
                  <a:pt x="2932" y="5093"/>
                </a:lnTo>
                <a:lnTo>
                  <a:pt x="2868" y="5050"/>
                </a:lnTo>
                <a:lnTo>
                  <a:pt x="2761" y="5029"/>
                </a:lnTo>
                <a:lnTo>
                  <a:pt x="2696" y="5029"/>
                </a:lnTo>
                <a:lnTo>
                  <a:pt x="2696" y="5029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8"/>
          <p:cNvSpPr/>
          <p:nvPr/>
        </p:nvSpPr>
        <p:spPr>
          <a:xfrm>
            <a:off x="2742761" y="4016705"/>
            <a:ext cx="241712" cy="211660"/>
          </a:xfrm>
          <a:custGeom>
            <a:rect b="b" l="l" r="r" t="t"/>
            <a:pathLst>
              <a:path extrusionOk="0" h="7832" w="8944">
                <a:moveTo>
                  <a:pt x="5371" y="471"/>
                </a:moveTo>
                <a:lnTo>
                  <a:pt x="5478" y="492"/>
                </a:lnTo>
                <a:lnTo>
                  <a:pt x="5585" y="535"/>
                </a:lnTo>
                <a:lnTo>
                  <a:pt x="5627" y="599"/>
                </a:lnTo>
                <a:lnTo>
                  <a:pt x="5670" y="685"/>
                </a:lnTo>
                <a:lnTo>
                  <a:pt x="5670" y="792"/>
                </a:lnTo>
                <a:lnTo>
                  <a:pt x="5670" y="920"/>
                </a:lnTo>
                <a:lnTo>
                  <a:pt x="5649" y="963"/>
                </a:lnTo>
                <a:lnTo>
                  <a:pt x="5606" y="963"/>
                </a:lnTo>
                <a:lnTo>
                  <a:pt x="5499" y="985"/>
                </a:lnTo>
                <a:lnTo>
                  <a:pt x="5371" y="1006"/>
                </a:lnTo>
                <a:lnTo>
                  <a:pt x="5306" y="1027"/>
                </a:lnTo>
                <a:lnTo>
                  <a:pt x="5242" y="1070"/>
                </a:lnTo>
                <a:lnTo>
                  <a:pt x="5199" y="1113"/>
                </a:lnTo>
                <a:lnTo>
                  <a:pt x="5199" y="1156"/>
                </a:lnTo>
                <a:lnTo>
                  <a:pt x="5199" y="1220"/>
                </a:lnTo>
                <a:lnTo>
                  <a:pt x="5199" y="1241"/>
                </a:lnTo>
                <a:lnTo>
                  <a:pt x="5178" y="1241"/>
                </a:lnTo>
                <a:lnTo>
                  <a:pt x="5050" y="1284"/>
                </a:lnTo>
                <a:lnTo>
                  <a:pt x="4793" y="1327"/>
                </a:lnTo>
                <a:lnTo>
                  <a:pt x="4515" y="1327"/>
                </a:lnTo>
                <a:lnTo>
                  <a:pt x="4237" y="1305"/>
                </a:lnTo>
                <a:lnTo>
                  <a:pt x="3959" y="1305"/>
                </a:lnTo>
                <a:lnTo>
                  <a:pt x="3616" y="1348"/>
                </a:lnTo>
                <a:lnTo>
                  <a:pt x="3338" y="1348"/>
                </a:lnTo>
                <a:lnTo>
                  <a:pt x="3295" y="1305"/>
                </a:lnTo>
                <a:lnTo>
                  <a:pt x="3252" y="1263"/>
                </a:lnTo>
                <a:lnTo>
                  <a:pt x="3252" y="1220"/>
                </a:lnTo>
                <a:lnTo>
                  <a:pt x="3231" y="1177"/>
                </a:lnTo>
                <a:lnTo>
                  <a:pt x="3210" y="1113"/>
                </a:lnTo>
                <a:lnTo>
                  <a:pt x="3188" y="1092"/>
                </a:lnTo>
                <a:lnTo>
                  <a:pt x="2825" y="1092"/>
                </a:lnTo>
                <a:lnTo>
                  <a:pt x="2825" y="920"/>
                </a:lnTo>
                <a:lnTo>
                  <a:pt x="2825" y="813"/>
                </a:lnTo>
                <a:lnTo>
                  <a:pt x="2846" y="728"/>
                </a:lnTo>
                <a:lnTo>
                  <a:pt x="2996" y="664"/>
                </a:lnTo>
                <a:lnTo>
                  <a:pt x="3188" y="621"/>
                </a:lnTo>
                <a:lnTo>
                  <a:pt x="3552" y="578"/>
                </a:lnTo>
                <a:lnTo>
                  <a:pt x="3787" y="578"/>
                </a:lnTo>
                <a:lnTo>
                  <a:pt x="4044" y="557"/>
                </a:lnTo>
                <a:lnTo>
                  <a:pt x="4301" y="557"/>
                </a:lnTo>
                <a:lnTo>
                  <a:pt x="4536" y="535"/>
                </a:lnTo>
                <a:lnTo>
                  <a:pt x="5007" y="471"/>
                </a:lnTo>
                <a:close/>
                <a:moveTo>
                  <a:pt x="2354" y="4451"/>
                </a:moveTo>
                <a:lnTo>
                  <a:pt x="2397" y="4472"/>
                </a:lnTo>
                <a:lnTo>
                  <a:pt x="2397" y="4493"/>
                </a:lnTo>
                <a:lnTo>
                  <a:pt x="2397" y="4515"/>
                </a:lnTo>
                <a:lnTo>
                  <a:pt x="2354" y="4558"/>
                </a:lnTo>
                <a:lnTo>
                  <a:pt x="2290" y="4558"/>
                </a:lnTo>
                <a:lnTo>
                  <a:pt x="2290" y="4515"/>
                </a:lnTo>
                <a:lnTo>
                  <a:pt x="2311" y="4493"/>
                </a:lnTo>
                <a:lnTo>
                  <a:pt x="2354" y="4493"/>
                </a:lnTo>
                <a:lnTo>
                  <a:pt x="2354" y="4451"/>
                </a:lnTo>
                <a:close/>
                <a:moveTo>
                  <a:pt x="7981" y="1712"/>
                </a:moveTo>
                <a:lnTo>
                  <a:pt x="8024" y="1733"/>
                </a:lnTo>
                <a:lnTo>
                  <a:pt x="8066" y="1755"/>
                </a:lnTo>
                <a:lnTo>
                  <a:pt x="8088" y="1819"/>
                </a:lnTo>
                <a:lnTo>
                  <a:pt x="8131" y="2012"/>
                </a:lnTo>
                <a:lnTo>
                  <a:pt x="8195" y="2375"/>
                </a:lnTo>
                <a:lnTo>
                  <a:pt x="8238" y="2760"/>
                </a:lnTo>
                <a:lnTo>
                  <a:pt x="8259" y="3124"/>
                </a:lnTo>
                <a:lnTo>
                  <a:pt x="8323" y="3509"/>
                </a:lnTo>
                <a:lnTo>
                  <a:pt x="8345" y="3745"/>
                </a:lnTo>
                <a:lnTo>
                  <a:pt x="8366" y="3852"/>
                </a:lnTo>
                <a:lnTo>
                  <a:pt x="8345" y="3959"/>
                </a:lnTo>
                <a:lnTo>
                  <a:pt x="8323" y="4066"/>
                </a:lnTo>
                <a:lnTo>
                  <a:pt x="8280" y="4108"/>
                </a:lnTo>
                <a:lnTo>
                  <a:pt x="8216" y="4108"/>
                </a:lnTo>
                <a:lnTo>
                  <a:pt x="8109" y="4130"/>
                </a:lnTo>
                <a:lnTo>
                  <a:pt x="7211" y="4237"/>
                </a:lnTo>
                <a:lnTo>
                  <a:pt x="6761" y="4301"/>
                </a:lnTo>
                <a:lnTo>
                  <a:pt x="6312" y="4365"/>
                </a:lnTo>
                <a:lnTo>
                  <a:pt x="5820" y="4365"/>
                </a:lnTo>
                <a:lnTo>
                  <a:pt x="5777" y="4386"/>
                </a:lnTo>
                <a:lnTo>
                  <a:pt x="5713" y="4408"/>
                </a:lnTo>
                <a:lnTo>
                  <a:pt x="5649" y="4472"/>
                </a:lnTo>
                <a:lnTo>
                  <a:pt x="5606" y="4515"/>
                </a:lnTo>
                <a:lnTo>
                  <a:pt x="5542" y="4536"/>
                </a:lnTo>
                <a:lnTo>
                  <a:pt x="5520" y="4365"/>
                </a:lnTo>
                <a:lnTo>
                  <a:pt x="5499" y="4215"/>
                </a:lnTo>
                <a:lnTo>
                  <a:pt x="5435" y="4066"/>
                </a:lnTo>
                <a:lnTo>
                  <a:pt x="5392" y="4001"/>
                </a:lnTo>
                <a:lnTo>
                  <a:pt x="5328" y="3937"/>
                </a:lnTo>
                <a:lnTo>
                  <a:pt x="5199" y="3894"/>
                </a:lnTo>
                <a:lnTo>
                  <a:pt x="5050" y="3852"/>
                </a:lnTo>
                <a:lnTo>
                  <a:pt x="4900" y="3852"/>
                </a:lnTo>
                <a:lnTo>
                  <a:pt x="4772" y="3873"/>
                </a:lnTo>
                <a:lnTo>
                  <a:pt x="4579" y="3894"/>
                </a:lnTo>
                <a:lnTo>
                  <a:pt x="4386" y="3937"/>
                </a:lnTo>
                <a:lnTo>
                  <a:pt x="4215" y="3980"/>
                </a:lnTo>
                <a:lnTo>
                  <a:pt x="4023" y="4001"/>
                </a:lnTo>
                <a:lnTo>
                  <a:pt x="3723" y="3980"/>
                </a:lnTo>
                <a:lnTo>
                  <a:pt x="3573" y="3980"/>
                </a:lnTo>
                <a:lnTo>
                  <a:pt x="3509" y="4001"/>
                </a:lnTo>
                <a:lnTo>
                  <a:pt x="3424" y="4044"/>
                </a:lnTo>
                <a:lnTo>
                  <a:pt x="3359" y="4087"/>
                </a:lnTo>
                <a:lnTo>
                  <a:pt x="3338" y="4151"/>
                </a:lnTo>
                <a:lnTo>
                  <a:pt x="3317" y="4194"/>
                </a:lnTo>
                <a:lnTo>
                  <a:pt x="3317" y="4258"/>
                </a:lnTo>
                <a:lnTo>
                  <a:pt x="3338" y="4365"/>
                </a:lnTo>
                <a:lnTo>
                  <a:pt x="3338" y="4429"/>
                </a:lnTo>
                <a:lnTo>
                  <a:pt x="3317" y="4515"/>
                </a:lnTo>
                <a:lnTo>
                  <a:pt x="3274" y="4558"/>
                </a:lnTo>
                <a:lnTo>
                  <a:pt x="3231" y="4579"/>
                </a:lnTo>
                <a:lnTo>
                  <a:pt x="3081" y="4579"/>
                </a:lnTo>
                <a:lnTo>
                  <a:pt x="3060" y="4558"/>
                </a:lnTo>
                <a:lnTo>
                  <a:pt x="3038" y="4536"/>
                </a:lnTo>
                <a:lnTo>
                  <a:pt x="3017" y="4515"/>
                </a:lnTo>
                <a:lnTo>
                  <a:pt x="2932" y="4515"/>
                </a:lnTo>
                <a:lnTo>
                  <a:pt x="2846" y="4536"/>
                </a:lnTo>
                <a:lnTo>
                  <a:pt x="2782" y="4558"/>
                </a:lnTo>
                <a:lnTo>
                  <a:pt x="2696" y="4558"/>
                </a:lnTo>
                <a:lnTo>
                  <a:pt x="2653" y="4515"/>
                </a:lnTo>
                <a:lnTo>
                  <a:pt x="2611" y="4451"/>
                </a:lnTo>
                <a:lnTo>
                  <a:pt x="2589" y="4386"/>
                </a:lnTo>
                <a:lnTo>
                  <a:pt x="2546" y="4344"/>
                </a:lnTo>
                <a:lnTo>
                  <a:pt x="2504" y="4322"/>
                </a:lnTo>
                <a:lnTo>
                  <a:pt x="2439" y="4344"/>
                </a:lnTo>
                <a:lnTo>
                  <a:pt x="2332" y="4386"/>
                </a:lnTo>
                <a:lnTo>
                  <a:pt x="2332" y="4258"/>
                </a:lnTo>
                <a:lnTo>
                  <a:pt x="2311" y="4215"/>
                </a:lnTo>
                <a:lnTo>
                  <a:pt x="2268" y="4194"/>
                </a:lnTo>
                <a:lnTo>
                  <a:pt x="2204" y="4194"/>
                </a:lnTo>
                <a:lnTo>
                  <a:pt x="2118" y="4237"/>
                </a:lnTo>
                <a:lnTo>
                  <a:pt x="1905" y="4386"/>
                </a:lnTo>
                <a:lnTo>
                  <a:pt x="1798" y="4451"/>
                </a:lnTo>
                <a:lnTo>
                  <a:pt x="1733" y="4493"/>
                </a:lnTo>
                <a:lnTo>
                  <a:pt x="1755" y="4408"/>
                </a:lnTo>
                <a:lnTo>
                  <a:pt x="1798" y="4365"/>
                </a:lnTo>
                <a:lnTo>
                  <a:pt x="1733" y="4322"/>
                </a:lnTo>
                <a:lnTo>
                  <a:pt x="1712" y="4258"/>
                </a:lnTo>
                <a:lnTo>
                  <a:pt x="1733" y="4215"/>
                </a:lnTo>
                <a:lnTo>
                  <a:pt x="1755" y="4151"/>
                </a:lnTo>
                <a:lnTo>
                  <a:pt x="1712" y="4130"/>
                </a:lnTo>
                <a:lnTo>
                  <a:pt x="1691" y="4130"/>
                </a:lnTo>
                <a:lnTo>
                  <a:pt x="1626" y="4151"/>
                </a:lnTo>
                <a:lnTo>
                  <a:pt x="1562" y="4194"/>
                </a:lnTo>
                <a:lnTo>
                  <a:pt x="1498" y="4215"/>
                </a:lnTo>
                <a:lnTo>
                  <a:pt x="1498" y="4215"/>
                </a:lnTo>
                <a:lnTo>
                  <a:pt x="1562" y="4130"/>
                </a:lnTo>
                <a:lnTo>
                  <a:pt x="1584" y="4044"/>
                </a:lnTo>
                <a:lnTo>
                  <a:pt x="1605" y="3980"/>
                </a:lnTo>
                <a:lnTo>
                  <a:pt x="1584" y="3959"/>
                </a:lnTo>
                <a:lnTo>
                  <a:pt x="1562" y="3916"/>
                </a:lnTo>
                <a:lnTo>
                  <a:pt x="1519" y="3894"/>
                </a:lnTo>
                <a:lnTo>
                  <a:pt x="1455" y="3894"/>
                </a:lnTo>
                <a:lnTo>
                  <a:pt x="1412" y="3916"/>
                </a:lnTo>
                <a:lnTo>
                  <a:pt x="1327" y="3959"/>
                </a:lnTo>
                <a:lnTo>
                  <a:pt x="1263" y="4023"/>
                </a:lnTo>
                <a:lnTo>
                  <a:pt x="1156" y="4066"/>
                </a:lnTo>
                <a:lnTo>
                  <a:pt x="1156" y="3980"/>
                </a:lnTo>
                <a:lnTo>
                  <a:pt x="1134" y="3959"/>
                </a:lnTo>
                <a:lnTo>
                  <a:pt x="1091" y="3937"/>
                </a:lnTo>
                <a:lnTo>
                  <a:pt x="1070" y="3873"/>
                </a:lnTo>
                <a:lnTo>
                  <a:pt x="1049" y="3787"/>
                </a:lnTo>
                <a:lnTo>
                  <a:pt x="1070" y="3680"/>
                </a:lnTo>
                <a:lnTo>
                  <a:pt x="1091" y="3552"/>
                </a:lnTo>
                <a:lnTo>
                  <a:pt x="1091" y="3531"/>
                </a:lnTo>
                <a:lnTo>
                  <a:pt x="1070" y="3509"/>
                </a:lnTo>
                <a:lnTo>
                  <a:pt x="1027" y="3509"/>
                </a:lnTo>
                <a:lnTo>
                  <a:pt x="920" y="3466"/>
                </a:lnTo>
                <a:lnTo>
                  <a:pt x="963" y="3359"/>
                </a:lnTo>
                <a:lnTo>
                  <a:pt x="984" y="3231"/>
                </a:lnTo>
                <a:lnTo>
                  <a:pt x="1006" y="3188"/>
                </a:lnTo>
                <a:lnTo>
                  <a:pt x="984" y="3146"/>
                </a:lnTo>
                <a:lnTo>
                  <a:pt x="963" y="3103"/>
                </a:lnTo>
                <a:lnTo>
                  <a:pt x="899" y="3103"/>
                </a:lnTo>
                <a:lnTo>
                  <a:pt x="856" y="3124"/>
                </a:lnTo>
                <a:lnTo>
                  <a:pt x="813" y="3167"/>
                </a:lnTo>
                <a:lnTo>
                  <a:pt x="792" y="3231"/>
                </a:lnTo>
                <a:lnTo>
                  <a:pt x="749" y="3252"/>
                </a:lnTo>
                <a:lnTo>
                  <a:pt x="749" y="3210"/>
                </a:lnTo>
                <a:lnTo>
                  <a:pt x="813" y="3060"/>
                </a:lnTo>
                <a:lnTo>
                  <a:pt x="942" y="2825"/>
                </a:lnTo>
                <a:lnTo>
                  <a:pt x="942" y="2718"/>
                </a:lnTo>
                <a:lnTo>
                  <a:pt x="920" y="2696"/>
                </a:lnTo>
                <a:lnTo>
                  <a:pt x="856" y="2696"/>
                </a:lnTo>
                <a:lnTo>
                  <a:pt x="792" y="2739"/>
                </a:lnTo>
                <a:lnTo>
                  <a:pt x="685" y="2846"/>
                </a:lnTo>
                <a:lnTo>
                  <a:pt x="621" y="2889"/>
                </a:lnTo>
                <a:lnTo>
                  <a:pt x="599" y="2889"/>
                </a:lnTo>
                <a:lnTo>
                  <a:pt x="599" y="2846"/>
                </a:lnTo>
                <a:lnTo>
                  <a:pt x="642" y="2782"/>
                </a:lnTo>
                <a:lnTo>
                  <a:pt x="771" y="2525"/>
                </a:lnTo>
                <a:lnTo>
                  <a:pt x="856" y="2375"/>
                </a:lnTo>
                <a:lnTo>
                  <a:pt x="899" y="2268"/>
                </a:lnTo>
                <a:lnTo>
                  <a:pt x="920" y="2161"/>
                </a:lnTo>
                <a:lnTo>
                  <a:pt x="920" y="2119"/>
                </a:lnTo>
                <a:lnTo>
                  <a:pt x="899" y="2097"/>
                </a:lnTo>
                <a:lnTo>
                  <a:pt x="856" y="2097"/>
                </a:lnTo>
                <a:lnTo>
                  <a:pt x="792" y="2119"/>
                </a:lnTo>
                <a:lnTo>
                  <a:pt x="728" y="2140"/>
                </a:lnTo>
                <a:lnTo>
                  <a:pt x="685" y="2140"/>
                </a:lnTo>
                <a:lnTo>
                  <a:pt x="621" y="2119"/>
                </a:lnTo>
                <a:lnTo>
                  <a:pt x="599" y="2140"/>
                </a:lnTo>
                <a:lnTo>
                  <a:pt x="578" y="2161"/>
                </a:lnTo>
                <a:lnTo>
                  <a:pt x="535" y="2183"/>
                </a:lnTo>
                <a:lnTo>
                  <a:pt x="514" y="2183"/>
                </a:lnTo>
                <a:lnTo>
                  <a:pt x="514" y="2076"/>
                </a:lnTo>
                <a:lnTo>
                  <a:pt x="514" y="1990"/>
                </a:lnTo>
                <a:lnTo>
                  <a:pt x="578" y="1947"/>
                </a:lnTo>
                <a:lnTo>
                  <a:pt x="706" y="1926"/>
                </a:lnTo>
                <a:lnTo>
                  <a:pt x="899" y="1905"/>
                </a:lnTo>
                <a:lnTo>
                  <a:pt x="1091" y="1883"/>
                </a:lnTo>
                <a:lnTo>
                  <a:pt x="2974" y="1883"/>
                </a:lnTo>
                <a:lnTo>
                  <a:pt x="5799" y="1776"/>
                </a:lnTo>
                <a:lnTo>
                  <a:pt x="6697" y="1755"/>
                </a:lnTo>
                <a:lnTo>
                  <a:pt x="7574" y="1733"/>
                </a:lnTo>
                <a:lnTo>
                  <a:pt x="7917" y="1733"/>
                </a:lnTo>
                <a:lnTo>
                  <a:pt x="7981" y="1712"/>
                </a:lnTo>
                <a:close/>
                <a:moveTo>
                  <a:pt x="599" y="4558"/>
                </a:moveTo>
                <a:lnTo>
                  <a:pt x="599" y="4579"/>
                </a:lnTo>
                <a:lnTo>
                  <a:pt x="621" y="4579"/>
                </a:lnTo>
                <a:lnTo>
                  <a:pt x="621" y="4600"/>
                </a:lnTo>
                <a:lnTo>
                  <a:pt x="578" y="4600"/>
                </a:lnTo>
                <a:lnTo>
                  <a:pt x="578" y="4579"/>
                </a:lnTo>
                <a:lnTo>
                  <a:pt x="599" y="4558"/>
                </a:lnTo>
                <a:close/>
                <a:moveTo>
                  <a:pt x="963" y="4451"/>
                </a:moveTo>
                <a:lnTo>
                  <a:pt x="1006" y="4515"/>
                </a:lnTo>
                <a:lnTo>
                  <a:pt x="1027" y="4558"/>
                </a:lnTo>
                <a:lnTo>
                  <a:pt x="1027" y="4579"/>
                </a:lnTo>
                <a:lnTo>
                  <a:pt x="1027" y="4600"/>
                </a:lnTo>
                <a:lnTo>
                  <a:pt x="984" y="4622"/>
                </a:lnTo>
                <a:lnTo>
                  <a:pt x="942" y="4622"/>
                </a:lnTo>
                <a:lnTo>
                  <a:pt x="920" y="4600"/>
                </a:lnTo>
                <a:lnTo>
                  <a:pt x="899" y="4600"/>
                </a:lnTo>
                <a:lnTo>
                  <a:pt x="920" y="4558"/>
                </a:lnTo>
                <a:lnTo>
                  <a:pt x="963" y="4493"/>
                </a:lnTo>
                <a:lnTo>
                  <a:pt x="963" y="4451"/>
                </a:lnTo>
                <a:close/>
                <a:moveTo>
                  <a:pt x="4921" y="4344"/>
                </a:moveTo>
                <a:lnTo>
                  <a:pt x="5007" y="4365"/>
                </a:lnTo>
                <a:lnTo>
                  <a:pt x="5028" y="4386"/>
                </a:lnTo>
                <a:lnTo>
                  <a:pt x="5071" y="4408"/>
                </a:lnTo>
                <a:lnTo>
                  <a:pt x="5135" y="4536"/>
                </a:lnTo>
                <a:lnTo>
                  <a:pt x="5157" y="4643"/>
                </a:lnTo>
                <a:lnTo>
                  <a:pt x="5178" y="4750"/>
                </a:lnTo>
                <a:lnTo>
                  <a:pt x="5178" y="4879"/>
                </a:lnTo>
                <a:lnTo>
                  <a:pt x="5178" y="4921"/>
                </a:lnTo>
                <a:lnTo>
                  <a:pt x="5135" y="4964"/>
                </a:lnTo>
                <a:lnTo>
                  <a:pt x="5092" y="5007"/>
                </a:lnTo>
                <a:lnTo>
                  <a:pt x="5028" y="5028"/>
                </a:lnTo>
                <a:lnTo>
                  <a:pt x="4857" y="5071"/>
                </a:lnTo>
                <a:lnTo>
                  <a:pt x="4558" y="5114"/>
                </a:lnTo>
                <a:lnTo>
                  <a:pt x="4237" y="5178"/>
                </a:lnTo>
                <a:lnTo>
                  <a:pt x="4087" y="5199"/>
                </a:lnTo>
                <a:lnTo>
                  <a:pt x="4001" y="5178"/>
                </a:lnTo>
                <a:lnTo>
                  <a:pt x="3937" y="5157"/>
                </a:lnTo>
                <a:lnTo>
                  <a:pt x="3766" y="5028"/>
                </a:lnTo>
                <a:lnTo>
                  <a:pt x="3680" y="4921"/>
                </a:lnTo>
                <a:lnTo>
                  <a:pt x="3638" y="4857"/>
                </a:lnTo>
                <a:lnTo>
                  <a:pt x="3638" y="4772"/>
                </a:lnTo>
                <a:lnTo>
                  <a:pt x="3680" y="4643"/>
                </a:lnTo>
                <a:lnTo>
                  <a:pt x="3723" y="4536"/>
                </a:lnTo>
                <a:lnTo>
                  <a:pt x="3766" y="4451"/>
                </a:lnTo>
                <a:lnTo>
                  <a:pt x="3809" y="4451"/>
                </a:lnTo>
                <a:lnTo>
                  <a:pt x="3873" y="4429"/>
                </a:lnTo>
                <a:lnTo>
                  <a:pt x="4322" y="4429"/>
                </a:lnTo>
                <a:lnTo>
                  <a:pt x="4558" y="4408"/>
                </a:lnTo>
                <a:lnTo>
                  <a:pt x="4772" y="4365"/>
                </a:lnTo>
                <a:lnTo>
                  <a:pt x="4921" y="4344"/>
                </a:lnTo>
                <a:close/>
                <a:moveTo>
                  <a:pt x="8066" y="6526"/>
                </a:moveTo>
                <a:lnTo>
                  <a:pt x="8131" y="6547"/>
                </a:lnTo>
                <a:lnTo>
                  <a:pt x="8152" y="6590"/>
                </a:lnTo>
                <a:lnTo>
                  <a:pt x="8195" y="6676"/>
                </a:lnTo>
                <a:lnTo>
                  <a:pt x="8195" y="6761"/>
                </a:lnTo>
                <a:lnTo>
                  <a:pt x="8195" y="6890"/>
                </a:lnTo>
                <a:lnTo>
                  <a:pt x="8173" y="6997"/>
                </a:lnTo>
                <a:lnTo>
                  <a:pt x="8131" y="7082"/>
                </a:lnTo>
                <a:lnTo>
                  <a:pt x="8066" y="7125"/>
                </a:lnTo>
                <a:lnTo>
                  <a:pt x="7767" y="7125"/>
                </a:lnTo>
                <a:lnTo>
                  <a:pt x="7382" y="7104"/>
                </a:lnTo>
                <a:lnTo>
                  <a:pt x="7232" y="7104"/>
                </a:lnTo>
                <a:lnTo>
                  <a:pt x="7189" y="7061"/>
                </a:lnTo>
                <a:lnTo>
                  <a:pt x="7211" y="6954"/>
                </a:lnTo>
                <a:lnTo>
                  <a:pt x="7211" y="6890"/>
                </a:lnTo>
                <a:lnTo>
                  <a:pt x="7253" y="6826"/>
                </a:lnTo>
                <a:lnTo>
                  <a:pt x="7339" y="6719"/>
                </a:lnTo>
                <a:lnTo>
                  <a:pt x="7403" y="6654"/>
                </a:lnTo>
                <a:lnTo>
                  <a:pt x="7467" y="6612"/>
                </a:lnTo>
                <a:lnTo>
                  <a:pt x="7617" y="6547"/>
                </a:lnTo>
                <a:lnTo>
                  <a:pt x="7788" y="6526"/>
                </a:lnTo>
                <a:close/>
                <a:moveTo>
                  <a:pt x="8002" y="4814"/>
                </a:moveTo>
                <a:lnTo>
                  <a:pt x="8045" y="4857"/>
                </a:lnTo>
                <a:lnTo>
                  <a:pt x="8088" y="4900"/>
                </a:lnTo>
                <a:lnTo>
                  <a:pt x="8109" y="5028"/>
                </a:lnTo>
                <a:lnTo>
                  <a:pt x="8131" y="5285"/>
                </a:lnTo>
                <a:lnTo>
                  <a:pt x="8173" y="5649"/>
                </a:lnTo>
                <a:lnTo>
                  <a:pt x="8173" y="5841"/>
                </a:lnTo>
                <a:lnTo>
                  <a:pt x="8173" y="6013"/>
                </a:lnTo>
                <a:lnTo>
                  <a:pt x="8173" y="6098"/>
                </a:lnTo>
                <a:lnTo>
                  <a:pt x="8152" y="6141"/>
                </a:lnTo>
                <a:lnTo>
                  <a:pt x="7681" y="6141"/>
                </a:lnTo>
                <a:lnTo>
                  <a:pt x="7489" y="6184"/>
                </a:lnTo>
                <a:lnTo>
                  <a:pt x="7275" y="6269"/>
                </a:lnTo>
                <a:lnTo>
                  <a:pt x="7211" y="6312"/>
                </a:lnTo>
                <a:lnTo>
                  <a:pt x="7146" y="6376"/>
                </a:lnTo>
                <a:lnTo>
                  <a:pt x="7039" y="6505"/>
                </a:lnTo>
                <a:lnTo>
                  <a:pt x="6954" y="6633"/>
                </a:lnTo>
                <a:lnTo>
                  <a:pt x="6911" y="6697"/>
                </a:lnTo>
                <a:lnTo>
                  <a:pt x="6847" y="6740"/>
                </a:lnTo>
                <a:lnTo>
                  <a:pt x="6847" y="6933"/>
                </a:lnTo>
                <a:lnTo>
                  <a:pt x="6826" y="7040"/>
                </a:lnTo>
                <a:lnTo>
                  <a:pt x="6804" y="7125"/>
                </a:lnTo>
                <a:lnTo>
                  <a:pt x="6740" y="7147"/>
                </a:lnTo>
                <a:lnTo>
                  <a:pt x="6654" y="7147"/>
                </a:lnTo>
                <a:lnTo>
                  <a:pt x="6505" y="7125"/>
                </a:lnTo>
                <a:lnTo>
                  <a:pt x="6355" y="7125"/>
                </a:lnTo>
                <a:lnTo>
                  <a:pt x="6205" y="7147"/>
                </a:lnTo>
                <a:lnTo>
                  <a:pt x="5906" y="7189"/>
                </a:lnTo>
                <a:lnTo>
                  <a:pt x="5285" y="7211"/>
                </a:lnTo>
                <a:lnTo>
                  <a:pt x="3402" y="7211"/>
                </a:lnTo>
                <a:lnTo>
                  <a:pt x="2718" y="7232"/>
                </a:lnTo>
                <a:lnTo>
                  <a:pt x="2439" y="7275"/>
                </a:lnTo>
                <a:lnTo>
                  <a:pt x="2183" y="7318"/>
                </a:lnTo>
                <a:lnTo>
                  <a:pt x="2033" y="7339"/>
                </a:lnTo>
                <a:lnTo>
                  <a:pt x="1947" y="7360"/>
                </a:lnTo>
                <a:lnTo>
                  <a:pt x="1883" y="7339"/>
                </a:lnTo>
                <a:lnTo>
                  <a:pt x="1862" y="7296"/>
                </a:lnTo>
                <a:lnTo>
                  <a:pt x="1862" y="7232"/>
                </a:lnTo>
                <a:lnTo>
                  <a:pt x="1862" y="7104"/>
                </a:lnTo>
                <a:lnTo>
                  <a:pt x="1819" y="6954"/>
                </a:lnTo>
                <a:lnTo>
                  <a:pt x="1755" y="6826"/>
                </a:lnTo>
                <a:lnTo>
                  <a:pt x="1648" y="6719"/>
                </a:lnTo>
                <a:lnTo>
                  <a:pt x="1541" y="6612"/>
                </a:lnTo>
                <a:lnTo>
                  <a:pt x="1412" y="6526"/>
                </a:lnTo>
                <a:lnTo>
                  <a:pt x="1284" y="6462"/>
                </a:lnTo>
                <a:lnTo>
                  <a:pt x="1134" y="6440"/>
                </a:lnTo>
                <a:lnTo>
                  <a:pt x="984" y="6440"/>
                </a:lnTo>
                <a:lnTo>
                  <a:pt x="984" y="6098"/>
                </a:lnTo>
                <a:lnTo>
                  <a:pt x="984" y="5756"/>
                </a:lnTo>
                <a:lnTo>
                  <a:pt x="942" y="5435"/>
                </a:lnTo>
                <a:lnTo>
                  <a:pt x="899" y="5093"/>
                </a:lnTo>
                <a:lnTo>
                  <a:pt x="1263" y="5050"/>
                </a:lnTo>
                <a:lnTo>
                  <a:pt x="2033" y="5050"/>
                </a:lnTo>
                <a:lnTo>
                  <a:pt x="2397" y="5071"/>
                </a:lnTo>
                <a:lnTo>
                  <a:pt x="3103" y="5093"/>
                </a:lnTo>
                <a:lnTo>
                  <a:pt x="3295" y="5114"/>
                </a:lnTo>
                <a:lnTo>
                  <a:pt x="3359" y="5135"/>
                </a:lnTo>
                <a:lnTo>
                  <a:pt x="3445" y="5178"/>
                </a:lnTo>
                <a:lnTo>
                  <a:pt x="3488" y="5285"/>
                </a:lnTo>
                <a:lnTo>
                  <a:pt x="3531" y="5392"/>
                </a:lnTo>
                <a:lnTo>
                  <a:pt x="3595" y="5456"/>
                </a:lnTo>
                <a:lnTo>
                  <a:pt x="3638" y="5499"/>
                </a:lnTo>
                <a:lnTo>
                  <a:pt x="3702" y="5542"/>
                </a:lnTo>
                <a:lnTo>
                  <a:pt x="3766" y="5563"/>
                </a:lnTo>
                <a:lnTo>
                  <a:pt x="3916" y="5606"/>
                </a:lnTo>
                <a:lnTo>
                  <a:pt x="4729" y="5606"/>
                </a:lnTo>
                <a:lnTo>
                  <a:pt x="4943" y="5563"/>
                </a:lnTo>
                <a:lnTo>
                  <a:pt x="5092" y="5542"/>
                </a:lnTo>
                <a:lnTo>
                  <a:pt x="5221" y="5478"/>
                </a:lnTo>
                <a:lnTo>
                  <a:pt x="5349" y="5392"/>
                </a:lnTo>
                <a:lnTo>
                  <a:pt x="5456" y="5306"/>
                </a:lnTo>
                <a:lnTo>
                  <a:pt x="5520" y="5199"/>
                </a:lnTo>
                <a:lnTo>
                  <a:pt x="5563" y="5135"/>
                </a:lnTo>
                <a:lnTo>
                  <a:pt x="5606" y="5093"/>
                </a:lnTo>
                <a:lnTo>
                  <a:pt x="5692" y="5071"/>
                </a:lnTo>
                <a:lnTo>
                  <a:pt x="6012" y="5071"/>
                </a:lnTo>
                <a:lnTo>
                  <a:pt x="6398" y="5028"/>
                </a:lnTo>
                <a:lnTo>
                  <a:pt x="6783" y="4964"/>
                </a:lnTo>
                <a:lnTo>
                  <a:pt x="7168" y="4900"/>
                </a:lnTo>
                <a:lnTo>
                  <a:pt x="7553" y="4857"/>
                </a:lnTo>
                <a:lnTo>
                  <a:pt x="7767" y="4836"/>
                </a:lnTo>
                <a:lnTo>
                  <a:pt x="7895" y="4814"/>
                </a:lnTo>
                <a:close/>
                <a:moveTo>
                  <a:pt x="984" y="6826"/>
                </a:moveTo>
                <a:lnTo>
                  <a:pt x="1134" y="6847"/>
                </a:lnTo>
                <a:lnTo>
                  <a:pt x="1241" y="6890"/>
                </a:lnTo>
                <a:lnTo>
                  <a:pt x="1305" y="6933"/>
                </a:lnTo>
                <a:lnTo>
                  <a:pt x="1370" y="6997"/>
                </a:lnTo>
                <a:lnTo>
                  <a:pt x="1412" y="7082"/>
                </a:lnTo>
                <a:lnTo>
                  <a:pt x="1434" y="7189"/>
                </a:lnTo>
                <a:lnTo>
                  <a:pt x="1455" y="7403"/>
                </a:lnTo>
                <a:lnTo>
                  <a:pt x="1284" y="7425"/>
                </a:lnTo>
                <a:lnTo>
                  <a:pt x="1049" y="7446"/>
                </a:lnTo>
                <a:lnTo>
                  <a:pt x="942" y="7446"/>
                </a:lnTo>
                <a:lnTo>
                  <a:pt x="856" y="7425"/>
                </a:lnTo>
                <a:lnTo>
                  <a:pt x="813" y="7382"/>
                </a:lnTo>
                <a:lnTo>
                  <a:pt x="813" y="7339"/>
                </a:lnTo>
                <a:lnTo>
                  <a:pt x="813" y="7296"/>
                </a:lnTo>
                <a:lnTo>
                  <a:pt x="856" y="7253"/>
                </a:lnTo>
                <a:lnTo>
                  <a:pt x="899" y="7211"/>
                </a:lnTo>
                <a:lnTo>
                  <a:pt x="963" y="7168"/>
                </a:lnTo>
                <a:lnTo>
                  <a:pt x="984" y="7104"/>
                </a:lnTo>
                <a:lnTo>
                  <a:pt x="1006" y="6954"/>
                </a:lnTo>
                <a:lnTo>
                  <a:pt x="984" y="6826"/>
                </a:lnTo>
                <a:close/>
                <a:moveTo>
                  <a:pt x="5328" y="0"/>
                </a:moveTo>
                <a:lnTo>
                  <a:pt x="4943" y="22"/>
                </a:lnTo>
                <a:lnTo>
                  <a:pt x="4622" y="65"/>
                </a:lnTo>
                <a:lnTo>
                  <a:pt x="3916" y="86"/>
                </a:lnTo>
                <a:lnTo>
                  <a:pt x="3552" y="107"/>
                </a:lnTo>
                <a:lnTo>
                  <a:pt x="3210" y="150"/>
                </a:lnTo>
                <a:lnTo>
                  <a:pt x="2889" y="214"/>
                </a:lnTo>
                <a:lnTo>
                  <a:pt x="2718" y="278"/>
                </a:lnTo>
                <a:lnTo>
                  <a:pt x="2568" y="364"/>
                </a:lnTo>
                <a:lnTo>
                  <a:pt x="2504" y="428"/>
                </a:lnTo>
                <a:lnTo>
                  <a:pt x="2461" y="514"/>
                </a:lnTo>
                <a:lnTo>
                  <a:pt x="2418" y="578"/>
                </a:lnTo>
                <a:lnTo>
                  <a:pt x="2397" y="664"/>
                </a:lnTo>
                <a:lnTo>
                  <a:pt x="2375" y="835"/>
                </a:lnTo>
                <a:lnTo>
                  <a:pt x="2375" y="1027"/>
                </a:lnTo>
                <a:lnTo>
                  <a:pt x="2332" y="1006"/>
                </a:lnTo>
                <a:lnTo>
                  <a:pt x="2247" y="985"/>
                </a:lnTo>
                <a:lnTo>
                  <a:pt x="2183" y="985"/>
                </a:lnTo>
                <a:lnTo>
                  <a:pt x="2118" y="1006"/>
                </a:lnTo>
                <a:lnTo>
                  <a:pt x="2054" y="1027"/>
                </a:lnTo>
                <a:lnTo>
                  <a:pt x="1990" y="1070"/>
                </a:lnTo>
                <a:lnTo>
                  <a:pt x="1969" y="1113"/>
                </a:lnTo>
                <a:lnTo>
                  <a:pt x="1969" y="1198"/>
                </a:lnTo>
                <a:lnTo>
                  <a:pt x="1990" y="1241"/>
                </a:lnTo>
                <a:lnTo>
                  <a:pt x="2033" y="1263"/>
                </a:lnTo>
                <a:lnTo>
                  <a:pt x="2118" y="1305"/>
                </a:lnTo>
                <a:lnTo>
                  <a:pt x="2204" y="1327"/>
                </a:lnTo>
                <a:lnTo>
                  <a:pt x="2225" y="1348"/>
                </a:lnTo>
                <a:lnTo>
                  <a:pt x="2247" y="1370"/>
                </a:lnTo>
                <a:lnTo>
                  <a:pt x="1990" y="1391"/>
                </a:lnTo>
                <a:lnTo>
                  <a:pt x="1733" y="1391"/>
                </a:lnTo>
                <a:lnTo>
                  <a:pt x="1198" y="1348"/>
                </a:lnTo>
                <a:lnTo>
                  <a:pt x="942" y="1370"/>
                </a:lnTo>
                <a:lnTo>
                  <a:pt x="685" y="1412"/>
                </a:lnTo>
                <a:lnTo>
                  <a:pt x="557" y="1455"/>
                </a:lnTo>
                <a:lnTo>
                  <a:pt x="450" y="1498"/>
                </a:lnTo>
                <a:lnTo>
                  <a:pt x="343" y="1584"/>
                </a:lnTo>
                <a:lnTo>
                  <a:pt x="236" y="1669"/>
                </a:lnTo>
                <a:lnTo>
                  <a:pt x="171" y="1733"/>
                </a:lnTo>
                <a:lnTo>
                  <a:pt x="129" y="1819"/>
                </a:lnTo>
                <a:lnTo>
                  <a:pt x="86" y="1926"/>
                </a:lnTo>
                <a:lnTo>
                  <a:pt x="43" y="2033"/>
                </a:lnTo>
                <a:lnTo>
                  <a:pt x="22" y="2268"/>
                </a:lnTo>
                <a:lnTo>
                  <a:pt x="0" y="2504"/>
                </a:lnTo>
                <a:lnTo>
                  <a:pt x="22" y="2739"/>
                </a:lnTo>
                <a:lnTo>
                  <a:pt x="43" y="2996"/>
                </a:lnTo>
                <a:lnTo>
                  <a:pt x="86" y="3424"/>
                </a:lnTo>
                <a:lnTo>
                  <a:pt x="86" y="3659"/>
                </a:lnTo>
                <a:lnTo>
                  <a:pt x="86" y="3894"/>
                </a:lnTo>
                <a:lnTo>
                  <a:pt x="129" y="4087"/>
                </a:lnTo>
                <a:lnTo>
                  <a:pt x="150" y="4301"/>
                </a:lnTo>
                <a:lnTo>
                  <a:pt x="129" y="4600"/>
                </a:lnTo>
                <a:lnTo>
                  <a:pt x="129" y="4772"/>
                </a:lnTo>
                <a:lnTo>
                  <a:pt x="171" y="4900"/>
                </a:lnTo>
                <a:lnTo>
                  <a:pt x="214" y="5007"/>
                </a:lnTo>
                <a:lnTo>
                  <a:pt x="278" y="5050"/>
                </a:lnTo>
                <a:lnTo>
                  <a:pt x="343" y="5093"/>
                </a:lnTo>
                <a:lnTo>
                  <a:pt x="407" y="5157"/>
                </a:lnTo>
                <a:lnTo>
                  <a:pt x="428" y="5199"/>
                </a:lnTo>
                <a:lnTo>
                  <a:pt x="450" y="5242"/>
                </a:lnTo>
                <a:lnTo>
                  <a:pt x="450" y="5371"/>
                </a:lnTo>
                <a:lnTo>
                  <a:pt x="407" y="5627"/>
                </a:lnTo>
                <a:lnTo>
                  <a:pt x="407" y="5927"/>
                </a:lnTo>
                <a:lnTo>
                  <a:pt x="407" y="6226"/>
                </a:lnTo>
                <a:lnTo>
                  <a:pt x="428" y="6826"/>
                </a:lnTo>
                <a:lnTo>
                  <a:pt x="428" y="7082"/>
                </a:lnTo>
                <a:lnTo>
                  <a:pt x="428" y="7339"/>
                </a:lnTo>
                <a:lnTo>
                  <a:pt x="385" y="7510"/>
                </a:lnTo>
                <a:lnTo>
                  <a:pt x="385" y="7617"/>
                </a:lnTo>
                <a:lnTo>
                  <a:pt x="407" y="7703"/>
                </a:lnTo>
                <a:lnTo>
                  <a:pt x="471" y="7767"/>
                </a:lnTo>
                <a:lnTo>
                  <a:pt x="557" y="7810"/>
                </a:lnTo>
                <a:lnTo>
                  <a:pt x="685" y="7831"/>
                </a:lnTo>
                <a:lnTo>
                  <a:pt x="1477" y="7831"/>
                </a:lnTo>
                <a:lnTo>
                  <a:pt x="1712" y="7810"/>
                </a:lnTo>
                <a:lnTo>
                  <a:pt x="2183" y="7724"/>
                </a:lnTo>
                <a:lnTo>
                  <a:pt x="2504" y="7681"/>
                </a:lnTo>
                <a:lnTo>
                  <a:pt x="2803" y="7660"/>
                </a:lnTo>
                <a:lnTo>
                  <a:pt x="3402" y="7660"/>
                </a:lnTo>
                <a:lnTo>
                  <a:pt x="5713" y="7703"/>
                </a:lnTo>
                <a:lnTo>
                  <a:pt x="6890" y="7767"/>
                </a:lnTo>
                <a:lnTo>
                  <a:pt x="7489" y="7746"/>
                </a:lnTo>
                <a:lnTo>
                  <a:pt x="7788" y="7724"/>
                </a:lnTo>
                <a:lnTo>
                  <a:pt x="8066" y="7703"/>
                </a:lnTo>
                <a:lnTo>
                  <a:pt x="8195" y="7681"/>
                </a:lnTo>
                <a:lnTo>
                  <a:pt x="8323" y="7639"/>
                </a:lnTo>
                <a:lnTo>
                  <a:pt x="8430" y="7596"/>
                </a:lnTo>
                <a:lnTo>
                  <a:pt x="8473" y="7553"/>
                </a:lnTo>
                <a:lnTo>
                  <a:pt x="8516" y="7489"/>
                </a:lnTo>
                <a:lnTo>
                  <a:pt x="8537" y="7382"/>
                </a:lnTo>
                <a:lnTo>
                  <a:pt x="8559" y="7253"/>
                </a:lnTo>
                <a:lnTo>
                  <a:pt x="8580" y="6997"/>
                </a:lnTo>
                <a:lnTo>
                  <a:pt x="8601" y="6676"/>
                </a:lnTo>
                <a:lnTo>
                  <a:pt x="8601" y="6376"/>
                </a:lnTo>
                <a:lnTo>
                  <a:pt x="8580" y="5756"/>
                </a:lnTo>
                <a:lnTo>
                  <a:pt x="8559" y="5478"/>
                </a:lnTo>
                <a:lnTo>
                  <a:pt x="8516" y="5135"/>
                </a:lnTo>
                <a:lnTo>
                  <a:pt x="8516" y="4964"/>
                </a:lnTo>
                <a:lnTo>
                  <a:pt x="8516" y="4814"/>
                </a:lnTo>
                <a:lnTo>
                  <a:pt x="8559" y="4686"/>
                </a:lnTo>
                <a:lnTo>
                  <a:pt x="8580" y="4622"/>
                </a:lnTo>
                <a:lnTo>
                  <a:pt x="8623" y="4579"/>
                </a:lnTo>
                <a:lnTo>
                  <a:pt x="8687" y="4536"/>
                </a:lnTo>
                <a:lnTo>
                  <a:pt x="8773" y="4515"/>
                </a:lnTo>
                <a:lnTo>
                  <a:pt x="8858" y="4472"/>
                </a:lnTo>
                <a:lnTo>
                  <a:pt x="8922" y="4408"/>
                </a:lnTo>
                <a:lnTo>
                  <a:pt x="8944" y="4365"/>
                </a:lnTo>
                <a:lnTo>
                  <a:pt x="8944" y="4322"/>
                </a:lnTo>
                <a:lnTo>
                  <a:pt x="8922" y="4237"/>
                </a:lnTo>
                <a:lnTo>
                  <a:pt x="8880" y="4173"/>
                </a:lnTo>
                <a:lnTo>
                  <a:pt x="8858" y="4066"/>
                </a:lnTo>
                <a:lnTo>
                  <a:pt x="8837" y="3638"/>
                </a:lnTo>
                <a:lnTo>
                  <a:pt x="8815" y="3188"/>
                </a:lnTo>
                <a:lnTo>
                  <a:pt x="8773" y="2739"/>
                </a:lnTo>
                <a:lnTo>
                  <a:pt x="8730" y="2311"/>
                </a:lnTo>
                <a:lnTo>
                  <a:pt x="8666" y="2012"/>
                </a:lnTo>
                <a:lnTo>
                  <a:pt x="8623" y="1840"/>
                </a:lnTo>
                <a:lnTo>
                  <a:pt x="8580" y="1691"/>
                </a:lnTo>
                <a:lnTo>
                  <a:pt x="8516" y="1541"/>
                </a:lnTo>
                <a:lnTo>
                  <a:pt x="8430" y="1412"/>
                </a:lnTo>
                <a:lnTo>
                  <a:pt x="8323" y="1305"/>
                </a:lnTo>
                <a:lnTo>
                  <a:pt x="8195" y="1241"/>
                </a:lnTo>
                <a:lnTo>
                  <a:pt x="8088" y="1220"/>
                </a:lnTo>
                <a:lnTo>
                  <a:pt x="7981" y="1198"/>
                </a:lnTo>
                <a:lnTo>
                  <a:pt x="7767" y="1220"/>
                </a:lnTo>
                <a:lnTo>
                  <a:pt x="7532" y="1220"/>
                </a:lnTo>
                <a:lnTo>
                  <a:pt x="7318" y="1241"/>
                </a:lnTo>
                <a:lnTo>
                  <a:pt x="6911" y="1241"/>
                </a:lnTo>
                <a:lnTo>
                  <a:pt x="6526" y="1263"/>
                </a:lnTo>
                <a:lnTo>
                  <a:pt x="6355" y="1284"/>
                </a:lnTo>
                <a:lnTo>
                  <a:pt x="6269" y="1284"/>
                </a:lnTo>
                <a:lnTo>
                  <a:pt x="6205" y="1263"/>
                </a:lnTo>
                <a:lnTo>
                  <a:pt x="6184" y="1241"/>
                </a:lnTo>
                <a:lnTo>
                  <a:pt x="6162" y="1177"/>
                </a:lnTo>
                <a:lnTo>
                  <a:pt x="6162" y="1049"/>
                </a:lnTo>
                <a:lnTo>
                  <a:pt x="6162" y="835"/>
                </a:lnTo>
                <a:lnTo>
                  <a:pt x="6162" y="664"/>
                </a:lnTo>
                <a:lnTo>
                  <a:pt x="6141" y="471"/>
                </a:lnTo>
                <a:lnTo>
                  <a:pt x="6098" y="300"/>
                </a:lnTo>
                <a:lnTo>
                  <a:pt x="6055" y="236"/>
                </a:lnTo>
                <a:lnTo>
                  <a:pt x="5991" y="150"/>
                </a:lnTo>
                <a:lnTo>
                  <a:pt x="5927" y="107"/>
                </a:lnTo>
                <a:lnTo>
                  <a:pt x="5863" y="65"/>
                </a:lnTo>
                <a:lnTo>
                  <a:pt x="5713" y="22"/>
                </a:lnTo>
                <a:lnTo>
                  <a:pt x="5520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8"/>
          <p:cNvSpPr/>
          <p:nvPr/>
        </p:nvSpPr>
        <p:spPr>
          <a:xfrm>
            <a:off x="6965676" y="2073370"/>
            <a:ext cx="241144" cy="179851"/>
          </a:xfrm>
          <a:custGeom>
            <a:rect b="b" l="l" r="r" t="t"/>
            <a:pathLst>
              <a:path extrusionOk="0" h="6655" w="8923">
                <a:moveTo>
                  <a:pt x="6056" y="1969"/>
                </a:moveTo>
                <a:lnTo>
                  <a:pt x="6312" y="1991"/>
                </a:lnTo>
                <a:lnTo>
                  <a:pt x="6912" y="2012"/>
                </a:lnTo>
                <a:lnTo>
                  <a:pt x="6890" y="2525"/>
                </a:lnTo>
                <a:lnTo>
                  <a:pt x="6890" y="3060"/>
                </a:lnTo>
                <a:lnTo>
                  <a:pt x="6762" y="3082"/>
                </a:lnTo>
                <a:lnTo>
                  <a:pt x="6633" y="3082"/>
                </a:lnTo>
                <a:lnTo>
                  <a:pt x="6355" y="3060"/>
                </a:lnTo>
                <a:lnTo>
                  <a:pt x="6099" y="3039"/>
                </a:lnTo>
                <a:lnTo>
                  <a:pt x="5820" y="3060"/>
                </a:lnTo>
                <a:lnTo>
                  <a:pt x="5820" y="2782"/>
                </a:lnTo>
                <a:lnTo>
                  <a:pt x="5778" y="2525"/>
                </a:lnTo>
                <a:lnTo>
                  <a:pt x="5735" y="2226"/>
                </a:lnTo>
                <a:lnTo>
                  <a:pt x="5735" y="2098"/>
                </a:lnTo>
                <a:lnTo>
                  <a:pt x="5756" y="2033"/>
                </a:lnTo>
                <a:lnTo>
                  <a:pt x="5799" y="2012"/>
                </a:lnTo>
                <a:lnTo>
                  <a:pt x="5906" y="1969"/>
                </a:lnTo>
                <a:close/>
                <a:moveTo>
                  <a:pt x="5457" y="2012"/>
                </a:moveTo>
                <a:lnTo>
                  <a:pt x="5499" y="2440"/>
                </a:lnTo>
                <a:lnTo>
                  <a:pt x="5564" y="2889"/>
                </a:lnTo>
                <a:lnTo>
                  <a:pt x="5564" y="3018"/>
                </a:lnTo>
                <a:lnTo>
                  <a:pt x="5542" y="3039"/>
                </a:lnTo>
                <a:lnTo>
                  <a:pt x="5478" y="3060"/>
                </a:lnTo>
                <a:lnTo>
                  <a:pt x="5264" y="3060"/>
                </a:lnTo>
                <a:lnTo>
                  <a:pt x="4900" y="3082"/>
                </a:lnTo>
                <a:lnTo>
                  <a:pt x="4601" y="3125"/>
                </a:lnTo>
                <a:lnTo>
                  <a:pt x="4365" y="3125"/>
                </a:lnTo>
                <a:lnTo>
                  <a:pt x="4323" y="3103"/>
                </a:lnTo>
                <a:lnTo>
                  <a:pt x="4258" y="3018"/>
                </a:lnTo>
                <a:lnTo>
                  <a:pt x="4237" y="2868"/>
                </a:lnTo>
                <a:lnTo>
                  <a:pt x="4173" y="2632"/>
                </a:lnTo>
                <a:lnTo>
                  <a:pt x="4087" y="2311"/>
                </a:lnTo>
                <a:lnTo>
                  <a:pt x="4023" y="2012"/>
                </a:lnTo>
                <a:close/>
                <a:moveTo>
                  <a:pt x="2333" y="1926"/>
                </a:moveTo>
                <a:lnTo>
                  <a:pt x="2697" y="1969"/>
                </a:lnTo>
                <a:lnTo>
                  <a:pt x="3060" y="1991"/>
                </a:lnTo>
                <a:lnTo>
                  <a:pt x="3788" y="2012"/>
                </a:lnTo>
                <a:lnTo>
                  <a:pt x="3809" y="2162"/>
                </a:lnTo>
                <a:lnTo>
                  <a:pt x="3809" y="2290"/>
                </a:lnTo>
                <a:lnTo>
                  <a:pt x="3873" y="2590"/>
                </a:lnTo>
                <a:lnTo>
                  <a:pt x="3938" y="2889"/>
                </a:lnTo>
                <a:lnTo>
                  <a:pt x="3938" y="3060"/>
                </a:lnTo>
                <a:lnTo>
                  <a:pt x="3938" y="3125"/>
                </a:lnTo>
                <a:lnTo>
                  <a:pt x="3916" y="3167"/>
                </a:lnTo>
                <a:lnTo>
                  <a:pt x="3831" y="3210"/>
                </a:lnTo>
                <a:lnTo>
                  <a:pt x="3659" y="3210"/>
                </a:lnTo>
                <a:lnTo>
                  <a:pt x="3360" y="3232"/>
                </a:lnTo>
                <a:lnTo>
                  <a:pt x="3018" y="3317"/>
                </a:lnTo>
                <a:lnTo>
                  <a:pt x="2675" y="3424"/>
                </a:lnTo>
                <a:lnTo>
                  <a:pt x="2483" y="2675"/>
                </a:lnTo>
                <a:lnTo>
                  <a:pt x="2397" y="2311"/>
                </a:lnTo>
                <a:lnTo>
                  <a:pt x="2333" y="1926"/>
                </a:lnTo>
                <a:close/>
                <a:moveTo>
                  <a:pt x="7275" y="1991"/>
                </a:moveTo>
                <a:lnTo>
                  <a:pt x="7874" y="2033"/>
                </a:lnTo>
                <a:lnTo>
                  <a:pt x="8046" y="2033"/>
                </a:lnTo>
                <a:lnTo>
                  <a:pt x="8238" y="2055"/>
                </a:lnTo>
                <a:lnTo>
                  <a:pt x="8324" y="2076"/>
                </a:lnTo>
                <a:lnTo>
                  <a:pt x="8345" y="2098"/>
                </a:lnTo>
                <a:lnTo>
                  <a:pt x="8388" y="2205"/>
                </a:lnTo>
                <a:lnTo>
                  <a:pt x="8431" y="2333"/>
                </a:lnTo>
                <a:lnTo>
                  <a:pt x="8431" y="2483"/>
                </a:lnTo>
                <a:lnTo>
                  <a:pt x="8431" y="2782"/>
                </a:lnTo>
                <a:lnTo>
                  <a:pt x="8409" y="3103"/>
                </a:lnTo>
                <a:lnTo>
                  <a:pt x="8366" y="3381"/>
                </a:lnTo>
                <a:lnTo>
                  <a:pt x="8217" y="3617"/>
                </a:lnTo>
                <a:lnTo>
                  <a:pt x="8088" y="3916"/>
                </a:lnTo>
                <a:lnTo>
                  <a:pt x="8003" y="4216"/>
                </a:lnTo>
                <a:lnTo>
                  <a:pt x="7939" y="4472"/>
                </a:lnTo>
                <a:lnTo>
                  <a:pt x="7917" y="4793"/>
                </a:lnTo>
                <a:lnTo>
                  <a:pt x="7874" y="4922"/>
                </a:lnTo>
                <a:lnTo>
                  <a:pt x="7853" y="4986"/>
                </a:lnTo>
                <a:lnTo>
                  <a:pt x="7810" y="5007"/>
                </a:lnTo>
                <a:lnTo>
                  <a:pt x="7746" y="5029"/>
                </a:lnTo>
                <a:lnTo>
                  <a:pt x="7660" y="5029"/>
                </a:lnTo>
                <a:lnTo>
                  <a:pt x="7446" y="5007"/>
                </a:lnTo>
                <a:lnTo>
                  <a:pt x="7104" y="4965"/>
                </a:lnTo>
                <a:lnTo>
                  <a:pt x="7126" y="4815"/>
                </a:lnTo>
                <a:lnTo>
                  <a:pt x="7147" y="4644"/>
                </a:lnTo>
                <a:lnTo>
                  <a:pt x="7168" y="4323"/>
                </a:lnTo>
                <a:lnTo>
                  <a:pt x="7168" y="4002"/>
                </a:lnTo>
                <a:lnTo>
                  <a:pt x="7190" y="3852"/>
                </a:lnTo>
                <a:lnTo>
                  <a:pt x="7232" y="3681"/>
                </a:lnTo>
                <a:lnTo>
                  <a:pt x="7254" y="3617"/>
                </a:lnTo>
                <a:lnTo>
                  <a:pt x="7275" y="3595"/>
                </a:lnTo>
                <a:lnTo>
                  <a:pt x="7382" y="3552"/>
                </a:lnTo>
                <a:lnTo>
                  <a:pt x="7511" y="3531"/>
                </a:lnTo>
                <a:lnTo>
                  <a:pt x="7639" y="3531"/>
                </a:lnTo>
                <a:lnTo>
                  <a:pt x="7767" y="3510"/>
                </a:lnTo>
                <a:lnTo>
                  <a:pt x="7896" y="3488"/>
                </a:lnTo>
                <a:lnTo>
                  <a:pt x="8024" y="3424"/>
                </a:lnTo>
                <a:lnTo>
                  <a:pt x="8110" y="3360"/>
                </a:lnTo>
                <a:lnTo>
                  <a:pt x="8024" y="3296"/>
                </a:lnTo>
                <a:lnTo>
                  <a:pt x="7939" y="3253"/>
                </a:lnTo>
                <a:lnTo>
                  <a:pt x="7746" y="3189"/>
                </a:lnTo>
                <a:lnTo>
                  <a:pt x="7489" y="3189"/>
                </a:lnTo>
                <a:lnTo>
                  <a:pt x="7361" y="3167"/>
                </a:lnTo>
                <a:lnTo>
                  <a:pt x="7297" y="3167"/>
                </a:lnTo>
                <a:lnTo>
                  <a:pt x="7275" y="3146"/>
                </a:lnTo>
                <a:lnTo>
                  <a:pt x="7254" y="3103"/>
                </a:lnTo>
                <a:lnTo>
                  <a:pt x="7254" y="2996"/>
                </a:lnTo>
                <a:lnTo>
                  <a:pt x="7275" y="2846"/>
                </a:lnTo>
                <a:lnTo>
                  <a:pt x="7275" y="1991"/>
                </a:lnTo>
                <a:close/>
                <a:moveTo>
                  <a:pt x="6505" y="3531"/>
                </a:moveTo>
                <a:lnTo>
                  <a:pt x="6719" y="3552"/>
                </a:lnTo>
                <a:lnTo>
                  <a:pt x="6847" y="3552"/>
                </a:lnTo>
                <a:lnTo>
                  <a:pt x="6869" y="3617"/>
                </a:lnTo>
                <a:lnTo>
                  <a:pt x="6869" y="3724"/>
                </a:lnTo>
                <a:lnTo>
                  <a:pt x="6847" y="3916"/>
                </a:lnTo>
                <a:lnTo>
                  <a:pt x="6805" y="4451"/>
                </a:lnTo>
                <a:lnTo>
                  <a:pt x="6805" y="4729"/>
                </a:lnTo>
                <a:lnTo>
                  <a:pt x="6805" y="4986"/>
                </a:lnTo>
                <a:lnTo>
                  <a:pt x="6526" y="5029"/>
                </a:lnTo>
                <a:lnTo>
                  <a:pt x="6270" y="5050"/>
                </a:lnTo>
                <a:lnTo>
                  <a:pt x="6120" y="5072"/>
                </a:lnTo>
                <a:lnTo>
                  <a:pt x="5949" y="5072"/>
                </a:lnTo>
                <a:lnTo>
                  <a:pt x="5927" y="5007"/>
                </a:lnTo>
                <a:lnTo>
                  <a:pt x="5927" y="4922"/>
                </a:lnTo>
                <a:lnTo>
                  <a:pt x="5927" y="4751"/>
                </a:lnTo>
                <a:lnTo>
                  <a:pt x="5906" y="4152"/>
                </a:lnTo>
                <a:lnTo>
                  <a:pt x="5885" y="3552"/>
                </a:lnTo>
                <a:lnTo>
                  <a:pt x="6291" y="3531"/>
                </a:lnTo>
                <a:close/>
                <a:moveTo>
                  <a:pt x="5350" y="3531"/>
                </a:moveTo>
                <a:lnTo>
                  <a:pt x="5478" y="3552"/>
                </a:lnTo>
                <a:lnTo>
                  <a:pt x="5585" y="3574"/>
                </a:lnTo>
                <a:lnTo>
                  <a:pt x="5606" y="3681"/>
                </a:lnTo>
                <a:lnTo>
                  <a:pt x="5628" y="3809"/>
                </a:lnTo>
                <a:lnTo>
                  <a:pt x="5628" y="3938"/>
                </a:lnTo>
                <a:lnTo>
                  <a:pt x="5649" y="4494"/>
                </a:lnTo>
                <a:lnTo>
                  <a:pt x="5713" y="5072"/>
                </a:lnTo>
                <a:lnTo>
                  <a:pt x="4579" y="5179"/>
                </a:lnTo>
                <a:lnTo>
                  <a:pt x="3445" y="5264"/>
                </a:lnTo>
                <a:lnTo>
                  <a:pt x="3253" y="5307"/>
                </a:lnTo>
                <a:lnTo>
                  <a:pt x="3082" y="5350"/>
                </a:lnTo>
                <a:lnTo>
                  <a:pt x="2889" y="4515"/>
                </a:lnTo>
                <a:lnTo>
                  <a:pt x="2804" y="4087"/>
                </a:lnTo>
                <a:lnTo>
                  <a:pt x="2718" y="3681"/>
                </a:lnTo>
                <a:lnTo>
                  <a:pt x="2868" y="3702"/>
                </a:lnTo>
                <a:lnTo>
                  <a:pt x="2996" y="3724"/>
                </a:lnTo>
                <a:lnTo>
                  <a:pt x="3253" y="3724"/>
                </a:lnTo>
                <a:lnTo>
                  <a:pt x="3788" y="3681"/>
                </a:lnTo>
                <a:lnTo>
                  <a:pt x="3916" y="3681"/>
                </a:lnTo>
                <a:lnTo>
                  <a:pt x="3959" y="3702"/>
                </a:lnTo>
                <a:lnTo>
                  <a:pt x="3980" y="3724"/>
                </a:lnTo>
                <a:lnTo>
                  <a:pt x="4023" y="3788"/>
                </a:lnTo>
                <a:lnTo>
                  <a:pt x="4023" y="3916"/>
                </a:lnTo>
                <a:lnTo>
                  <a:pt x="4045" y="4152"/>
                </a:lnTo>
                <a:lnTo>
                  <a:pt x="4045" y="4365"/>
                </a:lnTo>
                <a:lnTo>
                  <a:pt x="4023" y="4558"/>
                </a:lnTo>
                <a:lnTo>
                  <a:pt x="4045" y="4793"/>
                </a:lnTo>
                <a:lnTo>
                  <a:pt x="4045" y="4922"/>
                </a:lnTo>
                <a:lnTo>
                  <a:pt x="4087" y="5007"/>
                </a:lnTo>
                <a:lnTo>
                  <a:pt x="4130" y="5093"/>
                </a:lnTo>
                <a:lnTo>
                  <a:pt x="4216" y="5136"/>
                </a:lnTo>
                <a:lnTo>
                  <a:pt x="4301" y="5157"/>
                </a:lnTo>
                <a:lnTo>
                  <a:pt x="4365" y="5136"/>
                </a:lnTo>
                <a:lnTo>
                  <a:pt x="4408" y="5114"/>
                </a:lnTo>
                <a:lnTo>
                  <a:pt x="4472" y="5072"/>
                </a:lnTo>
                <a:lnTo>
                  <a:pt x="4515" y="4922"/>
                </a:lnTo>
                <a:lnTo>
                  <a:pt x="4537" y="4793"/>
                </a:lnTo>
                <a:lnTo>
                  <a:pt x="4537" y="4451"/>
                </a:lnTo>
                <a:lnTo>
                  <a:pt x="4515" y="4130"/>
                </a:lnTo>
                <a:lnTo>
                  <a:pt x="4451" y="3916"/>
                </a:lnTo>
                <a:lnTo>
                  <a:pt x="4430" y="3788"/>
                </a:lnTo>
                <a:lnTo>
                  <a:pt x="4451" y="3681"/>
                </a:lnTo>
                <a:lnTo>
                  <a:pt x="4472" y="3638"/>
                </a:lnTo>
                <a:lnTo>
                  <a:pt x="4515" y="3617"/>
                </a:lnTo>
                <a:lnTo>
                  <a:pt x="4644" y="3595"/>
                </a:lnTo>
                <a:lnTo>
                  <a:pt x="4943" y="3574"/>
                </a:lnTo>
                <a:lnTo>
                  <a:pt x="5200" y="3552"/>
                </a:lnTo>
                <a:lnTo>
                  <a:pt x="5350" y="3531"/>
                </a:lnTo>
                <a:close/>
                <a:moveTo>
                  <a:pt x="1541" y="1"/>
                </a:moveTo>
                <a:lnTo>
                  <a:pt x="1370" y="44"/>
                </a:lnTo>
                <a:lnTo>
                  <a:pt x="1199" y="108"/>
                </a:lnTo>
                <a:lnTo>
                  <a:pt x="1006" y="193"/>
                </a:lnTo>
                <a:lnTo>
                  <a:pt x="685" y="343"/>
                </a:lnTo>
                <a:lnTo>
                  <a:pt x="514" y="407"/>
                </a:lnTo>
                <a:lnTo>
                  <a:pt x="343" y="450"/>
                </a:lnTo>
                <a:lnTo>
                  <a:pt x="257" y="493"/>
                </a:lnTo>
                <a:lnTo>
                  <a:pt x="172" y="536"/>
                </a:lnTo>
                <a:lnTo>
                  <a:pt x="108" y="600"/>
                </a:lnTo>
                <a:lnTo>
                  <a:pt x="44" y="664"/>
                </a:lnTo>
                <a:lnTo>
                  <a:pt x="22" y="750"/>
                </a:lnTo>
                <a:lnTo>
                  <a:pt x="1" y="835"/>
                </a:lnTo>
                <a:lnTo>
                  <a:pt x="1" y="921"/>
                </a:lnTo>
                <a:lnTo>
                  <a:pt x="22" y="1006"/>
                </a:lnTo>
                <a:lnTo>
                  <a:pt x="44" y="1092"/>
                </a:lnTo>
                <a:lnTo>
                  <a:pt x="86" y="1156"/>
                </a:lnTo>
                <a:lnTo>
                  <a:pt x="151" y="1220"/>
                </a:lnTo>
                <a:lnTo>
                  <a:pt x="215" y="1263"/>
                </a:lnTo>
                <a:lnTo>
                  <a:pt x="322" y="1306"/>
                </a:lnTo>
                <a:lnTo>
                  <a:pt x="407" y="1327"/>
                </a:lnTo>
                <a:lnTo>
                  <a:pt x="514" y="1327"/>
                </a:lnTo>
                <a:lnTo>
                  <a:pt x="600" y="1284"/>
                </a:lnTo>
                <a:lnTo>
                  <a:pt x="685" y="1242"/>
                </a:lnTo>
                <a:lnTo>
                  <a:pt x="750" y="1178"/>
                </a:lnTo>
                <a:lnTo>
                  <a:pt x="814" y="1092"/>
                </a:lnTo>
                <a:lnTo>
                  <a:pt x="835" y="985"/>
                </a:lnTo>
                <a:lnTo>
                  <a:pt x="835" y="899"/>
                </a:lnTo>
                <a:lnTo>
                  <a:pt x="835" y="792"/>
                </a:lnTo>
                <a:lnTo>
                  <a:pt x="857" y="707"/>
                </a:lnTo>
                <a:lnTo>
                  <a:pt x="942" y="664"/>
                </a:lnTo>
                <a:lnTo>
                  <a:pt x="1092" y="578"/>
                </a:lnTo>
                <a:lnTo>
                  <a:pt x="1284" y="493"/>
                </a:lnTo>
                <a:lnTo>
                  <a:pt x="1370" y="471"/>
                </a:lnTo>
                <a:lnTo>
                  <a:pt x="1520" y="471"/>
                </a:lnTo>
                <a:lnTo>
                  <a:pt x="1563" y="514"/>
                </a:lnTo>
                <a:lnTo>
                  <a:pt x="1627" y="643"/>
                </a:lnTo>
                <a:lnTo>
                  <a:pt x="1648" y="792"/>
                </a:lnTo>
                <a:lnTo>
                  <a:pt x="1691" y="1092"/>
                </a:lnTo>
                <a:lnTo>
                  <a:pt x="1798" y="1648"/>
                </a:lnTo>
                <a:lnTo>
                  <a:pt x="2055" y="2782"/>
                </a:lnTo>
                <a:lnTo>
                  <a:pt x="2290" y="4023"/>
                </a:lnTo>
                <a:lnTo>
                  <a:pt x="2547" y="5264"/>
                </a:lnTo>
                <a:lnTo>
                  <a:pt x="2418" y="5264"/>
                </a:lnTo>
                <a:lnTo>
                  <a:pt x="2247" y="5307"/>
                </a:lnTo>
                <a:lnTo>
                  <a:pt x="2098" y="5371"/>
                </a:lnTo>
                <a:lnTo>
                  <a:pt x="1948" y="5478"/>
                </a:lnTo>
                <a:lnTo>
                  <a:pt x="1819" y="5585"/>
                </a:lnTo>
                <a:lnTo>
                  <a:pt x="1691" y="5692"/>
                </a:lnTo>
                <a:lnTo>
                  <a:pt x="1605" y="5820"/>
                </a:lnTo>
                <a:lnTo>
                  <a:pt x="1563" y="5970"/>
                </a:lnTo>
                <a:lnTo>
                  <a:pt x="1541" y="6120"/>
                </a:lnTo>
                <a:lnTo>
                  <a:pt x="1584" y="6270"/>
                </a:lnTo>
                <a:lnTo>
                  <a:pt x="1648" y="6377"/>
                </a:lnTo>
                <a:lnTo>
                  <a:pt x="1734" y="6484"/>
                </a:lnTo>
                <a:lnTo>
                  <a:pt x="1841" y="6548"/>
                </a:lnTo>
                <a:lnTo>
                  <a:pt x="1969" y="6591"/>
                </a:lnTo>
                <a:lnTo>
                  <a:pt x="2119" y="6633"/>
                </a:lnTo>
                <a:lnTo>
                  <a:pt x="2269" y="6655"/>
                </a:lnTo>
                <a:lnTo>
                  <a:pt x="2718" y="6655"/>
                </a:lnTo>
                <a:lnTo>
                  <a:pt x="3167" y="6591"/>
                </a:lnTo>
                <a:lnTo>
                  <a:pt x="3617" y="6526"/>
                </a:lnTo>
                <a:lnTo>
                  <a:pt x="4045" y="6441"/>
                </a:lnTo>
                <a:lnTo>
                  <a:pt x="4280" y="6398"/>
                </a:lnTo>
                <a:lnTo>
                  <a:pt x="4986" y="6398"/>
                </a:lnTo>
                <a:lnTo>
                  <a:pt x="5906" y="6462"/>
                </a:lnTo>
                <a:lnTo>
                  <a:pt x="6740" y="6462"/>
                </a:lnTo>
                <a:lnTo>
                  <a:pt x="7168" y="6484"/>
                </a:lnTo>
                <a:lnTo>
                  <a:pt x="7575" y="6505"/>
                </a:lnTo>
                <a:lnTo>
                  <a:pt x="7939" y="6505"/>
                </a:lnTo>
                <a:lnTo>
                  <a:pt x="8067" y="6484"/>
                </a:lnTo>
                <a:lnTo>
                  <a:pt x="8174" y="6441"/>
                </a:lnTo>
                <a:lnTo>
                  <a:pt x="8259" y="6377"/>
                </a:lnTo>
                <a:lnTo>
                  <a:pt x="8281" y="6334"/>
                </a:lnTo>
                <a:lnTo>
                  <a:pt x="8281" y="6270"/>
                </a:lnTo>
                <a:lnTo>
                  <a:pt x="8259" y="6227"/>
                </a:lnTo>
                <a:lnTo>
                  <a:pt x="8238" y="6141"/>
                </a:lnTo>
                <a:lnTo>
                  <a:pt x="8195" y="6077"/>
                </a:lnTo>
                <a:lnTo>
                  <a:pt x="8131" y="6034"/>
                </a:lnTo>
                <a:lnTo>
                  <a:pt x="8067" y="6013"/>
                </a:lnTo>
                <a:lnTo>
                  <a:pt x="7981" y="6013"/>
                </a:lnTo>
                <a:lnTo>
                  <a:pt x="7832" y="5992"/>
                </a:lnTo>
                <a:lnTo>
                  <a:pt x="7682" y="6013"/>
                </a:lnTo>
                <a:lnTo>
                  <a:pt x="6719" y="5992"/>
                </a:lnTo>
                <a:lnTo>
                  <a:pt x="5863" y="5970"/>
                </a:lnTo>
                <a:lnTo>
                  <a:pt x="5007" y="5970"/>
                </a:lnTo>
                <a:lnTo>
                  <a:pt x="4579" y="5992"/>
                </a:lnTo>
                <a:lnTo>
                  <a:pt x="4152" y="6013"/>
                </a:lnTo>
                <a:lnTo>
                  <a:pt x="3724" y="6056"/>
                </a:lnTo>
                <a:lnTo>
                  <a:pt x="3296" y="6141"/>
                </a:lnTo>
                <a:lnTo>
                  <a:pt x="3018" y="6184"/>
                </a:lnTo>
                <a:lnTo>
                  <a:pt x="2568" y="6227"/>
                </a:lnTo>
                <a:lnTo>
                  <a:pt x="2333" y="6227"/>
                </a:lnTo>
                <a:lnTo>
                  <a:pt x="2162" y="6206"/>
                </a:lnTo>
                <a:lnTo>
                  <a:pt x="2098" y="6184"/>
                </a:lnTo>
                <a:lnTo>
                  <a:pt x="2055" y="6141"/>
                </a:lnTo>
                <a:lnTo>
                  <a:pt x="2033" y="6099"/>
                </a:lnTo>
                <a:lnTo>
                  <a:pt x="2055" y="6034"/>
                </a:lnTo>
                <a:lnTo>
                  <a:pt x="2076" y="5992"/>
                </a:lnTo>
                <a:lnTo>
                  <a:pt x="2119" y="5927"/>
                </a:lnTo>
                <a:lnTo>
                  <a:pt x="2247" y="5842"/>
                </a:lnTo>
                <a:lnTo>
                  <a:pt x="2483" y="5735"/>
                </a:lnTo>
                <a:lnTo>
                  <a:pt x="2654" y="5628"/>
                </a:lnTo>
                <a:lnTo>
                  <a:pt x="2718" y="5606"/>
                </a:lnTo>
                <a:lnTo>
                  <a:pt x="2825" y="5585"/>
                </a:lnTo>
                <a:lnTo>
                  <a:pt x="2953" y="5628"/>
                </a:lnTo>
                <a:lnTo>
                  <a:pt x="3060" y="5649"/>
                </a:lnTo>
                <a:lnTo>
                  <a:pt x="3189" y="5692"/>
                </a:lnTo>
                <a:lnTo>
                  <a:pt x="3360" y="5692"/>
                </a:lnTo>
                <a:lnTo>
                  <a:pt x="3873" y="5671"/>
                </a:lnTo>
                <a:lnTo>
                  <a:pt x="4387" y="5628"/>
                </a:lnTo>
                <a:lnTo>
                  <a:pt x="4900" y="5606"/>
                </a:lnTo>
                <a:lnTo>
                  <a:pt x="5392" y="5585"/>
                </a:lnTo>
                <a:lnTo>
                  <a:pt x="6377" y="5564"/>
                </a:lnTo>
                <a:lnTo>
                  <a:pt x="6655" y="5542"/>
                </a:lnTo>
                <a:lnTo>
                  <a:pt x="6933" y="5499"/>
                </a:lnTo>
                <a:lnTo>
                  <a:pt x="7211" y="5478"/>
                </a:lnTo>
                <a:lnTo>
                  <a:pt x="7489" y="5478"/>
                </a:lnTo>
                <a:lnTo>
                  <a:pt x="7660" y="5499"/>
                </a:lnTo>
                <a:lnTo>
                  <a:pt x="7853" y="5542"/>
                </a:lnTo>
                <a:lnTo>
                  <a:pt x="8024" y="5542"/>
                </a:lnTo>
                <a:lnTo>
                  <a:pt x="8110" y="5521"/>
                </a:lnTo>
                <a:lnTo>
                  <a:pt x="8195" y="5499"/>
                </a:lnTo>
                <a:lnTo>
                  <a:pt x="8238" y="5457"/>
                </a:lnTo>
                <a:lnTo>
                  <a:pt x="8281" y="5392"/>
                </a:lnTo>
                <a:lnTo>
                  <a:pt x="8345" y="5221"/>
                </a:lnTo>
                <a:lnTo>
                  <a:pt x="8409" y="4879"/>
                </a:lnTo>
                <a:lnTo>
                  <a:pt x="8495" y="4472"/>
                </a:lnTo>
                <a:lnTo>
                  <a:pt x="8538" y="4280"/>
                </a:lnTo>
                <a:lnTo>
                  <a:pt x="8602" y="4066"/>
                </a:lnTo>
                <a:lnTo>
                  <a:pt x="8752" y="3681"/>
                </a:lnTo>
                <a:lnTo>
                  <a:pt x="8816" y="3488"/>
                </a:lnTo>
                <a:lnTo>
                  <a:pt x="8859" y="3274"/>
                </a:lnTo>
                <a:lnTo>
                  <a:pt x="8923" y="2889"/>
                </a:lnTo>
                <a:lnTo>
                  <a:pt x="8923" y="2654"/>
                </a:lnTo>
                <a:lnTo>
                  <a:pt x="8923" y="2440"/>
                </a:lnTo>
                <a:lnTo>
                  <a:pt x="8901" y="2226"/>
                </a:lnTo>
                <a:lnTo>
                  <a:pt x="8837" y="2012"/>
                </a:lnTo>
                <a:lnTo>
                  <a:pt x="8773" y="1819"/>
                </a:lnTo>
                <a:lnTo>
                  <a:pt x="8666" y="1670"/>
                </a:lnTo>
                <a:lnTo>
                  <a:pt x="8580" y="1627"/>
                </a:lnTo>
                <a:lnTo>
                  <a:pt x="8473" y="1605"/>
                </a:lnTo>
                <a:lnTo>
                  <a:pt x="8281" y="1563"/>
                </a:lnTo>
                <a:lnTo>
                  <a:pt x="7874" y="1563"/>
                </a:lnTo>
                <a:lnTo>
                  <a:pt x="7382" y="1520"/>
                </a:lnTo>
                <a:lnTo>
                  <a:pt x="5842" y="1520"/>
                </a:lnTo>
                <a:lnTo>
                  <a:pt x="4772" y="1541"/>
                </a:lnTo>
                <a:lnTo>
                  <a:pt x="3724" y="1563"/>
                </a:lnTo>
                <a:lnTo>
                  <a:pt x="3189" y="1563"/>
                </a:lnTo>
                <a:lnTo>
                  <a:pt x="2654" y="1605"/>
                </a:lnTo>
                <a:lnTo>
                  <a:pt x="2418" y="1627"/>
                </a:lnTo>
                <a:lnTo>
                  <a:pt x="2311" y="1627"/>
                </a:lnTo>
                <a:lnTo>
                  <a:pt x="2269" y="1605"/>
                </a:lnTo>
                <a:lnTo>
                  <a:pt x="2247" y="1584"/>
                </a:lnTo>
                <a:lnTo>
                  <a:pt x="2183" y="1498"/>
                </a:lnTo>
                <a:lnTo>
                  <a:pt x="2162" y="1370"/>
                </a:lnTo>
                <a:lnTo>
                  <a:pt x="2119" y="1135"/>
                </a:lnTo>
                <a:lnTo>
                  <a:pt x="2076" y="707"/>
                </a:lnTo>
                <a:lnTo>
                  <a:pt x="2033" y="471"/>
                </a:lnTo>
                <a:lnTo>
                  <a:pt x="1969" y="279"/>
                </a:lnTo>
                <a:lnTo>
                  <a:pt x="1905" y="193"/>
                </a:lnTo>
                <a:lnTo>
                  <a:pt x="1841" y="108"/>
                </a:lnTo>
                <a:lnTo>
                  <a:pt x="1777" y="65"/>
                </a:lnTo>
                <a:lnTo>
                  <a:pt x="1712" y="22"/>
                </a:lnTo>
                <a:lnTo>
                  <a:pt x="1627" y="1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8"/>
          <p:cNvSpPr/>
          <p:nvPr/>
        </p:nvSpPr>
        <p:spPr>
          <a:xfrm>
            <a:off x="4973525" y="2567275"/>
            <a:ext cx="273615" cy="231173"/>
          </a:xfrm>
          <a:custGeom>
            <a:rect b="b" l="l" r="r" t="t"/>
            <a:pathLst>
              <a:path extrusionOk="0" h="8045" w="8709">
                <a:moveTo>
                  <a:pt x="8665" y="4793"/>
                </a:moveTo>
                <a:lnTo>
                  <a:pt x="8665" y="4793"/>
                </a:lnTo>
                <a:lnTo>
                  <a:pt x="8687" y="3916"/>
                </a:lnTo>
                <a:lnTo>
                  <a:pt x="8708" y="3038"/>
                </a:lnTo>
                <a:lnTo>
                  <a:pt x="8708" y="3038"/>
                </a:lnTo>
                <a:lnTo>
                  <a:pt x="8687" y="2717"/>
                </a:lnTo>
                <a:lnTo>
                  <a:pt x="8665" y="2396"/>
                </a:lnTo>
                <a:lnTo>
                  <a:pt x="8622" y="2225"/>
                </a:lnTo>
                <a:lnTo>
                  <a:pt x="8580" y="2076"/>
                </a:lnTo>
                <a:lnTo>
                  <a:pt x="8516" y="1926"/>
                </a:lnTo>
                <a:lnTo>
                  <a:pt x="8409" y="1797"/>
                </a:lnTo>
                <a:lnTo>
                  <a:pt x="8409" y="1797"/>
                </a:lnTo>
                <a:lnTo>
                  <a:pt x="8366" y="1733"/>
                </a:lnTo>
                <a:lnTo>
                  <a:pt x="8302" y="1690"/>
                </a:lnTo>
                <a:lnTo>
                  <a:pt x="8130" y="1626"/>
                </a:lnTo>
                <a:lnTo>
                  <a:pt x="7959" y="1583"/>
                </a:lnTo>
                <a:lnTo>
                  <a:pt x="7767" y="1541"/>
                </a:lnTo>
                <a:lnTo>
                  <a:pt x="7360" y="1541"/>
                </a:lnTo>
                <a:lnTo>
                  <a:pt x="7018" y="1541"/>
                </a:lnTo>
                <a:lnTo>
                  <a:pt x="7018" y="1541"/>
                </a:lnTo>
                <a:lnTo>
                  <a:pt x="6633" y="1541"/>
                </a:lnTo>
                <a:lnTo>
                  <a:pt x="6226" y="1562"/>
                </a:lnTo>
                <a:lnTo>
                  <a:pt x="6226" y="1562"/>
                </a:lnTo>
                <a:lnTo>
                  <a:pt x="6141" y="1562"/>
                </a:lnTo>
                <a:lnTo>
                  <a:pt x="6076" y="1541"/>
                </a:lnTo>
                <a:lnTo>
                  <a:pt x="6034" y="1519"/>
                </a:lnTo>
                <a:lnTo>
                  <a:pt x="6012" y="1476"/>
                </a:lnTo>
                <a:lnTo>
                  <a:pt x="6012" y="1348"/>
                </a:lnTo>
                <a:lnTo>
                  <a:pt x="6012" y="1177"/>
                </a:lnTo>
                <a:lnTo>
                  <a:pt x="6012" y="1177"/>
                </a:lnTo>
                <a:lnTo>
                  <a:pt x="6012" y="1006"/>
                </a:lnTo>
                <a:lnTo>
                  <a:pt x="6012" y="856"/>
                </a:lnTo>
                <a:lnTo>
                  <a:pt x="5991" y="770"/>
                </a:lnTo>
                <a:lnTo>
                  <a:pt x="5948" y="706"/>
                </a:lnTo>
                <a:lnTo>
                  <a:pt x="5905" y="663"/>
                </a:lnTo>
                <a:lnTo>
                  <a:pt x="5841" y="599"/>
                </a:lnTo>
                <a:lnTo>
                  <a:pt x="5841" y="599"/>
                </a:lnTo>
                <a:lnTo>
                  <a:pt x="5691" y="514"/>
                </a:lnTo>
                <a:lnTo>
                  <a:pt x="5520" y="428"/>
                </a:lnTo>
                <a:lnTo>
                  <a:pt x="5199" y="278"/>
                </a:lnTo>
                <a:lnTo>
                  <a:pt x="5199" y="278"/>
                </a:lnTo>
                <a:lnTo>
                  <a:pt x="4921" y="150"/>
                </a:lnTo>
                <a:lnTo>
                  <a:pt x="4793" y="86"/>
                </a:lnTo>
                <a:lnTo>
                  <a:pt x="4664" y="43"/>
                </a:lnTo>
                <a:lnTo>
                  <a:pt x="4515" y="22"/>
                </a:lnTo>
                <a:lnTo>
                  <a:pt x="4365" y="0"/>
                </a:lnTo>
                <a:lnTo>
                  <a:pt x="4236" y="22"/>
                </a:lnTo>
                <a:lnTo>
                  <a:pt x="4087" y="64"/>
                </a:lnTo>
                <a:lnTo>
                  <a:pt x="4087" y="64"/>
                </a:lnTo>
                <a:lnTo>
                  <a:pt x="3701" y="257"/>
                </a:lnTo>
                <a:lnTo>
                  <a:pt x="3316" y="428"/>
                </a:lnTo>
                <a:lnTo>
                  <a:pt x="3316" y="428"/>
                </a:lnTo>
                <a:lnTo>
                  <a:pt x="2995" y="599"/>
                </a:lnTo>
                <a:lnTo>
                  <a:pt x="2846" y="685"/>
                </a:lnTo>
                <a:lnTo>
                  <a:pt x="2717" y="792"/>
                </a:lnTo>
                <a:lnTo>
                  <a:pt x="2717" y="792"/>
                </a:lnTo>
                <a:lnTo>
                  <a:pt x="2674" y="856"/>
                </a:lnTo>
                <a:lnTo>
                  <a:pt x="2653" y="920"/>
                </a:lnTo>
                <a:lnTo>
                  <a:pt x="2632" y="984"/>
                </a:lnTo>
                <a:lnTo>
                  <a:pt x="2632" y="1049"/>
                </a:lnTo>
                <a:lnTo>
                  <a:pt x="2653" y="1177"/>
                </a:lnTo>
                <a:lnTo>
                  <a:pt x="2674" y="1327"/>
                </a:lnTo>
                <a:lnTo>
                  <a:pt x="2674" y="1327"/>
                </a:lnTo>
                <a:lnTo>
                  <a:pt x="2653" y="1391"/>
                </a:lnTo>
                <a:lnTo>
                  <a:pt x="2632" y="1455"/>
                </a:lnTo>
                <a:lnTo>
                  <a:pt x="2610" y="1476"/>
                </a:lnTo>
                <a:lnTo>
                  <a:pt x="2546" y="1498"/>
                </a:lnTo>
                <a:lnTo>
                  <a:pt x="2439" y="1498"/>
                </a:lnTo>
                <a:lnTo>
                  <a:pt x="2289" y="1498"/>
                </a:lnTo>
                <a:lnTo>
                  <a:pt x="2289" y="1498"/>
                </a:lnTo>
                <a:lnTo>
                  <a:pt x="1562" y="1519"/>
                </a:lnTo>
                <a:lnTo>
                  <a:pt x="1198" y="1562"/>
                </a:lnTo>
                <a:lnTo>
                  <a:pt x="856" y="1605"/>
                </a:lnTo>
                <a:lnTo>
                  <a:pt x="856" y="1605"/>
                </a:lnTo>
                <a:lnTo>
                  <a:pt x="706" y="1626"/>
                </a:lnTo>
                <a:lnTo>
                  <a:pt x="556" y="1669"/>
                </a:lnTo>
                <a:lnTo>
                  <a:pt x="407" y="1712"/>
                </a:lnTo>
                <a:lnTo>
                  <a:pt x="278" y="1797"/>
                </a:lnTo>
                <a:lnTo>
                  <a:pt x="278" y="1797"/>
                </a:lnTo>
                <a:lnTo>
                  <a:pt x="235" y="1862"/>
                </a:lnTo>
                <a:lnTo>
                  <a:pt x="193" y="1926"/>
                </a:lnTo>
                <a:lnTo>
                  <a:pt x="150" y="2097"/>
                </a:lnTo>
                <a:lnTo>
                  <a:pt x="86" y="2418"/>
                </a:lnTo>
                <a:lnTo>
                  <a:pt x="86" y="2418"/>
                </a:lnTo>
                <a:lnTo>
                  <a:pt x="43" y="2824"/>
                </a:lnTo>
                <a:lnTo>
                  <a:pt x="0" y="3231"/>
                </a:lnTo>
                <a:lnTo>
                  <a:pt x="0" y="3659"/>
                </a:lnTo>
                <a:lnTo>
                  <a:pt x="0" y="4065"/>
                </a:lnTo>
                <a:lnTo>
                  <a:pt x="43" y="4900"/>
                </a:lnTo>
                <a:lnTo>
                  <a:pt x="64" y="5734"/>
                </a:lnTo>
                <a:lnTo>
                  <a:pt x="64" y="5734"/>
                </a:lnTo>
                <a:lnTo>
                  <a:pt x="43" y="5798"/>
                </a:lnTo>
                <a:lnTo>
                  <a:pt x="43" y="5970"/>
                </a:lnTo>
                <a:lnTo>
                  <a:pt x="43" y="6483"/>
                </a:lnTo>
                <a:lnTo>
                  <a:pt x="86" y="7039"/>
                </a:lnTo>
                <a:lnTo>
                  <a:pt x="107" y="7253"/>
                </a:lnTo>
                <a:lnTo>
                  <a:pt x="128" y="7360"/>
                </a:lnTo>
                <a:lnTo>
                  <a:pt x="128" y="7360"/>
                </a:lnTo>
                <a:lnTo>
                  <a:pt x="214" y="7510"/>
                </a:lnTo>
                <a:lnTo>
                  <a:pt x="342" y="7617"/>
                </a:lnTo>
                <a:lnTo>
                  <a:pt x="514" y="7724"/>
                </a:lnTo>
                <a:lnTo>
                  <a:pt x="685" y="7810"/>
                </a:lnTo>
                <a:lnTo>
                  <a:pt x="877" y="7874"/>
                </a:lnTo>
                <a:lnTo>
                  <a:pt x="1070" y="7938"/>
                </a:lnTo>
                <a:lnTo>
                  <a:pt x="1412" y="8002"/>
                </a:lnTo>
                <a:lnTo>
                  <a:pt x="1412" y="8002"/>
                </a:lnTo>
                <a:lnTo>
                  <a:pt x="1861" y="8045"/>
                </a:lnTo>
                <a:lnTo>
                  <a:pt x="2332" y="8045"/>
                </a:lnTo>
                <a:lnTo>
                  <a:pt x="2803" y="8045"/>
                </a:lnTo>
                <a:lnTo>
                  <a:pt x="3252" y="8024"/>
                </a:lnTo>
                <a:lnTo>
                  <a:pt x="4194" y="7959"/>
                </a:lnTo>
                <a:lnTo>
                  <a:pt x="4664" y="7959"/>
                </a:lnTo>
                <a:lnTo>
                  <a:pt x="5114" y="7959"/>
                </a:lnTo>
                <a:lnTo>
                  <a:pt x="5114" y="7959"/>
                </a:lnTo>
                <a:lnTo>
                  <a:pt x="5969" y="7981"/>
                </a:lnTo>
                <a:lnTo>
                  <a:pt x="6397" y="7981"/>
                </a:lnTo>
                <a:lnTo>
                  <a:pt x="6825" y="7959"/>
                </a:lnTo>
                <a:lnTo>
                  <a:pt x="6825" y="7959"/>
                </a:lnTo>
                <a:lnTo>
                  <a:pt x="7210" y="7938"/>
                </a:lnTo>
                <a:lnTo>
                  <a:pt x="7617" y="7917"/>
                </a:lnTo>
                <a:lnTo>
                  <a:pt x="7809" y="7874"/>
                </a:lnTo>
                <a:lnTo>
                  <a:pt x="8023" y="7852"/>
                </a:lnTo>
                <a:lnTo>
                  <a:pt x="8195" y="7788"/>
                </a:lnTo>
                <a:lnTo>
                  <a:pt x="8366" y="7703"/>
                </a:lnTo>
                <a:lnTo>
                  <a:pt x="8366" y="7703"/>
                </a:lnTo>
                <a:lnTo>
                  <a:pt x="8430" y="7660"/>
                </a:lnTo>
                <a:lnTo>
                  <a:pt x="8494" y="7617"/>
                </a:lnTo>
                <a:lnTo>
                  <a:pt x="8580" y="7467"/>
                </a:lnTo>
                <a:lnTo>
                  <a:pt x="8622" y="7318"/>
                </a:lnTo>
                <a:lnTo>
                  <a:pt x="8665" y="7146"/>
                </a:lnTo>
                <a:lnTo>
                  <a:pt x="8665" y="6954"/>
                </a:lnTo>
                <a:lnTo>
                  <a:pt x="8665" y="6783"/>
                </a:lnTo>
                <a:lnTo>
                  <a:pt x="8644" y="6462"/>
                </a:lnTo>
                <a:lnTo>
                  <a:pt x="8644" y="6462"/>
                </a:lnTo>
                <a:lnTo>
                  <a:pt x="8665" y="4793"/>
                </a:lnTo>
                <a:lnTo>
                  <a:pt x="8665" y="4793"/>
                </a:lnTo>
                <a:close/>
                <a:moveTo>
                  <a:pt x="3124" y="1049"/>
                </a:moveTo>
                <a:lnTo>
                  <a:pt x="3124" y="1049"/>
                </a:lnTo>
                <a:lnTo>
                  <a:pt x="3167" y="963"/>
                </a:lnTo>
                <a:lnTo>
                  <a:pt x="3252" y="920"/>
                </a:lnTo>
                <a:lnTo>
                  <a:pt x="3252" y="920"/>
                </a:lnTo>
                <a:lnTo>
                  <a:pt x="3445" y="856"/>
                </a:lnTo>
                <a:lnTo>
                  <a:pt x="3637" y="792"/>
                </a:lnTo>
                <a:lnTo>
                  <a:pt x="3830" y="728"/>
                </a:lnTo>
                <a:lnTo>
                  <a:pt x="4022" y="642"/>
                </a:lnTo>
                <a:lnTo>
                  <a:pt x="4022" y="642"/>
                </a:lnTo>
                <a:lnTo>
                  <a:pt x="4236" y="535"/>
                </a:lnTo>
                <a:lnTo>
                  <a:pt x="4408" y="471"/>
                </a:lnTo>
                <a:lnTo>
                  <a:pt x="4493" y="471"/>
                </a:lnTo>
                <a:lnTo>
                  <a:pt x="4579" y="471"/>
                </a:lnTo>
                <a:lnTo>
                  <a:pt x="4664" y="492"/>
                </a:lnTo>
                <a:lnTo>
                  <a:pt x="4793" y="535"/>
                </a:lnTo>
                <a:lnTo>
                  <a:pt x="4793" y="535"/>
                </a:lnTo>
                <a:lnTo>
                  <a:pt x="5178" y="663"/>
                </a:lnTo>
                <a:lnTo>
                  <a:pt x="5370" y="749"/>
                </a:lnTo>
                <a:lnTo>
                  <a:pt x="5456" y="792"/>
                </a:lnTo>
                <a:lnTo>
                  <a:pt x="5499" y="856"/>
                </a:lnTo>
                <a:lnTo>
                  <a:pt x="5499" y="856"/>
                </a:lnTo>
                <a:lnTo>
                  <a:pt x="5542" y="920"/>
                </a:lnTo>
                <a:lnTo>
                  <a:pt x="5584" y="1006"/>
                </a:lnTo>
                <a:lnTo>
                  <a:pt x="5627" y="1198"/>
                </a:lnTo>
                <a:lnTo>
                  <a:pt x="5627" y="1412"/>
                </a:lnTo>
                <a:lnTo>
                  <a:pt x="5606" y="1498"/>
                </a:lnTo>
                <a:lnTo>
                  <a:pt x="5584" y="1583"/>
                </a:lnTo>
                <a:lnTo>
                  <a:pt x="5584" y="1583"/>
                </a:lnTo>
                <a:lnTo>
                  <a:pt x="5542" y="1626"/>
                </a:lnTo>
                <a:lnTo>
                  <a:pt x="5456" y="1669"/>
                </a:lnTo>
                <a:lnTo>
                  <a:pt x="5242" y="1755"/>
                </a:lnTo>
                <a:lnTo>
                  <a:pt x="5049" y="1797"/>
                </a:lnTo>
                <a:lnTo>
                  <a:pt x="4985" y="1797"/>
                </a:lnTo>
                <a:lnTo>
                  <a:pt x="4964" y="1776"/>
                </a:lnTo>
                <a:lnTo>
                  <a:pt x="4964" y="1776"/>
                </a:lnTo>
                <a:lnTo>
                  <a:pt x="3851" y="1755"/>
                </a:lnTo>
                <a:lnTo>
                  <a:pt x="3851" y="1755"/>
                </a:lnTo>
                <a:lnTo>
                  <a:pt x="3680" y="1755"/>
                </a:lnTo>
                <a:lnTo>
                  <a:pt x="3488" y="1755"/>
                </a:lnTo>
                <a:lnTo>
                  <a:pt x="3381" y="1733"/>
                </a:lnTo>
                <a:lnTo>
                  <a:pt x="3295" y="1712"/>
                </a:lnTo>
                <a:lnTo>
                  <a:pt x="3231" y="1669"/>
                </a:lnTo>
                <a:lnTo>
                  <a:pt x="3167" y="1605"/>
                </a:lnTo>
                <a:lnTo>
                  <a:pt x="3167" y="1605"/>
                </a:lnTo>
                <a:lnTo>
                  <a:pt x="3145" y="1519"/>
                </a:lnTo>
                <a:lnTo>
                  <a:pt x="3124" y="1327"/>
                </a:lnTo>
                <a:lnTo>
                  <a:pt x="3102" y="1156"/>
                </a:lnTo>
                <a:lnTo>
                  <a:pt x="3124" y="1049"/>
                </a:lnTo>
                <a:lnTo>
                  <a:pt x="3124" y="1049"/>
                </a:lnTo>
                <a:close/>
                <a:moveTo>
                  <a:pt x="8216" y="4108"/>
                </a:moveTo>
                <a:lnTo>
                  <a:pt x="8216" y="4108"/>
                </a:lnTo>
                <a:lnTo>
                  <a:pt x="8195" y="4429"/>
                </a:lnTo>
                <a:lnTo>
                  <a:pt x="8152" y="4750"/>
                </a:lnTo>
                <a:lnTo>
                  <a:pt x="8109" y="5092"/>
                </a:lnTo>
                <a:lnTo>
                  <a:pt x="8088" y="5413"/>
                </a:lnTo>
                <a:lnTo>
                  <a:pt x="8088" y="5413"/>
                </a:lnTo>
                <a:lnTo>
                  <a:pt x="8088" y="6077"/>
                </a:lnTo>
                <a:lnTo>
                  <a:pt x="8088" y="6419"/>
                </a:lnTo>
                <a:lnTo>
                  <a:pt x="8066" y="6740"/>
                </a:lnTo>
                <a:lnTo>
                  <a:pt x="8066" y="6740"/>
                </a:lnTo>
                <a:lnTo>
                  <a:pt x="8045" y="6868"/>
                </a:lnTo>
                <a:lnTo>
                  <a:pt x="8023" y="6997"/>
                </a:lnTo>
                <a:lnTo>
                  <a:pt x="7959" y="7104"/>
                </a:lnTo>
                <a:lnTo>
                  <a:pt x="7916" y="7146"/>
                </a:lnTo>
                <a:lnTo>
                  <a:pt x="7852" y="7189"/>
                </a:lnTo>
                <a:lnTo>
                  <a:pt x="7852" y="7189"/>
                </a:lnTo>
                <a:lnTo>
                  <a:pt x="7745" y="7253"/>
                </a:lnTo>
                <a:lnTo>
                  <a:pt x="7595" y="7296"/>
                </a:lnTo>
                <a:lnTo>
                  <a:pt x="7339" y="7360"/>
                </a:lnTo>
                <a:lnTo>
                  <a:pt x="7339" y="7360"/>
                </a:lnTo>
                <a:lnTo>
                  <a:pt x="6697" y="7382"/>
                </a:lnTo>
                <a:lnTo>
                  <a:pt x="6312" y="7382"/>
                </a:lnTo>
                <a:lnTo>
                  <a:pt x="6183" y="7360"/>
                </a:lnTo>
                <a:lnTo>
                  <a:pt x="6141" y="7360"/>
                </a:lnTo>
                <a:lnTo>
                  <a:pt x="6141" y="7360"/>
                </a:lnTo>
                <a:lnTo>
                  <a:pt x="4621" y="7403"/>
                </a:lnTo>
                <a:lnTo>
                  <a:pt x="3102" y="7424"/>
                </a:lnTo>
                <a:lnTo>
                  <a:pt x="3102" y="7424"/>
                </a:lnTo>
                <a:lnTo>
                  <a:pt x="2781" y="7424"/>
                </a:lnTo>
                <a:lnTo>
                  <a:pt x="2461" y="7403"/>
                </a:lnTo>
                <a:lnTo>
                  <a:pt x="1797" y="7382"/>
                </a:lnTo>
                <a:lnTo>
                  <a:pt x="1797" y="7382"/>
                </a:lnTo>
                <a:lnTo>
                  <a:pt x="1519" y="7360"/>
                </a:lnTo>
                <a:lnTo>
                  <a:pt x="1348" y="7339"/>
                </a:lnTo>
                <a:lnTo>
                  <a:pt x="1198" y="7318"/>
                </a:lnTo>
                <a:lnTo>
                  <a:pt x="1070" y="7275"/>
                </a:lnTo>
                <a:lnTo>
                  <a:pt x="941" y="7189"/>
                </a:lnTo>
                <a:lnTo>
                  <a:pt x="834" y="7104"/>
                </a:lnTo>
                <a:lnTo>
                  <a:pt x="749" y="6975"/>
                </a:lnTo>
                <a:lnTo>
                  <a:pt x="749" y="6975"/>
                </a:lnTo>
                <a:lnTo>
                  <a:pt x="685" y="6847"/>
                </a:lnTo>
                <a:lnTo>
                  <a:pt x="663" y="6718"/>
                </a:lnTo>
                <a:lnTo>
                  <a:pt x="642" y="6397"/>
                </a:lnTo>
                <a:lnTo>
                  <a:pt x="642" y="5820"/>
                </a:lnTo>
                <a:lnTo>
                  <a:pt x="642" y="5820"/>
                </a:lnTo>
                <a:lnTo>
                  <a:pt x="599" y="4536"/>
                </a:lnTo>
                <a:lnTo>
                  <a:pt x="599" y="4536"/>
                </a:lnTo>
                <a:lnTo>
                  <a:pt x="578" y="3830"/>
                </a:lnTo>
                <a:lnTo>
                  <a:pt x="578" y="3124"/>
                </a:lnTo>
                <a:lnTo>
                  <a:pt x="578" y="3124"/>
                </a:lnTo>
                <a:lnTo>
                  <a:pt x="599" y="2889"/>
                </a:lnTo>
                <a:lnTo>
                  <a:pt x="620" y="2653"/>
                </a:lnTo>
                <a:lnTo>
                  <a:pt x="663" y="2546"/>
                </a:lnTo>
                <a:lnTo>
                  <a:pt x="706" y="2439"/>
                </a:lnTo>
                <a:lnTo>
                  <a:pt x="770" y="2354"/>
                </a:lnTo>
                <a:lnTo>
                  <a:pt x="856" y="2268"/>
                </a:lnTo>
                <a:lnTo>
                  <a:pt x="856" y="2268"/>
                </a:lnTo>
                <a:lnTo>
                  <a:pt x="984" y="2183"/>
                </a:lnTo>
                <a:lnTo>
                  <a:pt x="1134" y="2118"/>
                </a:lnTo>
                <a:lnTo>
                  <a:pt x="1262" y="2097"/>
                </a:lnTo>
                <a:lnTo>
                  <a:pt x="1434" y="2076"/>
                </a:lnTo>
                <a:lnTo>
                  <a:pt x="1733" y="2054"/>
                </a:lnTo>
                <a:lnTo>
                  <a:pt x="2033" y="2054"/>
                </a:lnTo>
                <a:lnTo>
                  <a:pt x="2033" y="2054"/>
                </a:lnTo>
                <a:lnTo>
                  <a:pt x="2289" y="2033"/>
                </a:lnTo>
                <a:lnTo>
                  <a:pt x="2546" y="1990"/>
                </a:lnTo>
                <a:lnTo>
                  <a:pt x="2546" y="1990"/>
                </a:lnTo>
                <a:lnTo>
                  <a:pt x="2674" y="2011"/>
                </a:lnTo>
                <a:lnTo>
                  <a:pt x="2717" y="2033"/>
                </a:lnTo>
                <a:lnTo>
                  <a:pt x="2739" y="2054"/>
                </a:lnTo>
                <a:lnTo>
                  <a:pt x="2781" y="2140"/>
                </a:lnTo>
                <a:lnTo>
                  <a:pt x="2867" y="2247"/>
                </a:lnTo>
                <a:lnTo>
                  <a:pt x="2867" y="2247"/>
                </a:lnTo>
                <a:lnTo>
                  <a:pt x="2974" y="2311"/>
                </a:lnTo>
                <a:lnTo>
                  <a:pt x="3102" y="2354"/>
                </a:lnTo>
                <a:lnTo>
                  <a:pt x="3252" y="2375"/>
                </a:lnTo>
                <a:lnTo>
                  <a:pt x="3402" y="2375"/>
                </a:lnTo>
                <a:lnTo>
                  <a:pt x="3723" y="2354"/>
                </a:lnTo>
                <a:lnTo>
                  <a:pt x="4001" y="2332"/>
                </a:lnTo>
                <a:lnTo>
                  <a:pt x="4001" y="2332"/>
                </a:lnTo>
                <a:lnTo>
                  <a:pt x="4686" y="2354"/>
                </a:lnTo>
                <a:lnTo>
                  <a:pt x="5370" y="2354"/>
                </a:lnTo>
                <a:lnTo>
                  <a:pt x="5370" y="2354"/>
                </a:lnTo>
                <a:lnTo>
                  <a:pt x="5542" y="2354"/>
                </a:lnTo>
                <a:lnTo>
                  <a:pt x="5670" y="2332"/>
                </a:lnTo>
                <a:lnTo>
                  <a:pt x="5777" y="2290"/>
                </a:lnTo>
                <a:lnTo>
                  <a:pt x="5927" y="2225"/>
                </a:lnTo>
                <a:lnTo>
                  <a:pt x="5927" y="2225"/>
                </a:lnTo>
                <a:lnTo>
                  <a:pt x="6055" y="2161"/>
                </a:lnTo>
                <a:lnTo>
                  <a:pt x="6205" y="2140"/>
                </a:lnTo>
                <a:lnTo>
                  <a:pt x="6504" y="2118"/>
                </a:lnTo>
                <a:lnTo>
                  <a:pt x="6504" y="2118"/>
                </a:lnTo>
                <a:lnTo>
                  <a:pt x="7146" y="2076"/>
                </a:lnTo>
                <a:lnTo>
                  <a:pt x="7489" y="2076"/>
                </a:lnTo>
                <a:lnTo>
                  <a:pt x="7809" y="2097"/>
                </a:lnTo>
                <a:lnTo>
                  <a:pt x="7809" y="2097"/>
                </a:lnTo>
                <a:lnTo>
                  <a:pt x="7938" y="2140"/>
                </a:lnTo>
                <a:lnTo>
                  <a:pt x="8023" y="2183"/>
                </a:lnTo>
                <a:lnTo>
                  <a:pt x="8109" y="2268"/>
                </a:lnTo>
                <a:lnTo>
                  <a:pt x="8152" y="2375"/>
                </a:lnTo>
                <a:lnTo>
                  <a:pt x="8195" y="2482"/>
                </a:lnTo>
                <a:lnTo>
                  <a:pt x="8216" y="2610"/>
                </a:lnTo>
                <a:lnTo>
                  <a:pt x="8216" y="2846"/>
                </a:lnTo>
                <a:lnTo>
                  <a:pt x="8216" y="2846"/>
                </a:lnTo>
                <a:lnTo>
                  <a:pt x="8237" y="3488"/>
                </a:lnTo>
                <a:lnTo>
                  <a:pt x="8237" y="3787"/>
                </a:lnTo>
                <a:lnTo>
                  <a:pt x="8216" y="4108"/>
                </a:lnTo>
                <a:lnTo>
                  <a:pt x="8216" y="4108"/>
                </a:lnTo>
                <a:close/>
                <a:moveTo>
                  <a:pt x="3209" y="4557"/>
                </a:moveTo>
                <a:lnTo>
                  <a:pt x="3209" y="4557"/>
                </a:lnTo>
                <a:lnTo>
                  <a:pt x="3102" y="4515"/>
                </a:lnTo>
                <a:lnTo>
                  <a:pt x="2995" y="4472"/>
                </a:lnTo>
                <a:lnTo>
                  <a:pt x="2953" y="4450"/>
                </a:lnTo>
                <a:lnTo>
                  <a:pt x="2931" y="4429"/>
                </a:lnTo>
                <a:lnTo>
                  <a:pt x="2910" y="4386"/>
                </a:lnTo>
                <a:lnTo>
                  <a:pt x="2888" y="4322"/>
                </a:lnTo>
                <a:lnTo>
                  <a:pt x="2888" y="4322"/>
                </a:lnTo>
                <a:lnTo>
                  <a:pt x="2910" y="4194"/>
                </a:lnTo>
                <a:lnTo>
                  <a:pt x="2931" y="4044"/>
                </a:lnTo>
                <a:lnTo>
                  <a:pt x="2974" y="3787"/>
                </a:lnTo>
                <a:lnTo>
                  <a:pt x="2974" y="3637"/>
                </a:lnTo>
                <a:lnTo>
                  <a:pt x="2974" y="3509"/>
                </a:lnTo>
                <a:lnTo>
                  <a:pt x="2931" y="3381"/>
                </a:lnTo>
                <a:lnTo>
                  <a:pt x="2846" y="3274"/>
                </a:lnTo>
                <a:lnTo>
                  <a:pt x="2846" y="3274"/>
                </a:lnTo>
                <a:lnTo>
                  <a:pt x="2781" y="3231"/>
                </a:lnTo>
                <a:lnTo>
                  <a:pt x="2717" y="3188"/>
                </a:lnTo>
                <a:lnTo>
                  <a:pt x="2589" y="3145"/>
                </a:lnTo>
                <a:lnTo>
                  <a:pt x="2439" y="3167"/>
                </a:lnTo>
                <a:lnTo>
                  <a:pt x="2311" y="3210"/>
                </a:lnTo>
                <a:lnTo>
                  <a:pt x="2161" y="3274"/>
                </a:lnTo>
                <a:lnTo>
                  <a:pt x="2033" y="3359"/>
                </a:lnTo>
                <a:lnTo>
                  <a:pt x="1947" y="3466"/>
                </a:lnTo>
                <a:lnTo>
                  <a:pt x="1883" y="3595"/>
                </a:lnTo>
                <a:lnTo>
                  <a:pt x="1883" y="3595"/>
                </a:lnTo>
                <a:lnTo>
                  <a:pt x="1861" y="3702"/>
                </a:lnTo>
                <a:lnTo>
                  <a:pt x="1840" y="3830"/>
                </a:lnTo>
                <a:lnTo>
                  <a:pt x="1840" y="3958"/>
                </a:lnTo>
                <a:lnTo>
                  <a:pt x="1861" y="4065"/>
                </a:lnTo>
                <a:lnTo>
                  <a:pt x="1861" y="4065"/>
                </a:lnTo>
                <a:lnTo>
                  <a:pt x="1904" y="4172"/>
                </a:lnTo>
                <a:lnTo>
                  <a:pt x="1990" y="4279"/>
                </a:lnTo>
                <a:lnTo>
                  <a:pt x="2054" y="4408"/>
                </a:lnTo>
                <a:lnTo>
                  <a:pt x="2054" y="4450"/>
                </a:lnTo>
                <a:lnTo>
                  <a:pt x="2054" y="4515"/>
                </a:lnTo>
                <a:lnTo>
                  <a:pt x="2054" y="4515"/>
                </a:lnTo>
                <a:lnTo>
                  <a:pt x="2011" y="4557"/>
                </a:lnTo>
                <a:lnTo>
                  <a:pt x="1968" y="4600"/>
                </a:lnTo>
                <a:lnTo>
                  <a:pt x="1819" y="4664"/>
                </a:lnTo>
                <a:lnTo>
                  <a:pt x="1669" y="4729"/>
                </a:lnTo>
                <a:lnTo>
                  <a:pt x="1605" y="4771"/>
                </a:lnTo>
                <a:lnTo>
                  <a:pt x="1562" y="4814"/>
                </a:lnTo>
                <a:lnTo>
                  <a:pt x="1562" y="4814"/>
                </a:lnTo>
                <a:lnTo>
                  <a:pt x="1498" y="4943"/>
                </a:lnTo>
                <a:lnTo>
                  <a:pt x="1455" y="5071"/>
                </a:lnTo>
                <a:lnTo>
                  <a:pt x="1412" y="5371"/>
                </a:lnTo>
                <a:lnTo>
                  <a:pt x="1412" y="5371"/>
                </a:lnTo>
                <a:lnTo>
                  <a:pt x="1391" y="5520"/>
                </a:lnTo>
                <a:lnTo>
                  <a:pt x="1369" y="5691"/>
                </a:lnTo>
                <a:lnTo>
                  <a:pt x="1369" y="5863"/>
                </a:lnTo>
                <a:lnTo>
                  <a:pt x="1391" y="5927"/>
                </a:lnTo>
                <a:lnTo>
                  <a:pt x="1412" y="6012"/>
                </a:lnTo>
                <a:lnTo>
                  <a:pt x="1412" y="6012"/>
                </a:lnTo>
                <a:lnTo>
                  <a:pt x="1455" y="6055"/>
                </a:lnTo>
                <a:lnTo>
                  <a:pt x="1519" y="6098"/>
                </a:lnTo>
                <a:lnTo>
                  <a:pt x="1647" y="6162"/>
                </a:lnTo>
                <a:lnTo>
                  <a:pt x="1776" y="6184"/>
                </a:lnTo>
                <a:lnTo>
                  <a:pt x="1904" y="6184"/>
                </a:lnTo>
                <a:lnTo>
                  <a:pt x="1904" y="6184"/>
                </a:lnTo>
                <a:lnTo>
                  <a:pt x="2311" y="6162"/>
                </a:lnTo>
                <a:lnTo>
                  <a:pt x="2717" y="6119"/>
                </a:lnTo>
                <a:lnTo>
                  <a:pt x="2717" y="6119"/>
                </a:lnTo>
                <a:lnTo>
                  <a:pt x="3081" y="6098"/>
                </a:lnTo>
                <a:lnTo>
                  <a:pt x="3252" y="6055"/>
                </a:lnTo>
                <a:lnTo>
                  <a:pt x="3338" y="6034"/>
                </a:lnTo>
                <a:lnTo>
                  <a:pt x="3423" y="5991"/>
                </a:lnTo>
                <a:lnTo>
                  <a:pt x="3423" y="5991"/>
                </a:lnTo>
                <a:lnTo>
                  <a:pt x="3509" y="5905"/>
                </a:lnTo>
                <a:lnTo>
                  <a:pt x="3573" y="5777"/>
                </a:lnTo>
                <a:lnTo>
                  <a:pt x="3616" y="5649"/>
                </a:lnTo>
                <a:lnTo>
                  <a:pt x="3637" y="5499"/>
                </a:lnTo>
                <a:lnTo>
                  <a:pt x="3659" y="5349"/>
                </a:lnTo>
                <a:lnTo>
                  <a:pt x="3637" y="5199"/>
                </a:lnTo>
                <a:lnTo>
                  <a:pt x="3616" y="5071"/>
                </a:lnTo>
                <a:lnTo>
                  <a:pt x="3573" y="4943"/>
                </a:lnTo>
                <a:lnTo>
                  <a:pt x="3573" y="4943"/>
                </a:lnTo>
                <a:lnTo>
                  <a:pt x="3509" y="4836"/>
                </a:lnTo>
                <a:lnTo>
                  <a:pt x="3423" y="4729"/>
                </a:lnTo>
                <a:lnTo>
                  <a:pt x="3338" y="4643"/>
                </a:lnTo>
                <a:lnTo>
                  <a:pt x="3209" y="4557"/>
                </a:lnTo>
                <a:lnTo>
                  <a:pt x="3209" y="4557"/>
                </a:lnTo>
                <a:close/>
                <a:moveTo>
                  <a:pt x="3167" y="5349"/>
                </a:moveTo>
                <a:lnTo>
                  <a:pt x="3167" y="5349"/>
                </a:lnTo>
                <a:lnTo>
                  <a:pt x="3167" y="5477"/>
                </a:lnTo>
                <a:lnTo>
                  <a:pt x="3167" y="5542"/>
                </a:lnTo>
                <a:lnTo>
                  <a:pt x="3102" y="5606"/>
                </a:lnTo>
                <a:lnTo>
                  <a:pt x="2995" y="5649"/>
                </a:lnTo>
                <a:lnTo>
                  <a:pt x="2995" y="5649"/>
                </a:lnTo>
                <a:lnTo>
                  <a:pt x="2846" y="5691"/>
                </a:lnTo>
                <a:lnTo>
                  <a:pt x="2781" y="5691"/>
                </a:lnTo>
                <a:lnTo>
                  <a:pt x="2739" y="5691"/>
                </a:lnTo>
                <a:lnTo>
                  <a:pt x="2696" y="5649"/>
                </a:lnTo>
                <a:lnTo>
                  <a:pt x="2674" y="5627"/>
                </a:lnTo>
                <a:lnTo>
                  <a:pt x="2632" y="5477"/>
                </a:lnTo>
                <a:lnTo>
                  <a:pt x="2632" y="5477"/>
                </a:lnTo>
                <a:lnTo>
                  <a:pt x="2589" y="5221"/>
                </a:lnTo>
                <a:lnTo>
                  <a:pt x="2568" y="5092"/>
                </a:lnTo>
                <a:lnTo>
                  <a:pt x="2525" y="4985"/>
                </a:lnTo>
                <a:lnTo>
                  <a:pt x="2525" y="4985"/>
                </a:lnTo>
                <a:lnTo>
                  <a:pt x="2525" y="4921"/>
                </a:lnTo>
                <a:lnTo>
                  <a:pt x="2525" y="4857"/>
                </a:lnTo>
                <a:lnTo>
                  <a:pt x="2503" y="4814"/>
                </a:lnTo>
                <a:lnTo>
                  <a:pt x="2439" y="4793"/>
                </a:lnTo>
                <a:lnTo>
                  <a:pt x="2439" y="4793"/>
                </a:lnTo>
                <a:lnTo>
                  <a:pt x="2375" y="4793"/>
                </a:lnTo>
                <a:lnTo>
                  <a:pt x="2311" y="4814"/>
                </a:lnTo>
                <a:lnTo>
                  <a:pt x="2289" y="4878"/>
                </a:lnTo>
                <a:lnTo>
                  <a:pt x="2268" y="4943"/>
                </a:lnTo>
                <a:lnTo>
                  <a:pt x="2268" y="4943"/>
                </a:lnTo>
                <a:lnTo>
                  <a:pt x="2289" y="4985"/>
                </a:lnTo>
                <a:lnTo>
                  <a:pt x="2311" y="5028"/>
                </a:lnTo>
                <a:lnTo>
                  <a:pt x="2332" y="5114"/>
                </a:lnTo>
                <a:lnTo>
                  <a:pt x="2332" y="5114"/>
                </a:lnTo>
                <a:lnTo>
                  <a:pt x="2332" y="5242"/>
                </a:lnTo>
                <a:lnTo>
                  <a:pt x="2311" y="5371"/>
                </a:lnTo>
                <a:lnTo>
                  <a:pt x="2311" y="5371"/>
                </a:lnTo>
                <a:lnTo>
                  <a:pt x="2311" y="5520"/>
                </a:lnTo>
                <a:lnTo>
                  <a:pt x="2289" y="5649"/>
                </a:lnTo>
                <a:lnTo>
                  <a:pt x="2268" y="5691"/>
                </a:lnTo>
                <a:lnTo>
                  <a:pt x="2225" y="5734"/>
                </a:lnTo>
                <a:lnTo>
                  <a:pt x="2161" y="5756"/>
                </a:lnTo>
                <a:lnTo>
                  <a:pt x="2097" y="5777"/>
                </a:lnTo>
                <a:lnTo>
                  <a:pt x="2097" y="5777"/>
                </a:lnTo>
                <a:lnTo>
                  <a:pt x="1968" y="5777"/>
                </a:lnTo>
                <a:lnTo>
                  <a:pt x="1926" y="5756"/>
                </a:lnTo>
                <a:lnTo>
                  <a:pt x="1904" y="5713"/>
                </a:lnTo>
                <a:lnTo>
                  <a:pt x="1861" y="5627"/>
                </a:lnTo>
                <a:lnTo>
                  <a:pt x="1861" y="5627"/>
                </a:lnTo>
                <a:lnTo>
                  <a:pt x="1840" y="5499"/>
                </a:lnTo>
                <a:lnTo>
                  <a:pt x="1819" y="5328"/>
                </a:lnTo>
                <a:lnTo>
                  <a:pt x="1819" y="5157"/>
                </a:lnTo>
                <a:lnTo>
                  <a:pt x="1840" y="5050"/>
                </a:lnTo>
                <a:lnTo>
                  <a:pt x="1840" y="5050"/>
                </a:lnTo>
                <a:lnTo>
                  <a:pt x="1861" y="4985"/>
                </a:lnTo>
                <a:lnTo>
                  <a:pt x="1904" y="4964"/>
                </a:lnTo>
                <a:lnTo>
                  <a:pt x="2011" y="4900"/>
                </a:lnTo>
                <a:lnTo>
                  <a:pt x="2118" y="4836"/>
                </a:lnTo>
                <a:lnTo>
                  <a:pt x="2204" y="4771"/>
                </a:lnTo>
                <a:lnTo>
                  <a:pt x="2204" y="4771"/>
                </a:lnTo>
                <a:lnTo>
                  <a:pt x="2247" y="4707"/>
                </a:lnTo>
                <a:lnTo>
                  <a:pt x="2268" y="4643"/>
                </a:lnTo>
                <a:lnTo>
                  <a:pt x="2289" y="4515"/>
                </a:lnTo>
                <a:lnTo>
                  <a:pt x="2268" y="4386"/>
                </a:lnTo>
                <a:lnTo>
                  <a:pt x="2225" y="4237"/>
                </a:lnTo>
                <a:lnTo>
                  <a:pt x="2225" y="4237"/>
                </a:lnTo>
                <a:lnTo>
                  <a:pt x="2204" y="4108"/>
                </a:lnTo>
                <a:lnTo>
                  <a:pt x="2182" y="3980"/>
                </a:lnTo>
                <a:lnTo>
                  <a:pt x="2182" y="3830"/>
                </a:lnTo>
                <a:lnTo>
                  <a:pt x="2204" y="3766"/>
                </a:lnTo>
                <a:lnTo>
                  <a:pt x="2225" y="3702"/>
                </a:lnTo>
                <a:lnTo>
                  <a:pt x="2225" y="3702"/>
                </a:lnTo>
                <a:lnTo>
                  <a:pt x="2311" y="3616"/>
                </a:lnTo>
                <a:lnTo>
                  <a:pt x="2418" y="3573"/>
                </a:lnTo>
                <a:lnTo>
                  <a:pt x="2461" y="3573"/>
                </a:lnTo>
                <a:lnTo>
                  <a:pt x="2503" y="3595"/>
                </a:lnTo>
                <a:lnTo>
                  <a:pt x="2546" y="3616"/>
                </a:lnTo>
                <a:lnTo>
                  <a:pt x="2568" y="3680"/>
                </a:lnTo>
                <a:lnTo>
                  <a:pt x="2568" y="3680"/>
                </a:lnTo>
                <a:lnTo>
                  <a:pt x="2589" y="3744"/>
                </a:lnTo>
                <a:lnTo>
                  <a:pt x="2589" y="3809"/>
                </a:lnTo>
                <a:lnTo>
                  <a:pt x="2568" y="3958"/>
                </a:lnTo>
                <a:lnTo>
                  <a:pt x="2503" y="4237"/>
                </a:lnTo>
                <a:lnTo>
                  <a:pt x="2503" y="4237"/>
                </a:lnTo>
                <a:lnTo>
                  <a:pt x="2461" y="4386"/>
                </a:lnTo>
                <a:lnTo>
                  <a:pt x="2461" y="4493"/>
                </a:lnTo>
                <a:lnTo>
                  <a:pt x="2503" y="4557"/>
                </a:lnTo>
                <a:lnTo>
                  <a:pt x="2610" y="4664"/>
                </a:lnTo>
                <a:lnTo>
                  <a:pt x="2610" y="4664"/>
                </a:lnTo>
                <a:lnTo>
                  <a:pt x="2739" y="4729"/>
                </a:lnTo>
                <a:lnTo>
                  <a:pt x="2867" y="4793"/>
                </a:lnTo>
                <a:lnTo>
                  <a:pt x="2995" y="4878"/>
                </a:lnTo>
                <a:lnTo>
                  <a:pt x="3102" y="4964"/>
                </a:lnTo>
                <a:lnTo>
                  <a:pt x="3102" y="4964"/>
                </a:lnTo>
                <a:lnTo>
                  <a:pt x="3124" y="5028"/>
                </a:lnTo>
                <a:lnTo>
                  <a:pt x="3167" y="5157"/>
                </a:lnTo>
                <a:lnTo>
                  <a:pt x="3188" y="5285"/>
                </a:lnTo>
                <a:lnTo>
                  <a:pt x="3188" y="5328"/>
                </a:lnTo>
                <a:lnTo>
                  <a:pt x="3167" y="5349"/>
                </a:lnTo>
                <a:lnTo>
                  <a:pt x="3167" y="5349"/>
                </a:lnTo>
                <a:close/>
                <a:moveTo>
                  <a:pt x="4279" y="3787"/>
                </a:moveTo>
                <a:lnTo>
                  <a:pt x="4279" y="3787"/>
                </a:lnTo>
                <a:lnTo>
                  <a:pt x="4322" y="3744"/>
                </a:lnTo>
                <a:lnTo>
                  <a:pt x="4365" y="3702"/>
                </a:lnTo>
                <a:lnTo>
                  <a:pt x="4429" y="3595"/>
                </a:lnTo>
                <a:lnTo>
                  <a:pt x="4450" y="3552"/>
                </a:lnTo>
                <a:lnTo>
                  <a:pt x="4493" y="3530"/>
                </a:lnTo>
                <a:lnTo>
                  <a:pt x="4557" y="3530"/>
                </a:lnTo>
                <a:lnTo>
                  <a:pt x="4621" y="3573"/>
                </a:lnTo>
                <a:lnTo>
                  <a:pt x="4621" y="3573"/>
                </a:lnTo>
                <a:lnTo>
                  <a:pt x="4686" y="3616"/>
                </a:lnTo>
                <a:lnTo>
                  <a:pt x="4728" y="3680"/>
                </a:lnTo>
                <a:lnTo>
                  <a:pt x="4814" y="3809"/>
                </a:lnTo>
                <a:lnTo>
                  <a:pt x="4857" y="3873"/>
                </a:lnTo>
                <a:lnTo>
                  <a:pt x="4921" y="3894"/>
                </a:lnTo>
                <a:lnTo>
                  <a:pt x="5007" y="3916"/>
                </a:lnTo>
                <a:lnTo>
                  <a:pt x="5114" y="3894"/>
                </a:lnTo>
                <a:lnTo>
                  <a:pt x="5114" y="3894"/>
                </a:lnTo>
                <a:lnTo>
                  <a:pt x="5199" y="3851"/>
                </a:lnTo>
                <a:lnTo>
                  <a:pt x="5242" y="3809"/>
                </a:lnTo>
                <a:lnTo>
                  <a:pt x="5349" y="3702"/>
                </a:lnTo>
                <a:lnTo>
                  <a:pt x="5456" y="3637"/>
                </a:lnTo>
                <a:lnTo>
                  <a:pt x="5499" y="3616"/>
                </a:lnTo>
                <a:lnTo>
                  <a:pt x="5563" y="3637"/>
                </a:lnTo>
                <a:lnTo>
                  <a:pt x="5563" y="3637"/>
                </a:lnTo>
                <a:lnTo>
                  <a:pt x="5606" y="3680"/>
                </a:lnTo>
                <a:lnTo>
                  <a:pt x="5670" y="3766"/>
                </a:lnTo>
                <a:lnTo>
                  <a:pt x="5713" y="3851"/>
                </a:lnTo>
                <a:lnTo>
                  <a:pt x="5777" y="3916"/>
                </a:lnTo>
                <a:lnTo>
                  <a:pt x="5777" y="3916"/>
                </a:lnTo>
                <a:lnTo>
                  <a:pt x="5841" y="3958"/>
                </a:lnTo>
                <a:lnTo>
                  <a:pt x="5905" y="4001"/>
                </a:lnTo>
                <a:lnTo>
                  <a:pt x="5969" y="4023"/>
                </a:lnTo>
                <a:lnTo>
                  <a:pt x="6055" y="4023"/>
                </a:lnTo>
                <a:lnTo>
                  <a:pt x="6055" y="4023"/>
                </a:lnTo>
                <a:lnTo>
                  <a:pt x="6119" y="3980"/>
                </a:lnTo>
                <a:lnTo>
                  <a:pt x="6162" y="3937"/>
                </a:lnTo>
                <a:lnTo>
                  <a:pt x="6248" y="3809"/>
                </a:lnTo>
                <a:lnTo>
                  <a:pt x="6333" y="3702"/>
                </a:lnTo>
                <a:lnTo>
                  <a:pt x="6376" y="3637"/>
                </a:lnTo>
                <a:lnTo>
                  <a:pt x="6419" y="3616"/>
                </a:lnTo>
                <a:lnTo>
                  <a:pt x="6419" y="3616"/>
                </a:lnTo>
                <a:lnTo>
                  <a:pt x="6483" y="3595"/>
                </a:lnTo>
                <a:lnTo>
                  <a:pt x="6547" y="3616"/>
                </a:lnTo>
                <a:lnTo>
                  <a:pt x="6697" y="3723"/>
                </a:lnTo>
                <a:lnTo>
                  <a:pt x="6847" y="3830"/>
                </a:lnTo>
                <a:lnTo>
                  <a:pt x="6911" y="3873"/>
                </a:lnTo>
                <a:lnTo>
                  <a:pt x="6996" y="3873"/>
                </a:lnTo>
                <a:lnTo>
                  <a:pt x="6996" y="3873"/>
                </a:lnTo>
                <a:lnTo>
                  <a:pt x="7103" y="3873"/>
                </a:lnTo>
                <a:lnTo>
                  <a:pt x="7168" y="3851"/>
                </a:lnTo>
                <a:lnTo>
                  <a:pt x="7210" y="3809"/>
                </a:lnTo>
                <a:lnTo>
                  <a:pt x="7253" y="3766"/>
                </a:lnTo>
                <a:lnTo>
                  <a:pt x="7339" y="3637"/>
                </a:lnTo>
                <a:lnTo>
                  <a:pt x="7424" y="3509"/>
                </a:lnTo>
                <a:lnTo>
                  <a:pt x="7424" y="3509"/>
                </a:lnTo>
                <a:lnTo>
                  <a:pt x="7510" y="3423"/>
                </a:lnTo>
                <a:lnTo>
                  <a:pt x="7574" y="3317"/>
                </a:lnTo>
                <a:lnTo>
                  <a:pt x="7595" y="3274"/>
                </a:lnTo>
                <a:lnTo>
                  <a:pt x="7595" y="3210"/>
                </a:lnTo>
                <a:lnTo>
                  <a:pt x="7574" y="3167"/>
                </a:lnTo>
                <a:lnTo>
                  <a:pt x="7489" y="3103"/>
                </a:lnTo>
                <a:lnTo>
                  <a:pt x="7489" y="3103"/>
                </a:lnTo>
                <a:lnTo>
                  <a:pt x="7403" y="3081"/>
                </a:lnTo>
                <a:lnTo>
                  <a:pt x="7339" y="3103"/>
                </a:lnTo>
                <a:lnTo>
                  <a:pt x="7275" y="3124"/>
                </a:lnTo>
                <a:lnTo>
                  <a:pt x="7232" y="3167"/>
                </a:lnTo>
                <a:lnTo>
                  <a:pt x="7125" y="3295"/>
                </a:lnTo>
                <a:lnTo>
                  <a:pt x="7082" y="3338"/>
                </a:lnTo>
                <a:lnTo>
                  <a:pt x="7018" y="3359"/>
                </a:lnTo>
                <a:lnTo>
                  <a:pt x="7018" y="3359"/>
                </a:lnTo>
                <a:lnTo>
                  <a:pt x="6975" y="3359"/>
                </a:lnTo>
                <a:lnTo>
                  <a:pt x="6911" y="3338"/>
                </a:lnTo>
                <a:lnTo>
                  <a:pt x="6825" y="3252"/>
                </a:lnTo>
                <a:lnTo>
                  <a:pt x="6740" y="3167"/>
                </a:lnTo>
                <a:lnTo>
                  <a:pt x="6697" y="3145"/>
                </a:lnTo>
                <a:lnTo>
                  <a:pt x="6633" y="3124"/>
                </a:lnTo>
                <a:lnTo>
                  <a:pt x="6633" y="3124"/>
                </a:lnTo>
                <a:lnTo>
                  <a:pt x="6547" y="3103"/>
                </a:lnTo>
                <a:lnTo>
                  <a:pt x="6462" y="3124"/>
                </a:lnTo>
                <a:lnTo>
                  <a:pt x="6376" y="3167"/>
                </a:lnTo>
                <a:lnTo>
                  <a:pt x="6312" y="3210"/>
                </a:lnTo>
                <a:lnTo>
                  <a:pt x="6183" y="3317"/>
                </a:lnTo>
                <a:lnTo>
                  <a:pt x="6119" y="3359"/>
                </a:lnTo>
                <a:lnTo>
                  <a:pt x="6055" y="3381"/>
                </a:lnTo>
                <a:lnTo>
                  <a:pt x="6055" y="3381"/>
                </a:lnTo>
                <a:lnTo>
                  <a:pt x="5991" y="3359"/>
                </a:lnTo>
                <a:lnTo>
                  <a:pt x="5948" y="3338"/>
                </a:lnTo>
                <a:lnTo>
                  <a:pt x="5841" y="3252"/>
                </a:lnTo>
                <a:lnTo>
                  <a:pt x="5755" y="3145"/>
                </a:lnTo>
                <a:lnTo>
                  <a:pt x="5691" y="3124"/>
                </a:lnTo>
                <a:lnTo>
                  <a:pt x="5627" y="3103"/>
                </a:lnTo>
                <a:lnTo>
                  <a:pt x="5627" y="3103"/>
                </a:lnTo>
                <a:lnTo>
                  <a:pt x="5542" y="3103"/>
                </a:lnTo>
                <a:lnTo>
                  <a:pt x="5456" y="3124"/>
                </a:lnTo>
                <a:lnTo>
                  <a:pt x="5392" y="3167"/>
                </a:lnTo>
                <a:lnTo>
                  <a:pt x="5328" y="3231"/>
                </a:lnTo>
                <a:lnTo>
                  <a:pt x="5199" y="3359"/>
                </a:lnTo>
                <a:lnTo>
                  <a:pt x="5135" y="3423"/>
                </a:lnTo>
                <a:lnTo>
                  <a:pt x="5071" y="3466"/>
                </a:lnTo>
                <a:lnTo>
                  <a:pt x="5071" y="3466"/>
                </a:lnTo>
                <a:lnTo>
                  <a:pt x="5007" y="3466"/>
                </a:lnTo>
                <a:lnTo>
                  <a:pt x="4964" y="3466"/>
                </a:lnTo>
                <a:lnTo>
                  <a:pt x="4921" y="3423"/>
                </a:lnTo>
                <a:lnTo>
                  <a:pt x="4878" y="3381"/>
                </a:lnTo>
                <a:lnTo>
                  <a:pt x="4793" y="3295"/>
                </a:lnTo>
                <a:lnTo>
                  <a:pt x="4728" y="3252"/>
                </a:lnTo>
                <a:lnTo>
                  <a:pt x="4664" y="3210"/>
                </a:lnTo>
                <a:lnTo>
                  <a:pt x="4664" y="3210"/>
                </a:lnTo>
                <a:lnTo>
                  <a:pt x="4600" y="3188"/>
                </a:lnTo>
                <a:lnTo>
                  <a:pt x="4515" y="3188"/>
                </a:lnTo>
                <a:lnTo>
                  <a:pt x="4429" y="3210"/>
                </a:lnTo>
                <a:lnTo>
                  <a:pt x="4365" y="3231"/>
                </a:lnTo>
                <a:lnTo>
                  <a:pt x="4236" y="3338"/>
                </a:lnTo>
                <a:lnTo>
                  <a:pt x="4151" y="3466"/>
                </a:lnTo>
                <a:lnTo>
                  <a:pt x="4151" y="3466"/>
                </a:lnTo>
                <a:lnTo>
                  <a:pt x="4087" y="3595"/>
                </a:lnTo>
                <a:lnTo>
                  <a:pt x="4087" y="3659"/>
                </a:lnTo>
                <a:lnTo>
                  <a:pt x="4087" y="3723"/>
                </a:lnTo>
                <a:lnTo>
                  <a:pt x="4087" y="3787"/>
                </a:lnTo>
                <a:lnTo>
                  <a:pt x="4129" y="3830"/>
                </a:lnTo>
                <a:lnTo>
                  <a:pt x="4194" y="3830"/>
                </a:lnTo>
                <a:lnTo>
                  <a:pt x="4279" y="3787"/>
                </a:lnTo>
                <a:lnTo>
                  <a:pt x="4279" y="3787"/>
                </a:lnTo>
                <a:close/>
                <a:moveTo>
                  <a:pt x="4921" y="4643"/>
                </a:moveTo>
                <a:lnTo>
                  <a:pt x="4921" y="4643"/>
                </a:lnTo>
                <a:lnTo>
                  <a:pt x="6996" y="4557"/>
                </a:lnTo>
                <a:lnTo>
                  <a:pt x="6996" y="4557"/>
                </a:lnTo>
                <a:lnTo>
                  <a:pt x="7168" y="4557"/>
                </a:lnTo>
                <a:lnTo>
                  <a:pt x="7424" y="4536"/>
                </a:lnTo>
                <a:lnTo>
                  <a:pt x="7553" y="4493"/>
                </a:lnTo>
                <a:lnTo>
                  <a:pt x="7638" y="4450"/>
                </a:lnTo>
                <a:lnTo>
                  <a:pt x="7660" y="4429"/>
                </a:lnTo>
                <a:lnTo>
                  <a:pt x="7681" y="4386"/>
                </a:lnTo>
                <a:lnTo>
                  <a:pt x="7681" y="4344"/>
                </a:lnTo>
                <a:lnTo>
                  <a:pt x="7660" y="4279"/>
                </a:lnTo>
                <a:lnTo>
                  <a:pt x="7660" y="4279"/>
                </a:lnTo>
                <a:lnTo>
                  <a:pt x="7638" y="4237"/>
                </a:lnTo>
                <a:lnTo>
                  <a:pt x="7595" y="4215"/>
                </a:lnTo>
                <a:lnTo>
                  <a:pt x="7510" y="4172"/>
                </a:lnTo>
                <a:lnTo>
                  <a:pt x="7403" y="4151"/>
                </a:lnTo>
                <a:lnTo>
                  <a:pt x="7253" y="4151"/>
                </a:lnTo>
                <a:lnTo>
                  <a:pt x="6996" y="4194"/>
                </a:lnTo>
                <a:lnTo>
                  <a:pt x="6804" y="4215"/>
                </a:lnTo>
                <a:lnTo>
                  <a:pt x="6804" y="4215"/>
                </a:lnTo>
                <a:lnTo>
                  <a:pt x="5734" y="4258"/>
                </a:lnTo>
                <a:lnTo>
                  <a:pt x="4664" y="4301"/>
                </a:lnTo>
                <a:lnTo>
                  <a:pt x="4664" y="4301"/>
                </a:lnTo>
                <a:lnTo>
                  <a:pt x="4515" y="4301"/>
                </a:lnTo>
                <a:lnTo>
                  <a:pt x="4279" y="4322"/>
                </a:lnTo>
                <a:lnTo>
                  <a:pt x="4172" y="4344"/>
                </a:lnTo>
                <a:lnTo>
                  <a:pt x="4087" y="4386"/>
                </a:lnTo>
                <a:lnTo>
                  <a:pt x="4065" y="4408"/>
                </a:lnTo>
                <a:lnTo>
                  <a:pt x="4044" y="4450"/>
                </a:lnTo>
                <a:lnTo>
                  <a:pt x="4044" y="4493"/>
                </a:lnTo>
                <a:lnTo>
                  <a:pt x="4065" y="4536"/>
                </a:lnTo>
                <a:lnTo>
                  <a:pt x="4065" y="4536"/>
                </a:lnTo>
                <a:lnTo>
                  <a:pt x="4108" y="4600"/>
                </a:lnTo>
                <a:lnTo>
                  <a:pt x="4215" y="4643"/>
                </a:lnTo>
                <a:lnTo>
                  <a:pt x="4322" y="4664"/>
                </a:lnTo>
                <a:lnTo>
                  <a:pt x="4450" y="4664"/>
                </a:lnTo>
                <a:lnTo>
                  <a:pt x="4728" y="4643"/>
                </a:lnTo>
                <a:lnTo>
                  <a:pt x="4921" y="4643"/>
                </a:lnTo>
                <a:lnTo>
                  <a:pt x="4921" y="4643"/>
                </a:lnTo>
                <a:close/>
                <a:moveTo>
                  <a:pt x="6419" y="5477"/>
                </a:moveTo>
                <a:lnTo>
                  <a:pt x="6419" y="5477"/>
                </a:lnTo>
                <a:lnTo>
                  <a:pt x="6141" y="5456"/>
                </a:lnTo>
                <a:lnTo>
                  <a:pt x="5884" y="5477"/>
                </a:lnTo>
                <a:lnTo>
                  <a:pt x="5349" y="5499"/>
                </a:lnTo>
                <a:lnTo>
                  <a:pt x="5349" y="5499"/>
                </a:lnTo>
                <a:lnTo>
                  <a:pt x="4878" y="5520"/>
                </a:lnTo>
                <a:lnTo>
                  <a:pt x="4643" y="5542"/>
                </a:lnTo>
                <a:lnTo>
                  <a:pt x="4408" y="5606"/>
                </a:lnTo>
                <a:lnTo>
                  <a:pt x="4408" y="5606"/>
                </a:lnTo>
                <a:lnTo>
                  <a:pt x="4279" y="5649"/>
                </a:lnTo>
                <a:lnTo>
                  <a:pt x="4194" y="5713"/>
                </a:lnTo>
                <a:lnTo>
                  <a:pt x="4172" y="5756"/>
                </a:lnTo>
                <a:lnTo>
                  <a:pt x="4172" y="5798"/>
                </a:lnTo>
                <a:lnTo>
                  <a:pt x="4194" y="5841"/>
                </a:lnTo>
                <a:lnTo>
                  <a:pt x="4258" y="5884"/>
                </a:lnTo>
                <a:lnTo>
                  <a:pt x="4258" y="5884"/>
                </a:lnTo>
                <a:lnTo>
                  <a:pt x="4343" y="5905"/>
                </a:lnTo>
                <a:lnTo>
                  <a:pt x="4472" y="5884"/>
                </a:lnTo>
                <a:lnTo>
                  <a:pt x="4707" y="5841"/>
                </a:lnTo>
                <a:lnTo>
                  <a:pt x="4707" y="5841"/>
                </a:lnTo>
                <a:lnTo>
                  <a:pt x="4985" y="5841"/>
                </a:lnTo>
                <a:lnTo>
                  <a:pt x="5263" y="5820"/>
                </a:lnTo>
                <a:lnTo>
                  <a:pt x="5263" y="5820"/>
                </a:lnTo>
                <a:lnTo>
                  <a:pt x="6162" y="5798"/>
                </a:lnTo>
                <a:lnTo>
                  <a:pt x="7061" y="5777"/>
                </a:lnTo>
                <a:lnTo>
                  <a:pt x="7061" y="5777"/>
                </a:lnTo>
                <a:lnTo>
                  <a:pt x="7210" y="5777"/>
                </a:lnTo>
                <a:lnTo>
                  <a:pt x="7382" y="5734"/>
                </a:lnTo>
                <a:lnTo>
                  <a:pt x="7446" y="5691"/>
                </a:lnTo>
                <a:lnTo>
                  <a:pt x="7489" y="5649"/>
                </a:lnTo>
                <a:lnTo>
                  <a:pt x="7489" y="5584"/>
                </a:lnTo>
                <a:lnTo>
                  <a:pt x="7403" y="5499"/>
                </a:lnTo>
                <a:lnTo>
                  <a:pt x="7403" y="5499"/>
                </a:lnTo>
                <a:lnTo>
                  <a:pt x="7339" y="5456"/>
                </a:lnTo>
                <a:lnTo>
                  <a:pt x="7210" y="5413"/>
                </a:lnTo>
                <a:lnTo>
                  <a:pt x="7082" y="5413"/>
                </a:lnTo>
                <a:lnTo>
                  <a:pt x="6932" y="5413"/>
                </a:lnTo>
                <a:lnTo>
                  <a:pt x="6419" y="5477"/>
                </a:lnTo>
                <a:lnTo>
                  <a:pt x="6419" y="5477"/>
                </a:lnTo>
                <a:close/>
                <a:moveTo>
                  <a:pt x="6911" y="4857"/>
                </a:moveTo>
                <a:lnTo>
                  <a:pt x="6911" y="4857"/>
                </a:lnTo>
                <a:lnTo>
                  <a:pt x="5884" y="4921"/>
                </a:lnTo>
                <a:lnTo>
                  <a:pt x="5370" y="4964"/>
                </a:lnTo>
                <a:lnTo>
                  <a:pt x="4835" y="4985"/>
                </a:lnTo>
                <a:lnTo>
                  <a:pt x="4835" y="4985"/>
                </a:lnTo>
                <a:lnTo>
                  <a:pt x="4707" y="4985"/>
                </a:lnTo>
                <a:lnTo>
                  <a:pt x="4515" y="4985"/>
                </a:lnTo>
                <a:lnTo>
                  <a:pt x="4408" y="5007"/>
                </a:lnTo>
                <a:lnTo>
                  <a:pt x="4322" y="5028"/>
                </a:lnTo>
                <a:lnTo>
                  <a:pt x="4258" y="5071"/>
                </a:lnTo>
                <a:lnTo>
                  <a:pt x="4258" y="5092"/>
                </a:lnTo>
                <a:lnTo>
                  <a:pt x="4258" y="5135"/>
                </a:lnTo>
                <a:lnTo>
                  <a:pt x="4258" y="5135"/>
                </a:lnTo>
                <a:lnTo>
                  <a:pt x="4258" y="5157"/>
                </a:lnTo>
                <a:lnTo>
                  <a:pt x="4301" y="5178"/>
                </a:lnTo>
                <a:lnTo>
                  <a:pt x="4386" y="5199"/>
                </a:lnTo>
                <a:lnTo>
                  <a:pt x="4664" y="5221"/>
                </a:lnTo>
                <a:lnTo>
                  <a:pt x="5156" y="5199"/>
                </a:lnTo>
                <a:lnTo>
                  <a:pt x="5156" y="5199"/>
                </a:lnTo>
                <a:lnTo>
                  <a:pt x="5413" y="5199"/>
                </a:lnTo>
                <a:lnTo>
                  <a:pt x="6012" y="5178"/>
                </a:lnTo>
                <a:lnTo>
                  <a:pt x="7018" y="5135"/>
                </a:lnTo>
                <a:lnTo>
                  <a:pt x="7018" y="5135"/>
                </a:lnTo>
                <a:lnTo>
                  <a:pt x="7189" y="5135"/>
                </a:lnTo>
                <a:lnTo>
                  <a:pt x="7467" y="5135"/>
                </a:lnTo>
                <a:lnTo>
                  <a:pt x="7595" y="5114"/>
                </a:lnTo>
                <a:lnTo>
                  <a:pt x="7681" y="5071"/>
                </a:lnTo>
                <a:lnTo>
                  <a:pt x="7724" y="5050"/>
                </a:lnTo>
                <a:lnTo>
                  <a:pt x="7724" y="5007"/>
                </a:lnTo>
                <a:lnTo>
                  <a:pt x="7745" y="4985"/>
                </a:lnTo>
                <a:lnTo>
                  <a:pt x="7724" y="4943"/>
                </a:lnTo>
                <a:lnTo>
                  <a:pt x="7724" y="4943"/>
                </a:lnTo>
                <a:lnTo>
                  <a:pt x="7660" y="4878"/>
                </a:lnTo>
                <a:lnTo>
                  <a:pt x="7574" y="4836"/>
                </a:lnTo>
                <a:lnTo>
                  <a:pt x="7467" y="4814"/>
                </a:lnTo>
                <a:lnTo>
                  <a:pt x="7339" y="4814"/>
                </a:lnTo>
                <a:lnTo>
                  <a:pt x="7082" y="4836"/>
                </a:lnTo>
                <a:lnTo>
                  <a:pt x="6911" y="4857"/>
                </a:lnTo>
                <a:lnTo>
                  <a:pt x="6911" y="4857"/>
                </a:lnTo>
                <a:close/>
                <a:moveTo>
                  <a:pt x="6697" y="6141"/>
                </a:moveTo>
                <a:lnTo>
                  <a:pt x="6697" y="6141"/>
                </a:lnTo>
                <a:lnTo>
                  <a:pt x="6526" y="6184"/>
                </a:lnTo>
                <a:lnTo>
                  <a:pt x="6376" y="6269"/>
                </a:lnTo>
                <a:lnTo>
                  <a:pt x="6312" y="6312"/>
                </a:lnTo>
                <a:lnTo>
                  <a:pt x="6269" y="6376"/>
                </a:lnTo>
                <a:lnTo>
                  <a:pt x="6226" y="6462"/>
                </a:lnTo>
                <a:lnTo>
                  <a:pt x="6226" y="6547"/>
                </a:lnTo>
                <a:lnTo>
                  <a:pt x="6226" y="6547"/>
                </a:lnTo>
                <a:lnTo>
                  <a:pt x="6226" y="6611"/>
                </a:lnTo>
                <a:lnTo>
                  <a:pt x="6248" y="6697"/>
                </a:lnTo>
                <a:lnTo>
                  <a:pt x="6290" y="6740"/>
                </a:lnTo>
                <a:lnTo>
                  <a:pt x="6355" y="6783"/>
                </a:lnTo>
                <a:lnTo>
                  <a:pt x="6483" y="6847"/>
                </a:lnTo>
                <a:lnTo>
                  <a:pt x="6633" y="6868"/>
                </a:lnTo>
                <a:lnTo>
                  <a:pt x="6633" y="6868"/>
                </a:lnTo>
                <a:lnTo>
                  <a:pt x="6740" y="6847"/>
                </a:lnTo>
                <a:lnTo>
                  <a:pt x="6825" y="6825"/>
                </a:lnTo>
                <a:lnTo>
                  <a:pt x="6889" y="6804"/>
                </a:lnTo>
                <a:lnTo>
                  <a:pt x="6954" y="6761"/>
                </a:lnTo>
                <a:lnTo>
                  <a:pt x="7018" y="6697"/>
                </a:lnTo>
                <a:lnTo>
                  <a:pt x="7039" y="6654"/>
                </a:lnTo>
                <a:lnTo>
                  <a:pt x="7082" y="6590"/>
                </a:lnTo>
                <a:lnTo>
                  <a:pt x="7082" y="6526"/>
                </a:lnTo>
                <a:lnTo>
                  <a:pt x="7082" y="6462"/>
                </a:lnTo>
                <a:lnTo>
                  <a:pt x="7082" y="6397"/>
                </a:lnTo>
                <a:lnTo>
                  <a:pt x="7061" y="6333"/>
                </a:lnTo>
                <a:lnTo>
                  <a:pt x="7018" y="6291"/>
                </a:lnTo>
                <a:lnTo>
                  <a:pt x="6954" y="6248"/>
                </a:lnTo>
                <a:lnTo>
                  <a:pt x="6889" y="6205"/>
                </a:lnTo>
                <a:lnTo>
                  <a:pt x="6804" y="6162"/>
                </a:lnTo>
                <a:lnTo>
                  <a:pt x="6697" y="6141"/>
                </a:lnTo>
                <a:lnTo>
                  <a:pt x="6697" y="6141"/>
                </a:lnTo>
                <a:close/>
                <a:moveTo>
                  <a:pt x="4686" y="1134"/>
                </a:moveTo>
                <a:lnTo>
                  <a:pt x="4686" y="1134"/>
                </a:lnTo>
                <a:lnTo>
                  <a:pt x="4686" y="1070"/>
                </a:lnTo>
                <a:lnTo>
                  <a:pt x="4664" y="1027"/>
                </a:lnTo>
                <a:lnTo>
                  <a:pt x="4643" y="984"/>
                </a:lnTo>
                <a:lnTo>
                  <a:pt x="4600" y="942"/>
                </a:lnTo>
                <a:lnTo>
                  <a:pt x="4493" y="899"/>
                </a:lnTo>
                <a:lnTo>
                  <a:pt x="4386" y="899"/>
                </a:lnTo>
                <a:lnTo>
                  <a:pt x="4279" y="920"/>
                </a:lnTo>
                <a:lnTo>
                  <a:pt x="4194" y="963"/>
                </a:lnTo>
                <a:lnTo>
                  <a:pt x="4108" y="1049"/>
                </a:lnTo>
                <a:lnTo>
                  <a:pt x="4108" y="1113"/>
                </a:lnTo>
                <a:lnTo>
                  <a:pt x="4087" y="1177"/>
                </a:lnTo>
                <a:lnTo>
                  <a:pt x="4087" y="1177"/>
                </a:lnTo>
                <a:lnTo>
                  <a:pt x="4087" y="1241"/>
                </a:lnTo>
                <a:lnTo>
                  <a:pt x="4108" y="1284"/>
                </a:lnTo>
                <a:lnTo>
                  <a:pt x="4151" y="1327"/>
                </a:lnTo>
                <a:lnTo>
                  <a:pt x="4172" y="1369"/>
                </a:lnTo>
                <a:lnTo>
                  <a:pt x="4279" y="1412"/>
                </a:lnTo>
                <a:lnTo>
                  <a:pt x="4386" y="1412"/>
                </a:lnTo>
                <a:lnTo>
                  <a:pt x="4493" y="1391"/>
                </a:lnTo>
                <a:lnTo>
                  <a:pt x="4579" y="1327"/>
                </a:lnTo>
                <a:lnTo>
                  <a:pt x="4664" y="1241"/>
                </a:lnTo>
                <a:lnTo>
                  <a:pt x="4686" y="1198"/>
                </a:lnTo>
                <a:lnTo>
                  <a:pt x="4686" y="1134"/>
                </a:lnTo>
                <a:lnTo>
                  <a:pt x="4686" y="1134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8"/>
          <p:cNvSpPr/>
          <p:nvPr/>
        </p:nvSpPr>
        <p:spPr>
          <a:xfrm>
            <a:off x="1850113" y="1950406"/>
            <a:ext cx="241144" cy="234793"/>
          </a:xfrm>
          <a:custGeom>
            <a:rect b="b" l="l" r="r" t="t"/>
            <a:pathLst>
              <a:path extrusionOk="0" h="8688" w="8923">
                <a:moveTo>
                  <a:pt x="2161" y="1113"/>
                </a:moveTo>
                <a:lnTo>
                  <a:pt x="2182" y="1134"/>
                </a:lnTo>
                <a:lnTo>
                  <a:pt x="2118" y="1134"/>
                </a:lnTo>
                <a:lnTo>
                  <a:pt x="2161" y="1113"/>
                </a:lnTo>
                <a:close/>
                <a:moveTo>
                  <a:pt x="2439" y="985"/>
                </a:moveTo>
                <a:lnTo>
                  <a:pt x="2461" y="1027"/>
                </a:lnTo>
                <a:lnTo>
                  <a:pt x="2525" y="1134"/>
                </a:lnTo>
                <a:lnTo>
                  <a:pt x="2418" y="1070"/>
                </a:lnTo>
                <a:lnTo>
                  <a:pt x="2396" y="1049"/>
                </a:lnTo>
                <a:lnTo>
                  <a:pt x="2418" y="985"/>
                </a:lnTo>
                <a:close/>
                <a:moveTo>
                  <a:pt x="6076" y="728"/>
                </a:moveTo>
                <a:lnTo>
                  <a:pt x="6119" y="749"/>
                </a:lnTo>
                <a:lnTo>
                  <a:pt x="6269" y="899"/>
                </a:lnTo>
                <a:lnTo>
                  <a:pt x="6419" y="1070"/>
                </a:lnTo>
                <a:lnTo>
                  <a:pt x="6526" y="1177"/>
                </a:lnTo>
                <a:lnTo>
                  <a:pt x="6504" y="1177"/>
                </a:lnTo>
                <a:lnTo>
                  <a:pt x="6483" y="1156"/>
                </a:lnTo>
                <a:lnTo>
                  <a:pt x="6440" y="1092"/>
                </a:lnTo>
                <a:lnTo>
                  <a:pt x="6312" y="1049"/>
                </a:lnTo>
                <a:lnTo>
                  <a:pt x="6183" y="985"/>
                </a:lnTo>
                <a:lnTo>
                  <a:pt x="6119" y="942"/>
                </a:lnTo>
                <a:lnTo>
                  <a:pt x="6076" y="878"/>
                </a:lnTo>
                <a:lnTo>
                  <a:pt x="6055" y="813"/>
                </a:lnTo>
                <a:lnTo>
                  <a:pt x="6055" y="749"/>
                </a:lnTo>
                <a:lnTo>
                  <a:pt x="6055" y="728"/>
                </a:lnTo>
                <a:close/>
                <a:moveTo>
                  <a:pt x="4878" y="450"/>
                </a:moveTo>
                <a:lnTo>
                  <a:pt x="5135" y="471"/>
                </a:lnTo>
                <a:lnTo>
                  <a:pt x="5370" y="492"/>
                </a:lnTo>
                <a:lnTo>
                  <a:pt x="5499" y="492"/>
                </a:lnTo>
                <a:lnTo>
                  <a:pt x="5563" y="514"/>
                </a:lnTo>
                <a:lnTo>
                  <a:pt x="5584" y="535"/>
                </a:lnTo>
                <a:lnTo>
                  <a:pt x="5606" y="578"/>
                </a:lnTo>
                <a:lnTo>
                  <a:pt x="5627" y="599"/>
                </a:lnTo>
                <a:lnTo>
                  <a:pt x="5627" y="685"/>
                </a:lnTo>
                <a:lnTo>
                  <a:pt x="5606" y="771"/>
                </a:lnTo>
                <a:lnTo>
                  <a:pt x="5584" y="835"/>
                </a:lnTo>
                <a:lnTo>
                  <a:pt x="5606" y="942"/>
                </a:lnTo>
                <a:lnTo>
                  <a:pt x="5627" y="1027"/>
                </a:lnTo>
                <a:lnTo>
                  <a:pt x="5649" y="1113"/>
                </a:lnTo>
                <a:lnTo>
                  <a:pt x="5670" y="1199"/>
                </a:lnTo>
                <a:lnTo>
                  <a:pt x="5670" y="1284"/>
                </a:lnTo>
                <a:lnTo>
                  <a:pt x="5649" y="1391"/>
                </a:lnTo>
                <a:lnTo>
                  <a:pt x="5627" y="1455"/>
                </a:lnTo>
                <a:lnTo>
                  <a:pt x="5563" y="1541"/>
                </a:lnTo>
                <a:lnTo>
                  <a:pt x="5435" y="1669"/>
                </a:lnTo>
                <a:lnTo>
                  <a:pt x="5349" y="1733"/>
                </a:lnTo>
                <a:lnTo>
                  <a:pt x="5285" y="1776"/>
                </a:lnTo>
                <a:lnTo>
                  <a:pt x="5178" y="1798"/>
                </a:lnTo>
                <a:lnTo>
                  <a:pt x="5071" y="1798"/>
                </a:lnTo>
                <a:lnTo>
                  <a:pt x="4835" y="1755"/>
                </a:lnTo>
                <a:lnTo>
                  <a:pt x="4600" y="1712"/>
                </a:lnTo>
                <a:lnTo>
                  <a:pt x="4386" y="1691"/>
                </a:lnTo>
                <a:lnTo>
                  <a:pt x="3787" y="1691"/>
                </a:lnTo>
                <a:lnTo>
                  <a:pt x="3701" y="1648"/>
                </a:lnTo>
                <a:lnTo>
                  <a:pt x="3595" y="1605"/>
                </a:lnTo>
                <a:lnTo>
                  <a:pt x="3423" y="1519"/>
                </a:lnTo>
                <a:lnTo>
                  <a:pt x="3252" y="1413"/>
                </a:lnTo>
                <a:lnTo>
                  <a:pt x="3188" y="1348"/>
                </a:lnTo>
                <a:lnTo>
                  <a:pt x="3124" y="1284"/>
                </a:lnTo>
                <a:lnTo>
                  <a:pt x="3124" y="1199"/>
                </a:lnTo>
                <a:lnTo>
                  <a:pt x="3145" y="1092"/>
                </a:lnTo>
                <a:lnTo>
                  <a:pt x="3231" y="899"/>
                </a:lnTo>
                <a:lnTo>
                  <a:pt x="3295" y="792"/>
                </a:lnTo>
                <a:lnTo>
                  <a:pt x="3338" y="685"/>
                </a:lnTo>
                <a:lnTo>
                  <a:pt x="3423" y="642"/>
                </a:lnTo>
                <a:lnTo>
                  <a:pt x="3509" y="621"/>
                </a:lnTo>
                <a:lnTo>
                  <a:pt x="3680" y="578"/>
                </a:lnTo>
                <a:lnTo>
                  <a:pt x="4151" y="492"/>
                </a:lnTo>
                <a:lnTo>
                  <a:pt x="4365" y="450"/>
                </a:lnTo>
                <a:close/>
                <a:moveTo>
                  <a:pt x="4087" y="2247"/>
                </a:moveTo>
                <a:lnTo>
                  <a:pt x="4129" y="2268"/>
                </a:lnTo>
                <a:lnTo>
                  <a:pt x="4151" y="2290"/>
                </a:lnTo>
                <a:lnTo>
                  <a:pt x="4129" y="2375"/>
                </a:lnTo>
                <a:lnTo>
                  <a:pt x="4087" y="2504"/>
                </a:lnTo>
                <a:lnTo>
                  <a:pt x="4022" y="2611"/>
                </a:lnTo>
                <a:lnTo>
                  <a:pt x="3851" y="2867"/>
                </a:lnTo>
                <a:lnTo>
                  <a:pt x="3787" y="2953"/>
                </a:lnTo>
                <a:lnTo>
                  <a:pt x="3766" y="3017"/>
                </a:lnTo>
                <a:lnTo>
                  <a:pt x="3744" y="3039"/>
                </a:lnTo>
                <a:lnTo>
                  <a:pt x="3744" y="3017"/>
                </a:lnTo>
                <a:lnTo>
                  <a:pt x="3766" y="2974"/>
                </a:lnTo>
                <a:lnTo>
                  <a:pt x="3808" y="2867"/>
                </a:lnTo>
                <a:lnTo>
                  <a:pt x="3851" y="2589"/>
                </a:lnTo>
                <a:lnTo>
                  <a:pt x="3894" y="2461"/>
                </a:lnTo>
                <a:lnTo>
                  <a:pt x="3937" y="2333"/>
                </a:lnTo>
                <a:lnTo>
                  <a:pt x="4001" y="2268"/>
                </a:lnTo>
                <a:lnTo>
                  <a:pt x="4044" y="2247"/>
                </a:lnTo>
                <a:close/>
                <a:moveTo>
                  <a:pt x="5156" y="2525"/>
                </a:moveTo>
                <a:lnTo>
                  <a:pt x="5156" y="2653"/>
                </a:lnTo>
                <a:lnTo>
                  <a:pt x="5156" y="2782"/>
                </a:lnTo>
                <a:lnTo>
                  <a:pt x="5221" y="3103"/>
                </a:lnTo>
                <a:lnTo>
                  <a:pt x="5199" y="3146"/>
                </a:lnTo>
                <a:lnTo>
                  <a:pt x="5135" y="3167"/>
                </a:lnTo>
                <a:lnTo>
                  <a:pt x="5028" y="3231"/>
                </a:lnTo>
                <a:lnTo>
                  <a:pt x="4921" y="3253"/>
                </a:lnTo>
                <a:lnTo>
                  <a:pt x="4878" y="3253"/>
                </a:lnTo>
                <a:lnTo>
                  <a:pt x="4878" y="3231"/>
                </a:lnTo>
                <a:lnTo>
                  <a:pt x="4985" y="2846"/>
                </a:lnTo>
                <a:lnTo>
                  <a:pt x="5049" y="2653"/>
                </a:lnTo>
                <a:lnTo>
                  <a:pt x="5092" y="2589"/>
                </a:lnTo>
                <a:lnTo>
                  <a:pt x="5156" y="2525"/>
                </a:lnTo>
                <a:close/>
                <a:moveTo>
                  <a:pt x="7189" y="1562"/>
                </a:moveTo>
                <a:lnTo>
                  <a:pt x="7275" y="1605"/>
                </a:lnTo>
                <a:lnTo>
                  <a:pt x="7360" y="1691"/>
                </a:lnTo>
                <a:lnTo>
                  <a:pt x="7510" y="1883"/>
                </a:lnTo>
                <a:lnTo>
                  <a:pt x="7638" y="2119"/>
                </a:lnTo>
                <a:lnTo>
                  <a:pt x="7724" y="2290"/>
                </a:lnTo>
                <a:lnTo>
                  <a:pt x="7874" y="2546"/>
                </a:lnTo>
                <a:lnTo>
                  <a:pt x="7959" y="2675"/>
                </a:lnTo>
                <a:lnTo>
                  <a:pt x="8002" y="2803"/>
                </a:lnTo>
                <a:lnTo>
                  <a:pt x="8023" y="2889"/>
                </a:lnTo>
                <a:lnTo>
                  <a:pt x="8023" y="2932"/>
                </a:lnTo>
                <a:lnTo>
                  <a:pt x="8002" y="2932"/>
                </a:lnTo>
                <a:lnTo>
                  <a:pt x="7916" y="2953"/>
                </a:lnTo>
                <a:lnTo>
                  <a:pt x="7809" y="2996"/>
                </a:lnTo>
                <a:lnTo>
                  <a:pt x="7724" y="3060"/>
                </a:lnTo>
                <a:lnTo>
                  <a:pt x="7638" y="3124"/>
                </a:lnTo>
                <a:lnTo>
                  <a:pt x="7446" y="3274"/>
                </a:lnTo>
                <a:lnTo>
                  <a:pt x="7275" y="3424"/>
                </a:lnTo>
                <a:lnTo>
                  <a:pt x="7168" y="3467"/>
                </a:lnTo>
                <a:lnTo>
                  <a:pt x="7082" y="3488"/>
                </a:lnTo>
                <a:lnTo>
                  <a:pt x="7018" y="3467"/>
                </a:lnTo>
                <a:lnTo>
                  <a:pt x="6911" y="3424"/>
                </a:lnTo>
                <a:lnTo>
                  <a:pt x="6740" y="3338"/>
                </a:lnTo>
                <a:lnTo>
                  <a:pt x="6205" y="3146"/>
                </a:lnTo>
                <a:lnTo>
                  <a:pt x="5991" y="3060"/>
                </a:lnTo>
                <a:lnTo>
                  <a:pt x="5841" y="2974"/>
                </a:lnTo>
                <a:lnTo>
                  <a:pt x="5777" y="2932"/>
                </a:lnTo>
                <a:lnTo>
                  <a:pt x="5713" y="2867"/>
                </a:lnTo>
                <a:lnTo>
                  <a:pt x="5670" y="2760"/>
                </a:lnTo>
                <a:lnTo>
                  <a:pt x="5627" y="2653"/>
                </a:lnTo>
                <a:lnTo>
                  <a:pt x="5563" y="2440"/>
                </a:lnTo>
                <a:lnTo>
                  <a:pt x="5563" y="2333"/>
                </a:lnTo>
                <a:lnTo>
                  <a:pt x="5563" y="2204"/>
                </a:lnTo>
                <a:lnTo>
                  <a:pt x="5563" y="2097"/>
                </a:lnTo>
                <a:lnTo>
                  <a:pt x="5606" y="1990"/>
                </a:lnTo>
                <a:lnTo>
                  <a:pt x="5649" y="1905"/>
                </a:lnTo>
                <a:lnTo>
                  <a:pt x="5734" y="1840"/>
                </a:lnTo>
                <a:lnTo>
                  <a:pt x="5798" y="1776"/>
                </a:lnTo>
                <a:lnTo>
                  <a:pt x="5862" y="1712"/>
                </a:lnTo>
                <a:lnTo>
                  <a:pt x="5927" y="1648"/>
                </a:lnTo>
                <a:lnTo>
                  <a:pt x="5991" y="1605"/>
                </a:lnTo>
                <a:lnTo>
                  <a:pt x="6098" y="1562"/>
                </a:lnTo>
                <a:lnTo>
                  <a:pt x="6397" y="1562"/>
                </a:lnTo>
                <a:lnTo>
                  <a:pt x="6611" y="1584"/>
                </a:lnTo>
                <a:lnTo>
                  <a:pt x="6740" y="1605"/>
                </a:lnTo>
                <a:lnTo>
                  <a:pt x="6847" y="1605"/>
                </a:lnTo>
                <a:lnTo>
                  <a:pt x="7018" y="1562"/>
                </a:lnTo>
                <a:close/>
                <a:moveTo>
                  <a:pt x="4900" y="2247"/>
                </a:moveTo>
                <a:lnTo>
                  <a:pt x="4921" y="2268"/>
                </a:lnTo>
                <a:lnTo>
                  <a:pt x="4921" y="2290"/>
                </a:lnTo>
                <a:lnTo>
                  <a:pt x="4921" y="2375"/>
                </a:lnTo>
                <a:lnTo>
                  <a:pt x="4878" y="2482"/>
                </a:lnTo>
                <a:lnTo>
                  <a:pt x="4707" y="2996"/>
                </a:lnTo>
                <a:lnTo>
                  <a:pt x="4536" y="3509"/>
                </a:lnTo>
                <a:lnTo>
                  <a:pt x="4515" y="3573"/>
                </a:lnTo>
                <a:lnTo>
                  <a:pt x="4472" y="3659"/>
                </a:lnTo>
                <a:lnTo>
                  <a:pt x="4429" y="3680"/>
                </a:lnTo>
                <a:lnTo>
                  <a:pt x="4408" y="3702"/>
                </a:lnTo>
                <a:lnTo>
                  <a:pt x="4365" y="3702"/>
                </a:lnTo>
                <a:lnTo>
                  <a:pt x="4322" y="3680"/>
                </a:lnTo>
                <a:lnTo>
                  <a:pt x="4279" y="3659"/>
                </a:lnTo>
                <a:lnTo>
                  <a:pt x="4258" y="3616"/>
                </a:lnTo>
                <a:lnTo>
                  <a:pt x="4279" y="3531"/>
                </a:lnTo>
                <a:lnTo>
                  <a:pt x="4343" y="3338"/>
                </a:lnTo>
                <a:lnTo>
                  <a:pt x="4536" y="2910"/>
                </a:lnTo>
                <a:lnTo>
                  <a:pt x="4728" y="2482"/>
                </a:lnTo>
                <a:lnTo>
                  <a:pt x="4814" y="2311"/>
                </a:lnTo>
                <a:lnTo>
                  <a:pt x="4857" y="2268"/>
                </a:lnTo>
                <a:lnTo>
                  <a:pt x="4900" y="2247"/>
                </a:lnTo>
                <a:close/>
                <a:moveTo>
                  <a:pt x="2760" y="1562"/>
                </a:moveTo>
                <a:lnTo>
                  <a:pt x="2867" y="1605"/>
                </a:lnTo>
                <a:lnTo>
                  <a:pt x="2953" y="1669"/>
                </a:lnTo>
                <a:lnTo>
                  <a:pt x="3017" y="1733"/>
                </a:lnTo>
                <a:lnTo>
                  <a:pt x="3167" y="1905"/>
                </a:lnTo>
                <a:lnTo>
                  <a:pt x="3316" y="2033"/>
                </a:lnTo>
                <a:lnTo>
                  <a:pt x="3381" y="2097"/>
                </a:lnTo>
                <a:lnTo>
                  <a:pt x="3423" y="2161"/>
                </a:lnTo>
                <a:lnTo>
                  <a:pt x="3402" y="2247"/>
                </a:lnTo>
                <a:lnTo>
                  <a:pt x="3359" y="2375"/>
                </a:lnTo>
                <a:lnTo>
                  <a:pt x="3252" y="2589"/>
                </a:lnTo>
                <a:lnTo>
                  <a:pt x="3209" y="2675"/>
                </a:lnTo>
                <a:lnTo>
                  <a:pt x="3145" y="2782"/>
                </a:lnTo>
                <a:lnTo>
                  <a:pt x="2974" y="2932"/>
                </a:lnTo>
                <a:lnTo>
                  <a:pt x="2739" y="3081"/>
                </a:lnTo>
                <a:lnTo>
                  <a:pt x="2503" y="3253"/>
                </a:lnTo>
                <a:lnTo>
                  <a:pt x="2033" y="3552"/>
                </a:lnTo>
                <a:lnTo>
                  <a:pt x="1819" y="3702"/>
                </a:lnTo>
                <a:lnTo>
                  <a:pt x="1712" y="3766"/>
                </a:lnTo>
                <a:lnTo>
                  <a:pt x="1605" y="3809"/>
                </a:lnTo>
                <a:lnTo>
                  <a:pt x="1498" y="3809"/>
                </a:lnTo>
                <a:lnTo>
                  <a:pt x="1412" y="3766"/>
                </a:lnTo>
                <a:lnTo>
                  <a:pt x="1262" y="3616"/>
                </a:lnTo>
                <a:lnTo>
                  <a:pt x="1134" y="3509"/>
                </a:lnTo>
                <a:lnTo>
                  <a:pt x="941" y="3381"/>
                </a:lnTo>
                <a:lnTo>
                  <a:pt x="877" y="3317"/>
                </a:lnTo>
                <a:lnTo>
                  <a:pt x="792" y="3253"/>
                </a:lnTo>
                <a:lnTo>
                  <a:pt x="770" y="3188"/>
                </a:lnTo>
                <a:lnTo>
                  <a:pt x="749" y="3124"/>
                </a:lnTo>
                <a:lnTo>
                  <a:pt x="834" y="2846"/>
                </a:lnTo>
                <a:lnTo>
                  <a:pt x="941" y="2589"/>
                </a:lnTo>
                <a:lnTo>
                  <a:pt x="1048" y="2311"/>
                </a:lnTo>
                <a:lnTo>
                  <a:pt x="1177" y="2076"/>
                </a:lnTo>
                <a:lnTo>
                  <a:pt x="1305" y="1819"/>
                </a:lnTo>
                <a:lnTo>
                  <a:pt x="1369" y="1712"/>
                </a:lnTo>
                <a:lnTo>
                  <a:pt x="1412" y="1669"/>
                </a:lnTo>
                <a:lnTo>
                  <a:pt x="1455" y="1648"/>
                </a:lnTo>
                <a:lnTo>
                  <a:pt x="1583" y="1605"/>
                </a:lnTo>
                <a:lnTo>
                  <a:pt x="1733" y="1584"/>
                </a:lnTo>
                <a:lnTo>
                  <a:pt x="2011" y="1605"/>
                </a:lnTo>
                <a:lnTo>
                  <a:pt x="2418" y="1584"/>
                </a:lnTo>
                <a:lnTo>
                  <a:pt x="2653" y="1562"/>
                </a:lnTo>
                <a:close/>
                <a:moveTo>
                  <a:pt x="8344" y="3638"/>
                </a:moveTo>
                <a:lnTo>
                  <a:pt x="8344" y="3659"/>
                </a:lnTo>
                <a:lnTo>
                  <a:pt x="8366" y="3680"/>
                </a:lnTo>
                <a:lnTo>
                  <a:pt x="8366" y="3787"/>
                </a:lnTo>
                <a:lnTo>
                  <a:pt x="8344" y="3959"/>
                </a:lnTo>
                <a:lnTo>
                  <a:pt x="8344" y="3980"/>
                </a:lnTo>
                <a:lnTo>
                  <a:pt x="8280" y="3980"/>
                </a:lnTo>
                <a:lnTo>
                  <a:pt x="8195" y="3894"/>
                </a:lnTo>
                <a:lnTo>
                  <a:pt x="8195" y="3830"/>
                </a:lnTo>
                <a:lnTo>
                  <a:pt x="8237" y="3745"/>
                </a:lnTo>
                <a:lnTo>
                  <a:pt x="8280" y="3680"/>
                </a:lnTo>
                <a:lnTo>
                  <a:pt x="8344" y="3638"/>
                </a:lnTo>
                <a:close/>
                <a:moveTo>
                  <a:pt x="663" y="3916"/>
                </a:moveTo>
                <a:lnTo>
                  <a:pt x="685" y="3937"/>
                </a:lnTo>
                <a:lnTo>
                  <a:pt x="663" y="4001"/>
                </a:lnTo>
                <a:lnTo>
                  <a:pt x="599" y="4066"/>
                </a:lnTo>
                <a:lnTo>
                  <a:pt x="578" y="4087"/>
                </a:lnTo>
                <a:lnTo>
                  <a:pt x="535" y="4087"/>
                </a:lnTo>
                <a:lnTo>
                  <a:pt x="514" y="4066"/>
                </a:lnTo>
                <a:lnTo>
                  <a:pt x="535" y="4001"/>
                </a:lnTo>
                <a:lnTo>
                  <a:pt x="578" y="3937"/>
                </a:lnTo>
                <a:lnTo>
                  <a:pt x="642" y="3916"/>
                </a:lnTo>
                <a:close/>
                <a:moveTo>
                  <a:pt x="8045" y="4066"/>
                </a:moveTo>
                <a:lnTo>
                  <a:pt x="8088" y="4087"/>
                </a:lnTo>
                <a:lnTo>
                  <a:pt x="8195" y="4173"/>
                </a:lnTo>
                <a:lnTo>
                  <a:pt x="8302" y="4301"/>
                </a:lnTo>
                <a:lnTo>
                  <a:pt x="8344" y="4387"/>
                </a:lnTo>
                <a:lnTo>
                  <a:pt x="8302" y="4408"/>
                </a:lnTo>
                <a:lnTo>
                  <a:pt x="8259" y="4408"/>
                </a:lnTo>
                <a:lnTo>
                  <a:pt x="8130" y="4301"/>
                </a:lnTo>
                <a:lnTo>
                  <a:pt x="8023" y="4173"/>
                </a:lnTo>
                <a:lnTo>
                  <a:pt x="8002" y="4108"/>
                </a:lnTo>
                <a:lnTo>
                  <a:pt x="8002" y="4087"/>
                </a:lnTo>
                <a:lnTo>
                  <a:pt x="8045" y="4066"/>
                </a:lnTo>
                <a:close/>
                <a:moveTo>
                  <a:pt x="1006" y="4194"/>
                </a:moveTo>
                <a:lnTo>
                  <a:pt x="1048" y="4215"/>
                </a:lnTo>
                <a:lnTo>
                  <a:pt x="1091" y="4237"/>
                </a:lnTo>
                <a:lnTo>
                  <a:pt x="1113" y="4280"/>
                </a:lnTo>
                <a:lnTo>
                  <a:pt x="1113" y="4322"/>
                </a:lnTo>
                <a:lnTo>
                  <a:pt x="1091" y="4344"/>
                </a:lnTo>
                <a:lnTo>
                  <a:pt x="1048" y="4387"/>
                </a:lnTo>
                <a:lnTo>
                  <a:pt x="899" y="4472"/>
                </a:lnTo>
                <a:lnTo>
                  <a:pt x="813" y="4558"/>
                </a:lnTo>
                <a:lnTo>
                  <a:pt x="727" y="4665"/>
                </a:lnTo>
                <a:lnTo>
                  <a:pt x="621" y="4772"/>
                </a:lnTo>
                <a:lnTo>
                  <a:pt x="535" y="4814"/>
                </a:lnTo>
                <a:lnTo>
                  <a:pt x="535" y="4750"/>
                </a:lnTo>
                <a:lnTo>
                  <a:pt x="578" y="4643"/>
                </a:lnTo>
                <a:lnTo>
                  <a:pt x="642" y="4515"/>
                </a:lnTo>
                <a:lnTo>
                  <a:pt x="727" y="4387"/>
                </a:lnTo>
                <a:lnTo>
                  <a:pt x="813" y="4280"/>
                </a:lnTo>
                <a:lnTo>
                  <a:pt x="920" y="4215"/>
                </a:lnTo>
                <a:lnTo>
                  <a:pt x="963" y="4194"/>
                </a:lnTo>
                <a:close/>
                <a:moveTo>
                  <a:pt x="7852" y="4301"/>
                </a:moveTo>
                <a:lnTo>
                  <a:pt x="7959" y="4344"/>
                </a:lnTo>
                <a:lnTo>
                  <a:pt x="8066" y="4429"/>
                </a:lnTo>
                <a:lnTo>
                  <a:pt x="8152" y="4536"/>
                </a:lnTo>
                <a:lnTo>
                  <a:pt x="8216" y="4643"/>
                </a:lnTo>
                <a:lnTo>
                  <a:pt x="8259" y="4729"/>
                </a:lnTo>
                <a:lnTo>
                  <a:pt x="8259" y="4772"/>
                </a:lnTo>
                <a:lnTo>
                  <a:pt x="8237" y="4814"/>
                </a:lnTo>
                <a:lnTo>
                  <a:pt x="8195" y="4836"/>
                </a:lnTo>
                <a:lnTo>
                  <a:pt x="8109" y="4793"/>
                </a:lnTo>
                <a:lnTo>
                  <a:pt x="7916" y="4686"/>
                </a:lnTo>
                <a:lnTo>
                  <a:pt x="7831" y="4600"/>
                </a:lnTo>
                <a:lnTo>
                  <a:pt x="7745" y="4515"/>
                </a:lnTo>
                <a:lnTo>
                  <a:pt x="7702" y="4451"/>
                </a:lnTo>
                <a:lnTo>
                  <a:pt x="7702" y="4387"/>
                </a:lnTo>
                <a:lnTo>
                  <a:pt x="7724" y="4344"/>
                </a:lnTo>
                <a:lnTo>
                  <a:pt x="7767" y="4322"/>
                </a:lnTo>
                <a:lnTo>
                  <a:pt x="7809" y="4301"/>
                </a:lnTo>
                <a:close/>
                <a:moveTo>
                  <a:pt x="7660" y="4793"/>
                </a:moveTo>
                <a:lnTo>
                  <a:pt x="7745" y="4836"/>
                </a:lnTo>
                <a:lnTo>
                  <a:pt x="7852" y="4900"/>
                </a:lnTo>
                <a:lnTo>
                  <a:pt x="7959" y="4986"/>
                </a:lnTo>
                <a:lnTo>
                  <a:pt x="8023" y="5071"/>
                </a:lnTo>
                <a:lnTo>
                  <a:pt x="8045" y="5135"/>
                </a:lnTo>
                <a:lnTo>
                  <a:pt x="8045" y="5178"/>
                </a:lnTo>
                <a:lnTo>
                  <a:pt x="8023" y="5242"/>
                </a:lnTo>
                <a:lnTo>
                  <a:pt x="7981" y="5264"/>
                </a:lnTo>
                <a:lnTo>
                  <a:pt x="7959" y="5285"/>
                </a:lnTo>
                <a:lnTo>
                  <a:pt x="7916" y="5285"/>
                </a:lnTo>
                <a:lnTo>
                  <a:pt x="7831" y="5264"/>
                </a:lnTo>
                <a:lnTo>
                  <a:pt x="7745" y="5178"/>
                </a:lnTo>
                <a:lnTo>
                  <a:pt x="7681" y="5093"/>
                </a:lnTo>
                <a:lnTo>
                  <a:pt x="7638" y="5007"/>
                </a:lnTo>
                <a:lnTo>
                  <a:pt x="7617" y="4900"/>
                </a:lnTo>
                <a:lnTo>
                  <a:pt x="7638" y="4836"/>
                </a:lnTo>
                <a:lnTo>
                  <a:pt x="7660" y="4793"/>
                </a:lnTo>
                <a:close/>
                <a:moveTo>
                  <a:pt x="1070" y="4707"/>
                </a:moveTo>
                <a:lnTo>
                  <a:pt x="1091" y="4729"/>
                </a:lnTo>
                <a:lnTo>
                  <a:pt x="1091" y="4750"/>
                </a:lnTo>
                <a:lnTo>
                  <a:pt x="1070" y="4814"/>
                </a:lnTo>
                <a:lnTo>
                  <a:pt x="1027" y="4900"/>
                </a:lnTo>
                <a:lnTo>
                  <a:pt x="941" y="5007"/>
                </a:lnTo>
                <a:lnTo>
                  <a:pt x="663" y="5328"/>
                </a:lnTo>
                <a:lnTo>
                  <a:pt x="621" y="5349"/>
                </a:lnTo>
                <a:lnTo>
                  <a:pt x="599" y="5328"/>
                </a:lnTo>
                <a:lnTo>
                  <a:pt x="599" y="5307"/>
                </a:lnTo>
                <a:lnTo>
                  <a:pt x="642" y="5221"/>
                </a:lnTo>
                <a:lnTo>
                  <a:pt x="685" y="5114"/>
                </a:lnTo>
                <a:lnTo>
                  <a:pt x="770" y="4986"/>
                </a:lnTo>
                <a:lnTo>
                  <a:pt x="941" y="4793"/>
                </a:lnTo>
                <a:lnTo>
                  <a:pt x="1027" y="4729"/>
                </a:lnTo>
                <a:lnTo>
                  <a:pt x="1070" y="4707"/>
                </a:lnTo>
                <a:close/>
                <a:moveTo>
                  <a:pt x="1134" y="5349"/>
                </a:moveTo>
                <a:lnTo>
                  <a:pt x="1155" y="5478"/>
                </a:lnTo>
                <a:lnTo>
                  <a:pt x="1134" y="5542"/>
                </a:lnTo>
                <a:lnTo>
                  <a:pt x="1113" y="5563"/>
                </a:lnTo>
                <a:lnTo>
                  <a:pt x="1048" y="5627"/>
                </a:lnTo>
                <a:lnTo>
                  <a:pt x="920" y="5670"/>
                </a:lnTo>
                <a:lnTo>
                  <a:pt x="899" y="5649"/>
                </a:lnTo>
                <a:lnTo>
                  <a:pt x="920" y="5627"/>
                </a:lnTo>
                <a:lnTo>
                  <a:pt x="963" y="5520"/>
                </a:lnTo>
                <a:lnTo>
                  <a:pt x="1048" y="5414"/>
                </a:lnTo>
                <a:lnTo>
                  <a:pt x="1134" y="5349"/>
                </a:lnTo>
                <a:close/>
                <a:moveTo>
                  <a:pt x="5948" y="3616"/>
                </a:moveTo>
                <a:lnTo>
                  <a:pt x="6076" y="3659"/>
                </a:lnTo>
                <a:lnTo>
                  <a:pt x="6355" y="3723"/>
                </a:lnTo>
                <a:lnTo>
                  <a:pt x="6526" y="3809"/>
                </a:lnTo>
                <a:lnTo>
                  <a:pt x="6718" y="3916"/>
                </a:lnTo>
                <a:lnTo>
                  <a:pt x="6804" y="3980"/>
                </a:lnTo>
                <a:lnTo>
                  <a:pt x="6868" y="4044"/>
                </a:lnTo>
                <a:lnTo>
                  <a:pt x="6932" y="4130"/>
                </a:lnTo>
                <a:lnTo>
                  <a:pt x="6954" y="4194"/>
                </a:lnTo>
                <a:lnTo>
                  <a:pt x="6975" y="4494"/>
                </a:lnTo>
                <a:lnTo>
                  <a:pt x="6975" y="4772"/>
                </a:lnTo>
                <a:lnTo>
                  <a:pt x="7018" y="5007"/>
                </a:lnTo>
                <a:lnTo>
                  <a:pt x="7018" y="5135"/>
                </a:lnTo>
                <a:lnTo>
                  <a:pt x="6996" y="5242"/>
                </a:lnTo>
                <a:lnTo>
                  <a:pt x="6954" y="5328"/>
                </a:lnTo>
                <a:lnTo>
                  <a:pt x="6868" y="5414"/>
                </a:lnTo>
                <a:lnTo>
                  <a:pt x="6761" y="5478"/>
                </a:lnTo>
                <a:lnTo>
                  <a:pt x="6633" y="5542"/>
                </a:lnTo>
                <a:lnTo>
                  <a:pt x="6376" y="5670"/>
                </a:lnTo>
                <a:lnTo>
                  <a:pt x="6269" y="5713"/>
                </a:lnTo>
                <a:lnTo>
                  <a:pt x="6162" y="5777"/>
                </a:lnTo>
                <a:lnTo>
                  <a:pt x="5991" y="5927"/>
                </a:lnTo>
                <a:lnTo>
                  <a:pt x="5798" y="6077"/>
                </a:lnTo>
                <a:lnTo>
                  <a:pt x="5713" y="6141"/>
                </a:lnTo>
                <a:lnTo>
                  <a:pt x="5606" y="6162"/>
                </a:lnTo>
                <a:lnTo>
                  <a:pt x="5477" y="6162"/>
                </a:lnTo>
                <a:lnTo>
                  <a:pt x="5349" y="6120"/>
                </a:lnTo>
                <a:lnTo>
                  <a:pt x="5178" y="6034"/>
                </a:lnTo>
                <a:lnTo>
                  <a:pt x="5007" y="5927"/>
                </a:lnTo>
                <a:lnTo>
                  <a:pt x="4942" y="5863"/>
                </a:lnTo>
                <a:lnTo>
                  <a:pt x="4878" y="5799"/>
                </a:lnTo>
                <a:lnTo>
                  <a:pt x="4835" y="5713"/>
                </a:lnTo>
                <a:lnTo>
                  <a:pt x="4793" y="5606"/>
                </a:lnTo>
                <a:lnTo>
                  <a:pt x="4771" y="5328"/>
                </a:lnTo>
                <a:lnTo>
                  <a:pt x="4771" y="5028"/>
                </a:lnTo>
                <a:lnTo>
                  <a:pt x="4771" y="4707"/>
                </a:lnTo>
                <a:lnTo>
                  <a:pt x="4771" y="4429"/>
                </a:lnTo>
                <a:lnTo>
                  <a:pt x="4771" y="4301"/>
                </a:lnTo>
                <a:lnTo>
                  <a:pt x="4793" y="4194"/>
                </a:lnTo>
                <a:lnTo>
                  <a:pt x="4857" y="4087"/>
                </a:lnTo>
                <a:lnTo>
                  <a:pt x="4921" y="4023"/>
                </a:lnTo>
                <a:lnTo>
                  <a:pt x="5092" y="3873"/>
                </a:lnTo>
                <a:lnTo>
                  <a:pt x="5306" y="3745"/>
                </a:lnTo>
                <a:lnTo>
                  <a:pt x="5413" y="3680"/>
                </a:lnTo>
                <a:lnTo>
                  <a:pt x="5542" y="3638"/>
                </a:lnTo>
                <a:lnTo>
                  <a:pt x="5670" y="3616"/>
                </a:lnTo>
                <a:close/>
                <a:moveTo>
                  <a:pt x="3167" y="3552"/>
                </a:moveTo>
                <a:lnTo>
                  <a:pt x="3209" y="3573"/>
                </a:lnTo>
                <a:lnTo>
                  <a:pt x="3252" y="3595"/>
                </a:lnTo>
                <a:lnTo>
                  <a:pt x="3338" y="3680"/>
                </a:lnTo>
                <a:lnTo>
                  <a:pt x="3423" y="3787"/>
                </a:lnTo>
                <a:lnTo>
                  <a:pt x="3616" y="3980"/>
                </a:lnTo>
                <a:lnTo>
                  <a:pt x="3808" y="4194"/>
                </a:lnTo>
                <a:lnTo>
                  <a:pt x="3894" y="4301"/>
                </a:lnTo>
                <a:lnTo>
                  <a:pt x="3958" y="4429"/>
                </a:lnTo>
                <a:lnTo>
                  <a:pt x="4022" y="4558"/>
                </a:lnTo>
                <a:lnTo>
                  <a:pt x="4065" y="4686"/>
                </a:lnTo>
                <a:lnTo>
                  <a:pt x="4108" y="4900"/>
                </a:lnTo>
                <a:lnTo>
                  <a:pt x="4194" y="5242"/>
                </a:lnTo>
                <a:lnTo>
                  <a:pt x="4215" y="5414"/>
                </a:lnTo>
                <a:lnTo>
                  <a:pt x="4215" y="5563"/>
                </a:lnTo>
                <a:lnTo>
                  <a:pt x="4215" y="5692"/>
                </a:lnTo>
                <a:lnTo>
                  <a:pt x="4194" y="5734"/>
                </a:lnTo>
                <a:lnTo>
                  <a:pt x="4172" y="5756"/>
                </a:lnTo>
                <a:lnTo>
                  <a:pt x="3958" y="5906"/>
                </a:lnTo>
                <a:lnTo>
                  <a:pt x="3701" y="6077"/>
                </a:lnTo>
                <a:lnTo>
                  <a:pt x="3595" y="6162"/>
                </a:lnTo>
                <a:lnTo>
                  <a:pt x="3466" y="6205"/>
                </a:lnTo>
                <a:lnTo>
                  <a:pt x="3338" y="6248"/>
                </a:lnTo>
                <a:lnTo>
                  <a:pt x="3209" y="6227"/>
                </a:lnTo>
                <a:lnTo>
                  <a:pt x="2931" y="6162"/>
                </a:lnTo>
                <a:lnTo>
                  <a:pt x="2781" y="6120"/>
                </a:lnTo>
                <a:lnTo>
                  <a:pt x="2632" y="6077"/>
                </a:lnTo>
                <a:lnTo>
                  <a:pt x="2375" y="6055"/>
                </a:lnTo>
                <a:lnTo>
                  <a:pt x="2247" y="6034"/>
                </a:lnTo>
                <a:lnTo>
                  <a:pt x="2140" y="5991"/>
                </a:lnTo>
                <a:lnTo>
                  <a:pt x="1968" y="5948"/>
                </a:lnTo>
                <a:lnTo>
                  <a:pt x="1776" y="5863"/>
                </a:lnTo>
                <a:lnTo>
                  <a:pt x="1712" y="5820"/>
                </a:lnTo>
                <a:lnTo>
                  <a:pt x="1648" y="5756"/>
                </a:lnTo>
                <a:lnTo>
                  <a:pt x="1583" y="5713"/>
                </a:lnTo>
                <a:lnTo>
                  <a:pt x="1562" y="5627"/>
                </a:lnTo>
                <a:lnTo>
                  <a:pt x="1541" y="5478"/>
                </a:lnTo>
                <a:lnTo>
                  <a:pt x="1541" y="5328"/>
                </a:lnTo>
                <a:lnTo>
                  <a:pt x="1519" y="5028"/>
                </a:lnTo>
                <a:lnTo>
                  <a:pt x="1519" y="4879"/>
                </a:lnTo>
                <a:lnTo>
                  <a:pt x="1498" y="4772"/>
                </a:lnTo>
                <a:lnTo>
                  <a:pt x="1519" y="4665"/>
                </a:lnTo>
                <a:lnTo>
                  <a:pt x="1605" y="4558"/>
                </a:lnTo>
                <a:lnTo>
                  <a:pt x="1797" y="4365"/>
                </a:lnTo>
                <a:lnTo>
                  <a:pt x="2054" y="4194"/>
                </a:lnTo>
                <a:lnTo>
                  <a:pt x="2546" y="3873"/>
                </a:lnTo>
                <a:lnTo>
                  <a:pt x="2781" y="3702"/>
                </a:lnTo>
                <a:lnTo>
                  <a:pt x="2910" y="3638"/>
                </a:lnTo>
                <a:lnTo>
                  <a:pt x="3038" y="3573"/>
                </a:lnTo>
                <a:lnTo>
                  <a:pt x="3102" y="3552"/>
                </a:lnTo>
                <a:close/>
                <a:moveTo>
                  <a:pt x="3808" y="6740"/>
                </a:moveTo>
                <a:lnTo>
                  <a:pt x="3808" y="6783"/>
                </a:lnTo>
                <a:lnTo>
                  <a:pt x="3766" y="6826"/>
                </a:lnTo>
                <a:lnTo>
                  <a:pt x="3766" y="6933"/>
                </a:lnTo>
                <a:lnTo>
                  <a:pt x="3744" y="6997"/>
                </a:lnTo>
                <a:lnTo>
                  <a:pt x="3701" y="6997"/>
                </a:lnTo>
                <a:lnTo>
                  <a:pt x="3701" y="6954"/>
                </a:lnTo>
                <a:lnTo>
                  <a:pt x="3723" y="6868"/>
                </a:lnTo>
                <a:lnTo>
                  <a:pt x="3808" y="6740"/>
                </a:lnTo>
                <a:close/>
                <a:moveTo>
                  <a:pt x="4728" y="6376"/>
                </a:moveTo>
                <a:lnTo>
                  <a:pt x="4750" y="6398"/>
                </a:lnTo>
                <a:lnTo>
                  <a:pt x="4750" y="6483"/>
                </a:lnTo>
                <a:lnTo>
                  <a:pt x="4728" y="6633"/>
                </a:lnTo>
                <a:lnTo>
                  <a:pt x="4536" y="7104"/>
                </a:lnTo>
                <a:lnTo>
                  <a:pt x="4343" y="7596"/>
                </a:lnTo>
                <a:lnTo>
                  <a:pt x="4258" y="7746"/>
                </a:lnTo>
                <a:lnTo>
                  <a:pt x="4258" y="7703"/>
                </a:lnTo>
                <a:lnTo>
                  <a:pt x="4279" y="7617"/>
                </a:lnTo>
                <a:lnTo>
                  <a:pt x="4301" y="7489"/>
                </a:lnTo>
                <a:lnTo>
                  <a:pt x="4365" y="7232"/>
                </a:lnTo>
                <a:lnTo>
                  <a:pt x="4429" y="6975"/>
                </a:lnTo>
                <a:lnTo>
                  <a:pt x="4515" y="6719"/>
                </a:lnTo>
                <a:lnTo>
                  <a:pt x="4600" y="6505"/>
                </a:lnTo>
                <a:lnTo>
                  <a:pt x="4664" y="6419"/>
                </a:lnTo>
                <a:lnTo>
                  <a:pt x="4707" y="6398"/>
                </a:lnTo>
                <a:lnTo>
                  <a:pt x="4728" y="6376"/>
                </a:lnTo>
                <a:close/>
                <a:moveTo>
                  <a:pt x="7382" y="5799"/>
                </a:moveTo>
                <a:lnTo>
                  <a:pt x="7467" y="5820"/>
                </a:lnTo>
                <a:lnTo>
                  <a:pt x="7553" y="5863"/>
                </a:lnTo>
                <a:lnTo>
                  <a:pt x="7617" y="5927"/>
                </a:lnTo>
                <a:lnTo>
                  <a:pt x="7660" y="5991"/>
                </a:lnTo>
                <a:lnTo>
                  <a:pt x="7702" y="6077"/>
                </a:lnTo>
                <a:lnTo>
                  <a:pt x="7702" y="6162"/>
                </a:lnTo>
                <a:lnTo>
                  <a:pt x="7702" y="6248"/>
                </a:lnTo>
                <a:lnTo>
                  <a:pt x="7660" y="6334"/>
                </a:lnTo>
                <a:lnTo>
                  <a:pt x="7446" y="6676"/>
                </a:lnTo>
                <a:lnTo>
                  <a:pt x="7339" y="6847"/>
                </a:lnTo>
                <a:lnTo>
                  <a:pt x="7210" y="6997"/>
                </a:lnTo>
                <a:lnTo>
                  <a:pt x="7061" y="7125"/>
                </a:lnTo>
                <a:lnTo>
                  <a:pt x="6932" y="7275"/>
                </a:lnTo>
                <a:lnTo>
                  <a:pt x="6761" y="7382"/>
                </a:lnTo>
                <a:lnTo>
                  <a:pt x="6590" y="7510"/>
                </a:lnTo>
                <a:lnTo>
                  <a:pt x="6419" y="7596"/>
                </a:lnTo>
                <a:lnTo>
                  <a:pt x="6248" y="7660"/>
                </a:lnTo>
                <a:lnTo>
                  <a:pt x="6076" y="7703"/>
                </a:lnTo>
                <a:lnTo>
                  <a:pt x="5905" y="7724"/>
                </a:lnTo>
                <a:lnTo>
                  <a:pt x="5777" y="7746"/>
                </a:lnTo>
                <a:lnTo>
                  <a:pt x="5734" y="7746"/>
                </a:lnTo>
                <a:lnTo>
                  <a:pt x="5713" y="7681"/>
                </a:lnTo>
                <a:lnTo>
                  <a:pt x="5691" y="7574"/>
                </a:lnTo>
                <a:lnTo>
                  <a:pt x="5691" y="7339"/>
                </a:lnTo>
                <a:lnTo>
                  <a:pt x="5670" y="7082"/>
                </a:lnTo>
                <a:lnTo>
                  <a:pt x="5670" y="6868"/>
                </a:lnTo>
                <a:lnTo>
                  <a:pt x="5670" y="6761"/>
                </a:lnTo>
                <a:lnTo>
                  <a:pt x="5713" y="6676"/>
                </a:lnTo>
                <a:lnTo>
                  <a:pt x="5777" y="6612"/>
                </a:lnTo>
                <a:lnTo>
                  <a:pt x="5862" y="6569"/>
                </a:lnTo>
                <a:lnTo>
                  <a:pt x="6034" y="6483"/>
                </a:lnTo>
                <a:lnTo>
                  <a:pt x="6376" y="6227"/>
                </a:lnTo>
                <a:lnTo>
                  <a:pt x="6526" y="6120"/>
                </a:lnTo>
                <a:lnTo>
                  <a:pt x="6718" y="6013"/>
                </a:lnTo>
                <a:lnTo>
                  <a:pt x="7039" y="5863"/>
                </a:lnTo>
                <a:lnTo>
                  <a:pt x="7210" y="5799"/>
                </a:lnTo>
                <a:close/>
                <a:moveTo>
                  <a:pt x="1241" y="6227"/>
                </a:moveTo>
                <a:lnTo>
                  <a:pt x="1348" y="6248"/>
                </a:lnTo>
                <a:lnTo>
                  <a:pt x="1562" y="6312"/>
                </a:lnTo>
                <a:lnTo>
                  <a:pt x="1947" y="6462"/>
                </a:lnTo>
                <a:lnTo>
                  <a:pt x="2375" y="6590"/>
                </a:lnTo>
                <a:lnTo>
                  <a:pt x="2589" y="6654"/>
                </a:lnTo>
                <a:lnTo>
                  <a:pt x="2824" y="6719"/>
                </a:lnTo>
                <a:lnTo>
                  <a:pt x="2974" y="6719"/>
                </a:lnTo>
                <a:lnTo>
                  <a:pt x="3017" y="6740"/>
                </a:lnTo>
                <a:lnTo>
                  <a:pt x="3060" y="6804"/>
                </a:lnTo>
                <a:lnTo>
                  <a:pt x="3081" y="6890"/>
                </a:lnTo>
                <a:lnTo>
                  <a:pt x="3102" y="6997"/>
                </a:lnTo>
                <a:lnTo>
                  <a:pt x="3102" y="7211"/>
                </a:lnTo>
                <a:lnTo>
                  <a:pt x="3209" y="7617"/>
                </a:lnTo>
                <a:lnTo>
                  <a:pt x="3252" y="7853"/>
                </a:lnTo>
                <a:lnTo>
                  <a:pt x="3274" y="7938"/>
                </a:lnTo>
                <a:lnTo>
                  <a:pt x="3252" y="7960"/>
                </a:lnTo>
                <a:lnTo>
                  <a:pt x="3081" y="7917"/>
                </a:lnTo>
                <a:lnTo>
                  <a:pt x="2888" y="7853"/>
                </a:lnTo>
                <a:lnTo>
                  <a:pt x="2717" y="7767"/>
                </a:lnTo>
                <a:lnTo>
                  <a:pt x="2525" y="7681"/>
                </a:lnTo>
                <a:lnTo>
                  <a:pt x="2204" y="7468"/>
                </a:lnTo>
                <a:lnTo>
                  <a:pt x="1883" y="7232"/>
                </a:lnTo>
                <a:lnTo>
                  <a:pt x="1605" y="6975"/>
                </a:lnTo>
                <a:lnTo>
                  <a:pt x="1455" y="6847"/>
                </a:lnTo>
                <a:lnTo>
                  <a:pt x="1327" y="6719"/>
                </a:lnTo>
                <a:lnTo>
                  <a:pt x="1198" y="6612"/>
                </a:lnTo>
                <a:lnTo>
                  <a:pt x="1091" y="6462"/>
                </a:lnTo>
                <a:lnTo>
                  <a:pt x="1048" y="6398"/>
                </a:lnTo>
                <a:lnTo>
                  <a:pt x="1048" y="6334"/>
                </a:lnTo>
                <a:lnTo>
                  <a:pt x="1070" y="6269"/>
                </a:lnTo>
                <a:lnTo>
                  <a:pt x="1155" y="6227"/>
                </a:lnTo>
                <a:close/>
                <a:moveTo>
                  <a:pt x="4151" y="8131"/>
                </a:moveTo>
                <a:lnTo>
                  <a:pt x="4108" y="8152"/>
                </a:lnTo>
                <a:lnTo>
                  <a:pt x="4087" y="8152"/>
                </a:lnTo>
                <a:lnTo>
                  <a:pt x="4108" y="8131"/>
                </a:lnTo>
                <a:close/>
                <a:moveTo>
                  <a:pt x="5135" y="7724"/>
                </a:moveTo>
                <a:lnTo>
                  <a:pt x="5199" y="7853"/>
                </a:lnTo>
                <a:lnTo>
                  <a:pt x="5221" y="7981"/>
                </a:lnTo>
                <a:lnTo>
                  <a:pt x="5221" y="8045"/>
                </a:lnTo>
                <a:lnTo>
                  <a:pt x="5199" y="8109"/>
                </a:lnTo>
                <a:lnTo>
                  <a:pt x="5156" y="8152"/>
                </a:lnTo>
                <a:lnTo>
                  <a:pt x="5071" y="8174"/>
                </a:lnTo>
                <a:lnTo>
                  <a:pt x="5007" y="8152"/>
                </a:lnTo>
                <a:lnTo>
                  <a:pt x="4985" y="8109"/>
                </a:lnTo>
                <a:lnTo>
                  <a:pt x="5007" y="8067"/>
                </a:lnTo>
                <a:lnTo>
                  <a:pt x="5028" y="7981"/>
                </a:lnTo>
                <a:lnTo>
                  <a:pt x="5092" y="7831"/>
                </a:lnTo>
                <a:lnTo>
                  <a:pt x="5135" y="7724"/>
                </a:lnTo>
                <a:close/>
                <a:moveTo>
                  <a:pt x="5114" y="6569"/>
                </a:moveTo>
                <a:lnTo>
                  <a:pt x="5178" y="6612"/>
                </a:lnTo>
                <a:lnTo>
                  <a:pt x="5221" y="6654"/>
                </a:lnTo>
                <a:lnTo>
                  <a:pt x="5263" y="6740"/>
                </a:lnTo>
                <a:lnTo>
                  <a:pt x="5263" y="6804"/>
                </a:lnTo>
                <a:lnTo>
                  <a:pt x="5242" y="6890"/>
                </a:lnTo>
                <a:lnTo>
                  <a:pt x="5199" y="6954"/>
                </a:lnTo>
                <a:lnTo>
                  <a:pt x="5092" y="7040"/>
                </a:lnTo>
                <a:lnTo>
                  <a:pt x="5028" y="7147"/>
                </a:lnTo>
                <a:lnTo>
                  <a:pt x="4964" y="7275"/>
                </a:lnTo>
                <a:lnTo>
                  <a:pt x="4921" y="7425"/>
                </a:lnTo>
                <a:lnTo>
                  <a:pt x="4835" y="7703"/>
                </a:lnTo>
                <a:lnTo>
                  <a:pt x="4750" y="7960"/>
                </a:lnTo>
                <a:lnTo>
                  <a:pt x="4707" y="8024"/>
                </a:lnTo>
                <a:lnTo>
                  <a:pt x="4664" y="8131"/>
                </a:lnTo>
                <a:lnTo>
                  <a:pt x="4622" y="8174"/>
                </a:lnTo>
                <a:lnTo>
                  <a:pt x="4600" y="8195"/>
                </a:lnTo>
                <a:lnTo>
                  <a:pt x="4557" y="8174"/>
                </a:lnTo>
                <a:lnTo>
                  <a:pt x="4493" y="8131"/>
                </a:lnTo>
                <a:lnTo>
                  <a:pt x="4493" y="8109"/>
                </a:lnTo>
                <a:lnTo>
                  <a:pt x="4493" y="8045"/>
                </a:lnTo>
                <a:lnTo>
                  <a:pt x="4536" y="7917"/>
                </a:lnTo>
                <a:lnTo>
                  <a:pt x="4643" y="7681"/>
                </a:lnTo>
                <a:lnTo>
                  <a:pt x="4814" y="7189"/>
                </a:lnTo>
                <a:lnTo>
                  <a:pt x="4878" y="6890"/>
                </a:lnTo>
                <a:lnTo>
                  <a:pt x="4921" y="6740"/>
                </a:lnTo>
                <a:lnTo>
                  <a:pt x="4985" y="6633"/>
                </a:lnTo>
                <a:lnTo>
                  <a:pt x="5049" y="6590"/>
                </a:lnTo>
                <a:lnTo>
                  <a:pt x="5114" y="6569"/>
                </a:lnTo>
                <a:close/>
                <a:moveTo>
                  <a:pt x="4065" y="0"/>
                </a:moveTo>
                <a:lnTo>
                  <a:pt x="3701" y="22"/>
                </a:lnTo>
                <a:lnTo>
                  <a:pt x="3338" y="65"/>
                </a:lnTo>
                <a:lnTo>
                  <a:pt x="2995" y="129"/>
                </a:lnTo>
                <a:lnTo>
                  <a:pt x="2653" y="236"/>
                </a:lnTo>
                <a:lnTo>
                  <a:pt x="2311" y="364"/>
                </a:lnTo>
                <a:lnTo>
                  <a:pt x="2011" y="535"/>
                </a:lnTo>
                <a:lnTo>
                  <a:pt x="1733" y="728"/>
                </a:lnTo>
                <a:lnTo>
                  <a:pt x="1498" y="942"/>
                </a:lnTo>
                <a:lnTo>
                  <a:pt x="1262" y="1177"/>
                </a:lnTo>
                <a:lnTo>
                  <a:pt x="1048" y="1455"/>
                </a:lnTo>
                <a:lnTo>
                  <a:pt x="856" y="1712"/>
                </a:lnTo>
                <a:lnTo>
                  <a:pt x="685" y="2012"/>
                </a:lnTo>
                <a:lnTo>
                  <a:pt x="535" y="2311"/>
                </a:lnTo>
                <a:lnTo>
                  <a:pt x="407" y="2611"/>
                </a:lnTo>
                <a:lnTo>
                  <a:pt x="300" y="2889"/>
                </a:lnTo>
                <a:lnTo>
                  <a:pt x="214" y="3210"/>
                </a:lnTo>
                <a:lnTo>
                  <a:pt x="128" y="3531"/>
                </a:lnTo>
                <a:lnTo>
                  <a:pt x="64" y="3852"/>
                </a:lnTo>
                <a:lnTo>
                  <a:pt x="21" y="4173"/>
                </a:lnTo>
                <a:lnTo>
                  <a:pt x="0" y="4515"/>
                </a:lnTo>
                <a:lnTo>
                  <a:pt x="21" y="4836"/>
                </a:lnTo>
                <a:lnTo>
                  <a:pt x="64" y="5135"/>
                </a:lnTo>
                <a:lnTo>
                  <a:pt x="128" y="5478"/>
                </a:lnTo>
                <a:lnTo>
                  <a:pt x="235" y="5799"/>
                </a:lnTo>
                <a:lnTo>
                  <a:pt x="364" y="6098"/>
                </a:lnTo>
                <a:lnTo>
                  <a:pt x="514" y="6376"/>
                </a:lnTo>
                <a:lnTo>
                  <a:pt x="706" y="6654"/>
                </a:lnTo>
                <a:lnTo>
                  <a:pt x="899" y="6911"/>
                </a:lnTo>
                <a:lnTo>
                  <a:pt x="1134" y="7147"/>
                </a:lnTo>
                <a:lnTo>
                  <a:pt x="1391" y="7382"/>
                </a:lnTo>
                <a:lnTo>
                  <a:pt x="1648" y="7574"/>
                </a:lnTo>
                <a:lnTo>
                  <a:pt x="1904" y="7767"/>
                </a:lnTo>
                <a:lnTo>
                  <a:pt x="2182" y="7960"/>
                </a:lnTo>
                <a:lnTo>
                  <a:pt x="2482" y="8131"/>
                </a:lnTo>
                <a:lnTo>
                  <a:pt x="2781" y="8302"/>
                </a:lnTo>
                <a:lnTo>
                  <a:pt x="3081" y="8430"/>
                </a:lnTo>
                <a:lnTo>
                  <a:pt x="3381" y="8537"/>
                </a:lnTo>
                <a:lnTo>
                  <a:pt x="3701" y="8623"/>
                </a:lnTo>
                <a:lnTo>
                  <a:pt x="4022" y="8666"/>
                </a:lnTo>
                <a:lnTo>
                  <a:pt x="4343" y="8687"/>
                </a:lnTo>
                <a:lnTo>
                  <a:pt x="4964" y="8687"/>
                </a:lnTo>
                <a:lnTo>
                  <a:pt x="5328" y="8666"/>
                </a:lnTo>
                <a:lnTo>
                  <a:pt x="5627" y="8601"/>
                </a:lnTo>
                <a:lnTo>
                  <a:pt x="5927" y="8495"/>
                </a:lnTo>
                <a:lnTo>
                  <a:pt x="6248" y="8345"/>
                </a:lnTo>
                <a:lnTo>
                  <a:pt x="6569" y="8195"/>
                </a:lnTo>
                <a:lnTo>
                  <a:pt x="6718" y="8109"/>
                </a:lnTo>
                <a:lnTo>
                  <a:pt x="6868" y="8002"/>
                </a:lnTo>
                <a:lnTo>
                  <a:pt x="7018" y="7874"/>
                </a:lnTo>
                <a:lnTo>
                  <a:pt x="7146" y="7724"/>
                </a:lnTo>
                <a:lnTo>
                  <a:pt x="7424" y="7425"/>
                </a:lnTo>
                <a:lnTo>
                  <a:pt x="7702" y="7147"/>
                </a:lnTo>
                <a:lnTo>
                  <a:pt x="7981" y="6847"/>
                </a:lnTo>
                <a:lnTo>
                  <a:pt x="8216" y="6547"/>
                </a:lnTo>
                <a:lnTo>
                  <a:pt x="8323" y="6376"/>
                </a:lnTo>
                <a:lnTo>
                  <a:pt x="8430" y="6205"/>
                </a:lnTo>
                <a:lnTo>
                  <a:pt x="8580" y="5841"/>
                </a:lnTo>
                <a:lnTo>
                  <a:pt x="8729" y="5478"/>
                </a:lnTo>
                <a:lnTo>
                  <a:pt x="8815" y="5093"/>
                </a:lnTo>
                <a:lnTo>
                  <a:pt x="8879" y="4707"/>
                </a:lnTo>
                <a:lnTo>
                  <a:pt x="8922" y="4301"/>
                </a:lnTo>
                <a:lnTo>
                  <a:pt x="8901" y="3916"/>
                </a:lnTo>
                <a:lnTo>
                  <a:pt x="8836" y="3531"/>
                </a:lnTo>
                <a:lnTo>
                  <a:pt x="8794" y="3338"/>
                </a:lnTo>
                <a:lnTo>
                  <a:pt x="8729" y="3146"/>
                </a:lnTo>
                <a:lnTo>
                  <a:pt x="8623" y="2825"/>
                </a:lnTo>
                <a:lnTo>
                  <a:pt x="8494" y="2504"/>
                </a:lnTo>
                <a:lnTo>
                  <a:pt x="8344" y="2204"/>
                </a:lnTo>
                <a:lnTo>
                  <a:pt x="8195" y="1926"/>
                </a:lnTo>
                <a:lnTo>
                  <a:pt x="7981" y="1626"/>
                </a:lnTo>
                <a:lnTo>
                  <a:pt x="7745" y="1391"/>
                </a:lnTo>
                <a:lnTo>
                  <a:pt x="7467" y="1156"/>
                </a:lnTo>
                <a:lnTo>
                  <a:pt x="7210" y="920"/>
                </a:lnTo>
                <a:lnTo>
                  <a:pt x="6954" y="728"/>
                </a:lnTo>
                <a:lnTo>
                  <a:pt x="6697" y="557"/>
                </a:lnTo>
                <a:lnTo>
                  <a:pt x="6419" y="386"/>
                </a:lnTo>
                <a:lnTo>
                  <a:pt x="6141" y="236"/>
                </a:lnTo>
                <a:lnTo>
                  <a:pt x="5969" y="172"/>
                </a:lnTo>
                <a:lnTo>
                  <a:pt x="5820" y="129"/>
                </a:lnTo>
                <a:lnTo>
                  <a:pt x="5477" y="65"/>
                </a:lnTo>
                <a:lnTo>
                  <a:pt x="5135" y="43"/>
                </a:lnTo>
                <a:lnTo>
                  <a:pt x="4771" y="22"/>
                </a:lnTo>
                <a:lnTo>
                  <a:pt x="4429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8"/>
          <p:cNvSpPr/>
          <p:nvPr/>
        </p:nvSpPr>
        <p:spPr>
          <a:xfrm>
            <a:off x="4601832" y="2124932"/>
            <a:ext cx="182743" cy="240577"/>
          </a:xfrm>
          <a:custGeom>
            <a:rect b="b" l="l" r="r" t="t"/>
            <a:pathLst>
              <a:path extrusionOk="0" h="8902" w="6762">
                <a:moveTo>
                  <a:pt x="1305" y="1092"/>
                </a:moveTo>
                <a:lnTo>
                  <a:pt x="1348" y="1135"/>
                </a:lnTo>
                <a:lnTo>
                  <a:pt x="1477" y="1263"/>
                </a:lnTo>
                <a:lnTo>
                  <a:pt x="1562" y="1434"/>
                </a:lnTo>
                <a:lnTo>
                  <a:pt x="1584" y="1499"/>
                </a:lnTo>
                <a:lnTo>
                  <a:pt x="1562" y="1541"/>
                </a:lnTo>
                <a:lnTo>
                  <a:pt x="1541" y="1541"/>
                </a:lnTo>
                <a:lnTo>
                  <a:pt x="1477" y="1520"/>
                </a:lnTo>
                <a:lnTo>
                  <a:pt x="1348" y="1370"/>
                </a:lnTo>
                <a:lnTo>
                  <a:pt x="1284" y="1306"/>
                </a:lnTo>
                <a:lnTo>
                  <a:pt x="1241" y="1220"/>
                </a:lnTo>
                <a:lnTo>
                  <a:pt x="1241" y="1156"/>
                </a:lnTo>
                <a:lnTo>
                  <a:pt x="1241" y="1113"/>
                </a:lnTo>
                <a:lnTo>
                  <a:pt x="1263" y="1092"/>
                </a:lnTo>
                <a:close/>
                <a:moveTo>
                  <a:pt x="792" y="1734"/>
                </a:moveTo>
                <a:lnTo>
                  <a:pt x="856" y="1755"/>
                </a:lnTo>
                <a:lnTo>
                  <a:pt x="878" y="1798"/>
                </a:lnTo>
                <a:lnTo>
                  <a:pt x="899" y="1841"/>
                </a:lnTo>
                <a:lnTo>
                  <a:pt x="878" y="1862"/>
                </a:lnTo>
                <a:lnTo>
                  <a:pt x="856" y="1905"/>
                </a:lnTo>
                <a:lnTo>
                  <a:pt x="813" y="1905"/>
                </a:lnTo>
                <a:lnTo>
                  <a:pt x="749" y="1926"/>
                </a:lnTo>
                <a:lnTo>
                  <a:pt x="706" y="1905"/>
                </a:lnTo>
                <a:lnTo>
                  <a:pt x="685" y="1884"/>
                </a:lnTo>
                <a:lnTo>
                  <a:pt x="685" y="1841"/>
                </a:lnTo>
                <a:lnTo>
                  <a:pt x="728" y="1777"/>
                </a:lnTo>
                <a:lnTo>
                  <a:pt x="749" y="1755"/>
                </a:lnTo>
                <a:lnTo>
                  <a:pt x="792" y="1734"/>
                </a:lnTo>
                <a:close/>
                <a:moveTo>
                  <a:pt x="2910" y="1670"/>
                </a:moveTo>
                <a:lnTo>
                  <a:pt x="2846" y="1712"/>
                </a:lnTo>
                <a:lnTo>
                  <a:pt x="2760" y="1755"/>
                </a:lnTo>
                <a:lnTo>
                  <a:pt x="2718" y="1819"/>
                </a:lnTo>
                <a:lnTo>
                  <a:pt x="2675" y="1884"/>
                </a:lnTo>
                <a:lnTo>
                  <a:pt x="2675" y="1926"/>
                </a:lnTo>
                <a:lnTo>
                  <a:pt x="2696" y="1969"/>
                </a:lnTo>
                <a:lnTo>
                  <a:pt x="2932" y="1969"/>
                </a:lnTo>
                <a:lnTo>
                  <a:pt x="3081" y="1991"/>
                </a:lnTo>
                <a:lnTo>
                  <a:pt x="3231" y="2033"/>
                </a:lnTo>
                <a:lnTo>
                  <a:pt x="3317" y="2033"/>
                </a:lnTo>
                <a:lnTo>
                  <a:pt x="3381" y="2012"/>
                </a:lnTo>
                <a:lnTo>
                  <a:pt x="3702" y="1969"/>
                </a:lnTo>
                <a:lnTo>
                  <a:pt x="4023" y="1948"/>
                </a:lnTo>
                <a:lnTo>
                  <a:pt x="4237" y="1948"/>
                </a:lnTo>
                <a:lnTo>
                  <a:pt x="4451" y="1926"/>
                </a:lnTo>
                <a:lnTo>
                  <a:pt x="4879" y="1905"/>
                </a:lnTo>
                <a:lnTo>
                  <a:pt x="5135" y="1905"/>
                </a:lnTo>
                <a:lnTo>
                  <a:pt x="5199" y="1884"/>
                </a:lnTo>
                <a:lnTo>
                  <a:pt x="5242" y="1862"/>
                </a:lnTo>
                <a:lnTo>
                  <a:pt x="5242" y="1819"/>
                </a:lnTo>
                <a:lnTo>
                  <a:pt x="5199" y="1755"/>
                </a:lnTo>
                <a:lnTo>
                  <a:pt x="5135" y="1712"/>
                </a:lnTo>
                <a:lnTo>
                  <a:pt x="5050" y="1691"/>
                </a:lnTo>
                <a:lnTo>
                  <a:pt x="4836" y="1691"/>
                </a:lnTo>
                <a:lnTo>
                  <a:pt x="4451" y="1734"/>
                </a:lnTo>
                <a:lnTo>
                  <a:pt x="4237" y="1755"/>
                </a:lnTo>
                <a:lnTo>
                  <a:pt x="4044" y="1755"/>
                </a:lnTo>
                <a:lnTo>
                  <a:pt x="3616" y="1734"/>
                </a:lnTo>
                <a:lnTo>
                  <a:pt x="3531" y="1755"/>
                </a:lnTo>
                <a:lnTo>
                  <a:pt x="3424" y="1777"/>
                </a:lnTo>
                <a:lnTo>
                  <a:pt x="3317" y="1798"/>
                </a:lnTo>
                <a:lnTo>
                  <a:pt x="3231" y="1798"/>
                </a:lnTo>
                <a:lnTo>
                  <a:pt x="3167" y="1777"/>
                </a:lnTo>
                <a:lnTo>
                  <a:pt x="3103" y="1734"/>
                </a:lnTo>
                <a:lnTo>
                  <a:pt x="3060" y="1691"/>
                </a:lnTo>
                <a:lnTo>
                  <a:pt x="2996" y="1670"/>
                </a:lnTo>
                <a:close/>
                <a:moveTo>
                  <a:pt x="4707" y="2654"/>
                </a:moveTo>
                <a:lnTo>
                  <a:pt x="4451" y="2675"/>
                </a:lnTo>
                <a:lnTo>
                  <a:pt x="4279" y="2697"/>
                </a:lnTo>
                <a:lnTo>
                  <a:pt x="3809" y="2739"/>
                </a:lnTo>
                <a:lnTo>
                  <a:pt x="3573" y="2761"/>
                </a:lnTo>
                <a:lnTo>
                  <a:pt x="3359" y="2761"/>
                </a:lnTo>
                <a:lnTo>
                  <a:pt x="3124" y="2739"/>
                </a:lnTo>
                <a:lnTo>
                  <a:pt x="2910" y="2697"/>
                </a:lnTo>
                <a:lnTo>
                  <a:pt x="2803" y="2675"/>
                </a:lnTo>
                <a:lnTo>
                  <a:pt x="2696" y="2697"/>
                </a:lnTo>
                <a:lnTo>
                  <a:pt x="2482" y="2718"/>
                </a:lnTo>
                <a:lnTo>
                  <a:pt x="2397" y="2697"/>
                </a:lnTo>
                <a:lnTo>
                  <a:pt x="2290" y="2675"/>
                </a:lnTo>
                <a:lnTo>
                  <a:pt x="2097" y="2675"/>
                </a:lnTo>
                <a:lnTo>
                  <a:pt x="2033" y="2718"/>
                </a:lnTo>
                <a:lnTo>
                  <a:pt x="1990" y="2761"/>
                </a:lnTo>
                <a:lnTo>
                  <a:pt x="1969" y="2825"/>
                </a:lnTo>
                <a:lnTo>
                  <a:pt x="1990" y="2846"/>
                </a:lnTo>
                <a:lnTo>
                  <a:pt x="2012" y="2868"/>
                </a:lnTo>
                <a:lnTo>
                  <a:pt x="2140" y="2889"/>
                </a:lnTo>
                <a:lnTo>
                  <a:pt x="2247" y="2911"/>
                </a:lnTo>
                <a:lnTo>
                  <a:pt x="2504" y="2932"/>
                </a:lnTo>
                <a:lnTo>
                  <a:pt x="2974" y="2932"/>
                </a:lnTo>
                <a:lnTo>
                  <a:pt x="3210" y="2953"/>
                </a:lnTo>
                <a:lnTo>
                  <a:pt x="3424" y="2953"/>
                </a:lnTo>
                <a:lnTo>
                  <a:pt x="3873" y="2932"/>
                </a:lnTo>
                <a:lnTo>
                  <a:pt x="4322" y="2889"/>
                </a:lnTo>
                <a:lnTo>
                  <a:pt x="5028" y="2889"/>
                </a:lnTo>
                <a:lnTo>
                  <a:pt x="5093" y="2868"/>
                </a:lnTo>
                <a:lnTo>
                  <a:pt x="5135" y="2846"/>
                </a:lnTo>
                <a:lnTo>
                  <a:pt x="5135" y="2804"/>
                </a:lnTo>
                <a:lnTo>
                  <a:pt x="5114" y="2739"/>
                </a:lnTo>
                <a:lnTo>
                  <a:pt x="5050" y="2697"/>
                </a:lnTo>
                <a:lnTo>
                  <a:pt x="4943" y="2675"/>
                </a:lnTo>
                <a:lnTo>
                  <a:pt x="4707" y="2654"/>
                </a:lnTo>
                <a:close/>
                <a:moveTo>
                  <a:pt x="3295" y="3424"/>
                </a:moveTo>
                <a:lnTo>
                  <a:pt x="3060" y="3467"/>
                </a:lnTo>
                <a:lnTo>
                  <a:pt x="2825" y="3531"/>
                </a:lnTo>
                <a:lnTo>
                  <a:pt x="2568" y="3574"/>
                </a:lnTo>
                <a:lnTo>
                  <a:pt x="2461" y="3595"/>
                </a:lnTo>
                <a:lnTo>
                  <a:pt x="2332" y="3574"/>
                </a:lnTo>
                <a:lnTo>
                  <a:pt x="2119" y="3531"/>
                </a:lnTo>
                <a:lnTo>
                  <a:pt x="1905" y="3531"/>
                </a:lnTo>
                <a:lnTo>
                  <a:pt x="1840" y="3553"/>
                </a:lnTo>
                <a:lnTo>
                  <a:pt x="1776" y="3595"/>
                </a:lnTo>
                <a:lnTo>
                  <a:pt x="1755" y="3617"/>
                </a:lnTo>
                <a:lnTo>
                  <a:pt x="1755" y="3638"/>
                </a:lnTo>
                <a:lnTo>
                  <a:pt x="1776" y="3681"/>
                </a:lnTo>
                <a:lnTo>
                  <a:pt x="1819" y="3702"/>
                </a:lnTo>
                <a:lnTo>
                  <a:pt x="1926" y="3766"/>
                </a:lnTo>
                <a:lnTo>
                  <a:pt x="2033" y="3788"/>
                </a:lnTo>
                <a:lnTo>
                  <a:pt x="2140" y="3831"/>
                </a:lnTo>
                <a:lnTo>
                  <a:pt x="2482" y="3831"/>
                </a:lnTo>
                <a:lnTo>
                  <a:pt x="2718" y="3788"/>
                </a:lnTo>
                <a:lnTo>
                  <a:pt x="3167" y="3681"/>
                </a:lnTo>
                <a:lnTo>
                  <a:pt x="3402" y="3659"/>
                </a:lnTo>
                <a:lnTo>
                  <a:pt x="3638" y="3638"/>
                </a:lnTo>
                <a:lnTo>
                  <a:pt x="3894" y="3659"/>
                </a:lnTo>
                <a:lnTo>
                  <a:pt x="4001" y="3681"/>
                </a:lnTo>
                <a:lnTo>
                  <a:pt x="4130" y="3681"/>
                </a:lnTo>
                <a:lnTo>
                  <a:pt x="4365" y="3638"/>
                </a:lnTo>
                <a:lnTo>
                  <a:pt x="4472" y="3638"/>
                </a:lnTo>
                <a:lnTo>
                  <a:pt x="4579" y="3659"/>
                </a:lnTo>
                <a:lnTo>
                  <a:pt x="4814" y="3745"/>
                </a:lnTo>
                <a:lnTo>
                  <a:pt x="4986" y="3745"/>
                </a:lnTo>
                <a:lnTo>
                  <a:pt x="5050" y="3702"/>
                </a:lnTo>
                <a:lnTo>
                  <a:pt x="5093" y="3659"/>
                </a:lnTo>
                <a:lnTo>
                  <a:pt x="5114" y="3595"/>
                </a:lnTo>
                <a:lnTo>
                  <a:pt x="5114" y="3553"/>
                </a:lnTo>
                <a:lnTo>
                  <a:pt x="5071" y="3488"/>
                </a:lnTo>
                <a:lnTo>
                  <a:pt x="4986" y="3467"/>
                </a:lnTo>
                <a:lnTo>
                  <a:pt x="4729" y="3467"/>
                </a:lnTo>
                <a:lnTo>
                  <a:pt x="4515" y="3424"/>
                </a:lnTo>
                <a:lnTo>
                  <a:pt x="4301" y="3424"/>
                </a:lnTo>
                <a:lnTo>
                  <a:pt x="4044" y="3446"/>
                </a:lnTo>
                <a:lnTo>
                  <a:pt x="3809" y="3424"/>
                </a:lnTo>
                <a:close/>
                <a:moveTo>
                  <a:pt x="2632" y="4237"/>
                </a:moveTo>
                <a:lnTo>
                  <a:pt x="2397" y="4259"/>
                </a:lnTo>
                <a:lnTo>
                  <a:pt x="1947" y="4366"/>
                </a:lnTo>
                <a:lnTo>
                  <a:pt x="1776" y="4430"/>
                </a:lnTo>
                <a:lnTo>
                  <a:pt x="1648" y="4515"/>
                </a:lnTo>
                <a:lnTo>
                  <a:pt x="1626" y="4558"/>
                </a:lnTo>
                <a:lnTo>
                  <a:pt x="1626" y="4580"/>
                </a:lnTo>
                <a:lnTo>
                  <a:pt x="1712" y="4601"/>
                </a:lnTo>
                <a:lnTo>
                  <a:pt x="1840" y="4601"/>
                </a:lnTo>
                <a:lnTo>
                  <a:pt x="2119" y="4580"/>
                </a:lnTo>
                <a:lnTo>
                  <a:pt x="2375" y="4537"/>
                </a:lnTo>
                <a:lnTo>
                  <a:pt x="2653" y="4494"/>
                </a:lnTo>
                <a:lnTo>
                  <a:pt x="2932" y="4494"/>
                </a:lnTo>
                <a:lnTo>
                  <a:pt x="3188" y="4537"/>
                </a:lnTo>
                <a:lnTo>
                  <a:pt x="3295" y="4558"/>
                </a:lnTo>
                <a:lnTo>
                  <a:pt x="3424" y="4558"/>
                </a:lnTo>
                <a:lnTo>
                  <a:pt x="3680" y="4494"/>
                </a:lnTo>
                <a:lnTo>
                  <a:pt x="3809" y="4473"/>
                </a:lnTo>
                <a:lnTo>
                  <a:pt x="3937" y="4515"/>
                </a:lnTo>
                <a:lnTo>
                  <a:pt x="4108" y="4558"/>
                </a:lnTo>
                <a:lnTo>
                  <a:pt x="4536" y="4558"/>
                </a:lnTo>
                <a:lnTo>
                  <a:pt x="4729" y="4537"/>
                </a:lnTo>
                <a:lnTo>
                  <a:pt x="4814" y="4515"/>
                </a:lnTo>
                <a:lnTo>
                  <a:pt x="4921" y="4494"/>
                </a:lnTo>
                <a:lnTo>
                  <a:pt x="4964" y="4473"/>
                </a:lnTo>
                <a:lnTo>
                  <a:pt x="5007" y="4451"/>
                </a:lnTo>
                <a:lnTo>
                  <a:pt x="5007" y="4408"/>
                </a:lnTo>
                <a:lnTo>
                  <a:pt x="5007" y="4366"/>
                </a:lnTo>
                <a:lnTo>
                  <a:pt x="4986" y="4323"/>
                </a:lnTo>
                <a:lnTo>
                  <a:pt x="4943" y="4301"/>
                </a:lnTo>
                <a:lnTo>
                  <a:pt x="4836" y="4280"/>
                </a:lnTo>
                <a:lnTo>
                  <a:pt x="4386" y="4280"/>
                </a:lnTo>
                <a:lnTo>
                  <a:pt x="4151" y="4259"/>
                </a:lnTo>
                <a:lnTo>
                  <a:pt x="3937" y="4237"/>
                </a:lnTo>
                <a:lnTo>
                  <a:pt x="3702" y="4237"/>
                </a:lnTo>
                <a:lnTo>
                  <a:pt x="3488" y="4280"/>
                </a:lnTo>
                <a:lnTo>
                  <a:pt x="3402" y="4323"/>
                </a:lnTo>
                <a:lnTo>
                  <a:pt x="3188" y="4323"/>
                </a:lnTo>
                <a:lnTo>
                  <a:pt x="3081" y="4301"/>
                </a:lnTo>
                <a:lnTo>
                  <a:pt x="2867" y="4237"/>
                </a:lnTo>
                <a:close/>
                <a:moveTo>
                  <a:pt x="2268" y="5050"/>
                </a:moveTo>
                <a:lnTo>
                  <a:pt x="2140" y="5072"/>
                </a:lnTo>
                <a:lnTo>
                  <a:pt x="2033" y="5114"/>
                </a:lnTo>
                <a:lnTo>
                  <a:pt x="1926" y="5157"/>
                </a:lnTo>
                <a:lnTo>
                  <a:pt x="1819" y="5200"/>
                </a:lnTo>
                <a:lnTo>
                  <a:pt x="1584" y="5200"/>
                </a:lnTo>
                <a:lnTo>
                  <a:pt x="1562" y="5221"/>
                </a:lnTo>
                <a:lnTo>
                  <a:pt x="1562" y="5243"/>
                </a:lnTo>
                <a:lnTo>
                  <a:pt x="1584" y="5264"/>
                </a:lnTo>
                <a:lnTo>
                  <a:pt x="1605" y="5307"/>
                </a:lnTo>
                <a:lnTo>
                  <a:pt x="1691" y="5328"/>
                </a:lnTo>
                <a:lnTo>
                  <a:pt x="1798" y="5328"/>
                </a:lnTo>
                <a:lnTo>
                  <a:pt x="1926" y="5307"/>
                </a:lnTo>
                <a:lnTo>
                  <a:pt x="2161" y="5243"/>
                </a:lnTo>
                <a:lnTo>
                  <a:pt x="2268" y="5221"/>
                </a:lnTo>
                <a:lnTo>
                  <a:pt x="2332" y="5221"/>
                </a:lnTo>
                <a:lnTo>
                  <a:pt x="2546" y="5264"/>
                </a:lnTo>
                <a:lnTo>
                  <a:pt x="2653" y="5286"/>
                </a:lnTo>
                <a:lnTo>
                  <a:pt x="2760" y="5286"/>
                </a:lnTo>
                <a:lnTo>
                  <a:pt x="2974" y="5243"/>
                </a:lnTo>
                <a:lnTo>
                  <a:pt x="3124" y="5200"/>
                </a:lnTo>
                <a:lnTo>
                  <a:pt x="3188" y="5179"/>
                </a:lnTo>
                <a:lnTo>
                  <a:pt x="3146" y="5136"/>
                </a:lnTo>
                <a:lnTo>
                  <a:pt x="3081" y="5093"/>
                </a:lnTo>
                <a:lnTo>
                  <a:pt x="2910" y="5093"/>
                </a:lnTo>
                <a:lnTo>
                  <a:pt x="2782" y="5114"/>
                </a:lnTo>
                <a:lnTo>
                  <a:pt x="2653" y="5136"/>
                </a:lnTo>
                <a:lnTo>
                  <a:pt x="2568" y="5114"/>
                </a:lnTo>
                <a:lnTo>
                  <a:pt x="2461" y="5093"/>
                </a:lnTo>
                <a:lnTo>
                  <a:pt x="2375" y="5072"/>
                </a:lnTo>
                <a:lnTo>
                  <a:pt x="2268" y="5050"/>
                </a:lnTo>
                <a:close/>
                <a:moveTo>
                  <a:pt x="4515" y="6034"/>
                </a:moveTo>
                <a:lnTo>
                  <a:pt x="4558" y="6120"/>
                </a:lnTo>
                <a:lnTo>
                  <a:pt x="4579" y="6270"/>
                </a:lnTo>
                <a:lnTo>
                  <a:pt x="4579" y="6313"/>
                </a:lnTo>
                <a:lnTo>
                  <a:pt x="4558" y="6377"/>
                </a:lnTo>
                <a:lnTo>
                  <a:pt x="4536" y="6398"/>
                </a:lnTo>
                <a:lnTo>
                  <a:pt x="4451" y="6398"/>
                </a:lnTo>
                <a:lnTo>
                  <a:pt x="4429" y="6377"/>
                </a:lnTo>
                <a:lnTo>
                  <a:pt x="4408" y="6334"/>
                </a:lnTo>
                <a:lnTo>
                  <a:pt x="4451" y="6206"/>
                </a:lnTo>
                <a:lnTo>
                  <a:pt x="4493" y="6077"/>
                </a:lnTo>
                <a:lnTo>
                  <a:pt x="4515" y="6034"/>
                </a:lnTo>
                <a:close/>
                <a:moveTo>
                  <a:pt x="5627" y="5478"/>
                </a:moveTo>
                <a:lnTo>
                  <a:pt x="5585" y="5500"/>
                </a:lnTo>
                <a:lnTo>
                  <a:pt x="5520" y="5542"/>
                </a:lnTo>
                <a:lnTo>
                  <a:pt x="5478" y="5606"/>
                </a:lnTo>
                <a:lnTo>
                  <a:pt x="5478" y="5692"/>
                </a:lnTo>
                <a:lnTo>
                  <a:pt x="5478" y="5756"/>
                </a:lnTo>
                <a:lnTo>
                  <a:pt x="5478" y="5842"/>
                </a:lnTo>
                <a:lnTo>
                  <a:pt x="5499" y="5992"/>
                </a:lnTo>
                <a:lnTo>
                  <a:pt x="5499" y="6077"/>
                </a:lnTo>
                <a:lnTo>
                  <a:pt x="5478" y="6141"/>
                </a:lnTo>
                <a:lnTo>
                  <a:pt x="5435" y="6184"/>
                </a:lnTo>
                <a:lnTo>
                  <a:pt x="5392" y="6227"/>
                </a:lnTo>
                <a:lnTo>
                  <a:pt x="5306" y="6291"/>
                </a:lnTo>
                <a:lnTo>
                  <a:pt x="5264" y="6313"/>
                </a:lnTo>
                <a:lnTo>
                  <a:pt x="5242" y="6355"/>
                </a:lnTo>
                <a:lnTo>
                  <a:pt x="5242" y="6420"/>
                </a:lnTo>
                <a:lnTo>
                  <a:pt x="5264" y="6484"/>
                </a:lnTo>
                <a:lnTo>
                  <a:pt x="5306" y="6527"/>
                </a:lnTo>
                <a:lnTo>
                  <a:pt x="5371" y="6548"/>
                </a:lnTo>
                <a:lnTo>
                  <a:pt x="5435" y="6569"/>
                </a:lnTo>
                <a:lnTo>
                  <a:pt x="5499" y="6591"/>
                </a:lnTo>
                <a:lnTo>
                  <a:pt x="5542" y="6655"/>
                </a:lnTo>
                <a:lnTo>
                  <a:pt x="5563" y="6698"/>
                </a:lnTo>
                <a:lnTo>
                  <a:pt x="5563" y="6762"/>
                </a:lnTo>
                <a:lnTo>
                  <a:pt x="5606" y="6826"/>
                </a:lnTo>
                <a:lnTo>
                  <a:pt x="5649" y="6869"/>
                </a:lnTo>
                <a:lnTo>
                  <a:pt x="5692" y="6890"/>
                </a:lnTo>
                <a:lnTo>
                  <a:pt x="5734" y="6912"/>
                </a:lnTo>
                <a:lnTo>
                  <a:pt x="5820" y="6912"/>
                </a:lnTo>
                <a:lnTo>
                  <a:pt x="5863" y="6869"/>
                </a:lnTo>
                <a:lnTo>
                  <a:pt x="5906" y="6826"/>
                </a:lnTo>
                <a:lnTo>
                  <a:pt x="5927" y="6783"/>
                </a:lnTo>
                <a:lnTo>
                  <a:pt x="5948" y="6698"/>
                </a:lnTo>
                <a:lnTo>
                  <a:pt x="5927" y="6633"/>
                </a:lnTo>
                <a:lnTo>
                  <a:pt x="5927" y="6548"/>
                </a:lnTo>
                <a:lnTo>
                  <a:pt x="5927" y="6462"/>
                </a:lnTo>
                <a:lnTo>
                  <a:pt x="5970" y="6441"/>
                </a:lnTo>
                <a:lnTo>
                  <a:pt x="5991" y="6398"/>
                </a:lnTo>
                <a:lnTo>
                  <a:pt x="6077" y="6355"/>
                </a:lnTo>
                <a:lnTo>
                  <a:pt x="6141" y="6248"/>
                </a:lnTo>
                <a:lnTo>
                  <a:pt x="6162" y="6206"/>
                </a:lnTo>
                <a:lnTo>
                  <a:pt x="6162" y="6141"/>
                </a:lnTo>
                <a:lnTo>
                  <a:pt x="6141" y="6099"/>
                </a:lnTo>
                <a:lnTo>
                  <a:pt x="6120" y="6056"/>
                </a:lnTo>
                <a:lnTo>
                  <a:pt x="6055" y="6034"/>
                </a:lnTo>
                <a:lnTo>
                  <a:pt x="5991" y="6013"/>
                </a:lnTo>
                <a:lnTo>
                  <a:pt x="5884" y="5970"/>
                </a:lnTo>
                <a:lnTo>
                  <a:pt x="5863" y="5949"/>
                </a:lnTo>
                <a:lnTo>
                  <a:pt x="5841" y="5927"/>
                </a:lnTo>
                <a:lnTo>
                  <a:pt x="5820" y="5713"/>
                </a:lnTo>
                <a:lnTo>
                  <a:pt x="5777" y="5585"/>
                </a:lnTo>
                <a:lnTo>
                  <a:pt x="5713" y="5500"/>
                </a:lnTo>
                <a:lnTo>
                  <a:pt x="5670" y="5478"/>
                </a:lnTo>
                <a:close/>
                <a:moveTo>
                  <a:pt x="4408" y="5307"/>
                </a:moveTo>
                <a:lnTo>
                  <a:pt x="4344" y="5328"/>
                </a:lnTo>
                <a:lnTo>
                  <a:pt x="4301" y="5371"/>
                </a:lnTo>
                <a:lnTo>
                  <a:pt x="4258" y="5435"/>
                </a:lnTo>
                <a:lnTo>
                  <a:pt x="4194" y="5564"/>
                </a:lnTo>
                <a:lnTo>
                  <a:pt x="4151" y="5735"/>
                </a:lnTo>
                <a:lnTo>
                  <a:pt x="4108" y="6120"/>
                </a:lnTo>
                <a:lnTo>
                  <a:pt x="4087" y="6270"/>
                </a:lnTo>
                <a:lnTo>
                  <a:pt x="4066" y="6398"/>
                </a:lnTo>
                <a:lnTo>
                  <a:pt x="4023" y="6462"/>
                </a:lnTo>
                <a:lnTo>
                  <a:pt x="3980" y="6527"/>
                </a:lnTo>
                <a:lnTo>
                  <a:pt x="3894" y="6591"/>
                </a:lnTo>
                <a:lnTo>
                  <a:pt x="3787" y="6633"/>
                </a:lnTo>
                <a:lnTo>
                  <a:pt x="3723" y="6676"/>
                </a:lnTo>
                <a:lnTo>
                  <a:pt x="3680" y="6740"/>
                </a:lnTo>
                <a:lnTo>
                  <a:pt x="3659" y="6783"/>
                </a:lnTo>
                <a:lnTo>
                  <a:pt x="3638" y="6826"/>
                </a:lnTo>
                <a:lnTo>
                  <a:pt x="3638" y="6869"/>
                </a:lnTo>
                <a:lnTo>
                  <a:pt x="3659" y="6890"/>
                </a:lnTo>
                <a:lnTo>
                  <a:pt x="3723" y="6933"/>
                </a:lnTo>
                <a:lnTo>
                  <a:pt x="3787" y="6976"/>
                </a:lnTo>
                <a:lnTo>
                  <a:pt x="3852" y="7061"/>
                </a:lnTo>
                <a:lnTo>
                  <a:pt x="3873" y="7126"/>
                </a:lnTo>
                <a:lnTo>
                  <a:pt x="3873" y="7190"/>
                </a:lnTo>
                <a:lnTo>
                  <a:pt x="3830" y="7318"/>
                </a:lnTo>
                <a:lnTo>
                  <a:pt x="3809" y="7425"/>
                </a:lnTo>
                <a:lnTo>
                  <a:pt x="3787" y="7554"/>
                </a:lnTo>
                <a:lnTo>
                  <a:pt x="3787" y="7618"/>
                </a:lnTo>
                <a:lnTo>
                  <a:pt x="3787" y="7682"/>
                </a:lnTo>
                <a:lnTo>
                  <a:pt x="3830" y="7725"/>
                </a:lnTo>
                <a:lnTo>
                  <a:pt x="3873" y="7746"/>
                </a:lnTo>
                <a:lnTo>
                  <a:pt x="3980" y="7746"/>
                </a:lnTo>
                <a:lnTo>
                  <a:pt x="4087" y="7682"/>
                </a:lnTo>
                <a:lnTo>
                  <a:pt x="4172" y="7596"/>
                </a:lnTo>
                <a:lnTo>
                  <a:pt x="4237" y="7532"/>
                </a:lnTo>
                <a:lnTo>
                  <a:pt x="4279" y="7468"/>
                </a:lnTo>
                <a:lnTo>
                  <a:pt x="4279" y="7382"/>
                </a:lnTo>
                <a:lnTo>
                  <a:pt x="4301" y="7233"/>
                </a:lnTo>
                <a:lnTo>
                  <a:pt x="4301" y="7061"/>
                </a:lnTo>
                <a:lnTo>
                  <a:pt x="4322" y="6976"/>
                </a:lnTo>
                <a:lnTo>
                  <a:pt x="4365" y="6912"/>
                </a:lnTo>
                <a:lnTo>
                  <a:pt x="4451" y="6826"/>
                </a:lnTo>
                <a:lnTo>
                  <a:pt x="4558" y="6762"/>
                </a:lnTo>
                <a:lnTo>
                  <a:pt x="4600" y="6740"/>
                </a:lnTo>
                <a:lnTo>
                  <a:pt x="4665" y="6740"/>
                </a:lnTo>
                <a:lnTo>
                  <a:pt x="4707" y="6762"/>
                </a:lnTo>
                <a:lnTo>
                  <a:pt x="4772" y="6805"/>
                </a:lnTo>
                <a:lnTo>
                  <a:pt x="4793" y="6847"/>
                </a:lnTo>
                <a:lnTo>
                  <a:pt x="4836" y="6912"/>
                </a:lnTo>
                <a:lnTo>
                  <a:pt x="4857" y="7083"/>
                </a:lnTo>
                <a:lnTo>
                  <a:pt x="4900" y="7233"/>
                </a:lnTo>
                <a:lnTo>
                  <a:pt x="4943" y="7382"/>
                </a:lnTo>
                <a:lnTo>
                  <a:pt x="5007" y="7489"/>
                </a:lnTo>
                <a:lnTo>
                  <a:pt x="5028" y="7511"/>
                </a:lnTo>
                <a:lnTo>
                  <a:pt x="5071" y="7532"/>
                </a:lnTo>
                <a:lnTo>
                  <a:pt x="5135" y="7532"/>
                </a:lnTo>
                <a:lnTo>
                  <a:pt x="5264" y="7447"/>
                </a:lnTo>
                <a:lnTo>
                  <a:pt x="5328" y="7361"/>
                </a:lnTo>
                <a:lnTo>
                  <a:pt x="5371" y="7275"/>
                </a:lnTo>
                <a:lnTo>
                  <a:pt x="5371" y="7168"/>
                </a:lnTo>
                <a:lnTo>
                  <a:pt x="5328" y="7040"/>
                </a:lnTo>
                <a:lnTo>
                  <a:pt x="5285" y="6912"/>
                </a:lnTo>
                <a:lnTo>
                  <a:pt x="5242" y="6783"/>
                </a:lnTo>
                <a:lnTo>
                  <a:pt x="5178" y="6676"/>
                </a:lnTo>
                <a:lnTo>
                  <a:pt x="5135" y="6548"/>
                </a:lnTo>
                <a:lnTo>
                  <a:pt x="5135" y="6398"/>
                </a:lnTo>
                <a:lnTo>
                  <a:pt x="5114" y="6334"/>
                </a:lnTo>
                <a:lnTo>
                  <a:pt x="5093" y="6248"/>
                </a:lnTo>
                <a:lnTo>
                  <a:pt x="5050" y="6206"/>
                </a:lnTo>
                <a:lnTo>
                  <a:pt x="4986" y="6141"/>
                </a:lnTo>
                <a:lnTo>
                  <a:pt x="4943" y="6034"/>
                </a:lnTo>
                <a:lnTo>
                  <a:pt x="4900" y="5927"/>
                </a:lnTo>
                <a:lnTo>
                  <a:pt x="4793" y="5649"/>
                </a:lnTo>
                <a:lnTo>
                  <a:pt x="4750" y="5521"/>
                </a:lnTo>
                <a:lnTo>
                  <a:pt x="4665" y="5414"/>
                </a:lnTo>
                <a:lnTo>
                  <a:pt x="4579" y="5328"/>
                </a:lnTo>
                <a:lnTo>
                  <a:pt x="4536" y="5307"/>
                </a:lnTo>
                <a:close/>
                <a:moveTo>
                  <a:pt x="2632" y="429"/>
                </a:moveTo>
                <a:lnTo>
                  <a:pt x="2889" y="450"/>
                </a:lnTo>
                <a:lnTo>
                  <a:pt x="3124" y="472"/>
                </a:lnTo>
                <a:lnTo>
                  <a:pt x="3702" y="472"/>
                </a:lnTo>
                <a:lnTo>
                  <a:pt x="4258" y="514"/>
                </a:lnTo>
                <a:lnTo>
                  <a:pt x="4793" y="536"/>
                </a:lnTo>
                <a:lnTo>
                  <a:pt x="5306" y="557"/>
                </a:lnTo>
                <a:lnTo>
                  <a:pt x="5820" y="600"/>
                </a:lnTo>
                <a:lnTo>
                  <a:pt x="5970" y="600"/>
                </a:lnTo>
                <a:lnTo>
                  <a:pt x="6077" y="621"/>
                </a:lnTo>
                <a:lnTo>
                  <a:pt x="6098" y="621"/>
                </a:lnTo>
                <a:lnTo>
                  <a:pt x="6141" y="664"/>
                </a:lnTo>
                <a:lnTo>
                  <a:pt x="6162" y="707"/>
                </a:lnTo>
                <a:lnTo>
                  <a:pt x="6184" y="771"/>
                </a:lnTo>
                <a:lnTo>
                  <a:pt x="6205" y="1006"/>
                </a:lnTo>
                <a:lnTo>
                  <a:pt x="6226" y="1263"/>
                </a:lnTo>
                <a:lnTo>
                  <a:pt x="6205" y="1777"/>
                </a:lnTo>
                <a:lnTo>
                  <a:pt x="6226" y="2354"/>
                </a:lnTo>
                <a:lnTo>
                  <a:pt x="6248" y="2932"/>
                </a:lnTo>
                <a:lnTo>
                  <a:pt x="6248" y="5542"/>
                </a:lnTo>
                <a:lnTo>
                  <a:pt x="6269" y="6869"/>
                </a:lnTo>
                <a:lnTo>
                  <a:pt x="6291" y="7511"/>
                </a:lnTo>
                <a:lnTo>
                  <a:pt x="6269" y="7832"/>
                </a:lnTo>
                <a:lnTo>
                  <a:pt x="6248" y="7981"/>
                </a:lnTo>
                <a:lnTo>
                  <a:pt x="6205" y="8153"/>
                </a:lnTo>
                <a:lnTo>
                  <a:pt x="6184" y="8174"/>
                </a:lnTo>
                <a:lnTo>
                  <a:pt x="6141" y="8195"/>
                </a:lnTo>
                <a:lnTo>
                  <a:pt x="6055" y="8238"/>
                </a:lnTo>
                <a:lnTo>
                  <a:pt x="5906" y="8260"/>
                </a:lnTo>
                <a:lnTo>
                  <a:pt x="5413" y="8260"/>
                </a:lnTo>
                <a:lnTo>
                  <a:pt x="5199" y="8238"/>
                </a:lnTo>
                <a:lnTo>
                  <a:pt x="4857" y="8217"/>
                </a:lnTo>
                <a:lnTo>
                  <a:pt x="4515" y="8217"/>
                </a:lnTo>
                <a:lnTo>
                  <a:pt x="3830" y="8260"/>
                </a:lnTo>
                <a:lnTo>
                  <a:pt x="3167" y="8281"/>
                </a:lnTo>
                <a:lnTo>
                  <a:pt x="2504" y="8302"/>
                </a:lnTo>
                <a:lnTo>
                  <a:pt x="2268" y="8324"/>
                </a:lnTo>
                <a:lnTo>
                  <a:pt x="2119" y="8324"/>
                </a:lnTo>
                <a:lnTo>
                  <a:pt x="2076" y="8302"/>
                </a:lnTo>
                <a:lnTo>
                  <a:pt x="2033" y="8281"/>
                </a:lnTo>
                <a:lnTo>
                  <a:pt x="2012" y="8217"/>
                </a:lnTo>
                <a:lnTo>
                  <a:pt x="2012" y="8153"/>
                </a:lnTo>
                <a:lnTo>
                  <a:pt x="1990" y="8110"/>
                </a:lnTo>
                <a:lnTo>
                  <a:pt x="1969" y="8088"/>
                </a:lnTo>
                <a:lnTo>
                  <a:pt x="1883" y="8088"/>
                </a:lnTo>
                <a:lnTo>
                  <a:pt x="1798" y="8153"/>
                </a:lnTo>
                <a:lnTo>
                  <a:pt x="1626" y="8302"/>
                </a:lnTo>
                <a:lnTo>
                  <a:pt x="1541" y="8367"/>
                </a:lnTo>
                <a:lnTo>
                  <a:pt x="1455" y="8388"/>
                </a:lnTo>
                <a:lnTo>
                  <a:pt x="1412" y="8388"/>
                </a:lnTo>
                <a:lnTo>
                  <a:pt x="1391" y="8367"/>
                </a:lnTo>
                <a:lnTo>
                  <a:pt x="1348" y="8345"/>
                </a:lnTo>
                <a:lnTo>
                  <a:pt x="1327" y="8281"/>
                </a:lnTo>
                <a:lnTo>
                  <a:pt x="1327" y="8217"/>
                </a:lnTo>
                <a:lnTo>
                  <a:pt x="1348" y="8131"/>
                </a:lnTo>
                <a:lnTo>
                  <a:pt x="1348" y="8110"/>
                </a:lnTo>
                <a:lnTo>
                  <a:pt x="1348" y="8067"/>
                </a:lnTo>
                <a:lnTo>
                  <a:pt x="1327" y="8067"/>
                </a:lnTo>
                <a:lnTo>
                  <a:pt x="1263" y="8046"/>
                </a:lnTo>
                <a:lnTo>
                  <a:pt x="1220" y="8067"/>
                </a:lnTo>
                <a:lnTo>
                  <a:pt x="1177" y="8110"/>
                </a:lnTo>
                <a:lnTo>
                  <a:pt x="1092" y="8217"/>
                </a:lnTo>
                <a:lnTo>
                  <a:pt x="1006" y="8324"/>
                </a:lnTo>
                <a:lnTo>
                  <a:pt x="963" y="8367"/>
                </a:lnTo>
                <a:lnTo>
                  <a:pt x="920" y="8409"/>
                </a:lnTo>
                <a:lnTo>
                  <a:pt x="856" y="8431"/>
                </a:lnTo>
                <a:lnTo>
                  <a:pt x="792" y="8431"/>
                </a:lnTo>
                <a:lnTo>
                  <a:pt x="771" y="8409"/>
                </a:lnTo>
                <a:lnTo>
                  <a:pt x="771" y="8367"/>
                </a:lnTo>
                <a:lnTo>
                  <a:pt x="792" y="8281"/>
                </a:lnTo>
                <a:lnTo>
                  <a:pt x="856" y="8153"/>
                </a:lnTo>
                <a:lnTo>
                  <a:pt x="1049" y="7917"/>
                </a:lnTo>
                <a:lnTo>
                  <a:pt x="1156" y="7767"/>
                </a:lnTo>
                <a:lnTo>
                  <a:pt x="1156" y="7682"/>
                </a:lnTo>
                <a:lnTo>
                  <a:pt x="1134" y="7639"/>
                </a:lnTo>
                <a:lnTo>
                  <a:pt x="1070" y="7618"/>
                </a:lnTo>
                <a:lnTo>
                  <a:pt x="942" y="7618"/>
                </a:lnTo>
                <a:lnTo>
                  <a:pt x="856" y="7660"/>
                </a:lnTo>
                <a:lnTo>
                  <a:pt x="792" y="7703"/>
                </a:lnTo>
                <a:lnTo>
                  <a:pt x="749" y="7746"/>
                </a:lnTo>
                <a:lnTo>
                  <a:pt x="835" y="7575"/>
                </a:lnTo>
                <a:lnTo>
                  <a:pt x="878" y="7468"/>
                </a:lnTo>
                <a:lnTo>
                  <a:pt x="899" y="7404"/>
                </a:lnTo>
                <a:lnTo>
                  <a:pt x="899" y="7297"/>
                </a:lnTo>
                <a:lnTo>
                  <a:pt x="856" y="7275"/>
                </a:lnTo>
                <a:lnTo>
                  <a:pt x="835" y="7254"/>
                </a:lnTo>
                <a:lnTo>
                  <a:pt x="792" y="7297"/>
                </a:lnTo>
                <a:lnTo>
                  <a:pt x="685" y="7382"/>
                </a:lnTo>
                <a:lnTo>
                  <a:pt x="578" y="7468"/>
                </a:lnTo>
                <a:lnTo>
                  <a:pt x="557" y="7361"/>
                </a:lnTo>
                <a:lnTo>
                  <a:pt x="578" y="7254"/>
                </a:lnTo>
                <a:lnTo>
                  <a:pt x="621" y="7147"/>
                </a:lnTo>
                <a:lnTo>
                  <a:pt x="685" y="7040"/>
                </a:lnTo>
                <a:lnTo>
                  <a:pt x="835" y="6826"/>
                </a:lnTo>
                <a:lnTo>
                  <a:pt x="899" y="6719"/>
                </a:lnTo>
                <a:lnTo>
                  <a:pt x="942" y="6633"/>
                </a:lnTo>
                <a:lnTo>
                  <a:pt x="963" y="6484"/>
                </a:lnTo>
                <a:lnTo>
                  <a:pt x="942" y="6441"/>
                </a:lnTo>
                <a:lnTo>
                  <a:pt x="920" y="6420"/>
                </a:lnTo>
                <a:lnTo>
                  <a:pt x="899" y="6441"/>
                </a:lnTo>
                <a:lnTo>
                  <a:pt x="835" y="6462"/>
                </a:lnTo>
                <a:lnTo>
                  <a:pt x="706" y="6591"/>
                </a:lnTo>
                <a:lnTo>
                  <a:pt x="599" y="6655"/>
                </a:lnTo>
                <a:lnTo>
                  <a:pt x="599" y="6633"/>
                </a:lnTo>
                <a:lnTo>
                  <a:pt x="578" y="6591"/>
                </a:lnTo>
                <a:lnTo>
                  <a:pt x="557" y="6377"/>
                </a:lnTo>
                <a:lnTo>
                  <a:pt x="535" y="5713"/>
                </a:lnTo>
                <a:lnTo>
                  <a:pt x="578" y="4601"/>
                </a:lnTo>
                <a:lnTo>
                  <a:pt x="599" y="3446"/>
                </a:lnTo>
                <a:lnTo>
                  <a:pt x="599" y="2889"/>
                </a:lnTo>
                <a:lnTo>
                  <a:pt x="578" y="2632"/>
                </a:lnTo>
                <a:lnTo>
                  <a:pt x="557" y="2504"/>
                </a:lnTo>
                <a:lnTo>
                  <a:pt x="578" y="2397"/>
                </a:lnTo>
                <a:lnTo>
                  <a:pt x="599" y="2333"/>
                </a:lnTo>
                <a:lnTo>
                  <a:pt x="642" y="2290"/>
                </a:lnTo>
                <a:lnTo>
                  <a:pt x="728" y="2269"/>
                </a:lnTo>
                <a:lnTo>
                  <a:pt x="792" y="2269"/>
                </a:lnTo>
                <a:lnTo>
                  <a:pt x="1134" y="2247"/>
                </a:lnTo>
                <a:lnTo>
                  <a:pt x="1370" y="2226"/>
                </a:lnTo>
                <a:lnTo>
                  <a:pt x="1648" y="2226"/>
                </a:lnTo>
                <a:lnTo>
                  <a:pt x="1776" y="2205"/>
                </a:lnTo>
                <a:lnTo>
                  <a:pt x="1905" y="2162"/>
                </a:lnTo>
                <a:lnTo>
                  <a:pt x="2012" y="2119"/>
                </a:lnTo>
                <a:lnTo>
                  <a:pt x="2076" y="2033"/>
                </a:lnTo>
                <a:lnTo>
                  <a:pt x="2119" y="1948"/>
                </a:lnTo>
                <a:lnTo>
                  <a:pt x="2140" y="1819"/>
                </a:lnTo>
                <a:lnTo>
                  <a:pt x="2119" y="1691"/>
                </a:lnTo>
                <a:lnTo>
                  <a:pt x="2119" y="1563"/>
                </a:lnTo>
                <a:lnTo>
                  <a:pt x="2054" y="1285"/>
                </a:lnTo>
                <a:lnTo>
                  <a:pt x="2012" y="1071"/>
                </a:lnTo>
                <a:lnTo>
                  <a:pt x="1947" y="857"/>
                </a:lnTo>
                <a:lnTo>
                  <a:pt x="1926" y="750"/>
                </a:lnTo>
                <a:lnTo>
                  <a:pt x="1905" y="664"/>
                </a:lnTo>
                <a:lnTo>
                  <a:pt x="1926" y="600"/>
                </a:lnTo>
                <a:lnTo>
                  <a:pt x="1947" y="536"/>
                </a:lnTo>
                <a:lnTo>
                  <a:pt x="2033" y="472"/>
                </a:lnTo>
                <a:lnTo>
                  <a:pt x="2140" y="450"/>
                </a:lnTo>
                <a:lnTo>
                  <a:pt x="2397" y="429"/>
                </a:lnTo>
                <a:close/>
                <a:moveTo>
                  <a:pt x="6120" y="1"/>
                </a:moveTo>
                <a:lnTo>
                  <a:pt x="5863" y="44"/>
                </a:lnTo>
                <a:lnTo>
                  <a:pt x="5627" y="86"/>
                </a:lnTo>
                <a:lnTo>
                  <a:pt x="5413" y="108"/>
                </a:lnTo>
                <a:lnTo>
                  <a:pt x="5221" y="129"/>
                </a:lnTo>
                <a:lnTo>
                  <a:pt x="4814" y="129"/>
                </a:lnTo>
                <a:lnTo>
                  <a:pt x="4408" y="86"/>
                </a:lnTo>
                <a:lnTo>
                  <a:pt x="2589" y="86"/>
                </a:lnTo>
                <a:lnTo>
                  <a:pt x="2225" y="65"/>
                </a:lnTo>
                <a:lnTo>
                  <a:pt x="1691" y="65"/>
                </a:lnTo>
                <a:lnTo>
                  <a:pt x="1541" y="108"/>
                </a:lnTo>
                <a:lnTo>
                  <a:pt x="1391" y="193"/>
                </a:lnTo>
                <a:lnTo>
                  <a:pt x="1348" y="258"/>
                </a:lnTo>
                <a:lnTo>
                  <a:pt x="1284" y="322"/>
                </a:lnTo>
                <a:lnTo>
                  <a:pt x="878" y="857"/>
                </a:lnTo>
                <a:lnTo>
                  <a:pt x="664" y="1135"/>
                </a:lnTo>
                <a:lnTo>
                  <a:pt x="492" y="1413"/>
                </a:lnTo>
                <a:lnTo>
                  <a:pt x="343" y="1670"/>
                </a:lnTo>
                <a:lnTo>
                  <a:pt x="171" y="1926"/>
                </a:lnTo>
                <a:lnTo>
                  <a:pt x="65" y="2076"/>
                </a:lnTo>
                <a:lnTo>
                  <a:pt x="43" y="2162"/>
                </a:lnTo>
                <a:lnTo>
                  <a:pt x="22" y="2247"/>
                </a:lnTo>
                <a:lnTo>
                  <a:pt x="0" y="2376"/>
                </a:lnTo>
                <a:lnTo>
                  <a:pt x="0" y="2504"/>
                </a:lnTo>
                <a:lnTo>
                  <a:pt x="22" y="2739"/>
                </a:lnTo>
                <a:lnTo>
                  <a:pt x="43" y="3403"/>
                </a:lnTo>
                <a:lnTo>
                  <a:pt x="65" y="3724"/>
                </a:lnTo>
                <a:lnTo>
                  <a:pt x="65" y="4066"/>
                </a:lnTo>
                <a:lnTo>
                  <a:pt x="22" y="4900"/>
                </a:lnTo>
                <a:lnTo>
                  <a:pt x="22" y="5735"/>
                </a:lnTo>
                <a:lnTo>
                  <a:pt x="22" y="7254"/>
                </a:lnTo>
                <a:lnTo>
                  <a:pt x="22" y="7939"/>
                </a:lnTo>
                <a:lnTo>
                  <a:pt x="22" y="8367"/>
                </a:lnTo>
                <a:lnTo>
                  <a:pt x="0" y="8559"/>
                </a:lnTo>
                <a:lnTo>
                  <a:pt x="0" y="8666"/>
                </a:lnTo>
                <a:lnTo>
                  <a:pt x="0" y="8730"/>
                </a:lnTo>
                <a:lnTo>
                  <a:pt x="22" y="8794"/>
                </a:lnTo>
                <a:lnTo>
                  <a:pt x="65" y="8837"/>
                </a:lnTo>
                <a:lnTo>
                  <a:pt x="107" y="8859"/>
                </a:lnTo>
                <a:lnTo>
                  <a:pt x="171" y="8880"/>
                </a:lnTo>
                <a:lnTo>
                  <a:pt x="321" y="8901"/>
                </a:lnTo>
                <a:lnTo>
                  <a:pt x="471" y="8901"/>
                </a:lnTo>
                <a:lnTo>
                  <a:pt x="792" y="8837"/>
                </a:lnTo>
                <a:lnTo>
                  <a:pt x="1027" y="8794"/>
                </a:lnTo>
                <a:lnTo>
                  <a:pt x="1434" y="8773"/>
                </a:lnTo>
                <a:lnTo>
                  <a:pt x="1840" y="8773"/>
                </a:lnTo>
                <a:lnTo>
                  <a:pt x="2653" y="8794"/>
                </a:lnTo>
                <a:lnTo>
                  <a:pt x="3081" y="8773"/>
                </a:lnTo>
                <a:lnTo>
                  <a:pt x="3509" y="8752"/>
                </a:lnTo>
                <a:lnTo>
                  <a:pt x="3937" y="8709"/>
                </a:lnTo>
                <a:lnTo>
                  <a:pt x="4344" y="8687"/>
                </a:lnTo>
                <a:lnTo>
                  <a:pt x="4750" y="8687"/>
                </a:lnTo>
                <a:lnTo>
                  <a:pt x="5178" y="8709"/>
                </a:lnTo>
                <a:lnTo>
                  <a:pt x="5991" y="8773"/>
                </a:lnTo>
                <a:lnTo>
                  <a:pt x="6162" y="8794"/>
                </a:lnTo>
                <a:lnTo>
                  <a:pt x="6398" y="8794"/>
                </a:lnTo>
                <a:lnTo>
                  <a:pt x="6483" y="8773"/>
                </a:lnTo>
                <a:lnTo>
                  <a:pt x="6547" y="8730"/>
                </a:lnTo>
                <a:lnTo>
                  <a:pt x="6612" y="8666"/>
                </a:lnTo>
                <a:lnTo>
                  <a:pt x="6654" y="8581"/>
                </a:lnTo>
                <a:lnTo>
                  <a:pt x="6697" y="8495"/>
                </a:lnTo>
                <a:lnTo>
                  <a:pt x="6740" y="8260"/>
                </a:lnTo>
                <a:lnTo>
                  <a:pt x="6761" y="8046"/>
                </a:lnTo>
                <a:lnTo>
                  <a:pt x="6740" y="7832"/>
                </a:lnTo>
                <a:lnTo>
                  <a:pt x="6740" y="6013"/>
                </a:lnTo>
                <a:lnTo>
                  <a:pt x="6719" y="5264"/>
                </a:lnTo>
                <a:lnTo>
                  <a:pt x="6676" y="4494"/>
                </a:lnTo>
                <a:lnTo>
                  <a:pt x="6654" y="4109"/>
                </a:lnTo>
                <a:lnTo>
                  <a:pt x="6654" y="3702"/>
                </a:lnTo>
                <a:lnTo>
                  <a:pt x="6676" y="2932"/>
                </a:lnTo>
                <a:lnTo>
                  <a:pt x="6697" y="2183"/>
                </a:lnTo>
                <a:lnTo>
                  <a:pt x="6697" y="1456"/>
                </a:lnTo>
                <a:lnTo>
                  <a:pt x="6676" y="792"/>
                </a:lnTo>
                <a:lnTo>
                  <a:pt x="6697" y="472"/>
                </a:lnTo>
                <a:lnTo>
                  <a:pt x="6654" y="300"/>
                </a:lnTo>
                <a:lnTo>
                  <a:pt x="6633" y="236"/>
                </a:lnTo>
                <a:lnTo>
                  <a:pt x="6590" y="172"/>
                </a:lnTo>
                <a:lnTo>
                  <a:pt x="6483" y="65"/>
                </a:lnTo>
                <a:lnTo>
                  <a:pt x="6376" y="22"/>
                </a:lnTo>
                <a:lnTo>
                  <a:pt x="6248" y="1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8"/>
          <p:cNvSpPr/>
          <p:nvPr/>
        </p:nvSpPr>
        <p:spPr>
          <a:xfrm>
            <a:off x="4998987" y="2167563"/>
            <a:ext cx="209903" cy="231902"/>
          </a:xfrm>
          <a:custGeom>
            <a:rect b="b" l="l" r="r" t="t"/>
            <a:pathLst>
              <a:path extrusionOk="0" h="8581" w="7767">
                <a:moveTo>
                  <a:pt x="6569" y="5071"/>
                </a:moveTo>
                <a:lnTo>
                  <a:pt x="6569" y="5071"/>
                </a:lnTo>
                <a:lnTo>
                  <a:pt x="6376" y="5007"/>
                </a:lnTo>
                <a:lnTo>
                  <a:pt x="6162" y="4943"/>
                </a:lnTo>
                <a:lnTo>
                  <a:pt x="5927" y="4922"/>
                </a:lnTo>
                <a:lnTo>
                  <a:pt x="5692" y="4922"/>
                </a:lnTo>
                <a:lnTo>
                  <a:pt x="5242" y="4964"/>
                </a:lnTo>
                <a:lnTo>
                  <a:pt x="4793" y="4986"/>
                </a:lnTo>
                <a:lnTo>
                  <a:pt x="4793" y="4986"/>
                </a:lnTo>
                <a:lnTo>
                  <a:pt x="4215" y="4986"/>
                </a:lnTo>
                <a:lnTo>
                  <a:pt x="4215" y="4986"/>
                </a:lnTo>
                <a:lnTo>
                  <a:pt x="3980" y="4986"/>
                </a:lnTo>
                <a:lnTo>
                  <a:pt x="3873" y="4986"/>
                </a:lnTo>
                <a:lnTo>
                  <a:pt x="3766" y="4986"/>
                </a:lnTo>
                <a:lnTo>
                  <a:pt x="3766" y="4986"/>
                </a:lnTo>
                <a:lnTo>
                  <a:pt x="3680" y="5029"/>
                </a:lnTo>
                <a:lnTo>
                  <a:pt x="3616" y="5071"/>
                </a:lnTo>
                <a:lnTo>
                  <a:pt x="3595" y="5136"/>
                </a:lnTo>
                <a:lnTo>
                  <a:pt x="3573" y="5221"/>
                </a:lnTo>
                <a:lnTo>
                  <a:pt x="3552" y="5414"/>
                </a:lnTo>
                <a:lnTo>
                  <a:pt x="3552" y="5606"/>
                </a:lnTo>
                <a:lnTo>
                  <a:pt x="3552" y="5606"/>
                </a:lnTo>
                <a:lnTo>
                  <a:pt x="3552" y="5735"/>
                </a:lnTo>
                <a:lnTo>
                  <a:pt x="3531" y="5820"/>
                </a:lnTo>
                <a:lnTo>
                  <a:pt x="3466" y="5863"/>
                </a:lnTo>
                <a:lnTo>
                  <a:pt x="3338" y="5906"/>
                </a:lnTo>
                <a:lnTo>
                  <a:pt x="3338" y="5906"/>
                </a:lnTo>
                <a:lnTo>
                  <a:pt x="3103" y="5927"/>
                </a:lnTo>
                <a:lnTo>
                  <a:pt x="2846" y="5949"/>
                </a:lnTo>
                <a:lnTo>
                  <a:pt x="2846" y="5949"/>
                </a:lnTo>
                <a:lnTo>
                  <a:pt x="2632" y="5949"/>
                </a:lnTo>
                <a:lnTo>
                  <a:pt x="2375" y="5949"/>
                </a:lnTo>
                <a:lnTo>
                  <a:pt x="2140" y="5970"/>
                </a:lnTo>
                <a:lnTo>
                  <a:pt x="2033" y="6013"/>
                </a:lnTo>
                <a:lnTo>
                  <a:pt x="1947" y="6034"/>
                </a:lnTo>
                <a:lnTo>
                  <a:pt x="1947" y="6034"/>
                </a:lnTo>
                <a:lnTo>
                  <a:pt x="1883" y="6077"/>
                </a:lnTo>
                <a:lnTo>
                  <a:pt x="1840" y="6141"/>
                </a:lnTo>
                <a:lnTo>
                  <a:pt x="1798" y="6270"/>
                </a:lnTo>
                <a:lnTo>
                  <a:pt x="1776" y="6398"/>
                </a:lnTo>
                <a:lnTo>
                  <a:pt x="1755" y="6548"/>
                </a:lnTo>
                <a:lnTo>
                  <a:pt x="1755" y="6548"/>
                </a:lnTo>
                <a:lnTo>
                  <a:pt x="1755" y="6740"/>
                </a:lnTo>
                <a:lnTo>
                  <a:pt x="1733" y="6847"/>
                </a:lnTo>
                <a:lnTo>
                  <a:pt x="1712" y="6911"/>
                </a:lnTo>
                <a:lnTo>
                  <a:pt x="1712" y="6911"/>
                </a:lnTo>
                <a:lnTo>
                  <a:pt x="1648" y="6954"/>
                </a:lnTo>
                <a:lnTo>
                  <a:pt x="1562" y="6976"/>
                </a:lnTo>
                <a:lnTo>
                  <a:pt x="1348" y="6997"/>
                </a:lnTo>
                <a:lnTo>
                  <a:pt x="963" y="6976"/>
                </a:lnTo>
                <a:lnTo>
                  <a:pt x="963" y="6976"/>
                </a:lnTo>
                <a:lnTo>
                  <a:pt x="835" y="6954"/>
                </a:lnTo>
                <a:lnTo>
                  <a:pt x="535" y="6954"/>
                </a:lnTo>
                <a:lnTo>
                  <a:pt x="214" y="6997"/>
                </a:lnTo>
                <a:lnTo>
                  <a:pt x="107" y="7040"/>
                </a:lnTo>
                <a:lnTo>
                  <a:pt x="22" y="7083"/>
                </a:lnTo>
                <a:lnTo>
                  <a:pt x="22" y="7083"/>
                </a:lnTo>
                <a:lnTo>
                  <a:pt x="0" y="7168"/>
                </a:lnTo>
                <a:lnTo>
                  <a:pt x="0" y="7275"/>
                </a:lnTo>
                <a:lnTo>
                  <a:pt x="22" y="7468"/>
                </a:lnTo>
                <a:lnTo>
                  <a:pt x="22" y="7468"/>
                </a:lnTo>
                <a:lnTo>
                  <a:pt x="43" y="8110"/>
                </a:lnTo>
                <a:lnTo>
                  <a:pt x="43" y="8110"/>
                </a:lnTo>
                <a:lnTo>
                  <a:pt x="64" y="8281"/>
                </a:lnTo>
                <a:lnTo>
                  <a:pt x="107" y="8388"/>
                </a:lnTo>
                <a:lnTo>
                  <a:pt x="150" y="8473"/>
                </a:lnTo>
                <a:lnTo>
                  <a:pt x="214" y="8538"/>
                </a:lnTo>
                <a:lnTo>
                  <a:pt x="278" y="8559"/>
                </a:lnTo>
                <a:lnTo>
                  <a:pt x="385" y="8580"/>
                </a:lnTo>
                <a:lnTo>
                  <a:pt x="664" y="8559"/>
                </a:lnTo>
                <a:lnTo>
                  <a:pt x="664" y="8559"/>
                </a:lnTo>
                <a:lnTo>
                  <a:pt x="1284" y="8538"/>
                </a:lnTo>
                <a:lnTo>
                  <a:pt x="1905" y="8516"/>
                </a:lnTo>
                <a:lnTo>
                  <a:pt x="1905" y="8516"/>
                </a:lnTo>
                <a:lnTo>
                  <a:pt x="2996" y="8452"/>
                </a:lnTo>
                <a:lnTo>
                  <a:pt x="4087" y="8431"/>
                </a:lnTo>
                <a:lnTo>
                  <a:pt x="4087" y="8431"/>
                </a:lnTo>
                <a:lnTo>
                  <a:pt x="4579" y="8409"/>
                </a:lnTo>
                <a:lnTo>
                  <a:pt x="5071" y="8388"/>
                </a:lnTo>
                <a:lnTo>
                  <a:pt x="5585" y="8345"/>
                </a:lnTo>
                <a:lnTo>
                  <a:pt x="6077" y="8324"/>
                </a:lnTo>
                <a:lnTo>
                  <a:pt x="6077" y="8324"/>
                </a:lnTo>
                <a:lnTo>
                  <a:pt x="6205" y="8324"/>
                </a:lnTo>
                <a:lnTo>
                  <a:pt x="6312" y="8302"/>
                </a:lnTo>
                <a:lnTo>
                  <a:pt x="6398" y="8259"/>
                </a:lnTo>
                <a:lnTo>
                  <a:pt x="6483" y="8217"/>
                </a:lnTo>
                <a:lnTo>
                  <a:pt x="6526" y="8152"/>
                </a:lnTo>
                <a:lnTo>
                  <a:pt x="6569" y="8067"/>
                </a:lnTo>
                <a:lnTo>
                  <a:pt x="6590" y="7938"/>
                </a:lnTo>
                <a:lnTo>
                  <a:pt x="6612" y="7810"/>
                </a:lnTo>
                <a:lnTo>
                  <a:pt x="6612" y="7810"/>
                </a:lnTo>
                <a:lnTo>
                  <a:pt x="6654" y="7339"/>
                </a:lnTo>
                <a:lnTo>
                  <a:pt x="6654" y="6869"/>
                </a:lnTo>
                <a:lnTo>
                  <a:pt x="6654" y="6869"/>
                </a:lnTo>
                <a:lnTo>
                  <a:pt x="6697" y="6312"/>
                </a:lnTo>
                <a:lnTo>
                  <a:pt x="6740" y="5777"/>
                </a:lnTo>
                <a:lnTo>
                  <a:pt x="6740" y="5777"/>
                </a:lnTo>
                <a:lnTo>
                  <a:pt x="6761" y="5542"/>
                </a:lnTo>
                <a:lnTo>
                  <a:pt x="6761" y="5307"/>
                </a:lnTo>
                <a:lnTo>
                  <a:pt x="6761" y="5307"/>
                </a:lnTo>
                <a:lnTo>
                  <a:pt x="6740" y="5200"/>
                </a:lnTo>
                <a:lnTo>
                  <a:pt x="6719" y="5157"/>
                </a:lnTo>
                <a:lnTo>
                  <a:pt x="6569" y="5071"/>
                </a:lnTo>
                <a:lnTo>
                  <a:pt x="6569" y="5071"/>
                </a:lnTo>
                <a:close/>
                <a:moveTo>
                  <a:pt x="6355" y="5863"/>
                </a:moveTo>
                <a:lnTo>
                  <a:pt x="6355" y="5863"/>
                </a:lnTo>
                <a:lnTo>
                  <a:pt x="6312" y="6355"/>
                </a:lnTo>
                <a:lnTo>
                  <a:pt x="6269" y="6826"/>
                </a:lnTo>
                <a:lnTo>
                  <a:pt x="6269" y="6826"/>
                </a:lnTo>
                <a:lnTo>
                  <a:pt x="6269" y="7018"/>
                </a:lnTo>
                <a:lnTo>
                  <a:pt x="6291" y="7275"/>
                </a:lnTo>
                <a:lnTo>
                  <a:pt x="6291" y="7511"/>
                </a:lnTo>
                <a:lnTo>
                  <a:pt x="6269" y="7618"/>
                </a:lnTo>
                <a:lnTo>
                  <a:pt x="6248" y="7703"/>
                </a:lnTo>
                <a:lnTo>
                  <a:pt x="6248" y="7703"/>
                </a:lnTo>
                <a:lnTo>
                  <a:pt x="6205" y="7724"/>
                </a:lnTo>
                <a:lnTo>
                  <a:pt x="6162" y="7746"/>
                </a:lnTo>
                <a:lnTo>
                  <a:pt x="5970" y="7789"/>
                </a:lnTo>
                <a:lnTo>
                  <a:pt x="5734" y="7831"/>
                </a:lnTo>
                <a:lnTo>
                  <a:pt x="5456" y="7853"/>
                </a:lnTo>
                <a:lnTo>
                  <a:pt x="4985" y="7874"/>
                </a:lnTo>
                <a:lnTo>
                  <a:pt x="4750" y="7896"/>
                </a:lnTo>
                <a:lnTo>
                  <a:pt x="4750" y="7896"/>
                </a:lnTo>
                <a:lnTo>
                  <a:pt x="4493" y="7917"/>
                </a:lnTo>
                <a:lnTo>
                  <a:pt x="4344" y="7896"/>
                </a:lnTo>
                <a:lnTo>
                  <a:pt x="4279" y="7896"/>
                </a:lnTo>
                <a:lnTo>
                  <a:pt x="4237" y="7853"/>
                </a:lnTo>
                <a:lnTo>
                  <a:pt x="4237" y="7853"/>
                </a:lnTo>
                <a:lnTo>
                  <a:pt x="4301" y="7724"/>
                </a:lnTo>
                <a:lnTo>
                  <a:pt x="4322" y="7575"/>
                </a:lnTo>
                <a:lnTo>
                  <a:pt x="4322" y="7532"/>
                </a:lnTo>
                <a:lnTo>
                  <a:pt x="4301" y="7511"/>
                </a:lnTo>
                <a:lnTo>
                  <a:pt x="4258" y="7532"/>
                </a:lnTo>
                <a:lnTo>
                  <a:pt x="4172" y="7618"/>
                </a:lnTo>
                <a:lnTo>
                  <a:pt x="4172" y="7618"/>
                </a:lnTo>
                <a:lnTo>
                  <a:pt x="4065" y="7746"/>
                </a:lnTo>
                <a:lnTo>
                  <a:pt x="3980" y="7853"/>
                </a:lnTo>
                <a:lnTo>
                  <a:pt x="3916" y="7874"/>
                </a:lnTo>
                <a:lnTo>
                  <a:pt x="3852" y="7917"/>
                </a:lnTo>
                <a:lnTo>
                  <a:pt x="3787" y="7917"/>
                </a:lnTo>
                <a:lnTo>
                  <a:pt x="3702" y="7917"/>
                </a:lnTo>
                <a:lnTo>
                  <a:pt x="3702" y="7917"/>
                </a:lnTo>
                <a:lnTo>
                  <a:pt x="3595" y="7917"/>
                </a:lnTo>
                <a:lnTo>
                  <a:pt x="3552" y="7917"/>
                </a:lnTo>
                <a:lnTo>
                  <a:pt x="3552" y="7853"/>
                </a:lnTo>
                <a:lnTo>
                  <a:pt x="3552" y="7853"/>
                </a:lnTo>
                <a:lnTo>
                  <a:pt x="3573" y="7789"/>
                </a:lnTo>
                <a:lnTo>
                  <a:pt x="3616" y="7703"/>
                </a:lnTo>
                <a:lnTo>
                  <a:pt x="3723" y="7553"/>
                </a:lnTo>
                <a:lnTo>
                  <a:pt x="3723" y="7553"/>
                </a:lnTo>
                <a:lnTo>
                  <a:pt x="3766" y="7468"/>
                </a:lnTo>
                <a:lnTo>
                  <a:pt x="3809" y="7361"/>
                </a:lnTo>
                <a:lnTo>
                  <a:pt x="3809" y="7318"/>
                </a:lnTo>
                <a:lnTo>
                  <a:pt x="3787" y="7275"/>
                </a:lnTo>
                <a:lnTo>
                  <a:pt x="3745" y="7232"/>
                </a:lnTo>
                <a:lnTo>
                  <a:pt x="3680" y="7211"/>
                </a:lnTo>
                <a:lnTo>
                  <a:pt x="3680" y="7211"/>
                </a:lnTo>
                <a:lnTo>
                  <a:pt x="3638" y="7211"/>
                </a:lnTo>
                <a:lnTo>
                  <a:pt x="3573" y="7254"/>
                </a:lnTo>
                <a:lnTo>
                  <a:pt x="3445" y="7382"/>
                </a:lnTo>
                <a:lnTo>
                  <a:pt x="3252" y="7618"/>
                </a:lnTo>
                <a:lnTo>
                  <a:pt x="3252" y="7618"/>
                </a:lnTo>
                <a:lnTo>
                  <a:pt x="3167" y="7724"/>
                </a:lnTo>
                <a:lnTo>
                  <a:pt x="3060" y="7853"/>
                </a:lnTo>
                <a:lnTo>
                  <a:pt x="3017" y="7896"/>
                </a:lnTo>
                <a:lnTo>
                  <a:pt x="2953" y="7938"/>
                </a:lnTo>
                <a:lnTo>
                  <a:pt x="2867" y="7960"/>
                </a:lnTo>
                <a:lnTo>
                  <a:pt x="2803" y="7938"/>
                </a:lnTo>
                <a:lnTo>
                  <a:pt x="2803" y="7938"/>
                </a:lnTo>
                <a:lnTo>
                  <a:pt x="2718" y="7917"/>
                </a:lnTo>
                <a:lnTo>
                  <a:pt x="2696" y="7896"/>
                </a:lnTo>
                <a:lnTo>
                  <a:pt x="2696" y="7853"/>
                </a:lnTo>
                <a:lnTo>
                  <a:pt x="2718" y="7831"/>
                </a:lnTo>
                <a:lnTo>
                  <a:pt x="2782" y="7724"/>
                </a:lnTo>
                <a:lnTo>
                  <a:pt x="2803" y="7682"/>
                </a:lnTo>
                <a:lnTo>
                  <a:pt x="2803" y="7596"/>
                </a:lnTo>
                <a:lnTo>
                  <a:pt x="2803" y="7596"/>
                </a:lnTo>
                <a:lnTo>
                  <a:pt x="2782" y="7532"/>
                </a:lnTo>
                <a:lnTo>
                  <a:pt x="2739" y="7489"/>
                </a:lnTo>
                <a:lnTo>
                  <a:pt x="2675" y="7489"/>
                </a:lnTo>
                <a:lnTo>
                  <a:pt x="2632" y="7511"/>
                </a:lnTo>
                <a:lnTo>
                  <a:pt x="2504" y="7618"/>
                </a:lnTo>
                <a:lnTo>
                  <a:pt x="2418" y="7724"/>
                </a:lnTo>
                <a:lnTo>
                  <a:pt x="2418" y="7724"/>
                </a:lnTo>
                <a:lnTo>
                  <a:pt x="2311" y="7896"/>
                </a:lnTo>
                <a:lnTo>
                  <a:pt x="2225" y="7960"/>
                </a:lnTo>
                <a:lnTo>
                  <a:pt x="2183" y="7960"/>
                </a:lnTo>
                <a:lnTo>
                  <a:pt x="2161" y="7938"/>
                </a:lnTo>
                <a:lnTo>
                  <a:pt x="2161" y="7938"/>
                </a:lnTo>
                <a:lnTo>
                  <a:pt x="2161" y="7896"/>
                </a:lnTo>
                <a:lnTo>
                  <a:pt x="2183" y="7853"/>
                </a:lnTo>
                <a:lnTo>
                  <a:pt x="2225" y="7724"/>
                </a:lnTo>
                <a:lnTo>
                  <a:pt x="2247" y="7682"/>
                </a:lnTo>
                <a:lnTo>
                  <a:pt x="2247" y="7618"/>
                </a:lnTo>
                <a:lnTo>
                  <a:pt x="2204" y="7596"/>
                </a:lnTo>
                <a:lnTo>
                  <a:pt x="2140" y="7553"/>
                </a:lnTo>
                <a:lnTo>
                  <a:pt x="2140" y="7553"/>
                </a:lnTo>
                <a:lnTo>
                  <a:pt x="2076" y="7575"/>
                </a:lnTo>
                <a:lnTo>
                  <a:pt x="2011" y="7596"/>
                </a:lnTo>
                <a:lnTo>
                  <a:pt x="1947" y="7639"/>
                </a:lnTo>
                <a:lnTo>
                  <a:pt x="1905" y="7724"/>
                </a:lnTo>
                <a:lnTo>
                  <a:pt x="1819" y="7853"/>
                </a:lnTo>
                <a:lnTo>
                  <a:pt x="1733" y="7960"/>
                </a:lnTo>
                <a:lnTo>
                  <a:pt x="1733" y="7960"/>
                </a:lnTo>
                <a:lnTo>
                  <a:pt x="1626" y="8024"/>
                </a:lnTo>
                <a:lnTo>
                  <a:pt x="1584" y="8024"/>
                </a:lnTo>
                <a:lnTo>
                  <a:pt x="1519" y="8024"/>
                </a:lnTo>
                <a:lnTo>
                  <a:pt x="1519" y="8024"/>
                </a:lnTo>
                <a:lnTo>
                  <a:pt x="1477" y="7981"/>
                </a:lnTo>
                <a:lnTo>
                  <a:pt x="1477" y="7960"/>
                </a:lnTo>
                <a:lnTo>
                  <a:pt x="1498" y="7917"/>
                </a:lnTo>
                <a:lnTo>
                  <a:pt x="1519" y="7874"/>
                </a:lnTo>
                <a:lnTo>
                  <a:pt x="1519" y="7874"/>
                </a:lnTo>
                <a:lnTo>
                  <a:pt x="1519" y="7767"/>
                </a:lnTo>
                <a:lnTo>
                  <a:pt x="1498" y="7703"/>
                </a:lnTo>
                <a:lnTo>
                  <a:pt x="1477" y="7660"/>
                </a:lnTo>
                <a:lnTo>
                  <a:pt x="1455" y="7639"/>
                </a:lnTo>
                <a:lnTo>
                  <a:pt x="1412" y="7660"/>
                </a:lnTo>
                <a:lnTo>
                  <a:pt x="1370" y="7682"/>
                </a:lnTo>
                <a:lnTo>
                  <a:pt x="1263" y="7789"/>
                </a:lnTo>
                <a:lnTo>
                  <a:pt x="1070" y="8003"/>
                </a:lnTo>
                <a:lnTo>
                  <a:pt x="963" y="8067"/>
                </a:lnTo>
                <a:lnTo>
                  <a:pt x="942" y="8067"/>
                </a:lnTo>
                <a:lnTo>
                  <a:pt x="899" y="8045"/>
                </a:lnTo>
                <a:lnTo>
                  <a:pt x="899" y="8045"/>
                </a:lnTo>
                <a:lnTo>
                  <a:pt x="899" y="8024"/>
                </a:lnTo>
                <a:lnTo>
                  <a:pt x="899" y="7960"/>
                </a:lnTo>
                <a:lnTo>
                  <a:pt x="963" y="7853"/>
                </a:lnTo>
                <a:lnTo>
                  <a:pt x="1027" y="7746"/>
                </a:lnTo>
                <a:lnTo>
                  <a:pt x="1049" y="7703"/>
                </a:lnTo>
                <a:lnTo>
                  <a:pt x="1049" y="7660"/>
                </a:lnTo>
                <a:lnTo>
                  <a:pt x="1049" y="7660"/>
                </a:lnTo>
                <a:lnTo>
                  <a:pt x="1006" y="7553"/>
                </a:lnTo>
                <a:lnTo>
                  <a:pt x="963" y="7532"/>
                </a:lnTo>
                <a:lnTo>
                  <a:pt x="899" y="7553"/>
                </a:lnTo>
                <a:lnTo>
                  <a:pt x="856" y="7596"/>
                </a:lnTo>
                <a:lnTo>
                  <a:pt x="749" y="7703"/>
                </a:lnTo>
                <a:lnTo>
                  <a:pt x="728" y="7746"/>
                </a:lnTo>
                <a:lnTo>
                  <a:pt x="706" y="7746"/>
                </a:lnTo>
                <a:lnTo>
                  <a:pt x="706" y="7746"/>
                </a:lnTo>
                <a:lnTo>
                  <a:pt x="664" y="7703"/>
                </a:lnTo>
                <a:lnTo>
                  <a:pt x="642" y="7660"/>
                </a:lnTo>
                <a:lnTo>
                  <a:pt x="664" y="7553"/>
                </a:lnTo>
                <a:lnTo>
                  <a:pt x="685" y="7468"/>
                </a:lnTo>
                <a:lnTo>
                  <a:pt x="749" y="7404"/>
                </a:lnTo>
                <a:lnTo>
                  <a:pt x="749" y="7404"/>
                </a:lnTo>
                <a:lnTo>
                  <a:pt x="899" y="7339"/>
                </a:lnTo>
                <a:lnTo>
                  <a:pt x="1070" y="7318"/>
                </a:lnTo>
                <a:lnTo>
                  <a:pt x="1412" y="7275"/>
                </a:lnTo>
                <a:lnTo>
                  <a:pt x="1412" y="7275"/>
                </a:lnTo>
                <a:lnTo>
                  <a:pt x="1562" y="7297"/>
                </a:lnTo>
                <a:lnTo>
                  <a:pt x="1733" y="7318"/>
                </a:lnTo>
                <a:lnTo>
                  <a:pt x="1883" y="7339"/>
                </a:lnTo>
                <a:lnTo>
                  <a:pt x="1969" y="7339"/>
                </a:lnTo>
                <a:lnTo>
                  <a:pt x="2033" y="7318"/>
                </a:lnTo>
                <a:lnTo>
                  <a:pt x="2033" y="7318"/>
                </a:lnTo>
                <a:lnTo>
                  <a:pt x="2140" y="7275"/>
                </a:lnTo>
                <a:lnTo>
                  <a:pt x="2204" y="7211"/>
                </a:lnTo>
                <a:lnTo>
                  <a:pt x="2247" y="7147"/>
                </a:lnTo>
                <a:lnTo>
                  <a:pt x="2290" y="7061"/>
                </a:lnTo>
                <a:lnTo>
                  <a:pt x="2290" y="6976"/>
                </a:lnTo>
                <a:lnTo>
                  <a:pt x="2290" y="6869"/>
                </a:lnTo>
                <a:lnTo>
                  <a:pt x="2268" y="6676"/>
                </a:lnTo>
                <a:lnTo>
                  <a:pt x="2268" y="6676"/>
                </a:lnTo>
                <a:lnTo>
                  <a:pt x="2247" y="6505"/>
                </a:lnTo>
                <a:lnTo>
                  <a:pt x="2247" y="6441"/>
                </a:lnTo>
                <a:lnTo>
                  <a:pt x="2268" y="6398"/>
                </a:lnTo>
                <a:lnTo>
                  <a:pt x="2290" y="6377"/>
                </a:lnTo>
                <a:lnTo>
                  <a:pt x="2332" y="6355"/>
                </a:lnTo>
                <a:lnTo>
                  <a:pt x="2504" y="6355"/>
                </a:lnTo>
                <a:lnTo>
                  <a:pt x="2504" y="6355"/>
                </a:lnTo>
                <a:lnTo>
                  <a:pt x="2910" y="6334"/>
                </a:lnTo>
                <a:lnTo>
                  <a:pt x="3338" y="6312"/>
                </a:lnTo>
                <a:lnTo>
                  <a:pt x="3338" y="6312"/>
                </a:lnTo>
                <a:lnTo>
                  <a:pt x="3488" y="6312"/>
                </a:lnTo>
                <a:lnTo>
                  <a:pt x="3638" y="6312"/>
                </a:lnTo>
                <a:lnTo>
                  <a:pt x="3787" y="6312"/>
                </a:lnTo>
                <a:lnTo>
                  <a:pt x="3873" y="6291"/>
                </a:lnTo>
                <a:lnTo>
                  <a:pt x="3916" y="6270"/>
                </a:lnTo>
                <a:lnTo>
                  <a:pt x="3916" y="6270"/>
                </a:lnTo>
                <a:lnTo>
                  <a:pt x="3980" y="6205"/>
                </a:lnTo>
                <a:lnTo>
                  <a:pt x="4023" y="6120"/>
                </a:lnTo>
                <a:lnTo>
                  <a:pt x="4065" y="6034"/>
                </a:lnTo>
                <a:lnTo>
                  <a:pt x="4065" y="5949"/>
                </a:lnTo>
                <a:lnTo>
                  <a:pt x="4087" y="5756"/>
                </a:lnTo>
                <a:lnTo>
                  <a:pt x="4087" y="5606"/>
                </a:lnTo>
                <a:lnTo>
                  <a:pt x="4087" y="5606"/>
                </a:lnTo>
                <a:lnTo>
                  <a:pt x="4108" y="5392"/>
                </a:lnTo>
                <a:lnTo>
                  <a:pt x="4130" y="5350"/>
                </a:lnTo>
                <a:lnTo>
                  <a:pt x="4151" y="5307"/>
                </a:lnTo>
                <a:lnTo>
                  <a:pt x="4194" y="5285"/>
                </a:lnTo>
                <a:lnTo>
                  <a:pt x="4258" y="5285"/>
                </a:lnTo>
                <a:lnTo>
                  <a:pt x="4472" y="5285"/>
                </a:lnTo>
                <a:lnTo>
                  <a:pt x="4472" y="5285"/>
                </a:lnTo>
                <a:lnTo>
                  <a:pt x="5413" y="5307"/>
                </a:lnTo>
                <a:lnTo>
                  <a:pt x="5413" y="5307"/>
                </a:lnTo>
                <a:lnTo>
                  <a:pt x="5820" y="5328"/>
                </a:lnTo>
                <a:lnTo>
                  <a:pt x="5820" y="5328"/>
                </a:lnTo>
                <a:lnTo>
                  <a:pt x="6077" y="5307"/>
                </a:lnTo>
                <a:lnTo>
                  <a:pt x="6205" y="5307"/>
                </a:lnTo>
                <a:lnTo>
                  <a:pt x="6312" y="5350"/>
                </a:lnTo>
                <a:lnTo>
                  <a:pt x="6312" y="5350"/>
                </a:lnTo>
                <a:lnTo>
                  <a:pt x="6376" y="5392"/>
                </a:lnTo>
                <a:lnTo>
                  <a:pt x="6398" y="5435"/>
                </a:lnTo>
                <a:lnTo>
                  <a:pt x="6419" y="5499"/>
                </a:lnTo>
                <a:lnTo>
                  <a:pt x="6419" y="5564"/>
                </a:lnTo>
                <a:lnTo>
                  <a:pt x="6376" y="5713"/>
                </a:lnTo>
                <a:lnTo>
                  <a:pt x="6355" y="5863"/>
                </a:lnTo>
                <a:lnTo>
                  <a:pt x="6355" y="5863"/>
                </a:lnTo>
                <a:close/>
                <a:moveTo>
                  <a:pt x="7660" y="642"/>
                </a:moveTo>
                <a:lnTo>
                  <a:pt x="7660" y="642"/>
                </a:lnTo>
                <a:lnTo>
                  <a:pt x="7574" y="536"/>
                </a:lnTo>
                <a:lnTo>
                  <a:pt x="7446" y="471"/>
                </a:lnTo>
                <a:lnTo>
                  <a:pt x="7318" y="450"/>
                </a:lnTo>
                <a:lnTo>
                  <a:pt x="7189" y="450"/>
                </a:lnTo>
                <a:lnTo>
                  <a:pt x="7189" y="450"/>
                </a:lnTo>
                <a:lnTo>
                  <a:pt x="7082" y="493"/>
                </a:lnTo>
                <a:lnTo>
                  <a:pt x="6954" y="536"/>
                </a:lnTo>
                <a:lnTo>
                  <a:pt x="6847" y="578"/>
                </a:lnTo>
                <a:lnTo>
                  <a:pt x="6740" y="600"/>
                </a:lnTo>
                <a:lnTo>
                  <a:pt x="6740" y="600"/>
                </a:lnTo>
                <a:lnTo>
                  <a:pt x="6676" y="578"/>
                </a:lnTo>
                <a:lnTo>
                  <a:pt x="6633" y="536"/>
                </a:lnTo>
                <a:lnTo>
                  <a:pt x="6612" y="471"/>
                </a:lnTo>
                <a:lnTo>
                  <a:pt x="6612" y="407"/>
                </a:lnTo>
                <a:lnTo>
                  <a:pt x="6612" y="236"/>
                </a:lnTo>
                <a:lnTo>
                  <a:pt x="6590" y="172"/>
                </a:lnTo>
                <a:lnTo>
                  <a:pt x="6526" y="108"/>
                </a:lnTo>
                <a:lnTo>
                  <a:pt x="6526" y="108"/>
                </a:lnTo>
                <a:lnTo>
                  <a:pt x="6440" y="43"/>
                </a:lnTo>
                <a:lnTo>
                  <a:pt x="6312" y="22"/>
                </a:lnTo>
                <a:lnTo>
                  <a:pt x="6162" y="1"/>
                </a:lnTo>
                <a:lnTo>
                  <a:pt x="6012" y="22"/>
                </a:lnTo>
                <a:lnTo>
                  <a:pt x="5713" y="65"/>
                </a:lnTo>
                <a:lnTo>
                  <a:pt x="5478" y="108"/>
                </a:lnTo>
                <a:lnTo>
                  <a:pt x="5478" y="108"/>
                </a:lnTo>
                <a:lnTo>
                  <a:pt x="5199" y="129"/>
                </a:lnTo>
                <a:lnTo>
                  <a:pt x="4900" y="150"/>
                </a:lnTo>
                <a:lnTo>
                  <a:pt x="4344" y="193"/>
                </a:lnTo>
                <a:lnTo>
                  <a:pt x="4344" y="193"/>
                </a:lnTo>
                <a:lnTo>
                  <a:pt x="4023" y="193"/>
                </a:lnTo>
                <a:lnTo>
                  <a:pt x="3873" y="215"/>
                </a:lnTo>
                <a:lnTo>
                  <a:pt x="3809" y="236"/>
                </a:lnTo>
                <a:lnTo>
                  <a:pt x="3745" y="279"/>
                </a:lnTo>
                <a:lnTo>
                  <a:pt x="3745" y="279"/>
                </a:lnTo>
                <a:lnTo>
                  <a:pt x="3723" y="322"/>
                </a:lnTo>
                <a:lnTo>
                  <a:pt x="3723" y="364"/>
                </a:lnTo>
                <a:lnTo>
                  <a:pt x="3723" y="471"/>
                </a:lnTo>
                <a:lnTo>
                  <a:pt x="3723" y="578"/>
                </a:lnTo>
                <a:lnTo>
                  <a:pt x="3702" y="621"/>
                </a:lnTo>
                <a:lnTo>
                  <a:pt x="3680" y="664"/>
                </a:lnTo>
                <a:lnTo>
                  <a:pt x="3680" y="664"/>
                </a:lnTo>
                <a:lnTo>
                  <a:pt x="3616" y="685"/>
                </a:lnTo>
                <a:lnTo>
                  <a:pt x="3488" y="664"/>
                </a:lnTo>
                <a:lnTo>
                  <a:pt x="3381" y="642"/>
                </a:lnTo>
                <a:lnTo>
                  <a:pt x="3274" y="642"/>
                </a:lnTo>
                <a:lnTo>
                  <a:pt x="3274" y="642"/>
                </a:lnTo>
                <a:lnTo>
                  <a:pt x="3188" y="685"/>
                </a:lnTo>
                <a:lnTo>
                  <a:pt x="3081" y="749"/>
                </a:lnTo>
                <a:lnTo>
                  <a:pt x="2910" y="899"/>
                </a:lnTo>
                <a:lnTo>
                  <a:pt x="2910" y="899"/>
                </a:lnTo>
                <a:lnTo>
                  <a:pt x="2825" y="985"/>
                </a:lnTo>
                <a:lnTo>
                  <a:pt x="2739" y="1092"/>
                </a:lnTo>
                <a:lnTo>
                  <a:pt x="2675" y="1177"/>
                </a:lnTo>
                <a:lnTo>
                  <a:pt x="2653" y="1284"/>
                </a:lnTo>
                <a:lnTo>
                  <a:pt x="2653" y="1370"/>
                </a:lnTo>
                <a:lnTo>
                  <a:pt x="2696" y="1456"/>
                </a:lnTo>
                <a:lnTo>
                  <a:pt x="2782" y="1563"/>
                </a:lnTo>
                <a:lnTo>
                  <a:pt x="2910" y="1648"/>
                </a:lnTo>
                <a:lnTo>
                  <a:pt x="2910" y="1648"/>
                </a:lnTo>
                <a:lnTo>
                  <a:pt x="2996" y="1712"/>
                </a:lnTo>
                <a:lnTo>
                  <a:pt x="3103" y="1734"/>
                </a:lnTo>
                <a:lnTo>
                  <a:pt x="3317" y="1798"/>
                </a:lnTo>
                <a:lnTo>
                  <a:pt x="3531" y="1883"/>
                </a:lnTo>
                <a:lnTo>
                  <a:pt x="3616" y="1948"/>
                </a:lnTo>
                <a:lnTo>
                  <a:pt x="3680" y="2012"/>
                </a:lnTo>
                <a:lnTo>
                  <a:pt x="3680" y="2012"/>
                </a:lnTo>
                <a:lnTo>
                  <a:pt x="3723" y="2076"/>
                </a:lnTo>
                <a:lnTo>
                  <a:pt x="3745" y="2140"/>
                </a:lnTo>
                <a:lnTo>
                  <a:pt x="3745" y="2183"/>
                </a:lnTo>
                <a:lnTo>
                  <a:pt x="3723" y="2226"/>
                </a:lnTo>
                <a:lnTo>
                  <a:pt x="3638" y="2311"/>
                </a:lnTo>
                <a:lnTo>
                  <a:pt x="3531" y="2376"/>
                </a:lnTo>
                <a:lnTo>
                  <a:pt x="3531" y="2376"/>
                </a:lnTo>
                <a:lnTo>
                  <a:pt x="3445" y="2397"/>
                </a:lnTo>
                <a:lnTo>
                  <a:pt x="3338" y="2418"/>
                </a:lnTo>
                <a:lnTo>
                  <a:pt x="3231" y="2418"/>
                </a:lnTo>
                <a:lnTo>
                  <a:pt x="3167" y="2461"/>
                </a:lnTo>
                <a:lnTo>
                  <a:pt x="3167" y="2461"/>
                </a:lnTo>
                <a:lnTo>
                  <a:pt x="3081" y="2547"/>
                </a:lnTo>
                <a:lnTo>
                  <a:pt x="3081" y="2611"/>
                </a:lnTo>
                <a:lnTo>
                  <a:pt x="3103" y="2675"/>
                </a:lnTo>
                <a:lnTo>
                  <a:pt x="3167" y="2718"/>
                </a:lnTo>
                <a:lnTo>
                  <a:pt x="3274" y="2761"/>
                </a:lnTo>
                <a:lnTo>
                  <a:pt x="3359" y="2761"/>
                </a:lnTo>
                <a:lnTo>
                  <a:pt x="3445" y="2782"/>
                </a:lnTo>
                <a:lnTo>
                  <a:pt x="3531" y="2761"/>
                </a:lnTo>
                <a:lnTo>
                  <a:pt x="3531" y="2761"/>
                </a:lnTo>
                <a:lnTo>
                  <a:pt x="3638" y="2718"/>
                </a:lnTo>
                <a:lnTo>
                  <a:pt x="3766" y="2632"/>
                </a:lnTo>
                <a:lnTo>
                  <a:pt x="3894" y="2547"/>
                </a:lnTo>
                <a:lnTo>
                  <a:pt x="3980" y="2525"/>
                </a:lnTo>
                <a:lnTo>
                  <a:pt x="3980" y="2525"/>
                </a:lnTo>
                <a:lnTo>
                  <a:pt x="4023" y="2525"/>
                </a:lnTo>
                <a:lnTo>
                  <a:pt x="4065" y="2568"/>
                </a:lnTo>
                <a:lnTo>
                  <a:pt x="4130" y="2654"/>
                </a:lnTo>
                <a:lnTo>
                  <a:pt x="4237" y="2825"/>
                </a:lnTo>
                <a:lnTo>
                  <a:pt x="4237" y="2825"/>
                </a:lnTo>
                <a:lnTo>
                  <a:pt x="4365" y="2975"/>
                </a:lnTo>
                <a:lnTo>
                  <a:pt x="4515" y="3103"/>
                </a:lnTo>
                <a:lnTo>
                  <a:pt x="4515" y="3103"/>
                </a:lnTo>
                <a:lnTo>
                  <a:pt x="4686" y="3210"/>
                </a:lnTo>
                <a:lnTo>
                  <a:pt x="4772" y="3274"/>
                </a:lnTo>
                <a:lnTo>
                  <a:pt x="4836" y="3338"/>
                </a:lnTo>
                <a:lnTo>
                  <a:pt x="4836" y="3338"/>
                </a:lnTo>
                <a:lnTo>
                  <a:pt x="4836" y="3403"/>
                </a:lnTo>
                <a:lnTo>
                  <a:pt x="4814" y="3488"/>
                </a:lnTo>
                <a:lnTo>
                  <a:pt x="4793" y="3574"/>
                </a:lnTo>
                <a:lnTo>
                  <a:pt x="4814" y="3659"/>
                </a:lnTo>
                <a:lnTo>
                  <a:pt x="4814" y="3659"/>
                </a:lnTo>
                <a:lnTo>
                  <a:pt x="4857" y="3723"/>
                </a:lnTo>
                <a:lnTo>
                  <a:pt x="4921" y="3788"/>
                </a:lnTo>
                <a:lnTo>
                  <a:pt x="4985" y="3852"/>
                </a:lnTo>
                <a:lnTo>
                  <a:pt x="5007" y="3895"/>
                </a:lnTo>
                <a:lnTo>
                  <a:pt x="5007" y="3937"/>
                </a:lnTo>
                <a:lnTo>
                  <a:pt x="5007" y="3937"/>
                </a:lnTo>
                <a:lnTo>
                  <a:pt x="5007" y="4023"/>
                </a:lnTo>
                <a:lnTo>
                  <a:pt x="4943" y="4109"/>
                </a:lnTo>
                <a:lnTo>
                  <a:pt x="4857" y="4173"/>
                </a:lnTo>
                <a:lnTo>
                  <a:pt x="4772" y="4237"/>
                </a:lnTo>
                <a:lnTo>
                  <a:pt x="4558" y="4323"/>
                </a:lnTo>
                <a:lnTo>
                  <a:pt x="4386" y="4365"/>
                </a:lnTo>
                <a:lnTo>
                  <a:pt x="4386" y="4365"/>
                </a:lnTo>
                <a:lnTo>
                  <a:pt x="4194" y="4451"/>
                </a:lnTo>
                <a:lnTo>
                  <a:pt x="4087" y="4515"/>
                </a:lnTo>
                <a:lnTo>
                  <a:pt x="4001" y="4579"/>
                </a:lnTo>
                <a:lnTo>
                  <a:pt x="3916" y="4644"/>
                </a:lnTo>
                <a:lnTo>
                  <a:pt x="3916" y="4686"/>
                </a:lnTo>
                <a:lnTo>
                  <a:pt x="3894" y="4708"/>
                </a:lnTo>
                <a:lnTo>
                  <a:pt x="3916" y="4750"/>
                </a:lnTo>
                <a:lnTo>
                  <a:pt x="3937" y="4772"/>
                </a:lnTo>
                <a:lnTo>
                  <a:pt x="4065" y="4836"/>
                </a:lnTo>
                <a:lnTo>
                  <a:pt x="4065" y="4836"/>
                </a:lnTo>
                <a:lnTo>
                  <a:pt x="4194" y="4857"/>
                </a:lnTo>
                <a:lnTo>
                  <a:pt x="4344" y="4879"/>
                </a:lnTo>
                <a:lnTo>
                  <a:pt x="4643" y="4857"/>
                </a:lnTo>
                <a:lnTo>
                  <a:pt x="5199" y="4836"/>
                </a:lnTo>
                <a:lnTo>
                  <a:pt x="5199" y="4836"/>
                </a:lnTo>
                <a:lnTo>
                  <a:pt x="5264" y="4815"/>
                </a:lnTo>
                <a:lnTo>
                  <a:pt x="5413" y="4815"/>
                </a:lnTo>
                <a:lnTo>
                  <a:pt x="5841" y="4857"/>
                </a:lnTo>
                <a:lnTo>
                  <a:pt x="6098" y="4857"/>
                </a:lnTo>
                <a:lnTo>
                  <a:pt x="6291" y="4836"/>
                </a:lnTo>
                <a:lnTo>
                  <a:pt x="6376" y="4793"/>
                </a:lnTo>
                <a:lnTo>
                  <a:pt x="6440" y="4772"/>
                </a:lnTo>
                <a:lnTo>
                  <a:pt x="6483" y="4729"/>
                </a:lnTo>
                <a:lnTo>
                  <a:pt x="6483" y="4665"/>
                </a:lnTo>
                <a:lnTo>
                  <a:pt x="6483" y="4665"/>
                </a:lnTo>
                <a:lnTo>
                  <a:pt x="6483" y="4601"/>
                </a:lnTo>
                <a:lnTo>
                  <a:pt x="6440" y="4558"/>
                </a:lnTo>
                <a:lnTo>
                  <a:pt x="6376" y="4515"/>
                </a:lnTo>
                <a:lnTo>
                  <a:pt x="6291" y="4494"/>
                </a:lnTo>
                <a:lnTo>
                  <a:pt x="5991" y="4430"/>
                </a:lnTo>
                <a:lnTo>
                  <a:pt x="5991" y="4430"/>
                </a:lnTo>
                <a:lnTo>
                  <a:pt x="5820" y="4365"/>
                </a:lnTo>
                <a:lnTo>
                  <a:pt x="5692" y="4301"/>
                </a:lnTo>
                <a:lnTo>
                  <a:pt x="5585" y="4216"/>
                </a:lnTo>
                <a:lnTo>
                  <a:pt x="5478" y="4109"/>
                </a:lnTo>
                <a:lnTo>
                  <a:pt x="5478" y="4109"/>
                </a:lnTo>
                <a:lnTo>
                  <a:pt x="5392" y="3959"/>
                </a:lnTo>
                <a:lnTo>
                  <a:pt x="5392" y="3916"/>
                </a:lnTo>
                <a:lnTo>
                  <a:pt x="5413" y="3873"/>
                </a:lnTo>
                <a:lnTo>
                  <a:pt x="5456" y="3809"/>
                </a:lnTo>
                <a:lnTo>
                  <a:pt x="5499" y="3745"/>
                </a:lnTo>
                <a:lnTo>
                  <a:pt x="5542" y="3659"/>
                </a:lnTo>
                <a:lnTo>
                  <a:pt x="5542" y="3659"/>
                </a:lnTo>
                <a:lnTo>
                  <a:pt x="5585" y="3531"/>
                </a:lnTo>
                <a:lnTo>
                  <a:pt x="5585" y="3445"/>
                </a:lnTo>
                <a:lnTo>
                  <a:pt x="5627" y="3360"/>
                </a:lnTo>
                <a:lnTo>
                  <a:pt x="5713" y="3274"/>
                </a:lnTo>
                <a:lnTo>
                  <a:pt x="5713" y="3274"/>
                </a:lnTo>
                <a:lnTo>
                  <a:pt x="5863" y="3167"/>
                </a:lnTo>
                <a:lnTo>
                  <a:pt x="5970" y="3039"/>
                </a:lnTo>
                <a:lnTo>
                  <a:pt x="6077" y="2910"/>
                </a:lnTo>
                <a:lnTo>
                  <a:pt x="6162" y="2761"/>
                </a:lnTo>
                <a:lnTo>
                  <a:pt x="6162" y="2761"/>
                </a:lnTo>
                <a:lnTo>
                  <a:pt x="6248" y="2611"/>
                </a:lnTo>
                <a:lnTo>
                  <a:pt x="6312" y="2440"/>
                </a:lnTo>
                <a:lnTo>
                  <a:pt x="6398" y="2269"/>
                </a:lnTo>
                <a:lnTo>
                  <a:pt x="6483" y="2119"/>
                </a:lnTo>
                <a:lnTo>
                  <a:pt x="6483" y="2119"/>
                </a:lnTo>
                <a:lnTo>
                  <a:pt x="6505" y="2247"/>
                </a:lnTo>
                <a:lnTo>
                  <a:pt x="6505" y="2376"/>
                </a:lnTo>
                <a:lnTo>
                  <a:pt x="6526" y="2504"/>
                </a:lnTo>
                <a:lnTo>
                  <a:pt x="6547" y="2568"/>
                </a:lnTo>
                <a:lnTo>
                  <a:pt x="6569" y="2611"/>
                </a:lnTo>
                <a:lnTo>
                  <a:pt x="6569" y="2611"/>
                </a:lnTo>
                <a:lnTo>
                  <a:pt x="6654" y="2696"/>
                </a:lnTo>
                <a:lnTo>
                  <a:pt x="6761" y="2761"/>
                </a:lnTo>
                <a:lnTo>
                  <a:pt x="6868" y="2803"/>
                </a:lnTo>
                <a:lnTo>
                  <a:pt x="6933" y="2803"/>
                </a:lnTo>
                <a:lnTo>
                  <a:pt x="6975" y="2782"/>
                </a:lnTo>
                <a:lnTo>
                  <a:pt x="6975" y="2782"/>
                </a:lnTo>
                <a:lnTo>
                  <a:pt x="7039" y="2739"/>
                </a:lnTo>
                <a:lnTo>
                  <a:pt x="7061" y="2696"/>
                </a:lnTo>
                <a:lnTo>
                  <a:pt x="7061" y="2654"/>
                </a:lnTo>
                <a:lnTo>
                  <a:pt x="7039" y="2611"/>
                </a:lnTo>
                <a:lnTo>
                  <a:pt x="6975" y="2525"/>
                </a:lnTo>
                <a:lnTo>
                  <a:pt x="6890" y="2461"/>
                </a:lnTo>
                <a:lnTo>
                  <a:pt x="6890" y="2461"/>
                </a:lnTo>
                <a:lnTo>
                  <a:pt x="6826" y="2376"/>
                </a:lnTo>
                <a:lnTo>
                  <a:pt x="6783" y="2290"/>
                </a:lnTo>
                <a:lnTo>
                  <a:pt x="6761" y="2204"/>
                </a:lnTo>
                <a:lnTo>
                  <a:pt x="6761" y="2097"/>
                </a:lnTo>
                <a:lnTo>
                  <a:pt x="6761" y="2097"/>
                </a:lnTo>
                <a:lnTo>
                  <a:pt x="6804" y="1948"/>
                </a:lnTo>
                <a:lnTo>
                  <a:pt x="6868" y="1841"/>
                </a:lnTo>
                <a:lnTo>
                  <a:pt x="6954" y="1776"/>
                </a:lnTo>
                <a:lnTo>
                  <a:pt x="7039" y="1734"/>
                </a:lnTo>
                <a:lnTo>
                  <a:pt x="7275" y="1648"/>
                </a:lnTo>
                <a:lnTo>
                  <a:pt x="7382" y="1605"/>
                </a:lnTo>
                <a:lnTo>
                  <a:pt x="7489" y="1520"/>
                </a:lnTo>
                <a:lnTo>
                  <a:pt x="7489" y="1520"/>
                </a:lnTo>
                <a:lnTo>
                  <a:pt x="7574" y="1434"/>
                </a:lnTo>
                <a:lnTo>
                  <a:pt x="7660" y="1349"/>
                </a:lnTo>
                <a:lnTo>
                  <a:pt x="7724" y="1242"/>
                </a:lnTo>
                <a:lnTo>
                  <a:pt x="7767" y="1113"/>
                </a:lnTo>
                <a:lnTo>
                  <a:pt x="7767" y="985"/>
                </a:lnTo>
                <a:lnTo>
                  <a:pt x="7767" y="878"/>
                </a:lnTo>
                <a:lnTo>
                  <a:pt x="7724" y="749"/>
                </a:lnTo>
                <a:lnTo>
                  <a:pt x="7660" y="642"/>
                </a:lnTo>
                <a:lnTo>
                  <a:pt x="7660" y="642"/>
                </a:lnTo>
                <a:close/>
                <a:moveTo>
                  <a:pt x="3445" y="1541"/>
                </a:moveTo>
                <a:lnTo>
                  <a:pt x="3445" y="1541"/>
                </a:lnTo>
                <a:lnTo>
                  <a:pt x="3317" y="1520"/>
                </a:lnTo>
                <a:lnTo>
                  <a:pt x="3188" y="1477"/>
                </a:lnTo>
                <a:lnTo>
                  <a:pt x="3145" y="1434"/>
                </a:lnTo>
                <a:lnTo>
                  <a:pt x="3103" y="1391"/>
                </a:lnTo>
                <a:lnTo>
                  <a:pt x="3081" y="1327"/>
                </a:lnTo>
                <a:lnTo>
                  <a:pt x="3081" y="1242"/>
                </a:lnTo>
                <a:lnTo>
                  <a:pt x="3081" y="1242"/>
                </a:lnTo>
                <a:lnTo>
                  <a:pt x="3103" y="1177"/>
                </a:lnTo>
                <a:lnTo>
                  <a:pt x="3124" y="1135"/>
                </a:lnTo>
                <a:lnTo>
                  <a:pt x="3210" y="1028"/>
                </a:lnTo>
                <a:lnTo>
                  <a:pt x="3317" y="963"/>
                </a:lnTo>
                <a:lnTo>
                  <a:pt x="3445" y="942"/>
                </a:lnTo>
                <a:lnTo>
                  <a:pt x="3445" y="942"/>
                </a:lnTo>
                <a:lnTo>
                  <a:pt x="3509" y="942"/>
                </a:lnTo>
                <a:lnTo>
                  <a:pt x="3573" y="963"/>
                </a:lnTo>
                <a:lnTo>
                  <a:pt x="3616" y="985"/>
                </a:lnTo>
                <a:lnTo>
                  <a:pt x="3638" y="1028"/>
                </a:lnTo>
                <a:lnTo>
                  <a:pt x="3659" y="1135"/>
                </a:lnTo>
                <a:lnTo>
                  <a:pt x="3659" y="1263"/>
                </a:lnTo>
                <a:lnTo>
                  <a:pt x="3659" y="1263"/>
                </a:lnTo>
                <a:lnTo>
                  <a:pt x="3680" y="1434"/>
                </a:lnTo>
                <a:lnTo>
                  <a:pt x="3659" y="1520"/>
                </a:lnTo>
                <a:lnTo>
                  <a:pt x="3638" y="1563"/>
                </a:lnTo>
                <a:lnTo>
                  <a:pt x="3595" y="1563"/>
                </a:lnTo>
                <a:lnTo>
                  <a:pt x="3445" y="1541"/>
                </a:lnTo>
                <a:lnTo>
                  <a:pt x="3445" y="1541"/>
                </a:lnTo>
                <a:close/>
                <a:moveTo>
                  <a:pt x="6291" y="771"/>
                </a:moveTo>
                <a:lnTo>
                  <a:pt x="6291" y="771"/>
                </a:lnTo>
                <a:lnTo>
                  <a:pt x="6248" y="1242"/>
                </a:lnTo>
                <a:lnTo>
                  <a:pt x="6184" y="1691"/>
                </a:lnTo>
                <a:lnTo>
                  <a:pt x="6141" y="1905"/>
                </a:lnTo>
                <a:lnTo>
                  <a:pt x="6098" y="2119"/>
                </a:lnTo>
                <a:lnTo>
                  <a:pt x="6012" y="2333"/>
                </a:lnTo>
                <a:lnTo>
                  <a:pt x="5906" y="2547"/>
                </a:lnTo>
                <a:lnTo>
                  <a:pt x="5906" y="2547"/>
                </a:lnTo>
                <a:lnTo>
                  <a:pt x="5841" y="2654"/>
                </a:lnTo>
                <a:lnTo>
                  <a:pt x="5734" y="2782"/>
                </a:lnTo>
                <a:lnTo>
                  <a:pt x="5606" y="2910"/>
                </a:lnTo>
                <a:lnTo>
                  <a:pt x="5478" y="3039"/>
                </a:lnTo>
                <a:lnTo>
                  <a:pt x="5349" y="3103"/>
                </a:lnTo>
                <a:lnTo>
                  <a:pt x="5306" y="3103"/>
                </a:lnTo>
                <a:lnTo>
                  <a:pt x="5264" y="3103"/>
                </a:lnTo>
                <a:lnTo>
                  <a:pt x="5221" y="3060"/>
                </a:lnTo>
                <a:lnTo>
                  <a:pt x="5199" y="3017"/>
                </a:lnTo>
                <a:lnTo>
                  <a:pt x="5199" y="2932"/>
                </a:lnTo>
                <a:lnTo>
                  <a:pt x="5199" y="2825"/>
                </a:lnTo>
                <a:lnTo>
                  <a:pt x="5199" y="2825"/>
                </a:lnTo>
                <a:lnTo>
                  <a:pt x="5242" y="2696"/>
                </a:lnTo>
                <a:lnTo>
                  <a:pt x="5306" y="2547"/>
                </a:lnTo>
                <a:lnTo>
                  <a:pt x="5306" y="2461"/>
                </a:lnTo>
                <a:lnTo>
                  <a:pt x="5306" y="2418"/>
                </a:lnTo>
                <a:lnTo>
                  <a:pt x="5264" y="2376"/>
                </a:lnTo>
                <a:lnTo>
                  <a:pt x="5199" y="2376"/>
                </a:lnTo>
                <a:lnTo>
                  <a:pt x="5199" y="2376"/>
                </a:lnTo>
                <a:lnTo>
                  <a:pt x="5157" y="2397"/>
                </a:lnTo>
                <a:lnTo>
                  <a:pt x="5114" y="2461"/>
                </a:lnTo>
                <a:lnTo>
                  <a:pt x="5007" y="2590"/>
                </a:lnTo>
                <a:lnTo>
                  <a:pt x="4964" y="2654"/>
                </a:lnTo>
                <a:lnTo>
                  <a:pt x="4921" y="2675"/>
                </a:lnTo>
                <a:lnTo>
                  <a:pt x="4900" y="2675"/>
                </a:lnTo>
                <a:lnTo>
                  <a:pt x="4879" y="2675"/>
                </a:lnTo>
                <a:lnTo>
                  <a:pt x="4836" y="2590"/>
                </a:lnTo>
                <a:lnTo>
                  <a:pt x="4836" y="2590"/>
                </a:lnTo>
                <a:lnTo>
                  <a:pt x="4814" y="2547"/>
                </a:lnTo>
                <a:lnTo>
                  <a:pt x="4836" y="2483"/>
                </a:lnTo>
                <a:lnTo>
                  <a:pt x="4879" y="2354"/>
                </a:lnTo>
                <a:lnTo>
                  <a:pt x="4985" y="2097"/>
                </a:lnTo>
                <a:lnTo>
                  <a:pt x="4985" y="2097"/>
                </a:lnTo>
                <a:lnTo>
                  <a:pt x="5028" y="1969"/>
                </a:lnTo>
                <a:lnTo>
                  <a:pt x="5071" y="1883"/>
                </a:lnTo>
                <a:lnTo>
                  <a:pt x="5071" y="1819"/>
                </a:lnTo>
                <a:lnTo>
                  <a:pt x="5071" y="1819"/>
                </a:lnTo>
                <a:lnTo>
                  <a:pt x="5028" y="1755"/>
                </a:lnTo>
                <a:lnTo>
                  <a:pt x="4964" y="1734"/>
                </a:lnTo>
                <a:lnTo>
                  <a:pt x="4921" y="1755"/>
                </a:lnTo>
                <a:lnTo>
                  <a:pt x="4857" y="1798"/>
                </a:lnTo>
                <a:lnTo>
                  <a:pt x="4750" y="1926"/>
                </a:lnTo>
                <a:lnTo>
                  <a:pt x="4686" y="1990"/>
                </a:lnTo>
                <a:lnTo>
                  <a:pt x="4643" y="2012"/>
                </a:lnTo>
                <a:lnTo>
                  <a:pt x="4643" y="2012"/>
                </a:lnTo>
                <a:lnTo>
                  <a:pt x="4643" y="1926"/>
                </a:lnTo>
                <a:lnTo>
                  <a:pt x="4665" y="1841"/>
                </a:lnTo>
                <a:lnTo>
                  <a:pt x="4750" y="1669"/>
                </a:lnTo>
                <a:lnTo>
                  <a:pt x="4814" y="1477"/>
                </a:lnTo>
                <a:lnTo>
                  <a:pt x="4836" y="1413"/>
                </a:lnTo>
                <a:lnTo>
                  <a:pt x="4836" y="1327"/>
                </a:lnTo>
                <a:lnTo>
                  <a:pt x="4836" y="1327"/>
                </a:lnTo>
                <a:lnTo>
                  <a:pt x="4793" y="1263"/>
                </a:lnTo>
                <a:lnTo>
                  <a:pt x="4750" y="1242"/>
                </a:lnTo>
                <a:lnTo>
                  <a:pt x="4707" y="1242"/>
                </a:lnTo>
                <a:lnTo>
                  <a:pt x="4665" y="1284"/>
                </a:lnTo>
                <a:lnTo>
                  <a:pt x="4579" y="1391"/>
                </a:lnTo>
                <a:lnTo>
                  <a:pt x="4493" y="1477"/>
                </a:lnTo>
                <a:lnTo>
                  <a:pt x="4493" y="1477"/>
                </a:lnTo>
                <a:lnTo>
                  <a:pt x="4472" y="1413"/>
                </a:lnTo>
                <a:lnTo>
                  <a:pt x="4493" y="1327"/>
                </a:lnTo>
                <a:lnTo>
                  <a:pt x="4558" y="1156"/>
                </a:lnTo>
                <a:lnTo>
                  <a:pt x="4622" y="985"/>
                </a:lnTo>
                <a:lnTo>
                  <a:pt x="4643" y="899"/>
                </a:lnTo>
                <a:lnTo>
                  <a:pt x="4665" y="835"/>
                </a:lnTo>
                <a:lnTo>
                  <a:pt x="4665" y="835"/>
                </a:lnTo>
                <a:lnTo>
                  <a:pt x="4643" y="728"/>
                </a:lnTo>
                <a:lnTo>
                  <a:pt x="4622" y="685"/>
                </a:lnTo>
                <a:lnTo>
                  <a:pt x="4579" y="685"/>
                </a:lnTo>
                <a:lnTo>
                  <a:pt x="4536" y="707"/>
                </a:lnTo>
                <a:lnTo>
                  <a:pt x="4451" y="771"/>
                </a:lnTo>
                <a:lnTo>
                  <a:pt x="4408" y="792"/>
                </a:lnTo>
                <a:lnTo>
                  <a:pt x="4386" y="792"/>
                </a:lnTo>
                <a:lnTo>
                  <a:pt x="4386" y="792"/>
                </a:lnTo>
                <a:lnTo>
                  <a:pt x="4344" y="728"/>
                </a:lnTo>
                <a:lnTo>
                  <a:pt x="4322" y="707"/>
                </a:lnTo>
                <a:lnTo>
                  <a:pt x="4344" y="664"/>
                </a:lnTo>
                <a:lnTo>
                  <a:pt x="4386" y="642"/>
                </a:lnTo>
                <a:lnTo>
                  <a:pt x="4451" y="600"/>
                </a:lnTo>
                <a:lnTo>
                  <a:pt x="4622" y="557"/>
                </a:lnTo>
                <a:lnTo>
                  <a:pt x="4729" y="557"/>
                </a:lnTo>
                <a:lnTo>
                  <a:pt x="4729" y="557"/>
                </a:lnTo>
                <a:lnTo>
                  <a:pt x="5649" y="471"/>
                </a:lnTo>
                <a:lnTo>
                  <a:pt x="5649" y="471"/>
                </a:lnTo>
                <a:lnTo>
                  <a:pt x="5948" y="429"/>
                </a:lnTo>
                <a:lnTo>
                  <a:pt x="6098" y="407"/>
                </a:lnTo>
                <a:lnTo>
                  <a:pt x="6184" y="429"/>
                </a:lnTo>
                <a:lnTo>
                  <a:pt x="6226" y="429"/>
                </a:lnTo>
                <a:lnTo>
                  <a:pt x="6226" y="429"/>
                </a:lnTo>
                <a:lnTo>
                  <a:pt x="6269" y="471"/>
                </a:lnTo>
                <a:lnTo>
                  <a:pt x="6291" y="514"/>
                </a:lnTo>
                <a:lnTo>
                  <a:pt x="6312" y="600"/>
                </a:lnTo>
                <a:lnTo>
                  <a:pt x="6291" y="771"/>
                </a:lnTo>
                <a:lnTo>
                  <a:pt x="6291" y="771"/>
                </a:lnTo>
                <a:close/>
                <a:moveTo>
                  <a:pt x="6612" y="1520"/>
                </a:moveTo>
                <a:lnTo>
                  <a:pt x="6612" y="1520"/>
                </a:lnTo>
                <a:lnTo>
                  <a:pt x="6612" y="1349"/>
                </a:lnTo>
                <a:lnTo>
                  <a:pt x="6633" y="1199"/>
                </a:lnTo>
                <a:lnTo>
                  <a:pt x="6633" y="1135"/>
                </a:lnTo>
                <a:lnTo>
                  <a:pt x="6676" y="1070"/>
                </a:lnTo>
                <a:lnTo>
                  <a:pt x="6719" y="1006"/>
                </a:lnTo>
                <a:lnTo>
                  <a:pt x="6783" y="963"/>
                </a:lnTo>
                <a:lnTo>
                  <a:pt x="6783" y="963"/>
                </a:lnTo>
                <a:lnTo>
                  <a:pt x="6890" y="899"/>
                </a:lnTo>
                <a:lnTo>
                  <a:pt x="7039" y="878"/>
                </a:lnTo>
                <a:lnTo>
                  <a:pt x="7104" y="878"/>
                </a:lnTo>
                <a:lnTo>
                  <a:pt x="7168" y="921"/>
                </a:lnTo>
                <a:lnTo>
                  <a:pt x="7211" y="963"/>
                </a:lnTo>
                <a:lnTo>
                  <a:pt x="7232" y="1028"/>
                </a:lnTo>
                <a:lnTo>
                  <a:pt x="7232" y="1028"/>
                </a:lnTo>
                <a:lnTo>
                  <a:pt x="7253" y="1070"/>
                </a:lnTo>
                <a:lnTo>
                  <a:pt x="7232" y="1135"/>
                </a:lnTo>
                <a:lnTo>
                  <a:pt x="7168" y="1220"/>
                </a:lnTo>
                <a:lnTo>
                  <a:pt x="7082" y="1327"/>
                </a:lnTo>
                <a:lnTo>
                  <a:pt x="6954" y="1413"/>
                </a:lnTo>
                <a:lnTo>
                  <a:pt x="6826" y="1477"/>
                </a:lnTo>
                <a:lnTo>
                  <a:pt x="6719" y="1520"/>
                </a:lnTo>
                <a:lnTo>
                  <a:pt x="6633" y="1541"/>
                </a:lnTo>
                <a:lnTo>
                  <a:pt x="6612" y="1541"/>
                </a:lnTo>
                <a:lnTo>
                  <a:pt x="6612" y="1520"/>
                </a:lnTo>
                <a:lnTo>
                  <a:pt x="6612" y="152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8"/>
          <p:cNvSpPr/>
          <p:nvPr/>
        </p:nvSpPr>
        <p:spPr>
          <a:xfrm>
            <a:off x="7543479" y="2134047"/>
            <a:ext cx="303875" cy="300092"/>
          </a:xfrm>
          <a:custGeom>
            <a:rect b="b" l="l" r="r" t="t"/>
            <a:pathLst>
              <a:path extrusionOk="0" h="17374" w="17593">
                <a:moveTo>
                  <a:pt x="14673" y="1266"/>
                </a:moveTo>
                <a:lnTo>
                  <a:pt x="14624" y="1314"/>
                </a:lnTo>
                <a:lnTo>
                  <a:pt x="14600" y="1363"/>
                </a:lnTo>
                <a:lnTo>
                  <a:pt x="14575" y="1412"/>
                </a:lnTo>
                <a:lnTo>
                  <a:pt x="14575" y="1485"/>
                </a:lnTo>
                <a:lnTo>
                  <a:pt x="14600" y="1533"/>
                </a:lnTo>
                <a:lnTo>
                  <a:pt x="14648" y="1606"/>
                </a:lnTo>
                <a:lnTo>
                  <a:pt x="14697" y="1631"/>
                </a:lnTo>
                <a:lnTo>
                  <a:pt x="14940" y="1728"/>
                </a:lnTo>
                <a:lnTo>
                  <a:pt x="15159" y="1825"/>
                </a:lnTo>
                <a:lnTo>
                  <a:pt x="15354" y="1971"/>
                </a:lnTo>
                <a:lnTo>
                  <a:pt x="15524" y="2166"/>
                </a:lnTo>
                <a:lnTo>
                  <a:pt x="15597" y="2263"/>
                </a:lnTo>
                <a:lnTo>
                  <a:pt x="15646" y="2360"/>
                </a:lnTo>
                <a:lnTo>
                  <a:pt x="15695" y="2579"/>
                </a:lnTo>
                <a:lnTo>
                  <a:pt x="15792" y="3017"/>
                </a:lnTo>
                <a:lnTo>
                  <a:pt x="15816" y="3090"/>
                </a:lnTo>
                <a:lnTo>
                  <a:pt x="15865" y="3139"/>
                </a:lnTo>
                <a:lnTo>
                  <a:pt x="15938" y="3163"/>
                </a:lnTo>
                <a:lnTo>
                  <a:pt x="15987" y="3188"/>
                </a:lnTo>
                <a:lnTo>
                  <a:pt x="16060" y="3163"/>
                </a:lnTo>
                <a:lnTo>
                  <a:pt x="16133" y="3139"/>
                </a:lnTo>
                <a:lnTo>
                  <a:pt x="16181" y="3090"/>
                </a:lnTo>
                <a:lnTo>
                  <a:pt x="16206" y="3017"/>
                </a:lnTo>
                <a:lnTo>
                  <a:pt x="16254" y="2871"/>
                </a:lnTo>
                <a:lnTo>
                  <a:pt x="16254" y="2725"/>
                </a:lnTo>
                <a:lnTo>
                  <a:pt x="16230" y="2579"/>
                </a:lnTo>
                <a:lnTo>
                  <a:pt x="16181" y="2409"/>
                </a:lnTo>
                <a:lnTo>
                  <a:pt x="16133" y="2263"/>
                </a:lnTo>
                <a:lnTo>
                  <a:pt x="16060" y="2117"/>
                </a:lnTo>
                <a:lnTo>
                  <a:pt x="15889" y="1874"/>
                </a:lnTo>
                <a:lnTo>
                  <a:pt x="15670" y="1631"/>
                </a:lnTo>
                <a:lnTo>
                  <a:pt x="15524" y="1509"/>
                </a:lnTo>
                <a:lnTo>
                  <a:pt x="15378" y="1436"/>
                </a:lnTo>
                <a:lnTo>
                  <a:pt x="15232" y="1363"/>
                </a:lnTo>
                <a:lnTo>
                  <a:pt x="15086" y="1290"/>
                </a:lnTo>
                <a:lnTo>
                  <a:pt x="14916" y="1266"/>
                </a:lnTo>
                <a:close/>
                <a:moveTo>
                  <a:pt x="2458" y="2263"/>
                </a:moveTo>
                <a:lnTo>
                  <a:pt x="2725" y="2433"/>
                </a:lnTo>
                <a:lnTo>
                  <a:pt x="2993" y="2604"/>
                </a:lnTo>
                <a:lnTo>
                  <a:pt x="3553" y="2896"/>
                </a:lnTo>
                <a:lnTo>
                  <a:pt x="4550" y="3480"/>
                </a:lnTo>
                <a:lnTo>
                  <a:pt x="4477" y="3528"/>
                </a:lnTo>
                <a:lnTo>
                  <a:pt x="4137" y="3942"/>
                </a:lnTo>
                <a:lnTo>
                  <a:pt x="4015" y="4088"/>
                </a:lnTo>
                <a:lnTo>
                  <a:pt x="3918" y="4210"/>
                </a:lnTo>
                <a:lnTo>
                  <a:pt x="3261" y="3723"/>
                </a:lnTo>
                <a:lnTo>
                  <a:pt x="2969" y="3480"/>
                </a:lnTo>
                <a:lnTo>
                  <a:pt x="2677" y="3212"/>
                </a:lnTo>
                <a:lnTo>
                  <a:pt x="2360" y="2969"/>
                </a:lnTo>
                <a:lnTo>
                  <a:pt x="2044" y="2725"/>
                </a:lnTo>
                <a:lnTo>
                  <a:pt x="2239" y="2482"/>
                </a:lnTo>
                <a:lnTo>
                  <a:pt x="2458" y="2263"/>
                </a:lnTo>
                <a:close/>
                <a:moveTo>
                  <a:pt x="4721" y="3577"/>
                </a:moveTo>
                <a:lnTo>
                  <a:pt x="5232" y="3869"/>
                </a:lnTo>
                <a:lnTo>
                  <a:pt x="6278" y="4477"/>
                </a:lnTo>
                <a:lnTo>
                  <a:pt x="6132" y="4648"/>
                </a:lnTo>
                <a:lnTo>
                  <a:pt x="6010" y="4842"/>
                </a:lnTo>
                <a:lnTo>
                  <a:pt x="5840" y="5086"/>
                </a:lnTo>
                <a:lnTo>
                  <a:pt x="5694" y="5329"/>
                </a:lnTo>
                <a:lnTo>
                  <a:pt x="5256" y="5086"/>
                </a:lnTo>
                <a:lnTo>
                  <a:pt x="4842" y="4842"/>
                </a:lnTo>
                <a:lnTo>
                  <a:pt x="4137" y="4380"/>
                </a:lnTo>
                <a:lnTo>
                  <a:pt x="4258" y="4283"/>
                </a:lnTo>
                <a:lnTo>
                  <a:pt x="4356" y="4161"/>
                </a:lnTo>
                <a:lnTo>
                  <a:pt x="4696" y="3747"/>
                </a:lnTo>
                <a:lnTo>
                  <a:pt x="4721" y="3650"/>
                </a:lnTo>
                <a:lnTo>
                  <a:pt x="4721" y="3577"/>
                </a:lnTo>
                <a:close/>
                <a:moveTo>
                  <a:pt x="9271" y="9101"/>
                </a:moveTo>
                <a:lnTo>
                  <a:pt x="9247" y="9149"/>
                </a:lnTo>
                <a:lnTo>
                  <a:pt x="9125" y="9563"/>
                </a:lnTo>
                <a:lnTo>
                  <a:pt x="9028" y="9977"/>
                </a:lnTo>
                <a:lnTo>
                  <a:pt x="8979" y="10171"/>
                </a:lnTo>
                <a:lnTo>
                  <a:pt x="8955" y="10366"/>
                </a:lnTo>
                <a:lnTo>
                  <a:pt x="8955" y="10585"/>
                </a:lnTo>
                <a:lnTo>
                  <a:pt x="9003" y="10755"/>
                </a:lnTo>
                <a:lnTo>
                  <a:pt x="9003" y="10779"/>
                </a:lnTo>
                <a:lnTo>
                  <a:pt x="9028" y="10804"/>
                </a:lnTo>
                <a:lnTo>
                  <a:pt x="9052" y="10804"/>
                </a:lnTo>
                <a:lnTo>
                  <a:pt x="9076" y="10779"/>
                </a:lnTo>
                <a:lnTo>
                  <a:pt x="9149" y="10633"/>
                </a:lnTo>
                <a:lnTo>
                  <a:pt x="9174" y="10463"/>
                </a:lnTo>
                <a:lnTo>
                  <a:pt x="9222" y="10123"/>
                </a:lnTo>
                <a:lnTo>
                  <a:pt x="9271" y="9660"/>
                </a:lnTo>
                <a:lnTo>
                  <a:pt x="9320" y="9174"/>
                </a:lnTo>
                <a:lnTo>
                  <a:pt x="9320" y="9125"/>
                </a:lnTo>
                <a:lnTo>
                  <a:pt x="9295" y="9101"/>
                </a:lnTo>
                <a:close/>
                <a:moveTo>
                  <a:pt x="11874" y="9149"/>
                </a:moveTo>
                <a:lnTo>
                  <a:pt x="11899" y="9295"/>
                </a:lnTo>
                <a:lnTo>
                  <a:pt x="11947" y="9417"/>
                </a:lnTo>
                <a:lnTo>
                  <a:pt x="12093" y="9709"/>
                </a:lnTo>
                <a:lnTo>
                  <a:pt x="12239" y="9977"/>
                </a:lnTo>
                <a:lnTo>
                  <a:pt x="12385" y="10244"/>
                </a:lnTo>
                <a:lnTo>
                  <a:pt x="12556" y="10560"/>
                </a:lnTo>
                <a:lnTo>
                  <a:pt x="12385" y="10658"/>
                </a:lnTo>
                <a:lnTo>
                  <a:pt x="12264" y="10755"/>
                </a:lnTo>
                <a:lnTo>
                  <a:pt x="12045" y="10925"/>
                </a:lnTo>
                <a:lnTo>
                  <a:pt x="11923" y="10998"/>
                </a:lnTo>
                <a:lnTo>
                  <a:pt x="11826" y="11096"/>
                </a:lnTo>
                <a:lnTo>
                  <a:pt x="11582" y="10706"/>
                </a:lnTo>
                <a:lnTo>
                  <a:pt x="11461" y="10487"/>
                </a:lnTo>
                <a:lnTo>
                  <a:pt x="11315" y="10220"/>
                </a:lnTo>
                <a:lnTo>
                  <a:pt x="11169" y="9977"/>
                </a:lnTo>
                <a:lnTo>
                  <a:pt x="11071" y="9879"/>
                </a:lnTo>
                <a:lnTo>
                  <a:pt x="10974" y="9782"/>
                </a:lnTo>
                <a:lnTo>
                  <a:pt x="11412" y="9466"/>
                </a:lnTo>
                <a:lnTo>
                  <a:pt x="11850" y="9174"/>
                </a:lnTo>
                <a:lnTo>
                  <a:pt x="11874" y="9149"/>
                </a:lnTo>
                <a:close/>
                <a:moveTo>
                  <a:pt x="8492" y="9685"/>
                </a:moveTo>
                <a:lnTo>
                  <a:pt x="8492" y="9709"/>
                </a:lnTo>
                <a:lnTo>
                  <a:pt x="8395" y="10439"/>
                </a:lnTo>
                <a:lnTo>
                  <a:pt x="8346" y="10852"/>
                </a:lnTo>
                <a:lnTo>
                  <a:pt x="8346" y="11047"/>
                </a:lnTo>
                <a:lnTo>
                  <a:pt x="8346" y="11169"/>
                </a:lnTo>
                <a:lnTo>
                  <a:pt x="8371" y="11242"/>
                </a:lnTo>
                <a:lnTo>
                  <a:pt x="8419" y="11290"/>
                </a:lnTo>
                <a:lnTo>
                  <a:pt x="8444" y="11290"/>
                </a:lnTo>
                <a:lnTo>
                  <a:pt x="8468" y="11266"/>
                </a:lnTo>
                <a:lnTo>
                  <a:pt x="8517" y="11120"/>
                </a:lnTo>
                <a:lnTo>
                  <a:pt x="8541" y="10974"/>
                </a:lnTo>
                <a:lnTo>
                  <a:pt x="8565" y="10658"/>
                </a:lnTo>
                <a:lnTo>
                  <a:pt x="8565" y="10195"/>
                </a:lnTo>
                <a:lnTo>
                  <a:pt x="8565" y="9733"/>
                </a:lnTo>
                <a:lnTo>
                  <a:pt x="8541" y="9709"/>
                </a:lnTo>
                <a:lnTo>
                  <a:pt x="8517" y="9685"/>
                </a:lnTo>
                <a:close/>
                <a:moveTo>
                  <a:pt x="12702" y="10852"/>
                </a:moveTo>
                <a:lnTo>
                  <a:pt x="13286" y="11972"/>
                </a:lnTo>
                <a:lnTo>
                  <a:pt x="13578" y="12556"/>
                </a:lnTo>
                <a:lnTo>
                  <a:pt x="13505" y="12580"/>
                </a:lnTo>
                <a:lnTo>
                  <a:pt x="13407" y="12629"/>
                </a:lnTo>
                <a:lnTo>
                  <a:pt x="13286" y="12726"/>
                </a:lnTo>
                <a:lnTo>
                  <a:pt x="13018" y="12945"/>
                </a:lnTo>
                <a:lnTo>
                  <a:pt x="12677" y="12410"/>
                </a:lnTo>
                <a:lnTo>
                  <a:pt x="11947" y="11315"/>
                </a:lnTo>
                <a:lnTo>
                  <a:pt x="12069" y="11242"/>
                </a:lnTo>
                <a:lnTo>
                  <a:pt x="12191" y="11169"/>
                </a:lnTo>
                <a:lnTo>
                  <a:pt x="12410" y="11023"/>
                </a:lnTo>
                <a:lnTo>
                  <a:pt x="12556" y="10950"/>
                </a:lnTo>
                <a:lnTo>
                  <a:pt x="12702" y="10852"/>
                </a:lnTo>
                <a:close/>
                <a:moveTo>
                  <a:pt x="13724" y="12823"/>
                </a:moveTo>
                <a:lnTo>
                  <a:pt x="14965" y="15232"/>
                </a:lnTo>
                <a:lnTo>
                  <a:pt x="14770" y="15378"/>
                </a:lnTo>
                <a:lnTo>
                  <a:pt x="13991" y="14283"/>
                </a:lnTo>
                <a:lnTo>
                  <a:pt x="13188" y="13164"/>
                </a:lnTo>
                <a:lnTo>
                  <a:pt x="13334" y="13091"/>
                </a:lnTo>
                <a:lnTo>
                  <a:pt x="13456" y="13018"/>
                </a:lnTo>
                <a:lnTo>
                  <a:pt x="13578" y="12921"/>
                </a:lnTo>
                <a:lnTo>
                  <a:pt x="13724" y="12823"/>
                </a:lnTo>
                <a:close/>
                <a:moveTo>
                  <a:pt x="584" y="11534"/>
                </a:moveTo>
                <a:lnTo>
                  <a:pt x="925" y="11704"/>
                </a:lnTo>
                <a:lnTo>
                  <a:pt x="1290" y="11874"/>
                </a:lnTo>
                <a:lnTo>
                  <a:pt x="1655" y="12020"/>
                </a:lnTo>
                <a:lnTo>
                  <a:pt x="2020" y="12166"/>
                </a:lnTo>
                <a:lnTo>
                  <a:pt x="2847" y="12556"/>
                </a:lnTo>
                <a:lnTo>
                  <a:pt x="3261" y="12775"/>
                </a:lnTo>
                <a:lnTo>
                  <a:pt x="3674" y="13018"/>
                </a:lnTo>
                <a:lnTo>
                  <a:pt x="3869" y="13164"/>
                </a:lnTo>
                <a:lnTo>
                  <a:pt x="4064" y="13359"/>
                </a:lnTo>
                <a:lnTo>
                  <a:pt x="4258" y="13529"/>
                </a:lnTo>
                <a:lnTo>
                  <a:pt x="4404" y="13748"/>
                </a:lnTo>
                <a:lnTo>
                  <a:pt x="4550" y="13967"/>
                </a:lnTo>
                <a:lnTo>
                  <a:pt x="4696" y="14186"/>
                </a:lnTo>
                <a:lnTo>
                  <a:pt x="4940" y="14648"/>
                </a:lnTo>
                <a:lnTo>
                  <a:pt x="5159" y="15135"/>
                </a:lnTo>
                <a:lnTo>
                  <a:pt x="5378" y="15622"/>
                </a:lnTo>
                <a:lnTo>
                  <a:pt x="5572" y="16133"/>
                </a:lnTo>
                <a:lnTo>
                  <a:pt x="5816" y="16595"/>
                </a:lnTo>
                <a:lnTo>
                  <a:pt x="5621" y="16327"/>
                </a:lnTo>
                <a:lnTo>
                  <a:pt x="5305" y="15841"/>
                </a:lnTo>
                <a:lnTo>
                  <a:pt x="5037" y="15330"/>
                </a:lnTo>
                <a:lnTo>
                  <a:pt x="4842" y="14916"/>
                </a:lnTo>
                <a:lnTo>
                  <a:pt x="4648" y="14454"/>
                </a:lnTo>
                <a:lnTo>
                  <a:pt x="4550" y="14259"/>
                </a:lnTo>
                <a:lnTo>
                  <a:pt x="4429" y="14040"/>
                </a:lnTo>
                <a:lnTo>
                  <a:pt x="4283" y="13870"/>
                </a:lnTo>
                <a:lnTo>
                  <a:pt x="4112" y="13699"/>
                </a:lnTo>
                <a:lnTo>
                  <a:pt x="4137" y="13602"/>
                </a:lnTo>
                <a:lnTo>
                  <a:pt x="4112" y="13529"/>
                </a:lnTo>
                <a:lnTo>
                  <a:pt x="4039" y="13456"/>
                </a:lnTo>
                <a:lnTo>
                  <a:pt x="3918" y="13407"/>
                </a:lnTo>
                <a:lnTo>
                  <a:pt x="3820" y="13383"/>
                </a:lnTo>
                <a:lnTo>
                  <a:pt x="3747" y="13334"/>
                </a:lnTo>
                <a:lnTo>
                  <a:pt x="3553" y="13237"/>
                </a:lnTo>
                <a:lnTo>
                  <a:pt x="3382" y="13091"/>
                </a:lnTo>
                <a:lnTo>
                  <a:pt x="3212" y="12994"/>
                </a:lnTo>
                <a:lnTo>
                  <a:pt x="2774" y="12750"/>
                </a:lnTo>
                <a:lnTo>
                  <a:pt x="2312" y="12531"/>
                </a:lnTo>
                <a:lnTo>
                  <a:pt x="1144" y="11996"/>
                </a:lnTo>
                <a:lnTo>
                  <a:pt x="828" y="11850"/>
                </a:lnTo>
                <a:lnTo>
                  <a:pt x="682" y="11777"/>
                </a:lnTo>
                <a:lnTo>
                  <a:pt x="511" y="11704"/>
                </a:lnTo>
                <a:lnTo>
                  <a:pt x="584" y="11534"/>
                </a:lnTo>
                <a:close/>
                <a:moveTo>
                  <a:pt x="16011" y="438"/>
                </a:moveTo>
                <a:lnTo>
                  <a:pt x="16230" y="487"/>
                </a:lnTo>
                <a:lnTo>
                  <a:pt x="16449" y="560"/>
                </a:lnTo>
                <a:lnTo>
                  <a:pt x="16644" y="657"/>
                </a:lnTo>
                <a:lnTo>
                  <a:pt x="16838" y="803"/>
                </a:lnTo>
                <a:lnTo>
                  <a:pt x="16936" y="901"/>
                </a:lnTo>
                <a:lnTo>
                  <a:pt x="17009" y="1022"/>
                </a:lnTo>
                <a:lnTo>
                  <a:pt x="17082" y="1144"/>
                </a:lnTo>
                <a:lnTo>
                  <a:pt x="17130" y="1266"/>
                </a:lnTo>
                <a:lnTo>
                  <a:pt x="17057" y="1168"/>
                </a:lnTo>
                <a:lnTo>
                  <a:pt x="16960" y="1095"/>
                </a:lnTo>
                <a:lnTo>
                  <a:pt x="16936" y="1120"/>
                </a:lnTo>
                <a:lnTo>
                  <a:pt x="16911" y="1168"/>
                </a:lnTo>
                <a:lnTo>
                  <a:pt x="16911" y="1217"/>
                </a:lnTo>
                <a:lnTo>
                  <a:pt x="16911" y="1339"/>
                </a:lnTo>
                <a:lnTo>
                  <a:pt x="16984" y="1582"/>
                </a:lnTo>
                <a:lnTo>
                  <a:pt x="17033" y="1825"/>
                </a:lnTo>
                <a:lnTo>
                  <a:pt x="17057" y="1947"/>
                </a:lnTo>
                <a:lnTo>
                  <a:pt x="17106" y="2069"/>
                </a:lnTo>
                <a:lnTo>
                  <a:pt x="17033" y="2336"/>
                </a:lnTo>
                <a:lnTo>
                  <a:pt x="16911" y="2628"/>
                </a:lnTo>
                <a:lnTo>
                  <a:pt x="16887" y="2214"/>
                </a:lnTo>
                <a:lnTo>
                  <a:pt x="16838" y="2020"/>
                </a:lnTo>
                <a:lnTo>
                  <a:pt x="16741" y="1825"/>
                </a:lnTo>
                <a:lnTo>
                  <a:pt x="16717" y="1801"/>
                </a:lnTo>
                <a:lnTo>
                  <a:pt x="16668" y="1801"/>
                </a:lnTo>
                <a:lnTo>
                  <a:pt x="16644" y="1825"/>
                </a:lnTo>
                <a:lnTo>
                  <a:pt x="16595" y="2020"/>
                </a:lnTo>
                <a:lnTo>
                  <a:pt x="16571" y="2239"/>
                </a:lnTo>
                <a:lnTo>
                  <a:pt x="16571" y="2628"/>
                </a:lnTo>
                <a:lnTo>
                  <a:pt x="16571" y="2920"/>
                </a:lnTo>
                <a:lnTo>
                  <a:pt x="16595" y="3090"/>
                </a:lnTo>
                <a:lnTo>
                  <a:pt x="16619" y="3212"/>
                </a:lnTo>
                <a:lnTo>
                  <a:pt x="16522" y="3382"/>
                </a:lnTo>
                <a:lnTo>
                  <a:pt x="16473" y="3212"/>
                </a:lnTo>
                <a:lnTo>
                  <a:pt x="16473" y="2871"/>
                </a:lnTo>
                <a:lnTo>
                  <a:pt x="16473" y="2531"/>
                </a:lnTo>
                <a:lnTo>
                  <a:pt x="16449" y="2506"/>
                </a:lnTo>
                <a:lnTo>
                  <a:pt x="16425" y="2482"/>
                </a:lnTo>
                <a:lnTo>
                  <a:pt x="16400" y="2482"/>
                </a:lnTo>
                <a:lnTo>
                  <a:pt x="16400" y="2506"/>
                </a:lnTo>
                <a:lnTo>
                  <a:pt x="16327" y="2652"/>
                </a:lnTo>
                <a:lnTo>
                  <a:pt x="16303" y="2798"/>
                </a:lnTo>
                <a:lnTo>
                  <a:pt x="16279" y="2969"/>
                </a:lnTo>
                <a:lnTo>
                  <a:pt x="16254" y="3115"/>
                </a:lnTo>
                <a:lnTo>
                  <a:pt x="16279" y="3382"/>
                </a:lnTo>
                <a:lnTo>
                  <a:pt x="16303" y="3528"/>
                </a:lnTo>
                <a:lnTo>
                  <a:pt x="16352" y="3650"/>
                </a:lnTo>
                <a:lnTo>
                  <a:pt x="16133" y="3966"/>
                </a:lnTo>
                <a:lnTo>
                  <a:pt x="16084" y="4015"/>
                </a:lnTo>
                <a:lnTo>
                  <a:pt x="16035" y="3699"/>
                </a:lnTo>
                <a:lnTo>
                  <a:pt x="16011" y="3358"/>
                </a:lnTo>
                <a:lnTo>
                  <a:pt x="16011" y="3334"/>
                </a:lnTo>
                <a:lnTo>
                  <a:pt x="15962" y="3334"/>
                </a:lnTo>
                <a:lnTo>
                  <a:pt x="15938" y="3358"/>
                </a:lnTo>
                <a:lnTo>
                  <a:pt x="15889" y="3528"/>
                </a:lnTo>
                <a:lnTo>
                  <a:pt x="15841" y="3723"/>
                </a:lnTo>
                <a:lnTo>
                  <a:pt x="15841" y="3893"/>
                </a:lnTo>
                <a:lnTo>
                  <a:pt x="15841" y="4088"/>
                </a:lnTo>
                <a:lnTo>
                  <a:pt x="15865" y="4307"/>
                </a:lnTo>
                <a:lnTo>
                  <a:pt x="15719" y="4477"/>
                </a:lnTo>
                <a:lnTo>
                  <a:pt x="15695" y="4112"/>
                </a:lnTo>
                <a:lnTo>
                  <a:pt x="15646" y="3747"/>
                </a:lnTo>
                <a:lnTo>
                  <a:pt x="15646" y="3723"/>
                </a:lnTo>
                <a:lnTo>
                  <a:pt x="15597" y="3723"/>
                </a:lnTo>
                <a:lnTo>
                  <a:pt x="15573" y="3747"/>
                </a:lnTo>
                <a:lnTo>
                  <a:pt x="15524" y="4210"/>
                </a:lnTo>
                <a:lnTo>
                  <a:pt x="15500" y="4453"/>
                </a:lnTo>
                <a:lnTo>
                  <a:pt x="15524" y="4696"/>
                </a:lnTo>
                <a:lnTo>
                  <a:pt x="15257" y="4940"/>
                </a:lnTo>
                <a:lnTo>
                  <a:pt x="15281" y="4721"/>
                </a:lnTo>
                <a:lnTo>
                  <a:pt x="15281" y="4477"/>
                </a:lnTo>
                <a:lnTo>
                  <a:pt x="15257" y="3699"/>
                </a:lnTo>
                <a:lnTo>
                  <a:pt x="15232" y="3650"/>
                </a:lnTo>
                <a:lnTo>
                  <a:pt x="15159" y="3650"/>
                </a:lnTo>
                <a:lnTo>
                  <a:pt x="15135" y="3699"/>
                </a:lnTo>
                <a:lnTo>
                  <a:pt x="15086" y="4477"/>
                </a:lnTo>
                <a:lnTo>
                  <a:pt x="15062" y="4794"/>
                </a:lnTo>
                <a:lnTo>
                  <a:pt x="15062" y="4964"/>
                </a:lnTo>
                <a:lnTo>
                  <a:pt x="15086" y="5110"/>
                </a:lnTo>
                <a:lnTo>
                  <a:pt x="14916" y="5256"/>
                </a:lnTo>
                <a:lnTo>
                  <a:pt x="14916" y="5134"/>
                </a:lnTo>
                <a:lnTo>
                  <a:pt x="14867" y="4672"/>
                </a:lnTo>
                <a:lnTo>
                  <a:pt x="14819" y="4185"/>
                </a:lnTo>
                <a:lnTo>
                  <a:pt x="14794" y="4161"/>
                </a:lnTo>
                <a:lnTo>
                  <a:pt x="14770" y="4161"/>
                </a:lnTo>
                <a:lnTo>
                  <a:pt x="14770" y="4185"/>
                </a:lnTo>
                <a:lnTo>
                  <a:pt x="14697" y="4599"/>
                </a:lnTo>
                <a:lnTo>
                  <a:pt x="14648" y="5013"/>
                </a:lnTo>
                <a:lnTo>
                  <a:pt x="14624" y="5256"/>
                </a:lnTo>
                <a:lnTo>
                  <a:pt x="14624" y="5475"/>
                </a:lnTo>
                <a:lnTo>
                  <a:pt x="14186" y="5791"/>
                </a:lnTo>
                <a:lnTo>
                  <a:pt x="14162" y="5621"/>
                </a:lnTo>
                <a:lnTo>
                  <a:pt x="14113" y="4721"/>
                </a:lnTo>
                <a:lnTo>
                  <a:pt x="14089" y="4696"/>
                </a:lnTo>
                <a:lnTo>
                  <a:pt x="14064" y="4672"/>
                </a:lnTo>
                <a:lnTo>
                  <a:pt x="14016" y="4672"/>
                </a:lnTo>
                <a:lnTo>
                  <a:pt x="13991" y="4696"/>
                </a:lnTo>
                <a:lnTo>
                  <a:pt x="13943" y="4940"/>
                </a:lnTo>
                <a:lnTo>
                  <a:pt x="13894" y="5159"/>
                </a:lnTo>
                <a:lnTo>
                  <a:pt x="13870" y="5378"/>
                </a:lnTo>
                <a:lnTo>
                  <a:pt x="13870" y="5621"/>
                </a:lnTo>
                <a:lnTo>
                  <a:pt x="13870" y="5791"/>
                </a:lnTo>
                <a:lnTo>
                  <a:pt x="13870" y="5986"/>
                </a:lnTo>
                <a:lnTo>
                  <a:pt x="13529" y="6181"/>
                </a:lnTo>
                <a:lnTo>
                  <a:pt x="13480" y="6205"/>
                </a:lnTo>
                <a:lnTo>
                  <a:pt x="13505" y="6083"/>
                </a:lnTo>
                <a:lnTo>
                  <a:pt x="13505" y="5986"/>
                </a:lnTo>
                <a:lnTo>
                  <a:pt x="13480" y="5791"/>
                </a:lnTo>
                <a:lnTo>
                  <a:pt x="13456" y="5524"/>
                </a:lnTo>
                <a:lnTo>
                  <a:pt x="13383" y="5256"/>
                </a:lnTo>
                <a:lnTo>
                  <a:pt x="13359" y="5232"/>
                </a:lnTo>
                <a:lnTo>
                  <a:pt x="13334" y="5256"/>
                </a:lnTo>
                <a:lnTo>
                  <a:pt x="13286" y="5524"/>
                </a:lnTo>
                <a:lnTo>
                  <a:pt x="13286" y="5791"/>
                </a:lnTo>
                <a:lnTo>
                  <a:pt x="13286" y="6035"/>
                </a:lnTo>
                <a:lnTo>
                  <a:pt x="13310" y="6156"/>
                </a:lnTo>
                <a:lnTo>
                  <a:pt x="13359" y="6254"/>
                </a:lnTo>
                <a:lnTo>
                  <a:pt x="13383" y="6278"/>
                </a:lnTo>
                <a:lnTo>
                  <a:pt x="13407" y="6278"/>
                </a:lnTo>
                <a:lnTo>
                  <a:pt x="13407" y="6375"/>
                </a:lnTo>
                <a:lnTo>
                  <a:pt x="13432" y="6448"/>
                </a:lnTo>
                <a:lnTo>
                  <a:pt x="13480" y="6521"/>
                </a:lnTo>
                <a:lnTo>
                  <a:pt x="13553" y="6594"/>
                </a:lnTo>
                <a:lnTo>
                  <a:pt x="13553" y="6789"/>
                </a:lnTo>
                <a:lnTo>
                  <a:pt x="13578" y="6984"/>
                </a:lnTo>
                <a:lnTo>
                  <a:pt x="13699" y="7397"/>
                </a:lnTo>
                <a:lnTo>
                  <a:pt x="13821" y="7787"/>
                </a:lnTo>
                <a:lnTo>
                  <a:pt x="13967" y="8176"/>
                </a:lnTo>
                <a:lnTo>
                  <a:pt x="14575" y="10195"/>
                </a:lnTo>
                <a:lnTo>
                  <a:pt x="15184" y="12312"/>
                </a:lnTo>
                <a:lnTo>
                  <a:pt x="15500" y="13359"/>
                </a:lnTo>
                <a:lnTo>
                  <a:pt x="15865" y="14381"/>
                </a:lnTo>
                <a:lnTo>
                  <a:pt x="15695" y="14575"/>
                </a:lnTo>
                <a:lnTo>
                  <a:pt x="15524" y="14746"/>
                </a:lnTo>
                <a:lnTo>
                  <a:pt x="15208" y="15038"/>
                </a:lnTo>
                <a:lnTo>
                  <a:pt x="13553" y="11801"/>
                </a:lnTo>
                <a:lnTo>
                  <a:pt x="12653" y="10074"/>
                </a:lnTo>
                <a:lnTo>
                  <a:pt x="12531" y="9782"/>
                </a:lnTo>
                <a:lnTo>
                  <a:pt x="12361" y="9441"/>
                </a:lnTo>
                <a:lnTo>
                  <a:pt x="12288" y="9295"/>
                </a:lnTo>
                <a:lnTo>
                  <a:pt x="12191" y="9149"/>
                </a:lnTo>
                <a:lnTo>
                  <a:pt x="12069" y="9028"/>
                </a:lnTo>
                <a:lnTo>
                  <a:pt x="11947" y="8955"/>
                </a:lnTo>
                <a:lnTo>
                  <a:pt x="11899" y="8857"/>
                </a:lnTo>
                <a:lnTo>
                  <a:pt x="11826" y="8809"/>
                </a:lnTo>
                <a:lnTo>
                  <a:pt x="11753" y="8784"/>
                </a:lnTo>
                <a:lnTo>
                  <a:pt x="11704" y="8809"/>
                </a:lnTo>
                <a:lnTo>
                  <a:pt x="11655" y="8833"/>
                </a:lnTo>
                <a:lnTo>
                  <a:pt x="11534" y="8906"/>
                </a:lnTo>
                <a:lnTo>
                  <a:pt x="11534" y="8736"/>
                </a:lnTo>
                <a:lnTo>
                  <a:pt x="11534" y="8419"/>
                </a:lnTo>
                <a:lnTo>
                  <a:pt x="11534" y="8273"/>
                </a:lnTo>
                <a:lnTo>
                  <a:pt x="11509" y="8127"/>
                </a:lnTo>
                <a:lnTo>
                  <a:pt x="11485" y="8103"/>
                </a:lnTo>
                <a:lnTo>
                  <a:pt x="11461" y="8079"/>
                </a:lnTo>
                <a:lnTo>
                  <a:pt x="11436" y="8103"/>
                </a:lnTo>
                <a:lnTo>
                  <a:pt x="11412" y="8127"/>
                </a:lnTo>
                <a:lnTo>
                  <a:pt x="11388" y="8249"/>
                </a:lnTo>
                <a:lnTo>
                  <a:pt x="11363" y="8371"/>
                </a:lnTo>
                <a:lnTo>
                  <a:pt x="11363" y="8638"/>
                </a:lnTo>
                <a:lnTo>
                  <a:pt x="11339" y="8833"/>
                </a:lnTo>
                <a:lnTo>
                  <a:pt x="11363" y="9052"/>
                </a:lnTo>
                <a:lnTo>
                  <a:pt x="10925" y="9368"/>
                </a:lnTo>
                <a:lnTo>
                  <a:pt x="10950" y="9198"/>
                </a:lnTo>
                <a:lnTo>
                  <a:pt x="10974" y="9028"/>
                </a:lnTo>
                <a:lnTo>
                  <a:pt x="10974" y="8687"/>
                </a:lnTo>
                <a:lnTo>
                  <a:pt x="10998" y="8200"/>
                </a:lnTo>
                <a:lnTo>
                  <a:pt x="10974" y="7957"/>
                </a:lnTo>
                <a:lnTo>
                  <a:pt x="10925" y="7714"/>
                </a:lnTo>
                <a:lnTo>
                  <a:pt x="10925" y="7689"/>
                </a:lnTo>
                <a:lnTo>
                  <a:pt x="10852" y="7689"/>
                </a:lnTo>
                <a:lnTo>
                  <a:pt x="10828" y="7714"/>
                </a:lnTo>
                <a:lnTo>
                  <a:pt x="10779" y="7933"/>
                </a:lnTo>
                <a:lnTo>
                  <a:pt x="10731" y="8127"/>
                </a:lnTo>
                <a:lnTo>
                  <a:pt x="10682" y="8541"/>
                </a:lnTo>
                <a:lnTo>
                  <a:pt x="10633" y="9028"/>
                </a:lnTo>
                <a:lnTo>
                  <a:pt x="10633" y="9271"/>
                </a:lnTo>
                <a:lnTo>
                  <a:pt x="10658" y="9393"/>
                </a:lnTo>
                <a:lnTo>
                  <a:pt x="10682" y="9514"/>
                </a:lnTo>
                <a:lnTo>
                  <a:pt x="10706" y="9539"/>
                </a:lnTo>
                <a:lnTo>
                  <a:pt x="10560" y="9660"/>
                </a:lnTo>
                <a:lnTo>
                  <a:pt x="10487" y="9685"/>
                </a:lnTo>
                <a:lnTo>
                  <a:pt x="10439" y="9733"/>
                </a:lnTo>
                <a:lnTo>
                  <a:pt x="10463" y="9466"/>
                </a:lnTo>
                <a:lnTo>
                  <a:pt x="10487" y="9174"/>
                </a:lnTo>
                <a:lnTo>
                  <a:pt x="10536" y="8614"/>
                </a:lnTo>
                <a:lnTo>
                  <a:pt x="10512" y="8346"/>
                </a:lnTo>
                <a:lnTo>
                  <a:pt x="10487" y="8079"/>
                </a:lnTo>
                <a:lnTo>
                  <a:pt x="10463" y="8054"/>
                </a:lnTo>
                <a:lnTo>
                  <a:pt x="10439" y="8030"/>
                </a:lnTo>
                <a:lnTo>
                  <a:pt x="10414" y="8030"/>
                </a:lnTo>
                <a:lnTo>
                  <a:pt x="10414" y="8054"/>
                </a:lnTo>
                <a:lnTo>
                  <a:pt x="10317" y="8298"/>
                </a:lnTo>
                <a:lnTo>
                  <a:pt x="10268" y="8541"/>
                </a:lnTo>
                <a:lnTo>
                  <a:pt x="10195" y="9028"/>
                </a:lnTo>
                <a:lnTo>
                  <a:pt x="10147" y="9514"/>
                </a:lnTo>
                <a:lnTo>
                  <a:pt x="10122" y="9782"/>
                </a:lnTo>
                <a:lnTo>
                  <a:pt x="10147" y="10025"/>
                </a:lnTo>
                <a:lnTo>
                  <a:pt x="9685" y="10414"/>
                </a:lnTo>
                <a:lnTo>
                  <a:pt x="9733" y="10220"/>
                </a:lnTo>
                <a:lnTo>
                  <a:pt x="9733" y="10025"/>
                </a:lnTo>
                <a:lnTo>
                  <a:pt x="9758" y="9612"/>
                </a:lnTo>
                <a:lnTo>
                  <a:pt x="9782" y="8565"/>
                </a:lnTo>
                <a:lnTo>
                  <a:pt x="9782" y="8541"/>
                </a:lnTo>
                <a:lnTo>
                  <a:pt x="9733" y="8541"/>
                </a:lnTo>
                <a:lnTo>
                  <a:pt x="9733" y="8565"/>
                </a:lnTo>
                <a:lnTo>
                  <a:pt x="9612" y="9466"/>
                </a:lnTo>
                <a:lnTo>
                  <a:pt x="9539" y="10001"/>
                </a:lnTo>
                <a:lnTo>
                  <a:pt x="9514" y="10268"/>
                </a:lnTo>
                <a:lnTo>
                  <a:pt x="9539" y="10512"/>
                </a:lnTo>
                <a:lnTo>
                  <a:pt x="9003" y="10901"/>
                </a:lnTo>
                <a:lnTo>
                  <a:pt x="8444" y="11290"/>
                </a:lnTo>
                <a:lnTo>
                  <a:pt x="8371" y="11339"/>
                </a:lnTo>
                <a:lnTo>
                  <a:pt x="7762" y="11704"/>
                </a:lnTo>
                <a:lnTo>
                  <a:pt x="7762" y="11704"/>
                </a:lnTo>
                <a:lnTo>
                  <a:pt x="7811" y="11558"/>
                </a:lnTo>
                <a:lnTo>
                  <a:pt x="7835" y="11388"/>
                </a:lnTo>
                <a:lnTo>
                  <a:pt x="7884" y="11071"/>
                </a:lnTo>
                <a:lnTo>
                  <a:pt x="7981" y="10268"/>
                </a:lnTo>
                <a:lnTo>
                  <a:pt x="7957" y="10244"/>
                </a:lnTo>
                <a:lnTo>
                  <a:pt x="7933" y="10244"/>
                </a:lnTo>
                <a:lnTo>
                  <a:pt x="7908" y="10268"/>
                </a:lnTo>
                <a:lnTo>
                  <a:pt x="7738" y="11023"/>
                </a:lnTo>
                <a:lnTo>
                  <a:pt x="7665" y="11388"/>
                </a:lnTo>
                <a:lnTo>
                  <a:pt x="7641" y="11558"/>
                </a:lnTo>
                <a:lnTo>
                  <a:pt x="7665" y="11728"/>
                </a:lnTo>
                <a:lnTo>
                  <a:pt x="7665" y="11753"/>
                </a:lnTo>
                <a:lnTo>
                  <a:pt x="7178" y="12069"/>
                </a:lnTo>
                <a:lnTo>
                  <a:pt x="7227" y="11753"/>
                </a:lnTo>
                <a:lnTo>
                  <a:pt x="7227" y="11436"/>
                </a:lnTo>
                <a:lnTo>
                  <a:pt x="7203" y="10804"/>
                </a:lnTo>
                <a:lnTo>
                  <a:pt x="7203" y="10779"/>
                </a:lnTo>
                <a:lnTo>
                  <a:pt x="7178" y="10779"/>
                </a:lnTo>
                <a:lnTo>
                  <a:pt x="7154" y="10804"/>
                </a:lnTo>
                <a:lnTo>
                  <a:pt x="7105" y="11461"/>
                </a:lnTo>
                <a:lnTo>
                  <a:pt x="7081" y="11777"/>
                </a:lnTo>
                <a:lnTo>
                  <a:pt x="7105" y="12118"/>
                </a:lnTo>
                <a:lnTo>
                  <a:pt x="6886" y="12239"/>
                </a:lnTo>
                <a:lnTo>
                  <a:pt x="6667" y="12385"/>
                </a:lnTo>
                <a:lnTo>
                  <a:pt x="6692" y="12191"/>
                </a:lnTo>
                <a:lnTo>
                  <a:pt x="6716" y="11728"/>
                </a:lnTo>
                <a:lnTo>
                  <a:pt x="6716" y="11290"/>
                </a:lnTo>
                <a:lnTo>
                  <a:pt x="6692" y="11266"/>
                </a:lnTo>
                <a:lnTo>
                  <a:pt x="6667" y="11242"/>
                </a:lnTo>
                <a:lnTo>
                  <a:pt x="6643" y="11242"/>
                </a:lnTo>
                <a:lnTo>
                  <a:pt x="6619" y="11266"/>
                </a:lnTo>
                <a:lnTo>
                  <a:pt x="6546" y="11655"/>
                </a:lnTo>
                <a:lnTo>
                  <a:pt x="6497" y="12045"/>
                </a:lnTo>
                <a:lnTo>
                  <a:pt x="6448" y="12337"/>
                </a:lnTo>
                <a:lnTo>
                  <a:pt x="6424" y="12458"/>
                </a:lnTo>
                <a:lnTo>
                  <a:pt x="6424" y="12604"/>
                </a:lnTo>
                <a:lnTo>
                  <a:pt x="6375" y="12580"/>
                </a:lnTo>
                <a:lnTo>
                  <a:pt x="6302" y="12580"/>
                </a:lnTo>
                <a:lnTo>
                  <a:pt x="6254" y="12604"/>
                </a:lnTo>
                <a:lnTo>
                  <a:pt x="6229" y="12677"/>
                </a:lnTo>
                <a:lnTo>
                  <a:pt x="6181" y="12848"/>
                </a:lnTo>
                <a:lnTo>
                  <a:pt x="6181" y="12994"/>
                </a:lnTo>
                <a:lnTo>
                  <a:pt x="6205" y="13140"/>
                </a:lnTo>
                <a:lnTo>
                  <a:pt x="6229" y="13310"/>
                </a:lnTo>
                <a:lnTo>
                  <a:pt x="6473" y="14429"/>
                </a:lnTo>
                <a:lnTo>
                  <a:pt x="6692" y="15549"/>
                </a:lnTo>
                <a:lnTo>
                  <a:pt x="6740" y="15914"/>
                </a:lnTo>
                <a:lnTo>
                  <a:pt x="6765" y="16108"/>
                </a:lnTo>
                <a:lnTo>
                  <a:pt x="6838" y="16303"/>
                </a:lnTo>
                <a:lnTo>
                  <a:pt x="6716" y="16352"/>
                </a:lnTo>
                <a:lnTo>
                  <a:pt x="6594" y="16449"/>
                </a:lnTo>
                <a:lnTo>
                  <a:pt x="6351" y="16619"/>
                </a:lnTo>
                <a:lnTo>
                  <a:pt x="6132" y="16084"/>
                </a:lnTo>
                <a:lnTo>
                  <a:pt x="5889" y="15549"/>
                </a:lnTo>
                <a:lnTo>
                  <a:pt x="5353" y="14502"/>
                </a:lnTo>
                <a:lnTo>
                  <a:pt x="5110" y="14040"/>
                </a:lnTo>
                <a:lnTo>
                  <a:pt x="4867" y="13602"/>
                </a:lnTo>
                <a:lnTo>
                  <a:pt x="4721" y="13383"/>
                </a:lnTo>
                <a:lnTo>
                  <a:pt x="4550" y="13188"/>
                </a:lnTo>
                <a:lnTo>
                  <a:pt x="4380" y="12994"/>
                </a:lnTo>
                <a:lnTo>
                  <a:pt x="4185" y="12799"/>
                </a:lnTo>
                <a:lnTo>
                  <a:pt x="4015" y="12653"/>
                </a:lnTo>
                <a:lnTo>
                  <a:pt x="3820" y="12531"/>
                </a:lnTo>
                <a:lnTo>
                  <a:pt x="3431" y="12312"/>
                </a:lnTo>
                <a:lnTo>
                  <a:pt x="3017" y="12118"/>
                </a:lnTo>
                <a:lnTo>
                  <a:pt x="2579" y="11923"/>
                </a:lnTo>
                <a:lnTo>
                  <a:pt x="2093" y="11777"/>
                </a:lnTo>
                <a:lnTo>
                  <a:pt x="1606" y="11607"/>
                </a:lnTo>
                <a:lnTo>
                  <a:pt x="1168" y="11412"/>
                </a:lnTo>
                <a:lnTo>
                  <a:pt x="730" y="11217"/>
                </a:lnTo>
                <a:lnTo>
                  <a:pt x="779" y="11144"/>
                </a:lnTo>
                <a:lnTo>
                  <a:pt x="901" y="10974"/>
                </a:lnTo>
                <a:lnTo>
                  <a:pt x="1047" y="10804"/>
                </a:lnTo>
                <a:lnTo>
                  <a:pt x="1120" y="10828"/>
                </a:lnTo>
                <a:lnTo>
                  <a:pt x="1582" y="10877"/>
                </a:lnTo>
                <a:lnTo>
                  <a:pt x="2068" y="10925"/>
                </a:lnTo>
                <a:lnTo>
                  <a:pt x="2531" y="10950"/>
                </a:lnTo>
                <a:lnTo>
                  <a:pt x="2993" y="11023"/>
                </a:lnTo>
                <a:lnTo>
                  <a:pt x="3431" y="11120"/>
                </a:lnTo>
                <a:lnTo>
                  <a:pt x="3845" y="11242"/>
                </a:lnTo>
                <a:lnTo>
                  <a:pt x="4258" y="11363"/>
                </a:lnTo>
                <a:lnTo>
                  <a:pt x="4696" y="11485"/>
                </a:lnTo>
                <a:lnTo>
                  <a:pt x="4769" y="11485"/>
                </a:lnTo>
                <a:lnTo>
                  <a:pt x="4842" y="11461"/>
                </a:lnTo>
                <a:lnTo>
                  <a:pt x="4915" y="11412"/>
                </a:lnTo>
                <a:lnTo>
                  <a:pt x="4940" y="11339"/>
                </a:lnTo>
                <a:lnTo>
                  <a:pt x="4964" y="11290"/>
                </a:lnTo>
                <a:lnTo>
                  <a:pt x="4964" y="11217"/>
                </a:lnTo>
                <a:lnTo>
                  <a:pt x="4915" y="11144"/>
                </a:lnTo>
                <a:lnTo>
                  <a:pt x="4867" y="11096"/>
                </a:lnTo>
                <a:lnTo>
                  <a:pt x="4794" y="11071"/>
                </a:lnTo>
                <a:lnTo>
                  <a:pt x="4891" y="10974"/>
                </a:lnTo>
                <a:lnTo>
                  <a:pt x="4988" y="10852"/>
                </a:lnTo>
                <a:lnTo>
                  <a:pt x="5134" y="10609"/>
                </a:lnTo>
                <a:lnTo>
                  <a:pt x="6059" y="9393"/>
                </a:lnTo>
                <a:lnTo>
                  <a:pt x="7081" y="8079"/>
                </a:lnTo>
                <a:lnTo>
                  <a:pt x="7519" y="7543"/>
                </a:lnTo>
                <a:lnTo>
                  <a:pt x="7738" y="7276"/>
                </a:lnTo>
                <a:lnTo>
                  <a:pt x="7811" y="7130"/>
                </a:lnTo>
                <a:lnTo>
                  <a:pt x="7884" y="6959"/>
                </a:lnTo>
                <a:lnTo>
                  <a:pt x="7908" y="6959"/>
                </a:lnTo>
                <a:lnTo>
                  <a:pt x="7981" y="6935"/>
                </a:lnTo>
                <a:lnTo>
                  <a:pt x="8030" y="6911"/>
                </a:lnTo>
                <a:lnTo>
                  <a:pt x="8103" y="6886"/>
                </a:lnTo>
                <a:lnTo>
                  <a:pt x="8152" y="6813"/>
                </a:lnTo>
                <a:lnTo>
                  <a:pt x="8176" y="6740"/>
                </a:lnTo>
                <a:lnTo>
                  <a:pt x="8176" y="6667"/>
                </a:lnTo>
                <a:lnTo>
                  <a:pt x="8176" y="6594"/>
                </a:lnTo>
                <a:lnTo>
                  <a:pt x="8127" y="6546"/>
                </a:lnTo>
                <a:lnTo>
                  <a:pt x="8298" y="6327"/>
                </a:lnTo>
                <a:lnTo>
                  <a:pt x="8419" y="6181"/>
                </a:lnTo>
                <a:lnTo>
                  <a:pt x="8541" y="6035"/>
                </a:lnTo>
                <a:lnTo>
                  <a:pt x="8590" y="5962"/>
                </a:lnTo>
                <a:lnTo>
                  <a:pt x="8638" y="5889"/>
                </a:lnTo>
                <a:lnTo>
                  <a:pt x="8638" y="5791"/>
                </a:lnTo>
                <a:lnTo>
                  <a:pt x="8638" y="5718"/>
                </a:lnTo>
                <a:lnTo>
                  <a:pt x="8614" y="5718"/>
                </a:lnTo>
                <a:lnTo>
                  <a:pt x="8541" y="5694"/>
                </a:lnTo>
                <a:lnTo>
                  <a:pt x="8468" y="5718"/>
                </a:lnTo>
                <a:lnTo>
                  <a:pt x="8395" y="5767"/>
                </a:lnTo>
                <a:lnTo>
                  <a:pt x="8322" y="5840"/>
                </a:lnTo>
                <a:lnTo>
                  <a:pt x="8200" y="5962"/>
                </a:lnTo>
                <a:lnTo>
                  <a:pt x="8079" y="6083"/>
                </a:lnTo>
                <a:lnTo>
                  <a:pt x="7811" y="6375"/>
                </a:lnTo>
                <a:lnTo>
                  <a:pt x="6838" y="5913"/>
                </a:lnTo>
                <a:lnTo>
                  <a:pt x="5864" y="5426"/>
                </a:lnTo>
                <a:lnTo>
                  <a:pt x="6010" y="5280"/>
                </a:lnTo>
                <a:lnTo>
                  <a:pt x="6132" y="5110"/>
                </a:lnTo>
                <a:lnTo>
                  <a:pt x="6327" y="4842"/>
                </a:lnTo>
                <a:lnTo>
                  <a:pt x="6400" y="4721"/>
                </a:lnTo>
                <a:lnTo>
                  <a:pt x="6473" y="4575"/>
                </a:lnTo>
                <a:lnTo>
                  <a:pt x="6911" y="4818"/>
                </a:lnTo>
                <a:lnTo>
                  <a:pt x="7689" y="5280"/>
                </a:lnTo>
                <a:lnTo>
                  <a:pt x="7884" y="5402"/>
                </a:lnTo>
                <a:lnTo>
                  <a:pt x="8103" y="5475"/>
                </a:lnTo>
                <a:lnTo>
                  <a:pt x="8298" y="5572"/>
                </a:lnTo>
                <a:lnTo>
                  <a:pt x="8517" y="5621"/>
                </a:lnTo>
                <a:lnTo>
                  <a:pt x="8590" y="5597"/>
                </a:lnTo>
                <a:lnTo>
                  <a:pt x="8638" y="5572"/>
                </a:lnTo>
                <a:lnTo>
                  <a:pt x="8638" y="5499"/>
                </a:lnTo>
                <a:lnTo>
                  <a:pt x="8614" y="5426"/>
                </a:lnTo>
                <a:lnTo>
                  <a:pt x="8468" y="5305"/>
                </a:lnTo>
                <a:lnTo>
                  <a:pt x="8322" y="5183"/>
                </a:lnTo>
                <a:lnTo>
                  <a:pt x="7981" y="4964"/>
                </a:lnTo>
                <a:lnTo>
                  <a:pt x="7276" y="4599"/>
                </a:lnTo>
                <a:lnTo>
                  <a:pt x="5572" y="3674"/>
                </a:lnTo>
                <a:lnTo>
                  <a:pt x="4721" y="3236"/>
                </a:lnTo>
                <a:lnTo>
                  <a:pt x="3845" y="2798"/>
                </a:lnTo>
                <a:lnTo>
                  <a:pt x="3236" y="2433"/>
                </a:lnTo>
                <a:lnTo>
                  <a:pt x="2920" y="2263"/>
                </a:lnTo>
                <a:lnTo>
                  <a:pt x="2579" y="2117"/>
                </a:lnTo>
                <a:lnTo>
                  <a:pt x="2896" y="1850"/>
                </a:lnTo>
                <a:lnTo>
                  <a:pt x="3090" y="1704"/>
                </a:lnTo>
                <a:lnTo>
                  <a:pt x="3139" y="1606"/>
                </a:lnTo>
                <a:lnTo>
                  <a:pt x="3188" y="1509"/>
                </a:lnTo>
                <a:lnTo>
                  <a:pt x="3358" y="1606"/>
                </a:lnTo>
                <a:lnTo>
                  <a:pt x="3528" y="1704"/>
                </a:lnTo>
                <a:lnTo>
                  <a:pt x="3869" y="1874"/>
                </a:lnTo>
                <a:lnTo>
                  <a:pt x="4234" y="1996"/>
                </a:lnTo>
                <a:lnTo>
                  <a:pt x="4623" y="2117"/>
                </a:lnTo>
                <a:lnTo>
                  <a:pt x="5718" y="2433"/>
                </a:lnTo>
                <a:lnTo>
                  <a:pt x="6813" y="2750"/>
                </a:lnTo>
                <a:lnTo>
                  <a:pt x="8906" y="3334"/>
                </a:lnTo>
                <a:lnTo>
                  <a:pt x="9952" y="3601"/>
                </a:lnTo>
                <a:lnTo>
                  <a:pt x="11023" y="3820"/>
                </a:lnTo>
                <a:lnTo>
                  <a:pt x="11071" y="3845"/>
                </a:lnTo>
                <a:lnTo>
                  <a:pt x="11120" y="3869"/>
                </a:lnTo>
                <a:lnTo>
                  <a:pt x="11193" y="3845"/>
                </a:lnTo>
                <a:lnTo>
                  <a:pt x="11242" y="3820"/>
                </a:lnTo>
                <a:lnTo>
                  <a:pt x="11509" y="3553"/>
                </a:lnTo>
                <a:lnTo>
                  <a:pt x="11753" y="3236"/>
                </a:lnTo>
                <a:lnTo>
                  <a:pt x="11972" y="2920"/>
                </a:lnTo>
                <a:lnTo>
                  <a:pt x="12215" y="2628"/>
                </a:lnTo>
                <a:lnTo>
                  <a:pt x="12507" y="2336"/>
                </a:lnTo>
                <a:lnTo>
                  <a:pt x="12799" y="2044"/>
                </a:lnTo>
                <a:lnTo>
                  <a:pt x="13115" y="1777"/>
                </a:lnTo>
                <a:lnTo>
                  <a:pt x="13432" y="1533"/>
                </a:lnTo>
                <a:lnTo>
                  <a:pt x="13797" y="1266"/>
                </a:lnTo>
                <a:lnTo>
                  <a:pt x="14186" y="1022"/>
                </a:lnTo>
                <a:lnTo>
                  <a:pt x="14624" y="779"/>
                </a:lnTo>
                <a:lnTo>
                  <a:pt x="14867" y="682"/>
                </a:lnTo>
                <a:lnTo>
                  <a:pt x="15086" y="584"/>
                </a:lnTo>
                <a:lnTo>
                  <a:pt x="15330" y="511"/>
                </a:lnTo>
                <a:lnTo>
                  <a:pt x="15549" y="463"/>
                </a:lnTo>
                <a:lnTo>
                  <a:pt x="15792" y="438"/>
                </a:lnTo>
                <a:close/>
                <a:moveTo>
                  <a:pt x="15987" y="0"/>
                </a:moveTo>
                <a:lnTo>
                  <a:pt x="15743" y="25"/>
                </a:lnTo>
                <a:lnTo>
                  <a:pt x="15500" y="49"/>
                </a:lnTo>
                <a:lnTo>
                  <a:pt x="15281" y="98"/>
                </a:lnTo>
                <a:lnTo>
                  <a:pt x="15038" y="171"/>
                </a:lnTo>
                <a:lnTo>
                  <a:pt x="14575" y="341"/>
                </a:lnTo>
                <a:lnTo>
                  <a:pt x="14137" y="560"/>
                </a:lnTo>
                <a:lnTo>
                  <a:pt x="13724" y="803"/>
                </a:lnTo>
                <a:lnTo>
                  <a:pt x="13286" y="1095"/>
                </a:lnTo>
                <a:lnTo>
                  <a:pt x="12896" y="1387"/>
                </a:lnTo>
                <a:lnTo>
                  <a:pt x="12483" y="1728"/>
                </a:lnTo>
                <a:lnTo>
                  <a:pt x="12118" y="2093"/>
                </a:lnTo>
                <a:lnTo>
                  <a:pt x="11850" y="2360"/>
                </a:lnTo>
                <a:lnTo>
                  <a:pt x="11582" y="2677"/>
                </a:lnTo>
                <a:lnTo>
                  <a:pt x="11315" y="2993"/>
                </a:lnTo>
                <a:lnTo>
                  <a:pt x="11193" y="3163"/>
                </a:lnTo>
                <a:lnTo>
                  <a:pt x="11096" y="3358"/>
                </a:lnTo>
                <a:lnTo>
                  <a:pt x="10122" y="3066"/>
                </a:lnTo>
                <a:lnTo>
                  <a:pt x="9125" y="2798"/>
                </a:lnTo>
                <a:lnTo>
                  <a:pt x="8127" y="2555"/>
                </a:lnTo>
                <a:lnTo>
                  <a:pt x="7130" y="2287"/>
                </a:lnTo>
                <a:lnTo>
                  <a:pt x="5134" y="1704"/>
                </a:lnTo>
                <a:lnTo>
                  <a:pt x="4623" y="1558"/>
                </a:lnTo>
                <a:lnTo>
                  <a:pt x="4137" y="1412"/>
                </a:lnTo>
                <a:lnTo>
                  <a:pt x="3893" y="1363"/>
                </a:lnTo>
                <a:lnTo>
                  <a:pt x="3626" y="1314"/>
                </a:lnTo>
                <a:lnTo>
                  <a:pt x="3382" y="1290"/>
                </a:lnTo>
                <a:lnTo>
                  <a:pt x="3115" y="1314"/>
                </a:lnTo>
                <a:lnTo>
                  <a:pt x="3066" y="1290"/>
                </a:lnTo>
                <a:lnTo>
                  <a:pt x="2993" y="1266"/>
                </a:lnTo>
                <a:lnTo>
                  <a:pt x="2920" y="1266"/>
                </a:lnTo>
                <a:lnTo>
                  <a:pt x="2774" y="1314"/>
                </a:lnTo>
                <a:lnTo>
                  <a:pt x="2677" y="1387"/>
                </a:lnTo>
                <a:lnTo>
                  <a:pt x="2555" y="1485"/>
                </a:lnTo>
                <a:lnTo>
                  <a:pt x="2287" y="1728"/>
                </a:lnTo>
                <a:lnTo>
                  <a:pt x="2044" y="1971"/>
                </a:lnTo>
                <a:lnTo>
                  <a:pt x="1825" y="2239"/>
                </a:lnTo>
                <a:lnTo>
                  <a:pt x="1704" y="2433"/>
                </a:lnTo>
                <a:lnTo>
                  <a:pt x="1606" y="2628"/>
                </a:lnTo>
                <a:lnTo>
                  <a:pt x="1582" y="2652"/>
                </a:lnTo>
                <a:lnTo>
                  <a:pt x="1558" y="2701"/>
                </a:lnTo>
                <a:lnTo>
                  <a:pt x="1558" y="2750"/>
                </a:lnTo>
                <a:lnTo>
                  <a:pt x="1582" y="2823"/>
                </a:lnTo>
                <a:lnTo>
                  <a:pt x="1704" y="2993"/>
                </a:lnTo>
                <a:lnTo>
                  <a:pt x="1850" y="3188"/>
                </a:lnTo>
                <a:lnTo>
                  <a:pt x="1995" y="3358"/>
                </a:lnTo>
                <a:lnTo>
                  <a:pt x="2166" y="3528"/>
                </a:lnTo>
                <a:lnTo>
                  <a:pt x="2531" y="3820"/>
                </a:lnTo>
                <a:lnTo>
                  <a:pt x="2896" y="4112"/>
                </a:lnTo>
                <a:lnTo>
                  <a:pt x="3261" y="4404"/>
                </a:lnTo>
                <a:lnTo>
                  <a:pt x="3650" y="4672"/>
                </a:lnTo>
                <a:lnTo>
                  <a:pt x="4429" y="5207"/>
                </a:lnTo>
                <a:lnTo>
                  <a:pt x="5159" y="5645"/>
                </a:lnTo>
                <a:lnTo>
                  <a:pt x="5913" y="6083"/>
                </a:lnTo>
                <a:lnTo>
                  <a:pt x="6692" y="6448"/>
                </a:lnTo>
                <a:lnTo>
                  <a:pt x="7470" y="6789"/>
                </a:lnTo>
                <a:lnTo>
                  <a:pt x="7470" y="6813"/>
                </a:lnTo>
                <a:lnTo>
                  <a:pt x="7446" y="6862"/>
                </a:lnTo>
                <a:lnTo>
                  <a:pt x="7446" y="6911"/>
                </a:lnTo>
                <a:lnTo>
                  <a:pt x="7251" y="7105"/>
                </a:lnTo>
                <a:lnTo>
                  <a:pt x="7081" y="7324"/>
                </a:lnTo>
                <a:lnTo>
                  <a:pt x="6740" y="7762"/>
                </a:lnTo>
                <a:lnTo>
                  <a:pt x="5913" y="8857"/>
                </a:lnTo>
                <a:lnTo>
                  <a:pt x="4988" y="10074"/>
                </a:lnTo>
                <a:lnTo>
                  <a:pt x="4672" y="10463"/>
                </a:lnTo>
                <a:lnTo>
                  <a:pt x="4526" y="10682"/>
                </a:lnTo>
                <a:lnTo>
                  <a:pt x="4477" y="10779"/>
                </a:lnTo>
                <a:lnTo>
                  <a:pt x="4453" y="10901"/>
                </a:lnTo>
                <a:lnTo>
                  <a:pt x="4088" y="10779"/>
                </a:lnTo>
                <a:lnTo>
                  <a:pt x="3699" y="10682"/>
                </a:lnTo>
                <a:lnTo>
                  <a:pt x="2944" y="10536"/>
                </a:lnTo>
                <a:lnTo>
                  <a:pt x="2506" y="10463"/>
                </a:lnTo>
                <a:lnTo>
                  <a:pt x="2044" y="10439"/>
                </a:lnTo>
                <a:lnTo>
                  <a:pt x="1582" y="10414"/>
                </a:lnTo>
                <a:lnTo>
                  <a:pt x="1144" y="10439"/>
                </a:lnTo>
                <a:lnTo>
                  <a:pt x="1095" y="10414"/>
                </a:lnTo>
                <a:lnTo>
                  <a:pt x="1047" y="10414"/>
                </a:lnTo>
                <a:lnTo>
                  <a:pt x="949" y="10439"/>
                </a:lnTo>
                <a:lnTo>
                  <a:pt x="876" y="10463"/>
                </a:lnTo>
                <a:lnTo>
                  <a:pt x="682" y="10560"/>
                </a:lnTo>
                <a:lnTo>
                  <a:pt x="536" y="10706"/>
                </a:lnTo>
                <a:lnTo>
                  <a:pt x="390" y="10901"/>
                </a:lnTo>
                <a:lnTo>
                  <a:pt x="268" y="11096"/>
                </a:lnTo>
                <a:lnTo>
                  <a:pt x="171" y="11290"/>
                </a:lnTo>
                <a:lnTo>
                  <a:pt x="73" y="11485"/>
                </a:lnTo>
                <a:lnTo>
                  <a:pt x="25" y="11655"/>
                </a:lnTo>
                <a:lnTo>
                  <a:pt x="0" y="11728"/>
                </a:lnTo>
                <a:lnTo>
                  <a:pt x="0" y="11777"/>
                </a:lnTo>
                <a:lnTo>
                  <a:pt x="25" y="11850"/>
                </a:lnTo>
                <a:lnTo>
                  <a:pt x="73" y="11874"/>
                </a:lnTo>
                <a:lnTo>
                  <a:pt x="146" y="11947"/>
                </a:lnTo>
                <a:lnTo>
                  <a:pt x="268" y="11947"/>
                </a:lnTo>
                <a:lnTo>
                  <a:pt x="414" y="12069"/>
                </a:lnTo>
                <a:lnTo>
                  <a:pt x="584" y="12166"/>
                </a:lnTo>
                <a:lnTo>
                  <a:pt x="949" y="12361"/>
                </a:lnTo>
                <a:lnTo>
                  <a:pt x="1509" y="12653"/>
                </a:lnTo>
                <a:lnTo>
                  <a:pt x="2093" y="12921"/>
                </a:lnTo>
                <a:lnTo>
                  <a:pt x="2604" y="13188"/>
                </a:lnTo>
                <a:lnTo>
                  <a:pt x="3115" y="13480"/>
                </a:lnTo>
                <a:lnTo>
                  <a:pt x="3309" y="13578"/>
                </a:lnTo>
                <a:lnTo>
                  <a:pt x="3455" y="13724"/>
                </a:lnTo>
                <a:lnTo>
                  <a:pt x="3650" y="13821"/>
                </a:lnTo>
                <a:lnTo>
                  <a:pt x="3747" y="13845"/>
                </a:lnTo>
                <a:lnTo>
                  <a:pt x="3845" y="13870"/>
                </a:lnTo>
                <a:lnTo>
                  <a:pt x="3845" y="13967"/>
                </a:lnTo>
                <a:lnTo>
                  <a:pt x="3869" y="14089"/>
                </a:lnTo>
                <a:lnTo>
                  <a:pt x="3942" y="14186"/>
                </a:lnTo>
                <a:lnTo>
                  <a:pt x="4015" y="14283"/>
                </a:lnTo>
                <a:lnTo>
                  <a:pt x="4112" y="14381"/>
                </a:lnTo>
                <a:lnTo>
                  <a:pt x="4185" y="14527"/>
                </a:lnTo>
                <a:lnTo>
                  <a:pt x="4307" y="14819"/>
                </a:lnTo>
                <a:lnTo>
                  <a:pt x="4429" y="15135"/>
                </a:lnTo>
                <a:lnTo>
                  <a:pt x="4526" y="15427"/>
                </a:lnTo>
                <a:lnTo>
                  <a:pt x="4818" y="15938"/>
                </a:lnTo>
                <a:lnTo>
                  <a:pt x="5110" y="16449"/>
                </a:lnTo>
                <a:lnTo>
                  <a:pt x="5378" y="16887"/>
                </a:lnTo>
                <a:lnTo>
                  <a:pt x="5548" y="17082"/>
                </a:lnTo>
                <a:lnTo>
                  <a:pt x="5645" y="17179"/>
                </a:lnTo>
                <a:lnTo>
                  <a:pt x="5743" y="17252"/>
                </a:lnTo>
                <a:lnTo>
                  <a:pt x="5743" y="17325"/>
                </a:lnTo>
                <a:lnTo>
                  <a:pt x="5767" y="17349"/>
                </a:lnTo>
                <a:lnTo>
                  <a:pt x="5864" y="17374"/>
                </a:lnTo>
                <a:lnTo>
                  <a:pt x="5937" y="17374"/>
                </a:lnTo>
                <a:lnTo>
                  <a:pt x="6010" y="17349"/>
                </a:lnTo>
                <a:lnTo>
                  <a:pt x="6108" y="17301"/>
                </a:lnTo>
                <a:lnTo>
                  <a:pt x="6254" y="17228"/>
                </a:lnTo>
                <a:lnTo>
                  <a:pt x="6400" y="17106"/>
                </a:lnTo>
                <a:lnTo>
                  <a:pt x="6789" y="16863"/>
                </a:lnTo>
                <a:lnTo>
                  <a:pt x="6984" y="16741"/>
                </a:lnTo>
                <a:lnTo>
                  <a:pt x="7057" y="16644"/>
                </a:lnTo>
                <a:lnTo>
                  <a:pt x="7130" y="16571"/>
                </a:lnTo>
                <a:lnTo>
                  <a:pt x="7203" y="16522"/>
                </a:lnTo>
                <a:lnTo>
                  <a:pt x="7251" y="16449"/>
                </a:lnTo>
                <a:lnTo>
                  <a:pt x="7276" y="16230"/>
                </a:lnTo>
                <a:lnTo>
                  <a:pt x="7276" y="16011"/>
                </a:lnTo>
                <a:lnTo>
                  <a:pt x="7203" y="15597"/>
                </a:lnTo>
                <a:lnTo>
                  <a:pt x="7008" y="14478"/>
                </a:lnTo>
                <a:lnTo>
                  <a:pt x="6886" y="13918"/>
                </a:lnTo>
                <a:lnTo>
                  <a:pt x="6765" y="13359"/>
                </a:lnTo>
                <a:lnTo>
                  <a:pt x="6692" y="13091"/>
                </a:lnTo>
                <a:lnTo>
                  <a:pt x="6667" y="12969"/>
                </a:lnTo>
                <a:lnTo>
                  <a:pt x="6594" y="12848"/>
                </a:lnTo>
                <a:lnTo>
                  <a:pt x="6813" y="12799"/>
                </a:lnTo>
                <a:lnTo>
                  <a:pt x="6984" y="12702"/>
                </a:lnTo>
                <a:lnTo>
                  <a:pt x="7373" y="12483"/>
                </a:lnTo>
                <a:lnTo>
                  <a:pt x="8614" y="11753"/>
                </a:lnTo>
                <a:lnTo>
                  <a:pt x="9149" y="11412"/>
                </a:lnTo>
                <a:lnTo>
                  <a:pt x="9660" y="11047"/>
                </a:lnTo>
                <a:lnTo>
                  <a:pt x="10171" y="10658"/>
                </a:lnTo>
                <a:lnTo>
                  <a:pt x="10414" y="10439"/>
                </a:lnTo>
                <a:lnTo>
                  <a:pt x="10633" y="10220"/>
                </a:lnTo>
                <a:lnTo>
                  <a:pt x="10755" y="10414"/>
                </a:lnTo>
                <a:lnTo>
                  <a:pt x="10877" y="10633"/>
                </a:lnTo>
                <a:lnTo>
                  <a:pt x="11120" y="10998"/>
                </a:lnTo>
                <a:lnTo>
                  <a:pt x="11655" y="11850"/>
                </a:lnTo>
                <a:lnTo>
                  <a:pt x="12191" y="12677"/>
                </a:lnTo>
                <a:lnTo>
                  <a:pt x="12750" y="13505"/>
                </a:lnTo>
                <a:lnTo>
                  <a:pt x="13286" y="14308"/>
                </a:lnTo>
                <a:lnTo>
                  <a:pt x="13870" y="15086"/>
                </a:lnTo>
                <a:lnTo>
                  <a:pt x="14478" y="15865"/>
                </a:lnTo>
                <a:lnTo>
                  <a:pt x="14551" y="15914"/>
                </a:lnTo>
                <a:lnTo>
                  <a:pt x="14624" y="15938"/>
                </a:lnTo>
                <a:lnTo>
                  <a:pt x="14721" y="15914"/>
                </a:lnTo>
                <a:lnTo>
                  <a:pt x="14794" y="15889"/>
                </a:lnTo>
                <a:lnTo>
                  <a:pt x="14867" y="15865"/>
                </a:lnTo>
                <a:lnTo>
                  <a:pt x="15086" y="15743"/>
                </a:lnTo>
                <a:lnTo>
                  <a:pt x="15281" y="15597"/>
                </a:lnTo>
                <a:lnTo>
                  <a:pt x="15646" y="15281"/>
                </a:lnTo>
                <a:lnTo>
                  <a:pt x="15841" y="15135"/>
                </a:lnTo>
                <a:lnTo>
                  <a:pt x="16011" y="14965"/>
                </a:lnTo>
                <a:lnTo>
                  <a:pt x="16157" y="14770"/>
                </a:lnTo>
                <a:lnTo>
                  <a:pt x="16254" y="14575"/>
                </a:lnTo>
                <a:lnTo>
                  <a:pt x="16279" y="14527"/>
                </a:lnTo>
                <a:lnTo>
                  <a:pt x="16327" y="14478"/>
                </a:lnTo>
                <a:lnTo>
                  <a:pt x="16352" y="14429"/>
                </a:lnTo>
                <a:lnTo>
                  <a:pt x="16352" y="14356"/>
                </a:lnTo>
                <a:lnTo>
                  <a:pt x="16352" y="14283"/>
                </a:lnTo>
                <a:lnTo>
                  <a:pt x="16084" y="13261"/>
                </a:lnTo>
                <a:lnTo>
                  <a:pt x="15768" y="12264"/>
                </a:lnTo>
                <a:lnTo>
                  <a:pt x="15111" y="10244"/>
                </a:lnTo>
                <a:lnTo>
                  <a:pt x="14478" y="8225"/>
                </a:lnTo>
                <a:lnTo>
                  <a:pt x="14113" y="7130"/>
                </a:lnTo>
                <a:lnTo>
                  <a:pt x="14016" y="6813"/>
                </a:lnTo>
                <a:lnTo>
                  <a:pt x="13943" y="6643"/>
                </a:lnTo>
                <a:lnTo>
                  <a:pt x="13870" y="6521"/>
                </a:lnTo>
                <a:lnTo>
                  <a:pt x="14186" y="6327"/>
                </a:lnTo>
                <a:lnTo>
                  <a:pt x="14478" y="6132"/>
                </a:lnTo>
                <a:lnTo>
                  <a:pt x="14794" y="5913"/>
                </a:lnTo>
                <a:lnTo>
                  <a:pt x="15062" y="5694"/>
                </a:lnTo>
                <a:lnTo>
                  <a:pt x="15330" y="5475"/>
                </a:lnTo>
                <a:lnTo>
                  <a:pt x="15597" y="5232"/>
                </a:lnTo>
                <a:lnTo>
                  <a:pt x="15865" y="4964"/>
                </a:lnTo>
                <a:lnTo>
                  <a:pt x="16108" y="4696"/>
                </a:lnTo>
                <a:lnTo>
                  <a:pt x="16157" y="4696"/>
                </a:lnTo>
                <a:lnTo>
                  <a:pt x="16181" y="4648"/>
                </a:lnTo>
                <a:lnTo>
                  <a:pt x="16181" y="4599"/>
                </a:lnTo>
                <a:lnTo>
                  <a:pt x="16449" y="4283"/>
                </a:lnTo>
                <a:lnTo>
                  <a:pt x="16692" y="3942"/>
                </a:lnTo>
                <a:lnTo>
                  <a:pt x="16911" y="3601"/>
                </a:lnTo>
                <a:lnTo>
                  <a:pt x="17130" y="3188"/>
                </a:lnTo>
                <a:lnTo>
                  <a:pt x="17325" y="2774"/>
                </a:lnTo>
                <a:lnTo>
                  <a:pt x="17422" y="2531"/>
                </a:lnTo>
                <a:lnTo>
                  <a:pt x="17495" y="2312"/>
                </a:lnTo>
                <a:lnTo>
                  <a:pt x="17544" y="2093"/>
                </a:lnTo>
                <a:lnTo>
                  <a:pt x="17568" y="1850"/>
                </a:lnTo>
                <a:lnTo>
                  <a:pt x="17593" y="1631"/>
                </a:lnTo>
                <a:lnTo>
                  <a:pt x="17568" y="1412"/>
                </a:lnTo>
                <a:lnTo>
                  <a:pt x="17544" y="1193"/>
                </a:lnTo>
                <a:lnTo>
                  <a:pt x="17471" y="998"/>
                </a:lnTo>
                <a:lnTo>
                  <a:pt x="17374" y="779"/>
                </a:lnTo>
                <a:lnTo>
                  <a:pt x="17228" y="609"/>
                </a:lnTo>
                <a:lnTo>
                  <a:pt x="17057" y="414"/>
                </a:lnTo>
                <a:lnTo>
                  <a:pt x="16863" y="268"/>
                </a:lnTo>
                <a:lnTo>
                  <a:pt x="16644" y="146"/>
                </a:lnTo>
                <a:lnTo>
                  <a:pt x="16425" y="73"/>
                </a:lnTo>
                <a:lnTo>
                  <a:pt x="16206" y="25"/>
                </a:lnTo>
                <a:lnTo>
                  <a:pt x="15987" y="0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8"/>
          <p:cNvSpPr/>
          <p:nvPr/>
        </p:nvSpPr>
        <p:spPr>
          <a:xfrm>
            <a:off x="1949139" y="2083193"/>
            <a:ext cx="374900" cy="211415"/>
          </a:xfrm>
          <a:custGeom>
            <a:rect b="b" l="l" r="r" t="t"/>
            <a:pathLst>
              <a:path extrusionOk="0" h="12240" w="21705">
                <a:moveTo>
                  <a:pt x="17544" y="4258"/>
                </a:moveTo>
                <a:lnTo>
                  <a:pt x="17811" y="4307"/>
                </a:lnTo>
                <a:lnTo>
                  <a:pt x="18055" y="4356"/>
                </a:lnTo>
                <a:lnTo>
                  <a:pt x="17957" y="4575"/>
                </a:lnTo>
                <a:lnTo>
                  <a:pt x="17860" y="4769"/>
                </a:lnTo>
                <a:lnTo>
                  <a:pt x="17714" y="5207"/>
                </a:lnTo>
                <a:lnTo>
                  <a:pt x="17617" y="5669"/>
                </a:lnTo>
                <a:lnTo>
                  <a:pt x="17495" y="6083"/>
                </a:lnTo>
                <a:lnTo>
                  <a:pt x="17373" y="6618"/>
                </a:lnTo>
                <a:lnTo>
                  <a:pt x="17276" y="7129"/>
                </a:lnTo>
                <a:lnTo>
                  <a:pt x="17130" y="7129"/>
                </a:lnTo>
                <a:lnTo>
                  <a:pt x="16570" y="5840"/>
                </a:lnTo>
                <a:lnTo>
                  <a:pt x="16011" y="4526"/>
                </a:lnTo>
                <a:lnTo>
                  <a:pt x="16278" y="4429"/>
                </a:lnTo>
                <a:lnTo>
                  <a:pt x="16522" y="4331"/>
                </a:lnTo>
                <a:lnTo>
                  <a:pt x="16789" y="4283"/>
                </a:lnTo>
                <a:lnTo>
                  <a:pt x="17033" y="4258"/>
                </a:lnTo>
                <a:close/>
                <a:moveTo>
                  <a:pt x="15451" y="4599"/>
                </a:moveTo>
                <a:lnTo>
                  <a:pt x="15962" y="5888"/>
                </a:lnTo>
                <a:lnTo>
                  <a:pt x="16497" y="7178"/>
                </a:lnTo>
                <a:lnTo>
                  <a:pt x="16205" y="6935"/>
                </a:lnTo>
                <a:lnTo>
                  <a:pt x="15938" y="6691"/>
                </a:lnTo>
                <a:lnTo>
                  <a:pt x="15597" y="6326"/>
                </a:lnTo>
                <a:lnTo>
                  <a:pt x="15281" y="5937"/>
                </a:lnTo>
                <a:lnTo>
                  <a:pt x="14940" y="5548"/>
                </a:lnTo>
                <a:lnTo>
                  <a:pt x="14745" y="5402"/>
                </a:lnTo>
                <a:lnTo>
                  <a:pt x="14551" y="5256"/>
                </a:lnTo>
                <a:lnTo>
                  <a:pt x="14770" y="5061"/>
                </a:lnTo>
                <a:lnTo>
                  <a:pt x="14989" y="4891"/>
                </a:lnTo>
                <a:lnTo>
                  <a:pt x="15208" y="4745"/>
                </a:lnTo>
                <a:lnTo>
                  <a:pt x="15451" y="4599"/>
                </a:lnTo>
                <a:close/>
                <a:moveTo>
                  <a:pt x="5012" y="4307"/>
                </a:moveTo>
                <a:lnTo>
                  <a:pt x="5353" y="4404"/>
                </a:lnTo>
                <a:lnTo>
                  <a:pt x="5669" y="4526"/>
                </a:lnTo>
                <a:lnTo>
                  <a:pt x="5986" y="4696"/>
                </a:lnTo>
                <a:lnTo>
                  <a:pt x="6302" y="4866"/>
                </a:lnTo>
                <a:lnTo>
                  <a:pt x="6059" y="5183"/>
                </a:lnTo>
                <a:lnTo>
                  <a:pt x="5304" y="6180"/>
                </a:lnTo>
                <a:lnTo>
                  <a:pt x="4550" y="7202"/>
                </a:lnTo>
                <a:lnTo>
                  <a:pt x="4501" y="7129"/>
                </a:lnTo>
                <a:lnTo>
                  <a:pt x="4453" y="7081"/>
                </a:lnTo>
                <a:lnTo>
                  <a:pt x="4599" y="6156"/>
                </a:lnTo>
                <a:lnTo>
                  <a:pt x="4793" y="5231"/>
                </a:lnTo>
                <a:lnTo>
                  <a:pt x="5012" y="4307"/>
                </a:lnTo>
                <a:close/>
                <a:moveTo>
                  <a:pt x="4234" y="4210"/>
                </a:moveTo>
                <a:lnTo>
                  <a:pt x="4720" y="4258"/>
                </a:lnTo>
                <a:lnTo>
                  <a:pt x="4477" y="5158"/>
                </a:lnTo>
                <a:lnTo>
                  <a:pt x="4282" y="6083"/>
                </a:lnTo>
                <a:lnTo>
                  <a:pt x="4185" y="6545"/>
                </a:lnTo>
                <a:lnTo>
                  <a:pt x="4112" y="7008"/>
                </a:lnTo>
                <a:lnTo>
                  <a:pt x="4088" y="7008"/>
                </a:lnTo>
                <a:lnTo>
                  <a:pt x="3991" y="6618"/>
                </a:lnTo>
                <a:lnTo>
                  <a:pt x="3869" y="6253"/>
                </a:lnTo>
                <a:lnTo>
                  <a:pt x="3747" y="5767"/>
                </a:lnTo>
                <a:lnTo>
                  <a:pt x="3577" y="5304"/>
                </a:lnTo>
                <a:lnTo>
                  <a:pt x="3358" y="4842"/>
                </a:lnTo>
                <a:lnTo>
                  <a:pt x="3139" y="4404"/>
                </a:lnTo>
                <a:lnTo>
                  <a:pt x="3090" y="4380"/>
                </a:lnTo>
                <a:lnTo>
                  <a:pt x="3066" y="4356"/>
                </a:lnTo>
                <a:lnTo>
                  <a:pt x="2993" y="4380"/>
                </a:lnTo>
                <a:lnTo>
                  <a:pt x="2944" y="4429"/>
                </a:lnTo>
                <a:lnTo>
                  <a:pt x="2920" y="4453"/>
                </a:lnTo>
                <a:lnTo>
                  <a:pt x="2920" y="4502"/>
                </a:lnTo>
                <a:lnTo>
                  <a:pt x="3261" y="5329"/>
                </a:lnTo>
                <a:lnTo>
                  <a:pt x="3407" y="5742"/>
                </a:lnTo>
                <a:lnTo>
                  <a:pt x="3553" y="6156"/>
                </a:lnTo>
                <a:lnTo>
                  <a:pt x="3674" y="6594"/>
                </a:lnTo>
                <a:lnTo>
                  <a:pt x="3796" y="7081"/>
                </a:lnTo>
                <a:lnTo>
                  <a:pt x="3601" y="7202"/>
                </a:lnTo>
                <a:lnTo>
                  <a:pt x="3431" y="7373"/>
                </a:lnTo>
                <a:lnTo>
                  <a:pt x="2944" y="7056"/>
                </a:lnTo>
                <a:lnTo>
                  <a:pt x="2701" y="6886"/>
                </a:lnTo>
                <a:lnTo>
                  <a:pt x="2482" y="6691"/>
                </a:lnTo>
                <a:lnTo>
                  <a:pt x="2190" y="6399"/>
                </a:lnTo>
                <a:lnTo>
                  <a:pt x="1922" y="6083"/>
                </a:lnTo>
                <a:lnTo>
                  <a:pt x="1630" y="5791"/>
                </a:lnTo>
                <a:lnTo>
                  <a:pt x="1484" y="5645"/>
                </a:lnTo>
                <a:lnTo>
                  <a:pt x="1314" y="5523"/>
                </a:lnTo>
                <a:lnTo>
                  <a:pt x="1484" y="5329"/>
                </a:lnTo>
                <a:lnTo>
                  <a:pt x="1655" y="5158"/>
                </a:lnTo>
                <a:lnTo>
                  <a:pt x="1849" y="4988"/>
                </a:lnTo>
                <a:lnTo>
                  <a:pt x="2044" y="4842"/>
                </a:lnTo>
                <a:lnTo>
                  <a:pt x="2239" y="4721"/>
                </a:lnTo>
                <a:lnTo>
                  <a:pt x="2433" y="4599"/>
                </a:lnTo>
                <a:lnTo>
                  <a:pt x="2652" y="4502"/>
                </a:lnTo>
                <a:lnTo>
                  <a:pt x="2871" y="4404"/>
                </a:lnTo>
                <a:lnTo>
                  <a:pt x="3090" y="4331"/>
                </a:lnTo>
                <a:lnTo>
                  <a:pt x="3309" y="4283"/>
                </a:lnTo>
                <a:lnTo>
                  <a:pt x="3553" y="4234"/>
                </a:lnTo>
                <a:lnTo>
                  <a:pt x="3772" y="4210"/>
                </a:lnTo>
                <a:close/>
                <a:moveTo>
                  <a:pt x="18152" y="4404"/>
                </a:moveTo>
                <a:lnTo>
                  <a:pt x="18395" y="4477"/>
                </a:lnTo>
                <a:lnTo>
                  <a:pt x="18639" y="4575"/>
                </a:lnTo>
                <a:lnTo>
                  <a:pt x="18858" y="4672"/>
                </a:lnTo>
                <a:lnTo>
                  <a:pt x="19077" y="4793"/>
                </a:lnTo>
                <a:lnTo>
                  <a:pt x="19515" y="5085"/>
                </a:lnTo>
                <a:lnTo>
                  <a:pt x="19904" y="5426"/>
                </a:lnTo>
                <a:lnTo>
                  <a:pt x="19588" y="5742"/>
                </a:lnTo>
                <a:lnTo>
                  <a:pt x="19247" y="6083"/>
                </a:lnTo>
                <a:lnTo>
                  <a:pt x="18931" y="6424"/>
                </a:lnTo>
                <a:lnTo>
                  <a:pt x="18614" y="6740"/>
                </a:lnTo>
                <a:lnTo>
                  <a:pt x="18201" y="7081"/>
                </a:lnTo>
                <a:lnTo>
                  <a:pt x="17787" y="7421"/>
                </a:lnTo>
                <a:lnTo>
                  <a:pt x="17665" y="7275"/>
                </a:lnTo>
                <a:lnTo>
                  <a:pt x="17495" y="7178"/>
                </a:lnTo>
                <a:lnTo>
                  <a:pt x="17592" y="6667"/>
                </a:lnTo>
                <a:lnTo>
                  <a:pt x="17690" y="6156"/>
                </a:lnTo>
                <a:lnTo>
                  <a:pt x="17811" y="5718"/>
                </a:lnTo>
                <a:lnTo>
                  <a:pt x="17933" y="5280"/>
                </a:lnTo>
                <a:lnTo>
                  <a:pt x="18055" y="4842"/>
                </a:lnTo>
                <a:lnTo>
                  <a:pt x="18152" y="4404"/>
                </a:lnTo>
                <a:close/>
                <a:moveTo>
                  <a:pt x="6691" y="5183"/>
                </a:moveTo>
                <a:lnTo>
                  <a:pt x="7056" y="5645"/>
                </a:lnTo>
                <a:lnTo>
                  <a:pt x="7227" y="5888"/>
                </a:lnTo>
                <a:lnTo>
                  <a:pt x="7373" y="6132"/>
                </a:lnTo>
                <a:lnTo>
                  <a:pt x="7227" y="6205"/>
                </a:lnTo>
                <a:lnTo>
                  <a:pt x="7056" y="6302"/>
                </a:lnTo>
                <a:lnTo>
                  <a:pt x="6764" y="6521"/>
                </a:lnTo>
                <a:lnTo>
                  <a:pt x="6326" y="6789"/>
                </a:lnTo>
                <a:lnTo>
                  <a:pt x="5864" y="7081"/>
                </a:lnTo>
                <a:lnTo>
                  <a:pt x="5621" y="7202"/>
                </a:lnTo>
                <a:lnTo>
                  <a:pt x="5377" y="7324"/>
                </a:lnTo>
                <a:lnTo>
                  <a:pt x="4891" y="7567"/>
                </a:lnTo>
                <a:lnTo>
                  <a:pt x="5645" y="6570"/>
                </a:lnTo>
                <a:lnTo>
                  <a:pt x="6375" y="5596"/>
                </a:lnTo>
                <a:lnTo>
                  <a:pt x="6691" y="5183"/>
                </a:lnTo>
                <a:close/>
                <a:moveTo>
                  <a:pt x="14526" y="5280"/>
                </a:moveTo>
                <a:lnTo>
                  <a:pt x="14599" y="5499"/>
                </a:lnTo>
                <a:lnTo>
                  <a:pt x="14721" y="5718"/>
                </a:lnTo>
                <a:lnTo>
                  <a:pt x="14867" y="5937"/>
                </a:lnTo>
                <a:lnTo>
                  <a:pt x="15037" y="6132"/>
                </a:lnTo>
                <a:lnTo>
                  <a:pt x="15402" y="6521"/>
                </a:lnTo>
                <a:lnTo>
                  <a:pt x="15743" y="6862"/>
                </a:lnTo>
                <a:lnTo>
                  <a:pt x="16084" y="7178"/>
                </a:lnTo>
                <a:lnTo>
                  <a:pt x="16424" y="7494"/>
                </a:lnTo>
                <a:lnTo>
                  <a:pt x="16327" y="7689"/>
                </a:lnTo>
                <a:lnTo>
                  <a:pt x="15719" y="7494"/>
                </a:lnTo>
                <a:lnTo>
                  <a:pt x="15402" y="7373"/>
                </a:lnTo>
                <a:lnTo>
                  <a:pt x="15110" y="7251"/>
                </a:lnTo>
                <a:lnTo>
                  <a:pt x="14745" y="7081"/>
                </a:lnTo>
                <a:lnTo>
                  <a:pt x="14380" y="6862"/>
                </a:lnTo>
                <a:lnTo>
                  <a:pt x="14015" y="6667"/>
                </a:lnTo>
                <a:lnTo>
                  <a:pt x="13821" y="6594"/>
                </a:lnTo>
                <a:lnTo>
                  <a:pt x="13626" y="6545"/>
                </a:lnTo>
                <a:lnTo>
                  <a:pt x="13796" y="6205"/>
                </a:lnTo>
                <a:lnTo>
                  <a:pt x="14015" y="5864"/>
                </a:lnTo>
                <a:lnTo>
                  <a:pt x="14259" y="5572"/>
                </a:lnTo>
                <a:lnTo>
                  <a:pt x="14526" y="5280"/>
                </a:lnTo>
                <a:close/>
                <a:moveTo>
                  <a:pt x="8395" y="3163"/>
                </a:moveTo>
                <a:lnTo>
                  <a:pt x="8735" y="3188"/>
                </a:lnTo>
                <a:lnTo>
                  <a:pt x="11461" y="3188"/>
                </a:lnTo>
                <a:lnTo>
                  <a:pt x="14332" y="3212"/>
                </a:lnTo>
                <a:lnTo>
                  <a:pt x="13407" y="4404"/>
                </a:lnTo>
                <a:lnTo>
                  <a:pt x="12434" y="5572"/>
                </a:lnTo>
                <a:lnTo>
                  <a:pt x="11363" y="6813"/>
                </a:lnTo>
                <a:lnTo>
                  <a:pt x="10925" y="7300"/>
                </a:lnTo>
                <a:lnTo>
                  <a:pt x="10706" y="7519"/>
                </a:lnTo>
                <a:lnTo>
                  <a:pt x="10512" y="7786"/>
                </a:lnTo>
                <a:lnTo>
                  <a:pt x="10098" y="6935"/>
                </a:lnTo>
                <a:lnTo>
                  <a:pt x="9684" y="6083"/>
                </a:lnTo>
                <a:lnTo>
                  <a:pt x="8930" y="4356"/>
                </a:lnTo>
                <a:lnTo>
                  <a:pt x="8395" y="3163"/>
                </a:lnTo>
                <a:close/>
                <a:moveTo>
                  <a:pt x="20171" y="5669"/>
                </a:moveTo>
                <a:lnTo>
                  <a:pt x="20366" y="5913"/>
                </a:lnTo>
                <a:lnTo>
                  <a:pt x="20561" y="6156"/>
                </a:lnTo>
                <a:lnTo>
                  <a:pt x="20755" y="6424"/>
                </a:lnTo>
                <a:lnTo>
                  <a:pt x="20901" y="6691"/>
                </a:lnTo>
                <a:lnTo>
                  <a:pt x="20999" y="6886"/>
                </a:lnTo>
                <a:lnTo>
                  <a:pt x="21096" y="7105"/>
                </a:lnTo>
                <a:lnTo>
                  <a:pt x="20658" y="7178"/>
                </a:lnTo>
                <a:lnTo>
                  <a:pt x="20244" y="7275"/>
                </a:lnTo>
                <a:lnTo>
                  <a:pt x="19393" y="7494"/>
                </a:lnTo>
                <a:lnTo>
                  <a:pt x="18687" y="7665"/>
                </a:lnTo>
                <a:lnTo>
                  <a:pt x="17982" y="7835"/>
                </a:lnTo>
                <a:lnTo>
                  <a:pt x="17957" y="7762"/>
                </a:lnTo>
                <a:lnTo>
                  <a:pt x="18420" y="7373"/>
                </a:lnTo>
                <a:lnTo>
                  <a:pt x="18858" y="6983"/>
                </a:lnTo>
                <a:lnTo>
                  <a:pt x="19198" y="6691"/>
                </a:lnTo>
                <a:lnTo>
                  <a:pt x="19539" y="6375"/>
                </a:lnTo>
                <a:lnTo>
                  <a:pt x="19880" y="6034"/>
                </a:lnTo>
                <a:lnTo>
                  <a:pt x="20171" y="5669"/>
                </a:lnTo>
                <a:close/>
                <a:moveTo>
                  <a:pt x="3942" y="7543"/>
                </a:moveTo>
                <a:lnTo>
                  <a:pt x="4015" y="7689"/>
                </a:lnTo>
                <a:lnTo>
                  <a:pt x="4088" y="7835"/>
                </a:lnTo>
                <a:lnTo>
                  <a:pt x="4088" y="7859"/>
                </a:lnTo>
                <a:lnTo>
                  <a:pt x="3820" y="7640"/>
                </a:lnTo>
                <a:lnTo>
                  <a:pt x="3942" y="7543"/>
                </a:lnTo>
                <a:close/>
                <a:moveTo>
                  <a:pt x="16741" y="7762"/>
                </a:moveTo>
                <a:lnTo>
                  <a:pt x="16765" y="7786"/>
                </a:lnTo>
                <a:lnTo>
                  <a:pt x="16814" y="7884"/>
                </a:lnTo>
                <a:lnTo>
                  <a:pt x="16692" y="7835"/>
                </a:lnTo>
                <a:lnTo>
                  <a:pt x="16741" y="7762"/>
                </a:lnTo>
                <a:close/>
                <a:moveTo>
                  <a:pt x="7957" y="3504"/>
                </a:moveTo>
                <a:lnTo>
                  <a:pt x="8297" y="4283"/>
                </a:lnTo>
                <a:lnTo>
                  <a:pt x="8711" y="5183"/>
                </a:lnTo>
                <a:lnTo>
                  <a:pt x="9125" y="6083"/>
                </a:lnTo>
                <a:lnTo>
                  <a:pt x="10001" y="7859"/>
                </a:lnTo>
                <a:lnTo>
                  <a:pt x="8443" y="7908"/>
                </a:lnTo>
                <a:lnTo>
                  <a:pt x="8443" y="7446"/>
                </a:lnTo>
                <a:lnTo>
                  <a:pt x="8395" y="6983"/>
                </a:lnTo>
                <a:lnTo>
                  <a:pt x="8297" y="6545"/>
                </a:lnTo>
                <a:lnTo>
                  <a:pt x="8151" y="6107"/>
                </a:lnTo>
                <a:lnTo>
                  <a:pt x="8054" y="5913"/>
                </a:lnTo>
                <a:lnTo>
                  <a:pt x="7957" y="5718"/>
                </a:lnTo>
                <a:lnTo>
                  <a:pt x="7835" y="5523"/>
                </a:lnTo>
                <a:lnTo>
                  <a:pt x="7689" y="5329"/>
                </a:lnTo>
                <a:lnTo>
                  <a:pt x="7567" y="5158"/>
                </a:lnTo>
                <a:lnTo>
                  <a:pt x="7397" y="5012"/>
                </a:lnTo>
                <a:lnTo>
                  <a:pt x="7227" y="4866"/>
                </a:lnTo>
                <a:lnTo>
                  <a:pt x="7056" y="4721"/>
                </a:lnTo>
                <a:lnTo>
                  <a:pt x="7324" y="4356"/>
                </a:lnTo>
                <a:lnTo>
                  <a:pt x="7665" y="3942"/>
                </a:lnTo>
                <a:lnTo>
                  <a:pt x="7835" y="3747"/>
                </a:lnTo>
                <a:lnTo>
                  <a:pt x="7957" y="3504"/>
                </a:lnTo>
                <a:close/>
                <a:moveTo>
                  <a:pt x="3699" y="7811"/>
                </a:moveTo>
                <a:lnTo>
                  <a:pt x="4063" y="7932"/>
                </a:lnTo>
                <a:lnTo>
                  <a:pt x="4063" y="7957"/>
                </a:lnTo>
                <a:lnTo>
                  <a:pt x="3869" y="7908"/>
                </a:lnTo>
                <a:lnTo>
                  <a:pt x="3650" y="7884"/>
                </a:lnTo>
                <a:lnTo>
                  <a:pt x="3699" y="7811"/>
                </a:lnTo>
                <a:close/>
                <a:moveTo>
                  <a:pt x="7543" y="6424"/>
                </a:moveTo>
                <a:lnTo>
                  <a:pt x="7640" y="6643"/>
                </a:lnTo>
                <a:lnTo>
                  <a:pt x="7713" y="6862"/>
                </a:lnTo>
                <a:lnTo>
                  <a:pt x="7786" y="7129"/>
                </a:lnTo>
                <a:lnTo>
                  <a:pt x="7835" y="7397"/>
                </a:lnTo>
                <a:lnTo>
                  <a:pt x="7884" y="7932"/>
                </a:lnTo>
                <a:lnTo>
                  <a:pt x="7300" y="7932"/>
                </a:lnTo>
                <a:lnTo>
                  <a:pt x="5742" y="7957"/>
                </a:lnTo>
                <a:lnTo>
                  <a:pt x="4988" y="7932"/>
                </a:lnTo>
                <a:lnTo>
                  <a:pt x="4988" y="7884"/>
                </a:lnTo>
                <a:lnTo>
                  <a:pt x="5256" y="7762"/>
                </a:lnTo>
                <a:lnTo>
                  <a:pt x="5523" y="7616"/>
                </a:lnTo>
                <a:lnTo>
                  <a:pt x="6034" y="7348"/>
                </a:lnTo>
                <a:lnTo>
                  <a:pt x="6399" y="7178"/>
                </a:lnTo>
                <a:lnTo>
                  <a:pt x="6813" y="6959"/>
                </a:lnTo>
                <a:lnTo>
                  <a:pt x="7202" y="6716"/>
                </a:lnTo>
                <a:lnTo>
                  <a:pt x="7373" y="6570"/>
                </a:lnTo>
                <a:lnTo>
                  <a:pt x="7543" y="6424"/>
                </a:lnTo>
                <a:close/>
                <a:moveTo>
                  <a:pt x="3845" y="8127"/>
                </a:moveTo>
                <a:lnTo>
                  <a:pt x="3674" y="8224"/>
                </a:lnTo>
                <a:lnTo>
                  <a:pt x="3650" y="8200"/>
                </a:lnTo>
                <a:lnTo>
                  <a:pt x="3845" y="8127"/>
                </a:lnTo>
                <a:close/>
                <a:moveTo>
                  <a:pt x="1144" y="5767"/>
                </a:moveTo>
                <a:lnTo>
                  <a:pt x="1338" y="5913"/>
                </a:lnTo>
                <a:lnTo>
                  <a:pt x="1509" y="6059"/>
                </a:lnTo>
                <a:lnTo>
                  <a:pt x="1849" y="6424"/>
                </a:lnTo>
                <a:lnTo>
                  <a:pt x="2166" y="6764"/>
                </a:lnTo>
                <a:lnTo>
                  <a:pt x="2336" y="6935"/>
                </a:lnTo>
                <a:lnTo>
                  <a:pt x="2506" y="7105"/>
                </a:lnTo>
                <a:lnTo>
                  <a:pt x="2871" y="7373"/>
                </a:lnTo>
                <a:lnTo>
                  <a:pt x="3261" y="7616"/>
                </a:lnTo>
                <a:lnTo>
                  <a:pt x="3188" y="7786"/>
                </a:lnTo>
                <a:lnTo>
                  <a:pt x="3163" y="7932"/>
                </a:lnTo>
                <a:lnTo>
                  <a:pt x="2725" y="8030"/>
                </a:lnTo>
                <a:lnTo>
                  <a:pt x="2312" y="8103"/>
                </a:lnTo>
                <a:lnTo>
                  <a:pt x="1411" y="8224"/>
                </a:lnTo>
                <a:lnTo>
                  <a:pt x="973" y="8273"/>
                </a:lnTo>
                <a:lnTo>
                  <a:pt x="535" y="8370"/>
                </a:lnTo>
                <a:lnTo>
                  <a:pt x="511" y="8030"/>
                </a:lnTo>
                <a:lnTo>
                  <a:pt x="535" y="7665"/>
                </a:lnTo>
                <a:lnTo>
                  <a:pt x="560" y="7324"/>
                </a:lnTo>
                <a:lnTo>
                  <a:pt x="633" y="7008"/>
                </a:lnTo>
                <a:lnTo>
                  <a:pt x="730" y="6667"/>
                </a:lnTo>
                <a:lnTo>
                  <a:pt x="852" y="6351"/>
                </a:lnTo>
                <a:lnTo>
                  <a:pt x="973" y="6034"/>
                </a:lnTo>
                <a:lnTo>
                  <a:pt x="1144" y="5767"/>
                </a:lnTo>
                <a:close/>
                <a:moveTo>
                  <a:pt x="4477" y="8273"/>
                </a:moveTo>
                <a:lnTo>
                  <a:pt x="4526" y="8322"/>
                </a:lnTo>
                <a:lnTo>
                  <a:pt x="4501" y="8370"/>
                </a:lnTo>
                <a:lnTo>
                  <a:pt x="4453" y="8273"/>
                </a:lnTo>
                <a:close/>
                <a:moveTo>
                  <a:pt x="3942" y="8176"/>
                </a:moveTo>
                <a:lnTo>
                  <a:pt x="3820" y="8395"/>
                </a:lnTo>
                <a:lnTo>
                  <a:pt x="3747" y="8346"/>
                </a:lnTo>
                <a:lnTo>
                  <a:pt x="3942" y="8176"/>
                </a:lnTo>
                <a:close/>
                <a:moveTo>
                  <a:pt x="4112" y="8151"/>
                </a:moveTo>
                <a:lnTo>
                  <a:pt x="4136" y="8176"/>
                </a:lnTo>
                <a:lnTo>
                  <a:pt x="4063" y="8492"/>
                </a:lnTo>
                <a:lnTo>
                  <a:pt x="4039" y="8492"/>
                </a:lnTo>
                <a:lnTo>
                  <a:pt x="4112" y="8151"/>
                </a:lnTo>
                <a:close/>
                <a:moveTo>
                  <a:pt x="4234" y="8224"/>
                </a:moveTo>
                <a:lnTo>
                  <a:pt x="4380" y="8249"/>
                </a:lnTo>
                <a:lnTo>
                  <a:pt x="4428" y="8443"/>
                </a:lnTo>
                <a:lnTo>
                  <a:pt x="4355" y="8468"/>
                </a:lnTo>
                <a:lnTo>
                  <a:pt x="4282" y="8492"/>
                </a:lnTo>
                <a:lnTo>
                  <a:pt x="4234" y="8224"/>
                </a:lnTo>
                <a:close/>
                <a:moveTo>
                  <a:pt x="17349" y="8370"/>
                </a:moveTo>
                <a:lnTo>
                  <a:pt x="17422" y="8395"/>
                </a:lnTo>
                <a:lnTo>
                  <a:pt x="17446" y="8443"/>
                </a:lnTo>
                <a:lnTo>
                  <a:pt x="17373" y="8492"/>
                </a:lnTo>
                <a:lnTo>
                  <a:pt x="17349" y="8370"/>
                </a:lnTo>
                <a:close/>
                <a:moveTo>
                  <a:pt x="16984" y="8273"/>
                </a:moveTo>
                <a:lnTo>
                  <a:pt x="17008" y="8322"/>
                </a:lnTo>
                <a:lnTo>
                  <a:pt x="16887" y="8516"/>
                </a:lnTo>
                <a:lnTo>
                  <a:pt x="16789" y="8443"/>
                </a:lnTo>
                <a:lnTo>
                  <a:pt x="16984" y="8273"/>
                </a:lnTo>
                <a:close/>
                <a:moveTo>
                  <a:pt x="13577" y="6667"/>
                </a:moveTo>
                <a:lnTo>
                  <a:pt x="13699" y="6813"/>
                </a:lnTo>
                <a:lnTo>
                  <a:pt x="13845" y="6935"/>
                </a:lnTo>
                <a:lnTo>
                  <a:pt x="14015" y="7056"/>
                </a:lnTo>
                <a:lnTo>
                  <a:pt x="14210" y="7178"/>
                </a:lnTo>
                <a:lnTo>
                  <a:pt x="14599" y="7348"/>
                </a:lnTo>
                <a:lnTo>
                  <a:pt x="14964" y="7519"/>
                </a:lnTo>
                <a:lnTo>
                  <a:pt x="15597" y="7786"/>
                </a:lnTo>
                <a:lnTo>
                  <a:pt x="15913" y="7932"/>
                </a:lnTo>
                <a:lnTo>
                  <a:pt x="16254" y="8030"/>
                </a:lnTo>
                <a:lnTo>
                  <a:pt x="16254" y="8054"/>
                </a:lnTo>
                <a:lnTo>
                  <a:pt x="15816" y="8151"/>
                </a:lnTo>
                <a:lnTo>
                  <a:pt x="15402" y="8224"/>
                </a:lnTo>
                <a:lnTo>
                  <a:pt x="14891" y="8297"/>
                </a:lnTo>
                <a:lnTo>
                  <a:pt x="14356" y="8346"/>
                </a:lnTo>
                <a:lnTo>
                  <a:pt x="13845" y="8419"/>
                </a:lnTo>
                <a:lnTo>
                  <a:pt x="13602" y="8468"/>
                </a:lnTo>
                <a:lnTo>
                  <a:pt x="13334" y="8541"/>
                </a:lnTo>
                <a:lnTo>
                  <a:pt x="13310" y="8297"/>
                </a:lnTo>
                <a:lnTo>
                  <a:pt x="13310" y="8054"/>
                </a:lnTo>
                <a:lnTo>
                  <a:pt x="13310" y="7811"/>
                </a:lnTo>
                <a:lnTo>
                  <a:pt x="13334" y="7567"/>
                </a:lnTo>
                <a:lnTo>
                  <a:pt x="13358" y="7348"/>
                </a:lnTo>
                <a:lnTo>
                  <a:pt x="13407" y="7105"/>
                </a:lnTo>
                <a:lnTo>
                  <a:pt x="13480" y="6886"/>
                </a:lnTo>
                <a:lnTo>
                  <a:pt x="13577" y="6667"/>
                </a:lnTo>
                <a:close/>
                <a:moveTo>
                  <a:pt x="21169" y="7324"/>
                </a:moveTo>
                <a:lnTo>
                  <a:pt x="21193" y="7543"/>
                </a:lnTo>
                <a:lnTo>
                  <a:pt x="21218" y="7762"/>
                </a:lnTo>
                <a:lnTo>
                  <a:pt x="21218" y="7981"/>
                </a:lnTo>
                <a:lnTo>
                  <a:pt x="21218" y="8200"/>
                </a:lnTo>
                <a:lnTo>
                  <a:pt x="21169" y="8419"/>
                </a:lnTo>
                <a:lnTo>
                  <a:pt x="21120" y="8638"/>
                </a:lnTo>
                <a:lnTo>
                  <a:pt x="21072" y="8857"/>
                </a:lnTo>
                <a:lnTo>
                  <a:pt x="20974" y="9052"/>
                </a:lnTo>
                <a:lnTo>
                  <a:pt x="20828" y="8979"/>
                </a:lnTo>
                <a:lnTo>
                  <a:pt x="20682" y="8906"/>
                </a:lnTo>
                <a:lnTo>
                  <a:pt x="20317" y="8833"/>
                </a:lnTo>
                <a:lnTo>
                  <a:pt x="19223" y="8565"/>
                </a:lnTo>
                <a:lnTo>
                  <a:pt x="18614" y="8395"/>
                </a:lnTo>
                <a:lnTo>
                  <a:pt x="17982" y="8224"/>
                </a:lnTo>
                <a:lnTo>
                  <a:pt x="17982" y="8103"/>
                </a:lnTo>
                <a:lnTo>
                  <a:pt x="19077" y="7835"/>
                </a:lnTo>
                <a:lnTo>
                  <a:pt x="20123" y="7616"/>
                </a:lnTo>
                <a:lnTo>
                  <a:pt x="20658" y="7494"/>
                </a:lnTo>
                <a:lnTo>
                  <a:pt x="21169" y="7324"/>
                </a:lnTo>
                <a:close/>
                <a:moveTo>
                  <a:pt x="16303" y="8419"/>
                </a:moveTo>
                <a:lnTo>
                  <a:pt x="15962" y="8662"/>
                </a:lnTo>
                <a:lnTo>
                  <a:pt x="15670" y="8906"/>
                </a:lnTo>
                <a:lnTo>
                  <a:pt x="14794" y="9465"/>
                </a:lnTo>
                <a:lnTo>
                  <a:pt x="13942" y="10049"/>
                </a:lnTo>
                <a:lnTo>
                  <a:pt x="13723" y="9684"/>
                </a:lnTo>
                <a:lnTo>
                  <a:pt x="13529" y="9271"/>
                </a:lnTo>
                <a:lnTo>
                  <a:pt x="13456" y="9003"/>
                </a:lnTo>
                <a:lnTo>
                  <a:pt x="13383" y="8735"/>
                </a:lnTo>
                <a:lnTo>
                  <a:pt x="13626" y="8760"/>
                </a:lnTo>
                <a:lnTo>
                  <a:pt x="13869" y="8760"/>
                </a:lnTo>
                <a:lnTo>
                  <a:pt x="14356" y="8711"/>
                </a:lnTo>
                <a:lnTo>
                  <a:pt x="14843" y="8638"/>
                </a:lnTo>
                <a:lnTo>
                  <a:pt x="15305" y="8565"/>
                </a:lnTo>
                <a:lnTo>
                  <a:pt x="16303" y="8419"/>
                </a:lnTo>
                <a:close/>
                <a:moveTo>
                  <a:pt x="4988" y="8370"/>
                </a:moveTo>
                <a:lnTo>
                  <a:pt x="5499" y="8395"/>
                </a:lnTo>
                <a:lnTo>
                  <a:pt x="6034" y="8419"/>
                </a:lnTo>
                <a:lnTo>
                  <a:pt x="7105" y="8395"/>
                </a:lnTo>
                <a:lnTo>
                  <a:pt x="7932" y="8395"/>
                </a:lnTo>
                <a:lnTo>
                  <a:pt x="7957" y="8589"/>
                </a:lnTo>
                <a:lnTo>
                  <a:pt x="7859" y="8930"/>
                </a:lnTo>
                <a:lnTo>
                  <a:pt x="7713" y="9246"/>
                </a:lnTo>
                <a:lnTo>
                  <a:pt x="7567" y="9563"/>
                </a:lnTo>
                <a:lnTo>
                  <a:pt x="7421" y="9855"/>
                </a:lnTo>
                <a:lnTo>
                  <a:pt x="7300" y="10074"/>
                </a:lnTo>
                <a:lnTo>
                  <a:pt x="7154" y="10268"/>
                </a:lnTo>
                <a:lnTo>
                  <a:pt x="7032" y="10122"/>
                </a:lnTo>
                <a:lnTo>
                  <a:pt x="6886" y="10001"/>
                </a:lnTo>
                <a:lnTo>
                  <a:pt x="6570" y="9757"/>
                </a:lnTo>
                <a:lnTo>
                  <a:pt x="5961" y="9319"/>
                </a:lnTo>
                <a:lnTo>
                  <a:pt x="4915" y="8541"/>
                </a:lnTo>
                <a:lnTo>
                  <a:pt x="4988" y="8370"/>
                </a:lnTo>
                <a:close/>
                <a:moveTo>
                  <a:pt x="3212" y="8297"/>
                </a:moveTo>
                <a:lnTo>
                  <a:pt x="3236" y="8395"/>
                </a:lnTo>
                <a:lnTo>
                  <a:pt x="3309" y="8516"/>
                </a:lnTo>
                <a:lnTo>
                  <a:pt x="2677" y="9003"/>
                </a:lnTo>
                <a:lnTo>
                  <a:pt x="1922" y="9611"/>
                </a:lnTo>
                <a:lnTo>
                  <a:pt x="1557" y="9952"/>
                </a:lnTo>
                <a:lnTo>
                  <a:pt x="1192" y="10317"/>
                </a:lnTo>
                <a:lnTo>
                  <a:pt x="973" y="9952"/>
                </a:lnTo>
                <a:lnTo>
                  <a:pt x="803" y="9538"/>
                </a:lnTo>
                <a:lnTo>
                  <a:pt x="657" y="9125"/>
                </a:lnTo>
                <a:lnTo>
                  <a:pt x="560" y="8687"/>
                </a:lnTo>
                <a:lnTo>
                  <a:pt x="973" y="8638"/>
                </a:lnTo>
                <a:lnTo>
                  <a:pt x="1387" y="8565"/>
                </a:lnTo>
                <a:lnTo>
                  <a:pt x="2190" y="8419"/>
                </a:lnTo>
                <a:lnTo>
                  <a:pt x="2677" y="8346"/>
                </a:lnTo>
                <a:lnTo>
                  <a:pt x="3212" y="8297"/>
                </a:lnTo>
                <a:close/>
                <a:moveTo>
                  <a:pt x="18006" y="8614"/>
                </a:moveTo>
                <a:lnTo>
                  <a:pt x="18590" y="8760"/>
                </a:lnTo>
                <a:lnTo>
                  <a:pt x="19125" y="8881"/>
                </a:lnTo>
                <a:lnTo>
                  <a:pt x="20220" y="9149"/>
                </a:lnTo>
                <a:lnTo>
                  <a:pt x="20585" y="9222"/>
                </a:lnTo>
                <a:lnTo>
                  <a:pt x="20731" y="9246"/>
                </a:lnTo>
                <a:lnTo>
                  <a:pt x="20901" y="9222"/>
                </a:lnTo>
                <a:lnTo>
                  <a:pt x="20682" y="9611"/>
                </a:lnTo>
                <a:lnTo>
                  <a:pt x="20439" y="9976"/>
                </a:lnTo>
                <a:lnTo>
                  <a:pt x="20123" y="10317"/>
                </a:lnTo>
                <a:lnTo>
                  <a:pt x="19807" y="10609"/>
                </a:lnTo>
                <a:lnTo>
                  <a:pt x="19320" y="10074"/>
                </a:lnTo>
                <a:lnTo>
                  <a:pt x="18809" y="9563"/>
                </a:lnTo>
                <a:lnTo>
                  <a:pt x="18079" y="8711"/>
                </a:lnTo>
                <a:lnTo>
                  <a:pt x="18006" y="8614"/>
                </a:lnTo>
                <a:close/>
                <a:moveTo>
                  <a:pt x="16449" y="8687"/>
                </a:moveTo>
                <a:lnTo>
                  <a:pt x="16570" y="8808"/>
                </a:lnTo>
                <a:lnTo>
                  <a:pt x="16692" y="8906"/>
                </a:lnTo>
                <a:lnTo>
                  <a:pt x="16546" y="9246"/>
                </a:lnTo>
                <a:lnTo>
                  <a:pt x="16400" y="9563"/>
                </a:lnTo>
                <a:lnTo>
                  <a:pt x="16157" y="10001"/>
                </a:lnTo>
                <a:lnTo>
                  <a:pt x="15865" y="10414"/>
                </a:lnTo>
                <a:lnTo>
                  <a:pt x="15597" y="10828"/>
                </a:lnTo>
                <a:lnTo>
                  <a:pt x="15354" y="11266"/>
                </a:lnTo>
                <a:lnTo>
                  <a:pt x="15329" y="11315"/>
                </a:lnTo>
                <a:lnTo>
                  <a:pt x="14989" y="11096"/>
                </a:lnTo>
                <a:lnTo>
                  <a:pt x="14648" y="10852"/>
                </a:lnTo>
                <a:lnTo>
                  <a:pt x="14332" y="10560"/>
                </a:lnTo>
                <a:lnTo>
                  <a:pt x="14064" y="10244"/>
                </a:lnTo>
                <a:lnTo>
                  <a:pt x="14916" y="9684"/>
                </a:lnTo>
                <a:lnTo>
                  <a:pt x="15767" y="9100"/>
                </a:lnTo>
                <a:lnTo>
                  <a:pt x="16108" y="8906"/>
                </a:lnTo>
                <a:lnTo>
                  <a:pt x="16449" y="8687"/>
                </a:lnTo>
                <a:close/>
                <a:moveTo>
                  <a:pt x="4842" y="8662"/>
                </a:moveTo>
                <a:lnTo>
                  <a:pt x="5329" y="9100"/>
                </a:lnTo>
                <a:lnTo>
                  <a:pt x="5791" y="9538"/>
                </a:lnTo>
                <a:lnTo>
                  <a:pt x="6375" y="10025"/>
                </a:lnTo>
                <a:lnTo>
                  <a:pt x="6691" y="10244"/>
                </a:lnTo>
                <a:lnTo>
                  <a:pt x="6862" y="10341"/>
                </a:lnTo>
                <a:lnTo>
                  <a:pt x="7032" y="10414"/>
                </a:lnTo>
                <a:lnTo>
                  <a:pt x="6886" y="10585"/>
                </a:lnTo>
                <a:lnTo>
                  <a:pt x="6716" y="10731"/>
                </a:lnTo>
                <a:lnTo>
                  <a:pt x="6375" y="10998"/>
                </a:lnTo>
                <a:lnTo>
                  <a:pt x="6010" y="11193"/>
                </a:lnTo>
                <a:lnTo>
                  <a:pt x="5621" y="11363"/>
                </a:lnTo>
                <a:lnTo>
                  <a:pt x="5450" y="10706"/>
                </a:lnTo>
                <a:lnTo>
                  <a:pt x="5231" y="10074"/>
                </a:lnTo>
                <a:lnTo>
                  <a:pt x="4964" y="9441"/>
                </a:lnTo>
                <a:lnTo>
                  <a:pt x="4696" y="8808"/>
                </a:lnTo>
                <a:lnTo>
                  <a:pt x="4720" y="8784"/>
                </a:lnTo>
                <a:lnTo>
                  <a:pt x="4842" y="8662"/>
                </a:lnTo>
                <a:close/>
                <a:moveTo>
                  <a:pt x="3382" y="8614"/>
                </a:moveTo>
                <a:lnTo>
                  <a:pt x="3480" y="8735"/>
                </a:lnTo>
                <a:lnTo>
                  <a:pt x="3626" y="8833"/>
                </a:lnTo>
                <a:lnTo>
                  <a:pt x="3334" y="9636"/>
                </a:lnTo>
                <a:lnTo>
                  <a:pt x="2993" y="10536"/>
                </a:lnTo>
                <a:lnTo>
                  <a:pt x="2871" y="11023"/>
                </a:lnTo>
                <a:lnTo>
                  <a:pt x="2823" y="11242"/>
                </a:lnTo>
                <a:lnTo>
                  <a:pt x="2798" y="11485"/>
                </a:lnTo>
                <a:lnTo>
                  <a:pt x="2531" y="11388"/>
                </a:lnTo>
                <a:lnTo>
                  <a:pt x="2263" y="11266"/>
                </a:lnTo>
                <a:lnTo>
                  <a:pt x="2020" y="11120"/>
                </a:lnTo>
                <a:lnTo>
                  <a:pt x="1776" y="10950"/>
                </a:lnTo>
                <a:lnTo>
                  <a:pt x="1509" y="10706"/>
                </a:lnTo>
                <a:lnTo>
                  <a:pt x="1265" y="10414"/>
                </a:lnTo>
                <a:lnTo>
                  <a:pt x="1606" y="10122"/>
                </a:lnTo>
                <a:lnTo>
                  <a:pt x="1971" y="9806"/>
                </a:lnTo>
                <a:lnTo>
                  <a:pt x="2652" y="9198"/>
                </a:lnTo>
                <a:lnTo>
                  <a:pt x="3017" y="8906"/>
                </a:lnTo>
                <a:lnTo>
                  <a:pt x="3382" y="8614"/>
                </a:lnTo>
                <a:close/>
                <a:moveTo>
                  <a:pt x="4574" y="8881"/>
                </a:moveTo>
                <a:lnTo>
                  <a:pt x="4939" y="10171"/>
                </a:lnTo>
                <a:lnTo>
                  <a:pt x="5280" y="11461"/>
                </a:lnTo>
                <a:lnTo>
                  <a:pt x="5012" y="11534"/>
                </a:lnTo>
                <a:lnTo>
                  <a:pt x="4623" y="11582"/>
                </a:lnTo>
                <a:lnTo>
                  <a:pt x="4234" y="11607"/>
                </a:lnTo>
                <a:lnTo>
                  <a:pt x="4234" y="11607"/>
                </a:lnTo>
                <a:lnTo>
                  <a:pt x="4258" y="11193"/>
                </a:lnTo>
                <a:lnTo>
                  <a:pt x="4258" y="10755"/>
                </a:lnTo>
                <a:lnTo>
                  <a:pt x="4258" y="9928"/>
                </a:lnTo>
                <a:lnTo>
                  <a:pt x="4307" y="8979"/>
                </a:lnTo>
                <a:lnTo>
                  <a:pt x="4428" y="8930"/>
                </a:lnTo>
                <a:lnTo>
                  <a:pt x="4574" y="8881"/>
                </a:lnTo>
                <a:close/>
                <a:moveTo>
                  <a:pt x="3918" y="8954"/>
                </a:moveTo>
                <a:lnTo>
                  <a:pt x="4039" y="8979"/>
                </a:lnTo>
                <a:lnTo>
                  <a:pt x="4039" y="9733"/>
                </a:lnTo>
                <a:lnTo>
                  <a:pt x="3991" y="10682"/>
                </a:lnTo>
                <a:lnTo>
                  <a:pt x="3991" y="11144"/>
                </a:lnTo>
                <a:lnTo>
                  <a:pt x="3991" y="11631"/>
                </a:lnTo>
                <a:lnTo>
                  <a:pt x="3480" y="11607"/>
                </a:lnTo>
                <a:lnTo>
                  <a:pt x="3212" y="11558"/>
                </a:lnTo>
                <a:lnTo>
                  <a:pt x="2969" y="11509"/>
                </a:lnTo>
                <a:lnTo>
                  <a:pt x="3066" y="11339"/>
                </a:lnTo>
                <a:lnTo>
                  <a:pt x="3139" y="11120"/>
                </a:lnTo>
                <a:lnTo>
                  <a:pt x="3261" y="10706"/>
                </a:lnTo>
                <a:lnTo>
                  <a:pt x="3382" y="10293"/>
                </a:lnTo>
                <a:lnTo>
                  <a:pt x="3504" y="9879"/>
                </a:lnTo>
                <a:lnTo>
                  <a:pt x="3699" y="9417"/>
                </a:lnTo>
                <a:lnTo>
                  <a:pt x="3893" y="8954"/>
                </a:lnTo>
                <a:close/>
                <a:moveTo>
                  <a:pt x="17690" y="8784"/>
                </a:moveTo>
                <a:lnTo>
                  <a:pt x="18079" y="9222"/>
                </a:lnTo>
                <a:lnTo>
                  <a:pt x="18468" y="9636"/>
                </a:lnTo>
                <a:lnTo>
                  <a:pt x="18979" y="10268"/>
                </a:lnTo>
                <a:lnTo>
                  <a:pt x="19247" y="10560"/>
                </a:lnTo>
                <a:lnTo>
                  <a:pt x="19539" y="10828"/>
                </a:lnTo>
                <a:lnTo>
                  <a:pt x="19247" y="11023"/>
                </a:lnTo>
                <a:lnTo>
                  <a:pt x="18955" y="11217"/>
                </a:lnTo>
                <a:lnTo>
                  <a:pt x="18663" y="11363"/>
                </a:lnTo>
                <a:lnTo>
                  <a:pt x="18371" y="11485"/>
                </a:lnTo>
                <a:lnTo>
                  <a:pt x="18103" y="11582"/>
                </a:lnTo>
                <a:lnTo>
                  <a:pt x="17860" y="11631"/>
                </a:lnTo>
                <a:lnTo>
                  <a:pt x="17811" y="11217"/>
                </a:lnTo>
                <a:lnTo>
                  <a:pt x="17738" y="10779"/>
                </a:lnTo>
                <a:lnTo>
                  <a:pt x="17592" y="9928"/>
                </a:lnTo>
                <a:lnTo>
                  <a:pt x="17519" y="9441"/>
                </a:lnTo>
                <a:lnTo>
                  <a:pt x="17471" y="8930"/>
                </a:lnTo>
                <a:lnTo>
                  <a:pt x="17519" y="8906"/>
                </a:lnTo>
                <a:lnTo>
                  <a:pt x="17617" y="8857"/>
                </a:lnTo>
                <a:lnTo>
                  <a:pt x="17690" y="8784"/>
                </a:lnTo>
                <a:close/>
                <a:moveTo>
                  <a:pt x="17154" y="9003"/>
                </a:moveTo>
                <a:lnTo>
                  <a:pt x="17227" y="9490"/>
                </a:lnTo>
                <a:lnTo>
                  <a:pt x="17300" y="9976"/>
                </a:lnTo>
                <a:lnTo>
                  <a:pt x="17422" y="10828"/>
                </a:lnTo>
                <a:lnTo>
                  <a:pt x="17471" y="11266"/>
                </a:lnTo>
                <a:lnTo>
                  <a:pt x="17544" y="11704"/>
                </a:lnTo>
                <a:lnTo>
                  <a:pt x="17300" y="11728"/>
                </a:lnTo>
                <a:lnTo>
                  <a:pt x="17033" y="11728"/>
                </a:lnTo>
                <a:lnTo>
                  <a:pt x="16765" y="11704"/>
                </a:lnTo>
                <a:lnTo>
                  <a:pt x="16522" y="11680"/>
                </a:lnTo>
                <a:lnTo>
                  <a:pt x="16254" y="11631"/>
                </a:lnTo>
                <a:lnTo>
                  <a:pt x="16011" y="11582"/>
                </a:lnTo>
                <a:lnTo>
                  <a:pt x="15767" y="11485"/>
                </a:lnTo>
                <a:lnTo>
                  <a:pt x="15524" y="11388"/>
                </a:lnTo>
                <a:lnTo>
                  <a:pt x="15694" y="11242"/>
                </a:lnTo>
                <a:lnTo>
                  <a:pt x="15840" y="11071"/>
                </a:lnTo>
                <a:lnTo>
                  <a:pt x="16108" y="10682"/>
                </a:lnTo>
                <a:lnTo>
                  <a:pt x="16351" y="10268"/>
                </a:lnTo>
                <a:lnTo>
                  <a:pt x="16570" y="9855"/>
                </a:lnTo>
                <a:lnTo>
                  <a:pt x="16789" y="9465"/>
                </a:lnTo>
                <a:lnTo>
                  <a:pt x="17008" y="9003"/>
                </a:lnTo>
                <a:close/>
                <a:moveTo>
                  <a:pt x="14624" y="0"/>
                </a:moveTo>
                <a:lnTo>
                  <a:pt x="14478" y="24"/>
                </a:lnTo>
                <a:lnTo>
                  <a:pt x="14332" y="73"/>
                </a:lnTo>
                <a:lnTo>
                  <a:pt x="14186" y="122"/>
                </a:lnTo>
                <a:lnTo>
                  <a:pt x="14064" y="219"/>
                </a:lnTo>
                <a:lnTo>
                  <a:pt x="14040" y="268"/>
                </a:lnTo>
                <a:lnTo>
                  <a:pt x="14015" y="292"/>
                </a:lnTo>
                <a:lnTo>
                  <a:pt x="14015" y="389"/>
                </a:lnTo>
                <a:lnTo>
                  <a:pt x="14064" y="487"/>
                </a:lnTo>
                <a:lnTo>
                  <a:pt x="14161" y="535"/>
                </a:lnTo>
                <a:lnTo>
                  <a:pt x="14161" y="779"/>
                </a:lnTo>
                <a:lnTo>
                  <a:pt x="14210" y="998"/>
                </a:lnTo>
                <a:lnTo>
                  <a:pt x="14259" y="1241"/>
                </a:lnTo>
                <a:lnTo>
                  <a:pt x="14332" y="1460"/>
                </a:lnTo>
                <a:lnTo>
                  <a:pt x="14648" y="2336"/>
                </a:lnTo>
                <a:lnTo>
                  <a:pt x="14745" y="2652"/>
                </a:lnTo>
                <a:lnTo>
                  <a:pt x="11655" y="2652"/>
                </a:lnTo>
                <a:lnTo>
                  <a:pt x="9928" y="2628"/>
                </a:lnTo>
                <a:lnTo>
                  <a:pt x="8614" y="2628"/>
                </a:lnTo>
                <a:lnTo>
                  <a:pt x="8419" y="2652"/>
                </a:lnTo>
                <a:lnTo>
                  <a:pt x="8200" y="2677"/>
                </a:lnTo>
                <a:lnTo>
                  <a:pt x="8054" y="2360"/>
                </a:lnTo>
                <a:lnTo>
                  <a:pt x="7665" y="1436"/>
                </a:lnTo>
                <a:lnTo>
                  <a:pt x="7567" y="1144"/>
                </a:lnTo>
                <a:lnTo>
                  <a:pt x="7494" y="1022"/>
                </a:lnTo>
                <a:lnTo>
                  <a:pt x="7397" y="900"/>
                </a:lnTo>
                <a:lnTo>
                  <a:pt x="7421" y="900"/>
                </a:lnTo>
                <a:lnTo>
                  <a:pt x="7835" y="973"/>
                </a:lnTo>
                <a:lnTo>
                  <a:pt x="8249" y="1071"/>
                </a:lnTo>
                <a:lnTo>
                  <a:pt x="8468" y="1095"/>
                </a:lnTo>
                <a:lnTo>
                  <a:pt x="8881" y="1095"/>
                </a:lnTo>
                <a:lnTo>
                  <a:pt x="9076" y="1046"/>
                </a:lnTo>
                <a:lnTo>
                  <a:pt x="9149" y="1022"/>
                </a:lnTo>
                <a:lnTo>
                  <a:pt x="9198" y="973"/>
                </a:lnTo>
                <a:lnTo>
                  <a:pt x="9246" y="925"/>
                </a:lnTo>
                <a:lnTo>
                  <a:pt x="9246" y="852"/>
                </a:lnTo>
                <a:lnTo>
                  <a:pt x="9246" y="779"/>
                </a:lnTo>
                <a:lnTo>
                  <a:pt x="9246" y="730"/>
                </a:lnTo>
                <a:lnTo>
                  <a:pt x="9198" y="657"/>
                </a:lnTo>
                <a:lnTo>
                  <a:pt x="9149" y="608"/>
                </a:lnTo>
                <a:lnTo>
                  <a:pt x="8954" y="535"/>
                </a:lnTo>
                <a:lnTo>
                  <a:pt x="8760" y="462"/>
                </a:lnTo>
                <a:lnTo>
                  <a:pt x="8541" y="389"/>
                </a:lnTo>
                <a:lnTo>
                  <a:pt x="8297" y="365"/>
                </a:lnTo>
                <a:lnTo>
                  <a:pt x="7835" y="316"/>
                </a:lnTo>
                <a:lnTo>
                  <a:pt x="7397" y="268"/>
                </a:lnTo>
                <a:lnTo>
                  <a:pt x="6570" y="146"/>
                </a:lnTo>
                <a:lnTo>
                  <a:pt x="6351" y="122"/>
                </a:lnTo>
                <a:lnTo>
                  <a:pt x="6132" y="97"/>
                </a:lnTo>
                <a:lnTo>
                  <a:pt x="5937" y="122"/>
                </a:lnTo>
                <a:lnTo>
                  <a:pt x="5742" y="146"/>
                </a:lnTo>
                <a:lnTo>
                  <a:pt x="5669" y="195"/>
                </a:lnTo>
                <a:lnTo>
                  <a:pt x="5621" y="219"/>
                </a:lnTo>
                <a:lnTo>
                  <a:pt x="5596" y="268"/>
                </a:lnTo>
                <a:lnTo>
                  <a:pt x="5572" y="341"/>
                </a:lnTo>
                <a:lnTo>
                  <a:pt x="5572" y="389"/>
                </a:lnTo>
                <a:lnTo>
                  <a:pt x="5596" y="438"/>
                </a:lnTo>
                <a:lnTo>
                  <a:pt x="5621" y="511"/>
                </a:lnTo>
                <a:lnTo>
                  <a:pt x="5694" y="535"/>
                </a:lnTo>
                <a:lnTo>
                  <a:pt x="5840" y="633"/>
                </a:lnTo>
                <a:lnTo>
                  <a:pt x="5986" y="681"/>
                </a:lnTo>
                <a:lnTo>
                  <a:pt x="6351" y="779"/>
                </a:lnTo>
                <a:lnTo>
                  <a:pt x="6716" y="827"/>
                </a:lnTo>
                <a:lnTo>
                  <a:pt x="7081" y="876"/>
                </a:lnTo>
                <a:lnTo>
                  <a:pt x="7056" y="1046"/>
                </a:lnTo>
                <a:lnTo>
                  <a:pt x="7056" y="1241"/>
                </a:lnTo>
                <a:lnTo>
                  <a:pt x="7105" y="1411"/>
                </a:lnTo>
                <a:lnTo>
                  <a:pt x="7154" y="1606"/>
                </a:lnTo>
                <a:lnTo>
                  <a:pt x="7324" y="1995"/>
                </a:lnTo>
                <a:lnTo>
                  <a:pt x="7470" y="2312"/>
                </a:lnTo>
                <a:lnTo>
                  <a:pt x="7762" y="3042"/>
                </a:lnTo>
                <a:lnTo>
                  <a:pt x="7665" y="3115"/>
                </a:lnTo>
                <a:lnTo>
                  <a:pt x="7567" y="3188"/>
                </a:lnTo>
                <a:lnTo>
                  <a:pt x="7397" y="3382"/>
                </a:lnTo>
                <a:lnTo>
                  <a:pt x="7105" y="3796"/>
                </a:lnTo>
                <a:lnTo>
                  <a:pt x="6594" y="4477"/>
                </a:lnTo>
                <a:lnTo>
                  <a:pt x="6521" y="4429"/>
                </a:lnTo>
                <a:lnTo>
                  <a:pt x="6448" y="4404"/>
                </a:lnTo>
                <a:lnTo>
                  <a:pt x="6375" y="4429"/>
                </a:lnTo>
                <a:lnTo>
                  <a:pt x="6059" y="4234"/>
                </a:lnTo>
                <a:lnTo>
                  <a:pt x="5718" y="4064"/>
                </a:lnTo>
                <a:lnTo>
                  <a:pt x="5353" y="3918"/>
                </a:lnTo>
                <a:lnTo>
                  <a:pt x="5012" y="3820"/>
                </a:lnTo>
                <a:lnTo>
                  <a:pt x="4647" y="3772"/>
                </a:lnTo>
                <a:lnTo>
                  <a:pt x="4282" y="3747"/>
                </a:lnTo>
                <a:lnTo>
                  <a:pt x="3893" y="3747"/>
                </a:lnTo>
                <a:lnTo>
                  <a:pt x="3528" y="3772"/>
                </a:lnTo>
                <a:lnTo>
                  <a:pt x="3188" y="3845"/>
                </a:lnTo>
                <a:lnTo>
                  <a:pt x="2823" y="3966"/>
                </a:lnTo>
                <a:lnTo>
                  <a:pt x="2482" y="4088"/>
                </a:lnTo>
                <a:lnTo>
                  <a:pt x="2141" y="4258"/>
                </a:lnTo>
                <a:lnTo>
                  <a:pt x="1825" y="4453"/>
                </a:lnTo>
                <a:lnTo>
                  <a:pt x="1509" y="4672"/>
                </a:lnTo>
                <a:lnTo>
                  <a:pt x="1241" y="4915"/>
                </a:lnTo>
                <a:lnTo>
                  <a:pt x="973" y="5207"/>
                </a:lnTo>
                <a:lnTo>
                  <a:pt x="706" y="5548"/>
                </a:lnTo>
                <a:lnTo>
                  <a:pt x="487" y="5913"/>
                </a:lnTo>
                <a:lnTo>
                  <a:pt x="316" y="6302"/>
                </a:lnTo>
                <a:lnTo>
                  <a:pt x="195" y="6716"/>
                </a:lnTo>
                <a:lnTo>
                  <a:pt x="73" y="7129"/>
                </a:lnTo>
                <a:lnTo>
                  <a:pt x="24" y="7567"/>
                </a:lnTo>
                <a:lnTo>
                  <a:pt x="0" y="8005"/>
                </a:lnTo>
                <a:lnTo>
                  <a:pt x="24" y="8443"/>
                </a:lnTo>
                <a:lnTo>
                  <a:pt x="73" y="8881"/>
                </a:lnTo>
                <a:lnTo>
                  <a:pt x="170" y="9295"/>
                </a:lnTo>
                <a:lnTo>
                  <a:pt x="292" y="9709"/>
                </a:lnTo>
                <a:lnTo>
                  <a:pt x="462" y="10122"/>
                </a:lnTo>
                <a:lnTo>
                  <a:pt x="657" y="10487"/>
                </a:lnTo>
                <a:lnTo>
                  <a:pt x="900" y="10852"/>
                </a:lnTo>
                <a:lnTo>
                  <a:pt x="1192" y="11169"/>
                </a:lnTo>
                <a:lnTo>
                  <a:pt x="1484" y="11461"/>
                </a:lnTo>
                <a:lnTo>
                  <a:pt x="1679" y="11607"/>
                </a:lnTo>
                <a:lnTo>
                  <a:pt x="1874" y="11728"/>
                </a:lnTo>
                <a:lnTo>
                  <a:pt x="2068" y="11826"/>
                </a:lnTo>
                <a:lnTo>
                  <a:pt x="2287" y="11923"/>
                </a:lnTo>
                <a:lnTo>
                  <a:pt x="2506" y="11996"/>
                </a:lnTo>
                <a:lnTo>
                  <a:pt x="2725" y="12045"/>
                </a:lnTo>
                <a:lnTo>
                  <a:pt x="3163" y="12142"/>
                </a:lnTo>
                <a:lnTo>
                  <a:pt x="3626" y="12166"/>
                </a:lnTo>
                <a:lnTo>
                  <a:pt x="4088" y="12166"/>
                </a:lnTo>
                <a:lnTo>
                  <a:pt x="4550" y="12142"/>
                </a:lnTo>
                <a:lnTo>
                  <a:pt x="4988" y="12093"/>
                </a:lnTo>
                <a:lnTo>
                  <a:pt x="5450" y="11996"/>
                </a:lnTo>
                <a:lnTo>
                  <a:pt x="5840" y="11874"/>
                </a:lnTo>
                <a:lnTo>
                  <a:pt x="6229" y="11704"/>
                </a:lnTo>
                <a:lnTo>
                  <a:pt x="6594" y="11485"/>
                </a:lnTo>
                <a:lnTo>
                  <a:pt x="6910" y="11217"/>
                </a:lnTo>
                <a:lnTo>
                  <a:pt x="7202" y="10925"/>
                </a:lnTo>
                <a:lnTo>
                  <a:pt x="7494" y="10585"/>
                </a:lnTo>
                <a:lnTo>
                  <a:pt x="7738" y="10220"/>
                </a:lnTo>
                <a:lnTo>
                  <a:pt x="7981" y="9806"/>
                </a:lnTo>
                <a:lnTo>
                  <a:pt x="8151" y="9368"/>
                </a:lnTo>
                <a:lnTo>
                  <a:pt x="8297" y="8881"/>
                </a:lnTo>
                <a:lnTo>
                  <a:pt x="8395" y="8395"/>
                </a:lnTo>
                <a:lnTo>
                  <a:pt x="10244" y="8346"/>
                </a:lnTo>
                <a:lnTo>
                  <a:pt x="10293" y="8419"/>
                </a:lnTo>
                <a:lnTo>
                  <a:pt x="10366" y="8443"/>
                </a:lnTo>
                <a:lnTo>
                  <a:pt x="10439" y="8468"/>
                </a:lnTo>
                <a:lnTo>
                  <a:pt x="10512" y="8443"/>
                </a:lnTo>
                <a:lnTo>
                  <a:pt x="10585" y="8395"/>
                </a:lnTo>
                <a:lnTo>
                  <a:pt x="10633" y="8346"/>
                </a:lnTo>
                <a:lnTo>
                  <a:pt x="10682" y="8273"/>
                </a:lnTo>
                <a:lnTo>
                  <a:pt x="10682" y="8200"/>
                </a:lnTo>
                <a:lnTo>
                  <a:pt x="10925" y="7981"/>
                </a:lnTo>
                <a:lnTo>
                  <a:pt x="11169" y="7762"/>
                </a:lnTo>
                <a:lnTo>
                  <a:pt x="11582" y="7300"/>
                </a:lnTo>
                <a:lnTo>
                  <a:pt x="12190" y="6618"/>
                </a:lnTo>
                <a:lnTo>
                  <a:pt x="12799" y="5913"/>
                </a:lnTo>
                <a:lnTo>
                  <a:pt x="13894" y="4623"/>
                </a:lnTo>
                <a:lnTo>
                  <a:pt x="14964" y="3285"/>
                </a:lnTo>
                <a:lnTo>
                  <a:pt x="15329" y="4258"/>
                </a:lnTo>
                <a:lnTo>
                  <a:pt x="14964" y="4429"/>
                </a:lnTo>
                <a:lnTo>
                  <a:pt x="14648" y="4623"/>
                </a:lnTo>
                <a:lnTo>
                  <a:pt x="14332" y="4866"/>
                </a:lnTo>
                <a:lnTo>
                  <a:pt x="14040" y="5110"/>
                </a:lnTo>
                <a:lnTo>
                  <a:pt x="13796" y="5402"/>
                </a:lnTo>
                <a:lnTo>
                  <a:pt x="13553" y="5718"/>
                </a:lnTo>
                <a:lnTo>
                  <a:pt x="13358" y="6034"/>
                </a:lnTo>
                <a:lnTo>
                  <a:pt x="13188" y="6375"/>
                </a:lnTo>
                <a:lnTo>
                  <a:pt x="13042" y="6740"/>
                </a:lnTo>
                <a:lnTo>
                  <a:pt x="12945" y="7105"/>
                </a:lnTo>
                <a:lnTo>
                  <a:pt x="12872" y="7494"/>
                </a:lnTo>
                <a:lnTo>
                  <a:pt x="12823" y="7859"/>
                </a:lnTo>
                <a:lnTo>
                  <a:pt x="12823" y="8249"/>
                </a:lnTo>
                <a:lnTo>
                  <a:pt x="12847" y="8638"/>
                </a:lnTo>
                <a:lnTo>
                  <a:pt x="12920" y="9027"/>
                </a:lnTo>
                <a:lnTo>
                  <a:pt x="13018" y="9417"/>
                </a:lnTo>
                <a:lnTo>
                  <a:pt x="13188" y="9830"/>
                </a:lnTo>
                <a:lnTo>
                  <a:pt x="13383" y="10244"/>
                </a:lnTo>
                <a:lnTo>
                  <a:pt x="13626" y="10585"/>
                </a:lnTo>
                <a:lnTo>
                  <a:pt x="13918" y="10925"/>
                </a:lnTo>
                <a:lnTo>
                  <a:pt x="14210" y="11217"/>
                </a:lnTo>
                <a:lnTo>
                  <a:pt x="14551" y="11485"/>
                </a:lnTo>
                <a:lnTo>
                  <a:pt x="14916" y="11704"/>
                </a:lnTo>
                <a:lnTo>
                  <a:pt x="15305" y="11874"/>
                </a:lnTo>
                <a:lnTo>
                  <a:pt x="15694" y="12020"/>
                </a:lnTo>
                <a:lnTo>
                  <a:pt x="16108" y="12142"/>
                </a:lnTo>
                <a:lnTo>
                  <a:pt x="16522" y="12215"/>
                </a:lnTo>
                <a:lnTo>
                  <a:pt x="16960" y="12239"/>
                </a:lnTo>
                <a:lnTo>
                  <a:pt x="17398" y="12239"/>
                </a:lnTo>
                <a:lnTo>
                  <a:pt x="17836" y="12191"/>
                </a:lnTo>
                <a:lnTo>
                  <a:pt x="18249" y="12093"/>
                </a:lnTo>
                <a:lnTo>
                  <a:pt x="18687" y="11947"/>
                </a:lnTo>
                <a:lnTo>
                  <a:pt x="19052" y="11777"/>
                </a:lnTo>
                <a:lnTo>
                  <a:pt x="19442" y="11582"/>
                </a:lnTo>
                <a:lnTo>
                  <a:pt x="19782" y="11339"/>
                </a:lnTo>
                <a:lnTo>
                  <a:pt x="20123" y="11096"/>
                </a:lnTo>
                <a:lnTo>
                  <a:pt x="20439" y="10804"/>
                </a:lnTo>
                <a:lnTo>
                  <a:pt x="20707" y="10487"/>
                </a:lnTo>
                <a:lnTo>
                  <a:pt x="20974" y="10147"/>
                </a:lnTo>
                <a:lnTo>
                  <a:pt x="21193" y="9782"/>
                </a:lnTo>
                <a:lnTo>
                  <a:pt x="21388" y="9417"/>
                </a:lnTo>
                <a:lnTo>
                  <a:pt x="21534" y="9027"/>
                </a:lnTo>
                <a:lnTo>
                  <a:pt x="21631" y="8614"/>
                </a:lnTo>
                <a:lnTo>
                  <a:pt x="21680" y="8224"/>
                </a:lnTo>
                <a:lnTo>
                  <a:pt x="21704" y="7811"/>
                </a:lnTo>
                <a:lnTo>
                  <a:pt x="21656" y="7397"/>
                </a:lnTo>
                <a:lnTo>
                  <a:pt x="21583" y="6983"/>
                </a:lnTo>
                <a:lnTo>
                  <a:pt x="21412" y="6570"/>
                </a:lnTo>
                <a:lnTo>
                  <a:pt x="21218" y="6180"/>
                </a:lnTo>
                <a:lnTo>
                  <a:pt x="20974" y="5791"/>
                </a:lnTo>
                <a:lnTo>
                  <a:pt x="20682" y="5450"/>
                </a:lnTo>
                <a:lnTo>
                  <a:pt x="20342" y="5110"/>
                </a:lnTo>
                <a:lnTo>
                  <a:pt x="20001" y="4818"/>
                </a:lnTo>
                <a:lnTo>
                  <a:pt x="19636" y="4526"/>
                </a:lnTo>
                <a:lnTo>
                  <a:pt x="19247" y="4307"/>
                </a:lnTo>
                <a:lnTo>
                  <a:pt x="18858" y="4088"/>
                </a:lnTo>
                <a:lnTo>
                  <a:pt x="18493" y="3942"/>
                </a:lnTo>
                <a:lnTo>
                  <a:pt x="18103" y="3845"/>
                </a:lnTo>
                <a:lnTo>
                  <a:pt x="17738" y="3772"/>
                </a:lnTo>
                <a:lnTo>
                  <a:pt x="17349" y="3747"/>
                </a:lnTo>
                <a:lnTo>
                  <a:pt x="16960" y="3747"/>
                </a:lnTo>
                <a:lnTo>
                  <a:pt x="16570" y="3820"/>
                </a:lnTo>
                <a:lnTo>
                  <a:pt x="16205" y="3918"/>
                </a:lnTo>
                <a:lnTo>
                  <a:pt x="15840" y="4039"/>
                </a:lnTo>
                <a:lnTo>
                  <a:pt x="15159" y="2214"/>
                </a:lnTo>
                <a:lnTo>
                  <a:pt x="15013" y="1801"/>
                </a:lnTo>
                <a:lnTo>
                  <a:pt x="14891" y="1387"/>
                </a:lnTo>
                <a:lnTo>
                  <a:pt x="14721" y="973"/>
                </a:lnTo>
                <a:lnTo>
                  <a:pt x="14648" y="779"/>
                </a:lnTo>
                <a:lnTo>
                  <a:pt x="14526" y="584"/>
                </a:lnTo>
                <a:lnTo>
                  <a:pt x="14794" y="560"/>
                </a:lnTo>
                <a:lnTo>
                  <a:pt x="15256" y="560"/>
                </a:lnTo>
                <a:lnTo>
                  <a:pt x="15475" y="584"/>
                </a:lnTo>
                <a:lnTo>
                  <a:pt x="15694" y="633"/>
                </a:lnTo>
                <a:lnTo>
                  <a:pt x="15816" y="657"/>
                </a:lnTo>
                <a:lnTo>
                  <a:pt x="15840" y="706"/>
                </a:lnTo>
                <a:lnTo>
                  <a:pt x="15865" y="730"/>
                </a:lnTo>
                <a:lnTo>
                  <a:pt x="15865" y="852"/>
                </a:lnTo>
                <a:lnTo>
                  <a:pt x="15840" y="1022"/>
                </a:lnTo>
                <a:lnTo>
                  <a:pt x="15743" y="1119"/>
                </a:lnTo>
                <a:lnTo>
                  <a:pt x="15646" y="1217"/>
                </a:lnTo>
                <a:lnTo>
                  <a:pt x="15621" y="1314"/>
                </a:lnTo>
                <a:lnTo>
                  <a:pt x="15621" y="1387"/>
                </a:lnTo>
                <a:lnTo>
                  <a:pt x="15646" y="1411"/>
                </a:lnTo>
                <a:lnTo>
                  <a:pt x="15670" y="1436"/>
                </a:lnTo>
                <a:lnTo>
                  <a:pt x="15743" y="1484"/>
                </a:lnTo>
                <a:lnTo>
                  <a:pt x="15840" y="1484"/>
                </a:lnTo>
                <a:lnTo>
                  <a:pt x="16011" y="1387"/>
                </a:lnTo>
                <a:lnTo>
                  <a:pt x="16157" y="1265"/>
                </a:lnTo>
                <a:lnTo>
                  <a:pt x="16278" y="1119"/>
                </a:lnTo>
                <a:lnTo>
                  <a:pt x="16376" y="949"/>
                </a:lnTo>
                <a:lnTo>
                  <a:pt x="16424" y="779"/>
                </a:lnTo>
                <a:lnTo>
                  <a:pt x="16424" y="681"/>
                </a:lnTo>
                <a:lnTo>
                  <a:pt x="16400" y="584"/>
                </a:lnTo>
                <a:lnTo>
                  <a:pt x="16376" y="511"/>
                </a:lnTo>
                <a:lnTo>
                  <a:pt x="16327" y="414"/>
                </a:lnTo>
                <a:lnTo>
                  <a:pt x="16254" y="341"/>
                </a:lnTo>
                <a:lnTo>
                  <a:pt x="16157" y="268"/>
                </a:lnTo>
                <a:lnTo>
                  <a:pt x="15938" y="170"/>
                </a:lnTo>
                <a:lnTo>
                  <a:pt x="15719" y="97"/>
                </a:lnTo>
                <a:lnTo>
                  <a:pt x="15475" y="49"/>
                </a:lnTo>
                <a:lnTo>
                  <a:pt x="15232" y="24"/>
                </a:lnTo>
                <a:lnTo>
                  <a:pt x="14940" y="0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8"/>
          <p:cNvSpPr/>
          <p:nvPr/>
        </p:nvSpPr>
        <p:spPr>
          <a:xfrm>
            <a:off x="1751605" y="2591382"/>
            <a:ext cx="333722" cy="282025"/>
          </a:xfrm>
          <a:custGeom>
            <a:rect b="b" l="l" r="r" t="t"/>
            <a:pathLst>
              <a:path extrusionOk="0" h="16328" w="19321">
                <a:moveTo>
                  <a:pt x="15403" y="1996"/>
                </a:moveTo>
                <a:lnTo>
                  <a:pt x="15573" y="2215"/>
                </a:lnTo>
                <a:lnTo>
                  <a:pt x="15695" y="2458"/>
                </a:lnTo>
                <a:lnTo>
                  <a:pt x="15500" y="2531"/>
                </a:lnTo>
                <a:lnTo>
                  <a:pt x="15306" y="2629"/>
                </a:lnTo>
                <a:lnTo>
                  <a:pt x="14916" y="2799"/>
                </a:lnTo>
                <a:lnTo>
                  <a:pt x="14819" y="2483"/>
                </a:lnTo>
                <a:lnTo>
                  <a:pt x="14673" y="2215"/>
                </a:lnTo>
                <a:lnTo>
                  <a:pt x="14965" y="2118"/>
                </a:lnTo>
                <a:lnTo>
                  <a:pt x="15403" y="1996"/>
                </a:lnTo>
                <a:close/>
                <a:moveTo>
                  <a:pt x="15817" y="2702"/>
                </a:moveTo>
                <a:lnTo>
                  <a:pt x="16011" y="3140"/>
                </a:lnTo>
                <a:lnTo>
                  <a:pt x="15646" y="3286"/>
                </a:lnTo>
                <a:lnTo>
                  <a:pt x="15379" y="3407"/>
                </a:lnTo>
                <a:lnTo>
                  <a:pt x="15111" y="3553"/>
                </a:lnTo>
                <a:lnTo>
                  <a:pt x="14989" y="3042"/>
                </a:lnTo>
                <a:lnTo>
                  <a:pt x="15306" y="2921"/>
                </a:lnTo>
                <a:lnTo>
                  <a:pt x="15573" y="2823"/>
                </a:lnTo>
                <a:lnTo>
                  <a:pt x="15817" y="2702"/>
                </a:lnTo>
                <a:close/>
                <a:moveTo>
                  <a:pt x="16084" y="3286"/>
                </a:moveTo>
                <a:lnTo>
                  <a:pt x="16206" y="3602"/>
                </a:lnTo>
                <a:lnTo>
                  <a:pt x="15817" y="3772"/>
                </a:lnTo>
                <a:lnTo>
                  <a:pt x="15500" y="3894"/>
                </a:lnTo>
                <a:lnTo>
                  <a:pt x="15354" y="3943"/>
                </a:lnTo>
                <a:lnTo>
                  <a:pt x="15208" y="4040"/>
                </a:lnTo>
                <a:lnTo>
                  <a:pt x="15135" y="3699"/>
                </a:lnTo>
                <a:lnTo>
                  <a:pt x="15427" y="3578"/>
                </a:lnTo>
                <a:lnTo>
                  <a:pt x="15719" y="3456"/>
                </a:lnTo>
                <a:lnTo>
                  <a:pt x="16084" y="3286"/>
                </a:lnTo>
                <a:close/>
                <a:moveTo>
                  <a:pt x="16303" y="3894"/>
                </a:moveTo>
                <a:lnTo>
                  <a:pt x="16449" y="4283"/>
                </a:lnTo>
                <a:lnTo>
                  <a:pt x="16376" y="4259"/>
                </a:lnTo>
                <a:lnTo>
                  <a:pt x="16279" y="4259"/>
                </a:lnTo>
                <a:lnTo>
                  <a:pt x="16133" y="4308"/>
                </a:lnTo>
                <a:lnTo>
                  <a:pt x="15841" y="4454"/>
                </a:lnTo>
                <a:lnTo>
                  <a:pt x="15598" y="4575"/>
                </a:lnTo>
                <a:lnTo>
                  <a:pt x="15379" y="4697"/>
                </a:lnTo>
                <a:lnTo>
                  <a:pt x="15257" y="4259"/>
                </a:lnTo>
                <a:lnTo>
                  <a:pt x="15427" y="4210"/>
                </a:lnTo>
                <a:lnTo>
                  <a:pt x="15573" y="4162"/>
                </a:lnTo>
                <a:lnTo>
                  <a:pt x="15890" y="4040"/>
                </a:lnTo>
                <a:lnTo>
                  <a:pt x="16303" y="3894"/>
                </a:lnTo>
                <a:close/>
                <a:moveTo>
                  <a:pt x="16498" y="4405"/>
                </a:moveTo>
                <a:lnTo>
                  <a:pt x="16498" y="4454"/>
                </a:lnTo>
                <a:lnTo>
                  <a:pt x="16595" y="4721"/>
                </a:lnTo>
                <a:lnTo>
                  <a:pt x="16449" y="4770"/>
                </a:lnTo>
                <a:lnTo>
                  <a:pt x="16303" y="4819"/>
                </a:lnTo>
                <a:lnTo>
                  <a:pt x="16011" y="4965"/>
                </a:lnTo>
                <a:lnTo>
                  <a:pt x="15768" y="5086"/>
                </a:lnTo>
                <a:lnTo>
                  <a:pt x="15622" y="5184"/>
                </a:lnTo>
                <a:lnTo>
                  <a:pt x="15549" y="5232"/>
                </a:lnTo>
                <a:lnTo>
                  <a:pt x="15525" y="5305"/>
                </a:lnTo>
                <a:lnTo>
                  <a:pt x="15427" y="4892"/>
                </a:lnTo>
                <a:lnTo>
                  <a:pt x="15695" y="4819"/>
                </a:lnTo>
                <a:lnTo>
                  <a:pt x="15938" y="4721"/>
                </a:lnTo>
                <a:lnTo>
                  <a:pt x="16255" y="4624"/>
                </a:lnTo>
                <a:lnTo>
                  <a:pt x="16401" y="4527"/>
                </a:lnTo>
                <a:lnTo>
                  <a:pt x="16449" y="4478"/>
                </a:lnTo>
                <a:lnTo>
                  <a:pt x="16498" y="4405"/>
                </a:lnTo>
                <a:close/>
                <a:moveTo>
                  <a:pt x="16717" y="5062"/>
                </a:moveTo>
                <a:lnTo>
                  <a:pt x="16814" y="5305"/>
                </a:lnTo>
                <a:lnTo>
                  <a:pt x="16547" y="5403"/>
                </a:lnTo>
                <a:lnTo>
                  <a:pt x="16303" y="5524"/>
                </a:lnTo>
                <a:lnTo>
                  <a:pt x="15987" y="5670"/>
                </a:lnTo>
                <a:lnTo>
                  <a:pt x="15817" y="5743"/>
                </a:lnTo>
                <a:lnTo>
                  <a:pt x="15671" y="5816"/>
                </a:lnTo>
                <a:lnTo>
                  <a:pt x="15549" y="5354"/>
                </a:lnTo>
                <a:lnTo>
                  <a:pt x="15622" y="5403"/>
                </a:lnTo>
                <a:lnTo>
                  <a:pt x="15719" y="5427"/>
                </a:lnTo>
                <a:lnTo>
                  <a:pt x="15792" y="5403"/>
                </a:lnTo>
                <a:lnTo>
                  <a:pt x="15890" y="5378"/>
                </a:lnTo>
                <a:lnTo>
                  <a:pt x="16084" y="5305"/>
                </a:lnTo>
                <a:lnTo>
                  <a:pt x="16255" y="5257"/>
                </a:lnTo>
                <a:lnTo>
                  <a:pt x="16498" y="5159"/>
                </a:lnTo>
                <a:lnTo>
                  <a:pt x="16620" y="5111"/>
                </a:lnTo>
                <a:lnTo>
                  <a:pt x="16717" y="5062"/>
                </a:lnTo>
                <a:close/>
                <a:moveTo>
                  <a:pt x="17082" y="4551"/>
                </a:moveTo>
                <a:lnTo>
                  <a:pt x="17106" y="4575"/>
                </a:lnTo>
                <a:lnTo>
                  <a:pt x="17228" y="4673"/>
                </a:lnTo>
                <a:lnTo>
                  <a:pt x="17350" y="4746"/>
                </a:lnTo>
                <a:lnTo>
                  <a:pt x="17496" y="4794"/>
                </a:lnTo>
                <a:lnTo>
                  <a:pt x="17666" y="4819"/>
                </a:lnTo>
                <a:lnTo>
                  <a:pt x="17885" y="4867"/>
                </a:lnTo>
                <a:lnTo>
                  <a:pt x="18128" y="4965"/>
                </a:lnTo>
                <a:lnTo>
                  <a:pt x="18323" y="5062"/>
                </a:lnTo>
                <a:lnTo>
                  <a:pt x="18518" y="5208"/>
                </a:lnTo>
                <a:lnTo>
                  <a:pt x="18591" y="5281"/>
                </a:lnTo>
                <a:lnTo>
                  <a:pt x="18664" y="5354"/>
                </a:lnTo>
                <a:lnTo>
                  <a:pt x="18785" y="5573"/>
                </a:lnTo>
                <a:lnTo>
                  <a:pt x="18810" y="5670"/>
                </a:lnTo>
                <a:lnTo>
                  <a:pt x="18834" y="5768"/>
                </a:lnTo>
                <a:lnTo>
                  <a:pt x="18834" y="5889"/>
                </a:lnTo>
                <a:lnTo>
                  <a:pt x="18810" y="6011"/>
                </a:lnTo>
                <a:lnTo>
                  <a:pt x="18761" y="6108"/>
                </a:lnTo>
                <a:lnTo>
                  <a:pt x="18664" y="6181"/>
                </a:lnTo>
                <a:lnTo>
                  <a:pt x="18542" y="6254"/>
                </a:lnTo>
                <a:lnTo>
                  <a:pt x="18396" y="6303"/>
                </a:lnTo>
                <a:lnTo>
                  <a:pt x="18080" y="6376"/>
                </a:lnTo>
                <a:lnTo>
                  <a:pt x="17812" y="6400"/>
                </a:lnTo>
                <a:lnTo>
                  <a:pt x="17447" y="5476"/>
                </a:lnTo>
                <a:lnTo>
                  <a:pt x="17082" y="4551"/>
                </a:lnTo>
                <a:close/>
                <a:moveTo>
                  <a:pt x="16936" y="5622"/>
                </a:moveTo>
                <a:lnTo>
                  <a:pt x="17033" y="5889"/>
                </a:lnTo>
                <a:lnTo>
                  <a:pt x="16863" y="5938"/>
                </a:lnTo>
                <a:lnTo>
                  <a:pt x="16717" y="6011"/>
                </a:lnTo>
                <a:lnTo>
                  <a:pt x="16401" y="6157"/>
                </a:lnTo>
                <a:lnTo>
                  <a:pt x="16084" y="6303"/>
                </a:lnTo>
                <a:lnTo>
                  <a:pt x="15768" y="6425"/>
                </a:lnTo>
                <a:lnTo>
                  <a:pt x="15768" y="6376"/>
                </a:lnTo>
                <a:lnTo>
                  <a:pt x="15719" y="6303"/>
                </a:lnTo>
                <a:lnTo>
                  <a:pt x="15719" y="6157"/>
                </a:lnTo>
                <a:lnTo>
                  <a:pt x="15719" y="6011"/>
                </a:lnTo>
                <a:lnTo>
                  <a:pt x="15890" y="5987"/>
                </a:lnTo>
                <a:lnTo>
                  <a:pt x="16084" y="5938"/>
                </a:lnTo>
                <a:lnTo>
                  <a:pt x="16425" y="5816"/>
                </a:lnTo>
                <a:lnTo>
                  <a:pt x="16668" y="5719"/>
                </a:lnTo>
                <a:lnTo>
                  <a:pt x="16936" y="5622"/>
                </a:lnTo>
                <a:close/>
                <a:moveTo>
                  <a:pt x="2142" y="4770"/>
                </a:moveTo>
                <a:lnTo>
                  <a:pt x="1607" y="6303"/>
                </a:lnTo>
                <a:lnTo>
                  <a:pt x="1534" y="6473"/>
                </a:lnTo>
                <a:lnTo>
                  <a:pt x="1436" y="6449"/>
                </a:lnTo>
                <a:lnTo>
                  <a:pt x="877" y="6449"/>
                </a:lnTo>
                <a:lnTo>
                  <a:pt x="779" y="6400"/>
                </a:lnTo>
                <a:lnTo>
                  <a:pt x="706" y="6327"/>
                </a:lnTo>
                <a:lnTo>
                  <a:pt x="609" y="6230"/>
                </a:lnTo>
                <a:lnTo>
                  <a:pt x="536" y="6084"/>
                </a:lnTo>
                <a:lnTo>
                  <a:pt x="512" y="5938"/>
                </a:lnTo>
                <a:lnTo>
                  <a:pt x="536" y="5816"/>
                </a:lnTo>
                <a:lnTo>
                  <a:pt x="560" y="5670"/>
                </a:lnTo>
                <a:lnTo>
                  <a:pt x="633" y="5524"/>
                </a:lnTo>
                <a:lnTo>
                  <a:pt x="706" y="5403"/>
                </a:lnTo>
                <a:lnTo>
                  <a:pt x="804" y="5305"/>
                </a:lnTo>
                <a:lnTo>
                  <a:pt x="901" y="5208"/>
                </a:lnTo>
                <a:lnTo>
                  <a:pt x="998" y="5111"/>
                </a:lnTo>
                <a:lnTo>
                  <a:pt x="1144" y="5038"/>
                </a:lnTo>
                <a:lnTo>
                  <a:pt x="1266" y="4965"/>
                </a:lnTo>
                <a:lnTo>
                  <a:pt x="1412" y="4916"/>
                </a:lnTo>
                <a:lnTo>
                  <a:pt x="1704" y="4867"/>
                </a:lnTo>
                <a:lnTo>
                  <a:pt x="1996" y="4819"/>
                </a:lnTo>
                <a:lnTo>
                  <a:pt x="2142" y="4770"/>
                </a:lnTo>
                <a:close/>
                <a:moveTo>
                  <a:pt x="10342" y="1899"/>
                </a:moveTo>
                <a:lnTo>
                  <a:pt x="10926" y="1923"/>
                </a:lnTo>
                <a:lnTo>
                  <a:pt x="11510" y="1972"/>
                </a:lnTo>
                <a:lnTo>
                  <a:pt x="12094" y="2045"/>
                </a:lnTo>
                <a:lnTo>
                  <a:pt x="12702" y="2118"/>
                </a:lnTo>
                <a:lnTo>
                  <a:pt x="13286" y="2239"/>
                </a:lnTo>
                <a:lnTo>
                  <a:pt x="13797" y="2361"/>
                </a:lnTo>
                <a:lnTo>
                  <a:pt x="14065" y="2410"/>
                </a:lnTo>
                <a:lnTo>
                  <a:pt x="14308" y="2434"/>
                </a:lnTo>
                <a:lnTo>
                  <a:pt x="14332" y="2653"/>
                </a:lnTo>
                <a:lnTo>
                  <a:pt x="14357" y="2872"/>
                </a:lnTo>
                <a:lnTo>
                  <a:pt x="14478" y="3334"/>
                </a:lnTo>
                <a:lnTo>
                  <a:pt x="14600" y="3772"/>
                </a:lnTo>
                <a:lnTo>
                  <a:pt x="14722" y="4186"/>
                </a:lnTo>
                <a:lnTo>
                  <a:pt x="14989" y="5305"/>
                </a:lnTo>
                <a:lnTo>
                  <a:pt x="15111" y="5816"/>
                </a:lnTo>
                <a:lnTo>
                  <a:pt x="15184" y="6084"/>
                </a:lnTo>
                <a:lnTo>
                  <a:pt x="15281" y="6327"/>
                </a:lnTo>
                <a:lnTo>
                  <a:pt x="15014" y="6449"/>
                </a:lnTo>
                <a:lnTo>
                  <a:pt x="14722" y="6571"/>
                </a:lnTo>
                <a:lnTo>
                  <a:pt x="14162" y="6814"/>
                </a:lnTo>
                <a:lnTo>
                  <a:pt x="13457" y="7033"/>
                </a:lnTo>
                <a:lnTo>
                  <a:pt x="12751" y="7228"/>
                </a:lnTo>
                <a:lnTo>
                  <a:pt x="11972" y="7398"/>
                </a:lnTo>
                <a:lnTo>
                  <a:pt x="11169" y="7520"/>
                </a:lnTo>
                <a:lnTo>
                  <a:pt x="10366" y="7593"/>
                </a:lnTo>
                <a:lnTo>
                  <a:pt x="9588" y="7617"/>
                </a:lnTo>
                <a:lnTo>
                  <a:pt x="8809" y="7617"/>
                </a:lnTo>
                <a:lnTo>
                  <a:pt x="8055" y="7568"/>
                </a:lnTo>
                <a:lnTo>
                  <a:pt x="7300" y="7471"/>
                </a:lnTo>
                <a:lnTo>
                  <a:pt x="6546" y="7325"/>
                </a:lnTo>
                <a:lnTo>
                  <a:pt x="5840" y="7155"/>
                </a:lnTo>
                <a:lnTo>
                  <a:pt x="5135" y="6960"/>
                </a:lnTo>
                <a:lnTo>
                  <a:pt x="4794" y="6838"/>
                </a:lnTo>
                <a:lnTo>
                  <a:pt x="4478" y="6717"/>
                </a:lnTo>
                <a:lnTo>
                  <a:pt x="4137" y="6595"/>
                </a:lnTo>
                <a:lnTo>
                  <a:pt x="3821" y="6498"/>
                </a:lnTo>
                <a:lnTo>
                  <a:pt x="3821" y="6449"/>
                </a:lnTo>
                <a:lnTo>
                  <a:pt x="3943" y="5914"/>
                </a:lnTo>
                <a:lnTo>
                  <a:pt x="4064" y="5378"/>
                </a:lnTo>
                <a:lnTo>
                  <a:pt x="4186" y="4867"/>
                </a:lnTo>
                <a:lnTo>
                  <a:pt x="4356" y="4332"/>
                </a:lnTo>
                <a:lnTo>
                  <a:pt x="4527" y="3821"/>
                </a:lnTo>
                <a:lnTo>
                  <a:pt x="4697" y="3310"/>
                </a:lnTo>
                <a:lnTo>
                  <a:pt x="4843" y="2896"/>
                </a:lnTo>
                <a:lnTo>
                  <a:pt x="4916" y="2702"/>
                </a:lnTo>
                <a:lnTo>
                  <a:pt x="4965" y="2483"/>
                </a:lnTo>
                <a:lnTo>
                  <a:pt x="5038" y="2507"/>
                </a:lnTo>
                <a:lnTo>
                  <a:pt x="5111" y="2507"/>
                </a:lnTo>
                <a:lnTo>
                  <a:pt x="6254" y="2264"/>
                </a:lnTo>
                <a:lnTo>
                  <a:pt x="6838" y="2142"/>
                </a:lnTo>
                <a:lnTo>
                  <a:pt x="7398" y="2069"/>
                </a:lnTo>
                <a:lnTo>
                  <a:pt x="7982" y="1996"/>
                </a:lnTo>
                <a:lnTo>
                  <a:pt x="8566" y="1947"/>
                </a:lnTo>
                <a:lnTo>
                  <a:pt x="9150" y="1923"/>
                </a:lnTo>
                <a:lnTo>
                  <a:pt x="9734" y="1899"/>
                </a:lnTo>
                <a:close/>
                <a:moveTo>
                  <a:pt x="16863" y="7933"/>
                </a:moveTo>
                <a:lnTo>
                  <a:pt x="16011" y="8177"/>
                </a:lnTo>
                <a:lnTo>
                  <a:pt x="15160" y="8371"/>
                </a:lnTo>
                <a:lnTo>
                  <a:pt x="14308" y="8566"/>
                </a:lnTo>
                <a:lnTo>
                  <a:pt x="13432" y="8736"/>
                </a:lnTo>
                <a:lnTo>
                  <a:pt x="12581" y="8882"/>
                </a:lnTo>
                <a:lnTo>
                  <a:pt x="11705" y="9004"/>
                </a:lnTo>
                <a:lnTo>
                  <a:pt x="10829" y="9077"/>
                </a:lnTo>
                <a:lnTo>
                  <a:pt x="9953" y="9126"/>
                </a:lnTo>
                <a:lnTo>
                  <a:pt x="9052" y="9126"/>
                </a:lnTo>
                <a:lnTo>
                  <a:pt x="8176" y="9101"/>
                </a:lnTo>
                <a:lnTo>
                  <a:pt x="7276" y="9053"/>
                </a:lnTo>
                <a:lnTo>
                  <a:pt x="6400" y="8955"/>
                </a:lnTo>
                <a:lnTo>
                  <a:pt x="5476" y="8834"/>
                </a:lnTo>
                <a:lnTo>
                  <a:pt x="4575" y="8663"/>
                </a:lnTo>
                <a:lnTo>
                  <a:pt x="3675" y="8469"/>
                </a:lnTo>
                <a:lnTo>
                  <a:pt x="2775" y="8323"/>
                </a:lnTo>
                <a:lnTo>
                  <a:pt x="2702" y="8347"/>
                </a:lnTo>
                <a:lnTo>
                  <a:pt x="2677" y="8371"/>
                </a:lnTo>
                <a:lnTo>
                  <a:pt x="2677" y="8420"/>
                </a:lnTo>
                <a:lnTo>
                  <a:pt x="2726" y="8469"/>
                </a:lnTo>
                <a:lnTo>
                  <a:pt x="3140" y="8615"/>
                </a:lnTo>
                <a:lnTo>
                  <a:pt x="3553" y="8761"/>
                </a:lnTo>
                <a:lnTo>
                  <a:pt x="3991" y="8882"/>
                </a:lnTo>
                <a:lnTo>
                  <a:pt x="4429" y="8980"/>
                </a:lnTo>
                <a:lnTo>
                  <a:pt x="5305" y="9126"/>
                </a:lnTo>
                <a:lnTo>
                  <a:pt x="6181" y="9272"/>
                </a:lnTo>
                <a:lnTo>
                  <a:pt x="7081" y="9369"/>
                </a:lnTo>
                <a:lnTo>
                  <a:pt x="7957" y="9442"/>
                </a:lnTo>
                <a:lnTo>
                  <a:pt x="8858" y="9466"/>
                </a:lnTo>
                <a:lnTo>
                  <a:pt x="9758" y="9466"/>
                </a:lnTo>
                <a:lnTo>
                  <a:pt x="10658" y="9442"/>
                </a:lnTo>
                <a:lnTo>
                  <a:pt x="11583" y="9393"/>
                </a:lnTo>
                <a:lnTo>
                  <a:pt x="12508" y="9296"/>
                </a:lnTo>
                <a:lnTo>
                  <a:pt x="13408" y="9174"/>
                </a:lnTo>
                <a:lnTo>
                  <a:pt x="14308" y="9004"/>
                </a:lnTo>
                <a:lnTo>
                  <a:pt x="15208" y="8785"/>
                </a:lnTo>
                <a:lnTo>
                  <a:pt x="16084" y="8542"/>
                </a:lnTo>
                <a:lnTo>
                  <a:pt x="16960" y="8250"/>
                </a:lnTo>
                <a:lnTo>
                  <a:pt x="17009" y="8225"/>
                </a:lnTo>
                <a:lnTo>
                  <a:pt x="17058" y="8177"/>
                </a:lnTo>
                <a:lnTo>
                  <a:pt x="17058" y="8104"/>
                </a:lnTo>
                <a:lnTo>
                  <a:pt x="17058" y="8055"/>
                </a:lnTo>
                <a:lnTo>
                  <a:pt x="17033" y="8006"/>
                </a:lnTo>
                <a:lnTo>
                  <a:pt x="16985" y="7958"/>
                </a:lnTo>
                <a:lnTo>
                  <a:pt x="16936" y="7933"/>
                </a:lnTo>
                <a:close/>
                <a:moveTo>
                  <a:pt x="9320" y="9953"/>
                </a:moveTo>
                <a:lnTo>
                  <a:pt x="8639" y="9977"/>
                </a:lnTo>
                <a:lnTo>
                  <a:pt x="7714" y="9977"/>
                </a:lnTo>
                <a:lnTo>
                  <a:pt x="7446" y="10001"/>
                </a:lnTo>
                <a:lnTo>
                  <a:pt x="7300" y="10026"/>
                </a:lnTo>
                <a:lnTo>
                  <a:pt x="7179" y="10050"/>
                </a:lnTo>
                <a:lnTo>
                  <a:pt x="7081" y="10123"/>
                </a:lnTo>
                <a:lnTo>
                  <a:pt x="6984" y="10220"/>
                </a:lnTo>
                <a:lnTo>
                  <a:pt x="6960" y="10269"/>
                </a:lnTo>
                <a:lnTo>
                  <a:pt x="6984" y="10293"/>
                </a:lnTo>
                <a:lnTo>
                  <a:pt x="7057" y="10366"/>
                </a:lnTo>
                <a:lnTo>
                  <a:pt x="7154" y="10415"/>
                </a:lnTo>
                <a:lnTo>
                  <a:pt x="7252" y="10464"/>
                </a:lnTo>
                <a:lnTo>
                  <a:pt x="7349" y="10488"/>
                </a:lnTo>
                <a:lnTo>
                  <a:pt x="7568" y="10512"/>
                </a:lnTo>
                <a:lnTo>
                  <a:pt x="10585" y="10512"/>
                </a:lnTo>
                <a:lnTo>
                  <a:pt x="12021" y="10561"/>
                </a:lnTo>
                <a:lnTo>
                  <a:pt x="12143" y="10537"/>
                </a:lnTo>
                <a:lnTo>
                  <a:pt x="12216" y="10488"/>
                </a:lnTo>
                <a:lnTo>
                  <a:pt x="12264" y="10391"/>
                </a:lnTo>
                <a:lnTo>
                  <a:pt x="12289" y="10293"/>
                </a:lnTo>
                <a:lnTo>
                  <a:pt x="12264" y="10196"/>
                </a:lnTo>
                <a:lnTo>
                  <a:pt x="12216" y="10099"/>
                </a:lnTo>
                <a:lnTo>
                  <a:pt x="12143" y="10050"/>
                </a:lnTo>
                <a:lnTo>
                  <a:pt x="12021" y="10001"/>
                </a:lnTo>
                <a:lnTo>
                  <a:pt x="10683" y="9977"/>
                </a:lnTo>
                <a:lnTo>
                  <a:pt x="9320" y="9953"/>
                </a:lnTo>
                <a:close/>
                <a:moveTo>
                  <a:pt x="10950" y="10975"/>
                </a:moveTo>
                <a:lnTo>
                  <a:pt x="10683" y="10999"/>
                </a:lnTo>
                <a:lnTo>
                  <a:pt x="10123" y="11023"/>
                </a:lnTo>
                <a:lnTo>
                  <a:pt x="9612" y="11048"/>
                </a:lnTo>
                <a:lnTo>
                  <a:pt x="9028" y="11023"/>
                </a:lnTo>
                <a:lnTo>
                  <a:pt x="8152" y="11023"/>
                </a:lnTo>
                <a:lnTo>
                  <a:pt x="7860" y="11048"/>
                </a:lnTo>
                <a:lnTo>
                  <a:pt x="7568" y="11096"/>
                </a:lnTo>
                <a:lnTo>
                  <a:pt x="7300" y="11169"/>
                </a:lnTo>
                <a:lnTo>
                  <a:pt x="7252" y="11194"/>
                </a:lnTo>
                <a:lnTo>
                  <a:pt x="7227" y="11218"/>
                </a:lnTo>
                <a:lnTo>
                  <a:pt x="7203" y="11315"/>
                </a:lnTo>
                <a:lnTo>
                  <a:pt x="7227" y="11413"/>
                </a:lnTo>
                <a:lnTo>
                  <a:pt x="7252" y="11437"/>
                </a:lnTo>
                <a:lnTo>
                  <a:pt x="7300" y="11461"/>
                </a:lnTo>
                <a:lnTo>
                  <a:pt x="7568" y="11534"/>
                </a:lnTo>
                <a:lnTo>
                  <a:pt x="7811" y="11559"/>
                </a:lnTo>
                <a:lnTo>
                  <a:pt x="8079" y="11583"/>
                </a:lnTo>
                <a:lnTo>
                  <a:pt x="8347" y="11607"/>
                </a:lnTo>
                <a:lnTo>
                  <a:pt x="9417" y="11559"/>
                </a:lnTo>
                <a:lnTo>
                  <a:pt x="10561" y="11559"/>
                </a:lnTo>
                <a:lnTo>
                  <a:pt x="11145" y="11583"/>
                </a:lnTo>
                <a:lnTo>
                  <a:pt x="11437" y="11559"/>
                </a:lnTo>
                <a:lnTo>
                  <a:pt x="11583" y="11534"/>
                </a:lnTo>
                <a:lnTo>
                  <a:pt x="11729" y="11486"/>
                </a:lnTo>
                <a:lnTo>
                  <a:pt x="11802" y="11461"/>
                </a:lnTo>
                <a:lnTo>
                  <a:pt x="11851" y="11413"/>
                </a:lnTo>
                <a:lnTo>
                  <a:pt x="11875" y="11364"/>
                </a:lnTo>
                <a:lnTo>
                  <a:pt x="11875" y="11291"/>
                </a:lnTo>
                <a:lnTo>
                  <a:pt x="11875" y="11218"/>
                </a:lnTo>
                <a:lnTo>
                  <a:pt x="11851" y="11169"/>
                </a:lnTo>
                <a:lnTo>
                  <a:pt x="11802" y="11121"/>
                </a:lnTo>
                <a:lnTo>
                  <a:pt x="11729" y="11096"/>
                </a:lnTo>
                <a:lnTo>
                  <a:pt x="11486" y="11023"/>
                </a:lnTo>
                <a:lnTo>
                  <a:pt x="11218" y="10999"/>
                </a:lnTo>
                <a:lnTo>
                  <a:pt x="10950" y="10975"/>
                </a:lnTo>
                <a:close/>
                <a:moveTo>
                  <a:pt x="4210" y="9734"/>
                </a:moveTo>
                <a:lnTo>
                  <a:pt x="4356" y="9758"/>
                </a:lnTo>
                <a:lnTo>
                  <a:pt x="4478" y="9783"/>
                </a:lnTo>
                <a:lnTo>
                  <a:pt x="4600" y="9807"/>
                </a:lnTo>
                <a:lnTo>
                  <a:pt x="4819" y="9928"/>
                </a:lnTo>
                <a:lnTo>
                  <a:pt x="5013" y="10074"/>
                </a:lnTo>
                <a:lnTo>
                  <a:pt x="5184" y="10269"/>
                </a:lnTo>
                <a:lnTo>
                  <a:pt x="5330" y="10488"/>
                </a:lnTo>
                <a:lnTo>
                  <a:pt x="5451" y="10756"/>
                </a:lnTo>
                <a:lnTo>
                  <a:pt x="5524" y="10902"/>
                </a:lnTo>
                <a:lnTo>
                  <a:pt x="5549" y="11048"/>
                </a:lnTo>
                <a:lnTo>
                  <a:pt x="5549" y="11194"/>
                </a:lnTo>
                <a:lnTo>
                  <a:pt x="5524" y="11315"/>
                </a:lnTo>
                <a:lnTo>
                  <a:pt x="5476" y="11437"/>
                </a:lnTo>
                <a:lnTo>
                  <a:pt x="5427" y="11534"/>
                </a:lnTo>
                <a:lnTo>
                  <a:pt x="5330" y="11607"/>
                </a:lnTo>
                <a:lnTo>
                  <a:pt x="5232" y="11680"/>
                </a:lnTo>
                <a:lnTo>
                  <a:pt x="5135" y="11753"/>
                </a:lnTo>
                <a:lnTo>
                  <a:pt x="5013" y="11802"/>
                </a:lnTo>
                <a:lnTo>
                  <a:pt x="4770" y="11875"/>
                </a:lnTo>
                <a:lnTo>
                  <a:pt x="4478" y="11924"/>
                </a:lnTo>
                <a:lnTo>
                  <a:pt x="4210" y="11924"/>
                </a:lnTo>
                <a:lnTo>
                  <a:pt x="3967" y="11899"/>
                </a:lnTo>
                <a:lnTo>
                  <a:pt x="3699" y="11851"/>
                </a:lnTo>
                <a:lnTo>
                  <a:pt x="3456" y="11753"/>
                </a:lnTo>
                <a:lnTo>
                  <a:pt x="3213" y="11656"/>
                </a:lnTo>
                <a:lnTo>
                  <a:pt x="3018" y="11510"/>
                </a:lnTo>
                <a:lnTo>
                  <a:pt x="2921" y="11413"/>
                </a:lnTo>
                <a:lnTo>
                  <a:pt x="2848" y="11315"/>
                </a:lnTo>
                <a:lnTo>
                  <a:pt x="2799" y="11194"/>
                </a:lnTo>
                <a:lnTo>
                  <a:pt x="2750" y="11096"/>
                </a:lnTo>
                <a:lnTo>
                  <a:pt x="2702" y="10950"/>
                </a:lnTo>
                <a:lnTo>
                  <a:pt x="2677" y="10829"/>
                </a:lnTo>
                <a:lnTo>
                  <a:pt x="2702" y="10707"/>
                </a:lnTo>
                <a:lnTo>
                  <a:pt x="2702" y="10610"/>
                </a:lnTo>
                <a:lnTo>
                  <a:pt x="2726" y="10512"/>
                </a:lnTo>
                <a:lnTo>
                  <a:pt x="2775" y="10415"/>
                </a:lnTo>
                <a:lnTo>
                  <a:pt x="2896" y="10269"/>
                </a:lnTo>
                <a:lnTo>
                  <a:pt x="3042" y="10147"/>
                </a:lnTo>
                <a:lnTo>
                  <a:pt x="3213" y="10050"/>
                </a:lnTo>
                <a:lnTo>
                  <a:pt x="3383" y="9977"/>
                </a:lnTo>
                <a:lnTo>
                  <a:pt x="3772" y="9807"/>
                </a:lnTo>
                <a:lnTo>
                  <a:pt x="3797" y="9807"/>
                </a:lnTo>
                <a:lnTo>
                  <a:pt x="3943" y="9758"/>
                </a:lnTo>
                <a:lnTo>
                  <a:pt x="4089" y="9758"/>
                </a:lnTo>
                <a:lnTo>
                  <a:pt x="4210" y="9734"/>
                </a:lnTo>
                <a:close/>
                <a:moveTo>
                  <a:pt x="15208" y="9612"/>
                </a:moveTo>
                <a:lnTo>
                  <a:pt x="15476" y="9637"/>
                </a:lnTo>
                <a:lnTo>
                  <a:pt x="15622" y="9685"/>
                </a:lnTo>
                <a:lnTo>
                  <a:pt x="15719" y="9734"/>
                </a:lnTo>
                <a:lnTo>
                  <a:pt x="15914" y="9880"/>
                </a:lnTo>
                <a:lnTo>
                  <a:pt x="16084" y="10050"/>
                </a:lnTo>
                <a:lnTo>
                  <a:pt x="16279" y="10220"/>
                </a:lnTo>
                <a:lnTo>
                  <a:pt x="16401" y="10342"/>
                </a:lnTo>
                <a:lnTo>
                  <a:pt x="16498" y="10464"/>
                </a:lnTo>
                <a:lnTo>
                  <a:pt x="16547" y="10585"/>
                </a:lnTo>
                <a:lnTo>
                  <a:pt x="16571" y="10731"/>
                </a:lnTo>
                <a:lnTo>
                  <a:pt x="16571" y="10877"/>
                </a:lnTo>
                <a:lnTo>
                  <a:pt x="16547" y="11023"/>
                </a:lnTo>
                <a:lnTo>
                  <a:pt x="16498" y="11169"/>
                </a:lnTo>
                <a:lnTo>
                  <a:pt x="16425" y="11315"/>
                </a:lnTo>
                <a:lnTo>
                  <a:pt x="16352" y="11437"/>
                </a:lnTo>
                <a:lnTo>
                  <a:pt x="16255" y="11534"/>
                </a:lnTo>
                <a:lnTo>
                  <a:pt x="16133" y="11632"/>
                </a:lnTo>
                <a:lnTo>
                  <a:pt x="16011" y="11705"/>
                </a:lnTo>
                <a:lnTo>
                  <a:pt x="15768" y="11826"/>
                </a:lnTo>
                <a:lnTo>
                  <a:pt x="15500" y="11899"/>
                </a:lnTo>
                <a:lnTo>
                  <a:pt x="15208" y="11948"/>
                </a:lnTo>
                <a:lnTo>
                  <a:pt x="14916" y="11972"/>
                </a:lnTo>
                <a:lnTo>
                  <a:pt x="14624" y="11972"/>
                </a:lnTo>
                <a:lnTo>
                  <a:pt x="14357" y="11924"/>
                </a:lnTo>
                <a:lnTo>
                  <a:pt x="14235" y="11875"/>
                </a:lnTo>
                <a:lnTo>
                  <a:pt x="14113" y="11802"/>
                </a:lnTo>
                <a:lnTo>
                  <a:pt x="14016" y="11729"/>
                </a:lnTo>
                <a:lnTo>
                  <a:pt x="13919" y="11632"/>
                </a:lnTo>
                <a:lnTo>
                  <a:pt x="13846" y="11534"/>
                </a:lnTo>
                <a:lnTo>
                  <a:pt x="13797" y="11413"/>
                </a:lnTo>
                <a:lnTo>
                  <a:pt x="13773" y="11267"/>
                </a:lnTo>
                <a:lnTo>
                  <a:pt x="13748" y="11096"/>
                </a:lnTo>
                <a:lnTo>
                  <a:pt x="13773" y="10902"/>
                </a:lnTo>
                <a:lnTo>
                  <a:pt x="13821" y="10707"/>
                </a:lnTo>
                <a:lnTo>
                  <a:pt x="13919" y="10537"/>
                </a:lnTo>
                <a:lnTo>
                  <a:pt x="14040" y="10391"/>
                </a:lnTo>
                <a:lnTo>
                  <a:pt x="14284" y="10074"/>
                </a:lnTo>
                <a:lnTo>
                  <a:pt x="14405" y="9928"/>
                </a:lnTo>
                <a:lnTo>
                  <a:pt x="14503" y="9758"/>
                </a:lnTo>
                <a:lnTo>
                  <a:pt x="14746" y="9685"/>
                </a:lnTo>
                <a:lnTo>
                  <a:pt x="14989" y="9637"/>
                </a:lnTo>
                <a:lnTo>
                  <a:pt x="15208" y="9612"/>
                </a:lnTo>
                <a:close/>
                <a:moveTo>
                  <a:pt x="4064" y="9247"/>
                </a:moveTo>
                <a:lnTo>
                  <a:pt x="3870" y="9296"/>
                </a:lnTo>
                <a:lnTo>
                  <a:pt x="3675" y="9345"/>
                </a:lnTo>
                <a:lnTo>
                  <a:pt x="3626" y="9393"/>
                </a:lnTo>
                <a:lnTo>
                  <a:pt x="3578" y="9418"/>
                </a:lnTo>
                <a:lnTo>
                  <a:pt x="3334" y="9491"/>
                </a:lnTo>
                <a:lnTo>
                  <a:pt x="3091" y="9612"/>
                </a:lnTo>
                <a:lnTo>
                  <a:pt x="2848" y="9758"/>
                </a:lnTo>
                <a:lnTo>
                  <a:pt x="2653" y="9928"/>
                </a:lnTo>
                <a:lnTo>
                  <a:pt x="2458" y="10123"/>
                </a:lnTo>
                <a:lnTo>
                  <a:pt x="2337" y="10342"/>
                </a:lnTo>
                <a:lnTo>
                  <a:pt x="2239" y="10585"/>
                </a:lnTo>
                <a:lnTo>
                  <a:pt x="2215" y="10707"/>
                </a:lnTo>
                <a:lnTo>
                  <a:pt x="2215" y="10829"/>
                </a:lnTo>
                <a:lnTo>
                  <a:pt x="2239" y="11023"/>
                </a:lnTo>
                <a:lnTo>
                  <a:pt x="2264" y="11218"/>
                </a:lnTo>
                <a:lnTo>
                  <a:pt x="2337" y="11388"/>
                </a:lnTo>
                <a:lnTo>
                  <a:pt x="2434" y="11559"/>
                </a:lnTo>
                <a:lnTo>
                  <a:pt x="2531" y="11705"/>
                </a:lnTo>
                <a:lnTo>
                  <a:pt x="2653" y="11826"/>
                </a:lnTo>
                <a:lnTo>
                  <a:pt x="2775" y="11948"/>
                </a:lnTo>
                <a:lnTo>
                  <a:pt x="2945" y="12045"/>
                </a:lnTo>
                <a:lnTo>
                  <a:pt x="3091" y="12118"/>
                </a:lnTo>
                <a:lnTo>
                  <a:pt x="3261" y="12216"/>
                </a:lnTo>
                <a:lnTo>
                  <a:pt x="3626" y="12313"/>
                </a:lnTo>
                <a:lnTo>
                  <a:pt x="4016" y="12386"/>
                </a:lnTo>
                <a:lnTo>
                  <a:pt x="4381" y="12435"/>
                </a:lnTo>
                <a:lnTo>
                  <a:pt x="4575" y="12435"/>
                </a:lnTo>
                <a:lnTo>
                  <a:pt x="4746" y="12410"/>
                </a:lnTo>
                <a:lnTo>
                  <a:pt x="4916" y="12386"/>
                </a:lnTo>
                <a:lnTo>
                  <a:pt x="5086" y="12337"/>
                </a:lnTo>
                <a:lnTo>
                  <a:pt x="5232" y="12264"/>
                </a:lnTo>
                <a:lnTo>
                  <a:pt x="5378" y="12191"/>
                </a:lnTo>
                <a:lnTo>
                  <a:pt x="5500" y="12118"/>
                </a:lnTo>
                <a:lnTo>
                  <a:pt x="5622" y="11997"/>
                </a:lnTo>
                <a:lnTo>
                  <a:pt x="5719" y="11875"/>
                </a:lnTo>
                <a:lnTo>
                  <a:pt x="5816" y="11753"/>
                </a:lnTo>
                <a:lnTo>
                  <a:pt x="5889" y="11607"/>
                </a:lnTo>
                <a:lnTo>
                  <a:pt x="5938" y="11461"/>
                </a:lnTo>
                <a:lnTo>
                  <a:pt x="5986" y="11315"/>
                </a:lnTo>
                <a:lnTo>
                  <a:pt x="5986" y="11145"/>
                </a:lnTo>
                <a:lnTo>
                  <a:pt x="5986" y="10950"/>
                </a:lnTo>
                <a:lnTo>
                  <a:pt x="5962" y="10780"/>
                </a:lnTo>
                <a:lnTo>
                  <a:pt x="5913" y="10585"/>
                </a:lnTo>
                <a:lnTo>
                  <a:pt x="5865" y="10415"/>
                </a:lnTo>
                <a:lnTo>
                  <a:pt x="5768" y="10245"/>
                </a:lnTo>
                <a:lnTo>
                  <a:pt x="5670" y="10074"/>
                </a:lnTo>
                <a:lnTo>
                  <a:pt x="5549" y="9928"/>
                </a:lnTo>
                <a:lnTo>
                  <a:pt x="5427" y="9783"/>
                </a:lnTo>
                <a:lnTo>
                  <a:pt x="5281" y="9661"/>
                </a:lnTo>
                <a:lnTo>
                  <a:pt x="5111" y="9539"/>
                </a:lnTo>
                <a:lnTo>
                  <a:pt x="4965" y="9442"/>
                </a:lnTo>
                <a:lnTo>
                  <a:pt x="4794" y="9369"/>
                </a:lnTo>
                <a:lnTo>
                  <a:pt x="4600" y="9296"/>
                </a:lnTo>
                <a:lnTo>
                  <a:pt x="4429" y="9272"/>
                </a:lnTo>
                <a:lnTo>
                  <a:pt x="4235" y="9247"/>
                </a:lnTo>
                <a:close/>
                <a:moveTo>
                  <a:pt x="14916" y="9150"/>
                </a:moveTo>
                <a:lnTo>
                  <a:pt x="14746" y="9199"/>
                </a:lnTo>
                <a:lnTo>
                  <a:pt x="14576" y="9247"/>
                </a:lnTo>
                <a:lnTo>
                  <a:pt x="14405" y="9320"/>
                </a:lnTo>
                <a:lnTo>
                  <a:pt x="14259" y="9418"/>
                </a:lnTo>
                <a:lnTo>
                  <a:pt x="14113" y="9539"/>
                </a:lnTo>
                <a:lnTo>
                  <a:pt x="14065" y="9612"/>
                </a:lnTo>
                <a:lnTo>
                  <a:pt x="14065" y="9710"/>
                </a:lnTo>
                <a:lnTo>
                  <a:pt x="13846" y="9904"/>
                </a:lnTo>
                <a:lnTo>
                  <a:pt x="13676" y="10123"/>
                </a:lnTo>
                <a:lnTo>
                  <a:pt x="13505" y="10366"/>
                </a:lnTo>
                <a:lnTo>
                  <a:pt x="13408" y="10634"/>
                </a:lnTo>
                <a:lnTo>
                  <a:pt x="13335" y="10926"/>
                </a:lnTo>
                <a:lnTo>
                  <a:pt x="13311" y="11194"/>
                </a:lnTo>
                <a:lnTo>
                  <a:pt x="13335" y="11461"/>
                </a:lnTo>
                <a:lnTo>
                  <a:pt x="13359" y="11583"/>
                </a:lnTo>
                <a:lnTo>
                  <a:pt x="13408" y="11705"/>
                </a:lnTo>
                <a:lnTo>
                  <a:pt x="13505" y="11875"/>
                </a:lnTo>
                <a:lnTo>
                  <a:pt x="13627" y="12021"/>
                </a:lnTo>
                <a:lnTo>
                  <a:pt x="13773" y="12143"/>
                </a:lnTo>
                <a:lnTo>
                  <a:pt x="13919" y="12240"/>
                </a:lnTo>
                <a:lnTo>
                  <a:pt x="14089" y="12337"/>
                </a:lnTo>
                <a:lnTo>
                  <a:pt x="14259" y="12386"/>
                </a:lnTo>
                <a:lnTo>
                  <a:pt x="14454" y="12410"/>
                </a:lnTo>
                <a:lnTo>
                  <a:pt x="14649" y="12435"/>
                </a:lnTo>
                <a:lnTo>
                  <a:pt x="14843" y="12459"/>
                </a:lnTo>
                <a:lnTo>
                  <a:pt x="15038" y="12435"/>
                </a:lnTo>
                <a:lnTo>
                  <a:pt x="15452" y="12386"/>
                </a:lnTo>
                <a:lnTo>
                  <a:pt x="15817" y="12289"/>
                </a:lnTo>
                <a:lnTo>
                  <a:pt x="16157" y="12143"/>
                </a:lnTo>
                <a:lnTo>
                  <a:pt x="16303" y="12070"/>
                </a:lnTo>
                <a:lnTo>
                  <a:pt x="16449" y="11972"/>
                </a:lnTo>
                <a:lnTo>
                  <a:pt x="16571" y="11875"/>
                </a:lnTo>
                <a:lnTo>
                  <a:pt x="16693" y="11753"/>
                </a:lnTo>
                <a:lnTo>
                  <a:pt x="16790" y="11607"/>
                </a:lnTo>
                <a:lnTo>
                  <a:pt x="16887" y="11461"/>
                </a:lnTo>
                <a:lnTo>
                  <a:pt x="16936" y="11315"/>
                </a:lnTo>
                <a:lnTo>
                  <a:pt x="16985" y="11169"/>
                </a:lnTo>
                <a:lnTo>
                  <a:pt x="17033" y="10999"/>
                </a:lnTo>
                <a:lnTo>
                  <a:pt x="17033" y="10853"/>
                </a:lnTo>
                <a:lnTo>
                  <a:pt x="17033" y="10683"/>
                </a:lnTo>
                <a:lnTo>
                  <a:pt x="17009" y="10512"/>
                </a:lnTo>
                <a:lnTo>
                  <a:pt x="16936" y="10366"/>
                </a:lnTo>
                <a:lnTo>
                  <a:pt x="16863" y="10220"/>
                </a:lnTo>
                <a:lnTo>
                  <a:pt x="16790" y="10074"/>
                </a:lnTo>
                <a:lnTo>
                  <a:pt x="16668" y="9953"/>
                </a:lnTo>
                <a:lnTo>
                  <a:pt x="16401" y="9685"/>
                </a:lnTo>
                <a:lnTo>
                  <a:pt x="16109" y="9466"/>
                </a:lnTo>
                <a:lnTo>
                  <a:pt x="15963" y="9369"/>
                </a:lnTo>
                <a:lnTo>
                  <a:pt x="15817" y="9296"/>
                </a:lnTo>
                <a:lnTo>
                  <a:pt x="15646" y="9223"/>
                </a:lnTo>
                <a:lnTo>
                  <a:pt x="15452" y="9174"/>
                </a:lnTo>
                <a:lnTo>
                  <a:pt x="15281" y="9150"/>
                </a:lnTo>
                <a:close/>
                <a:moveTo>
                  <a:pt x="12337" y="561"/>
                </a:moveTo>
                <a:lnTo>
                  <a:pt x="12751" y="585"/>
                </a:lnTo>
                <a:lnTo>
                  <a:pt x="13213" y="658"/>
                </a:lnTo>
                <a:lnTo>
                  <a:pt x="13676" y="780"/>
                </a:lnTo>
                <a:lnTo>
                  <a:pt x="14113" y="974"/>
                </a:lnTo>
                <a:lnTo>
                  <a:pt x="14527" y="1193"/>
                </a:lnTo>
                <a:lnTo>
                  <a:pt x="14478" y="1218"/>
                </a:lnTo>
                <a:lnTo>
                  <a:pt x="14211" y="1315"/>
                </a:lnTo>
                <a:lnTo>
                  <a:pt x="14089" y="1412"/>
                </a:lnTo>
                <a:lnTo>
                  <a:pt x="13992" y="1534"/>
                </a:lnTo>
                <a:lnTo>
                  <a:pt x="13967" y="1558"/>
                </a:lnTo>
                <a:lnTo>
                  <a:pt x="13992" y="1607"/>
                </a:lnTo>
                <a:lnTo>
                  <a:pt x="14016" y="1631"/>
                </a:lnTo>
                <a:lnTo>
                  <a:pt x="14211" y="1631"/>
                </a:lnTo>
                <a:lnTo>
                  <a:pt x="14357" y="1583"/>
                </a:lnTo>
                <a:lnTo>
                  <a:pt x="14649" y="1461"/>
                </a:lnTo>
                <a:lnTo>
                  <a:pt x="14819" y="1412"/>
                </a:lnTo>
                <a:lnTo>
                  <a:pt x="15014" y="1558"/>
                </a:lnTo>
                <a:lnTo>
                  <a:pt x="15184" y="1729"/>
                </a:lnTo>
                <a:lnTo>
                  <a:pt x="14892" y="1850"/>
                </a:lnTo>
                <a:lnTo>
                  <a:pt x="14527" y="1996"/>
                </a:lnTo>
                <a:lnTo>
                  <a:pt x="14454" y="1972"/>
                </a:lnTo>
                <a:lnTo>
                  <a:pt x="14381" y="2020"/>
                </a:lnTo>
                <a:lnTo>
                  <a:pt x="14138" y="1923"/>
                </a:lnTo>
                <a:lnTo>
                  <a:pt x="13894" y="1826"/>
                </a:lnTo>
                <a:lnTo>
                  <a:pt x="13651" y="1777"/>
                </a:lnTo>
                <a:lnTo>
                  <a:pt x="13384" y="1729"/>
                </a:lnTo>
                <a:lnTo>
                  <a:pt x="12848" y="1656"/>
                </a:lnTo>
                <a:lnTo>
                  <a:pt x="12337" y="1583"/>
                </a:lnTo>
                <a:lnTo>
                  <a:pt x="11753" y="1510"/>
                </a:lnTo>
                <a:lnTo>
                  <a:pt x="11145" y="1461"/>
                </a:lnTo>
                <a:lnTo>
                  <a:pt x="10537" y="1437"/>
                </a:lnTo>
                <a:lnTo>
                  <a:pt x="9928" y="1412"/>
                </a:lnTo>
                <a:lnTo>
                  <a:pt x="9296" y="1412"/>
                </a:lnTo>
                <a:lnTo>
                  <a:pt x="8663" y="1437"/>
                </a:lnTo>
                <a:lnTo>
                  <a:pt x="8055" y="1485"/>
                </a:lnTo>
                <a:lnTo>
                  <a:pt x="7422" y="1534"/>
                </a:lnTo>
                <a:lnTo>
                  <a:pt x="6814" y="1631"/>
                </a:lnTo>
                <a:lnTo>
                  <a:pt x="6205" y="1729"/>
                </a:lnTo>
                <a:lnTo>
                  <a:pt x="5597" y="1874"/>
                </a:lnTo>
                <a:lnTo>
                  <a:pt x="4989" y="2020"/>
                </a:lnTo>
                <a:lnTo>
                  <a:pt x="4916" y="2069"/>
                </a:lnTo>
                <a:lnTo>
                  <a:pt x="4867" y="2118"/>
                </a:lnTo>
                <a:lnTo>
                  <a:pt x="4819" y="2166"/>
                </a:lnTo>
                <a:lnTo>
                  <a:pt x="4819" y="2239"/>
                </a:lnTo>
                <a:lnTo>
                  <a:pt x="4648" y="2410"/>
                </a:lnTo>
                <a:lnTo>
                  <a:pt x="4527" y="2580"/>
                </a:lnTo>
                <a:lnTo>
                  <a:pt x="4405" y="2799"/>
                </a:lnTo>
                <a:lnTo>
                  <a:pt x="4308" y="2994"/>
                </a:lnTo>
                <a:lnTo>
                  <a:pt x="4162" y="3456"/>
                </a:lnTo>
                <a:lnTo>
                  <a:pt x="4016" y="3870"/>
                </a:lnTo>
                <a:lnTo>
                  <a:pt x="3821" y="4478"/>
                </a:lnTo>
                <a:lnTo>
                  <a:pt x="3651" y="5086"/>
                </a:lnTo>
                <a:lnTo>
                  <a:pt x="3505" y="5695"/>
                </a:lnTo>
                <a:lnTo>
                  <a:pt x="3383" y="6303"/>
                </a:lnTo>
                <a:lnTo>
                  <a:pt x="3383" y="6376"/>
                </a:lnTo>
                <a:lnTo>
                  <a:pt x="3383" y="6425"/>
                </a:lnTo>
                <a:lnTo>
                  <a:pt x="3432" y="6522"/>
                </a:lnTo>
                <a:lnTo>
                  <a:pt x="3432" y="6595"/>
                </a:lnTo>
                <a:lnTo>
                  <a:pt x="3480" y="6644"/>
                </a:lnTo>
                <a:lnTo>
                  <a:pt x="3772" y="6863"/>
                </a:lnTo>
                <a:lnTo>
                  <a:pt x="4089" y="7057"/>
                </a:lnTo>
                <a:lnTo>
                  <a:pt x="4454" y="7203"/>
                </a:lnTo>
                <a:lnTo>
                  <a:pt x="4819" y="7349"/>
                </a:lnTo>
                <a:lnTo>
                  <a:pt x="5184" y="7471"/>
                </a:lnTo>
                <a:lnTo>
                  <a:pt x="5549" y="7568"/>
                </a:lnTo>
                <a:lnTo>
                  <a:pt x="6278" y="7763"/>
                </a:lnTo>
                <a:lnTo>
                  <a:pt x="7057" y="7933"/>
                </a:lnTo>
                <a:lnTo>
                  <a:pt x="7836" y="8031"/>
                </a:lnTo>
                <a:lnTo>
                  <a:pt x="8614" y="8104"/>
                </a:lnTo>
                <a:lnTo>
                  <a:pt x="9417" y="8128"/>
                </a:lnTo>
                <a:lnTo>
                  <a:pt x="10196" y="8128"/>
                </a:lnTo>
                <a:lnTo>
                  <a:pt x="10999" y="8055"/>
                </a:lnTo>
                <a:lnTo>
                  <a:pt x="11778" y="7933"/>
                </a:lnTo>
                <a:lnTo>
                  <a:pt x="12556" y="7787"/>
                </a:lnTo>
                <a:lnTo>
                  <a:pt x="12970" y="7714"/>
                </a:lnTo>
                <a:lnTo>
                  <a:pt x="13359" y="7593"/>
                </a:lnTo>
                <a:lnTo>
                  <a:pt x="14138" y="7349"/>
                </a:lnTo>
                <a:lnTo>
                  <a:pt x="14795" y="7106"/>
                </a:lnTo>
                <a:lnTo>
                  <a:pt x="15135" y="6984"/>
                </a:lnTo>
                <a:lnTo>
                  <a:pt x="15452" y="6814"/>
                </a:lnTo>
                <a:lnTo>
                  <a:pt x="15695" y="6814"/>
                </a:lnTo>
                <a:lnTo>
                  <a:pt x="15914" y="6765"/>
                </a:lnTo>
                <a:lnTo>
                  <a:pt x="16133" y="6668"/>
                </a:lnTo>
                <a:lnTo>
                  <a:pt x="16352" y="6595"/>
                </a:lnTo>
                <a:lnTo>
                  <a:pt x="16766" y="6425"/>
                </a:lnTo>
                <a:lnTo>
                  <a:pt x="16960" y="6327"/>
                </a:lnTo>
                <a:lnTo>
                  <a:pt x="17131" y="6206"/>
                </a:lnTo>
                <a:lnTo>
                  <a:pt x="17301" y="6619"/>
                </a:lnTo>
                <a:lnTo>
                  <a:pt x="17082" y="6692"/>
                </a:lnTo>
                <a:lnTo>
                  <a:pt x="16863" y="6790"/>
                </a:lnTo>
                <a:lnTo>
                  <a:pt x="16425" y="6984"/>
                </a:lnTo>
                <a:lnTo>
                  <a:pt x="15719" y="7252"/>
                </a:lnTo>
                <a:lnTo>
                  <a:pt x="15354" y="7422"/>
                </a:lnTo>
                <a:lnTo>
                  <a:pt x="15038" y="7593"/>
                </a:lnTo>
                <a:lnTo>
                  <a:pt x="15014" y="7617"/>
                </a:lnTo>
                <a:lnTo>
                  <a:pt x="15014" y="7666"/>
                </a:lnTo>
                <a:lnTo>
                  <a:pt x="15014" y="7690"/>
                </a:lnTo>
                <a:lnTo>
                  <a:pt x="15062" y="7690"/>
                </a:lnTo>
                <a:lnTo>
                  <a:pt x="15427" y="7641"/>
                </a:lnTo>
                <a:lnTo>
                  <a:pt x="15792" y="7544"/>
                </a:lnTo>
                <a:lnTo>
                  <a:pt x="16157" y="7422"/>
                </a:lnTo>
                <a:lnTo>
                  <a:pt x="16498" y="7301"/>
                </a:lnTo>
                <a:lnTo>
                  <a:pt x="16960" y="7130"/>
                </a:lnTo>
                <a:lnTo>
                  <a:pt x="17204" y="7033"/>
                </a:lnTo>
                <a:lnTo>
                  <a:pt x="17423" y="6911"/>
                </a:lnTo>
                <a:lnTo>
                  <a:pt x="17569" y="7252"/>
                </a:lnTo>
                <a:lnTo>
                  <a:pt x="17325" y="7276"/>
                </a:lnTo>
                <a:lnTo>
                  <a:pt x="17082" y="7349"/>
                </a:lnTo>
                <a:lnTo>
                  <a:pt x="16595" y="7520"/>
                </a:lnTo>
                <a:lnTo>
                  <a:pt x="16084" y="7690"/>
                </a:lnTo>
                <a:lnTo>
                  <a:pt x="15841" y="7812"/>
                </a:lnTo>
                <a:lnTo>
                  <a:pt x="15719" y="7885"/>
                </a:lnTo>
                <a:lnTo>
                  <a:pt x="15622" y="7958"/>
                </a:lnTo>
                <a:lnTo>
                  <a:pt x="15622" y="7982"/>
                </a:lnTo>
                <a:lnTo>
                  <a:pt x="15622" y="8006"/>
                </a:lnTo>
                <a:lnTo>
                  <a:pt x="15768" y="8031"/>
                </a:lnTo>
                <a:lnTo>
                  <a:pt x="15890" y="8031"/>
                </a:lnTo>
                <a:lnTo>
                  <a:pt x="16182" y="8006"/>
                </a:lnTo>
                <a:lnTo>
                  <a:pt x="16449" y="7933"/>
                </a:lnTo>
                <a:lnTo>
                  <a:pt x="16693" y="7860"/>
                </a:lnTo>
                <a:lnTo>
                  <a:pt x="16960" y="7787"/>
                </a:lnTo>
                <a:lnTo>
                  <a:pt x="17204" y="7690"/>
                </a:lnTo>
                <a:lnTo>
                  <a:pt x="17447" y="7568"/>
                </a:lnTo>
                <a:lnTo>
                  <a:pt x="17642" y="7422"/>
                </a:lnTo>
                <a:lnTo>
                  <a:pt x="17666" y="7471"/>
                </a:lnTo>
                <a:lnTo>
                  <a:pt x="17715" y="7544"/>
                </a:lnTo>
                <a:lnTo>
                  <a:pt x="17788" y="7568"/>
                </a:lnTo>
                <a:lnTo>
                  <a:pt x="17812" y="7763"/>
                </a:lnTo>
                <a:lnTo>
                  <a:pt x="17836" y="7958"/>
                </a:lnTo>
                <a:lnTo>
                  <a:pt x="17934" y="8347"/>
                </a:lnTo>
                <a:lnTo>
                  <a:pt x="17763" y="8396"/>
                </a:lnTo>
                <a:lnTo>
                  <a:pt x="17593" y="8444"/>
                </a:lnTo>
                <a:lnTo>
                  <a:pt x="17252" y="8590"/>
                </a:lnTo>
                <a:lnTo>
                  <a:pt x="16790" y="8761"/>
                </a:lnTo>
                <a:lnTo>
                  <a:pt x="16547" y="8834"/>
                </a:lnTo>
                <a:lnTo>
                  <a:pt x="16328" y="8955"/>
                </a:lnTo>
                <a:lnTo>
                  <a:pt x="16303" y="8955"/>
                </a:lnTo>
                <a:lnTo>
                  <a:pt x="16303" y="8980"/>
                </a:lnTo>
                <a:lnTo>
                  <a:pt x="16328" y="9004"/>
                </a:lnTo>
                <a:lnTo>
                  <a:pt x="16328" y="9028"/>
                </a:lnTo>
                <a:lnTo>
                  <a:pt x="16595" y="9028"/>
                </a:lnTo>
                <a:lnTo>
                  <a:pt x="16839" y="9004"/>
                </a:lnTo>
                <a:lnTo>
                  <a:pt x="17106" y="8955"/>
                </a:lnTo>
                <a:lnTo>
                  <a:pt x="17350" y="8882"/>
                </a:lnTo>
                <a:lnTo>
                  <a:pt x="17666" y="8785"/>
                </a:lnTo>
                <a:lnTo>
                  <a:pt x="17836" y="8712"/>
                </a:lnTo>
                <a:lnTo>
                  <a:pt x="18007" y="8639"/>
                </a:lnTo>
                <a:lnTo>
                  <a:pt x="18031" y="8809"/>
                </a:lnTo>
                <a:lnTo>
                  <a:pt x="17812" y="8907"/>
                </a:lnTo>
                <a:lnTo>
                  <a:pt x="17617" y="9004"/>
                </a:lnTo>
                <a:lnTo>
                  <a:pt x="17398" y="9077"/>
                </a:lnTo>
                <a:lnTo>
                  <a:pt x="17155" y="9174"/>
                </a:lnTo>
                <a:lnTo>
                  <a:pt x="16936" y="9247"/>
                </a:lnTo>
                <a:lnTo>
                  <a:pt x="16741" y="9369"/>
                </a:lnTo>
                <a:lnTo>
                  <a:pt x="16717" y="9418"/>
                </a:lnTo>
                <a:lnTo>
                  <a:pt x="16717" y="9466"/>
                </a:lnTo>
                <a:lnTo>
                  <a:pt x="16741" y="9515"/>
                </a:lnTo>
                <a:lnTo>
                  <a:pt x="16790" y="9539"/>
                </a:lnTo>
                <a:lnTo>
                  <a:pt x="16887" y="9564"/>
                </a:lnTo>
                <a:lnTo>
                  <a:pt x="17228" y="9564"/>
                </a:lnTo>
                <a:lnTo>
                  <a:pt x="17471" y="9491"/>
                </a:lnTo>
                <a:lnTo>
                  <a:pt x="17690" y="9442"/>
                </a:lnTo>
                <a:lnTo>
                  <a:pt x="17885" y="9369"/>
                </a:lnTo>
                <a:lnTo>
                  <a:pt x="18080" y="9272"/>
                </a:lnTo>
                <a:lnTo>
                  <a:pt x="18128" y="9564"/>
                </a:lnTo>
                <a:lnTo>
                  <a:pt x="17958" y="9612"/>
                </a:lnTo>
                <a:lnTo>
                  <a:pt x="17812" y="9661"/>
                </a:lnTo>
                <a:lnTo>
                  <a:pt x="17301" y="9880"/>
                </a:lnTo>
                <a:lnTo>
                  <a:pt x="17228" y="9928"/>
                </a:lnTo>
                <a:lnTo>
                  <a:pt x="17155" y="10001"/>
                </a:lnTo>
                <a:lnTo>
                  <a:pt x="17106" y="10074"/>
                </a:lnTo>
                <a:lnTo>
                  <a:pt x="17033" y="10147"/>
                </a:lnTo>
                <a:lnTo>
                  <a:pt x="17009" y="10172"/>
                </a:lnTo>
                <a:lnTo>
                  <a:pt x="17033" y="10172"/>
                </a:lnTo>
                <a:lnTo>
                  <a:pt x="17106" y="10196"/>
                </a:lnTo>
                <a:lnTo>
                  <a:pt x="17204" y="10220"/>
                </a:lnTo>
                <a:lnTo>
                  <a:pt x="17277" y="10245"/>
                </a:lnTo>
                <a:lnTo>
                  <a:pt x="17471" y="10245"/>
                </a:lnTo>
                <a:lnTo>
                  <a:pt x="17593" y="10196"/>
                </a:lnTo>
                <a:lnTo>
                  <a:pt x="17812" y="10123"/>
                </a:lnTo>
                <a:lnTo>
                  <a:pt x="17982" y="10074"/>
                </a:lnTo>
                <a:lnTo>
                  <a:pt x="18153" y="9977"/>
                </a:lnTo>
                <a:lnTo>
                  <a:pt x="18153" y="10220"/>
                </a:lnTo>
                <a:lnTo>
                  <a:pt x="18031" y="10269"/>
                </a:lnTo>
                <a:lnTo>
                  <a:pt x="17909" y="10318"/>
                </a:lnTo>
                <a:lnTo>
                  <a:pt x="17690" y="10415"/>
                </a:lnTo>
                <a:lnTo>
                  <a:pt x="17471" y="10512"/>
                </a:lnTo>
                <a:lnTo>
                  <a:pt x="17301" y="10634"/>
                </a:lnTo>
                <a:lnTo>
                  <a:pt x="17204" y="10731"/>
                </a:lnTo>
                <a:lnTo>
                  <a:pt x="17131" y="10829"/>
                </a:lnTo>
                <a:lnTo>
                  <a:pt x="17131" y="10853"/>
                </a:lnTo>
                <a:lnTo>
                  <a:pt x="17155" y="10902"/>
                </a:lnTo>
                <a:lnTo>
                  <a:pt x="17374" y="10902"/>
                </a:lnTo>
                <a:lnTo>
                  <a:pt x="17593" y="10877"/>
                </a:lnTo>
                <a:lnTo>
                  <a:pt x="17788" y="10804"/>
                </a:lnTo>
                <a:lnTo>
                  <a:pt x="17982" y="10731"/>
                </a:lnTo>
                <a:lnTo>
                  <a:pt x="18153" y="10683"/>
                </a:lnTo>
                <a:lnTo>
                  <a:pt x="18128" y="11169"/>
                </a:lnTo>
                <a:lnTo>
                  <a:pt x="17861" y="11267"/>
                </a:lnTo>
                <a:lnTo>
                  <a:pt x="17617" y="11364"/>
                </a:lnTo>
                <a:lnTo>
                  <a:pt x="17447" y="11413"/>
                </a:lnTo>
                <a:lnTo>
                  <a:pt x="17277" y="11461"/>
                </a:lnTo>
                <a:lnTo>
                  <a:pt x="17106" y="11510"/>
                </a:lnTo>
                <a:lnTo>
                  <a:pt x="16960" y="11607"/>
                </a:lnTo>
                <a:lnTo>
                  <a:pt x="16936" y="11632"/>
                </a:lnTo>
                <a:lnTo>
                  <a:pt x="16936" y="11680"/>
                </a:lnTo>
                <a:lnTo>
                  <a:pt x="16960" y="11729"/>
                </a:lnTo>
                <a:lnTo>
                  <a:pt x="16985" y="11753"/>
                </a:lnTo>
                <a:lnTo>
                  <a:pt x="17106" y="11802"/>
                </a:lnTo>
                <a:lnTo>
                  <a:pt x="17228" y="11826"/>
                </a:lnTo>
                <a:lnTo>
                  <a:pt x="17374" y="11826"/>
                </a:lnTo>
                <a:lnTo>
                  <a:pt x="17544" y="11778"/>
                </a:lnTo>
                <a:lnTo>
                  <a:pt x="17690" y="11753"/>
                </a:lnTo>
                <a:lnTo>
                  <a:pt x="17836" y="11680"/>
                </a:lnTo>
                <a:lnTo>
                  <a:pt x="17982" y="11607"/>
                </a:lnTo>
                <a:lnTo>
                  <a:pt x="18104" y="11510"/>
                </a:lnTo>
                <a:lnTo>
                  <a:pt x="18080" y="11656"/>
                </a:lnTo>
                <a:lnTo>
                  <a:pt x="17934" y="11705"/>
                </a:lnTo>
                <a:lnTo>
                  <a:pt x="17763" y="11753"/>
                </a:lnTo>
                <a:lnTo>
                  <a:pt x="17471" y="11899"/>
                </a:lnTo>
                <a:lnTo>
                  <a:pt x="17301" y="11948"/>
                </a:lnTo>
                <a:lnTo>
                  <a:pt x="17106" y="11972"/>
                </a:lnTo>
                <a:lnTo>
                  <a:pt x="16936" y="12021"/>
                </a:lnTo>
                <a:lnTo>
                  <a:pt x="16839" y="12045"/>
                </a:lnTo>
                <a:lnTo>
                  <a:pt x="16766" y="12094"/>
                </a:lnTo>
                <a:lnTo>
                  <a:pt x="16741" y="12143"/>
                </a:lnTo>
                <a:lnTo>
                  <a:pt x="16741" y="12167"/>
                </a:lnTo>
                <a:lnTo>
                  <a:pt x="16766" y="12240"/>
                </a:lnTo>
                <a:lnTo>
                  <a:pt x="16863" y="12289"/>
                </a:lnTo>
                <a:lnTo>
                  <a:pt x="16960" y="12337"/>
                </a:lnTo>
                <a:lnTo>
                  <a:pt x="17058" y="12362"/>
                </a:lnTo>
                <a:lnTo>
                  <a:pt x="17155" y="12362"/>
                </a:lnTo>
                <a:lnTo>
                  <a:pt x="17374" y="12313"/>
                </a:lnTo>
                <a:lnTo>
                  <a:pt x="17569" y="12289"/>
                </a:lnTo>
                <a:lnTo>
                  <a:pt x="17812" y="12216"/>
                </a:lnTo>
                <a:lnTo>
                  <a:pt x="18007" y="12094"/>
                </a:lnTo>
                <a:lnTo>
                  <a:pt x="17934" y="12435"/>
                </a:lnTo>
                <a:lnTo>
                  <a:pt x="17788" y="12459"/>
                </a:lnTo>
                <a:lnTo>
                  <a:pt x="17642" y="12508"/>
                </a:lnTo>
                <a:lnTo>
                  <a:pt x="17325" y="12629"/>
                </a:lnTo>
                <a:lnTo>
                  <a:pt x="16839" y="12751"/>
                </a:lnTo>
                <a:lnTo>
                  <a:pt x="16328" y="12897"/>
                </a:lnTo>
                <a:lnTo>
                  <a:pt x="16303" y="12897"/>
                </a:lnTo>
                <a:lnTo>
                  <a:pt x="16303" y="12946"/>
                </a:lnTo>
                <a:lnTo>
                  <a:pt x="16303" y="12970"/>
                </a:lnTo>
                <a:lnTo>
                  <a:pt x="16328" y="12970"/>
                </a:lnTo>
                <a:lnTo>
                  <a:pt x="16571" y="13019"/>
                </a:lnTo>
                <a:lnTo>
                  <a:pt x="16814" y="13019"/>
                </a:lnTo>
                <a:lnTo>
                  <a:pt x="17058" y="12994"/>
                </a:lnTo>
                <a:lnTo>
                  <a:pt x="17277" y="12946"/>
                </a:lnTo>
                <a:lnTo>
                  <a:pt x="17569" y="12897"/>
                </a:lnTo>
                <a:lnTo>
                  <a:pt x="17861" y="12824"/>
                </a:lnTo>
                <a:lnTo>
                  <a:pt x="17739" y="13286"/>
                </a:lnTo>
                <a:lnTo>
                  <a:pt x="15671" y="13286"/>
                </a:lnTo>
                <a:lnTo>
                  <a:pt x="13627" y="13311"/>
                </a:lnTo>
                <a:lnTo>
                  <a:pt x="9515" y="13359"/>
                </a:lnTo>
                <a:lnTo>
                  <a:pt x="5232" y="13408"/>
                </a:lnTo>
                <a:lnTo>
                  <a:pt x="3115" y="13432"/>
                </a:lnTo>
                <a:lnTo>
                  <a:pt x="1509" y="13432"/>
                </a:lnTo>
                <a:lnTo>
                  <a:pt x="1388" y="12654"/>
                </a:lnTo>
                <a:lnTo>
                  <a:pt x="1290" y="11851"/>
                </a:lnTo>
                <a:lnTo>
                  <a:pt x="1266" y="11048"/>
                </a:lnTo>
                <a:lnTo>
                  <a:pt x="1266" y="10245"/>
                </a:lnTo>
                <a:lnTo>
                  <a:pt x="1290" y="9442"/>
                </a:lnTo>
                <a:lnTo>
                  <a:pt x="1363" y="8615"/>
                </a:lnTo>
                <a:lnTo>
                  <a:pt x="1436" y="8152"/>
                </a:lnTo>
                <a:lnTo>
                  <a:pt x="1485" y="7690"/>
                </a:lnTo>
                <a:lnTo>
                  <a:pt x="1777" y="6936"/>
                </a:lnTo>
                <a:lnTo>
                  <a:pt x="2385" y="5305"/>
                </a:lnTo>
                <a:lnTo>
                  <a:pt x="2653" y="4575"/>
                </a:lnTo>
                <a:lnTo>
                  <a:pt x="2921" y="3821"/>
                </a:lnTo>
                <a:lnTo>
                  <a:pt x="3067" y="3456"/>
                </a:lnTo>
                <a:lnTo>
                  <a:pt x="3237" y="3091"/>
                </a:lnTo>
                <a:lnTo>
                  <a:pt x="3407" y="2750"/>
                </a:lnTo>
                <a:lnTo>
                  <a:pt x="3602" y="2410"/>
                </a:lnTo>
                <a:lnTo>
                  <a:pt x="3748" y="2215"/>
                </a:lnTo>
                <a:lnTo>
                  <a:pt x="3894" y="2045"/>
                </a:lnTo>
                <a:lnTo>
                  <a:pt x="4064" y="1899"/>
                </a:lnTo>
                <a:lnTo>
                  <a:pt x="4283" y="1753"/>
                </a:lnTo>
                <a:lnTo>
                  <a:pt x="4502" y="1607"/>
                </a:lnTo>
                <a:lnTo>
                  <a:pt x="4721" y="1485"/>
                </a:lnTo>
                <a:lnTo>
                  <a:pt x="4989" y="1388"/>
                </a:lnTo>
                <a:lnTo>
                  <a:pt x="5232" y="1291"/>
                </a:lnTo>
                <a:lnTo>
                  <a:pt x="5816" y="1096"/>
                </a:lnTo>
                <a:lnTo>
                  <a:pt x="6400" y="950"/>
                </a:lnTo>
                <a:lnTo>
                  <a:pt x="7033" y="853"/>
                </a:lnTo>
                <a:lnTo>
                  <a:pt x="7641" y="755"/>
                </a:lnTo>
                <a:lnTo>
                  <a:pt x="8249" y="707"/>
                </a:lnTo>
                <a:lnTo>
                  <a:pt x="8858" y="658"/>
                </a:lnTo>
                <a:lnTo>
                  <a:pt x="9904" y="609"/>
                </a:lnTo>
                <a:lnTo>
                  <a:pt x="10707" y="609"/>
                </a:lnTo>
                <a:lnTo>
                  <a:pt x="11121" y="585"/>
                </a:lnTo>
                <a:lnTo>
                  <a:pt x="11534" y="561"/>
                </a:lnTo>
                <a:close/>
                <a:moveTo>
                  <a:pt x="2410" y="13919"/>
                </a:moveTo>
                <a:lnTo>
                  <a:pt x="2239" y="14089"/>
                </a:lnTo>
                <a:lnTo>
                  <a:pt x="2093" y="14260"/>
                </a:lnTo>
                <a:lnTo>
                  <a:pt x="1850" y="14649"/>
                </a:lnTo>
                <a:lnTo>
                  <a:pt x="1826" y="14479"/>
                </a:lnTo>
                <a:lnTo>
                  <a:pt x="1850" y="14308"/>
                </a:lnTo>
                <a:lnTo>
                  <a:pt x="1899" y="14114"/>
                </a:lnTo>
                <a:lnTo>
                  <a:pt x="1972" y="13919"/>
                </a:lnTo>
                <a:close/>
                <a:moveTo>
                  <a:pt x="14746" y="13846"/>
                </a:moveTo>
                <a:lnTo>
                  <a:pt x="14649" y="13992"/>
                </a:lnTo>
                <a:lnTo>
                  <a:pt x="14551" y="14138"/>
                </a:lnTo>
                <a:lnTo>
                  <a:pt x="14405" y="14430"/>
                </a:lnTo>
                <a:lnTo>
                  <a:pt x="14235" y="14771"/>
                </a:lnTo>
                <a:lnTo>
                  <a:pt x="14235" y="14527"/>
                </a:lnTo>
                <a:lnTo>
                  <a:pt x="14259" y="14284"/>
                </a:lnTo>
                <a:lnTo>
                  <a:pt x="14235" y="14065"/>
                </a:lnTo>
                <a:lnTo>
                  <a:pt x="14211" y="13943"/>
                </a:lnTo>
                <a:lnTo>
                  <a:pt x="14186" y="13846"/>
                </a:lnTo>
                <a:close/>
                <a:moveTo>
                  <a:pt x="2994" y="13919"/>
                </a:moveTo>
                <a:lnTo>
                  <a:pt x="2848" y="14065"/>
                </a:lnTo>
                <a:lnTo>
                  <a:pt x="2702" y="14211"/>
                </a:lnTo>
                <a:lnTo>
                  <a:pt x="2458" y="14552"/>
                </a:lnTo>
                <a:lnTo>
                  <a:pt x="2288" y="14819"/>
                </a:lnTo>
                <a:lnTo>
                  <a:pt x="2191" y="15014"/>
                </a:lnTo>
                <a:lnTo>
                  <a:pt x="2142" y="15184"/>
                </a:lnTo>
                <a:lnTo>
                  <a:pt x="2045" y="15087"/>
                </a:lnTo>
                <a:lnTo>
                  <a:pt x="2239" y="14771"/>
                </a:lnTo>
                <a:lnTo>
                  <a:pt x="2434" y="14479"/>
                </a:lnTo>
                <a:lnTo>
                  <a:pt x="2629" y="14211"/>
                </a:lnTo>
                <a:lnTo>
                  <a:pt x="2799" y="13919"/>
                </a:lnTo>
                <a:close/>
                <a:moveTo>
                  <a:pt x="4405" y="14381"/>
                </a:moveTo>
                <a:lnTo>
                  <a:pt x="4381" y="14649"/>
                </a:lnTo>
                <a:lnTo>
                  <a:pt x="4308" y="14941"/>
                </a:lnTo>
                <a:lnTo>
                  <a:pt x="4259" y="15087"/>
                </a:lnTo>
                <a:lnTo>
                  <a:pt x="4162" y="15209"/>
                </a:lnTo>
                <a:lnTo>
                  <a:pt x="4040" y="15330"/>
                </a:lnTo>
                <a:lnTo>
                  <a:pt x="3894" y="15403"/>
                </a:lnTo>
                <a:lnTo>
                  <a:pt x="3894" y="15403"/>
                </a:lnTo>
                <a:lnTo>
                  <a:pt x="4016" y="15160"/>
                </a:lnTo>
                <a:lnTo>
                  <a:pt x="4235" y="14771"/>
                </a:lnTo>
                <a:lnTo>
                  <a:pt x="4308" y="14576"/>
                </a:lnTo>
                <a:lnTo>
                  <a:pt x="4405" y="14381"/>
                </a:lnTo>
                <a:close/>
                <a:moveTo>
                  <a:pt x="3845" y="13895"/>
                </a:moveTo>
                <a:lnTo>
                  <a:pt x="3651" y="14041"/>
                </a:lnTo>
                <a:lnTo>
                  <a:pt x="3456" y="14211"/>
                </a:lnTo>
                <a:lnTo>
                  <a:pt x="3286" y="14406"/>
                </a:lnTo>
                <a:lnTo>
                  <a:pt x="3140" y="14625"/>
                </a:lnTo>
                <a:lnTo>
                  <a:pt x="2848" y="15038"/>
                </a:lnTo>
                <a:lnTo>
                  <a:pt x="2629" y="15476"/>
                </a:lnTo>
                <a:lnTo>
                  <a:pt x="2629" y="15501"/>
                </a:lnTo>
                <a:lnTo>
                  <a:pt x="2458" y="15428"/>
                </a:lnTo>
                <a:lnTo>
                  <a:pt x="2556" y="15306"/>
                </a:lnTo>
                <a:lnTo>
                  <a:pt x="2629" y="15160"/>
                </a:lnTo>
                <a:lnTo>
                  <a:pt x="2726" y="14941"/>
                </a:lnTo>
                <a:lnTo>
                  <a:pt x="2896" y="14673"/>
                </a:lnTo>
                <a:lnTo>
                  <a:pt x="3067" y="14406"/>
                </a:lnTo>
                <a:lnTo>
                  <a:pt x="3261" y="14162"/>
                </a:lnTo>
                <a:lnTo>
                  <a:pt x="3432" y="13919"/>
                </a:lnTo>
                <a:lnTo>
                  <a:pt x="3845" y="13895"/>
                </a:lnTo>
                <a:close/>
                <a:moveTo>
                  <a:pt x="4381" y="13895"/>
                </a:moveTo>
                <a:lnTo>
                  <a:pt x="4381" y="14065"/>
                </a:lnTo>
                <a:lnTo>
                  <a:pt x="4186" y="14260"/>
                </a:lnTo>
                <a:lnTo>
                  <a:pt x="4016" y="14503"/>
                </a:lnTo>
                <a:lnTo>
                  <a:pt x="3724" y="14990"/>
                </a:lnTo>
                <a:lnTo>
                  <a:pt x="3529" y="15257"/>
                </a:lnTo>
                <a:lnTo>
                  <a:pt x="3359" y="15549"/>
                </a:lnTo>
                <a:lnTo>
                  <a:pt x="3261" y="15574"/>
                </a:lnTo>
                <a:lnTo>
                  <a:pt x="2994" y="15574"/>
                </a:lnTo>
                <a:lnTo>
                  <a:pt x="3237" y="15160"/>
                </a:lnTo>
                <a:lnTo>
                  <a:pt x="3505" y="14746"/>
                </a:lnTo>
                <a:lnTo>
                  <a:pt x="3821" y="14333"/>
                </a:lnTo>
                <a:lnTo>
                  <a:pt x="3967" y="14114"/>
                </a:lnTo>
                <a:lnTo>
                  <a:pt x="4113" y="13895"/>
                </a:lnTo>
                <a:close/>
                <a:moveTo>
                  <a:pt x="15865" y="13846"/>
                </a:moveTo>
                <a:lnTo>
                  <a:pt x="15695" y="13968"/>
                </a:lnTo>
                <a:lnTo>
                  <a:pt x="15525" y="14089"/>
                </a:lnTo>
                <a:lnTo>
                  <a:pt x="15403" y="14211"/>
                </a:lnTo>
                <a:lnTo>
                  <a:pt x="15306" y="14333"/>
                </a:lnTo>
                <a:lnTo>
                  <a:pt x="15111" y="14625"/>
                </a:lnTo>
                <a:lnTo>
                  <a:pt x="14965" y="14844"/>
                </a:lnTo>
                <a:lnTo>
                  <a:pt x="14819" y="15063"/>
                </a:lnTo>
                <a:lnTo>
                  <a:pt x="14746" y="15184"/>
                </a:lnTo>
                <a:lnTo>
                  <a:pt x="14697" y="15306"/>
                </a:lnTo>
                <a:lnTo>
                  <a:pt x="14673" y="15452"/>
                </a:lnTo>
                <a:lnTo>
                  <a:pt x="14673" y="15574"/>
                </a:lnTo>
                <a:lnTo>
                  <a:pt x="14503" y="15428"/>
                </a:lnTo>
                <a:lnTo>
                  <a:pt x="14381" y="15257"/>
                </a:lnTo>
                <a:lnTo>
                  <a:pt x="14478" y="15111"/>
                </a:lnTo>
                <a:lnTo>
                  <a:pt x="14551" y="14965"/>
                </a:lnTo>
                <a:lnTo>
                  <a:pt x="14673" y="14673"/>
                </a:lnTo>
                <a:lnTo>
                  <a:pt x="14819" y="14284"/>
                </a:lnTo>
                <a:lnTo>
                  <a:pt x="14868" y="14065"/>
                </a:lnTo>
                <a:lnTo>
                  <a:pt x="14892" y="13870"/>
                </a:lnTo>
                <a:lnTo>
                  <a:pt x="14868" y="13846"/>
                </a:lnTo>
                <a:close/>
                <a:moveTo>
                  <a:pt x="16790" y="14625"/>
                </a:moveTo>
                <a:lnTo>
                  <a:pt x="16766" y="14917"/>
                </a:lnTo>
                <a:lnTo>
                  <a:pt x="16717" y="15184"/>
                </a:lnTo>
                <a:lnTo>
                  <a:pt x="16644" y="15330"/>
                </a:lnTo>
                <a:lnTo>
                  <a:pt x="16571" y="15452"/>
                </a:lnTo>
                <a:lnTo>
                  <a:pt x="16449" y="15574"/>
                </a:lnTo>
                <a:lnTo>
                  <a:pt x="16352" y="15647"/>
                </a:lnTo>
                <a:lnTo>
                  <a:pt x="16352" y="15647"/>
                </a:lnTo>
                <a:lnTo>
                  <a:pt x="16571" y="15111"/>
                </a:lnTo>
                <a:lnTo>
                  <a:pt x="16693" y="14868"/>
                </a:lnTo>
                <a:lnTo>
                  <a:pt x="16790" y="14625"/>
                </a:lnTo>
                <a:close/>
                <a:moveTo>
                  <a:pt x="16498" y="13846"/>
                </a:moveTo>
                <a:lnTo>
                  <a:pt x="16328" y="14041"/>
                </a:lnTo>
                <a:lnTo>
                  <a:pt x="16133" y="14260"/>
                </a:lnTo>
                <a:lnTo>
                  <a:pt x="15987" y="14479"/>
                </a:lnTo>
                <a:lnTo>
                  <a:pt x="15817" y="14746"/>
                </a:lnTo>
                <a:lnTo>
                  <a:pt x="15525" y="15257"/>
                </a:lnTo>
                <a:lnTo>
                  <a:pt x="15379" y="15549"/>
                </a:lnTo>
                <a:lnTo>
                  <a:pt x="15257" y="15817"/>
                </a:lnTo>
                <a:lnTo>
                  <a:pt x="15062" y="15768"/>
                </a:lnTo>
                <a:lnTo>
                  <a:pt x="14868" y="15695"/>
                </a:lnTo>
                <a:lnTo>
                  <a:pt x="14965" y="15622"/>
                </a:lnTo>
                <a:lnTo>
                  <a:pt x="15038" y="15549"/>
                </a:lnTo>
                <a:lnTo>
                  <a:pt x="15160" y="15355"/>
                </a:lnTo>
                <a:lnTo>
                  <a:pt x="15379" y="14941"/>
                </a:lnTo>
                <a:lnTo>
                  <a:pt x="15719" y="14381"/>
                </a:lnTo>
                <a:lnTo>
                  <a:pt x="15817" y="14260"/>
                </a:lnTo>
                <a:lnTo>
                  <a:pt x="15865" y="14114"/>
                </a:lnTo>
                <a:lnTo>
                  <a:pt x="16011" y="13846"/>
                </a:lnTo>
                <a:close/>
                <a:moveTo>
                  <a:pt x="16717" y="13846"/>
                </a:moveTo>
                <a:lnTo>
                  <a:pt x="16766" y="14235"/>
                </a:lnTo>
                <a:lnTo>
                  <a:pt x="16620" y="14430"/>
                </a:lnTo>
                <a:lnTo>
                  <a:pt x="16474" y="14625"/>
                </a:lnTo>
                <a:lnTo>
                  <a:pt x="16255" y="15063"/>
                </a:lnTo>
                <a:lnTo>
                  <a:pt x="16084" y="15428"/>
                </a:lnTo>
                <a:lnTo>
                  <a:pt x="15987" y="15622"/>
                </a:lnTo>
                <a:lnTo>
                  <a:pt x="15938" y="15817"/>
                </a:lnTo>
                <a:lnTo>
                  <a:pt x="15646" y="15841"/>
                </a:lnTo>
                <a:lnTo>
                  <a:pt x="15890" y="15379"/>
                </a:lnTo>
                <a:lnTo>
                  <a:pt x="16133" y="14917"/>
                </a:lnTo>
                <a:lnTo>
                  <a:pt x="16401" y="14381"/>
                </a:lnTo>
                <a:lnTo>
                  <a:pt x="16644" y="13846"/>
                </a:lnTo>
                <a:close/>
                <a:moveTo>
                  <a:pt x="8493" y="1"/>
                </a:moveTo>
                <a:lnTo>
                  <a:pt x="7884" y="25"/>
                </a:lnTo>
                <a:lnTo>
                  <a:pt x="7252" y="98"/>
                </a:lnTo>
                <a:lnTo>
                  <a:pt x="6619" y="171"/>
                </a:lnTo>
                <a:lnTo>
                  <a:pt x="6011" y="317"/>
                </a:lnTo>
                <a:lnTo>
                  <a:pt x="5427" y="488"/>
                </a:lnTo>
                <a:lnTo>
                  <a:pt x="5135" y="585"/>
                </a:lnTo>
                <a:lnTo>
                  <a:pt x="4867" y="707"/>
                </a:lnTo>
                <a:lnTo>
                  <a:pt x="4600" y="853"/>
                </a:lnTo>
                <a:lnTo>
                  <a:pt x="4356" y="999"/>
                </a:lnTo>
                <a:lnTo>
                  <a:pt x="4113" y="1169"/>
                </a:lnTo>
                <a:lnTo>
                  <a:pt x="3894" y="1339"/>
                </a:lnTo>
                <a:lnTo>
                  <a:pt x="3699" y="1534"/>
                </a:lnTo>
                <a:lnTo>
                  <a:pt x="3529" y="1753"/>
                </a:lnTo>
                <a:lnTo>
                  <a:pt x="3310" y="2045"/>
                </a:lnTo>
                <a:lnTo>
                  <a:pt x="3115" y="2385"/>
                </a:lnTo>
                <a:lnTo>
                  <a:pt x="2945" y="2702"/>
                </a:lnTo>
                <a:lnTo>
                  <a:pt x="2799" y="3042"/>
                </a:lnTo>
                <a:lnTo>
                  <a:pt x="2507" y="3748"/>
                </a:lnTo>
                <a:lnTo>
                  <a:pt x="2264" y="4454"/>
                </a:lnTo>
                <a:lnTo>
                  <a:pt x="2142" y="4405"/>
                </a:lnTo>
                <a:lnTo>
                  <a:pt x="2020" y="4356"/>
                </a:lnTo>
                <a:lnTo>
                  <a:pt x="1728" y="4356"/>
                </a:lnTo>
                <a:lnTo>
                  <a:pt x="1412" y="4405"/>
                </a:lnTo>
                <a:lnTo>
                  <a:pt x="1193" y="4478"/>
                </a:lnTo>
                <a:lnTo>
                  <a:pt x="998" y="4551"/>
                </a:lnTo>
                <a:lnTo>
                  <a:pt x="804" y="4624"/>
                </a:lnTo>
                <a:lnTo>
                  <a:pt x="633" y="4746"/>
                </a:lnTo>
                <a:lnTo>
                  <a:pt x="487" y="4867"/>
                </a:lnTo>
                <a:lnTo>
                  <a:pt x="366" y="5013"/>
                </a:lnTo>
                <a:lnTo>
                  <a:pt x="244" y="5159"/>
                </a:lnTo>
                <a:lnTo>
                  <a:pt x="147" y="5354"/>
                </a:lnTo>
                <a:lnTo>
                  <a:pt x="49" y="5524"/>
                </a:lnTo>
                <a:lnTo>
                  <a:pt x="25" y="5695"/>
                </a:lnTo>
                <a:lnTo>
                  <a:pt x="1" y="5865"/>
                </a:lnTo>
                <a:lnTo>
                  <a:pt x="25" y="6060"/>
                </a:lnTo>
                <a:lnTo>
                  <a:pt x="49" y="6230"/>
                </a:lnTo>
                <a:lnTo>
                  <a:pt x="122" y="6400"/>
                </a:lnTo>
                <a:lnTo>
                  <a:pt x="220" y="6571"/>
                </a:lnTo>
                <a:lnTo>
                  <a:pt x="317" y="6692"/>
                </a:lnTo>
                <a:lnTo>
                  <a:pt x="463" y="6814"/>
                </a:lnTo>
                <a:lnTo>
                  <a:pt x="658" y="6911"/>
                </a:lnTo>
                <a:lnTo>
                  <a:pt x="901" y="6984"/>
                </a:lnTo>
                <a:lnTo>
                  <a:pt x="1023" y="6984"/>
                </a:lnTo>
                <a:lnTo>
                  <a:pt x="1120" y="7009"/>
                </a:lnTo>
                <a:lnTo>
                  <a:pt x="1242" y="6984"/>
                </a:lnTo>
                <a:lnTo>
                  <a:pt x="1363" y="6960"/>
                </a:lnTo>
                <a:lnTo>
                  <a:pt x="1169" y="7495"/>
                </a:lnTo>
                <a:lnTo>
                  <a:pt x="1071" y="7739"/>
                </a:lnTo>
                <a:lnTo>
                  <a:pt x="998" y="8006"/>
                </a:lnTo>
                <a:lnTo>
                  <a:pt x="901" y="8542"/>
                </a:lnTo>
                <a:lnTo>
                  <a:pt x="779" y="9393"/>
                </a:lnTo>
                <a:lnTo>
                  <a:pt x="731" y="10245"/>
                </a:lnTo>
                <a:lnTo>
                  <a:pt x="731" y="11072"/>
                </a:lnTo>
                <a:lnTo>
                  <a:pt x="755" y="11875"/>
                </a:lnTo>
                <a:lnTo>
                  <a:pt x="852" y="12702"/>
                </a:lnTo>
                <a:lnTo>
                  <a:pt x="974" y="13505"/>
                </a:lnTo>
                <a:lnTo>
                  <a:pt x="925" y="13505"/>
                </a:lnTo>
                <a:lnTo>
                  <a:pt x="877" y="13530"/>
                </a:lnTo>
                <a:lnTo>
                  <a:pt x="828" y="13578"/>
                </a:lnTo>
                <a:lnTo>
                  <a:pt x="804" y="13627"/>
                </a:lnTo>
                <a:lnTo>
                  <a:pt x="804" y="13676"/>
                </a:lnTo>
                <a:lnTo>
                  <a:pt x="804" y="13749"/>
                </a:lnTo>
                <a:lnTo>
                  <a:pt x="828" y="13797"/>
                </a:lnTo>
                <a:lnTo>
                  <a:pt x="877" y="13846"/>
                </a:lnTo>
                <a:lnTo>
                  <a:pt x="925" y="13870"/>
                </a:lnTo>
                <a:lnTo>
                  <a:pt x="1193" y="13895"/>
                </a:lnTo>
                <a:lnTo>
                  <a:pt x="1461" y="13919"/>
                </a:lnTo>
                <a:lnTo>
                  <a:pt x="1412" y="14041"/>
                </a:lnTo>
                <a:lnTo>
                  <a:pt x="1363" y="14187"/>
                </a:lnTo>
                <a:lnTo>
                  <a:pt x="1315" y="14333"/>
                </a:lnTo>
                <a:lnTo>
                  <a:pt x="1315" y="14479"/>
                </a:lnTo>
                <a:lnTo>
                  <a:pt x="1315" y="14649"/>
                </a:lnTo>
                <a:lnTo>
                  <a:pt x="1339" y="14795"/>
                </a:lnTo>
                <a:lnTo>
                  <a:pt x="1363" y="14941"/>
                </a:lnTo>
                <a:lnTo>
                  <a:pt x="1412" y="15063"/>
                </a:lnTo>
                <a:lnTo>
                  <a:pt x="1534" y="15282"/>
                </a:lnTo>
                <a:lnTo>
                  <a:pt x="1680" y="15476"/>
                </a:lnTo>
                <a:lnTo>
                  <a:pt x="1850" y="15647"/>
                </a:lnTo>
                <a:lnTo>
                  <a:pt x="2020" y="15768"/>
                </a:lnTo>
                <a:lnTo>
                  <a:pt x="2215" y="15890"/>
                </a:lnTo>
                <a:lnTo>
                  <a:pt x="2434" y="15987"/>
                </a:lnTo>
                <a:lnTo>
                  <a:pt x="2677" y="16036"/>
                </a:lnTo>
                <a:lnTo>
                  <a:pt x="2921" y="16085"/>
                </a:lnTo>
                <a:lnTo>
                  <a:pt x="3115" y="16109"/>
                </a:lnTo>
                <a:lnTo>
                  <a:pt x="3334" y="16109"/>
                </a:lnTo>
                <a:lnTo>
                  <a:pt x="3529" y="16085"/>
                </a:lnTo>
                <a:lnTo>
                  <a:pt x="3748" y="16036"/>
                </a:lnTo>
                <a:lnTo>
                  <a:pt x="3943" y="15963"/>
                </a:lnTo>
                <a:lnTo>
                  <a:pt x="4137" y="15890"/>
                </a:lnTo>
                <a:lnTo>
                  <a:pt x="4308" y="15793"/>
                </a:lnTo>
                <a:lnTo>
                  <a:pt x="4478" y="15647"/>
                </a:lnTo>
                <a:lnTo>
                  <a:pt x="4648" y="15476"/>
                </a:lnTo>
                <a:lnTo>
                  <a:pt x="4770" y="15282"/>
                </a:lnTo>
                <a:lnTo>
                  <a:pt x="4843" y="15063"/>
                </a:lnTo>
                <a:lnTo>
                  <a:pt x="4892" y="14844"/>
                </a:lnTo>
                <a:lnTo>
                  <a:pt x="4940" y="14600"/>
                </a:lnTo>
                <a:lnTo>
                  <a:pt x="4940" y="14357"/>
                </a:lnTo>
                <a:lnTo>
                  <a:pt x="4916" y="13895"/>
                </a:lnTo>
                <a:lnTo>
                  <a:pt x="5062" y="13895"/>
                </a:lnTo>
                <a:lnTo>
                  <a:pt x="9515" y="13870"/>
                </a:lnTo>
                <a:lnTo>
                  <a:pt x="14040" y="13846"/>
                </a:lnTo>
                <a:lnTo>
                  <a:pt x="13967" y="13919"/>
                </a:lnTo>
                <a:lnTo>
                  <a:pt x="13919" y="13992"/>
                </a:lnTo>
                <a:lnTo>
                  <a:pt x="13846" y="14162"/>
                </a:lnTo>
                <a:lnTo>
                  <a:pt x="13797" y="14357"/>
                </a:lnTo>
                <a:lnTo>
                  <a:pt x="13797" y="14576"/>
                </a:lnTo>
                <a:lnTo>
                  <a:pt x="13821" y="14795"/>
                </a:lnTo>
                <a:lnTo>
                  <a:pt x="13846" y="14990"/>
                </a:lnTo>
                <a:lnTo>
                  <a:pt x="13943" y="15355"/>
                </a:lnTo>
                <a:lnTo>
                  <a:pt x="13967" y="15476"/>
                </a:lnTo>
                <a:lnTo>
                  <a:pt x="14016" y="15574"/>
                </a:lnTo>
                <a:lnTo>
                  <a:pt x="14162" y="15768"/>
                </a:lnTo>
                <a:lnTo>
                  <a:pt x="14357" y="15914"/>
                </a:lnTo>
                <a:lnTo>
                  <a:pt x="14551" y="16060"/>
                </a:lnTo>
                <a:lnTo>
                  <a:pt x="14795" y="16158"/>
                </a:lnTo>
                <a:lnTo>
                  <a:pt x="15038" y="16231"/>
                </a:lnTo>
                <a:lnTo>
                  <a:pt x="15281" y="16279"/>
                </a:lnTo>
                <a:lnTo>
                  <a:pt x="15500" y="16328"/>
                </a:lnTo>
                <a:lnTo>
                  <a:pt x="15744" y="16328"/>
                </a:lnTo>
                <a:lnTo>
                  <a:pt x="15963" y="16304"/>
                </a:lnTo>
                <a:lnTo>
                  <a:pt x="16157" y="16255"/>
                </a:lnTo>
                <a:lnTo>
                  <a:pt x="16352" y="16182"/>
                </a:lnTo>
                <a:lnTo>
                  <a:pt x="16547" y="16060"/>
                </a:lnTo>
                <a:lnTo>
                  <a:pt x="16717" y="15939"/>
                </a:lnTo>
                <a:lnTo>
                  <a:pt x="16887" y="15793"/>
                </a:lnTo>
                <a:lnTo>
                  <a:pt x="17033" y="15622"/>
                </a:lnTo>
                <a:lnTo>
                  <a:pt x="17131" y="15428"/>
                </a:lnTo>
                <a:lnTo>
                  <a:pt x="17204" y="15209"/>
                </a:lnTo>
                <a:lnTo>
                  <a:pt x="17252" y="14990"/>
                </a:lnTo>
                <a:lnTo>
                  <a:pt x="17277" y="14746"/>
                </a:lnTo>
                <a:lnTo>
                  <a:pt x="17277" y="14527"/>
                </a:lnTo>
                <a:lnTo>
                  <a:pt x="17277" y="14284"/>
                </a:lnTo>
                <a:lnTo>
                  <a:pt x="17204" y="13822"/>
                </a:lnTo>
                <a:lnTo>
                  <a:pt x="18250" y="13797"/>
                </a:lnTo>
                <a:lnTo>
                  <a:pt x="18372" y="13773"/>
                </a:lnTo>
                <a:lnTo>
                  <a:pt x="18445" y="13724"/>
                </a:lnTo>
                <a:lnTo>
                  <a:pt x="18493" y="13627"/>
                </a:lnTo>
                <a:lnTo>
                  <a:pt x="18493" y="13530"/>
                </a:lnTo>
                <a:lnTo>
                  <a:pt x="18493" y="13457"/>
                </a:lnTo>
                <a:lnTo>
                  <a:pt x="18445" y="13359"/>
                </a:lnTo>
                <a:lnTo>
                  <a:pt x="18372" y="13311"/>
                </a:lnTo>
                <a:lnTo>
                  <a:pt x="18250" y="13286"/>
                </a:lnTo>
                <a:lnTo>
                  <a:pt x="18445" y="12556"/>
                </a:lnTo>
                <a:lnTo>
                  <a:pt x="18566" y="11802"/>
                </a:lnTo>
                <a:lnTo>
                  <a:pt x="18639" y="11048"/>
                </a:lnTo>
                <a:lnTo>
                  <a:pt x="18664" y="10293"/>
                </a:lnTo>
                <a:lnTo>
                  <a:pt x="18639" y="9880"/>
                </a:lnTo>
                <a:lnTo>
                  <a:pt x="18615" y="9466"/>
                </a:lnTo>
                <a:lnTo>
                  <a:pt x="18493" y="8639"/>
                </a:lnTo>
                <a:lnTo>
                  <a:pt x="18445" y="8323"/>
                </a:lnTo>
                <a:lnTo>
                  <a:pt x="18372" y="7982"/>
                </a:lnTo>
                <a:lnTo>
                  <a:pt x="18250" y="7666"/>
                </a:lnTo>
                <a:lnTo>
                  <a:pt x="18177" y="7520"/>
                </a:lnTo>
                <a:lnTo>
                  <a:pt x="18104" y="7374"/>
                </a:lnTo>
                <a:lnTo>
                  <a:pt x="18080" y="7276"/>
                </a:lnTo>
                <a:lnTo>
                  <a:pt x="17982" y="6887"/>
                </a:lnTo>
                <a:lnTo>
                  <a:pt x="18274" y="6838"/>
                </a:lnTo>
                <a:lnTo>
                  <a:pt x="18542" y="6741"/>
                </a:lnTo>
                <a:lnTo>
                  <a:pt x="18834" y="6644"/>
                </a:lnTo>
                <a:lnTo>
                  <a:pt x="19102" y="6498"/>
                </a:lnTo>
                <a:lnTo>
                  <a:pt x="19199" y="6400"/>
                </a:lnTo>
                <a:lnTo>
                  <a:pt x="19272" y="6279"/>
                </a:lnTo>
                <a:lnTo>
                  <a:pt x="19321" y="6157"/>
                </a:lnTo>
                <a:lnTo>
                  <a:pt x="19321" y="6011"/>
                </a:lnTo>
                <a:lnTo>
                  <a:pt x="19321" y="5841"/>
                </a:lnTo>
                <a:lnTo>
                  <a:pt x="19321" y="5695"/>
                </a:lnTo>
                <a:lnTo>
                  <a:pt x="19272" y="5451"/>
                </a:lnTo>
                <a:lnTo>
                  <a:pt x="19199" y="5281"/>
                </a:lnTo>
                <a:lnTo>
                  <a:pt x="19126" y="5135"/>
                </a:lnTo>
                <a:lnTo>
                  <a:pt x="19029" y="5013"/>
                </a:lnTo>
                <a:lnTo>
                  <a:pt x="18907" y="4892"/>
                </a:lnTo>
                <a:lnTo>
                  <a:pt x="18785" y="4794"/>
                </a:lnTo>
                <a:lnTo>
                  <a:pt x="18664" y="4697"/>
                </a:lnTo>
                <a:lnTo>
                  <a:pt x="18372" y="4527"/>
                </a:lnTo>
                <a:lnTo>
                  <a:pt x="18080" y="4429"/>
                </a:lnTo>
                <a:lnTo>
                  <a:pt x="17934" y="4356"/>
                </a:lnTo>
                <a:lnTo>
                  <a:pt x="17763" y="4332"/>
                </a:lnTo>
                <a:lnTo>
                  <a:pt x="17593" y="4308"/>
                </a:lnTo>
                <a:lnTo>
                  <a:pt x="17423" y="4308"/>
                </a:lnTo>
                <a:lnTo>
                  <a:pt x="17252" y="4356"/>
                </a:lnTo>
                <a:lnTo>
                  <a:pt x="17131" y="4405"/>
                </a:lnTo>
                <a:lnTo>
                  <a:pt x="17082" y="4478"/>
                </a:lnTo>
                <a:lnTo>
                  <a:pt x="17082" y="4527"/>
                </a:lnTo>
                <a:lnTo>
                  <a:pt x="16863" y="3967"/>
                </a:lnTo>
                <a:lnTo>
                  <a:pt x="16595" y="3261"/>
                </a:lnTo>
                <a:lnTo>
                  <a:pt x="16303" y="2580"/>
                </a:lnTo>
                <a:lnTo>
                  <a:pt x="16133" y="2239"/>
                </a:lnTo>
                <a:lnTo>
                  <a:pt x="15938" y="1923"/>
                </a:lnTo>
                <a:lnTo>
                  <a:pt x="15719" y="1607"/>
                </a:lnTo>
                <a:lnTo>
                  <a:pt x="15476" y="1315"/>
                </a:lnTo>
                <a:lnTo>
                  <a:pt x="15354" y="1193"/>
                </a:lnTo>
                <a:lnTo>
                  <a:pt x="15379" y="1145"/>
                </a:lnTo>
                <a:lnTo>
                  <a:pt x="15403" y="1120"/>
                </a:lnTo>
                <a:lnTo>
                  <a:pt x="15379" y="1023"/>
                </a:lnTo>
                <a:lnTo>
                  <a:pt x="15306" y="974"/>
                </a:lnTo>
                <a:lnTo>
                  <a:pt x="15257" y="950"/>
                </a:lnTo>
                <a:lnTo>
                  <a:pt x="15208" y="950"/>
                </a:lnTo>
                <a:lnTo>
                  <a:pt x="15111" y="974"/>
                </a:lnTo>
                <a:lnTo>
                  <a:pt x="14892" y="804"/>
                </a:lnTo>
                <a:lnTo>
                  <a:pt x="14624" y="658"/>
                </a:lnTo>
                <a:lnTo>
                  <a:pt x="14381" y="536"/>
                </a:lnTo>
                <a:lnTo>
                  <a:pt x="14113" y="415"/>
                </a:lnTo>
                <a:lnTo>
                  <a:pt x="13821" y="317"/>
                </a:lnTo>
                <a:lnTo>
                  <a:pt x="13530" y="244"/>
                </a:lnTo>
                <a:lnTo>
                  <a:pt x="12970" y="123"/>
                </a:lnTo>
                <a:lnTo>
                  <a:pt x="12556" y="74"/>
                </a:lnTo>
                <a:lnTo>
                  <a:pt x="12143" y="50"/>
                </a:lnTo>
                <a:lnTo>
                  <a:pt x="11729" y="50"/>
                </a:lnTo>
                <a:lnTo>
                  <a:pt x="11291" y="74"/>
                </a:lnTo>
                <a:lnTo>
                  <a:pt x="10902" y="50"/>
                </a:lnTo>
                <a:lnTo>
                  <a:pt x="10123" y="25"/>
                </a:lnTo>
                <a:lnTo>
                  <a:pt x="9077" y="1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8"/>
          <p:cNvSpPr/>
          <p:nvPr/>
        </p:nvSpPr>
        <p:spPr>
          <a:xfrm>
            <a:off x="2382050" y="2591648"/>
            <a:ext cx="387526" cy="218566"/>
          </a:xfrm>
          <a:custGeom>
            <a:rect b="b" l="l" r="r" t="t"/>
            <a:pathLst>
              <a:path extrusionOk="0" h="12654" w="18640">
                <a:moveTo>
                  <a:pt x="11486" y="512"/>
                </a:moveTo>
                <a:lnTo>
                  <a:pt x="14089" y="536"/>
                </a:lnTo>
                <a:lnTo>
                  <a:pt x="16206" y="585"/>
                </a:lnTo>
                <a:lnTo>
                  <a:pt x="17106" y="585"/>
                </a:lnTo>
                <a:lnTo>
                  <a:pt x="17374" y="633"/>
                </a:lnTo>
                <a:lnTo>
                  <a:pt x="17617" y="706"/>
                </a:lnTo>
                <a:lnTo>
                  <a:pt x="17715" y="755"/>
                </a:lnTo>
                <a:lnTo>
                  <a:pt x="17812" y="828"/>
                </a:lnTo>
                <a:lnTo>
                  <a:pt x="17885" y="925"/>
                </a:lnTo>
                <a:lnTo>
                  <a:pt x="17958" y="1047"/>
                </a:lnTo>
                <a:lnTo>
                  <a:pt x="17982" y="1169"/>
                </a:lnTo>
                <a:lnTo>
                  <a:pt x="18007" y="1315"/>
                </a:lnTo>
                <a:lnTo>
                  <a:pt x="17982" y="1607"/>
                </a:lnTo>
                <a:lnTo>
                  <a:pt x="17958" y="1753"/>
                </a:lnTo>
                <a:lnTo>
                  <a:pt x="17958" y="1923"/>
                </a:lnTo>
                <a:lnTo>
                  <a:pt x="17958" y="2264"/>
                </a:lnTo>
                <a:lnTo>
                  <a:pt x="18007" y="2604"/>
                </a:lnTo>
                <a:lnTo>
                  <a:pt x="18031" y="2945"/>
                </a:lnTo>
                <a:lnTo>
                  <a:pt x="18031" y="3115"/>
                </a:lnTo>
                <a:lnTo>
                  <a:pt x="17520" y="3164"/>
                </a:lnTo>
                <a:lnTo>
                  <a:pt x="17009" y="3188"/>
                </a:lnTo>
                <a:lnTo>
                  <a:pt x="15963" y="3212"/>
                </a:lnTo>
                <a:lnTo>
                  <a:pt x="14917" y="3188"/>
                </a:lnTo>
                <a:lnTo>
                  <a:pt x="13870" y="3164"/>
                </a:lnTo>
                <a:lnTo>
                  <a:pt x="12751" y="3139"/>
                </a:lnTo>
                <a:lnTo>
                  <a:pt x="11607" y="3115"/>
                </a:lnTo>
                <a:lnTo>
                  <a:pt x="11023" y="3139"/>
                </a:lnTo>
                <a:lnTo>
                  <a:pt x="10439" y="3188"/>
                </a:lnTo>
                <a:lnTo>
                  <a:pt x="9855" y="3237"/>
                </a:lnTo>
                <a:lnTo>
                  <a:pt x="9271" y="3261"/>
                </a:lnTo>
                <a:lnTo>
                  <a:pt x="8712" y="3261"/>
                </a:lnTo>
                <a:lnTo>
                  <a:pt x="8152" y="3237"/>
                </a:lnTo>
                <a:lnTo>
                  <a:pt x="7057" y="3164"/>
                </a:lnTo>
                <a:lnTo>
                  <a:pt x="5938" y="3091"/>
                </a:lnTo>
                <a:lnTo>
                  <a:pt x="5403" y="3091"/>
                </a:lnTo>
                <a:lnTo>
                  <a:pt x="4843" y="3066"/>
                </a:lnTo>
                <a:lnTo>
                  <a:pt x="3651" y="3091"/>
                </a:lnTo>
                <a:lnTo>
                  <a:pt x="2483" y="3139"/>
                </a:lnTo>
                <a:lnTo>
                  <a:pt x="1412" y="3164"/>
                </a:lnTo>
                <a:lnTo>
                  <a:pt x="950" y="3164"/>
                </a:lnTo>
                <a:lnTo>
                  <a:pt x="731" y="3188"/>
                </a:lnTo>
                <a:lnTo>
                  <a:pt x="487" y="3212"/>
                </a:lnTo>
                <a:lnTo>
                  <a:pt x="487" y="3212"/>
                </a:lnTo>
                <a:lnTo>
                  <a:pt x="512" y="2799"/>
                </a:lnTo>
                <a:lnTo>
                  <a:pt x="560" y="2410"/>
                </a:lnTo>
                <a:lnTo>
                  <a:pt x="633" y="1996"/>
                </a:lnTo>
                <a:lnTo>
                  <a:pt x="731" y="1607"/>
                </a:lnTo>
                <a:lnTo>
                  <a:pt x="828" y="1363"/>
                </a:lnTo>
                <a:lnTo>
                  <a:pt x="925" y="1169"/>
                </a:lnTo>
                <a:lnTo>
                  <a:pt x="1071" y="998"/>
                </a:lnTo>
                <a:lnTo>
                  <a:pt x="1217" y="852"/>
                </a:lnTo>
                <a:lnTo>
                  <a:pt x="1388" y="731"/>
                </a:lnTo>
                <a:lnTo>
                  <a:pt x="1582" y="658"/>
                </a:lnTo>
                <a:lnTo>
                  <a:pt x="1777" y="585"/>
                </a:lnTo>
                <a:lnTo>
                  <a:pt x="1996" y="512"/>
                </a:lnTo>
                <a:lnTo>
                  <a:pt x="2118" y="560"/>
                </a:lnTo>
                <a:lnTo>
                  <a:pt x="2239" y="560"/>
                </a:lnTo>
                <a:lnTo>
                  <a:pt x="2483" y="585"/>
                </a:lnTo>
                <a:lnTo>
                  <a:pt x="2969" y="536"/>
                </a:lnTo>
                <a:lnTo>
                  <a:pt x="4016" y="512"/>
                </a:lnTo>
                <a:lnTo>
                  <a:pt x="5062" y="512"/>
                </a:lnTo>
                <a:lnTo>
                  <a:pt x="6084" y="536"/>
                </a:lnTo>
                <a:lnTo>
                  <a:pt x="7106" y="560"/>
                </a:lnTo>
                <a:lnTo>
                  <a:pt x="8128" y="585"/>
                </a:lnTo>
                <a:lnTo>
                  <a:pt x="8639" y="585"/>
                </a:lnTo>
                <a:lnTo>
                  <a:pt x="9150" y="560"/>
                </a:lnTo>
                <a:lnTo>
                  <a:pt x="10220" y="512"/>
                </a:lnTo>
                <a:close/>
                <a:moveTo>
                  <a:pt x="487" y="3650"/>
                </a:moveTo>
                <a:lnTo>
                  <a:pt x="560" y="3675"/>
                </a:lnTo>
                <a:lnTo>
                  <a:pt x="512" y="3748"/>
                </a:lnTo>
                <a:lnTo>
                  <a:pt x="487" y="3772"/>
                </a:lnTo>
                <a:lnTo>
                  <a:pt x="487" y="3650"/>
                </a:lnTo>
                <a:close/>
                <a:moveTo>
                  <a:pt x="10147" y="3748"/>
                </a:moveTo>
                <a:lnTo>
                  <a:pt x="9782" y="4137"/>
                </a:lnTo>
                <a:lnTo>
                  <a:pt x="9612" y="4356"/>
                </a:lnTo>
                <a:lnTo>
                  <a:pt x="9466" y="4575"/>
                </a:lnTo>
                <a:lnTo>
                  <a:pt x="9344" y="4745"/>
                </a:lnTo>
                <a:lnTo>
                  <a:pt x="9344" y="4745"/>
                </a:lnTo>
                <a:lnTo>
                  <a:pt x="9515" y="4356"/>
                </a:lnTo>
                <a:lnTo>
                  <a:pt x="9685" y="3967"/>
                </a:lnTo>
                <a:lnTo>
                  <a:pt x="9782" y="3796"/>
                </a:lnTo>
                <a:lnTo>
                  <a:pt x="9807" y="3772"/>
                </a:lnTo>
                <a:lnTo>
                  <a:pt x="10147" y="3748"/>
                </a:lnTo>
                <a:close/>
                <a:moveTo>
                  <a:pt x="1509" y="3699"/>
                </a:moveTo>
                <a:lnTo>
                  <a:pt x="1339" y="3845"/>
                </a:lnTo>
                <a:lnTo>
                  <a:pt x="1217" y="3991"/>
                </a:lnTo>
                <a:lnTo>
                  <a:pt x="950" y="4332"/>
                </a:lnTo>
                <a:lnTo>
                  <a:pt x="731" y="4648"/>
                </a:lnTo>
                <a:lnTo>
                  <a:pt x="512" y="4989"/>
                </a:lnTo>
                <a:lnTo>
                  <a:pt x="512" y="4697"/>
                </a:lnTo>
                <a:lnTo>
                  <a:pt x="633" y="4380"/>
                </a:lnTo>
                <a:lnTo>
                  <a:pt x="779" y="4040"/>
                </a:lnTo>
                <a:lnTo>
                  <a:pt x="877" y="3869"/>
                </a:lnTo>
                <a:lnTo>
                  <a:pt x="998" y="3723"/>
                </a:lnTo>
                <a:lnTo>
                  <a:pt x="1509" y="3699"/>
                </a:lnTo>
                <a:close/>
                <a:moveTo>
                  <a:pt x="15452" y="3723"/>
                </a:moveTo>
                <a:lnTo>
                  <a:pt x="15111" y="4186"/>
                </a:lnTo>
                <a:lnTo>
                  <a:pt x="14746" y="4648"/>
                </a:lnTo>
                <a:lnTo>
                  <a:pt x="14454" y="5013"/>
                </a:lnTo>
                <a:lnTo>
                  <a:pt x="14333" y="5208"/>
                </a:lnTo>
                <a:lnTo>
                  <a:pt x="14235" y="5402"/>
                </a:lnTo>
                <a:lnTo>
                  <a:pt x="13846" y="5402"/>
                </a:lnTo>
                <a:lnTo>
                  <a:pt x="13919" y="5305"/>
                </a:lnTo>
                <a:lnTo>
                  <a:pt x="13992" y="5159"/>
                </a:lnTo>
                <a:lnTo>
                  <a:pt x="14089" y="4964"/>
                </a:lnTo>
                <a:lnTo>
                  <a:pt x="14479" y="4356"/>
                </a:lnTo>
                <a:lnTo>
                  <a:pt x="14673" y="4040"/>
                </a:lnTo>
                <a:lnTo>
                  <a:pt x="14722" y="3869"/>
                </a:lnTo>
                <a:lnTo>
                  <a:pt x="14771" y="3723"/>
                </a:lnTo>
                <a:close/>
                <a:moveTo>
                  <a:pt x="14503" y="3699"/>
                </a:moveTo>
                <a:lnTo>
                  <a:pt x="14187" y="4161"/>
                </a:lnTo>
                <a:lnTo>
                  <a:pt x="13919" y="4599"/>
                </a:lnTo>
                <a:lnTo>
                  <a:pt x="13651" y="4989"/>
                </a:lnTo>
                <a:lnTo>
                  <a:pt x="13530" y="5183"/>
                </a:lnTo>
                <a:lnTo>
                  <a:pt x="13505" y="5281"/>
                </a:lnTo>
                <a:lnTo>
                  <a:pt x="13481" y="5402"/>
                </a:lnTo>
                <a:lnTo>
                  <a:pt x="13481" y="5427"/>
                </a:lnTo>
                <a:lnTo>
                  <a:pt x="13019" y="5427"/>
                </a:lnTo>
                <a:lnTo>
                  <a:pt x="13116" y="5183"/>
                </a:lnTo>
                <a:lnTo>
                  <a:pt x="13238" y="4940"/>
                </a:lnTo>
                <a:lnTo>
                  <a:pt x="13432" y="4648"/>
                </a:lnTo>
                <a:lnTo>
                  <a:pt x="13627" y="4332"/>
                </a:lnTo>
                <a:lnTo>
                  <a:pt x="13822" y="4015"/>
                </a:lnTo>
                <a:lnTo>
                  <a:pt x="13968" y="3699"/>
                </a:lnTo>
                <a:close/>
                <a:moveTo>
                  <a:pt x="16255" y="3723"/>
                </a:moveTo>
                <a:lnTo>
                  <a:pt x="15914" y="4210"/>
                </a:lnTo>
                <a:lnTo>
                  <a:pt x="15573" y="4672"/>
                </a:lnTo>
                <a:lnTo>
                  <a:pt x="15282" y="5037"/>
                </a:lnTo>
                <a:lnTo>
                  <a:pt x="15160" y="5208"/>
                </a:lnTo>
                <a:lnTo>
                  <a:pt x="15111" y="5329"/>
                </a:lnTo>
                <a:lnTo>
                  <a:pt x="15087" y="5427"/>
                </a:lnTo>
                <a:lnTo>
                  <a:pt x="14722" y="5427"/>
                </a:lnTo>
                <a:lnTo>
                  <a:pt x="14795" y="5329"/>
                </a:lnTo>
                <a:lnTo>
                  <a:pt x="15257" y="4697"/>
                </a:lnTo>
                <a:lnTo>
                  <a:pt x="15403" y="4478"/>
                </a:lnTo>
                <a:lnTo>
                  <a:pt x="15525" y="4234"/>
                </a:lnTo>
                <a:lnTo>
                  <a:pt x="15622" y="3991"/>
                </a:lnTo>
                <a:lnTo>
                  <a:pt x="15646" y="3845"/>
                </a:lnTo>
                <a:lnTo>
                  <a:pt x="15671" y="3723"/>
                </a:lnTo>
                <a:close/>
                <a:moveTo>
                  <a:pt x="3748" y="3626"/>
                </a:moveTo>
                <a:lnTo>
                  <a:pt x="3602" y="3772"/>
                </a:lnTo>
                <a:lnTo>
                  <a:pt x="3480" y="3967"/>
                </a:lnTo>
                <a:lnTo>
                  <a:pt x="3286" y="4307"/>
                </a:lnTo>
                <a:lnTo>
                  <a:pt x="3091" y="4599"/>
                </a:lnTo>
                <a:lnTo>
                  <a:pt x="2872" y="4867"/>
                </a:lnTo>
                <a:lnTo>
                  <a:pt x="2677" y="5159"/>
                </a:lnTo>
                <a:lnTo>
                  <a:pt x="2580" y="5305"/>
                </a:lnTo>
                <a:lnTo>
                  <a:pt x="2507" y="5451"/>
                </a:lnTo>
                <a:lnTo>
                  <a:pt x="2191" y="5451"/>
                </a:lnTo>
                <a:lnTo>
                  <a:pt x="2312" y="5305"/>
                </a:lnTo>
                <a:lnTo>
                  <a:pt x="2410" y="5135"/>
                </a:lnTo>
                <a:lnTo>
                  <a:pt x="2604" y="4867"/>
                </a:lnTo>
                <a:lnTo>
                  <a:pt x="2799" y="4599"/>
                </a:lnTo>
                <a:lnTo>
                  <a:pt x="2945" y="4307"/>
                </a:lnTo>
                <a:lnTo>
                  <a:pt x="3091" y="4040"/>
                </a:lnTo>
                <a:lnTo>
                  <a:pt x="3213" y="3748"/>
                </a:lnTo>
                <a:lnTo>
                  <a:pt x="3213" y="3699"/>
                </a:lnTo>
                <a:lnTo>
                  <a:pt x="3164" y="3675"/>
                </a:lnTo>
                <a:lnTo>
                  <a:pt x="3115" y="3650"/>
                </a:lnTo>
                <a:lnTo>
                  <a:pt x="3091" y="3699"/>
                </a:lnTo>
                <a:lnTo>
                  <a:pt x="2872" y="3942"/>
                </a:lnTo>
                <a:lnTo>
                  <a:pt x="2653" y="4210"/>
                </a:lnTo>
                <a:lnTo>
                  <a:pt x="2434" y="4453"/>
                </a:lnTo>
                <a:lnTo>
                  <a:pt x="2215" y="4721"/>
                </a:lnTo>
                <a:lnTo>
                  <a:pt x="1947" y="5062"/>
                </a:lnTo>
                <a:lnTo>
                  <a:pt x="1826" y="5232"/>
                </a:lnTo>
                <a:lnTo>
                  <a:pt x="1777" y="5329"/>
                </a:lnTo>
                <a:lnTo>
                  <a:pt x="1753" y="5427"/>
                </a:lnTo>
                <a:lnTo>
                  <a:pt x="1388" y="5427"/>
                </a:lnTo>
                <a:lnTo>
                  <a:pt x="1461" y="5305"/>
                </a:lnTo>
                <a:lnTo>
                  <a:pt x="1534" y="5159"/>
                </a:lnTo>
                <a:lnTo>
                  <a:pt x="1631" y="5013"/>
                </a:lnTo>
                <a:lnTo>
                  <a:pt x="1728" y="4867"/>
                </a:lnTo>
                <a:lnTo>
                  <a:pt x="1972" y="4575"/>
                </a:lnTo>
                <a:lnTo>
                  <a:pt x="2142" y="4356"/>
                </a:lnTo>
                <a:lnTo>
                  <a:pt x="2288" y="4137"/>
                </a:lnTo>
                <a:lnTo>
                  <a:pt x="2410" y="3894"/>
                </a:lnTo>
                <a:lnTo>
                  <a:pt x="2507" y="3650"/>
                </a:lnTo>
                <a:lnTo>
                  <a:pt x="3748" y="3626"/>
                </a:lnTo>
                <a:close/>
                <a:moveTo>
                  <a:pt x="4551" y="3602"/>
                </a:moveTo>
                <a:lnTo>
                  <a:pt x="4356" y="3796"/>
                </a:lnTo>
                <a:lnTo>
                  <a:pt x="4186" y="4015"/>
                </a:lnTo>
                <a:lnTo>
                  <a:pt x="3894" y="4478"/>
                </a:lnTo>
                <a:lnTo>
                  <a:pt x="3699" y="4697"/>
                </a:lnTo>
                <a:lnTo>
                  <a:pt x="3505" y="4940"/>
                </a:lnTo>
                <a:lnTo>
                  <a:pt x="3407" y="5062"/>
                </a:lnTo>
                <a:lnTo>
                  <a:pt x="3334" y="5183"/>
                </a:lnTo>
                <a:lnTo>
                  <a:pt x="3286" y="5329"/>
                </a:lnTo>
                <a:lnTo>
                  <a:pt x="3261" y="5451"/>
                </a:lnTo>
                <a:lnTo>
                  <a:pt x="2921" y="5451"/>
                </a:lnTo>
                <a:lnTo>
                  <a:pt x="3067" y="5281"/>
                </a:lnTo>
                <a:lnTo>
                  <a:pt x="3213" y="5062"/>
                </a:lnTo>
                <a:lnTo>
                  <a:pt x="3432" y="4672"/>
                </a:lnTo>
                <a:lnTo>
                  <a:pt x="3724" y="4161"/>
                </a:lnTo>
                <a:lnTo>
                  <a:pt x="4016" y="3602"/>
                </a:lnTo>
                <a:close/>
                <a:moveTo>
                  <a:pt x="13140" y="3675"/>
                </a:moveTo>
                <a:lnTo>
                  <a:pt x="13724" y="3699"/>
                </a:lnTo>
                <a:lnTo>
                  <a:pt x="13505" y="3894"/>
                </a:lnTo>
                <a:lnTo>
                  <a:pt x="13335" y="4137"/>
                </a:lnTo>
                <a:lnTo>
                  <a:pt x="12994" y="4624"/>
                </a:lnTo>
                <a:lnTo>
                  <a:pt x="12751" y="5013"/>
                </a:lnTo>
                <a:lnTo>
                  <a:pt x="12605" y="5232"/>
                </a:lnTo>
                <a:lnTo>
                  <a:pt x="12483" y="5451"/>
                </a:lnTo>
                <a:lnTo>
                  <a:pt x="12313" y="5451"/>
                </a:lnTo>
                <a:lnTo>
                  <a:pt x="12459" y="5256"/>
                </a:lnTo>
                <a:lnTo>
                  <a:pt x="12556" y="5037"/>
                </a:lnTo>
                <a:lnTo>
                  <a:pt x="12775" y="4624"/>
                </a:lnTo>
                <a:lnTo>
                  <a:pt x="12873" y="4405"/>
                </a:lnTo>
                <a:lnTo>
                  <a:pt x="12946" y="4161"/>
                </a:lnTo>
                <a:lnTo>
                  <a:pt x="13043" y="3918"/>
                </a:lnTo>
                <a:lnTo>
                  <a:pt x="13140" y="3675"/>
                </a:lnTo>
                <a:close/>
                <a:moveTo>
                  <a:pt x="16912" y="3723"/>
                </a:moveTo>
                <a:lnTo>
                  <a:pt x="16547" y="4283"/>
                </a:lnTo>
                <a:lnTo>
                  <a:pt x="16328" y="4575"/>
                </a:lnTo>
                <a:lnTo>
                  <a:pt x="16109" y="4818"/>
                </a:lnTo>
                <a:lnTo>
                  <a:pt x="15841" y="5086"/>
                </a:lnTo>
                <a:lnTo>
                  <a:pt x="15695" y="5281"/>
                </a:lnTo>
                <a:lnTo>
                  <a:pt x="15573" y="5451"/>
                </a:lnTo>
                <a:lnTo>
                  <a:pt x="15501" y="5451"/>
                </a:lnTo>
                <a:lnTo>
                  <a:pt x="15695" y="5135"/>
                </a:lnTo>
                <a:lnTo>
                  <a:pt x="15914" y="4843"/>
                </a:lnTo>
                <a:lnTo>
                  <a:pt x="16084" y="4575"/>
                </a:lnTo>
                <a:lnTo>
                  <a:pt x="16230" y="4307"/>
                </a:lnTo>
                <a:lnTo>
                  <a:pt x="16474" y="3723"/>
                </a:lnTo>
                <a:close/>
                <a:moveTo>
                  <a:pt x="12921" y="3650"/>
                </a:moveTo>
                <a:lnTo>
                  <a:pt x="12800" y="3821"/>
                </a:lnTo>
                <a:lnTo>
                  <a:pt x="12702" y="3991"/>
                </a:lnTo>
                <a:lnTo>
                  <a:pt x="12532" y="4332"/>
                </a:lnTo>
                <a:lnTo>
                  <a:pt x="12362" y="4599"/>
                </a:lnTo>
                <a:lnTo>
                  <a:pt x="12167" y="4891"/>
                </a:lnTo>
                <a:lnTo>
                  <a:pt x="11997" y="5159"/>
                </a:lnTo>
                <a:lnTo>
                  <a:pt x="11948" y="5305"/>
                </a:lnTo>
                <a:lnTo>
                  <a:pt x="11899" y="5451"/>
                </a:lnTo>
                <a:lnTo>
                  <a:pt x="11583" y="5475"/>
                </a:lnTo>
                <a:lnTo>
                  <a:pt x="11583" y="5475"/>
                </a:lnTo>
                <a:lnTo>
                  <a:pt x="11729" y="5232"/>
                </a:lnTo>
                <a:lnTo>
                  <a:pt x="11826" y="4964"/>
                </a:lnTo>
                <a:lnTo>
                  <a:pt x="12045" y="4453"/>
                </a:lnTo>
                <a:lnTo>
                  <a:pt x="12216" y="4064"/>
                </a:lnTo>
                <a:lnTo>
                  <a:pt x="12289" y="3869"/>
                </a:lnTo>
                <a:lnTo>
                  <a:pt x="12337" y="3650"/>
                </a:lnTo>
                <a:close/>
                <a:moveTo>
                  <a:pt x="4746" y="3602"/>
                </a:moveTo>
                <a:lnTo>
                  <a:pt x="5792" y="3626"/>
                </a:lnTo>
                <a:lnTo>
                  <a:pt x="6814" y="3675"/>
                </a:lnTo>
                <a:lnTo>
                  <a:pt x="6571" y="3845"/>
                </a:lnTo>
                <a:lnTo>
                  <a:pt x="6352" y="4064"/>
                </a:lnTo>
                <a:lnTo>
                  <a:pt x="6157" y="4283"/>
                </a:lnTo>
                <a:lnTo>
                  <a:pt x="5987" y="4526"/>
                </a:lnTo>
                <a:lnTo>
                  <a:pt x="5573" y="5135"/>
                </a:lnTo>
                <a:lnTo>
                  <a:pt x="5427" y="5305"/>
                </a:lnTo>
                <a:lnTo>
                  <a:pt x="5403" y="5402"/>
                </a:lnTo>
                <a:lnTo>
                  <a:pt x="5378" y="5500"/>
                </a:lnTo>
                <a:lnTo>
                  <a:pt x="5013" y="5500"/>
                </a:lnTo>
                <a:lnTo>
                  <a:pt x="5232" y="5232"/>
                </a:lnTo>
                <a:lnTo>
                  <a:pt x="5427" y="4940"/>
                </a:lnTo>
                <a:lnTo>
                  <a:pt x="6206" y="3748"/>
                </a:lnTo>
                <a:lnTo>
                  <a:pt x="6230" y="3699"/>
                </a:lnTo>
                <a:lnTo>
                  <a:pt x="6206" y="3675"/>
                </a:lnTo>
                <a:lnTo>
                  <a:pt x="6108" y="3675"/>
                </a:lnTo>
                <a:lnTo>
                  <a:pt x="5865" y="3894"/>
                </a:lnTo>
                <a:lnTo>
                  <a:pt x="5646" y="4113"/>
                </a:lnTo>
                <a:lnTo>
                  <a:pt x="5427" y="4356"/>
                </a:lnTo>
                <a:lnTo>
                  <a:pt x="5208" y="4599"/>
                </a:lnTo>
                <a:lnTo>
                  <a:pt x="4892" y="5013"/>
                </a:lnTo>
                <a:lnTo>
                  <a:pt x="4770" y="5256"/>
                </a:lnTo>
                <a:lnTo>
                  <a:pt x="4648" y="5500"/>
                </a:lnTo>
                <a:lnTo>
                  <a:pt x="4429" y="5475"/>
                </a:lnTo>
                <a:lnTo>
                  <a:pt x="4746" y="5037"/>
                </a:lnTo>
                <a:lnTo>
                  <a:pt x="4989" y="4745"/>
                </a:lnTo>
                <a:lnTo>
                  <a:pt x="5208" y="4405"/>
                </a:lnTo>
                <a:lnTo>
                  <a:pt x="5403" y="4088"/>
                </a:lnTo>
                <a:lnTo>
                  <a:pt x="5476" y="3894"/>
                </a:lnTo>
                <a:lnTo>
                  <a:pt x="5549" y="3723"/>
                </a:lnTo>
                <a:lnTo>
                  <a:pt x="5549" y="3675"/>
                </a:lnTo>
                <a:lnTo>
                  <a:pt x="5500" y="3650"/>
                </a:lnTo>
                <a:lnTo>
                  <a:pt x="5476" y="3626"/>
                </a:lnTo>
                <a:lnTo>
                  <a:pt x="5427" y="3650"/>
                </a:lnTo>
                <a:lnTo>
                  <a:pt x="5159" y="3918"/>
                </a:lnTo>
                <a:lnTo>
                  <a:pt x="4916" y="4210"/>
                </a:lnTo>
                <a:lnTo>
                  <a:pt x="4429" y="4794"/>
                </a:lnTo>
                <a:lnTo>
                  <a:pt x="4162" y="5110"/>
                </a:lnTo>
                <a:lnTo>
                  <a:pt x="4016" y="5281"/>
                </a:lnTo>
                <a:lnTo>
                  <a:pt x="3894" y="5475"/>
                </a:lnTo>
                <a:lnTo>
                  <a:pt x="3529" y="5451"/>
                </a:lnTo>
                <a:lnTo>
                  <a:pt x="3821" y="5086"/>
                </a:lnTo>
                <a:lnTo>
                  <a:pt x="4064" y="4721"/>
                </a:lnTo>
                <a:lnTo>
                  <a:pt x="4405" y="4161"/>
                </a:lnTo>
                <a:lnTo>
                  <a:pt x="4575" y="3869"/>
                </a:lnTo>
                <a:lnTo>
                  <a:pt x="4746" y="3602"/>
                </a:lnTo>
                <a:close/>
                <a:moveTo>
                  <a:pt x="11997" y="3650"/>
                </a:moveTo>
                <a:lnTo>
                  <a:pt x="11875" y="3869"/>
                </a:lnTo>
                <a:lnTo>
                  <a:pt x="11778" y="4088"/>
                </a:lnTo>
                <a:lnTo>
                  <a:pt x="11559" y="4551"/>
                </a:lnTo>
                <a:lnTo>
                  <a:pt x="11315" y="4989"/>
                </a:lnTo>
                <a:lnTo>
                  <a:pt x="11218" y="5232"/>
                </a:lnTo>
                <a:lnTo>
                  <a:pt x="11194" y="5378"/>
                </a:lnTo>
                <a:lnTo>
                  <a:pt x="11169" y="5500"/>
                </a:lnTo>
                <a:lnTo>
                  <a:pt x="10756" y="5500"/>
                </a:lnTo>
                <a:lnTo>
                  <a:pt x="10950" y="5256"/>
                </a:lnTo>
                <a:lnTo>
                  <a:pt x="11121" y="4989"/>
                </a:lnTo>
                <a:lnTo>
                  <a:pt x="11291" y="4672"/>
                </a:lnTo>
                <a:lnTo>
                  <a:pt x="11437" y="4332"/>
                </a:lnTo>
                <a:lnTo>
                  <a:pt x="11705" y="3650"/>
                </a:lnTo>
                <a:close/>
                <a:moveTo>
                  <a:pt x="17593" y="3699"/>
                </a:moveTo>
                <a:lnTo>
                  <a:pt x="17471" y="3894"/>
                </a:lnTo>
                <a:lnTo>
                  <a:pt x="17325" y="4088"/>
                </a:lnTo>
                <a:lnTo>
                  <a:pt x="17082" y="4502"/>
                </a:lnTo>
                <a:lnTo>
                  <a:pt x="16887" y="4745"/>
                </a:lnTo>
                <a:lnTo>
                  <a:pt x="16668" y="4989"/>
                </a:lnTo>
                <a:lnTo>
                  <a:pt x="16474" y="5232"/>
                </a:lnTo>
                <a:lnTo>
                  <a:pt x="16376" y="5378"/>
                </a:lnTo>
                <a:lnTo>
                  <a:pt x="16303" y="5500"/>
                </a:lnTo>
                <a:lnTo>
                  <a:pt x="16133" y="5475"/>
                </a:lnTo>
                <a:lnTo>
                  <a:pt x="16620" y="4867"/>
                </a:lnTo>
                <a:lnTo>
                  <a:pt x="16790" y="4599"/>
                </a:lnTo>
                <a:lnTo>
                  <a:pt x="16936" y="4307"/>
                </a:lnTo>
                <a:lnTo>
                  <a:pt x="17033" y="4015"/>
                </a:lnTo>
                <a:lnTo>
                  <a:pt x="17131" y="3723"/>
                </a:lnTo>
                <a:lnTo>
                  <a:pt x="17593" y="3699"/>
                </a:lnTo>
                <a:close/>
                <a:moveTo>
                  <a:pt x="2337" y="3650"/>
                </a:moveTo>
                <a:lnTo>
                  <a:pt x="1947" y="4064"/>
                </a:lnTo>
                <a:lnTo>
                  <a:pt x="1558" y="4478"/>
                </a:lnTo>
                <a:lnTo>
                  <a:pt x="1363" y="4697"/>
                </a:lnTo>
                <a:lnTo>
                  <a:pt x="1193" y="4940"/>
                </a:lnTo>
                <a:lnTo>
                  <a:pt x="1096" y="5062"/>
                </a:lnTo>
                <a:lnTo>
                  <a:pt x="1047" y="5183"/>
                </a:lnTo>
                <a:lnTo>
                  <a:pt x="1023" y="5329"/>
                </a:lnTo>
                <a:lnTo>
                  <a:pt x="1023" y="5451"/>
                </a:lnTo>
                <a:lnTo>
                  <a:pt x="804" y="5475"/>
                </a:lnTo>
                <a:lnTo>
                  <a:pt x="609" y="5524"/>
                </a:lnTo>
                <a:lnTo>
                  <a:pt x="609" y="5524"/>
                </a:lnTo>
                <a:lnTo>
                  <a:pt x="682" y="5451"/>
                </a:lnTo>
                <a:lnTo>
                  <a:pt x="755" y="5354"/>
                </a:lnTo>
                <a:lnTo>
                  <a:pt x="901" y="5135"/>
                </a:lnTo>
                <a:lnTo>
                  <a:pt x="1023" y="4891"/>
                </a:lnTo>
                <a:lnTo>
                  <a:pt x="1120" y="4697"/>
                </a:lnTo>
                <a:lnTo>
                  <a:pt x="1485" y="4186"/>
                </a:lnTo>
                <a:lnTo>
                  <a:pt x="1874" y="3675"/>
                </a:lnTo>
                <a:lnTo>
                  <a:pt x="2288" y="3650"/>
                </a:lnTo>
                <a:close/>
                <a:moveTo>
                  <a:pt x="11510" y="3650"/>
                </a:moveTo>
                <a:lnTo>
                  <a:pt x="11291" y="3967"/>
                </a:lnTo>
                <a:lnTo>
                  <a:pt x="11096" y="4283"/>
                </a:lnTo>
                <a:lnTo>
                  <a:pt x="10902" y="4599"/>
                </a:lnTo>
                <a:lnTo>
                  <a:pt x="10707" y="4891"/>
                </a:lnTo>
                <a:lnTo>
                  <a:pt x="10464" y="5208"/>
                </a:lnTo>
                <a:lnTo>
                  <a:pt x="10366" y="5354"/>
                </a:lnTo>
                <a:lnTo>
                  <a:pt x="10269" y="5524"/>
                </a:lnTo>
                <a:lnTo>
                  <a:pt x="10001" y="5524"/>
                </a:lnTo>
                <a:lnTo>
                  <a:pt x="10269" y="5208"/>
                </a:lnTo>
                <a:lnTo>
                  <a:pt x="10488" y="4891"/>
                </a:lnTo>
                <a:lnTo>
                  <a:pt x="10683" y="4599"/>
                </a:lnTo>
                <a:lnTo>
                  <a:pt x="10853" y="4307"/>
                </a:lnTo>
                <a:lnTo>
                  <a:pt x="11023" y="3991"/>
                </a:lnTo>
                <a:lnTo>
                  <a:pt x="11145" y="3675"/>
                </a:lnTo>
                <a:lnTo>
                  <a:pt x="11437" y="3650"/>
                </a:lnTo>
                <a:close/>
                <a:moveTo>
                  <a:pt x="6936" y="3699"/>
                </a:moveTo>
                <a:lnTo>
                  <a:pt x="7325" y="3723"/>
                </a:lnTo>
                <a:lnTo>
                  <a:pt x="7057" y="4015"/>
                </a:lnTo>
                <a:lnTo>
                  <a:pt x="6814" y="4356"/>
                </a:lnTo>
                <a:lnTo>
                  <a:pt x="6619" y="4599"/>
                </a:lnTo>
                <a:lnTo>
                  <a:pt x="6400" y="4867"/>
                </a:lnTo>
                <a:lnTo>
                  <a:pt x="6327" y="5013"/>
                </a:lnTo>
                <a:lnTo>
                  <a:pt x="6254" y="5159"/>
                </a:lnTo>
                <a:lnTo>
                  <a:pt x="6206" y="5329"/>
                </a:lnTo>
                <a:lnTo>
                  <a:pt x="6206" y="5475"/>
                </a:lnTo>
                <a:lnTo>
                  <a:pt x="6206" y="5500"/>
                </a:lnTo>
                <a:lnTo>
                  <a:pt x="6230" y="5548"/>
                </a:lnTo>
                <a:lnTo>
                  <a:pt x="5768" y="5524"/>
                </a:lnTo>
                <a:lnTo>
                  <a:pt x="5889" y="5378"/>
                </a:lnTo>
                <a:lnTo>
                  <a:pt x="5987" y="5208"/>
                </a:lnTo>
                <a:lnTo>
                  <a:pt x="6157" y="4916"/>
                </a:lnTo>
                <a:lnTo>
                  <a:pt x="6546" y="4332"/>
                </a:lnTo>
                <a:lnTo>
                  <a:pt x="6936" y="3723"/>
                </a:lnTo>
                <a:lnTo>
                  <a:pt x="6936" y="3699"/>
                </a:lnTo>
                <a:close/>
                <a:moveTo>
                  <a:pt x="7568" y="3723"/>
                </a:moveTo>
                <a:lnTo>
                  <a:pt x="8103" y="3748"/>
                </a:lnTo>
                <a:lnTo>
                  <a:pt x="7933" y="3991"/>
                </a:lnTo>
                <a:lnTo>
                  <a:pt x="7763" y="4234"/>
                </a:lnTo>
                <a:lnTo>
                  <a:pt x="7592" y="4478"/>
                </a:lnTo>
                <a:lnTo>
                  <a:pt x="7422" y="4721"/>
                </a:lnTo>
                <a:lnTo>
                  <a:pt x="7057" y="5110"/>
                </a:lnTo>
                <a:lnTo>
                  <a:pt x="6887" y="5329"/>
                </a:lnTo>
                <a:lnTo>
                  <a:pt x="6838" y="5427"/>
                </a:lnTo>
                <a:lnTo>
                  <a:pt x="6814" y="5548"/>
                </a:lnTo>
                <a:lnTo>
                  <a:pt x="6327" y="5548"/>
                </a:lnTo>
                <a:lnTo>
                  <a:pt x="6449" y="5451"/>
                </a:lnTo>
                <a:lnTo>
                  <a:pt x="6546" y="5354"/>
                </a:lnTo>
                <a:lnTo>
                  <a:pt x="6717" y="5110"/>
                </a:lnTo>
                <a:lnTo>
                  <a:pt x="7009" y="4624"/>
                </a:lnTo>
                <a:lnTo>
                  <a:pt x="7325" y="4186"/>
                </a:lnTo>
                <a:lnTo>
                  <a:pt x="7447" y="3967"/>
                </a:lnTo>
                <a:lnTo>
                  <a:pt x="7568" y="3723"/>
                </a:lnTo>
                <a:close/>
                <a:moveTo>
                  <a:pt x="10902" y="3675"/>
                </a:moveTo>
                <a:lnTo>
                  <a:pt x="10172" y="4721"/>
                </a:lnTo>
                <a:lnTo>
                  <a:pt x="10026" y="4916"/>
                </a:lnTo>
                <a:lnTo>
                  <a:pt x="9855" y="5110"/>
                </a:lnTo>
                <a:lnTo>
                  <a:pt x="9709" y="5329"/>
                </a:lnTo>
                <a:lnTo>
                  <a:pt x="9661" y="5427"/>
                </a:lnTo>
                <a:lnTo>
                  <a:pt x="9612" y="5548"/>
                </a:lnTo>
                <a:lnTo>
                  <a:pt x="9320" y="5548"/>
                </a:lnTo>
                <a:lnTo>
                  <a:pt x="9515" y="5208"/>
                </a:lnTo>
                <a:lnTo>
                  <a:pt x="9661" y="4867"/>
                </a:lnTo>
                <a:lnTo>
                  <a:pt x="10026" y="4307"/>
                </a:lnTo>
                <a:lnTo>
                  <a:pt x="10391" y="3723"/>
                </a:lnTo>
                <a:lnTo>
                  <a:pt x="10902" y="3675"/>
                </a:lnTo>
                <a:close/>
                <a:moveTo>
                  <a:pt x="9150" y="5062"/>
                </a:moveTo>
                <a:lnTo>
                  <a:pt x="9004" y="5305"/>
                </a:lnTo>
                <a:lnTo>
                  <a:pt x="8979" y="5427"/>
                </a:lnTo>
                <a:lnTo>
                  <a:pt x="8931" y="5548"/>
                </a:lnTo>
                <a:lnTo>
                  <a:pt x="8736" y="5573"/>
                </a:lnTo>
                <a:lnTo>
                  <a:pt x="8736" y="5573"/>
                </a:lnTo>
                <a:lnTo>
                  <a:pt x="8955" y="5281"/>
                </a:lnTo>
                <a:lnTo>
                  <a:pt x="9150" y="5062"/>
                </a:lnTo>
                <a:close/>
                <a:moveTo>
                  <a:pt x="8785" y="3772"/>
                </a:moveTo>
                <a:lnTo>
                  <a:pt x="8663" y="3918"/>
                </a:lnTo>
                <a:lnTo>
                  <a:pt x="8541" y="4064"/>
                </a:lnTo>
                <a:lnTo>
                  <a:pt x="8322" y="4380"/>
                </a:lnTo>
                <a:lnTo>
                  <a:pt x="8103" y="4672"/>
                </a:lnTo>
                <a:lnTo>
                  <a:pt x="7884" y="4940"/>
                </a:lnTo>
                <a:lnTo>
                  <a:pt x="7690" y="5256"/>
                </a:lnTo>
                <a:lnTo>
                  <a:pt x="7617" y="5402"/>
                </a:lnTo>
                <a:lnTo>
                  <a:pt x="7544" y="5573"/>
                </a:lnTo>
                <a:lnTo>
                  <a:pt x="7228" y="5573"/>
                </a:lnTo>
                <a:lnTo>
                  <a:pt x="7374" y="5402"/>
                </a:lnTo>
                <a:lnTo>
                  <a:pt x="7495" y="5256"/>
                </a:lnTo>
                <a:lnTo>
                  <a:pt x="7714" y="4940"/>
                </a:lnTo>
                <a:lnTo>
                  <a:pt x="7909" y="4672"/>
                </a:lnTo>
                <a:lnTo>
                  <a:pt x="8079" y="4380"/>
                </a:lnTo>
                <a:lnTo>
                  <a:pt x="8225" y="4088"/>
                </a:lnTo>
                <a:lnTo>
                  <a:pt x="8347" y="3772"/>
                </a:lnTo>
                <a:close/>
                <a:moveTo>
                  <a:pt x="9515" y="3772"/>
                </a:moveTo>
                <a:lnTo>
                  <a:pt x="9490" y="3821"/>
                </a:lnTo>
                <a:lnTo>
                  <a:pt x="9393" y="3918"/>
                </a:lnTo>
                <a:lnTo>
                  <a:pt x="9320" y="4040"/>
                </a:lnTo>
                <a:lnTo>
                  <a:pt x="9150" y="4332"/>
                </a:lnTo>
                <a:lnTo>
                  <a:pt x="9028" y="4624"/>
                </a:lnTo>
                <a:lnTo>
                  <a:pt x="8833" y="4843"/>
                </a:lnTo>
                <a:lnTo>
                  <a:pt x="8614" y="5086"/>
                </a:lnTo>
                <a:lnTo>
                  <a:pt x="8541" y="5183"/>
                </a:lnTo>
                <a:lnTo>
                  <a:pt x="8444" y="5305"/>
                </a:lnTo>
                <a:lnTo>
                  <a:pt x="8395" y="5427"/>
                </a:lnTo>
                <a:lnTo>
                  <a:pt x="8347" y="5573"/>
                </a:lnTo>
                <a:lnTo>
                  <a:pt x="7884" y="5573"/>
                </a:lnTo>
                <a:lnTo>
                  <a:pt x="8055" y="5378"/>
                </a:lnTo>
                <a:lnTo>
                  <a:pt x="8201" y="5183"/>
                </a:lnTo>
                <a:lnTo>
                  <a:pt x="8444" y="4794"/>
                </a:lnTo>
                <a:lnTo>
                  <a:pt x="8614" y="4551"/>
                </a:lnTo>
                <a:lnTo>
                  <a:pt x="8760" y="4307"/>
                </a:lnTo>
                <a:lnTo>
                  <a:pt x="9028" y="3796"/>
                </a:lnTo>
                <a:lnTo>
                  <a:pt x="9271" y="3796"/>
                </a:lnTo>
                <a:lnTo>
                  <a:pt x="9515" y="3772"/>
                </a:lnTo>
                <a:close/>
                <a:moveTo>
                  <a:pt x="18031" y="3650"/>
                </a:moveTo>
                <a:lnTo>
                  <a:pt x="18031" y="4015"/>
                </a:lnTo>
                <a:lnTo>
                  <a:pt x="17934" y="4186"/>
                </a:lnTo>
                <a:lnTo>
                  <a:pt x="17836" y="4380"/>
                </a:lnTo>
                <a:lnTo>
                  <a:pt x="17642" y="4745"/>
                </a:lnTo>
                <a:lnTo>
                  <a:pt x="17350" y="5159"/>
                </a:lnTo>
                <a:lnTo>
                  <a:pt x="17228" y="5354"/>
                </a:lnTo>
                <a:lnTo>
                  <a:pt x="17131" y="5573"/>
                </a:lnTo>
                <a:lnTo>
                  <a:pt x="16766" y="5548"/>
                </a:lnTo>
                <a:lnTo>
                  <a:pt x="16912" y="5378"/>
                </a:lnTo>
                <a:lnTo>
                  <a:pt x="17058" y="5183"/>
                </a:lnTo>
                <a:lnTo>
                  <a:pt x="17325" y="4818"/>
                </a:lnTo>
                <a:lnTo>
                  <a:pt x="17471" y="4551"/>
                </a:lnTo>
                <a:lnTo>
                  <a:pt x="17569" y="4259"/>
                </a:lnTo>
                <a:lnTo>
                  <a:pt x="17739" y="3699"/>
                </a:lnTo>
                <a:lnTo>
                  <a:pt x="18031" y="3650"/>
                </a:lnTo>
                <a:close/>
                <a:moveTo>
                  <a:pt x="18007" y="4818"/>
                </a:moveTo>
                <a:lnTo>
                  <a:pt x="18007" y="5597"/>
                </a:lnTo>
                <a:lnTo>
                  <a:pt x="17544" y="5597"/>
                </a:lnTo>
                <a:lnTo>
                  <a:pt x="17642" y="5378"/>
                </a:lnTo>
                <a:lnTo>
                  <a:pt x="17812" y="5110"/>
                </a:lnTo>
                <a:lnTo>
                  <a:pt x="18007" y="4818"/>
                </a:lnTo>
                <a:close/>
                <a:moveTo>
                  <a:pt x="560" y="5913"/>
                </a:moveTo>
                <a:lnTo>
                  <a:pt x="537" y="5960"/>
                </a:lnTo>
                <a:lnTo>
                  <a:pt x="537" y="5960"/>
                </a:lnTo>
                <a:lnTo>
                  <a:pt x="536" y="5938"/>
                </a:lnTo>
                <a:lnTo>
                  <a:pt x="560" y="5913"/>
                </a:lnTo>
                <a:close/>
                <a:moveTo>
                  <a:pt x="4673" y="6692"/>
                </a:moveTo>
                <a:lnTo>
                  <a:pt x="4600" y="6716"/>
                </a:lnTo>
                <a:lnTo>
                  <a:pt x="4527" y="6765"/>
                </a:lnTo>
                <a:lnTo>
                  <a:pt x="4405" y="6838"/>
                </a:lnTo>
                <a:lnTo>
                  <a:pt x="4283" y="6911"/>
                </a:lnTo>
                <a:lnTo>
                  <a:pt x="4089" y="6984"/>
                </a:lnTo>
                <a:lnTo>
                  <a:pt x="4016" y="7008"/>
                </a:lnTo>
                <a:lnTo>
                  <a:pt x="4016" y="6935"/>
                </a:lnTo>
                <a:lnTo>
                  <a:pt x="3991" y="6862"/>
                </a:lnTo>
                <a:lnTo>
                  <a:pt x="3967" y="6789"/>
                </a:lnTo>
                <a:lnTo>
                  <a:pt x="3918" y="6741"/>
                </a:lnTo>
                <a:lnTo>
                  <a:pt x="3870" y="6716"/>
                </a:lnTo>
                <a:lnTo>
                  <a:pt x="3797" y="6716"/>
                </a:lnTo>
                <a:lnTo>
                  <a:pt x="3724" y="6741"/>
                </a:lnTo>
                <a:lnTo>
                  <a:pt x="3675" y="6789"/>
                </a:lnTo>
                <a:lnTo>
                  <a:pt x="3578" y="6887"/>
                </a:lnTo>
                <a:lnTo>
                  <a:pt x="3456" y="6984"/>
                </a:lnTo>
                <a:lnTo>
                  <a:pt x="3213" y="7130"/>
                </a:lnTo>
                <a:lnTo>
                  <a:pt x="3042" y="7227"/>
                </a:lnTo>
                <a:lnTo>
                  <a:pt x="2848" y="7252"/>
                </a:lnTo>
                <a:lnTo>
                  <a:pt x="2799" y="7252"/>
                </a:lnTo>
                <a:lnTo>
                  <a:pt x="2799" y="7227"/>
                </a:lnTo>
                <a:lnTo>
                  <a:pt x="2799" y="7106"/>
                </a:lnTo>
                <a:lnTo>
                  <a:pt x="2848" y="6984"/>
                </a:lnTo>
                <a:lnTo>
                  <a:pt x="2896" y="6887"/>
                </a:lnTo>
                <a:lnTo>
                  <a:pt x="2896" y="6838"/>
                </a:lnTo>
                <a:lnTo>
                  <a:pt x="2872" y="6789"/>
                </a:lnTo>
                <a:lnTo>
                  <a:pt x="2823" y="6741"/>
                </a:lnTo>
                <a:lnTo>
                  <a:pt x="2775" y="6741"/>
                </a:lnTo>
                <a:lnTo>
                  <a:pt x="2702" y="6765"/>
                </a:lnTo>
                <a:lnTo>
                  <a:pt x="2629" y="6789"/>
                </a:lnTo>
                <a:lnTo>
                  <a:pt x="2531" y="6887"/>
                </a:lnTo>
                <a:lnTo>
                  <a:pt x="2458" y="7008"/>
                </a:lnTo>
                <a:lnTo>
                  <a:pt x="2434" y="7130"/>
                </a:lnTo>
                <a:lnTo>
                  <a:pt x="2434" y="7276"/>
                </a:lnTo>
                <a:lnTo>
                  <a:pt x="2483" y="7422"/>
                </a:lnTo>
                <a:lnTo>
                  <a:pt x="2556" y="7519"/>
                </a:lnTo>
                <a:lnTo>
                  <a:pt x="2677" y="7617"/>
                </a:lnTo>
                <a:lnTo>
                  <a:pt x="2799" y="7641"/>
                </a:lnTo>
                <a:lnTo>
                  <a:pt x="2921" y="7665"/>
                </a:lnTo>
                <a:lnTo>
                  <a:pt x="3042" y="7641"/>
                </a:lnTo>
                <a:lnTo>
                  <a:pt x="3188" y="7617"/>
                </a:lnTo>
                <a:lnTo>
                  <a:pt x="3432" y="7495"/>
                </a:lnTo>
                <a:lnTo>
                  <a:pt x="3675" y="7349"/>
                </a:lnTo>
                <a:lnTo>
                  <a:pt x="3748" y="7373"/>
                </a:lnTo>
                <a:lnTo>
                  <a:pt x="3845" y="7398"/>
                </a:lnTo>
                <a:lnTo>
                  <a:pt x="4040" y="7398"/>
                </a:lnTo>
                <a:lnTo>
                  <a:pt x="4259" y="7349"/>
                </a:lnTo>
                <a:lnTo>
                  <a:pt x="4478" y="7276"/>
                </a:lnTo>
                <a:lnTo>
                  <a:pt x="4551" y="7373"/>
                </a:lnTo>
                <a:lnTo>
                  <a:pt x="4673" y="7446"/>
                </a:lnTo>
                <a:lnTo>
                  <a:pt x="4819" y="7495"/>
                </a:lnTo>
                <a:lnTo>
                  <a:pt x="4989" y="7519"/>
                </a:lnTo>
                <a:lnTo>
                  <a:pt x="5159" y="7519"/>
                </a:lnTo>
                <a:lnTo>
                  <a:pt x="5354" y="7495"/>
                </a:lnTo>
                <a:lnTo>
                  <a:pt x="5524" y="7446"/>
                </a:lnTo>
                <a:lnTo>
                  <a:pt x="5695" y="7373"/>
                </a:lnTo>
                <a:lnTo>
                  <a:pt x="5792" y="7446"/>
                </a:lnTo>
                <a:lnTo>
                  <a:pt x="5914" y="7495"/>
                </a:lnTo>
                <a:lnTo>
                  <a:pt x="6060" y="7519"/>
                </a:lnTo>
                <a:lnTo>
                  <a:pt x="6230" y="7519"/>
                </a:lnTo>
                <a:lnTo>
                  <a:pt x="6400" y="7495"/>
                </a:lnTo>
                <a:lnTo>
                  <a:pt x="6571" y="7422"/>
                </a:lnTo>
                <a:lnTo>
                  <a:pt x="6741" y="7373"/>
                </a:lnTo>
                <a:lnTo>
                  <a:pt x="6911" y="7276"/>
                </a:lnTo>
                <a:lnTo>
                  <a:pt x="7009" y="7373"/>
                </a:lnTo>
                <a:lnTo>
                  <a:pt x="7106" y="7422"/>
                </a:lnTo>
                <a:lnTo>
                  <a:pt x="7252" y="7446"/>
                </a:lnTo>
                <a:lnTo>
                  <a:pt x="7544" y="7446"/>
                </a:lnTo>
                <a:lnTo>
                  <a:pt x="7690" y="7398"/>
                </a:lnTo>
                <a:lnTo>
                  <a:pt x="7982" y="7300"/>
                </a:lnTo>
                <a:lnTo>
                  <a:pt x="8055" y="7398"/>
                </a:lnTo>
                <a:lnTo>
                  <a:pt x="8152" y="7471"/>
                </a:lnTo>
                <a:lnTo>
                  <a:pt x="8249" y="7519"/>
                </a:lnTo>
                <a:lnTo>
                  <a:pt x="8347" y="7544"/>
                </a:lnTo>
                <a:lnTo>
                  <a:pt x="8468" y="7519"/>
                </a:lnTo>
                <a:lnTo>
                  <a:pt x="8566" y="7471"/>
                </a:lnTo>
                <a:lnTo>
                  <a:pt x="8687" y="7422"/>
                </a:lnTo>
                <a:lnTo>
                  <a:pt x="8785" y="7325"/>
                </a:lnTo>
                <a:lnTo>
                  <a:pt x="8906" y="7373"/>
                </a:lnTo>
                <a:lnTo>
                  <a:pt x="9077" y="7422"/>
                </a:lnTo>
                <a:lnTo>
                  <a:pt x="9223" y="7446"/>
                </a:lnTo>
                <a:lnTo>
                  <a:pt x="9369" y="7471"/>
                </a:lnTo>
                <a:lnTo>
                  <a:pt x="9539" y="7446"/>
                </a:lnTo>
                <a:lnTo>
                  <a:pt x="9685" y="7422"/>
                </a:lnTo>
                <a:lnTo>
                  <a:pt x="9807" y="7373"/>
                </a:lnTo>
                <a:lnTo>
                  <a:pt x="9928" y="7276"/>
                </a:lnTo>
                <a:lnTo>
                  <a:pt x="9977" y="7227"/>
                </a:lnTo>
                <a:lnTo>
                  <a:pt x="9977" y="7154"/>
                </a:lnTo>
                <a:lnTo>
                  <a:pt x="9928" y="7081"/>
                </a:lnTo>
                <a:lnTo>
                  <a:pt x="9880" y="7033"/>
                </a:lnTo>
                <a:lnTo>
                  <a:pt x="9734" y="7008"/>
                </a:lnTo>
                <a:lnTo>
                  <a:pt x="9101" y="7008"/>
                </a:lnTo>
                <a:lnTo>
                  <a:pt x="8979" y="6960"/>
                </a:lnTo>
                <a:lnTo>
                  <a:pt x="8858" y="6887"/>
                </a:lnTo>
                <a:lnTo>
                  <a:pt x="8785" y="6838"/>
                </a:lnTo>
                <a:lnTo>
                  <a:pt x="8687" y="6814"/>
                </a:lnTo>
                <a:lnTo>
                  <a:pt x="8590" y="6862"/>
                </a:lnTo>
                <a:lnTo>
                  <a:pt x="8541" y="6935"/>
                </a:lnTo>
                <a:lnTo>
                  <a:pt x="8493" y="7008"/>
                </a:lnTo>
                <a:lnTo>
                  <a:pt x="8468" y="7033"/>
                </a:lnTo>
                <a:lnTo>
                  <a:pt x="8395" y="7033"/>
                </a:lnTo>
                <a:lnTo>
                  <a:pt x="8322" y="6984"/>
                </a:lnTo>
                <a:lnTo>
                  <a:pt x="8274" y="6887"/>
                </a:lnTo>
                <a:lnTo>
                  <a:pt x="8201" y="6789"/>
                </a:lnTo>
                <a:lnTo>
                  <a:pt x="8152" y="6765"/>
                </a:lnTo>
                <a:lnTo>
                  <a:pt x="8055" y="6765"/>
                </a:lnTo>
                <a:lnTo>
                  <a:pt x="8006" y="6789"/>
                </a:lnTo>
                <a:lnTo>
                  <a:pt x="7836" y="6887"/>
                </a:lnTo>
                <a:lnTo>
                  <a:pt x="7568" y="7008"/>
                </a:lnTo>
                <a:lnTo>
                  <a:pt x="7447" y="7033"/>
                </a:lnTo>
                <a:lnTo>
                  <a:pt x="7349" y="7033"/>
                </a:lnTo>
                <a:lnTo>
                  <a:pt x="7301" y="7008"/>
                </a:lnTo>
                <a:lnTo>
                  <a:pt x="7276" y="6984"/>
                </a:lnTo>
                <a:lnTo>
                  <a:pt x="7252" y="6960"/>
                </a:lnTo>
                <a:lnTo>
                  <a:pt x="7252" y="6911"/>
                </a:lnTo>
                <a:lnTo>
                  <a:pt x="7228" y="6838"/>
                </a:lnTo>
                <a:lnTo>
                  <a:pt x="7203" y="6765"/>
                </a:lnTo>
                <a:lnTo>
                  <a:pt x="7155" y="6741"/>
                </a:lnTo>
                <a:lnTo>
                  <a:pt x="7106" y="6716"/>
                </a:lnTo>
                <a:lnTo>
                  <a:pt x="6960" y="6716"/>
                </a:lnTo>
                <a:lnTo>
                  <a:pt x="6887" y="6741"/>
                </a:lnTo>
                <a:lnTo>
                  <a:pt x="6838" y="6814"/>
                </a:lnTo>
                <a:lnTo>
                  <a:pt x="6790" y="6862"/>
                </a:lnTo>
                <a:lnTo>
                  <a:pt x="6668" y="6935"/>
                </a:lnTo>
                <a:lnTo>
                  <a:pt x="6522" y="7008"/>
                </a:lnTo>
                <a:lnTo>
                  <a:pt x="6376" y="7057"/>
                </a:lnTo>
                <a:lnTo>
                  <a:pt x="6254" y="7106"/>
                </a:lnTo>
                <a:lnTo>
                  <a:pt x="6133" y="7106"/>
                </a:lnTo>
                <a:lnTo>
                  <a:pt x="6108" y="7081"/>
                </a:lnTo>
                <a:lnTo>
                  <a:pt x="6084" y="7057"/>
                </a:lnTo>
                <a:lnTo>
                  <a:pt x="6060" y="7033"/>
                </a:lnTo>
                <a:lnTo>
                  <a:pt x="6084" y="6960"/>
                </a:lnTo>
                <a:lnTo>
                  <a:pt x="6084" y="6887"/>
                </a:lnTo>
                <a:lnTo>
                  <a:pt x="6060" y="6814"/>
                </a:lnTo>
                <a:lnTo>
                  <a:pt x="6011" y="6741"/>
                </a:lnTo>
                <a:lnTo>
                  <a:pt x="5938" y="6716"/>
                </a:lnTo>
                <a:lnTo>
                  <a:pt x="5865" y="6692"/>
                </a:lnTo>
                <a:lnTo>
                  <a:pt x="5792" y="6692"/>
                </a:lnTo>
                <a:lnTo>
                  <a:pt x="5719" y="6741"/>
                </a:lnTo>
                <a:lnTo>
                  <a:pt x="5670" y="6789"/>
                </a:lnTo>
                <a:lnTo>
                  <a:pt x="5597" y="6911"/>
                </a:lnTo>
                <a:lnTo>
                  <a:pt x="5500" y="6984"/>
                </a:lnTo>
                <a:lnTo>
                  <a:pt x="5403" y="7057"/>
                </a:lnTo>
                <a:lnTo>
                  <a:pt x="5281" y="7106"/>
                </a:lnTo>
                <a:lnTo>
                  <a:pt x="5038" y="7106"/>
                </a:lnTo>
                <a:lnTo>
                  <a:pt x="4892" y="7081"/>
                </a:lnTo>
                <a:lnTo>
                  <a:pt x="4867" y="7057"/>
                </a:lnTo>
                <a:lnTo>
                  <a:pt x="4867" y="7008"/>
                </a:lnTo>
                <a:lnTo>
                  <a:pt x="4892" y="6935"/>
                </a:lnTo>
                <a:lnTo>
                  <a:pt x="4867" y="6862"/>
                </a:lnTo>
                <a:lnTo>
                  <a:pt x="4843" y="6789"/>
                </a:lnTo>
                <a:lnTo>
                  <a:pt x="4794" y="6741"/>
                </a:lnTo>
                <a:lnTo>
                  <a:pt x="4746" y="6716"/>
                </a:lnTo>
                <a:lnTo>
                  <a:pt x="4673" y="6692"/>
                </a:lnTo>
                <a:close/>
                <a:moveTo>
                  <a:pt x="14649" y="7690"/>
                </a:moveTo>
                <a:lnTo>
                  <a:pt x="14941" y="7714"/>
                </a:lnTo>
                <a:lnTo>
                  <a:pt x="15233" y="7763"/>
                </a:lnTo>
                <a:lnTo>
                  <a:pt x="15501" y="7860"/>
                </a:lnTo>
                <a:lnTo>
                  <a:pt x="15598" y="7909"/>
                </a:lnTo>
                <a:lnTo>
                  <a:pt x="15695" y="8006"/>
                </a:lnTo>
                <a:lnTo>
                  <a:pt x="15768" y="8103"/>
                </a:lnTo>
                <a:lnTo>
                  <a:pt x="15817" y="8225"/>
                </a:lnTo>
                <a:lnTo>
                  <a:pt x="15865" y="8347"/>
                </a:lnTo>
                <a:lnTo>
                  <a:pt x="15865" y="8468"/>
                </a:lnTo>
                <a:lnTo>
                  <a:pt x="15841" y="8590"/>
                </a:lnTo>
                <a:lnTo>
                  <a:pt x="15792" y="8712"/>
                </a:lnTo>
                <a:lnTo>
                  <a:pt x="15719" y="8785"/>
                </a:lnTo>
                <a:lnTo>
                  <a:pt x="15622" y="8858"/>
                </a:lnTo>
                <a:lnTo>
                  <a:pt x="15428" y="8955"/>
                </a:lnTo>
                <a:lnTo>
                  <a:pt x="15209" y="9004"/>
                </a:lnTo>
                <a:lnTo>
                  <a:pt x="14990" y="9052"/>
                </a:lnTo>
                <a:lnTo>
                  <a:pt x="14600" y="9077"/>
                </a:lnTo>
                <a:lnTo>
                  <a:pt x="14406" y="9077"/>
                </a:lnTo>
                <a:lnTo>
                  <a:pt x="14211" y="9028"/>
                </a:lnTo>
                <a:lnTo>
                  <a:pt x="14041" y="8979"/>
                </a:lnTo>
                <a:lnTo>
                  <a:pt x="13870" y="8882"/>
                </a:lnTo>
                <a:lnTo>
                  <a:pt x="13822" y="8809"/>
                </a:lnTo>
                <a:lnTo>
                  <a:pt x="13773" y="8736"/>
                </a:lnTo>
                <a:lnTo>
                  <a:pt x="13724" y="8639"/>
                </a:lnTo>
                <a:lnTo>
                  <a:pt x="13700" y="8541"/>
                </a:lnTo>
                <a:lnTo>
                  <a:pt x="13651" y="8347"/>
                </a:lnTo>
                <a:lnTo>
                  <a:pt x="13651" y="8128"/>
                </a:lnTo>
                <a:lnTo>
                  <a:pt x="13676" y="8006"/>
                </a:lnTo>
                <a:lnTo>
                  <a:pt x="13700" y="7909"/>
                </a:lnTo>
                <a:lnTo>
                  <a:pt x="13749" y="7811"/>
                </a:lnTo>
                <a:lnTo>
                  <a:pt x="13822" y="7738"/>
                </a:lnTo>
                <a:lnTo>
                  <a:pt x="13870" y="7714"/>
                </a:lnTo>
                <a:lnTo>
                  <a:pt x="14381" y="7714"/>
                </a:lnTo>
                <a:lnTo>
                  <a:pt x="14649" y="7690"/>
                </a:lnTo>
                <a:close/>
                <a:moveTo>
                  <a:pt x="5451" y="8493"/>
                </a:moveTo>
                <a:lnTo>
                  <a:pt x="5403" y="8517"/>
                </a:lnTo>
                <a:lnTo>
                  <a:pt x="5354" y="8541"/>
                </a:lnTo>
                <a:lnTo>
                  <a:pt x="5232" y="8663"/>
                </a:lnTo>
                <a:lnTo>
                  <a:pt x="5062" y="8785"/>
                </a:lnTo>
                <a:lnTo>
                  <a:pt x="4965" y="8833"/>
                </a:lnTo>
                <a:lnTo>
                  <a:pt x="4892" y="8858"/>
                </a:lnTo>
                <a:lnTo>
                  <a:pt x="4843" y="8833"/>
                </a:lnTo>
                <a:lnTo>
                  <a:pt x="4843" y="8760"/>
                </a:lnTo>
                <a:lnTo>
                  <a:pt x="4819" y="8687"/>
                </a:lnTo>
                <a:lnTo>
                  <a:pt x="4794" y="8639"/>
                </a:lnTo>
                <a:lnTo>
                  <a:pt x="4746" y="8590"/>
                </a:lnTo>
                <a:lnTo>
                  <a:pt x="4697" y="8566"/>
                </a:lnTo>
                <a:lnTo>
                  <a:pt x="4600" y="8566"/>
                </a:lnTo>
                <a:lnTo>
                  <a:pt x="4527" y="8590"/>
                </a:lnTo>
                <a:lnTo>
                  <a:pt x="4478" y="8614"/>
                </a:lnTo>
                <a:lnTo>
                  <a:pt x="4332" y="8712"/>
                </a:lnTo>
                <a:lnTo>
                  <a:pt x="4162" y="8785"/>
                </a:lnTo>
                <a:lnTo>
                  <a:pt x="4064" y="8809"/>
                </a:lnTo>
                <a:lnTo>
                  <a:pt x="3967" y="8809"/>
                </a:lnTo>
                <a:lnTo>
                  <a:pt x="3894" y="8785"/>
                </a:lnTo>
                <a:lnTo>
                  <a:pt x="3845" y="8712"/>
                </a:lnTo>
                <a:lnTo>
                  <a:pt x="3797" y="8614"/>
                </a:lnTo>
                <a:lnTo>
                  <a:pt x="3724" y="8566"/>
                </a:lnTo>
                <a:lnTo>
                  <a:pt x="3651" y="8566"/>
                </a:lnTo>
                <a:lnTo>
                  <a:pt x="3553" y="8590"/>
                </a:lnTo>
                <a:lnTo>
                  <a:pt x="3359" y="8687"/>
                </a:lnTo>
                <a:lnTo>
                  <a:pt x="3140" y="8736"/>
                </a:lnTo>
                <a:lnTo>
                  <a:pt x="2896" y="8809"/>
                </a:lnTo>
                <a:lnTo>
                  <a:pt x="2775" y="8809"/>
                </a:lnTo>
                <a:lnTo>
                  <a:pt x="2799" y="8663"/>
                </a:lnTo>
                <a:lnTo>
                  <a:pt x="2799" y="8639"/>
                </a:lnTo>
                <a:lnTo>
                  <a:pt x="2775" y="8639"/>
                </a:lnTo>
                <a:lnTo>
                  <a:pt x="2677" y="8663"/>
                </a:lnTo>
                <a:lnTo>
                  <a:pt x="2604" y="8736"/>
                </a:lnTo>
                <a:lnTo>
                  <a:pt x="2556" y="8809"/>
                </a:lnTo>
                <a:lnTo>
                  <a:pt x="2507" y="8882"/>
                </a:lnTo>
                <a:lnTo>
                  <a:pt x="2483" y="8955"/>
                </a:lnTo>
                <a:lnTo>
                  <a:pt x="2507" y="9028"/>
                </a:lnTo>
                <a:lnTo>
                  <a:pt x="2556" y="9101"/>
                </a:lnTo>
                <a:lnTo>
                  <a:pt x="2653" y="9150"/>
                </a:lnTo>
                <a:lnTo>
                  <a:pt x="2750" y="9174"/>
                </a:lnTo>
                <a:lnTo>
                  <a:pt x="2872" y="9198"/>
                </a:lnTo>
                <a:lnTo>
                  <a:pt x="3115" y="9174"/>
                </a:lnTo>
                <a:lnTo>
                  <a:pt x="3359" y="9125"/>
                </a:lnTo>
                <a:lnTo>
                  <a:pt x="3578" y="9028"/>
                </a:lnTo>
                <a:lnTo>
                  <a:pt x="3675" y="9101"/>
                </a:lnTo>
                <a:lnTo>
                  <a:pt x="3772" y="9174"/>
                </a:lnTo>
                <a:lnTo>
                  <a:pt x="3894" y="9198"/>
                </a:lnTo>
                <a:lnTo>
                  <a:pt x="3991" y="9223"/>
                </a:lnTo>
                <a:lnTo>
                  <a:pt x="4113" y="9198"/>
                </a:lnTo>
                <a:lnTo>
                  <a:pt x="4235" y="9174"/>
                </a:lnTo>
                <a:lnTo>
                  <a:pt x="4502" y="9077"/>
                </a:lnTo>
                <a:lnTo>
                  <a:pt x="4575" y="9174"/>
                </a:lnTo>
                <a:lnTo>
                  <a:pt x="4673" y="9247"/>
                </a:lnTo>
                <a:lnTo>
                  <a:pt x="4770" y="9271"/>
                </a:lnTo>
                <a:lnTo>
                  <a:pt x="4916" y="9271"/>
                </a:lnTo>
                <a:lnTo>
                  <a:pt x="5038" y="9247"/>
                </a:lnTo>
                <a:lnTo>
                  <a:pt x="5184" y="9174"/>
                </a:lnTo>
                <a:lnTo>
                  <a:pt x="5305" y="9101"/>
                </a:lnTo>
                <a:lnTo>
                  <a:pt x="5427" y="9028"/>
                </a:lnTo>
                <a:lnTo>
                  <a:pt x="5524" y="9125"/>
                </a:lnTo>
                <a:lnTo>
                  <a:pt x="5646" y="9198"/>
                </a:lnTo>
                <a:lnTo>
                  <a:pt x="5768" y="9223"/>
                </a:lnTo>
                <a:lnTo>
                  <a:pt x="5914" y="9247"/>
                </a:lnTo>
                <a:lnTo>
                  <a:pt x="6060" y="9247"/>
                </a:lnTo>
                <a:lnTo>
                  <a:pt x="6181" y="9223"/>
                </a:lnTo>
                <a:lnTo>
                  <a:pt x="6327" y="9174"/>
                </a:lnTo>
                <a:lnTo>
                  <a:pt x="6473" y="9125"/>
                </a:lnTo>
                <a:lnTo>
                  <a:pt x="6546" y="9198"/>
                </a:lnTo>
                <a:lnTo>
                  <a:pt x="6644" y="9247"/>
                </a:lnTo>
                <a:lnTo>
                  <a:pt x="6741" y="9271"/>
                </a:lnTo>
                <a:lnTo>
                  <a:pt x="6838" y="9296"/>
                </a:lnTo>
                <a:lnTo>
                  <a:pt x="6960" y="9271"/>
                </a:lnTo>
                <a:lnTo>
                  <a:pt x="7057" y="9247"/>
                </a:lnTo>
                <a:lnTo>
                  <a:pt x="7155" y="9223"/>
                </a:lnTo>
                <a:lnTo>
                  <a:pt x="7252" y="9150"/>
                </a:lnTo>
                <a:lnTo>
                  <a:pt x="7325" y="9174"/>
                </a:lnTo>
                <a:lnTo>
                  <a:pt x="7398" y="9150"/>
                </a:lnTo>
                <a:lnTo>
                  <a:pt x="7447" y="9125"/>
                </a:lnTo>
                <a:lnTo>
                  <a:pt x="7471" y="9077"/>
                </a:lnTo>
                <a:lnTo>
                  <a:pt x="7520" y="9028"/>
                </a:lnTo>
                <a:lnTo>
                  <a:pt x="7520" y="8979"/>
                </a:lnTo>
                <a:lnTo>
                  <a:pt x="7495" y="8906"/>
                </a:lnTo>
                <a:lnTo>
                  <a:pt x="7471" y="8833"/>
                </a:lnTo>
                <a:lnTo>
                  <a:pt x="7398" y="8760"/>
                </a:lnTo>
                <a:lnTo>
                  <a:pt x="7325" y="8712"/>
                </a:lnTo>
                <a:lnTo>
                  <a:pt x="7179" y="8712"/>
                </a:lnTo>
                <a:lnTo>
                  <a:pt x="7106" y="8760"/>
                </a:lnTo>
                <a:lnTo>
                  <a:pt x="7009" y="8858"/>
                </a:lnTo>
                <a:lnTo>
                  <a:pt x="6960" y="8882"/>
                </a:lnTo>
                <a:lnTo>
                  <a:pt x="6911" y="8882"/>
                </a:lnTo>
                <a:lnTo>
                  <a:pt x="6814" y="8858"/>
                </a:lnTo>
                <a:lnTo>
                  <a:pt x="6692" y="8760"/>
                </a:lnTo>
                <a:lnTo>
                  <a:pt x="6619" y="8687"/>
                </a:lnTo>
                <a:lnTo>
                  <a:pt x="6546" y="8663"/>
                </a:lnTo>
                <a:lnTo>
                  <a:pt x="6473" y="8663"/>
                </a:lnTo>
                <a:lnTo>
                  <a:pt x="6376" y="8712"/>
                </a:lnTo>
                <a:lnTo>
                  <a:pt x="6303" y="8760"/>
                </a:lnTo>
                <a:lnTo>
                  <a:pt x="6206" y="8809"/>
                </a:lnTo>
                <a:lnTo>
                  <a:pt x="6084" y="8858"/>
                </a:lnTo>
                <a:lnTo>
                  <a:pt x="5889" y="8858"/>
                </a:lnTo>
                <a:lnTo>
                  <a:pt x="5792" y="8809"/>
                </a:lnTo>
                <a:lnTo>
                  <a:pt x="5743" y="8736"/>
                </a:lnTo>
                <a:lnTo>
                  <a:pt x="5695" y="8639"/>
                </a:lnTo>
                <a:lnTo>
                  <a:pt x="5670" y="8590"/>
                </a:lnTo>
                <a:lnTo>
                  <a:pt x="5646" y="8541"/>
                </a:lnTo>
                <a:lnTo>
                  <a:pt x="5549" y="8493"/>
                </a:lnTo>
                <a:close/>
                <a:moveTo>
                  <a:pt x="13943" y="7276"/>
                </a:moveTo>
                <a:lnTo>
                  <a:pt x="13773" y="7325"/>
                </a:lnTo>
                <a:lnTo>
                  <a:pt x="13603" y="7373"/>
                </a:lnTo>
                <a:lnTo>
                  <a:pt x="13578" y="7398"/>
                </a:lnTo>
                <a:lnTo>
                  <a:pt x="13554" y="7422"/>
                </a:lnTo>
                <a:lnTo>
                  <a:pt x="13432" y="7544"/>
                </a:lnTo>
                <a:lnTo>
                  <a:pt x="13359" y="7714"/>
                </a:lnTo>
                <a:lnTo>
                  <a:pt x="13286" y="7884"/>
                </a:lnTo>
                <a:lnTo>
                  <a:pt x="13262" y="8079"/>
                </a:lnTo>
                <a:lnTo>
                  <a:pt x="13262" y="8298"/>
                </a:lnTo>
                <a:lnTo>
                  <a:pt x="13262" y="8493"/>
                </a:lnTo>
                <a:lnTo>
                  <a:pt x="13286" y="8663"/>
                </a:lnTo>
                <a:lnTo>
                  <a:pt x="13311" y="8809"/>
                </a:lnTo>
                <a:lnTo>
                  <a:pt x="13359" y="8955"/>
                </a:lnTo>
                <a:lnTo>
                  <a:pt x="13432" y="9077"/>
                </a:lnTo>
                <a:lnTo>
                  <a:pt x="13530" y="9174"/>
                </a:lnTo>
                <a:lnTo>
                  <a:pt x="13627" y="9247"/>
                </a:lnTo>
                <a:lnTo>
                  <a:pt x="13724" y="9320"/>
                </a:lnTo>
                <a:lnTo>
                  <a:pt x="13846" y="9393"/>
                </a:lnTo>
                <a:lnTo>
                  <a:pt x="14114" y="9466"/>
                </a:lnTo>
                <a:lnTo>
                  <a:pt x="14406" y="9490"/>
                </a:lnTo>
                <a:lnTo>
                  <a:pt x="14698" y="9515"/>
                </a:lnTo>
                <a:lnTo>
                  <a:pt x="14965" y="9490"/>
                </a:lnTo>
                <a:lnTo>
                  <a:pt x="15233" y="9442"/>
                </a:lnTo>
                <a:lnTo>
                  <a:pt x="15501" y="9369"/>
                </a:lnTo>
                <a:lnTo>
                  <a:pt x="15744" y="9247"/>
                </a:lnTo>
                <a:lnTo>
                  <a:pt x="15938" y="9101"/>
                </a:lnTo>
                <a:lnTo>
                  <a:pt x="16036" y="9004"/>
                </a:lnTo>
                <a:lnTo>
                  <a:pt x="16109" y="8906"/>
                </a:lnTo>
                <a:lnTo>
                  <a:pt x="16157" y="8809"/>
                </a:lnTo>
                <a:lnTo>
                  <a:pt x="16206" y="8687"/>
                </a:lnTo>
                <a:lnTo>
                  <a:pt x="16230" y="8566"/>
                </a:lnTo>
                <a:lnTo>
                  <a:pt x="16230" y="8444"/>
                </a:lnTo>
                <a:lnTo>
                  <a:pt x="16230" y="8322"/>
                </a:lnTo>
                <a:lnTo>
                  <a:pt x="16206" y="8176"/>
                </a:lnTo>
                <a:lnTo>
                  <a:pt x="16157" y="8030"/>
                </a:lnTo>
                <a:lnTo>
                  <a:pt x="16109" y="7909"/>
                </a:lnTo>
                <a:lnTo>
                  <a:pt x="16011" y="7763"/>
                </a:lnTo>
                <a:lnTo>
                  <a:pt x="15890" y="7665"/>
                </a:lnTo>
                <a:lnTo>
                  <a:pt x="15768" y="7568"/>
                </a:lnTo>
                <a:lnTo>
                  <a:pt x="15622" y="7495"/>
                </a:lnTo>
                <a:lnTo>
                  <a:pt x="15476" y="7422"/>
                </a:lnTo>
                <a:lnTo>
                  <a:pt x="15330" y="7398"/>
                </a:lnTo>
                <a:lnTo>
                  <a:pt x="15014" y="7325"/>
                </a:lnTo>
                <a:lnTo>
                  <a:pt x="14673" y="7300"/>
                </a:lnTo>
                <a:lnTo>
                  <a:pt x="14308" y="7276"/>
                </a:lnTo>
                <a:close/>
                <a:moveTo>
                  <a:pt x="15038" y="5889"/>
                </a:moveTo>
                <a:lnTo>
                  <a:pt x="15549" y="5913"/>
                </a:lnTo>
                <a:lnTo>
                  <a:pt x="16084" y="5962"/>
                </a:lnTo>
                <a:lnTo>
                  <a:pt x="16620" y="6011"/>
                </a:lnTo>
                <a:lnTo>
                  <a:pt x="17131" y="6059"/>
                </a:lnTo>
                <a:lnTo>
                  <a:pt x="17179" y="6084"/>
                </a:lnTo>
                <a:lnTo>
                  <a:pt x="17301" y="6084"/>
                </a:lnTo>
                <a:lnTo>
                  <a:pt x="17350" y="6059"/>
                </a:lnTo>
                <a:lnTo>
                  <a:pt x="18031" y="6059"/>
                </a:lnTo>
                <a:lnTo>
                  <a:pt x="18080" y="7130"/>
                </a:lnTo>
                <a:lnTo>
                  <a:pt x="18080" y="7665"/>
                </a:lnTo>
                <a:lnTo>
                  <a:pt x="18055" y="8201"/>
                </a:lnTo>
                <a:lnTo>
                  <a:pt x="17958" y="9369"/>
                </a:lnTo>
                <a:lnTo>
                  <a:pt x="17885" y="9928"/>
                </a:lnTo>
                <a:lnTo>
                  <a:pt x="17788" y="10512"/>
                </a:lnTo>
                <a:lnTo>
                  <a:pt x="17715" y="10780"/>
                </a:lnTo>
                <a:lnTo>
                  <a:pt x="17617" y="11047"/>
                </a:lnTo>
                <a:lnTo>
                  <a:pt x="17496" y="11291"/>
                </a:lnTo>
                <a:lnTo>
                  <a:pt x="17350" y="11534"/>
                </a:lnTo>
                <a:lnTo>
                  <a:pt x="17204" y="11680"/>
                </a:lnTo>
                <a:lnTo>
                  <a:pt x="17058" y="11826"/>
                </a:lnTo>
                <a:lnTo>
                  <a:pt x="16912" y="11923"/>
                </a:lnTo>
                <a:lnTo>
                  <a:pt x="16741" y="12021"/>
                </a:lnTo>
                <a:lnTo>
                  <a:pt x="16644" y="11996"/>
                </a:lnTo>
                <a:lnTo>
                  <a:pt x="16547" y="12021"/>
                </a:lnTo>
                <a:lnTo>
                  <a:pt x="16352" y="12069"/>
                </a:lnTo>
                <a:lnTo>
                  <a:pt x="16133" y="12118"/>
                </a:lnTo>
                <a:lnTo>
                  <a:pt x="15914" y="12142"/>
                </a:lnTo>
                <a:lnTo>
                  <a:pt x="15282" y="12142"/>
                </a:lnTo>
                <a:lnTo>
                  <a:pt x="14844" y="12118"/>
                </a:lnTo>
                <a:lnTo>
                  <a:pt x="14333" y="12069"/>
                </a:lnTo>
                <a:lnTo>
                  <a:pt x="10366" y="12069"/>
                </a:lnTo>
                <a:lnTo>
                  <a:pt x="7982" y="12094"/>
                </a:lnTo>
                <a:lnTo>
                  <a:pt x="5695" y="12069"/>
                </a:lnTo>
                <a:lnTo>
                  <a:pt x="2896" y="12069"/>
                </a:lnTo>
                <a:lnTo>
                  <a:pt x="2337" y="12045"/>
                </a:lnTo>
                <a:lnTo>
                  <a:pt x="2069" y="11996"/>
                </a:lnTo>
                <a:lnTo>
                  <a:pt x="1801" y="11948"/>
                </a:lnTo>
                <a:lnTo>
                  <a:pt x="1558" y="11875"/>
                </a:lnTo>
                <a:lnTo>
                  <a:pt x="1315" y="11753"/>
                </a:lnTo>
                <a:lnTo>
                  <a:pt x="1193" y="11656"/>
                </a:lnTo>
                <a:lnTo>
                  <a:pt x="1071" y="11558"/>
                </a:lnTo>
                <a:lnTo>
                  <a:pt x="974" y="11437"/>
                </a:lnTo>
                <a:lnTo>
                  <a:pt x="877" y="11315"/>
                </a:lnTo>
                <a:lnTo>
                  <a:pt x="755" y="11023"/>
                </a:lnTo>
                <a:lnTo>
                  <a:pt x="658" y="10707"/>
                </a:lnTo>
                <a:lnTo>
                  <a:pt x="682" y="10634"/>
                </a:lnTo>
                <a:lnTo>
                  <a:pt x="658" y="10536"/>
                </a:lnTo>
                <a:lnTo>
                  <a:pt x="609" y="10342"/>
                </a:lnTo>
                <a:lnTo>
                  <a:pt x="585" y="10123"/>
                </a:lnTo>
                <a:lnTo>
                  <a:pt x="560" y="9709"/>
                </a:lnTo>
                <a:lnTo>
                  <a:pt x="560" y="9296"/>
                </a:lnTo>
                <a:lnTo>
                  <a:pt x="585" y="8882"/>
                </a:lnTo>
                <a:lnTo>
                  <a:pt x="609" y="8395"/>
                </a:lnTo>
                <a:lnTo>
                  <a:pt x="609" y="7909"/>
                </a:lnTo>
                <a:lnTo>
                  <a:pt x="585" y="6960"/>
                </a:lnTo>
                <a:lnTo>
                  <a:pt x="537" y="5963"/>
                </a:lnTo>
                <a:lnTo>
                  <a:pt x="537" y="5963"/>
                </a:lnTo>
                <a:lnTo>
                  <a:pt x="560" y="5986"/>
                </a:lnTo>
                <a:lnTo>
                  <a:pt x="731" y="5962"/>
                </a:lnTo>
                <a:lnTo>
                  <a:pt x="1315" y="5913"/>
                </a:lnTo>
                <a:lnTo>
                  <a:pt x="3067" y="5913"/>
                </a:lnTo>
                <a:lnTo>
                  <a:pt x="4892" y="5962"/>
                </a:lnTo>
                <a:lnTo>
                  <a:pt x="6741" y="6011"/>
                </a:lnTo>
                <a:lnTo>
                  <a:pt x="7909" y="6035"/>
                </a:lnTo>
                <a:lnTo>
                  <a:pt x="9101" y="6035"/>
                </a:lnTo>
                <a:lnTo>
                  <a:pt x="10269" y="5986"/>
                </a:lnTo>
                <a:lnTo>
                  <a:pt x="11437" y="5938"/>
                </a:lnTo>
                <a:lnTo>
                  <a:pt x="12410" y="5913"/>
                </a:lnTo>
                <a:lnTo>
                  <a:pt x="12435" y="5938"/>
                </a:lnTo>
                <a:lnTo>
                  <a:pt x="12459" y="5962"/>
                </a:lnTo>
                <a:lnTo>
                  <a:pt x="12508" y="5986"/>
                </a:lnTo>
                <a:lnTo>
                  <a:pt x="12532" y="5986"/>
                </a:lnTo>
                <a:lnTo>
                  <a:pt x="12654" y="5913"/>
                </a:lnTo>
                <a:lnTo>
                  <a:pt x="13846" y="5889"/>
                </a:lnTo>
                <a:close/>
                <a:moveTo>
                  <a:pt x="5062" y="1"/>
                </a:moveTo>
                <a:lnTo>
                  <a:pt x="4210" y="25"/>
                </a:lnTo>
                <a:lnTo>
                  <a:pt x="3359" y="49"/>
                </a:lnTo>
                <a:lnTo>
                  <a:pt x="2507" y="98"/>
                </a:lnTo>
                <a:lnTo>
                  <a:pt x="2458" y="74"/>
                </a:lnTo>
                <a:lnTo>
                  <a:pt x="2118" y="49"/>
                </a:lnTo>
                <a:lnTo>
                  <a:pt x="1801" y="49"/>
                </a:lnTo>
                <a:lnTo>
                  <a:pt x="1534" y="122"/>
                </a:lnTo>
                <a:lnTo>
                  <a:pt x="1290" y="220"/>
                </a:lnTo>
                <a:lnTo>
                  <a:pt x="1071" y="366"/>
                </a:lnTo>
                <a:lnTo>
                  <a:pt x="852" y="536"/>
                </a:lnTo>
                <a:lnTo>
                  <a:pt x="682" y="731"/>
                </a:lnTo>
                <a:lnTo>
                  <a:pt x="536" y="974"/>
                </a:lnTo>
                <a:lnTo>
                  <a:pt x="414" y="1217"/>
                </a:lnTo>
                <a:lnTo>
                  <a:pt x="317" y="1485"/>
                </a:lnTo>
                <a:lnTo>
                  <a:pt x="220" y="1777"/>
                </a:lnTo>
                <a:lnTo>
                  <a:pt x="147" y="2069"/>
                </a:lnTo>
                <a:lnTo>
                  <a:pt x="98" y="2361"/>
                </a:lnTo>
                <a:lnTo>
                  <a:pt x="49" y="2653"/>
                </a:lnTo>
                <a:lnTo>
                  <a:pt x="25" y="3212"/>
                </a:lnTo>
                <a:lnTo>
                  <a:pt x="1" y="3991"/>
                </a:lnTo>
                <a:lnTo>
                  <a:pt x="1" y="4794"/>
                </a:lnTo>
                <a:lnTo>
                  <a:pt x="1" y="4818"/>
                </a:lnTo>
                <a:lnTo>
                  <a:pt x="1" y="4891"/>
                </a:lnTo>
                <a:lnTo>
                  <a:pt x="25" y="4940"/>
                </a:lnTo>
                <a:lnTo>
                  <a:pt x="49" y="6376"/>
                </a:lnTo>
                <a:lnTo>
                  <a:pt x="98" y="7544"/>
                </a:lnTo>
                <a:lnTo>
                  <a:pt x="98" y="8128"/>
                </a:lnTo>
                <a:lnTo>
                  <a:pt x="98" y="8712"/>
                </a:lnTo>
                <a:lnTo>
                  <a:pt x="49" y="9198"/>
                </a:lnTo>
                <a:lnTo>
                  <a:pt x="49" y="9709"/>
                </a:lnTo>
                <a:lnTo>
                  <a:pt x="74" y="10196"/>
                </a:lnTo>
                <a:lnTo>
                  <a:pt x="98" y="10439"/>
                </a:lnTo>
                <a:lnTo>
                  <a:pt x="171" y="10682"/>
                </a:lnTo>
                <a:lnTo>
                  <a:pt x="171" y="10707"/>
                </a:lnTo>
                <a:lnTo>
                  <a:pt x="220" y="10999"/>
                </a:lnTo>
                <a:lnTo>
                  <a:pt x="293" y="11291"/>
                </a:lnTo>
                <a:lnTo>
                  <a:pt x="414" y="11558"/>
                </a:lnTo>
                <a:lnTo>
                  <a:pt x="487" y="11704"/>
                </a:lnTo>
                <a:lnTo>
                  <a:pt x="585" y="11826"/>
                </a:lnTo>
                <a:lnTo>
                  <a:pt x="731" y="11972"/>
                </a:lnTo>
                <a:lnTo>
                  <a:pt x="877" y="12094"/>
                </a:lnTo>
                <a:lnTo>
                  <a:pt x="1023" y="12191"/>
                </a:lnTo>
                <a:lnTo>
                  <a:pt x="1193" y="12288"/>
                </a:lnTo>
                <a:lnTo>
                  <a:pt x="1363" y="12337"/>
                </a:lnTo>
                <a:lnTo>
                  <a:pt x="1558" y="12386"/>
                </a:lnTo>
                <a:lnTo>
                  <a:pt x="1947" y="12459"/>
                </a:lnTo>
                <a:lnTo>
                  <a:pt x="2580" y="12507"/>
                </a:lnTo>
                <a:lnTo>
                  <a:pt x="3237" y="12532"/>
                </a:lnTo>
                <a:lnTo>
                  <a:pt x="4527" y="12507"/>
                </a:lnTo>
                <a:lnTo>
                  <a:pt x="5865" y="12532"/>
                </a:lnTo>
                <a:lnTo>
                  <a:pt x="7203" y="12556"/>
                </a:lnTo>
                <a:lnTo>
                  <a:pt x="13773" y="12556"/>
                </a:lnTo>
                <a:lnTo>
                  <a:pt x="14381" y="12580"/>
                </a:lnTo>
                <a:lnTo>
                  <a:pt x="14990" y="12605"/>
                </a:lnTo>
                <a:lnTo>
                  <a:pt x="15330" y="12629"/>
                </a:lnTo>
                <a:lnTo>
                  <a:pt x="15671" y="12653"/>
                </a:lnTo>
                <a:lnTo>
                  <a:pt x="16036" y="12653"/>
                </a:lnTo>
                <a:lnTo>
                  <a:pt x="16206" y="12629"/>
                </a:lnTo>
                <a:lnTo>
                  <a:pt x="16376" y="12580"/>
                </a:lnTo>
                <a:lnTo>
                  <a:pt x="16449" y="12605"/>
                </a:lnTo>
                <a:lnTo>
                  <a:pt x="16595" y="12605"/>
                </a:lnTo>
                <a:lnTo>
                  <a:pt x="16741" y="12580"/>
                </a:lnTo>
                <a:lnTo>
                  <a:pt x="16985" y="12507"/>
                </a:lnTo>
                <a:lnTo>
                  <a:pt x="17228" y="12386"/>
                </a:lnTo>
                <a:lnTo>
                  <a:pt x="17447" y="12215"/>
                </a:lnTo>
                <a:lnTo>
                  <a:pt x="17642" y="12021"/>
                </a:lnTo>
                <a:lnTo>
                  <a:pt x="17812" y="11802"/>
                </a:lnTo>
                <a:lnTo>
                  <a:pt x="17982" y="11583"/>
                </a:lnTo>
                <a:lnTo>
                  <a:pt x="18104" y="11364"/>
                </a:lnTo>
                <a:lnTo>
                  <a:pt x="18201" y="11096"/>
                </a:lnTo>
                <a:lnTo>
                  <a:pt x="18299" y="10804"/>
                </a:lnTo>
                <a:lnTo>
                  <a:pt x="18347" y="10512"/>
                </a:lnTo>
                <a:lnTo>
                  <a:pt x="18420" y="10245"/>
                </a:lnTo>
                <a:lnTo>
                  <a:pt x="18469" y="9661"/>
                </a:lnTo>
                <a:lnTo>
                  <a:pt x="18542" y="9077"/>
                </a:lnTo>
                <a:lnTo>
                  <a:pt x="18591" y="8371"/>
                </a:lnTo>
                <a:lnTo>
                  <a:pt x="18615" y="8030"/>
                </a:lnTo>
                <a:lnTo>
                  <a:pt x="18639" y="7665"/>
                </a:lnTo>
                <a:lnTo>
                  <a:pt x="18639" y="7179"/>
                </a:lnTo>
                <a:lnTo>
                  <a:pt x="18615" y="6692"/>
                </a:lnTo>
                <a:lnTo>
                  <a:pt x="18566" y="5719"/>
                </a:lnTo>
                <a:lnTo>
                  <a:pt x="18542" y="5208"/>
                </a:lnTo>
                <a:lnTo>
                  <a:pt x="18542" y="4697"/>
                </a:lnTo>
                <a:lnTo>
                  <a:pt x="18566" y="3675"/>
                </a:lnTo>
                <a:lnTo>
                  <a:pt x="18566" y="2750"/>
                </a:lnTo>
                <a:lnTo>
                  <a:pt x="18518" y="1680"/>
                </a:lnTo>
                <a:lnTo>
                  <a:pt x="18493" y="1582"/>
                </a:lnTo>
                <a:lnTo>
                  <a:pt x="18493" y="1436"/>
                </a:lnTo>
                <a:lnTo>
                  <a:pt x="18493" y="1242"/>
                </a:lnTo>
                <a:lnTo>
                  <a:pt x="18445" y="1047"/>
                </a:lnTo>
                <a:lnTo>
                  <a:pt x="18396" y="852"/>
                </a:lnTo>
                <a:lnTo>
                  <a:pt x="18299" y="682"/>
                </a:lnTo>
                <a:lnTo>
                  <a:pt x="18201" y="560"/>
                </a:lnTo>
                <a:lnTo>
                  <a:pt x="18080" y="439"/>
                </a:lnTo>
                <a:lnTo>
                  <a:pt x="17909" y="341"/>
                </a:lnTo>
                <a:lnTo>
                  <a:pt x="17739" y="268"/>
                </a:lnTo>
                <a:lnTo>
                  <a:pt x="17569" y="195"/>
                </a:lnTo>
                <a:lnTo>
                  <a:pt x="17398" y="171"/>
                </a:lnTo>
                <a:lnTo>
                  <a:pt x="17204" y="171"/>
                </a:lnTo>
                <a:lnTo>
                  <a:pt x="17033" y="195"/>
                </a:lnTo>
                <a:lnTo>
                  <a:pt x="16985" y="171"/>
                </a:lnTo>
                <a:lnTo>
                  <a:pt x="16912" y="171"/>
                </a:lnTo>
                <a:lnTo>
                  <a:pt x="15963" y="147"/>
                </a:lnTo>
                <a:lnTo>
                  <a:pt x="15014" y="122"/>
                </a:lnTo>
                <a:lnTo>
                  <a:pt x="13116" y="74"/>
                </a:lnTo>
                <a:lnTo>
                  <a:pt x="11218" y="25"/>
                </a:lnTo>
                <a:lnTo>
                  <a:pt x="10293" y="25"/>
                </a:lnTo>
                <a:lnTo>
                  <a:pt x="9344" y="49"/>
                </a:lnTo>
                <a:lnTo>
                  <a:pt x="8493" y="74"/>
                </a:lnTo>
                <a:lnTo>
                  <a:pt x="7641" y="74"/>
                </a:lnTo>
                <a:lnTo>
                  <a:pt x="5914" y="25"/>
                </a:lnTo>
                <a:lnTo>
                  <a:pt x="5062" y="1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8"/>
          <p:cNvSpPr/>
          <p:nvPr/>
        </p:nvSpPr>
        <p:spPr>
          <a:xfrm>
            <a:off x="2534605" y="2741318"/>
            <a:ext cx="377900" cy="231175"/>
          </a:xfrm>
          <a:custGeom>
            <a:rect b="b" l="l" r="r" t="t"/>
            <a:pathLst>
              <a:path extrusionOk="0" h="13384" w="18177">
                <a:moveTo>
                  <a:pt x="10877" y="4039"/>
                </a:moveTo>
                <a:lnTo>
                  <a:pt x="10755" y="4064"/>
                </a:lnTo>
                <a:lnTo>
                  <a:pt x="10707" y="4088"/>
                </a:lnTo>
                <a:lnTo>
                  <a:pt x="10634" y="4112"/>
                </a:lnTo>
                <a:lnTo>
                  <a:pt x="10609" y="4185"/>
                </a:lnTo>
                <a:lnTo>
                  <a:pt x="10561" y="4258"/>
                </a:lnTo>
                <a:lnTo>
                  <a:pt x="10536" y="4331"/>
                </a:lnTo>
                <a:lnTo>
                  <a:pt x="10536" y="4429"/>
                </a:lnTo>
                <a:lnTo>
                  <a:pt x="10561" y="4575"/>
                </a:lnTo>
                <a:lnTo>
                  <a:pt x="10585" y="4623"/>
                </a:lnTo>
                <a:lnTo>
                  <a:pt x="10634" y="4696"/>
                </a:lnTo>
                <a:lnTo>
                  <a:pt x="10707" y="4745"/>
                </a:lnTo>
                <a:lnTo>
                  <a:pt x="10780" y="4769"/>
                </a:lnTo>
                <a:lnTo>
                  <a:pt x="10828" y="4794"/>
                </a:lnTo>
                <a:lnTo>
                  <a:pt x="10999" y="4794"/>
                </a:lnTo>
                <a:lnTo>
                  <a:pt x="11047" y="4769"/>
                </a:lnTo>
                <a:lnTo>
                  <a:pt x="11169" y="4696"/>
                </a:lnTo>
                <a:lnTo>
                  <a:pt x="11266" y="4575"/>
                </a:lnTo>
                <a:lnTo>
                  <a:pt x="11291" y="4502"/>
                </a:lnTo>
                <a:lnTo>
                  <a:pt x="11291" y="4429"/>
                </a:lnTo>
                <a:lnTo>
                  <a:pt x="11291" y="4356"/>
                </a:lnTo>
                <a:lnTo>
                  <a:pt x="11266" y="4283"/>
                </a:lnTo>
                <a:lnTo>
                  <a:pt x="11169" y="4161"/>
                </a:lnTo>
                <a:lnTo>
                  <a:pt x="11120" y="4088"/>
                </a:lnTo>
                <a:lnTo>
                  <a:pt x="11047" y="4064"/>
                </a:lnTo>
                <a:lnTo>
                  <a:pt x="10950" y="4039"/>
                </a:lnTo>
                <a:close/>
                <a:moveTo>
                  <a:pt x="12361" y="3942"/>
                </a:moveTo>
                <a:lnTo>
                  <a:pt x="12288" y="3966"/>
                </a:lnTo>
                <a:lnTo>
                  <a:pt x="12215" y="4015"/>
                </a:lnTo>
                <a:lnTo>
                  <a:pt x="12142" y="4064"/>
                </a:lnTo>
                <a:lnTo>
                  <a:pt x="12093" y="4137"/>
                </a:lnTo>
                <a:lnTo>
                  <a:pt x="12045" y="4210"/>
                </a:lnTo>
                <a:lnTo>
                  <a:pt x="12020" y="4307"/>
                </a:lnTo>
                <a:lnTo>
                  <a:pt x="11996" y="4380"/>
                </a:lnTo>
                <a:lnTo>
                  <a:pt x="12020" y="4477"/>
                </a:lnTo>
                <a:lnTo>
                  <a:pt x="12045" y="4550"/>
                </a:lnTo>
                <a:lnTo>
                  <a:pt x="12093" y="4623"/>
                </a:lnTo>
                <a:lnTo>
                  <a:pt x="12142" y="4696"/>
                </a:lnTo>
                <a:lnTo>
                  <a:pt x="12215" y="4745"/>
                </a:lnTo>
                <a:lnTo>
                  <a:pt x="12288" y="4794"/>
                </a:lnTo>
                <a:lnTo>
                  <a:pt x="12361" y="4818"/>
                </a:lnTo>
                <a:lnTo>
                  <a:pt x="12531" y="4818"/>
                </a:lnTo>
                <a:lnTo>
                  <a:pt x="12629" y="4794"/>
                </a:lnTo>
                <a:lnTo>
                  <a:pt x="12702" y="4745"/>
                </a:lnTo>
                <a:lnTo>
                  <a:pt x="12750" y="4696"/>
                </a:lnTo>
                <a:lnTo>
                  <a:pt x="12823" y="4623"/>
                </a:lnTo>
                <a:lnTo>
                  <a:pt x="12848" y="4550"/>
                </a:lnTo>
                <a:lnTo>
                  <a:pt x="12872" y="4477"/>
                </a:lnTo>
                <a:lnTo>
                  <a:pt x="12896" y="4380"/>
                </a:lnTo>
                <a:lnTo>
                  <a:pt x="12872" y="4307"/>
                </a:lnTo>
                <a:lnTo>
                  <a:pt x="12848" y="4210"/>
                </a:lnTo>
                <a:lnTo>
                  <a:pt x="12823" y="4137"/>
                </a:lnTo>
                <a:lnTo>
                  <a:pt x="12750" y="4064"/>
                </a:lnTo>
                <a:lnTo>
                  <a:pt x="12702" y="4015"/>
                </a:lnTo>
                <a:lnTo>
                  <a:pt x="12629" y="3966"/>
                </a:lnTo>
                <a:lnTo>
                  <a:pt x="12531" y="3942"/>
                </a:lnTo>
                <a:close/>
                <a:moveTo>
                  <a:pt x="11534" y="5013"/>
                </a:moveTo>
                <a:lnTo>
                  <a:pt x="11412" y="5061"/>
                </a:lnTo>
                <a:lnTo>
                  <a:pt x="11315" y="5110"/>
                </a:lnTo>
                <a:lnTo>
                  <a:pt x="11242" y="5232"/>
                </a:lnTo>
                <a:lnTo>
                  <a:pt x="11218" y="5353"/>
                </a:lnTo>
                <a:lnTo>
                  <a:pt x="11242" y="5475"/>
                </a:lnTo>
                <a:lnTo>
                  <a:pt x="11315" y="5572"/>
                </a:lnTo>
                <a:lnTo>
                  <a:pt x="11412" y="5645"/>
                </a:lnTo>
                <a:lnTo>
                  <a:pt x="11534" y="5670"/>
                </a:lnTo>
                <a:lnTo>
                  <a:pt x="11655" y="5645"/>
                </a:lnTo>
                <a:lnTo>
                  <a:pt x="11753" y="5572"/>
                </a:lnTo>
                <a:lnTo>
                  <a:pt x="11826" y="5475"/>
                </a:lnTo>
                <a:lnTo>
                  <a:pt x="11850" y="5353"/>
                </a:lnTo>
                <a:lnTo>
                  <a:pt x="11826" y="5232"/>
                </a:lnTo>
                <a:lnTo>
                  <a:pt x="11753" y="5110"/>
                </a:lnTo>
                <a:lnTo>
                  <a:pt x="11655" y="5061"/>
                </a:lnTo>
                <a:lnTo>
                  <a:pt x="11534" y="5013"/>
                </a:lnTo>
                <a:close/>
                <a:moveTo>
                  <a:pt x="12312" y="5889"/>
                </a:moveTo>
                <a:lnTo>
                  <a:pt x="12239" y="5913"/>
                </a:lnTo>
                <a:lnTo>
                  <a:pt x="12166" y="5937"/>
                </a:lnTo>
                <a:lnTo>
                  <a:pt x="12093" y="5986"/>
                </a:lnTo>
                <a:lnTo>
                  <a:pt x="12045" y="6059"/>
                </a:lnTo>
                <a:lnTo>
                  <a:pt x="12020" y="6132"/>
                </a:lnTo>
                <a:lnTo>
                  <a:pt x="11996" y="6205"/>
                </a:lnTo>
                <a:lnTo>
                  <a:pt x="11996" y="6278"/>
                </a:lnTo>
                <a:lnTo>
                  <a:pt x="11996" y="6351"/>
                </a:lnTo>
                <a:lnTo>
                  <a:pt x="12020" y="6424"/>
                </a:lnTo>
                <a:lnTo>
                  <a:pt x="12045" y="6497"/>
                </a:lnTo>
                <a:lnTo>
                  <a:pt x="12093" y="6570"/>
                </a:lnTo>
                <a:lnTo>
                  <a:pt x="12166" y="6619"/>
                </a:lnTo>
                <a:lnTo>
                  <a:pt x="12239" y="6643"/>
                </a:lnTo>
                <a:lnTo>
                  <a:pt x="12312" y="6667"/>
                </a:lnTo>
                <a:lnTo>
                  <a:pt x="12458" y="6667"/>
                </a:lnTo>
                <a:lnTo>
                  <a:pt x="12531" y="6643"/>
                </a:lnTo>
                <a:lnTo>
                  <a:pt x="12604" y="6619"/>
                </a:lnTo>
                <a:lnTo>
                  <a:pt x="12677" y="6570"/>
                </a:lnTo>
                <a:lnTo>
                  <a:pt x="12726" y="6497"/>
                </a:lnTo>
                <a:lnTo>
                  <a:pt x="12750" y="6424"/>
                </a:lnTo>
                <a:lnTo>
                  <a:pt x="12775" y="6351"/>
                </a:lnTo>
                <a:lnTo>
                  <a:pt x="12799" y="6278"/>
                </a:lnTo>
                <a:lnTo>
                  <a:pt x="12775" y="6205"/>
                </a:lnTo>
                <a:lnTo>
                  <a:pt x="12750" y="6132"/>
                </a:lnTo>
                <a:lnTo>
                  <a:pt x="12726" y="6059"/>
                </a:lnTo>
                <a:lnTo>
                  <a:pt x="12677" y="5986"/>
                </a:lnTo>
                <a:lnTo>
                  <a:pt x="12604" y="5937"/>
                </a:lnTo>
                <a:lnTo>
                  <a:pt x="12531" y="5913"/>
                </a:lnTo>
                <a:lnTo>
                  <a:pt x="12458" y="5889"/>
                </a:lnTo>
                <a:close/>
                <a:moveTo>
                  <a:pt x="10950" y="5889"/>
                </a:moveTo>
                <a:lnTo>
                  <a:pt x="10853" y="5913"/>
                </a:lnTo>
                <a:lnTo>
                  <a:pt x="10780" y="5937"/>
                </a:lnTo>
                <a:lnTo>
                  <a:pt x="10707" y="5986"/>
                </a:lnTo>
                <a:lnTo>
                  <a:pt x="10634" y="6035"/>
                </a:lnTo>
                <a:lnTo>
                  <a:pt x="10585" y="6108"/>
                </a:lnTo>
                <a:lnTo>
                  <a:pt x="10536" y="6181"/>
                </a:lnTo>
                <a:lnTo>
                  <a:pt x="10512" y="6254"/>
                </a:lnTo>
                <a:lnTo>
                  <a:pt x="10488" y="6351"/>
                </a:lnTo>
                <a:lnTo>
                  <a:pt x="10512" y="6424"/>
                </a:lnTo>
                <a:lnTo>
                  <a:pt x="10536" y="6521"/>
                </a:lnTo>
                <a:lnTo>
                  <a:pt x="10585" y="6594"/>
                </a:lnTo>
                <a:lnTo>
                  <a:pt x="10634" y="6643"/>
                </a:lnTo>
                <a:lnTo>
                  <a:pt x="10707" y="6716"/>
                </a:lnTo>
                <a:lnTo>
                  <a:pt x="10780" y="6740"/>
                </a:lnTo>
                <a:lnTo>
                  <a:pt x="10853" y="6765"/>
                </a:lnTo>
                <a:lnTo>
                  <a:pt x="10950" y="6789"/>
                </a:lnTo>
                <a:lnTo>
                  <a:pt x="11023" y="6765"/>
                </a:lnTo>
                <a:lnTo>
                  <a:pt x="11120" y="6740"/>
                </a:lnTo>
                <a:lnTo>
                  <a:pt x="11193" y="6716"/>
                </a:lnTo>
                <a:lnTo>
                  <a:pt x="11242" y="6643"/>
                </a:lnTo>
                <a:lnTo>
                  <a:pt x="11315" y="6594"/>
                </a:lnTo>
                <a:lnTo>
                  <a:pt x="11339" y="6521"/>
                </a:lnTo>
                <a:lnTo>
                  <a:pt x="11364" y="6424"/>
                </a:lnTo>
                <a:lnTo>
                  <a:pt x="11388" y="6351"/>
                </a:lnTo>
                <a:lnTo>
                  <a:pt x="11364" y="6254"/>
                </a:lnTo>
                <a:lnTo>
                  <a:pt x="11339" y="6181"/>
                </a:lnTo>
                <a:lnTo>
                  <a:pt x="11315" y="6108"/>
                </a:lnTo>
                <a:lnTo>
                  <a:pt x="11242" y="6035"/>
                </a:lnTo>
                <a:lnTo>
                  <a:pt x="11193" y="5986"/>
                </a:lnTo>
                <a:lnTo>
                  <a:pt x="11120" y="5937"/>
                </a:lnTo>
                <a:lnTo>
                  <a:pt x="11023" y="5913"/>
                </a:lnTo>
                <a:lnTo>
                  <a:pt x="10950" y="5889"/>
                </a:lnTo>
                <a:close/>
                <a:moveTo>
                  <a:pt x="2799" y="6351"/>
                </a:moveTo>
                <a:lnTo>
                  <a:pt x="2628" y="6546"/>
                </a:lnTo>
                <a:lnTo>
                  <a:pt x="2507" y="6692"/>
                </a:lnTo>
                <a:lnTo>
                  <a:pt x="2166" y="7057"/>
                </a:lnTo>
                <a:lnTo>
                  <a:pt x="2117" y="6740"/>
                </a:lnTo>
                <a:lnTo>
                  <a:pt x="2093" y="6570"/>
                </a:lnTo>
                <a:lnTo>
                  <a:pt x="2044" y="6424"/>
                </a:lnTo>
                <a:lnTo>
                  <a:pt x="2799" y="6351"/>
                </a:lnTo>
                <a:close/>
                <a:moveTo>
                  <a:pt x="11558" y="6813"/>
                </a:moveTo>
                <a:lnTo>
                  <a:pt x="11461" y="6838"/>
                </a:lnTo>
                <a:lnTo>
                  <a:pt x="11388" y="6862"/>
                </a:lnTo>
                <a:lnTo>
                  <a:pt x="11315" y="6911"/>
                </a:lnTo>
                <a:lnTo>
                  <a:pt x="11242" y="6959"/>
                </a:lnTo>
                <a:lnTo>
                  <a:pt x="11169" y="7032"/>
                </a:lnTo>
                <a:lnTo>
                  <a:pt x="11145" y="7105"/>
                </a:lnTo>
                <a:lnTo>
                  <a:pt x="11120" y="7203"/>
                </a:lnTo>
                <a:lnTo>
                  <a:pt x="11096" y="7276"/>
                </a:lnTo>
                <a:lnTo>
                  <a:pt x="11120" y="7373"/>
                </a:lnTo>
                <a:lnTo>
                  <a:pt x="11145" y="7470"/>
                </a:lnTo>
                <a:lnTo>
                  <a:pt x="11169" y="7543"/>
                </a:lnTo>
                <a:lnTo>
                  <a:pt x="11242" y="7616"/>
                </a:lnTo>
                <a:lnTo>
                  <a:pt x="11315" y="7665"/>
                </a:lnTo>
                <a:lnTo>
                  <a:pt x="11388" y="7714"/>
                </a:lnTo>
                <a:lnTo>
                  <a:pt x="11461" y="7738"/>
                </a:lnTo>
                <a:lnTo>
                  <a:pt x="11655" y="7738"/>
                </a:lnTo>
                <a:lnTo>
                  <a:pt x="11728" y="7714"/>
                </a:lnTo>
                <a:lnTo>
                  <a:pt x="11801" y="7665"/>
                </a:lnTo>
                <a:lnTo>
                  <a:pt x="11874" y="7616"/>
                </a:lnTo>
                <a:lnTo>
                  <a:pt x="11947" y="7543"/>
                </a:lnTo>
                <a:lnTo>
                  <a:pt x="11972" y="7470"/>
                </a:lnTo>
                <a:lnTo>
                  <a:pt x="11996" y="7373"/>
                </a:lnTo>
                <a:lnTo>
                  <a:pt x="12020" y="7276"/>
                </a:lnTo>
                <a:lnTo>
                  <a:pt x="11996" y="7203"/>
                </a:lnTo>
                <a:lnTo>
                  <a:pt x="11972" y="7105"/>
                </a:lnTo>
                <a:lnTo>
                  <a:pt x="11947" y="7032"/>
                </a:lnTo>
                <a:lnTo>
                  <a:pt x="11874" y="6959"/>
                </a:lnTo>
                <a:lnTo>
                  <a:pt x="11801" y="6911"/>
                </a:lnTo>
                <a:lnTo>
                  <a:pt x="11728" y="6862"/>
                </a:lnTo>
                <a:lnTo>
                  <a:pt x="11655" y="6838"/>
                </a:lnTo>
                <a:lnTo>
                  <a:pt x="11558" y="6813"/>
                </a:lnTo>
                <a:close/>
                <a:moveTo>
                  <a:pt x="3918" y="6327"/>
                </a:moveTo>
                <a:lnTo>
                  <a:pt x="3845" y="6375"/>
                </a:lnTo>
                <a:lnTo>
                  <a:pt x="3553" y="6667"/>
                </a:lnTo>
                <a:lnTo>
                  <a:pt x="3285" y="6959"/>
                </a:lnTo>
                <a:lnTo>
                  <a:pt x="2726" y="7592"/>
                </a:lnTo>
                <a:lnTo>
                  <a:pt x="2434" y="7908"/>
                </a:lnTo>
                <a:lnTo>
                  <a:pt x="2263" y="8103"/>
                </a:lnTo>
                <a:lnTo>
                  <a:pt x="2117" y="8298"/>
                </a:lnTo>
                <a:lnTo>
                  <a:pt x="2166" y="7543"/>
                </a:lnTo>
                <a:lnTo>
                  <a:pt x="2239" y="7519"/>
                </a:lnTo>
                <a:lnTo>
                  <a:pt x="2312" y="7470"/>
                </a:lnTo>
                <a:lnTo>
                  <a:pt x="2482" y="7349"/>
                </a:lnTo>
                <a:lnTo>
                  <a:pt x="2726" y="7081"/>
                </a:lnTo>
                <a:lnTo>
                  <a:pt x="3066" y="6716"/>
                </a:lnTo>
                <a:lnTo>
                  <a:pt x="3212" y="6594"/>
                </a:lnTo>
                <a:lnTo>
                  <a:pt x="3310" y="6448"/>
                </a:lnTo>
                <a:lnTo>
                  <a:pt x="3358" y="6400"/>
                </a:lnTo>
                <a:lnTo>
                  <a:pt x="3358" y="6327"/>
                </a:lnTo>
                <a:close/>
                <a:moveTo>
                  <a:pt x="12312" y="7860"/>
                </a:moveTo>
                <a:lnTo>
                  <a:pt x="12239" y="7884"/>
                </a:lnTo>
                <a:lnTo>
                  <a:pt x="12166" y="7908"/>
                </a:lnTo>
                <a:lnTo>
                  <a:pt x="12093" y="7957"/>
                </a:lnTo>
                <a:lnTo>
                  <a:pt x="12045" y="8006"/>
                </a:lnTo>
                <a:lnTo>
                  <a:pt x="11996" y="8079"/>
                </a:lnTo>
                <a:lnTo>
                  <a:pt x="11972" y="8152"/>
                </a:lnTo>
                <a:lnTo>
                  <a:pt x="11947" y="8273"/>
                </a:lnTo>
                <a:lnTo>
                  <a:pt x="11972" y="8395"/>
                </a:lnTo>
                <a:lnTo>
                  <a:pt x="12045" y="8517"/>
                </a:lnTo>
                <a:lnTo>
                  <a:pt x="12142" y="8590"/>
                </a:lnTo>
                <a:lnTo>
                  <a:pt x="12215" y="8638"/>
                </a:lnTo>
                <a:lnTo>
                  <a:pt x="12458" y="8638"/>
                </a:lnTo>
                <a:lnTo>
                  <a:pt x="12556" y="8590"/>
                </a:lnTo>
                <a:lnTo>
                  <a:pt x="12629" y="8541"/>
                </a:lnTo>
                <a:lnTo>
                  <a:pt x="12653" y="8517"/>
                </a:lnTo>
                <a:lnTo>
                  <a:pt x="12726" y="8444"/>
                </a:lnTo>
                <a:lnTo>
                  <a:pt x="12750" y="8346"/>
                </a:lnTo>
                <a:lnTo>
                  <a:pt x="12775" y="8225"/>
                </a:lnTo>
                <a:lnTo>
                  <a:pt x="12726" y="8103"/>
                </a:lnTo>
                <a:lnTo>
                  <a:pt x="12653" y="7981"/>
                </a:lnTo>
                <a:lnTo>
                  <a:pt x="12556" y="7908"/>
                </a:lnTo>
                <a:lnTo>
                  <a:pt x="12483" y="7860"/>
                </a:lnTo>
                <a:close/>
                <a:moveTo>
                  <a:pt x="10974" y="7981"/>
                </a:moveTo>
                <a:lnTo>
                  <a:pt x="10877" y="8006"/>
                </a:lnTo>
                <a:lnTo>
                  <a:pt x="10804" y="8030"/>
                </a:lnTo>
                <a:lnTo>
                  <a:pt x="10682" y="8127"/>
                </a:lnTo>
                <a:lnTo>
                  <a:pt x="10609" y="8225"/>
                </a:lnTo>
                <a:lnTo>
                  <a:pt x="10561" y="8346"/>
                </a:lnTo>
                <a:lnTo>
                  <a:pt x="10585" y="8492"/>
                </a:lnTo>
                <a:lnTo>
                  <a:pt x="10609" y="8590"/>
                </a:lnTo>
                <a:lnTo>
                  <a:pt x="10682" y="8663"/>
                </a:lnTo>
                <a:lnTo>
                  <a:pt x="10755" y="8711"/>
                </a:lnTo>
                <a:lnTo>
                  <a:pt x="10853" y="8736"/>
                </a:lnTo>
                <a:lnTo>
                  <a:pt x="10853" y="8760"/>
                </a:lnTo>
                <a:lnTo>
                  <a:pt x="10999" y="8760"/>
                </a:lnTo>
                <a:lnTo>
                  <a:pt x="11145" y="8736"/>
                </a:lnTo>
                <a:lnTo>
                  <a:pt x="11218" y="8711"/>
                </a:lnTo>
                <a:lnTo>
                  <a:pt x="11266" y="8638"/>
                </a:lnTo>
                <a:lnTo>
                  <a:pt x="11339" y="8565"/>
                </a:lnTo>
                <a:lnTo>
                  <a:pt x="11364" y="8468"/>
                </a:lnTo>
                <a:lnTo>
                  <a:pt x="11388" y="8371"/>
                </a:lnTo>
                <a:lnTo>
                  <a:pt x="11364" y="8273"/>
                </a:lnTo>
                <a:lnTo>
                  <a:pt x="11339" y="8176"/>
                </a:lnTo>
                <a:lnTo>
                  <a:pt x="11291" y="8127"/>
                </a:lnTo>
                <a:lnTo>
                  <a:pt x="11218" y="8054"/>
                </a:lnTo>
                <a:lnTo>
                  <a:pt x="11145" y="8006"/>
                </a:lnTo>
                <a:lnTo>
                  <a:pt x="11047" y="7981"/>
                </a:lnTo>
                <a:close/>
                <a:moveTo>
                  <a:pt x="11704" y="8882"/>
                </a:moveTo>
                <a:lnTo>
                  <a:pt x="11631" y="8906"/>
                </a:lnTo>
                <a:lnTo>
                  <a:pt x="11558" y="8930"/>
                </a:lnTo>
                <a:lnTo>
                  <a:pt x="11485" y="8955"/>
                </a:lnTo>
                <a:lnTo>
                  <a:pt x="11437" y="9003"/>
                </a:lnTo>
                <a:lnTo>
                  <a:pt x="11364" y="9101"/>
                </a:lnTo>
                <a:lnTo>
                  <a:pt x="11339" y="9198"/>
                </a:lnTo>
                <a:lnTo>
                  <a:pt x="11315" y="9295"/>
                </a:lnTo>
                <a:lnTo>
                  <a:pt x="11315" y="9393"/>
                </a:lnTo>
                <a:lnTo>
                  <a:pt x="11364" y="9490"/>
                </a:lnTo>
                <a:lnTo>
                  <a:pt x="11437" y="9587"/>
                </a:lnTo>
                <a:lnTo>
                  <a:pt x="11510" y="9636"/>
                </a:lnTo>
                <a:lnTo>
                  <a:pt x="11607" y="9685"/>
                </a:lnTo>
                <a:lnTo>
                  <a:pt x="11850" y="9685"/>
                </a:lnTo>
                <a:lnTo>
                  <a:pt x="11899" y="9636"/>
                </a:lnTo>
                <a:lnTo>
                  <a:pt x="11996" y="9587"/>
                </a:lnTo>
                <a:lnTo>
                  <a:pt x="12045" y="9514"/>
                </a:lnTo>
                <a:lnTo>
                  <a:pt x="12093" y="9393"/>
                </a:lnTo>
                <a:lnTo>
                  <a:pt x="12093" y="9295"/>
                </a:lnTo>
                <a:lnTo>
                  <a:pt x="12093" y="9222"/>
                </a:lnTo>
                <a:lnTo>
                  <a:pt x="12069" y="9125"/>
                </a:lnTo>
                <a:lnTo>
                  <a:pt x="11996" y="9003"/>
                </a:lnTo>
                <a:lnTo>
                  <a:pt x="11923" y="8955"/>
                </a:lnTo>
                <a:lnTo>
                  <a:pt x="11850" y="8930"/>
                </a:lnTo>
                <a:lnTo>
                  <a:pt x="11777" y="8906"/>
                </a:lnTo>
                <a:lnTo>
                  <a:pt x="11704" y="8882"/>
                </a:lnTo>
                <a:close/>
                <a:moveTo>
                  <a:pt x="4112" y="6327"/>
                </a:moveTo>
                <a:lnTo>
                  <a:pt x="4745" y="6375"/>
                </a:lnTo>
                <a:lnTo>
                  <a:pt x="4721" y="6619"/>
                </a:lnTo>
                <a:lnTo>
                  <a:pt x="4721" y="6886"/>
                </a:lnTo>
                <a:lnTo>
                  <a:pt x="4648" y="6886"/>
                </a:lnTo>
                <a:lnTo>
                  <a:pt x="4477" y="6959"/>
                </a:lnTo>
                <a:lnTo>
                  <a:pt x="4380" y="7081"/>
                </a:lnTo>
                <a:lnTo>
                  <a:pt x="4161" y="7349"/>
                </a:lnTo>
                <a:lnTo>
                  <a:pt x="3431" y="8249"/>
                </a:lnTo>
                <a:lnTo>
                  <a:pt x="3091" y="8590"/>
                </a:lnTo>
                <a:lnTo>
                  <a:pt x="2750" y="8955"/>
                </a:lnTo>
                <a:lnTo>
                  <a:pt x="2409" y="9344"/>
                </a:lnTo>
                <a:lnTo>
                  <a:pt x="2239" y="9539"/>
                </a:lnTo>
                <a:lnTo>
                  <a:pt x="2117" y="9733"/>
                </a:lnTo>
                <a:lnTo>
                  <a:pt x="2117" y="8736"/>
                </a:lnTo>
                <a:lnTo>
                  <a:pt x="2239" y="8687"/>
                </a:lnTo>
                <a:lnTo>
                  <a:pt x="2385" y="8614"/>
                </a:lnTo>
                <a:lnTo>
                  <a:pt x="2507" y="8517"/>
                </a:lnTo>
                <a:lnTo>
                  <a:pt x="2628" y="8371"/>
                </a:lnTo>
                <a:lnTo>
                  <a:pt x="2823" y="8127"/>
                </a:lnTo>
                <a:lnTo>
                  <a:pt x="3018" y="7884"/>
                </a:lnTo>
                <a:lnTo>
                  <a:pt x="3577" y="7276"/>
                </a:lnTo>
                <a:lnTo>
                  <a:pt x="3869" y="6959"/>
                </a:lnTo>
                <a:lnTo>
                  <a:pt x="4161" y="6667"/>
                </a:lnTo>
                <a:lnTo>
                  <a:pt x="4210" y="6619"/>
                </a:lnTo>
                <a:lnTo>
                  <a:pt x="4234" y="6570"/>
                </a:lnTo>
                <a:lnTo>
                  <a:pt x="4234" y="6521"/>
                </a:lnTo>
                <a:lnTo>
                  <a:pt x="4210" y="6448"/>
                </a:lnTo>
                <a:lnTo>
                  <a:pt x="4185" y="6375"/>
                </a:lnTo>
                <a:lnTo>
                  <a:pt x="4112" y="6327"/>
                </a:lnTo>
                <a:close/>
                <a:moveTo>
                  <a:pt x="12239" y="9709"/>
                </a:moveTo>
                <a:lnTo>
                  <a:pt x="12166" y="9733"/>
                </a:lnTo>
                <a:lnTo>
                  <a:pt x="12093" y="9782"/>
                </a:lnTo>
                <a:lnTo>
                  <a:pt x="12020" y="9831"/>
                </a:lnTo>
                <a:lnTo>
                  <a:pt x="11972" y="9879"/>
                </a:lnTo>
                <a:lnTo>
                  <a:pt x="11947" y="9952"/>
                </a:lnTo>
                <a:lnTo>
                  <a:pt x="11923" y="10025"/>
                </a:lnTo>
                <a:lnTo>
                  <a:pt x="11923" y="10098"/>
                </a:lnTo>
                <a:lnTo>
                  <a:pt x="11923" y="10196"/>
                </a:lnTo>
                <a:lnTo>
                  <a:pt x="11947" y="10269"/>
                </a:lnTo>
                <a:lnTo>
                  <a:pt x="11972" y="10342"/>
                </a:lnTo>
                <a:lnTo>
                  <a:pt x="12020" y="10390"/>
                </a:lnTo>
                <a:lnTo>
                  <a:pt x="12093" y="10439"/>
                </a:lnTo>
                <a:lnTo>
                  <a:pt x="12166" y="10488"/>
                </a:lnTo>
                <a:lnTo>
                  <a:pt x="12239" y="10512"/>
                </a:lnTo>
                <a:lnTo>
                  <a:pt x="12385" y="10512"/>
                </a:lnTo>
                <a:lnTo>
                  <a:pt x="12483" y="10488"/>
                </a:lnTo>
                <a:lnTo>
                  <a:pt x="12531" y="10439"/>
                </a:lnTo>
                <a:lnTo>
                  <a:pt x="12604" y="10390"/>
                </a:lnTo>
                <a:lnTo>
                  <a:pt x="12653" y="10342"/>
                </a:lnTo>
                <a:lnTo>
                  <a:pt x="12677" y="10269"/>
                </a:lnTo>
                <a:lnTo>
                  <a:pt x="12702" y="10196"/>
                </a:lnTo>
                <a:lnTo>
                  <a:pt x="12726" y="10098"/>
                </a:lnTo>
                <a:lnTo>
                  <a:pt x="12702" y="10025"/>
                </a:lnTo>
                <a:lnTo>
                  <a:pt x="12677" y="9952"/>
                </a:lnTo>
                <a:lnTo>
                  <a:pt x="12653" y="9879"/>
                </a:lnTo>
                <a:lnTo>
                  <a:pt x="12604" y="9831"/>
                </a:lnTo>
                <a:lnTo>
                  <a:pt x="12531" y="9782"/>
                </a:lnTo>
                <a:lnTo>
                  <a:pt x="12483" y="9733"/>
                </a:lnTo>
                <a:lnTo>
                  <a:pt x="12385" y="9709"/>
                </a:lnTo>
                <a:close/>
                <a:moveTo>
                  <a:pt x="10950" y="9831"/>
                </a:moveTo>
                <a:lnTo>
                  <a:pt x="10853" y="9855"/>
                </a:lnTo>
                <a:lnTo>
                  <a:pt x="10755" y="9879"/>
                </a:lnTo>
                <a:lnTo>
                  <a:pt x="10658" y="9952"/>
                </a:lnTo>
                <a:lnTo>
                  <a:pt x="10609" y="10025"/>
                </a:lnTo>
                <a:lnTo>
                  <a:pt x="10561" y="10123"/>
                </a:lnTo>
                <a:lnTo>
                  <a:pt x="10561" y="10220"/>
                </a:lnTo>
                <a:lnTo>
                  <a:pt x="10561" y="10342"/>
                </a:lnTo>
                <a:lnTo>
                  <a:pt x="10585" y="10415"/>
                </a:lnTo>
                <a:lnTo>
                  <a:pt x="10634" y="10463"/>
                </a:lnTo>
                <a:lnTo>
                  <a:pt x="10755" y="10560"/>
                </a:lnTo>
                <a:lnTo>
                  <a:pt x="10828" y="10609"/>
                </a:lnTo>
                <a:lnTo>
                  <a:pt x="10950" y="10633"/>
                </a:lnTo>
                <a:lnTo>
                  <a:pt x="11047" y="10609"/>
                </a:lnTo>
                <a:lnTo>
                  <a:pt x="11145" y="10560"/>
                </a:lnTo>
                <a:lnTo>
                  <a:pt x="11266" y="10463"/>
                </a:lnTo>
                <a:lnTo>
                  <a:pt x="11291" y="10415"/>
                </a:lnTo>
                <a:lnTo>
                  <a:pt x="11315" y="10342"/>
                </a:lnTo>
                <a:lnTo>
                  <a:pt x="11339" y="10220"/>
                </a:lnTo>
                <a:lnTo>
                  <a:pt x="11315" y="10123"/>
                </a:lnTo>
                <a:lnTo>
                  <a:pt x="11291" y="10025"/>
                </a:lnTo>
                <a:lnTo>
                  <a:pt x="11218" y="9952"/>
                </a:lnTo>
                <a:lnTo>
                  <a:pt x="11145" y="9879"/>
                </a:lnTo>
                <a:lnTo>
                  <a:pt x="11047" y="9855"/>
                </a:lnTo>
                <a:lnTo>
                  <a:pt x="10950" y="9831"/>
                </a:lnTo>
                <a:close/>
                <a:moveTo>
                  <a:pt x="4696" y="7373"/>
                </a:moveTo>
                <a:lnTo>
                  <a:pt x="4672" y="8079"/>
                </a:lnTo>
                <a:lnTo>
                  <a:pt x="4575" y="8127"/>
                </a:lnTo>
                <a:lnTo>
                  <a:pt x="4477" y="8176"/>
                </a:lnTo>
                <a:lnTo>
                  <a:pt x="4404" y="8273"/>
                </a:lnTo>
                <a:lnTo>
                  <a:pt x="4331" y="8346"/>
                </a:lnTo>
                <a:lnTo>
                  <a:pt x="4088" y="8760"/>
                </a:lnTo>
                <a:lnTo>
                  <a:pt x="3723" y="9320"/>
                </a:lnTo>
                <a:lnTo>
                  <a:pt x="3529" y="9587"/>
                </a:lnTo>
                <a:lnTo>
                  <a:pt x="3310" y="9855"/>
                </a:lnTo>
                <a:lnTo>
                  <a:pt x="3139" y="9977"/>
                </a:lnTo>
                <a:lnTo>
                  <a:pt x="2969" y="10098"/>
                </a:lnTo>
                <a:lnTo>
                  <a:pt x="2604" y="10390"/>
                </a:lnTo>
                <a:lnTo>
                  <a:pt x="2434" y="10560"/>
                </a:lnTo>
                <a:lnTo>
                  <a:pt x="2263" y="10706"/>
                </a:lnTo>
                <a:lnTo>
                  <a:pt x="2142" y="10901"/>
                </a:lnTo>
                <a:lnTo>
                  <a:pt x="2069" y="11071"/>
                </a:lnTo>
                <a:lnTo>
                  <a:pt x="2117" y="10536"/>
                </a:lnTo>
                <a:lnTo>
                  <a:pt x="2117" y="10001"/>
                </a:lnTo>
                <a:lnTo>
                  <a:pt x="2336" y="9904"/>
                </a:lnTo>
                <a:lnTo>
                  <a:pt x="2555" y="9782"/>
                </a:lnTo>
                <a:lnTo>
                  <a:pt x="2750" y="9612"/>
                </a:lnTo>
                <a:lnTo>
                  <a:pt x="2945" y="9441"/>
                </a:lnTo>
                <a:lnTo>
                  <a:pt x="3310" y="9052"/>
                </a:lnTo>
                <a:lnTo>
                  <a:pt x="3626" y="8687"/>
                </a:lnTo>
                <a:lnTo>
                  <a:pt x="4015" y="8249"/>
                </a:lnTo>
                <a:lnTo>
                  <a:pt x="4380" y="7787"/>
                </a:lnTo>
                <a:lnTo>
                  <a:pt x="4550" y="7592"/>
                </a:lnTo>
                <a:lnTo>
                  <a:pt x="4696" y="7373"/>
                </a:lnTo>
                <a:close/>
                <a:moveTo>
                  <a:pt x="17033" y="6254"/>
                </a:moveTo>
                <a:lnTo>
                  <a:pt x="17009" y="6473"/>
                </a:lnTo>
                <a:lnTo>
                  <a:pt x="17009" y="6692"/>
                </a:lnTo>
                <a:lnTo>
                  <a:pt x="17033" y="7154"/>
                </a:lnTo>
                <a:lnTo>
                  <a:pt x="17009" y="7884"/>
                </a:lnTo>
                <a:lnTo>
                  <a:pt x="16984" y="8614"/>
                </a:lnTo>
                <a:lnTo>
                  <a:pt x="16936" y="9247"/>
                </a:lnTo>
                <a:lnTo>
                  <a:pt x="16911" y="9879"/>
                </a:lnTo>
                <a:lnTo>
                  <a:pt x="16911" y="10488"/>
                </a:lnTo>
                <a:lnTo>
                  <a:pt x="16936" y="11120"/>
                </a:lnTo>
                <a:lnTo>
                  <a:pt x="16376" y="11193"/>
                </a:lnTo>
                <a:lnTo>
                  <a:pt x="16425" y="10488"/>
                </a:lnTo>
                <a:lnTo>
                  <a:pt x="16449" y="9758"/>
                </a:lnTo>
                <a:lnTo>
                  <a:pt x="16473" y="8298"/>
                </a:lnTo>
                <a:lnTo>
                  <a:pt x="16473" y="7592"/>
                </a:lnTo>
                <a:lnTo>
                  <a:pt x="16449" y="6886"/>
                </a:lnTo>
                <a:lnTo>
                  <a:pt x="16449" y="6594"/>
                </a:lnTo>
                <a:lnTo>
                  <a:pt x="16425" y="6448"/>
                </a:lnTo>
                <a:lnTo>
                  <a:pt x="16400" y="6302"/>
                </a:lnTo>
                <a:lnTo>
                  <a:pt x="16717" y="6278"/>
                </a:lnTo>
                <a:lnTo>
                  <a:pt x="17033" y="6254"/>
                </a:lnTo>
                <a:close/>
                <a:moveTo>
                  <a:pt x="10147" y="3334"/>
                </a:moveTo>
                <a:lnTo>
                  <a:pt x="10415" y="3407"/>
                </a:lnTo>
                <a:lnTo>
                  <a:pt x="10682" y="3431"/>
                </a:lnTo>
                <a:lnTo>
                  <a:pt x="10950" y="3407"/>
                </a:lnTo>
                <a:lnTo>
                  <a:pt x="11242" y="3407"/>
                </a:lnTo>
                <a:lnTo>
                  <a:pt x="11218" y="3455"/>
                </a:lnTo>
                <a:lnTo>
                  <a:pt x="11218" y="3528"/>
                </a:lnTo>
                <a:lnTo>
                  <a:pt x="11242" y="3626"/>
                </a:lnTo>
                <a:lnTo>
                  <a:pt x="11266" y="3699"/>
                </a:lnTo>
                <a:lnTo>
                  <a:pt x="11315" y="3772"/>
                </a:lnTo>
                <a:lnTo>
                  <a:pt x="11388" y="3820"/>
                </a:lnTo>
                <a:lnTo>
                  <a:pt x="11485" y="3869"/>
                </a:lnTo>
                <a:lnTo>
                  <a:pt x="11607" y="3869"/>
                </a:lnTo>
                <a:lnTo>
                  <a:pt x="11704" y="3820"/>
                </a:lnTo>
                <a:lnTo>
                  <a:pt x="11801" y="3772"/>
                </a:lnTo>
                <a:lnTo>
                  <a:pt x="11850" y="3723"/>
                </a:lnTo>
                <a:lnTo>
                  <a:pt x="11874" y="3650"/>
                </a:lnTo>
                <a:lnTo>
                  <a:pt x="11899" y="3528"/>
                </a:lnTo>
                <a:lnTo>
                  <a:pt x="11874" y="3431"/>
                </a:lnTo>
                <a:lnTo>
                  <a:pt x="11874" y="3382"/>
                </a:lnTo>
                <a:lnTo>
                  <a:pt x="12823" y="3382"/>
                </a:lnTo>
                <a:lnTo>
                  <a:pt x="12823" y="3626"/>
                </a:lnTo>
                <a:lnTo>
                  <a:pt x="12848" y="3820"/>
                </a:lnTo>
                <a:lnTo>
                  <a:pt x="12896" y="4380"/>
                </a:lnTo>
                <a:lnTo>
                  <a:pt x="12969" y="4940"/>
                </a:lnTo>
                <a:lnTo>
                  <a:pt x="12994" y="5499"/>
                </a:lnTo>
                <a:lnTo>
                  <a:pt x="12994" y="6059"/>
                </a:lnTo>
                <a:lnTo>
                  <a:pt x="12945" y="7397"/>
                </a:lnTo>
                <a:lnTo>
                  <a:pt x="12896" y="8711"/>
                </a:lnTo>
                <a:lnTo>
                  <a:pt x="12896" y="9320"/>
                </a:lnTo>
                <a:lnTo>
                  <a:pt x="12896" y="9928"/>
                </a:lnTo>
                <a:lnTo>
                  <a:pt x="12896" y="11120"/>
                </a:lnTo>
                <a:lnTo>
                  <a:pt x="12458" y="11096"/>
                </a:lnTo>
                <a:lnTo>
                  <a:pt x="12020" y="11096"/>
                </a:lnTo>
                <a:lnTo>
                  <a:pt x="12020" y="11023"/>
                </a:lnTo>
                <a:lnTo>
                  <a:pt x="12020" y="10925"/>
                </a:lnTo>
                <a:lnTo>
                  <a:pt x="11996" y="10852"/>
                </a:lnTo>
                <a:lnTo>
                  <a:pt x="11947" y="10779"/>
                </a:lnTo>
                <a:lnTo>
                  <a:pt x="11899" y="10731"/>
                </a:lnTo>
                <a:lnTo>
                  <a:pt x="11850" y="10682"/>
                </a:lnTo>
                <a:lnTo>
                  <a:pt x="11777" y="10633"/>
                </a:lnTo>
                <a:lnTo>
                  <a:pt x="11704" y="10609"/>
                </a:lnTo>
                <a:lnTo>
                  <a:pt x="11534" y="10609"/>
                </a:lnTo>
                <a:lnTo>
                  <a:pt x="11461" y="10633"/>
                </a:lnTo>
                <a:lnTo>
                  <a:pt x="11388" y="10682"/>
                </a:lnTo>
                <a:lnTo>
                  <a:pt x="11339" y="10731"/>
                </a:lnTo>
                <a:lnTo>
                  <a:pt x="11291" y="10779"/>
                </a:lnTo>
                <a:lnTo>
                  <a:pt x="11242" y="10852"/>
                </a:lnTo>
                <a:lnTo>
                  <a:pt x="11218" y="10925"/>
                </a:lnTo>
                <a:lnTo>
                  <a:pt x="11218" y="11023"/>
                </a:lnTo>
                <a:lnTo>
                  <a:pt x="11242" y="11120"/>
                </a:lnTo>
                <a:lnTo>
                  <a:pt x="10853" y="11144"/>
                </a:lnTo>
                <a:lnTo>
                  <a:pt x="10463" y="11217"/>
                </a:lnTo>
                <a:lnTo>
                  <a:pt x="10415" y="10852"/>
                </a:lnTo>
                <a:lnTo>
                  <a:pt x="10366" y="10488"/>
                </a:lnTo>
                <a:lnTo>
                  <a:pt x="10342" y="9758"/>
                </a:lnTo>
                <a:lnTo>
                  <a:pt x="10317" y="8322"/>
                </a:lnTo>
                <a:lnTo>
                  <a:pt x="10317" y="7251"/>
                </a:lnTo>
                <a:lnTo>
                  <a:pt x="10293" y="6716"/>
                </a:lnTo>
                <a:lnTo>
                  <a:pt x="10269" y="6205"/>
                </a:lnTo>
                <a:lnTo>
                  <a:pt x="10171" y="4502"/>
                </a:lnTo>
                <a:lnTo>
                  <a:pt x="10147" y="3699"/>
                </a:lnTo>
                <a:lnTo>
                  <a:pt x="10147" y="3334"/>
                </a:lnTo>
                <a:close/>
                <a:moveTo>
                  <a:pt x="16035" y="6302"/>
                </a:moveTo>
                <a:lnTo>
                  <a:pt x="16035" y="6448"/>
                </a:lnTo>
                <a:lnTo>
                  <a:pt x="16035" y="6594"/>
                </a:lnTo>
                <a:lnTo>
                  <a:pt x="16060" y="6886"/>
                </a:lnTo>
                <a:lnTo>
                  <a:pt x="16060" y="7592"/>
                </a:lnTo>
                <a:lnTo>
                  <a:pt x="16035" y="8298"/>
                </a:lnTo>
                <a:lnTo>
                  <a:pt x="16011" y="9028"/>
                </a:lnTo>
                <a:lnTo>
                  <a:pt x="15962" y="9758"/>
                </a:lnTo>
                <a:lnTo>
                  <a:pt x="15938" y="10488"/>
                </a:lnTo>
                <a:lnTo>
                  <a:pt x="15938" y="10852"/>
                </a:lnTo>
                <a:lnTo>
                  <a:pt x="15962" y="11217"/>
                </a:lnTo>
                <a:lnTo>
                  <a:pt x="15719" y="11217"/>
                </a:lnTo>
                <a:lnTo>
                  <a:pt x="15743" y="11169"/>
                </a:lnTo>
                <a:lnTo>
                  <a:pt x="15768" y="10852"/>
                </a:lnTo>
                <a:lnTo>
                  <a:pt x="15768" y="10536"/>
                </a:lnTo>
                <a:lnTo>
                  <a:pt x="15743" y="10220"/>
                </a:lnTo>
                <a:lnTo>
                  <a:pt x="15743" y="9904"/>
                </a:lnTo>
                <a:lnTo>
                  <a:pt x="15743" y="9198"/>
                </a:lnTo>
                <a:lnTo>
                  <a:pt x="15743" y="8517"/>
                </a:lnTo>
                <a:lnTo>
                  <a:pt x="15695" y="7884"/>
                </a:lnTo>
                <a:lnTo>
                  <a:pt x="15622" y="7251"/>
                </a:lnTo>
                <a:lnTo>
                  <a:pt x="15622" y="7008"/>
                </a:lnTo>
                <a:lnTo>
                  <a:pt x="15622" y="6765"/>
                </a:lnTo>
                <a:lnTo>
                  <a:pt x="15670" y="6302"/>
                </a:lnTo>
                <a:close/>
                <a:moveTo>
                  <a:pt x="15354" y="6302"/>
                </a:moveTo>
                <a:lnTo>
                  <a:pt x="15281" y="6546"/>
                </a:lnTo>
                <a:lnTo>
                  <a:pt x="15257" y="6813"/>
                </a:lnTo>
                <a:lnTo>
                  <a:pt x="15232" y="7081"/>
                </a:lnTo>
                <a:lnTo>
                  <a:pt x="15232" y="7349"/>
                </a:lnTo>
                <a:lnTo>
                  <a:pt x="15305" y="7884"/>
                </a:lnTo>
                <a:lnTo>
                  <a:pt x="15354" y="8395"/>
                </a:lnTo>
                <a:lnTo>
                  <a:pt x="15354" y="8760"/>
                </a:lnTo>
                <a:lnTo>
                  <a:pt x="15354" y="9149"/>
                </a:lnTo>
                <a:lnTo>
                  <a:pt x="15330" y="9904"/>
                </a:lnTo>
                <a:lnTo>
                  <a:pt x="15305" y="10220"/>
                </a:lnTo>
                <a:lnTo>
                  <a:pt x="15305" y="10585"/>
                </a:lnTo>
                <a:lnTo>
                  <a:pt x="15330" y="10925"/>
                </a:lnTo>
                <a:lnTo>
                  <a:pt x="15378" y="11071"/>
                </a:lnTo>
                <a:lnTo>
                  <a:pt x="15427" y="11242"/>
                </a:lnTo>
                <a:lnTo>
                  <a:pt x="15208" y="11242"/>
                </a:lnTo>
                <a:lnTo>
                  <a:pt x="15232" y="11193"/>
                </a:lnTo>
                <a:lnTo>
                  <a:pt x="15232" y="11120"/>
                </a:lnTo>
                <a:lnTo>
                  <a:pt x="15184" y="10755"/>
                </a:lnTo>
                <a:lnTo>
                  <a:pt x="15135" y="10366"/>
                </a:lnTo>
                <a:lnTo>
                  <a:pt x="15086" y="9636"/>
                </a:lnTo>
                <a:lnTo>
                  <a:pt x="15062" y="8882"/>
                </a:lnTo>
                <a:lnTo>
                  <a:pt x="15013" y="8127"/>
                </a:lnTo>
                <a:lnTo>
                  <a:pt x="14989" y="7543"/>
                </a:lnTo>
                <a:lnTo>
                  <a:pt x="14989" y="6959"/>
                </a:lnTo>
                <a:lnTo>
                  <a:pt x="14989" y="6789"/>
                </a:lnTo>
                <a:lnTo>
                  <a:pt x="15013" y="6619"/>
                </a:lnTo>
                <a:lnTo>
                  <a:pt x="15038" y="6473"/>
                </a:lnTo>
                <a:lnTo>
                  <a:pt x="15038" y="6302"/>
                </a:lnTo>
                <a:close/>
                <a:moveTo>
                  <a:pt x="4575" y="10633"/>
                </a:moveTo>
                <a:lnTo>
                  <a:pt x="4575" y="10950"/>
                </a:lnTo>
                <a:lnTo>
                  <a:pt x="4599" y="11290"/>
                </a:lnTo>
                <a:lnTo>
                  <a:pt x="4429" y="11242"/>
                </a:lnTo>
                <a:lnTo>
                  <a:pt x="4258" y="11217"/>
                </a:lnTo>
                <a:lnTo>
                  <a:pt x="3893" y="11217"/>
                </a:lnTo>
                <a:lnTo>
                  <a:pt x="4088" y="11047"/>
                </a:lnTo>
                <a:lnTo>
                  <a:pt x="4283" y="10852"/>
                </a:lnTo>
                <a:lnTo>
                  <a:pt x="4575" y="10633"/>
                </a:lnTo>
                <a:close/>
                <a:moveTo>
                  <a:pt x="4648" y="8711"/>
                </a:moveTo>
                <a:lnTo>
                  <a:pt x="4648" y="8882"/>
                </a:lnTo>
                <a:lnTo>
                  <a:pt x="4599" y="9952"/>
                </a:lnTo>
                <a:lnTo>
                  <a:pt x="4550" y="9952"/>
                </a:lnTo>
                <a:lnTo>
                  <a:pt x="4477" y="10001"/>
                </a:lnTo>
                <a:lnTo>
                  <a:pt x="4404" y="10074"/>
                </a:lnTo>
                <a:lnTo>
                  <a:pt x="4283" y="10196"/>
                </a:lnTo>
                <a:lnTo>
                  <a:pt x="3942" y="10536"/>
                </a:lnTo>
                <a:lnTo>
                  <a:pt x="3626" y="10828"/>
                </a:lnTo>
                <a:lnTo>
                  <a:pt x="3480" y="10974"/>
                </a:lnTo>
                <a:lnTo>
                  <a:pt x="3358" y="11169"/>
                </a:lnTo>
                <a:lnTo>
                  <a:pt x="3334" y="11242"/>
                </a:lnTo>
                <a:lnTo>
                  <a:pt x="3237" y="11242"/>
                </a:lnTo>
                <a:lnTo>
                  <a:pt x="2653" y="11266"/>
                </a:lnTo>
                <a:lnTo>
                  <a:pt x="2044" y="11315"/>
                </a:lnTo>
                <a:lnTo>
                  <a:pt x="2044" y="11315"/>
                </a:lnTo>
                <a:lnTo>
                  <a:pt x="2069" y="11144"/>
                </a:lnTo>
                <a:lnTo>
                  <a:pt x="2093" y="11193"/>
                </a:lnTo>
                <a:lnTo>
                  <a:pt x="2142" y="11217"/>
                </a:lnTo>
                <a:lnTo>
                  <a:pt x="2190" y="11242"/>
                </a:lnTo>
                <a:lnTo>
                  <a:pt x="2239" y="11217"/>
                </a:lnTo>
                <a:lnTo>
                  <a:pt x="2409" y="11120"/>
                </a:lnTo>
                <a:lnTo>
                  <a:pt x="2555" y="11023"/>
                </a:lnTo>
                <a:lnTo>
                  <a:pt x="2823" y="10779"/>
                </a:lnTo>
                <a:lnTo>
                  <a:pt x="3261" y="10415"/>
                </a:lnTo>
                <a:lnTo>
                  <a:pt x="3650" y="10050"/>
                </a:lnTo>
                <a:lnTo>
                  <a:pt x="3845" y="9831"/>
                </a:lnTo>
                <a:lnTo>
                  <a:pt x="4039" y="9612"/>
                </a:lnTo>
                <a:lnTo>
                  <a:pt x="4356" y="9125"/>
                </a:lnTo>
                <a:lnTo>
                  <a:pt x="4648" y="8711"/>
                </a:lnTo>
                <a:close/>
                <a:moveTo>
                  <a:pt x="6035" y="536"/>
                </a:moveTo>
                <a:lnTo>
                  <a:pt x="6327" y="560"/>
                </a:lnTo>
                <a:lnTo>
                  <a:pt x="6619" y="584"/>
                </a:lnTo>
                <a:lnTo>
                  <a:pt x="7203" y="584"/>
                </a:lnTo>
                <a:lnTo>
                  <a:pt x="7592" y="609"/>
                </a:lnTo>
                <a:lnTo>
                  <a:pt x="8346" y="609"/>
                </a:lnTo>
                <a:lnTo>
                  <a:pt x="8736" y="560"/>
                </a:lnTo>
                <a:lnTo>
                  <a:pt x="8663" y="803"/>
                </a:lnTo>
                <a:lnTo>
                  <a:pt x="8638" y="1047"/>
                </a:lnTo>
                <a:lnTo>
                  <a:pt x="8638" y="1436"/>
                </a:lnTo>
                <a:lnTo>
                  <a:pt x="8638" y="1971"/>
                </a:lnTo>
                <a:lnTo>
                  <a:pt x="8687" y="2531"/>
                </a:lnTo>
                <a:lnTo>
                  <a:pt x="8711" y="3066"/>
                </a:lnTo>
                <a:lnTo>
                  <a:pt x="8711" y="3626"/>
                </a:lnTo>
                <a:lnTo>
                  <a:pt x="8687" y="4575"/>
                </a:lnTo>
                <a:lnTo>
                  <a:pt x="8711" y="5499"/>
                </a:lnTo>
                <a:lnTo>
                  <a:pt x="8760" y="7373"/>
                </a:lnTo>
                <a:lnTo>
                  <a:pt x="8833" y="9271"/>
                </a:lnTo>
                <a:lnTo>
                  <a:pt x="8857" y="11144"/>
                </a:lnTo>
                <a:lnTo>
                  <a:pt x="7178" y="11144"/>
                </a:lnTo>
                <a:lnTo>
                  <a:pt x="6911" y="11169"/>
                </a:lnTo>
                <a:lnTo>
                  <a:pt x="6643" y="11169"/>
                </a:lnTo>
                <a:lnTo>
                  <a:pt x="6400" y="11217"/>
                </a:lnTo>
                <a:lnTo>
                  <a:pt x="6156" y="11315"/>
                </a:lnTo>
                <a:lnTo>
                  <a:pt x="6132" y="11023"/>
                </a:lnTo>
                <a:lnTo>
                  <a:pt x="6132" y="10731"/>
                </a:lnTo>
                <a:lnTo>
                  <a:pt x="6132" y="10147"/>
                </a:lnTo>
                <a:lnTo>
                  <a:pt x="6059" y="8711"/>
                </a:lnTo>
                <a:lnTo>
                  <a:pt x="6035" y="7933"/>
                </a:lnTo>
                <a:lnTo>
                  <a:pt x="6035" y="7178"/>
                </a:lnTo>
                <a:lnTo>
                  <a:pt x="6083" y="6424"/>
                </a:lnTo>
                <a:lnTo>
                  <a:pt x="6132" y="5645"/>
                </a:lnTo>
                <a:lnTo>
                  <a:pt x="6229" y="4210"/>
                </a:lnTo>
                <a:lnTo>
                  <a:pt x="6254" y="3480"/>
                </a:lnTo>
                <a:lnTo>
                  <a:pt x="6254" y="3115"/>
                </a:lnTo>
                <a:lnTo>
                  <a:pt x="6229" y="2750"/>
                </a:lnTo>
                <a:lnTo>
                  <a:pt x="6035" y="1485"/>
                </a:lnTo>
                <a:lnTo>
                  <a:pt x="6035" y="1241"/>
                </a:lnTo>
                <a:lnTo>
                  <a:pt x="6035" y="1022"/>
                </a:lnTo>
                <a:lnTo>
                  <a:pt x="6035" y="536"/>
                </a:lnTo>
                <a:close/>
                <a:moveTo>
                  <a:pt x="14721" y="6327"/>
                </a:moveTo>
                <a:lnTo>
                  <a:pt x="14624" y="6497"/>
                </a:lnTo>
                <a:lnTo>
                  <a:pt x="14600" y="6716"/>
                </a:lnTo>
                <a:lnTo>
                  <a:pt x="14575" y="6959"/>
                </a:lnTo>
                <a:lnTo>
                  <a:pt x="14551" y="7203"/>
                </a:lnTo>
                <a:lnTo>
                  <a:pt x="14575" y="7665"/>
                </a:lnTo>
                <a:lnTo>
                  <a:pt x="14600" y="8006"/>
                </a:lnTo>
                <a:lnTo>
                  <a:pt x="14673" y="9612"/>
                </a:lnTo>
                <a:lnTo>
                  <a:pt x="14721" y="10439"/>
                </a:lnTo>
                <a:lnTo>
                  <a:pt x="14770" y="10828"/>
                </a:lnTo>
                <a:lnTo>
                  <a:pt x="14843" y="11242"/>
                </a:lnTo>
                <a:lnTo>
                  <a:pt x="14843" y="11266"/>
                </a:lnTo>
                <a:lnTo>
                  <a:pt x="14600" y="11290"/>
                </a:lnTo>
                <a:lnTo>
                  <a:pt x="14381" y="11339"/>
                </a:lnTo>
                <a:lnTo>
                  <a:pt x="14454" y="10755"/>
                </a:lnTo>
                <a:lnTo>
                  <a:pt x="14502" y="10171"/>
                </a:lnTo>
                <a:lnTo>
                  <a:pt x="14502" y="9587"/>
                </a:lnTo>
                <a:lnTo>
                  <a:pt x="14478" y="9003"/>
                </a:lnTo>
                <a:lnTo>
                  <a:pt x="14429" y="7689"/>
                </a:lnTo>
                <a:lnTo>
                  <a:pt x="14405" y="7008"/>
                </a:lnTo>
                <a:lnTo>
                  <a:pt x="14356" y="6375"/>
                </a:lnTo>
                <a:lnTo>
                  <a:pt x="14721" y="6327"/>
                </a:lnTo>
                <a:close/>
                <a:moveTo>
                  <a:pt x="12361" y="2871"/>
                </a:moveTo>
                <a:lnTo>
                  <a:pt x="11680" y="2920"/>
                </a:lnTo>
                <a:lnTo>
                  <a:pt x="10901" y="2944"/>
                </a:lnTo>
                <a:lnTo>
                  <a:pt x="10512" y="2944"/>
                </a:lnTo>
                <a:lnTo>
                  <a:pt x="10147" y="2993"/>
                </a:lnTo>
                <a:lnTo>
                  <a:pt x="10074" y="3042"/>
                </a:lnTo>
                <a:lnTo>
                  <a:pt x="10025" y="3090"/>
                </a:lnTo>
                <a:lnTo>
                  <a:pt x="10001" y="3090"/>
                </a:lnTo>
                <a:lnTo>
                  <a:pt x="9904" y="3139"/>
                </a:lnTo>
                <a:lnTo>
                  <a:pt x="9831" y="3212"/>
                </a:lnTo>
                <a:lnTo>
                  <a:pt x="9806" y="3334"/>
                </a:lnTo>
                <a:lnTo>
                  <a:pt x="9782" y="3455"/>
                </a:lnTo>
                <a:lnTo>
                  <a:pt x="9758" y="3723"/>
                </a:lnTo>
                <a:lnTo>
                  <a:pt x="9782" y="3918"/>
                </a:lnTo>
                <a:lnTo>
                  <a:pt x="9782" y="4429"/>
                </a:lnTo>
                <a:lnTo>
                  <a:pt x="9806" y="4940"/>
                </a:lnTo>
                <a:lnTo>
                  <a:pt x="9855" y="5937"/>
                </a:lnTo>
                <a:lnTo>
                  <a:pt x="9879" y="7032"/>
                </a:lnTo>
                <a:lnTo>
                  <a:pt x="9904" y="8127"/>
                </a:lnTo>
                <a:lnTo>
                  <a:pt x="9928" y="9758"/>
                </a:lnTo>
                <a:lnTo>
                  <a:pt x="9952" y="10560"/>
                </a:lnTo>
                <a:lnTo>
                  <a:pt x="10001" y="10974"/>
                </a:lnTo>
                <a:lnTo>
                  <a:pt x="10050" y="11363"/>
                </a:lnTo>
                <a:lnTo>
                  <a:pt x="10025" y="11388"/>
                </a:lnTo>
                <a:lnTo>
                  <a:pt x="10001" y="11436"/>
                </a:lnTo>
                <a:lnTo>
                  <a:pt x="10001" y="11534"/>
                </a:lnTo>
                <a:lnTo>
                  <a:pt x="10025" y="11631"/>
                </a:lnTo>
                <a:lnTo>
                  <a:pt x="10074" y="11655"/>
                </a:lnTo>
                <a:lnTo>
                  <a:pt x="10123" y="11680"/>
                </a:lnTo>
                <a:lnTo>
                  <a:pt x="10171" y="11680"/>
                </a:lnTo>
                <a:lnTo>
                  <a:pt x="10244" y="11704"/>
                </a:lnTo>
                <a:lnTo>
                  <a:pt x="10317" y="11704"/>
                </a:lnTo>
                <a:lnTo>
                  <a:pt x="10585" y="11728"/>
                </a:lnTo>
                <a:lnTo>
                  <a:pt x="10853" y="11704"/>
                </a:lnTo>
                <a:lnTo>
                  <a:pt x="11364" y="11655"/>
                </a:lnTo>
                <a:lnTo>
                  <a:pt x="12142" y="11631"/>
                </a:lnTo>
                <a:lnTo>
                  <a:pt x="12921" y="11607"/>
                </a:lnTo>
                <a:lnTo>
                  <a:pt x="12969" y="11655"/>
                </a:lnTo>
                <a:lnTo>
                  <a:pt x="13042" y="11680"/>
                </a:lnTo>
                <a:lnTo>
                  <a:pt x="13091" y="11704"/>
                </a:lnTo>
                <a:lnTo>
                  <a:pt x="13164" y="11680"/>
                </a:lnTo>
                <a:lnTo>
                  <a:pt x="13237" y="11655"/>
                </a:lnTo>
                <a:lnTo>
                  <a:pt x="13286" y="11607"/>
                </a:lnTo>
                <a:lnTo>
                  <a:pt x="13334" y="11558"/>
                </a:lnTo>
                <a:lnTo>
                  <a:pt x="13359" y="11461"/>
                </a:lnTo>
                <a:lnTo>
                  <a:pt x="13383" y="10877"/>
                </a:lnTo>
                <a:lnTo>
                  <a:pt x="13383" y="10293"/>
                </a:lnTo>
                <a:lnTo>
                  <a:pt x="13359" y="9685"/>
                </a:lnTo>
                <a:lnTo>
                  <a:pt x="13359" y="9101"/>
                </a:lnTo>
                <a:lnTo>
                  <a:pt x="13432" y="6619"/>
                </a:lnTo>
                <a:lnTo>
                  <a:pt x="13432" y="6059"/>
                </a:lnTo>
                <a:lnTo>
                  <a:pt x="13432" y="5524"/>
                </a:lnTo>
                <a:lnTo>
                  <a:pt x="13407" y="4964"/>
                </a:lnTo>
                <a:lnTo>
                  <a:pt x="13334" y="4404"/>
                </a:lnTo>
                <a:lnTo>
                  <a:pt x="13213" y="3723"/>
                </a:lnTo>
                <a:lnTo>
                  <a:pt x="13188" y="3480"/>
                </a:lnTo>
                <a:lnTo>
                  <a:pt x="13188" y="3212"/>
                </a:lnTo>
                <a:lnTo>
                  <a:pt x="13213" y="3139"/>
                </a:lnTo>
                <a:lnTo>
                  <a:pt x="13188" y="3042"/>
                </a:lnTo>
                <a:lnTo>
                  <a:pt x="13140" y="2969"/>
                </a:lnTo>
                <a:lnTo>
                  <a:pt x="13042" y="2920"/>
                </a:lnTo>
                <a:lnTo>
                  <a:pt x="12896" y="2871"/>
                </a:lnTo>
                <a:close/>
                <a:moveTo>
                  <a:pt x="3188" y="5816"/>
                </a:moveTo>
                <a:lnTo>
                  <a:pt x="2823" y="5840"/>
                </a:lnTo>
                <a:lnTo>
                  <a:pt x="2458" y="5864"/>
                </a:lnTo>
                <a:lnTo>
                  <a:pt x="2093" y="5937"/>
                </a:lnTo>
                <a:lnTo>
                  <a:pt x="1923" y="5986"/>
                </a:lnTo>
                <a:lnTo>
                  <a:pt x="1752" y="6035"/>
                </a:lnTo>
                <a:lnTo>
                  <a:pt x="1679" y="6059"/>
                </a:lnTo>
                <a:lnTo>
                  <a:pt x="1631" y="6083"/>
                </a:lnTo>
                <a:lnTo>
                  <a:pt x="1631" y="6108"/>
                </a:lnTo>
                <a:lnTo>
                  <a:pt x="1582" y="6181"/>
                </a:lnTo>
                <a:lnTo>
                  <a:pt x="1582" y="6278"/>
                </a:lnTo>
                <a:lnTo>
                  <a:pt x="1606" y="6351"/>
                </a:lnTo>
                <a:lnTo>
                  <a:pt x="1655" y="6400"/>
                </a:lnTo>
                <a:lnTo>
                  <a:pt x="1704" y="7032"/>
                </a:lnTo>
                <a:lnTo>
                  <a:pt x="1704" y="7665"/>
                </a:lnTo>
                <a:lnTo>
                  <a:pt x="1704" y="8930"/>
                </a:lnTo>
                <a:lnTo>
                  <a:pt x="1606" y="11461"/>
                </a:lnTo>
                <a:lnTo>
                  <a:pt x="1631" y="11558"/>
                </a:lnTo>
                <a:lnTo>
                  <a:pt x="1655" y="11631"/>
                </a:lnTo>
                <a:lnTo>
                  <a:pt x="1728" y="11655"/>
                </a:lnTo>
                <a:lnTo>
                  <a:pt x="1801" y="11680"/>
                </a:lnTo>
                <a:lnTo>
                  <a:pt x="1947" y="11728"/>
                </a:lnTo>
                <a:lnTo>
                  <a:pt x="2117" y="11753"/>
                </a:lnTo>
                <a:lnTo>
                  <a:pt x="2434" y="11753"/>
                </a:lnTo>
                <a:lnTo>
                  <a:pt x="2750" y="11728"/>
                </a:lnTo>
                <a:lnTo>
                  <a:pt x="3066" y="11704"/>
                </a:lnTo>
                <a:lnTo>
                  <a:pt x="3942" y="11704"/>
                </a:lnTo>
                <a:lnTo>
                  <a:pt x="4356" y="11728"/>
                </a:lnTo>
                <a:lnTo>
                  <a:pt x="4575" y="11728"/>
                </a:lnTo>
                <a:lnTo>
                  <a:pt x="4794" y="11704"/>
                </a:lnTo>
                <a:lnTo>
                  <a:pt x="4891" y="11680"/>
                </a:lnTo>
                <a:lnTo>
                  <a:pt x="4964" y="11655"/>
                </a:lnTo>
                <a:lnTo>
                  <a:pt x="5013" y="11582"/>
                </a:lnTo>
                <a:lnTo>
                  <a:pt x="5013" y="11509"/>
                </a:lnTo>
                <a:lnTo>
                  <a:pt x="4988" y="11169"/>
                </a:lnTo>
                <a:lnTo>
                  <a:pt x="4964" y="10852"/>
                </a:lnTo>
                <a:lnTo>
                  <a:pt x="4988" y="10196"/>
                </a:lnTo>
                <a:lnTo>
                  <a:pt x="5037" y="8882"/>
                </a:lnTo>
                <a:lnTo>
                  <a:pt x="5086" y="7178"/>
                </a:lnTo>
                <a:lnTo>
                  <a:pt x="5110" y="6692"/>
                </a:lnTo>
                <a:lnTo>
                  <a:pt x="5110" y="6448"/>
                </a:lnTo>
                <a:lnTo>
                  <a:pt x="5086" y="6205"/>
                </a:lnTo>
                <a:lnTo>
                  <a:pt x="5061" y="6132"/>
                </a:lnTo>
                <a:lnTo>
                  <a:pt x="5037" y="6035"/>
                </a:lnTo>
                <a:lnTo>
                  <a:pt x="4988" y="5962"/>
                </a:lnTo>
                <a:lnTo>
                  <a:pt x="4915" y="5889"/>
                </a:lnTo>
                <a:lnTo>
                  <a:pt x="4818" y="5864"/>
                </a:lnTo>
                <a:lnTo>
                  <a:pt x="3991" y="5816"/>
                </a:lnTo>
                <a:close/>
                <a:moveTo>
                  <a:pt x="5889" y="25"/>
                </a:moveTo>
                <a:lnTo>
                  <a:pt x="5816" y="49"/>
                </a:lnTo>
                <a:lnTo>
                  <a:pt x="5743" y="98"/>
                </a:lnTo>
                <a:lnTo>
                  <a:pt x="5670" y="219"/>
                </a:lnTo>
                <a:lnTo>
                  <a:pt x="5621" y="341"/>
                </a:lnTo>
                <a:lnTo>
                  <a:pt x="5548" y="609"/>
                </a:lnTo>
                <a:lnTo>
                  <a:pt x="5524" y="901"/>
                </a:lnTo>
                <a:lnTo>
                  <a:pt x="5524" y="1193"/>
                </a:lnTo>
                <a:lnTo>
                  <a:pt x="5548" y="1509"/>
                </a:lnTo>
                <a:lnTo>
                  <a:pt x="5572" y="1801"/>
                </a:lnTo>
                <a:lnTo>
                  <a:pt x="5670" y="2361"/>
                </a:lnTo>
                <a:lnTo>
                  <a:pt x="5718" y="2750"/>
                </a:lnTo>
                <a:lnTo>
                  <a:pt x="5743" y="3139"/>
                </a:lnTo>
                <a:lnTo>
                  <a:pt x="5743" y="3528"/>
                </a:lnTo>
                <a:lnTo>
                  <a:pt x="5718" y="3918"/>
                </a:lnTo>
                <a:lnTo>
                  <a:pt x="5694" y="4672"/>
                </a:lnTo>
                <a:lnTo>
                  <a:pt x="5621" y="5475"/>
                </a:lnTo>
                <a:lnTo>
                  <a:pt x="5572" y="6278"/>
                </a:lnTo>
                <a:lnTo>
                  <a:pt x="5548" y="7081"/>
                </a:lnTo>
                <a:lnTo>
                  <a:pt x="5524" y="7908"/>
                </a:lnTo>
                <a:lnTo>
                  <a:pt x="5548" y="8711"/>
                </a:lnTo>
                <a:lnTo>
                  <a:pt x="5645" y="10293"/>
                </a:lnTo>
                <a:lnTo>
                  <a:pt x="5645" y="10925"/>
                </a:lnTo>
                <a:lnTo>
                  <a:pt x="5670" y="11242"/>
                </a:lnTo>
                <a:lnTo>
                  <a:pt x="5718" y="11558"/>
                </a:lnTo>
                <a:lnTo>
                  <a:pt x="5743" y="11631"/>
                </a:lnTo>
                <a:lnTo>
                  <a:pt x="5767" y="11680"/>
                </a:lnTo>
                <a:lnTo>
                  <a:pt x="5816" y="11728"/>
                </a:lnTo>
                <a:lnTo>
                  <a:pt x="5986" y="11728"/>
                </a:lnTo>
                <a:lnTo>
                  <a:pt x="6108" y="11680"/>
                </a:lnTo>
                <a:lnTo>
                  <a:pt x="6351" y="11728"/>
                </a:lnTo>
                <a:lnTo>
                  <a:pt x="6619" y="11753"/>
                </a:lnTo>
                <a:lnTo>
                  <a:pt x="8030" y="11753"/>
                </a:lnTo>
                <a:lnTo>
                  <a:pt x="8857" y="11728"/>
                </a:lnTo>
                <a:lnTo>
                  <a:pt x="8955" y="11704"/>
                </a:lnTo>
                <a:lnTo>
                  <a:pt x="9028" y="11680"/>
                </a:lnTo>
                <a:lnTo>
                  <a:pt x="9149" y="11680"/>
                </a:lnTo>
                <a:lnTo>
                  <a:pt x="9271" y="11655"/>
                </a:lnTo>
                <a:lnTo>
                  <a:pt x="9320" y="11607"/>
                </a:lnTo>
                <a:lnTo>
                  <a:pt x="9344" y="11582"/>
                </a:lnTo>
                <a:lnTo>
                  <a:pt x="9368" y="11509"/>
                </a:lnTo>
                <a:lnTo>
                  <a:pt x="9393" y="11436"/>
                </a:lnTo>
                <a:lnTo>
                  <a:pt x="9368" y="9563"/>
                </a:lnTo>
                <a:lnTo>
                  <a:pt x="9295" y="7714"/>
                </a:lnTo>
                <a:lnTo>
                  <a:pt x="9222" y="5840"/>
                </a:lnTo>
                <a:lnTo>
                  <a:pt x="9198" y="4915"/>
                </a:lnTo>
                <a:lnTo>
                  <a:pt x="9198" y="3991"/>
                </a:lnTo>
                <a:lnTo>
                  <a:pt x="9198" y="3431"/>
                </a:lnTo>
                <a:lnTo>
                  <a:pt x="9174" y="2871"/>
                </a:lnTo>
                <a:lnTo>
                  <a:pt x="9125" y="2312"/>
                </a:lnTo>
                <a:lnTo>
                  <a:pt x="9076" y="1752"/>
                </a:lnTo>
                <a:lnTo>
                  <a:pt x="9052" y="1266"/>
                </a:lnTo>
                <a:lnTo>
                  <a:pt x="9052" y="803"/>
                </a:lnTo>
                <a:lnTo>
                  <a:pt x="9076" y="609"/>
                </a:lnTo>
                <a:lnTo>
                  <a:pt x="9076" y="487"/>
                </a:lnTo>
                <a:lnTo>
                  <a:pt x="9076" y="463"/>
                </a:lnTo>
                <a:lnTo>
                  <a:pt x="9052" y="414"/>
                </a:lnTo>
                <a:lnTo>
                  <a:pt x="9076" y="341"/>
                </a:lnTo>
                <a:lnTo>
                  <a:pt x="9076" y="268"/>
                </a:lnTo>
                <a:lnTo>
                  <a:pt x="9052" y="195"/>
                </a:lnTo>
                <a:lnTo>
                  <a:pt x="9003" y="146"/>
                </a:lnTo>
                <a:lnTo>
                  <a:pt x="8955" y="73"/>
                </a:lnTo>
                <a:lnTo>
                  <a:pt x="8906" y="25"/>
                </a:lnTo>
                <a:lnTo>
                  <a:pt x="8736" y="25"/>
                </a:lnTo>
                <a:lnTo>
                  <a:pt x="8298" y="73"/>
                </a:lnTo>
                <a:lnTo>
                  <a:pt x="7884" y="73"/>
                </a:lnTo>
                <a:lnTo>
                  <a:pt x="7032" y="49"/>
                </a:lnTo>
                <a:lnTo>
                  <a:pt x="6521" y="49"/>
                </a:lnTo>
                <a:lnTo>
                  <a:pt x="6278" y="73"/>
                </a:lnTo>
                <a:lnTo>
                  <a:pt x="6010" y="98"/>
                </a:lnTo>
                <a:lnTo>
                  <a:pt x="5962" y="49"/>
                </a:lnTo>
                <a:lnTo>
                  <a:pt x="5889" y="25"/>
                </a:lnTo>
                <a:close/>
                <a:moveTo>
                  <a:pt x="16619" y="5791"/>
                </a:moveTo>
                <a:lnTo>
                  <a:pt x="16108" y="5816"/>
                </a:lnTo>
                <a:lnTo>
                  <a:pt x="15622" y="5864"/>
                </a:lnTo>
                <a:lnTo>
                  <a:pt x="15111" y="5889"/>
                </a:lnTo>
                <a:lnTo>
                  <a:pt x="14697" y="5889"/>
                </a:lnTo>
                <a:lnTo>
                  <a:pt x="14478" y="5937"/>
                </a:lnTo>
                <a:lnTo>
                  <a:pt x="14283" y="6010"/>
                </a:lnTo>
                <a:lnTo>
                  <a:pt x="14210" y="5937"/>
                </a:lnTo>
                <a:lnTo>
                  <a:pt x="14113" y="5913"/>
                </a:lnTo>
                <a:lnTo>
                  <a:pt x="14089" y="5913"/>
                </a:lnTo>
                <a:lnTo>
                  <a:pt x="14040" y="5937"/>
                </a:lnTo>
                <a:lnTo>
                  <a:pt x="14016" y="5986"/>
                </a:lnTo>
                <a:lnTo>
                  <a:pt x="13991" y="6035"/>
                </a:lnTo>
                <a:lnTo>
                  <a:pt x="13943" y="6351"/>
                </a:lnTo>
                <a:lnTo>
                  <a:pt x="13918" y="6667"/>
                </a:lnTo>
                <a:lnTo>
                  <a:pt x="13918" y="7008"/>
                </a:lnTo>
                <a:lnTo>
                  <a:pt x="13918" y="7324"/>
                </a:lnTo>
                <a:lnTo>
                  <a:pt x="13967" y="7981"/>
                </a:lnTo>
                <a:lnTo>
                  <a:pt x="14016" y="8614"/>
                </a:lnTo>
                <a:lnTo>
                  <a:pt x="14040" y="9344"/>
                </a:lnTo>
                <a:lnTo>
                  <a:pt x="14040" y="10050"/>
                </a:lnTo>
                <a:lnTo>
                  <a:pt x="14016" y="10755"/>
                </a:lnTo>
                <a:lnTo>
                  <a:pt x="13967" y="11120"/>
                </a:lnTo>
                <a:lnTo>
                  <a:pt x="13894" y="11461"/>
                </a:lnTo>
                <a:lnTo>
                  <a:pt x="13894" y="11558"/>
                </a:lnTo>
                <a:lnTo>
                  <a:pt x="13918" y="11631"/>
                </a:lnTo>
                <a:lnTo>
                  <a:pt x="13967" y="11704"/>
                </a:lnTo>
                <a:lnTo>
                  <a:pt x="14040" y="11728"/>
                </a:lnTo>
                <a:lnTo>
                  <a:pt x="14089" y="11753"/>
                </a:lnTo>
                <a:lnTo>
                  <a:pt x="14235" y="11753"/>
                </a:lnTo>
                <a:lnTo>
                  <a:pt x="14308" y="11704"/>
                </a:lnTo>
                <a:lnTo>
                  <a:pt x="14624" y="11728"/>
                </a:lnTo>
                <a:lnTo>
                  <a:pt x="15597" y="11728"/>
                </a:lnTo>
                <a:lnTo>
                  <a:pt x="16327" y="11704"/>
                </a:lnTo>
                <a:lnTo>
                  <a:pt x="16668" y="11655"/>
                </a:lnTo>
                <a:lnTo>
                  <a:pt x="17033" y="11607"/>
                </a:lnTo>
                <a:lnTo>
                  <a:pt x="17082" y="11655"/>
                </a:lnTo>
                <a:lnTo>
                  <a:pt x="17130" y="11680"/>
                </a:lnTo>
                <a:lnTo>
                  <a:pt x="17203" y="11704"/>
                </a:lnTo>
                <a:lnTo>
                  <a:pt x="17276" y="11704"/>
                </a:lnTo>
                <a:lnTo>
                  <a:pt x="17349" y="11680"/>
                </a:lnTo>
                <a:lnTo>
                  <a:pt x="17398" y="11631"/>
                </a:lnTo>
                <a:lnTo>
                  <a:pt x="17422" y="11582"/>
                </a:lnTo>
                <a:lnTo>
                  <a:pt x="17422" y="11509"/>
                </a:lnTo>
                <a:lnTo>
                  <a:pt x="17374" y="11144"/>
                </a:lnTo>
                <a:lnTo>
                  <a:pt x="17349" y="10779"/>
                </a:lnTo>
                <a:lnTo>
                  <a:pt x="17349" y="10050"/>
                </a:lnTo>
                <a:lnTo>
                  <a:pt x="17349" y="9344"/>
                </a:lnTo>
                <a:lnTo>
                  <a:pt x="17398" y="8614"/>
                </a:lnTo>
                <a:lnTo>
                  <a:pt x="17422" y="7884"/>
                </a:lnTo>
                <a:lnTo>
                  <a:pt x="17447" y="7154"/>
                </a:lnTo>
                <a:lnTo>
                  <a:pt x="17447" y="6911"/>
                </a:lnTo>
                <a:lnTo>
                  <a:pt x="17422" y="6643"/>
                </a:lnTo>
                <a:lnTo>
                  <a:pt x="17398" y="6375"/>
                </a:lnTo>
                <a:lnTo>
                  <a:pt x="17349" y="6254"/>
                </a:lnTo>
                <a:lnTo>
                  <a:pt x="17301" y="6156"/>
                </a:lnTo>
                <a:lnTo>
                  <a:pt x="17325" y="6083"/>
                </a:lnTo>
                <a:lnTo>
                  <a:pt x="17325" y="6035"/>
                </a:lnTo>
                <a:lnTo>
                  <a:pt x="17301" y="5937"/>
                </a:lnTo>
                <a:lnTo>
                  <a:pt x="17228" y="5840"/>
                </a:lnTo>
                <a:lnTo>
                  <a:pt x="17179" y="5816"/>
                </a:lnTo>
                <a:lnTo>
                  <a:pt x="17106" y="5791"/>
                </a:lnTo>
                <a:close/>
                <a:moveTo>
                  <a:pt x="195" y="0"/>
                </a:moveTo>
                <a:lnTo>
                  <a:pt x="146" y="49"/>
                </a:lnTo>
                <a:lnTo>
                  <a:pt x="98" y="73"/>
                </a:lnTo>
                <a:lnTo>
                  <a:pt x="49" y="195"/>
                </a:lnTo>
                <a:lnTo>
                  <a:pt x="25" y="317"/>
                </a:lnTo>
                <a:lnTo>
                  <a:pt x="0" y="438"/>
                </a:lnTo>
                <a:lnTo>
                  <a:pt x="0" y="584"/>
                </a:lnTo>
                <a:lnTo>
                  <a:pt x="49" y="876"/>
                </a:lnTo>
                <a:lnTo>
                  <a:pt x="73" y="1120"/>
                </a:lnTo>
                <a:lnTo>
                  <a:pt x="49" y="1947"/>
                </a:lnTo>
                <a:lnTo>
                  <a:pt x="49" y="2774"/>
                </a:lnTo>
                <a:lnTo>
                  <a:pt x="49" y="3601"/>
                </a:lnTo>
                <a:lnTo>
                  <a:pt x="49" y="4429"/>
                </a:lnTo>
                <a:lnTo>
                  <a:pt x="0" y="6108"/>
                </a:lnTo>
                <a:lnTo>
                  <a:pt x="0" y="6984"/>
                </a:lnTo>
                <a:lnTo>
                  <a:pt x="25" y="7860"/>
                </a:lnTo>
                <a:lnTo>
                  <a:pt x="73" y="9587"/>
                </a:lnTo>
                <a:lnTo>
                  <a:pt x="146" y="11315"/>
                </a:lnTo>
                <a:lnTo>
                  <a:pt x="171" y="12191"/>
                </a:lnTo>
                <a:lnTo>
                  <a:pt x="195" y="13067"/>
                </a:lnTo>
                <a:lnTo>
                  <a:pt x="219" y="13188"/>
                </a:lnTo>
                <a:lnTo>
                  <a:pt x="292" y="13261"/>
                </a:lnTo>
                <a:lnTo>
                  <a:pt x="341" y="13310"/>
                </a:lnTo>
                <a:lnTo>
                  <a:pt x="390" y="13310"/>
                </a:lnTo>
                <a:lnTo>
                  <a:pt x="901" y="13383"/>
                </a:lnTo>
                <a:lnTo>
                  <a:pt x="1923" y="13383"/>
                </a:lnTo>
                <a:lnTo>
                  <a:pt x="2409" y="13334"/>
                </a:lnTo>
                <a:lnTo>
                  <a:pt x="3431" y="13261"/>
                </a:lnTo>
                <a:lnTo>
                  <a:pt x="3942" y="13213"/>
                </a:lnTo>
                <a:lnTo>
                  <a:pt x="4453" y="13188"/>
                </a:lnTo>
                <a:lnTo>
                  <a:pt x="10050" y="13188"/>
                </a:lnTo>
                <a:lnTo>
                  <a:pt x="11169" y="13164"/>
                </a:lnTo>
                <a:lnTo>
                  <a:pt x="13432" y="13091"/>
                </a:lnTo>
                <a:lnTo>
                  <a:pt x="14575" y="13067"/>
                </a:lnTo>
                <a:lnTo>
                  <a:pt x="16765" y="13067"/>
                </a:lnTo>
                <a:lnTo>
                  <a:pt x="17301" y="13091"/>
                </a:lnTo>
                <a:lnTo>
                  <a:pt x="17544" y="13140"/>
                </a:lnTo>
                <a:lnTo>
                  <a:pt x="17812" y="13164"/>
                </a:lnTo>
                <a:lnTo>
                  <a:pt x="17933" y="13164"/>
                </a:lnTo>
                <a:lnTo>
                  <a:pt x="18031" y="13115"/>
                </a:lnTo>
                <a:lnTo>
                  <a:pt x="18104" y="13042"/>
                </a:lnTo>
                <a:lnTo>
                  <a:pt x="18152" y="12945"/>
                </a:lnTo>
                <a:lnTo>
                  <a:pt x="18177" y="12848"/>
                </a:lnTo>
                <a:lnTo>
                  <a:pt x="18152" y="12750"/>
                </a:lnTo>
                <a:lnTo>
                  <a:pt x="18079" y="12677"/>
                </a:lnTo>
                <a:lnTo>
                  <a:pt x="17958" y="12629"/>
                </a:lnTo>
                <a:lnTo>
                  <a:pt x="17495" y="12556"/>
                </a:lnTo>
                <a:lnTo>
                  <a:pt x="17033" y="12531"/>
                </a:lnTo>
                <a:lnTo>
                  <a:pt x="16084" y="12507"/>
                </a:lnTo>
                <a:lnTo>
                  <a:pt x="14940" y="12483"/>
                </a:lnTo>
                <a:lnTo>
                  <a:pt x="13821" y="12507"/>
                </a:lnTo>
                <a:lnTo>
                  <a:pt x="11558" y="12580"/>
                </a:lnTo>
                <a:lnTo>
                  <a:pt x="10415" y="12604"/>
                </a:lnTo>
                <a:lnTo>
                  <a:pt x="9271" y="12629"/>
                </a:lnTo>
                <a:lnTo>
                  <a:pt x="7057" y="12604"/>
                </a:lnTo>
                <a:lnTo>
                  <a:pt x="5937" y="12604"/>
                </a:lnTo>
                <a:lnTo>
                  <a:pt x="4818" y="12629"/>
                </a:lnTo>
                <a:lnTo>
                  <a:pt x="3796" y="12677"/>
                </a:lnTo>
                <a:lnTo>
                  <a:pt x="2774" y="12726"/>
                </a:lnTo>
                <a:lnTo>
                  <a:pt x="1752" y="12799"/>
                </a:lnTo>
                <a:lnTo>
                  <a:pt x="730" y="12848"/>
                </a:lnTo>
                <a:lnTo>
                  <a:pt x="682" y="11169"/>
                </a:lnTo>
                <a:lnTo>
                  <a:pt x="609" y="9490"/>
                </a:lnTo>
                <a:lnTo>
                  <a:pt x="560" y="7787"/>
                </a:lnTo>
                <a:lnTo>
                  <a:pt x="536" y="6959"/>
                </a:lnTo>
                <a:lnTo>
                  <a:pt x="560" y="6108"/>
                </a:lnTo>
                <a:lnTo>
                  <a:pt x="584" y="4356"/>
                </a:lnTo>
                <a:lnTo>
                  <a:pt x="560" y="2579"/>
                </a:lnTo>
                <a:lnTo>
                  <a:pt x="584" y="1752"/>
                </a:lnTo>
                <a:lnTo>
                  <a:pt x="584" y="1363"/>
                </a:lnTo>
                <a:lnTo>
                  <a:pt x="584" y="949"/>
                </a:lnTo>
                <a:lnTo>
                  <a:pt x="560" y="706"/>
                </a:lnTo>
                <a:lnTo>
                  <a:pt x="536" y="438"/>
                </a:lnTo>
                <a:lnTo>
                  <a:pt x="511" y="317"/>
                </a:lnTo>
                <a:lnTo>
                  <a:pt x="463" y="219"/>
                </a:lnTo>
                <a:lnTo>
                  <a:pt x="390" y="98"/>
                </a:lnTo>
                <a:lnTo>
                  <a:pt x="317" y="25"/>
                </a:lnTo>
                <a:lnTo>
                  <a:pt x="268" y="0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8"/>
          <p:cNvSpPr/>
          <p:nvPr/>
        </p:nvSpPr>
        <p:spPr>
          <a:xfrm>
            <a:off x="4556381" y="2552090"/>
            <a:ext cx="273631" cy="275289"/>
          </a:xfrm>
          <a:custGeom>
            <a:rect b="b" l="l" r="r" t="t"/>
            <a:pathLst>
              <a:path extrusionOk="0" h="15938" w="15842">
                <a:moveTo>
                  <a:pt x="4794" y="7470"/>
                </a:moveTo>
                <a:lnTo>
                  <a:pt x="4867" y="7495"/>
                </a:lnTo>
                <a:lnTo>
                  <a:pt x="4940" y="7543"/>
                </a:lnTo>
                <a:lnTo>
                  <a:pt x="4989" y="7616"/>
                </a:lnTo>
                <a:lnTo>
                  <a:pt x="5013" y="7714"/>
                </a:lnTo>
                <a:lnTo>
                  <a:pt x="5013" y="7787"/>
                </a:lnTo>
                <a:lnTo>
                  <a:pt x="4989" y="7908"/>
                </a:lnTo>
                <a:lnTo>
                  <a:pt x="4916" y="7981"/>
                </a:lnTo>
                <a:lnTo>
                  <a:pt x="4843" y="8054"/>
                </a:lnTo>
                <a:lnTo>
                  <a:pt x="4721" y="8079"/>
                </a:lnTo>
                <a:lnTo>
                  <a:pt x="4600" y="8054"/>
                </a:lnTo>
                <a:lnTo>
                  <a:pt x="4527" y="7981"/>
                </a:lnTo>
                <a:lnTo>
                  <a:pt x="4454" y="7908"/>
                </a:lnTo>
                <a:lnTo>
                  <a:pt x="4429" y="7787"/>
                </a:lnTo>
                <a:lnTo>
                  <a:pt x="4454" y="7665"/>
                </a:lnTo>
                <a:lnTo>
                  <a:pt x="4527" y="7543"/>
                </a:lnTo>
                <a:lnTo>
                  <a:pt x="4600" y="7495"/>
                </a:lnTo>
                <a:lnTo>
                  <a:pt x="4697" y="7470"/>
                </a:lnTo>
                <a:close/>
                <a:moveTo>
                  <a:pt x="11169" y="7470"/>
                </a:moveTo>
                <a:lnTo>
                  <a:pt x="11242" y="7495"/>
                </a:lnTo>
                <a:lnTo>
                  <a:pt x="11315" y="7543"/>
                </a:lnTo>
                <a:lnTo>
                  <a:pt x="11364" y="7616"/>
                </a:lnTo>
                <a:lnTo>
                  <a:pt x="11388" y="7714"/>
                </a:lnTo>
                <a:lnTo>
                  <a:pt x="11388" y="7787"/>
                </a:lnTo>
                <a:lnTo>
                  <a:pt x="11364" y="7908"/>
                </a:lnTo>
                <a:lnTo>
                  <a:pt x="11291" y="7981"/>
                </a:lnTo>
                <a:lnTo>
                  <a:pt x="11218" y="8054"/>
                </a:lnTo>
                <a:lnTo>
                  <a:pt x="11096" y="8079"/>
                </a:lnTo>
                <a:lnTo>
                  <a:pt x="10975" y="8054"/>
                </a:lnTo>
                <a:lnTo>
                  <a:pt x="10902" y="7981"/>
                </a:lnTo>
                <a:lnTo>
                  <a:pt x="10829" y="7908"/>
                </a:lnTo>
                <a:lnTo>
                  <a:pt x="10804" y="7787"/>
                </a:lnTo>
                <a:lnTo>
                  <a:pt x="10829" y="7665"/>
                </a:lnTo>
                <a:lnTo>
                  <a:pt x="10902" y="7543"/>
                </a:lnTo>
                <a:lnTo>
                  <a:pt x="10975" y="7495"/>
                </a:lnTo>
                <a:lnTo>
                  <a:pt x="11072" y="7470"/>
                </a:lnTo>
                <a:close/>
                <a:moveTo>
                  <a:pt x="4770" y="7081"/>
                </a:moveTo>
                <a:lnTo>
                  <a:pt x="4600" y="7105"/>
                </a:lnTo>
                <a:lnTo>
                  <a:pt x="4429" y="7178"/>
                </a:lnTo>
                <a:lnTo>
                  <a:pt x="4308" y="7300"/>
                </a:lnTo>
                <a:lnTo>
                  <a:pt x="4186" y="7446"/>
                </a:lnTo>
                <a:lnTo>
                  <a:pt x="4113" y="7568"/>
                </a:lnTo>
                <a:lnTo>
                  <a:pt x="4064" y="7714"/>
                </a:lnTo>
                <a:lnTo>
                  <a:pt x="4016" y="7835"/>
                </a:lnTo>
                <a:lnTo>
                  <a:pt x="4016" y="7981"/>
                </a:lnTo>
                <a:lnTo>
                  <a:pt x="3967" y="8225"/>
                </a:lnTo>
                <a:lnTo>
                  <a:pt x="3967" y="8395"/>
                </a:lnTo>
                <a:lnTo>
                  <a:pt x="4016" y="8565"/>
                </a:lnTo>
                <a:lnTo>
                  <a:pt x="4064" y="8711"/>
                </a:lnTo>
                <a:lnTo>
                  <a:pt x="4162" y="8833"/>
                </a:lnTo>
                <a:lnTo>
                  <a:pt x="4259" y="8955"/>
                </a:lnTo>
                <a:lnTo>
                  <a:pt x="4381" y="9028"/>
                </a:lnTo>
                <a:lnTo>
                  <a:pt x="4527" y="9101"/>
                </a:lnTo>
                <a:lnTo>
                  <a:pt x="4697" y="9149"/>
                </a:lnTo>
                <a:lnTo>
                  <a:pt x="4892" y="9174"/>
                </a:lnTo>
                <a:lnTo>
                  <a:pt x="5062" y="9149"/>
                </a:lnTo>
                <a:lnTo>
                  <a:pt x="5232" y="9101"/>
                </a:lnTo>
                <a:lnTo>
                  <a:pt x="5378" y="9028"/>
                </a:lnTo>
                <a:lnTo>
                  <a:pt x="5500" y="8930"/>
                </a:lnTo>
                <a:lnTo>
                  <a:pt x="5622" y="8809"/>
                </a:lnTo>
                <a:lnTo>
                  <a:pt x="5719" y="8663"/>
                </a:lnTo>
                <a:lnTo>
                  <a:pt x="5792" y="8517"/>
                </a:lnTo>
                <a:lnTo>
                  <a:pt x="5841" y="8346"/>
                </a:lnTo>
                <a:lnTo>
                  <a:pt x="5865" y="8176"/>
                </a:lnTo>
                <a:lnTo>
                  <a:pt x="5841" y="8006"/>
                </a:lnTo>
                <a:lnTo>
                  <a:pt x="5816" y="7835"/>
                </a:lnTo>
                <a:lnTo>
                  <a:pt x="5768" y="7689"/>
                </a:lnTo>
                <a:lnTo>
                  <a:pt x="5695" y="7519"/>
                </a:lnTo>
                <a:lnTo>
                  <a:pt x="5573" y="7397"/>
                </a:lnTo>
                <a:lnTo>
                  <a:pt x="5427" y="7251"/>
                </a:lnTo>
                <a:lnTo>
                  <a:pt x="5281" y="7154"/>
                </a:lnTo>
                <a:lnTo>
                  <a:pt x="5111" y="7105"/>
                </a:lnTo>
                <a:lnTo>
                  <a:pt x="4940" y="7081"/>
                </a:lnTo>
                <a:close/>
                <a:moveTo>
                  <a:pt x="11145" y="7081"/>
                </a:moveTo>
                <a:lnTo>
                  <a:pt x="10975" y="7105"/>
                </a:lnTo>
                <a:lnTo>
                  <a:pt x="10804" y="7178"/>
                </a:lnTo>
                <a:lnTo>
                  <a:pt x="10683" y="7300"/>
                </a:lnTo>
                <a:lnTo>
                  <a:pt x="10561" y="7446"/>
                </a:lnTo>
                <a:lnTo>
                  <a:pt x="10488" y="7568"/>
                </a:lnTo>
                <a:lnTo>
                  <a:pt x="10439" y="7714"/>
                </a:lnTo>
                <a:lnTo>
                  <a:pt x="10391" y="7835"/>
                </a:lnTo>
                <a:lnTo>
                  <a:pt x="10391" y="7981"/>
                </a:lnTo>
                <a:lnTo>
                  <a:pt x="10342" y="8225"/>
                </a:lnTo>
                <a:lnTo>
                  <a:pt x="10342" y="8395"/>
                </a:lnTo>
                <a:lnTo>
                  <a:pt x="10391" y="8565"/>
                </a:lnTo>
                <a:lnTo>
                  <a:pt x="10439" y="8711"/>
                </a:lnTo>
                <a:lnTo>
                  <a:pt x="10537" y="8833"/>
                </a:lnTo>
                <a:lnTo>
                  <a:pt x="10634" y="8955"/>
                </a:lnTo>
                <a:lnTo>
                  <a:pt x="10756" y="9028"/>
                </a:lnTo>
                <a:lnTo>
                  <a:pt x="10902" y="9101"/>
                </a:lnTo>
                <a:lnTo>
                  <a:pt x="11072" y="9149"/>
                </a:lnTo>
                <a:lnTo>
                  <a:pt x="11267" y="9174"/>
                </a:lnTo>
                <a:lnTo>
                  <a:pt x="11437" y="9149"/>
                </a:lnTo>
                <a:lnTo>
                  <a:pt x="11607" y="9101"/>
                </a:lnTo>
                <a:lnTo>
                  <a:pt x="11753" y="9028"/>
                </a:lnTo>
                <a:lnTo>
                  <a:pt x="11875" y="8930"/>
                </a:lnTo>
                <a:lnTo>
                  <a:pt x="11997" y="8809"/>
                </a:lnTo>
                <a:lnTo>
                  <a:pt x="12094" y="8663"/>
                </a:lnTo>
                <a:lnTo>
                  <a:pt x="12167" y="8517"/>
                </a:lnTo>
                <a:lnTo>
                  <a:pt x="12216" y="8346"/>
                </a:lnTo>
                <a:lnTo>
                  <a:pt x="12240" y="8176"/>
                </a:lnTo>
                <a:lnTo>
                  <a:pt x="12216" y="8006"/>
                </a:lnTo>
                <a:lnTo>
                  <a:pt x="12191" y="7835"/>
                </a:lnTo>
                <a:lnTo>
                  <a:pt x="12143" y="7689"/>
                </a:lnTo>
                <a:lnTo>
                  <a:pt x="12070" y="7519"/>
                </a:lnTo>
                <a:lnTo>
                  <a:pt x="11948" y="7397"/>
                </a:lnTo>
                <a:lnTo>
                  <a:pt x="11802" y="7251"/>
                </a:lnTo>
                <a:lnTo>
                  <a:pt x="11656" y="7154"/>
                </a:lnTo>
                <a:lnTo>
                  <a:pt x="11486" y="7105"/>
                </a:lnTo>
                <a:lnTo>
                  <a:pt x="11315" y="7081"/>
                </a:lnTo>
                <a:close/>
                <a:moveTo>
                  <a:pt x="11972" y="10925"/>
                </a:moveTo>
                <a:lnTo>
                  <a:pt x="11875" y="10974"/>
                </a:lnTo>
                <a:lnTo>
                  <a:pt x="11778" y="11047"/>
                </a:lnTo>
                <a:lnTo>
                  <a:pt x="11607" y="11290"/>
                </a:lnTo>
                <a:lnTo>
                  <a:pt x="11413" y="11485"/>
                </a:lnTo>
                <a:lnTo>
                  <a:pt x="11194" y="11680"/>
                </a:lnTo>
                <a:lnTo>
                  <a:pt x="10950" y="11850"/>
                </a:lnTo>
                <a:lnTo>
                  <a:pt x="10707" y="11996"/>
                </a:lnTo>
                <a:lnTo>
                  <a:pt x="10439" y="12118"/>
                </a:lnTo>
                <a:lnTo>
                  <a:pt x="10172" y="12215"/>
                </a:lnTo>
                <a:lnTo>
                  <a:pt x="9880" y="12312"/>
                </a:lnTo>
                <a:lnTo>
                  <a:pt x="9588" y="12385"/>
                </a:lnTo>
                <a:lnTo>
                  <a:pt x="9296" y="12434"/>
                </a:lnTo>
                <a:lnTo>
                  <a:pt x="8712" y="12507"/>
                </a:lnTo>
                <a:lnTo>
                  <a:pt x="8128" y="12531"/>
                </a:lnTo>
                <a:lnTo>
                  <a:pt x="7568" y="12507"/>
                </a:lnTo>
                <a:lnTo>
                  <a:pt x="7325" y="12483"/>
                </a:lnTo>
                <a:lnTo>
                  <a:pt x="7106" y="12434"/>
                </a:lnTo>
                <a:lnTo>
                  <a:pt x="6668" y="12312"/>
                </a:lnTo>
                <a:lnTo>
                  <a:pt x="6230" y="12166"/>
                </a:lnTo>
                <a:lnTo>
                  <a:pt x="5816" y="11996"/>
                </a:lnTo>
                <a:lnTo>
                  <a:pt x="5427" y="11826"/>
                </a:lnTo>
                <a:lnTo>
                  <a:pt x="5013" y="11631"/>
                </a:lnTo>
                <a:lnTo>
                  <a:pt x="4794" y="11509"/>
                </a:lnTo>
                <a:lnTo>
                  <a:pt x="4600" y="11388"/>
                </a:lnTo>
                <a:lnTo>
                  <a:pt x="4454" y="11242"/>
                </a:lnTo>
                <a:lnTo>
                  <a:pt x="4308" y="11096"/>
                </a:lnTo>
                <a:lnTo>
                  <a:pt x="4259" y="11047"/>
                </a:lnTo>
                <a:lnTo>
                  <a:pt x="4210" y="11023"/>
                </a:lnTo>
                <a:lnTo>
                  <a:pt x="4089" y="11023"/>
                </a:lnTo>
                <a:lnTo>
                  <a:pt x="4040" y="11071"/>
                </a:lnTo>
                <a:lnTo>
                  <a:pt x="3991" y="11096"/>
                </a:lnTo>
                <a:lnTo>
                  <a:pt x="3991" y="11169"/>
                </a:lnTo>
                <a:lnTo>
                  <a:pt x="3991" y="11242"/>
                </a:lnTo>
                <a:lnTo>
                  <a:pt x="4016" y="11339"/>
                </a:lnTo>
                <a:lnTo>
                  <a:pt x="4064" y="11436"/>
                </a:lnTo>
                <a:lnTo>
                  <a:pt x="4210" y="11631"/>
                </a:lnTo>
                <a:lnTo>
                  <a:pt x="4381" y="11801"/>
                </a:lnTo>
                <a:lnTo>
                  <a:pt x="4575" y="11947"/>
                </a:lnTo>
                <a:lnTo>
                  <a:pt x="4794" y="12069"/>
                </a:lnTo>
                <a:lnTo>
                  <a:pt x="5038" y="12191"/>
                </a:lnTo>
                <a:lnTo>
                  <a:pt x="5451" y="12385"/>
                </a:lnTo>
                <a:lnTo>
                  <a:pt x="5938" y="12604"/>
                </a:lnTo>
                <a:lnTo>
                  <a:pt x="6424" y="12799"/>
                </a:lnTo>
                <a:lnTo>
                  <a:pt x="6935" y="12945"/>
                </a:lnTo>
                <a:lnTo>
                  <a:pt x="7446" y="13042"/>
                </a:lnTo>
                <a:lnTo>
                  <a:pt x="7763" y="13067"/>
                </a:lnTo>
                <a:lnTo>
                  <a:pt x="8079" y="13091"/>
                </a:lnTo>
                <a:lnTo>
                  <a:pt x="8420" y="13091"/>
                </a:lnTo>
                <a:lnTo>
                  <a:pt x="8760" y="13067"/>
                </a:lnTo>
                <a:lnTo>
                  <a:pt x="9101" y="13042"/>
                </a:lnTo>
                <a:lnTo>
                  <a:pt x="9442" y="12969"/>
                </a:lnTo>
                <a:lnTo>
                  <a:pt x="9758" y="12896"/>
                </a:lnTo>
                <a:lnTo>
                  <a:pt x="10099" y="12799"/>
                </a:lnTo>
                <a:lnTo>
                  <a:pt x="10415" y="12702"/>
                </a:lnTo>
                <a:lnTo>
                  <a:pt x="10731" y="12556"/>
                </a:lnTo>
                <a:lnTo>
                  <a:pt x="11023" y="12410"/>
                </a:lnTo>
                <a:lnTo>
                  <a:pt x="11315" y="12239"/>
                </a:lnTo>
                <a:lnTo>
                  <a:pt x="11583" y="12045"/>
                </a:lnTo>
                <a:lnTo>
                  <a:pt x="11826" y="11826"/>
                </a:lnTo>
                <a:lnTo>
                  <a:pt x="12045" y="11582"/>
                </a:lnTo>
                <a:lnTo>
                  <a:pt x="12264" y="11339"/>
                </a:lnTo>
                <a:lnTo>
                  <a:pt x="12313" y="11217"/>
                </a:lnTo>
                <a:lnTo>
                  <a:pt x="12289" y="11120"/>
                </a:lnTo>
                <a:lnTo>
                  <a:pt x="12240" y="11047"/>
                </a:lnTo>
                <a:lnTo>
                  <a:pt x="12167" y="10974"/>
                </a:lnTo>
                <a:lnTo>
                  <a:pt x="12070" y="10950"/>
                </a:lnTo>
                <a:lnTo>
                  <a:pt x="11972" y="10925"/>
                </a:lnTo>
                <a:close/>
                <a:moveTo>
                  <a:pt x="8493" y="682"/>
                </a:moveTo>
                <a:lnTo>
                  <a:pt x="8663" y="706"/>
                </a:lnTo>
                <a:lnTo>
                  <a:pt x="9101" y="755"/>
                </a:lnTo>
                <a:lnTo>
                  <a:pt x="9539" y="803"/>
                </a:lnTo>
                <a:lnTo>
                  <a:pt x="10001" y="901"/>
                </a:lnTo>
                <a:lnTo>
                  <a:pt x="10439" y="1022"/>
                </a:lnTo>
                <a:lnTo>
                  <a:pt x="10780" y="1120"/>
                </a:lnTo>
                <a:lnTo>
                  <a:pt x="11121" y="1241"/>
                </a:lnTo>
                <a:lnTo>
                  <a:pt x="11437" y="1411"/>
                </a:lnTo>
                <a:lnTo>
                  <a:pt x="11753" y="1557"/>
                </a:lnTo>
                <a:lnTo>
                  <a:pt x="11753" y="1582"/>
                </a:lnTo>
                <a:lnTo>
                  <a:pt x="11729" y="1655"/>
                </a:lnTo>
                <a:lnTo>
                  <a:pt x="11729" y="1752"/>
                </a:lnTo>
                <a:lnTo>
                  <a:pt x="11753" y="1801"/>
                </a:lnTo>
                <a:lnTo>
                  <a:pt x="11826" y="1825"/>
                </a:lnTo>
                <a:lnTo>
                  <a:pt x="11899" y="1825"/>
                </a:lnTo>
                <a:lnTo>
                  <a:pt x="11948" y="1776"/>
                </a:lnTo>
                <a:lnTo>
                  <a:pt x="11972" y="1752"/>
                </a:lnTo>
                <a:lnTo>
                  <a:pt x="11997" y="1752"/>
                </a:lnTo>
                <a:lnTo>
                  <a:pt x="11997" y="1728"/>
                </a:lnTo>
                <a:lnTo>
                  <a:pt x="12021" y="1728"/>
                </a:lnTo>
                <a:lnTo>
                  <a:pt x="12143" y="1801"/>
                </a:lnTo>
                <a:lnTo>
                  <a:pt x="12094" y="1874"/>
                </a:lnTo>
                <a:lnTo>
                  <a:pt x="12094" y="1947"/>
                </a:lnTo>
                <a:lnTo>
                  <a:pt x="12094" y="1995"/>
                </a:lnTo>
                <a:lnTo>
                  <a:pt x="12143" y="2020"/>
                </a:lnTo>
                <a:lnTo>
                  <a:pt x="12167" y="2044"/>
                </a:lnTo>
                <a:lnTo>
                  <a:pt x="12216" y="2020"/>
                </a:lnTo>
                <a:lnTo>
                  <a:pt x="12240" y="1995"/>
                </a:lnTo>
                <a:lnTo>
                  <a:pt x="12313" y="1922"/>
                </a:lnTo>
                <a:lnTo>
                  <a:pt x="12337" y="1922"/>
                </a:lnTo>
                <a:lnTo>
                  <a:pt x="12532" y="2068"/>
                </a:lnTo>
                <a:lnTo>
                  <a:pt x="12483" y="2190"/>
                </a:lnTo>
                <a:lnTo>
                  <a:pt x="12483" y="2239"/>
                </a:lnTo>
                <a:lnTo>
                  <a:pt x="12508" y="2336"/>
                </a:lnTo>
                <a:lnTo>
                  <a:pt x="12532" y="2385"/>
                </a:lnTo>
                <a:lnTo>
                  <a:pt x="12556" y="2409"/>
                </a:lnTo>
                <a:lnTo>
                  <a:pt x="12581" y="2409"/>
                </a:lnTo>
                <a:lnTo>
                  <a:pt x="12629" y="2385"/>
                </a:lnTo>
                <a:lnTo>
                  <a:pt x="12678" y="2360"/>
                </a:lnTo>
                <a:lnTo>
                  <a:pt x="12751" y="2287"/>
                </a:lnTo>
                <a:lnTo>
                  <a:pt x="12775" y="2239"/>
                </a:lnTo>
                <a:lnTo>
                  <a:pt x="12970" y="2409"/>
                </a:lnTo>
                <a:lnTo>
                  <a:pt x="12873" y="2531"/>
                </a:lnTo>
                <a:lnTo>
                  <a:pt x="12848" y="2604"/>
                </a:lnTo>
                <a:lnTo>
                  <a:pt x="12824" y="2677"/>
                </a:lnTo>
                <a:lnTo>
                  <a:pt x="12824" y="2725"/>
                </a:lnTo>
                <a:lnTo>
                  <a:pt x="12873" y="2750"/>
                </a:lnTo>
                <a:lnTo>
                  <a:pt x="12921" y="2774"/>
                </a:lnTo>
                <a:lnTo>
                  <a:pt x="12946" y="2774"/>
                </a:lnTo>
                <a:lnTo>
                  <a:pt x="13067" y="2701"/>
                </a:lnTo>
                <a:lnTo>
                  <a:pt x="13189" y="2604"/>
                </a:lnTo>
                <a:lnTo>
                  <a:pt x="13311" y="2725"/>
                </a:lnTo>
                <a:lnTo>
                  <a:pt x="13384" y="2823"/>
                </a:lnTo>
                <a:lnTo>
                  <a:pt x="13262" y="3017"/>
                </a:lnTo>
                <a:lnTo>
                  <a:pt x="13213" y="3066"/>
                </a:lnTo>
                <a:lnTo>
                  <a:pt x="13189" y="3163"/>
                </a:lnTo>
                <a:lnTo>
                  <a:pt x="13165" y="3236"/>
                </a:lnTo>
                <a:lnTo>
                  <a:pt x="13189" y="3285"/>
                </a:lnTo>
                <a:lnTo>
                  <a:pt x="13238" y="3309"/>
                </a:lnTo>
                <a:lnTo>
                  <a:pt x="13335" y="3285"/>
                </a:lnTo>
                <a:lnTo>
                  <a:pt x="13408" y="3236"/>
                </a:lnTo>
                <a:lnTo>
                  <a:pt x="13554" y="3115"/>
                </a:lnTo>
                <a:lnTo>
                  <a:pt x="13578" y="3042"/>
                </a:lnTo>
                <a:lnTo>
                  <a:pt x="13773" y="3309"/>
                </a:lnTo>
                <a:lnTo>
                  <a:pt x="13676" y="3407"/>
                </a:lnTo>
                <a:lnTo>
                  <a:pt x="13554" y="3504"/>
                </a:lnTo>
                <a:lnTo>
                  <a:pt x="13505" y="3577"/>
                </a:lnTo>
                <a:lnTo>
                  <a:pt x="13481" y="3650"/>
                </a:lnTo>
                <a:lnTo>
                  <a:pt x="13481" y="3699"/>
                </a:lnTo>
                <a:lnTo>
                  <a:pt x="13505" y="3723"/>
                </a:lnTo>
                <a:lnTo>
                  <a:pt x="13603" y="3747"/>
                </a:lnTo>
                <a:lnTo>
                  <a:pt x="13700" y="3723"/>
                </a:lnTo>
                <a:lnTo>
                  <a:pt x="13773" y="3674"/>
                </a:lnTo>
                <a:lnTo>
                  <a:pt x="13870" y="3626"/>
                </a:lnTo>
                <a:lnTo>
                  <a:pt x="13968" y="3577"/>
                </a:lnTo>
                <a:lnTo>
                  <a:pt x="14162" y="3918"/>
                </a:lnTo>
                <a:lnTo>
                  <a:pt x="14065" y="3991"/>
                </a:lnTo>
                <a:lnTo>
                  <a:pt x="13870" y="4161"/>
                </a:lnTo>
                <a:lnTo>
                  <a:pt x="13773" y="4234"/>
                </a:lnTo>
                <a:lnTo>
                  <a:pt x="13700" y="4331"/>
                </a:lnTo>
                <a:lnTo>
                  <a:pt x="13700" y="4356"/>
                </a:lnTo>
                <a:lnTo>
                  <a:pt x="13724" y="4380"/>
                </a:lnTo>
                <a:lnTo>
                  <a:pt x="13846" y="4380"/>
                </a:lnTo>
                <a:lnTo>
                  <a:pt x="13943" y="4356"/>
                </a:lnTo>
                <a:lnTo>
                  <a:pt x="14065" y="4307"/>
                </a:lnTo>
                <a:lnTo>
                  <a:pt x="14162" y="4234"/>
                </a:lnTo>
                <a:lnTo>
                  <a:pt x="14284" y="4161"/>
                </a:lnTo>
                <a:lnTo>
                  <a:pt x="14503" y="4696"/>
                </a:lnTo>
                <a:lnTo>
                  <a:pt x="14332" y="4769"/>
                </a:lnTo>
                <a:lnTo>
                  <a:pt x="14211" y="4842"/>
                </a:lnTo>
                <a:lnTo>
                  <a:pt x="14065" y="4940"/>
                </a:lnTo>
                <a:lnTo>
                  <a:pt x="13968" y="5061"/>
                </a:lnTo>
                <a:lnTo>
                  <a:pt x="13919" y="5134"/>
                </a:lnTo>
                <a:lnTo>
                  <a:pt x="13895" y="5207"/>
                </a:lnTo>
                <a:lnTo>
                  <a:pt x="13895" y="5256"/>
                </a:lnTo>
                <a:lnTo>
                  <a:pt x="13919" y="5280"/>
                </a:lnTo>
                <a:lnTo>
                  <a:pt x="13968" y="5305"/>
                </a:lnTo>
                <a:lnTo>
                  <a:pt x="14016" y="5305"/>
                </a:lnTo>
                <a:lnTo>
                  <a:pt x="14114" y="5256"/>
                </a:lnTo>
                <a:lnTo>
                  <a:pt x="14235" y="5183"/>
                </a:lnTo>
                <a:lnTo>
                  <a:pt x="14551" y="5037"/>
                </a:lnTo>
                <a:lnTo>
                  <a:pt x="14600" y="5013"/>
                </a:lnTo>
                <a:lnTo>
                  <a:pt x="14770" y="5524"/>
                </a:lnTo>
                <a:lnTo>
                  <a:pt x="14430" y="5670"/>
                </a:lnTo>
                <a:lnTo>
                  <a:pt x="14162" y="5791"/>
                </a:lnTo>
                <a:lnTo>
                  <a:pt x="13919" y="5937"/>
                </a:lnTo>
                <a:lnTo>
                  <a:pt x="13919" y="5986"/>
                </a:lnTo>
                <a:lnTo>
                  <a:pt x="13943" y="6010"/>
                </a:lnTo>
                <a:lnTo>
                  <a:pt x="14089" y="6035"/>
                </a:lnTo>
                <a:lnTo>
                  <a:pt x="14235" y="6059"/>
                </a:lnTo>
                <a:lnTo>
                  <a:pt x="14381" y="6035"/>
                </a:lnTo>
                <a:lnTo>
                  <a:pt x="14527" y="6010"/>
                </a:lnTo>
                <a:lnTo>
                  <a:pt x="14843" y="5889"/>
                </a:lnTo>
                <a:lnTo>
                  <a:pt x="14965" y="6424"/>
                </a:lnTo>
                <a:lnTo>
                  <a:pt x="14795" y="6497"/>
                </a:lnTo>
                <a:lnTo>
                  <a:pt x="14405" y="6619"/>
                </a:lnTo>
                <a:lnTo>
                  <a:pt x="14041" y="6740"/>
                </a:lnTo>
                <a:lnTo>
                  <a:pt x="13992" y="6789"/>
                </a:lnTo>
                <a:lnTo>
                  <a:pt x="13992" y="6813"/>
                </a:lnTo>
                <a:lnTo>
                  <a:pt x="13992" y="6862"/>
                </a:lnTo>
                <a:lnTo>
                  <a:pt x="14041" y="6886"/>
                </a:lnTo>
                <a:lnTo>
                  <a:pt x="14235" y="6886"/>
                </a:lnTo>
                <a:lnTo>
                  <a:pt x="14430" y="6862"/>
                </a:lnTo>
                <a:lnTo>
                  <a:pt x="14795" y="6813"/>
                </a:lnTo>
                <a:lnTo>
                  <a:pt x="15038" y="6740"/>
                </a:lnTo>
                <a:lnTo>
                  <a:pt x="15111" y="7178"/>
                </a:lnTo>
                <a:lnTo>
                  <a:pt x="14843" y="7227"/>
                </a:lnTo>
                <a:lnTo>
                  <a:pt x="14430" y="7349"/>
                </a:lnTo>
                <a:lnTo>
                  <a:pt x="14235" y="7422"/>
                </a:lnTo>
                <a:lnTo>
                  <a:pt x="14065" y="7543"/>
                </a:lnTo>
                <a:lnTo>
                  <a:pt x="14041" y="7592"/>
                </a:lnTo>
                <a:lnTo>
                  <a:pt x="14041" y="7665"/>
                </a:lnTo>
                <a:lnTo>
                  <a:pt x="14089" y="7714"/>
                </a:lnTo>
                <a:lnTo>
                  <a:pt x="14138" y="7738"/>
                </a:lnTo>
                <a:lnTo>
                  <a:pt x="14357" y="7714"/>
                </a:lnTo>
                <a:lnTo>
                  <a:pt x="14551" y="7665"/>
                </a:lnTo>
                <a:lnTo>
                  <a:pt x="14941" y="7568"/>
                </a:lnTo>
                <a:lnTo>
                  <a:pt x="15135" y="7519"/>
                </a:lnTo>
                <a:lnTo>
                  <a:pt x="15184" y="7981"/>
                </a:lnTo>
                <a:lnTo>
                  <a:pt x="14868" y="8030"/>
                </a:lnTo>
                <a:lnTo>
                  <a:pt x="14624" y="8054"/>
                </a:lnTo>
                <a:lnTo>
                  <a:pt x="14381" y="8079"/>
                </a:lnTo>
                <a:lnTo>
                  <a:pt x="14235" y="8103"/>
                </a:lnTo>
                <a:lnTo>
                  <a:pt x="14138" y="8152"/>
                </a:lnTo>
                <a:lnTo>
                  <a:pt x="14016" y="8200"/>
                </a:lnTo>
                <a:lnTo>
                  <a:pt x="13943" y="8298"/>
                </a:lnTo>
                <a:lnTo>
                  <a:pt x="13919" y="8322"/>
                </a:lnTo>
                <a:lnTo>
                  <a:pt x="13919" y="8346"/>
                </a:lnTo>
                <a:lnTo>
                  <a:pt x="13943" y="8395"/>
                </a:lnTo>
                <a:lnTo>
                  <a:pt x="13968" y="8395"/>
                </a:lnTo>
                <a:lnTo>
                  <a:pt x="14089" y="8419"/>
                </a:lnTo>
                <a:lnTo>
                  <a:pt x="14211" y="8444"/>
                </a:lnTo>
                <a:lnTo>
                  <a:pt x="14478" y="8444"/>
                </a:lnTo>
                <a:lnTo>
                  <a:pt x="14989" y="8395"/>
                </a:lnTo>
                <a:lnTo>
                  <a:pt x="15208" y="8395"/>
                </a:lnTo>
                <a:lnTo>
                  <a:pt x="15208" y="8857"/>
                </a:lnTo>
                <a:lnTo>
                  <a:pt x="14722" y="8882"/>
                </a:lnTo>
                <a:lnTo>
                  <a:pt x="14503" y="8882"/>
                </a:lnTo>
                <a:lnTo>
                  <a:pt x="14284" y="8906"/>
                </a:lnTo>
                <a:lnTo>
                  <a:pt x="14065" y="8955"/>
                </a:lnTo>
                <a:lnTo>
                  <a:pt x="13968" y="8979"/>
                </a:lnTo>
                <a:lnTo>
                  <a:pt x="13870" y="9028"/>
                </a:lnTo>
                <a:lnTo>
                  <a:pt x="13870" y="9052"/>
                </a:lnTo>
                <a:lnTo>
                  <a:pt x="13870" y="9076"/>
                </a:lnTo>
                <a:lnTo>
                  <a:pt x="13968" y="9125"/>
                </a:lnTo>
                <a:lnTo>
                  <a:pt x="14065" y="9174"/>
                </a:lnTo>
                <a:lnTo>
                  <a:pt x="14284" y="9222"/>
                </a:lnTo>
                <a:lnTo>
                  <a:pt x="14722" y="9222"/>
                </a:lnTo>
                <a:lnTo>
                  <a:pt x="14941" y="9247"/>
                </a:lnTo>
                <a:lnTo>
                  <a:pt x="15184" y="9247"/>
                </a:lnTo>
                <a:lnTo>
                  <a:pt x="15160" y="9465"/>
                </a:lnTo>
                <a:lnTo>
                  <a:pt x="14965" y="9514"/>
                </a:lnTo>
                <a:lnTo>
                  <a:pt x="14722" y="9563"/>
                </a:lnTo>
                <a:lnTo>
                  <a:pt x="14503" y="9660"/>
                </a:lnTo>
                <a:lnTo>
                  <a:pt x="14260" y="9757"/>
                </a:lnTo>
                <a:lnTo>
                  <a:pt x="14041" y="9879"/>
                </a:lnTo>
                <a:lnTo>
                  <a:pt x="14016" y="9903"/>
                </a:lnTo>
                <a:lnTo>
                  <a:pt x="14016" y="9952"/>
                </a:lnTo>
                <a:lnTo>
                  <a:pt x="14041" y="9976"/>
                </a:lnTo>
                <a:lnTo>
                  <a:pt x="14089" y="9976"/>
                </a:lnTo>
                <a:lnTo>
                  <a:pt x="14308" y="10001"/>
                </a:lnTo>
                <a:lnTo>
                  <a:pt x="14527" y="9976"/>
                </a:lnTo>
                <a:lnTo>
                  <a:pt x="14965" y="9903"/>
                </a:lnTo>
                <a:lnTo>
                  <a:pt x="15087" y="9879"/>
                </a:lnTo>
                <a:lnTo>
                  <a:pt x="14989" y="10390"/>
                </a:lnTo>
                <a:lnTo>
                  <a:pt x="14527" y="10463"/>
                </a:lnTo>
                <a:lnTo>
                  <a:pt x="14357" y="10487"/>
                </a:lnTo>
                <a:lnTo>
                  <a:pt x="14162" y="10512"/>
                </a:lnTo>
                <a:lnTo>
                  <a:pt x="13992" y="10560"/>
                </a:lnTo>
                <a:lnTo>
                  <a:pt x="13919" y="10609"/>
                </a:lnTo>
                <a:lnTo>
                  <a:pt x="13870" y="10682"/>
                </a:lnTo>
                <a:lnTo>
                  <a:pt x="13846" y="10731"/>
                </a:lnTo>
                <a:lnTo>
                  <a:pt x="13846" y="10804"/>
                </a:lnTo>
                <a:lnTo>
                  <a:pt x="13870" y="10852"/>
                </a:lnTo>
                <a:lnTo>
                  <a:pt x="13919" y="10901"/>
                </a:lnTo>
                <a:lnTo>
                  <a:pt x="13992" y="10925"/>
                </a:lnTo>
                <a:lnTo>
                  <a:pt x="14065" y="10950"/>
                </a:lnTo>
                <a:lnTo>
                  <a:pt x="14235" y="10950"/>
                </a:lnTo>
                <a:lnTo>
                  <a:pt x="14600" y="10901"/>
                </a:lnTo>
                <a:lnTo>
                  <a:pt x="14819" y="10877"/>
                </a:lnTo>
                <a:lnTo>
                  <a:pt x="14819" y="10877"/>
                </a:lnTo>
                <a:lnTo>
                  <a:pt x="14624" y="11339"/>
                </a:lnTo>
                <a:lnTo>
                  <a:pt x="14478" y="11339"/>
                </a:lnTo>
                <a:lnTo>
                  <a:pt x="14308" y="11315"/>
                </a:lnTo>
                <a:lnTo>
                  <a:pt x="14114" y="11339"/>
                </a:lnTo>
                <a:lnTo>
                  <a:pt x="13919" y="11363"/>
                </a:lnTo>
                <a:lnTo>
                  <a:pt x="13749" y="11436"/>
                </a:lnTo>
                <a:lnTo>
                  <a:pt x="13724" y="11461"/>
                </a:lnTo>
                <a:lnTo>
                  <a:pt x="13749" y="11485"/>
                </a:lnTo>
                <a:lnTo>
                  <a:pt x="13919" y="11558"/>
                </a:lnTo>
                <a:lnTo>
                  <a:pt x="14089" y="11607"/>
                </a:lnTo>
                <a:lnTo>
                  <a:pt x="14430" y="11655"/>
                </a:lnTo>
                <a:lnTo>
                  <a:pt x="14454" y="11655"/>
                </a:lnTo>
                <a:lnTo>
                  <a:pt x="14211" y="12069"/>
                </a:lnTo>
                <a:lnTo>
                  <a:pt x="13968" y="12069"/>
                </a:lnTo>
                <a:lnTo>
                  <a:pt x="13724" y="12093"/>
                </a:lnTo>
                <a:lnTo>
                  <a:pt x="13603" y="12069"/>
                </a:lnTo>
                <a:lnTo>
                  <a:pt x="13481" y="12045"/>
                </a:lnTo>
                <a:lnTo>
                  <a:pt x="13335" y="12020"/>
                </a:lnTo>
                <a:lnTo>
                  <a:pt x="13213" y="12020"/>
                </a:lnTo>
                <a:lnTo>
                  <a:pt x="13189" y="12045"/>
                </a:lnTo>
                <a:lnTo>
                  <a:pt x="13189" y="12069"/>
                </a:lnTo>
                <a:lnTo>
                  <a:pt x="13189" y="12166"/>
                </a:lnTo>
                <a:lnTo>
                  <a:pt x="13238" y="12239"/>
                </a:lnTo>
                <a:lnTo>
                  <a:pt x="13311" y="12312"/>
                </a:lnTo>
                <a:lnTo>
                  <a:pt x="13408" y="12361"/>
                </a:lnTo>
                <a:lnTo>
                  <a:pt x="13530" y="12385"/>
                </a:lnTo>
                <a:lnTo>
                  <a:pt x="13651" y="12410"/>
                </a:lnTo>
                <a:lnTo>
                  <a:pt x="13943" y="12434"/>
                </a:lnTo>
                <a:lnTo>
                  <a:pt x="13603" y="12823"/>
                </a:lnTo>
                <a:lnTo>
                  <a:pt x="13067" y="12726"/>
                </a:lnTo>
                <a:lnTo>
                  <a:pt x="12848" y="12677"/>
                </a:lnTo>
                <a:lnTo>
                  <a:pt x="12727" y="12677"/>
                </a:lnTo>
                <a:lnTo>
                  <a:pt x="12629" y="12702"/>
                </a:lnTo>
                <a:lnTo>
                  <a:pt x="12605" y="12726"/>
                </a:lnTo>
                <a:lnTo>
                  <a:pt x="12605" y="12775"/>
                </a:lnTo>
                <a:lnTo>
                  <a:pt x="12629" y="12848"/>
                </a:lnTo>
                <a:lnTo>
                  <a:pt x="12678" y="12921"/>
                </a:lnTo>
                <a:lnTo>
                  <a:pt x="12751" y="12969"/>
                </a:lnTo>
                <a:lnTo>
                  <a:pt x="12824" y="13018"/>
                </a:lnTo>
                <a:lnTo>
                  <a:pt x="13043" y="13115"/>
                </a:lnTo>
                <a:lnTo>
                  <a:pt x="13262" y="13164"/>
                </a:lnTo>
                <a:lnTo>
                  <a:pt x="13116" y="13286"/>
                </a:lnTo>
                <a:lnTo>
                  <a:pt x="13067" y="13286"/>
                </a:lnTo>
                <a:lnTo>
                  <a:pt x="12605" y="13261"/>
                </a:lnTo>
                <a:lnTo>
                  <a:pt x="12362" y="13213"/>
                </a:lnTo>
                <a:lnTo>
                  <a:pt x="12240" y="13188"/>
                </a:lnTo>
                <a:lnTo>
                  <a:pt x="12094" y="13188"/>
                </a:lnTo>
                <a:lnTo>
                  <a:pt x="12021" y="13213"/>
                </a:lnTo>
                <a:lnTo>
                  <a:pt x="11997" y="13261"/>
                </a:lnTo>
                <a:lnTo>
                  <a:pt x="11972" y="13334"/>
                </a:lnTo>
                <a:lnTo>
                  <a:pt x="12021" y="13383"/>
                </a:lnTo>
                <a:lnTo>
                  <a:pt x="12143" y="13505"/>
                </a:lnTo>
                <a:lnTo>
                  <a:pt x="12289" y="13578"/>
                </a:lnTo>
                <a:lnTo>
                  <a:pt x="12483" y="13626"/>
                </a:lnTo>
                <a:lnTo>
                  <a:pt x="12654" y="13651"/>
                </a:lnTo>
                <a:lnTo>
                  <a:pt x="12240" y="13943"/>
                </a:lnTo>
                <a:lnTo>
                  <a:pt x="12143" y="13918"/>
                </a:lnTo>
                <a:lnTo>
                  <a:pt x="11680" y="13821"/>
                </a:lnTo>
                <a:lnTo>
                  <a:pt x="11461" y="13772"/>
                </a:lnTo>
                <a:lnTo>
                  <a:pt x="11267" y="13724"/>
                </a:lnTo>
                <a:lnTo>
                  <a:pt x="11218" y="13748"/>
                </a:lnTo>
                <a:lnTo>
                  <a:pt x="11218" y="13821"/>
                </a:lnTo>
                <a:lnTo>
                  <a:pt x="11242" y="13894"/>
                </a:lnTo>
                <a:lnTo>
                  <a:pt x="11315" y="13967"/>
                </a:lnTo>
                <a:lnTo>
                  <a:pt x="11437" y="14064"/>
                </a:lnTo>
                <a:lnTo>
                  <a:pt x="11607" y="14137"/>
                </a:lnTo>
                <a:lnTo>
                  <a:pt x="11802" y="14210"/>
                </a:lnTo>
                <a:lnTo>
                  <a:pt x="11437" y="14381"/>
                </a:lnTo>
                <a:lnTo>
                  <a:pt x="11388" y="14332"/>
                </a:lnTo>
                <a:lnTo>
                  <a:pt x="11315" y="14308"/>
                </a:lnTo>
                <a:lnTo>
                  <a:pt x="11194" y="14259"/>
                </a:lnTo>
                <a:lnTo>
                  <a:pt x="10902" y="14235"/>
                </a:lnTo>
                <a:lnTo>
                  <a:pt x="10634" y="14210"/>
                </a:lnTo>
                <a:lnTo>
                  <a:pt x="10512" y="14210"/>
                </a:lnTo>
                <a:lnTo>
                  <a:pt x="10391" y="14235"/>
                </a:lnTo>
                <a:lnTo>
                  <a:pt x="10366" y="14235"/>
                </a:lnTo>
                <a:lnTo>
                  <a:pt x="10366" y="14283"/>
                </a:lnTo>
                <a:lnTo>
                  <a:pt x="10366" y="14332"/>
                </a:lnTo>
                <a:lnTo>
                  <a:pt x="10391" y="14381"/>
                </a:lnTo>
                <a:lnTo>
                  <a:pt x="10488" y="14478"/>
                </a:lnTo>
                <a:lnTo>
                  <a:pt x="10610" y="14551"/>
                </a:lnTo>
                <a:lnTo>
                  <a:pt x="10731" y="14575"/>
                </a:lnTo>
                <a:lnTo>
                  <a:pt x="10877" y="14624"/>
                </a:lnTo>
                <a:lnTo>
                  <a:pt x="10512" y="14746"/>
                </a:lnTo>
                <a:lnTo>
                  <a:pt x="10318" y="14673"/>
                </a:lnTo>
                <a:lnTo>
                  <a:pt x="10123" y="14624"/>
                </a:lnTo>
                <a:lnTo>
                  <a:pt x="9904" y="14600"/>
                </a:lnTo>
                <a:lnTo>
                  <a:pt x="9807" y="14600"/>
                </a:lnTo>
                <a:lnTo>
                  <a:pt x="9709" y="14648"/>
                </a:lnTo>
                <a:lnTo>
                  <a:pt x="9661" y="14673"/>
                </a:lnTo>
                <a:lnTo>
                  <a:pt x="9685" y="14721"/>
                </a:lnTo>
                <a:lnTo>
                  <a:pt x="9734" y="14794"/>
                </a:lnTo>
                <a:lnTo>
                  <a:pt x="9807" y="14843"/>
                </a:lnTo>
                <a:lnTo>
                  <a:pt x="9928" y="14916"/>
                </a:lnTo>
                <a:lnTo>
                  <a:pt x="9612" y="14989"/>
                </a:lnTo>
                <a:lnTo>
                  <a:pt x="9588" y="14940"/>
                </a:lnTo>
                <a:lnTo>
                  <a:pt x="9539" y="14916"/>
                </a:lnTo>
                <a:lnTo>
                  <a:pt x="9417" y="14867"/>
                </a:lnTo>
                <a:lnTo>
                  <a:pt x="9223" y="14843"/>
                </a:lnTo>
                <a:lnTo>
                  <a:pt x="9150" y="14843"/>
                </a:lnTo>
                <a:lnTo>
                  <a:pt x="9052" y="14867"/>
                </a:lnTo>
                <a:lnTo>
                  <a:pt x="9004" y="14916"/>
                </a:lnTo>
                <a:lnTo>
                  <a:pt x="8979" y="14965"/>
                </a:lnTo>
                <a:lnTo>
                  <a:pt x="8979" y="15013"/>
                </a:lnTo>
                <a:lnTo>
                  <a:pt x="9004" y="15062"/>
                </a:lnTo>
                <a:lnTo>
                  <a:pt x="9004" y="15086"/>
                </a:lnTo>
                <a:lnTo>
                  <a:pt x="8663" y="15135"/>
                </a:lnTo>
                <a:lnTo>
                  <a:pt x="8298" y="15159"/>
                </a:lnTo>
                <a:lnTo>
                  <a:pt x="7227" y="15159"/>
                </a:lnTo>
                <a:lnTo>
                  <a:pt x="6862" y="15111"/>
                </a:lnTo>
                <a:lnTo>
                  <a:pt x="6497" y="15062"/>
                </a:lnTo>
                <a:lnTo>
                  <a:pt x="6157" y="14989"/>
                </a:lnTo>
                <a:lnTo>
                  <a:pt x="5816" y="14916"/>
                </a:lnTo>
                <a:lnTo>
                  <a:pt x="5451" y="14819"/>
                </a:lnTo>
                <a:lnTo>
                  <a:pt x="5135" y="14697"/>
                </a:lnTo>
                <a:lnTo>
                  <a:pt x="4794" y="14575"/>
                </a:lnTo>
                <a:lnTo>
                  <a:pt x="4478" y="14405"/>
                </a:lnTo>
                <a:lnTo>
                  <a:pt x="4162" y="14259"/>
                </a:lnTo>
                <a:lnTo>
                  <a:pt x="3845" y="14064"/>
                </a:lnTo>
                <a:lnTo>
                  <a:pt x="3553" y="13870"/>
                </a:lnTo>
                <a:lnTo>
                  <a:pt x="3286" y="13675"/>
                </a:lnTo>
                <a:lnTo>
                  <a:pt x="3018" y="13456"/>
                </a:lnTo>
                <a:lnTo>
                  <a:pt x="2775" y="13237"/>
                </a:lnTo>
                <a:lnTo>
                  <a:pt x="2531" y="12994"/>
                </a:lnTo>
                <a:lnTo>
                  <a:pt x="2312" y="12775"/>
                </a:lnTo>
                <a:lnTo>
                  <a:pt x="2118" y="12507"/>
                </a:lnTo>
                <a:lnTo>
                  <a:pt x="1899" y="12239"/>
                </a:lnTo>
                <a:lnTo>
                  <a:pt x="1728" y="11972"/>
                </a:lnTo>
                <a:lnTo>
                  <a:pt x="1558" y="11704"/>
                </a:lnTo>
                <a:lnTo>
                  <a:pt x="1412" y="11412"/>
                </a:lnTo>
                <a:lnTo>
                  <a:pt x="1266" y="11120"/>
                </a:lnTo>
                <a:lnTo>
                  <a:pt x="1144" y="10828"/>
                </a:lnTo>
                <a:lnTo>
                  <a:pt x="1047" y="10512"/>
                </a:lnTo>
                <a:lnTo>
                  <a:pt x="950" y="10195"/>
                </a:lnTo>
                <a:lnTo>
                  <a:pt x="877" y="9879"/>
                </a:lnTo>
                <a:lnTo>
                  <a:pt x="828" y="9538"/>
                </a:lnTo>
                <a:lnTo>
                  <a:pt x="779" y="9003"/>
                </a:lnTo>
                <a:lnTo>
                  <a:pt x="755" y="8468"/>
                </a:lnTo>
                <a:lnTo>
                  <a:pt x="755" y="7933"/>
                </a:lnTo>
                <a:lnTo>
                  <a:pt x="779" y="7397"/>
                </a:lnTo>
                <a:lnTo>
                  <a:pt x="852" y="6862"/>
                </a:lnTo>
                <a:lnTo>
                  <a:pt x="950" y="6351"/>
                </a:lnTo>
                <a:lnTo>
                  <a:pt x="1096" y="5840"/>
                </a:lnTo>
                <a:lnTo>
                  <a:pt x="1266" y="5353"/>
                </a:lnTo>
                <a:lnTo>
                  <a:pt x="1388" y="5061"/>
                </a:lnTo>
                <a:lnTo>
                  <a:pt x="1558" y="4745"/>
                </a:lnTo>
                <a:lnTo>
                  <a:pt x="1753" y="4404"/>
                </a:lnTo>
                <a:lnTo>
                  <a:pt x="1996" y="4064"/>
                </a:lnTo>
                <a:lnTo>
                  <a:pt x="2264" y="3699"/>
                </a:lnTo>
                <a:lnTo>
                  <a:pt x="2556" y="3334"/>
                </a:lnTo>
                <a:lnTo>
                  <a:pt x="2896" y="2944"/>
                </a:lnTo>
                <a:lnTo>
                  <a:pt x="3261" y="2604"/>
                </a:lnTo>
                <a:lnTo>
                  <a:pt x="3651" y="2263"/>
                </a:lnTo>
                <a:lnTo>
                  <a:pt x="4089" y="1922"/>
                </a:lnTo>
                <a:lnTo>
                  <a:pt x="4527" y="1630"/>
                </a:lnTo>
                <a:lnTo>
                  <a:pt x="5013" y="1363"/>
                </a:lnTo>
                <a:lnTo>
                  <a:pt x="5524" y="1144"/>
                </a:lnTo>
                <a:lnTo>
                  <a:pt x="6035" y="974"/>
                </a:lnTo>
                <a:lnTo>
                  <a:pt x="6327" y="925"/>
                </a:lnTo>
                <a:lnTo>
                  <a:pt x="6595" y="876"/>
                </a:lnTo>
                <a:lnTo>
                  <a:pt x="6887" y="828"/>
                </a:lnTo>
                <a:lnTo>
                  <a:pt x="7179" y="803"/>
                </a:lnTo>
                <a:lnTo>
                  <a:pt x="7544" y="779"/>
                </a:lnTo>
                <a:lnTo>
                  <a:pt x="7933" y="730"/>
                </a:lnTo>
                <a:lnTo>
                  <a:pt x="8322" y="682"/>
                </a:lnTo>
                <a:close/>
                <a:moveTo>
                  <a:pt x="8152" y="0"/>
                </a:moveTo>
                <a:lnTo>
                  <a:pt x="7763" y="25"/>
                </a:lnTo>
                <a:lnTo>
                  <a:pt x="7373" y="73"/>
                </a:lnTo>
                <a:lnTo>
                  <a:pt x="7081" y="49"/>
                </a:lnTo>
                <a:lnTo>
                  <a:pt x="6789" y="49"/>
                </a:lnTo>
                <a:lnTo>
                  <a:pt x="6473" y="73"/>
                </a:lnTo>
                <a:lnTo>
                  <a:pt x="6157" y="146"/>
                </a:lnTo>
                <a:lnTo>
                  <a:pt x="5841" y="219"/>
                </a:lnTo>
                <a:lnTo>
                  <a:pt x="5549" y="317"/>
                </a:lnTo>
                <a:lnTo>
                  <a:pt x="5232" y="438"/>
                </a:lnTo>
                <a:lnTo>
                  <a:pt x="4916" y="560"/>
                </a:lnTo>
                <a:lnTo>
                  <a:pt x="4332" y="876"/>
                </a:lnTo>
                <a:lnTo>
                  <a:pt x="3748" y="1217"/>
                </a:lnTo>
                <a:lnTo>
                  <a:pt x="3237" y="1606"/>
                </a:lnTo>
                <a:lnTo>
                  <a:pt x="2775" y="1995"/>
                </a:lnTo>
                <a:lnTo>
                  <a:pt x="2507" y="2239"/>
                </a:lnTo>
                <a:lnTo>
                  <a:pt x="2264" y="2482"/>
                </a:lnTo>
                <a:lnTo>
                  <a:pt x="2045" y="2725"/>
                </a:lnTo>
                <a:lnTo>
                  <a:pt x="1826" y="2993"/>
                </a:lnTo>
                <a:lnTo>
                  <a:pt x="1631" y="3261"/>
                </a:lnTo>
                <a:lnTo>
                  <a:pt x="1461" y="3528"/>
                </a:lnTo>
                <a:lnTo>
                  <a:pt x="1120" y="4088"/>
                </a:lnTo>
                <a:lnTo>
                  <a:pt x="852" y="4696"/>
                </a:lnTo>
                <a:lnTo>
                  <a:pt x="609" y="5305"/>
                </a:lnTo>
                <a:lnTo>
                  <a:pt x="414" y="5962"/>
                </a:lnTo>
                <a:lnTo>
                  <a:pt x="220" y="6643"/>
                </a:lnTo>
                <a:lnTo>
                  <a:pt x="122" y="7008"/>
                </a:lnTo>
                <a:lnTo>
                  <a:pt x="74" y="7373"/>
                </a:lnTo>
                <a:lnTo>
                  <a:pt x="25" y="7738"/>
                </a:lnTo>
                <a:lnTo>
                  <a:pt x="1" y="8103"/>
                </a:lnTo>
                <a:lnTo>
                  <a:pt x="1" y="8468"/>
                </a:lnTo>
                <a:lnTo>
                  <a:pt x="25" y="8809"/>
                </a:lnTo>
                <a:lnTo>
                  <a:pt x="49" y="9174"/>
                </a:lnTo>
                <a:lnTo>
                  <a:pt x="98" y="9514"/>
                </a:lnTo>
                <a:lnTo>
                  <a:pt x="195" y="9879"/>
                </a:lnTo>
                <a:lnTo>
                  <a:pt x="268" y="10220"/>
                </a:lnTo>
                <a:lnTo>
                  <a:pt x="390" y="10560"/>
                </a:lnTo>
                <a:lnTo>
                  <a:pt x="512" y="10901"/>
                </a:lnTo>
                <a:lnTo>
                  <a:pt x="658" y="11242"/>
                </a:lnTo>
                <a:lnTo>
                  <a:pt x="804" y="11582"/>
                </a:lnTo>
                <a:lnTo>
                  <a:pt x="1169" y="12264"/>
                </a:lnTo>
                <a:lnTo>
                  <a:pt x="1388" y="12629"/>
                </a:lnTo>
                <a:lnTo>
                  <a:pt x="1631" y="12994"/>
                </a:lnTo>
                <a:lnTo>
                  <a:pt x="1899" y="13334"/>
                </a:lnTo>
                <a:lnTo>
                  <a:pt x="2166" y="13651"/>
                </a:lnTo>
                <a:lnTo>
                  <a:pt x="2434" y="13943"/>
                </a:lnTo>
                <a:lnTo>
                  <a:pt x="2750" y="14235"/>
                </a:lnTo>
                <a:lnTo>
                  <a:pt x="3042" y="14502"/>
                </a:lnTo>
                <a:lnTo>
                  <a:pt x="3383" y="14746"/>
                </a:lnTo>
                <a:lnTo>
                  <a:pt x="3699" y="14965"/>
                </a:lnTo>
                <a:lnTo>
                  <a:pt x="4064" y="15159"/>
                </a:lnTo>
                <a:lnTo>
                  <a:pt x="4429" y="15354"/>
                </a:lnTo>
                <a:lnTo>
                  <a:pt x="4794" y="15500"/>
                </a:lnTo>
                <a:lnTo>
                  <a:pt x="5184" y="15622"/>
                </a:lnTo>
                <a:lnTo>
                  <a:pt x="5597" y="15743"/>
                </a:lnTo>
                <a:lnTo>
                  <a:pt x="6011" y="15816"/>
                </a:lnTo>
                <a:lnTo>
                  <a:pt x="6424" y="15889"/>
                </a:lnTo>
                <a:lnTo>
                  <a:pt x="6862" y="15914"/>
                </a:lnTo>
                <a:lnTo>
                  <a:pt x="7300" y="15938"/>
                </a:lnTo>
                <a:lnTo>
                  <a:pt x="7738" y="15938"/>
                </a:lnTo>
                <a:lnTo>
                  <a:pt x="8152" y="15914"/>
                </a:lnTo>
                <a:lnTo>
                  <a:pt x="8590" y="15889"/>
                </a:lnTo>
                <a:lnTo>
                  <a:pt x="9004" y="15841"/>
                </a:lnTo>
                <a:lnTo>
                  <a:pt x="9442" y="15768"/>
                </a:lnTo>
                <a:lnTo>
                  <a:pt x="9855" y="15670"/>
                </a:lnTo>
                <a:lnTo>
                  <a:pt x="10245" y="15573"/>
                </a:lnTo>
                <a:lnTo>
                  <a:pt x="10658" y="15451"/>
                </a:lnTo>
                <a:lnTo>
                  <a:pt x="11048" y="15305"/>
                </a:lnTo>
                <a:lnTo>
                  <a:pt x="11461" y="15135"/>
                </a:lnTo>
                <a:lnTo>
                  <a:pt x="11826" y="14940"/>
                </a:lnTo>
                <a:lnTo>
                  <a:pt x="12216" y="14721"/>
                </a:lnTo>
                <a:lnTo>
                  <a:pt x="12581" y="14478"/>
                </a:lnTo>
                <a:lnTo>
                  <a:pt x="12921" y="14235"/>
                </a:lnTo>
                <a:lnTo>
                  <a:pt x="13286" y="13943"/>
                </a:lnTo>
                <a:lnTo>
                  <a:pt x="13603" y="13651"/>
                </a:lnTo>
                <a:lnTo>
                  <a:pt x="13895" y="13334"/>
                </a:lnTo>
                <a:lnTo>
                  <a:pt x="14187" y="13018"/>
                </a:lnTo>
                <a:lnTo>
                  <a:pt x="14454" y="12702"/>
                </a:lnTo>
                <a:lnTo>
                  <a:pt x="14697" y="12361"/>
                </a:lnTo>
                <a:lnTo>
                  <a:pt x="14916" y="11996"/>
                </a:lnTo>
                <a:lnTo>
                  <a:pt x="15111" y="11631"/>
                </a:lnTo>
                <a:lnTo>
                  <a:pt x="15135" y="11631"/>
                </a:lnTo>
                <a:lnTo>
                  <a:pt x="15160" y="11582"/>
                </a:lnTo>
                <a:lnTo>
                  <a:pt x="15160" y="11534"/>
                </a:lnTo>
                <a:lnTo>
                  <a:pt x="15330" y="11096"/>
                </a:lnTo>
                <a:lnTo>
                  <a:pt x="15500" y="10658"/>
                </a:lnTo>
                <a:lnTo>
                  <a:pt x="15622" y="10195"/>
                </a:lnTo>
                <a:lnTo>
                  <a:pt x="15719" y="9733"/>
                </a:lnTo>
                <a:lnTo>
                  <a:pt x="15744" y="9709"/>
                </a:lnTo>
                <a:lnTo>
                  <a:pt x="15768" y="9684"/>
                </a:lnTo>
                <a:lnTo>
                  <a:pt x="15792" y="9636"/>
                </a:lnTo>
                <a:lnTo>
                  <a:pt x="15768" y="9611"/>
                </a:lnTo>
                <a:lnTo>
                  <a:pt x="15744" y="9563"/>
                </a:lnTo>
                <a:lnTo>
                  <a:pt x="15792" y="9174"/>
                </a:lnTo>
                <a:lnTo>
                  <a:pt x="15841" y="8760"/>
                </a:lnTo>
                <a:lnTo>
                  <a:pt x="15841" y="8371"/>
                </a:lnTo>
                <a:lnTo>
                  <a:pt x="15817" y="7957"/>
                </a:lnTo>
                <a:lnTo>
                  <a:pt x="15744" y="7105"/>
                </a:lnTo>
                <a:lnTo>
                  <a:pt x="15671" y="6667"/>
                </a:lnTo>
                <a:lnTo>
                  <a:pt x="15598" y="6254"/>
                </a:lnTo>
                <a:lnTo>
                  <a:pt x="15525" y="5840"/>
                </a:lnTo>
                <a:lnTo>
                  <a:pt x="15403" y="5426"/>
                </a:lnTo>
                <a:lnTo>
                  <a:pt x="15281" y="5013"/>
                </a:lnTo>
                <a:lnTo>
                  <a:pt x="15160" y="4623"/>
                </a:lnTo>
                <a:lnTo>
                  <a:pt x="14989" y="4234"/>
                </a:lnTo>
                <a:lnTo>
                  <a:pt x="14819" y="3845"/>
                </a:lnTo>
                <a:lnTo>
                  <a:pt x="14624" y="3480"/>
                </a:lnTo>
                <a:lnTo>
                  <a:pt x="14405" y="3115"/>
                </a:lnTo>
                <a:lnTo>
                  <a:pt x="14162" y="2774"/>
                </a:lnTo>
                <a:lnTo>
                  <a:pt x="13895" y="2458"/>
                </a:lnTo>
                <a:lnTo>
                  <a:pt x="13603" y="2141"/>
                </a:lnTo>
                <a:lnTo>
                  <a:pt x="13286" y="1849"/>
                </a:lnTo>
                <a:lnTo>
                  <a:pt x="12970" y="1582"/>
                </a:lnTo>
                <a:lnTo>
                  <a:pt x="12654" y="1363"/>
                </a:lnTo>
                <a:lnTo>
                  <a:pt x="12313" y="1144"/>
                </a:lnTo>
                <a:lnTo>
                  <a:pt x="11948" y="949"/>
                </a:lnTo>
                <a:lnTo>
                  <a:pt x="11607" y="779"/>
                </a:lnTo>
                <a:lnTo>
                  <a:pt x="11218" y="609"/>
                </a:lnTo>
                <a:lnTo>
                  <a:pt x="10853" y="487"/>
                </a:lnTo>
                <a:lnTo>
                  <a:pt x="10464" y="365"/>
                </a:lnTo>
                <a:lnTo>
                  <a:pt x="10099" y="268"/>
                </a:lnTo>
                <a:lnTo>
                  <a:pt x="9709" y="171"/>
                </a:lnTo>
                <a:lnTo>
                  <a:pt x="9320" y="98"/>
                </a:lnTo>
                <a:lnTo>
                  <a:pt x="8931" y="49"/>
                </a:lnTo>
                <a:lnTo>
                  <a:pt x="8541" y="25"/>
                </a:lnTo>
                <a:lnTo>
                  <a:pt x="8152" y="0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2795" y="2009634"/>
            <a:ext cx="226075" cy="449084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8"/>
          <p:cNvSpPr/>
          <p:nvPr/>
        </p:nvSpPr>
        <p:spPr>
          <a:xfrm>
            <a:off x="7128062" y="2000225"/>
            <a:ext cx="118928" cy="136275"/>
          </a:xfrm>
          <a:custGeom>
            <a:rect b="b" l="l" r="r" t="t"/>
            <a:pathLst>
              <a:path extrusionOk="0" h="4109" w="2676">
                <a:moveTo>
                  <a:pt x="1028" y="835"/>
                </a:moveTo>
                <a:lnTo>
                  <a:pt x="1049" y="856"/>
                </a:lnTo>
                <a:lnTo>
                  <a:pt x="1092" y="942"/>
                </a:lnTo>
                <a:lnTo>
                  <a:pt x="1156" y="1156"/>
                </a:lnTo>
                <a:lnTo>
                  <a:pt x="1199" y="1412"/>
                </a:lnTo>
                <a:lnTo>
                  <a:pt x="1221" y="1562"/>
                </a:lnTo>
                <a:lnTo>
                  <a:pt x="1114" y="1562"/>
                </a:lnTo>
                <a:lnTo>
                  <a:pt x="1049" y="1519"/>
                </a:lnTo>
                <a:lnTo>
                  <a:pt x="1028" y="1455"/>
                </a:lnTo>
                <a:lnTo>
                  <a:pt x="1007" y="1348"/>
                </a:lnTo>
                <a:lnTo>
                  <a:pt x="942" y="1198"/>
                </a:lnTo>
                <a:lnTo>
                  <a:pt x="921" y="1113"/>
                </a:lnTo>
                <a:lnTo>
                  <a:pt x="900" y="1027"/>
                </a:lnTo>
                <a:lnTo>
                  <a:pt x="921" y="942"/>
                </a:lnTo>
                <a:lnTo>
                  <a:pt x="942" y="920"/>
                </a:lnTo>
                <a:lnTo>
                  <a:pt x="964" y="899"/>
                </a:lnTo>
                <a:lnTo>
                  <a:pt x="1028" y="835"/>
                </a:lnTo>
                <a:close/>
                <a:moveTo>
                  <a:pt x="1798" y="2140"/>
                </a:moveTo>
                <a:lnTo>
                  <a:pt x="1948" y="2183"/>
                </a:lnTo>
                <a:lnTo>
                  <a:pt x="2076" y="2225"/>
                </a:lnTo>
                <a:lnTo>
                  <a:pt x="2141" y="2247"/>
                </a:lnTo>
                <a:lnTo>
                  <a:pt x="2205" y="2290"/>
                </a:lnTo>
                <a:lnTo>
                  <a:pt x="2248" y="2354"/>
                </a:lnTo>
                <a:lnTo>
                  <a:pt x="2269" y="2418"/>
                </a:lnTo>
                <a:lnTo>
                  <a:pt x="2248" y="2525"/>
                </a:lnTo>
                <a:lnTo>
                  <a:pt x="2226" y="2675"/>
                </a:lnTo>
                <a:lnTo>
                  <a:pt x="2162" y="2803"/>
                </a:lnTo>
                <a:lnTo>
                  <a:pt x="2119" y="2825"/>
                </a:lnTo>
                <a:lnTo>
                  <a:pt x="2076" y="2846"/>
                </a:lnTo>
                <a:lnTo>
                  <a:pt x="2012" y="2803"/>
                </a:lnTo>
                <a:lnTo>
                  <a:pt x="1969" y="2718"/>
                </a:lnTo>
                <a:lnTo>
                  <a:pt x="1884" y="2482"/>
                </a:lnTo>
                <a:lnTo>
                  <a:pt x="1820" y="2247"/>
                </a:lnTo>
                <a:lnTo>
                  <a:pt x="1798" y="2140"/>
                </a:lnTo>
                <a:close/>
                <a:moveTo>
                  <a:pt x="1221" y="2033"/>
                </a:moveTo>
                <a:lnTo>
                  <a:pt x="1306" y="2054"/>
                </a:lnTo>
                <a:lnTo>
                  <a:pt x="1392" y="2076"/>
                </a:lnTo>
                <a:lnTo>
                  <a:pt x="1563" y="2546"/>
                </a:lnTo>
                <a:lnTo>
                  <a:pt x="1713" y="3017"/>
                </a:lnTo>
                <a:lnTo>
                  <a:pt x="1627" y="3039"/>
                </a:lnTo>
                <a:lnTo>
                  <a:pt x="1584" y="3039"/>
                </a:lnTo>
                <a:lnTo>
                  <a:pt x="1541" y="2996"/>
                </a:lnTo>
                <a:lnTo>
                  <a:pt x="1499" y="2910"/>
                </a:lnTo>
                <a:lnTo>
                  <a:pt x="1434" y="2760"/>
                </a:lnTo>
                <a:lnTo>
                  <a:pt x="1392" y="2611"/>
                </a:lnTo>
                <a:lnTo>
                  <a:pt x="1285" y="2332"/>
                </a:lnTo>
                <a:lnTo>
                  <a:pt x="1242" y="2183"/>
                </a:lnTo>
                <a:lnTo>
                  <a:pt x="1221" y="2033"/>
                </a:lnTo>
                <a:close/>
                <a:moveTo>
                  <a:pt x="1007" y="0"/>
                </a:moveTo>
                <a:lnTo>
                  <a:pt x="964" y="22"/>
                </a:lnTo>
                <a:lnTo>
                  <a:pt x="942" y="43"/>
                </a:lnTo>
                <a:lnTo>
                  <a:pt x="942" y="86"/>
                </a:lnTo>
                <a:lnTo>
                  <a:pt x="921" y="171"/>
                </a:lnTo>
                <a:lnTo>
                  <a:pt x="921" y="278"/>
                </a:lnTo>
                <a:lnTo>
                  <a:pt x="921" y="343"/>
                </a:lnTo>
                <a:lnTo>
                  <a:pt x="942" y="385"/>
                </a:lnTo>
                <a:lnTo>
                  <a:pt x="921" y="407"/>
                </a:lnTo>
                <a:lnTo>
                  <a:pt x="857" y="450"/>
                </a:lnTo>
                <a:lnTo>
                  <a:pt x="771" y="450"/>
                </a:lnTo>
                <a:lnTo>
                  <a:pt x="728" y="364"/>
                </a:lnTo>
                <a:lnTo>
                  <a:pt x="707" y="278"/>
                </a:lnTo>
                <a:lnTo>
                  <a:pt x="686" y="193"/>
                </a:lnTo>
                <a:lnTo>
                  <a:pt x="643" y="107"/>
                </a:lnTo>
                <a:lnTo>
                  <a:pt x="621" y="86"/>
                </a:lnTo>
                <a:lnTo>
                  <a:pt x="579" y="65"/>
                </a:lnTo>
                <a:lnTo>
                  <a:pt x="514" y="65"/>
                </a:lnTo>
                <a:lnTo>
                  <a:pt x="472" y="107"/>
                </a:lnTo>
                <a:lnTo>
                  <a:pt x="450" y="150"/>
                </a:lnTo>
                <a:lnTo>
                  <a:pt x="429" y="193"/>
                </a:lnTo>
                <a:lnTo>
                  <a:pt x="429" y="300"/>
                </a:lnTo>
                <a:lnTo>
                  <a:pt x="450" y="407"/>
                </a:lnTo>
                <a:lnTo>
                  <a:pt x="450" y="535"/>
                </a:lnTo>
                <a:lnTo>
                  <a:pt x="450" y="578"/>
                </a:lnTo>
                <a:lnTo>
                  <a:pt x="407" y="642"/>
                </a:lnTo>
                <a:lnTo>
                  <a:pt x="365" y="685"/>
                </a:lnTo>
                <a:lnTo>
                  <a:pt x="301" y="728"/>
                </a:lnTo>
                <a:lnTo>
                  <a:pt x="215" y="813"/>
                </a:lnTo>
                <a:lnTo>
                  <a:pt x="108" y="985"/>
                </a:lnTo>
                <a:lnTo>
                  <a:pt x="22" y="1156"/>
                </a:lnTo>
                <a:lnTo>
                  <a:pt x="1" y="1391"/>
                </a:lnTo>
                <a:lnTo>
                  <a:pt x="22" y="1498"/>
                </a:lnTo>
                <a:lnTo>
                  <a:pt x="65" y="1605"/>
                </a:lnTo>
                <a:lnTo>
                  <a:pt x="108" y="1691"/>
                </a:lnTo>
                <a:lnTo>
                  <a:pt x="172" y="1733"/>
                </a:lnTo>
                <a:lnTo>
                  <a:pt x="236" y="1798"/>
                </a:lnTo>
                <a:lnTo>
                  <a:pt x="322" y="1819"/>
                </a:lnTo>
                <a:lnTo>
                  <a:pt x="450" y="1862"/>
                </a:lnTo>
                <a:lnTo>
                  <a:pt x="600" y="1883"/>
                </a:lnTo>
                <a:lnTo>
                  <a:pt x="750" y="1905"/>
                </a:lnTo>
                <a:lnTo>
                  <a:pt x="793" y="1926"/>
                </a:lnTo>
                <a:lnTo>
                  <a:pt x="835" y="1947"/>
                </a:lnTo>
                <a:lnTo>
                  <a:pt x="900" y="2033"/>
                </a:lnTo>
                <a:lnTo>
                  <a:pt x="942" y="2161"/>
                </a:lnTo>
                <a:lnTo>
                  <a:pt x="1007" y="2418"/>
                </a:lnTo>
                <a:lnTo>
                  <a:pt x="1178" y="2910"/>
                </a:lnTo>
                <a:lnTo>
                  <a:pt x="1221" y="3039"/>
                </a:lnTo>
                <a:lnTo>
                  <a:pt x="1221" y="3103"/>
                </a:lnTo>
                <a:lnTo>
                  <a:pt x="1221" y="3145"/>
                </a:lnTo>
                <a:lnTo>
                  <a:pt x="1199" y="3167"/>
                </a:lnTo>
                <a:lnTo>
                  <a:pt x="1156" y="3188"/>
                </a:lnTo>
                <a:lnTo>
                  <a:pt x="1007" y="3210"/>
                </a:lnTo>
                <a:lnTo>
                  <a:pt x="878" y="3188"/>
                </a:lnTo>
                <a:lnTo>
                  <a:pt x="707" y="3167"/>
                </a:lnTo>
                <a:lnTo>
                  <a:pt x="514" y="3145"/>
                </a:lnTo>
                <a:lnTo>
                  <a:pt x="407" y="3145"/>
                </a:lnTo>
                <a:lnTo>
                  <a:pt x="386" y="3167"/>
                </a:lnTo>
                <a:lnTo>
                  <a:pt x="386" y="3210"/>
                </a:lnTo>
                <a:lnTo>
                  <a:pt x="365" y="3317"/>
                </a:lnTo>
                <a:lnTo>
                  <a:pt x="386" y="3424"/>
                </a:lnTo>
                <a:lnTo>
                  <a:pt x="407" y="3488"/>
                </a:lnTo>
                <a:lnTo>
                  <a:pt x="472" y="3552"/>
                </a:lnTo>
                <a:lnTo>
                  <a:pt x="536" y="3595"/>
                </a:lnTo>
                <a:lnTo>
                  <a:pt x="686" y="3659"/>
                </a:lnTo>
                <a:lnTo>
                  <a:pt x="878" y="3680"/>
                </a:lnTo>
                <a:lnTo>
                  <a:pt x="1049" y="3680"/>
                </a:lnTo>
                <a:lnTo>
                  <a:pt x="1242" y="3638"/>
                </a:lnTo>
                <a:lnTo>
                  <a:pt x="1413" y="3638"/>
                </a:lnTo>
                <a:lnTo>
                  <a:pt x="1456" y="3680"/>
                </a:lnTo>
                <a:lnTo>
                  <a:pt x="1499" y="3723"/>
                </a:lnTo>
                <a:lnTo>
                  <a:pt x="1541" y="3787"/>
                </a:lnTo>
                <a:lnTo>
                  <a:pt x="1584" y="3809"/>
                </a:lnTo>
                <a:lnTo>
                  <a:pt x="1648" y="3787"/>
                </a:lnTo>
                <a:lnTo>
                  <a:pt x="1670" y="3787"/>
                </a:lnTo>
                <a:lnTo>
                  <a:pt x="1691" y="3723"/>
                </a:lnTo>
                <a:lnTo>
                  <a:pt x="1691" y="3659"/>
                </a:lnTo>
                <a:lnTo>
                  <a:pt x="1713" y="3595"/>
                </a:lnTo>
                <a:lnTo>
                  <a:pt x="1777" y="3509"/>
                </a:lnTo>
                <a:lnTo>
                  <a:pt x="1820" y="3488"/>
                </a:lnTo>
                <a:lnTo>
                  <a:pt x="1841" y="3488"/>
                </a:lnTo>
                <a:lnTo>
                  <a:pt x="1884" y="3509"/>
                </a:lnTo>
                <a:lnTo>
                  <a:pt x="1927" y="3595"/>
                </a:lnTo>
                <a:lnTo>
                  <a:pt x="2012" y="3787"/>
                </a:lnTo>
                <a:lnTo>
                  <a:pt x="2055" y="3937"/>
                </a:lnTo>
                <a:lnTo>
                  <a:pt x="2098" y="4044"/>
                </a:lnTo>
                <a:lnTo>
                  <a:pt x="2162" y="4108"/>
                </a:lnTo>
                <a:lnTo>
                  <a:pt x="2226" y="4108"/>
                </a:lnTo>
                <a:lnTo>
                  <a:pt x="2248" y="4087"/>
                </a:lnTo>
                <a:lnTo>
                  <a:pt x="2290" y="4023"/>
                </a:lnTo>
                <a:lnTo>
                  <a:pt x="2312" y="3916"/>
                </a:lnTo>
                <a:lnTo>
                  <a:pt x="2290" y="3809"/>
                </a:lnTo>
                <a:lnTo>
                  <a:pt x="2248" y="3595"/>
                </a:lnTo>
                <a:lnTo>
                  <a:pt x="2205" y="3509"/>
                </a:lnTo>
                <a:lnTo>
                  <a:pt x="2183" y="3402"/>
                </a:lnTo>
                <a:lnTo>
                  <a:pt x="2205" y="3295"/>
                </a:lnTo>
                <a:lnTo>
                  <a:pt x="2226" y="3274"/>
                </a:lnTo>
                <a:lnTo>
                  <a:pt x="2269" y="3231"/>
                </a:lnTo>
                <a:lnTo>
                  <a:pt x="2354" y="3124"/>
                </a:lnTo>
                <a:lnTo>
                  <a:pt x="2461" y="3039"/>
                </a:lnTo>
                <a:lnTo>
                  <a:pt x="2547" y="2953"/>
                </a:lnTo>
                <a:lnTo>
                  <a:pt x="2633" y="2825"/>
                </a:lnTo>
                <a:lnTo>
                  <a:pt x="2654" y="2718"/>
                </a:lnTo>
                <a:lnTo>
                  <a:pt x="2675" y="2611"/>
                </a:lnTo>
                <a:lnTo>
                  <a:pt x="2654" y="2418"/>
                </a:lnTo>
                <a:lnTo>
                  <a:pt x="2611" y="2225"/>
                </a:lnTo>
                <a:lnTo>
                  <a:pt x="2526" y="2054"/>
                </a:lnTo>
                <a:lnTo>
                  <a:pt x="2397" y="1905"/>
                </a:lnTo>
                <a:lnTo>
                  <a:pt x="2248" y="1755"/>
                </a:lnTo>
                <a:lnTo>
                  <a:pt x="2076" y="1669"/>
                </a:lnTo>
                <a:lnTo>
                  <a:pt x="1884" y="1584"/>
                </a:lnTo>
                <a:lnTo>
                  <a:pt x="1713" y="1562"/>
                </a:lnTo>
                <a:lnTo>
                  <a:pt x="1627" y="1562"/>
                </a:lnTo>
                <a:lnTo>
                  <a:pt x="1563" y="1541"/>
                </a:lnTo>
                <a:lnTo>
                  <a:pt x="1541" y="1477"/>
                </a:lnTo>
                <a:lnTo>
                  <a:pt x="1520" y="1370"/>
                </a:lnTo>
                <a:lnTo>
                  <a:pt x="1477" y="1156"/>
                </a:lnTo>
                <a:lnTo>
                  <a:pt x="1392" y="942"/>
                </a:lnTo>
                <a:lnTo>
                  <a:pt x="1349" y="813"/>
                </a:lnTo>
                <a:lnTo>
                  <a:pt x="1349" y="771"/>
                </a:lnTo>
                <a:lnTo>
                  <a:pt x="1392" y="728"/>
                </a:lnTo>
                <a:lnTo>
                  <a:pt x="1499" y="685"/>
                </a:lnTo>
                <a:lnTo>
                  <a:pt x="1648" y="685"/>
                </a:lnTo>
                <a:lnTo>
                  <a:pt x="1798" y="664"/>
                </a:lnTo>
                <a:lnTo>
                  <a:pt x="1884" y="664"/>
                </a:lnTo>
                <a:lnTo>
                  <a:pt x="1948" y="621"/>
                </a:lnTo>
                <a:lnTo>
                  <a:pt x="2012" y="578"/>
                </a:lnTo>
                <a:lnTo>
                  <a:pt x="2055" y="514"/>
                </a:lnTo>
                <a:lnTo>
                  <a:pt x="2076" y="428"/>
                </a:lnTo>
                <a:lnTo>
                  <a:pt x="2055" y="364"/>
                </a:lnTo>
                <a:lnTo>
                  <a:pt x="2012" y="300"/>
                </a:lnTo>
                <a:lnTo>
                  <a:pt x="1927" y="278"/>
                </a:lnTo>
                <a:lnTo>
                  <a:pt x="1777" y="236"/>
                </a:lnTo>
                <a:lnTo>
                  <a:pt x="1606" y="236"/>
                </a:lnTo>
                <a:lnTo>
                  <a:pt x="1413" y="257"/>
                </a:lnTo>
                <a:lnTo>
                  <a:pt x="1306" y="278"/>
                </a:lnTo>
                <a:lnTo>
                  <a:pt x="1221" y="278"/>
                </a:lnTo>
                <a:lnTo>
                  <a:pt x="1199" y="257"/>
                </a:lnTo>
                <a:lnTo>
                  <a:pt x="1178" y="236"/>
                </a:lnTo>
                <a:lnTo>
                  <a:pt x="1156" y="150"/>
                </a:lnTo>
                <a:lnTo>
                  <a:pt x="1135" y="86"/>
                </a:lnTo>
                <a:lnTo>
                  <a:pt x="1114" y="43"/>
                </a:lnTo>
                <a:lnTo>
                  <a:pt x="1071" y="22"/>
                </a:lnTo>
                <a:lnTo>
                  <a:pt x="1007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8"/>
          <p:cNvSpPr/>
          <p:nvPr/>
        </p:nvSpPr>
        <p:spPr>
          <a:xfrm>
            <a:off x="6731900" y="2446725"/>
            <a:ext cx="486900" cy="4377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8"/>
          <p:cNvSpPr/>
          <p:nvPr/>
        </p:nvSpPr>
        <p:spPr>
          <a:xfrm>
            <a:off x="6814267" y="2514570"/>
            <a:ext cx="333307" cy="315240"/>
          </a:xfrm>
          <a:custGeom>
            <a:rect b="b" l="l" r="r" t="t"/>
            <a:pathLst>
              <a:path extrusionOk="0" h="18251" w="19297">
                <a:moveTo>
                  <a:pt x="18396" y="828"/>
                </a:moveTo>
                <a:lnTo>
                  <a:pt x="18761" y="877"/>
                </a:lnTo>
                <a:lnTo>
                  <a:pt x="18737" y="1242"/>
                </a:lnTo>
                <a:lnTo>
                  <a:pt x="18615" y="1266"/>
                </a:lnTo>
                <a:lnTo>
                  <a:pt x="18493" y="1315"/>
                </a:lnTo>
                <a:lnTo>
                  <a:pt x="18274" y="1436"/>
                </a:lnTo>
                <a:lnTo>
                  <a:pt x="18007" y="1582"/>
                </a:lnTo>
                <a:lnTo>
                  <a:pt x="17739" y="1777"/>
                </a:lnTo>
                <a:lnTo>
                  <a:pt x="17642" y="1850"/>
                </a:lnTo>
                <a:lnTo>
                  <a:pt x="17618" y="1801"/>
                </a:lnTo>
                <a:lnTo>
                  <a:pt x="17545" y="1704"/>
                </a:lnTo>
                <a:lnTo>
                  <a:pt x="17496" y="1680"/>
                </a:lnTo>
                <a:lnTo>
                  <a:pt x="17423" y="1655"/>
                </a:lnTo>
                <a:lnTo>
                  <a:pt x="17131" y="1631"/>
                </a:lnTo>
                <a:lnTo>
                  <a:pt x="17301" y="1509"/>
                </a:lnTo>
                <a:lnTo>
                  <a:pt x="17472" y="1388"/>
                </a:lnTo>
                <a:lnTo>
                  <a:pt x="17837" y="1144"/>
                </a:lnTo>
                <a:lnTo>
                  <a:pt x="18104" y="974"/>
                </a:lnTo>
                <a:lnTo>
                  <a:pt x="18250" y="901"/>
                </a:lnTo>
                <a:lnTo>
                  <a:pt x="18396" y="828"/>
                </a:lnTo>
                <a:close/>
                <a:moveTo>
                  <a:pt x="18712" y="1582"/>
                </a:moveTo>
                <a:lnTo>
                  <a:pt x="18688" y="2385"/>
                </a:lnTo>
                <a:lnTo>
                  <a:pt x="18688" y="3164"/>
                </a:lnTo>
                <a:lnTo>
                  <a:pt x="18469" y="3334"/>
                </a:lnTo>
                <a:lnTo>
                  <a:pt x="18250" y="3529"/>
                </a:lnTo>
                <a:lnTo>
                  <a:pt x="17982" y="3748"/>
                </a:lnTo>
                <a:lnTo>
                  <a:pt x="17861" y="3870"/>
                </a:lnTo>
                <a:lnTo>
                  <a:pt x="17764" y="4016"/>
                </a:lnTo>
                <a:lnTo>
                  <a:pt x="17739" y="3407"/>
                </a:lnTo>
                <a:lnTo>
                  <a:pt x="17739" y="3334"/>
                </a:lnTo>
                <a:lnTo>
                  <a:pt x="17958" y="3140"/>
                </a:lnTo>
                <a:lnTo>
                  <a:pt x="18177" y="2945"/>
                </a:lnTo>
                <a:lnTo>
                  <a:pt x="18493" y="2653"/>
                </a:lnTo>
                <a:lnTo>
                  <a:pt x="18615" y="2531"/>
                </a:lnTo>
                <a:lnTo>
                  <a:pt x="18664" y="2458"/>
                </a:lnTo>
                <a:lnTo>
                  <a:pt x="18688" y="2361"/>
                </a:lnTo>
                <a:lnTo>
                  <a:pt x="18664" y="2312"/>
                </a:lnTo>
                <a:lnTo>
                  <a:pt x="18615" y="2288"/>
                </a:lnTo>
                <a:lnTo>
                  <a:pt x="18518" y="2264"/>
                </a:lnTo>
                <a:lnTo>
                  <a:pt x="18445" y="2288"/>
                </a:lnTo>
                <a:lnTo>
                  <a:pt x="18347" y="2312"/>
                </a:lnTo>
                <a:lnTo>
                  <a:pt x="18274" y="2385"/>
                </a:lnTo>
                <a:lnTo>
                  <a:pt x="18128" y="2531"/>
                </a:lnTo>
                <a:lnTo>
                  <a:pt x="18007" y="2653"/>
                </a:lnTo>
                <a:lnTo>
                  <a:pt x="17739" y="2945"/>
                </a:lnTo>
                <a:lnTo>
                  <a:pt x="17739" y="2531"/>
                </a:lnTo>
                <a:lnTo>
                  <a:pt x="17691" y="2118"/>
                </a:lnTo>
                <a:lnTo>
                  <a:pt x="17788" y="2069"/>
                </a:lnTo>
                <a:lnTo>
                  <a:pt x="18055" y="1947"/>
                </a:lnTo>
                <a:lnTo>
                  <a:pt x="18323" y="1777"/>
                </a:lnTo>
                <a:lnTo>
                  <a:pt x="18518" y="1680"/>
                </a:lnTo>
                <a:lnTo>
                  <a:pt x="18712" y="1582"/>
                </a:lnTo>
                <a:close/>
                <a:moveTo>
                  <a:pt x="18688" y="3529"/>
                </a:moveTo>
                <a:lnTo>
                  <a:pt x="18688" y="3894"/>
                </a:lnTo>
                <a:lnTo>
                  <a:pt x="18664" y="4843"/>
                </a:lnTo>
                <a:lnTo>
                  <a:pt x="18639" y="4843"/>
                </a:lnTo>
                <a:lnTo>
                  <a:pt x="18518" y="4916"/>
                </a:lnTo>
                <a:lnTo>
                  <a:pt x="18396" y="5038"/>
                </a:lnTo>
                <a:lnTo>
                  <a:pt x="18177" y="5305"/>
                </a:lnTo>
                <a:lnTo>
                  <a:pt x="17982" y="5451"/>
                </a:lnTo>
                <a:lnTo>
                  <a:pt x="17788" y="5597"/>
                </a:lnTo>
                <a:lnTo>
                  <a:pt x="17788" y="5013"/>
                </a:lnTo>
                <a:lnTo>
                  <a:pt x="18128" y="4819"/>
                </a:lnTo>
                <a:lnTo>
                  <a:pt x="18274" y="4746"/>
                </a:lnTo>
                <a:lnTo>
                  <a:pt x="18445" y="4673"/>
                </a:lnTo>
                <a:lnTo>
                  <a:pt x="18591" y="4575"/>
                </a:lnTo>
                <a:lnTo>
                  <a:pt x="18639" y="4527"/>
                </a:lnTo>
                <a:lnTo>
                  <a:pt x="18664" y="4454"/>
                </a:lnTo>
                <a:lnTo>
                  <a:pt x="18664" y="4429"/>
                </a:lnTo>
                <a:lnTo>
                  <a:pt x="18639" y="4381"/>
                </a:lnTo>
                <a:lnTo>
                  <a:pt x="18566" y="4332"/>
                </a:lnTo>
                <a:lnTo>
                  <a:pt x="18420" y="4332"/>
                </a:lnTo>
                <a:lnTo>
                  <a:pt x="18347" y="4356"/>
                </a:lnTo>
                <a:lnTo>
                  <a:pt x="18177" y="4429"/>
                </a:lnTo>
                <a:lnTo>
                  <a:pt x="18031" y="4502"/>
                </a:lnTo>
                <a:lnTo>
                  <a:pt x="17788" y="4673"/>
                </a:lnTo>
                <a:lnTo>
                  <a:pt x="17764" y="4137"/>
                </a:lnTo>
                <a:lnTo>
                  <a:pt x="17958" y="4040"/>
                </a:lnTo>
                <a:lnTo>
                  <a:pt x="18128" y="3943"/>
                </a:lnTo>
                <a:lnTo>
                  <a:pt x="18445" y="3699"/>
                </a:lnTo>
                <a:lnTo>
                  <a:pt x="18688" y="3529"/>
                </a:lnTo>
                <a:close/>
                <a:moveTo>
                  <a:pt x="18664" y="5305"/>
                </a:moveTo>
                <a:lnTo>
                  <a:pt x="18639" y="6011"/>
                </a:lnTo>
                <a:lnTo>
                  <a:pt x="18396" y="6108"/>
                </a:lnTo>
                <a:lnTo>
                  <a:pt x="18177" y="6230"/>
                </a:lnTo>
                <a:lnTo>
                  <a:pt x="17982" y="6376"/>
                </a:lnTo>
                <a:lnTo>
                  <a:pt x="17764" y="6522"/>
                </a:lnTo>
                <a:lnTo>
                  <a:pt x="17764" y="6522"/>
                </a:lnTo>
                <a:lnTo>
                  <a:pt x="17788" y="5865"/>
                </a:lnTo>
                <a:lnTo>
                  <a:pt x="17934" y="5816"/>
                </a:lnTo>
                <a:lnTo>
                  <a:pt x="18080" y="5743"/>
                </a:lnTo>
                <a:lnTo>
                  <a:pt x="18201" y="5670"/>
                </a:lnTo>
                <a:lnTo>
                  <a:pt x="18323" y="5597"/>
                </a:lnTo>
                <a:lnTo>
                  <a:pt x="18493" y="5476"/>
                </a:lnTo>
                <a:lnTo>
                  <a:pt x="18664" y="5305"/>
                </a:lnTo>
                <a:close/>
                <a:moveTo>
                  <a:pt x="18615" y="6425"/>
                </a:moveTo>
                <a:lnTo>
                  <a:pt x="18615" y="6473"/>
                </a:lnTo>
                <a:lnTo>
                  <a:pt x="18518" y="6498"/>
                </a:lnTo>
                <a:lnTo>
                  <a:pt x="18420" y="6546"/>
                </a:lnTo>
                <a:lnTo>
                  <a:pt x="18250" y="6668"/>
                </a:lnTo>
                <a:lnTo>
                  <a:pt x="18104" y="6765"/>
                </a:lnTo>
                <a:lnTo>
                  <a:pt x="17982" y="6887"/>
                </a:lnTo>
                <a:lnTo>
                  <a:pt x="17739" y="7155"/>
                </a:lnTo>
                <a:lnTo>
                  <a:pt x="17764" y="6717"/>
                </a:lnTo>
                <a:lnTo>
                  <a:pt x="17982" y="6668"/>
                </a:lnTo>
                <a:lnTo>
                  <a:pt x="18201" y="6595"/>
                </a:lnTo>
                <a:lnTo>
                  <a:pt x="18615" y="6425"/>
                </a:lnTo>
                <a:close/>
                <a:moveTo>
                  <a:pt x="18615" y="6838"/>
                </a:moveTo>
                <a:lnTo>
                  <a:pt x="18591" y="7349"/>
                </a:lnTo>
                <a:lnTo>
                  <a:pt x="18591" y="7666"/>
                </a:lnTo>
                <a:lnTo>
                  <a:pt x="18420" y="7787"/>
                </a:lnTo>
                <a:lnTo>
                  <a:pt x="18250" y="7909"/>
                </a:lnTo>
                <a:lnTo>
                  <a:pt x="17958" y="8103"/>
                </a:lnTo>
                <a:lnTo>
                  <a:pt x="17666" y="8322"/>
                </a:lnTo>
                <a:lnTo>
                  <a:pt x="17715" y="7739"/>
                </a:lnTo>
                <a:lnTo>
                  <a:pt x="17739" y="7349"/>
                </a:lnTo>
                <a:lnTo>
                  <a:pt x="18080" y="7155"/>
                </a:lnTo>
                <a:lnTo>
                  <a:pt x="18420" y="6960"/>
                </a:lnTo>
                <a:lnTo>
                  <a:pt x="18615" y="6838"/>
                </a:lnTo>
                <a:close/>
                <a:moveTo>
                  <a:pt x="18566" y="8103"/>
                </a:moveTo>
                <a:lnTo>
                  <a:pt x="18542" y="8420"/>
                </a:lnTo>
                <a:lnTo>
                  <a:pt x="18420" y="8493"/>
                </a:lnTo>
                <a:lnTo>
                  <a:pt x="18274" y="8566"/>
                </a:lnTo>
                <a:lnTo>
                  <a:pt x="18055" y="8785"/>
                </a:lnTo>
                <a:lnTo>
                  <a:pt x="17812" y="9004"/>
                </a:lnTo>
                <a:lnTo>
                  <a:pt x="17593" y="9247"/>
                </a:lnTo>
                <a:lnTo>
                  <a:pt x="17642" y="8566"/>
                </a:lnTo>
                <a:lnTo>
                  <a:pt x="18031" y="8395"/>
                </a:lnTo>
                <a:lnTo>
                  <a:pt x="18420" y="8201"/>
                </a:lnTo>
                <a:lnTo>
                  <a:pt x="18566" y="8103"/>
                </a:lnTo>
                <a:close/>
                <a:moveTo>
                  <a:pt x="18542" y="8809"/>
                </a:moveTo>
                <a:lnTo>
                  <a:pt x="18542" y="9077"/>
                </a:lnTo>
                <a:lnTo>
                  <a:pt x="18299" y="9271"/>
                </a:lnTo>
                <a:lnTo>
                  <a:pt x="17934" y="9588"/>
                </a:lnTo>
                <a:lnTo>
                  <a:pt x="17593" y="9928"/>
                </a:lnTo>
                <a:lnTo>
                  <a:pt x="17569" y="9953"/>
                </a:lnTo>
                <a:lnTo>
                  <a:pt x="17569" y="9977"/>
                </a:lnTo>
                <a:lnTo>
                  <a:pt x="17593" y="10001"/>
                </a:lnTo>
                <a:lnTo>
                  <a:pt x="17642" y="10001"/>
                </a:lnTo>
                <a:lnTo>
                  <a:pt x="18080" y="9831"/>
                </a:lnTo>
                <a:lnTo>
                  <a:pt x="18274" y="9709"/>
                </a:lnTo>
                <a:lnTo>
                  <a:pt x="18493" y="9588"/>
                </a:lnTo>
                <a:lnTo>
                  <a:pt x="18518" y="9563"/>
                </a:lnTo>
                <a:lnTo>
                  <a:pt x="18518" y="9977"/>
                </a:lnTo>
                <a:lnTo>
                  <a:pt x="18396" y="10026"/>
                </a:lnTo>
                <a:lnTo>
                  <a:pt x="18274" y="10074"/>
                </a:lnTo>
                <a:lnTo>
                  <a:pt x="18080" y="10220"/>
                </a:lnTo>
                <a:lnTo>
                  <a:pt x="17788" y="10464"/>
                </a:lnTo>
                <a:lnTo>
                  <a:pt x="17520" y="10731"/>
                </a:lnTo>
                <a:lnTo>
                  <a:pt x="17520" y="10245"/>
                </a:lnTo>
                <a:lnTo>
                  <a:pt x="17569" y="9490"/>
                </a:lnTo>
                <a:lnTo>
                  <a:pt x="17837" y="9344"/>
                </a:lnTo>
                <a:lnTo>
                  <a:pt x="18104" y="9150"/>
                </a:lnTo>
                <a:lnTo>
                  <a:pt x="18274" y="8979"/>
                </a:lnTo>
                <a:lnTo>
                  <a:pt x="18469" y="8833"/>
                </a:lnTo>
                <a:lnTo>
                  <a:pt x="18542" y="8809"/>
                </a:lnTo>
                <a:close/>
                <a:moveTo>
                  <a:pt x="18518" y="10342"/>
                </a:moveTo>
                <a:lnTo>
                  <a:pt x="18518" y="10975"/>
                </a:lnTo>
                <a:lnTo>
                  <a:pt x="18347" y="11096"/>
                </a:lnTo>
                <a:lnTo>
                  <a:pt x="18201" y="11194"/>
                </a:lnTo>
                <a:lnTo>
                  <a:pt x="17861" y="11486"/>
                </a:lnTo>
                <a:lnTo>
                  <a:pt x="17715" y="11632"/>
                </a:lnTo>
                <a:lnTo>
                  <a:pt x="17569" y="11802"/>
                </a:lnTo>
                <a:lnTo>
                  <a:pt x="17545" y="11559"/>
                </a:lnTo>
                <a:lnTo>
                  <a:pt x="17520" y="11048"/>
                </a:lnTo>
                <a:lnTo>
                  <a:pt x="17691" y="10975"/>
                </a:lnTo>
                <a:lnTo>
                  <a:pt x="17837" y="10877"/>
                </a:lnTo>
                <a:lnTo>
                  <a:pt x="18128" y="10634"/>
                </a:lnTo>
                <a:lnTo>
                  <a:pt x="18518" y="10342"/>
                </a:lnTo>
                <a:close/>
                <a:moveTo>
                  <a:pt x="18518" y="11413"/>
                </a:moveTo>
                <a:lnTo>
                  <a:pt x="18542" y="11802"/>
                </a:lnTo>
                <a:lnTo>
                  <a:pt x="18347" y="11899"/>
                </a:lnTo>
                <a:lnTo>
                  <a:pt x="18177" y="12021"/>
                </a:lnTo>
                <a:lnTo>
                  <a:pt x="17837" y="12289"/>
                </a:lnTo>
                <a:lnTo>
                  <a:pt x="17764" y="12240"/>
                </a:lnTo>
                <a:lnTo>
                  <a:pt x="17642" y="12240"/>
                </a:lnTo>
                <a:lnTo>
                  <a:pt x="17593" y="12021"/>
                </a:lnTo>
                <a:lnTo>
                  <a:pt x="18299" y="11559"/>
                </a:lnTo>
                <a:lnTo>
                  <a:pt x="18518" y="11413"/>
                </a:lnTo>
                <a:close/>
                <a:moveTo>
                  <a:pt x="2093" y="1899"/>
                </a:moveTo>
                <a:lnTo>
                  <a:pt x="2385" y="1972"/>
                </a:lnTo>
                <a:lnTo>
                  <a:pt x="2702" y="1996"/>
                </a:lnTo>
                <a:lnTo>
                  <a:pt x="3334" y="2045"/>
                </a:lnTo>
                <a:lnTo>
                  <a:pt x="4356" y="2093"/>
                </a:lnTo>
                <a:lnTo>
                  <a:pt x="5354" y="2118"/>
                </a:lnTo>
                <a:lnTo>
                  <a:pt x="6376" y="2118"/>
                </a:lnTo>
                <a:lnTo>
                  <a:pt x="7398" y="2093"/>
                </a:lnTo>
                <a:lnTo>
                  <a:pt x="9466" y="2020"/>
                </a:lnTo>
                <a:lnTo>
                  <a:pt x="11413" y="1972"/>
                </a:lnTo>
                <a:lnTo>
                  <a:pt x="13359" y="1947"/>
                </a:lnTo>
                <a:lnTo>
                  <a:pt x="14357" y="1947"/>
                </a:lnTo>
                <a:lnTo>
                  <a:pt x="15330" y="1996"/>
                </a:lnTo>
                <a:lnTo>
                  <a:pt x="16304" y="2045"/>
                </a:lnTo>
                <a:lnTo>
                  <a:pt x="17277" y="2142"/>
                </a:lnTo>
                <a:lnTo>
                  <a:pt x="17253" y="2483"/>
                </a:lnTo>
                <a:lnTo>
                  <a:pt x="17228" y="2823"/>
                </a:lnTo>
                <a:lnTo>
                  <a:pt x="17228" y="3529"/>
                </a:lnTo>
                <a:lnTo>
                  <a:pt x="17277" y="4210"/>
                </a:lnTo>
                <a:lnTo>
                  <a:pt x="17301" y="4892"/>
                </a:lnTo>
                <a:lnTo>
                  <a:pt x="17301" y="5646"/>
                </a:lnTo>
                <a:lnTo>
                  <a:pt x="17277" y="6376"/>
                </a:lnTo>
                <a:lnTo>
                  <a:pt x="17180" y="7885"/>
                </a:lnTo>
                <a:lnTo>
                  <a:pt x="17082" y="9125"/>
                </a:lnTo>
                <a:lnTo>
                  <a:pt x="17034" y="9758"/>
                </a:lnTo>
                <a:lnTo>
                  <a:pt x="17009" y="10391"/>
                </a:lnTo>
                <a:lnTo>
                  <a:pt x="16985" y="10829"/>
                </a:lnTo>
                <a:lnTo>
                  <a:pt x="16961" y="11291"/>
                </a:lnTo>
                <a:lnTo>
                  <a:pt x="16985" y="11778"/>
                </a:lnTo>
                <a:lnTo>
                  <a:pt x="17009" y="12021"/>
                </a:lnTo>
                <a:lnTo>
                  <a:pt x="17058" y="12240"/>
                </a:lnTo>
                <a:lnTo>
                  <a:pt x="9539" y="12240"/>
                </a:lnTo>
                <a:lnTo>
                  <a:pt x="8566" y="12264"/>
                </a:lnTo>
                <a:lnTo>
                  <a:pt x="7568" y="12289"/>
                </a:lnTo>
                <a:lnTo>
                  <a:pt x="5622" y="12386"/>
                </a:lnTo>
                <a:lnTo>
                  <a:pt x="5086" y="12410"/>
                </a:lnTo>
                <a:lnTo>
                  <a:pt x="4551" y="12410"/>
                </a:lnTo>
                <a:lnTo>
                  <a:pt x="4040" y="12362"/>
                </a:lnTo>
                <a:lnTo>
                  <a:pt x="3529" y="12313"/>
                </a:lnTo>
                <a:lnTo>
                  <a:pt x="2994" y="12216"/>
                </a:lnTo>
                <a:lnTo>
                  <a:pt x="2702" y="12191"/>
                </a:lnTo>
                <a:lnTo>
                  <a:pt x="2434" y="12216"/>
                </a:lnTo>
                <a:lnTo>
                  <a:pt x="2385" y="11997"/>
                </a:lnTo>
                <a:lnTo>
                  <a:pt x="2361" y="11753"/>
                </a:lnTo>
                <a:lnTo>
                  <a:pt x="2337" y="11267"/>
                </a:lnTo>
                <a:lnTo>
                  <a:pt x="2361" y="10318"/>
                </a:lnTo>
                <a:lnTo>
                  <a:pt x="2361" y="9661"/>
                </a:lnTo>
                <a:lnTo>
                  <a:pt x="2337" y="8979"/>
                </a:lnTo>
                <a:lnTo>
                  <a:pt x="2312" y="7666"/>
                </a:lnTo>
                <a:lnTo>
                  <a:pt x="2312" y="6887"/>
                </a:lnTo>
                <a:lnTo>
                  <a:pt x="2288" y="6084"/>
                </a:lnTo>
                <a:lnTo>
                  <a:pt x="2239" y="4527"/>
                </a:lnTo>
                <a:lnTo>
                  <a:pt x="2215" y="2896"/>
                </a:lnTo>
                <a:lnTo>
                  <a:pt x="2215" y="2385"/>
                </a:lnTo>
                <a:lnTo>
                  <a:pt x="2166" y="2118"/>
                </a:lnTo>
                <a:lnTo>
                  <a:pt x="2142" y="2020"/>
                </a:lnTo>
                <a:lnTo>
                  <a:pt x="2093" y="1899"/>
                </a:lnTo>
                <a:close/>
                <a:moveTo>
                  <a:pt x="18566" y="12118"/>
                </a:moveTo>
                <a:lnTo>
                  <a:pt x="18591" y="12264"/>
                </a:lnTo>
                <a:lnTo>
                  <a:pt x="18420" y="12313"/>
                </a:lnTo>
                <a:lnTo>
                  <a:pt x="18274" y="12410"/>
                </a:lnTo>
                <a:lnTo>
                  <a:pt x="17958" y="12581"/>
                </a:lnTo>
                <a:lnTo>
                  <a:pt x="17885" y="12629"/>
                </a:lnTo>
                <a:lnTo>
                  <a:pt x="17909" y="12532"/>
                </a:lnTo>
                <a:lnTo>
                  <a:pt x="17909" y="12435"/>
                </a:lnTo>
                <a:lnTo>
                  <a:pt x="18250" y="12264"/>
                </a:lnTo>
                <a:lnTo>
                  <a:pt x="18566" y="12118"/>
                </a:lnTo>
                <a:close/>
                <a:moveTo>
                  <a:pt x="8761" y="512"/>
                </a:moveTo>
                <a:lnTo>
                  <a:pt x="10318" y="585"/>
                </a:lnTo>
                <a:lnTo>
                  <a:pt x="13432" y="755"/>
                </a:lnTo>
                <a:lnTo>
                  <a:pt x="14138" y="779"/>
                </a:lnTo>
                <a:lnTo>
                  <a:pt x="14844" y="804"/>
                </a:lnTo>
                <a:lnTo>
                  <a:pt x="16279" y="779"/>
                </a:lnTo>
                <a:lnTo>
                  <a:pt x="17034" y="755"/>
                </a:lnTo>
                <a:lnTo>
                  <a:pt x="17034" y="755"/>
                </a:lnTo>
                <a:lnTo>
                  <a:pt x="16912" y="852"/>
                </a:lnTo>
                <a:lnTo>
                  <a:pt x="16790" y="950"/>
                </a:lnTo>
                <a:lnTo>
                  <a:pt x="16790" y="998"/>
                </a:lnTo>
                <a:lnTo>
                  <a:pt x="16790" y="1023"/>
                </a:lnTo>
                <a:lnTo>
                  <a:pt x="16815" y="1047"/>
                </a:lnTo>
                <a:lnTo>
                  <a:pt x="16863" y="1047"/>
                </a:lnTo>
                <a:lnTo>
                  <a:pt x="17131" y="901"/>
                </a:lnTo>
                <a:lnTo>
                  <a:pt x="17399" y="755"/>
                </a:lnTo>
                <a:lnTo>
                  <a:pt x="17837" y="779"/>
                </a:lnTo>
                <a:lnTo>
                  <a:pt x="17593" y="925"/>
                </a:lnTo>
                <a:lnTo>
                  <a:pt x="17399" y="1071"/>
                </a:lnTo>
                <a:lnTo>
                  <a:pt x="17228" y="1217"/>
                </a:lnTo>
                <a:lnTo>
                  <a:pt x="17082" y="1412"/>
                </a:lnTo>
                <a:lnTo>
                  <a:pt x="17034" y="1509"/>
                </a:lnTo>
                <a:lnTo>
                  <a:pt x="17009" y="1631"/>
                </a:lnTo>
                <a:lnTo>
                  <a:pt x="16060" y="1558"/>
                </a:lnTo>
                <a:lnTo>
                  <a:pt x="15111" y="1509"/>
                </a:lnTo>
                <a:lnTo>
                  <a:pt x="14162" y="1461"/>
                </a:lnTo>
                <a:lnTo>
                  <a:pt x="13238" y="1461"/>
                </a:lnTo>
                <a:lnTo>
                  <a:pt x="11340" y="1485"/>
                </a:lnTo>
                <a:lnTo>
                  <a:pt x="9466" y="1558"/>
                </a:lnTo>
                <a:lnTo>
                  <a:pt x="7495" y="1631"/>
                </a:lnTo>
                <a:lnTo>
                  <a:pt x="5549" y="1655"/>
                </a:lnTo>
                <a:lnTo>
                  <a:pt x="4527" y="1631"/>
                </a:lnTo>
                <a:lnTo>
                  <a:pt x="3505" y="1607"/>
                </a:lnTo>
                <a:lnTo>
                  <a:pt x="3140" y="1558"/>
                </a:lnTo>
                <a:lnTo>
                  <a:pt x="2726" y="1509"/>
                </a:lnTo>
                <a:lnTo>
                  <a:pt x="2312" y="1509"/>
                </a:lnTo>
                <a:lnTo>
                  <a:pt x="2118" y="1534"/>
                </a:lnTo>
                <a:lnTo>
                  <a:pt x="1948" y="1582"/>
                </a:lnTo>
                <a:lnTo>
                  <a:pt x="1899" y="1607"/>
                </a:lnTo>
                <a:lnTo>
                  <a:pt x="1850" y="1631"/>
                </a:lnTo>
                <a:lnTo>
                  <a:pt x="1850" y="1704"/>
                </a:lnTo>
                <a:lnTo>
                  <a:pt x="1850" y="1777"/>
                </a:lnTo>
                <a:lnTo>
                  <a:pt x="1899" y="1826"/>
                </a:lnTo>
                <a:lnTo>
                  <a:pt x="1850" y="1947"/>
                </a:lnTo>
                <a:lnTo>
                  <a:pt x="1802" y="2069"/>
                </a:lnTo>
                <a:lnTo>
                  <a:pt x="1777" y="2215"/>
                </a:lnTo>
                <a:lnTo>
                  <a:pt x="1753" y="2337"/>
                </a:lnTo>
                <a:lnTo>
                  <a:pt x="1753" y="2604"/>
                </a:lnTo>
                <a:lnTo>
                  <a:pt x="1753" y="2896"/>
                </a:lnTo>
                <a:lnTo>
                  <a:pt x="1753" y="4527"/>
                </a:lnTo>
                <a:lnTo>
                  <a:pt x="1802" y="6181"/>
                </a:lnTo>
                <a:lnTo>
                  <a:pt x="1826" y="7009"/>
                </a:lnTo>
                <a:lnTo>
                  <a:pt x="1826" y="7836"/>
                </a:lnTo>
                <a:lnTo>
                  <a:pt x="1875" y="9223"/>
                </a:lnTo>
                <a:lnTo>
                  <a:pt x="1875" y="9904"/>
                </a:lnTo>
                <a:lnTo>
                  <a:pt x="1875" y="10585"/>
                </a:lnTo>
                <a:lnTo>
                  <a:pt x="1850" y="11048"/>
                </a:lnTo>
                <a:lnTo>
                  <a:pt x="1826" y="11583"/>
                </a:lnTo>
                <a:lnTo>
                  <a:pt x="1826" y="11851"/>
                </a:lnTo>
                <a:lnTo>
                  <a:pt x="1875" y="12094"/>
                </a:lnTo>
                <a:lnTo>
                  <a:pt x="1948" y="12337"/>
                </a:lnTo>
                <a:lnTo>
                  <a:pt x="2045" y="12532"/>
                </a:lnTo>
                <a:lnTo>
                  <a:pt x="2118" y="12605"/>
                </a:lnTo>
                <a:lnTo>
                  <a:pt x="2215" y="12654"/>
                </a:lnTo>
                <a:lnTo>
                  <a:pt x="2312" y="12629"/>
                </a:lnTo>
                <a:lnTo>
                  <a:pt x="2385" y="12581"/>
                </a:lnTo>
                <a:lnTo>
                  <a:pt x="2677" y="12654"/>
                </a:lnTo>
                <a:lnTo>
                  <a:pt x="2969" y="12678"/>
                </a:lnTo>
                <a:lnTo>
                  <a:pt x="3553" y="12775"/>
                </a:lnTo>
                <a:lnTo>
                  <a:pt x="4040" y="12824"/>
                </a:lnTo>
                <a:lnTo>
                  <a:pt x="4502" y="12873"/>
                </a:lnTo>
                <a:lnTo>
                  <a:pt x="5427" y="12873"/>
                </a:lnTo>
                <a:lnTo>
                  <a:pt x="6449" y="12848"/>
                </a:lnTo>
                <a:lnTo>
                  <a:pt x="7495" y="12800"/>
                </a:lnTo>
                <a:lnTo>
                  <a:pt x="8517" y="12751"/>
                </a:lnTo>
                <a:lnTo>
                  <a:pt x="9539" y="12727"/>
                </a:lnTo>
                <a:lnTo>
                  <a:pt x="17277" y="12727"/>
                </a:lnTo>
                <a:lnTo>
                  <a:pt x="17350" y="12775"/>
                </a:lnTo>
                <a:lnTo>
                  <a:pt x="17496" y="12775"/>
                </a:lnTo>
                <a:lnTo>
                  <a:pt x="17569" y="12727"/>
                </a:lnTo>
                <a:lnTo>
                  <a:pt x="17715" y="12727"/>
                </a:lnTo>
                <a:lnTo>
                  <a:pt x="17569" y="12824"/>
                </a:lnTo>
                <a:lnTo>
                  <a:pt x="17423" y="12946"/>
                </a:lnTo>
                <a:lnTo>
                  <a:pt x="17301" y="13092"/>
                </a:lnTo>
                <a:lnTo>
                  <a:pt x="17180" y="13238"/>
                </a:lnTo>
                <a:lnTo>
                  <a:pt x="17180" y="13262"/>
                </a:lnTo>
                <a:lnTo>
                  <a:pt x="17180" y="13286"/>
                </a:lnTo>
                <a:lnTo>
                  <a:pt x="17204" y="13311"/>
                </a:lnTo>
                <a:lnTo>
                  <a:pt x="17253" y="13311"/>
                </a:lnTo>
                <a:lnTo>
                  <a:pt x="17472" y="13262"/>
                </a:lnTo>
                <a:lnTo>
                  <a:pt x="17666" y="13189"/>
                </a:lnTo>
                <a:lnTo>
                  <a:pt x="18055" y="12994"/>
                </a:lnTo>
                <a:lnTo>
                  <a:pt x="18347" y="12848"/>
                </a:lnTo>
                <a:lnTo>
                  <a:pt x="18615" y="12727"/>
                </a:lnTo>
                <a:lnTo>
                  <a:pt x="18664" y="12946"/>
                </a:lnTo>
                <a:lnTo>
                  <a:pt x="18396" y="13092"/>
                </a:lnTo>
                <a:lnTo>
                  <a:pt x="17982" y="13335"/>
                </a:lnTo>
                <a:lnTo>
                  <a:pt x="17593" y="13603"/>
                </a:lnTo>
                <a:lnTo>
                  <a:pt x="17545" y="13627"/>
                </a:lnTo>
                <a:lnTo>
                  <a:pt x="17545" y="13676"/>
                </a:lnTo>
                <a:lnTo>
                  <a:pt x="17569" y="13700"/>
                </a:lnTo>
                <a:lnTo>
                  <a:pt x="17618" y="13724"/>
                </a:lnTo>
                <a:lnTo>
                  <a:pt x="17861" y="13700"/>
                </a:lnTo>
                <a:lnTo>
                  <a:pt x="18080" y="13651"/>
                </a:lnTo>
                <a:lnTo>
                  <a:pt x="18274" y="13578"/>
                </a:lnTo>
                <a:lnTo>
                  <a:pt x="18493" y="13457"/>
                </a:lnTo>
                <a:lnTo>
                  <a:pt x="18712" y="13335"/>
                </a:lnTo>
                <a:lnTo>
                  <a:pt x="18785" y="13724"/>
                </a:lnTo>
                <a:lnTo>
                  <a:pt x="18250" y="13773"/>
                </a:lnTo>
                <a:lnTo>
                  <a:pt x="17739" y="13797"/>
                </a:lnTo>
                <a:lnTo>
                  <a:pt x="17204" y="13773"/>
                </a:lnTo>
                <a:lnTo>
                  <a:pt x="16669" y="13724"/>
                </a:lnTo>
                <a:lnTo>
                  <a:pt x="15622" y="13603"/>
                </a:lnTo>
                <a:lnTo>
                  <a:pt x="15087" y="13554"/>
                </a:lnTo>
                <a:lnTo>
                  <a:pt x="14576" y="13530"/>
                </a:lnTo>
                <a:lnTo>
                  <a:pt x="12118" y="13530"/>
                </a:lnTo>
                <a:lnTo>
                  <a:pt x="9661" y="13554"/>
                </a:lnTo>
                <a:lnTo>
                  <a:pt x="8469" y="13578"/>
                </a:lnTo>
                <a:lnTo>
                  <a:pt x="7301" y="13627"/>
                </a:lnTo>
                <a:lnTo>
                  <a:pt x="4916" y="13773"/>
                </a:lnTo>
                <a:lnTo>
                  <a:pt x="3772" y="13822"/>
                </a:lnTo>
                <a:lnTo>
                  <a:pt x="2629" y="13846"/>
                </a:lnTo>
                <a:lnTo>
                  <a:pt x="2020" y="13822"/>
                </a:lnTo>
                <a:lnTo>
                  <a:pt x="1412" y="13797"/>
                </a:lnTo>
                <a:lnTo>
                  <a:pt x="1145" y="13773"/>
                </a:lnTo>
                <a:lnTo>
                  <a:pt x="853" y="13749"/>
                </a:lnTo>
                <a:lnTo>
                  <a:pt x="853" y="13724"/>
                </a:lnTo>
                <a:lnTo>
                  <a:pt x="731" y="13408"/>
                </a:lnTo>
                <a:lnTo>
                  <a:pt x="658" y="13092"/>
                </a:lnTo>
                <a:lnTo>
                  <a:pt x="585" y="12775"/>
                </a:lnTo>
                <a:lnTo>
                  <a:pt x="561" y="12435"/>
                </a:lnTo>
                <a:lnTo>
                  <a:pt x="561" y="11753"/>
                </a:lnTo>
                <a:lnTo>
                  <a:pt x="561" y="11121"/>
                </a:lnTo>
                <a:lnTo>
                  <a:pt x="561" y="9320"/>
                </a:lnTo>
                <a:lnTo>
                  <a:pt x="561" y="8420"/>
                </a:lnTo>
                <a:lnTo>
                  <a:pt x="585" y="7495"/>
                </a:lnTo>
                <a:lnTo>
                  <a:pt x="658" y="5792"/>
                </a:lnTo>
                <a:lnTo>
                  <a:pt x="731" y="4064"/>
                </a:lnTo>
                <a:lnTo>
                  <a:pt x="755" y="3188"/>
                </a:lnTo>
                <a:lnTo>
                  <a:pt x="755" y="2337"/>
                </a:lnTo>
                <a:lnTo>
                  <a:pt x="731" y="1485"/>
                </a:lnTo>
                <a:lnTo>
                  <a:pt x="707" y="609"/>
                </a:lnTo>
                <a:lnTo>
                  <a:pt x="804" y="682"/>
                </a:lnTo>
                <a:lnTo>
                  <a:pt x="950" y="755"/>
                </a:lnTo>
                <a:lnTo>
                  <a:pt x="1072" y="804"/>
                </a:lnTo>
                <a:lnTo>
                  <a:pt x="1242" y="852"/>
                </a:lnTo>
                <a:lnTo>
                  <a:pt x="1583" y="901"/>
                </a:lnTo>
                <a:lnTo>
                  <a:pt x="1948" y="925"/>
                </a:lnTo>
                <a:lnTo>
                  <a:pt x="2312" y="901"/>
                </a:lnTo>
                <a:lnTo>
                  <a:pt x="2653" y="901"/>
                </a:lnTo>
                <a:lnTo>
                  <a:pt x="3164" y="852"/>
                </a:lnTo>
                <a:lnTo>
                  <a:pt x="4162" y="755"/>
                </a:lnTo>
                <a:lnTo>
                  <a:pt x="5184" y="633"/>
                </a:lnTo>
                <a:lnTo>
                  <a:pt x="6181" y="560"/>
                </a:lnTo>
                <a:lnTo>
                  <a:pt x="6692" y="512"/>
                </a:lnTo>
                <a:close/>
                <a:moveTo>
                  <a:pt x="11096" y="14016"/>
                </a:moveTo>
                <a:lnTo>
                  <a:pt x="11096" y="14187"/>
                </a:lnTo>
                <a:lnTo>
                  <a:pt x="10926" y="14260"/>
                </a:lnTo>
                <a:lnTo>
                  <a:pt x="10780" y="14357"/>
                </a:lnTo>
                <a:lnTo>
                  <a:pt x="10488" y="14552"/>
                </a:lnTo>
                <a:lnTo>
                  <a:pt x="10293" y="14698"/>
                </a:lnTo>
                <a:lnTo>
                  <a:pt x="10123" y="14868"/>
                </a:lnTo>
                <a:lnTo>
                  <a:pt x="9953" y="15038"/>
                </a:lnTo>
                <a:lnTo>
                  <a:pt x="9807" y="15233"/>
                </a:lnTo>
                <a:lnTo>
                  <a:pt x="9807" y="15282"/>
                </a:lnTo>
                <a:lnTo>
                  <a:pt x="9831" y="15330"/>
                </a:lnTo>
                <a:lnTo>
                  <a:pt x="9856" y="15379"/>
                </a:lnTo>
                <a:lnTo>
                  <a:pt x="9929" y="15379"/>
                </a:lnTo>
                <a:lnTo>
                  <a:pt x="10099" y="15282"/>
                </a:lnTo>
                <a:lnTo>
                  <a:pt x="10245" y="15184"/>
                </a:lnTo>
                <a:lnTo>
                  <a:pt x="10537" y="14941"/>
                </a:lnTo>
                <a:lnTo>
                  <a:pt x="10804" y="14771"/>
                </a:lnTo>
                <a:lnTo>
                  <a:pt x="11072" y="14600"/>
                </a:lnTo>
                <a:lnTo>
                  <a:pt x="11072" y="14600"/>
                </a:lnTo>
                <a:lnTo>
                  <a:pt x="11048" y="15087"/>
                </a:lnTo>
                <a:lnTo>
                  <a:pt x="10926" y="15136"/>
                </a:lnTo>
                <a:lnTo>
                  <a:pt x="10804" y="15209"/>
                </a:lnTo>
                <a:lnTo>
                  <a:pt x="10585" y="15330"/>
                </a:lnTo>
                <a:lnTo>
                  <a:pt x="10439" y="15403"/>
                </a:lnTo>
                <a:lnTo>
                  <a:pt x="10269" y="15525"/>
                </a:lnTo>
                <a:lnTo>
                  <a:pt x="10123" y="15647"/>
                </a:lnTo>
                <a:lnTo>
                  <a:pt x="10074" y="15695"/>
                </a:lnTo>
                <a:lnTo>
                  <a:pt x="10050" y="15793"/>
                </a:lnTo>
                <a:lnTo>
                  <a:pt x="10050" y="15817"/>
                </a:lnTo>
                <a:lnTo>
                  <a:pt x="10074" y="15841"/>
                </a:lnTo>
                <a:lnTo>
                  <a:pt x="10245" y="15841"/>
                </a:lnTo>
                <a:lnTo>
                  <a:pt x="10391" y="15817"/>
                </a:lnTo>
                <a:lnTo>
                  <a:pt x="10683" y="15671"/>
                </a:lnTo>
                <a:lnTo>
                  <a:pt x="11023" y="15501"/>
                </a:lnTo>
                <a:lnTo>
                  <a:pt x="10999" y="15841"/>
                </a:lnTo>
                <a:lnTo>
                  <a:pt x="10756" y="15987"/>
                </a:lnTo>
                <a:lnTo>
                  <a:pt x="10610" y="16085"/>
                </a:lnTo>
                <a:lnTo>
                  <a:pt x="10464" y="16206"/>
                </a:lnTo>
                <a:lnTo>
                  <a:pt x="10342" y="16352"/>
                </a:lnTo>
                <a:lnTo>
                  <a:pt x="10196" y="16474"/>
                </a:lnTo>
                <a:lnTo>
                  <a:pt x="10172" y="16498"/>
                </a:lnTo>
                <a:lnTo>
                  <a:pt x="10172" y="16522"/>
                </a:lnTo>
                <a:lnTo>
                  <a:pt x="10196" y="16547"/>
                </a:lnTo>
                <a:lnTo>
                  <a:pt x="10245" y="16547"/>
                </a:lnTo>
                <a:lnTo>
                  <a:pt x="10537" y="16425"/>
                </a:lnTo>
                <a:lnTo>
                  <a:pt x="10804" y="16303"/>
                </a:lnTo>
                <a:lnTo>
                  <a:pt x="10975" y="16230"/>
                </a:lnTo>
                <a:lnTo>
                  <a:pt x="10975" y="16449"/>
                </a:lnTo>
                <a:lnTo>
                  <a:pt x="10902" y="16474"/>
                </a:lnTo>
                <a:lnTo>
                  <a:pt x="10756" y="16547"/>
                </a:lnTo>
                <a:lnTo>
                  <a:pt x="10634" y="16620"/>
                </a:lnTo>
                <a:lnTo>
                  <a:pt x="10415" y="16814"/>
                </a:lnTo>
                <a:lnTo>
                  <a:pt x="10391" y="16863"/>
                </a:lnTo>
                <a:lnTo>
                  <a:pt x="10391" y="16887"/>
                </a:lnTo>
                <a:lnTo>
                  <a:pt x="10391" y="16960"/>
                </a:lnTo>
                <a:lnTo>
                  <a:pt x="10464" y="16985"/>
                </a:lnTo>
                <a:lnTo>
                  <a:pt x="10537" y="16985"/>
                </a:lnTo>
                <a:lnTo>
                  <a:pt x="10780" y="16887"/>
                </a:lnTo>
                <a:lnTo>
                  <a:pt x="11023" y="16790"/>
                </a:lnTo>
                <a:lnTo>
                  <a:pt x="11048" y="16887"/>
                </a:lnTo>
                <a:lnTo>
                  <a:pt x="10926" y="16960"/>
                </a:lnTo>
                <a:lnTo>
                  <a:pt x="10829" y="17058"/>
                </a:lnTo>
                <a:lnTo>
                  <a:pt x="10585" y="17252"/>
                </a:lnTo>
                <a:lnTo>
                  <a:pt x="10561" y="17277"/>
                </a:lnTo>
                <a:lnTo>
                  <a:pt x="10561" y="17301"/>
                </a:lnTo>
                <a:lnTo>
                  <a:pt x="10585" y="17325"/>
                </a:lnTo>
                <a:lnTo>
                  <a:pt x="10610" y="17325"/>
                </a:lnTo>
                <a:lnTo>
                  <a:pt x="10780" y="17301"/>
                </a:lnTo>
                <a:lnTo>
                  <a:pt x="10950" y="17252"/>
                </a:lnTo>
                <a:lnTo>
                  <a:pt x="11096" y="17179"/>
                </a:lnTo>
                <a:lnTo>
                  <a:pt x="11242" y="17082"/>
                </a:lnTo>
                <a:lnTo>
                  <a:pt x="11388" y="17155"/>
                </a:lnTo>
                <a:lnTo>
                  <a:pt x="11534" y="17179"/>
                </a:lnTo>
                <a:lnTo>
                  <a:pt x="11705" y="17204"/>
                </a:lnTo>
                <a:lnTo>
                  <a:pt x="11875" y="17204"/>
                </a:lnTo>
                <a:lnTo>
                  <a:pt x="12216" y="17179"/>
                </a:lnTo>
                <a:lnTo>
                  <a:pt x="12508" y="17155"/>
                </a:lnTo>
                <a:lnTo>
                  <a:pt x="12897" y="17179"/>
                </a:lnTo>
                <a:lnTo>
                  <a:pt x="13067" y="17179"/>
                </a:lnTo>
                <a:lnTo>
                  <a:pt x="13262" y="17228"/>
                </a:lnTo>
                <a:lnTo>
                  <a:pt x="13432" y="17277"/>
                </a:lnTo>
                <a:lnTo>
                  <a:pt x="13554" y="17374"/>
                </a:lnTo>
                <a:lnTo>
                  <a:pt x="13676" y="17496"/>
                </a:lnTo>
                <a:lnTo>
                  <a:pt x="13773" y="17617"/>
                </a:lnTo>
                <a:lnTo>
                  <a:pt x="13530" y="17593"/>
                </a:lnTo>
                <a:lnTo>
                  <a:pt x="12556" y="17593"/>
                </a:lnTo>
                <a:lnTo>
                  <a:pt x="11826" y="17642"/>
                </a:lnTo>
                <a:lnTo>
                  <a:pt x="10366" y="17715"/>
                </a:lnTo>
                <a:lnTo>
                  <a:pt x="9637" y="17739"/>
                </a:lnTo>
                <a:lnTo>
                  <a:pt x="8907" y="17763"/>
                </a:lnTo>
                <a:lnTo>
                  <a:pt x="7763" y="17788"/>
                </a:lnTo>
                <a:lnTo>
                  <a:pt x="6644" y="17788"/>
                </a:lnTo>
                <a:lnTo>
                  <a:pt x="6181" y="17739"/>
                </a:lnTo>
                <a:lnTo>
                  <a:pt x="5816" y="17715"/>
                </a:lnTo>
                <a:lnTo>
                  <a:pt x="5500" y="17690"/>
                </a:lnTo>
                <a:lnTo>
                  <a:pt x="5597" y="17544"/>
                </a:lnTo>
                <a:lnTo>
                  <a:pt x="5743" y="17447"/>
                </a:lnTo>
                <a:lnTo>
                  <a:pt x="5865" y="17350"/>
                </a:lnTo>
                <a:lnTo>
                  <a:pt x="6035" y="17277"/>
                </a:lnTo>
                <a:lnTo>
                  <a:pt x="6206" y="17228"/>
                </a:lnTo>
                <a:lnTo>
                  <a:pt x="6376" y="17179"/>
                </a:lnTo>
                <a:lnTo>
                  <a:pt x="6765" y="17155"/>
                </a:lnTo>
                <a:lnTo>
                  <a:pt x="7057" y="17179"/>
                </a:lnTo>
                <a:lnTo>
                  <a:pt x="7374" y="17204"/>
                </a:lnTo>
                <a:lnTo>
                  <a:pt x="7544" y="17179"/>
                </a:lnTo>
                <a:lnTo>
                  <a:pt x="7690" y="17179"/>
                </a:lnTo>
                <a:lnTo>
                  <a:pt x="7836" y="17131"/>
                </a:lnTo>
                <a:lnTo>
                  <a:pt x="7958" y="17058"/>
                </a:lnTo>
                <a:lnTo>
                  <a:pt x="7982" y="17009"/>
                </a:lnTo>
                <a:lnTo>
                  <a:pt x="8055" y="17033"/>
                </a:lnTo>
                <a:lnTo>
                  <a:pt x="8128" y="17033"/>
                </a:lnTo>
                <a:lnTo>
                  <a:pt x="8177" y="17009"/>
                </a:lnTo>
                <a:lnTo>
                  <a:pt x="8225" y="16960"/>
                </a:lnTo>
                <a:lnTo>
                  <a:pt x="8274" y="16887"/>
                </a:lnTo>
                <a:lnTo>
                  <a:pt x="8298" y="16766"/>
                </a:lnTo>
                <a:lnTo>
                  <a:pt x="8298" y="16668"/>
                </a:lnTo>
                <a:lnTo>
                  <a:pt x="8298" y="16620"/>
                </a:lnTo>
                <a:lnTo>
                  <a:pt x="8274" y="16595"/>
                </a:lnTo>
                <a:lnTo>
                  <a:pt x="8298" y="16303"/>
                </a:lnTo>
                <a:lnTo>
                  <a:pt x="8298" y="15768"/>
                </a:lnTo>
                <a:lnTo>
                  <a:pt x="8298" y="15233"/>
                </a:lnTo>
                <a:lnTo>
                  <a:pt x="8298" y="14965"/>
                </a:lnTo>
                <a:lnTo>
                  <a:pt x="8323" y="14649"/>
                </a:lnTo>
                <a:lnTo>
                  <a:pt x="8323" y="14333"/>
                </a:lnTo>
                <a:lnTo>
                  <a:pt x="8323" y="14187"/>
                </a:lnTo>
                <a:lnTo>
                  <a:pt x="8298" y="14065"/>
                </a:lnTo>
                <a:lnTo>
                  <a:pt x="9101" y="14041"/>
                </a:lnTo>
                <a:lnTo>
                  <a:pt x="9101" y="14041"/>
                </a:lnTo>
                <a:lnTo>
                  <a:pt x="8980" y="14138"/>
                </a:lnTo>
                <a:lnTo>
                  <a:pt x="8834" y="14260"/>
                </a:lnTo>
                <a:lnTo>
                  <a:pt x="8688" y="14406"/>
                </a:lnTo>
                <a:lnTo>
                  <a:pt x="8663" y="14454"/>
                </a:lnTo>
                <a:lnTo>
                  <a:pt x="8639" y="14503"/>
                </a:lnTo>
                <a:lnTo>
                  <a:pt x="8615" y="14600"/>
                </a:lnTo>
                <a:lnTo>
                  <a:pt x="8615" y="14649"/>
                </a:lnTo>
                <a:lnTo>
                  <a:pt x="8639" y="14673"/>
                </a:lnTo>
                <a:lnTo>
                  <a:pt x="8761" y="14673"/>
                </a:lnTo>
                <a:lnTo>
                  <a:pt x="8858" y="14649"/>
                </a:lnTo>
                <a:lnTo>
                  <a:pt x="9028" y="14527"/>
                </a:lnTo>
                <a:lnTo>
                  <a:pt x="9199" y="14406"/>
                </a:lnTo>
                <a:lnTo>
                  <a:pt x="9466" y="14235"/>
                </a:lnTo>
                <a:lnTo>
                  <a:pt x="9710" y="14016"/>
                </a:lnTo>
                <a:lnTo>
                  <a:pt x="9953" y="14016"/>
                </a:lnTo>
                <a:lnTo>
                  <a:pt x="9734" y="14211"/>
                </a:lnTo>
                <a:lnTo>
                  <a:pt x="9539" y="14406"/>
                </a:lnTo>
                <a:lnTo>
                  <a:pt x="9345" y="14625"/>
                </a:lnTo>
                <a:lnTo>
                  <a:pt x="9199" y="14868"/>
                </a:lnTo>
                <a:lnTo>
                  <a:pt x="9199" y="14892"/>
                </a:lnTo>
                <a:lnTo>
                  <a:pt x="9199" y="14917"/>
                </a:lnTo>
                <a:lnTo>
                  <a:pt x="9223" y="14941"/>
                </a:lnTo>
                <a:lnTo>
                  <a:pt x="9272" y="14941"/>
                </a:lnTo>
                <a:lnTo>
                  <a:pt x="9393" y="14892"/>
                </a:lnTo>
                <a:lnTo>
                  <a:pt x="9515" y="14844"/>
                </a:lnTo>
                <a:lnTo>
                  <a:pt x="9758" y="14698"/>
                </a:lnTo>
                <a:lnTo>
                  <a:pt x="10196" y="14357"/>
                </a:lnTo>
                <a:lnTo>
                  <a:pt x="10464" y="14235"/>
                </a:lnTo>
                <a:lnTo>
                  <a:pt x="10658" y="14138"/>
                </a:lnTo>
                <a:lnTo>
                  <a:pt x="10804" y="14016"/>
                </a:lnTo>
                <a:close/>
                <a:moveTo>
                  <a:pt x="6936" y="1"/>
                </a:moveTo>
                <a:lnTo>
                  <a:pt x="5914" y="74"/>
                </a:lnTo>
                <a:lnTo>
                  <a:pt x="4892" y="147"/>
                </a:lnTo>
                <a:lnTo>
                  <a:pt x="3870" y="268"/>
                </a:lnTo>
                <a:lnTo>
                  <a:pt x="2945" y="366"/>
                </a:lnTo>
                <a:lnTo>
                  <a:pt x="2483" y="390"/>
                </a:lnTo>
                <a:lnTo>
                  <a:pt x="1680" y="390"/>
                </a:lnTo>
                <a:lnTo>
                  <a:pt x="1339" y="317"/>
                </a:lnTo>
                <a:lnTo>
                  <a:pt x="658" y="195"/>
                </a:lnTo>
                <a:lnTo>
                  <a:pt x="634" y="147"/>
                </a:lnTo>
                <a:lnTo>
                  <a:pt x="585" y="122"/>
                </a:lnTo>
                <a:lnTo>
                  <a:pt x="512" y="98"/>
                </a:lnTo>
                <a:lnTo>
                  <a:pt x="463" y="98"/>
                </a:lnTo>
                <a:lnTo>
                  <a:pt x="390" y="122"/>
                </a:lnTo>
                <a:lnTo>
                  <a:pt x="342" y="147"/>
                </a:lnTo>
                <a:lnTo>
                  <a:pt x="317" y="220"/>
                </a:lnTo>
                <a:lnTo>
                  <a:pt x="293" y="293"/>
                </a:lnTo>
                <a:lnTo>
                  <a:pt x="244" y="1169"/>
                </a:lnTo>
                <a:lnTo>
                  <a:pt x="220" y="2069"/>
                </a:lnTo>
                <a:lnTo>
                  <a:pt x="196" y="3821"/>
                </a:lnTo>
                <a:lnTo>
                  <a:pt x="171" y="4794"/>
                </a:lnTo>
                <a:lnTo>
                  <a:pt x="123" y="5768"/>
                </a:lnTo>
                <a:lnTo>
                  <a:pt x="25" y="7690"/>
                </a:lnTo>
                <a:lnTo>
                  <a:pt x="1" y="8614"/>
                </a:lnTo>
                <a:lnTo>
                  <a:pt x="1" y="9539"/>
                </a:lnTo>
                <a:lnTo>
                  <a:pt x="25" y="11364"/>
                </a:lnTo>
                <a:lnTo>
                  <a:pt x="1" y="11997"/>
                </a:lnTo>
                <a:lnTo>
                  <a:pt x="1" y="12362"/>
                </a:lnTo>
                <a:lnTo>
                  <a:pt x="25" y="12702"/>
                </a:lnTo>
                <a:lnTo>
                  <a:pt x="50" y="13067"/>
                </a:lnTo>
                <a:lnTo>
                  <a:pt x="123" y="13408"/>
                </a:lnTo>
                <a:lnTo>
                  <a:pt x="244" y="13700"/>
                </a:lnTo>
                <a:lnTo>
                  <a:pt x="317" y="13846"/>
                </a:lnTo>
                <a:lnTo>
                  <a:pt x="390" y="13968"/>
                </a:lnTo>
                <a:lnTo>
                  <a:pt x="463" y="14065"/>
                </a:lnTo>
                <a:lnTo>
                  <a:pt x="561" y="14089"/>
                </a:lnTo>
                <a:lnTo>
                  <a:pt x="634" y="14089"/>
                </a:lnTo>
                <a:lnTo>
                  <a:pt x="731" y="14065"/>
                </a:lnTo>
                <a:lnTo>
                  <a:pt x="901" y="14138"/>
                </a:lnTo>
                <a:lnTo>
                  <a:pt x="1072" y="14162"/>
                </a:lnTo>
                <a:lnTo>
                  <a:pt x="1412" y="14211"/>
                </a:lnTo>
                <a:lnTo>
                  <a:pt x="2093" y="14260"/>
                </a:lnTo>
                <a:lnTo>
                  <a:pt x="2726" y="14308"/>
                </a:lnTo>
                <a:lnTo>
                  <a:pt x="3334" y="14308"/>
                </a:lnTo>
                <a:lnTo>
                  <a:pt x="3943" y="14284"/>
                </a:lnTo>
                <a:lnTo>
                  <a:pt x="4551" y="14260"/>
                </a:lnTo>
                <a:lnTo>
                  <a:pt x="7958" y="14089"/>
                </a:lnTo>
                <a:lnTo>
                  <a:pt x="7958" y="14089"/>
                </a:lnTo>
                <a:lnTo>
                  <a:pt x="7909" y="14211"/>
                </a:lnTo>
                <a:lnTo>
                  <a:pt x="7885" y="14357"/>
                </a:lnTo>
                <a:lnTo>
                  <a:pt x="7860" y="14673"/>
                </a:lnTo>
                <a:lnTo>
                  <a:pt x="7860" y="15233"/>
                </a:lnTo>
                <a:lnTo>
                  <a:pt x="7860" y="15768"/>
                </a:lnTo>
                <a:lnTo>
                  <a:pt x="7836" y="16303"/>
                </a:lnTo>
                <a:lnTo>
                  <a:pt x="7812" y="16547"/>
                </a:lnTo>
                <a:lnTo>
                  <a:pt x="7812" y="16668"/>
                </a:lnTo>
                <a:lnTo>
                  <a:pt x="7812" y="16790"/>
                </a:lnTo>
                <a:lnTo>
                  <a:pt x="7666" y="16741"/>
                </a:lnTo>
                <a:lnTo>
                  <a:pt x="7471" y="16693"/>
                </a:lnTo>
                <a:lnTo>
                  <a:pt x="7276" y="16693"/>
                </a:lnTo>
                <a:lnTo>
                  <a:pt x="7057" y="16668"/>
                </a:lnTo>
                <a:lnTo>
                  <a:pt x="6644" y="16693"/>
                </a:lnTo>
                <a:lnTo>
                  <a:pt x="6303" y="16741"/>
                </a:lnTo>
                <a:lnTo>
                  <a:pt x="6060" y="16790"/>
                </a:lnTo>
                <a:lnTo>
                  <a:pt x="5841" y="16863"/>
                </a:lnTo>
                <a:lnTo>
                  <a:pt x="5646" y="16936"/>
                </a:lnTo>
                <a:lnTo>
                  <a:pt x="5451" y="17058"/>
                </a:lnTo>
                <a:lnTo>
                  <a:pt x="5281" y="17204"/>
                </a:lnTo>
                <a:lnTo>
                  <a:pt x="5135" y="17374"/>
                </a:lnTo>
                <a:lnTo>
                  <a:pt x="5038" y="17569"/>
                </a:lnTo>
                <a:lnTo>
                  <a:pt x="4940" y="17812"/>
                </a:lnTo>
                <a:lnTo>
                  <a:pt x="4940" y="17885"/>
                </a:lnTo>
                <a:lnTo>
                  <a:pt x="4940" y="17958"/>
                </a:lnTo>
                <a:lnTo>
                  <a:pt x="4989" y="18031"/>
                </a:lnTo>
                <a:lnTo>
                  <a:pt x="5038" y="18055"/>
                </a:lnTo>
                <a:lnTo>
                  <a:pt x="5111" y="18080"/>
                </a:lnTo>
                <a:lnTo>
                  <a:pt x="5184" y="18080"/>
                </a:lnTo>
                <a:lnTo>
                  <a:pt x="5257" y="18055"/>
                </a:lnTo>
                <a:lnTo>
                  <a:pt x="5330" y="18007"/>
                </a:lnTo>
                <a:lnTo>
                  <a:pt x="5451" y="18080"/>
                </a:lnTo>
                <a:lnTo>
                  <a:pt x="5597" y="18128"/>
                </a:lnTo>
                <a:lnTo>
                  <a:pt x="5743" y="18177"/>
                </a:lnTo>
                <a:lnTo>
                  <a:pt x="5914" y="18201"/>
                </a:lnTo>
                <a:lnTo>
                  <a:pt x="6254" y="18226"/>
                </a:lnTo>
                <a:lnTo>
                  <a:pt x="6498" y="18226"/>
                </a:lnTo>
                <a:lnTo>
                  <a:pt x="7082" y="18250"/>
                </a:lnTo>
                <a:lnTo>
                  <a:pt x="7641" y="18250"/>
                </a:lnTo>
                <a:lnTo>
                  <a:pt x="8785" y="18226"/>
                </a:lnTo>
                <a:lnTo>
                  <a:pt x="10147" y="18201"/>
                </a:lnTo>
                <a:lnTo>
                  <a:pt x="11486" y="18128"/>
                </a:lnTo>
                <a:lnTo>
                  <a:pt x="12994" y="18080"/>
                </a:lnTo>
                <a:lnTo>
                  <a:pt x="13238" y="18080"/>
                </a:lnTo>
                <a:lnTo>
                  <a:pt x="13505" y="18104"/>
                </a:lnTo>
                <a:lnTo>
                  <a:pt x="13773" y="18080"/>
                </a:lnTo>
                <a:lnTo>
                  <a:pt x="13919" y="18080"/>
                </a:lnTo>
                <a:lnTo>
                  <a:pt x="14016" y="18031"/>
                </a:lnTo>
                <a:lnTo>
                  <a:pt x="14089" y="18080"/>
                </a:lnTo>
                <a:lnTo>
                  <a:pt x="14235" y="18080"/>
                </a:lnTo>
                <a:lnTo>
                  <a:pt x="14284" y="18055"/>
                </a:lnTo>
                <a:lnTo>
                  <a:pt x="14333" y="18007"/>
                </a:lnTo>
                <a:lnTo>
                  <a:pt x="14381" y="17958"/>
                </a:lnTo>
                <a:lnTo>
                  <a:pt x="14406" y="17885"/>
                </a:lnTo>
                <a:lnTo>
                  <a:pt x="14381" y="17812"/>
                </a:lnTo>
                <a:lnTo>
                  <a:pt x="14308" y="17569"/>
                </a:lnTo>
                <a:lnTo>
                  <a:pt x="14211" y="17374"/>
                </a:lnTo>
                <a:lnTo>
                  <a:pt x="14065" y="17179"/>
                </a:lnTo>
                <a:lnTo>
                  <a:pt x="13895" y="17033"/>
                </a:lnTo>
                <a:lnTo>
                  <a:pt x="13700" y="16912"/>
                </a:lnTo>
                <a:lnTo>
                  <a:pt x="13505" y="16814"/>
                </a:lnTo>
                <a:lnTo>
                  <a:pt x="13262" y="16741"/>
                </a:lnTo>
                <a:lnTo>
                  <a:pt x="13043" y="16693"/>
                </a:lnTo>
                <a:lnTo>
                  <a:pt x="12581" y="16693"/>
                </a:lnTo>
                <a:lnTo>
                  <a:pt x="12118" y="16766"/>
                </a:lnTo>
                <a:lnTo>
                  <a:pt x="11802" y="16790"/>
                </a:lnTo>
                <a:lnTo>
                  <a:pt x="11486" y="16814"/>
                </a:lnTo>
                <a:lnTo>
                  <a:pt x="11461" y="16620"/>
                </a:lnTo>
                <a:lnTo>
                  <a:pt x="11510" y="16571"/>
                </a:lnTo>
                <a:lnTo>
                  <a:pt x="11534" y="16498"/>
                </a:lnTo>
                <a:lnTo>
                  <a:pt x="11534" y="16449"/>
                </a:lnTo>
                <a:lnTo>
                  <a:pt x="11486" y="16425"/>
                </a:lnTo>
                <a:lnTo>
                  <a:pt x="11437" y="16401"/>
                </a:lnTo>
                <a:lnTo>
                  <a:pt x="11437" y="15939"/>
                </a:lnTo>
                <a:lnTo>
                  <a:pt x="11461" y="15501"/>
                </a:lnTo>
                <a:lnTo>
                  <a:pt x="11534" y="14746"/>
                </a:lnTo>
                <a:lnTo>
                  <a:pt x="11534" y="14381"/>
                </a:lnTo>
                <a:lnTo>
                  <a:pt x="11510" y="14187"/>
                </a:lnTo>
                <a:lnTo>
                  <a:pt x="11461" y="14016"/>
                </a:lnTo>
                <a:lnTo>
                  <a:pt x="14576" y="14016"/>
                </a:lnTo>
                <a:lnTo>
                  <a:pt x="15136" y="14041"/>
                </a:lnTo>
                <a:lnTo>
                  <a:pt x="15720" y="14089"/>
                </a:lnTo>
                <a:lnTo>
                  <a:pt x="16839" y="14211"/>
                </a:lnTo>
                <a:lnTo>
                  <a:pt x="17423" y="14260"/>
                </a:lnTo>
                <a:lnTo>
                  <a:pt x="17982" y="14260"/>
                </a:lnTo>
                <a:lnTo>
                  <a:pt x="18542" y="14235"/>
                </a:lnTo>
                <a:lnTo>
                  <a:pt x="18834" y="14211"/>
                </a:lnTo>
                <a:lnTo>
                  <a:pt x="19102" y="14138"/>
                </a:lnTo>
                <a:lnTo>
                  <a:pt x="19199" y="14114"/>
                </a:lnTo>
                <a:lnTo>
                  <a:pt x="19272" y="14041"/>
                </a:lnTo>
                <a:lnTo>
                  <a:pt x="19296" y="13968"/>
                </a:lnTo>
                <a:lnTo>
                  <a:pt x="19272" y="13870"/>
                </a:lnTo>
                <a:lnTo>
                  <a:pt x="19272" y="13773"/>
                </a:lnTo>
                <a:lnTo>
                  <a:pt x="19150" y="13043"/>
                </a:lnTo>
                <a:lnTo>
                  <a:pt x="19248" y="12921"/>
                </a:lnTo>
                <a:lnTo>
                  <a:pt x="19248" y="12873"/>
                </a:lnTo>
                <a:lnTo>
                  <a:pt x="19248" y="12824"/>
                </a:lnTo>
                <a:lnTo>
                  <a:pt x="19223" y="12800"/>
                </a:lnTo>
                <a:lnTo>
                  <a:pt x="19102" y="12800"/>
                </a:lnTo>
                <a:lnTo>
                  <a:pt x="19053" y="12337"/>
                </a:lnTo>
                <a:lnTo>
                  <a:pt x="19029" y="11875"/>
                </a:lnTo>
                <a:lnTo>
                  <a:pt x="18980" y="10926"/>
                </a:lnTo>
                <a:lnTo>
                  <a:pt x="18980" y="10001"/>
                </a:lnTo>
                <a:lnTo>
                  <a:pt x="19004" y="9052"/>
                </a:lnTo>
                <a:lnTo>
                  <a:pt x="19004" y="8955"/>
                </a:lnTo>
                <a:lnTo>
                  <a:pt x="19077" y="7203"/>
                </a:lnTo>
                <a:lnTo>
                  <a:pt x="19150" y="5549"/>
                </a:lnTo>
                <a:lnTo>
                  <a:pt x="19175" y="3894"/>
                </a:lnTo>
                <a:lnTo>
                  <a:pt x="19223" y="2385"/>
                </a:lnTo>
                <a:lnTo>
                  <a:pt x="19248" y="1607"/>
                </a:lnTo>
                <a:lnTo>
                  <a:pt x="19223" y="1242"/>
                </a:lnTo>
                <a:lnTo>
                  <a:pt x="19199" y="852"/>
                </a:lnTo>
                <a:lnTo>
                  <a:pt x="19248" y="804"/>
                </a:lnTo>
                <a:lnTo>
                  <a:pt x="19272" y="755"/>
                </a:lnTo>
                <a:lnTo>
                  <a:pt x="19296" y="682"/>
                </a:lnTo>
                <a:lnTo>
                  <a:pt x="19296" y="609"/>
                </a:lnTo>
                <a:lnTo>
                  <a:pt x="19272" y="560"/>
                </a:lnTo>
                <a:lnTo>
                  <a:pt x="19223" y="512"/>
                </a:lnTo>
                <a:lnTo>
                  <a:pt x="19175" y="463"/>
                </a:lnTo>
                <a:lnTo>
                  <a:pt x="19102" y="439"/>
                </a:lnTo>
                <a:lnTo>
                  <a:pt x="18493" y="317"/>
                </a:lnTo>
                <a:lnTo>
                  <a:pt x="17885" y="268"/>
                </a:lnTo>
                <a:lnTo>
                  <a:pt x="17277" y="244"/>
                </a:lnTo>
                <a:lnTo>
                  <a:pt x="16644" y="244"/>
                </a:lnTo>
                <a:lnTo>
                  <a:pt x="15403" y="293"/>
                </a:lnTo>
                <a:lnTo>
                  <a:pt x="14187" y="293"/>
                </a:lnTo>
                <a:lnTo>
                  <a:pt x="12629" y="220"/>
                </a:lnTo>
                <a:lnTo>
                  <a:pt x="11072" y="122"/>
                </a:lnTo>
                <a:lnTo>
                  <a:pt x="9515" y="49"/>
                </a:lnTo>
                <a:lnTo>
                  <a:pt x="7958" y="1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8"/>
          <p:cNvSpPr/>
          <p:nvPr/>
        </p:nvSpPr>
        <p:spPr>
          <a:xfrm>
            <a:off x="6882769" y="2564325"/>
            <a:ext cx="182738" cy="136250"/>
          </a:xfrm>
          <a:custGeom>
            <a:rect b="b" l="l" r="r" t="t"/>
            <a:pathLst>
              <a:path extrusionOk="0" h="13822" w="17690">
                <a:moveTo>
                  <a:pt x="4867" y="2166"/>
                </a:moveTo>
                <a:lnTo>
                  <a:pt x="5694" y="2215"/>
                </a:lnTo>
                <a:lnTo>
                  <a:pt x="6497" y="2263"/>
                </a:lnTo>
                <a:lnTo>
                  <a:pt x="7568" y="2288"/>
                </a:lnTo>
                <a:lnTo>
                  <a:pt x="8638" y="2312"/>
                </a:lnTo>
                <a:lnTo>
                  <a:pt x="10755" y="2312"/>
                </a:lnTo>
                <a:lnTo>
                  <a:pt x="11826" y="2361"/>
                </a:lnTo>
                <a:lnTo>
                  <a:pt x="12896" y="2434"/>
                </a:lnTo>
                <a:lnTo>
                  <a:pt x="13967" y="2507"/>
                </a:lnTo>
                <a:lnTo>
                  <a:pt x="15013" y="2555"/>
                </a:lnTo>
                <a:lnTo>
                  <a:pt x="15841" y="2531"/>
                </a:lnTo>
                <a:lnTo>
                  <a:pt x="16644" y="2531"/>
                </a:lnTo>
                <a:lnTo>
                  <a:pt x="16838" y="2555"/>
                </a:lnTo>
                <a:lnTo>
                  <a:pt x="17033" y="2604"/>
                </a:lnTo>
                <a:lnTo>
                  <a:pt x="17106" y="2628"/>
                </a:lnTo>
                <a:lnTo>
                  <a:pt x="17179" y="2701"/>
                </a:lnTo>
                <a:lnTo>
                  <a:pt x="17228" y="2774"/>
                </a:lnTo>
                <a:lnTo>
                  <a:pt x="17252" y="2872"/>
                </a:lnTo>
                <a:lnTo>
                  <a:pt x="17252" y="2872"/>
                </a:lnTo>
                <a:lnTo>
                  <a:pt x="16863" y="2799"/>
                </a:lnTo>
                <a:lnTo>
                  <a:pt x="16473" y="2774"/>
                </a:lnTo>
                <a:lnTo>
                  <a:pt x="16084" y="2750"/>
                </a:lnTo>
                <a:lnTo>
                  <a:pt x="15695" y="2726"/>
                </a:lnTo>
                <a:lnTo>
                  <a:pt x="14892" y="2726"/>
                </a:lnTo>
                <a:lnTo>
                  <a:pt x="14113" y="2750"/>
                </a:lnTo>
                <a:lnTo>
                  <a:pt x="12239" y="2750"/>
                </a:lnTo>
                <a:lnTo>
                  <a:pt x="10390" y="2726"/>
                </a:lnTo>
                <a:lnTo>
                  <a:pt x="9466" y="2677"/>
                </a:lnTo>
                <a:lnTo>
                  <a:pt x="8541" y="2653"/>
                </a:lnTo>
                <a:lnTo>
                  <a:pt x="7641" y="2604"/>
                </a:lnTo>
                <a:lnTo>
                  <a:pt x="6716" y="2580"/>
                </a:lnTo>
                <a:lnTo>
                  <a:pt x="5207" y="2555"/>
                </a:lnTo>
                <a:lnTo>
                  <a:pt x="5013" y="2555"/>
                </a:lnTo>
                <a:lnTo>
                  <a:pt x="4818" y="2580"/>
                </a:lnTo>
                <a:lnTo>
                  <a:pt x="4648" y="2628"/>
                </a:lnTo>
                <a:lnTo>
                  <a:pt x="4477" y="2701"/>
                </a:lnTo>
                <a:lnTo>
                  <a:pt x="4356" y="2239"/>
                </a:lnTo>
                <a:lnTo>
                  <a:pt x="4380" y="2215"/>
                </a:lnTo>
                <a:lnTo>
                  <a:pt x="4404" y="2215"/>
                </a:lnTo>
                <a:lnTo>
                  <a:pt x="4550" y="2166"/>
                </a:lnTo>
                <a:close/>
                <a:moveTo>
                  <a:pt x="15330" y="3163"/>
                </a:moveTo>
                <a:lnTo>
                  <a:pt x="16230" y="3188"/>
                </a:lnTo>
                <a:lnTo>
                  <a:pt x="16035" y="3577"/>
                </a:lnTo>
                <a:lnTo>
                  <a:pt x="15524" y="3577"/>
                </a:lnTo>
                <a:lnTo>
                  <a:pt x="15135" y="3601"/>
                </a:lnTo>
                <a:lnTo>
                  <a:pt x="15232" y="3334"/>
                </a:lnTo>
                <a:lnTo>
                  <a:pt x="15330" y="3163"/>
                </a:lnTo>
                <a:close/>
                <a:moveTo>
                  <a:pt x="16425" y="3212"/>
                </a:moveTo>
                <a:lnTo>
                  <a:pt x="17179" y="3261"/>
                </a:lnTo>
                <a:lnTo>
                  <a:pt x="17155" y="3285"/>
                </a:lnTo>
                <a:lnTo>
                  <a:pt x="17106" y="3382"/>
                </a:lnTo>
                <a:lnTo>
                  <a:pt x="16984" y="3577"/>
                </a:lnTo>
                <a:lnTo>
                  <a:pt x="16522" y="3601"/>
                </a:lnTo>
                <a:lnTo>
                  <a:pt x="16352" y="3577"/>
                </a:lnTo>
                <a:lnTo>
                  <a:pt x="16400" y="3382"/>
                </a:lnTo>
                <a:lnTo>
                  <a:pt x="16425" y="3212"/>
                </a:lnTo>
                <a:close/>
                <a:moveTo>
                  <a:pt x="15038" y="3139"/>
                </a:moveTo>
                <a:lnTo>
                  <a:pt x="14940" y="3334"/>
                </a:lnTo>
                <a:lnTo>
                  <a:pt x="14843" y="3504"/>
                </a:lnTo>
                <a:lnTo>
                  <a:pt x="14794" y="3601"/>
                </a:lnTo>
                <a:lnTo>
                  <a:pt x="13894" y="3650"/>
                </a:lnTo>
                <a:lnTo>
                  <a:pt x="13943" y="3407"/>
                </a:lnTo>
                <a:lnTo>
                  <a:pt x="13943" y="3139"/>
                </a:lnTo>
                <a:close/>
                <a:moveTo>
                  <a:pt x="14575" y="4064"/>
                </a:moveTo>
                <a:lnTo>
                  <a:pt x="14308" y="4623"/>
                </a:lnTo>
                <a:lnTo>
                  <a:pt x="13602" y="4623"/>
                </a:lnTo>
                <a:lnTo>
                  <a:pt x="13724" y="4356"/>
                </a:lnTo>
                <a:lnTo>
                  <a:pt x="13797" y="4064"/>
                </a:lnTo>
                <a:close/>
                <a:moveTo>
                  <a:pt x="15524" y="3991"/>
                </a:moveTo>
                <a:lnTo>
                  <a:pt x="15816" y="4015"/>
                </a:lnTo>
                <a:lnTo>
                  <a:pt x="15670" y="4283"/>
                </a:lnTo>
                <a:lnTo>
                  <a:pt x="15451" y="4648"/>
                </a:lnTo>
                <a:lnTo>
                  <a:pt x="14916" y="4648"/>
                </a:lnTo>
                <a:lnTo>
                  <a:pt x="14673" y="4623"/>
                </a:lnTo>
                <a:lnTo>
                  <a:pt x="14965" y="4039"/>
                </a:lnTo>
                <a:lnTo>
                  <a:pt x="15524" y="3991"/>
                </a:lnTo>
                <a:close/>
                <a:moveTo>
                  <a:pt x="16741" y="4039"/>
                </a:moveTo>
                <a:lnTo>
                  <a:pt x="16425" y="4648"/>
                </a:lnTo>
                <a:lnTo>
                  <a:pt x="15816" y="4648"/>
                </a:lnTo>
                <a:lnTo>
                  <a:pt x="16011" y="4307"/>
                </a:lnTo>
                <a:lnTo>
                  <a:pt x="16157" y="4039"/>
                </a:lnTo>
                <a:lnTo>
                  <a:pt x="16449" y="4064"/>
                </a:lnTo>
                <a:lnTo>
                  <a:pt x="16741" y="4039"/>
                </a:lnTo>
                <a:close/>
                <a:moveTo>
                  <a:pt x="14916" y="4988"/>
                </a:moveTo>
                <a:lnTo>
                  <a:pt x="15208" y="5013"/>
                </a:lnTo>
                <a:lnTo>
                  <a:pt x="14965" y="5426"/>
                </a:lnTo>
                <a:lnTo>
                  <a:pt x="14259" y="5426"/>
                </a:lnTo>
                <a:lnTo>
                  <a:pt x="14502" y="4988"/>
                </a:lnTo>
                <a:close/>
                <a:moveTo>
                  <a:pt x="13480" y="4964"/>
                </a:moveTo>
                <a:lnTo>
                  <a:pt x="14113" y="4988"/>
                </a:lnTo>
                <a:lnTo>
                  <a:pt x="13918" y="5378"/>
                </a:lnTo>
                <a:lnTo>
                  <a:pt x="13894" y="5426"/>
                </a:lnTo>
                <a:lnTo>
                  <a:pt x="13578" y="5426"/>
                </a:lnTo>
                <a:lnTo>
                  <a:pt x="13261" y="5451"/>
                </a:lnTo>
                <a:lnTo>
                  <a:pt x="13261" y="5451"/>
                </a:lnTo>
                <a:lnTo>
                  <a:pt x="13480" y="4964"/>
                </a:lnTo>
                <a:close/>
                <a:moveTo>
                  <a:pt x="16206" y="5037"/>
                </a:moveTo>
                <a:lnTo>
                  <a:pt x="15987" y="5451"/>
                </a:lnTo>
                <a:lnTo>
                  <a:pt x="15670" y="5402"/>
                </a:lnTo>
                <a:lnTo>
                  <a:pt x="15354" y="5402"/>
                </a:lnTo>
                <a:lnTo>
                  <a:pt x="15573" y="5037"/>
                </a:lnTo>
                <a:close/>
                <a:moveTo>
                  <a:pt x="15135" y="5816"/>
                </a:moveTo>
                <a:lnTo>
                  <a:pt x="15768" y="5840"/>
                </a:lnTo>
                <a:lnTo>
                  <a:pt x="15549" y="6278"/>
                </a:lnTo>
                <a:lnTo>
                  <a:pt x="15208" y="6278"/>
                </a:lnTo>
                <a:lnTo>
                  <a:pt x="14892" y="6327"/>
                </a:lnTo>
                <a:lnTo>
                  <a:pt x="15135" y="5816"/>
                </a:lnTo>
                <a:close/>
                <a:moveTo>
                  <a:pt x="14259" y="5791"/>
                </a:moveTo>
                <a:lnTo>
                  <a:pt x="14770" y="5816"/>
                </a:lnTo>
                <a:lnTo>
                  <a:pt x="14478" y="6351"/>
                </a:lnTo>
                <a:lnTo>
                  <a:pt x="13845" y="6351"/>
                </a:lnTo>
                <a:lnTo>
                  <a:pt x="13943" y="6083"/>
                </a:lnTo>
                <a:lnTo>
                  <a:pt x="14064" y="5840"/>
                </a:lnTo>
                <a:lnTo>
                  <a:pt x="14089" y="5791"/>
                </a:lnTo>
                <a:close/>
                <a:moveTo>
                  <a:pt x="13164" y="5694"/>
                </a:moveTo>
                <a:lnTo>
                  <a:pt x="13432" y="5743"/>
                </a:lnTo>
                <a:lnTo>
                  <a:pt x="13724" y="5767"/>
                </a:lnTo>
                <a:lnTo>
                  <a:pt x="13456" y="6327"/>
                </a:lnTo>
                <a:lnTo>
                  <a:pt x="13188" y="6351"/>
                </a:lnTo>
                <a:lnTo>
                  <a:pt x="12896" y="6400"/>
                </a:lnTo>
                <a:lnTo>
                  <a:pt x="13164" y="5694"/>
                </a:lnTo>
                <a:close/>
                <a:moveTo>
                  <a:pt x="15378" y="6594"/>
                </a:moveTo>
                <a:lnTo>
                  <a:pt x="15257" y="6838"/>
                </a:lnTo>
                <a:lnTo>
                  <a:pt x="15159" y="6862"/>
                </a:lnTo>
                <a:lnTo>
                  <a:pt x="14892" y="6911"/>
                </a:lnTo>
                <a:lnTo>
                  <a:pt x="14624" y="6935"/>
                </a:lnTo>
                <a:lnTo>
                  <a:pt x="14600" y="6935"/>
                </a:lnTo>
                <a:lnTo>
                  <a:pt x="14746" y="6643"/>
                </a:lnTo>
                <a:lnTo>
                  <a:pt x="15208" y="6594"/>
                </a:lnTo>
                <a:close/>
                <a:moveTo>
                  <a:pt x="15038" y="7349"/>
                </a:moveTo>
                <a:lnTo>
                  <a:pt x="14916" y="7592"/>
                </a:lnTo>
                <a:lnTo>
                  <a:pt x="14794" y="7811"/>
                </a:lnTo>
                <a:lnTo>
                  <a:pt x="14162" y="7811"/>
                </a:lnTo>
                <a:lnTo>
                  <a:pt x="14356" y="7397"/>
                </a:lnTo>
                <a:lnTo>
                  <a:pt x="14697" y="7397"/>
                </a:lnTo>
                <a:lnTo>
                  <a:pt x="15038" y="7349"/>
                </a:lnTo>
                <a:close/>
                <a:moveTo>
                  <a:pt x="14040" y="8030"/>
                </a:moveTo>
                <a:lnTo>
                  <a:pt x="14283" y="8079"/>
                </a:lnTo>
                <a:lnTo>
                  <a:pt x="14575" y="8103"/>
                </a:lnTo>
                <a:lnTo>
                  <a:pt x="14405" y="8273"/>
                </a:lnTo>
                <a:lnTo>
                  <a:pt x="14210" y="8395"/>
                </a:lnTo>
                <a:lnTo>
                  <a:pt x="14016" y="8492"/>
                </a:lnTo>
                <a:lnTo>
                  <a:pt x="13772" y="8565"/>
                </a:lnTo>
                <a:lnTo>
                  <a:pt x="14040" y="8030"/>
                </a:lnTo>
                <a:close/>
                <a:moveTo>
                  <a:pt x="13748" y="6619"/>
                </a:moveTo>
                <a:lnTo>
                  <a:pt x="14332" y="6643"/>
                </a:lnTo>
                <a:lnTo>
                  <a:pt x="14162" y="6935"/>
                </a:lnTo>
                <a:lnTo>
                  <a:pt x="13967" y="6935"/>
                </a:lnTo>
                <a:lnTo>
                  <a:pt x="13772" y="6959"/>
                </a:lnTo>
                <a:lnTo>
                  <a:pt x="13724" y="6984"/>
                </a:lnTo>
                <a:lnTo>
                  <a:pt x="13699" y="7008"/>
                </a:lnTo>
                <a:lnTo>
                  <a:pt x="13675" y="7057"/>
                </a:lnTo>
                <a:lnTo>
                  <a:pt x="13675" y="7130"/>
                </a:lnTo>
                <a:lnTo>
                  <a:pt x="13724" y="7203"/>
                </a:lnTo>
                <a:lnTo>
                  <a:pt x="13845" y="7276"/>
                </a:lnTo>
                <a:lnTo>
                  <a:pt x="13967" y="7324"/>
                </a:lnTo>
                <a:lnTo>
                  <a:pt x="13724" y="7811"/>
                </a:lnTo>
                <a:lnTo>
                  <a:pt x="13456" y="7811"/>
                </a:lnTo>
                <a:lnTo>
                  <a:pt x="13432" y="7835"/>
                </a:lnTo>
                <a:lnTo>
                  <a:pt x="13456" y="7860"/>
                </a:lnTo>
                <a:lnTo>
                  <a:pt x="13480" y="7884"/>
                </a:lnTo>
                <a:lnTo>
                  <a:pt x="13651" y="7933"/>
                </a:lnTo>
                <a:lnTo>
                  <a:pt x="13310" y="8614"/>
                </a:lnTo>
                <a:lnTo>
                  <a:pt x="12896" y="8638"/>
                </a:lnTo>
                <a:lnTo>
                  <a:pt x="12872" y="8638"/>
                </a:lnTo>
                <a:lnTo>
                  <a:pt x="13018" y="8419"/>
                </a:lnTo>
                <a:lnTo>
                  <a:pt x="13140" y="8176"/>
                </a:lnTo>
                <a:lnTo>
                  <a:pt x="13359" y="7665"/>
                </a:lnTo>
                <a:lnTo>
                  <a:pt x="13553" y="7130"/>
                </a:lnTo>
                <a:lnTo>
                  <a:pt x="13748" y="6619"/>
                </a:lnTo>
                <a:close/>
                <a:moveTo>
                  <a:pt x="12872" y="6473"/>
                </a:moveTo>
                <a:lnTo>
                  <a:pt x="13359" y="6570"/>
                </a:lnTo>
                <a:lnTo>
                  <a:pt x="12945" y="7616"/>
                </a:lnTo>
                <a:lnTo>
                  <a:pt x="12702" y="8152"/>
                </a:lnTo>
                <a:lnTo>
                  <a:pt x="12434" y="8638"/>
                </a:lnTo>
                <a:lnTo>
                  <a:pt x="12434" y="8687"/>
                </a:lnTo>
                <a:lnTo>
                  <a:pt x="12166" y="8687"/>
                </a:lnTo>
                <a:lnTo>
                  <a:pt x="12264" y="8395"/>
                </a:lnTo>
                <a:lnTo>
                  <a:pt x="12507" y="7641"/>
                </a:lnTo>
                <a:lnTo>
                  <a:pt x="12750" y="6886"/>
                </a:lnTo>
                <a:lnTo>
                  <a:pt x="12872" y="6473"/>
                </a:lnTo>
                <a:close/>
                <a:moveTo>
                  <a:pt x="13821" y="3115"/>
                </a:moveTo>
                <a:lnTo>
                  <a:pt x="13578" y="3674"/>
                </a:lnTo>
                <a:lnTo>
                  <a:pt x="12921" y="3650"/>
                </a:lnTo>
                <a:lnTo>
                  <a:pt x="12872" y="3674"/>
                </a:lnTo>
                <a:lnTo>
                  <a:pt x="12823" y="3723"/>
                </a:lnTo>
                <a:lnTo>
                  <a:pt x="12823" y="3796"/>
                </a:lnTo>
                <a:lnTo>
                  <a:pt x="12872" y="3820"/>
                </a:lnTo>
                <a:lnTo>
                  <a:pt x="13140" y="3942"/>
                </a:lnTo>
                <a:lnTo>
                  <a:pt x="13432" y="4015"/>
                </a:lnTo>
                <a:lnTo>
                  <a:pt x="13164" y="4672"/>
                </a:lnTo>
                <a:lnTo>
                  <a:pt x="12872" y="4696"/>
                </a:lnTo>
                <a:lnTo>
                  <a:pt x="12823" y="4745"/>
                </a:lnTo>
                <a:lnTo>
                  <a:pt x="12799" y="4794"/>
                </a:lnTo>
                <a:lnTo>
                  <a:pt x="12823" y="4842"/>
                </a:lnTo>
                <a:lnTo>
                  <a:pt x="12872" y="4867"/>
                </a:lnTo>
                <a:lnTo>
                  <a:pt x="13042" y="4891"/>
                </a:lnTo>
                <a:lnTo>
                  <a:pt x="12750" y="5670"/>
                </a:lnTo>
                <a:lnTo>
                  <a:pt x="12483" y="6448"/>
                </a:lnTo>
                <a:lnTo>
                  <a:pt x="12045" y="7860"/>
                </a:lnTo>
                <a:lnTo>
                  <a:pt x="11826" y="8444"/>
                </a:lnTo>
                <a:lnTo>
                  <a:pt x="11753" y="8638"/>
                </a:lnTo>
                <a:lnTo>
                  <a:pt x="11704" y="8711"/>
                </a:lnTo>
                <a:lnTo>
                  <a:pt x="11777" y="8663"/>
                </a:lnTo>
                <a:lnTo>
                  <a:pt x="11729" y="8736"/>
                </a:lnTo>
                <a:lnTo>
                  <a:pt x="10999" y="8784"/>
                </a:lnTo>
                <a:lnTo>
                  <a:pt x="11120" y="8517"/>
                </a:lnTo>
                <a:lnTo>
                  <a:pt x="11218" y="8225"/>
                </a:lnTo>
                <a:lnTo>
                  <a:pt x="11364" y="7689"/>
                </a:lnTo>
                <a:lnTo>
                  <a:pt x="11607" y="6789"/>
                </a:lnTo>
                <a:lnTo>
                  <a:pt x="11753" y="6351"/>
                </a:lnTo>
                <a:lnTo>
                  <a:pt x="11899" y="5889"/>
                </a:lnTo>
                <a:lnTo>
                  <a:pt x="12118" y="5207"/>
                </a:lnTo>
                <a:lnTo>
                  <a:pt x="12337" y="4502"/>
                </a:lnTo>
                <a:lnTo>
                  <a:pt x="12556" y="3820"/>
                </a:lnTo>
                <a:lnTo>
                  <a:pt x="12799" y="3115"/>
                </a:lnTo>
                <a:close/>
                <a:moveTo>
                  <a:pt x="12434" y="3115"/>
                </a:moveTo>
                <a:lnTo>
                  <a:pt x="12288" y="3382"/>
                </a:lnTo>
                <a:lnTo>
                  <a:pt x="12142" y="3674"/>
                </a:lnTo>
                <a:lnTo>
                  <a:pt x="12045" y="3991"/>
                </a:lnTo>
                <a:lnTo>
                  <a:pt x="11948" y="4307"/>
                </a:lnTo>
                <a:lnTo>
                  <a:pt x="11777" y="4964"/>
                </a:lnTo>
                <a:lnTo>
                  <a:pt x="11607" y="5572"/>
                </a:lnTo>
                <a:lnTo>
                  <a:pt x="10536" y="8809"/>
                </a:lnTo>
                <a:lnTo>
                  <a:pt x="10342" y="8833"/>
                </a:lnTo>
                <a:lnTo>
                  <a:pt x="10488" y="8249"/>
                </a:lnTo>
                <a:lnTo>
                  <a:pt x="10585" y="7665"/>
                </a:lnTo>
                <a:lnTo>
                  <a:pt x="10950" y="6132"/>
                </a:lnTo>
                <a:lnTo>
                  <a:pt x="11120" y="5402"/>
                </a:lnTo>
                <a:lnTo>
                  <a:pt x="11315" y="4648"/>
                </a:lnTo>
                <a:lnTo>
                  <a:pt x="11388" y="4258"/>
                </a:lnTo>
                <a:lnTo>
                  <a:pt x="11437" y="3869"/>
                </a:lnTo>
                <a:lnTo>
                  <a:pt x="11485" y="3480"/>
                </a:lnTo>
                <a:lnTo>
                  <a:pt x="11485" y="3115"/>
                </a:lnTo>
                <a:close/>
                <a:moveTo>
                  <a:pt x="11169" y="3090"/>
                </a:moveTo>
                <a:lnTo>
                  <a:pt x="11072" y="3455"/>
                </a:lnTo>
                <a:lnTo>
                  <a:pt x="10974" y="3820"/>
                </a:lnTo>
                <a:lnTo>
                  <a:pt x="10804" y="4550"/>
                </a:lnTo>
                <a:lnTo>
                  <a:pt x="10658" y="5305"/>
                </a:lnTo>
                <a:lnTo>
                  <a:pt x="10512" y="6035"/>
                </a:lnTo>
                <a:lnTo>
                  <a:pt x="10342" y="6716"/>
                </a:lnTo>
                <a:lnTo>
                  <a:pt x="10147" y="7422"/>
                </a:lnTo>
                <a:lnTo>
                  <a:pt x="9977" y="8152"/>
                </a:lnTo>
                <a:lnTo>
                  <a:pt x="9904" y="8517"/>
                </a:lnTo>
                <a:lnTo>
                  <a:pt x="9855" y="8857"/>
                </a:lnTo>
                <a:lnTo>
                  <a:pt x="9490" y="8906"/>
                </a:lnTo>
                <a:lnTo>
                  <a:pt x="9539" y="8687"/>
                </a:lnTo>
                <a:lnTo>
                  <a:pt x="9539" y="8468"/>
                </a:lnTo>
                <a:lnTo>
                  <a:pt x="9514" y="8054"/>
                </a:lnTo>
                <a:lnTo>
                  <a:pt x="9539" y="7616"/>
                </a:lnTo>
                <a:lnTo>
                  <a:pt x="9563" y="7178"/>
                </a:lnTo>
                <a:lnTo>
                  <a:pt x="9685" y="6327"/>
                </a:lnTo>
                <a:lnTo>
                  <a:pt x="9758" y="5816"/>
                </a:lnTo>
                <a:lnTo>
                  <a:pt x="9855" y="5353"/>
                </a:lnTo>
                <a:lnTo>
                  <a:pt x="9977" y="4867"/>
                </a:lnTo>
                <a:lnTo>
                  <a:pt x="10098" y="4380"/>
                </a:lnTo>
                <a:lnTo>
                  <a:pt x="10171" y="4088"/>
                </a:lnTo>
                <a:lnTo>
                  <a:pt x="10244" y="3747"/>
                </a:lnTo>
                <a:lnTo>
                  <a:pt x="10293" y="3407"/>
                </a:lnTo>
                <a:lnTo>
                  <a:pt x="10293" y="3236"/>
                </a:lnTo>
                <a:lnTo>
                  <a:pt x="10269" y="3090"/>
                </a:lnTo>
                <a:close/>
                <a:moveTo>
                  <a:pt x="9149" y="3042"/>
                </a:moveTo>
                <a:lnTo>
                  <a:pt x="9952" y="3066"/>
                </a:lnTo>
                <a:lnTo>
                  <a:pt x="9879" y="3382"/>
                </a:lnTo>
                <a:lnTo>
                  <a:pt x="9831" y="3674"/>
                </a:lnTo>
                <a:lnTo>
                  <a:pt x="9782" y="3991"/>
                </a:lnTo>
                <a:lnTo>
                  <a:pt x="9709" y="4283"/>
                </a:lnTo>
                <a:lnTo>
                  <a:pt x="9490" y="5110"/>
                </a:lnTo>
                <a:lnTo>
                  <a:pt x="9393" y="5548"/>
                </a:lnTo>
                <a:lnTo>
                  <a:pt x="9320" y="5962"/>
                </a:lnTo>
                <a:lnTo>
                  <a:pt x="9222" y="6789"/>
                </a:lnTo>
                <a:lnTo>
                  <a:pt x="9125" y="7592"/>
                </a:lnTo>
                <a:lnTo>
                  <a:pt x="9125" y="7738"/>
                </a:lnTo>
                <a:lnTo>
                  <a:pt x="9125" y="7908"/>
                </a:lnTo>
                <a:lnTo>
                  <a:pt x="9149" y="8273"/>
                </a:lnTo>
                <a:lnTo>
                  <a:pt x="9149" y="8614"/>
                </a:lnTo>
                <a:lnTo>
                  <a:pt x="9125" y="8784"/>
                </a:lnTo>
                <a:lnTo>
                  <a:pt x="9076" y="8930"/>
                </a:lnTo>
                <a:lnTo>
                  <a:pt x="9052" y="8955"/>
                </a:lnTo>
                <a:lnTo>
                  <a:pt x="8906" y="8955"/>
                </a:lnTo>
                <a:lnTo>
                  <a:pt x="8517" y="9003"/>
                </a:lnTo>
                <a:lnTo>
                  <a:pt x="8638" y="8273"/>
                </a:lnTo>
                <a:lnTo>
                  <a:pt x="8736" y="7519"/>
                </a:lnTo>
                <a:lnTo>
                  <a:pt x="8857" y="6035"/>
                </a:lnTo>
                <a:lnTo>
                  <a:pt x="8955" y="5280"/>
                </a:lnTo>
                <a:lnTo>
                  <a:pt x="9052" y="4550"/>
                </a:lnTo>
                <a:lnTo>
                  <a:pt x="9149" y="3796"/>
                </a:lnTo>
                <a:lnTo>
                  <a:pt x="9149" y="3407"/>
                </a:lnTo>
                <a:lnTo>
                  <a:pt x="9149" y="3042"/>
                </a:lnTo>
                <a:close/>
                <a:moveTo>
                  <a:pt x="8006" y="2993"/>
                </a:moveTo>
                <a:lnTo>
                  <a:pt x="8809" y="3017"/>
                </a:lnTo>
                <a:lnTo>
                  <a:pt x="8784" y="3139"/>
                </a:lnTo>
                <a:lnTo>
                  <a:pt x="8784" y="3261"/>
                </a:lnTo>
                <a:lnTo>
                  <a:pt x="8784" y="3504"/>
                </a:lnTo>
                <a:lnTo>
                  <a:pt x="8784" y="3747"/>
                </a:lnTo>
                <a:lnTo>
                  <a:pt x="8760" y="3991"/>
                </a:lnTo>
                <a:lnTo>
                  <a:pt x="8687" y="4502"/>
                </a:lnTo>
                <a:lnTo>
                  <a:pt x="8590" y="4988"/>
                </a:lnTo>
                <a:lnTo>
                  <a:pt x="8517" y="5475"/>
                </a:lnTo>
                <a:lnTo>
                  <a:pt x="8395" y="6375"/>
                </a:lnTo>
                <a:lnTo>
                  <a:pt x="8298" y="7251"/>
                </a:lnTo>
                <a:lnTo>
                  <a:pt x="8200" y="8152"/>
                </a:lnTo>
                <a:lnTo>
                  <a:pt x="8079" y="9028"/>
                </a:lnTo>
                <a:lnTo>
                  <a:pt x="7957" y="9028"/>
                </a:lnTo>
                <a:lnTo>
                  <a:pt x="7981" y="8273"/>
                </a:lnTo>
                <a:lnTo>
                  <a:pt x="8006" y="7495"/>
                </a:lnTo>
                <a:lnTo>
                  <a:pt x="8103" y="5962"/>
                </a:lnTo>
                <a:lnTo>
                  <a:pt x="8127" y="5572"/>
                </a:lnTo>
                <a:lnTo>
                  <a:pt x="8103" y="5159"/>
                </a:lnTo>
                <a:lnTo>
                  <a:pt x="8054" y="4380"/>
                </a:lnTo>
                <a:lnTo>
                  <a:pt x="8030" y="3674"/>
                </a:lnTo>
                <a:lnTo>
                  <a:pt x="8030" y="3334"/>
                </a:lnTo>
                <a:lnTo>
                  <a:pt x="8006" y="2993"/>
                </a:lnTo>
                <a:close/>
                <a:moveTo>
                  <a:pt x="6959" y="2945"/>
                </a:moveTo>
                <a:lnTo>
                  <a:pt x="7081" y="2969"/>
                </a:lnTo>
                <a:lnTo>
                  <a:pt x="7714" y="2969"/>
                </a:lnTo>
                <a:lnTo>
                  <a:pt x="7641" y="3285"/>
                </a:lnTo>
                <a:lnTo>
                  <a:pt x="7592" y="3626"/>
                </a:lnTo>
                <a:lnTo>
                  <a:pt x="7592" y="3966"/>
                </a:lnTo>
                <a:lnTo>
                  <a:pt x="7616" y="4307"/>
                </a:lnTo>
                <a:lnTo>
                  <a:pt x="7665" y="5013"/>
                </a:lnTo>
                <a:lnTo>
                  <a:pt x="7689" y="5329"/>
                </a:lnTo>
                <a:lnTo>
                  <a:pt x="7689" y="5670"/>
                </a:lnTo>
                <a:lnTo>
                  <a:pt x="7665" y="6497"/>
                </a:lnTo>
                <a:lnTo>
                  <a:pt x="7592" y="7349"/>
                </a:lnTo>
                <a:lnTo>
                  <a:pt x="7543" y="8200"/>
                </a:lnTo>
                <a:lnTo>
                  <a:pt x="7543" y="8638"/>
                </a:lnTo>
                <a:lnTo>
                  <a:pt x="7543" y="9052"/>
                </a:lnTo>
                <a:lnTo>
                  <a:pt x="7081" y="9052"/>
                </a:lnTo>
                <a:lnTo>
                  <a:pt x="7130" y="8614"/>
                </a:lnTo>
                <a:lnTo>
                  <a:pt x="7178" y="8152"/>
                </a:lnTo>
                <a:lnTo>
                  <a:pt x="7178" y="7689"/>
                </a:lnTo>
                <a:lnTo>
                  <a:pt x="7178" y="7227"/>
                </a:lnTo>
                <a:lnTo>
                  <a:pt x="7154" y="6302"/>
                </a:lnTo>
                <a:lnTo>
                  <a:pt x="7081" y="5402"/>
                </a:lnTo>
                <a:lnTo>
                  <a:pt x="7008" y="4648"/>
                </a:lnTo>
                <a:lnTo>
                  <a:pt x="6935" y="3893"/>
                </a:lnTo>
                <a:lnTo>
                  <a:pt x="6935" y="3674"/>
                </a:lnTo>
                <a:lnTo>
                  <a:pt x="6959" y="3431"/>
                </a:lnTo>
                <a:lnTo>
                  <a:pt x="6959" y="3188"/>
                </a:lnTo>
                <a:lnTo>
                  <a:pt x="6959" y="2945"/>
                </a:lnTo>
                <a:close/>
                <a:moveTo>
                  <a:pt x="6570" y="2945"/>
                </a:moveTo>
                <a:lnTo>
                  <a:pt x="6546" y="3163"/>
                </a:lnTo>
                <a:lnTo>
                  <a:pt x="6521" y="3382"/>
                </a:lnTo>
                <a:lnTo>
                  <a:pt x="6497" y="3796"/>
                </a:lnTo>
                <a:lnTo>
                  <a:pt x="6521" y="4210"/>
                </a:lnTo>
                <a:lnTo>
                  <a:pt x="6619" y="5061"/>
                </a:lnTo>
                <a:lnTo>
                  <a:pt x="6716" y="6059"/>
                </a:lnTo>
                <a:lnTo>
                  <a:pt x="6740" y="6546"/>
                </a:lnTo>
                <a:lnTo>
                  <a:pt x="6765" y="7057"/>
                </a:lnTo>
                <a:lnTo>
                  <a:pt x="6765" y="7568"/>
                </a:lnTo>
                <a:lnTo>
                  <a:pt x="6765" y="8079"/>
                </a:lnTo>
                <a:lnTo>
                  <a:pt x="6716" y="8590"/>
                </a:lnTo>
                <a:lnTo>
                  <a:pt x="6643" y="9076"/>
                </a:lnTo>
                <a:lnTo>
                  <a:pt x="6473" y="9076"/>
                </a:lnTo>
                <a:lnTo>
                  <a:pt x="6473" y="8979"/>
                </a:lnTo>
                <a:lnTo>
                  <a:pt x="6448" y="8882"/>
                </a:lnTo>
                <a:lnTo>
                  <a:pt x="6400" y="8711"/>
                </a:lnTo>
                <a:lnTo>
                  <a:pt x="6351" y="8298"/>
                </a:lnTo>
                <a:lnTo>
                  <a:pt x="6302" y="7884"/>
                </a:lnTo>
                <a:lnTo>
                  <a:pt x="6229" y="7081"/>
                </a:lnTo>
                <a:lnTo>
                  <a:pt x="6181" y="6424"/>
                </a:lnTo>
                <a:lnTo>
                  <a:pt x="6108" y="5767"/>
                </a:lnTo>
                <a:lnTo>
                  <a:pt x="5913" y="4137"/>
                </a:lnTo>
                <a:lnTo>
                  <a:pt x="5864" y="3820"/>
                </a:lnTo>
                <a:lnTo>
                  <a:pt x="5816" y="3528"/>
                </a:lnTo>
                <a:lnTo>
                  <a:pt x="5743" y="3212"/>
                </a:lnTo>
                <a:lnTo>
                  <a:pt x="5645" y="2945"/>
                </a:lnTo>
                <a:close/>
                <a:moveTo>
                  <a:pt x="5013" y="2920"/>
                </a:moveTo>
                <a:lnTo>
                  <a:pt x="5475" y="2945"/>
                </a:lnTo>
                <a:lnTo>
                  <a:pt x="5451" y="3236"/>
                </a:lnTo>
                <a:lnTo>
                  <a:pt x="5475" y="3528"/>
                </a:lnTo>
                <a:lnTo>
                  <a:pt x="5524" y="4137"/>
                </a:lnTo>
                <a:lnTo>
                  <a:pt x="5718" y="5767"/>
                </a:lnTo>
                <a:lnTo>
                  <a:pt x="5791" y="6424"/>
                </a:lnTo>
                <a:lnTo>
                  <a:pt x="5840" y="7081"/>
                </a:lnTo>
                <a:lnTo>
                  <a:pt x="5889" y="7860"/>
                </a:lnTo>
                <a:lnTo>
                  <a:pt x="5986" y="8663"/>
                </a:lnTo>
                <a:lnTo>
                  <a:pt x="6010" y="8857"/>
                </a:lnTo>
                <a:lnTo>
                  <a:pt x="6035" y="9003"/>
                </a:lnTo>
                <a:lnTo>
                  <a:pt x="6083" y="9125"/>
                </a:lnTo>
                <a:lnTo>
                  <a:pt x="5913" y="9149"/>
                </a:lnTo>
                <a:lnTo>
                  <a:pt x="5962" y="9052"/>
                </a:lnTo>
                <a:lnTo>
                  <a:pt x="5962" y="8906"/>
                </a:lnTo>
                <a:lnTo>
                  <a:pt x="5864" y="8395"/>
                </a:lnTo>
                <a:lnTo>
                  <a:pt x="5718" y="7860"/>
                </a:lnTo>
                <a:lnTo>
                  <a:pt x="5572" y="7349"/>
                </a:lnTo>
                <a:lnTo>
                  <a:pt x="5451" y="6838"/>
                </a:lnTo>
                <a:lnTo>
                  <a:pt x="5207" y="5670"/>
                </a:lnTo>
                <a:lnTo>
                  <a:pt x="5086" y="5110"/>
                </a:lnTo>
                <a:lnTo>
                  <a:pt x="4940" y="4550"/>
                </a:lnTo>
                <a:lnTo>
                  <a:pt x="4721" y="3723"/>
                </a:lnTo>
                <a:lnTo>
                  <a:pt x="4526" y="2920"/>
                </a:lnTo>
                <a:close/>
                <a:moveTo>
                  <a:pt x="5572" y="9612"/>
                </a:moveTo>
                <a:lnTo>
                  <a:pt x="5791" y="9660"/>
                </a:lnTo>
                <a:lnTo>
                  <a:pt x="5621" y="9904"/>
                </a:lnTo>
                <a:lnTo>
                  <a:pt x="5499" y="10147"/>
                </a:lnTo>
                <a:lnTo>
                  <a:pt x="5426" y="10293"/>
                </a:lnTo>
                <a:lnTo>
                  <a:pt x="5378" y="10439"/>
                </a:lnTo>
                <a:lnTo>
                  <a:pt x="5329" y="10609"/>
                </a:lnTo>
                <a:lnTo>
                  <a:pt x="5353" y="10755"/>
                </a:lnTo>
                <a:lnTo>
                  <a:pt x="5378" y="10804"/>
                </a:lnTo>
                <a:lnTo>
                  <a:pt x="5402" y="10853"/>
                </a:lnTo>
                <a:lnTo>
                  <a:pt x="5402" y="10926"/>
                </a:lnTo>
                <a:lnTo>
                  <a:pt x="5426" y="10999"/>
                </a:lnTo>
                <a:lnTo>
                  <a:pt x="5451" y="11120"/>
                </a:lnTo>
                <a:lnTo>
                  <a:pt x="5499" y="11217"/>
                </a:lnTo>
                <a:lnTo>
                  <a:pt x="5305" y="11242"/>
                </a:lnTo>
                <a:lnTo>
                  <a:pt x="5110" y="11290"/>
                </a:lnTo>
                <a:lnTo>
                  <a:pt x="4988" y="11193"/>
                </a:lnTo>
                <a:lnTo>
                  <a:pt x="4940" y="11144"/>
                </a:lnTo>
                <a:lnTo>
                  <a:pt x="4867" y="11071"/>
                </a:lnTo>
                <a:lnTo>
                  <a:pt x="5037" y="10853"/>
                </a:lnTo>
                <a:lnTo>
                  <a:pt x="5159" y="10585"/>
                </a:lnTo>
                <a:lnTo>
                  <a:pt x="5353" y="10074"/>
                </a:lnTo>
                <a:lnTo>
                  <a:pt x="5451" y="9831"/>
                </a:lnTo>
                <a:lnTo>
                  <a:pt x="5572" y="9612"/>
                </a:lnTo>
                <a:close/>
                <a:moveTo>
                  <a:pt x="14016" y="11193"/>
                </a:moveTo>
                <a:lnTo>
                  <a:pt x="14040" y="11290"/>
                </a:lnTo>
                <a:lnTo>
                  <a:pt x="13845" y="11290"/>
                </a:lnTo>
                <a:lnTo>
                  <a:pt x="13724" y="11315"/>
                </a:lnTo>
                <a:lnTo>
                  <a:pt x="13651" y="11217"/>
                </a:lnTo>
                <a:lnTo>
                  <a:pt x="13772" y="11217"/>
                </a:lnTo>
                <a:lnTo>
                  <a:pt x="14016" y="11193"/>
                </a:lnTo>
                <a:close/>
                <a:moveTo>
                  <a:pt x="5864" y="10950"/>
                </a:moveTo>
                <a:lnTo>
                  <a:pt x="6083" y="11023"/>
                </a:lnTo>
                <a:lnTo>
                  <a:pt x="6302" y="11047"/>
                </a:lnTo>
                <a:lnTo>
                  <a:pt x="6692" y="11071"/>
                </a:lnTo>
                <a:lnTo>
                  <a:pt x="7397" y="11096"/>
                </a:lnTo>
                <a:lnTo>
                  <a:pt x="8079" y="11120"/>
                </a:lnTo>
                <a:lnTo>
                  <a:pt x="9490" y="11120"/>
                </a:lnTo>
                <a:lnTo>
                  <a:pt x="10877" y="11169"/>
                </a:lnTo>
                <a:lnTo>
                  <a:pt x="12288" y="11217"/>
                </a:lnTo>
                <a:lnTo>
                  <a:pt x="13188" y="11217"/>
                </a:lnTo>
                <a:lnTo>
                  <a:pt x="13261" y="11315"/>
                </a:lnTo>
                <a:lnTo>
                  <a:pt x="13310" y="11388"/>
                </a:lnTo>
                <a:lnTo>
                  <a:pt x="12872" y="11339"/>
                </a:lnTo>
                <a:lnTo>
                  <a:pt x="12434" y="11315"/>
                </a:lnTo>
                <a:lnTo>
                  <a:pt x="11534" y="11315"/>
                </a:lnTo>
                <a:lnTo>
                  <a:pt x="10634" y="11363"/>
                </a:lnTo>
                <a:lnTo>
                  <a:pt x="9733" y="11363"/>
                </a:lnTo>
                <a:lnTo>
                  <a:pt x="9247" y="11339"/>
                </a:lnTo>
                <a:lnTo>
                  <a:pt x="8736" y="11290"/>
                </a:lnTo>
                <a:lnTo>
                  <a:pt x="8225" y="11242"/>
                </a:lnTo>
                <a:lnTo>
                  <a:pt x="7738" y="11193"/>
                </a:lnTo>
                <a:lnTo>
                  <a:pt x="6862" y="11120"/>
                </a:lnTo>
                <a:lnTo>
                  <a:pt x="6424" y="11120"/>
                </a:lnTo>
                <a:lnTo>
                  <a:pt x="6205" y="11144"/>
                </a:lnTo>
                <a:lnTo>
                  <a:pt x="6010" y="11193"/>
                </a:lnTo>
                <a:lnTo>
                  <a:pt x="5986" y="11169"/>
                </a:lnTo>
                <a:lnTo>
                  <a:pt x="5864" y="10950"/>
                </a:lnTo>
                <a:close/>
                <a:moveTo>
                  <a:pt x="5572" y="12191"/>
                </a:moveTo>
                <a:lnTo>
                  <a:pt x="5499" y="12215"/>
                </a:lnTo>
                <a:lnTo>
                  <a:pt x="5402" y="12264"/>
                </a:lnTo>
                <a:lnTo>
                  <a:pt x="5329" y="12312"/>
                </a:lnTo>
                <a:lnTo>
                  <a:pt x="5256" y="12361"/>
                </a:lnTo>
                <a:lnTo>
                  <a:pt x="5232" y="12434"/>
                </a:lnTo>
                <a:lnTo>
                  <a:pt x="5183" y="12507"/>
                </a:lnTo>
                <a:lnTo>
                  <a:pt x="5183" y="12580"/>
                </a:lnTo>
                <a:lnTo>
                  <a:pt x="5207" y="12629"/>
                </a:lnTo>
                <a:lnTo>
                  <a:pt x="5232" y="12726"/>
                </a:lnTo>
                <a:lnTo>
                  <a:pt x="5305" y="12799"/>
                </a:lnTo>
                <a:lnTo>
                  <a:pt x="5378" y="12823"/>
                </a:lnTo>
                <a:lnTo>
                  <a:pt x="5475" y="12848"/>
                </a:lnTo>
                <a:lnTo>
                  <a:pt x="5572" y="12823"/>
                </a:lnTo>
                <a:lnTo>
                  <a:pt x="5670" y="12799"/>
                </a:lnTo>
                <a:lnTo>
                  <a:pt x="5767" y="12750"/>
                </a:lnTo>
                <a:lnTo>
                  <a:pt x="5840" y="12653"/>
                </a:lnTo>
                <a:lnTo>
                  <a:pt x="5864" y="12580"/>
                </a:lnTo>
                <a:lnTo>
                  <a:pt x="5889" y="12483"/>
                </a:lnTo>
                <a:lnTo>
                  <a:pt x="5864" y="12410"/>
                </a:lnTo>
                <a:lnTo>
                  <a:pt x="5816" y="12312"/>
                </a:lnTo>
                <a:lnTo>
                  <a:pt x="5743" y="12264"/>
                </a:lnTo>
                <a:lnTo>
                  <a:pt x="5670" y="12215"/>
                </a:lnTo>
                <a:lnTo>
                  <a:pt x="5572" y="12191"/>
                </a:lnTo>
                <a:close/>
                <a:moveTo>
                  <a:pt x="14040" y="12239"/>
                </a:moveTo>
                <a:lnTo>
                  <a:pt x="13967" y="12264"/>
                </a:lnTo>
                <a:lnTo>
                  <a:pt x="13918" y="12288"/>
                </a:lnTo>
                <a:lnTo>
                  <a:pt x="13797" y="12361"/>
                </a:lnTo>
                <a:lnTo>
                  <a:pt x="13724" y="12458"/>
                </a:lnTo>
                <a:lnTo>
                  <a:pt x="13699" y="12531"/>
                </a:lnTo>
                <a:lnTo>
                  <a:pt x="13675" y="12604"/>
                </a:lnTo>
                <a:lnTo>
                  <a:pt x="13699" y="12677"/>
                </a:lnTo>
                <a:lnTo>
                  <a:pt x="13724" y="12750"/>
                </a:lnTo>
                <a:lnTo>
                  <a:pt x="13797" y="12872"/>
                </a:lnTo>
                <a:lnTo>
                  <a:pt x="13918" y="12945"/>
                </a:lnTo>
                <a:lnTo>
                  <a:pt x="13967" y="12969"/>
                </a:lnTo>
                <a:lnTo>
                  <a:pt x="14113" y="12969"/>
                </a:lnTo>
                <a:lnTo>
                  <a:pt x="14186" y="12945"/>
                </a:lnTo>
                <a:lnTo>
                  <a:pt x="14308" y="12872"/>
                </a:lnTo>
                <a:lnTo>
                  <a:pt x="14381" y="12750"/>
                </a:lnTo>
                <a:lnTo>
                  <a:pt x="14405" y="12677"/>
                </a:lnTo>
                <a:lnTo>
                  <a:pt x="14405" y="12604"/>
                </a:lnTo>
                <a:lnTo>
                  <a:pt x="14405" y="12531"/>
                </a:lnTo>
                <a:lnTo>
                  <a:pt x="14381" y="12458"/>
                </a:lnTo>
                <a:lnTo>
                  <a:pt x="14308" y="12361"/>
                </a:lnTo>
                <a:lnTo>
                  <a:pt x="14186" y="12288"/>
                </a:lnTo>
                <a:lnTo>
                  <a:pt x="14113" y="12264"/>
                </a:lnTo>
                <a:lnTo>
                  <a:pt x="14040" y="12239"/>
                </a:lnTo>
                <a:close/>
                <a:moveTo>
                  <a:pt x="14089" y="11753"/>
                </a:moveTo>
                <a:lnTo>
                  <a:pt x="14235" y="11777"/>
                </a:lnTo>
                <a:lnTo>
                  <a:pt x="14381" y="11801"/>
                </a:lnTo>
                <a:lnTo>
                  <a:pt x="14502" y="11874"/>
                </a:lnTo>
                <a:lnTo>
                  <a:pt x="14600" y="11972"/>
                </a:lnTo>
                <a:lnTo>
                  <a:pt x="14673" y="12093"/>
                </a:lnTo>
                <a:lnTo>
                  <a:pt x="14746" y="12215"/>
                </a:lnTo>
                <a:lnTo>
                  <a:pt x="14770" y="12385"/>
                </a:lnTo>
                <a:lnTo>
                  <a:pt x="14794" y="12580"/>
                </a:lnTo>
                <a:lnTo>
                  <a:pt x="14770" y="12750"/>
                </a:lnTo>
                <a:lnTo>
                  <a:pt x="14721" y="12896"/>
                </a:lnTo>
                <a:lnTo>
                  <a:pt x="14648" y="13042"/>
                </a:lnTo>
                <a:lnTo>
                  <a:pt x="14551" y="13164"/>
                </a:lnTo>
                <a:lnTo>
                  <a:pt x="14405" y="13261"/>
                </a:lnTo>
                <a:lnTo>
                  <a:pt x="14259" y="13334"/>
                </a:lnTo>
                <a:lnTo>
                  <a:pt x="14089" y="13383"/>
                </a:lnTo>
                <a:lnTo>
                  <a:pt x="13870" y="13383"/>
                </a:lnTo>
                <a:lnTo>
                  <a:pt x="13651" y="13334"/>
                </a:lnTo>
                <a:lnTo>
                  <a:pt x="13480" y="13261"/>
                </a:lnTo>
                <a:lnTo>
                  <a:pt x="13334" y="13164"/>
                </a:lnTo>
                <a:lnTo>
                  <a:pt x="13237" y="13018"/>
                </a:lnTo>
                <a:lnTo>
                  <a:pt x="13164" y="12848"/>
                </a:lnTo>
                <a:lnTo>
                  <a:pt x="13164" y="12653"/>
                </a:lnTo>
                <a:lnTo>
                  <a:pt x="13213" y="12434"/>
                </a:lnTo>
                <a:lnTo>
                  <a:pt x="13286" y="12264"/>
                </a:lnTo>
                <a:lnTo>
                  <a:pt x="13359" y="12118"/>
                </a:lnTo>
                <a:lnTo>
                  <a:pt x="13480" y="11972"/>
                </a:lnTo>
                <a:lnTo>
                  <a:pt x="13602" y="11850"/>
                </a:lnTo>
                <a:lnTo>
                  <a:pt x="13602" y="11826"/>
                </a:lnTo>
                <a:lnTo>
                  <a:pt x="13675" y="11850"/>
                </a:lnTo>
                <a:lnTo>
                  <a:pt x="13748" y="11850"/>
                </a:lnTo>
                <a:lnTo>
                  <a:pt x="13797" y="11826"/>
                </a:lnTo>
                <a:lnTo>
                  <a:pt x="13845" y="11777"/>
                </a:lnTo>
                <a:lnTo>
                  <a:pt x="13918" y="11777"/>
                </a:lnTo>
                <a:lnTo>
                  <a:pt x="14089" y="11753"/>
                </a:lnTo>
                <a:close/>
                <a:moveTo>
                  <a:pt x="5475" y="11631"/>
                </a:moveTo>
                <a:lnTo>
                  <a:pt x="5524" y="11704"/>
                </a:lnTo>
                <a:lnTo>
                  <a:pt x="5597" y="11728"/>
                </a:lnTo>
                <a:lnTo>
                  <a:pt x="5645" y="11753"/>
                </a:lnTo>
                <a:lnTo>
                  <a:pt x="5743" y="11753"/>
                </a:lnTo>
                <a:lnTo>
                  <a:pt x="5840" y="11728"/>
                </a:lnTo>
                <a:lnTo>
                  <a:pt x="5937" y="11753"/>
                </a:lnTo>
                <a:lnTo>
                  <a:pt x="6010" y="11801"/>
                </a:lnTo>
                <a:lnTo>
                  <a:pt x="6083" y="11874"/>
                </a:lnTo>
                <a:lnTo>
                  <a:pt x="6132" y="11972"/>
                </a:lnTo>
                <a:lnTo>
                  <a:pt x="6181" y="12093"/>
                </a:lnTo>
                <a:lnTo>
                  <a:pt x="6229" y="12361"/>
                </a:lnTo>
                <a:lnTo>
                  <a:pt x="6229" y="12653"/>
                </a:lnTo>
                <a:lnTo>
                  <a:pt x="6181" y="12945"/>
                </a:lnTo>
                <a:lnTo>
                  <a:pt x="6132" y="13067"/>
                </a:lnTo>
                <a:lnTo>
                  <a:pt x="6083" y="13164"/>
                </a:lnTo>
                <a:lnTo>
                  <a:pt x="6010" y="13261"/>
                </a:lnTo>
                <a:lnTo>
                  <a:pt x="5937" y="13310"/>
                </a:lnTo>
                <a:lnTo>
                  <a:pt x="5840" y="13359"/>
                </a:lnTo>
                <a:lnTo>
                  <a:pt x="5743" y="13383"/>
                </a:lnTo>
                <a:lnTo>
                  <a:pt x="5645" y="13407"/>
                </a:lnTo>
                <a:lnTo>
                  <a:pt x="5548" y="13407"/>
                </a:lnTo>
                <a:lnTo>
                  <a:pt x="5353" y="13359"/>
                </a:lnTo>
                <a:lnTo>
                  <a:pt x="5159" y="13286"/>
                </a:lnTo>
                <a:lnTo>
                  <a:pt x="5013" y="13140"/>
                </a:lnTo>
                <a:lnTo>
                  <a:pt x="4867" y="12994"/>
                </a:lnTo>
                <a:lnTo>
                  <a:pt x="4769" y="12823"/>
                </a:lnTo>
                <a:lnTo>
                  <a:pt x="4721" y="12629"/>
                </a:lnTo>
                <a:lnTo>
                  <a:pt x="4721" y="12434"/>
                </a:lnTo>
                <a:lnTo>
                  <a:pt x="4745" y="12264"/>
                </a:lnTo>
                <a:lnTo>
                  <a:pt x="4818" y="12118"/>
                </a:lnTo>
                <a:lnTo>
                  <a:pt x="4915" y="11972"/>
                </a:lnTo>
                <a:lnTo>
                  <a:pt x="5037" y="11850"/>
                </a:lnTo>
                <a:lnTo>
                  <a:pt x="5159" y="11753"/>
                </a:lnTo>
                <a:lnTo>
                  <a:pt x="5329" y="11680"/>
                </a:lnTo>
                <a:lnTo>
                  <a:pt x="5475" y="11631"/>
                </a:lnTo>
                <a:close/>
                <a:moveTo>
                  <a:pt x="706" y="0"/>
                </a:moveTo>
                <a:lnTo>
                  <a:pt x="511" y="25"/>
                </a:lnTo>
                <a:lnTo>
                  <a:pt x="317" y="49"/>
                </a:lnTo>
                <a:lnTo>
                  <a:pt x="146" y="122"/>
                </a:lnTo>
                <a:lnTo>
                  <a:pt x="73" y="171"/>
                </a:lnTo>
                <a:lnTo>
                  <a:pt x="25" y="268"/>
                </a:lnTo>
                <a:lnTo>
                  <a:pt x="0" y="341"/>
                </a:lnTo>
                <a:lnTo>
                  <a:pt x="25" y="438"/>
                </a:lnTo>
                <a:lnTo>
                  <a:pt x="49" y="536"/>
                </a:lnTo>
                <a:lnTo>
                  <a:pt x="122" y="609"/>
                </a:lnTo>
                <a:lnTo>
                  <a:pt x="195" y="633"/>
                </a:lnTo>
                <a:lnTo>
                  <a:pt x="292" y="657"/>
                </a:lnTo>
                <a:lnTo>
                  <a:pt x="657" y="657"/>
                </a:lnTo>
                <a:lnTo>
                  <a:pt x="1047" y="682"/>
                </a:lnTo>
                <a:lnTo>
                  <a:pt x="1412" y="730"/>
                </a:lnTo>
                <a:lnTo>
                  <a:pt x="1777" y="755"/>
                </a:lnTo>
                <a:lnTo>
                  <a:pt x="3188" y="828"/>
                </a:lnTo>
                <a:lnTo>
                  <a:pt x="3212" y="998"/>
                </a:lnTo>
                <a:lnTo>
                  <a:pt x="3237" y="1144"/>
                </a:lnTo>
                <a:lnTo>
                  <a:pt x="3358" y="1460"/>
                </a:lnTo>
                <a:lnTo>
                  <a:pt x="3480" y="1777"/>
                </a:lnTo>
                <a:lnTo>
                  <a:pt x="3602" y="2069"/>
                </a:lnTo>
                <a:lnTo>
                  <a:pt x="3772" y="2701"/>
                </a:lnTo>
                <a:lnTo>
                  <a:pt x="3918" y="3309"/>
                </a:lnTo>
                <a:lnTo>
                  <a:pt x="4210" y="4550"/>
                </a:lnTo>
                <a:lnTo>
                  <a:pt x="5329" y="9076"/>
                </a:lnTo>
                <a:lnTo>
                  <a:pt x="5329" y="9101"/>
                </a:lnTo>
                <a:lnTo>
                  <a:pt x="5159" y="9344"/>
                </a:lnTo>
                <a:lnTo>
                  <a:pt x="5037" y="9563"/>
                </a:lnTo>
                <a:lnTo>
                  <a:pt x="4842" y="9928"/>
                </a:lnTo>
                <a:lnTo>
                  <a:pt x="4696" y="10317"/>
                </a:lnTo>
                <a:lnTo>
                  <a:pt x="4526" y="10634"/>
                </a:lnTo>
                <a:lnTo>
                  <a:pt x="4453" y="10780"/>
                </a:lnTo>
                <a:lnTo>
                  <a:pt x="4380" y="10950"/>
                </a:lnTo>
                <a:lnTo>
                  <a:pt x="4356" y="10999"/>
                </a:lnTo>
                <a:lnTo>
                  <a:pt x="4380" y="11047"/>
                </a:lnTo>
                <a:lnTo>
                  <a:pt x="4404" y="11144"/>
                </a:lnTo>
                <a:lnTo>
                  <a:pt x="4429" y="11217"/>
                </a:lnTo>
                <a:lnTo>
                  <a:pt x="4453" y="11315"/>
                </a:lnTo>
                <a:lnTo>
                  <a:pt x="4526" y="11412"/>
                </a:lnTo>
                <a:lnTo>
                  <a:pt x="4672" y="11607"/>
                </a:lnTo>
                <a:lnTo>
                  <a:pt x="4502" y="11801"/>
                </a:lnTo>
                <a:lnTo>
                  <a:pt x="4380" y="12045"/>
                </a:lnTo>
                <a:lnTo>
                  <a:pt x="4307" y="12288"/>
                </a:lnTo>
                <a:lnTo>
                  <a:pt x="4283" y="12556"/>
                </a:lnTo>
                <a:lnTo>
                  <a:pt x="4283" y="12726"/>
                </a:lnTo>
                <a:lnTo>
                  <a:pt x="4307" y="12872"/>
                </a:lnTo>
                <a:lnTo>
                  <a:pt x="4356" y="13018"/>
                </a:lnTo>
                <a:lnTo>
                  <a:pt x="4429" y="13140"/>
                </a:lnTo>
                <a:lnTo>
                  <a:pt x="4502" y="13261"/>
                </a:lnTo>
                <a:lnTo>
                  <a:pt x="4575" y="13383"/>
                </a:lnTo>
                <a:lnTo>
                  <a:pt x="4696" y="13480"/>
                </a:lnTo>
                <a:lnTo>
                  <a:pt x="4818" y="13578"/>
                </a:lnTo>
                <a:lnTo>
                  <a:pt x="4940" y="13651"/>
                </a:lnTo>
                <a:lnTo>
                  <a:pt x="5061" y="13724"/>
                </a:lnTo>
                <a:lnTo>
                  <a:pt x="5207" y="13772"/>
                </a:lnTo>
                <a:lnTo>
                  <a:pt x="5353" y="13797"/>
                </a:lnTo>
                <a:lnTo>
                  <a:pt x="5499" y="13821"/>
                </a:lnTo>
                <a:lnTo>
                  <a:pt x="5791" y="13821"/>
                </a:lnTo>
                <a:lnTo>
                  <a:pt x="5937" y="13797"/>
                </a:lnTo>
                <a:lnTo>
                  <a:pt x="6108" y="13748"/>
                </a:lnTo>
                <a:lnTo>
                  <a:pt x="6254" y="13675"/>
                </a:lnTo>
                <a:lnTo>
                  <a:pt x="6375" y="13553"/>
                </a:lnTo>
                <a:lnTo>
                  <a:pt x="6473" y="13432"/>
                </a:lnTo>
                <a:lnTo>
                  <a:pt x="6570" y="13286"/>
                </a:lnTo>
                <a:lnTo>
                  <a:pt x="6619" y="13140"/>
                </a:lnTo>
                <a:lnTo>
                  <a:pt x="6667" y="12969"/>
                </a:lnTo>
                <a:lnTo>
                  <a:pt x="6692" y="12799"/>
                </a:lnTo>
                <a:lnTo>
                  <a:pt x="6692" y="12629"/>
                </a:lnTo>
                <a:lnTo>
                  <a:pt x="6692" y="12434"/>
                </a:lnTo>
                <a:lnTo>
                  <a:pt x="6667" y="12264"/>
                </a:lnTo>
                <a:lnTo>
                  <a:pt x="6619" y="12093"/>
                </a:lnTo>
                <a:lnTo>
                  <a:pt x="6570" y="11923"/>
                </a:lnTo>
                <a:lnTo>
                  <a:pt x="6497" y="11777"/>
                </a:lnTo>
                <a:lnTo>
                  <a:pt x="6424" y="11631"/>
                </a:lnTo>
                <a:lnTo>
                  <a:pt x="6327" y="11509"/>
                </a:lnTo>
                <a:lnTo>
                  <a:pt x="6862" y="11534"/>
                </a:lnTo>
                <a:lnTo>
                  <a:pt x="7373" y="11534"/>
                </a:lnTo>
                <a:lnTo>
                  <a:pt x="8371" y="11631"/>
                </a:lnTo>
                <a:lnTo>
                  <a:pt x="9368" y="11728"/>
                </a:lnTo>
                <a:lnTo>
                  <a:pt x="9831" y="11753"/>
                </a:lnTo>
                <a:lnTo>
                  <a:pt x="10293" y="11753"/>
                </a:lnTo>
                <a:lnTo>
                  <a:pt x="11218" y="11704"/>
                </a:lnTo>
                <a:lnTo>
                  <a:pt x="11704" y="11680"/>
                </a:lnTo>
                <a:lnTo>
                  <a:pt x="12166" y="11680"/>
                </a:lnTo>
                <a:lnTo>
                  <a:pt x="12629" y="11704"/>
                </a:lnTo>
                <a:lnTo>
                  <a:pt x="13091" y="11753"/>
                </a:lnTo>
                <a:lnTo>
                  <a:pt x="12921" y="11996"/>
                </a:lnTo>
                <a:lnTo>
                  <a:pt x="12799" y="12264"/>
                </a:lnTo>
                <a:lnTo>
                  <a:pt x="12750" y="12434"/>
                </a:lnTo>
                <a:lnTo>
                  <a:pt x="12702" y="12580"/>
                </a:lnTo>
                <a:lnTo>
                  <a:pt x="12702" y="12726"/>
                </a:lnTo>
                <a:lnTo>
                  <a:pt x="12702" y="12872"/>
                </a:lnTo>
                <a:lnTo>
                  <a:pt x="12750" y="13018"/>
                </a:lnTo>
                <a:lnTo>
                  <a:pt x="12799" y="13140"/>
                </a:lnTo>
                <a:lnTo>
                  <a:pt x="12848" y="13261"/>
                </a:lnTo>
                <a:lnTo>
                  <a:pt x="12945" y="13383"/>
                </a:lnTo>
                <a:lnTo>
                  <a:pt x="13042" y="13480"/>
                </a:lnTo>
                <a:lnTo>
                  <a:pt x="13140" y="13553"/>
                </a:lnTo>
                <a:lnTo>
                  <a:pt x="13261" y="13626"/>
                </a:lnTo>
                <a:lnTo>
                  <a:pt x="13407" y="13699"/>
                </a:lnTo>
                <a:lnTo>
                  <a:pt x="13553" y="13748"/>
                </a:lnTo>
                <a:lnTo>
                  <a:pt x="13699" y="13797"/>
                </a:lnTo>
                <a:lnTo>
                  <a:pt x="13845" y="13821"/>
                </a:lnTo>
                <a:lnTo>
                  <a:pt x="14016" y="13821"/>
                </a:lnTo>
                <a:lnTo>
                  <a:pt x="14283" y="13797"/>
                </a:lnTo>
                <a:lnTo>
                  <a:pt x="14502" y="13748"/>
                </a:lnTo>
                <a:lnTo>
                  <a:pt x="14697" y="13651"/>
                </a:lnTo>
                <a:lnTo>
                  <a:pt x="14867" y="13505"/>
                </a:lnTo>
                <a:lnTo>
                  <a:pt x="14989" y="13359"/>
                </a:lnTo>
                <a:lnTo>
                  <a:pt x="15086" y="13164"/>
                </a:lnTo>
                <a:lnTo>
                  <a:pt x="15159" y="12969"/>
                </a:lnTo>
                <a:lnTo>
                  <a:pt x="15208" y="12750"/>
                </a:lnTo>
                <a:lnTo>
                  <a:pt x="15208" y="12531"/>
                </a:lnTo>
                <a:lnTo>
                  <a:pt x="15184" y="12337"/>
                </a:lnTo>
                <a:lnTo>
                  <a:pt x="15159" y="12118"/>
                </a:lnTo>
                <a:lnTo>
                  <a:pt x="15086" y="11923"/>
                </a:lnTo>
                <a:lnTo>
                  <a:pt x="14989" y="11728"/>
                </a:lnTo>
                <a:lnTo>
                  <a:pt x="14867" y="11582"/>
                </a:lnTo>
                <a:lnTo>
                  <a:pt x="14721" y="11436"/>
                </a:lnTo>
                <a:lnTo>
                  <a:pt x="14551" y="11339"/>
                </a:lnTo>
                <a:lnTo>
                  <a:pt x="14405" y="11144"/>
                </a:lnTo>
                <a:lnTo>
                  <a:pt x="14648" y="11120"/>
                </a:lnTo>
                <a:lnTo>
                  <a:pt x="14989" y="11120"/>
                </a:lnTo>
                <a:lnTo>
                  <a:pt x="15062" y="11071"/>
                </a:lnTo>
                <a:lnTo>
                  <a:pt x="15086" y="10999"/>
                </a:lnTo>
                <a:lnTo>
                  <a:pt x="15111" y="10926"/>
                </a:lnTo>
                <a:lnTo>
                  <a:pt x="15086" y="10853"/>
                </a:lnTo>
                <a:lnTo>
                  <a:pt x="15062" y="10780"/>
                </a:lnTo>
                <a:lnTo>
                  <a:pt x="14989" y="10707"/>
                </a:lnTo>
                <a:lnTo>
                  <a:pt x="14892" y="10682"/>
                </a:lnTo>
                <a:lnTo>
                  <a:pt x="14648" y="10682"/>
                </a:lnTo>
                <a:lnTo>
                  <a:pt x="14429" y="10707"/>
                </a:lnTo>
                <a:lnTo>
                  <a:pt x="13967" y="10780"/>
                </a:lnTo>
                <a:lnTo>
                  <a:pt x="12653" y="10780"/>
                </a:lnTo>
                <a:lnTo>
                  <a:pt x="11339" y="10755"/>
                </a:lnTo>
                <a:lnTo>
                  <a:pt x="10050" y="10707"/>
                </a:lnTo>
                <a:lnTo>
                  <a:pt x="8760" y="10707"/>
                </a:lnTo>
                <a:lnTo>
                  <a:pt x="7495" y="10731"/>
                </a:lnTo>
                <a:lnTo>
                  <a:pt x="7081" y="10707"/>
                </a:lnTo>
                <a:lnTo>
                  <a:pt x="6643" y="10682"/>
                </a:lnTo>
                <a:lnTo>
                  <a:pt x="6229" y="10634"/>
                </a:lnTo>
                <a:lnTo>
                  <a:pt x="5816" y="10634"/>
                </a:lnTo>
                <a:lnTo>
                  <a:pt x="5864" y="10439"/>
                </a:lnTo>
                <a:lnTo>
                  <a:pt x="5913" y="10269"/>
                </a:lnTo>
                <a:lnTo>
                  <a:pt x="6035" y="9977"/>
                </a:lnTo>
                <a:lnTo>
                  <a:pt x="6059" y="9831"/>
                </a:lnTo>
                <a:lnTo>
                  <a:pt x="6083" y="9709"/>
                </a:lnTo>
                <a:lnTo>
                  <a:pt x="6400" y="9709"/>
                </a:lnTo>
                <a:lnTo>
                  <a:pt x="6716" y="9685"/>
                </a:lnTo>
                <a:lnTo>
                  <a:pt x="7300" y="9660"/>
                </a:lnTo>
                <a:lnTo>
                  <a:pt x="7860" y="9636"/>
                </a:lnTo>
                <a:lnTo>
                  <a:pt x="8395" y="9612"/>
                </a:lnTo>
                <a:lnTo>
                  <a:pt x="9466" y="9514"/>
                </a:lnTo>
                <a:lnTo>
                  <a:pt x="10512" y="9417"/>
                </a:lnTo>
                <a:lnTo>
                  <a:pt x="11558" y="9368"/>
                </a:lnTo>
                <a:lnTo>
                  <a:pt x="12604" y="9295"/>
                </a:lnTo>
                <a:lnTo>
                  <a:pt x="13140" y="9247"/>
                </a:lnTo>
                <a:lnTo>
                  <a:pt x="13651" y="9174"/>
                </a:lnTo>
                <a:lnTo>
                  <a:pt x="13991" y="9125"/>
                </a:lnTo>
                <a:lnTo>
                  <a:pt x="14332" y="9003"/>
                </a:lnTo>
                <a:lnTo>
                  <a:pt x="14624" y="8833"/>
                </a:lnTo>
                <a:lnTo>
                  <a:pt x="14916" y="8614"/>
                </a:lnTo>
                <a:lnTo>
                  <a:pt x="15062" y="8492"/>
                </a:lnTo>
                <a:lnTo>
                  <a:pt x="15159" y="8322"/>
                </a:lnTo>
                <a:lnTo>
                  <a:pt x="15257" y="8152"/>
                </a:lnTo>
                <a:lnTo>
                  <a:pt x="15354" y="7957"/>
                </a:lnTo>
                <a:lnTo>
                  <a:pt x="15500" y="7592"/>
                </a:lnTo>
                <a:lnTo>
                  <a:pt x="15646" y="7227"/>
                </a:lnTo>
                <a:lnTo>
                  <a:pt x="15914" y="6546"/>
                </a:lnTo>
                <a:lnTo>
                  <a:pt x="15987" y="6546"/>
                </a:lnTo>
                <a:lnTo>
                  <a:pt x="16011" y="6521"/>
                </a:lnTo>
                <a:lnTo>
                  <a:pt x="16035" y="6497"/>
                </a:lnTo>
                <a:lnTo>
                  <a:pt x="16035" y="6473"/>
                </a:lnTo>
                <a:lnTo>
                  <a:pt x="16011" y="6424"/>
                </a:lnTo>
                <a:lnTo>
                  <a:pt x="15987" y="6424"/>
                </a:lnTo>
                <a:lnTo>
                  <a:pt x="16303" y="5816"/>
                </a:lnTo>
                <a:lnTo>
                  <a:pt x="16327" y="5767"/>
                </a:lnTo>
                <a:lnTo>
                  <a:pt x="16352" y="5743"/>
                </a:lnTo>
                <a:lnTo>
                  <a:pt x="16376" y="5670"/>
                </a:lnTo>
                <a:lnTo>
                  <a:pt x="17009" y="4550"/>
                </a:lnTo>
                <a:lnTo>
                  <a:pt x="17325" y="3991"/>
                </a:lnTo>
                <a:lnTo>
                  <a:pt x="17641" y="3431"/>
                </a:lnTo>
                <a:lnTo>
                  <a:pt x="17666" y="3334"/>
                </a:lnTo>
                <a:lnTo>
                  <a:pt x="17641" y="3236"/>
                </a:lnTo>
                <a:lnTo>
                  <a:pt x="17690" y="2945"/>
                </a:lnTo>
                <a:lnTo>
                  <a:pt x="17690" y="2799"/>
                </a:lnTo>
                <a:lnTo>
                  <a:pt x="17690" y="2677"/>
                </a:lnTo>
                <a:lnTo>
                  <a:pt x="17641" y="2555"/>
                </a:lnTo>
                <a:lnTo>
                  <a:pt x="17568" y="2458"/>
                </a:lnTo>
                <a:lnTo>
                  <a:pt x="17495" y="2361"/>
                </a:lnTo>
                <a:lnTo>
                  <a:pt x="17398" y="2288"/>
                </a:lnTo>
                <a:lnTo>
                  <a:pt x="17301" y="2215"/>
                </a:lnTo>
                <a:lnTo>
                  <a:pt x="17155" y="2166"/>
                </a:lnTo>
                <a:lnTo>
                  <a:pt x="16984" y="2117"/>
                </a:lnTo>
                <a:lnTo>
                  <a:pt x="16790" y="2069"/>
                </a:lnTo>
                <a:lnTo>
                  <a:pt x="16376" y="2069"/>
                </a:lnTo>
                <a:lnTo>
                  <a:pt x="15597" y="2093"/>
                </a:lnTo>
                <a:lnTo>
                  <a:pt x="14283" y="2093"/>
                </a:lnTo>
                <a:lnTo>
                  <a:pt x="13651" y="2069"/>
                </a:lnTo>
                <a:lnTo>
                  <a:pt x="12994" y="2020"/>
                </a:lnTo>
                <a:lnTo>
                  <a:pt x="11753" y="1923"/>
                </a:lnTo>
                <a:lnTo>
                  <a:pt x="10488" y="1898"/>
                </a:lnTo>
                <a:lnTo>
                  <a:pt x="9222" y="1874"/>
                </a:lnTo>
                <a:lnTo>
                  <a:pt x="7981" y="1874"/>
                </a:lnTo>
                <a:lnTo>
                  <a:pt x="7032" y="1850"/>
                </a:lnTo>
                <a:lnTo>
                  <a:pt x="6083" y="1825"/>
                </a:lnTo>
                <a:lnTo>
                  <a:pt x="5159" y="1801"/>
                </a:lnTo>
                <a:lnTo>
                  <a:pt x="4210" y="1801"/>
                </a:lnTo>
                <a:lnTo>
                  <a:pt x="4112" y="1509"/>
                </a:lnTo>
                <a:lnTo>
                  <a:pt x="3991" y="1241"/>
                </a:lnTo>
                <a:lnTo>
                  <a:pt x="3942" y="998"/>
                </a:lnTo>
                <a:lnTo>
                  <a:pt x="3845" y="633"/>
                </a:lnTo>
                <a:lnTo>
                  <a:pt x="3796" y="463"/>
                </a:lnTo>
                <a:lnTo>
                  <a:pt x="3723" y="292"/>
                </a:lnTo>
                <a:lnTo>
                  <a:pt x="3650" y="195"/>
                </a:lnTo>
                <a:lnTo>
                  <a:pt x="3577" y="146"/>
                </a:lnTo>
                <a:lnTo>
                  <a:pt x="3529" y="146"/>
                </a:lnTo>
                <a:lnTo>
                  <a:pt x="2604" y="122"/>
                </a:lnTo>
                <a:lnTo>
                  <a:pt x="1655" y="73"/>
                </a:lnTo>
                <a:lnTo>
                  <a:pt x="901" y="0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8"/>
          <p:cNvSpPr/>
          <p:nvPr/>
        </p:nvSpPr>
        <p:spPr>
          <a:xfrm>
            <a:off x="7599857" y="2569837"/>
            <a:ext cx="302200" cy="318177"/>
          </a:xfrm>
          <a:custGeom>
            <a:rect b="b" l="l" r="r" t="t"/>
            <a:pathLst>
              <a:path extrusionOk="0" h="18421" w="17496">
                <a:moveTo>
                  <a:pt x="7421" y="1047"/>
                </a:moveTo>
                <a:lnTo>
                  <a:pt x="7373" y="1071"/>
                </a:lnTo>
                <a:lnTo>
                  <a:pt x="7348" y="1120"/>
                </a:lnTo>
                <a:lnTo>
                  <a:pt x="7324" y="1169"/>
                </a:lnTo>
                <a:lnTo>
                  <a:pt x="7348" y="1315"/>
                </a:lnTo>
                <a:lnTo>
                  <a:pt x="7348" y="1461"/>
                </a:lnTo>
                <a:lnTo>
                  <a:pt x="7324" y="1582"/>
                </a:lnTo>
                <a:lnTo>
                  <a:pt x="7300" y="1704"/>
                </a:lnTo>
                <a:lnTo>
                  <a:pt x="7178" y="1923"/>
                </a:lnTo>
                <a:lnTo>
                  <a:pt x="7008" y="2142"/>
                </a:lnTo>
                <a:lnTo>
                  <a:pt x="6862" y="2385"/>
                </a:lnTo>
                <a:lnTo>
                  <a:pt x="6813" y="2483"/>
                </a:lnTo>
                <a:lnTo>
                  <a:pt x="6765" y="2604"/>
                </a:lnTo>
                <a:lnTo>
                  <a:pt x="6740" y="2750"/>
                </a:lnTo>
                <a:lnTo>
                  <a:pt x="6740" y="2872"/>
                </a:lnTo>
                <a:lnTo>
                  <a:pt x="6740" y="3018"/>
                </a:lnTo>
                <a:lnTo>
                  <a:pt x="6789" y="3164"/>
                </a:lnTo>
                <a:lnTo>
                  <a:pt x="6862" y="3286"/>
                </a:lnTo>
                <a:lnTo>
                  <a:pt x="6959" y="3432"/>
                </a:lnTo>
                <a:lnTo>
                  <a:pt x="7154" y="3699"/>
                </a:lnTo>
                <a:lnTo>
                  <a:pt x="7251" y="3845"/>
                </a:lnTo>
                <a:lnTo>
                  <a:pt x="7275" y="3991"/>
                </a:lnTo>
                <a:lnTo>
                  <a:pt x="7275" y="4064"/>
                </a:lnTo>
                <a:lnTo>
                  <a:pt x="7275" y="4137"/>
                </a:lnTo>
                <a:lnTo>
                  <a:pt x="7251" y="4186"/>
                </a:lnTo>
                <a:lnTo>
                  <a:pt x="7178" y="4259"/>
                </a:lnTo>
                <a:lnTo>
                  <a:pt x="7154" y="4332"/>
                </a:lnTo>
                <a:lnTo>
                  <a:pt x="7129" y="4405"/>
                </a:lnTo>
                <a:lnTo>
                  <a:pt x="7129" y="4478"/>
                </a:lnTo>
                <a:lnTo>
                  <a:pt x="7178" y="4527"/>
                </a:lnTo>
                <a:lnTo>
                  <a:pt x="7251" y="4575"/>
                </a:lnTo>
                <a:lnTo>
                  <a:pt x="7324" y="4600"/>
                </a:lnTo>
                <a:lnTo>
                  <a:pt x="7397" y="4575"/>
                </a:lnTo>
                <a:lnTo>
                  <a:pt x="7470" y="4527"/>
                </a:lnTo>
                <a:lnTo>
                  <a:pt x="7567" y="4429"/>
                </a:lnTo>
                <a:lnTo>
                  <a:pt x="7616" y="4332"/>
                </a:lnTo>
                <a:lnTo>
                  <a:pt x="7665" y="4235"/>
                </a:lnTo>
                <a:lnTo>
                  <a:pt x="7689" y="4113"/>
                </a:lnTo>
                <a:lnTo>
                  <a:pt x="7689" y="4016"/>
                </a:lnTo>
                <a:lnTo>
                  <a:pt x="7665" y="3918"/>
                </a:lnTo>
                <a:lnTo>
                  <a:pt x="7592" y="3724"/>
                </a:lnTo>
                <a:lnTo>
                  <a:pt x="7470" y="3505"/>
                </a:lnTo>
                <a:lnTo>
                  <a:pt x="7324" y="3310"/>
                </a:lnTo>
                <a:lnTo>
                  <a:pt x="7202" y="3115"/>
                </a:lnTo>
                <a:lnTo>
                  <a:pt x="7105" y="2921"/>
                </a:lnTo>
                <a:lnTo>
                  <a:pt x="7081" y="2823"/>
                </a:lnTo>
                <a:lnTo>
                  <a:pt x="7105" y="2726"/>
                </a:lnTo>
                <a:lnTo>
                  <a:pt x="7154" y="2604"/>
                </a:lnTo>
                <a:lnTo>
                  <a:pt x="7202" y="2483"/>
                </a:lnTo>
                <a:lnTo>
                  <a:pt x="7373" y="2239"/>
                </a:lnTo>
                <a:lnTo>
                  <a:pt x="7543" y="1972"/>
                </a:lnTo>
                <a:lnTo>
                  <a:pt x="7689" y="1728"/>
                </a:lnTo>
                <a:lnTo>
                  <a:pt x="7738" y="1607"/>
                </a:lnTo>
                <a:lnTo>
                  <a:pt x="7762" y="1485"/>
                </a:lnTo>
                <a:lnTo>
                  <a:pt x="7762" y="1363"/>
                </a:lnTo>
                <a:lnTo>
                  <a:pt x="7713" y="1242"/>
                </a:lnTo>
                <a:lnTo>
                  <a:pt x="7616" y="1144"/>
                </a:lnTo>
                <a:lnTo>
                  <a:pt x="7494" y="1071"/>
                </a:lnTo>
                <a:lnTo>
                  <a:pt x="7421" y="1047"/>
                </a:lnTo>
                <a:close/>
                <a:moveTo>
                  <a:pt x="10293" y="1242"/>
                </a:moveTo>
                <a:lnTo>
                  <a:pt x="10268" y="1266"/>
                </a:lnTo>
                <a:lnTo>
                  <a:pt x="10244" y="1363"/>
                </a:lnTo>
                <a:lnTo>
                  <a:pt x="10220" y="1485"/>
                </a:lnTo>
                <a:lnTo>
                  <a:pt x="10195" y="1607"/>
                </a:lnTo>
                <a:lnTo>
                  <a:pt x="10171" y="1680"/>
                </a:lnTo>
                <a:lnTo>
                  <a:pt x="10098" y="1826"/>
                </a:lnTo>
                <a:lnTo>
                  <a:pt x="10001" y="1923"/>
                </a:lnTo>
                <a:lnTo>
                  <a:pt x="9782" y="2166"/>
                </a:lnTo>
                <a:lnTo>
                  <a:pt x="9684" y="2288"/>
                </a:lnTo>
                <a:lnTo>
                  <a:pt x="9611" y="2434"/>
                </a:lnTo>
                <a:lnTo>
                  <a:pt x="9587" y="2604"/>
                </a:lnTo>
                <a:lnTo>
                  <a:pt x="9587" y="2775"/>
                </a:lnTo>
                <a:lnTo>
                  <a:pt x="9636" y="2921"/>
                </a:lnTo>
                <a:lnTo>
                  <a:pt x="9709" y="3042"/>
                </a:lnTo>
                <a:lnTo>
                  <a:pt x="9879" y="3286"/>
                </a:lnTo>
                <a:lnTo>
                  <a:pt x="10001" y="3456"/>
                </a:lnTo>
                <a:lnTo>
                  <a:pt x="10074" y="3626"/>
                </a:lnTo>
                <a:lnTo>
                  <a:pt x="10098" y="3724"/>
                </a:lnTo>
                <a:lnTo>
                  <a:pt x="10098" y="3821"/>
                </a:lnTo>
                <a:lnTo>
                  <a:pt x="10074" y="3918"/>
                </a:lnTo>
                <a:lnTo>
                  <a:pt x="10025" y="4016"/>
                </a:lnTo>
                <a:lnTo>
                  <a:pt x="9952" y="4137"/>
                </a:lnTo>
                <a:lnTo>
                  <a:pt x="9855" y="4235"/>
                </a:lnTo>
                <a:lnTo>
                  <a:pt x="9782" y="4332"/>
                </a:lnTo>
                <a:lnTo>
                  <a:pt x="9709" y="4454"/>
                </a:lnTo>
                <a:lnTo>
                  <a:pt x="9684" y="4502"/>
                </a:lnTo>
                <a:lnTo>
                  <a:pt x="9684" y="4575"/>
                </a:lnTo>
                <a:lnTo>
                  <a:pt x="9733" y="4673"/>
                </a:lnTo>
                <a:lnTo>
                  <a:pt x="9757" y="4721"/>
                </a:lnTo>
                <a:lnTo>
                  <a:pt x="9806" y="4746"/>
                </a:lnTo>
                <a:lnTo>
                  <a:pt x="9855" y="4770"/>
                </a:lnTo>
                <a:lnTo>
                  <a:pt x="9928" y="4746"/>
                </a:lnTo>
                <a:lnTo>
                  <a:pt x="10122" y="4648"/>
                </a:lnTo>
                <a:lnTo>
                  <a:pt x="10268" y="4502"/>
                </a:lnTo>
                <a:lnTo>
                  <a:pt x="10414" y="4332"/>
                </a:lnTo>
                <a:lnTo>
                  <a:pt x="10487" y="4137"/>
                </a:lnTo>
                <a:lnTo>
                  <a:pt x="10536" y="3943"/>
                </a:lnTo>
                <a:lnTo>
                  <a:pt x="10536" y="3724"/>
                </a:lnTo>
                <a:lnTo>
                  <a:pt x="10487" y="3505"/>
                </a:lnTo>
                <a:lnTo>
                  <a:pt x="10414" y="3310"/>
                </a:lnTo>
                <a:lnTo>
                  <a:pt x="10293" y="3140"/>
                </a:lnTo>
                <a:lnTo>
                  <a:pt x="10171" y="2994"/>
                </a:lnTo>
                <a:lnTo>
                  <a:pt x="10074" y="2872"/>
                </a:lnTo>
                <a:lnTo>
                  <a:pt x="10025" y="2775"/>
                </a:lnTo>
                <a:lnTo>
                  <a:pt x="10001" y="2653"/>
                </a:lnTo>
                <a:lnTo>
                  <a:pt x="10025" y="2556"/>
                </a:lnTo>
                <a:lnTo>
                  <a:pt x="10074" y="2434"/>
                </a:lnTo>
                <a:lnTo>
                  <a:pt x="10122" y="2337"/>
                </a:lnTo>
                <a:lnTo>
                  <a:pt x="10293" y="2118"/>
                </a:lnTo>
                <a:lnTo>
                  <a:pt x="10414" y="1947"/>
                </a:lnTo>
                <a:lnTo>
                  <a:pt x="10512" y="1753"/>
                </a:lnTo>
                <a:lnTo>
                  <a:pt x="10512" y="1655"/>
                </a:lnTo>
                <a:lnTo>
                  <a:pt x="10536" y="1558"/>
                </a:lnTo>
                <a:lnTo>
                  <a:pt x="10512" y="1461"/>
                </a:lnTo>
                <a:lnTo>
                  <a:pt x="10487" y="1363"/>
                </a:lnTo>
                <a:lnTo>
                  <a:pt x="10463" y="1290"/>
                </a:lnTo>
                <a:lnTo>
                  <a:pt x="10390" y="1266"/>
                </a:lnTo>
                <a:lnTo>
                  <a:pt x="10317" y="1242"/>
                </a:lnTo>
                <a:close/>
                <a:moveTo>
                  <a:pt x="8322" y="1"/>
                </a:moveTo>
                <a:lnTo>
                  <a:pt x="8273" y="49"/>
                </a:lnTo>
                <a:lnTo>
                  <a:pt x="8249" y="98"/>
                </a:lnTo>
                <a:lnTo>
                  <a:pt x="8273" y="171"/>
                </a:lnTo>
                <a:lnTo>
                  <a:pt x="8492" y="512"/>
                </a:lnTo>
                <a:lnTo>
                  <a:pt x="8614" y="682"/>
                </a:lnTo>
                <a:lnTo>
                  <a:pt x="8687" y="877"/>
                </a:lnTo>
                <a:lnTo>
                  <a:pt x="8711" y="1023"/>
                </a:lnTo>
                <a:lnTo>
                  <a:pt x="8735" y="1144"/>
                </a:lnTo>
                <a:lnTo>
                  <a:pt x="8711" y="1266"/>
                </a:lnTo>
                <a:lnTo>
                  <a:pt x="8687" y="1388"/>
                </a:lnTo>
                <a:lnTo>
                  <a:pt x="8614" y="1631"/>
                </a:lnTo>
                <a:lnTo>
                  <a:pt x="8492" y="1850"/>
                </a:lnTo>
                <a:lnTo>
                  <a:pt x="8322" y="2166"/>
                </a:lnTo>
                <a:lnTo>
                  <a:pt x="8249" y="2312"/>
                </a:lnTo>
                <a:lnTo>
                  <a:pt x="8200" y="2458"/>
                </a:lnTo>
                <a:lnTo>
                  <a:pt x="8200" y="2604"/>
                </a:lnTo>
                <a:lnTo>
                  <a:pt x="8200" y="2775"/>
                </a:lnTo>
                <a:lnTo>
                  <a:pt x="8249" y="2921"/>
                </a:lnTo>
                <a:lnTo>
                  <a:pt x="8322" y="3091"/>
                </a:lnTo>
                <a:lnTo>
                  <a:pt x="8419" y="3213"/>
                </a:lnTo>
                <a:lnTo>
                  <a:pt x="8516" y="3334"/>
                </a:lnTo>
                <a:lnTo>
                  <a:pt x="8589" y="3432"/>
                </a:lnTo>
                <a:lnTo>
                  <a:pt x="8638" y="3529"/>
                </a:lnTo>
                <a:lnTo>
                  <a:pt x="8662" y="3651"/>
                </a:lnTo>
                <a:lnTo>
                  <a:pt x="8662" y="3748"/>
                </a:lnTo>
                <a:lnTo>
                  <a:pt x="8638" y="3845"/>
                </a:lnTo>
                <a:lnTo>
                  <a:pt x="8614" y="3967"/>
                </a:lnTo>
                <a:lnTo>
                  <a:pt x="8516" y="4162"/>
                </a:lnTo>
                <a:lnTo>
                  <a:pt x="8297" y="4551"/>
                </a:lnTo>
                <a:lnTo>
                  <a:pt x="8200" y="4746"/>
                </a:lnTo>
                <a:lnTo>
                  <a:pt x="8103" y="4940"/>
                </a:lnTo>
                <a:lnTo>
                  <a:pt x="8054" y="5062"/>
                </a:lnTo>
                <a:lnTo>
                  <a:pt x="8054" y="5208"/>
                </a:lnTo>
                <a:lnTo>
                  <a:pt x="8054" y="5354"/>
                </a:lnTo>
                <a:lnTo>
                  <a:pt x="8078" y="5476"/>
                </a:lnTo>
                <a:lnTo>
                  <a:pt x="8127" y="5622"/>
                </a:lnTo>
                <a:lnTo>
                  <a:pt x="8224" y="5719"/>
                </a:lnTo>
                <a:lnTo>
                  <a:pt x="8297" y="5816"/>
                </a:lnTo>
                <a:lnTo>
                  <a:pt x="8419" y="5889"/>
                </a:lnTo>
                <a:lnTo>
                  <a:pt x="8492" y="5914"/>
                </a:lnTo>
                <a:lnTo>
                  <a:pt x="8565" y="5914"/>
                </a:lnTo>
                <a:lnTo>
                  <a:pt x="8614" y="5889"/>
                </a:lnTo>
                <a:lnTo>
                  <a:pt x="8662" y="5841"/>
                </a:lnTo>
                <a:lnTo>
                  <a:pt x="8711" y="5792"/>
                </a:lnTo>
                <a:lnTo>
                  <a:pt x="8711" y="5719"/>
                </a:lnTo>
                <a:lnTo>
                  <a:pt x="8687" y="5670"/>
                </a:lnTo>
                <a:lnTo>
                  <a:pt x="8662" y="5597"/>
                </a:lnTo>
                <a:lnTo>
                  <a:pt x="8589" y="5476"/>
                </a:lnTo>
                <a:lnTo>
                  <a:pt x="8541" y="5378"/>
                </a:lnTo>
                <a:lnTo>
                  <a:pt x="8516" y="5257"/>
                </a:lnTo>
                <a:lnTo>
                  <a:pt x="8516" y="5159"/>
                </a:lnTo>
                <a:lnTo>
                  <a:pt x="8541" y="5038"/>
                </a:lnTo>
                <a:lnTo>
                  <a:pt x="8565" y="4940"/>
                </a:lnTo>
                <a:lnTo>
                  <a:pt x="8687" y="4721"/>
                </a:lnTo>
                <a:lnTo>
                  <a:pt x="8954" y="4283"/>
                </a:lnTo>
                <a:lnTo>
                  <a:pt x="9076" y="4040"/>
                </a:lnTo>
                <a:lnTo>
                  <a:pt x="9100" y="3943"/>
                </a:lnTo>
                <a:lnTo>
                  <a:pt x="9125" y="3821"/>
                </a:lnTo>
                <a:lnTo>
                  <a:pt x="9125" y="3626"/>
                </a:lnTo>
                <a:lnTo>
                  <a:pt x="9076" y="3480"/>
                </a:lnTo>
                <a:lnTo>
                  <a:pt x="9027" y="3310"/>
                </a:lnTo>
                <a:lnTo>
                  <a:pt x="8930" y="3164"/>
                </a:lnTo>
                <a:lnTo>
                  <a:pt x="8784" y="2921"/>
                </a:lnTo>
                <a:lnTo>
                  <a:pt x="8711" y="2823"/>
                </a:lnTo>
                <a:lnTo>
                  <a:pt x="8662" y="2726"/>
                </a:lnTo>
                <a:lnTo>
                  <a:pt x="8662" y="2604"/>
                </a:lnTo>
                <a:lnTo>
                  <a:pt x="8662" y="2507"/>
                </a:lnTo>
                <a:lnTo>
                  <a:pt x="8711" y="2361"/>
                </a:lnTo>
                <a:lnTo>
                  <a:pt x="8784" y="2215"/>
                </a:lnTo>
                <a:lnTo>
                  <a:pt x="8954" y="1899"/>
                </a:lnTo>
                <a:lnTo>
                  <a:pt x="9076" y="1582"/>
                </a:lnTo>
                <a:lnTo>
                  <a:pt x="9125" y="1436"/>
                </a:lnTo>
                <a:lnTo>
                  <a:pt x="9149" y="1266"/>
                </a:lnTo>
                <a:lnTo>
                  <a:pt x="9149" y="1096"/>
                </a:lnTo>
                <a:lnTo>
                  <a:pt x="9125" y="901"/>
                </a:lnTo>
                <a:lnTo>
                  <a:pt x="9100" y="755"/>
                </a:lnTo>
                <a:lnTo>
                  <a:pt x="9052" y="609"/>
                </a:lnTo>
                <a:lnTo>
                  <a:pt x="8979" y="463"/>
                </a:lnTo>
                <a:lnTo>
                  <a:pt x="8881" y="341"/>
                </a:lnTo>
                <a:lnTo>
                  <a:pt x="8784" y="220"/>
                </a:lnTo>
                <a:lnTo>
                  <a:pt x="8662" y="122"/>
                </a:lnTo>
                <a:lnTo>
                  <a:pt x="8541" y="49"/>
                </a:lnTo>
                <a:lnTo>
                  <a:pt x="8395" y="1"/>
                </a:lnTo>
                <a:close/>
                <a:moveTo>
                  <a:pt x="6497" y="7982"/>
                </a:moveTo>
                <a:lnTo>
                  <a:pt x="6424" y="8079"/>
                </a:lnTo>
                <a:lnTo>
                  <a:pt x="6229" y="8055"/>
                </a:lnTo>
                <a:lnTo>
                  <a:pt x="5791" y="8030"/>
                </a:lnTo>
                <a:lnTo>
                  <a:pt x="6156" y="8006"/>
                </a:lnTo>
                <a:lnTo>
                  <a:pt x="6497" y="7982"/>
                </a:lnTo>
                <a:close/>
                <a:moveTo>
                  <a:pt x="10512" y="6911"/>
                </a:moveTo>
                <a:lnTo>
                  <a:pt x="11242" y="6960"/>
                </a:lnTo>
                <a:lnTo>
                  <a:pt x="11972" y="7009"/>
                </a:lnTo>
                <a:lnTo>
                  <a:pt x="12677" y="7106"/>
                </a:lnTo>
                <a:lnTo>
                  <a:pt x="13407" y="7228"/>
                </a:lnTo>
                <a:lnTo>
                  <a:pt x="14089" y="7374"/>
                </a:lnTo>
                <a:lnTo>
                  <a:pt x="14186" y="7422"/>
                </a:lnTo>
                <a:lnTo>
                  <a:pt x="14259" y="7471"/>
                </a:lnTo>
                <a:lnTo>
                  <a:pt x="14283" y="7520"/>
                </a:lnTo>
                <a:lnTo>
                  <a:pt x="14283" y="7593"/>
                </a:lnTo>
                <a:lnTo>
                  <a:pt x="14259" y="7666"/>
                </a:lnTo>
                <a:lnTo>
                  <a:pt x="14210" y="7714"/>
                </a:lnTo>
                <a:lnTo>
                  <a:pt x="14162" y="7787"/>
                </a:lnTo>
                <a:lnTo>
                  <a:pt x="14089" y="7836"/>
                </a:lnTo>
                <a:lnTo>
                  <a:pt x="13894" y="7909"/>
                </a:lnTo>
                <a:lnTo>
                  <a:pt x="13699" y="7958"/>
                </a:lnTo>
                <a:lnTo>
                  <a:pt x="13310" y="8030"/>
                </a:lnTo>
                <a:lnTo>
                  <a:pt x="12775" y="8079"/>
                </a:lnTo>
                <a:lnTo>
                  <a:pt x="12750" y="8006"/>
                </a:lnTo>
                <a:lnTo>
                  <a:pt x="12677" y="7982"/>
                </a:lnTo>
                <a:lnTo>
                  <a:pt x="12215" y="7860"/>
                </a:lnTo>
                <a:lnTo>
                  <a:pt x="11753" y="7787"/>
                </a:lnTo>
                <a:lnTo>
                  <a:pt x="11290" y="7714"/>
                </a:lnTo>
                <a:lnTo>
                  <a:pt x="10804" y="7666"/>
                </a:lnTo>
                <a:lnTo>
                  <a:pt x="9855" y="7617"/>
                </a:lnTo>
                <a:lnTo>
                  <a:pt x="8906" y="7593"/>
                </a:lnTo>
                <a:lnTo>
                  <a:pt x="7884" y="7593"/>
                </a:lnTo>
                <a:lnTo>
                  <a:pt x="6862" y="7641"/>
                </a:lnTo>
                <a:lnTo>
                  <a:pt x="6424" y="7666"/>
                </a:lnTo>
                <a:lnTo>
                  <a:pt x="5986" y="7714"/>
                </a:lnTo>
                <a:lnTo>
                  <a:pt x="5767" y="7739"/>
                </a:lnTo>
                <a:lnTo>
                  <a:pt x="5548" y="7787"/>
                </a:lnTo>
                <a:lnTo>
                  <a:pt x="5353" y="7860"/>
                </a:lnTo>
                <a:lnTo>
                  <a:pt x="5159" y="7933"/>
                </a:lnTo>
                <a:lnTo>
                  <a:pt x="5159" y="7958"/>
                </a:lnTo>
                <a:lnTo>
                  <a:pt x="5159" y="7982"/>
                </a:lnTo>
                <a:lnTo>
                  <a:pt x="5207" y="8006"/>
                </a:lnTo>
                <a:lnTo>
                  <a:pt x="5207" y="8006"/>
                </a:lnTo>
                <a:lnTo>
                  <a:pt x="4696" y="7958"/>
                </a:lnTo>
                <a:lnTo>
                  <a:pt x="4331" y="7933"/>
                </a:lnTo>
                <a:lnTo>
                  <a:pt x="3869" y="7909"/>
                </a:lnTo>
                <a:lnTo>
                  <a:pt x="3626" y="7860"/>
                </a:lnTo>
                <a:lnTo>
                  <a:pt x="3431" y="7787"/>
                </a:lnTo>
                <a:lnTo>
                  <a:pt x="3334" y="7739"/>
                </a:lnTo>
                <a:lnTo>
                  <a:pt x="3261" y="7666"/>
                </a:lnTo>
                <a:lnTo>
                  <a:pt x="3212" y="7617"/>
                </a:lnTo>
                <a:lnTo>
                  <a:pt x="3163" y="7520"/>
                </a:lnTo>
                <a:lnTo>
                  <a:pt x="3261" y="7471"/>
                </a:lnTo>
                <a:lnTo>
                  <a:pt x="3358" y="7398"/>
                </a:lnTo>
                <a:lnTo>
                  <a:pt x="3577" y="7325"/>
                </a:lnTo>
                <a:lnTo>
                  <a:pt x="3820" y="7301"/>
                </a:lnTo>
                <a:lnTo>
                  <a:pt x="4064" y="7276"/>
                </a:lnTo>
                <a:lnTo>
                  <a:pt x="5548" y="7130"/>
                </a:lnTo>
                <a:lnTo>
                  <a:pt x="6935" y="7009"/>
                </a:lnTo>
                <a:lnTo>
                  <a:pt x="8322" y="6936"/>
                </a:lnTo>
                <a:lnTo>
                  <a:pt x="9052" y="6911"/>
                </a:lnTo>
                <a:close/>
                <a:moveTo>
                  <a:pt x="7032" y="7933"/>
                </a:moveTo>
                <a:lnTo>
                  <a:pt x="6935" y="8079"/>
                </a:lnTo>
                <a:lnTo>
                  <a:pt x="6935" y="8103"/>
                </a:lnTo>
                <a:lnTo>
                  <a:pt x="6765" y="8079"/>
                </a:lnTo>
                <a:lnTo>
                  <a:pt x="6789" y="8030"/>
                </a:lnTo>
                <a:lnTo>
                  <a:pt x="6862" y="7958"/>
                </a:lnTo>
                <a:lnTo>
                  <a:pt x="6862" y="7933"/>
                </a:lnTo>
                <a:close/>
                <a:moveTo>
                  <a:pt x="7519" y="7909"/>
                </a:moveTo>
                <a:lnTo>
                  <a:pt x="7470" y="8006"/>
                </a:lnTo>
                <a:lnTo>
                  <a:pt x="7421" y="8103"/>
                </a:lnTo>
                <a:lnTo>
                  <a:pt x="7275" y="8103"/>
                </a:lnTo>
                <a:lnTo>
                  <a:pt x="7348" y="8006"/>
                </a:lnTo>
                <a:lnTo>
                  <a:pt x="7421" y="7909"/>
                </a:lnTo>
                <a:close/>
                <a:moveTo>
                  <a:pt x="8054" y="7909"/>
                </a:moveTo>
                <a:lnTo>
                  <a:pt x="7981" y="8006"/>
                </a:lnTo>
                <a:lnTo>
                  <a:pt x="7908" y="8103"/>
                </a:lnTo>
                <a:lnTo>
                  <a:pt x="7908" y="8128"/>
                </a:lnTo>
                <a:lnTo>
                  <a:pt x="7665" y="8128"/>
                </a:lnTo>
                <a:lnTo>
                  <a:pt x="7689" y="8030"/>
                </a:lnTo>
                <a:lnTo>
                  <a:pt x="7786" y="7909"/>
                </a:lnTo>
                <a:close/>
                <a:moveTo>
                  <a:pt x="8468" y="7909"/>
                </a:moveTo>
                <a:lnTo>
                  <a:pt x="8395" y="8006"/>
                </a:lnTo>
                <a:lnTo>
                  <a:pt x="8322" y="8128"/>
                </a:lnTo>
                <a:lnTo>
                  <a:pt x="8224" y="8128"/>
                </a:lnTo>
                <a:lnTo>
                  <a:pt x="8322" y="7909"/>
                </a:lnTo>
                <a:close/>
                <a:moveTo>
                  <a:pt x="8784" y="7909"/>
                </a:moveTo>
                <a:lnTo>
                  <a:pt x="8662" y="8128"/>
                </a:lnTo>
                <a:lnTo>
                  <a:pt x="8541" y="8128"/>
                </a:lnTo>
                <a:lnTo>
                  <a:pt x="8589" y="7909"/>
                </a:lnTo>
                <a:close/>
                <a:moveTo>
                  <a:pt x="10171" y="7958"/>
                </a:moveTo>
                <a:lnTo>
                  <a:pt x="10122" y="8006"/>
                </a:lnTo>
                <a:lnTo>
                  <a:pt x="10001" y="8128"/>
                </a:lnTo>
                <a:lnTo>
                  <a:pt x="9976" y="8128"/>
                </a:lnTo>
                <a:lnTo>
                  <a:pt x="10049" y="7958"/>
                </a:lnTo>
                <a:close/>
                <a:moveTo>
                  <a:pt x="10414" y="7982"/>
                </a:moveTo>
                <a:lnTo>
                  <a:pt x="10585" y="8006"/>
                </a:lnTo>
                <a:lnTo>
                  <a:pt x="10585" y="8055"/>
                </a:lnTo>
                <a:lnTo>
                  <a:pt x="10560" y="8128"/>
                </a:lnTo>
                <a:lnTo>
                  <a:pt x="10341" y="8128"/>
                </a:lnTo>
                <a:lnTo>
                  <a:pt x="10414" y="7982"/>
                </a:lnTo>
                <a:close/>
                <a:moveTo>
                  <a:pt x="10779" y="8006"/>
                </a:moveTo>
                <a:lnTo>
                  <a:pt x="11485" y="8103"/>
                </a:lnTo>
                <a:lnTo>
                  <a:pt x="10804" y="8128"/>
                </a:lnTo>
                <a:lnTo>
                  <a:pt x="10779" y="8055"/>
                </a:lnTo>
                <a:lnTo>
                  <a:pt x="10779" y="8006"/>
                </a:lnTo>
                <a:close/>
                <a:moveTo>
                  <a:pt x="9319" y="7909"/>
                </a:moveTo>
                <a:lnTo>
                  <a:pt x="9222" y="8030"/>
                </a:lnTo>
                <a:lnTo>
                  <a:pt x="9125" y="8152"/>
                </a:lnTo>
                <a:lnTo>
                  <a:pt x="8979" y="8152"/>
                </a:lnTo>
                <a:lnTo>
                  <a:pt x="9027" y="7909"/>
                </a:lnTo>
                <a:close/>
                <a:moveTo>
                  <a:pt x="9417" y="7909"/>
                </a:moveTo>
                <a:lnTo>
                  <a:pt x="9952" y="7958"/>
                </a:lnTo>
                <a:lnTo>
                  <a:pt x="9855" y="8103"/>
                </a:lnTo>
                <a:lnTo>
                  <a:pt x="9855" y="8128"/>
                </a:lnTo>
                <a:lnTo>
                  <a:pt x="9611" y="8128"/>
                </a:lnTo>
                <a:lnTo>
                  <a:pt x="9660" y="8030"/>
                </a:lnTo>
                <a:lnTo>
                  <a:pt x="9660" y="7982"/>
                </a:lnTo>
                <a:lnTo>
                  <a:pt x="9636" y="7958"/>
                </a:lnTo>
                <a:lnTo>
                  <a:pt x="9611" y="7933"/>
                </a:lnTo>
                <a:lnTo>
                  <a:pt x="9563" y="7958"/>
                </a:lnTo>
                <a:lnTo>
                  <a:pt x="9441" y="8103"/>
                </a:lnTo>
                <a:lnTo>
                  <a:pt x="9417" y="8152"/>
                </a:lnTo>
                <a:lnTo>
                  <a:pt x="9344" y="8152"/>
                </a:lnTo>
                <a:lnTo>
                  <a:pt x="9417" y="7933"/>
                </a:lnTo>
                <a:lnTo>
                  <a:pt x="9417" y="7909"/>
                </a:lnTo>
                <a:close/>
                <a:moveTo>
                  <a:pt x="1874" y="8955"/>
                </a:moveTo>
                <a:lnTo>
                  <a:pt x="2117" y="9004"/>
                </a:lnTo>
                <a:lnTo>
                  <a:pt x="2360" y="9052"/>
                </a:lnTo>
                <a:lnTo>
                  <a:pt x="2604" y="9052"/>
                </a:lnTo>
                <a:lnTo>
                  <a:pt x="2823" y="10342"/>
                </a:lnTo>
                <a:lnTo>
                  <a:pt x="3115" y="11607"/>
                </a:lnTo>
                <a:lnTo>
                  <a:pt x="3309" y="12362"/>
                </a:lnTo>
                <a:lnTo>
                  <a:pt x="3309" y="12362"/>
                </a:lnTo>
                <a:lnTo>
                  <a:pt x="3163" y="12167"/>
                </a:lnTo>
                <a:lnTo>
                  <a:pt x="2993" y="11997"/>
                </a:lnTo>
                <a:lnTo>
                  <a:pt x="2823" y="11826"/>
                </a:lnTo>
                <a:lnTo>
                  <a:pt x="2628" y="11656"/>
                </a:lnTo>
                <a:lnTo>
                  <a:pt x="2385" y="11486"/>
                </a:lnTo>
                <a:lnTo>
                  <a:pt x="2117" y="11315"/>
                </a:lnTo>
                <a:lnTo>
                  <a:pt x="1825" y="11145"/>
                </a:lnTo>
                <a:lnTo>
                  <a:pt x="1557" y="10950"/>
                </a:lnTo>
                <a:lnTo>
                  <a:pt x="1338" y="10731"/>
                </a:lnTo>
                <a:lnTo>
                  <a:pt x="1217" y="10610"/>
                </a:lnTo>
                <a:lnTo>
                  <a:pt x="1144" y="10464"/>
                </a:lnTo>
                <a:lnTo>
                  <a:pt x="1071" y="10342"/>
                </a:lnTo>
                <a:lnTo>
                  <a:pt x="998" y="10196"/>
                </a:lnTo>
                <a:lnTo>
                  <a:pt x="973" y="10050"/>
                </a:lnTo>
                <a:lnTo>
                  <a:pt x="949" y="9880"/>
                </a:lnTo>
                <a:lnTo>
                  <a:pt x="949" y="9734"/>
                </a:lnTo>
                <a:lnTo>
                  <a:pt x="998" y="9563"/>
                </a:lnTo>
                <a:lnTo>
                  <a:pt x="1046" y="9442"/>
                </a:lnTo>
                <a:lnTo>
                  <a:pt x="1119" y="9320"/>
                </a:lnTo>
                <a:lnTo>
                  <a:pt x="1241" y="9198"/>
                </a:lnTo>
                <a:lnTo>
                  <a:pt x="1338" y="9101"/>
                </a:lnTo>
                <a:lnTo>
                  <a:pt x="1484" y="9028"/>
                </a:lnTo>
                <a:lnTo>
                  <a:pt x="1630" y="8979"/>
                </a:lnTo>
                <a:lnTo>
                  <a:pt x="1752" y="8955"/>
                </a:lnTo>
                <a:close/>
                <a:moveTo>
                  <a:pt x="14137" y="15525"/>
                </a:moveTo>
                <a:lnTo>
                  <a:pt x="14405" y="15598"/>
                </a:lnTo>
                <a:lnTo>
                  <a:pt x="14405" y="15720"/>
                </a:lnTo>
                <a:lnTo>
                  <a:pt x="14405" y="15841"/>
                </a:lnTo>
                <a:lnTo>
                  <a:pt x="14381" y="15939"/>
                </a:lnTo>
                <a:lnTo>
                  <a:pt x="14356" y="16012"/>
                </a:lnTo>
                <a:lnTo>
                  <a:pt x="14283" y="16060"/>
                </a:lnTo>
                <a:lnTo>
                  <a:pt x="14235" y="16085"/>
                </a:lnTo>
                <a:lnTo>
                  <a:pt x="14137" y="16109"/>
                </a:lnTo>
                <a:lnTo>
                  <a:pt x="14040" y="16109"/>
                </a:lnTo>
                <a:lnTo>
                  <a:pt x="13529" y="16133"/>
                </a:lnTo>
                <a:lnTo>
                  <a:pt x="13018" y="16133"/>
                </a:lnTo>
                <a:lnTo>
                  <a:pt x="13213" y="15866"/>
                </a:lnTo>
                <a:lnTo>
                  <a:pt x="13383" y="15549"/>
                </a:lnTo>
                <a:lnTo>
                  <a:pt x="13797" y="15549"/>
                </a:lnTo>
                <a:lnTo>
                  <a:pt x="14137" y="15525"/>
                </a:lnTo>
                <a:close/>
                <a:moveTo>
                  <a:pt x="4623" y="15379"/>
                </a:moveTo>
                <a:lnTo>
                  <a:pt x="4891" y="15768"/>
                </a:lnTo>
                <a:lnTo>
                  <a:pt x="5183" y="16157"/>
                </a:lnTo>
                <a:lnTo>
                  <a:pt x="5183" y="16157"/>
                </a:lnTo>
                <a:lnTo>
                  <a:pt x="3796" y="16085"/>
                </a:lnTo>
                <a:lnTo>
                  <a:pt x="3674" y="16109"/>
                </a:lnTo>
                <a:lnTo>
                  <a:pt x="3577" y="16060"/>
                </a:lnTo>
                <a:lnTo>
                  <a:pt x="3504" y="15987"/>
                </a:lnTo>
                <a:lnTo>
                  <a:pt x="3455" y="15841"/>
                </a:lnTo>
                <a:lnTo>
                  <a:pt x="3772" y="15695"/>
                </a:lnTo>
                <a:lnTo>
                  <a:pt x="4185" y="15525"/>
                </a:lnTo>
                <a:lnTo>
                  <a:pt x="4623" y="15379"/>
                </a:lnTo>
                <a:close/>
                <a:moveTo>
                  <a:pt x="3017" y="7982"/>
                </a:moveTo>
                <a:lnTo>
                  <a:pt x="3163" y="8079"/>
                </a:lnTo>
                <a:lnTo>
                  <a:pt x="3309" y="8152"/>
                </a:lnTo>
                <a:lnTo>
                  <a:pt x="3480" y="8201"/>
                </a:lnTo>
                <a:lnTo>
                  <a:pt x="3650" y="8249"/>
                </a:lnTo>
                <a:lnTo>
                  <a:pt x="3991" y="8298"/>
                </a:lnTo>
                <a:lnTo>
                  <a:pt x="4331" y="8322"/>
                </a:lnTo>
                <a:lnTo>
                  <a:pt x="5329" y="8420"/>
                </a:lnTo>
                <a:lnTo>
                  <a:pt x="6302" y="8493"/>
                </a:lnTo>
                <a:lnTo>
                  <a:pt x="7300" y="8541"/>
                </a:lnTo>
                <a:lnTo>
                  <a:pt x="8297" y="8566"/>
                </a:lnTo>
                <a:lnTo>
                  <a:pt x="10293" y="8566"/>
                </a:lnTo>
                <a:lnTo>
                  <a:pt x="12288" y="8517"/>
                </a:lnTo>
                <a:lnTo>
                  <a:pt x="13067" y="8493"/>
                </a:lnTo>
                <a:lnTo>
                  <a:pt x="13432" y="8468"/>
                </a:lnTo>
                <a:lnTo>
                  <a:pt x="13821" y="8395"/>
                </a:lnTo>
                <a:lnTo>
                  <a:pt x="14016" y="8347"/>
                </a:lnTo>
                <a:lnTo>
                  <a:pt x="14235" y="8249"/>
                </a:lnTo>
                <a:lnTo>
                  <a:pt x="14454" y="8152"/>
                </a:lnTo>
                <a:lnTo>
                  <a:pt x="14648" y="8006"/>
                </a:lnTo>
                <a:lnTo>
                  <a:pt x="14648" y="8931"/>
                </a:lnTo>
                <a:lnTo>
                  <a:pt x="14478" y="8931"/>
                </a:lnTo>
                <a:lnTo>
                  <a:pt x="14308" y="8955"/>
                </a:lnTo>
                <a:lnTo>
                  <a:pt x="13943" y="9052"/>
                </a:lnTo>
                <a:lnTo>
                  <a:pt x="13334" y="9174"/>
                </a:lnTo>
                <a:lnTo>
                  <a:pt x="12726" y="9247"/>
                </a:lnTo>
                <a:lnTo>
                  <a:pt x="12458" y="9271"/>
                </a:lnTo>
                <a:lnTo>
                  <a:pt x="12191" y="9271"/>
                </a:lnTo>
                <a:lnTo>
                  <a:pt x="11655" y="9247"/>
                </a:lnTo>
                <a:lnTo>
                  <a:pt x="10585" y="9247"/>
                </a:lnTo>
                <a:lnTo>
                  <a:pt x="10536" y="9271"/>
                </a:lnTo>
                <a:lnTo>
                  <a:pt x="10536" y="9296"/>
                </a:lnTo>
                <a:lnTo>
                  <a:pt x="10536" y="9344"/>
                </a:lnTo>
                <a:lnTo>
                  <a:pt x="10560" y="9369"/>
                </a:lnTo>
                <a:lnTo>
                  <a:pt x="10828" y="9442"/>
                </a:lnTo>
                <a:lnTo>
                  <a:pt x="11096" y="9490"/>
                </a:lnTo>
                <a:lnTo>
                  <a:pt x="11363" y="9539"/>
                </a:lnTo>
                <a:lnTo>
                  <a:pt x="11631" y="9563"/>
                </a:lnTo>
                <a:lnTo>
                  <a:pt x="12191" y="9539"/>
                </a:lnTo>
                <a:lnTo>
                  <a:pt x="12726" y="9515"/>
                </a:lnTo>
                <a:lnTo>
                  <a:pt x="13213" y="9490"/>
                </a:lnTo>
                <a:lnTo>
                  <a:pt x="13724" y="9417"/>
                </a:lnTo>
                <a:lnTo>
                  <a:pt x="13967" y="9369"/>
                </a:lnTo>
                <a:lnTo>
                  <a:pt x="14210" y="9320"/>
                </a:lnTo>
                <a:lnTo>
                  <a:pt x="14429" y="9223"/>
                </a:lnTo>
                <a:lnTo>
                  <a:pt x="14648" y="9125"/>
                </a:lnTo>
                <a:lnTo>
                  <a:pt x="14648" y="9125"/>
                </a:lnTo>
                <a:lnTo>
                  <a:pt x="14600" y="9612"/>
                </a:lnTo>
                <a:lnTo>
                  <a:pt x="13748" y="9855"/>
                </a:lnTo>
                <a:lnTo>
                  <a:pt x="13310" y="9977"/>
                </a:lnTo>
                <a:lnTo>
                  <a:pt x="12872" y="10050"/>
                </a:lnTo>
                <a:lnTo>
                  <a:pt x="12410" y="10050"/>
                </a:lnTo>
                <a:lnTo>
                  <a:pt x="11947" y="10026"/>
                </a:lnTo>
                <a:lnTo>
                  <a:pt x="11485" y="9977"/>
                </a:lnTo>
                <a:lnTo>
                  <a:pt x="11266" y="9977"/>
                </a:lnTo>
                <a:lnTo>
                  <a:pt x="11047" y="10001"/>
                </a:lnTo>
                <a:lnTo>
                  <a:pt x="10974" y="10026"/>
                </a:lnTo>
                <a:lnTo>
                  <a:pt x="10950" y="10074"/>
                </a:lnTo>
                <a:lnTo>
                  <a:pt x="10950" y="10123"/>
                </a:lnTo>
                <a:lnTo>
                  <a:pt x="10998" y="10172"/>
                </a:lnTo>
                <a:lnTo>
                  <a:pt x="11217" y="10293"/>
                </a:lnTo>
                <a:lnTo>
                  <a:pt x="11461" y="10366"/>
                </a:lnTo>
                <a:lnTo>
                  <a:pt x="11704" y="10439"/>
                </a:lnTo>
                <a:lnTo>
                  <a:pt x="11996" y="10464"/>
                </a:lnTo>
                <a:lnTo>
                  <a:pt x="12264" y="10464"/>
                </a:lnTo>
                <a:lnTo>
                  <a:pt x="12531" y="10439"/>
                </a:lnTo>
                <a:lnTo>
                  <a:pt x="13042" y="10415"/>
                </a:lnTo>
                <a:lnTo>
                  <a:pt x="13432" y="10342"/>
                </a:lnTo>
                <a:lnTo>
                  <a:pt x="13821" y="10269"/>
                </a:lnTo>
                <a:lnTo>
                  <a:pt x="14210" y="10123"/>
                </a:lnTo>
                <a:lnTo>
                  <a:pt x="14551" y="9953"/>
                </a:lnTo>
                <a:lnTo>
                  <a:pt x="14551" y="10074"/>
                </a:lnTo>
                <a:lnTo>
                  <a:pt x="14454" y="10537"/>
                </a:lnTo>
                <a:lnTo>
                  <a:pt x="14113" y="10585"/>
                </a:lnTo>
                <a:lnTo>
                  <a:pt x="13772" y="10658"/>
                </a:lnTo>
                <a:lnTo>
                  <a:pt x="13456" y="10756"/>
                </a:lnTo>
                <a:lnTo>
                  <a:pt x="13140" y="10829"/>
                </a:lnTo>
                <a:lnTo>
                  <a:pt x="12702" y="10853"/>
                </a:lnTo>
                <a:lnTo>
                  <a:pt x="12264" y="10902"/>
                </a:lnTo>
                <a:lnTo>
                  <a:pt x="11826" y="10950"/>
                </a:lnTo>
                <a:lnTo>
                  <a:pt x="11607" y="10999"/>
                </a:lnTo>
                <a:lnTo>
                  <a:pt x="11412" y="11072"/>
                </a:lnTo>
                <a:lnTo>
                  <a:pt x="11388" y="11096"/>
                </a:lnTo>
                <a:lnTo>
                  <a:pt x="11412" y="11121"/>
                </a:lnTo>
                <a:lnTo>
                  <a:pt x="11607" y="11218"/>
                </a:lnTo>
                <a:lnTo>
                  <a:pt x="11826" y="11267"/>
                </a:lnTo>
                <a:lnTo>
                  <a:pt x="12045" y="11291"/>
                </a:lnTo>
                <a:lnTo>
                  <a:pt x="12288" y="11291"/>
                </a:lnTo>
                <a:lnTo>
                  <a:pt x="12750" y="11242"/>
                </a:lnTo>
                <a:lnTo>
                  <a:pt x="13188" y="11194"/>
                </a:lnTo>
                <a:lnTo>
                  <a:pt x="13748" y="11121"/>
                </a:lnTo>
                <a:lnTo>
                  <a:pt x="14064" y="11048"/>
                </a:lnTo>
                <a:lnTo>
                  <a:pt x="14356" y="10950"/>
                </a:lnTo>
                <a:lnTo>
                  <a:pt x="14162" y="11729"/>
                </a:lnTo>
                <a:lnTo>
                  <a:pt x="13845" y="11753"/>
                </a:lnTo>
                <a:lnTo>
                  <a:pt x="13553" y="11778"/>
                </a:lnTo>
                <a:lnTo>
                  <a:pt x="12921" y="11875"/>
                </a:lnTo>
                <a:lnTo>
                  <a:pt x="12653" y="11875"/>
                </a:lnTo>
                <a:lnTo>
                  <a:pt x="12337" y="11899"/>
                </a:lnTo>
                <a:lnTo>
                  <a:pt x="12191" y="11899"/>
                </a:lnTo>
                <a:lnTo>
                  <a:pt x="12069" y="11948"/>
                </a:lnTo>
                <a:lnTo>
                  <a:pt x="11923" y="11997"/>
                </a:lnTo>
                <a:lnTo>
                  <a:pt x="11801" y="12070"/>
                </a:lnTo>
                <a:lnTo>
                  <a:pt x="11801" y="12094"/>
                </a:lnTo>
                <a:lnTo>
                  <a:pt x="11801" y="12118"/>
                </a:lnTo>
                <a:lnTo>
                  <a:pt x="11923" y="12191"/>
                </a:lnTo>
                <a:lnTo>
                  <a:pt x="12069" y="12240"/>
                </a:lnTo>
                <a:lnTo>
                  <a:pt x="12191" y="12264"/>
                </a:lnTo>
                <a:lnTo>
                  <a:pt x="12653" y="12264"/>
                </a:lnTo>
                <a:lnTo>
                  <a:pt x="12921" y="12216"/>
                </a:lnTo>
                <a:lnTo>
                  <a:pt x="13505" y="12167"/>
                </a:lnTo>
                <a:lnTo>
                  <a:pt x="13772" y="12143"/>
                </a:lnTo>
                <a:lnTo>
                  <a:pt x="14064" y="12070"/>
                </a:lnTo>
                <a:lnTo>
                  <a:pt x="14064" y="12070"/>
                </a:lnTo>
                <a:lnTo>
                  <a:pt x="13943" y="12483"/>
                </a:lnTo>
                <a:lnTo>
                  <a:pt x="13845" y="12848"/>
                </a:lnTo>
                <a:lnTo>
                  <a:pt x="13724" y="12800"/>
                </a:lnTo>
                <a:lnTo>
                  <a:pt x="13626" y="12775"/>
                </a:lnTo>
                <a:lnTo>
                  <a:pt x="13383" y="12775"/>
                </a:lnTo>
                <a:lnTo>
                  <a:pt x="12896" y="12848"/>
                </a:lnTo>
                <a:lnTo>
                  <a:pt x="12337" y="12897"/>
                </a:lnTo>
                <a:lnTo>
                  <a:pt x="12069" y="12946"/>
                </a:lnTo>
                <a:lnTo>
                  <a:pt x="11777" y="13043"/>
                </a:lnTo>
                <a:lnTo>
                  <a:pt x="11753" y="13067"/>
                </a:lnTo>
                <a:lnTo>
                  <a:pt x="11753" y="13116"/>
                </a:lnTo>
                <a:lnTo>
                  <a:pt x="11777" y="13165"/>
                </a:lnTo>
                <a:lnTo>
                  <a:pt x="11801" y="13189"/>
                </a:lnTo>
                <a:lnTo>
                  <a:pt x="12069" y="13238"/>
                </a:lnTo>
                <a:lnTo>
                  <a:pt x="12361" y="13238"/>
                </a:lnTo>
                <a:lnTo>
                  <a:pt x="12896" y="13213"/>
                </a:lnTo>
                <a:lnTo>
                  <a:pt x="13334" y="13189"/>
                </a:lnTo>
                <a:lnTo>
                  <a:pt x="13578" y="13165"/>
                </a:lnTo>
                <a:lnTo>
                  <a:pt x="13675" y="13140"/>
                </a:lnTo>
                <a:lnTo>
                  <a:pt x="13772" y="13092"/>
                </a:lnTo>
                <a:lnTo>
                  <a:pt x="13772" y="13092"/>
                </a:lnTo>
                <a:lnTo>
                  <a:pt x="13505" y="13870"/>
                </a:lnTo>
                <a:lnTo>
                  <a:pt x="13310" y="13870"/>
                </a:lnTo>
                <a:lnTo>
                  <a:pt x="13115" y="13895"/>
                </a:lnTo>
                <a:lnTo>
                  <a:pt x="12896" y="13919"/>
                </a:lnTo>
                <a:lnTo>
                  <a:pt x="12702" y="13943"/>
                </a:lnTo>
                <a:lnTo>
                  <a:pt x="12483" y="13943"/>
                </a:lnTo>
                <a:lnTo>
                  <a:pt x="12239" y="13919"/>
                </a:lnTo>
                <a:lnTo>
                  <a:pt x="11777" y="13870"/>
                </a:lnTo>
                <a:lnTo>
                  <a:pt x="11753" y="13895"/>
                </a:lnTo>
                <a:lnTo>
                  <a:pt x="11753" y="13919"/>
                </a:lnTo>
                <a:lnTo>
                  <a:pt x="11947" y="14041"/>
                </a:lnTo>
                <a:lnTo>
                  <a:pt x="12142" y="14138"/>
                </a:lnTo>
                <a:lnTo>
                  <a:pt x="12361" y="14187"/>
                </a:lnTo>
                <a:lnTo>
                  <a:pt x="12604" y="14211"/>
                </a:lnTo>
                <a:lnTo>
                  <a:pt x="12775" y="14235"/>
                </a:lnTo>
                <a:lnTo>
                  <a:pt x="13188" y="14235"/>
                </a:lnTo>
                <a:lnTo>
                  <a:pt x="13383" y="14187"/>
                </a:lnTo>
                <a:lnTo>
                  <a:pt x="13383" y="14187"/>
                </a:lnTo>
                <a:lnTo>
                  <a:pt x="13286" y="14430"/>
                </a:lnTo>
                <a:lnTo>
                  <a:pt x="13261" y="14454"/>
                </a:lnTo>
                <a:lnTo>
                  <a:pt x="13237" y="14479"/>
                </a:lnTo>
                <a:lnTo>
                  <a:pt x="13213" y="14576"/>
                </a:lnTo>
                <a:lnTo>
                  <a:pt x="13140" y="14527"/>
                </a:lnTo>
                <a:lnTo>
                  <a:pt x="12872" y="14527"/>
                </a:lnTo>
                <a:lnTo>
                  <a:pt x="12507" y="14552"/>
                </a:lnTo>
                <a:lnTo>
                  <a:pt x="12288" y="14552"/>
                </a:lnTo>
                <a:lnTo>
                  <a:pt x="12069" y="14503"/>
                </a:lnTo>
                <a:lnTo>
                  <a:pt x="11850" y="14479"/>
                </a:lnTo>
                <a:lnTo>
                  <a:pt x="11631" y="14454"/>
                </a:lnTo>
                <a:lnTo>
                  <a:pt x="11582" y="14479"/>
                </a:lnTo>
                <a:lnTo>
                  <a:pt x="11558" y="14503"/>
                </a:lnTo>
                <a:lnTo>
                  <a:pt x="11558" y="14552"/>
                </a:lnTo>
                <a:lnTo>
                  <a:pt x="11582" y="14600"/>
                </a:lnTo>
                <a:lnTo>
                  <a:pt x="11655" y="14673"/>
                </a:lnTo>
                <a:lnTo>
                  <a:pt x="11753" y="14746"/>
                </a:lnTo>
                <a:lnTo>
                  <a:pt x="11947" y="14844"/>
                </a:lnTo>
                <a:lnTo>
                  <a:pt x="12166" y="14917"/>
                </a:lnTo>
                <a:lnTo>
                  <a:pt x="12410" y="14941"/>
                </a:lnTo>
                <a:lnTo>
                  <a:pt x="12750" y="14941"/>
                </a:lnTo>
                <a:lnTo>
                  <a:pt x="12945" y="14892"/>
                </a:lnTo>
                <a:lnTo>
                  <a:pt x="13115" y="14819"/>
                </a:lnTo>
                <a:lnTo>
                  <a:pt x="12872" y="15257"/>
                </a:lnTo>
                <a:lnTo>
                  <a:pt x="12750" y="15233"/>
                </a:lnTo>
                <a:lnTo>
                  <a:pt x="12629" y="15257"/>
                </a:lnTo>
                <a:lnTo>
                  <a:pt x="12385" y="15257"/>
                </a:lnTo>
                <a:lnTo>
                  <a:pt x="12191" y="15233"/>
                </a:lnTo>
                <a:lnTo>
                  <a:pt x="11996" y="15209"/>
                </a:lnTo>
                <a:lnTo>
                  <a:pt x="11801" y="15184"/>
                </a:lnTo>
                <a:lnTo>
                  <a:pt x="11631" y="15184"/>
                </a:lnTo>
                <a:lnTo>
                  <a:pt x="11582" y="15209"/>
                </a:lnTo>
                <a:lnTo>
                  <a:pt x="11607" y="15257"/>
                </a:lnTo>
                <a:lnTo>
                  <a:pt x="11655" y="15330"/>
                </a:lnTo>
                <a:lnTo>
                  <a:pt x="11728" y="15403"/>
                </a:lnTo>
                <a:lnTo>
                  <a:pt x="11801" y="15476"/>
                </a:lnTo>
                <a:lnTo>
                  <a:pt x="11899" y="15525"/>
                </a:lnTo>
                <a:lnTo>
                  <a:pt x="12093" y="15574"/>
                </a:lnTo>
                <a:lnTo>
                  <a:pt x="12288" y="15598"/>
                </a:lnTo>
                <a:lnTo>
                  <a:pt x="12458" y="15622"/>
                </a:lnTo>
                <a:lnTo>
                  <a:pt x="12653" y="15622"/>
                </a:lnTo>
                <a:lnTo>
                  <a:pt x="12458" y="15890"/>
                </a:lnTo>
                <a:lnTo>
                  <a:pt x="12264" y="15866"/>
                </a:lnTo>
                <a:lnTo>
                  <a:pt x="12045" y="15890"/>
                </a:lnTo>
                <a:lnTo>
                  <a:pt x="11826" y="15866"/>
                </a:lnTo>
                <a:lnTo>
                  <a:pt x="11631" y="15841"/>
                </a:lnTo>
                <a:lnTo>
                  <a:pt x="11558" y="15841"/>
                </a:lnTo>
                <a:lnTo>
                  <a:pt x="11461" y="15890"/>
                </a:lnTo>
                <a:lnTo>
                  <a:pt x="11509" y="15987"/>
                </a:lnTo>
                <a:lnTo>
                  <a:pt x="11607" y="16060"/>
                </a:lnTo>
                <a:lnTo>
                  <a:pt x="11728" y="16133"/>
                </a:lnTo>
                <a:lnTo>
                  <a:pt x="11850" y="16157"/>
                </a:lnTo>
                <a:lnTo>
                  <a:pt x="8930" y="16206"/>
                </a:lnTo>
                <a:lnTo>
                  <a:pt x="7324" y="16206"/>
                </a:lnTo>
                <a:lnTo>
                  <a:pt x="5694" y="16182"/>
                </a:lnTo>
                <a:lnTo>
                  <a:pt x="5718" y="16109"/>
                </a:lnTo>
                <a:lnTo>
                  <a:pt x="5718" y="16036"/>
                </a:lnTo>
                <a:lnTo>
                  <a:pt x="5694" y="15963"/>
                </a:lnTo>
                <a:lnTo>
                  <a:pt x="5645" y="15890"/>
                </a:lnTo>
                <a:lnTo>
                  <a:pt x="5305" y="15428"/>
                </a:lnTo>
                <a:lnTo>
                  <a:pt x="5013" y="14965"/>
                </a:lnTo>
                <a:lnTo>
                  <a:pt x="4721" y="14454"/>
                </a:lnTo>
                <a:lnTo>
                  <a:pt x="4477" y="13968"/>
                </a:lnTo>
                <a:lnTo>
                  <a:pt x="4258" y="13432"/>
                </a:lnTo>
                <a:lnTo>
                  <a:pt x="4064" y="12897"/>
                </a:lnTo>
                <a:lnTo>
                  <a:pt x="3869" y="12362"/>
                </a:lnTo>
                <a:lnTo>
                  <a:pt x="3723" y="11826"/>
                </a:lnTo>
                <a:lnTo>
                  <a:pt x="3553" y="11267"/>
                </a:lnTo>
                <a:lnTo>
                  <a:pt x="3431" y="10683"/>
                </a:lnTo>
                <a:lnTo>
                  <a:pt x="3163" y="9539"/>
                </a:lnTo>
                <a:lnTo>
                  <a:pt x="3090" y="9125"/>
                </a:lnTo>
                <a:lnTo>
                  <a:pt x="3042" y="8736"/>
                </a:lnTo>
                <a:lnTo>
                  <a:pt x="3017" y="8371"/>
                </a:lnTo>
                <a:lnTo>
                  <a:pt x="3017" y="7982"/>
                </a:lnTo>
                <a:close/>
                <a:moveTo>
                  <a:pt x="4258" y="14746"/>
                </a:moveTo>
                <a:lnTo>
                  <a:pt x="4502" y="15209"/>
                </a:lnTo>
                <a:lnTo>
                  <a:pt x="4064" y="15257"/>
                </a:lnTo>
                <a:lnTo>
                  <a:pt x="3626" y="15379"/>
                </a:lnTo>
                <a:lnTo>
                  <a:pt x="3455" y="15428"/>
                </a:lnTo>
                <a:lnTo>
                  <a:pt x="3285" y="15501"/>
                </a:lnTo>
                <a:lnTo>
                  <a:pt x="3115" y="15622"/>
                </a:lnTo>
                <a:lnTo>
                  <a:pt x="3042" y="15671"/>
                </a:lnTo>
                <a:lnTo>
                  <a:pt x="2993" y="15744"/>
                </a:lnTo>
                <a:lnTo>
                  <a:pt x="2944" y="15914"/>
                </a:lnTo>
                <a:lnTo>
                  <a:pt x="2944" y="16060"/>
                </a:lnTo>
                <a:lnTo>
                  <a:pt x="2993" y="16182"/>
                </a:lnTo>
                <a:lnTo>
                  <a:pt x="3066" y="16279"/>
                </a:lnTo>
                <a:lnTo>
                  <a:pt x="3163" y="16352"/>
                </a:lnTo>
                <a:lnTo>
                  <a:pt x="3309" y="16401"/>
                </a:lnTo>
                <a:lnTo>
                  <a:pt x="3455" y="16449"/>
                </a:lnTo>
                <a:lnTo>
                  <a:pt x="3601" y="16474"/>
                </a:lnTo>
                <a:lnTo>
                  <a:pt x="4283" y="16547"/>
                </a:lnTo>
                <a:lnTo>
                  <a:pt x="4988" y="16571"/>
                </a:lnTo>
                <a:lnTo>
                  <a:pt x="6375" y="16620"/>
                </a:lnTo>
                <a:lnTo>
                  <a:pt x="9125" y="16620"/>
                </a:lnTo>
                <a:lnTo>
                  <a:pt x="11801" y="16571"/>
                </a:lnTo>
                <a:lnTo>
                  <a:pt x="13018" y="16571"/>
                </a:lnTo>
                <a:lnTo>
                  <a:pt x="13626" y="16547"/>
                </a:lnTo>
                <a:lnTo>
                  <a:pt x="13943" y="16522"/>
                </a:lnTo>
                <a:lnTo>
                  <a:pt x="14235" y="16498"/>
                </a:lnTo>
                <a:lnTo>
                  <a:pt x="14381" y="16449"/>
                </a:lnTo>
                <a:lnTo>
                  <a:pt x="14527" y="16376"/>
                </a:lnTo>
                <a:lnTo>
                  <a:pt x="14673" y="16303"/>
                </a:lnTo>
                <a:lnTo>
                  <a:pt x="14819" y="16182"/>
                </a:lnTo>
                <a:lnTo>
                  <a:pt x="14916" y="16060"/>
                </a:lnTo>
                <a:lnTo>
                  <a:pt x="14965" y="15914"/>
                </a:lnTo>
                <a:lnTo>
                  <a:pt x="14965" y="15841"/>
                </a:lnTo>
                <a:lnTo>
                  <a:pt x="14965" y="15744"/>
                </a:lnTo>
                <a:lnTo>
                  <a:pt x="14940" y="15671"/>
                </a:lnTo>
                <a:lnTo>
                  <a:pt x="14916" y="15574"/>
                </a:lnTo>
                <a:lnTo>
                  <a:pt x="14794" y="15403"/>
                </a:lnTo>
                <a:lnTo>
                  <a:pt x="14648" y="15282"/>
                </a:lnTo>
                <a:lnTo>
                  <a:pt x="14478" y="15209"/>
                </a:lnTo>
                <a:lnTo>
                  <a:pt x="14308" y="15184"/>
                </a:lnTo>
                <a:lnTo>
                  <a:pt x="14137" y="15160"/>
                </a:lnTo>
                <a:lnTo>
                  <a:pt x="13553" y="15160"/>
                </a:lnTo>
                <a:lnTo>
                  <a:pt x="13699" y="14819"/>
                </a:lnTo>
                <a:lnTo>
                  <a:pt x="13724" y="14771"/>
                </a:lnTo>
                <a:lnTo>
                  <a:pt x="14454" y="14844"/>
                </a:lnTo>
                <a:lnTo>
                  <a:pt x="14794" y="14917"/>
                </a:lnTo>
                <a:lnTo>
                  <a:pt x="15135" y="14990"/>
                </a:lnTo>
                <a:lnTo>
                  <a:pt x="15500" y="15087"/>
                </a:lnTo>
                <a:lnTo>
                  <a:pt x="15816" y="15184"/>
                </a:lnTo>
                <a:lnTo>
                  <a:pt x="16157" y="15330"/>
                </a:lnTo>
                <a:lnTo>
                  <a:pt x="16497" y="15452"/>
                </a:lnTo>
                <a:lnTo>
                  <a:pt x="16741" y="15598"/>
                </a:lnTo>
                <a:lnTo>
                  <a:pt x="16911" y="15744"/>
                </a:lnTo>
                <a:lnTo>
                  <a:pt x="17033" y="15914"/>
                </a:lnTo>
                <a:lnTo>
                  <a:pt x="17081" y="16060"/>
                </a:lnTo>
                <a:lnTo>
                  <a:pt x="17081" y="16230"/>
                </a:lnTo>
                <a:lnTo>
                  <a:pt x="17008" y="16401"/>
                </a:lnTo>
                <a:lnTo>
                  <a:pt x="16911" y="16547"/>
                </a:lnTo>
                <a:lnTo>
                  <a:pt x="16789" y="16717"/>
                </a:lnTo>
                <a:lnTo>
                  <a:pt x="16643" y="16863"/>
                </a:lnTo>
                <a:lnTo>
                  <a:pt x="16449" y="17009"/>
                </a:lnTo>
                <a:lnTo>
                  <a:pt x="16059" y="17277"/>
                </a:lnTo>
                <a:lnTo>
                  <a:pt x="15670" y="17496"/>
                </a:lnTo>
                <a:lnTo>
                  <a:pt x="15305" y="17642"/>
                </a:lnTo>
                <a:lnTo>
                  <a:pt x="14965" y="17763"/>
                </a:lnTo>
                <a:lnTo>
                  <a:pt x="14600" y="17836"/>
                </a:lnTo>
                <a:lnTo>
                  <a:pt x="14259" y="17909"/>
                </a:lnTo>
                <a:lnTo>
                  <a:pt x="13894" y="17958"/>
                </a:lnTo>
                <a:lnTo>
                  <a:pt x="13140" y="18007"/>
                </a:lnTo>
                <a:lnTo>
                  <a:pt x="12410" y="18055"/>
                </a:lnTo>
                <a:lnTo>
                  <a:pt x="11558" y="18080"/>
                </a:lnTo>
                <a:lnTo>
                  <a:pt x="10706" y="18080"/>
                </a:lnTo>
                <a:lnTo>
                  <a:pt x="9027" y="18055"/>
                </a:lnTo>
                <a:lnTo>
                  <a:pt x="7324" y="18031"/>
                </a:lnTo>
                <a:lnTo>
                  <a:pt x="6473" y="18007"/>
                </a:lnTo>
                <a:lnTo>
                  <a:pt x="5645" y="17982"/>
                </a:lnTo>
                <a:lnTo>
                  <a:pt x="4794" y="17934"/>
                </a:lnTo>
                <a:lnTo>
                  <a:pt x="3942" y="17861"/>
                </a:lnTo>
                <a:lnTo>
                  <a:pt x="3115" y="17739"/>
                </a:lnTo>
                <a:lnTo>
                  <a:pt x="2287" y="17593"/>
                </a:lnTo>
                <a:lnTo>
                  <a:pt x="1898" y="17496"/>
                </a:lnTo>
                <a:lnTo>
                  <a:pt x="1509" y="17350"/>
                </a:lnTo>
                <a:lnTo>
                  <a:pt x="1168" y="17179"/>
                </a:lnTo>
                <a:lnTo>
                  <a:pt x="827" y="16985"/>
                </a:lnTo>
                <a:lnTo>
                  <a:pt x="633" y="16839"/>
                </a:lnTo>
                <a:lnTo>
                  <a:pt x="487" y="16668"/>
                </a:lnTo>
                <a:lnTo>
                  <a:pt x="365" y="16449"/>
                </a:lnTo>
                <a:lnTo>
                  <a:pt x="316" y="16328"/>
                </a:lnTo>
                <a:lnTo>
                  <a:pt x="316" y="16230"/>
                </a:lnTo>
                <a:lnTo>
                  <a:pt x="316" y="16085"/>
                </a:lnTo>
                <a:lnTo>
                  <a:pt x="341" y="15963"/>
                </a:lnTo>
                <a:lnTo>
                  <a:pt x="414" y="15866"/>
                </a:lnTo>
                <a:lnTo>
                  <a:pt x="511" y="15768"/>
                </a:lnTo>
                <a:lnTo>
                  <a:pt x="730" y="15622"/>
                </a:lnTo>
                <a:lnTo>
                  <a:pt x="949" y="15501"/>
                </a:lnTo>
                <a:lnTo>
                  <a:pt x="1314" y="15330"/>
                </a:lnTo>
                <a:lnTo>
                  <a:pt x="1728" y="15184"/>
                </a:lnTo>
                <a:lnTo>
                  <a:pt x="2141" y="15063"/>
                </a:lnTo>
                <a:lnTo>
                  <a:pt x="2555" y="14965"/>
                </a:lnTo>
                <a:lnTo>
                  <a:pt x="2993" y="14892"/>
                </a:lnTo>
                <a:lnTo>
                  <a:pt x="3407" y="14844"/>
                </a:lnTo>
                <a:lnTo>
                  <a:pt x="4258" y="14746"/>
                </a:lnTo>
                <a:close/>
                <a:moveTo>
                  <a:pt x="9076" y="6498"/>
                </a:moveTo>
                <a:lnTo>
                  <a:pt x="8103" y="6522"/>
                </a:lnTo>
                <a:lnTo>
                  <a:pt x="7129" y="6571"/>
                </a:lnTo>
                <a:lnTo>
                  <a:pt x="6156" y="6644"/>
                </a:lnTo>
                <a:lnTo>
                  <a:pt x="5183" y="6717"/>
                </a:lnTo>
                <a:lnTo>
                  <a:pt x="4526" y="6765"/>
                </a:lnTo>
                <a:lnTo>
                  <a:pt x="4161" y="6790"/>
                </a:lnTo>
                <a:lnTo>
                  <a:pt x="3796" y="6838"/>
                </a:lnTo>
                <a:lnTo>
                  <a:pt x="3431" y="6911"/>
                </a:lnTo>
                <a:lnTo>
                  <a:pt x="3285" y="6960"/>
                </a:lnTo>
                <a:lnTo>
                  <a:pt x="3115" y="7033"/>
                </a:lnTo>
                <a:lnTo>
                  <a:pt x="2993" y="7106"/>
                </a:lnTo>
                <a:lnTo>
                  <a:pt x="2847" y="7228"/>
                </a:lnTo>
                <a:lnTo>
                  <a:pt x="2750" y="7325"/>
                </a:lnTo>
                <a:lnTo>
                  <a:pt x="2652" y="7471"/>
                </a:lnTo>
                <a:lnTo>
                  <a:pt x="2628" y="7520"/>
                </a:lnTo>
                <a:lnTo>
                  <a:pt x="2628" y="7593"/>
                </a:lnTo>
                <a:lnTo>
                  <a:pt x="2652" y="7666"/>
                </a:lnTo>
                <a:lnTo>
                  <a:pt x="2579" y="7812"/>
                </a:lnTo>
                <a:lnTo>
                  <a:pt x="2555" y="7982"/>
                </a:lnTo>
                <a:lnTo>
                  <a:pt x="2531" y="8152"/>
                </a:lnTo>
                <a:lnTo>
                  <a:pt x="2506" y="8298"/>
                </a:lnTo>
                <a:lnTo>
                  <a:pt x="2360" y="8249"/>
                </a:lnTo>
                <a:lnTo>
                  <a:pt x="2214" y="8201"/>
                </a:lnTo>
                <a:lnTo>
                  <a:pt x="2044" y="8176"/>
                </a:lnTo>
                <a:lnTo>
                  <a:pt x="1874" y="8176"/>
                </a:lnTo>
                <a:lnTo>
                  <a:pt x="1557" y="8201"/>
                </a:lnTo>
                <a:lnTo>
                  <a:pt x="1265" y="8249"/>
                </a:lnTo>
                <a:lnTo>
                  <a:pt x="1046" y="8347"/>
                </a:lnTo>
                <a:lnTo>
                  <a:pt x="827" y="8468"/>
                </a:lnTo>
                <a:lnTo>
                  <a:pt x="657" y="8639"/>
                </a:lnTo>
                <a:lnTo>
                  <a:pt x="487" y="8833"/>
                </a:lnTo>
                <a:lnTo>
                  <a:pt x="365" y="9052"/>
                </a:lnTo>
                <a:lnTo>
                  <a:pt x="268" y="9271"/>
                </a:lnTo>
                <a:lnTo>
                  <a:pt x="195" y="9515"/>
                </a:lnTo>
                <a:lnTo>
                  <a:pt x="170" y="9758"/>
                </a:lnTo>
                <a:lnTo>
                  <a:pt x="170" y="10026"/>
                </a:lnTo>
                <a:lnTo>
                  <a:pt x="219" y="10293"/>
                </a:lnTo>
                <a:lnTo>
                  <a:pt x="292" y="10537"/>
                </a:lnTo>
                <a:lnTo>
                  <a:pt x="389" y="10780"/>
                </a:lnTo>
                <a:lnTo>
                  <a:pt x="535" y="10999"/>
                </a:lnTo>
                <a:lnTo>
                  <a:pt x="706" y="11194"/>
                </a:lnTo>
                <a:lnTo>
                  <a:pt x="900" y="11388"/>
                </a:lnTo>
                <a:lnTo>
                  <a:pt x="1095" y="11559"/>
                </a:lnTo>
                <a:lnTo>
                  <a:pt x="1363" y="11729"/>
                </a:lnTo>
                <a:lnTo>
                  <a:pt x="1606" y="11899"/>
                </a:lnTo>
                <a:lnTo>
                  <a:pt x="2117" y="12240"/>
                </a:lnTo>
                <a:lnTo>
                  <a:pt x="2409" y="12459"/>
                </a:lnTo>
                <a:lnTo>
                  <a:pt x="2531" y="12581"/>
                </a:lnTo>
                <a:lnTo>
                  <a:pt x="2652" y="12727"/>
                </a:lnTo>
                <a:lnTo>
                  <a:pt x="2725" y="12873"/>
                </a:lnTo>
                <a:lnTo>
                  <a:pt x="2774" y="13043"/>
                </a:lnTo>
                <a:lnTo>
                  <a:pt x="2750" y="13165"/>
                </a:lnTo>
                <a:lnTo>
                  <a:pt x="2725" y="13238"/>
                </a:lnTo>
                <a:lnTo>
                  <a:pt x="2677" y="13262"/>
                </a:lnTo>
                <a:lnTo>
                  <a:pt x="2604" y="13262"/>
                </a:lnTo>
                <a:lnTo>
                  <a:pt x="2531" y="13213"/>
                </a:lnTo>
                <a:lnTo>
                  <a:pt x="2458" y="13189"/>
                </a:lnTo>
                <a:lnTo>
                  <a:pt x="2312" y="13165"/>
                </a:lnTo>
                <a:lnTo>
                  <a:pt x="2190" y="13213"/>
                </a:lnTo>
                <a:lnTo>
                  <a:pt x="2068" y="13286"/>
                </a:lnTo>
                <a:lnTo>
                  <a:pt x="1995" y="13408"/>
                </a:lnTo>
                <a:lnTo>
                  <a:pt x="1971" y="13530"/>
                </a:lnTo>
                <a:lnTo>
                  <a:pt x="1971" y="13603"/>
                </a:lnTo>
                <a:lnTo>
                  <a:pt x="1995" y="13651"/>
                </a:lnTo>
                <a:lnTo>
                  <a:pt x="2020" y="13724"/>
                </a:lnTo>
                <a:lnTo>
                  <a:pt x="2093" y="13773"/>
                </a:lnTo>
                <a:lnTo>
                  <a:pt x="2263" y="13895"/>
                </a:lnTo>
                <a:lnTo>
                  <a:pt x="2458" y="13968"/>
                </a:lnTo>
                <a:lnTo>
                  <a:pt x="2677" y="13992"/>
                </a:lnTo>
                <a:lnTo>
                  <a:pt x="2871" y="13968"/>
                </a:lnTo>
                <a:lnTo>
                  <a:pt x="3066" y="13895"/>
                </a:lnTo>
                <a:lnTo>
                  <a:pt x="3236" y="13773"/>
                </a:lnTo>
                <a:lnTo>
                  <a:pt x="3309" y="13700"/>
                </a:lnTo>
                <a:lnTo>
                  <a:pt x="3358" y="13603"/>
                </a:lnTo>
                <a:lnTo>
                  <a:pt x="3431" y="13505"/>
                </a:lnTo>
                <a:lnTo>
                  <a:pt x="3455" y="13408"/>
                </a:lnTo>
                <a:lnTo>
                  <a:pt x="3504" y="13213"/>
                </a:lnTo>
                <a:lnTo>
                  <a:pt x="3504" y="13019"/>
                </a:lnTo>
                <a:lnTo>
                  <a:pt x="3650" y="13432"/>
                </a:lnTo>
                <a:lnTo>
                  <a:pt x="3820" y="13822"/>
                </a:lnTo>
                <a:lnTo>
                  <a:pt x="3991" y="14211"/>
                </a:lnTo>
                <a:lnTo>
                  <a:pt x="4185" y="14600"/>
                </a:lnTo>
                <a:lnTo>
                  <a:pt x="3723" y="14600"/>
                </a:lnTo>
                <a:lnTo>
                  <a:pt x="3285" y="14625"/>
                </a:lnTo>
                <a:lnTo>
                  <a:pt x="2823" y="14673"/>
                </a:lnTo>
                <a:lnTo>
                  <a:pt x="2385" y="14746"/>
                </a:lnTo>
                <a:lnTo>
                  <a:pt x="1922" y="14819"/>
                </a:lnTo>
                <a:lnTo>
                  <a:pt x="1484" y="14941"/>
                </a:lnTo>
                <a:lnTo>
                  <a:pt x="1071" y="15087"/>
                </a:lnTo>
                <a:lnTo>
                  <a:pt x="657" y="15282"/>
                </a:lnTo>
                <a:lnTo>
                  <a:pt x="487" y="15379"/>
                </a:lnTo>
                <a:lnTo>
                  <a:pt x="341" y="15476"/>
                </a:lnTo>
                <a:lnTo>
                  <a:pt x="219" y="15574"/>
                </a:lnTo>
                <a:lnTo>
                  <a:pt x="122" y="15695"/>
                </a:lnTo>
                <a:lnTo>
                  <a:pt x="49" y="15841"/>
                </a:lnTo>
                <a:lnTo>
                  <a:pt x="24" y="15963"/>
                </a:lnTo>
                <a:lnTo>
                  <a:pt x="0" y="16109"/>
                </a:lnTo>
                <a:lnTo>
                  <a:pt x="0" y="16255"/>
                </a:lnTo>
                <a:lnTo>
                  <a:pt x="24" y="16376"/>
                </a:lnTo>
                <a:lnTo>
                  <a:pt x="49" y="16522"/>
                </a:lnTo>
                <a:lnTo>
                  <a:pt x="122" y="16668"/>
                </a:lnTo>
                <a:lnTo>
                  <a:pt x="195" y="16790"/>
                </a:lnTo>
                <a:lnTo>
                  <a:pt x="292" y="16936"/>
                </a:lnTo>
                <a:lnTo>
                  <a:pt x="389" y="17058"/>
                </a:lnTo>
                <a:lnTo>
                  <a:pt x="511" y="17179"/>
                </a:lnTo>
                <a:lnTo>
                  <a:pt x="633" y="17301"/>
                </a:lnTo>
                <a:lnTo>
                  <a:pt x="827" y="17423"/>
                </a:lnTo>
                <a:lnTo>
                  <a:pt x="1046" y="17544"/>
                </a:lnTo>
                <a:lnTo>
                  <a:pt x="1241" y="17642"/>
                </a:lnTo>
                <a:lnTo>
                  <a:pt x="1460" y="17739"/>
                </a:lnTo>
                <a:lnTo>
                  <a:pt x="1922" y="17885"/>
                </a:lnTo>
                <a:lnTo>
                  <a:pt x="2409" y="18007"/>
                </a:lnTo>
                <a:lnTo>
                  <a:pt x="2896" y="18080"/>
                </a:lnTo>
                <a:lnTo>
                  <a:pt x="3382" y="18128"/>
                </a:lnTo>
                <a:lnTo>
                  <a:pt x="4331" y="18226"/>
                </a:lnTo>
                <a:lnTo>
                  <a:pt x="5451" y="18299"/>
                </a:lnTo>
                <a:lnTo>
                  <a:pt x="6570" y="18347"/>
                </a:lnTo>
                <a:lnTo>
                  <a:pt x="8833" y="18396"/>
                </a:lnTo>
                <a:lnTo>
                  <a:pt x="9928" y="18420"/>
                </a:lnTo>
                <a:lnTo>
                  <a:pt x="11047" y="18420"/>
                </a:lnTo>
                <a:lnTo>
                  <a:pt x="12142" y="18396"/>
                </a:lnTo>
                <a:lnTo>
                  <a:pt x="13261" y="18347"/>
                </a:lnTo>
                <a:lnTo>
                  <a:pt x="13675" y="18323"/>
                </a:lnTo>
                <a:lnTo>
                  <a:pt x="14113" y="18274"/>
                </a:lnTo>
                <a:lnTo>
                  <a:pt x="14527" y="18201"/>
                </a:lnTo>
                <a:lnTo>
                  <a:pt x="14965" y="18128"/>
                </a:lnTo>
                <a:lnTo>
                  <a:pt x="15378" y="18007"/>
                </a:lnTo>
                <a:lnTo>
                  <a:pt x="15767" y="17861"/>
                </a:lnTo>
                <a:lnTo>
                  <a:pt x="16157" y="17690"/>
                </a:lnTo>
                <a:lnTo>
                  <a:pt x="16546" y="17471"/>
                </a:lnTo>
                <a:lnTo>
                  <a:pt x="16814" y="17277"/>
                </a:lnTo>
                <a:lnTo>
                  <a:pt x="17057" y="17033"/>
                </a:lnTo>
                <a:lnTo>
                  <a:pt x="17276" y="16766"/>
                </a:lnTo>
                <a:lnTo>
                  <a:pt x="17349" y="16620"/>
                </a:lnTo>
                <a:lnTo>
                  <a:pt x="17422" y="16474"/>
                </a:lnTo>
                <a:lnTo>
                  <a:pt x="17471" y="16328"/>
                </a:lnTo>
                <a:lnTo>
                  <a:pt x="17495" y="16157"/>
                </a:lnTo>
                <a:lnTo>
                  <a:pt x="17495" y="16012"/>
                </a:lnTo>
                <a:lnTo>
                  <a:pt x="17471" y="15866"/>
                </a:lnTo>
                <a:lnTo>
                  <a:pt x="17398" y="15720"/>
                </a:lnTo>
                <a:lnTo>
                  <a:pt x="17325" y="15598"/>
                </a:lnTo>
                <a:lnTo>
                  <a:pt x="17179" y="15452"/>
                </a:lnTo>
                <a:lnTo>
                  <a:pt x="17033" y="15330"/>
                </a:lnTo>
                <a:lnTo>
                  <a:pt x="16692" y="15111"/>
                </a:lnTo>
                <a:lnTo>
                  <a:pt x="16327" y="14941"/>
                </a:lnTo>
                <a:lnTo>
                  <a:pt x="15938" y="14795"/>
                </a:lnTo>
                <a:lnTo>
                  <a:pt x="15524" y="14673"/>
                </a:lnTo>
                <a:lnTo>
                  <a:pt x="15110" y="14576"/>
                </a:lnTo>
                <a:lnTo>
                  <a:pt x="14697" y="14503"/>
                </a:lnTo>
                <a:lnTo>
                  <a:pt x="14283" y="14454"/>
                </a:lnTo>
                <a:lnTo>
                  <a:pt x="13870" y="14406"/>
                </a:lnTo>
                <a:lnTo>
                  <a:pt x="14040" y="13968"/>
                </a:lnTo>
                <a:lnTo>
                  <a:pt x="14186" y="13530"/>
                </a:lnTo>
                <a:lnTo>
                  <a:pt x="14454" y="12629"/>
                </a:lnTo>
                <a:lnTo>
                  <a:pt x="14794" y="11340"/>
                </a:lnTo>
                <a:lnTo>
                  <a:pt x="14916" y="10683"/>
                </a:lnTo>
                <a:lnTo>
                  <a:pt x="15038" y="10026"/>
                </a:lnTo>
                <a:lnTo>
                  <a:pt x="15135" y="9417"/>
                </a:lnTo>
                <a:lnTo>
                  <a:pt x="15159" y="9077"/>
                </a:lnTo>
                <a:lnTo>
                  <a:pt x="15159" y="8760"/>
                </a:lnTo>
                <a:lnTo>
                  <a:pt x="15159" y="8444"/>
                </a:lnTo>
                <a:lnTo>
                  <a:pt x="15110" y="8128"/>
                </a:lnTo>
                <a:lnTo>
                  <a:pt x="15038" y="7836"/>
                </a:lnTo>
                <a:lnTo>
                  <a:pt x="14940" y="7544"/>
                </a:lnTo>
                <a:lnTo>
                  <a:pt x="14916" y="7495"/>
                </a:lnTo>
                <a:lnTo>
                  <a:pt x="14892" y="7471"/>
                </a:lnTo>
                <a:lnTo>
                  <a:pt x="14794" y="7447"/>
                </a:lnTo>
                <a:lnTo>
                  <a:pt x="14746" y="7325"/>
                </a:lnTo>
                <a:lnTo>
                  <a:pt x="14673" y="7228"/>
                </a:lnTo>
                <a:lnTo>
                  <a:pt x="14600" y="7130"/>
                </a:lnTo>
                <a:lnTo>
                  <a:pt x="14478" y="7057"/>
                </a:lnTo>
                <a:lnTo>
                  <a:pt x="14235" y="6936"/>
                </a:lnTo>
                <a:lnTo>
                  <a:pt x="13943" y="6863"/>
                </a:lnTo>
                <a:lnTo>
                  <a:pt x="13626" y="6790"/>
                </a:lnTo>
                <a:lnTo>
                  <a:pt x="13310" y="6765"/>
                </a:lnTo>
                <a:lnTo>
                  <a:pt x="12823" y="6717"/>
                </a:lnTo>
                <a:lnTo>
                  <a:pt x="11899" y="6595"/>
                </a:lnTo>
                <a:lnTo>
                  <a:pt x="10950" y="6522"/>
                </a:lnTo>
                <a:lnTo>
                  <a:pt x="10025" y="6498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8"/>
          <p:cNvSpPr/>
          <p:nvPr/>
        </p:nvSpPr>
        <p:spPr>
          <a:xfrm>
            <a:off x="7356123" y="2736319"/>
            <a:ext cx="293373" cy="297156"/>
          </a:xfrm>
          <a:custGeom>
            <a:rect b="b" l="l" r="r" t="t"/>
            <a:pathLst>
              <a:path extrusionOk="0" h="17204" w="16985">
                <a:moveTo>
                  <a:pt x="8906" y="7252"/>
                </a:moveTo>
                <a:lnTo>
                  <a:pt x="8833" y="7349"/>
                </a:lnTo>
                <a:lnTo>
                  <a:pt x="8784" y="7446"/>
                </a:lnTo>
                <a:lnTo>
                  <a:pt x="8760" y="7616"/>
                </a:lnTo>
                <a:lnTo>
                  <a:pt x="8784" y="7689"/>
                </a:lnTo>
                <a:lnTo>
                  <a:pt x="8809" y="7762"/>
                </a:lnTo>
                <a:lnTo>
                  <a:pt x="8833" y="7787"/>
                </a:lnTo>
                <a:lnTo>
                  <a:pt x="8882" y="7811"/>
                </a:lnTo>
                <a:lnTo>
                  <a:pt x="8955" y="7811"/>
                </a:lnTo>
                <a:lnTo>
                  <a:pt x="9028" y="7738"/>
                </a:lnTo>
                <a:lnTo>
                  <a:pt x="9052" y="7714"/>
                </a:lnTo>
                <a:lnTo>
                  <a:pt x="9028" y="7665"/>
                </a:lnTo>
                <a:lnTo>
                  <a:pt x="8979" y="7470"/>
                </a:lnTo>
                <a:lnTo>
                  <a:pt x="8979" y="7397"/>
                </a:lnTo>
                <a:lnTo>
                  <a:pt x="8979" y="7300"/>
                </a:lnTo>
                <a:lnTo>
                  <a:pt x="8979" y="7276"/>
                </a:lnTo>
                <a:lnTo>
                  <a:pt x="8955" y="7252"/>
                </a:lnTo>
                <a:close/>
                <a:moveTo>
                  <a:pt x="1363" y="414"/>
                </a:moveTo>
                <a:lnTo>
                  <a:pt x="1533" y="463"/>
                </a:lnTo>
                <a:lnTo>
                  <a:pt x="1728" y="560"/>
                </a:lnTo>
                <a:lnTo>
                  <a:pt x="1898" y="657"/>
                </a:lnTo>
                <a:lnTo>
                  <a:pt x="2190" y="876"/>
                </a:lnTo>
                <a:lnTo>
                  <a:pt x="2750" y="1363"/>
                </a:lnTo>
                <a:lnTo>
                  <a:pt x="3261" y="1874"/>
                </a:lnTo>
                <a:lnTo>
                  <a:pt x="4283" y="2945"/>
                </a:lnTo>
                <a:lnTo>
                  <a:pt x="6327" y="5013"/>
                </a:lnTo>
                <a:lnTo>
                  <a:pt x="8395" y="7106"/>
                </a:lnTo>
                <a:lnTo>
                  <a:pt x="6984" y="8395"/>
                </a:lnTo>
                <a:lnTo>
                  <a:pt x="6887" y="8298"/>
                </a:lnTo>
                <a:lnTo>
                  <a:pt x="6765" y="8225"/>
                </a:lnTo>
                <a:lnTo>
                  <a:pt x="6668" y="8176"/>
                </a:lnTo>
                <a:lnTo>
                  <a:pt x="6570" y="8152"/>
                </a:lnTo>
                <a:lnTo>
                  <a:pt x="6497" y="8127"/>
                </a:lnTo>
                <a:lnTo>
                  <a:pt x="6424" y="8054"/>
                </a:lnTo>
                <a:lnTo>
                  <a:pt x="6351" y="8030"/>
                </a:lnTo>
                <a:lnTo>
                  <a:pt x="6303" y="8030"/>
                </a:lnTo>
                <a:lnTo>
                  <a:pt x="6230" y="8054"/>
                </a:lnTo>
                <a:lnTo>
                  <a:pt x="6181" y="8103"/>
                </a:lnTo>
                <a:lnTo>
                  <a:pt x="6084" y="8200"/>
                </a:lnTo>
                <a:lnTo>
                  <a:pt x="6011" y="8249"/>
                </a:lnTo>
                <a:lnTo>
                  <a:pt x="5938" y="8225"/>
                </a:lnTo>
                <a:lnTo>
                  <a:pt x="5889" y="8152"/>
                </a:lnTo>
                <a:lnTo>
                  <a:pt x="5816" y="7981"/>
                </a:lnTo>
                <a:lnTo>
                  <a:pt x="5767" y="7835"/>
                </a:lnTo>
                <a:lnTo>
                  <a:pt x="5694" y="7787"/>
                </a:lnTo>
                <a:lnTo>
                  <a:pt x="5646" y="7787"/>
                </a:lnTo>
                <a:lnTo>
                  <a:pt x="5500" y="7860"/>
                </a:lnTo>
                <a:lnTo>
                  <a:pt x="5402" y="7981"/>
                </a:lnTo>
                <a:lnTo>
                  <a:pt x="5305" y="7787"/>
                </a:lnTo>
                <a:lnTo>
                  <a:pt x="5232" y="7616"/>
                </a:lnTo>
                <a:lnTo>
                  <a:pt x="5208" y="7568"/>
                </a:lnTo>
                <a:lnTo>
                  <a:pt x="5159" y="7543"/>
                </a:lnTo>
                <a:lnTo>
                  <a:pt x="5086" y="7543"/>
                </a:lnTo>
                <a:lnTo>
                  <a:pt x="5013" y="7568"/>
                </a:lnTo>
                <a:lnTo>
                  <a:pt x="4964" y="7641"/>
                </a:lnTo>
                <a:lnTo>
                  <a:pt x="4672" y="7616"/>
                </a:lnTo>
                <a:lnTo>
                  <a:pt x="4672" y="7495"/>
                </a:lnTo>
                <a:lnTo>
                  <a:pt x="4648" y="7422"/>
                </a:lnTo>
                <a:lnTo>
                  <a:pt x="4575" y="7373"/>
                </a:lnTo>
                <a:lnTo>
                  <a:pt x="4526" y="7349"/>
                </a:lnTo>
                <a:lnTo>
                  <a:pt x="4453" y="7373"/>
                </a:lnTo>
                <a:lnTo>
                  <a:pt x="4332" y="7446"/>
                </a:lnTo>
                <a:lnTo>
                  <a:pt x="4283" y="7470"/>
                </a:lnTo>
                <a:lnTo>
                  <a:pt x="4210" y="7495"/>
                </a:lnTo>
                <a:lnTo>
                  <a:pt x="4161" y="7470"/>
                </a:lnTo>
                <a:lnTo>
                  <a:pt x="4161" y="7422"/>
                </a:lnTo>
                <a:lnTo>
                  <a:pt x="4161" y="7276"/>
                </a:lnTo>
                <a:lnTo>
                  <a:pt x="4210" y="7081"/>
                </a:lnTo>
                <a:lnTo>
                  <a:pt x="4210" y="7008"/>
                </a:lnTo>
                <a:lnTo>
                  <a:pt x="4161" y="6960"/>
                </a:lnTo>
                <a:lnTo>
                  <a:pt x="4113" y="6935"/>
                </a:lnTo>
                <a:lnTo>
                  <a:pt x="4064" y="6960"/>
                </a:lnTo>
                <a:lnTo>
                  <a:pt x="3967" y="7008"/>
                </a:lnTo>
                <a:lnTo>
                  <a:pt x="3845" y="7081"/>
                </a:lnTo>
                <a:lnTo>
                  <a:pt x="3748" y="7081"/>
                </a:lnTo>
                <a:lnTo>
                  <a:pt x="3699" y="7033"/>
                </a:lnTo>
                <a:lnTo>
                  <a:pt x="3699" y="6960"/>
                </a:lnTo>
                <a:lnTo>
                  <a:pt x="3723" y="6838"/>
                </a:lnTo>
                <a:lnTo>
                  <a:pt x="3675" y="6741"/>
                </a:lnTo>
                <a:lnTo>
                  <a:pt x="3650" y="6716"/>
                </a:lnTo>
                <a:lnTo>
                  <a:pt x="3602" y="6716"/>
                </a:lnTo>
                <a:lnTo>
                  <a:pt x="3456" y="6765"/>
                </a:lnTo>
                <a:lnTo>
                  <a:pt x="3334" y="6741"/>
                </a:lnTo>
                <a:lnTo>
                  <a:pt x="3237" y="6692"/>
                </a:lnTo>
                <a:lnTo>
                  <a:pt x="3164" y="6619"/>
                </a:lnTo>
                <a:lnTo>
                  <a:pt x="3115" y="6522"/>
                </a:lnTo>
                <a:lnTo>
                  <a:pt x="3091" y="6424"/>
                </a:lnTo>
                <a:lnTo>
                  <a:pt x="3091" y="6303"/>
                </a:lnTo>
                <a:lnTo>
                  <a:pt x="3115" y="6205"/>
                </a:lnTo>
                <a:lnTo>
                  <a:pt x="3139" y="6132"/>
                </a:lnTo>
                <a:lnTo>
                  <a:pt x="3091" y="6059"/>
                </a:lnTo>
                <a:lnTo>
                  <a:pt x="3018" y="6035"/>
                </a:lnTo>
                <a:lnTo>
                  <a:pt x="2945" y="6035"/>
                </a:lnTo>
                <a:lnTo>
                  <a:pt x="2823" y="6084"/>
                </a:lnTo>
                <a:lnTo>
                  <a:pt x="2701" y="6132"/>
                </a:lnTo>
                <a:lnTo>
                  <a:pt x="2653" y="6059"/>
                </a:lnTo>
                <a:lnTo>
                  <a:pt x="2604" y="5962"/>
                </a:lnTo>
                <a:lnTo>
                  <a:pt x="2604" y="5767"/>
                </a:lnTo>
                <a:lnTo>
                  <a:pt x="2580" y="5573"/>
                </a:lnTo>
                <a:lnTo>
                  <a:pt x="2531" y="5524"/>
                </a:lnTo>
                <a:lnTo>
                  <a:pt x="2482" y="5500"/>
                </a:lnTo>
                <a:lnTo>
                  <a:pt x="2409" y="5500"/>
                </a:lnTo>
                <a:lnTo>
                  <a:pt x="2361" y="5524"/>
                </a:lnTo>
                <a:lnTo>
                  <a:pt x="2263" y="5427"/>
                </a:lnTo>
                <a:lnTo>
                  <a:pt x="2190" y="5305"/>
                </a:lnTo>
                <a:lnTo>
                  <a:pt x="2190" y="5183"/>
                </a:lnTo>
                <a:lnTo>
                  <a:pt x="2215" y="5062"/>
                </a:lnTo>
                <a:lnTo>
                  <a:pt x="2215" y="4989"/>
                </a:lnTo>
                <a:lnTo>
                  <a:pt x="2190" y="4916"/>
                </a:lnTo>
                <a:lnTo>
                  <a:pt x="2117" y="4867"/>
                </a:lnTo>
                <a:lnTo>
                  <a:pt x="2020" y="4867"/>
                </a:lnTo>
                <a:lnTo>
                  <a:pt x="1898" y="4891"/>
                </a:lnTo>
                <a:lnTo>
                  <a:pt x="1801" y="4867"/>
                </a:lnTo>
                <a:lnTo>
                  <a:pt x="1752" y="4794"/>
                </a:lnTo>
                <a:lnTo>
                  <a:pt x="1704" y="4697"/>
                </a:lnTo>
                <a:lnTo>
                  <a:pt x="1655" y="4575"/>
                </a:lnTo>
                <a:lnTo>
                  <a:pt x="1655" y="4453"/>
                </a:lnTo>
                <a:lnTo>
                  <a:pt x="1655" y="4234"/>
                </a:lnTo>
                <a:lnTo>
                  <a:pt x="1655" y="4186"/>
                </a:lnTo>
                <a:lnTo>
                  <a:pt x="1631" y="4137"/>
                </a:lnTo>
                <a:lnTo>
                  <a:pt x="1582" y="4088"/>
                </a:lnTo>
                <a:lnTo>
                  <a:pt x="1558" y="4088"/>
                </a:lnTo>
                <a:lnTo>
                  <a:pt x="1460" y="4064"/>
                </a:lnTo>
                <a:lnTo>
                  <a:pt x="1363" y="4113"/>
                </a:lnTo>
                <a:lnTo>
                  <a:pt x="1266" y="4186"/>
                </a:lnTo>
                <a:lnTo>
                  <a:pt x="1217" y="3942"/>
                </a:lnTo>
                <a:lnTo>
                  <a:pt x="1193" y="3699"/>
                </a:lnTo>
                <a:lnTo>
                  <a:pt x="1193" y="3650"/>
                </a:lnTo>
                <a:lnTo>
                  <a:pt x="1144" y="3626"/>
                </a:lnTo>
                <a:lnTo>
                  <a:pt x="1095" y="3602"/>
                </a:lnTo>
                <a:lnTo>
                  <a:pt x="974" y="3602"/>
                </a:lnTo>
                <a:lnTo>
                  <a:pt x="925" y="3529"/>
                </a:lnTo>
                <a:lnTo>
                  <a:pt x="925" y="3431"/>
                </a:lnTo>
                <a:lnTo>
                  <a:pt x="925" y="3310"/>
                </a:lnTo>
                <a:lnTo>
                  <a:pt x="949" y="3042"/>
                </a:lnTo>
                <a:lnTo>
                  <a:pt x="974" y="2896"/>
                </a:lnTo>
                <a:lnTo>
                  <a:pt x="974" y="2823"/>
                </a:lnTo>
                <a:lnTo>
                  <a:pt x="949" y="2774"/>
                </a:lnTo>
                <a:lnTo>
                  <a:pt x="925" y="2726"/>
                </a:lnTo>
                <a:lnTo>
                  <a:pt x="852" y="2701"/>
                </a:lnTo>
                <a:lnTo>
                  <a:pt x="658" y="2701"/>
                </a:lnTo>
                <a:lnTo>
                  <a:pt x="682" y="2044"/>
                </a:lnTo>
                <a:lnTo>
                  <a:pt x="658" y="1971"/>
                </a:lnTo>
                <a:lnTo>
                  <a:pt x="633" y="1923"/>
                </a:lnTo>
                <a:lnTo>
                  <a:pt x="585" y="1898"/>
                </a:lnTo>
                <a:lnTo>
                  <a:pt x="512" y="1874"/>
                </a:lnTo>
                <a:lnTo>
                  <a:pt x="317" y="1898"/>
                </a:lnTo>
                <a:lnTo>
                  <a:pt x="317" y="1704"/>
                </a:lnTo>
                <a:lnTo>
                  <a:pt x="293" y="1509"/>
                </a:lnTo>
                <a:lnTo>
                  <a:pt x="317" y="1460"/>
                </a:lnTo>
                <a:lnTo>
                  <a:pt x="366" y="1193"/>
                </a:lnTo>
                <a:lnTo>
                  <a:pt x="463" y="949"/>
                </a:lnTo>
                <a:lnTo>
                  <a:pt x="536" y="828"/>
                </a:lnTo>
                <a:lnTo>
                  <a:pt x="609" y="730"/>
                </a:lnTo>
                <a:lnTo>
                  <a:pt x="706" y="633"/>
                </a:lnTo>
                <a:lnTo>
                  <a:pt x="828" y="536"/>
                </a:lnTo>
                <a:lnTo>
                  <a:pt x="998" y="463"/>
                </a:lnTo>
                <a:lnTo>
                  <a:pt x="1168" y="414"/>
                </a:lnTo>
                <a:close/>
                <a:moveTo>
                  <a:pt x="1241" y="14357"/>
                </a:moveTo>
                <a:lnTo>
                  <a:pt x="1266" y="14527"/>
                </a:lnTo>
                <a:lnTo>
                  <a:pt x="1339" y="14770"/>
                </a:lnTo>
                <a:lnTo>
                  <a:pt x="1266" y="14795"/>
                </a:lnTo>
                <a:lnTo>
                  <a:pt x="1193" y="14843"/>
                </a:lnTo>
                <a:lnTo>
                  <a:pt x="1071" y="14624"/>
                </a:lnTo>
                <a:lnTo>
                  <a:pt x="1047" y="14576"/>
                </a:lnTo>
                <a:lnTo>
                  <a:pt x="1241" y="14357"/>
                </a:lnTo>
                <a:close/>
                <a:moveTo>
                  <a:pt x="12970" y="1631"/>
                </a:moveTo>
                <a:lnTo>
                  <a:pt x="12629" y="2093"/>
                </a:lnTo>
                <a:lnTo>
                  <a:pt x="12313" y="2580"/>
                </a:lnTo>
                <a:lnTo>
                  <a:pt x="11996" y="3066"/>
                </a:lnTo>
                <a:lnTo>
                  <a:pt x="11729" y="3577"/>
                </a:lnTo>
                <a:lnTo>
                  <a:pt x="11680" y="3650"/>
                </a:lnTo>
                <a:lnTo>
                  <a:pt x="11680" y="3723"/>
                </a:lnTo>
                <a:lnTo>
                  <a:pt x="11680" y="3772"/>
                </a:lnTo>
                <a:lnTo>
                  <a:pt x="11704" y="3821"/>
                </a:lnTo>
                <a:lnTo>
                  <a:pt x="11802" y="3918"/>
                </a:lnTo>
                <a:lnTo>
                  <a:pt x="11899" y="3967"/>
                </a:lnTo>
                <a:lnTo>
                  <a:pt x="11875" y="4015"/>
                </a:lnTo>
                <a:lnTo>
                  <a:pt x="11899" y="4040"/>
                </a:lnTo>
                <a:lnTo>
                  <a:pt x="11899" y="4064"/>
                </a:lnTo>
                <a:lnTo>
                  <a:pt x="11948" y="4064"/>
                </a:lnTo>
                <a:lnTo>
                  <a:pt x="12215" y="4015"/>
                </a:lnTo>
                <a:lnTo>
                  <a:pt x="12483" y="3918"/>
                </a:lnTo>
                <a:lnTo>
                  <a:pt x="12751" y="3796"/>
                </a:lnTo>
                <a:lnTo>
                  <a:pt x="13018" y="3626"/>
                </a:lnTo>
                <a:lnTo>
                  <a:pt x="13505" y="3261"/>
                </a:lnTo>
                <a:lnTo>
                  <a:pt x="13943" y="2920"/>
                </a:lnTo>
                <a:lnTo>
                  <a:pt x="14722" y="2288"/>
                </a:lnTo>
                <a:lnTo>
                  <a:pt x="14722" y="2288"/>
                </a:lnTo>
                <a:lnTo>
                  <a:pt x="14430" y="2726"/>
                </a:lnTo>
                <a:lnTo>
                  <a:pt x="13675" y="3796"/>
                </a:lnTo>
                <a:lnTo>
                  <a:pt x="12945" y="4891"/>
                </a:lnTo>
                <a:lnTo>
                  <a:pt x="12897" y="4989"/>
                </a:lnTo>
                <a:lnTo>
                  <a:pt x="12921" y="5062"/>
                </a:lnTo>
                <a:lnTo>
                  <a:pt x="12945" y="5135"/>
                </a:lnTo>
                <a:lnTo>
                  <a:pt x="13018" y="5208"/>
                </a:lnTo>
                <a:lnTo>
                  <a:pt x="13091" y="5232"/>
                </a:lnTo>
                <a:lnTo>
                  <a:pt x="13164" y="5256"/>
                </a:lnTo>
                <a:lnTo>
                  <a:pt x="13262" y="5232"/>
                </a:lnTo>
                <a:lnTo>
                  <a:pt x="13335" y="5183"/>
                </a:lnTo>
                <a:lnTo>
                  <a:pt x="13481" y="5135"/>
                </a:lnTo>
                <a:lnTo>
                  <a:pt x="13602" y="5086"/>
                </a:lnTo>
                <a:lnTo>
                  <a:pt x="13846" y="4916"/>
                </a:lnTo>
                <a:lnTo>
                  <a:pt x="14381" y="4575"/>
                </a:lnTo>
                <a:lnTo>
                  <a:pt x="14892" y="4234"/>
                </a:lnTo>
                <a:lnTo>
                  <a:pt x="15476" y="3796"/>
                </a:lnTo>
                <a:lnTo>
                  <a:pt x="16084" y="3358"/>
                </a:lnTo>
                <a:lnTo>
                  <a:pt x="16084" y="3358"/>
                </a:lnTo>
                <a:lnTo>
                  <a:pt x="15646" y="4161"/>
                </a:lnTo>
                <a:lnTo>
                  <a:pt x="15208" y="4964"/>
                </a:lnTo>
                <a:lnTo>
                  <a:pt x="14965" y="5329"/>
                </a:lnTo>
                <a:lnTo>
                  <a:pt x="14697" y="5719"/>
                </a:lnTo>
                <a:lnTo>
                  <a:pt x="14430" y="6084"/>
                </a:lnTo>
                <a:lnTo>
                  <a:pt x="14138" y="6424"/>
                </a:lnTo>
                <a:lnTo>
                  <a:pt x="13967" y="6619"/>
                </a:lnTo>
                <a:lnTo>
                  <a:pt x="13797" y="6814"/>
                </a:lnTo>
                <a:lnTo>
                  <a:pt x="13602" y="6984"/>
                </a:lnTo>
                <a:lnTo>
                  <a:pt x="13383" y="7130"/>
                </a:lnTo>
                <a:lnTo>
                  <a:pt x="13164" y="7276"/>
                </a:lnTo>
                <a:lnTo>
                  <a:pt x="12945" y="7397"/>
                </a:lnTo>
                <a:lnTo>
                  <a:pt x="12702" y="7495"/>
                </a:lnTo>
                <a:lnTo>
                  <a:pt x="12459" y="7568"/>
                </a:lnTo>
                <a:lnTo>
                  <a:pt x="12240" y="7592"/>
                </a:lnTo>
                <a:lnTo>
                  <a:pt x="12021" y="7616"/>
                </a:lnTo>
                <a:lnTo>
                  <a:pt x="11826" y="7592"/>
                </a:lnTo>
                <a:lnTo>
                  <a:pt x="11607" y="7543"/>
                </a:lnTo>
                <a:lnTo>
                  <a:pt x="11242" y="7422"/>
                </a:lnTo>
                <a:lnTo>
                  <a:pt x="10828" y="7276"/>
                </a:lnTo>
                <a:lnTo>
                  <a:pt x="10780" y="7179"/>
                </a:lnTo>
                <a:lnTo>
                  <a:pt x="10682" y="7106"/>
                </a:lnTo>
                <a:lnTo>
                  <a:pt x="10561" y="7106"/>
                </a:lnTo>
                <a:lnTo>
                  <a:pt x="10512" y="7130"/>
                </a:lnTo>
                <a:lnTo>
                  <a:pt x="10463" y="7179"/>
                </a:lnTo>
                <a:lnTo>
                  <a:pt x="9393" y="8492"/>
                </a:lnTo>
                <a:lnTo>
                  <a:pt x="8322" y="9782"/>
                </a:lnTo>
                <a:lnTo>
                  <a:pt x="7227" y="11047"/>
                </a:lnTo>
                <a:lnTo>
                  <a:pt x="6108" y="12313"/>
                </a:lnTo>
                <a:lnTo>
                  <a:pt x="4916" y="13578"/>
                </a:lnTo>
                <a:lnTo>
                  <a:pt x="3723" y="14819"/>
                </a:lnTo>
                <a:lnTo>
                  <a:pt x="3139" y="15427"/>
                </a:lnTo>
                <a:lnTo>
                  <a:pt x="2823" y="15743"/>
                </a:lnTo>
                <a:lnTo>
                  <a:pt x="2507" y="16011"/>
                </a:lnTo>
                <a:lnTo>
                  <a:pt x="2312" y="16133"/>
                </a:lnTo>
                <a:lnTo>
                  <a:pt x="2142" y="16230"/>
                </a:lnTo>
                <a:lnTo>
                  <a:pt x="1947" y="16303"/>
                </a:lnTo>
                <a:lnTo>
                  <a:pt x="1752" y="16352"/>
                </a:lnTo>
                <a:lnTo>
                  <a:pt x="1558" y="16376"/>
                </a:lnTo>
                <a:lnTo>
                  <a:pt x="1363" y="16376"/>
                </a:lnTo>
                <a:lnTo>
                  <a:pt x="1168" y="16303"/>
                </a:lnTo>
                <a:lnTo>
                  <a:pt x="949" y="16230"/>
                </a:lnTo>
                <a:lnTo>
                  <a:pt x="876" y="16206"/>
                </a:lnTo>
                <a:lnTo>
                  <a:pt x="828" y="16206"/>
                </a:lnTo>
                <a:lnTo>
                  <a:pt x="779" y="16011"/>
                </a:lnTo>
                <a:lnTo>
                  <a:pt x="828" y="16060"/>
                </a:lnTo>
                <a:lnTo>
                  <a:pt x="901" y="16084"/>
                </a:lnTo>
                <a:lnTo>
                  <a:pt x="949" y="16084"/>
                </a:lnTo>
                <a:lnTo>
                  <a:pt x="998" y="16035"/>
                </a:lnTo>
                <a:lnTo>
                  <a:pt x="998" y="15962"/>
                </a:lnTo>
                <a:lnTo>
                  <a:pt x="925" y="15792"/>
                </a:lnTo>
                <a:lnTo>
                  <a:pt x="852" y="15646"/>
                </a:lnTo>
                <a:lnTo>
                  <a:pt x="779" y="15476"/>
                </a:lnTo>
                <a:lnTo>
                  <a:pt x="706" y="15330"/>
                </a:lnTo>
                <a:lnTo>
                  <a:pt x="779" y="15087"/>
                </a:lnTo>
                <a:lnTo>
                  <a:pt x="852" y="14892"/>
                </a:lnTo>
                <a:lnTo>
                  <a:pt x="876" y="14989"/>
                </a:lnTo>
                <a:lnTo>
                  <a:pt x="974" y="15257"/>
                </a:lnTo>
                <a:lnTo>
                  <a:pt x="1120" y="15500"/>
                </a:lnTo>
                <a:lnTo>
                  <a:pt x="1168" y="15549"/>
                </a:lnTo>
                <a:lnTo>
                  <a:pt x="1266" y="15646"/>
                </a:lnTo>
                <a:lnTo>
                  <a:pt x="1363" y="15719"/>
                </a:lnTo>
                <a:lnTo>
                  <a:pt x="1509" y="15743"/>
                </a:lnTo>
                <a:lnTo>
                  <a:pt x="1655" y="15768"/>
                </a:lnTo>
                <a:lnTo>
                  <a:pt x="1801" y="15743"/>
                </a:lnTo>
                <a:lnTo>
                  <a:pt x="1947" y="15719"/>
                </a:lnTo>
                <a:lnTo>
                  <a:pt x="2215" y="15646"/>
                </a:lnTo>
                <a:lnTo>
                  <a:pt x="2458" y="15500"/>
                </a:lnTo>
                <a:lnTo>
                  <a:pt x="2677" y="15354"/>
                </a:lnTo>
                <a:lnTo>
                  <a:pt x="2896" y="15184"/>
                </a:lnTo>
                <a:lnTo>
                  <a:pt x="3115" y="15014"/>
                </a:lnTo>
                <a:lnTo>
                  <a:pt x="3553" y="14624"/>
                </a:lnTo>
                <a:lnTo>
                  <a:pt x="3918" y="14259"/>
                </a:lnTo>
                <a:lnTo>
                  <a:pt x="4259" y="13870"/>
                </a:lnTo>
                <a:lnTo>
                  <a:pt x="4599" y="13481"/>
                </a:lnTo>
                <a:lnTo>
                  <a:pt x="4745" y="13262"/>
                </a:lnTo>
                <a:lnTo>
                  <a:pt x="4916" y="13067"/>
                </a:lnTo>
                <a:lnTo>
                  <a:pt x="4989" y="12945"/>
                </a:lnTo>
                <a:lnTo>
                  <a:pt x="5037" y="12824"/>
                </a:lnTo>
                <a:lnTo>
                  <a:pt x="5086" y="12702"/>
                </a:lnTo>
                <a:lnTo>
                  <a:pt x="5086" y="12580"/>
                </a:lnTo>
                <a:lnTo>
                  <a:pt x="5086" y="12532"/>
                </a:lnTo>
                <a:lnTo>
                  <a:pt x="5037" y="12507"/>
                </a:lnTo>
                <a:lnTo>
                  <a:pt x="4964" y="12507"/>
                </a:lnTo>
                <a:lnTo>
                  <a:pt x="4867" y="12580"/>
                </a:lnTo>
                <a:lnTo>
                  <a:pt x="4770" y="12653"/>
                </a:lnTo>
                <a:lnTo>
                  <a:pt x="4599" y="12848"/>
                </a:lnTo>
                <a:lnTo>
                  <a:pt x="4453" y="13067"/>
                </a:lnTo>
                <a:lnTo>
                  <a:pt x="4307" y="13262"/>
                </a:lnTo>
                <a:lnTo>
                  <a:pt x="3942" y="13700"/>
                </a:lnTo>
                <a:lnTo>
                  <a:pt x="3529" y="14089"/>
                </a:lnTo>
                <a:lnTo>
                  <a:pt x="3066" y="14503"/>
                </a:lnTo>
                <a:lnTo>
                  <a:pt x="2604" y="14892"/>
                </a:lnTo>
                <a:lnTo>
                  <a:pt x="2312" y="15111"/>
                </a:lnTo>
                <a:lnTo>
                  <a:pt x="2020" y="15306"/>
                </a:lnTo>
                <a:lnTo>
                  <a:pt x="1898" y="15354"/>
                </a:lnTo>
                <a:lnTo>
                  <a:pt x="1777" y="15379"/>
                </a:lnTo>
                <a:lnTo>
                  <a:pt x="1655" y="15379"/>
                </a:lnTo>
                <a:lnTo>
                  <a:pt x="1558" y="15330"/>
                </a:lnTo>
                <a:lnTo>
                  <a:pt x="1485" y="15281"/>
                </a:lnTo>
                <a:lnTo>
                  <a:pt x="1436" y="15184"/>
                </a:lnTo>
                <a:lnTo>
                  <a:pt x="1460" y="15087"/>
                </a:lnTo>
                <a:lnTo>
                  <a:pt x="1533" y="14941"/>
                </a:lnTo>
                <a:lnTo>
                  <a:pt x="1631" y="14941"/>
                </a:lnTo>
                <a:lnTo>
                  <a:pt x="1704" y="14892"/>
                </a:lnTo>
                <a:lnTo>
                  <a:pt x="1728" y="14819"/>
                </a:lnTo>
                <a:lnTo>
                  <a:pt x="1728" y="14770"/>
                </a:lnTo>
                <a:lnTo>
                  <a:pt x="1704" y="14673"/>
                </a:lnTo>
                <a:lnTo>
                  <a:pt x="1655" y="14551"/>
                </a:lnTo>
                <a:lnTo>
                  <a:pt x="1606" y="14454"/>
                </a:lnTo>
                <a:lnTo>
                  <a:pt x="1509" y="14308"/>
                </a:lnTo>
                <a:lnTo>
                  <a:pt x="1412" y="14162"/>
                </a:lnTo>
                <a:lnTo>
                  <a:pt x="1679" y="13919"/>
                </a:lnTo>
                <a:lnTo>
                  <a:pt x="1801" y="14405"/>
                </a:lnTo>
                <a:lnTo>
                  <a:pt x="1825" y="14478"/>
                </a:lnTo>
                <a:lnTo>
                  <a:pt x="1898" y="14527"/>
                </a:lnTo>
                <a:lnTo>
                  <a:pt x="2020" y="14527"/>
                </a:lnTo>
                <a:lnTo>
                  <a:pt x="2069" y="14503"/>
                </a:lnTo>
                <a:lnTo>
                  <a:pt x="2117" y="14454"/>
                </a:lnTo>
                <a:lnTo>
                  <a:pt x="2142" y="14381"/>
                </a:lnTo>
                <a:lnTo>
                  <a:pt x="2142" y="14308"/>
                </a:lnTo>
                <a:lnTo>
                  <a:pt x="2044" y="13992"/>
                </a:lnTo>
                <a:lnTo>
                  <a:pt x="1923" y="13675"/>
                </a:lnTo>
                <a:lnTo>
                  <a:pt x="2093" y="13529"/>
                </a:lnTo>
                <a:lnTo>
                  <a:pt x="2117" y="13748"/>
                </a:lnTo>
                <a:lnTo>
                  <a:pt x="2117" y="13870"/>
                </a:lnTo>
                <a:lnTo>
                  <a:pt x="2142" y="13967"/>
                </a:lnTo>
                <a:lnTo>
                  <a:pt x="2190" y="14065"/>
                </a:lnTo>
                <a:lnTo>
                  <a:pt x="2239" y="14089"/>
                </a:lnTo>
                <a:lnTo>
                  <a:pt x="2288" y="14113"/>
                </a:lnTo>
                <a:lnTo>
                  <a:pt x="2336" y="14113"/>
                </a:lnTo>
                <a:lnTo>
                  <a:pt x="2385" y="14089"/>
                </a:lnTo>
                <a:lnTo>
                  <a:pt x="2434" y="14016"/>
                </a:lnTo>
                <a:lnTo>
                  <a:pt x="2434" y="13919"/>
                </a:lnTo>
                <a:lnTo>
                  <a:pt x="2385" y="13724"/>
                </a:lnTo>
                <a:lnTo>
                  <a:pt x="2263" y="13359"/>
                </a:lnTo>
                <a:lnTo>
                  <a:pt x="2385" y="13262"/>
                </a:lnTo>
                <a:lnTo>
                  <a:pt x="2458" y="13554"/>
                </a:lnTo>
                <a:lnTo>
                  <a:pt x="2531" y="13846"/>
                </a:lnTo>
                <a:lnTo>
                  <a:pt x="2555" y="13894"/>
                </a:lnTo>
                <a:lnTo>
                  <a:pt x="2580" y="13943"/>
                </a:lnTo>
                <a:lnTo>
                  <a:pt x="2628" y="13967"/>
                </a:lnTo>
                <a:lnTo>
                  <a:pt x="2677" y="13967"/>
                </a:lnTo>
                <a:lnTo>
                  <a:pt x="2774" y="13943"/>
                </a:lnTo>
                <a:lnTo>
                  <a:pt x="2823" y="13919"/>
                </a:lnTo>
                <a:lnTo>
                  <a:pt x="2847" y="13870"/>
                </a:lnTo>
                <a:lnTo>
                  <a:pt x="2872" y="13797"/>
                </a:lnTo>
                <a:lnTo>
                  <a:pt x="2847" y="13748"/>
                </a:lnTo>
                <a:lnTo>
                  <a:pt x="2750" y="13408"/>
                </a:lnTo>
                <a:lnTo>
                  <a:pt x="2604" y="13067"/>
                </a:lnTo>
                <a:lnTo>
                  <a:pt x="2823" y="12848"/>
                </a:lnTo>
                <a:lnTo>
                  <a:pt x="2920" y="13164"/>
                </a:lnTo>
                <a:lnTo>
                  <a:pt x="2969" y="13286"/>
                </a:lnTo>
                <a:lnTo>
                  <a:pt x="3018" y="13383"/>
                </a:lnTo>
                <a:lnTo>
                  <a:pt x="3066" y="13481"/>
                </a:lnTo>
                <a:lnTo>
                  <a:pt x="3115" y="13529"/>
                </a:lnTo>
                <a:lnTo>
                  <a:pt x="3212" y="13529"/>
                </a:lnTo>
                <a:lnTo>
                  <a:pt x="3237" y="13505"/>
                </a:lnTo>
                <a:lnTo>
                  <a:pt x="3261" y="13456"/>
                </a:lnTo>
                <a:lnTo>
                  <a:pt x="3285" y="13408"/>
                </a:lnTo>
                <a:lnTo>
                  <a:pt x="3261" y="13310"/>
                </a:lnTo>
                <a:lnTo>
                  <a:pt x="3188" y="13116"/>
                </a:lnTo>
                <a:lnTo>
                  <a:pt x="3091" y="12921"/>
                </a:lnTo>
                <a:lnTo>
                  <a:pt x="2969" y="12726"/>
                </a:lnTo>
                <a:lnTo>
                  <a:pt x="3261" y="12459"/>
                </a:lnTo>
                <a:lnTo>
                  <a:pt x="3285" y="12678"/>
                </a:lnTo>
                <a:lnTo>
                  <a:pt x="3334" y="12897"/>
                </a:lnTo>
                <a:lnTo>
                  <a:pt x="3383" y="12994"/>
                </a:lnTo>
                <a:lnTo>
                  <a:pt x="3480" y="13067"/>
                </a:lnTo>
                <a:lnTo>
                  <a:pt x="3529" y="13067"/>
                </a:lnTo>
                <a:lnTo>
                  <a:pt x="3577" y="13043"/>
                </a:lnTo>
                <a:lnTo>
                  <a:pt x="3626" y="12945"/>
                </a:lnTo>
                <a:lnTo>
                  <a:pt x="3626" y="12848"/>
                </a:lnTo>
                <a:lnTo>
                  <a:pt x="3577" y="12678"/>
                </a:lnTo>
                <a:lnTo>
                  <a:pt x="3529" y="12483"/>
                </a:lnTo>
                <a:lnTo>
                  <a:pt x="3431" y="12288"/>
                </a:lnTo>
                <a:lnTo>
                  <a:pt x="3650" y="12094"/>
                </a:lnTo>
                <a:lnTo>
                  <a:pt x="3699" y="12313"/>
                </a:lnTo>
                <a:lnTo>
                  <a:pt x="3748" y="12483"/>
                </a:lnTo>
                <a:lnTo>
                  <a:pt x="3796" y="12556"/>
                </a:lnTo>
                <a:lnTo>
                  <a:pt x="3845" y="12605"/>
                </a:lnTo>
                <a:lnTo>
                  <a:pt x="3942" y="12605"/>
                </a:lnTo>
                <a:lnTo>
                  <a:pt x="4015" y="12580"/>
                </a:lnTo>
                <a:lnTo>
                  <a:pt x="4040" y="12532"/>
                </a:lnTo>
                <a:lnTo>
                  <a:pt x="4064" y="12483"/>
                </a:lnTo>
                <a:lnTo>
                  <a:pt x="4064" y="12410"/>
                </a:lnTo>
                <a:lnTo>
                  <a:pt x="4015" y="12142"/>
                </a:lnTo>
                <a:lnTo>
                  <a:pt x="3967" y="11996"/>
                </a:lnTo>
                <a:lnTo>
                  <a:pt x="3894" y="11875"/>
                </a:lnTo>
                <a:lnTo>
                  <a:pt x="4161" y="11607"/>
                </a:lnTo>
                <a:lnTo>
                  <a:pt x="4210" y="11729"/>
                </a:lnTo>
                <a:lnTo>
                  <a:pt x="4283" y="11923"/>
                </a:lnTo>
                <a:lnTo>
                  <a:pt x="4332" y="11996"/>
                </a:lnTo>
                <a:lnTo>
                  <a:pt x="4380" y="12021"/>
                </a:lnTo>
                <a:lnTo>
                  <a:pt x="4429" y="12045"/>
                </a:lnTo>
                <a:lnTo>
                  <a:pt x="4478" y="12045"/>
                </a:lnTo>
                <a:lnTo>
                  <a:pt x="4526" y="11996"/>
                </a:lnTo>
                <a:lnTo>
                  <a:pt x="4551" y="11923"/>
                </a:lnTo>
                <a:lnTo>
                  <a:pt x="4551" y="11826"/>
                </a:lnTo>
                <a:lnTo>
                  <a:pt x="4478" y="11680"/>
                </a:lnTo>
                <a:lnTo>
                  <a:pt x="4356" y="11437"/>
                </a:lnTo>
                <a:lnTo>
                  <a:pt x="4405" y="11388"/>
                </a:lnTo>
                <a:lnTo>
                  <a:pt x="4672" y="11169"/>
                </a:lnTo>
                <a:lnTo>
                  <a:pt x="4745" y="11364"/>
                </a:lnTo>
                <a:lnTo>
                  <a:pt x="4818" y="11607"/>
                </a:lnTo>
                <a:lnTo>
                  <a:pt x="4867" y="11729"/>
                </a:lnTo>
                <a:lnTo>
                  <a:pt x="4916" y="11777"/>
                </a:lnTo>
                <a:lnTo>
                  <a:pt x="4964" y="11826"/>
                </a:lnTo>
                <a:lnTo>
                  <a:pt x="5013" y="11826"/>
                </a:lnTo>
                <a:lnTo>
                  <a:pt x="5037" y="11802"/>
                </a:lnTo>
                <a:lnTo>
                  <a:pt x="5062" y="11729"/>
                </a:lnTo>
                <a:lnTo>
                  <a:pt x="5086" y="11680"/>
                </a:lnTo>
                <a:lnTo>
                  <a:pt x="5062" y="11558"/>
                </a:lnTo>
                <a:lnTo>
                  <a:pt x="4964" y="11339"/>
                </a:lnTo>
                <a:lnTo>
                  <a:pt x="4794" y="11023"/>
                </a:lnTo>
                <a:lnTo>
                  <a:pt x="5135" y="10731"/>
                </a:lnTo>
                <a:lnTo>
                  <a:pt x="5135" y="10755"/>
                </a:lnTo>
                <a:lnTo>
                  <a:pt x="5208" y="10950"/>
                </a:lnTo>
                <a:lnTo>
                  <a:pt x="5281" y="11145"/>
                </a:lnTo>
                <a:lnTo>
                  <a:pt x="5329" y="11218"/>
                </a:lnTo>
                <a:lnTo>
                  <a:pt x="5378" y="11242"/>
                </a:lnTo>
                <a:lnTo>
                  <a:pt x="5427" y="11242"/>
                </a:lnTo>
                <a:lnTo>
                  <a:pt x="5475" y="11218"/>
                </a:lnTo>
                <a:lnTo>
                  <a:pt x="5524" y="11193"/>
                </a:lnTo>
                <a:lnTo>
                  <a:pt x="5573" y="11145"/>
                </a:lnTo>
                <a:lnTo>
                  <a:pt x="5597" y="11096"/>
                </a:lnTo>
                <a:lnTo>
                  <a:pt x="5597" y="11023"/>
                </a:lnTo>
                <a:lnTo>
                  <a:pt x="5524" y="10828"/>
                </a:lnTo>
                <a:lnTo>
                  <a:pt x="5475" y="10658"/>
                </a:lnTo>
                <a:lnTo>
                  <a:pt x="5378" y="10488"/>
                </a:lnTo>
                <a:lnTo>
                  <a:pt x="5670" y="10244"/>
                </a:lnTo>
                <a:lnTo>
                  <a:pt x="5670" y="10366"/>
                </a:lnTo>
                <a:lnTo>
                  <a:pt x="5694" y="10512"/>
                </a:lnTo>
                <a:lnTo>
                  <a:pt x="5743" y="10707"/>
                </a:lnTo>
                <a:lnTo>
                  <a:pt x="5792" y="10780"/>
                </a:lnTo>
                <a:lnTo>
                  <a:pt x="5816" y="10804"/>
                </a:lnTo>
                <a:lnTo>
                  <a:pt x="5865" y="10828"/>
                </a:lnTo>
                <a:lnTo>
                  <a:pt x="5913" y="10828"/>
                </a:lnTo>
                <a:lnTo>
                  <a:pt x="5938" y="10804"/>
                </a:lnTo>
                <a:lnTo>
                  <a:pt x="5986" y="10731"/>
                </a:lnTo>
                <a:lnTo>
                  <a:pt x="5986" y="10658"/>
                </a:lnTo>
                <a:lnTo>
                  <a:pt x="5938" y="10488"/>
                </a:lnTo>
                <a:lnTo>
                  <a:pt x="5865" y="10293"/>
                </a:lnTo>
                <a:lnTo>
                  <a:pt x="5767" y="10123"/>
                </a:lnTo>
                <a:lnTo>
                  <a:pt x="5986" y="9928"/>
                </a:lnTo>
                <a:lnTo>
                  <a:pt x="6011" y="10050"/>
                </a:lnTo>
                <a:lnTo>
                  <a:pt x="6035" y="10147"/>
                </a:lnTo>
                <a:lnTo>
                  <a:pt x="6108" y="10244"/>
                </a:lnTo>
                <a:lnTo>
                  <a:pt x="6181" y="10317"/>
                </a:lnTo>
                <a:lnTo>
                  <a:pt x="6230" y="10366"/>
                </a:lnTo>
                <a:lnTo>
                  <a:pt x="6303" y="10366"/>
                </a:lnTo>
                <a:lnTo>
                  <a:pt x="6376" y="10317"/>
                </a:lnTo>
                <a:lnTo>
                  <a:pt x="6400" y="10269"/>
                </a:lnTo>
                <a:lnTo>
                  <a:pt x="6400" y="10220"/>
                </a:lnTo>
                <a:lnTo>
                  <a:pt x="6376" y="10171"/>
                </a:lnTo>
                <a:lnTo>
                  <a:pt x="6327" y="10074"/>
                </a:lnTo>
                <a:lnTo>
                  <a:pt x="6205" y="9952"/>
                </a:lnTo>
                <a:lnTo>
                  <a:pt x="6084" y="9855"/>
                </a:lnTo>
                <a:lnTo>
                  <a:pt x="6376" y="9587"/>
                </a:lnTo>
                <a:lnTo>
                  <a:pt x="6400" y="9758"/>
                </a:lnTo>
                <a:lnTo>
                  <a:pt x="6449" y="9952"/>
                </a:lnTo>
                <a:lnTo>
                  <a:pt x="6473" y="10025"/>
                </a:lnTo>
                <a:lnTo>
                  <a:pt x="6522" y="10050"/>
                </a:lnTo>
                <a:lnTo>
                  <a:pt x="6595" y="10074"/>
                </a:lnTo>
                <a:lnTo>
                  <a:pt x="6643" y="10074"/>
                </a:lnTo>
                <a:lnTo>
                  <a:pt x="6716" y="10025"/>
                </a:lnTo>
                <a:lnTo>
                  <a:pt x="6741" y="10001"/>
                </a:lnTo>
                <a:lnTo>
                  <a:pt x="6765" y="9928"/>
                </a:lnTo>
                <a:lnTo>
                  <a:pt x="6765" y="9855"/>
                </a:lnTo>
                <a:lnTo>
                  <a:pt x="6692" y="9612"/>
                </a:lnTo>
                <a:lnTo>
                  <a:pt x="6643" y="9490"/>
                </a:lnTo>
                <a:lnTo>
                  <a:pt x="6595" y="9393"/>
                </a:lnTo>
                <a:lnTo>
                  <a:pt x="6765" y="9222"/>
                </a:lnTo>
                <a:lnTo>
                  <a:pt x="6814" y="9417"/>
                </a:lnTo>
                <a:lnTo>
                  <a:pt x="6887" y="9587"/>
                </a:lnTo>
                <a:lnTo>
                  <a:pt x="6911" y="9636"/>
                </a:lnTo>
                <a:lnTo>
                  <a:pt x="6960" y="9660"/>
                </a:lnTo>
                <a:lnTo>
                  <a:pt x="7033" y="9660"/>
                </a:lnTo>
                <a:lnTo>
                  <a:pt x="7081" y="9636"/>
                </a:lnTo>
                <a:lnTo>
                  <a:pt x="7130" y="9612"/>
                </a:lnTo>
                <a:lnTo>
                  <a:pt x="7179" y="9563"/>
                </a:lnTo>
                <a:lnTo>
                  <a:pt x="7179" y="9514"/>
                </a:lnTo>
                <a:lnTo>
                  <a:pt x="7179" y="9441"/>
                </a:lnTo>
                <a:lnTo>
                  <a:pt x="7057" y="9174"/>
                </a:lnTo>
                <a:lnTo>
                  <a:pt x="6984" y="9003"/>
                </a:lnTo>
                <a:lnTo>
                  <a:pt x="7106" y="8906"/>
                </a:lnTo>
                <a:lnTo>
                  <a:pt x="7106" y="8955"/>
                </a:lnTo>
                <a:lnTo>
                  <a:pt x="7106" y="9125"/>
                </a:lnTo>
                <a:lnTo>
                  <a:pt x="7130" y="9198"/>
                </a:lnTo>
                <a:lnTo>
                  <a:pt x="7179" y="9271"/>
                </a:lnTo>
                <a:lnTo>
                  <a:pt x="7227" y="9271"/>
                </a:lnTo>
                <a:lnTo>
                  <a:pt x="7276" y="9247"/>
                </a:lnTo>
                <a:lnTo>
                  <a:pt x="7325" y="9198"/>
                </a:lnTo>
                <a:lnTo>
                  <a:pt x="7349" y="9125"/>
                </a:lnTo>
                <a:lnTo>
                  <a:pt x="7325" y="8955"/>
                </a:lnTo>
                <a:lnTo>
                  <a:pt x="7276" y="8736"/>
                </a:lnTo>
                <a:lnTo>
                  <a:pt x="7519" y="8517"/>
                </a:lnTo>
                <a:lnTo>
                  <a:pt x="7544" y="8638"/>
                </a:lnTo>
                <a:lnTo>
                  <a:pt x="7617" y="8760"/>
                </a:lnTo>
                <a:lnTo>
                  <a:pt x="7665" y="8784"/>
                </a:lnTo>
                <a:lnTo>
                  <a:pt x="7714" y="8784"/>
                </a:lnTo>
                <a:lnTo>
                  <a:pt x="7763" y="8736"/>
                </a:lnTo>
                <a:lnTo>
                  <a:pt x="7787" y="8687"/>
                </a:lnTo>
                <a:lnTo>
                  <a:pt x="7763" y="8638"/>
                </a:lnTo>
                <a:lnTo>
                  <a:pt x="7738" y="8590"/>
                </a:lnTo>
                <a:lnTo>
                  <a:pt x="7690" y="8492"/>
                </a:lnTo>
                <a:lnTo>
                  <a:pt x="7641" y="8419"/>
                </a:lnTo>
                <a:lnTo>
                  <a:pt x="7884" y="8176"/>
                </a:lnTo>
                <a:lnTo>
                  <a:pt x="7909" y="8298"/>
                </a:lnTo>
                <a:lnTo>
                  <a:pt x="7933" y="8419"/>
                </a:lnTo>
                <a:lnTo>
                  <a:pt x="7957" y="8468"/>
                </a:lnTo>
                <a:lnTo>
                  <a:pt x="8006" y="8517"/>
                </a:lnTo>
                <a:lnTo>
                  <a:pt x="8152" y="8517"/>
                </a:lnTo>
                <a:lnTo>
                  <a:pt x="8201" y="8492"/>
                </a:lnTo>
                <a:lnTo>
                  <a:pt x="8225" y="8444"/>
                </a:lnTo>
                <a:lnTo>
                  <a:pt x="8249" y="8371"/>
                </a:lnTo>
                <a:lnTo>
                  <a:pt x="8201" y="8152"/>
                </a:lnTo>
                <a:lnTo>
                  <a:pt x="8128" y="7957"/>
                </a:lnTo>
                <a:lnTo>
                  <a:pt x="8468" y="7641"/>
                </a:lnTo>
                <a:lnTo>
                  <a:pt x="8444" y="7762"/>
                </a:lnTo>
                <a:lnTo>
                  <a:pt x="8444" y="7884"/>
                </a:lnTo>
                <a:lnTo>
                  <a:pt x="8493" y="7981"/>
                </a:lnTo>
                <a:lnTo>
                  <a:pt x="8517" y="8030"/>
                </a:lnTo>
                <a:lnTo>
                  <a:pt x="8566" y="8054"/>
                </a:lnTo>
                <a:lnTo>
                  <a:pt x="8590" y="8054"/>
                </a:lnTo>
                <a:lnTo>
                  <a:pt x="8614" y="8030"/>
                </a:lnTo>
                <a:lnTo>
                  <a:pt x="8639" y="7981"/>
                </a:lnTo>
                <a:lnTo>
                  <a:pt x="8639" y="7933"/>
                </a:lnTo>
                <a:lnTo>
                  <a:pt x="8614" y="7835"/>
                </a:lnTo>
                <a:lnTo>
                  <a:pt x="8566" y="7714"/>
                </a:lnTo>
                <a:lnTo>
                  <a:pt x="8541" y="7568"/>
                </a:lnTo>
                <a:lnTo>
                  <a:pt x="9125" y="7033"/>
                </a:lnTo>
                <a:lnTo>
                  <a:pt x="9125" y="7179"/>
                </a:lnTo>
                <a:lnTo>
                  <a:pt x="9149" y="7325"/>
                </a:lnTo>
                <a:lnTo>
                  <a:pt x="9198" y="7373"/>
                </a:lnTo>
                <a:lnTo>
                  <a:pt x="9222" y="7397"/>
                </a:lnTo>
                <a:lnTo>
                  <a:pt x="9271" y="7422"/>
                </a:lnTo>
                <a:lnTo>
                  <a:pt x="9320" y="7397"/>
                </a:lnTo>
                <a:lnTo>
                  <a:pt x="9368" y="7397"/>
                </a:lnTo>
                <a:lnTo>
                  <a:pt x="9393" y="7349"/>
                </a:lnTo>
                <a:lnTo>
                  <a:pt x="9417" y="7300"/>
                </a:lnTo>
                <a:lnTo>
                  <a:pt x="9417" y="7252"/>
                </a:lnTo>
                <a:lnTo>
                  <a:pt x="9393" y="7154"/>
                </a:lnTo>
                <a:lnTo>
                  <a:pt x="9393" y="7033"/>
                </a:lnTo>
                <a:lnTo>
                  <a:pt x="9417" y="6935"/>
                </a:lnTo>
                <a:lnTo>
                  <a:pt x="9417" y="6838"/>
                </a:lnTo>
                <a:lnTo>
                  <a:pt x="9393" y="6789"/>
                </a:lnTo>
                <a:lnTo>
                  <a:pt x="9466" y="6716"/>
                </a:lnTo>
                <a:lnTo>
                  <a:pt x="9490" y="6838"/>
                </a:lnTo>
                <a:lnTo>
                  <a:pt x="9514" y="6960"/>
                </a:lnTo>
                <a:lnTo>
                  <a:pt x="9539" y="7008"/>
                </a:lnTo>
                <a:lnTo>
                  <a:pt x="9587" y="7033"/>
                </a:lnTo>
                <a:lnTo>
                  <a:pt x="9636" y="7057"/>
                </a:lnTo>
                <a:lnTo>
                  <a:pt x="9660" y="7057"/>
                </a:lnTo>
                <a:lnTo>
                  <a:pt x="9709" y="7033"/>
                </a:lnTo>
                <a:lnTo>
                  <a:pt x="9733" y="7008"/>
                </a:lnTo>
                <a:lnTo>
                  <a:pt x="9782" y="6984"/>
                </a:lnTo>
                <a:lnTo>
                  <a:pt x="9782" y="6935"/>
                </a:lnTo>
                <a:lnTo>
                  <a:pt x="9782" y="6741"/>
                </a:lnTo>
                <a:lnTo>
                  <a:pt x="9733" y="6619"/>
                </a:lnTo>
                <a:lnTo>
                  <a:pt x="9709" y="6522"/>
                </a:lnTo>
                <a:lnTo>
                  <a:pt x="9831" y="6376"/>
                </a:lnTo>
                <a:lnTo>
                  <a:pt x="9879" y="6327"/>
                </a:lnTo>
                <a:lnTo>
                  <a:pt x="9904" y="6278"/>
                </a:lnTo>
                <a:lnTo>
                  <a:pt x="9904" y="6205"/>
                </a:lnTo>
                <a:lnTo>
                  <a:pt x="9928" y="6132"/>
                </a:lnTo>
                <a:lnTo>
                  <a:pt x="9952" y="6059"/>
                </a:lnTo>
                <a:lnTo>
                  <a:pt x="9855" y="5670"/>
                </a:lnTo>
                <a:lnTo>
                  <a:pt x="9831" y="5475"/>
                </a:lnTo>
                <a:lnTo>
                  <a:pt x="9806" y="5281"/>
                </a:lnTo>
                <a:lnTo>
                  <a:pt x="9806" y="5037"/>
                </a:lnTo>
                <a:lnTo>
                  <a:pt x="9855" y="4794"/>
                </a:lnTo>
                <a:lnTo>
                  <a:pt x="9904" y="4575"/>
                </a:lnTo>
                <a:lnTo>
                  <a:pt x="9977" y="4332"/>
                </a:lnTo>
                <a:lnTo>
                  <a:pt x="10074" y="4088"/>
                </a:lnTo>
                <a:lnTo>
                  <a:pt x="10196" y="3869"/>
                </a:lnTo>
                <a:lnTo>
                  <a:pt x="10317" y="3650"/>
                </a:lnTo>
                <a:lnTo>
                  <a:pt x="10488" y="3456"/>
                </a:lnTo>
                <a:lnTo>
                  <a:pt x="10658" y="3261"/>
                </a:lnTo>
                <a:lnTo>
                  <a:pt x="10853" y="3091"/>
                </a:lnTo>
                <a:lnTo>
                  <a:pt x="11242" y="2750"/>
                </a:lnTo>
                <a:lnTo>
                  <a:pt x="11680" y="2458"/>
                </a:lnTo>
                <a:lnTo>
                  <a:pt x="12094" y="2166"/>
                </a:lnTo>
                <a:lnTo>
                  <a:pt x="12970" y="1631"/>
                </a:lnTo>
                <a:close/>
                <a:moveTo>
                  <a:pt x="10755" y="11631"/>
                </a:moveTo>
                <a:lnTo>
                  <a:pt x="10755" y="11680"/>
                </a:lnTo>
                <a:lnTo>
                  <a:pt x="10853" y="11850"/>
                </a:lnTo>
                <a:lnTo>
                  <a:pt x="10974" y="12021"/>
                </a:lnTo>
                <a:lnTo>
                  <a:pt x="11266" y="12361"/>
                </a:lnTo>
                <a:lnTo>
                  <a:pt x="11875" y="12970"/>
                </a:lnTo>
                <a:lnTo>
                  <a:pt x="13286" y="14503"/>
                </a:lnTo>
                <a:lnTo>
                  <a:pt x="13943" y="15184"/>
                </a:lnTo>
                <a:lnTo>
                  <a:pt x="14259" y="15549"/>
                </a:lnTo>
                <a:lnTo>
                  <a:pt x="14430" y="15719"/>
                </a:lnTo>
                <a:lnTo>
                  <a:pt x="14503" y="15792"/>
                </a:lnTo>
                <a:lnTo>
                  <a:pt x="14600" y="15841"/>
                </a:lnTo>
                <a:lnTo>
                  <a:pt x="14916" y="16035"/>
                </a:lnTo>
                <a:lnTo>
                  <a:pt x="15208" y="16206"/>
                </a:lnTo>
                <a:lnTo>
                  <a:pt x="15354" y="16279"/>
                </a:lnTo>
                <a:lnTo>
                  <a:pt x="15500" y="16352"/>
                </a:lnTo>
                <a:lnTo>
                  <a:pt x="15671" y="16376"/>
                </a:lnTo>
                <a:lnTo>
                  <a:pt x="15890" y="16376"/>
                </a:lnTo>
                <a:lnTo>
                  <a:pt x="15914" y="16352"/>
                </a:lnTo>
                <a:lnTo>
                  <a:pt x="15938" y="16279"/>
                </a:lnTo>
                <a:lnTo>
                  <a:pt x="15914" y="16230"/>
                </a:lnTo>
                <a:lnTo>
                  <a:pt x="15890" y="16206"/>
                </a:lnTo>
                <a:lnTo>
                  <a:pt x="15865" y="16206"/>
                </a:lnTo>
                <a:lnTo>
                  <a:pt x="15622" y="16157"/>
                </a:lnTo>
                <a:lnTo>
                  <a:pt x="15403" y="16084"/>
                </a:lnTo>
                <a:lnTo>
                  <a:pt x="15233" y="15987"/>
                </a:lnTo>
                <a:lnTo>
                  <a:pt x="15062" y="15865"/>
                </a:lnTo>
                <a:lnTo>
                  <a:pt x="14892" y="15743"/>
                </a:lnTo>
                <a:lnTo>
                  <a:pt x="14746" y="15573"/>
                </a:lnTo>
                <a:lnTo>
                  <a:pt x="14454" y="15233"/>
                </a:lnTo>
                <a:lnTo>
                  <a:pt x="13846" y="14624"/>
                </a:lnTo>
                <a:lnTo>
                  <a:pt x="13262" y="14016"/>
                </a:lnTo>
                <a:lnTo>
                  <a:pt x="12045" y="12799"/>
                </a:lnTo>
                <a:lnTo>
                  <a:pt x="11461" y="12167"/>
                </a:lnTo>
                <a:lnTo>
                  <a:pt x="11145" y="11875"/>
                </a:lnTo>
                <a:lnTo>
                  <a:pt x="10974" y="11729"/>
                </a:lnTo>
                <a:lnTo>
                  <a:pt x="10804" y="11631"/>
                </a:lnTo>
                <a:close/>
                <a:moveTo>
                  <a:pt x="9904" y="8638"/>
                </a:moveTo>
                <a:lnTo>
                  <a:pt x="10123" y="8882"/>
                </a:lnTo>
                <a:lnTo>
                  <a:pt x="9977" y="9003"/>
                </a:lnTo>
                <a:lnTo>
                  <a:pt x="9709" y="9271"/>
                </a:lnTo>
                <a:lnTo>
                  <a:pt x="9587" y="9417"/>
                </a:lnTo>
                <a:lnTo>
                  <a:pt x="9466" y="9587"/>
                </a:lnTo>
                <a:lnTo>
                  <a:pt x="9466" y="9612"/>
                </a:lnTo>
                <a:lnTo>
                  <a:pt x="9490" y="9660"/>
                </a:lnTo>
                <a:lnTo>
                  <a:pt x="9539" y="9660"/>
                </a:lnTo>
                <a:lnTo>
                  <a:pt x="9685" y="9612"/>
                </a:lnTo>
                <a:lnTo>
                  <a:pt x="9831" y="9539"/>
                </a:lnTo>
                <a:lnTo>
                  <a:pt x="10098" y="9320"/>
                </a:lnTo>
                <a:lnTo>
                  <a:pt x="10366" y="9101"/>
                </a:lnTo>
                <a:lnTo>
                  <a:pt x="10536" y="9247"/>
                </a:lnTo>
                <a:lnTo>
                  <a:pt x="10244" y="9466"/>
                </a:lnTo>
                <a:lnTo>
                  <a:pt x="10025" y="9636"/>
                </a:lnTo>
                <a:lnTo>
                  <a:pt x="9928" y="9733"/>
                </a:lnTo>
                <a:lnTo>
                  <a:pt x="9831" y="9855"/>
                </a:lnTo>
                <a:lnTo>
                  <a:pt x="9831" y="9928"/>
                </a:lnTo>
                <a:lnTo>
                  <a:pt x="9855" y="9977"/>
                </a:lnTo>
                <a:lnTo>
                  <a:pt x="9904" y="10025"/>
                </a:lnTo>
                <a:lnTo>
                  <a:pt x="9977" y="10025"/>
                </a:lnTo>
                <a:lnTo>
                  <a:pt x="10098" y="9977"/>
                </a:lnTo>
                <a:lnTo>
                  <a:pt x="10196" y="9904"/>
                </a:lnTo>
                <a:lnTo>
                  <a:pt x="10390" y="9758"/>
                </a:lnTo>
                <a:lnTo>
                  <a:pt x="10780" y="9490"/>
                </a:lnTo>
                <a:lnTo>
                  <a:pt x="10950" y="9660"/>
                </a:lnTo>
                <a:lnTo>
                  <a:pt x="10780" y="9733"/>
                </a:lnTo>
                <a:lnTo>
                  <a:pt x="10609" y="9855"/>
                </a:lnTo>
                <a:lnTo>
                  <a:pt x="10390" y="10001"/>
                </a:lnTo>
                <a:lnTo>
                  <a:pt x="10293" y="10098"/>
                </a:lnTo>
                <a:lnTo>
                  <a:pt x="10220" y="10220"/>
                </a:lnTo>
                <a:lnTo>
                  <a:pt x="10220" y="10269"/>
                </a:lnTo>
                <a:lnTo>
                  <a:pt x="10244" y="10293"/>
                </a:lnTo>
                <a:lnTo>
                  <a:pt x="10293" y="10317"/>
                </a:lnTo>
                <a:lnTo>
                  <a:pt x="10439" y="10317"/>
                </a:lnTo>
                <a:lnTo>
                  <a:pt x="10585" y="10244"/>
                </a:lnTo>
                <a:lnTo>
                  <a:pt x="10828" y="10074"/>
                </a:lnTo>
                <a:lnTo>
                  <a:pt x="10999" y="9977"/>
                </a:lnTo>
                <a:lnTo>
                  <a:pt x="11072" y="9904"/>
                </a:lnTo>
                <a:lnTo>
                  <a:pt x="11145" y="9831"/>
                </a:lnTo>
                <a:lnTo>
                  <a:pt x="11364" y="10025"/>
                </a:lnTo>
                <a:lnTo>
                  <a:pt x="11193" y="10123"/>
                </a:lnTo>
                <a:lnTo>
                  <a:pt x="11072" y="10244"/>
                </a:lnTo>
                <a:lnTo>
                  <a:pt x="10974" y="10342"/>
                </a:lnTo>
                <a:lnTo>
                  <a:pt x="10901" y="10439"/>
                </a:lnTo>
                <a:lnTo>
                  <a:pt x="10853" y="10561"/>
                </a:lnTo>
                <a:lnTo>
                  <a:pt x="10853" y="10634"/>
                </a:lnTo>
                <a:lnTo>
                  <a:pt x="10853" y="10682"/>
                </a:lnTo>
                <a:lnTo>
                  <a:pt x="10877" y="10707"/>
                </a:lnTo>
                <a:lnTo>
                  <a:pt x="10974" y="10682"/>
                </a:lnTo>
                <a:lnTo>
                  <a:pt x="11072" y="10634"/>
                </a:lnTo>
                <a:lnTo>
                  <a:pt x="11218" y="10536"/>
                </a:lnTo>
                <a:lnTo>
                  <a:pt x="11437" y="10366"/>
                </a:lnTo>
                <a:lnTo>
                  <a:pt x="11607" y="10269"/>
                </a:lnTo>
                <a:lnTo>
                  <a:pt x="11753" y="10415"/>
                </a:lnTo>
                <a:lnTo>
                  <a:pt x="11656" y="10488"/>
                </a:lnTo>
                <a:lnTo>
                  <a:pt x="11364" y="10731"/>
                </a:lnTo>
                <a:lnTo>
                  <a:pt x="11242" y="10877"/>
                </a:lnTo>
                <a:lnTo>
                  <a:pt x="11218" y="10950"/>
                </a:lnTo>
                <a:lnTo>
                  <a:pt x="11169" y="11023"/>
                </a:lnTo>
                <a:lnTo>
                  <a:pt x="11193" y="11072"/>
                </a:lnTo>
                <a:lnTo>
                  <a:pt x="11242" y="11096"/>
                </a:lnTo>
                <a:lnTo>
                  <a:pt x="11388" y="11047"/>
                </a:lnTo>
                <a:lnTo>
                  <a:pt x="11510" y="10974"/>
                </a:lnTo>
                <a:lnTo>
                  <a:pt x="11777" y="10780"/>
                </a:lnTo>
                <a:lnTo>
                  <a:pt x="11972" y="10634"/>
                </a:lnTo>
                <a:lnTo>
                  <a:pt x="12191" y="10828"/>
                </a:lnTo>
                <a:lnTo>
                  <a:pt x="12069" y="10926"/>
                </a:lnTo>
                <a:lnTo>
                  <a:pt x="11923" y="11023"/>
                </a:lnTo>
                <a:lnTo>
                  <a:pt x="11777" y="11169"/>
                </a:lnTo>
                <a:lnTo>
                  <a:pt x="11729" y="11242"/>
                </a:lnTo>
                <a:lnTo>
                  <a:pt x="11680" y="11315"/>
                </a:lnTo>
                <a:lnTo>
                  <a:pt x="11656" y="11388"/>
                </a:lnTo>
                <a:lnTo>
                  <a:pt x="11656" y="11485"/>
                </a:lnTo>
                <a:lnTo>
                  <a:pt x="11680" y="11534"/>
                </a:lnTo>
                <a:lnTo>
                  <a:pt x="11704" y="11558"/>
                </a:lnTo>
                <a:lnTo>
                  <a:pt x="11729" y="11558"/>
                </a:lnTo>
                <a:lnTo>
                  <a:pt x="11826" y="11534"/>
                </a:lnTo>
                <a:lnTo>
                  <a:pt x="11899" y="11510"/>
                </a:lnTo>
                <a:lnTo>
                  <a:pt x="12021" y="11412"/>
                </a:lnTo>
                <a:lnTo>
                  <a:pt x="12288" y="11193"/>
                </a:lnTo>
                <a:lnTo>
                  <a:pt x="12459" y="11072"/>
                </a:lnTo>
                <a:lnTo>
                  <a:pt x="12726" y="11315"/>
                </a:lnTo>
                <a:lnTo>
                  <a:pt x="12483" y="11534"/>
                </a:lnTo>
                <a:lnTo>
                  <a:pt x="12361" y="11656"/>
                </a:lnTo>
                <a:lnTo>
                  <a:pt x="12264" y="11777"/>
                </a:lnTo>
                <a:lnTo>
                  <a:pt x="12264" y="11826"/>
                </a:lnTo>
                <a:lnTo>
                  <a:pt x="12264" y="11850"/>
                </a:lnTo>
                <a:lnTo>
                  <a:pt x="12288" y="11948"/>
                </a:lnTo>
                <a:lnTo>
                  <a:pt x="12361" y="11972"/>
                </a:lnTo>
                <a:lnTo>
                  <a:pt x="12459" y="11972"/>
                </a:lnTo>
                <a:lnTo>
                  <a:pt x="12605" y="11875"/>
                </a:lnTo>
                <a:lnTo>
                  <a:pt x="12726" y="11777"/>
                </a:lnTo>
                <a:lnTo>
                  <a:pt x="12970" y="11558"/>
                </a:lnTo>
                <a:lnTo>
                  <a:pt x="12970" y="11534"/>
                </a:lnTo>
                <a:lnTo>
                  <a:pt x="13262" y="11802"/>
                </a:lnTo>
                <a:lnTo>
                  <a:pt x="13116" y="11923"/>
                </a:lnTo>
                <a:lnTo>
                  <a:pt x="12994" y="12021"/>
                </a:lnTo>
                <a:lnTo>
                  <a:pt x="12872" y="12142"/>
                </a:lnTo>
                <a:lnTo>
                  <a:pt x="12799" y="12288"/>
                </a:lnTo>
                <a:lnTo>
                  <a:pt x="12775" y="12361"/>
                </a:lnTo>
                <a:lnTo>
                  <a:pt x="12775" y="12434"/>
                </a:lnTo>
                <a:lnTo>
                  <a:pt x="12799" y="12507"/>
                </a:lnTo>
                <a:lnTo>
                  <a:pt x="12824" y="12532"/>
                </a:lnTo>
                <a:lnTo>
                  <a:pt x="12872" y="12532"/>
                </a:lnTo>
                <a:lnTo>
                  <a:pt x="12994" y="12483"/>
                </a:lnTo>
                <a:lnTo>
                  <a:pt x="13116" y="12434"/>
                </a:lnTo>
                <a:lnTo>
                  <a:pt x="13310" y="12264"/>
                </a:lnTo>
                <a:lnTo>
                  <a:pt x="13554" y="12094"/>
                </a:lnTo>
                <a:lnTo>
                  <a:pt x="13700" y="12215"/>
                </a:lnTo>
                <a:lnTo>
                  <a:pt x="13627" y="12264"/>
                </a:lnTo>
                <a:lnTo>
                  <a:pt x="13432" y="12434"/>
                </a:lnTo>
                <a:lnTo>
                  <a:pt x="13262" y="12653"/>
                </a:lnTo>
                <a:lnTo>
                  <a:pt x="13237" y="12702"/>
                </a:lnTo>
                <a:lnTo>
                  <a:pt x="13262" y="12751"/>
                </a:lnTo>
                <a:lnTo>
                  <a:pt x="13310" y="12799"/>
                </a:lnTo>
                <a:lnTo>
                  <a:pt x="13383" y="12799"/>
                </a:lnTo>
                <a:lnTo>
                  <a:pt x="13602" y="12702"/>
                </a:lnTo>
                <a:lnTo>
                  <a:pt x="13797" y="12556"/>
                </a:lnTo>
                <a:lnTo>
                  <a:pt x="13919" y="12459"/>
                </a:lnTo>
                <a:lnTo>
                  <a:pt x="14162" y="12702"/>
                </a:lnTo>
                <a:lnTo>
                  <a:pt x="13992" y="12848"/>
                </a:lnTo>
                <a:lnTo>
                  <a:pt x="13894" y="12945"/>
                </a:lnTo>
                <a:lnTo>
                  <a:pt x="13797" y="13043"/>
                </a:lnTo>
                <a:lnTo>
                  <a:pt x="13724" y="13164"/>
                </a:lnTo>
                <a:lnTo>
                  <a:pt x="13700" y="13237"/>
                </a:lnTo>
                <a:lnTo>
                  <a:pt x="13700" y="13310"/>
                </a:lnTo>
                <a:lnTo>
                  <a:pt x="13700" y="13359"/>
                </a:lnTo>
                <a:lnTo>
                  <a:pt x="13748" y="13359"/>
                </a:lnTo>
                <a:lnTo>
                  <a:pt x="13870" y="13335"/>
                </a:lnTo>
                <a:lnTo>
                  <a:pt x="13992" y="13286"/>
                </a:lnTo>
                <a:lnTo>
                  <a:pt x="14089" y="13189"/>
                </a:lnTo>
                <a:lnTo>
                  <a:pt x="14186" y="13116"/>
                </a:lnTo>
                <a:lnTo>
                  <a:pt x="14381" y="12921"/>
                </a:lnTo>
                <a:lnTo>
                  <a:pt x="14746" y="13335"/>
                </a:lnTo>
                <a:lnTo>
                  <a:pt x="14624" y="13408"/>
                </a:lnTo>
                <a:lnTo>
                  <a:pt x="14503" y="13505"/>
                </a:lnTo>
                <a:lnTo>
                  <a:pt x="14284" y="13651"/>
                </a:lnTo>
                <a:lnTo>
                  <a:pt x="14186" y="13748"/>
                </a:lnTo>
                <a:lnTo>
                  <a:pt x="14138" y="13870"/>
                </a:lnTo>
                <a:lnTo>
                  <a:pt x="14138" y="13919"/>
                </a:lnTo>
                <a:lnTo>
                  <a:pt x="14162" y="13992"/>
                </a:lnTo>
                <a:lnTo>
                  <a:pt x="14211" y="14016"/>
                </a:lnTo>
                <a:lnTo>
                  <a:pt x="14259" y="14040"/>
                </a:lnTo>
                <a:lnTo>
                  <a:pt x="14381" y="14016"/>
                </a:lnTo>
                <a:lnTo>
                  <a:pt x="14503" y="13943"/>
                </a:lnTo>
                <a:lnTo>
                  <a:pt x="14697" y="13773"/>
                </a:lnTo>
                <a:lnTo>
                  <a:pt x="14819" y="13651"/>
                </a:lnTo>
                <a:lnTo>
                  <a:pt x="14941" y="13529"/>
                </a:lnTo>
                <a:lnTo>
                  <a:pt x="15160" y="13748"/>
                </a:lnTo>
                <a:lnTo>
                  <a:pt x="14989" y="13919"/>
                </a:lnTo>
                <a:lnTo>
                  <a:pt x="14795" y="14065"/>
                </a:lnTo>
                <a:lnTo>
                  <a:pt x="14722" y="14138"/>
                </a:lnTo>
                <a:lnTo>
                  <a:pt x="14673" y="14259"/>
                </a:lnTo>
                <a:lnTo>
                  <a:pt x="14673" y="14284"/>
                </a:lnTo>
                <a:lnTo>
                  <a:pt x="14697" y="14284"/>
                </a:lnTo>
                <a:lnTo>
                  <a:pt x="14770" y="14308"/>
                </a:lnTo>
                <a:lnTo>
                  <a:pt x="14819" y="14308"/>
                </a:lnTo>
                <a:lnTo>
                  <a:pt x="14941" y="14284"/>
                </a:lnTo>
                <a:lnTo>
                  <a:pt x="15062" y="14235"/>
                </a:lnTo>
                <a:lnTo>
                  <a:pt x="15184" y="14162"/>
                </a:lnTo>
                <a:lnTo>
                  <a:pt x="15281" y="14089"/>
                </a:lnTo>
                <a:lnTo>
                  <a:pt x="15379" y="13992"/>
                </a:lnTo>
                <a:lnTo>
                  <a:pt x="15573" y="14186"/>
                </a:lnTo>
                <a:lnTo>
                  <a:pt x="15452" y="14284"/>
                </a:lnTo>
                <a:lnTo>
                  <a:pt x="15330" y="14381"/>
                </a:lnTo>
                <a:lnTo>
                  <a:pt x="15184" y="14503"/>
                </a:lnTo>
                <a:lnTo>
                  <a:pt x="15111" y="14576"/>
                </a:lnTo>
                <a:lnTo>
                  <a:pt x="15038" y="14673"/>
                </a:lnTo>
                <a:lnTo>
                  <a:pt x="15038" y="14746"/>
                </a:lnTo>
                <a:lnTo>
                  <a:pt x="15062" y="14795"/>
                </a:lnTo>
                <a:lnTo>
                  <a:pt x="15111" y="14843"/>
                </a:lnTo>
                <a:lnTo>
                  <a:pt x="15184" y="14843"/>
                </a:lnTo>
                <a:lnTo>
                  <a:pt x="15257" y="14819"/>
                </a:lnTo>
                <a:lnTo>
                  <a:pt x="15354" y="14770"/>
                </a:lnTo>
                <a:lnTo>
                  <a:pt x="15500" y="14649"/>
                </a:lnTo>
                <a:lnTo>
                  <a:pt x="15646" y="14527"/>
                </a:lnTo>
                <a:lnTo>
                  <a:pt x="15792" y="14405"/>
                </a:lnTo>
                <a:lnTo>
                  <a:pt x="15987" y="14649"/>
                </a:lnTo>
                <a:lnTo>
                  <a:pt x="15890" y="14722"/>
                </a:lnTo>
                <a:lnTo>
                  <a:pt x="15744" y="14892"/>
                </a:lnTo>
                <a:lnTo>
                  <a:pt x="15598" y="15087"/>
                </a:lnTo>
                <a:lnTo>
                  <a:pt x="15573" y="15111"/>
                </a:lnTo>
                <a:lnTo>
                  <a:pt x="15598" y="15135"/>
                </a:lnTo>
                <a:lnTo>
                  <a:pt x="15622" y="15160"/>
                </a:lnTo>
                <a:lnTo>
                  <a:pt x="15646" y="15160"/>
                </a:lnTo>
                <a:lnTo>
                  <a:pt x="15865" y="15038"/>
                </a:lnTo>
                <a:lnTo>
                  <a:pt x="16036" y="14916"/>
                </a:lnTo>
                <a:lnTo>
                  <a:pt x="16133" y="14868"/>
                </a:lnTo>
                <a:lnTo>
                  <a:pt x="16230" y="15014"/>
                </a:lnTo>
                <a:lnTo>
                  <a:pt x="16084" y="15135"/>
                </a:lnTo>
                <a:lnTo>
                  <a:pt x="15914" y="15306"/>
                </a:lnTo>
                <a:lnTo>
                  <a:pt x="15768" y="15476"/>
                </a:lnTo>
                <a:lnTo>
                  <a:pt x="15744" y="15524"/>
                </a:lnTo>
                <a:lnTo>
                  <a:pt x="15744" y="15573"/>
                </a:lnTo>
                <a:lnTo>
                  <a:pt x="15792" y="15622"/>
                </a:lnTo>
                <a:lnTo>
                  <a:pt x="15865" y="15670"/>
                </a:lnTo>
                <a:lnTo>
                  <a:pt x="15938" y="15646"/>
                </a:lnTo>
                <a:lnTo>
                  <a:pt x="16109" y="15524"/>
                </a:lnTo>
                <a:lnTo>
                  <a:pt x="16303" y="15403"/>
                </a:lnTo>
                <a:lnTo>
                  <a:pt x="16376" y="15330"/>
                </a:lnTo>
                <a:lnTo>
                  <a:pt x="16425" y="15500"/>
                </a:lnTo>
                <a:lnTo>
                  <a:pt x="16449" y="15695"/>
                </a:lnTo>
                <a:lnTo>
                  <a:pt x="16376" y="15719"/>
                </a:lnTo>
                <a:lnTo>
                  <a:pt x="16255" y="15841"/>
                </a:lnTo>
                <a:lnTo>
                  <a:pt x="16206" y="15938"/>
                </a:lnTo>
                <a:lnTo>
                  <a:pt x="16182" y="16011"/>
                </a:lnTo>
                <a:lnTo>
                  <a:pt x="16157" y="16060"/>
                </a:lnTo>
                <a:lnTo>
                  <a:pt x="16206" y="16108"/>
                </a:lnTo>
                <a:lnTo>
                  <a:pt x="16255" y="16133"/>
                </a:lnTo>
                <a:lnTo>
                  <a:pt x="16303" y="16133"/>
                </a:lnTo>
                <a:lnTo>
                  <a:pt x="16401" y="16108"/>
                </a:lnTo>
                <a:lnTo>
                  <a:pt x="16401" y="16108"/>
                </a:lnTo>
                <a:lnTo>
                  <a:pt x="16328" y="16327"/>
                </a:lnTo>
                <a:lnTo>
                  <a:pt x="16255" y="16449"/>
                </a:lnTo>
                <a:lnTo>
                  <a:pt x="16157" y="16546"/>
                </a:lnTo>
                <a:lnTo>
                  <a:pt x="16060" y="16619"/>
                </a:lnTo>
                <a:lnTo>
                  <a:pt x="15963" y="16668"/>
                </a:lnTo>
                <a:lnTo>
                  <a:pt x="15841" y="16692"/>
                </a:lnTo>
                <a:lnTo>
                  <a:pt x="15719" y="16692"/>
                </a:lnTo>
                <a:lnTo>
                  <a:pt x="15598" y="16668"/>
                </a:lnTo>
                <a:lnTo>
                  <a:pt x="15452" y="16644"/>
                </a:lnTo>
                <a:lnTo>
                  <a:pt x="15160" y="16522"/>
                </a:lnTo>
                <a:lnTo>
                  <a:pt x="14843" y="16327"/>
                </a:lnTo>
                <a:lnTo>
                  <a:pt x="14527" y="16108"/>
                </a:lnTo>
                <a:lnTo>
                  <a:pt x="14186" y="15841"/>
                </a:lnTo>
                <a:lnTo>
                  <a:pt x="13870" y="15549"/>
                </a:lnTo>
                <a:lnTo>
                  <a:pt x="13554" y="15257"/>
                </a:lnTo>
                <a:lnTo>
                  <a:pt x="12970" y="14649"/>
                </a:lnTo>
                <a:lnTo>
                  <a:pt x="12167" y="13797"/>
                </a:lnTo>
                <a:lnTo>
                  <a:pt x="11291" y="12897"/>
                </a:lnTo>
                <a:lnTo>
                  <a:pt x="10439" y="11972"/>
                </a:lnTo>
                <a:lnTo>
                  <a:pt x="10001" y="11534"/>
                </a:lnTo>
                <a:lnTo>
                  <a:pt x="9539" y="11096"/>
                </a:lnTo>
                <a:lnTo>
                  <a:pt x="9076" y="10658"/>
                </a:lnTo>
                <a:lnTo>
                  <a:pt x="8614" y="10269"/>
                </a:lnTo>
                <a:lnTo>
                  <a:pt x="8566" y="10244"/>
                </a:lnTo>
                <a:lnTo>
                  <a:pt x="9904" y="8638"/>
                </a:lnTo>
                <a:close/>
                <a:moveTo>
                  <a:pt x="1071" y="0"/>
                </a:moveTo>
                <a:lnTo>
                  <a:pt x="828" y="73"/>
                </a:lnTo>
                <a:lnTo>
                  <a:pt x="609" y="171"/>
                </a:lnTo>
                <a:lnTo>
                  <a:pt x="414" y="317"/>
                </a:lnTo>
                <a:lnTo>
                  <a:pt x="244" y="511"/>
                </a:lnTo>
                <a:lnTo>
                  <a:pt x="122" y="730"/>
                </a:lnTo>
                <a:lnTo>
                  <a:pt x="25" y="949"/>
                </a:lnTo>
                <a:lnTo>
                  <a:pt x="25" y="1071"/>
                </a:lnTo>
                <a:lnTo>
                  <a:pt x="25" y="1193"/>
                </a:lnTo>
                <a:lnTo>
                  <a:pt x="25" y="1314"/>
                </a:lnTo>
                <a:lnTo>
                  <a:pt x="49" y="1436"/>
                </a:lnTo>
                <a:lnTo>
                  <a:pt x="25" y="1777"/>
                </a:lnTo>
                <a:lnTo>
                  <a:pt x="1" y="2117"/>
                </a:lnTo>
                <a:lnTo>
                  <a:pt x="25" y="2215"/>
                </a:lnTo>
                <a:lnTo>
                  <a:pt x="74" y="2263"/>
                </a:lnTo>
                <a:lnTo>
                  <a:pt x="147" y="2288"/>
                </a:lnTo>
                <a:lnTo>
                  <a:pt x="244" y="2263"/>
                </a:lnTo>
                <a:lnTo>
                  <a:pt x="341" y="2239"/>
                </a:lnTo>
                <a:lnTo>
                  <a:pt x="317" y="2896"/>
                </a:lnTo>
                <a:lnTo>
                  <a:pt x="341" y="2993"/>
                </a:lnTo>
                <a:lnTo>
                  <a:pt x="414" y="3042"/>
                </a:lnTo>
                <a:lnTo>
                  <a:pt x="560" y="3042"/>
                </a:lnTo>
                <a:lnTo>
                  <a:pt x="658" y="3018"/>
                </a:lnTo>
                <a:lnTo>
                  <a:pt x="658" y="3285"/>
                </a:lnTo>
                <a:lnTo>
                  <a:pt x="658" y="3431"/>
                </a:lnTo>
                <a:lnTo>
                  <a:pt x="682" y="3529"/>
                </a:lnTo>
                <a:lnTo>
                  <a:pt x="731" y="3650"/>
                </a:lnTo>
                <a:lnTo>
                  <a:pt x="779" y="3723"/>
                </a:lnTo>
                <a:lnTo>
                  <a:pt x="876" y="3748"/>
                </a:lnTo>
                <a:lnTo>
                  <a:pt x="998" y="3772"/>
                </a:lnTo>
                <a:lnTo>
                  <a:pt x="949" y="3942"/>
                </a:lnTo>
                <a:lnTo>
                  <a:pt x="949" y="4137"/>
                </a:lnTo>
                <a:lnTo>
                  <a:pt x="949" y="4332"/>
                </a:lnTo>
                <a:lnTo>
                  <a:pt x="998" y="4526"/>
                </a:lnTo>
                <a:lnTo>
                  <a:pt x="1047" y="4575"/>
                </a:lnTo>
                <a:lnTo>
                  <a:pt x="1095" y="4624"/>
                </a:lnTo>
                <a:lnTo>
                  <a:pt x="1168" y="4648"/>
                </a:lnTo>
                <a:lnTo>
                  <a:pt x="1241" y="4624"/>
                </a:lnTo>
                <a:lnTo>
                  <a:pt x="1339" y="4551"/>
                </a:lnTo>
                <a:lnTo>
                  <a:pt x="1363" y="4745"/>
                </a:lnTo>
                <a:lnTo>
                  <a:pt x="1436" y="4916"/>
                </a:lnTo>
                <a:lnTo>
                  <a:pt x="1533" y="5086"/>
                </a:lnTo>
                <a:lnTo>
                  <a:pt x="1655" y="5232"/>
                </a:lnTo>
                <a:lnTo>
                  <a:pt x="1728" y="5281"/>
                </a:lnTo>
                <a:lnTo>
                  <a:pt x="1801" y="5281"/>
                </a:lnTo>
                <a:lnTo>
                  <a:pt x="1874" y="5256"/>
                </a:lnTo>
                <a:lnTo>
                  <a:pt x="1850" y="5378"/>
                </a:lnTo>
                <a:lnTo>
                  <a:pt x="1874" y="5500"/>
                </a:lnTo>
                <a:lnTo>
                  <a:pt x="1923" y="5621"/>
                </a:lnTo>
                <a:lnTo>
                  <a:pt x="1996" y="5719"/>
                </a:lnTo>
                <a:lnTo>
                  <a:pt x="2093" y="5792"/>
                </a:lnTo>
                <a:lnTo>
                  <a:pt x="2190" y="5840"/>
                </a:lnTo>
                <a:lnTo>
                  <a:pt x="2263" y="5840"/>
                </a:lnTo>
                <a:lnTo>
                  <a:pt x="2361" y="5816"/>
                </a:lnTo>
                <a:lnTo>
                  <a:pt x="2458" y="5986"/>
                </a:lnTo>
                <a:lnTo>
                  <a:pt x="2434" y="6084"/>
                </a:lnTo>
                <a:lnTo>
                  <a:pt x="2434" y="6181"/>
                </a:lnTo>
                <a:lnTo>
                  <a:pt x="2482" y="6424"/>
                </a:lnTo>
                <a:lnTo>
                  <a:pt x="2531" y="6473"/>
                </a:lnTo>
                <a:lnTo>
                  <a:pt x="2580" y="6522"/>
                </a:lnTo>
                <a:lnTo>
                  <a:pt x="2653" y="6522"/>
                </a:lnTo>
                <a:lnTo>
                  <a:pt x="2726" y="6473"/>
                </a:lnTo>
                <a:lnTo>
                  <a:pt x="2823" y="6424"/>
                </a:lnTo>
                <a:lnTo>
                  <a:pt x="2847" y="6546"/>
                </a:lnTo>
                <a:lnTo>
                  <a:pt x="2896" y="6643"/>
                </a:lnTo>
                <a:lnTo>
                  <a:pt x="2969" y="6741"/>
                </a:lnTo>
                <a:lnTo>
                  <a:pt x="3042" y="6838"/>
                </a:lnTo>
                <a:lnTo>
                  <a:pt x="3139" y="6887"/>
                </a:lnTo>
                <a:lnTo>
                  <a:pt x="3261" y="6911"/>
                </a:lnTo>
                <a:lnTo>
                  <a:pt x="3383" y="6911"/>
                </a:lnTo>
                <a:lnTo>
                  <a:pt x="3529" y="6887"/>
                </a:lnTo>
                <a:lnTo>
                  <a:pt x="3553" y="6887"/>
                </a:lnTo>
                <a:lnTo>
                  <a:pt x="3553" y="6911"/>
                </a:lnTo>
                <a:lnTo>
                  <a:pt x="3529" y="6984"/>
                </a:lnTo>
                <a:lnTo>
                  <a:pt x="3504" y="7130"/>
                </a:lnTo>
                <a:lnTo>
                  <a:pt x="3504" y="7252"/>
                </a:lnTo>
                <a:lnTo>
                  <a:pt x="3529" y="7276"/>
                </a:lnTo>
                <a:lnTo>
                  <a:pt x="3553" y="7325"/>
                </a:lnTo>
                <a:lnTo>
                  <a:pt x="3626" y="7349"/>
                </a:lnTo>
                <a:lnTo>
                  <a:pt x="3723" y="7349"/>
                </a:lnTo>
                <a:lnTo>
                  <a:pt x="3845" y="7300"/>
                </a:lnTo>
                <a:lnTo>
                  <a:pt x="3942" y="7252"/>
                </a:lnTo>
                <a:lnTo>
                  <a:pt x="3942" y="7373"/>
                </a:lnTo>
                <a:lnTo>
                  <a:pt x="3967" y="7470"/>
                </a:lnTo>
                <a:lnTo>
                  <a:pt x="3991" y="7568"/>
                </a:lnTo>
                <a:lnTo>
                  <a:pt x="4088" y="7641"/>
                </a:lnTo>
                <a:lnTo>
                  <a:pt x="4210" y="7689"/>
                </a:lnTo>
                <a:lnTo>
                  <a:pt x="4283" y="7714"/>
                </a:lnTo>
                <a:lnTo>
                  <a:pt x="4356" y="7689"/>
                </a:lnTo>
                <a:lnTo>
                  <a:pt x="4453" y="7641"/>
                </a:lnTo>
                <a:lnTo>
                  <a:pt x="4453" y="7762"/>
                </a:lnTo>
                <a:lnTo>
                  <a:pt x="4453" y="7884"/>
                </a:lnTo>
                <a:lnTo>
                  <a:pt x="4478" y="7933"/>
                </a:lnTo>
                <a:lnTo>
                  <a:pt x="4526" y="7981"/>
                </a:lnTo>
                <a:lnTo>
                  <a:pt x="4575" y="8030"/>
                </a:lnTo>
                <a:lnTo>
                  <a:pt x="4648" y="8054"/>
                </a:lnTo>
                <a:lnTo>
                  <a:pt x="4770" y="8103"/>
                </a:lnTo>
                <a:lnTo>
                  <a:pt x="4891" y="8079"/>
                </a:lnTo>
                <a:lnTo>
                  <a:pt x="5013" y="8054"/>
                </a:lnTo>
                <a:lnTo>
                  <a:pt x="5110" y="7981"/>
                </a:lnTo>
                <a:lnTo>
                  <a:pt x="5159" y="8079"/>
                </a:lnTo>
                <a:lnTo>
                  <a:pt x="5208" y="8103"/>
                </a:lnTo>
                <a:lnTo>
                  <a:pt x="5232" y="8127"/>
                </a:lnTo>
                <a:lnTo>
                  <a:pt x="5329" y="8103"/>
                </a:lnTo>
                <a:lnTo>
                  <a:pt x="5329" y="8127"/>
                </a:lnTo>
                <a:lnTo>
                  <a:pt x="5329" y="8152"/>
                </a:lnTo>
                <a:lnTo>
                  <a:pt x="5354" y="8152"/>
                </a:lnTo>
                <a:lnTo>
                  <a:pt x="5475" y="8103"/>
                </a:lnTo>
                <a:lnTo>
                  <a:pt x="5597" y="8054"/>
                </a:lnTo>
                <a:lnTo>
                  <a:pt x="5597" y="8225"/>
                </a:lnTo>
                <a:lnTo>
                  <a:pt x="5646" y="8298"/>
                </a:lnTo>
                <a:lnTo>
                  <a:pt x="5694" y="8346"/>
                </a:lnTo>
                <a:lnTo>
                  <a:pt x="5840" y="8444"/>
                </a:lnTo>
                <a:lnTo>
                  <a:pt x="5938" y="8492"/>
                </a:lnTo>
                <a:lnTo>
                  <a:pt x="6059" y="8492"/>
                </a:lnTo>
                <a:lnTo>
                  <a:pt x="6181" y="8468"/>
                </a:lnTo>
                <a:lnTo>
                  <a:pt x="6278" y="8419"/>
                </a:lnTo>
                <a:lnTo>
                  <a:pt x="6400" y="8492"/>
                </a:lnTo>
                <a:lnTo>
                  <a:pt x="6546" y="8565"/>
                </a:lnTo>
                <a:lnTo>
                  <a:pt x="6668" y="8687"/>
                </a:lnTo>
                <a:lnTo>
                  <a:pt x="3383" y="11729"/>
                </a:lnTo>
                <a:lnTo>
                  <a:pt x="1947" y="13067"/>
                </a:lnTo>
                <a:lnTo>
                  <a:pt x="1314" y="13627"/>
                </a:lnTo>
                <a:lnTo>
                  <a:pt x="1022" y="13943"/>
                </a:lnTo>
                <a:lnTo>
                  <a:pt x="731" y="14259"/>
                </a:lnTo>
                <a:lnTo>
                  <a:pt x="585" y="14503"/>
                </a:lnTo>
                <a:lnTo>
                  <a:pt x="463" y="14770"/>
                </a:lnTo>
                <a:lnTo>
                  <a:pt x="341" y="15087"/>
                </a:lnTo>
                <a:lnTo>
                  <a:pt x="268" y="15403"/>
                </a:lnTo>
                <a:lnTo>
                  <a:pt x="268" y="15573"/>
                </a:lnTo>
                <a:lnTo>
                  <a:pt x="268" y="15719"/>
                </a:lnTo>
                <a:lnTo>
                  <a:pt x="268" y="15865"/>
                </a:lnTo>
                <a:lnTo>
                  <a:pt x="317" y="16011"/>
                </a:lnTo>
                <a:lnTo>
                  <a:pt x="366" y="16157"/>
                </a:lnTo>
                <a:lnTo>
                  <a:pt x="463" y="16279"/>
                </a:lnTo>
                <a:lnTo>
                  <a:pt x="560" y="16376"/>
                </a:lnTo>
                <a:lnTo>
                  <a:pt x="682" y="16473"/>
                </a:lnTo>
                <a:lnTo>
                  <a:pt x="731" y="16522"/>
                </a:lnTo>
                <a:lnTo>
                  <a:pt x="852" y="16644"/>
                </a:lnTo>
                <a:lnTo>
                  <a:pt x="974" y="16741"/>
                </a:lnTo>
                <a:lnTo>
                  <a:pt x="1095" y="16790"/>
                </a:lnTo>
                <a:lnTo>
                  <a:pt x="1241" y="16838"/>
                </a:lnTo>
                <a:lnTo>
                  <a:pt x="1387" y="16863"/>
                </a:lnTo>
                <a:lnTo>
                  <a:pt x="1679" y="16863"/>
                </a:lnTo>
                <a:lnTo>
                  <a:pt x="1850" y="16838"/>
                </a:lnTo>
                <a:lnTo>
                  <a:pt x="2142" y="16741"/>
                </a:lnTo>
                <a:lnTo>
                  <a:pt x="2434" y="16595"/>
                </a:lnTo>
                <a:lnTo>
                  <a:pt x="2701" y="16425"/>
                </a:lnTo>
                <a:lnTo>
                  <a:pt x="2920" y="16254"/>
                </a:lnTo>
                <a:lnTo>
                  <a:pt x="3285" y="15938"/>
                </a:lnTo>
                <a:lnTo>
                  <a:pt x="3650" y="15597"/>
                </a:lnTo>
                <a:lnTo>
                  <a:pt x="4356" y="14892"/>
                </a:lnTo>
                <a:lnTo>
                  <a:pt x="5694" y="13432"/>
                </a:lnTo>
                <a:lnTo>
                  <a:pt x="7057" y="11972"/>
                </a:lnTo>
                <a:lnTo>
                  <a:pt x="8371" y="10463"/>
                </a:lnTo>
                <a:lnTo>
                  <a:pt x="8833" y="11047"/>
                </a:lnTo>
                <a:lnTo>
                  <a:pt x="9320" y="11583"/>
                </a:lnTo>
                <a:lnTo>
                  <a:pt x="10342" y="12629"/>
                </a:lnTo>
                <a:lnTo>
                  <a:pt x="12386" y="14770"/>
                </a:lnTo>
                <a:lnTo>
                  <a:pt x="12775" y="15160"/>
                </a:lnTo>
                <a:lnTo>
                  <a:pt x="13237" y="15622"/>
                </a:lnTo>
                <a:lnTo>
                  <a:pt x="13773" y="16133"/>
                </a:lnTo>
                <a:lnTo>
                  <a:pt x="14065" y="16376"/>
                </a:lnTo>
                <a:lnTo>
                  <a:pt x="14357" y="16595"/>
                </a:lnTo>
                <a:lnTo>
                  <a:pt x="14649" y="16814"/>
                </a:lnTo>
                <a:lnTo>
                  <a:pt x="14965" y="16960"/>
                </a:lnTo>
                <a:lnTo>
                  <a:pt x="15257" y="17106"/>
                </a:lnTo>
                <a:lnTo>
                  <a:pt x="15549" y="17179"/>
                </a:lnTo>
                <a:lnTo>
                  <a:pt x="15695" y="17203"/>
                </a:lnTo>
                <a:lnTo>
                  <a:pt x="15963" y="17203"/>
                </a:lnTo>
                <a:lnTo>
                  <a:pt x="16084" y="17179"/>
                </a:lnTo>
                <a:lnTo>
                  <a:pt x="16230" y="17130"/>
                </a:lnTo>
                <a:lnTo>
                  <a:pt x="16352" y="17057"/>
                </a:lnTo>
                <a:lnTo>
                  <a:pt x="16474" y="16984"/>
                </a:lnTo>
                <a:lnTo>
                  <a:pt x="16595" y="16863"/>
                </a:lnTo>
                <a:lnTo>
                  <a:pt x="16741" y="16692"/>
                </a:lnTo>
                <a:lnTo>
                  <a:pt x="16863" y="16473"/>
                </a:lnTo>
                <a:lnTo>
                  <a:pt x="16936" y="16230"/>
                </a:lnTo>
                <a:lnTo>
                  <a:pt x="16984" y="15987"/>
                </a:lnTo>
                <a:lnTo>
                  <a:pt x="16984" y="15743"/>
                </a:lnTo>
                <a:lnTo>
                  <a:pt x="16960" y="15500"/>
                </a:lnTo>
                <a:lnTo>
                  <a:pt x="16911" y="15257"/>
                </a:lnTo>
                <a:lnTo>
                  <a:pt x="16838" y="15038"/>
                </a:lnTo>
                <a:lnTo>
                  <a:pt x="16668" y="14722"/>
                </a:lnTo>
                <a:lnTo>
                  <a:pt x="16425" y="14381"/>
                </a:lnTo>
                <a:lnTo>
                  <a:pt x="16157" y="14016"/>
                </a:lnTo>
                <a:lnTo>
                  <a:pt x="15865" y="13651"/>
                </a:lnTo>
                <a:lnTo>
                  <a:pt x="15549" y="13310"/>
                </a:lnTo>
                <a:lnTo>
                  <a:pt x="15233" y="12970"/>
                </a:lnTo>
                <a:lnTo>
                  <a:pt x="14673" y="12459"/>
                </a:lnTo>
                <a:lnTo>
                  <a:pt x="13967" y="11826"/>
                </a:lnTo>
                <a:lnTo>
                  <a:pt x="13262" y="11193"/>
                </a:lnTo>
                <a:lnTo>
                  <a:pt x="13286" y="11120"/>
                </a:lnTo>
                <a:lnTo>
                  <a:pt x="13286" y="11072"/>
                </a:lnTo>
                <a:lnTo>
                  <a:pt x="13262" y="11047"/>
                </a:lnTo>
                <a:lnTo>
                  <a:pt x="13189" y="11023"/>
                </a:lnTo>
                <a:lnTo>
                  <a:pt x="13091" y="11047"/>
                </a:lnTo>
                <a:lnTo>
                  <a:pt x="11631" y="9660"/>
                </a:lnTo>
                <a:lnTo>
                  <a:pt x="10196" y="8273"/>
                </a:lnTo>
                <a:lnTo>
                  <a:pt x="10707" y="7641"/>
                </a:lnTo>
                <a:lnTo>
                  <a:pt x="10828" y="7762"/>
                </a:lnTo>
                <a:lnTo>
                  <a:pt x="10974" y="7860"/>
                </a:lnTo>
                <a:lnTo>
                  <a:pt x="11120" y="7933"/>
                </a:lnTo>
                <a:lnTo>
                  <a:pt x="11291" y="8006"/>
                </a:lnTo>
                <a:lnTo>
                  <a:pt x="11461" y="8054"/>
                </a:lnTo>
                <a:lnTo>
                  <a:pt x="11631" y="8103"/>
                </a:lnTo>
                <a:lnTo>
                  <a:pt x="11996" y="8127"/>
                </a:lnTo>
                <a:lnTo>
                  <a:pt x="12264" y="8127"/>
                </a:lnTo>
                <a:lnTo>
                  <a:pt x="12532" y="8103"/>
                </a:lnTo>
                <a:lnTo>
                  <a:pt x="12799" y="8030"/>
                </a:lnTo>
                <a:lnTo>
                  <a:pt x="13067" y="7933"/>
                </a:lnTo>
                <a:lnTo>
                  <a:pt x="13310" y="7811"/>
                </a:lnTo>
                <a:lnTo>
                  <a:pt x="13554" y="7665"/>
                </a:lnTo>
                <a:lnTo>
                  <a:pt x="13773" y="7519"/>
                </a:lnTo>
                <a:lnTo>
                  <a:pt x="13992" y="7349"/>
                </a:lnTo>
                <a:lnTo>
                  <a:pt x="14235" y="7130"/>
                </a:lnTo>
                <a:lnTo>
                  <a:pt x="14478" y="6911"/>
                </a:lnTo>
                <a:lnTo>
                  <a:pt x="14697" y="6668"/>
                </a:lnTo>
                <a:lnTo>
                  <a:pt x="14892" y="6400"/>
                </a:lnTo>
                <a:lnTo>
                  <a:pt x="15281" y="5865"/>
                </a:lnTo>
                <a:lnTo>
                  <a:pt x="15622" y="5305"/>
                </a:lnTo>
                <a:lnTo>
                  <a:pt x="16011" y="4697"/>
                </a:lnTo>
                <a:lnTo>
                  <a:pt x="16376" y="4064"/>
                </a:lnTo>
                <a:lnTo>
                  <a:pt x="16692" y="3407"/>
                </a:lnTo>
                <a:lnTo>
                  <a:pt x="16960" y="2726"/>
                </a:lnTo>
                <a:lnTo>
                  <a:pt x="16984" y="2628"/>
                </a:lnTo>
                <a:lnTo>
                  <a:pt x="16960" y="2555"/>
                </a:lnTo>
                <a:lnTo>
                  <a:pt x="16960" y="2507"/>
                </a:lnTo>
                <a:lnTo>
                  <a:pt x="16960" y="2434"/>
                </a:lnTo>
                <a:lnTo>
                  <a:pt x="16911" y="2385"/>
                </a:lnTo>
                <a:lnTo>
                  <a:pt x="16863" y="2336"/>
                </a:lnTo>
                <a:lnTo>
                  <a:pt x="16814" y="2288"/>
                </a:lnTo>
                <a:lnTo>
                  <a:pt x="16692" y="2288"/>
                </a:lnTo>
                <a:lnTo>
                  <a:pt x="16644" y="2312"/>
                </a:lnTo>
                <a:lnTo>
                  <a:pt x="15646" y="3066"/>
                </a:lnTo>
                <a:lnTo>
                  <a:pt x="15160" y="3456"/>
                </a:lnTo>
                <a:lnTo>
                  <a:pt x="14649" y="3821"/>
                </a:lnTo>
                <a:lnTo>
                  <a:pt x="13919" y="4332"/>
                </a:lnTo>
                <a:lnTo>
                  <a:pt x="13919" y="4332"/>
                </a:lnTo>
                <a:lnTo>
                  <a:pt x="14746" y="3115"/>
                </a:lnTo>
                <a:lnTo>
                  <a:pt x="15476" y="2020"/>
                </a:lnTo>
                <a:lnTo>
                  <a:pt x="15671" y="1704"/>
                </a:lnTo>
                <a:lnTo>
                  <a:pt x="15768" y="1533"/>
                </a:lnTo>
                <a:lnTo>
                  <a:pt x="15817" y="1363"/>
                </a:lnTo>
                <a:lnTo>
                  <a:pt x="15890" y="1290"/>
                </a:lnTo>
                <a:lnTo>
                  <a:pt x="15963" y="1217"/>
                </a:lnTo>
                <a:lnTo>
                  <a:pt x="15987" y="1120"/>
                </a:lnTo>
                <a:lnTo>
                  <a:pt x="15963" y="1022"/>
                </a:lnTo>
                <a:lnTo>
                  <a:pt x="15890" y="949"/>
                </a:lnTo>
                <a:lnTo>
                  <a:pt x="15817" y="901"/>
                </a:lnTo>
                <a:lnTo>
                  <a:pt x="15744" y="876"/>
                </a:lnTo>
                <a:lnTo>
                  <a:pt x="15622" y="876"/>
                </a:lnTo>
                <a:lnTo>
                  <a:pt x="15549" y="949"/>
                </a:lnTo>
                <a:lnTo>
                  <a:pt x="14551" y="1777"/>
                </a:lnTo>
                <a:lnTo>
                  <a:pt x="13554" y="2580"/>
                </a:lnTo>
                <a:lnTo>
                  <a:pt x="13043" y="2920"/>
                </a:lnTo>
                <a:lnTo>
                  <a:pt x="12532" y="3310"/>
                </a:lnTo>
                <a:lnTo>
                  <a:pt x="12532" y="3310"/>
                </a:lnTo>
                <a:lnTo>
                  <a:pt x="12945" y="2653"/>
                </a:lnTo>
                <a:lnTo>
                  <a:pt x="13359" y="1996"/>
                </a:lnTo>
                <a:lnTo>
                  <a:pt x="13554" y="1752"/>
                </a:lnTo>
                <a:lnTo>
                  <a:pt x="13821" y="1436"/>
                </a:lnTo>
                <a:lnTo>
                  <a:pt x="13919" y="1290"/>
                </a:lnTo>
                <a:lnTo>
                  <a:pt x="14040" y="1120"/>
                </a:lnTo>
                <a:lnTo>
                  <a:pt x="14113" y="949"/>
                </a:lnTo>
                <a:lnTo>
                  <a:pt x="14162" y="779"/>
                </a:lnTo>
                <a:lnTo>
                  <a:pt x="14357" y="584"/>
                </a:lnTo>
                <a:lnTo>
                  <a:pt x="14430" y="487"/>
                </a:lnTo>
                <a:lnTo>
                  <a:pt x="14454" y="390"/>
                </a:lnTo>
                <a:lnTo>
                  <a:pt x="14430" y="292"/>
                </a:lnTo>
                <a:lnTo>
                  <a:pt x="14357" y="195"/>
                </a:lnTo>
                <a:lnTo>
                  <a:pt x="14284" y="146"/>
                </a:lnTo>
                <a:lnTo>
                  <a:pt x="14186" y="122"/>
                </a:lnTo>
                <a:lnTo>
                  <a:pt x="14065" y="122"/>
                </a:lnTo>
                <a:lnTo>
                  <a:pt x="13967" y="195"/>
                </a:lnTo>
                <a:lnTo>
                  <a:pt x="13554" y="560"/>
                </a:lnTo>
                <a:lnTo>
                  <a:pt x="13091" y="901"/>
                </a:lnTo>
                <a:lnTo>
                  <a:pt x="12629" y="1217"/>
                </a:lnTo>
                <a:lnTo>
                  <a:pt x="12142" y="1509"/>
                </a:lnTo>
                <a:lnTo>
                  <a:pt x="11680" y="1801"/>
                </a:lnTo>
                <a:lnTo>
                  <a:pt x="11193" y="2117"/>
                </a:lnTo>
                <a:lnTo>
                  <a:pt x="10755" y="2434"/>
                </a:lnTo>
                <a:lnTo>
                  <a:pt x="10317" y="2823"/>
                </a:lnTo>
                <a:lnTo>
                  <a:pt x="10147" y="2993"/>
                </a:lnTo>
                <a:lnTo>
                  <a:pt x="10001" y="3164"/>
                </a:lnTo>
                <a:lnTo>
                  <a:pt x="9855" y="3383"/>
                </a:lnTo>
                <a:lnTo>
                  <a:pt x="9733" y="3577"/>
                </a:lnTo>
                <a:lnTo>
                  <a:pt x="9612" y="3796"/>
                </a:lnTo>
                <a:lnTo>
                  <a:pt x="9514" y="4015"/>
                </a:lnTo>
                <a:lnTo>
                  <a:pt x="9417" y="4234"/>
                </a:lnTo>
                <a:lnTo>
                  <a:pt x="9368" y="4478"/>
                </a:lnTo>
                <a:lnTo>
                  <a:pt x="9320" y="4672"/>
                </a:lnTo>
                <a:lnTo>
                  <a:pt x="9295" y="4867"/>
                </a:lnTo>
                <a:lnTo>
                  <a:pt x="9295" y="5062"/>
                </a:lnTo>
                <a:lnTo>
                  <a:pt x="9295" y="5281"/>
                </a:lnTo>
                <a:lnTo>
                  <a:pt x="9344" y="5475"/>
                </a:lnTo>
                <a:lnTo>
                  <a:pt x="9393" y="5670"/>
                </a:lnTo>
                <a:lnTo>
                  <a:pt x="9441" y="5865"/>
                </a:lnTo>
                <a:lnTo>
                  <a:pt x="9539" y="6035"/>
                </a:lnTo>
                <a:lnTo>
                  <a:pt x="9514" y="6059"/>
                </a:lnTo>
                <a:lnTo>
                  <a:pt x="8760" y="6765"/>
                </a:lnTo>
                <a:lnTo>
                  <a:pt x="7422" y="5402"/>
                </a:lnTo>
                <a:lnTo>
                  <a:pt x="6059" y="4088"/>
                </a:lnTo>
                <a:lnTo>
                  <a:pt x="3358" y="1412"/>
                </a:lnTo>
                <a:lnTo>
                  <a:pt x="2872" y="925"/>
                </a:lnTo>
                <a:lnTo>
                  <a:pt x="2604" y="682"/>
                </a:lnTo>
                <a:lnTo>
                  <a:pt x="2336" y="438"/>
                </a:lnTo>
                <a:lnTo>
                  <a:pt x="2044" y="244"/>
                </a:lnTo>
                <a:lnTo>
                  <a:pt x="1898" y="171"/>
                </a:lnTo>
                <a:lnTo>
                  <a:pt x="1728" y="98"/>
                </a:lnTo>
                <a:lnTo>
                  <a:pt x="1582" y="49"/>
                </a:lnTo>
                <a:lnTo>
                  <a:pt x="1412" y="0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2" name="Google Shape;24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830920">
            <a:off x="3300500" y="2068325"/>
            <a:ext cx="660300" cy="24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2">
            <a:off x="3178225" y="2349487"/>
            <a:ext cx="660300" cy="24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1030222">
            <a:off x="3299175" y="2680525"/>
            <a:ext cx="660300" cy="24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 rot="2">
            <a:off x="5850150" y="2358777"/>
            <a:ext cx="660300" cy="22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 rot="-856966">
            <a:off x="5722325" y="2033277"/>
            <a:ext cx="660300" cy="22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 rot="589626">
            <a:off x="5809262" y="2661002"/>
            <a:ext cx="660300" cy="22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337334">
            <a:off x="3308256" y="1883311"/>
            <a:ext cx="1078889" cy="272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2700053">
            <a:off x="3909481" y="1660665"/>
            <a:ext cx="726616" cy="2720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400059">
            <a:off x="4780175" y="1635945"/>
            <a:ext cx="272250" cy="272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8100006">
            <a:off x="5136506" y="1588772"/>
            <a:ext cx="760237" cy="2721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9356858">
            <a:off x="5401554" y="1826809"/>
            <a:ext cx="1127519" cy="272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1693124">
            <a:off x="3314731" y="2923386"/>
            <a:ext cx="1078889" cy="272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479483">
            <a:off x="4271115" y="3102076"/>
            <a:ext cx="466970" cy="272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6982072">
            <a:off x="5041215" y="3046848"/>
            <a:ext cx="394095" cy="272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8873667">
            <a:off x="5330807" y="2982387"/>
            <a:ext cx="987032" cy="272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9"/>
          <p:cNvSpPr/>
          <p:nvPr/>
        </p:nvSpPr>
        <p:spPr>
          <a:xfrm>
            <a:off x="5775025" y="1691213"/>
            <a:ext cx="2252178" cy="1658718"/>
          </a:xfrm>
          <a:prstGeom prst="irregularSeal1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9"/>
          <p:cNvSpPr/>
          <p:nvPr/>
        </p:nvSpPr>
        <p:spPr>
          <a:xfrm>
            <a:off x="2568250" y="2918125"/>
            <a:ext cx="1141200" cy="9588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9"/>
          <p:cNvSpPr/>
          <p:nvPr/>
        </p:nvSpPr>
        <p:spPr>
          <a:xfrm>
            <a:off x="2640500" y="1212175"/>
            <a:ext cx="1141200" cy="9588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9"/>
          <p:cNvSpPr/>
          <p:nvPr/>
        </p:nvSpPr>
        <p:spPr>
          <a:xfrm>
            <a:off x="1579000" y="2002850"/>
            <a:ext cx="1141200" cy="9588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9"/>
          <p:cNvSpPr txBox="1"/>
          <p:nvPr>
            <p:ph type="title"/>
          </p:nvPr>
        </p:nvSpPr>
        <p:spPr>
          <a:xfrm>
            <a:off x="1902175" y="719375"/>
            <a:ext cx="62709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Legacy</a:t>
            </a:r>
            <a:endParaRPr/>
          </a:p>
        </p:txBody>
      </p:sp>
      <p:sp>
        <p:nvSpPr>
          <p:cNvPr id="266" name="Google Shape;266;p19"/>
          <p:cNvSpPr txBox="1"/>
          <p:nvPr>
            <p:ph idx="12" type="sldNum"/>
          </p:nvPr>
        </p:nvSpPr>
        <p:spPr>
          <a:xfrm>
            <a:off x="7899350" y="409842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7" name="Google Shape;267;p19"/>
          <p:cNvSpPr txBox="1"/>
          <p:nvPr/>
        </p:nvSpPr>
        <p:spPr>
          <a:xfrm>
            <a:off x="1655200" y="2189300"/>
            <a:ext cx="1224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Shadows Into Light Two"/>
                <a:ea typeface="Shadows Into Light Two"/>
                <a:cs typeface="Shadows Into Light Two"/>
                <a:sym typeface="Shadows Into Light Two"/>
              </a:rPr>
              <a:t>SOAP</a:t>
            </a:r>
            <a:endParaRPr sz="3000">
              <a:latin typeface="Shadows Into Light Two"/>
              <a:ea typeface="Shadows Into Light Two"/>
              <a:cs typeface="Shadows Into Light Two"/>
              <a:sym typeface="Shadows Into Light Two"/>
            </a:endParaRPr>
          </a:p>
        </p:txBody>
      </p:sp>
      <p:sp>
        <p:nvSpPr>
          <p:cNvPr id="268" name="Google Shape;268;p19"/>
          <p:cNvSpPr txBox="1"/>
          <p:nvPr/>
        </p:nvSpPr>
        <p:spPr>
          <a:xfrm>
            <a:off x="2815500" y="1398625"/>
            <a:ext cx="1224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Shadows Into Light Two"/>
                <a:ea typeface="Shadows Into Light Two"/>
                <a:cs typeface="Shadows Into Light Two"/>
                <a:sym typeface="Shadows Into Light Two"/>
              </a:rPr>
              <a:t>FTP</a:t>
            </a:r>
            <a:endParaRPr sz="3000">
              <a:latin typeface="Shadows Into Light Two"/>
              <a:ea typeface="Shadows Into Light Two"/>
              <a:cs typeface="Shadows Into Light Two"/>
              <a:sym typeface="Shadows Into Light Two"/>
            </a:endParaRPr>
          </a:p>
        </p:txBody>
      </p:sp>
      <p:sp>
        <p:nvSpPr>
          <p:cNvPr id="269" name="Google Shape;269;p19"/>
          <p:cNvSpPr txBox="1"/>
          <p:nvPr/>
        </p:nvSpPr>
        <p:spPr>
          <a:xfrm>
            <a:off x="2762350" y="3104575"/>
            <a:ext cx="7530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Shadows Into Light Two"/>
                <a:ea typeface="Shadows Into Light Two"/>
                <a:cs typeface="Shadows Into Light Two"/>
                <a:sym typeface="Shadows Into Light Two"/>
              </a:rPr>
              <a:t>RMI</a:t>
            </a:r>
            <a:endParaRPr sz="3000">
              <a:latin typeface="Shadows Into Light Two"/>
              <a:ea typeface="Shadows Into Light Two"/>
              <a:cs typeface="Shadows Into Light Two"/>
              <a:sym typeface="Shadows Into Light Two"/>
            </a:endParaRPr>
          </a:p>
        </p:txBody>
      </p:sp>
      <p:sp>
        <p:nvSpPr>
          <p:cNvPr id="270" name="Google Shape;270;p19"/>
          <p:cNvSpPr/>
          <p:nvPr/>
        </p:nvSpPr>
        <p:spPr>
          <a:xfrm>
            <a:off x="5333725" y="1696013"/>
            <a:ext cx="503455" cy="492604"/>
          </a:xfrm>
          <a:custGeom>
            <a:rect b="b" l="l" r="r" t="t"/>
            <a:pathLst>
              <a:path extrusionOk="0" h="18981" w="15817">
                <a:moveTo>
                  <a:pt x="11364" y="1"/>
                </a:moveTo>
                <a:lnTo>
                  <a:pt x="11242" y="25"/>
                </a:lnTo>
                <a:lnTo>
                  <a:pt x="11169" y="74"/>
                </a:lnTo>
                <a:lnTo>
                  <a:pt x="11096" y="171"/>
                </a:lnTo>
                <a:lnTo>
                  <a:pt x="10780" y="731"/>
                </a:lnTo>
                <a:lnTo>
                  <a:pt x="10634" y="999"/>
                </a:lnTo>
                <a:lnTo>
                  <a:pt x="10537" y="1315"/>
                </a:lnTo>
                <a:lnTo>
                  <a:pt x="10512" y="1388"/>
                </a:lnTo>
                <a:lnTo>
                  <a:pt x="10537" y="1461"/>
                </a:lnTo>
                <a:lnTo>
                  <a:pt x="10585" y="1534"/>
                </a:lnTo>
                <a:lnTo>
                  <a:pt x="10634" y="1583"/>
                </a:lnTo>
                <a:lnTo>
                  <a:pt x="10707" y="1607"/>
                </a:lnTo>
                <a:lnTo>
                  <a:pt x="10804" y="1631"/>
                </a:lnTo>
                <a:lnTo>
                  <a:pt x="10877" y="1607"/>
                </a:lnTo>
                <a:lnTo>
                  <a:pt x="10950" y="1558"/>
                </a:lnTo>
                <a:lnTo>
                  <a:pt x="11145" y="1315"/>
                </a:lnTo>
                <a:lnTo>
                  <a:pt x="11291" y="1047"/>
                </a:lnTo>
                <a:lnTo>
                  <a:pt x="11510" y="731"/>
                </a:lnTo>
                <a:lnTo>
                  <a:pt x="11583" y="682"/>
                </a:lnTo>
                <a:lnTo>
                  <a:pt x="11656" y="609"/>
                </a:lnTo>
                <a:lnTo>
                  <a:pt x="11705" y="463"/>
                </a:lnTo>
                <a:lnTo>
                  <a:pt x="11729" y="342"/>
                </a:lnTo>
                <a:lnTo>
                  <a:pt x="11705" y="220"/>
                </a:lnTo>
                <a:lnTo>
                  <a:pt x="11656" y="123"/>
                </a:lnTo>
                <a:lnTo>
                  <a:pt x="11583" y="50"/>
                </a:lnTo>
                <a:lnTo>
                  <a:pt x="11486" y="25"/>
                </a:lnTo>
                <a:lnTo>
                  <a:pt x="11461" y="1"/>
                </a:lnTo>
                <a:close/>
                <a:moveTo>
                  <a:pt x="3821" y="171"/>
                </a:moveTo>
                <a:lnTo>
                  <a:pt x="3748" y="196"/>
                </a:lnTo>
                <a:lnTo>
                  <a:pt x="3699" y="244"/>
                </a:lnTo>
                <a:lnTo>
                  <a:pt x="3651" y="317"/>
                </a:lnTo>
                <a:lnTo>
                  <a:pt x="3651" y="390"/>
                </a:lnTo>
                <a:lnTo>
                  <a:pt x="3651" y="463"/>
                </a:lnTo>
                <a:lnTo>
                  <a:pt x="3699" y="634"/>
                </a:lnTo>
                <a:lnTo>
                  <a:pt x="3772" y="804"/>
                </a:lnTo>
                <a:lnTo>
                  <a:pt x="3943" y="1120"/>
                </a:lnTo>
                <a:lnTo>
                  <a:pt x="4113" y="1461"/>
                </a:lnTo>
                <a:lnTo>
                  <a:pt x="4259" y="1802"/>
                </a:lnTo>
                <a:lnTo>
                  <a:pt x="4332" y="1923"/>
                </a:lnTo>
                <a:lnTo>
                  <a:pt x="4429" y="1996"/>
                </a:lnTo>
                <a:lnTo>
                  <a:pt x="4527" y="2021"/>
                </a:lnTo>
                <a:lnTo>
                  <a:pt x="4624" y="1996"/>
                </a:lnTo>
                <a:lnTo>
                  <a:pt x="4721" y="1972"/>
                </a:lnTo>
                <a:lnTo>
                  <a:pt x="4794" y="1899"/>
                </a:lnTo>
                <a:lnTo>
                  <a:pt x="4843" y="1777"/>
                </a:lnTo>
                <a:lnTo>
                  <a:pt x="4843" y="1656"/>
                </a:lnTo>
                <a:lnTo>
                  <a:pt x="4794" y="1461"/>
                </a:lnTo>
                <a:lnTo>
                  <a:pt x="4697" y="1266"/>
                </a:lnTo>
                <a:lnTo>
                  <a:pt x="4502" y="901"/>
                </a:lnTo>
                <a:lnTo>
                  <a:pt x="4283" y="536"/>
                </a:lnTo>
                <a:lnTo>
                  <a:pt x="4162" y="390"/>
                </a:lnTo>
                <a:lnTo>
                  <a:pt x="4040" y="244"/>
                </a:lnTo>
                <a:lnTo>
                  <a:pt x="3967" y="196"/>
                </a:lnTo>
                <a:lnTo>
                  <a:pt x="3894" y="171"/>
                </a:lnTo>
                <a:close/>
                <a:moveTo>
                  <a:pt x="15452" y="4405"/>
                </a:moveTo>
                <a:lnTo>
                  <a:pt x="15379" y="4429"/>
                </a:lnTo>
                <a:lnTo>
                  <a:pt x="15306" y="4454"/>
                </a:lnTo>
                <a:lnTo>
                  <a:pt x="15135" y="4551"/>
                </a:lnTo>
                <a:lnTo>
                  <a:pt x="14941" y="4600"/>
                </a:lnTo>
                <a:lnTo>
                  <a:pt x="14551" y="4697"/>
                </a:lnTo>
                <a:lnTo>
                  <a:pt x="14357" y="4746"/>
                </a:lnTo>
                <a:lnTo>
                  <a:pt x="14162" y="4819"/>
                </a:lnTo>
                <a:lnTo>
                  <a:pt x="14016" y="4916"/>
                </a:lnTo>
                <a:lnTo>
                  <a:pt x="13870" y="5062"/>
                </a:lnTo>
                <a:lnTo>
                  <a:pt x="13822" y="5135"/>
                </a:lnTo>
                <a:lnTo>
                  <a:pt x="13822" y="5232"/>
                </a:lnTo>
                <a:lnTo>
                  <a:pt x="13846" y="5330"/>
                </a:lnTo>
                <a:lnTo>
                  <a:pt x="13895" y="5354"/>
                </a:lnTo>
                <a:lnTo>
                  <a:pt x="13943" y="5354"/>
                </a:lnTo>
                <a:lnTo>
                  <a:pt x="14138" y="5378"/>
                </a:lnTo>
                <a:lnTo>
                  <a:pt x="14357" y="5378"/>
                </a:lnTo>
                <a:lnTo>
                  <a:pt x="14600" y="5354"/>
                </a:lnTo>
                <a:lnTo>
                  <a:pt x="14819" y="5330"/>
                </a:lnTo>
                <a:lnTo>
                  <a:pt x="15038" y="5257"/>
                </a:lnTo>
                <a:lnTo>
                  <a:pt x="15257" y="5208"/>
                </a:lnTo>
                <a:lnTo>
                  <a:pt x="15452" y="5111"/>
                </a:lnTo>
                <a:lnTo>
                  <a:pt x="15646" y="5038"/>
                </a:lnTo>
                <a:lnTo>
                  <a:pt x="15719" y="4989"/>
                </a:lnTo>
                <a:lnTo>
                  <a:pt x="15768" y="4940"/>
                </a:lnTo>
                <a:lnTo>
                  <a:pt x="15817" y="4819"/>
                </a:lnTo>
                <a:lnTo>
                  <a:pt x="15792" y="4697"/>
                </a:lnTo>
                <a:lnTo>
                  <a:pt x="15768" y="4575"/>
                </a:lnTo>
                <a:lnTo>
                  <a:pt x="15671" y="4478"/>
                </a:lnTo>
                <a:lnTo>
                  <a:pt x="15573" y="4429"/>
                </a:lnTo>
                <a:lnTo>
                  <a:pt x="15452" y="4405"/>
                </a:lnTo>
                <a:close/>
                <a:moveTo>
                  <a:pt x="317" y="4697"/>
                </a:moveTo>
                <a:lnTo>
                  <a:pt x="220" y="4721"/>
                </a:lnTo>
                <a:lnTo>
                  <a:pt x="122" y="4746"/>
                </a:lnTo>
                <a:lnTo>
                  <a:pt x="25" y="4794"/>
                </a:lnTo>
                <a:lnTo>
                  <a:pt x="1" y="4867"/>
                </a:lnTo>
                <a:lnTo>
                  <a:pt x="1" y="4965"/>
                </a:lnTo>
                <a:lnTo>
                  <a:pt x="49" y="5038"/>
                </a:lnTo>
                <a:lnTo>
                  <a:pt x="195" y="5184"/>
                </a:lnTo>
                <a:lnTo>
                  <a:pt x="390" y="5305"/>
                </a:lnTo>
                <a:lnTo>
                  <a:pt x="779" y="5524"/>
                </a:lnTo>
                <a:lnTo>
                  <a:pt x="1169" y="5743"/>
                </a:lnTo>
                <a:lnTo>
                  <a:pt x="1388" y="5841"/>
                </a:lnTo>
                <a:lnTo>
                  <a:pt x="1582" y="5938"/>
                </a:lnTo>
                <a:lnTo>
                  <a:pt x="1655" y="5962"/>
                </a:lnTo>
                <a:lnTo>
                  <a:pt x="1801" y="5962"/>
                </a:lnTo>
                <a:lnTo>
                  <a:pt x="1850" y="5938"/>
                </a:lnTo>
                <a:lnTo>
                  <a:pt x="1923" y="5841"/>
                </a:lnTo>
                <a:lnTo>
                  <a:pt x="1972" y="5743"/>
                </a:lnTo>
                <a:lnTo>
                  <a:pt x="1996" y="5622"/>
                </a:lnTo>
                <a:lnTo>
                  <a:pt x="1972" y="5476"/>
                </a:lnTo>
                <a:lnTo>
                  <a:pt x="1899" y="5378"/>
                </a:lnTo>
                <a:lnTo>
                  <a:pt x="1826" y="5330"/>
                </a:lnTo>
                <a:lnTo>
                  <a:pt x="1777" y="5305"/>
                </a:lnTo>
                <a:lnTo>
                  <a:pt x="1582" y="5208"/>
                </a:lnTo>
                <a:lnTo>
                  <a:pt x="1388" y="5111"/>
                </a:lnTo>
                <a:lnTo>
                  <a:pt x="974" y="4892"/>
                </a:lnTo>
                <a:lnTo>
                  <a:pt x="755" y="4794"/>
                </a:lnTo>
                <a:lnTo>
                  <a:pt x="536" y="4721"/>
                </a:lnTo>
                <a:lnTo>
                  <a:pt x="317" y="4697"/>
                </a:lnTo>
                <a:close/>
                <a:moveTo>
                  <a:pt x="8809" y="6936"/>
                </a:moveTo>
                <a:lnTo>
                  <a:pt x="8736" y="6984"/>
                </a:lnTo>
                <a:lnTo>
                  <a:pt x="8663" y="7057"/>
                </a:lnTo>
                <a:lnTo>
                  <a:pt x="8566" y="7252"/>
                </a:lnTo>
                <a:lnTo>
                  <a:pt x="8468" y="7495"/>
                </a:lnTo>
                <a:lnTo>
                  <a:pt x="8420" y="7739"/>
                </a:lnTo>
                <a:lnTo>
                  <a:pt x="8395" y="7958"/>
                </a:lnTo>
                <a:lnTo>
                  <a:pt x="8395" y="8128"/>
                </a:lnTo>
                <a:lnTo>
                  <a:pt x="8322" y="8177"/>
                </a:lnTo>
                <a:lnTo>
                  <a:pt x="8201" y="8225"/>
                </a:lnTo>
                <a:lnTo>
                  <a:pt x="8079" y="8250"/>
                </a:lnTo>
                <a:lnTo>
                  <a:pt x="7982" y="8225"/>
                </a:lnTo>
                <a:lnTo>
                  <a:pt x="7909" y="8201"/>
                </a:lnTo>
                <a:lnTo>
                  <a:pt x="7982" y="8079"/>
                </a:lnTo>
                <a:lnTo>
                  <a:pt x="8055" y="7933"/>
                </a:lnTo>
                <a:lnTo>
                  <a:pt x="8103" y="7812"/>
                </a:lnTo>
                <a:lnTo>
                  <a:pt x="8103" y="7666"/>
                </a:lnTo>
                <a:lnTo>
                  <a:pt x="8103" y="7520"/>
                </a:lnTo>
                <a:lnTo>
                  <a:pt x="8055" y="7398"/>
                </a:lnTo>
                <a:lnTo>
                  <a:pt x="7957" y="7252"/>
                </a:lnTo>
                <a:lnTo>
                  <a:pt x="7836" y="7130"/>
                </a:lnTo>
                <a:lnTo>
                  <a:pt x="7763" y="7082"/>
                </a:lnTo>
                <a:lnTo>
                  <a:pt x="7617" y="7082"/>
                </a:lnTo>
                <a:lnTo>
                  <a:pt x="7544" y="7130"/>
                </a:lnTo>
                <a:lnTo>
                  <a:pt x="7446" y="7252"/>
                </a:lnTo>
                <a:lnTo>
                  <a:pt x="7373" y="7374"/>
                </a:lnTo>
                <a:lnTo>
                  <a:pt x="7325" y="7495"/>
                </a:lnTo>
                <a:lnTo>
                  <a:pt x="7300" y="7641"/>
                </a:lnTo>
                <a:lnTo>
                  <a:pt x="7300" y="7787"/>
                </a:lnTo>
                <a:lnTo>
                  <a:pt x="7300" y="7909"/>
                </a:lnTo>
                <a:lnTo>
                  <a:pt x="7325" y="8055"/>
                </a:lnTo>
                <a:lnTo>
                  <a:pt x="7373" y="8177"/>
                </a:lnTo>
                <a:lnTo>
                  <a:pt x="7179" y="8298"/>
                </a:lnTo>
                <a:lnTo>
                  <a:pt x="7081" y="8323"/>
                </a:lnTo>
                <a:lnTo>
                  <a:pt x="6984" y="8347"/>
                </a:lnTo>
                <a:lnTo>
                  <a:pt x="6911" y="8371"/>
                </a:lnTo>
                <a:lnTo>
                  <a:pt x="6814" y="8347"/>
                </a:lnTo>
                <a:lnTo>
                  <a:pt x="6692" y="8298"/>
                </a:lnTo>
                <a:lnTo>
                  <a:pt x="6570" y="8201"/>
                </a:lnTo>
                <a:lnTo>
                  <a:pt x="6497" y="8055"/>
                </a:lnTo>
                <a:lnTo>
                  <a:pt x="6449" y="7909"/>
                </a:lnTo>
                <a:lnTo>
                  <a:pt x="6449" y="7739"/>
                </a:lnTo>
                <a:lnTo>
                  <a:pt x="6497" y="7544"/>
                </a:lnTo>
                <a:lnTo>
                  <a:pt x="6497" y="7520"/>
                </a:lnTo>
                <a:lnTo>
                  <a:pt x="6473" y="7520"/>
                </a:lnTo>
                <a:lnTo>
                  <a:pt x="6449" y="7495"/>
                </a:lnTo>
                <a:lnTo>
                  <a:pt x="6424" y="7520"/>
                </a:lnTo>
                <a:lnTo>
                  <a:pt x="6327" y="7617"/>
                </a:lnTo>
                <a:lnTo>
                  <a:pt x="6254" y="7739"/>
                </a:lnTo>
                <a:lnTo>
                  <a:pt x="6230" y="7836"/>
                </a:lnTo>
                <a:lnTo>
                  <a:pt x="6206" y="7958"/>
                </a:lnTo>
                <a:lnTo>
                  <a:pt x="6206" y="8055"/>
                </a:lnTo>
                <a:lnTo>
                  <a:pt x="6206" y="8177"/>
                </a:lnTo>
                <a:lnTo>
                  <a:pt x="6254" y="8274"/>
                </a:lnTo>
                <a:lnTo>
                  <a:pt x="6303" y="8371"/>
                </a:lnTo>
                <a:lnTo>
                  <a:pt x="6376" y="8469"/>
                </a:lnTo>
                <a:lnTo>
                  <a:pt x="6449" y="8542"/>
                </a:lnTo>
                <a:lnTo>
                  <a:pt x="6546" y="8615"/>
                </a:lnTo>
                <a:lnTo>
                  <a:pt x="6643" y="8663"/>
                </a:lnTo>
                <a:lnTo>
                  <a:pt x="6765" y="8712"/>
                </a:lnTo>
                <a:lnTo>
                  <a:pt x="6862" y="8736"/>
                </a:lnTo>
                <a:lnTo>
                  <a:pt x="7008" y="8736"/>
                </a:lnTo>
                <a:lnTo>
                  <a:pt x="7130" y="8712"/>
                </a:lnTo>
                <a:lnTo>
                  <a:pt x="7349" y="8615"/>
                </a:lnTo>
                <a:lnTo>
                  <a:pt x="7592" y="8493"/>
                </a:lnTo>
                <a:lnTo>
                  <a:pt x="7690" y="8566"/>
                </a:lnTo>
                <a:lnTo>
                  <a:pt x="7836" y="8639"/>
                </a:lnTo>
                <a:lnTo>
                  <a:pt x="7982" y="8663"/>
                </a:lnTo>
                <a:lnTo>
                  <a:pt x="8128" y="8688"/>
                </a:lnTo>
                <a:lnTo>
                  <a:pt x="8225" y="8688"/>
                </a:lnTo>
                <a:lnTo>
                  <a:pt x="8347" y="8663"/>
                </a:lnTo>
                <a:lnTo>
                  <a:pt x="8566" y="8566"/>
                </a:lnTo>
                <a:lnTo>
                  <a:pt x="8639" y="8663"/>
                </a:lnTo>
                <a:lnTo>
                  <a:pt x="8736" y="8736"/>
                </a:lnTo>
                <a:lnTo>
                  <a:pt x="8833" y="8809"/>
                </a:lnTo>
                <a:lnTo>
                  <a:pt x="8931" y="8858"/>
                </a:lnTo>
                <a:lnTo>
                  <a:pt x="9174" y="8907"/>
                </a:lnTo>
                <a:lnTo>
                  <a:pt x="9417" y="8931"/>
                </a:lnTo>
                <a:lnTo>
                  <a:pt x="9661" y="8882"/>
                </a:lnTo>
                <a:lnTo>
                  <a:pt x="9880" y="8809"/>
                </a:lnTo>
                <a:lnTo>
                  <a:pt x="9977" y="8736"/>
                </a:lnTo>
                <a:lnTo>
                  <a:pt x="10074" y="8663"/>
                </a:lnTo>
                <a:lnTo>
                  <a:pt x="10172" y="8566"/>
                </a:lnTo>
                <a:lnTo>
                  <a:pt x="10269" y="8469"/>
                </a:lnTo>
                <a:lnTo>
                  <a:pt x="10293" y="8396"/>
                </a:lnTo>
                <a:lnTo>
                  <a:pt x="10293" y="8347"/>
                </a:lnTo>
                <a:lnTo>
                  <a:pt x="10269" y="8298"/>
                </a:lnTo>
                <a:lnTo>
                  <a:pt x="10245" y="8250"/>
                </a:lnTo>
                <a:lnTo>
                  <a:pt x="10172" y="8225"/>
                </a:lnTo>
                <a:lnTo>
                  <a:pt x="10123" y="8201"/>
                </a:lnTo>
                <a:lnTo>
                  <a:pt x="10001" y="8201"/>
                </a:lnTo>
                <a:lnTo>
                  <a:pt x="9782" y="8323"/>
                </a:lnTo>
                <a:lnTo>
                  <a:pt x="9563" y="8420"/>
                </a:lnTo>
                <a:lnTo>
                  <a:pt x="9442" y="8444"/>
                </a:lnTo>
                <a:lnTo>
                  <a:pt x="9344" y="8469"/>
                </a:lnTo>
                <a:lnTo>
                  <a:pt x="9223" y="8469"/>
                </a:lnTo>
                <a:lnTo>
                  <a:pt x="9101" y="8420"/>
                </a:lnTo>
                <a:lnTo>
                  <a:pt x="9004" y="8347"/>
                </a:lnTo>
                <a:lnTo>
                  <a:pt x="8931" y="8274"/>
                </a:lnTo>
                <a:lnTo>
                  <a:pt x="9052" y="8128"/>
                </a:lnTo>
                <a:lnTo>
                  <a:pt x="9150" y="7982"/>
                </a:lnTo>
                <a:lnTo>
                  <a:pt x="9247" y="7836"/>
                </a:lnTo>
                <a:lnTo>
                  <a:pt x="9296" y="7666"/>
                </a:lnTo>
                <a:lnTo>
                  <a:pt x="9320" y="7495"/>
                </a:lnTo>
                <a:lnTo>
                  <a:pt x="9296" y="7349"/>
                </a:lnTo>
                <a:lnTo>
                  <a:pt x="9247" y="7203"/>
                </a:lnTo>
                <a:lnTo>
                  <a:pt x="9150" y="7057"/>
                </a:lnTo>
                <a:lnTo>
                  <a:pt x="9052" y="6984"/>
                </a:lnTo>
                <a:lnTo>
                  <a:pt x="8955" y="6936"/>
                </a:lnTo>
                <a:close/>
                <a:moveTo>
                  <a:pt x="1947" y="9710"/>
                </a:moveTo>
                <a:lnTo>
                  <a:pt x="1801" y="9758"/>
                </a:lnTo>
                <a:lnTo>
                  <a:pt x="1582" y="9856"/>
                </a:lnTo>
                <a:lnTo>
                  <a:pt x="1363" y="10002"/>
                </a:lnTo>
                <a:lnTo>
                  <a:pt x="925" y="10294"/>
                </a:lnTo>
                <a:lnTo>
                  <a:pt x="706" y="10415"/>
                </a:lnTo>
                <a:lnTo>
                  <a:pt x="585" y="10513"/>
                </a:lnTo>
                <a:lnTo>
                  <a:pt x="463" y="10610"/>
                </a:lnTo>
                <a:lnTo>
                  <a:pt x="366" y="10707"/>
                </a:lnTo>
                <a:lnTo>
                  <a:pt x="317" y="10829"/>
                </a:lnTo>
                <a:lnTo>
                  <a:pt x="317" y="10878"/>
                </a:lnTo>
                <a:lnTo>
                  <a:pt x="341" y="10926"/>
                </a:lnTo>
                <a:lnTo>
                  <a:pt x="366" y="10999"/>
                </a:lnTo>
                <a:lnTo>
                  <a:pt x="439" y="11048"/>
                </a:lnTo>
                <a:lnTo>
                  <a:pt x="536" y="11097"/>
                </a:lnTo>
                <a:lnTo>
                  <a:pt x="633" y="11097"/>
                </a:lnTo>
                <a:lnTo>
                  <a:pt x="755" y="11072"/>
                </a:lnTo>
                <a:lnTo>
                  <a:pt x="877" y="11048"/>
                </a:lnTo>
                <a:lnTo>
                  <a:pt x="1120" y="10926"/>
                </a:lnTo>
                <a:lnTo>
                  <a:pt x="1315" y="10829"/>
                </a:lnTo>
                <a:lnTo>
                  <a:pt x="1728" y="10610"/>
                </a:lnTo>
                <a:lnTo>
                  <a:pt x="1947" y="10488"/>
                </a:lnTo>
                <a:lnTo>
                  <a:pt x="2142" y="10342"/>
                </a:lnTo>
                <a:lnTo>
                  <a:pt x="2264" y="10245"/>
                </a:lnTo>
                <a:lnTo>
                  <a:pt x="2312" y="10123"/>
                </a:lnTo>
                <a:lnTo>
                  <a:pt x="2312" y="10002"/>
                </a:lnTo>
                <a:lnTo>
                  <a:pt x="2264" y="9880"/>
                </a:lnTo>
                <a:lnTo>
                  <a:pt x="2191" y="9783"/>
                </a:lnTo>
                <a:lnTo>
                  <a:pt x="2069" y="9734"/>
                </a:lnTo>
                <a:lnTo>
                  <a:pt x="1947" y="9710"/>
                </a:lnTo>
                <a:close/>
                <a:moveTo>
                  <a:pt x="14065" y="10026"/>
                </a:moveTo>
                <a:lnTo>
                  <a:pt x="13895" y="10050"/>
                </a:lnTo>
                <a:lnTo>
                  <a:pt x="13846" y="10075"/>
                </a:lnTo>
                <a:lnTo>
                  <a:pt x="13797" y="10123"/>
                </a:lnTo>
                <a:lnTo>
                  <a:pt x="13773" y="10172"/>
                </a:lnTo>
                <a:lnTo>
                  <a:pt x="13749" y="10221"/>
                </a:lnTo>
                <a:lnTo>
                  <a:pt x="13773" y="10318"/>
                </a:lnTo>
                <a:lnTo>
                  <a:pt x="13797" y="10367"/>
                </a:lnTo>
                <a:lnTo>
                  <a:pt x="13846" y="10415"/>
                </a:lnTo>
                <a:lnTo>
                  <a:pt x="14138" y="10586"/>
                </a:lnTo>
                <a:lnTo>
                  <a:pt x="14454" y="10756"/>
                </a:lnTo>
                <a:lnTo>
                  <a:pt x="14624" y="10878"/>
                </a:lnTo>
                <a:lnTo>
                  <a:pt x="14819" y="10975"/>
                </a:lnTo>
                <a:lnTo>
                  <a:pt x="15014" y="11048"/>
                </a:lnTo>
                <a:lnTo>
                  <a:pt x="15208" y="11097"/>
                </a:lnTo>
                <a:lnTo>
                  <a:pt x="15379" y="11097"/>
                </a:lnTo>
                <a:lnTo>
                  <a:pt x="15427" y="11072"/>
                </a:lnTo>
                <a:lnTo>
                  <a:pt x="15500" y="11024"/>
                </a:lnTo>
                <a:lnTo>
                  <a:pt x="15573" y="10951"/>
                </a:lnTo>
                <a:lnTo>
                  <a:pt x="15598" y="10829"/>
                </a:lnTo>
                <a:lnTo>
                  <a:pt x="15598" y="10707"/>
                </a:lnTo>
                <a:lnTo>
                  <a:pt x="15549" y="10586"/>
                </a:lnTo>
                <a:lnTo>
                  <a:pt x="15500" y="10537"/>
                </a:lnTo>
                <a:lnTo>
                  <a:pt x="15452" y="10513"/>
                </a:lnTo>
                <a:lnTo>
                  <a:pt x="15379" y="10464"/>
                </a:lnTo>
                <a:lnTo>
                  <a:pt x="15306" y="10464"/>
                </a:lnTo>
                <a:lnTo>
                  <a:pt x="15135" y="10415"/>
                </a:lnTo>
                <a:lnTo>
                  <a:pt x="14965" y="10367"/>
                </a:lnTo>
                <a:lnTo>
                  <a:pt x="14600" y="10196"/>
                </a:lnTo>
                <a:lnTo>
                  <a:pt x="14430" y="10099"/>
                </a:lnTo>
                <a:lnTo>
                  <a:pt x="14260" y="10050"/>
                </a:lnTo>
                <a:lnTo>
                  <a:pt x="14065" y="10026"/>
                </a:lnTo>
                <a:close/>
                <a:moveTo>
                  <a:pt x="8468" y="2605"/>
                </a:moveTo>
                <a:lnTo>
                  <a:pt x="8760" y="2629"/>
                </a:lnTo>
                <a:lnTo>
                  <a:pt x="9052" y="2678"/>
                </a:lnTo>
                <a:lnTo>
                  <a:pt x="9344" y="2726"/>
                </a:lnTo>
                <a:lnTo>
                  <a:pt x="9125" y="2799"/>
                </a:lnTo>
                <a:lnTo>
                  <a:pt x="9101" y="2824"/>
                </a:lnTo>
                <a:lnTo>
                  <a:pt x="9101" y="2848"/>
                </a:lnTo>
                <a:lnTo>
                  <a:pt x="9101" y="2872"/>
                </a:lnTo>
                <a:lnTo>
                  <a:pt x="9125" y="2897"/>
                </a:lnTo>
                <a:lnTo>
                  <a:pt x="9223" y="2945"/>
                </a:lnTo>
                <a:lnTo>
                  <a:pt x="9320" y="2970"/>
                </a:lnTo>
                <a:lnTo>
                  <a:pt x="9442" y="2945"/>
                </a:lnTo>
                <a:lnTo>
                  <a:pt x="9563" y="2921"/>
                </a:lnTo>
                <a:lnTo>
                  <a:pt x="9855" y="2872"/>
                </a:lnTo>
                <a:lnTo>
                  <a:pt x="10269" y="3043"/>
                </a:lnTo>
                <a:lnTo>
                  <a:pt x="10074" y="3067"/>
                </a:lnTo>
                <a:lnTo>
                  <a:pt x="9855" y="3116"/>
                </a:lnTo>
                <a:lnTo>
                  <a:pt x="9685" y="3189"/>
                </a:lnTo>
                <a:lnTo>
                  <a:pt x="9515" y="3262"/>
                </a:lnTo>
                <a:lnTo>
                  <a:pt x="9515" y="3286"/>
                </a:lnTo>
                <a:lnTo>
                  <a:pt x="9490" y="3310"/>
                </a:lnTo>
                <a:lnTo>
                  <a:pt x="9515" y="3335"/>
                </a:lnTo>
                <a:lnTo>
                  <a:pt x="9539" y="3359"/>
                </a:lnTo>
                <a:lnTo>
                  <a:pt x="9953" y="3335"/>
                </a:lnTo>
                <a:lnTo>
                  <a:pt x="10342" y="3310"/>
                </a:lnTo>
                <a:lnTo>
                  <a:pt x="10780" y="3310"/>
                </a:lnTo>
                <a:lnTo>
                  <a:pt x="11048" y="3505"/>
                </a:lnTo>
                <a:lnTo>
                  <a:pt x="10756" y="3578"/>
                </a:lnTo>
                <a:lnTo>
                  <a:pt x="10464" y="3675"/>
                </a:lnTo>
                <a:lnTo>
                  <a:pt x="10245" y="3797"/>
                </a:lnTo>
                <a:lnTo>
                  <a:pt x="10099" y="3918"/>
                </a:lnTo>
                <a:lnTo>
                  <a:pt x="10074" y="3943"/>
                </a:lnTo>
                <a:lnTo>
                  <a:pt x="10099" y="3943"/>
                </a:lnTo>
                <a:lnTo>
                  <a:pt x="10391" y="3918"/>
                </a:lnTo>
                <a:lnTo>
                  <a:pt x="10683" y="3870"/>
                </a:lnTo>
                <a:lnTo>
                  <a:pt x="10975" y="3821"/>
                </a:lnTo>
                <a:lnTo>
                  <a:pt x="11291" y="3773"/>
                </a:lnTo>
                <a:lnTo>
                  <a:pt x="11364" y="3773"/>
                </a:lnTo>
                <a:lnTo>
                  <a:pt x="11583" y="3967"/>
                </a:lnTo>
                <a:lnTo>
                  <a:pt x="11778" y="4186"/>
                </a:lnTo>
                <a:lnTo>
                  <a:pt x="11388" y="4210"/>
                </a:lnTo>
                <a:lnTo>
                  <a:pt x="10829" y="4259"/>
                </a:lnTo>
                <a:lnTo>
                  <a:pt x="10561" y="4283"/>
                </a:lnTo>
                <a:lnTo>
                  <a:pt x="10318" y="4381"/>
                </a:lnTo>
                <a:lnTo>
                  <a:pt x="10293" y="4405"/>
                </a:lnTo>
                <a:lnTo>
                  <a:pt x="10293" y="4429"/>
                </a:lnTo>
                <a:lnTo>
                  <a:pt x="10318" y="4454"/>
                </a:lnTo>
                <a:lnTo>
                  <a:pt x="10585" y="4527"/>
                </a:lnTo>
                <a:lnTo>
                  <a:pt x="11705" y="4527"/>
                </a:lnTo>
                <a:lnTo>
                  <a:pt x="11997" y="4502"/>
                </a:lnTo>
                <a:lnTo>
                  <a:pt x="12216" y="4867"/>
                </a:lnTo>
                <a:lnTo>
                  <a:pt x="11851" y="4867"/>
                </a:lnTo>
                <a:lnTo>
                  <a:pt x="11267" y="4892"/>
                </a:lnTo>
                <a:lnTo>
                  <a:pt x="10658" y="4940"/>
                </a:lnTo>
                <a:lnTo>
                  <a:pt x="10634" y="4940"/>
                </a:lnTo>
                <a:lnTo>
                  <a:pt x="10634" y="4965"/>
                </a:lnTo>
                <a:lnTo>
                  <a:pt x="10634" y="4989"/>
                </a:lnTo>
                <a:lnTo>
                  <a:pt x="10658" y="5013"/>
                </a:lnTo>
                <a:lnTo>
                  <a:pt x="10902" y="5086"/>
                </a:lnTo>
                <a:lnTo>
                  <a:pt x="11169" y="5111"/>
                </a:lnTo>
                <a:lnTo>
                  <a:pt x="12021" y="5111"/>
                </a:lnTo>
                <a:lnTo>
                  <a:pt x="12362" y="5135"/>
                </a:lnTo>
                <a:lnTo>
                  <a:pt x="12556" y="5622"/>
                </a:lnTo>
                <a:lnTo>
                  <a:pt x="11461" y="5622"/>
                </a:lnTo>
                <a:lnTo>
                  <a:pt x="11291" y="5646"/>
                </a:lnTo>
                <a:lnTo>
                  <a:pt x="11145" y="5695"/>
                </a:lnTo>
                <a:lnTo>
                  <a:pt x="10999" y="5768"/>
                </a:lnTo>
                <a:lnTo>
                  <a:pt x="10975" y="5792"/>
                </a:lnTo>
                <a:lnTo>
                  <a:pt x="10999" y="5841"/>
                </a:lnTo>
                <a:lnTo>
                  <a:pt x="11267" y="5889"/>
                </a:lnTo>
                <a:lnTo>
                  <a:pt x="11534" y="5889"/>
                </a:lnTo>
                <a:lnTo>
                  <a:pt x="12070" y="5914"/>
                </a:lnTo>
                <a:lnTo>
                  <a:pt x="12654" y="5938"/>
                </a:lnTo>
                <a:lnTo>
                  <a:pt x="12702" y="6060"/>
                </a:lnTo>
                <a:lnTo>
                  <a:pt x="12727" y="6181"/>
                </a:lnTo>
                <a:lnTo>
                  <a:pt x="12386" y="6181"/>
                </a:lnTo>
                <a:lnTo>
                  <a:pt x="11729" y="6254"/>
                </a:lnTo>
                <a:lnTo>
                  <a:pt x="11413" y="6279"/>
                </a:lnTo>
                <a:lnTo>
                  <a:pt x="11121" y="6352"/>
                </a:lnTo>
                <a:lnTo>
                  <a:pt x="11096" y="6352"/>
                </a:lnTo>
                <a:lnTo>
                  <a:pt x="11096" y="6376"/>
                </a:lnTo>
                <a:lnTo>
                  <a:pt x="11096" y="6400"/>
                </a:lnTo>
                <a:lnTo>
                  <a:pt x="11121" y="6425"/>
                </a:lnTo>
                <a:lnTo>
                  <a:pt x="11388" y="6473"/>
                </a:lnTo>
                <a:lnTo>
                  <a:pt x="11656" y="6498"/>
                </a:lnTo>
                <a:lnTo>
                  <a:pt x="12508" y="6498"/>
                </a:lnTo>
                <a:lnTo>
                  <a:pt x="12824" y="6522"/>
                </a:lnTo>
                <a:lnTo>
                  <a:pt x="12873" y="6838"/>
                </a:lnTo>
                <a:lnTo>
                  <a:pt x="12556" y="6838"/>
                </a:lnTo>
                <a:lnTo>
                  <a:pt x="12240" y="6863"/>
                </a:lnTo>
                <a:lnTo>
                  <a:pt x="11753" y="6887"/>
                </a:lnTo>
                <a:lnTo>
                  <a:pt x="11510" y="6911"/>
                </a:lnTo>
                <a:lnTo>
                  <a:pt x="11267" y="6936"/>
                </a:lnTo>
                <a:lnTo>
                  <a:pt x="11242" y="6936"/>
                </a:lnTo>
                <a:lnTo>
                  <a:pt x="11242" y="6960"/>
                </a:lnTo>
                <a:lnTo>
                  <a:pt x="11242" y="7009"/>
                </a:lnTo>
                <a:lnTo>
                  <a:pt x="11267" y="7009"/>
                </a:lnTo>
                <a:lnTo>
                  <a:pt x="11461" y="7082"/>
                </a:lnTo>
                <a:lnTo>
                  <a:pt x="11680" y="7130"/>
                </a:lnTo>
                <a:lnTo>
                  <a:pt x="12727" y="7130"/>
                </a:lnTo>
                <a:lnTo>
                  <a:pt x="12921" y="7106"/>
                </a:lnTo>
                <a:lnTo>
                  <a:pt x="12994" y="7593"/>
                </a:lnTo>
                <a:lnTo>
                  <a:pt x="12994" y="7593"/>
                </a:lnTo>
                <a:lnTo>
                  <a:pt x="12848" y="7568"/>
                </a:lnTo>
                <a:lnTo>
                  <a:pt x="12702" y="7568"/>
                </a:lnTo>
                <a:lnTo>
                  <a:pt x="12435" y="7593"/>
                </a:lnTo>
                <a:lnTo>
                  <a:pt x="11997" y="7593"/>
                </a:lnTo>
                <a:lnTo>
                  <a:pt x="11778" y="7617"/>
                </a:lnTo>
                <a:lnTo>
                  <a:pt x="11559" y="7690"/>
                </a:lnTo>
                <a:lnTo>
                  <a:pt x="11534" y="7690"/>
                </a:lnTo>
                <a:lnTo>
                  <a:pt x="11534" y="7739"/>
                </a:lnTo>
                <a:lnTo>
                  <a:pt x="11534" y="7763"/>
                </a:lnTo>
                <a:lnTo>
                  <a:pt x="11559" y="7787"/>
                </a:lnTo>
                <a:lnTo>
                  <a:pt x="11778" y="7836"/>
                </a:lnTo>
                <a:lnTo>
                  <a:pt x="11997" y="7860"/>
                </a:lnTo>
                <a:lnTo>
                  <a:pt x="12435" y="7860"/>
                </a:lnTo>
                <a:lnTo>
                  <a:pt x="12702" y="7885"/>
                </a:lnTo>
                <a:lnTo>
                  <a:pt x="12848" y="7885"/>
                </a:lnTo>
                <a:lnTo>
                  <a:pt x="12994" y="7860"/>
                </a:lnTo>
                <a:lnTo>
                  <a:pt x="12994" y="7909"/>
                </a:lnTo>
                <a:lnTo>
                  <a:pt x="12994" y="8250"/>
                </a:lnTo>
                <a:lnTo>
                  <a:pt x="12873" y="8201"/>
                </a:lnTo>
                <a:lnTo>
                  <a:pt x="12775" y="8201"/>
                </a:lnTo>
                <a:lnTo>
                  <a:pt x="12532" y="8177"/>
                </a:lnTo>
                <a:lnTo>
                  <a:pt x="12094" y="8177"/>
                </a:lnTo>
                <a:lnTo>
                  <a:pt x="11875" y="8201"/>
                </a:lnTo>
                <a:lnTo>
                  <a:pt x="11656" y="8250"/>
                </a:lnTo>
                <a:lnTo>
                  <a:pt x="11656" y="8274"/>
                </a:lnTo>
                <a:lnTo>
                  <a:pt x="11632" y="8298"/>
                </a:lnTo>
                <a:lnTo>
                  <a:pt x="11656" y="8298"/>
                </a:lnTo>
                <a:lnTo>
                  <a:pt x="11656" y="8323"/>
                </a:lnTo>
                <a:lnTo>
                  <a:pt x="12045" y="8396"/>
                </a:lnTo>
                <a:lnTo>
                  <a:pt x="12410" y="8444"/>
                </a:lnTo>
                <a:lnTo>
                  <a:pt x="12702" y="8469"/>
                </a:lnTo>
                <a:lnTo>
                  <a:pt x="12824" y="8493"/>
                </a:lnTo>
                <a:lnTo>
                  <a:pt x="12970" y="8469"/>
                </a:lnTo>
                <a:lnTo>
                  <a:pt x="12873" y="8858"/>
                </a:lnTo>
                <a:lnTo>
                  <a:pt x="12654" y="8809"/>
                </a:lnTo>
                <a:lnTo>
                  <a:pt x="12483" y="8785"/>
                </a:lnTo>
                <a:lnTo>
                  <a:pt x="12264" y="8736"/>
                </a:lnTo>
                <a:lnTo>
                  <a:pt x="11826" y="8736"/>
                </a:lnTo>
                <a:lnTo>
                  <a:pt x="11607" y="8809"/>
                </a:lnTo>
                <a:lnTo>
                  <a:pt x="11583" y="8834"/>
                </a:lnTo>
                <a:lnTo>
                  <a:pt x="11583" y="8858"/>
                </a:lnTo>
                <a:lnTo>
                  <a:pt x="11583" y="8882"/>
                </a:lnTo>
                <a:lnTo>
                  <a:pt x="11851" y="8882"/>
                </a:lnTo>
                <a:lnTo>
                  <a:pt x="12094" y="8931"/>
                </a:lnTo>
                <a:lnTo>
                  <a:pt x="12556" y="9053"/>
                </a:lnTo>
                <a:lnTo>
                  <a:pt x="12775" y="9126"/>
                </a:lnTo>
                <a:lnTo>
                  <a:pt x="12654" y="9345"/>
                </a:lnTo>
                <a:lnTo>
                  <a:pt x="12508" y="9296"/>
                </a:lnTo>
                <a:lnTo>
                  <a:pt x="12313" y="9272"/>
                </a:lnTo>
                <a:lnTo>
                  <a:pt x="12143" y="9223"/>
                </a:lnTo>
                <a:lnTo>
                  <a:pt x="11972" y="9199"/>
                </a:lnTo>
                <a:lnTo>
                  <a:pt x="11607" y="9199"/>
                </a:lnTo>
                <a:lnTo>
                  <a:pt x="11583" y="9223"/>
                </a:lnTo>
                <a:lnTo>
                  <a:pt x="11583" y="9247"/>
                </a:lnTo>
                <a:lnTo>
                  <a:pt x="11583" y="9272"/>
                </a:lnTo>
                <a:lnTo>
                  <a:pt x="11924" y="9418"/>
                </a:lnTo>
                <a:lnTo>
                  <a:pt x="12240" y="9564"/>
                </a:lnTo>
                <a:lnTo>
                  <a:pt x="12532" y="9637"/>
                </a:lnTo>
                <a:lnTo>
                  <a:pt x="12337" y="9929"/>
                </a:lnTo>
                <a:lnTo>
                  <a:pt x="12337" y="9977"/>
                </a:lnTo>
                <a:lnTo>
                  <a:pt x="12167" y="9904"/>
                </a:lnTo>
                <a:lnTo>
                  <a:pt x="11997" y="9880"/>
                </a:lnTo>
                <a:lnTo>
                  <a:pt x="11802" y="9831"/>
                </a:lnTo>
                <a:lnTo>
                  <a:pt x="11242" y="9831"/>
                </a:lnTo>
                <a:lnTo>
                  <a:pt x="11218" y="9856"/>
                </a:lnTo>
                <a:lnTo>
                  <a:pt x="11218" y="9880"/>
                </a:lnTo>
                <a:lnTo>
                  <a:pt x="11242" y="9880"/>
                </a:lnTo>
                <a:lnTo>
                  <a:pt x="11534" y="10002"/>
                </a:lnTo>
                <a:lnTo>
                  <a:pt x="11851" y="10123"/>
                </a:lnTo>
                <a:lnTo>
                  <a:pt x="12167" y="10245"/>
                </a:lnTo>
                <a:lnTo>
                  <a:pt x="11972" y="10513"/>
                </a:lnTo>
                <a:lnTo>
                  <a:pt x="11826" y="10488"/>
                </a:lnTo>
                <a:lnTo>
                  <a:pt x="11413" y="10391"/>
                </a:lnTo>
                <a:lnTo>
                  <a:pt x="11023" y="10342"/>
                </a:lnTo>
                <a:lnTo>
                  <a:pt x="10975" y="10342"/>
                </a:lnTo>
                <a:lnTo>
                  <a:pt x="10975" y="10367"/>
                </a:lnTo>
                <a:lnTo>
                  <a:pt x="10975" y="10391"/>
                </a:lnTo>
                <a:lnTo>
                  <a:pt x="10999" y="10440"/>
                </a:lnTo>
                <a:lnTo>
                  <a:pt x="11145" y="10537"/>
                </a:lnTo>
                <a:lnTo>
                  <a:pt x="11315" y="10610"/>
                </a:lnTo>
                <a:lnTo>
                  <a:pt x="11632" y="10732"/>
                </a:lnTo>
                <a:lnTo>
                  <a:pt x="11802" y="10780"/>
                </a:lnTo>
                <a:lnTo>
                  <a:pt x="11656" y="10999"/>
                </a:lnTo>
                <a:lnTo>
                  <a:pt x="11510" y="10951"/>
                </a:lnTo>
                <a:lnTo>
                  <a:pt x="11364" y="10926"/>
                </a:lnTo>
                <a:lnTo>
                  <a:pt x="11072" y="10853"/>
                </a:lnTo>
                <a:lnTo>
                  <a:pt x="10950" y="10853"/>
                </a:lnTo>
                <a:lnTo>
                  <a:pt x="10804" y="10902"/>
                </a:lnTo>
                <a:lnTo>
                  <a:pt x="10780" y="10926"/>
                </a:lnTo>
                <a:lnTo>
                  <a:pt x="10756" y="10951"/>
                </a:lnTo>
                <a:lnTo>
                  <a:pt x="10756" y="10999"/>
                </a:lnTo>
                <a:lnTo>
                  <a:pt x="10780" y="11048"/>
                </a:lnTo>
                <a:lnTo>
                  <a:pt x="10902" y="11121"/>
                </a:lnTo>
                <a:lnTo>
                  <a:pt x="11023" y="11170"/>
                </a:lnTo>
                <a:lnTo>
                  <a:pt x="11267" y="11243"/>
                </a:lnTo>
                <a:lnTo>
                  <a:pt x="11461" y="11291"/>
                </a:lnTo>
                <a:lnTo>
                  <a:pt x="11242" y="11583"/>
                </a:lnTo>
                <a:lnTo>
                  <a:pt x="11072" y="11535"/>
                </a:lnTo>
                <a:lnTo>
                  <a:pt x="10877" y="11535"/>
                </a:lnTo>
                <a:lnTo>
                  <a:pt x="10683" y="11583"/>
                </a:lnTo>
                <a:lnTo>
                  <a:pt x="10658" y="11608"/>
                </a:lnTo>
                <a:lnTo>
                  <a:pt x="10683" y="11632"/>
                </a:lnTo>
                <a:lnTo>
                  <a:pt x="10829" y="11681"/>
                </a:lnTo>
                <a:lnTo>
                  <a:pt x="10975" y="11729"/>
                </a:lnTo>
                <a:lnTo>
                  <a:pt x="11096" y="11778"/>
                </a:lnTo>
                <a:lnTo>
                  <a:pt x="10877" y="12143"/>
                </a:lnTo>
                <a:lnTo>
                  <a:pt x="10829" y="12118"/>
                </a:lnTo>
                <a:lnTo>
                  <a:pt x="10658" y="12045"/>
                </a:lnTo>
                <a:lnTo>
                  <a:pt x="10561" y="11997"/>
                </a:lnTo>
                <a:lnTo>
                  <a:pt x="10464" y="11972"/>
                </a:lnTo>
                <a:lnTo>
                  <a:pt x="10439" y="11997"/>
                </a:lnTo>
                <a:lnTo>
                  <a:pt x="10439" y="12045"/>
                </a:lnTo>
                <a:lnTo>
                  <a:pt x="10488" y="12118"/>
                </a:lnTo>
                <a:lnTo>
                  <a:pt x="10585" y="12191"/>
                </a:lnTo>
                <a:lnTo>
                  <a:pt x="10756" y="12313"/>
                </a:lnTo>
                <a:lnTo>
                  <a:pt x="10561" y="12654"/>
                </a:lnTo>
                <a:lnTo>
                  <a:pt x="10415" y="12629"/>
                </a:lnTo>
                <a:lnTo>
                  <a:pt x="10172" y="12629"/>
                </a:lnTo>
                <a:lnTo>
                  <a:pt x="10026" y="12654"/>
                </a:lnTo>
                <a:lnTo>
                  <a:pt x="10026" y="12678"/>
                </a:lnTo>
                <a:lnTo>
                  <a:pt x="10026" y="12702"/>
                </a:lnTo>
                <a:lnTo>
                  <a:pt x="10245" y="12800"/>
                </a:lnTo>
                <a:lnTo>
                  <a:pt x="10439" y="12897"/>
                </a:lnTo>
                <a:lnTo>
                  <a:pt x="10196" y="13384"/>
                </a:lnTo>
                <a:lnTo>
                  <a:pt x="9880" y="13384"/>
                </a:lnTo>
                <a:lnTo>
                  <a:pt x="9904" y="13432"/>
                </a:lnTo>
                <a:lnTo>
                  <a:pt x="10147" y="13505"/>
                </a:lnTo>
                <a:lnTo>
                  <a:pt x="10074" y="13700"/>
                </a:lnTo>
                <a:lnTo>
                  <a:pt x="10026" y="13895"/>
                </a:lnTo>
                <a:lnTo>
                  <a:pt x="9953" y="14284"/>
                </a:lnTo>
                <a:lnTo>
                  <a:pt x="9880" y="14673"/>
                </a:lnTo>
                <a:lnTo>
                  <a:pt x="9807" y="15087"/>
                </a:lnTo>
                <a:lnTo>
                  <a:pt x="9101" y="15111"/>
                </a:lnTo>
                <a:lnTo>
                  <a:pt x="9247" y="14673"/>
                </a:lnTo>
                <a:lnTo>
                  <a:pt x="9344" y="14235"/>
                </a:lnTo>
                <a:lnTo>
                  <a:pt x="9539" y="13359"/>
                </a:lnTo>
                <a:lnTo>
                  <a:pt x="9734" y="12459"/>
                </a:lnTo>
                <a:lnTo>
                  <a:pt x="9855" y="12021"/>
                </a:lnTo>
                <a:lnTo>
                  <a:pt x="9977" y="11583"/>
                </a:lnTo>
                <a:lnTo>
                  <a:pt x="10269" y="10659"/>
                </a:lnTo>
                <a:lnTo>
                  <a:pt x="10537" y="9734"/>
                </a:lnTo>
                <a:lnTo>
                  <a:pt x="10658" y="9320"/>
                </a:lnTo>
                <a:lnTo>
                  <a:pt x="10756" y="8858"/>
                </a:lnTo>
                <a:lnTo>
                  <a:pt x="10780" y="8639"/>
                </a:lnTo>
                <a:lnTo>
                  <a:pt x="10780" y="8396"/>
                </a:lnTo>
                <a:lnTo>
                  <a:pt x="10756" y="8177"/>
                </a:lnTo>
                <a:lnTo>
                  <a:pt x="10707" y="7958"/>
                </a:lnTo>
                <a:lnTo>
                  <a:pt x="10683" y="7933"/>
                </a:lnTo>
                <a:lnTo>
                  <a:pt x="10634" y="7933"/>
                </a:lnTo>
                <a:lnTo>
                  <a:pt x="10610" y="7958"/>
                </a:lnTo>
                <a:lnTo>
                  <a:pt x="10537" y="8177"/>
                </a:lnTo>
                <a:lnTo>
                  <a:pt x="10464" y="8420"/>
                </a:lnTo>
                <a:lnTo>
                  <a:pt x="10366" y="8882"/>
                </a:lnTo>
                <a:lnTo>
                  <a:pt x="10293" y="9369"/>
                </a:lnTo>
                <a:lnTo>
                  <a:pt x="10172" y="9831"/>
                </a:lnTo>
                <a:lnTo>
                  <a:pt x="9904" y="10756"/>
                </a:lnTo>
                <a:lnTo>
                  <a:pt x="9588" y="11656"/>
                </a:lnTo>
                <a:lnTo>
                  <a:pt x="9466" y="12094"/>
                </a:lnTo>
                <a:lnTo>
                  <a:pt x="9369" y="12532"/>
                </a:lnTo>
                <a:lnTo>
                  <a:pt x="9174" y="13384"/>
                </a:lnTo>
                <a:lnTo>
                  <a:pt x="8979" y="14260"/>
                </a:lnTo>
                <a:lnTo>
                  <a:pt x="8858" y="14698"/>
                </a:lnTo>
                <a:lnTo>
                  <a:pt x="8736" y="15111"/>
                </a:lnTo>
                <a:lnTo>
                  <a:pt x="8128" y="15136"/>
                </a:lnTo>
                <a:lnTo>
                  <a:pt x="7519" y="15087"/>
                </a:lnTo>
                <a:lnTo>
                  <a:pt x="7179" y="15063"/>
                </a:lnTo>
                <a:lnTo>
                  <a:pt x="7154" y="15038"/>
                </a:lnTo>
                <a:lnTo>
                  <a:pt x="7081" y="14698"/>
                </a:lnTo>
                <a:lnTo>
                  <a:pt x="7033" y="14357"/>
                </a:lnTo>
                <a:lnTo>
                  <a:pt x="6935" y="13651"/>
                </a:lnTo>
                <a:lnTo>
                  <a:pt x="6765" y="12605"/>
                </a:lnTo>
                <a:lnTo>
                  <a:pt x="6570" y="11583"/>
                </a:lnTo>
                <a:lnTo>
                  <a:pt x="6230" y="9880"/>
                </a:lnTo>
                <a:lnTo>
                  <a:pt x="6060" y="9028"/>
                </a:lnTo>
                <a:lnTo>
                  <a:pt x="5841" y="8177"/>
                </a:lnTo>
                <a:lnTo>
                  <a:pt x="5816" y="8152"/>
                </a:lnTo>
                <a:lnTo>
                  <a:pt x="5768" y="8128"/>
                </a:lnTo>
                <a:lnTo>
                  <a:pt x="5743" y="8128"/>
                </a:lnTo>
                <a:lnTo>
                  <a:pt x="5695" y="8152"/>
                </a:lnTo>
                <a:lnTo>
                  <a:pt x="5646" y="8298"/>
                </a:lnTo>
                <a:lnTo>
                  <a:pt x="5646" y="8420"/>
                </a:lnTo>
                <a:lnTo>
                  <a:pt x="5646" y="8542"/>
                </a:lnTo>
                <a:lnTo>
                  <a:pt x="5646" y="8663"/>
                </a:lnTo>
                <a:lnTo>
                  <a:pt x="5719" y="8931"/>
                </a:lnTo>
                <a:lnTo>
                  <a:pt x="5768" y="9199"/>
                </a:lnTo>
                <a:lnTo>
                  <a:pt x="5865" y="9734"/>
                </a:lnTo>
                <a:lnTo>
                  <a:pt x="5962" y="10245"/>
                </a:lnTo>
                <a:lnTo>
                  <a:pt x="6035" y="10780"/>
                </a:lnTo>
                <a:lnTo>
                  <a:pt x="6133" y="11316"/>
                </a:lnTo>
                <a:lnTo>
                  <a:pt x="6327" y="12337"/>
                </a:lnTo>
                <a:lnTo>
                  <a:pt x="6522" y="13384"/>
                </a:lnTo>
                <a:lnTo>
                  <a:pt x="6570" y="13773"/>
                </a:lnTo>
                <a:lnTo>
                  <a:pt x="6619" y="14211"/>
                </a:lnTo>
                <a:lnTo>
                  <a:pt x="6668" y="14625"/>
                </a:lnTo>
                <a:lnTo>
                  <a:pt x="6716" y="14819"/>
                </a:lnTo>
                <a:lnTo>
                  <a:pt x="6765" y="15014"/>
                </a:lnTo>
                <a:lnTo>
                  <a:pt x="6497" y="15038"/>
                </a:lnTo>
                <a:lnTo>
                  <a:pt x="6473" y="14625"/>
                </a:lnTo>
                <a:lnTo>
                  <a:pt x="6400" y="14235"/>
                </a:lnTo>
                <a:lnTo>
                  <a:pt x="6279" y="13846"/>
                </a:lnTo>
                <a:lnTo>
                  <a:pt x="6133" y="13481"/>
                </a:lnTo>
                <a:lnTo>
                  <a:pt x="5938" y="13116"/>
                </a:lnTo>
                <a:lnTo>
                  <a:pt x="5743" y="12775"/>
                </a:lnTo>
                <a:lnTo>
                  <a:pt x="5281" y="12070"/>
                </a:lnTo>
                <a:lnTo>
                  <a:pt x="4746" y="11267"/>
                </a:lnTo>
                <a:lnTo>
                  <a:pt x="4210" y="10415"/>
                </a:lnTo>
                <a:lnTo>
                  <a:pt x="3967" y="9977"/>
                </a:lnTo>
                <a:lnTo>
                  <a:pt x="3724" y="9539"/>
                </a:lnTo>
                <a:lnTo>
                  <a:pt x="3529" y="9077"/>
                </a:lnTo>
                <a:lnTo>
                  <a:pt x="3359" y="8615"/>
                </a:lnTo>
                <a:lnTo>
                  <a:pt x="3286" y="8396"/>
                </a:lnTo>
                <a:lnTo>
                  <a:pt x="3261" y="8152"/>
                </a:lnTo>
                <a:lnTo>
                  <a:pt x="3237" y="7909"/>
                </a:lnTo>
                <a:lnTo>
                  <a:pt x="3237" y="7666"/>
                </a:lnTo>
                <a:lnTo>
                  <a:pt x="3261" y="7155"/>
                </a:lnTo>
                <a:lnTo>
                  <a:pt x="3310" y="6668"/>
                </a:lnTo>
                <a:lnTo>
                  <a:pt x="3334" y="6376"/>
                </a:lnTo>
                <a:lnTo>
                  <a:pt x="3407" y="6108"/>
                </a:lnTo>
                <a:lnTo>
                  <a:pt x="3480" y="5841"/>
                </a:lnTo>
                <a:lnTo>
                  <a:pt x="3578" y="5597"/>
                </a:lnTo>
                <a:lnTo>
                  <a:pt x="3699" y="5354"/>
                </a:lnTo>
                <a:lnTo>
                  <a:pt x="3845" y="5111"/>
                </a:lnTo>
                <a:lnTo>
                  <a:pt x="4016" y="4892"/>
                </a:lnTo>
                <a:lnTo>
                  <a:pt x="4186" y="4673"/>
                </a:lnTo>
                <a:lnTo>
                  <a:pt x="4648" y="4162"/>
                </a:lnTo>
                <a:lnTo>
                  <a:pt x="5062" y="3748"/>
                </a:lnTo>
                <a:lnTo>
                  <a:pt x="5403" y="3432"/>
                </a:lnTo>
                <a:lnTo>
                  <a:pt x="5743" y="3189"/>
                </a:lnTo>
                <a:lnTo>
                  <a:pt x="6060" y="3018"/>
                </a:lnTo>
                <a:lnTo>
                  <a:pt x="6352" y="2872"/>
                </a:lnTo>
                <a:lnTo>
                  <a:pt x="6668" y="2775"/>
                </a:lnTo>
                <a:lnTo>
                  <a:pt x="6984" y="2702"/>
                </a:lnTo>
                <a:lnTo>
                  <a:pt x="7276" y="2653"/>
                </a:lnTo>
                <a:lnTo>
                  <a:pt x="7568" y="2629"/>
                </a:lnTo>
                <a:lnTo>
                  <a:pt x="7860" y="2605"/>
                </a:lnTo>
                <a:close/>
                <a:moveTo>
                  <a:pt x="6716" y="15525"/>
                </a:moveTo>
                <a:lnTo>
                  <a:pt x="6619" y="15720"/>
                </a:lnTo>
                <a:lnTo>
                  <a:pt x="6352" y="16158"/>
                </a:lnTo>
                <a:lnTo>
                  <a:pt x="6279" y="16109"/>
                </a:lnTo>
                <a:lnTo>
                  <a:pt x="6230" y="16060"/>
                </a:lnTo>
                <a:lnTo>
                  <a:pt x="6206" y="15963"/>
                </a:lnTo>
                <a:lnTo>
                  <a:pt x="6206" y="15866"/>
                </a:lnTo>
                <a:lnTo>
                  <a:pt x="6206" y="15768"/>
                </a:lnTo>
                <a:lnTo>
                  <a:pt x="6230" y="15695"/>
                </a:lnTo>
                <a:lnTo>
                  <a:pt x="6279" y="15598"/>
                </a:lnTo>
                <a:lnTo>
                  <a:pt x="6327" y="15549"/>
                </a:lnTo>
                <a:lnTo>
                  <a:pt x="6595" y="15525"/>
                </a:lnTo>
                <a:close/>
                <a:moveTo>
                  <a:pt x="6887" y="15525"/>
                </a:moveTo>
                <a:lnTo>
                  <a:pt x="7276" y="15549"/>
                </a:lnTo>
                <a:lnTo>
                  <a:pt x="7641" y="15598"/>
                </a:lnTo>
                <a:lnTo>
                  <a:pt x="8225" y="15647"/>
                </a:lnTo>
                <a:lnTo>
                  <a:pt x="8809" y="15671"/>
                </a:lnTo>
                <a:lnTo>
                  <a:pt x="8541" y="15963"/>
                </a:lnTo>
                <a:lnTo>
                  <a:pt x="8298" y="16255"/>
                </a:lnTo>
                <a:lnTo>
                  <a:pt x="7909" y="16231"/>
                </a:lnTo>
                <a:lnTo>
                  <a:pt x="8249" y="15744"/>
                </a:lnTo>
                <a:lnTo>
                  <a:pt x="8249" y="15720"/>
                </a:lnTo>
                <a:lnTo>
                  <a:pt x="8225" y="15695"/>
                </a:lnTo>
                <a:lnTo>
                  <a:pt x="8201" y="15671"/>
                </a:lnTo>
                <a:lnTo>
                  <a:pt x="8176" y="15695"/>
                </a:lnTo>
                <a:lnTo>
                  <a:pt x="7690" y="16231"/>
                </a:lnTo>
                <a:lnTo>
                  <a:pt x="7179" y="16182"/>
                </a:lnTo>
                <a:lnTo>
                  <a:pt x="7325" y="15939"/>
                </a:lnTo>
                <a:lnTo>
                  <a:pt x="7471" y="15671"/>
                </a:lnTo>
                <a:lnTo>
                  <a:pt x="7471" y="15647"/>
                </a:lnTo>
                <a:lnTo>
                  <a:pt x="7446" y="15622"/>
                </a:lnTo>
                <a:lnTo>
                  <a:pt x="7422" y="15647"/>
                </a:lnTo>
                <a:lnTo>
                  <a:pt x="7203" y="15890"/>
                </a:lnTo>
                <a:lnTo>
                  <a:pt x="6935" y="16182"/>
                </a:lnTo>
                <a:lnTo>
                  <a:pt x="6741" y="16206"/>
                </a:lnTo>
                <a:lnTo>
                  <a:pt x="6570" y="16255"/>
                </a:lnTo>
                <a:lnTo>
                  <a:pt x="6668" y="16060"/>
                </a:lnTo>
                <a:lnTo>
                  <a:pt x="6814" y="15817"/>
                </a:lnTo>
                <a:lnTo>
                  <a:pt x="6862" y="15671"/>
                </a:lnTo>
                <a:lnTo>
                  <a:pt x="6887" y="15525"/>
                </a:lnTo>
                <a:close/>
                <a:moveTo>
                  <a:pt x="9661" y="15622"/>
                </a:moveTo>
                <a:lnTo>
                  <a:pt x="9734" y="15671"/>
                </a:lnTo>
                <a:lnTo>
                  <a:pt x="9807" y="15695"/>
                </a:lnTo>
                <a:lnTo>
                  <a:pt x="9953" y="15695"/>
                </a:lnTo>
                <a:lnTo>
                  <a:pt x="9782" y="15793"/>
                </a:lnTo>
                <a:lnTo>
                  <a:pt x="9661" y="15939"/>
                </a:lnTo>
                <a:lnTo>
                  <a:pt x="9539" y="16085"/>
                </a:lnTo>
                <a:lnTo>
                  <a:pt x="9417" y="16279"/>
                </a:lnTo>
                <a:lnTo>
                  <a:pt x="9271" y="16279"/>
                </a:lnTo>
                <a:lnTo>
                  <a:pt x="9612" y="15817"/>
                </a:lnTo>
                <a:lnTo>
                  <a:pt x="9612" y="15793"/>
                </a:lnTo>
                <a:lnTo>
                  <a:pt x="9612" y="15768"/>
                </a:lnTo>
                <a:lnTo>
                  <a:pt x="9563" y="15768"/>
                </a:lnTo>
                <a:lnTo>
                  <a:pt x="9320" y="16012"/>
                </a:lnTo>
                <a:lnTo>
                  <a:pt x="9077" y="16255"/>
                </a:lnTo>
                <a:lnTo>
                  <a:pt x="8517" y="16255"/>
                </a:lnTo>
                <a:lnTo>
                  <a:pt x="8882" y="15720"/>
                </a:lnTo>
                <a:lnTo>
                  <a:pt x="8906" y="15695"/>
                </a:lnTo>
                <a:lnTo>
                  <a:pt x="8882" y="15671"/>
                </a:lnTo>
                <a:lnTo>
                  <a:pt x="9271" y="15671"/>
                </a:lnTo>
                <a:lnTo>
                  <a:pt x="9661" y="15622"/>
                </a:lnTo>
                <a:close/>
                <a:moveTo>
                  <a:pt x="10074" y="15768"/>
                </a:moveTo>
                <a:lnTo>
                  <a:pt x="10074" y="15841"/>
                </a:lnTo>
                <a:lnTo>
                  <a:pt x="10099" y="15939"/>
                </a:lnTo>
                <a:lnTo>
                  <a:pt x="10074" y="16060"/>
                </a:lnTo>
                <a:lnTo>
                  <a:pt x="10050" y="16182"/>
                </a:lnTo>
                <a:lnTo>
                  <a:pt x="9977" y="16304"/>
                </a:lnTo>
                <a:lnTo>
                  <a:pt x="9758" y="16279"/>
                </a:lnTo>
                <a:lnTo>
                  <a:pt x="9880" y="16012"/>
                </a:lnTo>
                <a:lnTo>
                  <a:pt x="9977" y="15890"/>
                </a:lnTo>
                <a:lnTo>
                  <a:pt x="10074" y="15768"/>
                </a:lnTo>
                <a:close/>
                <a:moveTo>
                  <a:pt x="6522" y="16571"/>
                </a:moveTo>
                <a:lnTo>
                  <a:pt x="6595" y="16620"/>
                </a:lnTo>
                <a:lnTo>
                  <a:pt x="6424" y="16888"/>
                </a:lnTo>
                <a:lnTo>
                  <a:pt x="6376" y="17034"/>
                </a:lnTo>
                <a:lnTo>
                  <a:pt x="6327" y="17180"/>
                </a:lnTo>
                <a:lnTo>
                  <a:pt x="6254" y="17082"/>
                </a:lnTo>
                <a:lnTo>
                  <a:pt x="6230" y="16985"/>
                </a:lnTo>
                <a:lnTo>
                  <a:pt x="6206" y="16912"/>
                </a:lnTo>
                <a:lnTo>
                  <a:pt x="6230" y="16815"/>
                </a:lnTo>
                <a:lnTo>
                  <a:pt x="6254" y="16839"/>
                </a:lnTo>
                <a:lnTo>
                  <a:pt x="6303" y="16839"/>
                </a:lnTo>
                <a:lnTo>
                  <a:pt x="6352" y="16815"/>
                </a:lnTo>
                <a:lnTo>
                  <a:pt x="6376" y="16766"/>
                </a:lnTo>
                <a:lnTo>
                  <a:pt x="6424" y="16596"/>
                </a:lnTo>
                <a:lnTo>
                  <a:pt x="6449" y="16596"/>
                </a:lnTo>
                <a:lnTo>
                  <a:pt x="6522" y="16571"/>
                </a:lnTo>
                <a:close/>
                <a:moveTo>
                  <a:pt x="7884" y="16693"/>
                </a:moveTo>
                <a:lnTo>
                  <a:pt x="7957" y="16717"/>
                </a:lnTo>
                <a:lnTo>
                  <a:pt x="7787" y="16985"/>
                </a:lnTo>
                <a:lnTo>
                  <a:pt x="7617" y="17253"/>
                </a:lnTo>
                <a:lnTo>
                  <a:pt x="7592" y="17326"/>
                </a:lnTo>
                <a:lnTo>
                  <a:pt x="7300" y="17326"/>
                </a:lnTo>
                <a:lnTo>
                  <a:pt x="7398" y="17107"/>
                </a:lnTo>
                <a:lnTo>
                  <a:pt x="7519" y="16888"/>
                </a:lnTo>
                <a:lnTo>
                  <a:pt x="7617" y="16717"/>
                </a:lnTo>
                <a:lnTo>
                  <a:pt x="7884" y="16693"/>
                </a:lnTo>
                <a:close/>
                <a:moveTo>
                  <a:pt x="8225" y="16717"/>
                </a:moveTo>
                <a:lnTo>
                  <a:pt x="8736" y="16742"/>
                </a:lnTo>
                <a:lnTo>
                  <a:pt x="8541" y="17034"/>
                </a:lnTo>
                <a:lnTo>
                  <a:pt x="8371" y="17326"/>
                </a:lnTo>
                <a:lnTo>
                  <a:pt x="7909" y="17326"/>
                </a:lnTo>
                <a:lnTo>
                  <a:pt x="7933" y="17277"/>
                </a:lnTo>
                <a:lnTo>
                  <a:pt x="8225" y="16717"/>
                </a:lnTo>
                <a:close/>
                <a:moveTo>
                  <a:pt x="9223" y="16742"/>
                </a:moveTo>
                <a:lnTo>
                  <a:pt x="8979" y="17350"/>
                </a:lnTo>
                <a:lnTo>
                  <a:pt x="8663" y="17350"/>
                </a:lnTo>
                <a:lnTo>
                  <a:pt x="8979" y="16742"/>
                </a:lnTo>
                <a:close/>
                <a:moveTo>
                  <a:pt x="9928" y="16742"/>
                </a:moveTo>
                <a:lnTo>
                  <a:pt x="9661" y="17253"/>
                </a:lnTo>
                <a:lnTo>
                  <a:pt x="9612" y="17350"/>
                </a:lnTo>
                <a:lnTo>
                  <a:pt x="9320" y="17350"/>
                </a:lnTo>
                <a:lnTo>
                  <a:pt x="9563" y="16742"/>
                </a:lnTo>
                <a:close/>
                <a:moveTo>
                  <a:pt x="10147" y="16839"/>
                </a:moveTo>
                <a:lnTo>
                  <a:pt x="10220" y="16961"/>
                </a:lnTo>
                <a:lnTo>
                  <a:pt x="10245" y="17107"/>
                </a:lnTo>
                <a:lnTo>
                  <a:pt x="10220" y="17228"/>
                </a:lnTo>
                <a:lnTo>
                  <a:pt x="10147" y="17350"/>
                </a:lnTo>
                <a:lnTo>
                  <a:pt x="9928" y="17350"/>
                </a:lnTo>
                <a:lnTo>
                  <a:pt x="9953" y="17277"/>
                </a:lnTo>
                <a:lnTo>
                  <a:pt x="10050" y="17082"/>
                </a:lnTo>
                <a:lnTo>
                  <a:pt x="10147" y="16839"/>
                </a:lnTo>
                <a:close/>
                <a:moveTo>
                  <a:pt x="6862" y="16693"/>
                </a:moveTo>
                <a:lnTo>
                  <a:pt x="7081" y="16717"/>
                </a:lnTo>
                <a:lnTo>
                  <a:pt x="7300" y="16717"/>
                </a:lnTo>
                <a:lnTo>
                  <a:pt x="7106" y="17009"/>
                </a:lnTo>
                <a:lnTo>
                  <a:pt x="6935" y="17326"/>
                </a:lnTo>
                <a:lnTo>
                  <a:pt x="6741" y="17350"/>
                </a:lnTo>
                <a:lnTo>
                  <a:pt x="6570" y="17399"/>
                </a:lnTo>
                <a:lnTo>
                  <a:pt x="6619" y="17204"/>
                </a:lnTo>
                <a:lnTo>
                  <a:pt x="6692" y="17034"/>
                </a:lnTo>
                <a:lnTo>
                  <a:pt x="6862" y="16693"/>
                </a:lnTo>
                <a:close/>
                <a:moveTo>
                  <a:pt x="6473" y="17618"/>
                </a:moveTo>
                <a:lnTo>
                  <a:pt x="6643" y="17691"/>
                </a:lnTo>
                <a:lnTo>
                  <a:pt x="6814" y="17715"/>
                </a:lnTo>
                <a:lnTo>
                  <a:pt x="6789" y="17910"/>
                </a:lnTo>
                <a:lnTo>
                  <a:pt x="6765" y="18080"/>
                </a:lnTo>
                <a:lnTo>
                  <a:pt x="6643" y="17983"/>
                </a:lnTo>
                <a:lnTo>
                  <a:pt x="6546" y="17861"/>
                </a:lnTo>
                <a:lnTo>
                  <a:pt x="6352" y="17642"/>
                </a:lnTo>
                <a:lnTo>
                  <a:pt x="6376" y="17618"/>
                </a:lnTo>
                <a:lnTo>
                  <a:pt x="6424" y="17642"/>
                </a:lnTo>
                <a:lnTo>
                  <a:pt x="6473" y="17618"/>
                </a:lnTo>
                <a:close/>
                <a:moveTo>
                  <a:pt x="7398" y="17739"/>
                </a:moveTo>
                <a:lnTo>
                  <a:pt x="7300" y="18031"/>
                </a:lnTo>
                <a:lnTo>
                  <a:pt x="7252" y="18177"/>
                </a:lnTo>
                <a:lnTo>
                  <a:pt x="7252" y="18299"/>
                </a:lnTo>
                <a:lnTo>
                  <a:pt x="7008" y="18202"/>
                </a:lnTo>
                <a:lnTo>
                  <a:pt x="7154" y="17739"/>
                </a:lnTo>
                <a:close/>
                <a:moveTo>
                  <a:pt x="8833" y="17715"/>
                </a:moveTo>
                <a:lnTo>
                  <a:pt x="8785" y="17837"/>
                </a:lnTo>
                <a:lnTo>
                  <a:pt x="8736" y="17983"/>
                </a:lnTo>
                <a:lnTo>
                  <a:pt x="8712" y="18104"/>
                </a:lnTo>
                <a:lnTo>
                  <a:pt x="8736" y="18153"/>
                </a:lnTo>
                <a:lnTo>
                  <a:pt x="8736" y="18202"/>
                </a:lnTo>
                <a:lnTo>
                  <a:pt x="8809" y="18250"/>
                </a:lnTo>
                <a:lnTo>
                  <a:pt x="8882" y="18250"/>
                </a:lnTo>
                <a:lnTo>
                  <a:pt x="8931" y="18226"/>
                </a:lnTo>
                <a:lnTo>
                  <a:pt x="9004" y="18153"/>
                </a:lnTo>
                <a:lnTo>
                  <a:pt x="9125" y="17958"/>
                </a:lnTo>
                <a:lnTo>
                  <a:pt x="9198" y="17739"/>
                </a:lnTo>
                <a:lnTo>
                  <a:pt x="9393" y="17739"/>
                </a:lnTo>
                <a:lnTo>
                  <a:pt x="9369" y="17861"/>
                </a:lnTo>
                <a:lnTo>
                  <a:pt x="9369" y="18007"/>
                </a:lnTo>
                <a:lnTo>
                  <a:pt x="9125" y="18153"/>
                </a:lnTo>
                <a:lnTo>
                  <a:pt x="8833" y="18275"/>
                </a:lnTo>
                <a:lnTo>
                  <a:pt x="8566" y="18372"/>
                </a:lnTo>
                <a:lnTo>
                  <a:pt x="8249" y="18421"/>
                </a:lnTo>
                <a:lnTo>
                  <a:pt x="8274" y="18275"/>
                </a:lnTo>
                <a:lnTo>
                  <a:pt x="8371" y="17983"/>
                </a:lnTo>
                <a:lnTo>
                  <a:pt x="8468" y="17715"/>
                </a:lnTo>
                <a:close/>
                <a:moveTo>
                  <a:pt x="8176" y="17715"/>
                </a:moveTo>
                <a:lnTo>
                  <a:pt x="8030" y="18056"/>
                </a:lnTo>
                <a:lnTo>
                  <a:pt x="7957" y="18250"/>
                </a:lnTo>
                <a:lnTo>
                  <a:pt x="7933" y="18445"/>
                </a:lnTo>
                <a:lnTo>
                  <a:pt x="7738" y="18421"/>
                </a:lnTo>
                <a:lnTo>
                  <a:pt x="7568" y="18396"/>
                </a:lnTo>
                <a:lnTo>
                  <a:pt x="7568" y="18226"/>
                </a:lnTo>
                <a:lnTo>
                  <a:pt x="7641" y="17983"/>
                </a:lnTo>
                <a:lnTo>
                  <a:pt x="7738" y="17715"/>
                </a:lnTo>
                <a:close/>
                <a:moveTo>
                  <a:pt x="8128" y="2094"/>
                </a:moveTo>
                <a:lnTo>
                  <a:pt x="7714" y="2142"/>
                </a:lnTo>
                <a:lnTo>
                  <a:pt x="7325" y="2191"/>
                </a:lnTo>
                <a:lnTo>
                  <a:pt x="6935" y="2264"/>
                </a:lnTo>
                <a:lnTo>
                  <a:pt x="6546" y="2386"/>
                </a:lnTo>
                <a:lnTo>
                  <a:pt x="6181" y="2507"/>
                </a:lnTo>
                <a:lnTo>
                  <a:pt x="5841" y="2653"/>
                </a:lnTo>
                <a:lnTo>
                  <a:pt x="5500" y="2824"/>
                </a:lnTo>
                <a:lnTo>
                  <a:pt x="5184" y="3018"/>
                </a:lnTo>
                <a:lnTo>
                  <a:pt x="4892" y="3237"/>
                </a:lnTo>
                <a:lnTo>
                  <a:pt x="4551" y="3554"/>
                </a:lnTo>
                <a:lnTo>
                  <a:pt x="4210" y="3918"/>
                </a:lnTo>
                <a:lnTo>
                  <a:pt x="3918" y="4332"/>
                </a:lnTo>
                <a:lnTo>
                  <a:pt x="3626" y="4746"/>
                </a:lnTo>
                <a:lnTo>
                  <a:pt x="3383" y="5159"/>
                </a:lnTo>
                <a:lnTo>
                  <a:pt x="3164" y="5549"/>
                </a:lnTo>
                <a:lnTo>
                  <a:pt x="3018" y="5889"/>
                </a:lnTo>
                <a:lnTo>
                  <a:pt x="2921" y="6157"/>
                </a:lnTo>
                <a:lnTo>
                  <a:pt x="2823" y="6595"/>
                </a:lnTo>
                <a:lnTo>
                  <a:pt x="2775" y="7057"/>
                </a:lnTo>
                <a:lnTo>
                  <a:pt x="2750" y="7495"/>
                </a:lnTo>
                <a:lnTo>
                  <a:pt x="2775" y="7958"/>
                </a:lnTo>
                <a:lnTo>
                  <a:pt x="2823" y="8396"/>
                </a:lnTo>
                <a:lnTo>
                  <a:pt x="2921" y="8834"/>
                </a:lnTo>
                <a:lnTo>
                  <a:pt x="3067" y="9272"/>
                </a:lnTo>
                <a:lnTo>
                  <a:pt x="3237" y="9685"/>
                </a:lnTo>
                <a:lnTo>
                  <a:pt x="3602" y="10367"/>
                </a:lnTo>
                <a:lnTo>
                  <a:pt x="3991" y="11024"/>
                </a:lnTo>
                <a:lnTo>
                  <a:pt x="4843" y="12337"/>
                </a:lnTo>
                <a:lnTo>
                  <a:pt x="5281" y="13019"/>
                </a:lnTo>
                <a:lnTo>
                  <a:pt x="5476" y="13384"/>
                </a:lnTo>
                <a:lnTo>
                  <a:pt x="5646" y="13724"/>
                </a:lnTo>
                <a:lnTo>
                  <a:pt x="5792" y="14089"/>
                </a:lnTo>
                <a:lnTo>
                  <a:pt x="5914" y="14454"/>
                </a:lnTo>
                <a:lnTo>
                  <a:pt x="5987" y="14844"/>
                </a:lnTo>
                <a:lnTo>
                  <a:pt x="5987" y="15282"/>
                </a:lnTo>
                <a:lnTo>
                  <a:pt x="5962" y="15379"/>
                </a:lnTo>
                <a:lnTo>
                  <a:pt x="5962" y="15428"/>
                </a:lnTo>
                <a:lnTo>
                  <a:pt x="5889" y="15525"/>
                </a:lnTo>
                <a:lnTo>
                  <a:pt x="5841" y="15647"/>
                </a:lnTo>
                <a:lnTo>
                  <a:pt x="5816" y="15768"/>
                </a:lnTo>
                <a:lnTo>
                  <a:pt x="5792" y="15914"/>
                </a:lnTo>
                <a:lnTo>
                  <a:pt x="5816" y="16036"/>
                </a:lnTo>
                <a:lnTo>
                  <a:pt x="5841" y="16158"/>
                </a:lnTo>
                <a:lnTo>
                  <a:pt x="5889" y="16279"/>
                </a:lnTo>
                <a:lnTo>
                  <a:pt x="5962" y="16377"/>
                </a:lnTo>
                <a:lnTo>
                  <a:pt x="5865" y="16474"/>
                </a:lnTo>
                <a:lnTo>
                  <a:pt x="5792" y="16620"/>
                </a:lnTo>
                <a:lnTo>
                  <a:pt x="5768" y="16766"/>
                </a:lnTo>
                <a:lnTo>
                  <a:pt x="5768" y="16912"/>
                </a:lnTo>
                <a:lnTo>
                  <a:pt x="5768" y="17058"/>
                </a:lnTo>
                <a:lnTo>
                  <a:pt x="5816" y="17204"/>
                </a:lnTo>
                <a:lnTo>
                  <a:pt x="5889" y="17350"/>
                </a:lnTo>
                <a:lnTo>
                  <a:pt x="5987" y="17472"/>
                </a:lnTo>
                <a:lnTo>
                  <a:pt x="5962" y="17496"/>
                </a:lnTo>
                <a:lnTo>
                  <a:pt x="5914" y="17618"/>
                </a:lnTo>
                <a:lnTo>
                  <a:pt x="5914" y="17715"/>
                </a:lnTo>
                <a:lnTo>
                  <a:pt x="5938" y="17837"/>
                </a:lnTo>
                <a:lnTo>
                  <a:pt x="5987" y="17934"/>
                </a:lnTo>
                <a:lnTo>
                  <a:pt x="6133" y="18129"/>
                </a:lnTo>
                <a:lnTo>
                  <a:pt x="6303" y="18299"/>
                </a:lnTo>
                <a:lnTo>
                  <a:pt x="6424" y="18421"/>
                </a:lnTo>
                <a:lnTo>
                  <a:pt x="6570" y="18518"/>
                </a:lnTo>
                <a:lnTo>
                  <a:pt x="6862" y="18688"/>
                </a:lnTo>
                <a:lnTo>
                  <a:pt x="7179" y="18810"/>
                </a:lnTo>
                <a:lnTo>
                  <a:pt x="7495" y="18859"/>
                </a:lnTo>
                <a:lnTo>
                  <a:pt x="7738" y="18883"/>
                </a:lnTo>
                <a:lnTo>
                  <a:pt x="7982" y="18883"/>
                </a:lnTo>
                <a:lnTo>
                  <a:pt x="8030" y="18956"/>
                </a:lnTo>
                <a:lnTo>
                  <a:pt x="8079" y="18980"/>
                </a:lnTo>
                <a:lnTo>
                  <a:pt x="8128" y="18980"/>
                </a:lnTo>
                <a:lnTo>
                  <a:pt x="8176" y="18956"/>
                </a:lnTo>
                <a:lnTo>
                  <a:pt x="8201" y="18907"/>
                </a:lnTo>
                <a:lnTo>
                  <a:pt x="8201" y="18883"/>
                </a:lnTo>
                <a:lnTo>
                  <a:pt x="8493" y="18834"/>
                </a:lnTo>
                <a:lnTo>
                  <a:pt x="8785" y="18761"/>
                </a:lnTo>
                <a:lnTo>
                  <a:pt x="9052" y="18664"/>
                </a:lnTo>
                <a:lnTo>
                  <a:pt x="9320" y="18542"/>
                </a:lnTo>
                <a:lnTo>
                  <a:pt x="9563" y="18396"/>
                </a:lnTo>
                <a:lnTo>
                  <a:pt x="9807" y="18226"/>
                </a:lnTo>
                <a:lnTo>
                  <a:pt x="10050" y="18056"/>
                </a:lnTo>
                <a:lnTo>
                  <a:pt x="10269" y="17837"/>
                </a:lnTo>
                <a:lnTo>
                  <a:pt x="10318" y="17764"/>
                </a:lnTo>
                <a:lnTo>
                  <a:pt x="10342" y="17691"/>
                </a:lnTo>
                <a:lnTo>
                  <a:pt x="10464" y="17593"/>
                </a:lnTo>
                <a:lnTo>
                  <a:pt x="10537" y="17447"/>
                </a:lnTo>
                <a:lnTo>
                  <a:pt x="10585" y="17301"/>
                </a:lnTo>
                <a:lnTo>
                  <a:pt x="10634" y="17107"/>
                </a:lnTo>
                <a:lnTo>
                  <a:pt x="10634" y="16936"/>
                </a:lnTo>
                <a:lnTo>
                  <a:pt x="10585" y="16742"/>
                </a:lnTo>
                <a:lnTo>
                  <a:pt x="10512" y="16596"/>
                </a:lnTo>
                <a:lnTo>
                  <a:pt x="10391" y="16474"/>
                </a:lnTo>
                <a:lnTo>
                  <a:pt x="10488" y="16255"/>
                </a:lnTo>
                <a:lnTo>
                  <a:pt x="10537" y="16036"/>
                </a:lnTo>
                <a:lnTo>
                  <a:pt x="10537" y="15817"/>
                </a:lnTo>
                <a:lnTo>
                  <a:pt x="10488" y="15574"/>
                </a:lnTo>
                <a:lnTo>
                  <a:pt x="10415" y="15476"/>
                </a:lnTo>
                <a:lnTo>
                  <a:pt x="10342" y="15379"/>
                </a:lnTo>
                <a:lnTo>
                  <a:pt x="10342" y="15306"/>
                </a:lnTo>
                <a:lnTo>
                  <a:pt x="10415" y="14965"/>
                </a:lnTo>
                <a:lnTo>
                  <a:pt x="10464" y="14625"/>
                </a:lnTo>
                <a:lnTo>
                  <a:pt x="10512" y="14284"/>
                </a:lnTo>
                <a:lnTo>
                  <a:pt x="10585" y="13943"/>
                </a:lnTo>
                <a:lnTo>
                  <a:pt x="10658" y="13700"/>
                </a:lnTo>
                <a:lnTo>
                  <a:pt x="10756" y="13457"/>
                </a:lnTo>
                <a:lnTo>
                  <a:pt x="10999" y="12994"/>
                </a:lnTo>
                <a:lnTo>
                  <a:pt x="11023" y="12970"/>
                </a:lnTo>
                <a:lnTo>
                  <a:pt x="11023" y="12946"/>
                </a:lnTo>
                <a:lnTo>
                  <a:pt x="11340" y="12459"/>
                </a:lnTo>
                <a:lnTo>
                  <a:pt x="11632" y="11972"/>
                </a:lnTo>
                <a:lnTo>
                  <a:pt x="12191" y="11194"/>
                </a:lnTo>
                <a:lnTo>
                  <a:pt x="12483" y="10780"/>
                </a:lnTo>
                <a:lnTo>
                  <a:pt x="12751" y="10367"/>
                </a:lnTo>
                <a:lnTo>
                  <a:pt x="12994" y="9953"/>
                </a:lnTo>
                <a:lnTo>
                  <a:pt x="13213" y="9515"/>
                </a:lnTo>
                <a:lnTo>
                  <a:pt x="13384" y="9053"/>
                </a:lnTo>
                <a:lnTo>
                  <a:pt x="13457" y="8809"/>
                </a:lnTo>
                <a:lnTo>
                  <a:pt x="13505" y="8590"/>
                </a:lnTo>
                <a:lnTo>
                  <a:pt x="13554" y="8152"/>
                </a:lnTo>
                <a:lnTo>
                  <a:pt x="13554" y="7714"/>
                </a:lnTo>
                <a:lnTo>
                  <a:pt x="13505" y="7276"/>
                </a:lnTo>
                <a:lnTo>
                  <a:pt x="13432" y="6838"/>
                </a:lnTo>
                <a:lnTo>
                  <a:pt x="13335" y="6400"/>
                </a:lnTo>
                <a:lnTo>
                  <a:pt x="13213" y="5962"/>
                </a:lnTo>
                <a:lnTo>
                  <a:pt x="12946" y="5135"/>
                </a:lnTo>
                <a:lnTo>
                  <a:pt x="12800" y="4770"/>
                </a:lnTo>
                <a:lnTo>
                  <a:pt x="12605" y="4429"/>
                </a:lnTo>
                <a:lnTo>
                  <a:pt x="12386" y="4113"/>
                </a:lnTo>
                <a:lnTo>
                  <a:pt x="12143" y="3797"/>
                </a:lnTo>
                <a:lnTo>
                  <a:pt x="12143" y="3773"/>
                </a:lnTo>
                <a:lnTo>
                  <a:pt x="12094" y="3675"/>
                </a:lnTo>
                <a:lnTo>
                  <a:pt x="12021" y="3602"/>
                </a:lnTo>
                <a:lnTo>
                  <a:pt x="11948" y="3554"/>
                </a:lnTo>
                <a:lnTo>
                  <a:pt x="11851" y="3505"/>
                </a:lnTo>
                <a:lnTo>
                  <a:pt x="11607" y="3286"/>
                </a:lnTo>
                <a:lnTo>
                  <a:pt x="11340" y="3091"/>
                </a:lnTo>
                <a:lnTo>
                  <a:pt x="11072" y="2897"/>
                </a:lnTo>
                <a:lnTo>
                  <a:pt x="10804" y="2726"/>
                </a:lnTo>
                <a:lnTo>
                  <a:pt x="10464" y="2556"/>
                </a:lnTo>
                <a:lnTo>
                  <a:pt x="10099" y="2386"/>
                </a:lnTo>
                <a:lnTo>
                  <a:pt x="9709" y="2264"/>
                </a:lnTo>
                <a:lnTo>
                  <a:pt x="9320" y="2191"/>
                </a:lnTo>
                <a:lnTo>
                  <a:pt x="8931" y="2142"/>
                </a:lnTo>
                <a:lnTo>
                  <a:pt x="8517" y="2094"/>
                </a:lnTo>
                <a:close/>
              </a:path>
            </a:pathLst>
          </a:custGeom>
          <a:solidFill>
            <a:srgbClr val="BF9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1C232"/>
              </a:solidFill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6205217" y="3729680"/>
            <a:ext cx="345070" cy="211001"/>
          </a:xfrm>
          <a:custGeom>
            <a:rect b="b" l="l" r="r" t="t"/>
            <a:pathLst>
              <a:path extrusionOk="0" h="12216" w="19978">
                <a:moveTo>
                  <a:pt x="8128" y="560"/>
                </a:moveTo>
                <a:lnTo>
                  <a:pt x="8517" y="609"/>
                </a:lnTo>
                <a:lnTo>
                  <a:pt x="8055" y="925"/>
                </a:lnTo>
                <a:lnTo>
                  <a:pt x="7617" y="1193"/>
                </a:lnTo>
                <a:lnTo>
                  <a:pt x="7422" y="1339"/>
                </a:lnTo>
                <a:lnTo>
                  <a:pt x="7325" y="1436"/>
                </a:lnTo>
                <a:lnTo>
                  <a:pt x="7252" y="1534"/>
                </a:lnTo>
                <a:lnTo>
                  <a:pt x="7252" y="1582"/>
                </a:lnTo>
                <a:lnTo>
                  <a:pt x="7252" y="1655"/>
                </a:lnTo>
                <a:lnTo>
                  <a:pt x="7300" y="1680"/>
                </a:lnTo>
                <a:lnTo>
                  <a:pt x="7349" y="1704"/>
                </a:lnTo>
                <a:lnTo>
                  <a:pt x="7471" y="1704"/>
                </a:lnTo>
                <a:lnTo>
                  <a:pt x="7592" y="1680"/>
                </a:lnTo>
                <a:lnTo>
                  <a:pt x="7836" y="1582"/>
                </a:lnTo>
                <a:lnTo>
                  <a:pt x="8055" y="1436"/>
                </a:lnTo>
                <a:lnTo>
                  <a:pt x="8274" y="1315"/>
                </a:lnTo>
                <a:lnTo>
                  <a:pt x="8711" y="1023"/>
                </a:lnTo>
                <a:lnTo>
                  <a:pt x="9149" y="731"/>
                </a:lnTo>
                <a:lnTo>
                  <a:pt x="9393" y="828"/>
                </a:lnTo>
                <a:lnTo>
                  <a:pt x="9660" y="925"/>
                </a:lnTo>
                <a:lnTo>
                  <a:pt x="9320" y="1071"/>
                </a:lnTo>
                <a:lnTo>
                  <a:pt x="9003" y="1217"/>
                </a:lnTo>
                <a:lnTo>
                  <a:pt x="8736" y="1339"/>
                </a:lnTo>
                <a:lnTo>
                  <a:pt x="8492" y="1509"/>
                </a:lnTo>
                <a:lnTo>
                  <a:pt x="8371" y="1607"/>
                </a:lnTo>
                <a:lnTo>
                  <a:pt x="8274" y="1728"/>
                </a:lnTo>
                <a:lnTo>
                  <a:pt x="8201" y="1850"/>
                </a:lnTo>
                <a:lnTo>
                  <a:pt x="8152" y="1996"/>
                </a:lnTo>
                <a:lnTo>
                  <a:pt x="8152" y="2045"/>
                </a:lnTo>
                <a:lnTo>
                  <a:pt x="8176" y="2045"/>
                </a:lnTo>
                <a:lnTo>
                  <a:pt x="8201" y="2069"/>
                </a:lnTo>
                <a:lnTo>
                  <a:pt x="8225" y="2069"/>
                </a:lnTo>
                <a:lnTo>
                  <a:pt x="8492" y="1947"/>
                </a:lnTo>
                <a:lnTo>
                  <a:pt x="8711" y="1801"/>
                </a:lnTo>
                <a:lnTo>
                  <a:pt x="8955" y="1680"/>
                </a:lnTo>
                <a:lnTo>
                  <a:pt x="9198" y="1558"/>
                </a:lnTo>
                <a:lnTo>
                  <a:pt x="9417" y="1485"/>
                </a:lnTo>
                <a:lnTo>
                  <a:pt x="9660" y="1412"/>
                </a:lnTo>
                <a:lnTo>
                  <a:pt x="9904" y="1339"/>
                </a:lnTo>
                <a:lnTo>
                  <a:pt x="10123" y="1266"/>
                </a:lnTo>
                <a:lnTo>
                  <a:pt x="10463" y="1558"/>
                </a:lnTo>
                <a:lnTo>
                  <a:pt x="10269" y="1582"/>
                </a:lnTo>
                <a:lnTo>
                  <a:pt x="10050" y="1631"/>
                </a:lnTo>
                <a:lnTo>
                  <a:pt x="9660" y="1777"/>
                </a:lnTo>
                <a:lnTo>
                  <a:pt x="9490" y="1874"/>
                </a:lnTo>
                <a:lnTo>
                  <a:pt x="9295" y="1947"/>
                </a:lnTo>
                <a:lnTo>
                  <a:pt x="9101" y="2045"/>
                </a:lnTo>
                <a:lnTo>
                  <a:pt x="8955" y="2191"/>
                </a:lnTo>
                <a:lnTo>
                  <a:pt x="8930" y="2239"/>
                </a:lnTo>
                <a:lnTo>
                  <a:pt x="8930" y="2264"/>
                </a:lnTo>
                <a:lnTo>
                  <a:pt x="8930" y="2337"/>
                </a:lnTo>
                <a:lnTo>
                  <a:pt x="9003" y="2410"/>
                </a:lnTo>
                <a:lnTo>
                  <a:pt x="9076" y="2410"/>
                </a:lnTo>
                <a:lnTo>
                  <a:pt x="9320" y="2361"/>
                </a:lnTo>
                <a:lnTo>
                  <a:pt x="9539" y="2288"/>
                </a:lnTo>
                <a:lnTo>
                  <a:pt x="9977" y="2093"/>
                </a:lnTo>
                <a:lnTo>
                  <a:pt x="10147" y="2045"/>
                </a:lnTo>
                <a:lnTo>
                  <a:pt x="10317" y="1947"/>
                </a:lnTo>
                <a:lnTo>
                  <a:pt x="10463" y="1850"/>
                </a:lnTo>
                <a:lnTo>
                  <a:pt x="10585" y="1704"/>
                </a:lnTo>
                <a:lnTo>
                  <a:pt x="10804" y="1972"/>
                </a:lnTo>
                <a:lnTo>
                  <a:pt x="10390" y="2191"/>
                </a:lnTo>
                <a:lnTo>
                  <a:pt x="10196" y="2288"/>
                </a:lnTo>
                <a:lnTo>
                  <a:pt x="10001" y="2385"/>
                </a:lnTo>
                <a:lnTo>
                  <a:pt x="9904" y="2434"/>
                </a:lnTo>
                <a:lnTo>
                  <a:pt x="9831" y="2507"/>
                </a:lnTo>
                <a:lnTo>
                  <a:pt x="9758" y="2604"/>
                </a:lnTo>
                <a:lnTo>
                  <a:pt x="9709" y="2702"/>
                </a:lnTo>
                <a:lnTo>
                  <a:pt x="9709" y="2726"/>
                </a:lnTo>
                <a:lnTo>
                  <a:pt x="9733" y="2750"/>
                </a:lnTo>
                <a:lnTo>
                  <a:pt x="9782" y="2775"/>
                </a:lnTo>
                <a:lnTo>
                  <a:pt x="10001" y="2775"/>
                </a:lnTo>
                <a:lnTo>
                  <a:pt x="10220" y="2702"/>
                </a:lnTo>
                <a:lnTo>
                  <a:pt x="10634" y="2507"/>
                </a:lnTo>
                <a:lnTo>
                  <a:pt x="10853" y="2434"/>
                </a:lnTo>
                <a:lnTo>
                  <a:pt x="11072" y="2361"/>
                </a:lnTo>
                <a:lnTo>
                  <a:pt x="11096" y="2361"/>
                </a:lnTo>
                <a:lnTo>
                  <a:pt x="11145" y="2458"/>
                </a:lnTo>
                <a:lnTo>
                  <a:pt x="10926" y="2556"/>
                </a:lnTo>
                <a:lnTo>
                  <a:pt x="10707" y="2677"/>
                </a:lnTo>
                <a:lnTo>
                  <a:pt x="10269" y="2945"/>
                </a:lnTo>
                <a:lnTo>
                  <a:pt x="10244" y="2994"/>
                </a:lnTo>
                <a:lnTo>
                  <a:pt x="10244" y="3042"/>
                </a:lnTo>
                <a:lnTo>
                  <a:pt x="10269" y="3067"/>
                </a:lnTo>
                <a:lnTo>
                  <a:pt x="10317" y="3091"/>
                </a:lnTo>
                <a:lnTo>
                  <a:pt x="10561" y="3067"/>
                </a:lnTo>
                <a:lnTo>
                  <a:pt x="10804" y="2994"/>
                </a:lnTo>
                <a:lnTo>
                  <a:pt x="11047" y="2896"/>
                </a:lnTo>
                <a:lnTo>
                  <a:pt x="11291" y="2775"/>
                </a:lnTo>
                <a:lnTo>
                  <a:pt x="11388" y="3091"/>
                </a:lnTo>
                <a:lnTo>
                  <a:pt x="11291" y="3091"/>
                </a:lnTo>
                <a:lnTo>
                  <a:pt x="11218" y="3115"/>
                </a:lnTo>
                <a:lnTo>
                  <a:pt x="11047" y="3164"/>
                </a:lnTo>
                <a:lnTo>
                  <a:pt x="10853" y="3286"/>
                </a:lnTo>
                <a:lnTo>
                  <a:pt x="10780" y="3334"/>
                </a:lnTo>
                <a:lnTo>
                  <a:pt x="10707" y="3432"/>
                </a:lnTo>
                <a:lnTo>
                  <a:pt x="10707" y="3505"/>
                </a:lnTo>
                <a:lnTo>
                  <a:pt x="10731" y="3553"/>
                </a:lnTo>
                <a:lnTo>
                  <a:pt x="10780" y="3602"/>
                </a:lnTo>
                <a:lnTo>
                  <a:pt x="10828" y="3602"/>
                </a:lnTo>
                <a:lnTo>
                  <a:pt x="10999" y="3553"/>
                </a:lnTo>
                <a:lnTo>
                  <a:pt x="11169" y="3505"/>
                </a:lnTo>
                <a:lnTo>
                  <a:pt x="11339" y="3456"/>
                </a:lnTo>
                <a:lnTo>
                  <a:pt x="11412" y="3432"/>
                </a:lnTo>
                <a:lnTo>
                  <a:pt x="11461" y="3383"/>
                </a:lnTo>
                <a:lnTo>
                  <a:pt x="11534" y="3602"/>
                </a:lnTo>
                <a:lnTo>
                  <a:pt x="11461" y="3626"/>
                </a:lnTo>
                <a:lnTo>
                  <a:pt x="11388" y="3675"/>
                </a:lnTo>
                <a:lnTo>
                  <a:pt x="11291" y="3724"/>
                </a:lnTo>
                <a:lnTo>
                  <a:pt x="11193" y="3772"/>
                </a:lnTo>
                <a:lnTo>
                  <a:pt x="11193" y="3821"/>
                </a:lnTo>
                <a:lnTo>
                  <a:pt x="11193" y="3845"/>
                </a:lnTo>
                <a:lnTo>
                  <a:pt x="11291" y="3894"/>
                </a:lnTo>
                <a:lnTo>
                  <a:pt x="11412" y="3943"/>
                </a:lnTo>
                <a:lnTo>
                  <a:pt x="11534" y="3943"/>
                </a:lnTo>
                <a:lnTo>
                  <a:pt x="11631" y="3894"/>
                </a:lnTo>
                <a:lnTo>
                  <a:pt x="11680" y="3967"/>
                </a:lnTo>
                <a:lnTo>
                  <a:pt x="11777" y="4016"/>
                </a:lnTo>
                <a:lnTo>
                  <a:pt x="11850" y="4040"/>
                </a:lnTo>
                <a:lnTo>
                  <a:pt x="11948" y="4040"/>
                </a:lnTo>
                <a:lnTo>
                  <a:pt x="12021" y="4016"/>
                </a:lnTo>
                <a:lnTo>
                  <a:pt x="12094" y="3967"/>
                </a:lnTo>
                <a:lnTo>
                  <a:pt x="12142" y="3894"/>
                </a:lnTo>
                <a:lnTo>
                  <a:pt x="12142" y="3797"/>
                </a:lnTo>
                <a:lnTo>
                  <a:pt x="12069" y="3359"/>
                </a:lnTo>
                <a:lnTo>
                  <a:pt x="11972" y="2945"/>
                </a:lnTo>
                <a:lnTo>
                  <a:pt x="12240" y="2726"/>
                </a:lnTo>
                <a:lnTo>
                  <a:pt x="12507" y="2531"/>
                </a:lnTo>
                <a:lnTo>
                  <a:pt x="12653" y="2458"/>
                </a:lnTo>
                <a:lnTo>
                  <a:pt x="12824" y="2410"/>
                </a:lnTo>
                <a:lnTo>
                  <a:pt x="12994" y="2361"/>
                </a:lnTo>
                <a:lnTo>
                  <a:pt x="13164" y="2337"/>
                </a:lnTo>
                <a:lnTo>
                  <a:pt x="13383" y="2337"/>
                </a:lnTo>
                <a:lnTo>
                  <a:pt x="13627" y="2385"/>
                </a:lnTo>
                <a:lnTo>
                  <a:pt x="13481" y="2458"/>
                </a:lnTo>
                <a:lnTo>
                  <a:pt x="13359" y="2556"/>
                </a:lnTo>
                <a:lnTo>
                  <a:pt x="13262" y="2702"/>
                </a:lnTo>
                <a:lnTo>
                  <a:pt x="13237" y="2775"/>
                </a:lnTo>
                <a:lnTo>
                  <a:pt x="13213" y="2848"/>
                </a:lnTo>
                <a:lnTo>
                  <a:pt x="13213" y="2896"/>
                </a:lnTo>
                <a:lnTo>
                  <a:pt x="13237" y="2921"/>
                </a:lnTo>
                <a:lnTo>
                  <a:pt x="13286" y="2945"/>
                </a:lnTo>
                <a:lnTo>
                  <a:pt x="13310" y="2921"/>
                </a:lnTo>
                <a:lnTo>
                  <a:pt x="13602" y="2750"/>
                </a:lnTo>
                <a:lnTo>
                  <a:pt x="13870" y="2604"/>
                </a:lnTo>
                <a:lnTo>
                  <a:pt x="14065" y="2507"/>
                </a:lnTo>
                <a:lnTo>
                  <a:pt x="14308" y="2629"/>
                </a:lnTo>
                <a:lnTo>
                  <a:pt x="14551" y="2750"/>
                </a:lnTo>
                <a:lnTo>
                  <a:pt x="14405" y="2775"/>
                </a:lnTo>
                <a:lnTo>
                  <a:pt x="14259" y="2823"/>
                </a:lnTo>
                <a:lnTo>
                  <a:pt x="14113" y="2872"/>
                </a:lnTo>
                <a:lnTo>
                  <a:pt x="13967" y="2945"/>
                </a:lnTo>
                <a:lnTo>
                  <a:pt x="13846" y="3018"/>
                </a:lnTo>
                <a:lnTo>
                  <a:pt x="13724" y="3115"/>
                </a:lnTo>
                <a:lnTo>
                  <a:pt x="13627" y="3213"/>
                </a:lnTo>
                <a:lnTo>
                  <a:pt x="13554" y="3310"/>
                </a:lnTo>
                <a:lnTo>
                  <a:pt x="13554" y="3359"/>
                </a:lnTo>
                <a:lnTo>
                  <a:pt x="13554" y="3407"/>
                </a:lnTo>
                <a:lnTo>
                  <a:pt x="13602" y="3456"/>
                </a:lnTo>
                <a:lnTo>
                  <a:pt x="13651" y="3480"/>
                </a:lnTo>
                <a:lnTo>
                  <a:pt x="13797" y="3456"/>
                </a:lnTo>
                <a:lnTo>
                  <a:pt x="13943" y="3407"/>
                </a:lnTo>
                <a:lnTo>
                  <a:pt x="14211" y="3286"/>
                </a:lnTo>
                <a:lnTo>
                  <a:pt x="14381" y="3237"/>
                </a:lnTo>
                <a:lnTo>
                  <a:pt x="14527" y="3188"/>
                </a:lnTo>
                <a:lnTo>
                  <a:pt x="14697" y="3140"/>
                </a:lnTo>
                <a:lnTo>
                  <a:pt x="14843" y="3091"/>
                </a:lnTo>
                <a:lnTo>
                  <a:pt x="14892" y="3067"/>
                </a:lnTo>
                <a:lnTo>
                  <a:pt x="14916" y="3018"/>
                </a:lnTo>
                <a:lnTo>
                  <a:pt x="15038" y="3140"/>
                </a:lnTo>
                <a:lnTo>
                  <a:pt x="14770" y="3213"/>
                </a:lnTo>
                <a:lnTo>
                  <a:pt x="14551" y="3261"/>
                </a:lnTo>
                <a:lnTo>
                  <a:pt x="14332" y="3359"/>
                </a:lnTo>
                <a:lnTo>
                  <a:pt x="14211" y="3432"/>
                </a:lnTo>
                <a:lnTo>
                  <a:pt x="14113" y="3505"/>
                </a:lnTo>
                <a:lnTo>
                  <a:pt x="14040" y="3578"/>
                </a:lnTo>
                <a:lnTo>
                  <a:pt x="13992" y="3675"/>
                </a:lnTo>
                <a:lnTo>
                  <a:pt x="13967" y="3748"/>
                </a:lnTo>
                <a:lnTo>
                  <a:pt x="13992" y="3821"/>
                </a:lnTo>
                <a:lnTo>
                  <a:pt x="14040" y="3845"/>
                </a:lnTo>
                <a:lnTo>
                  <a:pt x="14113" y="3845"/>
                </a:lnTo>
                <a:lnTo>
                  <a:pt x="14551" y="3724"/>
                </a:lnTo>
                <a:lnTo>
                  <a:pt x="14989" y="3602"/>
                </a:lnTo>
                <a:lnTo>
                  <a:pt x="15184" y="3578"/>
                </a:lnTo>
                <a:lnTo>
                  <a:pt x="15379" y="3505"/>
                </a:lnTo>
                <a:lnTo>
                  <a:pt x="15452" y="3602"/>
                </a:lnTo>
                <a:lnTo>
                  <a:pt x="15208" y="3675"/>
                </a:lnTo>
                <a:lnTo>
                  <a:pt x="15014" y="3748"/>
                </a:lnTo>
                <a:lnTo>
                  <a:pt x="14843" y="3845"/>
                </a:lnTo>
                <a:lnTo>
                  <a:pt x="14673" y="3967"/>
                </a:lnTo>
                <a:lnTo>
                  <a:pt x="14503" y="4089"/>
                </a:lnTo>
                <a:lnTo>
                  <a:pt x="14478" y="4113"/>
                </a:lnTo>
                <a:lnTo>
                  <a:pt x="14478" y="4162"/>
                </a:lnTo>
                <a:lnTo>
                  <a:pt x="14503" y="4210"/>
                </a:lnTo>
                <a:lnTo>
                  <a:pt x="14551" y="4259"/>
                </a:lnTo>
                <a:lnTo>
                  <a:pt x="14600" y="4259"/>
                </a:lnTo>
                <a:lnTo>
                  <a:pt x="15452" y="4016"/>
                </a:lnTo>
                <a:lnTo>
                  <a:pt x="15671" y="3967"/>
                </a:lnTo>
                <a:lnTo>
                  <a:pt x="15768" y="4186"/>
                </a:lnTo>
                <a:lnTo>
                  <a:pt x="15549" y="4259"/>
                </a:lnTo>
                <a:lnTo>
                  <a:pt x="15330" y="4332"/>
                </a:lnTo>
                <a:lnTo>
                  <a:pt x="15111" y="4429"/>
                </a:lnTo>
                <a:lnTo>
                  <a:pt x="14916" y="4551"/>
                </a:lnTo>
                <a:lnTo>
                  <a:pt x="14892" y="4600"/>
                </a:lnTo>
                <a:lnTo>
                  <a:pt x="14916" y="4648"/>
                </a:lnTo>
                <a:lnTo>
                  <a:pt x="14941" y="4697"/>
                </a:lnTo>
                <a:lnTo>
                  <a:pt x="15014" y="4697"/>
                </a:lnTo>
                <a:lnTo>
                  <a:pt x="15354" y="4624"/>
                </a:lnTo>
                <a:lnTo>
                  <a:pt x="15719" y="4551"/>
                </a:lnTo>
                <a:lnTo>
                  <a:pt x="15500" y="4648"/>
                </a:lnTo>
                <a:lnTo>
                  <a:pt x="15281" y="4746"/>
                </a:lnTo>
                <a:lnTo>
                  <a:pt x="15257" y="4770"/>
                </a:lnTo>
                <a:lnTo>
                  <a:pt x="15233" y="4819"/>
                </a:lnTo>
                <a:lnTo>
                  <a:pt x="15233" y="4867"/>
                </a:lnTo>
                <a:lnTo>
                  <a:pt x="15281" y="4940"/>
                </a:lnTo>
                <a:lnTo>
                  <a:pt x="15354" y="4940"/>
                </a:lnTo>
                <a:lnTo>
                  <a:pt x="15841" y="4867"/>
                </a:lnTo>
                <a:lnTo>
                  <a:pt x="15841" y="4989"/>
                </a:lnTo>
                <a:lnTo>
                  <a:pt x="15695" y="5013"/>
                </a:lnTo>
                <a:lnTo>
                  <a:pt x="15598" y="5038"/>
                </a:lnTo>
                <a:lnTo>
                  <a:pt x="15525" y="5086"/>
                </a:lnTo>
                <a:lnTo>
                  <a:pt x="15379" y="5208"/>
                </a:lnTo>
                <a:lnTo>
                  <a:pt x="15354" y="5281"/>
                </a:lnTo>
                <a:lnTo>
                  <a:pt x="15379" y="5330"/>
                </a:lnTo>
                <a:lnTo>
                  <a:pt x="15427" y="5378"/>
                </a:lnTo>
                <a:lnTo>
                  <a:pt x="15476" y="5378"/>
                </a:lnTo>
                <a:lnTo>
                  <a:pt x="15622" y="5354"/>
                </a:lnTo>
                <a:lnTo>
                  <a:pt x="15768" y="5378"/>
                </a:lnTo>
                <a:lnTo>
                  <a:pt x="15768" y="5427"/>
                </a:lnTo>
                <a:lnTo>
                  <a:pt x="15768" y="5524"/>
                </a:lnTo>
                <a:lnTo>
                  <a:pt x="15792" y="5622"/>
                </a:lnTo>
                <a:lnTo>
                  <a:pt x="15865" y="5695"/>
                </a:lnTo>
                <a:lnTo>
                  <a:pt x="15938" y="5768"/>
                </a:lnTo>
                <a:lnTo>
                  <a:pt x="16036" y="5792"/>
                </a:lnTo>
                <a:lnTo>
                  <a:pt x="16133" y="5792"/>
                </a:lnTo>
                <a:lnTo>
                  <a:pt x="16206" y="5768"/>
                </a:lnTo>
                <a:lnTo>
                  <a:pt x="16279" y="5695"/>
                </a:lnTo>
                <a:lnTo>
                  <a:pt x="16328" y="5695"/>
                </a:lnTo>
                <a:lnTo>
                  <a:pt x="16619" y="5622"/>
                </a:lnTo>
                <a:lnTo>
                  <a:pt x="16911" y="5597"/>
                </a:lnTo>
                <a:lnTo>
                  <a:pt x="17179" y="5597"/>
                </a:lnTo>
                <a:lnTo>
                  <a:pt x="17422" y="5646"/>
                </a:lnTo>
                <a:lnTo>
                  <a:pt x="17276" y="5695"/>
                </a:lnTo>
                <a:lnTo>
                  <a:pt x="17106" y="5768"/>
                </a:lnTo>
                <a:lnTo>
                  <a:pt x="16936" y="5865"/>
                </a:lnTo>
                <a:lnTo>
                  <a:pt x="16814" y="5987"/>
                </a:lnTo>
                <a:lnTo>
                  <a:pt x="16765" y="6060"/>
                </a:lnTo>
                <a:lnTo>
                  <a:pt x="16717" y="6133"/>
                </a:lnTo>
                <a:lnTo>
                  <a:pt x="16717" y="6206"/>
                </a:lnTo>
                <a:lnTo>
                  <a:pt x="16765" y="6279"/>
                </a:lnTo>
                <a:lnTo>
                  <a:pt x="16838" y="6303"/>
                </a:lnTo>
                <a:lnTo>
                  <a:pt x="16911" y="6279"/>
                </a:lnTo>
                <a:lnTo>
                  <a:pt x="17179" y="6157"/>
                </a:lnTo>
                <a:lnTo>
                  <a:pt x="17447" y="6060"/>
                </a:lnTo>
                <a:lnTo>
                  <a:pt x="17739" y="6011"/>
                </a:lnTo>
                <a:lnTo>
                  <a:pt x="17909" y="5962"/>
                </a:lnTo>
                <a:lnTo>
                  <a:pt x="18031" y="5914"/>
                </a:lnTo>
                <a:lnTo>
                  <a:pt x="18298" y="6133"/>
                </a:lnTo>
                <a:lnTo>
                  <a:pt x="18152" y="6181"/>
                </a:lnTo>
                <a:lnTo>
                  <a:pt x="17933" y="6254"/>
                </a:lnTo>
                <a:lnTo>
                  <a:pt x="17739" y="6352"/>
                </a:lnTo>
                <a:lnTo>
                  <a:pt x="17544" y="6473"/>
                </a:lnTo>
                <a:lnTo>
                  <a:pt x="17349" y="6595"/>
                </a:lnTo>
                <a:lnTo>
                  <a:pt x="17325" y="6668"/>
                </a:lnTo>
                <a:lnTo>
                  <a:pt x="17325" y="6741"/>
                </a:lnTo>
                <a:lnTo>
                  <a:pt x="17374" y="6790"/>
                </a:lnTo>
                <a:lnTo>
                  <a:pt x="17422" y="6814"/>
                </a:lnTo>
                <a:lnTo>
                  <a:pt x="17641" y="6765"/>
                </a:lnTo>
                <a:lnTo>
                  <a:pt x="17860" y="6717"/>
                </a:lnTo>
                <a:lnTo>
                  <a:pt x="18274" y="6595"/>
                </a:lnTo>
                <a:lnTo>
                  <a:pt x="18639" y="6473"/>
                </a:lnTo>
                <a:lnTo>
                  <a:pt x="18761" y="6644"/>
                </a:lnTo>
                <a:lnTo>
                  <a:pt x="18493" y="6717"/>
                </a:lnTo>
                <a:lnTo>
                  <a:pt x="18250" y="6814"/>
                </a:lnTo>
                <a:lnTo>
                  <a:pt x="18006" y="6960"/>
                </a:lnTo>
                <a:lnTo>
                  <a:pt x="17812" y="7130"/>
                </a:lnTo>
                <a:lnTo>
                  <a:pt x="17787" y="7155"/>
                </a:lnTo>
                <a:lnTo>
                  <a:pt x="17787" y="7179"/>
                </a:lnTo>
                <a:lnTo>
                  <a:pt x="17812" y="7252"/>
                </a:lnTo>
                <a:lnTo>
                  <a:pt x="17860" y="7276"/>
                </a:lnTo>
                <a:lnTo>
                  <a:pt x="17933" y="7276"/>
                </a:lnTo>
                <a:lnTo>
                  <a:pt x="18177" y="7179"/>
                </a:lnTo>
                <a:lnTo>
                  <a:pt x="18444" y="7130"/>
                </a:lnTo>
                <a:lnTo>
                  <a:pt x="18955" y="7033"/>
                </a:lnTo>
                <a:lnTo>
                  <a:pt x="19004" y="7106"/>
                </a:lnTo>
                <a:lnTo>
                  <a:pt x="18785" y="7155"/>
                </a:lnTo>
                <a:lnTo>
                  <a:pt x="18566" y="7203"/>
                </a:lnTo>
                <a:lnTo>
                  <a:pt x="18371" y="7301"/>
                </a:lnTo>
                <a:lnTo>
                  <a:pt x="18177" y="7398"/>
                </a:lnTo>
                <a:lnTo>
                  <a:pt x="18177" y="7447"/>
                </a:lnTo>
                <a:lnTo>
                  <a:pt x="18177" y="7471"/>
                </a:lnTo>
                <a:lnTo>
                  <a:pt x="18201" y="7471"/>
                </a:lnTo>
                <a:lnTo>
                  <a:pt x="18396" y="7495"/>
                </a:lnTo>
                <a:lnTo>
                  <a:pt x="18590" y="7495"/>
                </a:lnTo>
                <a:lnTo>
                  <a:pt x="18955" y="7447"/>
                </a:lnTo>
                <a:lnTo>
                  <a:pt x="19126" y="7422"/>
                </a:lnTo>
                <a:lnTo>
                  <a:pt x="19174" y="7544"/>
                </a:lnTo>
                <a:lnTo>
                  <a:pt x="18980" y="7568"/>
                </a:lnTo>
                <a:lnTo>
                  <a:pt x="18761" y="7617"/>
                </a:lnTo>
                <a:lnTo>
                  <a:pt x="18444" y="7714"/>
                </a:lnTo>
                <a:lnTo>
                  <a:pt x="18396" y="7763"/>
                </a:lnTo>
                <a:lnTo>
                  <a:pt x="18371" y="7836"/>
                </a:lnTo>
                <a:lnTo>
                  <a:pt x="18371" y="7909"/>
                </a:lnTo>
                <a:lnTo>
                  <a:pt x="18396" y="7933"/>
                </a:lnTo>
                <a:lnTo>
                  <a:pt x="18444" y="7957"/>
                </a:lnTo>
                <a:lnTo>
                  <a:pt x="18809" y="7982"/>
                </a:lnTo>
                <a:lnTo>
                  <a:pt x="19296" y="7982"/>
                </a:lnTo>
                <a:lnTo>
                  <a:pt x="19320" y="8201"/>
                </a:lnTo>
                <a:lnTo>
                  <a:pt x="19272" y="8201"/>
                </a:lnTo>
                <a:lnTo>
                  <a:pt x="19101" y="8176"/>
                </a:lnTo>
                <a:lnTo>
                  <a:pt x="18907" y="8201"/>
                </a:lnTo>
                <a:lnTo>
                  <a:pt x="18736" y="8225"/>
                </a:lnTo>
                <a:lnTo>
                  <a:pt x="18566" y="8274"/>
                </a:lnTo>
                <a:lnTo>
                  <a:pt x="18542" y="8298"/>
                </a:lnTo>
                <a:lnTo>
                  <a:pt x="18517" y="8322"/>
                </a:lnTo>
                <a:lnTo>
                  <a:pt x="18493" y="8420"/>
                </a:lnTo>
                <a:lnTo>
                  <a:pt x="18542" y="8468"/>
                </a:lnTo>
                <a:lnTo>
                  <a:pt x="18566" y="8493"/>
                </a:lnTo>
                <a:lnTo>
                  <a:pt x="18907" y="8493"/>
                </a:lnTo>
                <a:lnTo>
                  <a:pt x="19223" y="8517"/>
                </a:lnTo>
                <a:lnTo>
                  <a:pt x="19345" y="8541"/>
                </a:lnTo>
                <a:lnTo>
                  <a:pt x="19345" y="8833"/>
                </a:lnTo>
                <a:lnTo>
                  <a:pt x="19199" y="8785"/>
                </a:lnTo>
                <a:lnTo>
                  <a:pt x="18882" y="8785"/>
                </a:lnTo>
                <a:lnTo>
                  <a:pt x="18736" y="8809"/>
                </a:lnTo>
                <a:lnTo>
                  <a:pt x="18688" y="8833"/>
                </a:lnTo>
                <a:lnTo>
                  <a:pt x="18663" y="8858"/>
                </a:lnTo>
                <a:lnTo>
                  <a:pt x="18663" y="8931"/>
                </a:lnTo>
                <a:lnTo>
                  <a:pt x="18688" y="9004"/>
                </a:lnTo>
                <a:lnTo>
                  <a:pt x="18712" y="9004"/>
                </a:lnTo>
                <a:lnTo>
                  <a:pt x="18761" y="9028"/>
                </a:lnTo>
                <a:lnTo>
                  <a:pt x="18882" y="9028"/>
                </a:lnTo>
                <a:lnTo>
                  <a:pt x="19028" y="9077"/>
                </a:lnTo>
                <a:lnTo>
                  <a:pt x="19150" y="9125"/>
                </a:lnTo>
                <a:lnTo>
                  <a:pt x="19296" y="9174"/>
                </a:lnTo>
                <a:lnTo>
                  <a:pt x="19199" y="9466"/>
                </a:lnTo>
                <a:lnTo>
                  <a:pt x="18980" y="9417"/>
                </a:lnTo>
                <a:lnTo>
                  <a:pt x="18736" y="9417"/>
                </a:lnTo>
                <a:lnTo>
                  <a:pt x="18688" y="9442"/>
                </a:lnTo>
                <a:lnTo>
                  <a:pt x="18663" y="9466"/>
                </a:lnTo>
                <a:lnTo>
                  <a:pt x="18663" y="9515"/>
                </a:lnTo>
                <a:lnTo>
                  <a:pt x="18663" y="9563"/>
                </a:lnTo>
                <a:lnTo>
                  <a:pt x="18663" y="9612"/>
                </a:lnTo>
                <a:lnTo>
                  <a:pt x="18712" y="9636"/>
                </a:lnTo>
                <a:lnTo>
                  <a:pt x="18736" y="9661"/>
                </a:lnTo>
                <a:lnTo>
                  <a:pt x="18907" y="9709"/>
                </a:lnTo>
                <a:lnTo>
                  <a:pt x="19053" y="9758"/>
                </a:lnTo>
                <a:lnTo>
                  <a:pt x="18955" y="9928"/>
                </a:lnTo>
                <a:lnTo>
                  <a:pt x="18834" y="10099"/>
                </a:lnTo>
                <a:lnTo>
                  <a:pt x="18663" y="10074"/>
                </a:lnTo>
                <a:lnTo>
                  <a:pt x="18444" y="10074"/>
                </a:lnTo>
                <a:lnTo>
                  <a:pt x="18420" y="10099"/>
                </a:lnTo>
                <a:lnTo>
                  <a:pt x="18396" y="10172"/>
                </a:lnTo>
                <a:lnTo>
                  <a:pt x="18420" y="10220"/>
                </a:lnTo>
                <a:lnTo>
                  <a:pt x="18444" y="10245"/>
                </a:lnTo>
                <a:lnTo>
                  <a:pt x="18493" y="10245"/>
                </a:lnTo>
                <a:lnTo>
                  <a:pt x="18663" y="10269"/>
                </a:lnTo>
                <a:lnTo>
                  <a:pt x="18542" y="10391"/>
                </a:lnTo>
                <a:lnTo>
                  <a:pt x="18371" y="10512"/>
                </a:lnTo>
                <a:lnTo>
                  <a:pt x="18274" y="10464"/>
                </a:lnTo>
                <a:lnTo>
                  <a:pt x="18225" y="10439"/>
                </a:lnTo>
                <a:lnTo>
                  <a:pt x="18152" y="10439"/>
                </a:lnTo>
                <a:lnTo>
                  <a:pt x="18104" y="10488"/>
                </a:lnTo>
                <a:lnTo>
                  <a:pt x="18079" y="10537"/>
                </a:lnTo>
                <a:lnTo>
                  <a:pt x="18079" y="10610"/>
                </a:lnTo>
                <a:lnTo>
                  <a:pt x="18104" y="10658"/>
                </a:lnTo>
                <a:lnTo>
                  <a:pt x="17739" y="10829"/>
                </a:lnTo>
                <a:lnTo>
                  <a:pt x="17349" y="10950"/>
                </a:lnTo>
                <a:lnTo>
                  <a:pt x="16960" y="11023"/>
                </a:lnTo>
                <a:lnTo>
                  <a:pt x="16546" y="11096"/>
                </a:lnTo>
                <a:lnTo>
                  <a:pt x="16133" y="11121"/>
                </a:lnTo>
                <a:lnTo>
                  <a:pt x="15719" y="11145"/>
                </a:lnTo>
                <a:lnTo>
                  <a:pt x="14916" y="11169"/>
                </a:lnTo>
                <a:lnTo>
                  <a:pt x="13140" y="11194"/>
                </a:lnTo>
                <a:lnTo>
                  <a:pt x="12264" y="11242"/>
                </a:lnTo>
                <a:lnTo>
                  <a:pt x="11364" y="11340"/>
                </a:lnTo>
                <a:lnTo>
                  <a:pt x="10244" y="11461"/>
                </a:lnTo>
                <a:lnTo>
                  <a:pt x="9125" y="11559"/>
                </a:lnTo>
                <a:lnTo>
                  <a:pt x="8565" y="11583"/>
                </a:lnTo>
                <a:lnTo>
                  <a:pt x="8006" y="11583"/>
                </a:lnTo>
                <a:lnTo>
                  <a:pt x="7446" y="11559"/>
                </a:lnTo>
                <a:lnTo>
                  <a:pt x="6862" y="11510"/>
                </a:lnTo>
                <a:lnTo>
                  <a:pt x="5086" y="11364"/>
                </a:lnTo>
                <a:lnTo>
                  <a:pt x="4210" y="11242"/>
                </a:lnTo>
                <a:lnTo>
                  <a:pt x="3772" y="11169"/>
                </a:lnTo>
                <a:lnTo>
                  <a:pt x="3334" y="11072"/>
                </a:lnTo>
                <a:lnTo>
                  <a:pt x="2993" y="10999"/>
                </a:lnTo>
                <a:lnTo>
                  <a:pt x="2653" y="10877"/>
                </a:lnTo>
                <a:lnTo>
                  <a:pt x="2336" y="10756"/>
                </a:lnTo>
                <a:lnTo>
                  <a:pt x="2020" y="10610"/>
                </a:lnTo>
                <a:lnTo>
                  <a:pt x="1704" y="10439"/>
                </a:lnTo>
                <a:lnTo>
                  <a:pt x="1436" y="10245"/>
                </a:lnTo>
                <a:lnTo>
                  <a:pt x="1168" y="10001"/>
                </a:lnTo>
                <a:lnTo>
                  <a:pt x="949" y="9734"/>
                </a:lnTo>
                <a:lnTo>
                  <a:pt x="852" y="9588"/>
                </a:lnTo>
                <a:lnTo>
                  <a:pt x="779" y="9417"/>
                </a:lnTo>
                <a:lnTo>
                  <a:pt x="706" y="9271"/>
                </a:lnTo>
                <a:lnTo>
                  <a:pt x="657" y="9101"/>
                </a:lnTo>
                <a:lnTo>
                  <a:pt x="633" y="8931"/>
                </a:lnTo>
                <a:lnTo>
                  <a:pt x="609" y="8760"/>
                </a:lnTo>
                <a:lnTo>
                  <a:pt x="633" y="8420"/>
                </a:lnTo>
                <a:lnTo>
                  <a:pt x="682" y="8103"/>
                </a:lnTo>
                <a:lnTo>
                  <a:pt x="803" y="7763"/>
                </a:lnTo>
                <a:lnTo>
                  <a:pt x="949" y="7447"/>
                </a:lnTo>
                <a:lnTo>
                  <a:pt x="1120" y="7155"/>
                </a:lnTo>
                <a:lnTo>
                  <a:pt x="1387" y="6814"/>
                </a:lnTo>
                <a:lnTo>
                  <a:pt x="1679" y="6498"/>
                </a:lnTo>
                <a:lnTo>
                  <a:pt x="1996" y="6230"/>
                </a:lnTo>
                <a:lnTo>
                  <a:pt x="2336" y="5962"/>
                </a:lnTo>
                <a:lnTo>
                  <a:pt x="2336" y="5962"/>
                </a:lnTo>
                <a:lnTo>
                  <a:pt x="2117" y="6279"/>
                </a:lnTo>
                <a:lnTo>
                  <a:pt x="1898" y="6571"/>
                </a:lnTo>
                <a:lnTo>
                  <a:pt x="1874" y="6644"/>
                </a:lnTo>
                <a:lnTo>
                  <a:pt x="1898" y="6717"/>
                </a:lnTo>
                <a:lnTo>
                  <a:pt x="1947" y="6765"/>
                </a:lnTo>
                <a:lnTo>
                  <a:pt x="2044" y="6765"/>
                </a:lnTo>
                <a:lnTo>
                  <a:pt x="2117" y="6741"/>
                </a:lnTo>
                <a:lnTo>
                  <a:pt x="2190" y="6692"/>
                </a:lnTo>
                <a:lnTo>
                  <a:pt x="2336" y="6595"/>
                </a:lnTo>
                <a:lnTo>
                  <a:pt x="2458" y="6449"/>
                </a:lnTo>
                <a:lnTo>
                  <a:pt x="2555" y="6303"/>
                </a:lnTo>
                <a:lnTo>
                  <a:pt x="2847" y="5987"/>
                </a:lnTo>
                <a:lnTo>
                  <a:pt x="3164" y="5695"/>
                </a:lnTo>
                <a:lnTo>
                  <a:pt x="3188" y="5646"/>
                </a:lnTo>
                <a:lnTo>
                  <a:pt x="3212" y="5646"/>
                </a:lnTo>
                <a:lnTo>
                  <a:pt x="3091" y="5792"/>
                </a:lnTo>
                <a:lnTo>
                  <a:pt x="2847" y="6133"/>
                </a:lnTo>
                <a:lnTo>
                  <a:pt x="2774" y="6303"/>
                </a:lnTo>
                <a:lnTo>
                  <a:pt x="2677" y="6498"/>
                </a:lnTo>
                <a:lnTo>
                  <a:pt x="2677" y="6546"/>
                </a:lnTo>
                <a:lnTo>
                  <a:pt x="2726" y="6546"/>
                </a:lnTo>
                <a:lnTo>
                  <a:pt x="2896" y="6449"/>
                </a:lnTo>
                <a:lnTo>
                  <a:pt x="3066" y="6327"/>
                </a:lnTo>
                <a:lnTo>
                  <a:pt x="3212" y="6206"/>
                </a:lnTo>
                <a:lnTo>
                  <a:pt x="3334" y="6035"/>
                </a:lnTo>
                <a:lnTo>
                  <a:pt x="3480" y="5889"/>
                </a:lnTo>
                <a:lnTo>
                  <a:pt x="3626" y="5695"/>
                </a:lnTo>
                <a:lnTo>
                  <a:pt x="3650" y="5719"/>
                </a:lnTo>
                <a:lnTo>
                  <a:pt x="3699" y="5816"/>
                </a:lnTo>
                <a:lnTo>
                  <a:pt x="3577" y="5938"/>
                </a:lnTo>
                <a:lnTo>
                  <a:pt x="3456" y="6108"/>
                </a:lnTo>
                <a:lnTo>
                  <a:pt x="3407" y="6230"/>
                </a:lnTo>
                <a:lnTo>
                  <a:pt x="3407" y="6327"/>
                </a:lnTo>
                <a:lnTo>
                  <a:pt x="3407" y="6352"/>
                </a:lnTo>
                <a:lnTo>
                  <a:pt x="3456" y="6376"/>
                </a:lnTo>
                <a:lnTo>
                  <a:pt x="3529" y="6376"/>
                </a:lnTo>
                <a:lnTo>
                  <a:pt x="3626" y="6327"/>
                </a:lnTo>
                <a:lnTo>
                  <a:pt x="3772" y="6206"/>
                </a:lnTo>
                <a:lnTo>
                  <a:pt x="3869" y="6108"/>
                </a:lnTo>
                <a:lnTo>
                  <a:pt x="3967" y="6157"/>
                </a:lnTo>
                <a:lnTo>
                  <a:pt x="4064" y="6181"/>
                </a:lnTo>
                <a:lnTo>
                  <a:pt x="4186" y="6157"/>
                </a:lnTo>
                <a:lnTo>
                  <a:pt x="4283" y="6084"/>
                </a:lnTo>
                <a:lnTo>
                  <a:pt x="4307" y="6035"/>
                </a:lnTo>
                <a:lnTo>
                  <a:pt x="4307" y="5987"/>
                </a:lnTo>
                <a:lnTo>
                  <a:pt x="4137" y="5719"/>
                </a:lnTo>
                <a:lnTo>
                  <a:pt x="4015" y="5403"/>
                </a:lnTo>
                <a:lnTo>
                  <a:pt x="3918" y="5062"/>
                </a:lnTo>
                <a:lnTo>
                  <a:pt x="3845" y="4697"/>
                </a:lnTo>
                <a:lnTo>
                  <a:pt x="3821" y="4356"/>
                </a:lnTo>
                <a:lnTo>
                  <a:pt x="3821" y="3991"/>
                </a:lnTo>
                <a:lnTo>
                  <a:pt x="3845" y="3651"/>
                </a:lnTo>
                <a:lnTo>
                  <a:pt x="3894" y="3334"/>
                </a:lnTo>
                <a:lnTo>
                  <a:pt x="3942" y="3115"/>
                </a:lnTo>
                <a:lnTo>
                  <a:pt x="4015" y="2896"/>
                </a:lnTo>
                <a:lnTo>
                  <a:pt x="4113" y="2677"/>
                </a:lnTo>
                <a:lnTo>
                  <a:pt x="4210" y="2483"/>
                </a:lnTo>
                <a:lnTo>
                  <a:pt x="4332" y="2288"/>
                </a:lnTo>
                <a:lnTo>
                  <a:pt x="4478" y="2093"/>
                </a:lnTo>
                <a:lnTo>
                  <a:pt x="4599" y="1923"/>
                </a:lnTo>
                <a:lnTo>
                  <a:pt x="4770" y="1753"/>
                </a:lnTo>
                <a:lnTo>
                  <a:pt x="5110" y="1461"/>
                </a:lnTo>
                <a:lnTo>
                  <a:pt x="5475" y="1193"/>
                </a:lnTo>
                <a:lnTo>
                  <a:pt x="5865" y="974"/>
                </a:lnTo>
                <a:lnTo>
                  <a:pt x="6303" y="828"/>
                </a:lnTo>
                <a:lnTo>
                  <a:pt x="6716" y="706"/>
                </a:lnTo>
                <a:lnTo>
                  <a:pt x="7179" y="633"/>
                </a:lnTo>
                <a:lnTo>
                  <a:pt x="7008" y="731"/>
                </a:lnTo>
                <a:lnTo>
                  <a:pt x="6789" y="852"/>
                </a:lnTo>
                <a:lnTo>
                  <a:pt x="6546" y="998"/>
                </a:lnTo>
                <a:lnTo>
                  <a:pt x="6424" y="1071"/>
                </a:lnTo>
                <a:lnTo>
                  <a:pt x="6327" y="1169"/>
                </a:lnTo>
                <a:lnTo>
                  <a:pt x="6278" y="1266"/>
                </a:lnTo>
                <a:lnTo>
                  <a:pt x="6230" y="1363"/>
                </a:lnTo>
                <a:lnTo>
                  <a:pt x="6254" y="1412"/>
                </a:lnTo>
                <a:lnTo>
                  <a:pt x="6303" y="1461"/>
                </a:lnTo>
                <a:lnTo>
                  <a:pt x="6400" y="1485"/>
                </a:lnTo>
                <a:lnTo>
                  <a:pt x="6522" y="1461"/>
                </a:lnTo>
                <a:lnTo>
                  <a:pt x="6643" y="1436"/>
                </a:lnTo>
                <a:lnTo>
                  <a:pt x="6765" y="1363"/>
                </a:lnTo>
                <a:lnTo>
                  <a:pt x="7033" y="1217"/>
                </a:lnTo>
                <a:lnTo>
                  <a:pt x="7203" y="1096"/>
                </a:lnTo>
                <a:lnTo>
                  <a:pt x="7811" y="779"/>
                </a:lnTo>
                <a:lnTo>
                  <a:pt x="7982" y="682"/>
                </a:lnTo>
                <a:lnTo>
                  <a:pt x="8055" y="633"/>
                </a:lnTo>
                <a:lnTo>
                  <a:pt x="8128" y="560"/>
                </a:lnTo>
                <a:close/>
                <a:moveTo>
                  <a:pt x="7933" y="1"/>
                </a:moveTo>
                <a:lnTo>
                  <a:pt x="7349" y="49"/>
                </a:lnTo>
                <a:lnTo>
                  <a:pt x="6789" y="147"/>
                </a:lnTo>
                <a:lnTo>
                  <a:pt x="6254" y="268"/>
                </a:lnTo>
                <a:lnTo>
                  <a:pt x="5767" y="439"/>
                </a:lnTo>
                <a:lnTo>
                  <a:pt x="5524" y="536"/>
                </a:lnTo>
                <a:lnTo>
                  <a:pt x="5281" y="658"/>
                </a:lnTo>
                <a:lnTo>
                  <a:pt x="5062" y="804"/>
                </a:lnTo>
                <a:lnTo>
                  <a:pt x="4843" y="950"/>
                </a:lnTo>
                <a:lnTo>
                  <a:pt x="4624" y="1120"/>
                </a:lnTo>
                <a:lnTo>
                  <a:pt x="4429" y="1315"/>
                </a:lnTo>
                <a:lnTo>
                  <a:pt x="4259" y="1509"/>
                </a:lnTo>
                <a:lnTo>
                  <a:pt x="4088" y="1728"/>
                </a:lnTo>
                <a:lnTo>
                  <a:pt x="3942" y="1947"/>
                </a:lnTo>
                <a:lnTo>
                  <a:pt x="3796" y="2166"/>
                </a:lnTo>
                <a:lnTo>
                  <a:pt x="3675" y="2410"/>
                </a:lnTo>
                <a:lnTo>
                  <a:pt x="3577" y="2653"/>
                </a:lnTo>
                <a:lnTo>
                  <a:pt x="3480" y="2896"/>
                </a:lnTo>
                <a:lnTo>
                  <a:pt x="3407" y="3164"/>
                </a:lnTo>
                <a:lnTo>
                  <a:pt x="3358" y="3407"/>
                </a:lnTo>
                <a:lnTo>
                  <a:pt x="3310" y="3675"/>
                </a:lnTo>
                <a:lnTo>
                  <a:pt x="3310" y="3870"/>
                </a:lnTo>
                <a:lnTo>
                  <a:pt x="3334" y="4210"/>
                </a:lnTo>
                <a:lnTo>
                  <a:pt x="3383" y="4624"/>
                </a:lnTo>
                <a:lnTo>
                  <a:pt x="3480" y="5086"/>
                </a:lnTo>
                <a:lnTo>
                  <a:pt x="3285" y="5086"/>
                </a:lnTo>
                <a:lnTo>
                  <a:pt x="3115" y="5111"/>
                </a:lnTo>
                <a:lnTo>
                  <a:pt x="2726" y="5184"/>
                </a:lnTo>
                <a:lnTo>
                  <a:pt x="2409" y="5305"/>
                </a:lnTo>
                <a:lnTo>
                  <a:pt x="2166" y="5427"/>
                </a:lnTo>
                <a:lnTo>
                  <a:pt x="1825" y="5622"/>
                </a:lnTo>
                <a:lnTo>
                  <a:pt x="1485" y="5889"/>
                </a:lnTo>
                <a:lnTo>
                  <a:pt x="1193" y="6157"/>
                </a:lnTo>
                <a:lnTo>
                  <a:pt x="901" y="6473"/>
                </a:lnTo>
                <a:lnTo>
                  <a:pt x="657" y="6814"/>
                </a:lnTo>
                <a:lnTo>
                  <a:pt x="439" y="7179"/>
                </a:lnTo>
                <a:lnTo>
                  <a:pt x="268" y="7544"/>
                </a:lnTo>
                <a:lnTo>
                  <a:pt x="122" y="7909"/>
                </a:lnTo>
                <a:lnTo>
                  <a:pt x="25" y="8274"/>
                </a:lnTo>
                <a:lnTo>
                  <a:pt x="1" y="8614"/>
                </a:lnTo>
                <a:lnTo>
                  <a:pt x="1" y="8931"/>
                </a:lnTo>
                <a:lnTo>
                  <a:pt x="74" y="9247"/>
                </a:lnTo>
                <a:lnTo>
                  <a:pt x="171" y="9539"/>
                </a:lnTo>
                <a:lnTo>
                  <a:pt x="293" y="9807"/>
                </a:lnTo>
                <a:lnTo>
                  <a:pt x="487" y="10074"/>
                </a:lnTo>
                <a:lnTo>
                  <a:pt x="682" y="10318"/>
                </a:lnTo>
                <a:lnTo>
                  <a:pt x="925" y="10561"/>
                </a:lnTo>
                <a:lnTo>
                  <a:pt x="1168" y="10756"/>
                </a:lnTo>
                <a:lnTo>
                  <a:pt x="1436" y="10950"/>
                </a:lnTo>
                <a:lnTo>
                  <a:pt x="1728" y="11121"/>
                </a:lnTo>
                <a:lnTo>
                  <a:pt x="2020" y="11267"/>
                </a:lnTo>
                <a:lnTo>
                  <a:pt x="2336" y="11413"/>
                </a:lnTo>
                <a:lnTo>
                  <a:pt x="2628" y="11534"/>
                </a:lnTo>
                <a:lnTo>
                  <a:pt x="2945" y="11632"/>
                </a:lnTo>
                <a:lnTo>
                  <a:pt x="3334" y="11729"/>
                </a:lnTo>
                <a:lnTo>
                  <a:pt x="3723" y="11802"/>
                </a:lnTo>
                <a:lnTo>
                  <a:pt x="4526" y="11924"/>
                </a:lnTo>
                <a:lnTo>
                  <a:pt x="6132" y="12070"/>
                </a:lnTo>
                <a:lnTo>
                  <a:pt x="7276" y="12167"/>
                </a:lnTo>
                <a:lnTo>
                  <a:pt x="7836" y="12191"/>
                </a:lnTo>
                <a:lnTo>
                  <a:pt x="8395" y="12216"/>
                </a:lnTo>
                <a:lnTo>
                  <a:pt x="8955" y="12191"/>
                </a:lnTo>
                <a:lnTo>
                  <a:pt x="9514" y="12167"/>
                </a:lnTo>
                <a:lnTo>
                  <a:pt x="10098" y="12118"/>
                </a:lnTo>
                <a:lnTo>
                  <a:pt x="10658" y="12070"/>
                </a:lnTo>
                <a:lnTo>
                  <a:pt x="11583" y="11948"/>
                </a:lnTo>
                <a:lnTo>
                  <a:pt x="12507" y="11875"/>
                </a:lnTo>
                <a:lnTo>
                  <a:pt x="13432" y="11826"/>
                </a:lnTo>
                <a:lnTo>
                  <a:pt x="14357" y="11802"/>
                </a:lnTo>
                <a:lnTo>
                  <a:pt x="15208" y="11802"/>
                </a:lnTo>
                <a:lnTo>
                  <a:pt x="16060" y="11753"/>
                </a:lnTo>
                <a:lnTo>
                  <a:pt x="16498" y="11729"/>
                </a:lnTo>
                <a:lnTo>
                  <a:pt x="16911" y="11656"/>
                </a:lnTo>
                <a:lnTo>
                  <a:pt x="17325" y="11583"/>
                </a:lnTo>
                <a:lnTo>
                  <a:pt x="17739" y="11486"/>
                </a:lnTo>
                <a:lnTo>
                  <a:pt x="18079" y="11364"/>
                </a:lnTo>
                <a:lnTo>
                  <a:pt x="18396" y="11218"/>
                </a:lnTo>
                <a:lnTo>
                  <a:pt x="18688" y="11048"/>
                </a:lnTo>
                <a:lnTo>
                  <a:pt x="18931" y="10853"/>
                </a:lnTo>
                <a:lnTo>
                  <a:pt x="19174" y="10634"/>
                </a:lnTo>
                <a:lnTo>
                  <a:pt x="19369" y="10415"/>
                </a:lnTo>
                <a:lnTo>
                  <a:pt x="19539" y="10147"/>
                </a:lnTo>
                <a:lnTo>
                  <a:pt x="19685" y="9880"/>
                </a:lnTo>
                <a:lnTo>
                  <a:pt x="19807" y="9588"/>
                </a:lnTo>
                <a:lnTo>
                  <a:pt x="19904" y="9296"/>
                </a:lnTo>
                <a:lnTo>
                  <a:pt x="19953" y="8979"/>
                </a:lnTo>
                <a:lnTo>
                  <a:pt x="19977" y="8663"/>
                </a:lnTo>
                <a:lnTo>
                  <a:pt x="19977" y="8322"/>
                </a:lnTo>
                <a:lnTo>
                  <a:pt x="19953" y="8006"/>
                </a:lnTo>
                <a:lnTo>
                  <a:pt x="19880" y="7665"/>
                </a:lnTo>
                <a:lnTo>
                  <a:pt x="19783" y="7325"/>
                </a:lnTo>
                <a:lnTo>
                  <a:pt x="19710" y="7057"/>
                </a:lnTo>
                <a:lnTo>
                  <a:pt x="19588" y="6790"/>
                </a:lnTo>
                <a:lnTo>
                  <a:pt x="19442" y="6546"/>
                </a:lnTo>
                <a:lnTo>
                  <a:pt x="19296" y="6303"/>
                </a:lnTo>
                <a:lnTo>
                  <a:pt x="19126" y="6060"/>
                </a:lnTo>
                <a:lnTo>
                  <a:pt x="18955" y="5865"/>
                </a:lnTo>
                <a:lnTo>
                  <a:pt x="18761" y="5670"/>
                </a:lnTo>
                <a:lnTo>
                  <a:pt x="18542" y="5476"/>
                </a:lnTo>
                <a:lnTo>
                  <a:pt x="18323" y="5330"/>
                </a:lnTo>
                <a:lnTo>
                  <a:pt x="18104" y="5208"/>
                </a:lnTo>
                <a:lnTo>
                  <a:pt x="17860" y="5086"/>
                </a:lnTo>
                <a:lnTo>
                  <a:pt x="17593" y="5013"/>
                </a:lnTo>
                <a:lnTo>
                  <a:pt x="17325" y="4965"/>
                </a:lnTo>
                <a:lnTo>
                  <a:pt x="17057" y="4940"/>
                </a:lnTo>
                <a:lnTo>
                  <a:pt x="16790" y="4965"/>
                </a:lnTo>
                <a:lnTo>
                  <a:pt x="16522" y="5013"/>
                </a:lnTo>
                <a:lnTo>
                  <a:pt x="16522" y="4794"/>
                </a:lnTo>
                <a:lnTo>
                  <a:pt x="16522" y="4600"/>
                </a:lnTo>
                <a:lnTo>
                  <a:pt x="16473" y="4381"/>
                </a:lnTo>
                <a:lnTo>
                  <a:pt x="16425" y="4186"/>
                </a:lnTo>
                <a:lnTo>
                  <a:pt x="16352" y="3991"/>
                </a:lnTo>
                <a:lnTo>
                  <a:pt x="16279" y="3797"/>
                </a:lnTo>
                <a:lnTo>
                  <a:pt x="16182" y="3602"/>
                </a:lnTo>
                <a:lnTo>
                  <a:pt x="16060" y="3407"/>
                </a:lnTo>
                <a:lnTo>
                  <a:pt x="15792" y="3067"/>
                </a:lnTo>
                <a:lnTo>
                  <a:pt x="15500" y="2750"/>
                </a:lnTo>
                <a:lnTo>
                  <a:pt x="15184" y="2483"/>
                </a:lnTo>
                <a:lnTo>
                  <a:pt x="14843" y="2239"/>
                </a:lnTo>
                <a:lnTo>
                  <a:pt x="14673" y="2142"/>
                </a:lnTo>
                <a:lnTo>
                  <a:pt x="14478" y="2045"/>
                </a:lnTo>
                <a:lnTo>
                  <a:pt x="14284" y="1972"/>
                </a:lnTo>
                <a:lnTo>
                  <a:pt x="14089" y="1899"/>
                </a:lnTo>
                <a:lnTo>
                  <a:pt x="13870" y="1850"/>
                </a:lnTo>
                <a:lnTo>
                  <a:pt x="13651" y="1801"/>
                </a:lnTo>
                <a:lnTo>
                  <a:pt x="13432" y="1777"/>
                </a:lnTo>
                <a:lnTo>
                  <a:pt x="13213" y="1777"/>
                </a:lnTo>
                <a:lnTo>
                  <a:pt x="12994" y="1801"/>
                </a:lnTo>
                <a:lnTo>
                  <a:pt x="12775" y="1826"/>
                </a:lnTo>
                <a:lnTo>
                  <a:pt x="12580" y="1899"/>
                </a:lnTo>
                <a:lnTo>
                  <a:pt x="12386" y="1972"/>
                </a:lnTo>
                <a:lnTo>
                  <a:pt x="12215" y="2069"/>
                </a:lnTo>
                <a:lnTo>
                  <a:pt x="12069" y="2191"/>
                </a:lnTo>
                <a:lnTo>
                  <a:pt x="11923" y="2361"/>
                </a:lnTo>
                <a:lnTo>
                  <a:pt x="11802" y="2531"/>
                </a:lnTo>
                <a:lnTo>
                  <a:pt x="11656" y="2239"/>
                </a:lnTo>
                <a:lnTo>
                  <a:pt x="11485" y="1947"/>
                </a:lnTo>
                <a:lnTo>
                  <a:pt x="11291" y="1680"/>
                </a:lnTo>
                <a:lnTo>
                  <a:pt x="11072" y="1412"/>
                </a:lnTo>
                <a:lnTo>
                  <a:pt x="10828" y="1169"/>
                </a:lnTo>
                <a:lnTo>
                  <a:pt x="10585" y="925"/>
                </a:lnTo>
                <a:lnTo>
                  <a:pt x="10317" y="731"/>
                </a:lnTo>
                <a:lnTo>
                  <a:pt x="10050" y="536"/>
                </a:lnTo>
                <a:lnTo>
                  <a:pt x="9806" y="390"/>
                </a:lnTo>
                <a:lnTo>
                  <a:pt x="9563" y="268"/>
                </a:lnTo>
                <a:lnTo>
                  <a:pt x="9320" y="195"/>
                </a:lnTo>
                <a:lnTo>
                  <a:pt x="9052" y="122"/>
                </a:lnTo>
                <a:lnTo>
                  <a:pt x="8784" y="74"/>
                </a:lnTo>
                <a:lnTo>
                  <a:pt x="8492" y="25"/>
                </a:lnTo>
                <a:lnTo>
                  <a:pt x="8225" y="1"/>
                </a:lnTo>
                <a:close/>
              </a:path>
            </a:pathLst>
          </a:custGeom>
          <a:solidFill>
            <a:srgbClr val="1155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9"/>
          <p:cNvSpPr/>
          <p:nvPr/>
        </p:nvSpPr>
        <p:spPr>
          <a:xfrm>
            <a:off x="6719760" y="3651718"/>
            <a:ext cx="383311" cy="366920"/>
          </a:xfrm>
          <a:custGeom>
            <a:rect b="b" l="l" r="r" t="t"/>
            <a:pathLst>
              <a:path extrusionOk="0" h="21243" w="22192">
                <a:moveTo>
                  <a:pt x="17812" y="512"/>
                </a:moveTo>
                <a:lnTo>
                  <a:pt x="17909" y="585"/>
                </a:lnTo>
                <a:lnTo>
                  <a:pt x="17958" y="609"/>
                </a:lnTo>
                <a:lnTo>
                  <a:pt x="18031" y="634"/>
                </a:lnTo>
                <a:lnTo>
                  <a:pt x="18201" y="634"/>
                </a:lnTo>
                <a:lnTo>
                  <a:pt x="18396" y="658"/>
                </a:lnTo>
                <a:lnTo>
                  <a:pt x="18566" y="682"/>
                </a:lnTo>
                <a:lnTo>
                  <a:pt x="18712" y="755"/>
                </a:lnTo>
                <a:lnTo>
                  <a:pt x="18858" y="828"/>
                </a:lnTo>
                <a:lnTo>
                  <a:pt x="19004" y="926"/>
                </a:lnTo>
                <a:lnTo>
                  <a:pt x="19126" y="1023"/>
                </a:lnTo>
                <a:lnTo>
                  <a:pt x="19248" y="1145"/>
                </a:lnTo>
                <a:lnTo>
                  <a:pt x="19345" y="1266"/>
                </a:lnTo>
                <a:lnTo>
                  <a:pt x="19442" y="1388"/>
                </a:lnTo>
                <a:lnTo>
                  <a:pt x="19491" y="1558"/>
                </a:lnTo>
                <a:lnTo>
                  <a:pt x="19540" y="1704"/>
                </a:lnTo>
                <a:lnTo>
                  <a:pt x="19564" y="1874"/>
                </a:lnTo>
                <a:lnTo>
                  <a:pt x="19564" y="2045"/>
                </a:lnTo>
                <a:lnTo>
                  <a:pt x="19564" y="2239"/>
                </a:lnTo>
                <a:lnTo>
                  <a:pt x="19515" y="2410"/>
                </a:lnTo>
                <a:lnTo>
                  <a:pt x="19467" y="2580"/>
                </a:lnTo>
                <a:lnTo>
                  <a:pt x="19394" y="2750"/>
                </a:lnTo>
                <a:lnTo>
                  <a:pt x="19296" y="2896"/>
                </a:lnTo>
                <a:lnTo>
                  <a:pt x="19199" y="3018"/>
                </a:lnTo>
                <a:lnTo>
                  <a:pt x="19077" y="3140"/>
                </a:lnTo>
                <a:lnTo>
                  <a:pt x="18956" y="3237"/>
                </a:lnTo>
                <a:lnTo>
                  <a:pt x="18810" y="3334"/>
                </a:lnTo>
                <a:lnTo>
                  <a:pt x="18664" y="3407"/>
                </a:lnTo>
                <a:lnTo>
                  <a:pt x="18347" y="3529"/>
                </a:lnTo>
                <a:lnTo>
                  <a:pt x="18031" y="3602"/>
                </a:lnTo>
                <a:lnTo>
                  <a:pt x="17690" y="3651"/>
                </a:lnTo>
                <a:lnTo>
                  <a:pt x="17350" y="3651"/>
                </a:lnTo>
                <a:lnTo>
                  <a:pt x="17423" y="3553"/>
                </a:lnTo>
                <a:lnTo>
                  <a:pt x="17666" y="3213"/>
                </a:lnTo>
                <a:lnTo>
                  <a:pt x="17885" y="2823"/>
                </a:lnTo>
                <a:lnTo>
                  <a:pt x="17982" y="2629"/>
                </a:lnTo>
                <a:lnTo>
                  <a:pt x="18055" y="2410"/>
                </a:lnTo>
                <a:lnTo>
                  <a:pt x="18128" y="2215"/>
                </a:lnTo>
                <a:lnTo>
                  <a:pt x="18153" y="2020"/>
                </a:lnTo>
                <a:lnTo>
                  <a:pt x="18153" y="1947"/>
                </a:lnTo>
                <a:lnTo>
                  <a:pt x="18104" y="1899"/>
                </a:lnTo>
                <a:lnTo>
                  <a:pt x="18080" y="1850"/>
                </a:lnTo>
                <a:lnTo>
                  <a:pt x="18007" y="1826"/>
                </a:lnTo>
                <a:lnTo>
                  <a:pt x="17958" y="1801"/>
                </a:lnTo>
                <a:lnTo>
                  <a:pt x="17885" y="1801"/>
                </a:lnTo>
                <a:lnTo>
                  <a:pt x="17836" y="1826"/>
                </a:lnTo>
                <a:lnTo>
                  <a:pt x="17788" y="1874"/>
                </a:lnTo>
                <a:lnTo>
                  <a:pt x="17666" y="2020"/>
                </a:lnTo>
                <a:lnTo>
                  <a:pt x="17569" y="2191"/>
                </a:lnTo>
                <a:lnTo>
                  <a:pt x="17374" y="2556"/>
                </a:lnTo>
                <a:lnTo>
                  <a:pt x="17179" y="2896"/>
                </a:lnTo>
                <a:lnTo>
                  <a:pt x="16985" y="3261"/>
                </a:lnTo>
                <a:lnTo>
                  <a:pt x="16912" y="3067"/>
                </a:lnTo>
                <a:lnTo>
                  <a:pt x="16839" y="2848"/>
                </a:lnTo>
                <a:lnTo>
                  <a:pt x="16766" y="2653"/>
                </a:lnTo>
                <a:lnTo>
                  <a:pt x="16741" y="2458"/>
                </a:lnTo>
                <a:lnTo>
                  <a:pt x="16717" y="2239"/>
                </a:lnTo>
                <a:lnTo>
                  <a:pt x="16717" y="2020"/>
                </a:lnTo>
                <a:lnTo>
                  <a:pt x="16741" y="1801"/>
                </a:lnTo>
                <a:lnTo>
                  <a:pt x="16766" y="1582"/>
                </a:lnTo>
                <a:lnTo>
                  <a:pt x="16814" y="1436"/>
                </a:lnTo>
                <a:lnTo>
                  <a:pt x="16887" y="1315"/>
                </a:lnTo>
                <a:lnTo>
                  <a:pt x="16960" y="1169"/>
                </a:lnTo>
                <a:lnTo>
                  <a:pt x="17033" y="1047"/>
                </a:lnTo>
                <a:lnTo>
                  <a:pt x="17252" y="828"/>
                </a:lnTo>
                <a:lnTo>
                  <a:pt x="17496" y="658"/>
                </a:lnTo>
                <a:lnTo>
                  <a:pt x="17642" y="585"/>
                </a:lnTo>
                <a:lnTo>
                  <a:pt x="17812" y="512"/>
                </a:lnTo>
                <a:close/>
                <a:moveTo>
                  <a:pt x="5111" y="1582"/>
                </a:moveTo>
                <a:lnTo>
                  <a:pt x="5159" y="1655"/>
                </a:lnTo>
                <a:lnTo>
                  <a:pt x="5232" y="1704"/>
                </a:lnTo>
                <a:lnTo>
                  <a:pt x="5305" y="1728"/>
                </a:lnTo>
                <a:lnTo>
                  <a:pt x="5403" y="1704"/>
                </a:lnTo>
                <a:lnTo>
                  <a:pt x="5573" y="1655"/>
                </a:lnTo>
                <a:lnTo>
                  <a:pt x="5719" y="1631"/>
                </a:lnTo>
                <a:lnTo>
                  <a:pt x="5987" y="1631"/>
                </a:lnTo>
                <a:lnTo>
                  <a:pt x="6133" y="1680"/>
                </a:lnTo>
                <a:lnTo>
                  <a:pt x="6230" y="1753"/>
                </a:lnTo>
                <a:lnTo>
                  <a:pt x="6352" y="1850"/>
                </a:lnTo>
                <a:lnTo>
                  <a:pt x="6473" y="1996"/>
                </a:lnTo>
                <a:lnTo>
                  <a:pt x="6595" y="2264"/>
                </a:lnTo>
                <a:lnTo>
                  <a:pt x="6717" y="2531"/>
                </a:lnTo>
                <a:lnTo>
                  <a:pt x="6790" y="2799"/>
                </a:lnTo>
                <a:lnTo>
                  <a:pt x="6838" y="3091"/>
                </a:lnTo>
                <a:lnTo>
                  <a:pt x="6887" y="3286"/>
                </a:lnTo>
                <a:lnTo>
                  <a:pt x="6887" y="3456"/>
                </a:lnTo>
                <a:lnTo>
                  <a:pt x="6863" y="3626"/>
                </a:lnTo>
                <a:lnTo>
                  <a:pt x="6814" y="3797"/>
                </a:lnTo>
                <a:lnTo>
                  <a:pt x="6765" y="3943"/>
                </a:lnTo>
                <a:lnTo>
                  <a:pt x="6692" y="4064"/>
                </a:lnTo>
                <a:lnTo>
                  <a:pt x="6595" y="4186"/>
                </a:lnTo>
                <a:lnTo>
                  <a:pt x="6473" y="4308"/>
                </a:lnTo>
                <a:lnTo>
                  <a:pt x="6303" y="4040"/>
                </a:lnTo>
                <a:lnTo>
                  <a:pt x="6133" y="3797"/>
                </a:lnTo>
                <a:lnTo>
                  <a:pt x="5987" y="3529"/>
                </a:lnTo>
                <a:lnTo>
                  <a:pt x="5865" y="3261"/>
                </a:lnTo>
                <a:lnTo>
                  <a:pt x="5816" y="3164"/>
                </a:lnTo>
                <a:lnTo>
                  <a:pt x="5719" y="2994"/>
                </a:lnTo>
                <a:lnTo>
                  <a:pt x="5670" y="2921"/>
                </a:lnTo>
                <a:lnTo>
                  <a:pt x="5597" y="2872"/>
                </a:lnTo>
                <a:lnTo>
                  <a:pt x="5524" y="2848"/>
                </a:lnTo>
                <a:lnTo>
                  <a:pt x="5476" y="2896"/>
                </a:lnTo>
                <a:lnTo>
                  <a:pt x="5403" y="2969"/>
                </a:lnTo>
                <a:lnTo>
                  <a:pt x="5378" y="3067"/>
                </a:lnTo>
                <a:lnTo>
                  <a:pt x="5378" y="3164"/>
                </a:lnTo>
                <a:lnTo>
                  <a:pt x="5378" y="3261"/>
                </a:lnTo>
                <a:lnTo>
                  <a:pt x="5451" y="3456"/>
                </a:lnTo>
                <a:lnTo>
                  <a:pt x="5524" y="3626"/>
                </a:lnTo>
                <a:lnTo>
                  <a:pt x="5768" y="4089"/>
                </a:lnTo>
                <a:lnTo>
                  <a:pt x="6035" y="4551"/>
                </a:lnTo>
                <a:lnTo>
                  <a:pt x="5768" y="4624"/>
                </a:lnTo>
                <a:lnTo>
                  <a:pt x="5451" y="4648"/>
                </a:lnTo>
                <a:lnTo>
                  <a:pt x="5257" y="4648"/>
                </a:lnTo>
                <a:lnTo>
                  <a:pt x="5086" y="4624"/>
                </a:lnTo>
                <a:lnTo>
                  <a:pt x="4940" y="4600"/>
                </a:lnTo>
                <a:lnTo>
                  <a:pt x="4794" y="4551"/>
                </a:lnTo>
                <a:lnTo>
                  <a:pt x="4673" y="4478"/>
                </a:lnTo>
                <a:lnTo>
                  <a:pt x="4551" y="4381"/>
                </a:lnTo>
                <a:lnTo>
                  <a:pt x="4429" y="4308"/>
                </a:lnTo>
                <a:lnTo>
                  <a:pt x="4356" y="4186"/>
                </a:lnTo>
                <a:lnTo>
                  <a:pt x="4259" y="4064"/>
                </a:lnTo>
                <a:lnTo>
                  <a:pt x="4186" y="3943"/>
                </a:lnTo>
                <a:lnTo>
                  <a:pt x="4137" y="3821"/>
                </a:lnTo>
                <a:lnTo>
                  <a:pt x="4089" y="3675"/>
                </a:lnTo>
                <a:lnTo>
                  <a:pt x="4064" y="3505"/>
                </a:lnTo>
                <a:lnTo>
                  <a:pt x="4064" y="3359"/>
                </a:lnTo>
                <a:lnTo>
                  <a:pt x="4064" y="3188"/>
                </a:lnTo>
                <a:lnTo>
                  <a:pt x="4089" y="3018"/>
                </a:lnTo>
                <a:lnTo>
                  <a:pt x="4137" y="2775"/>
                </a:lnTo>
                <a:lnTo>
                  <a:pt x="4210" y="2556"/>
                </a:lnTo>
                <a:lnTo>
                  <a:pt x="4308" y="2337"/>
                </a:lnTo>
                <a:lnTo>
                  <a:pt x="4429" y="2142"/>
                </a:lnTo>
                <a:lnTo>
                  <a:pt x="4551" y="1972"/>
                </a:lnTo>
                <a:lnTo>
                  <a:pt x="4721" y="1801"/>
                </a:lnTo>
                <a:lnTo>
                  <a:pt x="4916" y="1680"/>
                </a:lnTo>
                <a:lnTo>
                  <a:pt x="5111" y="1582"/>
                </a:lnTo>
                <a:close/>
                <a:moveTo>
                  <a:pt x="12532" y="7544"/>
                </a:moveTo>
                <a:lnTo>
                  <a:pt x="12264" y="7568"/>
                </a:lnTo>
                <a:lnTo>
                  <a:pt x="11997" y="7593"/>
                </a:lnTo>
                <a:lnTo>
                  <a:pt x="11753" y="7641"/>
                </a:lnTo>
                <a:lnTo>
                  <a:pt x="11486" y="7690"/>
                </a:lnTo>
                <a:lnTo>
                  <a:pt x="11218" y="7763"/>
                </a:lnTo>
                <a:lnTo>
                  <a:pt x="10975" y="7885"/>
                </a:lnTo>
                <a:lnTo>
                  <a:pt x="10926" y="7933"/>
                </a:lnTo>
                <a:lnTo>
                  <a:pt x="10926" y="8006"/>
                </a:lnTo>
                <a:lnTo>
                  <a:pt x="10975" y="8055"/>
                </a:lnTo>
                <a:lnTo>
                  <a:pt x="11048" y="8079"/>
                </a:lnTo>
                <a:lnTo>
                  <a:pt x="11315" y="8055"/>
                </a:lnTo>
                <a:lnTo>
                  <a:pt x="11583" y="8031"/>
                </a:lnTo>
                <a:lnTo>
                  <a:pt x="11875" y="7982"/>
                </a:lnTo>
                <a:lnTo>
                  <a:pt x="12143" y="7933"/>
                </a:lnTo>
                <a:lnTo>
                  <a:pt x="12386" y="7909"/>
                </a:lnTo>
                <a:lnTo>
                  <a:pt x="12605" y="7909"/>
                </a:lnTo>
                <a:lnTo>
                  <a:pt x="12824" y="7885"/>
                </a:lnTo>
                <a:lnTo>
                  <a:pt x="12946" y="7860"/>
                </a:lnTo>
                <a:lnTo>
                  <a:pt x="13043" y="7787"/>
                </a:lnTo>
                <a:lnTo>
                  <a:pt x="13067" y="7763"/>
                </a:lnTo>
                <a:lnTo>
                  <a:pt x="13092" y="7714"/>
                </a:lnTo>
                <a:lnTo>
                  <a:pt x="13067" y="7690"/>
                </a:lnTo>
                <a:lnTo>
                  <a:pt x="13043" y="7641"/>
                </a:lnTo>
                <a:lnTo>
                  <a:pt x="12921" y="7593"/>
                </a:lnTo>
                <a:lnTo>
                  <a:pt x="12800" y="7544"/>
                </a:lnTo>
                <a:close/>
                <a:moveTo>
                  <a:pt x="20002" y="10026"/>
                </a:moveTo>
                <a:lnTo>
                  <a:pt x="20172" y="10050"/>
                </a:lnTo>
                <a:lnTo>
                  <a:pt x="20367" y="10074"/>
                </a:lnTo>
                <a:lnTo>
                  <a:pt x="20537" y="10099"/>
                </a:lnTo>
                <a:lnTo>
                  <a:pt x="20708" y="10172"/>
                </a:lnTo>
                <a:lnTo>
                  <a:pt x="20854" y="10245"/>
                </a:lnTo>
                <a:lnTo>
                  <a:pt x="21024" y="10342"/>
                </a:lnTo>
                <a:lnTo>
                  <a:pt x="21194" y="10439"/>
                </a:lnTo>
                <a:lnTo>
                  <a:pt x="21316" y="10585"/>
                </a:lnTo>
                <a:lnTo>
                  <a:pt x="21438" y="10707"/>
                </a:lnTo>
                <a:lnTo>
                  <a:pt x="21511" y="10877"/>
                </a:lnTo>
                <a:lnTo>
                  <a:pt x="21584" y="11023"/>
                </a:lnTo>
                <a:lnTo>
                  <a:pt x="21608" y="11194"/>
                </a:lnTo>
                <a:lnTo>
                  <a:pt x="21632" y="11364"/>
                </a:lnTo>
                <a:lnTo>
                  <a:pt x="21632" y="11534"/>
                </a:lnTo>
                <a:lnTo>
                  <a:pt x="21608" y="11705"/>
                </a:lnTo>
                <a:lnTo>
                  <a:pt x="21559" y="11875"/>
                </a:lnTo>
                <a:lnTo>
                  <a:pt x="21511" y="12021"/>
                </a:lnTo>
                <a:lnTo>
                  <a:pt x="21438" y="12191"/>
                </a:lnTo>
                <a:lnTo>
                  <a:pt x="21340" y="12337"/>
                </a:lnTo>
                <a:lnTo>
                  <a:pt x="21219" y="12483"/>
                </a:lnTo>
                <a:lnTo>
                  <a:pt x="21097" y="12605"/>
                </a:lnTo>
                <a:lnTo>
                  <a:pt x="20951" y="12702"/>
                </a:lnTo>
                <a:lnTo>
                  <a:pt x="20805" y="12800"/>
                </a:lnTo>
                <a:lnTo>
                  <a:pt x="20635" y="12873"/>
                </a:lnTo>
                <a:lnTo>
                  <a:pt x="20489" y="12921"/>
                </a:lnTo>
                <a:lnTo>
                  <a:pt x="20343" y="12970"/>
                </a:lnTo>
                <a:lnTo>
                  <a:pt x="20172" y="12994"/>
                </a:lnTo>
                <a:lnTo>
                  <a:pt x="20026" y="12994"/>
                </a:lnTo>
                <a:lnTo>
                  <a:pt x="19856" y="12970"/>
                </a:lnTo>
                <a:lnTo>
                  <a:pt x="19710" y="12946"/>
                </a:lnTo>
                <a:lnTo>
                  <a:pt x="19540" y="12897"/>
                </a:lnTo>
                <a:lnTo>
                  <a:pt x="19394" y="12848"/>
                </a:lnTo>
                <a:lnTo>
                  <a:pt x="19248" y="12775"/>
                </a:lnTo>
                <a:lnTo>
                  <a:pt x="19126" y="12678"/>
                </a:lnTo>
                <a:lnTo>
                  <a:pt x="18980" y="12581"/>
                </a:lnTo>
                <a:lnTo>
                  <a:pt x="18858" y="12459"/>
                </a:lnTo>
                <a:lnTo>
                  <a:pt x="18761" y="12337"/>
                </a:lnTo>
                <a:lnTo>
                  <a:pt x="18664" y="12216"/>
                </a:lnTo>
                <a:lnTo>
                  <a:pt x="18566" y="12070"/>
                </a:lnTo>
                <a:lnTo>
                  <a:pt x="18493" y="11899"/>
                </a:lnTo>
                <a:lnTo>
                  <a:pt x="18445" y="11729"/>
                </a:lnTo>
                <a:lnTo>
                  <a:pt x="18420" y="11583"/>
                </a:lnTo>
                <a:lnTo>
                  <a:pt x="19783" y="11753"/>
                </a:lnTo>
                <a:lnTo>
                  <a:pt x="19880" y="11753"/>
                </a:lnTo>
                <a:lnTo>
                  <a:pt x="19953" y="11705"/>
                </a:lnTo>
                <a:lnTo>
                  <a:pt x="20002" y="11632"/>
                </a:lnTo>
                <a:lnTo>
                  <a:pt x="20026" y="11534"/>
                </a:lnTo>
                <a:lnTo>
                  <a:pt x="20002" y="11437"/>
                </a:lnTo>
                <a:lnTo>
                  <a:pt x="19953" y="11364"/>
                </a:lnTo>
                <a:lnTo>
                  <a:pt x="19880" y="11291"/>
                </a:lnTo>
                <a:lnTo>
                  <a:pt x="19783" y="11267"/>
                </a:lnTo>
                <a:lnTo>
                  <a:pt x="18420" y="11096"/>
                </a:lnTo>
                <a:lnTo>
                  <a:pt x="18493" y="10804"/>
                </a:lnTo>
                <a:lnTo>
                  <a:pt x="18615" y="10512"/>
                </a:lnTo>
                <a:lnTo>
                  <a:pt x="18883" y="10415"/>
                </a:lnTo>
                <a:lnTo>
                  <a:pt x="19126" y="10293"/>
                </a:lnTo>
                <a:lnTo>
                  <a:pt x="19369" y="10172"/>
                </a:lnTo>
                <a:lnTo>
                  <a:pt x="19637" y="10074"/>
                </a:lnTo>
                <a:lnTo>
                  <a:pt x="19832" y="10050"/>
                </a:lnTo>
                <a:lnTo>
                  <a:pt x="20002" y="10026"/>
                </a:lnTo>
                <a:close/>
                <a:moveTo>
                  <a:pt x="11048" y="6838"/>
                </a:moveTo>
                <a:lnTo>
                  <a:pt x="11267" y="6863"/>
                </a:lnTo>
                <a:lnTo>
                  <a:pt x="11510" y="6887"/>
                </a:lnTo>
                <a:lnTo>
                  <a:pt x="11729" y="6936"/>
                </a:lnTo>
                <a:lnTo>
                  <a:pt x="11559" y="6960"/>
                </a:lnTo>
                <a:lnTo>
                  <a:pt x="11364" y="7009"/>
                </a:lnTo>
                <a:lnTo>
                  <a:pt x="11169" y="7057"/>
                </a:lnTo>
                <a:lnTo>
                  <a:pt x="10975" y="7155"/>
                </a:lnTo>
                <a:lnTo>
                  <a:pt x="10902" y="7228"/>
                </a:lnTo>
                <a:lnTo>
                  <a:pt x="10853" y="7301"/>
                </a:lnTo>
                <a:lnTo>
                  <a:pt x="10853" y="7325"/>
                </a:lnTo>
                <a:lnTo>
                  <a:pt x="10950" y="7349"/>
                </a:lnTo>
                <a:lnTo>
                  <a:pt x="11048" y="7374"/>
                </a:lnTo>
                <a:lnTo>
                  <a:pt x="11242" y="7349"/>
                </a:lnTo>
                <a:lnTo>
                  <a:pt x="11632" y="7252"/>
                </a:lnTo>
                <a:lnTo>
                  <a:pt x="11972" y="7203"/>
                </a:lnTo>
                <a:lnTo>
                  <a:pt x="12167" y="7179"/>
                </a:lnTo>
                <a:lnTo>
                  <a:pt x="12313" y="7106"/>
                </a:lnTo>
                <a:lnTo>
                  <a:pt x="12532" y="7203"/>
                </a:lnTo>
                <a:lnTo>
                  <a:pt x="12727" y="7325"/>
                </a:lnTo>
                <a:lnTo>
                  <a:pt x="12921" y="7447"/>
                </a:lnTo>
                <a:lnTo>
                  <a:pt x="13116" y="7568"/>
                </a:lnTo>
                <a:lnTo>
                  <a:pt x="13286" y="7714"/>
                </a:lnTo>
                <a:lnTo>
                  <a:pt x="13457" y="7885"/>
                </a:lnTo>
                <a:lnTo>
                  <a:pt x="13627" y="8055"/>
                </a:lnTo>
                <a:lnTo>
                  <a:pt x="13773" y="8250"/>
                </a:lnTo>
                <a:lnTo>
                  <a:pt x="13530" y="8225"/>
                </a:lnTo>
                <a:lnTo>
                  <a:pt x="13311" y="8225"/>
                </a:lnTo>
                <a:lnTo>
                  <a:pt x="12848" y="8274"/>
                </a:lnTo>
                <a:lnTo>
                  <a:pt x="12459" y="8347"/>
                </a:lnTo>
                <a:lnTo>
                  <a:pt x="12070" y="8420"/>
                </a:lnTo>
                <a:lnTo>
                  <a:pt x="11705" y="8566"/>
                </a:lnTo>
                <a:lnTo>
                  <a:pt x="11534" y="8663"/>
                </a:lnTo>
                <a:lnTo>
                  <a:pt x="11364" y="8761"/>
                </a:lnTo>
                <a:lnTo>
                  <a:pt x="11340" y="8785"/>
                </a:lnTo>
                <a:lnTo>
                  <a:pt x="11340" y="8834"/>
                </a:lnTo>
                <a:lnTo>
                  <a:pt x="11364" y="8858"/>
                </a:lnTo>
                <a:lnTo>
                  <a:pt x="11388" y="8882"/>
                </a:lnTo>
                <a:lnTo>
                  <a:pt x="11753" y="8834"/>
                </a:lnTo>
                <a:lnTo>
                  <a:pt x="12118" y="8761"/>
                </a:lnTo>
                <a:lnTo>
                  <a:pt x="12483" y="8688"/>
                </a:lnTo>
                <a:lnTo>
                  <a:pt x="12848" y="8663"/>
                </a:lnTo>
                <a:lnTo>
                  <a:pt x="13432" y="8663"/>
                </a:lnTo>
                <a:lnTo>
                  <a:pt x="13749" y="8688"/>
                </a:lnTo>
                <a:lnTo>
                  <a:pt x="13895" y="8663"/>
                </a:lnTo>
                <a:lnTo>
                  <a:pt x="14016" y="8663"/>
                </a:lnTo>
                <a:lnTo>
                  <a:pt x="14187" y="9028"/>
                </a:lnTo>
                <a:lnTo>
                  <a:pt x="13773" y="9053"/>
                </a:lnTo>
                <a:lnTo>
                  <a:pt x="13359" y="9101"/>
                </a:lnTo>
                <a:lnTo>
                  <a:pt x="12994" y="9150"/>
                </a:lnTo>
                <a:lnTo>
                  <a:pt x="12605" y="9199"/>
                </a:lnTo>
                <a:lnTo>
                  <a:pt x="12240" y="9296"/>
                </a:lnTo>
                <a:lnTo>
                  <a:pt x="12070" y="9369"/>
                </a:lnTo>
                <a:lnTo>
                  <a:pt x="11899" y="9466"/>
                </a:lnTo>
                <a:lnTo>
                  <a:pt x="11875" y="9490"/>
                </a:lnTo>
                <a:lnTo>
                  <a:pt x="11875" y="9539"/>
                </a:lnTo>
                <a:lnTo>
                  <a:pt x="11899" y="9563"/>
                </a:lnTo>
                <a:lnTo>
                  <a:pt x="11948" y="9588"/>
                </a:lnTo>
                <a:lnTo>
                  <a:pt x="12337" y="9588"/>
                </a:lnTo>
                <a:lnTo>
                  <a:pt x="12751" y="9539"/>
                </a:lnTo>
                <a:lnTo>
                  <a:pt x="13140" y="9466"/>
                </a:lnTo>
                <a:lnTo>
                  <a:pt x="13530" y="9417"/>
                </a:lnTo>
                <a:lnTo>
                  <a:pt x="13919" y="9417"/>
                </a:lnTo>
                <a:lnTo>
                  <a:pt x="14333" y="9393"/>
                </a:lnTo>
                <a:lnTo>
                  <a:pt x="14381" y="9661"/>
                </a:lnTo>
                <a:lnTo>
                  <a:pt x="14406" y="9904"/>
                </a:lnTo>
                <a:lnTo>
                  <a:pt x="14138" y="9831"/>
                </a:lnTo>
                <a:lnTo>
                  <a:pt x="13870" y="9782"/>
                </a:lnTo>
                <a:lnTo>
                  <a:pt x="13578" y="9782"/>
                </a:lnTo>
                <a:lnTo>
                  <a:pt x="13286" y="9807"/>
                </a:lnTo>
                <a:lnTo>
                  <a:pt x="12994" y="9855"/>
                </a:lnTo>
                <a:lnTo>
                  <a:pt x="12727" y="9904"/>
                </a:lnTo>
                <a:lnTo>
                  <a:pt x="12459" y="10001"/>
                </a:lnTo>
                <a:lnTo>
                  <a:pt x="12216" y="10099"/>
                </a:lnTo>
                <a:lnTo>
                  <a:pt x="12191" y="10123"/>
                </a:lnTo>
                <a:lnTo>
                  <a:pt x="12191" y="10172"/>
                </a:lnTo>
                <a:lnTo>
                  <a:pt x="12216" y="10196"/>
                </a:lnTo>
                <a:lnTo>
                  <a:pt x="12240" y="10220"/>
                </a:lnTo>
                <a:lnTo>
                  <a:pt x="12848" y="10196"/>
                </a:lnTo>
                <a:lnTo>
                  <a:pt x="13457" y="10196"/>
                </a:lnTo>
                <a:lnTo>
                  <a:pt x="13943" y="10220"/>
                </a:lnTo>
                <a:lnTo>
                  <a:pt x="14430" y="10220"/>
                </a:lnTo>
                <a:lnTo>
                  <a:pt x="14430" y="10464"/>
                </a:lnTo>
                <a:lnTo>
                  <a:pt x="14406" y="10707"/>
                </a:lnTo>
                <a:lnTo>
                  <a:pt x="14187" y="10634"/>
                </a:lnTo>
                <a:lnTo>
                  <a:pt x="13968" y="10610"/>
                </a:lnTo>
                <a:lnTo>
                  <a:pt x="13505" y="10561"/>
                </a:lnTo>
                <a:lnTo>
                  <a:pt x="13189" y="10512"/>
                </a:lnTo>
                <a:lnTo>
                  <a:pt x="12824" y="10464"/>
                </a:lnTo>
                <a:lnTo>
                  <a:pt x="12654" y="10464"/>
                </a:lnTo>
                <a:lnTo>
                  <a:pt x="12483" y="10488"/>
                </a:lnTo>
                <a:lnTo>
                  <a:pt x="12337" y="10537"/>
                </a:lnTo>
                <a:lnTo>
                  <a:pt x="12191" y="10610"/>
                </a:lnTo>
                <a:lnTo>
                  <a:pt x="12191" y="10634"/>
                </a:lnTo>
                <a:lnTo>
                  <a:pt x="12313" y="10731"/>
                </a:lnTo>
                <a:lnTo>
                  <a:pt x="12459" y="10804"/>
                </a:lnTo>
                <a:lnTo>
                  <a:pt x="12629" y="10853"/>
                </a:lnTo>
                <a:lnTo>
                  <a:pt x="12775" y="10877"/>
                </a:lnTo>
                <a:lnTo>
                  <a:pt x="13140" y="10926"/>
                </a:lnTo>
                <a:lnTo>
                  <a:pt x="13457" y="10950"/>
                </a:lnTo>
                <a:lnTo>
                  <a:pt x="13870" y="11048"/>
                </a:lnTo>
                <a:lnTo>
                  <a:pt x="14114" y="11072"/>
                </a:lnTo>
                <a:lnTo>
                  <a:pt x="14333" y="11072"/>
                </a:lnTo>
                <a:lnTo>
                  <a:pt x="14235" y="11340"/>
                </a:lnTo>
                <a:lnTo>
                  <a:pt x="14138" y="11607"/>
                </a:lnTo>
                <a:lnTo>
                  <a:pt x="14016" y="11851"/>
                </a:lnTo>
                <a:lnTo>
                  <a:pt x="13870" y="12094"/>
                </a:lnTo>
                <a:lnTo>
                  <a:pt x="13846" y="11997"/>
                </a:lnTo>
                <a:lnTo>
                  <a:pt x="13797" y="11899"/>
                </a:lnTo>
                <a:lnTo>
                  <a:pt x="13724" y="11826"/>
                </a:lnTo>
                <a:lnTo>
                  <a:pt x="13627" y="11778"/>
                </a:lnTo>
                <a:lnTo>
                  <a:pt x="13432" y="11680"/>
                </a:lnTo>
                <a:lnTo>
                  <a:pt x="13238" y="11607"/>
                </a:lnTo>
                <a:lnTo>
                  <a:pt x="12946" y="11534"/>
                </a:lnTo>
                <a:lnTo>
                  <a:pt x="12654" y="11486"/>
                </a:lnTo>
                <a:lnTo>
                  <a:pt x="12362" y="11486"/>
                </a:lnTo>
                <a:lnTo>
                  <a:pt x="12070" y="11510"/>
                </a:lnTo>
                <a:lnTo>
                  <a:pt x="12045" y="11534"/>
                </a:lnTo>
                <a:lnTo>
                  <a:pt x="12045" y="11559"/>
                </a:lnTo>
                <a:lnTo>
                  <a:pt x="12045" y="11607"/>
                </a:lnTo>
                <a:lnTo>
                  <a:pt x="12070" y="11632"/>
                </a:lnTo>
                <a:lnTo>
                  <a:pt x="12678" y="11826"/>
                </a:lnTo>
                <a:lnTo>
                  <a:pt x="12970" y="11948"/>
                </a:lnTo>
                <a:lnTo>
                  <a:pt x="13262" y="12070"/>
                </a:lnTo>
                <a:lnTo>
                  <a:pt x="13481" y="12191"/>
                </a:lnTo>
                <a:lnTo>
                  <a:pt x="13627" y="12240"/>
                </a:lnTo>
                <a:lnTo>
                  <a:pt x="13749" y="12240"/>
                </a:lnTo>
                <a:lnTo>
                  <a:pt x="13505" y="12556"/>
                </a:lnTo>
                <a:lnTo>
                  <a:pt x="13189" y="12362"/>
                </a:lnTo>
                <a:lnTo>
                  <a:pt x="12605" y="12021"/>
                </a:lnTo>
                <a:lnTo>
                  <a:pt x="12289" y="11899"/>
                </a:lnTo>
                <a:lnTo>
                  <a:pt x="12143" y="11851"/>
                </a:lnTo>
                <a:lnTo>
                  <a:pt x="11972" y="11802"/>
                </a:lnTo>
                <a:lnTo>
                  <a:pt x="11924" y="11802"/>
                </a:lnTo>
                <a:lnTo>
                  <a:pt x="11899" y="11826"/>
                </a:lnTo>
                <a:lnTo>
                  <a:pt x="11875" y="11875"/>
                </a:lnTo>
                <a:lnTo>
                  <a:pt x="11899" y="11924"/>
                </a:lnTo>
                <a:lnTo>
                  <a:pt x="12070" y="12118"/>
                </a:lnTo>
                <a:lnTo>
                  <a:pt x="12264" y="12289"/>
                </a:lnTo>
                <a:lnTo>
                  <a:pt x="12483" y="12435"/>
                </a:lnTo>
                <a:lnTo>
                  <a:pt x="12727" y="12581"/>
                </a:lnTo>
                <a:lnTo>
                  <a:pt x="13140" y="12873"/>
                </a:lnTo>
                <a:lnTo>
                  <a:pt x="12800" y="13116"/>
                </a:lnTo>
                <a:lnTo>
                  <a:pt x="12629" y="12946"/>
                </a:lnTo>
                <a:lnTo>
                  <a:pt x="12435" y="12800"/>
                </a:lnTo>
                <a:lnTo>
                  <a:pt x="12289" y="12702"/>
                </a:lnTo>
                <a:lnTo>
                  <a:pt x="12143" y="12605"/>
                </a:lnTo>
                <a:lnTo>
                  <a:pt x="12045" y="12581"/>
                </a:lnTo>
                <a:lnTo>
                  <a:pt x="11972" y="12556"/>
                </a:lnTo>
                <a:lnTo>
                  <a:pt x="11875" y="12556"/>
                </a:lnTo>
                <a:lnTo>
                  <a:pt x="11802" y="12581"/>
                </a:lnTo>
                <a:lnTo>
                  <a:pt x="11753" y="12629"/>
                </a:lnTo>
                <a:lnTo>
                  <a:pt x="11753" y="12678"/>
                </a:lnTo>
                <a:lnTo>
                  <a:pt x="11802" y="12824"/>
                </a:lnTo>
                <a:lnTo>
                  <a:pt x="11875" y="12921"/>
                </a:lnTo>
                <a:lnTo>
                  <a:pt x="12118" y="13116"/>
                </a:lnTo>
                <a:lnTo>
                  <a:pt x="12240" y="13238"/>
                </a:lnTo>
                <a:lnTo>
                  <a:pt x="12362" y="13359"/>
                </a:lnTo>
                <a:lnTo>
                  <a:pt x="11997" y="13505"/>
                </a:lnTo>
                <a:lnTo>
                  <a:pt x="11826" y="13554"/>
                </a:lnTo>
                <a:lnTo>
                  <a:pt x="11680" y="13384"/>
                </a:lnTo>
                <a:lnTo>
                  <a:pt x="11510" y="13213"/>
                </a:lnTo>
                <a:lnTo>
                  <a:pt x="11315" y="13067"/>
                </a:lnTo>
                <a:lnTo>
                  <a:pt x="11121" y="12946"/>
                </a:lnTo>
                <a:lnTo>
                  <a:pt x="11072" y="12946"/>
                </a:lnTo>
                <a:lnTo>
                  <a:pt x="11023" y="12970"/>
                </a:lnTo>
                <a:lnTo>
                  <a:pt x="10999" y="12994"/>
                </a:lnTo>
                <a:lnTo>
                  <a:pt x="10999" y="13043"/>
                </a:lnTo>
                <a:lnTo>
                  <a:pt x="11072" y="13213"/>
                </a:lnTo>
                <a:lnTo>
                  <a:pt x="11145" y="13359"/>
                </a:lnTo>
                <a:lnTo>
                  <a:pt x="11364" y="13651"/>
                </a:lnTo>
                <a:lnTo>
                  <a:pt x="11169" y="13651"/>
                </a:lnTo>
                <a:lnTo>
                  <a:pt x="11072" y="13481"/>
                </a:lnTo>
                <a:lnTo>
                  <a:pt x="10999" y="13286"/>
                </a:lnTo>
                <a:lnTo>
                  <a:pt x="10950" y="13213"/>
                </a:lnTo>
                <a:lnTo>
                  <a:pt x="10877" y="13165"/>
                </a:lnTo>
                <a:lnTo>
                  <a:pt x="10780" y="13116"/>
                </a:lnTo>
                <a:lnTo>
                  <a:pt x="10731" y="13116"/>
                </a:lnTo>
                <a:lnTo>
                  <a:pt x="10707" y="13140"/>
                </a:lnTo>
                <a:lnTo>
                  <a:pt x="10658" y="13213"/>
                </a:lnTo>
                <a:lnTo>
                  <a:pt x="10634" y="13311"/>
                </a:lnTo>
                <a:lnTo>
                  <a:pt x="10634" y="13408"/>
                </a:lnTo>
                <a:lnTo>
                  <a:pt x="10658" y="13481"/>
                </a:lnTo>
                <a:lnTo>
                  <a:pt x="10683" y="13627"/>
                </a:lnTo>
                <a:lnTo>
                  <a:pt x="10415" y="13603"/>
                </a:lnTo>
                <a:lnTo>
                  <a:pt x="10172" y="13530"/>
                </a:lnTo>
                <a:lnTo>
                  <a:pt x="9904" y="13457"/>
                </a:lnTo>
                <a:lnTo>
                  <a:pt x="9661" y="13359"/>
                </a:lnTo>
                <a:lnTo>
                  <a:pt x="9442" y="13238"/>
                </a:lnTo>
                <a:lnTo>
                  <a:pt x="9198" y="13092"/>
                </a:lnTo>
                <a:lnTo>
                  <a:pt x="8979" y="12946"/>
                </a:lnTo>
                <a:lnTo>
                  <a:pt x="8785" y="12775"/>
                </a:lnTo>
                <a:lnTo>
                  <a:pt x="8590" y="12581"/>
                </a:lnTo>
                <a:lnTo>
                  <a:pt x="8420" y="12386"/>
                </a:lnTo>
                <a:lnTo>
                  <a:pt x="8249" y="12167"/>
                </a:lnTo>
                <a:lnTo>
                  <a:pt x="8103" y="11948"/>
                </a:lnTo>
                <a:lnTo>
                  <a:pt x="7957" y="11705"/>
                </a:lnTo>
                <a:lnTo>
                  <a:pt x="7836" y="11461"/>
                </a:lnTo>
                <a:lnTo>
                  <a:pt x="7738" y="11218"/>
                </a:lnTo>
                <a:lnTo>
                  <a:pt x="7665" y="10950"/>
                </a:lnTo>
                <a:lnTo>
                  <a:pt x="7592" y="10610"/>
                </a:lnTo>
                <a:lnTo>
                  <a:pt x="7568" y="10245"/>
                </a:lnTo>
                <a:lnTo>
                  <a:pt x="7568" y="9880"/>
                </a:lnTo>
                <a:lnTo>
                  <a:pt x="7617" y="9539"/>
                </a:lnTo>
                <a:lnTo>
                  <a:pt x="7714" y="9174"/>
                </a:lnTo>
                <a:lnTo>
                  <a:pt x="7811" y="8834"/>
                </a:lnTo>
                <a:lnTo>
                  <a:pt x="7957" y="8517"/>
                </a:lnTo>
                <a:lnTo>
                  <a:pt x="8152" y="8201"/>
                </a:lnTo>
                <a:lnTo>
                  <a:pt x="8274" y="8006"/>
                </a:lnTo>
                <a:lnTo>
                  <a:pt x="8444" y="7812"/>
                </a:lnTo>
                <a:lnTo>
                  <a:pt x="8590" y="7641"/>
                </a:lnTo>
                <a:lnTo>
                  <a:pt x="8785" y="7471"/>
                </a:lnTo>
                <a:lnTo>
                  <a:pt x="9150" y="7179"/>
                </a:lnTo>
                <a:lnTo>
                  <a:pt x="9539" y="6936"/>
                </a:lnTo>
                <a:lnTo>
                  <a:pt x="9588" y="6984"/>
                </a:lnTo>
                <a:lnTo>
                  <a:pt x="9661" y="7033"/>
                </a:lnTo>
                <a:lnTo>
                  <a:pt x="9758" y="7057"/>
                </a:lnTo>
                <a:lnTo>
                  <a:pt x="9855" y="7033"/>
                </a:lnTo>
                <a:lnTo>
                  <a:pt x="10074" y="6960"/>
                </a:lnTo>
                <a:lnTo>
                  <a:pt x="10318" y="6911"/>
                </a:lnTo>
                <a:lnTo>
                  <a:pt x="10561" y="6863"/>
                </a:lnTo>
                <a:lnTo>
                  <a:pt x="10804" y="6863"/>
                </a:lnTo>
                <a:lnTo>
                  <a:pt x="11048" y="6838"/>
                </a:lnTo>
                <a:close/>
                <a:moveTo>
                  <a:pt x="2166" y="12410"/>
                </a:moveTo>
                <a:lnTo>
                  <a:pt x="2385" y="12435"/>
                </a:lnTo>
                <a:lnTo>
                  <a:pt x="2556" y="12483"/>
                </a:lnTo>
                <a:lnTo>
                  <a:pt x="2726" y="12605"/>
                </a:lnTo>
                <a:lnTo>
                  <a:pt x="2872" y="12727"/>
                </a:lnTo>
                <a:lnTo>
                  <a:pt x="3018" y="12897"/>
                </a:lnTo>
                <a:lnTo>
                  <a:pt x="3140" y="13092"/>
                </a:lnTo>
                <a:lnTo>
                  <a:pt x="2312" y="13530"/>
                </a:lnTo>
                <a:lnTo>
                  <a:pt x="2166" y="13603"/>
                </a:lnTo>
                <a:lnTo>
                  <a:pt x="1947" y="13773"/>
                </a:lnTo>
                <a:lnTo>
                  <a:pt x="1826" y="13846"/>
                </a:lnTo>
                <a:lnTo>
                  <a:pt x="1753" y="13943"/>
                </a:lnTo>
                <a:lnTo>
                  <a:pt x="1728" y="14041"/>
                </a:lnTo>
                <a:lnTo>
                  <a:pt x="1753" y="14065"/>
                </a:lnTo>
                <a:lnTo>
                  <a:pt x="1777" y="14089"/>
                </a:lnTo>
                <a:lnTo>
                  <a:pt x="1899" y="14162"/>
                </a:lnTo>
                <a:lnTo>
                  <a:pt x="2045" y="14162"/>
                </a:lnTo>
                <a:lnTo>
                  <a:pt x="2191" y="14114"/>
                </a:lnTo>
                <a:lnTo>
                  <a:pt x="2337" y="14065"/>
                </a:lnTo>
                <a:lnTo>
                  <a:pt x="2629" y="13919"/>
                </a:lnTo>
                <a:lnTo>
                  <a:pt x="2872" y="13773"/>
                </a:lnTo>
                <a:lnTo>
                  <a:pt x="3334" y="13530"/>
                </a:lnTo>
                <a:lnTo>
                  <a:pt x="3407" y="13895"/>
                </a:lnTo>
                <a:lnTo>
                  <a:pt x="3432" y="14235"/>
                </a:lnTo>
                <a:lnTo>
                  <a:pt x="3407" y="14381"/>
                </a:lnTo>
                <a:lnTo>
                  <a:pt x="3383" y="14552"/>
                </a:lnTo>
                <a:lnTo>
                  <a:pt x="3334" y="14698"/>
                </a:lnTo>
                <a:lnTo>
                  <a:pt x="3261" y="14819"/>
                </a:lnTo>
                <a:lnTo>
                  <a:pt x="3188" y="14941"/>
                </a:lnTo>
                <a:lnTo>
                  <a:pt x="3067" y="15063"/>
                </a:lnTo>
                <a:lnTo>
                  <a:pt x="2969" y="15160"/>
                </a:lnTo>
                <a:lnTo>
                  <a:pt x="2848" y="15233"/>
                </a:lnTo>
                <a:lnTo>
                  <a:pt x="2702" y="15330"/>
                </a:lnTo>
                <a:lnTo>
                  <a:pt x="2580" y="15379"/>
                </a:lnTo>
                <a:lnTo>
                  <a:pt x="2288" y="15476"/>
                </a:lnTo>
                <a:lnTo>
                  <a:pt x="2118" y="15476"/>
                </a:lnTo>
                <a:lnTo>
                  <a:pt x="1972" y="15501"/>
                </a:lnTo>
                <a:lnTo>
                  <a:pt x="1826" y="15476"/>
                </a:lnTo>
                <a:lnTo>
                  <a:pt x="1655" y="15452"/>
                </a:lnTo>
                <a:lnTo>
                  <a:pt x="1509" y="15403"/>
                </a:lnTo>
                <a:lnTo>
                  <a:pt x="1363" y="15355"/>
                </a:lnTo>
                <a:lnTo>
                  <a:pt x="1242" y="15282"/>
                </a:lnTo>
                <a:lnTo>
                  <a:pt x="1120" y="15184"/>
                </a:lnTo>
                <a:lnTo>
                  <a:pt x="1023" y="15087"/>
                </a:lnTo>
                <a:lnTo>
                  <a:pt x="925" y="14965"/>
                </a:lnTo>
                <a:lnTo>
                  <a:pt x="779" y="14722"/>
                </a:lnTo>
                <a:lnTo>
                  <a:pt x="658" y="14430"/>
                </a:lnTo>
                <a:lnTo>
                  <a:pt x="609" y="14138"/>
                </a:lnTo>
                <a:lnTo>
                  <a:pt x="609" y="13822"/>
                </a:lnTo>
                <a:lnTo>
                  <a:pt x="658" y="13530"/>
                </a:lnTo>
                <a:lnTo>
                  <a:pt x="706" y="13384"/>
                </a:lnTo>
                <a:lnTo>
                  <a:pt x="779" y="13238"/>
                </a:lnTo>
                <a:lnTo>
                  <a:pt x="852" y="13092"/>
                </a:lnTo>
                <a:lnTo>
                  <a:pt x="950" y="12970"/>
                </a:lnTo>
                <a:lnTo>
                  <a:pt x="1193" y="12727"/>
                </a:lnTo>
                <a:lnTo>
                  <a:pt x="1436" y="12532"/>
                </a:lnTo>
                <a:lnTo>
                  <a:pt x="1509" y="12581"/>
                </a:lnTo>
                <a:lnTo>
                  <a:pt x="1582" y="12605"/>
                </a:lnTo>
                <a:lnTo>
                  <a:pt x="1655" y="12605"/>
                </a:lnTo>
                <a:lnTo>
                  <a:pt x="1728" y="12581"/>
                </a:lnTo>
                <a:lnTo>
                  <a:pt x="1972" y="12459"/>
                </a:lnTo>
                <a:lnTo>
                  <a:pt x="2166" y="12410"/>
                </a:lnTo>
                <a:close/>
                <a:moveTo>
                  <a:pt x="10950" y="17496"/>
                </a:moveTo>
                <a:lnTo>
                  <a:pt x="11194" y="17569"/>
                </a:lnTo>
                <a:lnTo>
                  <a:pt x="11413" y="17666"/>
                </a:lnTo>
                <a:lnTo>
                  <a:pt x="11632" y="17812"/>
                </a:lnTo>
                <a:lnTo>
                  <a:pt x="11802" y="17958"/>
                </a:lnTo>
                <a:lnTo>
                  <a:pt x="11948" y="18153"/>
                </a:lnTo>
                <a:lnTo>
                  <a:pt x="12094" y="18372"/>
                </a:lnTo>
                <a:lnTo>
                  <a:pt x="12167" y="18615"/>
                </a:lnTo>
                <a:lnTo>
                  <a:pt x="12240" y="18883"/>
                </a:lnTo>
                <a:lnTo>
                  <a:pt x="12240" y="19077"/>
                </a:lnTo>
                <a:lnTo>
                  <a:pt x="12240" y="19248"/>
                </a:lnTo>
                <a:lnTo>
                  <a:pt x="12216" y="19418"/>
                </a:lnTo>
                <a:lnTo>
                  <a:pt x="12167" y="19588"/>
                </a:lnTo>
                <a:lnTo>
                  <a:pt x="12094" y="19734"/>
                </a:lnTo>
                <a:lnTo>
                  <a:pt x="12021" y="19880"/>
                </a:lnTo>
                <a:lnTo>
                  <a:pt x="11924" y="20002"/>
                </a:lnTo>
                <a:lnTo>
                  <a:pt x="11826" y="20124"/>
                </a:lnTo>
                <a:lnTo>
                  <a:pt x="11705" y="20245"/>
                </a:lnTo>
                <a:lnTo>
                  <a:pt x="11559" y="20343"/>
                </a:lnTo>
                <a:lnTo>
                  <a:pt x="11413" y="20416"/>
                </a:lnTo>
                <a:lnTo>
                  <a:pt x="11267" y="20489"/>
                </a:lnTo>
                <a:lnTo>
                  <a:pt x="11121" y="20562"/>
                </a:lnTo>
                <a:lnTo>
                  <a:pt x="10950" y="20610"/>
                </a:lnTo>
                <a:lnTo>
                  <a:pt x="10780" y="20635"/>
                </a:lnTo>
                <a:lnTo>
                  <a:pt x="10610" y="20659"/>
                </a:lnTo>
                <a:lnTo>
                  <a:pt x="10439" y="20635"/>
                </a:lnTo>
                <a:lnTo>
                  <a:pt x="10293" y="20610"/>
                </a:lnTo>
                <a:lnTo>
                  <a:pt x="10147" y="20586"/>
                </a:lnTo>
                <a:lnTo>
                  <a:pt x="10001" y="20513"/>
                </a:lnTo>
                <a:lnTo>
                  <a:pt x="9855" y="20464"/>
                </a:lnTo>
                <a:lnTo>
                  <a:pt x="9734" y="20367"/>
                </a:lnTo>
                <a:lnTo>
                  <a:pt x="9612" y="20270"/>
                </a:lnTo>
                <a:lnTo>
                  <a:pt x="9515" y="20148"/>
                </a:lnTo>
                <a:lnTo>
                  <a:pt x="9320" y="19905"/>
                </a:lnTo>
                <a:lnTo>
                  <a:pt x="9198" y="19637"/>
                </a:lnTo>
                <a:lnTo>
                  <a:pt x="9101" y="19345"/>
                </a:lnTo>
                <a:lnTo>
                  <a:pt x="9101" y="19175"/>
                </a:lnTo>
                <a:lnTo>
                  <a:pt x="9077" y="19029"/>
                </a:lnTo>
                <a:lnTo>
                  <a:pt x="9101" y="18883"/>
                </a:lnTo>
                <a:lnTo>
                  <a:pt x="9125" y="18712"/>
                </a:lnTo>
                <a:lnTo>
                  <a:pt x="9174" y="18566"/>
                </a:lnTo>
                <a:lnTo>
                  <a:pt x="9247" y="18420"/>
                </a:lnTo>
                <a:lnTo>
                  <a:pt x="9417" y="18177"/>
                </a:lnTo>
                <a:lnTo>
                  <a:pt x="9612" y="17934"/>
                </a:lnTo>
                <a:lnTo>
                  <a:pt x="9782" y="17812"/>
                </a:lnTo>
                <a:lnTo>
                  <a:pt x="9953" y="17690"/>
                </a:lnTo>
                <a:lnTo>
                  <a:pt x="10147" y="17617"/>
                </a:lnTo>
                <a:lnTo>
                  <a:pt x="10342" y="17544"/>
                </a:lnTo>
                <a:lnTo>
                  <a:pt x="10342" y="17544"/>
                </a:lnTo>
                <a:lnTo>
                  <a:pt x="10318" y="18323"/>
                </a:lnTo>
                <a:lnTo>
                  <a:pt x="10342" y="18688"/>
                </a:lnTo>
                <a:lnTo>
                  <a:pt x="10342" y="18883"/>
                </a:lnTo>
                <a:lnTo>
                  <a:pt x="10391" y="19053"/>
                </a:lnTo>
                <a:lnTo>
                  <a:pt x="10439" y="19150"/>
                </a:lnTo>
                <a:lnTo>
                  <a:pt x="10488" y="19199"/>
                </a:lnTo>
                <a:lnTo>
                  <a:pt x="10561" y="19223"/>
                </a:lnTo>
                <a:lnTo>
                  <a:pt x="10707" y="19223"/>
                </a:lnTo>
                <a:lnTo>
                  <a:pt x="10756" y="19199"/>
                </a:lnTo>
                <a:lnTo>
                  <a:pt x="10829" y="19150"/>
                </a:lnTo>
                <a:lnTo>
                  <a:pt x="10853" y="19053"/>
                </a:lnTo>
                <a:lnTo>
                  <a:pt x="10926" y="18688"/>
                </a:lnTo>
                <a:lnTo>
                  <a:pt x="10950" y="18299"/>
                </a:lnTo>
                <a:lnTo>
                  <a:pt x="10950" y="17885"/>
                </a:lnTo>
                <a:lnTo>
                  <a:pt x="10950" y="17496"/>
                </a:lnTo>
                <a:close/>
                <a:moveTo>
                  <a:pt x="17861" y="1"/>
                </a:moveTo>
                <a:lnTo>
                  <a:pt x="17715" y="25"/>
                </a:lnTo>
                <a:lnTo>
                  <a:pt x="17447" y="98"/>
                </a:lnTo>
                <a:lnTo>
                  <a:pt x="17204" y="171"/>
                </a:lnTo>
                <a:lnTo>
                  <a:pt x="17009" y="293"/>
                </a:lnTo>
                <a:lnTo>
                  <a:pt x="16839" y="415"/>
                </a:lnTo>
                <a:lnTo>
                  <a:pt x="16668" y="585"/>
                </a:lnTo>
                <a:lnTo>
                  <a:pt x="16522" y="755"/>
                </a:lnTo>
                <a:lnTo>
                  <a:pt x="16401" y="950"/>
                </a:lnTo>
                <a:lnTo>
                  <a:pt x="16303" y="1145"/>
                </a:lnTo>
                <a:lnTo>
                  <a:pt x="16230" y="1363"/>
                </a:lnTo>
                <a:lnTo>
                  <a:pt x="16157" y="1558"/>
                </a:lnTo>
                <a:lnTo>
                  <a:pt x="16109" y="1801"/>
                </a:lnTo>
                <a:lnTo>
                  <a:pt x="16084" y="2020"/>
                </a:lnTo>
                <a:lnTo>
                  <a:pt x="16084" y="2239"/>
                </a:lnTo>
                <a:lnTo>
                  <a:pt x="16109" y="2483"/>
                </a:lnTo>
                <a:lnTo>
                  <a:pt x="16157" y="2702"/>
                </a:lnTo>
                <a:lnTo>
                  <a:pt x="16206" y="2921"/>
                </a:lnTo>
                <a:lnTo>
                  <a:pt x="16352" y="3334"/>
                </a:lnTo>
                <a:lnTo>
                  <a:pt x="16449" y="3578"/>
                </a:lnTo>
                <a:lnTo>
                  <a:pt x="16571" y="3821"/>
                </a:lnTo>
                <a:lnTo>
                  <a:pt x="16206" y="4259"/>
                </a:lnTo>
                <a:lnTo>
                  <a:pt x="15792" y="4697"/>
                </a:lnTo>
                <a:lnTo>
                  <a:pt x="15062" y="5378"/>
                </a:lnTo>
                <a:lnTo>
                  <a:pt x="14308" y="6060"/>
                </a:lnTo>
                <a:lnTo>
                  <a:pt x="13773" y="6522"/>
                </a:lnTo>
                <a:lnTo>
                  <a:pt x="13651" y="6644"/>
                </a:lnTo>
                <a:lnTo>
                  <a:pt x="13530" y="6765"/>
                </a:lnTo>
                <a:lnTo>
                  <a:pt x="13432" y="6911"/>
                </a:lnTo>
                <a:lnTo>
                  <a:pt x="13384" y="7057"/>
                </a:lnTo>
                <a:lnTo>
                  <a:pt x="13043" y="6838"/>
                </a:lnTo>
                <a:lnTo>
                  <a:pt x="12678" y="6644"/>
                </a:lnTo>
                <a:lnTo>
                  <a:pt x="12289" y="6498"/>
                </a:lnTo>
                <a:lnTo>
                  <a:pt x="11899" y="6400"/>
                </a:lnTo>
                <a:lnTo>
                  <a:pt x="11510" y="6303"/>
                </a:lnTo>
                <a:lnTo>
                  <a:pt x="11096" y="6279"/>
                </a:lnTo>
                <a:lnTo>
                  <a:pt x="10683" y="6279"/>
                </a:lnTo>
                <a:lnTo>
                  <a:pt x="10269" y="6327"/>
                </a:lnTo>
                <a:lnTo>
                  <a:pt x="10245" y="6303"/>
                </a:lnTo>
                <a:lnTo>
                  <a:pt x="9977" y="6303"/>
                </a:lnTo>
                <a:lnTo>
                  <a:pt x="9758" y="6352"/>
                </a:lnTo>
                <a:lnTo>
                  <a:pt x="9563" y="6400"/>
                </a:lnTo>
                <a:lnTo>
                  <a:pt x="9369" y="6473"/>
                </a:lnTo>
                <a:lnTo>
                  <a:pt x="9174" y="6546"/>
                </a:lnTo>
                <a:lnTo>
                  <a:pt x="8979" y="6668"/>
                </a:lnTo>
                <a:lnTo>
                  <a:pt x="8639" y="6911"/>
                </a:lnTo>
                <a:lnTo>
                  <a:pt x="8468" y="6668"/>
                </a:lnTo>
                <a:lnTo>
                  <a:pt x="8274" y="6425"/>
                </a:lnTo>
                <a:lnTo>
                  <a:pt x="7884" y="5987"/>
                </a:lnTo>
                <a:lnTo>
                  <a:pt x="6838" y="4770"/>
                </a:lnTo>
                <a:lnTo>
                  <a:pt x="6984" y="4648"/>
                </a:lnTo>
                <a:lnTo>
                  <a:pt x="7106" y="4502"/>
                </a:lnTo>
                <a:lnTo>
                  <a:pt x="7252" y="4308"/>
                </a:lnTo>
                <a:lnTo>
                  <a:pt x="7349" y="4113"/>
                </a:lnTo>
                <a:lnTo>
                  <a:pt x="7398" y="3894"/>
                </a:lnTo>
                <a:lnTo>
                  <a:pt x="7446" y="3675"/>
                </a:lnTo>
                <a:lnTo>
                  <a:pt x="7446" y="3456"/>
                </a:lnTo>
                <a:lnTo>
                  <a:pt x="7446" y="3213"/>
                </a:lnTo>
                <a:lnTo>
                  <a:pt x="7422" y="2994"/>
                </a:lnTo>
                <a:lnTo>
                  <a:pt x="7373" y="2775"/>
                </a:lnTo>
                <a:lnTo>
                  <a:pt x="7252" y="2312"/>
                </a:lnTo>
                <a:lnTo>
                  <a:pt x="7154" y="2093"/>
                </a:lnTo>
                <a:lnTo>
                  <a:pt x="7057" y="1899"/>
                </a:lnTo>
                <a:lnTo>
                  <a:pt x="6936" y="1704"/>
                </a:lnTo>
                <a:lnTo>
                  <a:pt x="6814" y="1509"/>
                </a:lnTo>
                <a:lnTo>
                  <a:pt x="6644" y="1339"/>
                </a:lnTo>
                <a:lnTo>
                  <a:pt x="6473" y="1193"/>
                </a:lnTo>
                <a:lnTo>
                  <a:pt x="6254" y="1072"/>
                </a:lnTo>
                <a:lnTo>
                  <a:pt x="6035" y="1023"/>
                </a:lnTo>
                <a:lnTo>
                  <a:pt x="5792" y="999"/>
                </a:lnTo>
                <a:lnTo>
                  <a:pt x="5573" y="1047"/>
                </a:lnTo>
                <a:lnTo>
                  <a:pt x="5354" y="999"/>
                </a:lnTo>
                <a:lnTo>
                  <a:pt x="5135" y="999"/>
                </a:lnTo>
                <a:lnTo>
                  <a:pt x="4940" y="1047"/>
                </a:lnTo>
                <a:lnTo>
                  <a:pt x="4770" y="1096"/>
                </a:lnTo>
                <a:lnTo>
                  <a:pt x="4575" y="1193"/>
                </a:lnTo>
                <a:lnTo>
                  <a:pt x="4429" y="1290"/>
                </a:lnTo>
                <a:lnTo>
                  <a:pt x="4259" y="1436"/>
                </a:lnTo>
                <a:lnTo>
                  <a:pt x="4113" y="1582"/>
                </a:lnTo>
                <a:lnTo>
                  <a:pt x="3991" y="1753"/>
                </a:lnTo>
                <a:lnTo>
                  <a:pt x="3870" y="1923"/>
                </a:lnTo>
                <a:lnTo>
                  <a:pt x="3772" y="2118"/>
                </a:lnTo>
                <a:lnTo>
                  <a:pt x="3675" y="2288"/>
                </a:lnTo>
                <a:lnTo>
                  <a:pt x="3602" y="2507"/>
                </a:lnTo>
                <a:lnTo>
                  <a:pt x="3529" y="2702"/>
                </a:lnTo>
                <a:lnTo>
                  <a:pt x="3505" y="2896"/>
                </a:lnTo>
                <a:lnTo>
                  <a:pt x="3480" y="3091"/>
                </a:lnTo>
                <a:lnTo>
                  <a:pt x="3456" y="3334"/>
                </a:lnTo>
                <a:lnTo>
                  <a:pt x="3480" y="3578"/>
                </a:lnTo>
                <a:lnTo>
                  <a:pt x="3529" y="3821"/>
                </a:lnTo>
                <a:lnTo>
                  <a:pt x="3578" y="4016"/>
                </a:lnTo>
                <a:lnTo>
                  <a:pt x="3675" y="4235"/>
                </a:lnTo>
                <a:lnTo>
                  <a:pt x="3772" y="4405"/>
                </a:lnTo>
                <a:lnTo>
                  <a:pt x="3894" y="4575"/>
                </a:lnTo>
                <a:lnTo>
                  <a:pt x="4040" y="4721"/>
                </a:lnTo>
                <a:lnTo>
                  <a:pt x="4210" y="4867"/>
                </a:lnTo>
                <a:lnTo>
                  <a:pt x="4381" y="4965"/>
                </a:lnTo>
                <a:lnTo>
                  <a:pt x="4575" y="5062"/>
                </a:lnTo>
                <a:lnTo>
                  <a:pt x="4770" y="5135"/>
                </a:lnTo>
                <a:lnTo>
                  <a:pt x="4989" y="5208"/>
                </a:lnTo>
                <a:lnTo>
                  <a:pt x="5232" y="5232"/>
                </a:lnTo>
                <a:lnTo>
                  <a:pt x="5719" y="5232"/>
                </a:lnTo>
                <a:lnTo>
                  <a:pt x="5889" y="5184"/>
                </a:lnTo>
                <a:lnTo>
                  <a:pt x="6084" y="5159"/>
                </a:lnTo>
                <a:lnTo>
                  <a:pt x="6400" y="5038"/>
                </a:lnTo>
                <a:lnTo>
                  <a:pt x="6838" y="5573"/>
                </a:lnTo>
                <a:lnTo>
                  <a:pt x="7276" y="6084"/>
                </a:lnTo>
                <a:lnTo>
                  <a:pt x="7738" y="6692"/>
                </a:lnTo>
                <a:lnTo>
                  <a:pt x="7982" y="6984"/>
                </a:lnTo>
                <a:lnTo>
                  <a:pt x="8103" y="7106"/>
                </a:lnTo>
                <a:lnTo>
                  <a:pt x="8249" y="7228"/>
                </a:lnTo>
                <a:lnTo>
                  <a:pt x="7982" y="7520"/>
                </a:lnTo>
                <a:lnTo>
                  <a:pt x="7738" y="7812"/>
                </a:lnTo>
                <a:lnTo>
                  <a:pt x="7519" y="8152"/>
                </a:lnTo>
                <a:lnTo>
                  <a:pt x="7325" y="8517"/>
                </a:lnTo>
                <a:lnTo>
                  <a:pt x="7179" y="8907"/>
                </a:lnTo>
                <a:lnTo>
                  <a:pt x="7081" y="9320"/>
                </a:lnTo>
                <a:lnTo>
                  <a:pt x="7009" y="9734"/>
                </a:lnTo>
                <a:lnTo>
                  <a:pt x="7009" y="10147"/>
                </a:lnTo>
                <a:lnTo>
                  <a:pt x="7009" y="10561"/>
                </a:lnTo>
                <a:lnTo>
                  <a:pt x="7081" y="10975"/>
                </a:lnTo>
                <a:lnTo>
                  <a:pt x="7154" y="11340"/>
                </a:lnTo>
                <a:lnTo>
                  <a:pt x="6984" y="11364"/>
                </a:lnTo>
                <a:lnTo>
                  <a:pt x="6814" y="11413"/>
                </a:lnTo>
                <a:lnTo>
                  <a:pt x="6449" y="11559"/>
                </a:lnTo>
                <a:lnTo>
                  <a:pt x="5792" y="11851"/>
                </a:lnTo>
                <a:lnTo>
                  <a:pt x="4916" y="12216"/>
                </a:lnTo>
                <a:lnTo>
                  <a:pt x="4064" y="12605"/>
                </a:lnTo>
                <a:lnTo>
                  <a:pt x="3602" y="12848"/>
                </a:lnTo>
                <a:lnTo>
                  <a:pt x="3432" y="12629"/>
                </a:lnTo>
                <a:lnTo>
                  <a:pt x="3261" y="12435"/>
                </a:lnTo>
                <a:lnTo>
                  <a:pt x="3091" y="12264"/>
                </a:lnTo>
                <a:lnTo>
                  <a:pt x="2872" y="12118"/>
                </a:lnTo>
                <a:lnTo>
                  <a:pt x="2653" y="12021"/>
                </a:lnTo>
                <a:lnTo>
                  <a:pt x="2434" y="11948"/>
                </a:lnTo>
                <a:lnTo>
                  <a:pt x="2191" y="11924"/>
                </a:lnTo>
                <a:lnTo>
                  <a:pt x="1923" y="11948"/>
                </a:lnTo>
                <a:lnTo>
                  <a:pt x="1777" y="11924"/>
                </a:lnTo>
                <a:lnTo>
                  <a:pt x="1631" y="11948"/>
                </a:lnTo>
                <a:lnTo>
                  <a:pt x="1461" y="11972"/>
                </a:lnTo>
                <a:lnTo>
                  <a:pt x="1315" y="12045"/>
                </a:lnTo>
                <a:lnTo>
                  <a:pt x="1023" y="12191"/>
                </a:lnTo>
                <a:lnTo>
                  <a:pt x="804" y="12386"/>
                </a:lnTo>
                <a:lnTo>
                  <a:pt x="633" y="12532"/>
                </a:lnTo>
                <a:lnTo>
                  <a:pt x="487" y="12678"/>
                </a:lnTo>
                <a:lnTo>
                  <a:pt x="366" y="12848"/>
                </a:lnTo>
                <a:lnTo>
                  <a:pt x="268" y="13043"/>
                </a:lnTo>
                <a:lnTo>
                  <a:pt x="171" y="13238"/>
                </a:lnTo>
                <a:lnTo>
                  <a:pt x="98" y="13432"/>
                </a:lnTo>
                <a:lnTo>
                  <a:pt x="49" y="13651"/>
                </a:lnTo>
                <a:lnTo>
                  <a:pt x="25" y="13846"/>
                </a:lnTo>
                <a:lnTo>
                  <a:pt x="1" y="14089"/>
                </a:lnTo>
                <a:lnTo>
                  <a:pt x="25" y="14308"/>
                </a:lnTo>
                <a:lnTo>
                  <a:pt x="74" y="14503"/>
                </a:lnTo>
                <a:lnTo>
                  <a:pt x="122" y="14722"/>
                </a:lnTo>
                <a:lnTo>
                  <a:pt x="195" y="14917"/>
                </a:lnTo>
                <a:lnTo>
                  <a:pt x="317" y="15087"/>
                </a:lnTo>
                <a:lnTo>
                  <a:pt x="439" y="15257"/>
                </a:lnTo>
                <a:lnTo>
                  <a:pt x="560" y="15428"/>
                </a:lnTo>
                <a:lnTo>
                  <a:pt x="706" y="15574"/>
                </a:lnTo>
                <a:lnTo>
                  <a:pt x="877" y="15695"/>
                </a:lnTo>
                <a:lnTo>
                  <a:pt x="1071" y="15817"/>
                </a:lnTo>
                <a:lnTo>
                  <a:pt x="1242" y="15914"/>
                </a:lnTo>
                <a:lnTo>
                  <a:pt x="1436" y="15987"/>
                </a:lnTo>
                <a:lnTo>
                  <a:pt x="1655" y="16036"/>
                </a:lnTo>
                <a:lnTo>
                  <a:pt x="1850" y="16085"/>
                </a:lnTo>
                <a:lnTo>
                  <a:pt x="2312" y="16085"/>
                </a:lnTo>
                <a:lnTo>
                  <a:pt x="2531" y="16036"/>
                </a:lnTo>
                <a:lnTo>
                  <a:pt x="2726" y="15963"/>
                </a:lnTo>
                <a:lnTo>
                  <a:pt x="2921" y="15890"/>
                </a:lnTo>
                <a:lnTo>
                  <a:pt x="3091" y="15793"/>
                </a:lnTo>
                <a:lnTo>
                  <a:pt x="3237" y="15671"/>
                </a:lnTo>
                <a:lnTo>
                  <a:pt x="3383" y="15525"/>
                </a:lnTo>
                <a:lnTo>
                  <a:pt x="3529" y="15355"/>
                </a:lnTo>
                <a:lnTo>
                  <a:pt x="3626" y="15184"/>
                </a:lnTo>
                <a:lnTo>
                  <a:pt x="3724" y="15014"/>
                </a:lnTo>
                <a:lnTo>
                  <a:pt x="3797" y="14819"/>
                </a:lnTo>
                <a:lnTo>
                  <a:pt x="3870" y="14625"/>
                </a:lnTo>
                <a:lnTo>
                  <a:pt x="3918" y="14406"/>
                </a:lnTo>
                <a:lnTo>
                  <a:pt x="3918" y="14211"/>
                </a:lnTo>
                <a:lnTo>
                  <a:pt x="3943" y="13992"/>
                </a:lnTo>
                <a:lnTo>
                  <a:pt x="3918" y="13773"/>
                </a:lnTo>
                <a:lnTo>
                  <a:pt x="3870" y="13530"/>
                </a:lnTo>
                <a:lnTo>
                  <a:pt x="3797" y="13311"/>
                </a:lnTo>
                <a:lnTo>
                  <a:pt x="4502" y="12970"/>
                </a:lnTo>
                <a:lnTo>
                  <a:pt x="5378" y="12581"/>
                </a:lnTo>
                <a:lnTo>
                  <a:pt x="6254" y="12216"/>
                </a:lnTo>
                <a:lnTo>
                  <a:pt x="6522" y="12118"/>
                </a:lnTo>
                <a:lnTo>
                  <a:pt x="6790" y="12021"/>
                </a:lnTo>
                <a:lnTo>
                  <a:pt x="7081" y="11924"/>
                </a:lnTo>
                <a:lnTo>
                  <a:pt x="7203" y="11851"/>
                </a:lnTo>
                <a:lnTo>
                  <a:pt x="7325" y="11778"/>
                </a:lnTo>
                <a:lnTo>
                  <a:pt x="7422" y="12021"/>
                </a:lnTo>
                <a:lnTo>
                  <a:pt x="7544" y="12240"/>
                </a:lnTo>
                <a:lnTo>
                  <a:pt x="7690" y="12459"/>
                </a:lnTo>
                <a:lnTo>
                  <a:pt x="7836" y="12678"/>
                </a:lnTo>
                <a:lnTo>
                  <a:pt x="8006" y="12873"/>
                </a:lnTo>
                <a:lnTo>
                  <a:pt x="8176" y="13043"/>
                </a:lnTo>
                <a:lnTo>
                  <a:pt x="8371" y="13213"/>
                </a:lnTo>
                <a:lnTo>
                  <a:pt x="8566" y="13384"/>
                </a:lnTo>
                <a:lnTo>
                  <a:pt x="8785" y="13530"/>
                </a:lnTo>
                <a:lnTo>
                  <a:pt x="9004" y="13651"/>
                </a:lnTo>
                <a:lnTo>
                  <a:pt x="9223" y="13773"/>
                </a:lnTo>
                <a:lnTo>
                  <a:pt x="9466" y="13870"/>
                </a:lnTo>
                <a:lnTo>
                  <a:pt x="9685" y="13968"/>
                </a:lnTo>
                <a:lnTo>
                  <a:pt x="9928" y="14041"/>
                </a:lnTo>
                <a:lnTo>
                  <a:pt x="10196" y="14114"/>
                </a:lnTo>
                <a:lnTo>
                  <a:pt x="10439" y="14162"/>
                </a:lnTo>
                <a:lnTo>
                  <a:pt x="10391" y="14308"/>
                </a:lnTo>
                <a:lnTo>
                  <a:pt x="10366" y="14454"/>
                </a:lnTo>
                <a:lnTo>
                  <a:pt x="10342" y="14844"/>
                </a:lnTo>
                <a:lnTo>
                  <a:pt x="10342" y="15209"/>
                </a:lnTo>
                <a:lnTo>
                  <a:pt x="10342" y="15963"/>
                </a:lnTo>
                <a:lnTo>
                  <a:pt x="10342" y="16936"/>
                </a:lnTo>
                <a:lnTo>
                  <a:pt x="10220" y="16961"/>
                </a:lnTo>
                <a:lnTo>
                  <a:pt x="10147" y="16985"/>
                </a:lnTo>
                <a:lnTo>
                  <a:pt x="10099" y="17034"/>
                </a:lnTo>
                <a:lnTo>
                  <a:pt x="10074" y="17082"/>
                </a:lnTo>
                <a:lnTo>
                  <a:pt x="10050" y="17155"/>
                </a:lnTo>
                <a:lnTo>
                  <a:pt x="9758" y="17253"/>
                </a:lnTo>
                <a:lnTo>
                  <a:pt x="9490" y="17399"/>
                </a:lnTo>
                <a:lnTo>
                  <a:pt x="9247" y="17569"/>
                </a:lnTo>
                <a:lnTo>
                  <a:pt x="9028" y="17763"/>
                </a:lnTo>
                <a:lnTo>
                  <a:pt x="8833" y="18007"/>
                </a:lnTo>
                <a:lnTo>
                  <a:pt x="8687" y="18299"/>
                </a:lnTo>
                <a:lnTo>
                  <a:pt x="8590" y="18591"/>
                </a:lnTo>
                <a:lnTo>
                  <a:pt x="8517" y="18907"/>
                </a:lnTo>
                <a:lnTo>
                  <a:pt x="8517" y="19126"/>
                </a:lnTo>
                <a:lnTo>
                  <a:pt x="8517" y="19345"/>
                </a:lnTo>
                <a:lnTo>
                  <a:pt x="8566" y="19564"/>
                </a:lnTo>
                <a:lnTo>
                  <a:pt x="8614" y="19783"/>
                </a:lnTo>
                <a:lnTo>
                  <a:pt x="8712" y="19978"/>
                </a:lnTo>
                <a:lnTo>
                  <a:pt x="8809" y="20172"/>
                </a:lnTo>
                <a:lnTo>
                  <a:pt x="8931" y="20343"/>
                </a:lnTo>
                <a:lnTo>
                  <a:pt x="9052" y="20513"/>
                </a:lnTo>
                <a:lnTo>
                  <a:pt x="9198" y="20659"/>
                </a:lnTo>
                <a:lnTo>
                  <a:pt x="9369" y="20805"/>
                </a:lnTo>
                <a:lnTo>
                  <a:pt x="9563" y="20927"/>
                </a:lnTo>
                <a:lnTo>
                  <a:pt x="9758" y="21024"/>
                </a:lnTo>
                <a:lnTo>
                  <a:pt x="9953" y="21121"/>
                </a:lnTo>
                <a:lnTo>
                  <a:pt x="10147" y="21170"/>
                </a:lnTo>
                <a:lnTo>
                  <a:pt x="10366" y="21219"/>
                </a:lnTo>
                <a:lnTo>
                  <a:pt x="10610" y="21243"/>
                </a:lnTo>
                <a:lnTo>
                  <a:pt x="10853" y="21243"/>
                </a:lnTo>
                <a:lnTo>
                  <a:pt x="11072" y="21194"/>
                </a:lnTo>
                <a:lnTo>
                  <a:pt x="11291" y="21146"/>
                </a:lnTo>
                <a:lnTo>
                  <a:pt x="11486" y="21073"/>
                </a:lnTo>
                <a:lnTo>
                  <a:pt x="11680" y="20975"/>
                </a:lnTo>
                <a:lnTo>
                  <a:pt x="11875" y="20854"/>
                </a:lnTo>
                <a:lnTo>
                  <a:pt x="12045" y="20708"/>
                </a:lnTo>
                <a:lnTo>
                  <a:pt x="12191" y="20537"/>
                </a:lnTo>
                <a:lnTo>
                  <a:pt x="12313" y="20367"/>
                </a:lnTo>
                <a:lnTo>
                  <a:pt x="12435" y="20172"/>
                </a:lnTo>
                <a:lnTo>
                  <a:pt x="12532" y="19978"/>
                </a:lnTo>
                <a:lnTo>
                  <a:pt x="12629" y="19783"/>
                </a:lnTo>
                <a:lnTo>
                  <a:pt x="12678" y="19564"/>
                </a:lnTo>
                <a:lnTo>
                  <a:pt x="12727" y="19345"/>
                </a:lnTo>
                <a:lnTo>
                  <a:pt x="12751" y="19126"/>
                </a:lnTo>
                <a:lnTo>
                  <a:pt x="12751" y="18883"/>
                </a:lnTo>
                <a:lnTo>
                  <a:pt x="12727" y="18712"/>
                </a:lnTo>
                <a:lnTo>
                  <a:pt x="12678" y="18518"/>
                </a:lnTo>
                <a:lnTo>
                  <a:pt x="12629" y="18347"/>
                </a:lnTo>
                <a:lnTo>
                  <a:pt x="12581" y="18177"/>
                </a:lnTo>
                <a:lnTo>
                  <a:pt x="12483" y="18031"/>
                </a:lnTo>
                <a:lnTo>
                  <a:pt x="12386" y="17885"/>
                </a:lnTo>
                <a:lnTo>
                  <a:pt x="12289" y="17739"/>
                </a:lnTo>
                <a:lnTo>
                  <a:pt x="12167" y="17617"/>
                </a:lnTo>
                <a:lnTo>
                  <a:pt x="11899" y="17374"/>
                </a:lnTo>
                <a:lnTo>
                  <a:pt x="11607" y="17180"/>
                </a:lnTo>
                <a:lnTo>
                  <a:pt x="11267" y="17058"/>
                </a:lnTo>
                <a:lnTo>
                  <a:pt x="10926" y="16961"/>
                </a:lnTo>
                <a:lnTo>
                  <a:pt x="10926" y="16717"/>
                </a:lnTo>
                <a:lnTo>
                  <a:pt x="10926" y="15598"/>
                </a:lnTo>
                <a:lnTo>
                  <a:pt x="10926" y="15014"/>
                </a:lnTo>
                <a:lnTo>
                  <a:pt x="10902" y="14649"/>
                </a:lnTo>
                <a:lnTo>
                  <a:pt x="10926" y="14454"/>
                </a:lnTo>
                <a:lnTo>
                  <a:pt x="10926" y="14381"/>
                </a:lnTo>
                <a:lnTo>
                  <a:pt x="10975" y="14308"/>
                </a:lnTo>
                <a:lnTo>
                  <a:pt x="10999" y="14211"/>
                </a:lnTo>
                <a:lnTo>
                  <a:pt x="11413" y="14187"/>
                </a:lnTo>
                <a:lnTo>
                  <a:pt x="11826" y="14114"/>
                </a:lnTo>
                <a:lnTo>
                  <a:pt x="11924" y="14114"/>
                </a:lnTo>
                <a:lnTo>
                  <a:pt x="11997" y="14089"/>
                </a:lnTo>
                <a:lnTo>
                  <a:pt x="12021" y="14065"/>
                </a:lnTo>
                <a:lnTo>
                  <a:pt x="12264" y="13992"/>
                </a:lnTo>
                <a:lnTo>
                  <a:pt x="12483" y="13919"/>
                </a:lnTo>
                <a:lnTo>
                  <a:pt x="12727" y="13822"/>
                </a:lnTo>
                <a:lnTo>
                  <a:pt x="12946" y="13700"/>
                </a:lnTo>
                <a:lnTo>
                  <a:pt x="13140" y="13578"/>
                </a:lnTo>
                <a:lnTo>
                  <a:pt x="13335" y="13432"/>
                </a:lnTo>
                <a:lnTo>
                  <a:pt x="13530" y="13286"/>
                </a:lnTo>
                <a:lnTo>
                  <a:pt x="13700" y="13116"/>
                </a:lnTo>
                <a:lnTo>
                  <a:pt x="13822" y="13140"/>
                </a:lnTo>
                <a:lnTo>
                  <a:pt x="13870" y="13116"/>
                </a:lnTo>
                <a:lnTo>
                  <a:pt x="13919" y="13067"/>
                </a:lnTo>
                <a:lnTo>
                  <a:pt x="13943" y="13043"/>
                </a:lnTo>
                <a:lnTo>
                  <a:pt x="13943" y="12970"/>
                </a:lnTo>
                <a:lnTo>
                  <a:pt x="13919" y="12921"/>
                </a:lnTo>
                <a:lnTo>
                  <a:pt x="14089" y="12727"/>
                </a:lnTo>
                <a:lnTo>
                  <a:pt x="14235" y="12508"/>
                </a:lnTo>
                <a:lnTo>
                  <a:pt x="14381" y="12289"/>
                </a:lnTo>
                <a:lnTo>
                  <a:pt x="14503" y="12045"/>
                </a:lnTo>
                <a:lnTo>
                  <a:pt x="14625" y="11802"/>
                </a:lnTo>
                <a:lnTo>
                  <a:pt x="14722" y="11559"/>
                </a:lnTo>
                <a:lnTo>
                  <a:pt x="14795" y="11315"/>
                </a:lnTo>
                <a:lnTo>
                  <a:pt x="14868" y="11048"/>
                </a:lnTo>
                <a:lnTo>
                  <a:pt x="14989" y="11096"/>
                </a:lnTo>
                <a:lnTo>
                  <a:pt x="15135" y="11145"/>
                </a:lnTo>
                <a:lnTo>
                  <a:pt x="15403" y="11169"/>
                </a:lnTo>
                <a:lnTo>
                  <a:pt x="16912" y="11364"/>
                </a:lnTo>
                <a:lnTo>
                  <a:pt x="17885" y="11510"/>
                </a:lnTo>
                <a:lnTo>
                  <a:pt x="17909" y="11753"/>
                </a:lnTo>
                <a:lnTo>
                  <a:pt x="17982" y="11997"/>
                </a:lnTo>
                <a:lnTo>
                  <a:pt x="18055" y="12264"/>
                </a:lnTo>
                <a:lnTo>
                  <a:pt x="18177" y="12483"/>
                </a:lnTo>
                <a:lnTo>
                  <a:pt x="18299" y="12678"/>
                </a:lnTo>
                <a:lnTo>
                  <a:pt x="18445" y="12848"/>
                </a:lnTo>
                <a:lnTo>
                  <a:pt x="18615" y="13019"/>
                </a:lnTo>
                <a:lnTo>
                  <a:pt x="18785" y="13140"/>
                </a:lnTo>
                <a:lnTo>
                  <a:pt x="18956" y="13262"/>
                </a:lnTo>
                <a:lnTo>
                  <a:pt x="19150" y="13359"/>
                </a:lnTo>
                <a:lnTo>
                  <a:pt x="19345" y="13432"/>
                </a:lnTo>
                <a:lnTo>
                  <a:pt x="19564" y="13481"/>
                </a:lnTo>
                <a:lnTo>
                  <a:pt x="19759" y="13505"/>
                </a:lnTo>
                <a:lnTo>
                  <a:pt x="19978" y="13530"/>
                </a:lnTo>
                <a:lnTo>
                  <a:pt x="20197" y="13530"/>
                </a:lnTo>
                <a:lnTo>
                  <a:pt x="20416" y="13505"/>
                </a:lnTo>
                <a:lnTo>
                  <a:pt x="20610" y="13457"/>
                </a:lnTo>
                <a:lnTo>
                  <a:pt x="20829" y="13384"/>
                </a:lnTo>
                <a:lnTo>
                  <a:pt x="21024" y="13311"/>
                </a:lnTo>
                <a:lnTo>
                  <a:pt x="21219" y="13189"/>
                </a:lnTo>
                <a:lnTo>
                  <a:pt x="21413" y="13067"/>
                </a:lnTo>
                <a:lnTo>
                  <a:pt x="21608" y="12921"/>
                </a:lnTo>
                <a:lnTo>
                  <a:pt x="21754" y="12751"/>
                </a:lnTo>
                <a:lnTo>
                  <a:pt x="21876" y="12581"/>
                </a:lnTo>
                <a:lnTo>
                  <a:pt x="21973" y="12386"/>
                </a:lnTo>
                <a:lnTo>
                  <a:pt x="22070" y="12191"/>
                </a:lnTo>
                <a:lnTo>
                  <a:pt x="22119" y="11997"/>
                </a:lnTo>
                <a:lnTo>
                  <a:pt x="22168" y="11778"/>
                </a:lnTo>
                <a:lnTo>
                  <a:pt x="22192" y="11583"/>
                </a:lnTo>
                <a:lnTo>
                  <a:pt x="22192" y="11364"/>
                </a:lnTo>
                <a:lnTo>
                  <a:pt x="22143" y="11145"/>
                </a:lnTo>
                <a:lnTo>
                  <a:pt x="22095" y="10926"/>
                </a:lnTo>
                <a:lnTo>
                  <a:pt x="22022" y="10731"/>
                </a:lnTo>
                <a:lnTo>
                  <a:pt x="21949" y="10537"/>
                </a:lnTo>
                <a:lnTo>
                  <a:pt x="21827" y="10342"/>
                </a:lnTo>
                <a:lnTo>
                  <a:pt x="21681" y="10172"/>
                </a:lnTo>
                <a:lnTo>
                  <a:pt x="21559" y="10050"/>
                </a:lnTo>
                <a:lnTo>
                  <a:pt x="21413" y="9928"/>
                </a:lnTo>
                <a:lnTo>
                  <a:pt x="21267" y="9831"/>
                </a:lnTo>
                <a:lnTo>
                  <a:pt x="21121" y="9734"/>
                </a:lnTo>
                <a:lnTo>
                  <a:pt x="20951" y="9661"/>
                </a:lnTo>
                <a:lnTo>
                  <a:pt x="20781" y="9612"/>
                </a:lnTo>
                <a:lnTo>
                  <a:pt x="20416" y="9515"/>
                </a:lnTo>
                <a:lnTo>
                  <a:pt x="20026" y="9466"/>
                </a:lnTo>
                <a:lnTo>
                  <a:pt x="19661" y="9490"/>
                </a:lnTo>
                <a:lnTo>
                  <a:pt x="19467" y="9515"/>
                </a:lnTo>
                <a:lnTo>
                  <a:pt x="19296" y="9563"/>
                </a:lnTo>
                <a:lnTo>
                  <a:pt x="19126" y="9636"/>
                </a:lnTo>
                <a:lnTo>
                  <a:pt x="18956" y="9709"/>
                </a:lnTo>
                <a:lnTo>
                  <a:pt x="18931" y="9709"/>
                </a:lnTo>
                <a:lnTo>
                  <a:pt x="18737" y="9807"/>
                </a:lnTo>
                <a:lnTo>
                  <a:pt x="18542" y="9928"/>
                </a:lnTo>
                <a:lnTo>
                  <a:pt x="18372" y="10074"/>
                </a:lnTo>
                <a:lnTo>
                  <a:pt x="18250" y="10245"/>
                </a:lnTo>
                <a:lnTo>
                  <a:pt x="18128" y="10415"/>
                </a:lnTo>
                <a:lnTo>
                  <a:pt x="18031" y="10610"/>
                </a:lnTo>
                <a:lnTo>
                  <a:pt x="17958" y="10804"/>
                </a:lnTo>
                <a:lnTo>
                  <a:pt x="17909" y="11023"/>
                </a:lnTo>
                <a:lnTo>
                  <a:pt x="16595" y="10853"/>
                </a:lnTo>
                <a:lnTo>
                  <a:pt x="15890" y="10756"/>
                </a:lnTo>
                <a:lnTo>
                  <a:pt x="15354" y="10707"/>
                </a:lnTo>
                <a:lnTo>
                  <a:pt x="15111" y="10683"/>
                </a:lnTo>
                <a:lnTo>
                  <a:pt x="14917" y="10707"/>
                </a:lnTo>
                <a:lnTo>
                  <a:pt x="14941" y="10366"/>
                </a:lnTo>
                <a:lnTo>
                  <a:pt x="14941" y="10001"/>
                </a:lnTo>
                <a:lnTo>
                  <a:pt x="14917" y="9636"/>
                </a:lnTo>
                <a:lnTo>
                  <a:pt x="14844" y="9296"/>
                </a:lnTo>
                <a:lnTo>
                  <a:pt x="14892" y="9247"/>
                </a:lnTo>
                <a:lnTo>
                  <a:pt x="14892" y="9223"/>
                </a:lnTo>
                <a:lnTo>
                  <a:pt x="14868" y="9174"/>
                </a:lnTo>
                <a:lnTo>
                  <a:pt x="14844" y="9150"/>
                </a:lnTo>
                <a:lnTo>
                  <a:pt x="14819" y="9126"/>
                </a:lnTo>
                <a:lnTo>
                  <a:pt x="14722" y="8858"/>
                </a:lnTo>
                <a:lnTo>
                  <a:pt x="14625" y="8590"/>
                </a:lnTo>
                <a:lnTo>
                  <a:pt x="14503" y="8323"/>
                </a:lnTo>
                <a:lnTo>
                  <a:pt x="14357" y="8079"/>
                </a:lnTo>
                <a:lnTo>
                  <a:pt x="14187" y="7860"/>
                </a:lnTo>
                <a:lnTo>
                  <a:pt x="14016" y="7641"/>
                </a:lnTo>
                <a:lnTo>
                  <a:pt x="13822" y="7447"/>
                </a:lnTo>
                <a:lnTo>
                  <a:pt x="13627" y="7252"/>
                </a:lnTo>
                <a:lnTo>
                  <a:pt x="13773" y="7179"/>
                </a:lnTo>
                <a:lnTo>
                  <a:pt x="13919" y="7106"/>
                </a:lnTo>
                <a:lnTo>
                  <a:pt x="14187" y="6887"/>
                </a:lnTo>
                <a:lnTo>
                  <a:pt x="14673" y="6425"/>
                </a:lnTo>
                <a:lnTo>
                  <a:pt x="15500" y="5695"/>
                </a:lnTo>
                <a:lnTo>
                  <a:pt x="15890" y="5330"/>
                </a:lnTo>
                <a:lnTo>
                  <a:pt x="16279" y="4940"/>
                </a:lnTo>
                <a:lnTo>
                  <a:pt x="16620" y="4600"/>
                </a:lnTo>
                <a:lnTo>
                  <a:pt x="16912" y="4235"/>
                </a:lnTo>
                <a:lnTo>
                  <a:pt x="17106" y="4283"/>
                </a:lnTo>
                <a:lnTo>
                  <a:pt x="17666" y="4283"/>
                </a:lnTo>
                <a:lnTo>
                  <a:pt x="17909" y="4259"/>
                </a:lnTo>
                <a:lnTo>
                  <a:pt x="18128" y="4235"/>
                </a:lnTo>
                <a:lnTo>
                  <a:pt x="18347" y="4162"/>
                </a:lnTo>
                <a:lnTo>
                  <a:pt x="18566" y="4089"/>
                </a:lnTo>
                <a:lnTo>
                  <a:pt x="18785" y="3991"/>
                </a:lnTo>
                <a:lnTo>
                  <a:pt x="18980" y="3894"/>
                </a:lnTo>
                <a:lnTo>
                  <a:pt x="19150" y="3772"/>
                </a:lnTo>
                <a:lnTo>
                  <a:pt x="19345" y="3626"/>
                </a:lnTo>
                <a:lnTo>
                  <a:pt x="19491" y="3480"/>
                </a:lnTo>
                <a:lnTo>
                  <a:pt x="19637" y="3310"/>
                </a:lnTo>
                <a:lnTo>
                  <a:pt x="19783" y="3140"/>
                </a:lnTo>
                <a:lnTo>
                  <a:pt x="19880" y="2945"/>
                </a:lnTo>
                <a:lnTo>
                  <a:pt x="19978" y="2726"/>
                </a:lnTo>
                <a:lnTo>
                  <a:pt x="20051" y="2531"/>
                </a:lnTo>
                <a:lnTo>
                  <a:pt x="20124" y="2288"/>
                </a:lnTo>
                <a:lnTo>
                  <a:pt x="20148" y="2069"/>
                </a:lnTo>
                <a:lnTo>
                  <a:pt x="20172" y="1874"/>
                </a:lnTo>
                <a:lnTo>
                  <a:pt x="20148" y="1680"/>
                </a:lnTo>
                <a:lnTo>
                  <a:pt x="20099" y="1485"/>
                </a:lnTo>
                <a:lnTo>
                  <a:pt x="20051" y="1290"/>
                </a:lnTo>
                <a:lnTo>
                  <a:pt x="19953" y="1120"/>
                </a:lnTo>
                <a:lnTo>
                  <a:pt x="19856" y="974"/>
                </a:lnTo>
                <a:lnTo>
                  <a:pt x="19759" y="804"/>
                </a:lnTo>
                <a:lnTo>
                  <a:pt x="19613" y="682"/>
                </a:lnTo>
                <a:lnTo>
                  <a:pt x="19467" y="536"/>
                </a:lnTo>
                <a:lnTo>
                  <a:pt x="19321" y="415"/>
                </a:lnTo>
                <a:lnTo>
                  <a:pt x="19150" y="317"/>
                </a:lnTo>
                <a:lnTo>
                  <a:pt x="18980" y="244"/>
                </a:lnTo>
                <a:lnTo>
                  <a:pt x="18810" y="171"/>
                </a:lnTo>
                <a:lnTo>
                  <a:pt x="18615" y="123"/>
                </a:lnTo>
                <a:lnTo>
                  <a:pt x="18420" y="74"/>
                </a:lnTo>
                <a:lnTo>
                  <a:pt x="18226" y="74"/>
                </a:lnTo>
                <a:lnTo>
                  <a:pt x="18104" y="25"/>
                </a:lnTo>
                <a:lnTo>
                  <a:pt x="17982" y="1"/>
                </a:lnTo>
                <a:close/>
              </a:path>
            </a:pathLst>
          </a:custGeom>
          <a:solidFill>
            <a:srgbClr val="FF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9"/>
          <p:cNvSpPr/>
          <p:nvPr/>
        </p:nvSpPr>
        <p:spPr>
          <a:xfrm>
            <a:off x="7272560" y="3654877"/>
            <a:ext cx="291266" cy="360615"/>
          </a:xfrm>
          <a:custGeom>
            <a:rect b="b" l="l" r="r" t="t"/>
            <a:pathLst>
              <a:path extrusionOk="0" h="20878" w="16863">
                <a:moveTo>
                  <a:pt x="974" y="1801"/>
                </a:moveTo>
                <a:lnTo>
                  <a:pt x="1144" y="1825"/>
                </a:lnTo>
                <a:lnTo>
                  <a:pt x="1314" y="1874"/>
                </a:lnTo>
                <a:lnTo>
                  <a:pt x="1436" y="1874"/>
                </a:lnTo>
                <a:lnTo>
                  <a:pt x="1460" y="2093"/>
                </a:lnTo>
                <a:lnTo>
                  <a:pt x="1485" y="2774"/>
                </a:lnTo>
                <a:lnTo>
                  <a:pt x="1387" y="2750"/>
                </a:lnTo>
                <a:lnTo>
                  <a:pt x="1314" y="2774"/>
                </a:lnTo>
                <a:lnTo>
                  <a:pt x="1241" y="2798"/>
                </a:lnTo>
                <a:lnTo>
                  <a:pt x="901" y="3042"/>
                </a:lnTo>
                <a:lnTo>
                  <a:pt x="560" y="3309"/>
                </a:lnTo>
                <a:lnTo>
                  <a:pt x="511" y="3358"/>
                </a:lnTo>
                <a:lnTo>
                  <a:pt x="511" y="2847"/>
                </a:lnTo>
                <a:lnTo>
                  <a:pt x="536" y="2823"/>
                </a:lnTo>
                <a:lnTo>
                  <a:pt x="706" y="2725"/>
                </a:lnTo>
                <a:lnTo>
                  <a:pt x="852" y="2604"/>
                </a:lnTo>
                <a:lnTo>
                  <a:pt x="1193" y="2409"/>
                </a:lnTo>
                <a:lnTo>
                  <a:pt x="1290" y="2360"/>
                </a:lnTo>
                <a:lnTo>
                  <a:pt x="1339" y="2287"/>
                </a:lnTo>
                <a:lnTo>
                  <a:pt x="1436" y="2117"/>
                </a:lnTo>
                <a:lnTo>
                  <a:pt x="1460" y="2093"/>
                </a:lnTo>
                <a:lnTo>
                  <a:pt x="1436" y="2044"/>
                </a:lnTo>
                <a:lnTo>
                  <a:pt x="1412" y="2020"/>
                </a:lnTo>
                <a:lnTo>
                  <a:pt x="1290" y="1995"/>
                </a:lnTo>
                <a:lnTo>
                  <a:pt x="1168" y="1995"/>
                </a:lnTo>
                <a:lnTo>
                  <a:pt x="998" y="2068"/>
                </a:lnTo>
                <a:lnTo>
                  <a:pt x="828" y="2166"/>
                </a:lnTo>
                <a:lnTo>
                  <a:pt x="657" y="2287"/>
                </a:lnTo>
                <a:lnTo>
                  <a:pt x="487" y="2409"/>
                </a:lnTo>
                <a:lnTo>
                  <a:pt x="487" y="2093"/>
                </a:lnTo>
                <a:lnTo>
                  <a:pt x="438" y="1801"/>
                </a:lnTo>
                <a:lnTo>
                  <a:pt x="609" y="1825"/>
                </a:lnTo>
                <a:lnTo>
                  <a:pt x="974" y="1801"/>
                </a:lnTo>
                <a:close/>
                <a:moveTo>
                  <a:pt x="13237" y="803"/>
                </a:moveTo>
                <a:lnTo>
                  <a:pt x="13383" y="949"/>
                </a:lnTo>
                <a:lnTo>
                  <a:pt x="13651" y="1192"/>
                </a:lnTo>
                <a:lnTo>
                  <a:pt x="13943" y="1436"/>
                </a:lnTo>
                <a:lnTo>
                  <a:pt x="14210" y="1655"/>
                </a:lnTo>
                <a:lnTo>
                  <a:pt x="14454" y="1922"/>
                </a:lnTo>
                <a:lnTo>
                  <a:pt x="14697" y="2214"/>
                </a:lnTo>
                <a:lnTo>
                  <a:pt x="14965" y="2482"/>
                </a:lnTo>
                <a:lnTo>
                  <a:pt x="15500" y="3017"/>
                </a:lnTo>
                <a:lnTo>
                  <a:pt x="15646" y="3188"/>
                </a:lnTo>
                <a:lnTo>
                  <a:pt x="15792" y="3382"/>
                </a:lnTo>
                <a:lnTo>
                  <a:pt x="15938" y="3577"/>
                </a:lnTo>
                <a:lnTo>
                  <a:pt x="16084" y="3772"/>
                </a:lnTo>
                <a:lnTo>
                  <a:pt x="15743" y="3796"/>
                </a:lnTo>
                <a:lnTo>
                  <a:pt x="15403" y="3820"/>
                </a:lnTo>
                <a:lnTo>
                  <a:pt x="14697" y="3820"/>
                </a:lnTo>
                <a:lnTo>
                  <a:pt x="14016" y="3796"/>
                </a:lnTo>
                <a:lnTo>
                  <a:pt x="13651" y="3772"/>
                </a:lnTo>
                <a:lnTo>
                  <a:pt x="13310" y="3820"/>
                </a:lnTo>
                <a:lnTo>
                  <a:pt x="13261" y="3042"/>
                </a:lnTo>
                <a:lnTo>
                  <a:pt x="13188" y="2239"/>
                </a:lnTo>
                <a:lnTo>
                  <a:pt x="13188" y="1874"/>
                </a:lnTo>
                <a:lnTo>
                  <a:pt x="13188" y="1533"/>
                </a:lnTo>
                <a:lnTo>
                  <a:pt x="13237" y="803"/>
                </a:lnTo>
                <a:close/>
                <a:moveTo>
                  <a:pt x="1509" y="3163"/>
                </a:moveTo>
                <a:lnTo>
                  <a:pt x="1533" y="3455"/>
                </a:lnTo>
                <a:lnTo>
                  <a:pt x="1363" y="3553"/>
                </a:lnTo>
                <a:lnTo>
                  <a:pt x="1193" y="3650"/>
                </a:lnTo>
                <a:lnTo>
                  <a:pt x="901" y="3918"/>
                </a:lnTo>
                <a:lnTo>
                  <a:pt x="706" y="4064"/>
                </a:lnTo>
                <a:lnTo>
                  <a:pt x="511" y="4210"/>
                </a:lnTo>
                <a:lnTo>
                  <a:pt x="511" y="3845"/>
                </a:lnTo>
                <a:lnTo>
                  <a:pt x="511" y="3747"/>
                </a:lnTo>
                <a:lnTo>
                  <a:pt x="657" y="3699"/>
                </a:lnTo>
                <a:lnTo>
                  <a:pt x="803" y="3626"/>
                </a:lnTo>
                <a:lnTo>
                  <a:pt x="1047" y="3455"/>
                </a:lnTo>
                <a:lnTo>
                  <a:pt x="1387" y="3236"/>
                </a:lnTo>
                <a:lnTo>
                  <a:pt x="1509" y="3163"/>
                </a:lnTo>
                <a:close/>
                <a:moveTo>
                  <a:pt x="1533" y="3942"/>
                </a:moveTo>
                <a:lnTo>
                  <a:pt x="1533" y="4404"/>
                </a:lnTo>
                <a:lnTo>
                  <a:pt x="1533" y="4526"/>
                </a:lnTo>
                <a:lnTo>
                  <a:pt x="1168" y="4745"/>
                </a:lnTo>
                <a:lnTo>
                  <a:pt x="828" y="4988"/>
                </a:lnTo>
                <a:lnTo>
                  <a:pt x="657" y="5086"/>
                </a:lnTo>
                <a:lnTo>
                  <a:pt x="511" y="5232"/>
                </a:lnTo>
                <a:lnTo>
                  <a:pt x="511" y="4648"/>
                </a:lnTo>
                <a:lnTo>
                  <a:pt x="657" y="4575"/>
                </a:lnTo>
                <a:lnTo>
                  <a:pt x="803" y="4477"/>
                </a:lnTo>
                <a:lnTo>
                  <a:pt x="1095" y="4258"/>
                </a:lnTo>
                <a:lnTo>
                  <a:pt x="1533" y="3942"/>
                </a:lnTo>
                <a:close/>
                <a:moveTo>
                  <a:pt x="1509" y="4964"/>
                </a:moveTo>
                <a:lnTo>
                  <a:pt x="1485" y="5378"/>
                </a:lnTo>
                <a:lnTo>
                  <a:pt x="1363" y="5451"/>
                </a:lnTo>
                <a:lnTo>
                  <a:pt x="1217" y="5548"/>
                </a:lnTo>
                <a:lnTo>
                  <a:pt x="998" y="5767"/>
                </a:lnTo>
                <a:lnTo>
                  <a:pt x="730" y="5986"/>
                </a:lnTo>
                <a:lnTo>
                  <a:pt x="609" y="6108"/>
                </a:lnTo>
                <a:lnTo>
                  <a:pt x="487" y="6254"/>
                </a:lnTo>
                <a:lnTo>
                  <a:pt x="487" y="5499"/>
                </a:lnTo>
                <a:lnTo>
                  <a:pt x="633" y="5475"/>
                </a:lnTo>
                <a:lnTo>
                  <a:pt x="755" y="5426"/>
                </a:lnTo>
                <a:lnTo>
                  <a:pt x="998" y="5256"/>
                </a:lnTo>
                <a:lnTo>
                  <a:pt x="1509" y="4964"/>
                </a:lnTo>
                <a:close/>
                <a:moveTo>
                  <a:pt x="1460" y="5889"/>
                </a:moveTo>
                <a:lnTo>
                  <a:pt x="1436" y="6473"/>
                </a:lnTo>
                <a:lnTo>
                  <a:pt x="1363" y="6448"/>
                </a:lnTo>
                <a:lnTo>
                  <a:pt x="1266" y="6448"/>
                </a:lnTo>
                <a:lnTo>
                  <a:pt x="1168" y="6473"/>
                </a:lnTo>
                <a:lnTo>
                  <a:pt x="998" y="6594"/>
                </a:lnTo>
                <a:lnTo>
                  <a:pt x="852" y="6716"/>
                </a:lnTo>
                <a:lnTo>
                  <a:pt x="730" y="6862"/>
                </a:lnTo>
                <a:lnTo>
                  <a:pt x="511" y="7105"/>
                </a:lnTo>
                <a:lnTo>
                  <a:pt x="487" y="6448"/>
                </a:lnTo>
                <a:lnTo>
                  <a:pt x="511" y="6448"/>
                </a:lnTo>
                <a:lnTo>
                  <a:pt x="682" y="6424"/>
                </a:lnTo>
                <a:lnTo>
                  <a:pt x="828" y="6351"/>
                </a:lnTo>
                <a:lnTo>
                  <a:pt x="974" y="6254"/>
                </a:lnTo>
                <a:lnTo>
                  <a:pt x="1095" y="6156"/>
                </a:lnTo>
                <a:lnTo>
                  <a:pt x="1460" y="5889"/>
                </a:lnTo>
                <a:close/>
                <a:moveTo>
                  <a:pt x="6984" y="6205"/>
                </a:moveTo>
                <a:lnTo>
                  <a:pt x="6935" y="6229"/>
                </a:lnTo>
                <a:lnTo>
                  <a:pt x="6862" y="6278"/>
                </a:lnTo>
                <a:lnTo>
                  <a:pt x="6716" y="6424"/>
                </a:lnTo>
                <a:lnTo>
                  <a:pt x="6546" y="6594"/>
                </a:lnTo>
                <a:lnTo>
                  <a:pt x="6327" y="6740"/>
                </a:lnTo>
                <a:lnTo>
                  <a:pt x="6108" y="6862"/>
                </a:lnTo>
                <a:lnTo>
                  <a:pt x="5986" y="6911"/>
                </a:lnTo>
                <a:lnTo>
                  <a:pt x="5889" y="6935"/>
                </a:lnTo>
                <a:lnTo>
                  <a:pt x="5767" y="6935"/>
                </a:lnTo>
                <a:lnTo>
                  <a:pt x="5670" y="6911"/>
                </a:lnTo>
                <a:lnTo>
                  <a:pt x="5572" y="6886"/>
                </a:lnTo>
                <a:lnTo>
                  <a:pt x="5499" y="6838"/>
                </a:lnTo>
                <a:lnTo>
                  <a:pt x="5426" y="6740"/>
                </a:lnTo>
                <a:lnTo>
                  <a:pt x="5353" y="6619"/>
                </a:lnTo>
                <a:lnTo>
                  <a:pt x="5305" y="6546"/>
                </a:lnTo>
                <a:lnTo>
                  <a:pt x="5232" y="6521"/>
                </a:lnTo>
                <a:lnTo>
                  <a:pt x="5134" y="6521"/>
                </a:lnTo>
                <a:lnTo>
                  <a:pt x="5061" y="6546"/>
                </a:lnTo>
                <a:lnTo>
                  <a:pt x="4794" y="6716"/>
                </a:lnTo>
                <a:lnTo>
                  <a:pt x="4599" y="6813"/>
                </a:lnTo>
                <a:lnTo>
                  <a:pt x="4429" y="6911"/>
                </a:lnTo>
                <a:lnTo>
                  <a:pt x="4283" y="6959"/>
                </a:lnTo>
                <a:lnTo>
                  <a:pt x="4210" y="6959"/>
                </a:lnTo>
                <a:lnTo>
                  <a:pt x="4137" y="6935"/>
                </a:lnTo>
                <a:lnTo>
                  <a:pt x="4088" y="6911"/>
                </a:lnTo>
                <a:lnTo>
                  <a:pt x="4064" y="6838"/>
                </a:lnTo>
                <a:lnTo>
                  <a:pt x="4039" y="6765"/>
                </a:lnTo>
                <a:lnTo>
                  <a:pt x="4039" y="6667"/>
                </a:lnTo>
                <a:lnTo>
                  <a:pt x="4039" y="6619"/>
                </a:lnTo>
                <a:lnTo>
                  <a:pt x="4015" y="6594"/>
                </a:lnTo>
                <a:lnTo>
                  <a:pt x="3966" y="6570"/>
                </a:lnTo>
                <a:lnTo>
                  <a:pt x="3893" y="6570"/>
                </a:lnTo>
                <a:lnTo>
                  <a:pt x="3845" y="6643"/>
                </a:lnTo>
                <a:lnTo>
                  <a:pt x="3796" y="6862"/>
                </a:lnTo>
                <a:lnTo>
                  <a:pt x="3772" y="6959"/>
                </a:lnTo>
                <a:lnTo>
                  <a:pt x="3772" y="7057"/>
                </a:lnTo>
                <a:lnTo>
                  <a:pt x="3796" y="7154"/>
                </a:lnTo>
                <a:lnTo>
                  <a:pt x="3845" y="7251"/>
                </a:lnTo>
                <a:lnTo>
                  <a:pt x="3942" y="7300"/>
                </a:lnTo>
                <a:lnTo>
                  <a:pt x="4064" y="7349"/>
                </a:lnTo>
                <a:lnTo>
                  <a:pt x="4331" y="7349"/>
                </a:lnTo>
                <a:lnTo>
                  <a:pt x="4453" y="7324"/>
                </a:lnTo>
                <a:lnTo>
                  <a:pt x="4599" y="7276"/>
                </a:lnTo>
                <a:lnTo>
                  <a:pt x="4842" y="7154"/>
                </a:lnTo>
                <a:lnTo>
                  <a:pt x="5086" y="7008"/>
                </a:lnTo>
                <a:lnTo>
                  <a:pt x="5183" y="7130"/>
                </a:lnTo>
                <a:lnTo>
                  <a:pt x="5280" y="7203"/>
                </a:lnTo>
                <a:lnTo>
                  <a:pt x="5378" y="7276"/>
                </a:lnTo>
                <a:lnTo>
                  <a:pt x="5499" y="7324"/>
                </a:lnTo>
                <a:lnTo>
                  <a:pt x="5597" y="7349"/>
                </a:lnTo>
                <a:lnTo>
                  <a:pt x="5718" y="7349"/>
                </a:lnTo>
                <a:lnTo>
                  <a:pt x="5962" y="7324"/>
                </a:lnTo>
                <a:lnTo>
                  <a:pt x="6229" y="7251"/>
                </a:lnTo>
                <a:lnTo>
                  <a:pt x="6473" y="7130"/>
                </a:lnTo>
                <a:lnTo>
                  <a:pt x="6716" y="6984"/>
                </a:lnTo>
                <a:lnTo>
                  <a:pt x="6935" y="6813"/>
                </a:lnTo>
                <a:lnTo>
                  <a:pt x="7057" y="6959"/>
                </a:lnTo>
                <a:lnTo>
                  <a:pt x="7203" y="7081"/>
                </a:lnTo>
                <a:lnTo>
                  <a:pt x="7373" y="7154"/>
                </a:lnTo>
                <a:lnTo>
                  <a:pt x="7568" y="7203"/>
                </a:lnTo>
                <a:lnTo>
                  <a:pt x="7714" y="7227"/>
                </a:lnTo>
                <a:lnTo>
                  <a:pt x="7981" y="7227"/>
                </a:lnTo>
                <a:lnTo>
                  <a:pt x="8103" y="7178"/>
                </a:lnTo>
                <a:lnTo>
                  <a:pt x="8225" y="7130"/>
                </a:lnTo>
                <a:lnTo>
                  <a:pt x="8322" y="7057"/>
                </a:lnTo>
                <a:lnTo>
                  <a:pt x="8541" y="6911"/>
                </a:lnTo>
                <a:lnTo>
                  <a:pt x="8663" y="7057"/>
                </a:lnTo>
                <a:lnTo>
                  <a:pt x="8833" y="7154"/>
                </a:lnTo>
                <a:lnTo>
                  <a:pt x="9028" y="7203"/>
                </a:lnTo>
                <a:lnTo>
                  <a:pt x="9222" y="7227"/>
                </a:lnTo>
                <a:lnTo>
                  <a:pt x="9441" y="7203"/>
                </a:lnTo>
                <a:lnTo>
                  <a:pt x="9636" y="7154"/>
                </a:lnTo>
                <a:lnTo>
                  <a:pt x="9830" y="7057"/>
                </a:lnTo>
                <a:lnTo>
                  <a:pt x="10001" y="6935"/>
                </a:lnTo>
                <a:lnTo>
                  <a:pt x="10171" y="7057"/>
                </a:lnTo>
                <a:lnTo>
                  <a:pt x="10341" y="7154"/>
                </a:lnTo>
                <a:lnTo>
                  <a:pt x="10512" y="7227"/>
                </a:lnTo>
                <a:lnTo>
                  <a:pt x="10706" y="7276"/>
                </a:lnTo>
                <a:lnTo>
                  <a:pt x="10877" y="7276"/>
                </a:lnTo>
                <a:lnTo>
                  <a:pt x="11047" y="7251"/>
                </a:lnTo>
                <a:lnTo>
                  <a:pt x="11193" y="7203"/>
                </a:lnTo>
                <a:lnTo>
                  <a:pt x="11339" y="7105"/>
                </a:lnTo>
                <a:lnTo>
                  <a:pt x="11436" y="7203"/>
                </a:lnTo>
                <a:lnTo>
                  <a:pt x="11534" y="7276"/>
                </a:lnTo>
                <a:lnTo>
                  <a:pt x="11655" y="7349"/>
                </a:lnTo>
                <a:lnTo>
                  <a:pt x="11777" y="7397"/>
                </a:lnTo>
                <a:lnTo>
                  <a:pt x="11899" y="7422"/>
                </a:lnTo>
                <a:lnTo>
                  <a:pt x="12020" y="7422"/>
                </a:lnTo>
                <a:lnTo>
                  <a:pt x="12142" y="7397"/>
                </a:lnTo>
                <a:lnTo>
                  <a:pt x="12239" y="7349"/>
                </a:lnTo>
                <a:lnTo>
                  <a:pt x="12337" y="7300"/>
                </a:lnTo>
                <a:lnTo>
                  <a:pt x="12434" y="7203"/>
                </a:lnTo>
                <a:lnTo>
                  <a:pt x="12604" y="7032"/>
                </a:lnTo>
                <a:lnTo>
                  <a:pt x="12848" y="7178"/>
                </a:lnTo>
                <a:lnTo>
                  <a:pt x="12969" y="7251"/>
                </a:lnTo>
                <a:lnTo>
                  <a:pt x="13091" y="7300"/>
                </a:lnTo>
                <a:lnTo>
                  <a:pt x="13213" y="7324"/>
                </a:lnTo>
                <a:lnTo>
                  <a:pt x="13334" y="7324"/>
                </a:lnTo>
                <a:lnTo>
                  <a:pt x="13432" y="7300"/>
                </a:lnTo>
                <a:lnTo>
                  <a:pt x="13529" y="7227"/>
                </a:lnTo>
                <a:lnTo>
                  <a:pt x="13651" y="7324"/>
                </a:lnTo>
                <a:lnTo>
                  <a:pt x="13797" y="7373"/>
                </a:lnTo>
                <a:lnTo>
                  <a:pt x="13967" y="7397"/>
                </a:lnTo>
                <a:lnTo>
                  <a:pt x="14113" y="7373"/>
                </a:lnTo>
                <a:lnTo>
                  <a:pt x="14259" y="7349"/>
                </a:lnTo>
                <a:lnTo>
                  <a:pt x="14405" y="7251"/>
                </a:lnTo>
                <a:lnTo>
                  <a:pt x="14502" y="7154"/>
                </a:lnTo>
                <a:lnTo>
                  <a:pt x="14575" y="7008"/>
                </a:lnTo>
                <a:lnTo>
                  <a:pt x="14575" y="6959"/>
                </a:lnTo>
                <a:lnTo>
                  <a:pt x="14575" y="6935"/>
                </a:lnTo>
                <a:lnTo>
                  <a:pt x="14527" y="6911"/>
                </a:lnTo>
                <a:lnTo>
                  <a:pt x="14502" y="6911"/>
                </a:lnTo>
                <a:lnTo>
                  <a:pt x="14283" y="6959"/>
                </a:lnTo>
                <a:lnTo>
                  <a:pt x="14016" y="7032"/>
                </a:lnTo>
                <a:lnTo>
                  <a:pt x="13894" y="7032"/>
                </a:lnTo>
                <a:lnTo>
                  <a:pt x="13772" y="7008"/>
                </a:lnTo>
                <a:lnTo>
                  <a:pt x="13699" y="6959"/>
                </a:lnTo>
                <a:lnTo>
                  <a:pt x="13651" y="6911"/>
                </a:lnTo>
                <a:lnTo>
                  <a:pt x="13651" y="6862"/>
                </a:lnTo>
                <a:lnTo>
                  <a:pt x="13626" y="6789"/>
                </a:lnTo>
                <a:lnTo>
                  <a:pt x="13578" y="6740"/>
                </a:lnTo>
                <a:lnTo>
                  <a:pt x="13529" y="6692"/>
                </a:lnTo>
                <a:lnTo>
                  <a:pt x="13407" y="6692"/>
                </a:lnTo>
                <a:lnTo>
                  <a:pt x="13359" y="6716"/>
                </a:lnTo>
                <a:lnTo>
                  <a:pt x="13334" y="6789"/>
                </a:lnTo>
                <a:lnTo>
                  <a:pt x="13310" y="6862"/>
                </a:lnTo>
                <a:lnTo>
                  <a:pt x="13286" y="6911"/>
                </a:lnTo>
                <a:lnTo>
                  <a:pt x="13286" y="6959"/>
                </a:lnTo>
                <a:lnTo>
                  <a:pt x="13261" y="6984"/>
                </a:lnTo>
                <a:lnTo>
                  <a:pt x="13115" y="6984"/>
                </a:lnTo>
                <a:lnTo>
                  <a:pt x="13018" y="6935"/>
                </a:lnTo>
                <a:lnTo>
                  <a:pt x="12823" y="6789"/>
                </a:lnTo>
                <a:lnTo>
                  <a:pt x="12677" y="6667"/>
                </a:lnTo>
                <a:lnTo>
                  <a:pt x="12629" y="6643"/>
                </a:lnTo>
                <a:lnTo>
                  <a:pt x="12580" y="6619"/>
                </a:lnTo>
                <a:lnTo>
                  <a:pt x="12507" y="6619"/>
                </a:lnTo>
                <a:lnTo>
                  <a:pt x="12458" y="6667"/>
                </a:lnTo>
                <a:lnTo>
                  <a:pt x="12264" y="6886"/>
                </a:lnTo>
                <a:lnTo>
                  <a:pt x="12166" y="6959"/>
                </a:lnTo>
                <a:lnTo>
                  <a:pt x="12045" y="7032"/>
                </a:lnTo>
                <a:lnTo>
                  <a:pt x="11947" y="7057"/>
                </a:lnTo>
                <a:lnTo>
                  <a:pt x="11850" y="7032"/>
                </a:lnTo>
                <a:lnTo>
                  <a:pt x="11777" y="7008"/>
                </a:lnTo>
                <a:lnTo>
                  <a:pt x="11704" y="6911"/>
                </a:lnTo>
                <a:lnTo>
                  <a:pt x="11631" y="6813"/>
                </a:lnTo>
                <a:lnTo>
                  <a:pt x="11582" y="6667"/>
                </a:lnTo>
                <a:lnTo>
                  <a:pt x="11582" y="6594"/>
                </a:lnTo>
                <a:lnTo>
                  <a:pt x="11534" y="6521"/>
                </a:lnTo>
                <a:lnTo>
                  <a:pt x="11485" y="6497"/>
                </a:lnTo>
                <a:lnTo>
                  <a:pt x="11436" y="6473"/>
                </a:lnTo>
                <a:lnTo>
                  <a:pt x="11363" y="6473"/>
                </a:lnTo>
                <a:lnTo>
                  <a:pt x="11315" y="6497"/>
                </a:lnTo>
                <a:lnTo>
                  <a:pt x="11266" y="6546"/>
                </a:lnTo>
                <a:lnTo>
                  <a:pt x="11217" y="6619"/>
                </a:lnTo>
                <a:lnTo>
                  <a:pt x="11193" y="6716"/>
                </a:lnTo>
                <a:lnTo>
                  <a:pt x="11144" y="6789"/>
                </a:lnTo>
                <a:lnTo>
                  <a:pt x="11071" y="6838"/>
                </a:lnTo>
                <a:lnTo>
                  <a:pt x="11023" y="6886"/>
                </a:lnTo>
                <a:lnTo>
                  <a:pt x="10950" y="6911"/>
                </a:lnTo>
                <a:lnTo>
                  <a:pt x="10877" y="6911"/>
                </a:lnTo>
                <a:lnTo>
                  <a:pt x="10706" y="6886"/>
                </a:lnTo>
                <a:lnTo>
                  <a:pt x="10560" y="6838"/>
                </a:lnTo>
                <a:lnTo>
                  <a:pt x="10390" y="6740"/>
                </a:lnTo>
                <a:lnTo>
                  <a:pt x="10268" y="6643"/>
                </a:lnTo>
                <a:lnTo>
                  <a:pt x="10147" y="6521"/>
                </a:lnTo>
                <a:lnTo>
                  <a:pt x="10074" y="6473"/>
                </a:lnTo>
                <a:lnTo>
                  <a:pt x="10001" y="6448"/>
                </a:lnTo>
                <a:lnTo>
                  <a:pt x="9928" y="6473"/>
                </a:lnTo>
                <a:lnTo>
                  <a:pt x="9855" y="6521"/>
                </a:lnTo>
                <a:lnTo>
                  <a:pt x="9757" y="6619"/>
                </a:lnTo>
                <a:lnTo>
                  <a:pt x="9611" y="6716"/>
                </a:lnTo>
                <a:lnTo>
                  <a:pt x="9441" y="6789"/>
                </a:lnTo>
                <a:lnTo>
                  <a:pt x="9271" y="6838"/>
                </a:lnTo>
                <a:lnTo>
                  <a:pt x="9101" y="6838"/>
                </a:lnTo>
                <a:lnTo>
                  <a:pt x="9028" y="6813"/>
                </a:lnTo>
                <a:lnTo>
                  <a:pt x="8979" y="6789"/>
                </a:lnTo>
                <a:lnTo>
                  <a:pt x="8906" y="6740"/>
                </a:lnTo>
                <a:lnTo>
                  <a:pt x="8882" y="6667"/>
                </a:lnTo>
                <a:lnTo>
                  <a:pt x="8833" y="6594"/>
                </a:lnTo>
                <a:lnTo>
                  <a:pt x="8833" y="6497"/>
                </a:lnTo>
                <a:lnTo>
                  <a:pt x="8809" y="6424"/>
                </a:lnTo>
                <a:lnTo>
                  <a:pt x="8784" y="6375"/>
                </a:lnTo>
                <a:lnTo>
                  <a:pt x="8736" y="6327"/>
                </a:lnTo>
                <a:lnTo>
                  <a:pt x="8687" y="6302"/>
                </a:lnTo>
                <a:lnTo>
                  <a:pt x="8638" y="6278"/>
                </a:lnTo>
                <a:lnTo>
                  <a:pt x="8565" y="6278"/>
                </a:lnTo>
                <a:lnTo>
                  <a:pt x="8517" y="6302"/>
                </a:lnTo>
                <a:lnTo>
                  <a:pt x="8468" y="6351"/>
                </a:lnTo>
                <a:lnTo>
                  <a:pt x="8298" y="6546"/>
                </a:lnTo>
                <a:lnTo>
                  <a:pt x="8200" y="6643"/>
                </a:lnTo>
                <a:lnTo>
                  <a:pt x="8103" y="6740"/>
                </a:lnTo>
                <a:lnTo>
                  <a:pt x="7981" y="6789"/>
                </a:lnTo>
                <a:lnTo>
                  <a:pt x="7860" y="6813"/>
                </a:lnTo>
                <a:lnTo>
                  <a:pt x="7714" y="6813"/>
                </a:lnTo>
                <a:lnTo>
                  <a:pt x="7592" y="6789"/>
                </a:lnTo>
                <a:lnTo>
                  <a:pt x="7446" y="6740"/>
                </a:lnTo>
                <a:lnTo>
                  <a:pt x="7349" y="6667"/>
                </a:lnTo>
                <a:lnTo>
                  <a:pt x="7276" y="6546"/>
                </a:lnTo>
                <a:lnTo>
                  <a:pt x="7227" y="6424"/>
                </a:lnTo>
                <a:lnTo>
                  <a:pt x="7227" y="6375"/>
                </a:lnTo>
                <a:lnTo>
                  <a:pt x="7178" y="6302"/>
                </a:lnTo>
                <a:lnTo>
                  <a:pt x="7154" y="6278"/>
                </a:lnTo>
                <a:lnTo>
                  <a:pt x="7105" y="6229"/>
                </a:lnTo>
                <a:lnTo>
                  <a:pt x="7032" y="6205"/>
                </a:lnTo>
                <a:close/>
                <a:moveTo>
                  <a:pt x="1412" y="6813"/>
                </a:moveTo>
                <a:lnTo>
                  <a:pt x="1387" y="7397"/>
                </a:lnTo>
                <a:lnTo>
                  <a:pt x="1144" y="7616"/>
                </a:lnTo>
                <a:lnTo>
                  <a:pt x="925" y="7835"/>
                </a:lnTo>
                <a:lnTo>
                  <a:pt x="755" y="8006"/>
                </a:lnTo>
                <a:lnTo>
                  <a:pt x="584" y="8176"/>
                </a:lnTo>
                <a:lnTo>
                  <a:pt x="536" y="7543"/>
                </a:lnTo>
                <a:lnTo>
                  <a:pt x="657" y="7446"/>
                </a:lnTo>
                <a:lnTo>
                  <a:pt x="755" y="7349"/>
                </a:lnTo>
                <a:lnTo>
                  <a:pt x="949" y="7154"/>
                </a:lnTo>
                <a:lnTo>
                  <a:pt x="1095" y="7032"/>
                </a:lnTo>
                <a:lnTo>
                  <a:pt x="1241" y="6911"/>
                </a:lnTo>
                <a:lnTo>
                  <a:pt x="1412" y="6813"/>
                </a:lnTo>
                <a:close/>
                <a:moveTo>
                  <a:pt x="1363" y="7981"/>
                </a:moveTo>
                <a:lnTo>
                  <a:pt x="1339" y="8468"/>
                </a:lnTo>
                <a:lnTo>
                  <a:pt x="1241" y="8541"/>
                </a:lnTo>
                <a:lnTo>
                  <a:pt x="1168" y="8614"/>
                </a:lnTo>
                <a:lnTo>
                  <a:pt x="1022" y="8736"/>
                </a:lnTo>
                <a:lnTo>
                  <a:pt x="901" y="8882"/>
                </a:lnTo>
                <a:lnTo>
                  <a:pt x="779" y="9052"/>
                </a:lnTo>
                <a:lnTo>
                  <a:pt x="633" y="9222"/>
                </a:lnTo>
                <a:lnTo>
                  <a:pt x="584" y="8492"/>
                </a:lnTo>
                <a:lnTo>
                  <a:pt x="730" y="8444"/>
                </a:lnTo>
                <a:lnTo>
                  <a:pt x="852" y="8395"/>
                </a:lnTo>
                <a:lnTo>
                  <a:pt x="1095" y="8200"/>
                </a:lnTo>
                <a:lnTo>
                  <a:pt x="1363" y="7981"/>
                </a:lnTo>
                <a:close/>
                <a:moveTo>
                  <a:pt x="10901" y="8638"/>
                </a:moveTo>
                <a:lnTo>
                  <a:pt x="10828" y="8687"/>
                </a:lnTo>
                <a:lnTo>
                  <a:pt x="10779" y="8736"/>
                </a:lnTo>
                <a:lnTo>
                  <a:pt x="10706" y="8857"/>
                </a:lnTo>
                <a:lnTo>
                  <a:pt x="10682" y="8979"/>
                </a:lnTo>
                <a:lnTo>
                  <a:pt x="10560" y="9076"/>
                </a:lnTo>
                <a:lnTo>
                  <a:pt x="10414" y="9149"/>
                </a:lnTo>
                <a:lnTo>
                  <a:pt x="10293" y="9173"/>
                </a:lnTo>
                <a:lnTo>
                  <a:pt x="10122" y="9173"/>
                </a:lnTo>
                <a:lnTo>
                  <a:pt x="10025" y="9149"/>
                </a:lnTo>
                <a:lnTo>
                  <a:pt x="9976" y="9125"/>
                </a:lnTo>
                <a:lnTo>
                  <a:pt x="9928" y="9076"/>
                </a:lnTo>
                <a:lnTo>
                  <a:pt x="9903" y="9028"/>
                </a:lnTo>
                <a:lnTo>
                  <a:pt x="9903" y="8930"/>
                </a:lnTo>
                <a:lnTo>
                  <a:pt x="9879" y="8857"/>
                </a:lnTo>
                <a:lnTo>
                  <a:pt x="9830" y="8809"/>
                </a:lnTo>
                <a:lnTo>
                  <a:pt x="9757" y="8760"/>
                </a:lnTo>
                <a:lnTo>
                  <a:pt x="9684" y="8760"/>
                </a:lnTo>
                <a:lnTo>
                  <a:pt x="9611" y="8784"/>
                </a:lnTo>
                <a:lnTo>
                  <a:pt x="9563" y="8833"/>
                </a:lnTo>
                <a:lnTo>
                  <a:pt x="9514" y="8906"/>
                </a:lnTo>
                <a:lnTo>
                  <a:pt x="9490" y="8955"/>
                </a:lnTo>
                <a:lnTo>
                  <a:pt x="9441" y="9003"/>
                </a:lnTo>
                <a:lnTo>
                  <a:pt x="9320" y="9052"/>
                </a:lnTo>
                <a:lnTo>
                  <a:pt x="9149" y="9101"/>
                </a:lnTo>
                <a:lnTo>
                  <a:pt x="8979" y="9125"/>
                </a:lnTo>
                <a:lnTo>
                  <a:pt x="8809" y="9101"/>
                </a:lnTo>
                <a:lnTo>
                  <a:pt x="8663" y="9076"/>
                </a:lnTo>
                <a:lnTo>
                  <a:pt x="8541" y="9003"/>
                </a:lnTo>
                <a:lnTo>
                  <a:pt x="8517" y="8955"/>
                </a:lnTo>
                <a:lnTo>
                  <a:pt x="8492" y="8906"/>
                </a:lnTo>
                <a:lnTo>
                  <a:pt x="8492" y="8833"/>
                </a:lnTo>
                <a:lnTo>
                  <a:pt x="8444" y="8784"/>
                </a:lnTo>
                <a:lnTo>
                  <a:pt x="8419" y="8736"/>
                </a:lnTo>
                <a:lnTo>
                  <a:pt x="8371" y="8711"/>
                </a:lnTo>
                <a:lnTo>
                  <a:pt x="8298" y="8687"/>
                </a:lnTo>
                <a:lnTo>
                  <a:pt x="8249" y="8687"/>
                </a:lnTo>
                <a:lnTo>
                  <a:pt x="8200" y="8711"/>
                </a:lnTo>
                <a:lnTo>
                  <a:pt x="8127" y="8736"/>
                </a:lnTo>
                <a:lnTo>
                  <a:pt x="8006" y="8906"/>
                </a:lnTo>
                <a:lnTo>
                  <a:pt x="7860" y="9052"/>
                </a:lnTo>
                <a:lnTo>
                  <a:pt x="7787" y="9125"/>
                </a:lnTo>
                <a:lnTo>
                  <a:pt x="7689" y="9173"/>
                </a:lnTo>
                <a:lnTo>
                  <a:pt x="7568" y="9222"/>
                </a:lnTo>
                <a:lnTo>
                  <a:pt x="7446" y="9246"/>
                </a:lnTo>
                <a:lnTo>
                  <a:pt x="7324" y="9246"/>
                </a:lnTo>
                <a:lnTo>
                  <a:pt x="7276" y="9222"/>
                </a:lnTo>
                <a:lnTo>
                  <a:pt x="7227" y="9198"/>
                </a:lnTo>
                <a:lnTo>
                  <a:pt x="7203" y="9149"/>
                </a:lnTo>
                <a:lnTo>
                  <a:pt x="7178" y="9076"/>
                </a:lnTo>
                <a:lnTo>
                  <a:pt x="7178" y="9003"/>
                </a:lnTo>
                <a:lnTo>
                  <a:pt x="7203" y="8930"/>
                </a:lnTo>
                <a:lnTo>
                  <a:pt x="7203" y="8833"/>
                </a:lnTo>
                <a:lnTo>
                  <a:pt x="7154" y="8760"/>
                </a:lnTo>
                <a:lnTo>
                  <a:pt x="7105" y="8687"/>
                </a:lnTo>
                <a:lnTo>
                  <a:pt x="7032" y="8663"/>
                </a:lnTo>
                <a:lnTo>
                  <a:pt x="6886" y="8663"/>
                </a:lnTo>
                <a:lnTo>
                  <a:pt x="6813" y="8711"/>
                </a:lnTo>
                <a:lnTo>
                  <a:pt x="6789" y="8809"/>
                </a:lnTo>
                <a:lnTo>
                  <a:pt x="6740" y="8906"/>
                </a:lnTo>
                <a:lnTo>
                  <a:pt x="6692" y="8979"/>
                </a:lnTo>
                <a:lnTo>
                  <a:pt x="6619" y="9076"/>
                </a:lnTo>
                <a:lnTo>
                  <a:pt x="6521" y="9125"/>
                </a:lnTo>
                <a:lnTo>
                  <a:pt x="6424" y="9173"/>
                </a:lnTo>
                <a:lnTo>
                  <a:pt x="6327" y="9222"/>
                </a:lnTo>
                <a:lnTo>
                  <a:pt x="6083" y="9271"/>
                </a:lnTo>
                <a:lnTo>
                  <a:pt x="5864" y="9246"/>
                </a:lnTo>
                <a:lnTo>
                  <a:pt x="5743" y="9222"/>
                </a:lnTo>
                <a:lnTo>
                  <a:pt x="5645" y="9198"/>
                </a:lnTo>
                <a:lnTo>
                  <a:pt x="5572" y="9125"/>
                </a:lnTo>
                <a:lnTo>
                  <a:pt x="5499" y="9052"/>
                </a:lnTo>
                <a:lnTo>
                  <a:pt x="5451" y="8979"/>
                </a:lnTo>
                <a:lnTo>
                  <a:pt x="5402" y="8882"/>
                </a:lnTo>
                <a:lnTo>
                  <a:pt x="5402" y="8833"/>
                </a:lnTo>
                <a:lnTo>
                  <a:pt x="5378" y="8784"/>
                </a:lnTo>
                <a:lnTo>
                  <a:pt x="5280" y="8736"/>
                </a:lnTo>
                <a:lnTo>
                  <a:pt x="5183" y="8711"/>
                </a:lnTo>
                <a:lnTo>
                  <a:pt x="5086" y="8736"/>
                </a:lnTo>
                <a:lnTo>
                  <a:pt x="4842" y="8906"/>
                </a:lnTo>
                <a:lnTo>
                  <a:pt x="4648" y="9028"/>
                </a:lnTo>
                <a:lnTo>
                  <a:pt x="4453" y="9149"/>
                </a:lnTo>
                <a:lnTo>
                  <a:pt x="4258" y="9222"/>
                </a:lnTo>
                <a:lnTo>
                  <a:pt x="4112" y="9222"/>
                </a:lnTo>
                <a:lnTo>
                  <a:pt x="4064" y="9198"/>
                </a:lnTo>
                <a:lnTo>
                  <a:pt x="4015" y="9149"/>
                </a:lnTo>
                <a:lnTo>
                  <a:pt x="3991" y="9076"/>
                </a:lnTo>
                <a:lnTo>
                  <a:pt x="4015" y="8955"/>
                </a:lnTo>
                <a:lnTo>
                  <a:pt x="4015" y="8906"/>
                </a:lnTo>
                <a:lnTo>
                  <a:pt x="3991" y="8857"/>
                </a:lnTo>
                <a:lnTo>
                  <a:pt x="3966" y="8833"/>
                </a:lnTo>
                <a:lnTo>
                  <a:pt x="3918" y="8809"/>
                </a:lnTo>
                <a:lnTo>
                  <a:pt x="3893" y="8784"/>
                </a:lnTo>
                <a:lnTo>
                  <a:pt x="3845" y="8809"/>
                </a:lnTo>
                <a:lnTo>
                  <a:pt x="3796" y="8809"/>
                </a:lnTo>
                <a:lnTo>
                  <a:pt x="3747" y="8857"/>
                </a:lnTo>
                <a:lnTo>
                  <a:pt x="3699" y="8979"/>
                </a:lnTo>
                <a:lnTo>
                  <a:pt x="3674" y="9101"/>
                </a:lnTo>
                <a:lnTo>
                  <a:pt x="3674" y="9222"/>
                </a:lnTo>
                <a:lnTo>
                  <a:pt x="3699" y="9319"/>
                </a:lnTo>
                <a:lnTo>
                  <a:pt x="3772" y="9417"/>
                </a:lnTo>
                <a:lnTo>
                  <a:pt x="3845" y="9514"/>
                </a:lnTo>
                <a:lnTo>
                  <a:pt x="3966" y="9587"/>
                </a:lnTo>
                <a:lnTo>
                  <a:pt x="4088" y="9636"/>
                </a:lnTo>
                <a:lnTo>
                  <a:pt x="4210" y="9660"/>
                </a:lnTo>
                <a:lnTo>
                  <a:pt x="4356" y="9636"/>
                </a:lnTo>
                <a:lnTo>
                  <a:pt x="4477" y="9611"/>
                </a:lnTo>
                <a:lnTo>
                  <a:pt x="4599" y="9563"/>
                </a:lnTo>
                <a:lnTo>
                  <a:pt x="4842" y="9417"/>
                </a:lnTo>
                <a:lnTo>
                  <a:pt x="5086" y="9246"/>
                </a:lnTo>
                <a:lnTo>
                  <a:pt x="5159" y="9344"/>
                </a:lnTo>
                <a:lnTo>
                  <a:pt x="5232" y="9441"/>
                </a:lnTo>
                <a:lnTo>
                  <a:pt x="5329" y="9514"/>
                </a:lnTo>
                <a:lnTo>
                  <a:pt x="5426" y="9563"/>
                </a:lnTo>
                <a:lnTo>
                  <a:pt x="5670" y="9660"/>
                </a:lnTo>
                <a:lnTo>
                  <a:pt x="5913" y="9684"/>
                </a:lnTo>
                <a:lnTo>
                  <a:pt x="6181" y="9684"/>
                </a:lnTo>
                <a:lnTo>
                  <a:pt x="6424" y="9636"/>
                </a:lnTo>
                <a:lnTo>
                  <a:pt x="6667" y="9538"/>
                </a:lnTo>
                <a:lnTo>
                  <a:pt x="6886" y="9392"/>
                </a:lnTo>
                <a:lnTo>
                  <a:pt x="6984" y="9490"/>
                </a:lnTo>
                <a:lnTo>
                  <a:pt x="7081" y="9563"/>
                </a:lnTo>
                <a:lnTo>
                  <a:pt x="7227" y="9636"/>
                </a:lnTo>
                <a:lnTo>
                  <a:pt x="7373" y="9684"/>
                </a:lnTo>
                <a:lnTo>
                  <a:pt x="7519" y="9709"/>
                </a:lnTo>
                <a:lnTo>
                  <a:pt x="7641" y="9684"/>
                </a:lnTo>
                <a:lnTo>
                  <a:pt x="7762" y="9660"/>
                </a:lnTo>
                <a:lnTo>
                  <a:pt x="7884" y="9611"/>
                </a:lnTo>
                <a:lnTo>
                  <a:pt x="7981" y="9538"/>
                </a:lnTo>
                <a:lnTo>
                  <a:pt x="8079" y="9465"/>
                </a:lnTo>
                <a:lnTo>
                  <a:pt x="8249" y="9271"/>
                </a:lnTo>
                <a:lnTo>
                  <a:pt x="8371" y="9368"/>
                </a:lnTo>
                <a:lnTo>
                  <a:pt x="8541" y="9465"/>
                </a:lnTo>
                <a:lnTo>
                  <a:pt x="8711" y="9514"/>
                </a:lnTo>
                <a:lnTo>
                  <a:pt x="8906" y="9538"/>
                </a:lnTo>
                <a:lnTo>
                  <a:pt x="9101" y="9538"/>
                </a:lnTo>
                <a:lnTo>
                  <a:pt x="9271" y="9514"/>
                </a:lnTo>
                <a:lnTo>
                  <a:pt x="9466" y="9441"/>
                </a:lnTo>
                <a:lnTo>
                  <a:pt x="9611" y="9368"/>
                </a:lnTo>
                <a:lnTo>
                  <a:pt x="9733" y="9465"/>
                </a:lnTo>
                <a:lnTo>
                  <a:pt x="9855" y="9514"/>
                </a:lnTo>
                <a:lnTo>
                  <a:pt x="10025" y="9563"/>
                </a:lnTo>
                <a:lnTo>
                  <a:pt x="10195" y="9563"/>
                </a:lnTo>
                <a:lnTo>
                  <a:pt x="10366" y="9538"/>
                </a:lnTo>
                <a:lnTo>
                  <a:pt x="10560" y="9490"/>
                </a:lnTo>
                <a:lnTo>
                  <a:pt x="10706" y="9417"/>
                </a:lnTo>
                <a:lnTo>
                  <a:pt x="10852" y="9319"/>
                </a:lnTo>
                <a:lnTo>
                  <a:pt x="10974" y="9392"/>
                </a:lnTo>
                <a:lnTo>
                  <a:pt x="11096" y="9441"/>
                </a:lnTo>
                <a:lnTo>
                  <a:pt x="11242" y="9465"/>
                </a:lnTo>
                <a:lnTo>
                  <a:pt x="11363" y="9490"/>
                </a:lnTo>
                <a:lnTo>
                  <a:pt x="11509" y="9490"/>
                </a:lnTo>
                <a:lnTo>
                  <a:pt x="11655" y="9465"/>
                </a:lnTo>
                <a:lnTo>
                  <a:pt x="11801" y="9417"/>
                </a:lnTo>
                <a:lnTo>
                  <a:pt x="11923" y="9344"/>
                </a:lnTo>
                <a:lnTo>
                  <a:pt x="12020" y="9441"/>
                </a:lnTo>
                <a:lnTo>
                  <a:pt x="12142" y="9490"/>
                </a:lnTo>
                <a:lnTo>
                  <a:pt x="12434" y="9490"/>
                </a:lnTo>
                <a:lnTo>
                  <a:pt x="12580" y="9441"/>
                </a:lnTo>
                <a:lnTo>
                  <a:pt x="12750" y="9392"/>
                </a:lnTo>
                <a:lnTo>
                  <a:pt x="12896" y="9319"/>
                </a:lnTo>
                <a:lnTo>
                  <a:pt x="13042" y="9222"/>
                </a:lnTo>
                <a:lnTo>
                  <a:pt x="13091" y="9295"/>
                </a:lnTo>
                <a:lnTo>
                  <a:pt x="13164" y="9344"/>
                </a:lnTo>
                <a:lnTo>
                  <a:pt x="13310" y="9417"/>
                </a:lnTo>
                <a:lnTo>
                  <a:pt x="13480" y="9441"/>
                </a:lnTo>
                <a:lnTo>
                  <a:pt x="13675" y="9441"/>
                </a:lnTo>
                <a:lnTo>
                  <a:pt x="13870" y="9392"/>
                </a:lnTo>
                <a:lnTo>
                  <a:pt x="14064" y="9319"/>
                </a:lnTo>
                <a:lnTo>
                  <a:pt x="14259" y="9246"/>
                </a:lnTo>
                <a:lnTo>
                  <a:pt x="14405" y="9149"/>
                </a:lnTo>
                <a:lnTo>
                  <a:pt x="14478" y="9101"/>
                </a:lnTo>
                <a:lnTo>
                  <a:pt x="14502" y="9028"/>
                </a:lnTo>
                <a:lnTo>
                  <a:pt x="14478" y="8955"/>
                </a:lnTo>
                <a:lnTo>
                  <a:pt x="14454" y="8882"/>
                </a:lnTo>
                <a:lnTo>
                  <a:pt x="14429" y="8833"/>
                </a:lnTo>
                <a:lnTo>
                  <a:pt x="14356" y="8809"/>
                </a:lnTo>
                <a:lnTo>
                  <a:pt x="14308" y="8809"/>
                </a:lnTo>
                <a:lnTo>
                  <a:pt x="14235" y="8833"/>
                </a:lnTo>
                <a:lnTo>
                  <a:pt x="14016" y="8955"/>
                </a:lnTo>
                <a:lnTo>
                  <a:pt x="13845" y="9028"/>
                </a:lnTo>
                <a:lnTo>
                  <a:pt x="13675" y="9076"/>
                </a:lnTo>
                <a:lnTo>
                  <a:pt x="13529" y="9101"/>
                </a:lnTo>
                <a:lnTo>
                  <a:pt x="13407" y="9101"/>
                </a:lnTo>
                <a:lnTo>
                  <a:pt x="13359" y="9076"/>
                </a:lnTo>
                <a:lnTo>
                  <a:pt x="13334" y="9028"/>
                </a:lnTo>
                <a:lnTo>
                  <a:pt x="13310" y="8979"/>
                </a:lnTo>
                <a:lnTo>
                  <a:pt x="13310" y="8906"/>
                </a:lnTo>
                <a:lnTo>
                  <a:pt x="13310" y="8857"/>
                </a:lnTo>
                <a:lnTo>
                  <a:pt x="13286" y="8784"/>
                </a:lnTo>
                <a:lnTo>
                  <a:pt x="13261" y="8736"/>
                </a:lnTo>
                <a:lnTo>
                  <a:pt x="13213" y="8711"/>
                </a:lnTo>
                <a:lnTo>
                  <a:pt x="13091" y="8711"/>
                </a:lnTo>
                <a:lnTo>
                  <a:pt x="13042" y="8736"/>
                </a:lnTo>
                <a:lnTo>
                  <a:pt x="13018" y="8784"/>
                </a:lnTo>
                <a:lnTo>
                  <a:pt x="12945" y="8882"/>
                </a:lnTo>
                <a:lnTo>
                  <a:pt x="12823" y="8979"/>
                </a:lnTo>
                <a:lnTo>
                  <a:pt x="12653" y="9076"/>
                </a:lnTo>
                <a:lnTo>
                  <a:pt x="12507" y="9149"/>
                </a:lnTo>
                <a:lnTo>
                  <a:pt x="12361" y="9198"/>
                </a:lnTo>
                <a:lnTo>
                  <a:pt x="12312" y="9198"/>
                </a:lnTo>
                <a:lnTo>
                  <a:pt x="12264" y="9173"/>
                </a:lnTo>
                <a:lnTo>
                  <a:pt x="12215" y="9149"/>
                </a:lnTo>
                <a:lnTo>
                  <a:pt x="12191" y="9101"/>
                </a:lnTo>
                <a:lnTo>
                  <a:pt x="12191" y="9028"/>
                </a:lnTo>
                <a:lnTo>
                  <a:pt x="12215" y="8930"/>
                </a:lnTo>
                <a:lnTo>
                  <a:pt x="12215" y="8857"/>
                </a:lnTo>
                <a:lnTo>
                  <a:pt x="12191" y="8809"/>
                </a:lnTo>
                <a:lnTo>
                  <a:pt x="12142" y="8760"/>
                </a:lnTo>
                <a:lnTo>
                  <a:pt x="12093" y="8736"/>
                </a:lnTo>
                <a:lnTo>
                  <a:pt x="12045" y="8736"/>
                </a:lnTo>
                <a:lnTo>
                  <a:pt x="11972" y="8760"/>
                </a:lnTo>
                <a:lnTo>
                  <a:pt x="11923" y="8784"/>
                </a:lnTo>
                <a:lnTo>
                  <a:pt x="11899" y="8857"/>
                </a:lnTo>
                <a:lnTo>
                  <a:pt x="11801" y="8979"/>
                </a:lnTo>
                <a:lnTo>
                  <a:pt x="11704" y="9076"/>
                </a:lnTo>
                <a:lnTo>
                  <a:pt x="11582" y="9125"/>
                </a:lnTo>
                <a:lnTo>
                  <a:pt x="11266" y="9125"/>
                </a:lnTo>
                <a:lnTo>
                  <a:pt x="11169" y="9076"/>
                </a:lnTo>
                <a:lnTo>
                  <a:pt x="11096" y="9028"/>
                </a:lnTo>
                <a:lnTo>
                  <a:pt x="11144" y="8882"/>
                </a:lnTo>
                <a:lnTo>
                  <a:pt x="11144" y="8809"/>
                </a:lnTo>
                <a:lnTo>
                  <a:pt x="11120" y="8736"/>
                </a:lnTo>
                <a:lnTo>
                  <a:pt x="11071" y="8687"/>
                </a:lnTo>
                <a:lnTo>
                  <a:pt x="11023" y="8663"/>
                </a:lnTo>
                <a:lnTo>
                  <a:pt x="10950" y="8638"/>
                </a:lnTo>
                <a:close/>
                <a:moveTo>
                  <a:pt x="1314" y="9003"/>
                </a:moveTo>
                <a:lnTo>
                  <a:pt x="1290" y="9611"/>
                </a:lnTo>
                <a:lnTo>
                  <a:pt x="1168" y="9660"/>
                </a:lnTo>
                <a:lnTo>
                  <a:pt x="1071" y="9733"/>
                </a:lnTo>
                <a:lnTo>
                  <a:pt x="852" y="9903"/>
                </a:lnTo>
                <a:lnTo>
                  <a:pt x="706" y="10049"/>
                </a:lnTo>
                <a:lnTo>
                  <a:pt x="657" y="9368"/>
                </a:lnTo>
                <a:lnTo>
                  <a:pt x="925" y="9271"/>
                </a:lnTo>
                <a:lnTo>
                  <a:pt x="1168" y="9101"/>
                </a:lnTo>
                <a:lnTo>
                  <a:pt x="1314" y="9003"/>
                </a:lnTo>
                <a:close/>
                <a:moveTo>
                  <a:pt x="1266" y="10122"/>
                </a:moveTo>
                <a:lnTo>
                  <a:pt x="1266" y="10877"/>
                </a:lnTo>
                <a:lnTo>
                  <a:pt x="1120" y="10998"/>
                </a:lnTo>
                <a:lnTo>
                  <a:pt x="779" y="11242"/>
                </a:lnTo>
                <a:lnTo>
                  <a:pt x="730" y="10439"/>
                </a:lnTo>
                <a:lnTo>
                  <a:pt x="876" y="10366"/>
                </a:lnTo>
                <a:lnTo>
                  <a:pt x="1022" y="10293"/>
                </a:lnTo>
                <a:lnTo>
                  <a:pt x="1266" y="10122"/>
                </a:lnTo>
                <a:close/>
                <a:moveTo>
                  <a:pt x="11485" y="10633"/>
                </a:moveTo>
                <a:lnTo>
                  <a:pt x="11412" y="10658"/>
                </a:lnTo>
                <a:lnTo>
                  <a:pt x="11339" y="10731"/>
                </a:lnTo>
                <a:lnTo>
                  <a:pt x="11169" y="11023"/>
                </a:lnTo>
                <a:lnTo>
                  <a:pt x="11071" y="11144"/>
                </a:lnTo>
                <a:lnTo>
                  <a:pt x="10950" y="11242"/>
                </a:lnTo>
                <a:lnTo>
                  <a:pt x="10877" y="11290"/>
                </a:lnTo>
                <a:lnTo>
                  <a:pt x="10779" y="11315"/>
                </a:lnTo>
                <a:lnTo>
                  <a:pt x="10560" y="11315"/>
                </a:lnTo>
                <a:lnTo>
                  <a:pt x="10463" y="11290"/>
                </a:lnTo>
                <a:lnTo>
                  <a:pt x="10390" y="11242"/>
                </a:lnTo>
                <a:lnTo>
                  <a:pt x="10317" y="11169"/>
                </a:lnTo>
                <a:lnTo>
                  <a:pt x="10293" y="11096"/>
                </a:lnTo>
                <a:lnTo>
                  <a:pt x="10366" y="10901"/>
                </a:lnTo>
                <a:lnTo>
                  <a:pt x="10366" y="10828"/>
                </a:lnTo>
                <a:lnTo>
                  <a:pt x="10341" y="10755"/>
                </a:lnTo>
                <a:lnTo>
                  <a:pt x="10293" y="10706"/>
                </a:lnTo>
                <a:lnTo>
                  <a:pt x="10244" y="10658"/>
                </a:lnTo>
                <a:lnTo>
                  <a:pt x="10098" y="10658"/>
                </a:lnTo>
                <a:lnTo>
                  <a:pt x="10049" y="10682"/>
                </a:lnTo>
                <a:lnTo>
                  <a:pt x="10001" y="10755"/>
                </a:lnTo>
                <a:lnTo>
                  <a:pt x="9928" y="10877"/>
                </a:lnTo>
                <a:lnTo>
                  <a:pt x="9903" y="10998"/>
                </a:lnTo>
                <a:lnTo>
                  <a:pt x="9806" y="11120"/>
                </a:lnTo>
                <a:lnTo>
                  <a:pt x="9636" y="11217"/>
                </a:lnTo>
                <a:lnTo>
                  <a:pt x="9539" y="11242"/>
                </a:lnTo>
                <a:lnTo>
                  <a:pt x="9393" y="11266"/>
                </a:lnTo>
                <a:lnTo>
                  <a:pt x="9344" y="11242"/>
                </a:lnTo>
                <a:lnTo>
                  <a:pt x="9295" y="11217"/>
                </a:lnTo>
                <a:lnTo>
                  <a:pt x="9295" y="11169"/>
                </a:lnTo>
                <a:lnTo>
                  <a:pt x="9295" y="11096"/>
                </a:lnTo>
                <a:lnTo>
                  <a:pt x="9320" y="11023"/>
                </a:lnTo>
                <a:lnTo>
                  <a:pt x="9320" y="10950"/>
                </a:lnTo>
                <a:lnTo>
                  <a:pt x="9295" y="10901"/>
                </a:lnTo>
                <a:lnTo>
                  <a:pt x="9247" y="10852"/>
                </a:lnTo>
                <a:lnTo>
                  <a:pt x="9198" y="10828"/>
                </a:lnTo>
                <a:lnTo>
                  <a:pt x="9125" y="10804"/>
                </a:lnTo>
                <a:lnTo>
                  <a:pt x="9052" y="10828"/>
                </a:lnTo>
                <a:lnTo>
                  <a:pt x="8979" y="10852"/>
                </a:lnTo>
                <a:lnTo>
                  <a:pt x="8784" y="11047"/>
                </a:lnTo>
                <a:lnTo>
                  <a:pt x="8565" y="11242"/>
                </a:lnTo>
                <a:lnTo>
                  <a:pt x="8419" y="11290"/>
                </a:lnTo>
                <a:lnTo>
                  <a:pt x="8225" y="11315"/>
                </a:lnTo>
                <a:lnTo>
                  <a:pt x="8103" y="11290"/>
                </a:lnTo>
                <a:lnTo>
                  <a:pt x="8006" y="11290"/>
                </a:lnTo>
                <a:lnTo>
                  <a:pt x="7933" y="11242"/>
                </a:lnTo>
                <a:lnTo>
                  <a:pt x="7884" y="11193"/>
                </a:lnTo>
                <a:lnTo>
                  <a:pt x="7908" y="11071"/>
                </a:lnTo>
                <a:lnTo>
                  <a:pt x="7908" y="10901"/>
                </a:lnTo>
                <a:lnTo>
                  <a:pt x="7884" y="10828"/>
                </a:lnTo>
                <a:lnTo>
                  <a:pt x="7835" y="10755"/>
                </a:lnTo>
                <a:lnTo>
                  <a:pt x="7787" y="10706"/>
                </a:lnTo>
                <a:lnTo>
                  <a:pt x="7714" y="10682"/>
                </a:lnTo>
                <a:lnTo>
                  <a:pt x="7616" y="10682"/>
                </a:lnTo>
                <a:lnTo>
                  <a:pt x="7543" y="10706"/>
                </a:lnTo>
                <a:lnTo>
                  <a:pt x="7495" y="10779"/>
                </a:lnTo>
                <a:lnTo>
                  <a:pt x="7446" y="10852"/>
                </a:lnTo>
                <a:lnTo>
                  <a:pt x="7397" y="10974"/>
                </a:lnTo>
                <a:lnTo>
                  <a:pt x="7397" y="11071"/>
                </a:lnTo>
                <a:lnTo>
                  <a:pt x="7324" y="11144"/>
                </a:lnTo>
                <a:lnTo>
                  <a:pt x="7227" y="11193"/>
                </a:lnTo>
                <a:lnTo>
                  <a:pt x="7008" y="11193"/>
                </a:lnTo>
                <a:lnTo>
                  <a:pt x="6911" y="11169"/>
                </a:lnTo>
                <a:lnTo>
                  <a:pt x="6789" y="11096"/>
                </a:lnTo>
                <a:lnTo>
                  <a:pt x="6716" y="11023"/>
                </a:lnTo>
                <a:lnTo>
                  <a:pt x="6667" y="10950"/>
                </a:lnTo>
                <a:lnTo>
                  <a:pt x="6619" y="10877"/>
                </a:lnTo>
                <a:lnTo>
                  <a:pt x="6546" y="10804"/>
                </a:lnTo>
                <a:lnTo>
                  <a:pt x="6473" y="10779"/>
                </a:lnTo>
                <a:lnTo>
                  <a:pt x="6400" y="10779"/>
                </a:lnTo>
                <a:lnTo>
                  <a:pt x="6302" y="10804"/>
                </a:lnTo>
                <a:lnTo>
                  <a:pt x="6254" y="10852"/>
                </a:lnTo>
                <a:lnTo>
                  <a:pt x="6205" y="10901"/>
                </a:lnTo>
                <a:lnTo>
                  <a:pt x="6205" y="10998"/>
                </a:lnTo>
                <a:lnTo>
                  <a:pt x="6205" y="11096"/>
                </a:lnTo>
                <a:lnTo>
                  <a:pt x="6181" y="11169"/>
                </a:lnTo>
                <a:lnTo>
                  <a:pt x="6156" y="11217"/>
                </a:lnTo>
                <a:lnTo>
                  <a:pt x="6132" y="11266"/>
                </a:lnTo>
                <a:lnTo>
                  <a:pt x="6035" y="11315"/>
                </a:lnTo>
                <a:lnTo>
                  <a:pt x="5937" y="11339"/>
                </a:lnTo>
                <a:lnTo>
                  <a:pt x="5840" y="11315"/>
                </a:lnTo>
                <a:lnTo>
                  <a:pt x="5743" y="11242"/>
                </a:lnTo>
                <a:lnTo>
                  <a:pt x="5694" y="11144"/>
                </a:lnTo>
                <a:lnTo>
                  <a:pt x="5694" y="11096"/>
                </a:lnTo>
                <a:lnTo>
                  <a:pt x="5694" y="11047"/>
                </a:lnTo>
                <a:lnTo>
                  <a:pt x="5694" y="10925"/>
                </a:lnTo>
                <a:lnTo>
                  <a:pt x="5670" y="10852"/>
                </a:lnTo>
                <a:lnTo>
                  <a:pt x="5621" y="10779"/>
                </a:lnTo>
                <a:lnTo>
                  <a:pt x="5524" y="10755"/>
                </a:lnTo>
                <a:lnTo>
                  <a:pt x="5451" y="10731"/>
                </a:lnTo>
                <a:lnTo>
                  <a:pt x="5353" y="10755"/>
                </a:lnTo>
                <a:lnTo>
                  <a:pt x="5280" y="10828"/>
                </a:lnTo>
                <a:lnTo>
                  <a:pt x="5232" y="10901"/>
                </a:lnTo>
                <a:lnTo>
                  <a:pt x="5183" y="10998"/>
                </a:lnTo>
                <a:lnTo>
                  <a:pt x="5110" y="11096"/>
                </a:lnTo>
                <a:lnTo>
                  <a:pt x="5037" y="11169"/>
                </a:lnTo>
                <a:lnTo>
                  <a:pt x="4964" y="11242"/>
                </a:lnTo>
                <a:lnTo>
                  <a:pt x="4769" y="11339"/>
                </a:lnTo>
                <a:lnTo>
                  <a:pt x="4648" y="11363"/>
                </a:lnTo>
                <a:lnTo>
                  <a:pt x="4550" y="11388"/>
                </a:lnTo>
                <a:lnTo>
                  <a:pt x="4502" y="11388"/>
                </a:lnTo>
                <a:lnTo>
                  <a:pt x="4453" y="11363"/>
                </a:lnTo>
                <a:lnTo>
                  <a:pt x="4380" y="11315"/>
                </a:lnTo>
                <a:lnTo>
                  <a:pt x="4331" y="11217"/>
                </a:lnTo>
                <a:lnTo>
                  <a:pt x="4307" y="11120"/>
                </a:lnTo>
                <a:lnTo>
                  <a:pt x="4258" y="10950"/>
                </a:lnTo>
                <a:lnTo>
                  <a:pt x="4234" y="10877"/>
                </a:lnTo>
                <a:lnTo>
                  <a:pt x="4210" y="10877"/>
                </a:lnTo>
                <a:lnTo>
                  <a:pt x="4210" y="10852"/>
                </a:lnTo>
                <a:lnTo>
                  <a:pt x="4185" y="10828"/>
                </a:lnTo>
                <a:lnTo>
                  <a:pt x="4137" y="10804"/>
                </a:lnTo>
                <a:lnTo>
                  <a:pt x="4088" y="10804"/>
                </a:lnTo>
                <a:lnTo>
                  <a:pt x="4039" y="10828"/>
                </a:lnTo>
                <a:lnTo>
                  <a:pt x="3991" y="10852"/>
                </a:lnTo>
                <a:lnTo>
                  <a:pt x="3942" y="10950"/>
                </a:lnTo>
                <a:lnTo>
                  <a:pt x="3918" y="11071"/>
                </a:lnTo>
                <a:lnTo>
                  <a:pt x="3918" y="11290"/>
                </a:lnTo>
                <a:lnTo>
                  <a:pt x="3942" y="11388"/>
                </a:lnTo>
                <a:lnTo>
                  <a:pt x="3966" y="11509"/>
                </a:lnTo>
                <a:lnTo>
                  <a:pt x="4015" y="11582"/>
                </a:lnTo>
                <a:lnTo>
                  <a:pt x="4088" y="11680"/>
                </a:lnTo>
                <a:lnTo>
                  <a:pt x="4185" y="11753"/>
                </a:lnTo>
                <a:lnTo>
                  <a:pt x="4283" y="11801"/>
                </a:lnTo>
                <a:lnTo>
                  <a:pt x="4429" y="11850"/>
                </a:lnTo>
                <a:lnTo>
                  <a:pt x="4721" y="11850"/>
                </a:lnTo>
                <a:lnTo>
                  <a:pt x="4842" y="11826"/>
                </a:lnTo>
                <a:lnTo>
                  <a:pt x="4988" y="11777"/>
                </a:lnTo>
                <a:lnTo>
                  <a:pt x="5110" y="11704"/>
                </a:lnTo>
                <a:lnTo>
                  <a:pt x="5232" y="11631"/>
                </a:lnTo>
                <a:lnTo>
                  <a:pt x="5353" y="11534"/>
                </a:lnTo>
                <a:lnTo>
                  <a:pt x="5475" y="11655"/>
                </a:lnTo>
                <a:lnTo>
                  <a:pt x="5645" y="11728"/>
                </a:lnTo>
                <a:lnTo>
                  <a:pt x="5816" y="11777"/>
                </a:lnTo>
                <a:lnTo>
                  <a:pt x="5986" y="11801"/>
                </a:lnTo>
                <a:lnTo>
                  <a:pt x="6156" y="11777"/>
                </a:lnTo>
                <a:lnTo>
                  <a:pt x="6327" y="11728"/>
                </a:lnTo>
                <a:lnTo>
                  <a:pt x="6473" y="11631"/>
                </a:lnTo>
                <a:lnTo>
                  <a:pt x="6570" y="11509"/>
                </a:lnTo>
                <a:lnTo>
                  <a:pt x="6716" y="11558"/>
                </a:lnTo>
                <a:lnTo>
                  <a:pt x="6838" y="11607"/>
                </a:lnTo>
                <a:lnTo>
                  <a:pt x="6984" y="11631"/>
                </a:lnTo>
                <a:lnTo>
                  <a:pt x="7105" y="11655"/>
                </a:lnTo>
                <a:lnTo>
                  <a:pt x="7251" y="11655"/>
                </a:lnTo>
                <a:lnTo>
                  <a:pt x="7373" y="11631"/>
                </a:lnTo>
                <a:lnTo>
                  <a:pt x="7519" y="11582"/>
                </a:lnTo>
                <a:lnTo>
                  <a:pt x="7616" y="11534"/>
                </a:lnTo>
                <a:lnTo>
                  <a:pt x="7787" y="11631"/>
                </a:lnTo>
                <a:lnTo>
                  <a:pt x="7957" y="11728"/>
                </a:lnTo>
                <a:lnTo>
                  <a:pt x="8103" y="11777"/>
                </a:lnTo>
                <a:lnTo>
                  <a:pt x="8249" y="11801"/>
                </a:lnTo>
                <a:lnTo>
                  <a:pt x="8395" y="11777"/>
                </a:lnTo>
                <a:lnTo>
                  <a:pt x="8517" y="11753"/>
                </a:lnTo>
                <a:lnTo>
                  <a:pt x="8638" y="11680"/>
                </a:lnTo>
                <a:lnTo>
                  <a:pt x="8760" y="11607"/>
                </a:lnTo>
                <a:lnTo>
                  <a:pt x="9003" y="11436"/>
                </a:lnTo>
                <a:lnTo>
                  <a:pt x="9052" y="11509"/>
                </a:lnTo>
                <a:lnTo>
                  <a:pt x="9149" y="11582"/>
                </a:lnTo>
                <a:lnTo>
                  <a:pt x="9271" y="11631"/>
                </a:lnTo>
                <a:lnTo>
                  <a:pt x="9563" y="11631"/>
                </a:lnTo>
                <a:lnTo>
                  <a:pt x="9733" y="11582"/>
                </a:lnTo>
                <a:lnTo>
                  <a:pt x="9903" y="11534"/>
                </a:lnTo>
                <a:lnTo>
                  <a:pt x="10025" y="11436"/>
                </a:lnTo>
                <a:lnTo>
                  <a:pt x="10098" y="11509"/>
                </a:lnTo>
                <a:lnTo>
                  <a:pt x="10195" y="11582"/>
                </a:lnTo>
                <a:lnTo>
                  <a:pt x="10414" y="11680"/>
                </a:lnTo>
                <a:lnTo>
                  <a:pt x="10560" y="11728"/>
                </a:lnTo>
                <a:lnTo>
                  <a:pt x="10682" y="11753"/>
                </a:lnTo>
                <a:lnTo>
                  <a:pt x="10828" y="11728"/>
                </a:lnTo>
                <a:lnTo>
                  <a:pt x="10950" y="11704"/>
                </a:lnTo>
                <a:lnTo>
                  <a:pt x="11071" y="11655"/>
                </a:lnTo>
                <a:lnTo>
                  <a:pt x="11193" y="11582"/>
                </a:lnTo>
                <a:lnTo>
                  <a:pt x="11388" y="11388"/>
                </a:lnTo>
                <a:lnTo>
                  <a:pt x="11509" y="11509"/>
                </a:lnTo>
                <a:lnTo>
                  <a:pt x="11655" y="11582"/>
                </a:lnTo>
                <a:lnTo>
                  <a:pt x="11801" y="11631"/>
                </a:lnTo>
                <a:lnTo>
                  <a:pt x="11996" y="11655"/>
                </a:lnTo>
                <a:lnTo>
                  <a:pt x="12166" y="11655"/>
                </a:lnTo>
                <a:lnTo>
                  <a:pt x="12337" y="11631"/>
                </a:lnTo>
                <a:lnTo>
                  <a:pt x="12507" y="11582"/>
                </a:lnTo>
                <a:lnTo>
                  <a:pt x="12653" y="11509"/>
                </a:lnTo>
                <a:lnTo>
                  <a:pt x="12799" y="11582"/>
                </a:lnTo>
                <a:lnTo>
                  <a:pt x="12945" y="11607"/>
                </a:lnTo>
                <a:lnTo>
                  <a:pt x="13115" y="11631"/>
                </a:lnTo>
                <a:lnTo>
                  <a:pt x="13286" y="11631"/>
                </a:lnTo>
                <a:lnTo>
                  <a:pt x="13456" y="11607"/>
                </a:lnTo>
                <a:lnTo>
                  <a:pt x="13651" y="11558"/>
                </a:lnTo>
                <a:lnTo>
                  <a:pt x="13797" y="11485"/>
                </a:lnTo>
                <a:lnTo>
                  <a:pt x="13967" y="11388"/>
                </a:lnTo>
                <a:lnTo>
                  <a:pt x="14040" y="11436"/>
                </a:lnTo>
                <a:lnTo>
                  <a:pt x="14137" y="11461"/>
                </a:lnTo>
                <a:lnTo>
                  <a:pt x="14259" y="11461"/>
                </a:lnTo>
                <a:lnTo>
                  <a:pt x="14405" y="11436"/>
                </a:lnTo>
                <a:lnTo>
                  <a:pt x="14478" y="11388"/>
                </a:lnTo>
                <a:lnTo>
                  <a:pt x="14527" y="11339"/>
                </a:lnTo>
                <a:lnTo>
                  <a:pt x="14551" y="11266"/>
                </a:lnTo>
                <a:lnTo>
                  <a:pt x="14551" y="11193"/>
                </a:lnTo>
                <a:lnTo>
                  <a:pt x="14527" y="11120"/>
                </a:lnTo>
                <a:lnTo>
                  <a:pt x="14478" y="11071"/>
                </a:lnTo>
                <a:lnTo>
                  <a:pt x="14429" y="11047"/>
                </a:lnTo>
                <a:lnTo>
                  <a:pt x="14356" y="11023"/>
                </a:lnTo>
                <a:lnTo>
                  <a:pt x="14283" y="11047"/>
                </a:lnTo>
                <a:lnTo>
                  <a:pt x="14210" y="11023"/>
                </a:lnTo>
                <a:lnTo>
                  <a:pt x="14137" y="10925"/>
                </a:lnTo>
                <a:lnTo>
                  <a:pt x="14040" y="10852"/>
                </a:lnTo>
                <a:lnTo>
                  <a:pt x="13943" y="10852"/>
                </a:lnTo>
                <a:lnTo>
                  <a:pt x="13894" y="10877"/>
                </a:lnTo>
                <a:lnTo>
                  <a:pt x="13845" y="10925"/>
                </a:lnTo>
                <a:lnTo>
                  <a:pt x="13772" y="10974"/>
                </a:lnTo>
                <a:lnTo>
                  <a:pt x="13651" y="11047"/>
                </a:lnTo>
                <a:lnTo>
                  <a:pt x="13505" y="11120"/>
                </a:lnTo>
                <a:lnTo>
                  <a:pt x="13334" y="11169"/>
                </a:lnTo>
                <a:lnTo>
                  <a:pt x="13188" y="11217"/>
                </a:lnTo>
                <a:lnTo>
                  <a:pt x="12994" y="11217"/>
                </a:lnTo>
                <a:lnTo>
                  <a:pt x="12969" y="11193"/>
                </a:lnTo>
                <a:lnTo>
                  <a:pt x="12945" y="11144"/>
                </a:lnTo>
                <a:lnTo>
                  <a:pt x="12921" y="11096"/>
                </a:lnTo>
                <a:lnTo>
                  <a:pt x="12945" y="10974"/>
                </a:lnTo>
                <a:lnTo>
                  <a:pt x="12945" y="10901"/>
                </a:lnTo>
                <a:lnTo>
                  <a:pt x="12896" y="10828"/>
                </a:lnTo>
                <a:lnTo>
                  <a:pt x="12848" y="10779"/>
                </a:lnTo>
                <a:lnTo>
                  <a:pt x="12775" y="10755"/>
                </a:lnTo>
                <a:lnTo>
                  <a:pt x="12677" y="10779"/>
                </a:lnTo>
                <a:lnTo>
                  <a:pt x="12629" y="10804"/>
                </a:lnTo>
                <a:lnTo>
                  <a:pt x="12556" y="10852"/>
                </a:lnTo>
                <a:lnTo>
                  <a:pt x="12531" y="10925"/>
                </a:lnTo>
                <a:lnTo>
                  <a:pt x="12507" y="11047"/>
                </a:lnTo>
                <a:lnTo>
                  <a:pt x="12458" y="11096"/>
                </a:lnTo>
                <a:lnTo>
                  <a:pt x="12410" y="11144"/>
                </a:lnTo>
                <a:lnTo>
                  <a:pt x="12288" y="11217"/>
                </a:lnTo>
                <a:lnTo>
                  <a:pt x="12142" y="11242"/>
                </a:lnTo>
                <a:lnTo>
                  <a:pt x="11972" y="11242"/>
                </a:lnTo>
                <a:lnTo>
                  <a:pt x="11850" y="11217"/>
                </a:lnTo>
                <a:lnTo>
                  <a:pt x="11728" y="11144"/>
                </a:lnTo>
                <a:lnTo>
                  <a:pt x="11704" y="11120"/>
                </a:lnTo>
                <a:lnTo>
                  <a:pt x="11680" y="11071"/>
                </a:lnTo>
                <a:lnTo>
                  <a:pt x="11680" y="10998"/>
                </a:lnTo>
                <a:lnTo>
                  <a:pt x="11704" y="10950"/>
                </a:lnTo>
                <a:lnTo>
                  <a:pt x="11728" y="10852"/>
                </a:lnTo>
                <a:lnTo>
                  <a:pt x="11728" y="10779"/>
                </a:lnTo>
                <a:lnTo>
                  <a:pt x="11680" y="10706"/>
                </a:lnTo>
                <a:lnTo>
                  <a:pt x="11631" y="10658"/>
                </a:lnTo>
                <a:lnTo>
                  <a:pt x="11558" y="10633"/>
                </a:lnTo>
                <a:close/>
                <a:moveTo>
                  <a:pt x="1266" y="11363"/>
                </a:moveTo>
                <a:lnTo>
                  <a:pt x="1266" y="11826"/>
                </a:lnTo>
                <a:lnTo>
                  <a:pt x="1095" y="11972"/>
                </a:lnTo>
                <a:lnTo>
                  <a:pt x="974" y="12118"/>
                </a:lnTo>
                <a:lnTo>
                  <a:pt x="876" y="12215"/>
                </a:lnTo>
                <a:lnTo>
                  <a:pt x="828" y="12337"/>
                </a:lnTo>
                <a:lnTo>
                  <a:pt x="803" y="11534"/>
                </a:lnTo>
                <a:lnTo>
                  <a:pt x="803" y="11485"/>
                </a:lnTo>
                <a:lnTo>
                  <a:pt x="925" y="11485"/>
                </a:lnTo>
                <a:lnTo>
                  <a:pt x="1047" y="11461"/>
                </a:lnTo>
                <a:lnTo>
                  <a:pt x="1144" y="11412"/>
                </a:lnTo>
                <a:lnTo>
                  <a:pt x="1266" y="11363"/>
                </a:lnTo>
                <a:close/>
                <a:moveTo>
                  <a:pt x="1266" y="12385"/>
                </a:moveTo>
                <a:lnTo>
                  <a:pt x="1266" y="12872"/>
                </a:lnTo>
                <a:lnTo>
                  <a:pt x="974" y="13140"/>
                </a:lnTo>
                <a:lnTo>
                  <a:pt x="828" y="13286"/>
                </a:lnTo>
                <a:lnTo>
                  <a:pt x="828" y="12653"/>
                </a:lnTo>
                <a:lnTo>
                  <a:pt x="1022" y="12556"/>
                </a:lnTo>
                <a:lnTo>
                  <a:pt x="1217" y="12410"/>
                </a:lnTo>
                <a:lnTo>
                  <a:pt x="1266" y="12385"/>
                </a:lnTo>
                <a:close/>
                <a:moveTo>
                  <a:pt x="4088" y="12775"/>
                </a:moveTo>
                <a:lnTo>
                  <a:pt x="4039" y="12799"/>
                </a:lnTo>
                <a:lnTo>
                  <a:pt x="4015" y="12823"/>
                </a:lnTo>
                <a:lnTo>
                  <a:pt x="3820" y="13164"/>
                </a:lnTo>
                <a:lnTo>
                  <a:pt x="3747" y="13359"/>
                </a:lnTo>
                <a:lnTo>
                  <a:pt x="3699" y="13553"/>
                </a:lnTo>
                <a:lnTo>
                  <a:pt x="3674" y="13748"/>
                </a:lnTo>
                <a:lnTo>
                  <a:pt x="3699" y="13821"/>
                </a:lnTo>
                <a:lnTo>
                  <a:pt x="3747" y="13894"/>
                </a:lnTo>
                <a:lnTo>
                  <a:pt x="3796" y="13967"/>
                </a:lnTo>
                <a:lnTo>
                  <a:pt x="3869" y="13991"/>
                </a:lnTo>
                <a:lnTo>
                  <a:pt x="3991" y="14040"/>
                </a:lnTo>
                <a:lnTo>
                  <a:pt x="4258" y="14040"/>
                </a:lnTo>
                <a:lnTo>
                  <a:pt x="4404" y="14016"/>
                </a:lnTo>
                <a:lnTo>
                  <a:pt x="4526" y="13967"/>
                </a:lnTo>
                <a:lnTo>
                  <a:pt x="4672" y="13918"/>
                </a:lnTo>
                <a:lnTo>
                  <a:pt x="4940" y="13748"/>
                </a:lnTo>
                <a:lnTo>
                  <a:pt x="5183" y="13578"/>
                </a:lnTo>
                <a:lnTo>
                  <a:pt x="5256" y="13675"/>
                </a:lnTo>
                <a:lnTo>
                  <a:pt x="5353" y="13748"/>
                </a:lnTo>
                <a:lnTo>
                  <a:pt x="5475" y="13821"/>
                </a:lnTo>
                <a:lnTo>
                  <a:pt x="5621" y="13870"/>
                </a:lnTo>
                <a:lnTo>
                  <a:pt x="5791" y="13918"/>
                </a:lnTo>
                <a:lnTo>
                  <a:pt x="6108" y="13918"/>
                </a:lnTo>
                <a:lnTo>
                  <a:pt x="6278" y="13894"/>
                </a:lnTo>
                <a:lnTo>
                  <a:pt x="6424" y="13821"/>
                </a:lnTo>
                <a:lnTo>
                  <a:pt x="6570" y="13772"/>
                </a:lnTo>
                <a:lnTo>
                  <a:pt x="6692" y="13675"/>
                </a:lnTo>
                <a:lnTo>
                  <a:pt x="6838" y="13578"/>
                </a:lnTo>
                <a:lnTo>
                  <a:pt x="6959" y="13675"/>
                </a:lnTo>
                <a:lnTo>
                  <a:pt x="7130" y="13724"/>
                </a:lnTo>
                <a:lnTo>
                  <a:pt x="7324" y="13748"/>
                </a:lnTo>
                <a:lnTo>
                  <a:pt x="7519" y="13748"/>
                </a:lnTo>
                <a:lnTo>
                  <a:pt x="8030" y="13724"/>
                </a:lnTo>
                <a:lnTo>
                  <a:pt x="8565" y="13748"/>
                </a:lnTo>
                <a:lnTo>
                  <a:pt x="8906" y="13772"/>
                </a:lnTo>
                <a:lnTo>
                  <a:pt x="9271" y="13748"/>
                </a:lnTo>
                <a:lnTo>
                  <a:pt x="9466" y="13724"/>
                </a:lnTo>
                <a:lnTo>
                  <a:pt x="9636" y="13675"/>
                </a:lnTo>
                <a:lnTo>
                  <a:pt x="9782" y="13578"/>
                </a:lnTo>
                <a:lnTo>
                  <a:pt x="9928" y="13480"/>
                </a:lnTo>
                <a:lnTo>
                  <a:pt x="9952" y="13432"/>
                </a:lnTo>
                <a:lnTo>
                  <a:pt x="9952" y="13383"/>
                </a:lnTo>
                <a:lnTo>
                  <a:pt x="9928" y="13334"/>
                </a:lnTo>
                <a:lnTo>
                  <a:pt x="9879" y="13310"/>
                </a:lnTo>
                <a:lnTo>
                  <a:pt x="9660" y="13261"/>
                </a:lnTo>
                <a:lnTo>
                  <a:pt x="9466" y="13286"/>
                </a:lnTo>
                <a:lnTo>
                  <a:pt x="9028" y="13334"/>
                </a:lnTo>
                <a:lnTo>
                  <a:pt x="8590" y="13334"/>
                </a:lnTo>
                <a:lnTo>
                  <a:pt x="8176" y="13286"/>
                </a:lnTo>
                <a:lnTo>
                  <a:pt x="7957" y="13286"/>
                </a:lnTo>
                <a:lnTo>
                  <a:pt x="7616" y="13310"/>
                </a:lnTo>
                <a:lnTo>
                  <a:pt x="7276" y="13310"/>
                </a:lnTo>
                <a:lnTo>
                  <a:pt x="7203" y="13286"/>
                </a:lnTo>
                <a:lnTo>
                  <a:pt x="7178" y="13261"/>
                </a:lnTo>
                <a:lnTo>
                  <a:pt x="7203" y="13164"/>
                </a:lnTo>
                <a:lnTo>
                  <a:pt x="7178" y="13091"/>
                </a:lnTo>
                <a:lnTo>
                  <a:pt x="7154" y="13042"/>
                </a:lnTo>
                <a:lnTo>
                  <a:pt x="7105" y="12969"/>
                </a:lnTo>
                <a:lnTo>
                  <a:pt x="7057" y="12945"/>
                </a:lnTo>
                <a:lnTo>
                  <a:pt x="6984" y="12921"/>
                </a:lnTo>
                <a:lnTo>
                  <a:pt x="6911" y="12945"/>
                </a:lnTo>
                <a:lnTo>
                  <a:pt x="6838" y="12994"/>
                </a:lnTo>
                <a:lnTo>
                  <a:pt x="6594" y="13237"/>
                </a:lnTo>
                <a:lnTo>
                  <a:pt x="6302" y="13432"/>
                </a:lnTo>
                <a:lnTo>
                  <a:pt x="6205" y="13480"/>
                </a:lnTo>
                <a:lnTo>
                  <a:pt x="6059" y="13505"/>
                </a:lnTo>
                <a:lnTo>
                  <a:pt x="5913" y="13505"/>
                </a:lnTo>
                <a:lnTo>
                  <a:pt x="5767" y="13480"/>
                </a:lnTo>
                <a:lnTo>
                  <a:pt x="5645" y="13432"/>
                </a:lnTo>
                <a:lnTo>
                  <a:pt x="5548" y="13359"/>
                </a:lnTo>
                <a:lnTo>
                  <a:pt x="5524" y="13286"/>
                </a:lnTo>
                <a:lnTo>
                  <a:pt x="5524" y="13237"/>
                </a:lnTo>
                <a:lnTo>
                  <a:pt x="5524" y="13164"/>
                </a:lnTo>
                <a:lnTo>
                  <a:pt x="5548" y="13067"/>
                </a:lnTo>
                <a:lnTo>
                  <a:pt x="5548" y="12994"/>
                </a:lnTo>
                <a:lnTo>
                  <a:pt x="5524" y="12921"/>
                </a:lnTo>
                <a:lnTo>
                  <a:pt x="5475" y="12872"/>
                </a:lnTo>
                <a:lnTo>
                  <a:pt x="5426" y="12823"/>
                </a:lnTo>
                <a:lnTo>
                  <a:pt x="5353" y="12799"/>
                </a:lnTo>
                <a:lnTo>
                  <a:pt x="5280" y="12799"/>
                </a:lnTo>
                <a:lnTo>
                  <a:pt x="5207" y="12848"/>
                </a:lnTo>
                <a:lnTo>
                  <a:pt x="5159" y="12896"/>
                </a:lnTo>
                <a:lnTo>
                  <a:pt x="5086" y="13018"/>
                </a:lnTo>
                <a:lnTo>
                  <a:pt x="5013" y="13091"/>
                </a:lnTo>
                <a:lnTo>
                  <a:pt x="4842" y="13261"/>
                </a:lnTo>
                <a:lnTo>
                  <a:pt x="4648" y="13407"/>
                </a:lnTo>
                <a:lnTo>
                  <a:pt x="4453" y="13505"/>
                </a:lnTo>
                <a:lnTo>
                  <a:pt x="4331" y="13578"/>
                </a:lnTo>
                <a:lnTo>
                  <a:pt x="4185" y="13602"/>
                </a:lnTo>
                <a:lnTo>
                  <a:pt x="4137" y="13602"/>
                </a:lnTo>
                <a:lnTo>
                  <a:pt x="4088" y="13578"/>
                </a:lnTo>
                <a:lnTo>
                  <a:pt x="4088" y="13505"/>
                </a:lnTo>
                <a:lnTo>
                  <a:pt x="4088" y="13407"/>
                </a:lnTo>
                <a:lnTo>
                  <a:pt x="4210" y="12945"/>
                </a:lnTo>
                <a:lnTo>
                  <a:pt x="4210" y="12896"/>
                </a:lnTo>
                <a:lnTo>
                  <a:pt x="4210" y="12848"/>
                </a:lnTo>
                <a:lnTo>
                  <a:pt x="4161" y="12799"/>
                </a:lnTo>
                <a:lnTo>
                  <a:pt x="4112" y="12775"/>
                </a:lnTo>
                <a:close/>
                <a:moveTo>
                  <a:pt x="1266" y="13407"/>
                </a:moveTo>
                <a:lnTo>
                  <a:pt x="1266" y="14113"/>
                </a:lnTo>
                <a:lnTo>
                  <a:pt x="1168" y="14186"/>
                </a:lnTo>
                <a:lnTo>
                  <a:pt x="1071" y="14235"/>
                </a:lnTo>
                <a:lnTo>
                  <a:pt x="925" y="14381"/>
                </a:lnTo>
                <a:lnTo>
                  <a:pt x="779" y="14527"/>
                </a:lnTo>
                <a:lnTo>
                  <a:pt x="803" y="13748"/>
                </a:lnTo>
                <a:lnTo>
                  <a:pt x="925" y="13675"/>
                </a:lnTo>
                <a:lnTo>
                  <a:pt x="1047" y="13578"/>
                </a:lnTo>
                <a:lnTo>
                  <a:pt x="1241" y="13407"/>
                </a:lnTo>
                <a:close/>
                <a:moveTo>
                  <a:pt x="1266" y="14624"/>
                </a:moveTo>
                <a:lnTo>
                  <a:pt x="1266" y="14940"/>
                </a:lnTo>
                <a:lnTo>
                  <a:pt x="1193" y="14989"/>
                </a:lnTo>
                <a:lnTo>
                  <a:pt x="949" y="15208"/>
                </a:lnTo>
                <a:lnTo>
                  <a:pt x="730" y="15451"/>
                </a:lnTo>
                <a:lnTo>
                  <a:pt x="755" y="15062"/>
                </a:lnTo>
                <a:lnTo>
                  <a:pt x="876" y="14989"/>
                </a:lnTo>
                <a:lnTo>
                  <a:pt x="974" y="14892"/>
                </a:lnTo>
                <a:lnTo>
                  <a:pt x="1168" y="14697"/>
                </a:lnTo>
                <a:lnTo>
                  <a:pt x="1266" y="14624"/>
                </a:lnTo>
                <a:close/>
                <a:moveTo>
                  <a:pt x="1241" y="15451"/>
                </a:moveTo>
                <a:lnTo>
                  <a:pt x="1241" y="15500"/>
                </a:lnTo>
                <a:lnTo>
                  <a:pt x="1217" y="15841"/>
                </a:lnTo>
                <a:lnTo>
                  <a:pt x="1071" y="15962"/>
                </a:lnTo>
                <a:lnTo>
                  <a:pt x="925" y="16108"/>
                </a:lnTo>
                <a:lnTo>
                  <a:pt x="682" y="16400"/>
                </a:lnTo>
                <a:lnTo>
                  <a:pt x="706" y="15695"/>
                </a:lnTo>
                <a:lnTo>
                  <a:pt x="755" y="15719"/>
                </a:lnTo>
                <a:lnTo>
                  <a:pt x="828" y="15743"/>
                </a:lnTo>
                <a:lnTo>
                  <a:pt x="876" y="15743"/>
                </a:lnTo>
                <a:lnTo>
                  <a:pt x="949" y="15695"/>
                </a:lnTo>
                <a:lnTo>
                  <a:pt x="1241" y="15451"/>
                </a:lnTo>
                <a:close/>
                <a:moveTo>
                  <a:pt x="1168" y="16327"/>
                </a:moveTo>
                <a:lnTo>
                  <a:pt x="1120" y="17009"/>
                </a:lnTo>
                <a:lnTo>
                  <a:pt x="998" y="17082"/>
                </a:lnTo>
                <a:lnTo>
                  <a:pt x="876" y="17179"/>
                </a:lnTo>
                <a:lnTo>
                  <a:pt x="682" y="17373"/>
                </a:lnTo>
                <a:lnTo>
                  <a:pt x="584" y="17495"/>
                </a:lnTo>
                <a:lnTo>
                  <a:pt x="657" y="16668"/>
                </a:lnTo>
                <a:lnTo>
                  <a:pt x="803" y="16619"/>
                </a:lnTo>
                <a:lnTo>
                  <a:pt x="949" y="16522"/>
                </a:lnTo>
                <a:lnTo>
                  <a:pt x="1168" y="16327"/>
                </a:lnTo>
                <a:close/>
                <a:moveTo>
                  <a:pt x="6813" y="463"/>
                </a:moveTo>
                <a:lnTo>
                  <a:pt x="8322" y="487"/>
                </a:lnTo>
                <a:lnTo>
                  <a:pt x="9830" y="560"/>
                </a:lnTo>
                <a:lnTo>
                  <a:pt x="12848" y="706"/>
                </a:lnTo>
                <a:lnTo>
                  <a:pt x="12775" y="901"/>
                </a:lnTo>
                <a:lnTo>
                  <a:pt x="12750" y="1071"/>
                </a:lnTo>
                <a:lnTo>
                  <a:pt x="12677" y="1484"/>
                </a:lnTo>
                <a:lnTo>
                  <a:pt x="12677" y="1874"/>
                </a:lnTo>
                <a:lnTo>
                  <a:pt x="12702" y="2312"/>
                </a:lnTo>
                <a:lnTo>
                  <a:pt x="12775" y="3115"/>
                </a:lnTo>
                <a:lnTo>
                  <a:pt x="12799" y="3528"/>
                </a:lnTo>
                <a:lnTo>
                  <a:pt x="12823" y="3893"/>
                </a:lnTo>
                <a:lnTo>
                  <a:pt x="12823" y="3966"/>
                </a:lnTo>
                <a:lnTo>
                  <a:pt x="12872" y="4039"/>
                </a:lnTo>
                <a:lnTo>
                  <a:pt x="12896" y="4064"/>
                </a:lnTo>
                <a:lnTo>
                  <a:pt x="12945" y="4112"/>
                </a:lnTo>
                <a:lnTo>
                  <a:pt x="12994" y="4161"/>
                </a:lnTo>
                <a:lnTo>
                  <a:pt x="13067" y="4210"/>
                </a:lnTo>
                <a:lnTo>
                  <a:pt x="13261" y="4258"/>
                </a:lnTo>
                <a:lnTo>
                  <a:pt x="13456" y="4307"/>
                </a:lnTo>
                <a:lnTo>
                  <a:pt x="13870" y="4331"/>
                </a:lnTo>
                <a:lnTo>
                  <a:pt x="14697" y="4356"/>
                </a:lnTo>
                <a:lnTo>
                  <a:pt x="15500" y="4356"/>
                </a:lnTo>
                <a:lnTo>
                  <a:pt x="15889" y="4331"/>
                </a:lnTo>
                <a:lnTo>
                  <a:pt x="16279" y="4283"/>
                </a:lnTo>
                <a:lnTo>
                  <a:pt x="16254" y="5061"/>
                </a:lnTo>
                <a:lnTo>
                  <a:pt x="16279" y="5864"/>
                </a:lnTo>
                <a:lnTo>
                  <a:pt x="16303" y="6643"/>
                </a:lnTo>
                <a:lnTo>
                  <a:pt x="16303" y="7422"/>
                </a:lnTo>
                <a:lnTo>
                  <a:pt x="16254" y="9319"/>
                </a:lnTo>
                <a:lnTo>
                  <a:pt x="16254" y="10268"/>
                </a:lnTo>
                <a:lnTo>
                  <a:pt x="16254" y="11242"/>
                </a:lnTo>
                <a:lnTo>
                  <a:pt x="16303" y="13140"/>
                </a:lnTo>
                <a:lnTo>
                  <a:pt x="16352" y="15062"/>
                </a:lnTo>
                <a:lnTo>
                  <a:pt x="16327" y="15962"/>
                </a:lnTo>
                <a:lnTo>
                  <a:pt x="16327" y="16887"/>
                </a:lnTo>
                <a:lnTo>
                  <a:pt x="16327" y="17738"/>
                </a:lnTo>
                <a:lnTo>
                  <a:pt x="16303" y="18152"/>
                </a:lnTo>
                <a:lnTo>
                  <a:pt x="16254" y="18590"/>
                </a:lnTo>
                <a:lnTo>
                  <a:pt x="15889" y="18614"/>
                </a:lnTo>
                <a:lnTo>
                  <a:pt x="15524" y="18639"/>
                </a:lnTo>
                <a:lnTo>
                  <a:pt x="11923" y="18639"/>
                </a:lnTo>
                <a:lnTo>
                  <a:pt x="9733" y="18614"/>
                </a:lnTo>
                <a:lnTo>
                  <a:pt x="7616" y="18566"/>
                </a:lnTo>
                <a:lnTo>
                  <a:pt x="5524" y="18517"/>
                </a:lnTo>
                <a:lnTo>
                  <a:pt x="4453" y="18517"/>
                </a:lnTo>
                <a:lnTo>
                  <a:pt x="3358" y="18566"/>
                </a:lnTo>
                <a:lnTo>
                  <a:pt x="2701" y="18566"/>
                </a:lnTo>
                <a:lnTo>
                  <a:pt x="2360" y="18590"/>
                </a:lnTo>
                <a:lnTo>
                  <a:pt x="2020" y="18639"/>
                </a:lnTo>
                <a:lnTo>
                  <a:pt x="1971" y="18590"/>
                </a:lnTo>
                <a:lnTo>
                  <a:pt x="1922" y="18517"/>
                </a:lnTo>
                <a:lnTo>
                  <a:pt x="1849" y="18493"/>
                </a:lnTo>
                <a:lnTo>
                  <a:pt x="1776" y="18493"/>
                </a:lnTo>
                <a:lnTo>
                  <a:pt x="1703" y="18298"/>
                </a:lnTo>
                <a:lnTo>
                  <a:pt x="1655" y="18103"/>
                </a:lnTo>
                <a:lnTo>
                  <a:pt x="1703" y="18030"/>
                </a:lnTo>
                <a:lnTo>
                  <a:pt x="1703" y="17957"/>
                </a:lnTo>
                <a:lnTo>
                  <a:pt x="1679" y="17884"/>
                </a:lnTo>
                <a:lnTo>
                  <a:pt x="1631" y="17811"/>
                </a:lnTo>
                <a:lnTo>
                  <a:pt x="1631" y="17398"/>
                </a:lnTo>
                <a:lnTo>
                  <a:pt x="1631" y="17009"/>
                </a:lnTo>
                <a:lnTo>
                  <a:pt x="1679" y="16133"/>
                </a:lnTo>
                <a:lnTo>
                  <a:pt x="1728" y="15281"/>
                </a:lnTo>
                <a:lnTo>
                  <a:pt x="1728" y="15086"/>
                </a:lnTo>
                <a:lnTo>
                  <a:pt x="1752" y="15038"/>
                </a:lnTo>
                <a:lnTo>
                  <a:pt x="1776" y="14965"/>
                </a:lnTo>
                <a:lnTo>
                  <a:pt x="1776" y="14916"/>
                </a:lnTo>
                <a:lnTo>
                  <a:pt x="1728" y="14843"/>
                </a:lnTo>
                <a:lnTo>
                  <a:pt x="1728" y="13018"/>
                </a:lnTo>
                <a:lnTo>
                  <a:pt x="1801" y="12945"/>
                </a:lnTo>
                <a:lnTo>
                  <a:pt x="1825" y="12848"/>
                </a:lnTo>
                <a:lnTo>
                  <a:pt x="1825" y="12775"/>
                </a:lnTo>
                <a:lnTo>
                  <a:pt x="1776" y="12726"/>
                </a:lnTo>
                <a:lnTo>
                  <a:pt x="1728" y="12677"/>
                </a:lnTo>
                <a:lnTo>
                  <a:pt x="1728" y="11071"/>
                </a:lnTo>
                <a:lnTo>
                  <a:pt x="1752" y="11023"/>
                </a:lnTo>
                <a:lnTo>
                  <a:pt x="1752" y="10974"/>
                </a:lnTo>
                <a:lnTo>
                  <a:pt x="1752" y="10925"/>
                </a:lnTo>
                <a:lnTo>
                  <a:pt x="1728" y="10852"/>
                </a:lnTo>
                <a:lnTo>
                  <a:pt x="1728" y="10049"/>
                </a:lnTo>
                <a:lnTo>
                  <a:pt x="1801" y="7373"/>
                </a:lnTo>
                <a:lnTo>
                  <a:pt x="1874" y="6059"/>
                </a:lnTo>
                <a:lnTo>
                  <a:pt x="1947" y="4721"/>
                </a:lnTo>
                <a:lnTo>
                  <a:pt x="1971" y="4137"/>
                </a:lnTo>
                <a:lnTo>
                  <a:pt x="1971" y="3553"/>
                </a:lnTo>
                <a:lnTo>
                  <a:pt x="1922" y="2969"/>
                </a:lnTo>
                <a:lnTo>
                  <a:pt x="1898" y="2360"/>
                </a:lnTo>
                <a:lnTo>
                  <a:pt x="1849" y="1825"/>
                </a:lnTo>
                <a:lnTo>
                  <a:pt x="1801" y="1290"/>
                </a:lnTo>
                <a:lnTo>
                  <a:pt x="1752" y="925"/>
                </a:lnTo>
                <a:lnTo>
                  <a:pt x="1703" y="755"/>
                </a:lnTo>
                <a:lnTo>
                  <a:pt x="1703" y="560"/>
                </a:lnTo>
                <a:lnTo>
                  <a:pt x="2141" y="609"/>
                </a:lnTo>
                <a:lnTo>
                  <a:pt x="2579" y="609"/>
                </a:lnTo>
                <a:lnTo>
                  <a:pt x="3455" y="584"/>
                </a:lnTo>
                <a:lnTo>
                  <a:pt x="5134" y="511"/>
                </a:lnTo>
                <a:lnTo>
                  <a:pt x="5962" y="487"/>
                </a:lnTo>
                <a:lnTo>
                  <a:pt x="6813" y="463"/>
                </a:lnTo>
                <a:close/>
                <a:moveTo>
                  <a:pt x="1120" y="17544"/>
                </a:moveTo>
                <a:lnTo>
                  <a:pt x="1144" y="17982"/>
                </a:lnTo>
                <a:lnTo>
                  <a:pt x="949" y="18176"/>
                </a:lnTo>
                <a:lnTo>
                  <a:pt x="779" y="18371"/>
                </a:lnTo>
                <a:lnTo>
                  <a:pt x="682" y="18517"/>
                </a:lnTo>
                <a:lnTo>
                  <a:pt x="584" y="18663"/>
                </a:lnTo>
                <a:lnTo>
                  <a:pt x="536" y="18858"/>
                </a:lnTo>
                <a:lnTo>
                  <a:pt x="513" y="19015"/>
                </a:lnTo>
                <a:lnTo>
                  <a:pt x="511" y="18979"/>
                </a:lnTo>
                <a:lnTo>
                  <a:pt x="511" y="18468"/>
                </a:lnTo>
                <a:lnTo>
                  <a:pt x="536" y="17982"/>
                </a:lnTo>
                <a:lnTo>
                  <a:pt x="657" y="17909"/>
                </a:lnTo>
                <a:lnTo>
                  <a:pt x="779" y="17836"/>
                </a:lnTo>
                <a:lnTo>
                  <a:pt x="974" y="17665"/>
                </a:lnTo>
                <a:lnTo>
                  <a:pt x="1120" y="17544"/>
                </a:lnTo>
                <a:close/>
                <a:moveTo>
                  <a:pt x="1266" y="18468"/>
                </a:moveTo>
                <a:lnTo>
                  <a:pt x="1314" y="18663"/>
                </a:lnTo>
                <a:lnTo>
                  <a:pt x="1412" y="18833"/>
                </a:lnTo>
                <a:lnTo>
                  <a:pt x="1144" y="19150"/>
                </a:lnTo>
                <a:lnTo>
                  <a:pt x="876" y="19539"/>
                </a:lnTo>
                <a:lnTo>
                  <a:pt x="633" y="19928"/>
                </a:lnTo>
                <a:lnTo>
                  <a:pt x="584" y="19685"/>
                </a:lnTo>
                <a:lnTo>
                  <a:pt x="536" y="19466"/>
                </a:lnTo>
                <a:lnTo>
                  <a:pt x="514" y="19031"/>
                </a:lnTo>
                <a:lnTo>
                  <a:pt x="514" y="19031"/>
                </a:lnTo>
                <a:lnTo>
                  <a:pt x="536" y="19052"/>
                </a:lnTo>
                <a:lnTo>
                  <a:pt x="584" y="19052"/>
                </a:lnTo>
                <a:lnTo>
                  <a:pt x="779" y="18955"/>
                </a:lnTo>
                <a:lnTo>
                  <a:pt x="949" y="18809"/>
                </a:lnTo>
                <a:lnTo>
                  <a:pt x="1266" y="18468"/>
                </a:lnTo>
                <a:close/>
                <a:moveTo>
                  <a:pt x="15427" y="19101"/>
                </a:moveTo>
                <a:lnTo>
                  <a:pt x="15427" y="19296"/>
                </a:lnTo>
                <a:lnTo>
                  <a:pt x="15427" y="19490"/>
                </a:lnTo>
                <a:lnTo>
                  <a:pt x="15451" y="19904"/>
                </a:lnTo>
                <a:lnTo>
                  <a:pt x="15086" y="19953"/>
                </a:lnTo>
                <a:lnTo>
                  <a:pt x="15086" y="19953"/>
                </a:lnTo>
                <a:lnTo>
                  <a:pt x="15159" y="19734"/>
                </a:lnTo>
                <a:lnTo>
                  <a:pt x="15257" y="19417"/>
                </a:lnTo>
                <a:lnTo>
                  <a:pt x="15281" y="19271"/>
                </a:lnTo>
                <a:lnTo>
                  <a:pt x="15281" y="19101"/>
                </a:lnTo>
                <a:close/>
                <a:moveTo>
                  <a:pt x="15038" y="19101"/>
                </a:moveTo>
                <a:lnTo>
                  <a:pt x="14989" y="19174"/>
                </a:lnTo>
                <a:lnTo>
                  <a:pt x="14940" y="19271"/>
                </a:lnTo>
                <a:lnTo>
                  <a:pt x="14843" y="19442"/>
                </a:lnTo>
                <a:lnTo>
                  <a:pt x="14721" y="19782"/>
                </a:lnTo>
                <a:lnTo>
                  <a:pt x="14600" y="20026"/>
                </a:lnTo>
                <a:lnTo>
                  <a:pt x="14356" y="20050"/>
                </a:lnTo>
                <a:lnTo>
                  <a:pt x="14429" y="19758"/>
                </a:lnTo>
                <a:lnTo>
                  <a:pt x="14502" y="19563"/>
                </a:lnTo>
                <a:lnTo>
                  <a:pt x="14551" y="19344"/>
                </a:lnTo>
                <a:lnTo>
                  <a:pt x="14575" y="19198"/>
                </a:lnTo>
                <a:lnTo>
                  <a:pt x="14551" y="19125"/>
                </a:lnTo>
                <a:lnTo>
                  <a:pt x="15038" y="19101"/>
                </a:lnTo>
                <a:close/>
                <a:moveTo>
                  <a:pt x="9782" y="19052"/>
                </a:moveTo>
                <a:lnTo>
                  <a:pt x="9660" y="19296"/>
                </a:lnTo>
                <a:lnTo>
                  <a:pt x="9563" y="19563"/>
                </a:lnTo>
                <a:lnTo>
                  <a:pt x="9490" y="19831"/>
                </a:lnTo>
                <a:lnTo>
                  <a:pt x="9441" y="20074"/>
                </a:lnTo>
                <a:lnTo>
                  <a:pt x="9028" y="20074"/>
                </a:lnTo>
                <a:lnTo>
                  <a:pt x="9101" y="19831"/>
                </a:lnTo>
                <a:lnTo>
                  <a:pt x="9174" y="19636"/>
                </a:lnTo>
                <a:lnTo>
                  <a:pt x="9320" y="19344"/>
                </a:lnTo>
                <a:lnTo>
                  <a:pt x="9368" y="19174"/>
                </a:lnTo>
                <a:lnTo>
                  <a:pt x="9393" y="19101"/>
                </a:lnTo>
                <a:lnTo>
                  <a:pt x="9368" y="19052"/>
                </a:lnTo>
                <a:close/>
                <a:moveTo>
                  <a:pt x="10779" y="19077"/>
                </a:moveTo>
                <a:lnTo>
                  <a:pt x="10585" y="19296"/>
                </a:lnTo>
                <a:lnTo>
                  <a:pt x="10439" y="19539"/>
                </a:lnTo>
                <a:lnTo>
                  <a:pt x="10366" y="19685"/>
                </a:lnTo>
                <a:lnTo>
                  <a:pt x="10317" y="19807"/>
                </a:lnTo>
                <a:lnTo>
                  <a:pt x="10268" y="19953"/>
                </a:lnTo>
                <a:lnTo>
                  <a:pt x="10244" y="20074"/>
                </a:lnTo>
                <a:lnTo>
                  <a:pt x="9879" y="20074"/>
                </a:lnTo>
                <a:lnTo>
                  <a:pt x="9903" y="19977"/>
                </a:lnTo>
                <a:lnTo>
                  <a:pt x="9976" y="19734"/>
                </a:lnTo>
                <a:lnTo>
                  <a:pt x="10049" y="19515"/>
                </a:lnTo>
                <a:lnTo>
                  <a:pt x="10122" y="19320"/>
                </a:lnTo>
                <a:lnTo>
                  <a:pt x="10195" y="19198"/>
                </a:lnTo>
                <a:lnTo>
                  <a:pt x="10220" y="19077"/>
                </a:lnTo>
                <a:close/>
                <a:moveTo>
                  <a:pt x="9076" y="19028"/>
                </a:moveTo>
                <a:lnTo>
                  <a:pt x="9003" y="19150"/>
                </a:lnTo>
                <a:lnTo>
                  <a:pt x="8906" y="19271"/>
                </a:lnTo>
                <a:lnTo>
                  <a:pt x="8809" y="19466"/>
                </a:lnTo>
                <a:lnTo>
                  <a:pt x="8711" y="19685"/>
                </a:lnTo>
                <a:lnTo>
                  <a:pt x="8638" y="19880"/>
                </a:lnTo>
                <a:lnTo>
                  <a:pt x="8590" y="19977"/>
                </a:lnTo>
                <a:lnTo>
                  <a:pt x="8565" y="20074"/>
                </a:lnTo>
                <a:lnTo>
                  <a:pt x="8054" y="20099"/>
                </a:lnTo>
                <a:lnTo>
                  <a:pt x="8079" y="19953"/>
                </a:lnTo>
                <a:lnTo>
                  <a:pt x="8176" y="19734"/>
                </a:lnTo>
                <a:lnTo>
                  <a:pt x="8273" y="19490"/>
                </a:lnTo>
                <a:lnTo>
                  <a:pt x="8395" y="19296"/>
                </a:lnTo>
                <a:lnTo>
                  <a:pt x="8468" y="19150"/>
                </a:lnTo>
                <a:lnTo>
                  <a:pt x="8517" y="19028"/>
                </a:lnTo>
                <a:close/>
                <a:moveTo>
                  <a:pt x="10901" y="19077"/>
                </a:moveTo>
                <a:lnTo>
                  <a:pt x="10998" y="19101"/>
                </a:lnTo>
                <a:lnTo>
                  <a:pt x="11631" y="19101"/>
                </a:lnTo>
                <a:lnTo>
                  <a:pt x="11509" y="19247"/>
                </a:lnTo>
                <a:lnTo>
                  <a:pt x="11412" y="19393"/>
                </a:lnTo>
                <a:lnTo>
                  <a:pt x="11266" y="19685"/>
                </a:lnTo>
                <a:lnTo>
                  <a:pt x="11193" y="19880"/>
                </a:lnTo>
                <a:lnTo>
                  <a:pt x="11144" y="20001"/>
                </a:lnTo>
                <a:lnTo>
                  <a:pt x="11144" y="20099"/>
                </a:lnTo>
                <a:lnTo>
                  <a:pt x="11047" y="20099"/>
                </a:lnTo>
                <a:lnTo>
                  <a:pt x="10609" y="20074"/>
                </a:lnTo>
                <a:lnTo>
                  <a:pt x="10658" y="19831"/>
                </a:lnTo>
                <a:lnTo>
                  <a:pt x="10731" y="19588"/>
                </a:lnTo>
                <a:lnTo>
                  <a:pt x="10901" y="19077"/>
                </a:lnTo>
                <a:close/>
                <a:moveTo>
                  <a:pt x="14356" y="19125"/>
                </a:moveTo>
                <a:lnTo>
                  <a:pt x="14308" y="19198"/>
                </a:lnTo>
                <a:lnTo>
                  <a:pt x="14186" y="19393"/>
                </a:lnTo>
                <a:lnTo>
                  <a:pt x="14089" y="19563"/>
                </a:lnTo>
                <a:lnTo>
                  <a:pt x="13991" y="19782"/>
                </a:lnTo>
                <a:lnTo>
                  <a:pt x="13918" y="20001"/>
                </a:lnTo>
                <a:lnTo>
                  <a:pt x="13870" y="20074"/>
                </a:lnTo>
                <a:lnTo>
                  <a:pt x="13334" y="20099"/>
                </a:lnTo>
                <a:lnTo>
                  <a:pt x="13432" y="19880"/>
                </a:lnTo>
                <a:lnTo>
                  <a:pt x="13529" y="19685"/>
                </a:lnTo>
                <a:lnTo>
                  <a:pt x="13651" y="19393"/>
                </a:lnTo>
                <a:lnTo>
                  <a:pt x="13675" y="19344"/>
                </a:lnTo>
                <a:lnTo>
                  <a:pt x="13675" y="19271"/>
                </a:lnTo>
                <a:lnTo>
                  <a:pt x="13675" y="19198"/>
                </a:lnTo>
                <a:lnTo>
                  <a:pt x="13675" y="19150"/>
                </a:lnTo>
                <a:lnTo>
                  <a:pt x="13675" y="19125"/>
                </a:lnTo>
                <a:close/>
                <a:moveTo>
                  <a:pt x="7665" y="18979"/>
                </a:moveTo>
                <a:lnTo>
                  <a:pt x="8176" y="19004"/>
                </a:lnTo>
                <a:lnTo>
                  <a:pt x="8079" y="19125"/>
                </a:lnTo>
                <a:lnTo>
                  <a:pt x="7981" y="19271"/>
                </a:lnTo>
                <a:lnTo>
                  <a:pt x="7860" y="19490"/>
                </a:lnTo>
                <a:lnTo>
                  <a:pt x="7738" y="19782"/>
                </a:lnTo>
                <a:lnTo>
                  <a:pt x="7689" y="19953"/>
                </a:lnTo>
                <a:lnTo>
                  <a:pt x="7689" y="20099"/>
                </a:lnTo>
                <a:lnTo>
                  <a:pt x="6984" y="20123"/>
                </a:lnTo>
                <a:lnTo>
                  <a:pt x="7057" y="19977"/>
                </a:lnTo>
                <a:lnTo>
                  <a:pt x="7130" y="19831"/>
                </a:lnTo>
                <a:lnTo>
                  <a:pt x="7324" y="19563"/>
                </a:lnTo>
                <a:lnTo>
                  <a:pt x="7519" y="19271"/>
                </a:lnTo>
                <a:lnTo>
                  <a:pt x="7592" y="19125"/>
                </a:lnTo>
                <a:lnTo>
                  <a:pt x="7665" y="18979"/>
                </a:lnTo>
                <a:close/>
                <a:moveTo>
                  <a:pt x="11972" y="19101"/>
                </a:moveTo>
                <a:lnTo>
                  <a:pt x="12556" y="19125"/>
                </a:lnTo>
                <a:lnTo>
                  <a:pt x="12483" y="19223"/>
                </a:lnTo>
                <a:lnTo>
                  <a:pt x="12410" y="19320"/>
                </a:lnTo>
                <a:lnTo>
                  <a:pt x="12312" y="19563"/>
                </a:lnTo>
                <a:lnTo>
                  <a:pt x="12239" y="19855"/>
                </a:lnTo>
                <a:lnTo>
                  <a:pt x="12166" y="20123"/>
                </a:lnTo>
                <a:lnTo>
                  <a:pt x="11558" y="20099"/>
                </a:lnTo>
                <a:lnTo>
                  <a:pt x="11582" y="19953"/>
                </a:lnTo>
                <a:lnTo>
                  <a:pt x="11655" y="19807"/>
                </a:lnTo>
                <a:lnTo>
                  <a:pt x="11801" y="19563"/>
                </a:lnTo>
                <a:lnTo>
                  <a:pt x="11899" y="19369"/>
                </a:lnTo>
                <a:lnTo>
                  <a:pt x="11947" y="19247"/>
                </a:lnTo>
                <a:lnTo>
                  <a:pt x="11972" y="19101"/>
                </a:lnTo>
                <a:close/>
                <a:moveTo>
                  <a:pt x="13602" y="19125"/>
                </a:moveTo>
                <a:lnTo>
                  <a:pt x="13505" y="19174"/>
                </a:lnTo>
                <a:lnTo>
                  <a:pt x="13383" y="19247"/>
                </a:lnTo>
                <a:lnTo>
                  <a:pt x="13261" y="19393"/>
                </a:lnTo>
                <a:lnTo>
                  <a:pt x="13164" y="19539"/>
                </a:lnTo>
                <a:lnTo>
                  <a:pt x="13018" y="19831"/>
                </a:lnTo>
                <a:lnTo>
                  <a:pt x="12896" y="20123"/>
                </a:lnTo>
                <a:lnTo>
                  <a:pt x="12580" y="20123"/>
                </a:lnTo>
                <a:lnTo>
                  <a:pt x="12653" y="19807"/>
                </a:lnTo>
                <a:lnTo>
                  <a:pt x="12750" y="19490"/>
                </a:lnTo>
                <a:lnTo>
                  <a:pt x="12848" y="19150"/>
                </a:lnTo>
                <a:lnTo>
                  <a:pt x="12848" y="19125"/>
                </a:lnTo>
                <a:close/>
                <a:moveTo>
                  <a:pt x="6813" y="18955"/>
                </a:moveTo>
                <a:lnTo>
                  <a:pt x="7300" y="18979"/>
                </a:lnTo>
                <a:lnTo>
                  <a:pt x="7178" y="19101"/>
                </a:lnTo>
                <a:lnTo>
                  <a:pt x="7081" y="19223"/>
                </a:lnTo>
                <a:lnTo>
                  <a:pt x="6862" y="19515"/>
                </a:lnTo>
                <a:lnTo>
                  <a:pt x="6716" y="19831"/>
                </a:lnTo>
                <a:lnTo>
                  <a:pt x="6594" y="20147"/>
                </a:lnTo>
                <a:lnTo>
                  <a:pt x="6278" y="20147"/>
                </a:lnTo>
                <a:lnTo>
                  <a:pt x="6351" y="20001"/>
                </a:lnTo>
                <a:lnTo>
                  <a:pt x="6375" y="19855"/>
                </a:lnTo>
                <a:lnTo>
                  <a:pt x="6424" y="19685"/>
                </a:lnTo>
                <a:lnTo>
                  <a:pt x="6473" y="19539"/>
                </a:lnTo>
                <a:lnTo>
                  <a:pt x="6643" y="19247"/>
                </a:lnTo>
                <a:lnTo>
                  <a:pt x="6813" y="18955"/>
                </a:lnTo>
                <a:close/>
                <a:moveTo>
                  <a:pt x="6375" y="18955"/>
                </a:moveTo>
                <a:lnTo>
                  <a:pt x="6229" y="19198"/>
                </a:lnTo>
                <a:lnTo>
                  <a:pt x="6132" y="19417"/>
                </a:lnTo>
                <a:lnTo>
                  <a:pt x="6035" y="19588"/>
                </a:lnTo>
                <a:lnTo>
                  <a:pt x="5962" y="19782"/>
                </a:lnTo>
                <a:lnTo>
                  <a:pt x="5913" y="19977"/>
                </a:lnTo>
                <a:lnTo>
                  <a:pt x="5913" y="20074"/>
                </a:lnTo>
                <a:lnTo>
                  <a:pt x="5937" y="20172"/>
                </a:lnTo>
                <a:lnTo>
                  <a:pt x="5086" y="20220"/>
                </a:lnTo>
                <a:lnTo>
                  <a:pt x="5207" y="19977"/>
                </a:lnTo>
                <a:lnTo>
                  <a:pt x="5305" y="19734"/>
                </a:lnTo>
                <a:lnTo>
                  <a:pt x="5572" y="19320"/>
                </a:lnTo>
                <a:lnTo>
                  <a:pt x="5670" y="19150"/>
                </a:lnTo>
                <a:lnTo>
                  <a:pt x="5718" y="19052"/>
                </a:lnTo>
                <a:lnTo>
                  <a:pt x="5743" y="19004"/>
                </a:lnTo>
                <a:lnTo>
                  <a:pt x="5694" y="19052"/>
                </a:lnTo>
                <a:lnTo>
                  <a:pt x="5694" y="19052"/>
                </a:lnTo>
                <a:lnTo>
                  <a:pt x="5718" y="19004"/>
                </a:lnTo>
                <a:lnTo>
                  <a:pt x="5718" y="18955"/>
                </a:lnTo>
                <a:close/>
                <a:moveTo>
                  <a:pt x="5451" y="18955"/>
                </a:moveTo>
                <a:lnTo>
                  <a:pt x="5305" y="19125"/>
                </a:lnTo>
                <a:lnTo>
                  <a:pt x="5183" y="19296"/>
                </a:lnTo>
                <a:lnTo>
                  <a:pt x="4940" y="19685"/>
                </a:lnTo>
                <a:lnTo>
                  <a:pt x="4794" y="19953"/>
                </a:lnTo>
                <a:lnTo>
                  <a:pt x="4745" y="20099"/>
                </a:lnTo>
                <a:lnTo>
                  <a:pt x="4721" y="20220"/>
                </a:lnTo>
                <a:lnTo>
                  <a:pt x="4210" y="20269"/>
                </a:lnTo>
                <a:lnTo>
                  <a:pt x="4210" y="20196"/>
                </a:lnTo>
                <a:lnTo>
                  <a:pt x="4307" y="19953"/>
                </a:lnTo>
                <a:lnTo>
                  <a:pt x="4429" y="19709"/>
                </a:lnTo>
                <a:lnTo>
                  <a:pt x="4623" y="19369"/>
                </a:lnTo>
                <a:lnTo>
                  <a:pt x="4672" y="19271"/>
                </a:lnTo>
                <a:lnTo>
                  <a:pt x="4696" y="19198"/>
                </a:lnTo>
                <a:lnTo>
                  <a:pt x="4696" y="19101"/>
                </a:lnTo>
                <a:lnTo>
                  <a:pt x="4672" y="19004"/>
                </a:lnTo>
                <a:lnTo>
                  <a:pt x="4550" y="19004"/>
                </a:lnTo>
                <a:lnTo>
                  <a:pt x="4453" y="19077"/>
                </a:lnTo>
                <a:lnTo>
                  <a:pt x="4356" y="19150"/>
                </a:lnTo>
                <a:lnTo>
                  <a:pt x="4258" y="19271"/>
                </a:lnTo>
                <a:lnTo>
                  <a:pt x="4112" y="19490"/>
                </a:lnTo>
                <a:lnTo>
                  <a:pt x="4015" y="19709"/>
                </a:lnTo>
                <a:lnTo>
                  <a:pt x="3869" y="19977"/>
                </a:lnTo>
                <a:lnTo>
                  <a:pt x="3820" y="20123"/>
                </a:lnTo>
                <a:lnTo>
                  <a:pt x="3772" y="20293"/>
                </a:lnTo>
                <a:lnTo>
                  <a:pt x="3358" y="20318"/>
                </a:lnTo>
                <a:lnTo>
                  <a:pt x="3382" y="20172"/>
                </a:lnTo>
                <a:lnTo>
                  <a:pt x="3455" y="19928"/>
                </a:lnTo>
                <a:lnTo>
                  <a:pt x="3553" y="19709"/>
                </a:lnTo>
                <a:lnTo>
                  <a:pt x="3747" y="19320"/>
                </a:lnTo>
                <a:lnTo>
                  <a:pt x="3942" y="18955"/>
                </a:lnTo>
                <a:close/>
                <a:moveTo>
                  <a:pt x="1825" y="19028"/>
                </a:moveTo>
                <a:lnTo>
                  <a:pt x="2166" y="19052"/>
                </a:lnTo>
                <a:lnTo>
                  <a:pt x="2482" y="19052"/>
                </a:lnTo>
                <a:lnTo>
                  <a:pt x="2214" y="19393"/>
                </a:lnTo>
                <a:lnTo>
                  <a:pt x="1971" y="19758"/>
                </a:lnTo>
                <a:lnTo>
                  <a:pt x="1752" y="20099"/>
                </a:lnTo>
                <a:lnTo>
                  <a:pt x="1679" y="20245"/>
                </a:lnTo>
                <a:lnTo>
                  <a:pt x="1631" y="20366"/>
                </a:lnTo>
                <a:lnTo>
                  <a:pt x="1558" y="20366"/>
                </a:lnTo>
                <a:lnTo>
                  <a:pt x="1217" y="20342"/>
                </a:lnTo>
                <a:lnTo>
                  <a:pt x="876" y="20318"/>
                </a:lnTo>
                <a:lnTo>
                  <a:pt x="1120" y="20001"/>
                </a:lnTo>
                <a:lnTo>
                  <a:pt x="1363" y="19685"/>
                </a:lnTo>
                <a:lnTo>
                  <a:pt x="1582" y="19344"/>
                </a:lnTo>
                <a:lnTo>
                  <a:pt x="1825" y="19028"/>
                </a:lnTo>
                <a:close/>
                <a:moveTo>
                  <a:pt x="3650" y="18955"/>
                </a:moveTo>
                <a:lnTo>
                  <a:pt x="3528" y="19077"/>
                </a:lnTo>
                <a:lnTo>
                  <a:pt x="3431" y="19223"/>
                </a:lnTo>
                <a:lnTo>
                  <a:pt x="3236" y="19539"/>
                </a:lnTo>
                <a:lnTo>
                  <a:pt x="3163" y="19709"/>
                </a:lnTo>
                <a:lnTo>
                  <a:pt x="3066" y="19904"/>
                </a:lnTo>
                <a:lnTo>
                  <a:pt x="2993" y="20123"/>
                </a:lnTo>
                <a:lnTo>
                  <a:pt x="2993" y="20220"/>
                </a:lnTo>
                <a:lnTo>
                  <a:pt x="2993" y="20342"/>
                </a:lnTo>
                <a:lnTo>
                  <a:pt x="2044" y="20391"/>
                </a:lnTo>
                <a:lnTo>
                  <a:pt x="2214" y="20123"/>
                </a:lnTo>
                <a:lnTo>
                  <a:pt x="2360" y="19928"/>
                </a:lnTo>
                <a:lnTo>
                  <a:pt x="2677" y="19442"/>
                </a:lnTo>
                <a:lnTo>
                  <a:pt x="2847" y="19198"/>
                </a:lnTo>
                <a:lnTo>
                  <a:pt x="2969" y="19101"/>
                </a:lnTo>
                <a:lnTo>
                  <a:pt x="3066" y="19004"/>
                </a:lnTo>
                <a:lnTo>
                  <a:pt x="3650" y="18955"/>
                </a:lnTo>
                <a:close/>
                <a:moveTo>
                  <a:pt x="6619" y="0"/>
                </a:moveTo>
                <a:lnTo>
                  <a:pt x="5791" y="25"/>
                </a:lnTo>
                <a:lnTo>
                  <a:pt x="4940" y="49"/>
                </a:lnTo>
                <a:lnTo>
                  <a:pt x="3261" y="146"/>
                </a:lnTo>
                <a:lnTo>
                  <a:pt x="2068" y="195"/>
                </a:lnTo>
                <a:lnTo>
                  <a:pt x="1874" y="195"/>
                </a:lnTo>
                <a:lnTo>
                  <a:pt x="1703" y="244"/>
                </a:lnTo>
                <a:lnTo>
                  <a:pt x="1631" y="219"/>
                </a:lnTo>
                <a:lnTo>
                  <a:pt x="1582" y="195"/>
                </a:lnTo>
                <a:lnTo>
                  <a:pt x="1509" y="219"/>
                </a:lnTo>
                <a:lnTo>
                  <a:pt x="1460" y="268"/>
                </a:lnTo>
                <a:lnTo>
                  <a:pt x="1387" y="390"/>
                </a:lnTo>
                <a:lnTo>
                  <a:pt x="1363" y="511"/>
                </a:lnTo>
                <a:lnTo>
                  <a:pt x="1339" y="755"/>
                </a:lnTo>
                <a:lnTo>
                  <a:pt x="1339" y="1047"/>
                </a:lnTo>
                <a:lnTo>
                  <a:pt x="1387" y="1314"/>
                </a:lnTo>
                <a:lnTo>
                  <a:pt x="1217" y="1290"/>
                </a:lnTo>
                <a:lnTo>
                  <a:pt x="1047" y="1290"/>
                </a:lnTo>
                <a:lnTo>
                  <a:pt x="706" y="1314"/>
                </a:lnTo>
                <a:lnTo>
                  <a:pt x="536" y="1314"/>
                </a:lnTo>
                <a:lnTo>
                  <a:pt x="341" y="1338"/>
                </a:lnTo>
                <a:lnTo>
                  <a:pt x="268" y="1363"/>
                </a:lnTo>
                <a:lnTo>
                  <a:pt x="195" y="1411"/>
                </a:lnTo>
                <a:lnTo>
                  <a:pt x="122" y="1460"/>
                </a:lnTo>
                <a:lnTo>
                  <a:pt x="122" y="1557"/>
                </a:lnTo>
                <a:lnTo>
                  <a:pt x="122" y="1630"/>
                </a:lnTo>
                <a:lnTo>
                  <a:pt x="73" y="1874"/>
                </a:lnTo>
                <a:lnTo>
                  <a:pt x="49" y="2117"/>
                </a:lnTo>
                <a:lnTo>
                  <a:pt x="49" y="2652"/>
                </a:lnTo>
                <a:lnTo>
                  <a:pt x="73" y="3674"/>
                </a:lnTo>
                <a:lnTo>
                  <a:pt x="49" y="4891"/>
                </a:lnTo>
                <a:lnTo>
                  <a:pt x="25" y="6083"/>
                </a:lnTo>
                <a:lnTo>
                  <a:pt x="25" y="6765"/>
                </a:lnTo>
                <a:lnTo>
                  <a:pt x="49" y="7446"/>
                </a:lnTo>
                <a:lnTo>
                  <a:pt x="122" y="8809"/>
                </a:lnTo>
                <a:lnTo>
                  <a:pt x="219" y="10171"/>
                </a:lnTo>
                <a:lnTo>
                  <a:pt x="292" y="11534"/>
                </a:lnTo>
                <a:lnTo>
                  <a:pt x="317" y="12166"/>
                </a:lnTo>
                <a:lnTo>
                  <a:pt x="317" y="12799"/>
                </a:lnTo>
                <a:lnTo>
                  <a:pt x="292" y="14064"/>
                </a:lnTo>
                <a:lnTo>
                  <a:pt x="219" y="15330"/>
                </a:lnTo>
                <a:lnTo>
                  <a:pt x="146" y="16595"/>
                </a:lnTo>
                <a:lnTo>
                  <a:pt x="73" y="17519"/>
                </a:lnTo>
                <a:lnTo>
                  <a:pt x="25" y="17982"/>
                </a:lnTo>
                <a:lnTo>
                  <a:pt x="0" y="18444"/>
                </a:lnTo>
                <a:lnTo>
                  <a:pt x="0" y="18931"/>
                </a:lnTo>
                <a:lnTo>
                  <a:pt x="25" y="19393"/>
                </a:lnTo>
                <a:lnTo>
                  <a:pt x="98" y="19831"/>
                </a:lnTo>
                <a:lnTo>
                  <a:pt x="146" y="20050"/>
                </a:lnTo>
                <a:lnTo>
                  <a:pt x="219" y="20269"/>
                </a:lnTo>
                <a:lnTo>
                  <a:pt x="268" y="20366"/>
                </a:lnTo>
                <a:lnTo>
                  <a:pt x="365" y="20415"/>
                </a:lnTo>
                <a:lnTo>
                  <a:pt x="463" y="20439"/>
                </a:lnTo>
                <a:lnTo>
                  <a:pt x="536" y="20415"/>
                </a:lnTo>
                <a:lnTo>
                  <a:pt x="560" y="20512"/>
                </a:lnTo>
                <a:lnTo>
                  <a:pt x="609" y="20610"/>
                </a:lnTo>
                <a:lnTo>
                  <a:pt x="706" y="20658"/>
                </a:lnTo>
                <a:lnTo>
                  <a:pt x="803" y="20731"/>
                </a:lnTo>
                <a:lnTo>
                  <a:pt x="1047" y="20804"/>
                </a:lnTo>
                <a:lnTo>
                  <a:pt x="1339" y="20853"/>
                </a:lnTo>
                <a:lnTo>
                  <a:pt x="1631" y="20877"/>
                </a:lnTo>
                <a:lnTo>
                  <a:pt x="1922" y="20877"/>
                </a:lnTo>
                <a:lnTo>
                  <a:pt x="2312" y="20853"/>
                </a:lnTo>
                <a:lnTo>
                  <a:pt x="3188" y="20829"/>
                </a:lnTo>
                <a:lnTo>
                  <a:pt x="4039" y="20780"/>
                </a:lnTo>
                <a:lnTo>
                  <a:pt x="5767" y="20683"/>
                </a:lnTo>
                <a:lnTo>
                  <a:pt x="7057" y="20634"/>
                </a:lnTo>
                <a:lnTo>
                  <a:pt x="8322" y="20585"/>
                </a:lnTo>
                <a:lnTo>
                  <a:pt x="9611" y="20585"/>
                </a:lnTo>
                <a:lnTo>
                  <a:pt x="10877" y="20610"/>
                </a:lnTo>
                <a:lnTo>
                  <a:pt x="12239" y="20634"/>
                </a:lnTo>
                <a:lnTo>
                  <a:pt x="12337" y="20658"/>
                </a:lnTo>
                <a:lnTo>
                  <a:pt x="12434" y="20658"/>
                </a:lnTo>
                <a:lnTo>
                  <a:pt x="12458" y="20634"/>
                </a:lnTo>
                <a:lnTo>
                  <a:pt x="13261" y="20634"/>
                </a:lnTo>
                <a:lnTo>
                  <a:pt x="14040" y="20585"/>
                </a:lnTo>
                <a:lnTo>
                  <a:pt x="14843" y="20512"/>
                </a:lnTo>
                <a:lnTo>
                  <a:pt x="15622" y="20391"/>
                </a:lnTo>
                <a:lnTo>
                  <a:pt x="15695" y="20366"/>
                </a:lnTo>
                <a:lnTo>
                  <a:pt x="15743" y="20342"/>
                </a:lnTo>
                <a:lnTo>
                  <a:pt x="15865" y="20318"/>
                </a:lnTo>
                <a:lnTo>
                  <a:pt x="15962" y="20269"/>
                </a:lnTo>
                <a:lnTo>
                  <a:pt x="16011" y="20172"/>
                </a:lnTo>
                <a:lnTo>
                  <a:pt x="16035" y="20123"/>
                </a:lnTo>
                <a:lnTo>
                  <a:pt x="16035" y="20050"/>
                </a:lnTo>
                <a:lnTo>
                  <a:pt x="16011" y="19807"/>
                </a:lnTo>
                <a:lnTo>
                  <a:pt x="15962" y="19563"/>
                </a:lnTo>
                <a:lnTo>
                  <a:pt x="15938" y="19320"/>
                </a:lnTo>
                <a:lnTo>
                  <a:pt x="15938" y="19077"/>
                </a:lnTo>
                <a:lnTo>
                  <a:pt x="16400" y="19028"/>
                </a:lnTo>
                <a:lnTo>
                  <a:pt x="16522" y="18979"/>
                </a:lnTo>
                <a:lnTo>
                  <a:pt x="16595" y="18906"/>
                </a:lnTo>
                <a:lnTo>
                  <a:pt x="16668" y="18833"/>
                </a:lnTo>
                <a:lnTo>
                  <a:pt x="16717" y="18760"/>
                </a:lnTo>
                <a:lnTo>
                  <a:pt x="16790" y="18347"/>
                </a:lnTo>
                <a:lnTo>
                  <a:pt x="16838" y="17933"/>
                </a:lnTo>
                <a:lnTo>
                  <a:pt x="16863" y="17519"/>
                </a:lnTo>
                <a:lnTo>
                  <a:pt x="16863" y="17106"/>
                </a:lnTo>
                <a:lnTo>
                  <a:pt x="16863" y="16254"/>
                </a:lnTo>
                <a:lnTo>
                  <a:pt x="16838" y="15427"/>
                </a:lnTo>
                <a:lnTo>
                  <a:pt x="16838" y="14429"/>
                </a:lnTo>
                <a:lnTo>
                  <a:pt x="16814" y="13432"/>
                </a:lnTo>
                <a:lnTo>
                  <a:pt x="16765" y="11412"/>
                </a:lnTo>
                <a:lnTo>
                  <a:pt x="16765" y="10414"/>
                </a:lnTo>
                <a:lnTo>
                  <a:pt x="16765" y="9417"/>
                </a:lnTo>
                <a:lnTo>
                  <a:pt x="16814" y="7422"/>
                </a:lnTo>
                <a:lnTo>
                  <a:pt x="16814" y="6473"/>
                </a:lnTo>
                <a:lnTo>
                  <a:pt x="16814" y="5499"/>
                </a:lnTo>
                <a:lnTo>
                  <a:pt x="16814" y="5013"/>
                </a:lnTo>
                <a:lnTo>
                  <a:pt x="16765" y="4550"/>
                </a:lnTo>
                <a:lnTo>
                  <a:pt x="16717" y="4064"/>
                </a:lnTo>
                <a:lnTo>
                  <a:pt x="16619" y="3601"/>
                </a:lnTo>
                <a:lnTo>
                  <a:pt x="16571" y="3553"/>
                </a:lnTo>
                <a:lnTo>
                  <a:pt x="16522" y="3504"/>
                </a:lnTo>
                <a:lnTo>
                  <a:pt x="16425" y="3334"/>
                </a:lnTo>
                <a:lnTo>
                  <a:pt x="16303" y="3188"/>
                </a:lnTo>
                <a:lnTo>
                  <a:pt x="16060" y="2896"/>
                </a:lnTo>
                <a:lnTo>
                  <a:pt x="15792" y="2604"/>
                </a:lnTo>
                <a:lnTo>
                  <a:pt x="15524" y="2336"/>
                </a:lnTo>
                <a:lnTo>
                  <a:pt x="14989" y="1801"/>
                </a:lnTo>
                <a:lnTo>
                  <a:pt x="14502" y="1338"/>
                </a:lnTo>
                <a:lnTo>
                  <a:pt x="14259" y="1119"/>
                </a:lnTo>
                <a:lnTo>
                  <a:pt x="13991" y="901"/>
                </a:lnTo>
                <a:lnTo>
                  <a:pt x="13699" y="633"/>
                </a:lnTo>
                <a:lnTo>
                  <a:pt x="13529" y="487"/>
                </a:lnTo>
                <a:lnTo>
                  <a:pt x="13359" y="390"/>
                </a:lnTo>
                <a:lnTo>
                  <a:pt x="13334" y="317"/>
                </a:lnTo>
                <a:lnTo>
                  <a:pt x="13286" y="292"/>
                </a:lnTo>
                <a:lnTo>
                  <a:pt x="13237" y="268"/>
                </a:lnTo>
                <a:lnTo>
                  <a:pt x="13164" y="244"/>
                </a:lnTo>
                <a:lnTo>
                  <a:pt x="9903" y="73"/>
                </a:lnTo>
                <a:lnTo>
                  <a:pt x="8249" y="25"/>
                </a:lnTo>
                <a:lnTo>
                  <a:pt x="6619" y="0"/>
                </a:lnTo>
                <a:close/>
              </a:path>
            </a:pathLst>
          </a:cu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9"/>
          <p:cNvSpPr txBox="1"/>
          <p:nvPr/>
        </p:nvSpPr>
        <p:spPr>
          <a:xfrm>
            <a:off x="6338925" y="2227625"/>
            <a:ext cx="1224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Shadows Into Light Two"/>
                <a:ea typeface="Shadows Into Light Two"/>
                <a:cs typeface="Shadows Into Light Two"/>
                <a:sym typeface="Shadows Into Light Two"/>
              </a:rPr>
              <a:t>REST</a:t>
            </a:r>
            <a:endParaRPr sz="3000">
              <a:latin typeface="Shadows Into Light Two"/>
              <a:ea typeface="Shadows Into Light Two"/>
              <a:cs typeface="Shadows Into Light Two"/>
              <a:sym typeface="Shadows Into Light Two"/>
            </a:endParaRPr>
          </a:p>
        </p:txBody>
      </p:sp>
      <p:sp>
        <p:nvSpPr>
          <p:cNvPr id="275" name="Google Shape;275;p19"/>
          <p:cNvSpPr/>
          <p:nvPr/>
        </p:nvSpPr>
        <p:spPr>
          <a:xfrm>
            <a:off x="5181753" y="2127726"/>
            <a:ext cx="548695" cy="1319749"/>
          </a:xfrm>
          <a:custGeom>
            <a:rect b="b" l="l" r="r" t="t"/>
            <a:pathLst>
              <a:path extrusionOk="0" h="21073" w="8542">
                <a:moveTo>
                  <a:pt x="4478" y="487"/>
                </a:moveTo>
                <a:lnTo>
                  <a:pt x="4673" y="536"/>
                </a:lnTo>
                <a:lnTo>
                  <a:pt x="4600" y="584"/>
                </a:lnTo>
                <a:lnTo>
                  <a:pt x="4527" y="657"/>
                </a:lnTo>
                <a:lnTo>
                  <a:pt x="4527" y="730"/>
                </a:lnTo>
                <a:lnTo>
                  <a:pt x="4527" y="755"/>
                </a:lnTo>
                <a:lnTo>
                  <a:pt x="4697" y="755"/>
                </a:lnTo>
                <a:lnTo>
                  <a:pt x="4819" y="730"/>
                </a:lnTo>
                <a:lnTo>
                  <a:pt x="4892" y="682"/>
                </a:lnTo>
                <a:lnTo>
                  <a:pt x="4965" y="633"/>
                </a:lnTo>
                <a:lnTo>
                  <a:pt x="5038" y="682"/>
                </a:lnTo>
                <a:lnTo>
                  <a:pt x="4965" y="730"/>
                </a:lnTo>
                <a:lnTo>
                  <a:pt x="4916" y="779"/>
                </a:lnTo>
                <a:lnTo>
                  <a:pt x="4819" y="925"/>
                </a:lnTo>
                <a:lnTo>
                  <a:pt x="4819" y="949"/>
                </a:lnTo>
                <a:lnTo>
                  <a:pt x="4843" y="974"/>
                </a:lnTo>
                <a:lnTo>
                  <a:pt x="4867" y="998"/>
                </a:lnTo>
                <a:lnTo>
                  <a:pt x="4892" y="974"/>
                </a:lnTo>
                <a:lnTo>
                  <a:pt x="5038" y="876"/>
                </a:lnTo>
                <a:lnTo>
                  <a:pt x="5111" y="828"/>
                </a:lnTo>
                <a:lnTo>
                  <a:pt x="5208" y="803"/>
                </a:lnTo>
                <a:lnTo>
                  <a:pt x="5330" y="901"/>
                </a:lnTo>
                <a:lnTo>
                  <a:pt x="5451" y="1022"/>
                </a:lnTo>
                <a:lnTo>
                  <a:pt x="5281" y="1120"/>
                </a:lnTo>
                <a:lnTo>
                  <a:pt x="5208" y="1193"/>
                </a:lnTo>
                <a:lnTo>
                  <a:pt x="5111" y="1266"/>
                </a:lnTo>
                <a:lnTo>
                  <a:pt x="4965" y="1436"/>
                </a:lnTo>
                <a:lnTo>
                  <a:pt x="4965" y="1460"/>
                </a:lnTo>
                <a:lnTo>
                  <a:pt x="4965" y="1485"/>
                </a:lnTo>
                <a:lnTo>
                  <a:pt x="5013" y="1485"/>
                </a:lnTo>
                <a:lnTo>
                  <a:pt x="5111" y="1436"/>
                </a:lnTo>
                <a:lnTo>
                  <a:pt x="5208" y="1387"/>
                </a:lnTo>
                <a:lnTo>
                  <a:pt x="5403" y="1314"/>
                </a:lnTo>
                <a:lnTo>
                  <a:pt x="5573" y="1217"/>
                </a:lnTo>
                <a:lnTo>
                  <a:pt x="5695" y="1412"/>
                </a:lnTo>
                <a:lnTo>
                  <a:pt x="5768" y="1631"/>
                </a:lnTo>
                <a:lnTo>
                  <a:pt x="5719" y="1631"/>
                </a:lnTo>
                <a:lnTo>
                  <a:pt x="5597" y="1679"/>
                </a:lnTo>
                <a:lnTo>
                  <a:pt x="5451" y="1728"/>
                </a:lnTo>
                <a:lnTo>
                  <a:pt x="5184" y="1874"/>
                </a:lnTo>
                <a:lnTo>
                  <a:pt x="4989" y="1996"/>
                </a:lnTo>
                <a:lnTo>
                  <a:pt x="4892" y="2069"/>
                </a:lnTo>
                <a:lnTo>
                  <a:pt x="4819" y="2166"/>
                </a:lnTo>
                <a:lnTo>
                  <a:pt x="4819" y="2190"/>
                </a:lnTo>
                <a:lnTo>
                  <a:pt x="4843" y="2215"/>
                </a:lnTo>
                <a:lnTo>
                  <a:pt x="4940" y="2239"/>
                </a:lnTo>
                <a:lnTo>
                  <a:pt x="5038" y="2239"/>
                </a:lnTo>
                <a:lnTo>
                  <a:pt x="5232" y="2166"/>
                </a:lnTo>
                <a:lnTo>
                  <a:pt x="5524" y="2069"/>
                </a:lnTo>
                <a:lnTo>
                  <a:pt x="5816" y="1947"/>
                </a:lnTo>
                <a:lnTo>
                  <a:pt x="5841" y="1947"/>
                </a:lnTo>
                <a:lnTo>
                  <a:pt x="5841" y="1971"/>
                </a:lnTo>
                <a:lnTo>
                  <a:pt x="5841" y="2142"/>
                </a:lnTo>
                <a:lnTo>
                  <a:pt x="5816" y="2312"/>
                </a:lnTo>
                <a:lnTo>
                  <a:pt x="5743" y="2312"/>
                </a:lnTo>
                <a:lnTo>
                  <a:pt x="5622" y="2361"/>
                </a:lnTo>
                <a:lnTo>
                  <a:pt x="5476" y="2385"/>
                </a:lnTo>
                <a:lnTo>
                  <a:pt x="5208" y="2434"/>
                </a:lnTo>
                <a:lnTo>
                  <a:pt x="4916" y="2507"/>
                </a:lnTo>
                <a:lnTo>
                  <a:pt x="4794" y="2555"/>
                </a:lnTo>
                <a:lnTo>
                  <a:pt x="4648" y="2604"/>
                </a:lnTo>
                <a:lnTo>
                  <a:pt x="4648" y="2653"/>
                </a:lnTo>
                <a:lnTo>
                  <a:pt x="4673" y="2653"/>
                </a:lnTo>
                <a:lnTo>
                  <a:pt x="5208" y="2701"/>
                </a:lnTo>
                <a:lnTo>
                  <a:pt x="5476" y="2701"/>
                </a:lnTo>
                <a:lnTo>
                  <a:pt x="5719" y="2653"/>
                </a:lnTo>
                <a:lnTo>
                  <a:pt x="5646" y="2847"/>
                </a:lnTo>
                <a:lnTo>
                  <a:pt x="5524" y="3042"/>
                </a:lnTo>
                <a:lnTo>
                  <a:pt x="4697" y="3042"/>
                </a:lnTo>
                <a:lnTo>
                  <a:pt x="4624" y="3018"/>
                </a:lnTo>
                <a:lnTo>
                  <a:pt x="4575" y="2993"/>
                </a:lnTo>
                <a:lnTo>
                  <a:pt x="4551" y="2993"/>
                </a:lnTo>
                <a:lnTo>
                  <a:pt x="4551" y="3018"/>
                </a:lnTo>
                <a:lnTo>
                  <a:pt x="4600" y="3091"/>
                </a:lnTo>
                <a:lnTo>
                  <a:pt x="4673" y="3164"/>
                </a:lnTo>
                <a:lnTo>
                  <a:pt x="4746" y="3212"/>
                </a:lnTo>
                <a:lnTo>
                  <a:pt x="4843" y="3261"/>
                </a:lnTo>
                <a:lnTo>
                  <a:pt x="5086" y="3310"/>
                </a:lnTo>
                <a:lnTo>
                  <a:pt x="5330" y="3310"/>
                </a:lnTo>
                <a:lnTo>
                  <a:pt x="5159" y="3456"/>
                </a:lnTo>
                <a:lnTo>
                  <a:pt x="4989" y="3577"/>
                </a:lnTo>
                <a:lnTo>
                  <a:pt x="4892" y="3529"/>
                </a:lnTo>
                <a:lnTo>
                  <a:pt x="4746" y="3504"/>
                </a:lnTo>
                <a:lnTo>
                  <a:pt x="4259" y="3504"/>
                </a:lnTo>
                <a:lnTo>
                  <a:pt x="4235" y="3529"/>
                </a:lnTo>
                <a:lnTo>
                  <a:pt x="4210" y="3577"/>
                </a:lnTo>
                <a:lnTo>
                  <a:pt x="4210" y="3626"/>
                </a:lnTo>
                <a:lnTo>
                  <a:pt x="4235" y="3699"/>
                </a:lnTo>
                <a:lnTo>
                  <a:pt x="4283" y="3748"/>
                </a:lnTo>
                <a:lnTo>
                  <a:pt x="4429" y="3796"/>
                </a:lnTo>
                <a:lnTo>
                  <a:pt x="4283" y="3821"/>
                </a:lnTo>
                <a:lnTo>
                  <a:pt x="3967" y="3821"/>
                </a:lnTo>
                <a:lnTo>
                  <a:pt x="3821" y="3772"/>
                </a:lnTo>
                <a:lnTo>
                  <a:pt x="3675" y="3723"/>
                </a:lnTo>
                <a:lnTo>
                  <a:pt x="3529" y="3650"/>
                </a:lnTo>
                <a:lnTo>
                  <a:pt x="3407" y="3577"/>
                </a:lnTo>
                <a:lnTo>
                  <a:pt x="3310" y="3456"/>
                </a:lnTo>
                <a:lnTo>
                  <a:pt x="3213" y="3358"/>
                </a:lnTo>
                <a:lnTo>
                  <a:pt x="3115" y="3237"/>
                </a:lnTo>
                <a:lnTo>
                  <a:pt x="2969" y="2945"/>
                </a:lnTo>
                <a:lnTo>
                  <a:pt x="2848" y="2653"/>
                </a:lnTo>
                <a:lnTo>
                  <a:pt x="2775" y="2361"/>
                </a:lnTo>
                <a:lnTo>
                  <a:pt x="2750" y="2069"/>
                </a:lnTo>
                <a:lnTo>
                  <a:pt x="2750" y="1898"/>
                </a:lnTo>
                <a:lnTo>
                  <a:pt x="2775" y="1728"/>
                </a:lnTo>
                <a:lnTo>
                  <a:pt x="2823" y="1558"/>
                </a:lnTo>
                <a:lnTo>
                  <a:pt x="2896" y="1412"/>
                </a:lnTo>
                <a:lnTo>
                  <a:pt x="3067" y="1120"/>
                </a:lnTo>
                <a:lnTo>
                  <a:pt x="3261" y="852"/>
                </a:lnTo>
                <a:lnTo>
                  <a:pt x="3359" y="755"/>
                </a:lnTo>
                <a:lnTo>
                  <a:pt x="3480" y="682"/>
                </a:lnTo>
                <a:lnTo>
                  <a:pt x="3699" y="560"/>
                </a:lnTo>
                <a:lnTo>
                  <a:pt x="3772" y="584"/>
                </a:lnTo>
                <a:lnTo>
                  <a:pt x="3845" y="560"/>
                </a:lnTo>
                <a:lnTo>
                  <a:pt x="4064" y="511"/>
                </a:lnTo>
                <a:lnTo>
                  <a:pt x="4259" y="487"/>
                </a:lnTo>
                <a:close/>
                <a:moveTo>
                  <a:pt x="4600" y="4818"/>
                </a:moveTo>
                <a:lnTo>
                  <a:pt x="4940" y="4842"/>
                </a:lnTo>
                <a:lnTo>
                  <a:pt x="4746" y="4915"/>
                </a:lnTo>
                <a:lnTo>
                  <a:pt x="4600" y="5037"/>
                </a:lnTo>
                <a:lnTo>
                  <a:pt x="4600" y="5061"/>
                </a:lnTo>
                <a:lnTo>
                  <a:pt x="4600" y="5086"/>
                </a:lnTo>
                <a:lnTo>
                  <a:pt x="4624" y="5110"/>
                </a:lnTo>
                <a:lnTo>
                  <a:pt x="4648" y="5134"/>
                </a:lnTo>
                <a:lnTo>
                  <a:pt x="4770" y="5110"/>
                </a:lnTo>
                <a:lnTo>
                  <a:pt x="4867" y="5086"/>
                </a:lnTo>
                <a:lnTo>
                  <a:pt x="5086" y="5013"/>
                </a:lnTo>
                <a:lnTo>
                  <a:pt x="5305" y="4964"/>
                </a:lnTo>
                <a:lnTo>
                  <a:pt x="5403" y="4940"/>
                </a:lnTo>
                <a:lnTo>
                  <a:pt x="5500" y="4915"/>
                </a:lnTo>
                <a:lnTo>
                  <a:pt x="5573" y="4940"/>
                </a:lnTo>
                <a:lnTo>
                  <a:pt x="5719" y="4964"/>
                </a:lnTo>
                <a:lnTo>
                  <a:pt x="5695" y="4988"/>
                </a:lnTo>
                <a:lnTo>
                  <a:pt x="5427" y="5086"/>
                </a:lnTo>
                <a:lnTo>
                  <a:pt x="5281" y="5159"/>
                </a:lnTo>
                <a:lnTo>
                  <a:pt x="5232" y="5207"/>
                </a:lnTo>
                <a:lnTo>
                  <a:pt x="5184" y="5256"/>
                </a:lnTo>
                <a:lnTo>
                  <a:pt x="5208" y="5280"/>
                </a:lnTo>
                <a:lnTo>
                  <a:pt x="5281" y="5329"/>
                </a:lnTo>
                <a:lnTo>
                  <a:pt x="5403" y="5353"/>
                </a:lnTo>
                <a:lnTo>
                  <a:pt x="5524" y="5353"/>
                </a:lnTo>
                <a:lnTo>
                  <a:pt x="5622" y="5329"/>
                </a:lnTo>
                <a:lnTo>
                  <a:pt x="5938" y="5256"/>
                </a:lnTo>
                <a:lnTo>
                  <a:pt x="6254" y="5183"/>
                </a:lnTo>
                <a:lnTo>
                  <a:pt x="6425" y="5305"/>
                </a:lnTo>
                <a:lnTo>
                  <a:pt x="6254" y="5329"/>
                </a:lnTo>
                <a:lnTo>
                  <a:pt x="6035" y="5378"/>
                </a:lnTo>
                <a:lnTo>
                  <a:pt x="5841" y="5451"/>
                </a:lnTo>
                <a:lnTo>
                  <a:pt x="5743" y="5475"/>
                </a:lnTo>
                <a:lnTo>
                  <a:pt x="5670" y="5548"/>
                </a:lnTo>
                <a:lnTo>
                  <a:pt x="5573" y="5597"/>
                </a:lnTo>
                <a:lnTo>
                  <a:pt x="5500" y="5645"/>
                </a:lnTo>
                <a:lnTo>
                  <a:pt x="5476" y="5670"/>
                </a:lnTo>
                <a:lnTo>
                  <a:pt x="5500" y="5694"/>
                </a:lnTo>
                <a:lnTo>
                  <a:pt x="5573" y="5694"/>
                </a:lnTo>
                <a:lnTo>
                  <a:pt x="5622" y="5718"/>
                </a:lnTo>
                <a:lnTo>
                  <a:pt x="5670" y="5718"/>
                </a:lnTo>
                <a:lnTo>
                  <a:pt x="5743" y="5743"/>
                </a:lnTo>
                <a:lnTo>
                  <a:pt x="5889" y="5718"/>
                </a:lnTo>
                <a:lnTo>
                  <a:pt x="6035" y="5694"/>
                </a:lnTo>
                <a:lnTo>
                  <a:pt x="6230" y="5645"/>
                </a:lnTo>
                <a:lnTo>
                  <a:pt x="6400" y="5621"/>
                </a:lnTo>
                <a:lnTo>
                  <a:pt x="6571" y="5621"/>
                </a:lnTo>
                <a:lnTo>
                  <a:pt x="6668" y="5645"/>
                </a:lnTo>
                <a:lnTo>
                  <a:pt x="6741" y="5670"/>
                </a:lnTo>
                <a:lnTo>
                  <a:pt x="6668" y="5694"/>
                </a:lnTo>
                <a:lnTo>
                  <a:pt x="6498" y="5718"/>
                </a:lnTo>
                <a:lnTo>
                  <a:pt x="6352" y="5767"/>
                </a:lnTo>
                <a:lnTo>
                  <a:pt x="6206" y="5840"/>
                </a:lnTo>
                <a:lnTo>
                  <a:pt x="6133" y="5913"/>
                </a:lnTo>
                <a:lnTo>
                  <a:pt x="6108" y="5962"/>
                </a:lnTo>
                <a:lnTo>
                  <a:pt x="6084" y="6010"/>
                </a:lnTo>
                <a:lnTo>
                  <a:pt x="6108" y="6059"/>
                </a:lnTo>
                <a:lnTo>
                  <a:pt x="6133" y="6083"/>
                </a:lnTo>
                <a:lnTo>
                  <a:pt x="6181" y="6108"/>
                </a:lnTo>
                <a:lnTo>
                  <a:pt x="6279" y="6108"/>
                </a:lnTo>
                <a:lnTo>
                  <a:pt x="6400" y="6083"/>
                </a:lnTo>
                <a:lnTo>
                  <a:pt x="6619" y="6010"/>
                </a:lnTo>
                <a:lnTo>
                  <a:pt x="7130" y="6010"/>
                </a:lnTo>
                <a:lnTo>
                  <a:pt x="7203" y="6108"/>
                </a:lnTo>
                <a:lnTo>
                  <a:pt x="7276" y="6229"/>
                </a:lnTo>
                <a:lnTo>
                  <a:pt x="7106" y="6278"/>
                </a:lnTo>
                <a:lnTo>
                  <a:pt x="6936" y="6351"/>
                </a:lnTo>
                <a:lnTo>
                  <a:pt x="6790" y="6473"/>
                </a:lnTo>
                <a:lnTo>
                  <a:pt x="6668" y="6594"/>
                </a:lnTo>
                <a:lnTo>
                  <a:pt x="6668" y="6619"/>
                </a:lnTo>
                <a:lnTo>
                  <a:pt x="6887" y="6619"/>
                </a:lnTo>
                <a:lnTo>
                  <a:pt x="7082" y="6594"/>
                </a:lnTo>
                <a:lnTo>
                  <a:pt x="7471" y="6570"/>
                </a:lnTo>
                <a:lnTo>
                  <a:pt x="7544" y="6765"/>
                </a:lnTo>
                <a:lnTo>
                  <a:pt x="7130" y="6862"/>
                </a:lnTo>
                <a:lnTo>
                  <a:pt x="6984" y="6935"/>
                </a:lnTo>
                <a:lnTo>
                  <a:pt x="6936" y="6959"/>
                </a:lnTo>
                <a:lnTo>
                  <a:pt x="6911" y="6984"/>
                </a:lnTo>
                <a:lnTo>
                  <a:pt x="6960" y="7057"/>
                </a:lnTo>
                <a:lnTo>
                  <a:pt x="7033" y="7081"/>
                </a:lnTo>
                <a:lnTo>
                  <a:pt x="7106" y="7105"/>
                </a:lnTo>
                <a:lnTo>
                  <a:pt x="7203" y="7105"/>
                </a:lnTo>
                <a:lnTo>
                  <a:pt x="7422" y="7081"/>
                </a:lnTo>
                <a:lnTo>
                  <a:pt x="7641" y="7032"/>
                </a:lnTo>
                <a:lnTo>
                  <a:pt x="7714" y="7227"/>
                </a:lnTo>
                <a:lnTo>
                  <a:pt x="7544" y="7276"/>
                </a:lnTo>
                <a:lnTo>
                  <a:pt x="7349" y="7349"/>
                </a:lnTo>
                <a:lnTo>
                  <a:pt x="7203" y="7422"/>
                </a:lnTo>
                <a:lnTo>
                  <a:pt x="7155" y="7470"/>
                </a:lnTo>
                <a:lnTo>
                  <a:pt x="7106" y="7543"/>
                </a:lnTo>
                <a:lnTo>
                  <a:pt x="7106" y="7568"/>
                </a:lnTo>
                <a:lnTo>
                  <a:pt x="7106" y="7592"/>
                </a:lnTo>
                <a:lnTo>
                  <a:pt x="7130" y="7616"/>
                </a:lnTo>
                <a:lnTo>
                  <a:pt x="7155" y="7616"/>
                </a:lnTo>
                <a:lnTo>
                  <a:pt x="7228" y="7568"/>
                </a:lnTo>
                <a:lnTo>
                  <a:pt x="7325" y="7543"/>
                </a:lnTo>
                <a:lnTo>
                  <a:pt x="7495" y="7519"/>
                </a:lnTo>
                <a:lnTo>
                  <a:pt x="7763" y="7470"/>
                </a:lnTo>
                <a:lnTo>
                  <a:pt x="7836" y="7762"/>
                </a:lnTo>
                <a:lnTo>
                  <a:pt x="7812" y="7787"/>
                </a:lnTo>
                <a:lnTo>
                  <a:pt x="7568" y="7811"/>
                </a:lnTo>
                <a:lnTo>
                  <a:pt x="7349" y="7884"/>
                </a:lnTo>
                <a:lnTo>
                  <a:pt x="7301" y="7933"/>
                </a:lnTo>
                <a:lnTo>
                  <a:pt x="7301" y="7981"/>
                </a:lnTo>
                <a:lnTo>
                  <a:pt x="7301" y="8030"/>
                </a:lnTo>
                <a:lnTo>
                  <a:pt x="7349" y="8054"/>
                </a:lnTo>
                <a:lnTo>
                  <a:pt x="7447" y="8079"/>
                </a:lnTo>
                <a:lnTo>
                  <a:pt x="7568" y="8079"/>
                </a:lnTo>
                <a:lnTo>
                  <a:pt x="7763" y="8054"/>
                </a:lnTo>
                <a:lnTo>
                  <a:pt x="7885" y="8030"/>
                </a:lnTo>
                <a:lnTo>
                  <a:pt x="7933" y="8273"/>
                </a:lnTo>
                <a:lnTo>
                  <a:pt x="7690" y="8346"/>
                </a:lnTo>
                <a:lnTo>
                  <a:pt x="7593" y="8395"/>
                </a:lnTo>
                <a:lnTo>
                  <a:pt x="7495" y="8468"/>
                </a:lnTo>
                <a:lnTo>
                  <a:pt x="7495" y="8492"/>
                </a:lnTo>
                <a:lnTo>
                  <a:pt x="7739" y="8541"/>
                </a:lnTo>
                <a:lnTo>
                  <a:pt x="7958" y="8541"/>
                </a:lnTo>
                <a:lnTo>
                  <a:pt x="7982" y="8809"/>
                </a:lnTo>
                <a:lnTo>
                  <a:pt x="7860" y="8833"/>
                </a:lnTo>
                <a:lnTo>
                  <a:pt x="7739" y="8857"/>
                </a:lnTo>
                <a:lnTo>
                  <a:pt x="7641" y="8930"/>
                </a:lnTo>
                <a:lnTo>
                  <a:pt x="7568" y="9003"/>
                </a:lnTo>
                <a:lnTo>
                  <a:pt x="7544" y="9052"/>
                </a:lnTo>
                <a:lnTo>
                  <a:pt x="7568" y="9101"/>
                </a:lnTo>
                <a:lnTo>
                  <a:pt x="7690" y="9125"/>
                </a:lnTo>
                <a:lnTo>
                  <a:pt x="7787" y="9125"/>
                </a:lnTo>
                <a:lnTo>
                  <a:pt x="8006" y="9101"/>
                </a:lnTo>
                <a:lnTo>
                  <a:pt x="8006" y="9320"/>
                </a:lnTo>
                <a:lnTo>
                  <a:pt x="7933" y="9344"/>
                </a:lnTo>
                <a:lnTo>
                  <a:pt x="7860" y="9368"/>
                </a:lnTo>
                <a:lnTo>
                  <a:pt x="7787" y="9417"/>
                </a:lnTo>
                <a:lnTo>
                  <a:pt x="7666" y="9490"/>
                </a:lnTo>
                <a:lnTo>
                  <a:pt x="7641" y="9539"/>
                </a:lnTo>
                <a:lnTo>
                  <a:pt x="7666" y="9563"/>
                </a:lnTo>
                <a:lnTo>
                  <a:pt x="7787" y="9587"/>
                </a:lnTo>
                <a:lnTo>
                  <a:pt x="7933" y="9612"/>
                </a:lnTo>
                <a:lnTo>
                  <a:pt x="8031" y="9612"/>
                </a:lnTo>
                <a:lnTo>
                  <a:pt x="8031" y="9855"/>
                </a:lnTo>
                <a:lnTo>
                  <a:pt x="7909" y="9879"/>
                </a:lnTo>
                <a:lnTo>
                  <a:pt x="7787" y="9928"/>
                </a:lnTo>
                <a:lnTo>
                  <a:pt x="7690" y="10001"/>
                </a:lnTo>
                <a:lnTo>
                  <a:pt x="7666" y="10025"/>
                </a:lnTo>
                <a:lnTo>
                  <a:pt x="7666" y="10050"/>
                </a:lnTo>
                <a:lnTo>
                  <a:pt x="7714" y="10098"/>
                </a:lnTo>
                <a:lnTo>
                  <a:pt x="8031" y="10098"/>
                </a:lnTo>
                <a:lnTo>
                  <a:pt x="8006" y="10415"/>
                </a:lnTo>
                <a:lnTo>
                  <a:pt x="7885" y="10439"/>
                </a:lnTo>
                <a:lnTo>
                  <a:pt x="7739" y="10488"/>
                </a:lnTo>
                <a:lnTo>
                  <a:pt x="7714" y="10512"/>
                </a:lnTo>
                <a:lnTo>
                  <a:pt x="7714" y="10536"/>
                </a:lnTo>
                <a:lnTo>
                  <a:pt x="7739" y="10585"/>
                </a:lnTo>
                <a:lnTo>
                  <a:pt x="7763" y="10609"/>
                </a:lnTo>
                <a:lnTo>
                  <a:pt x="7885" y="10634"/>
                </a:lnTo>
                <a:lnTo>
                  <a:pt x="7982" y="10634"/>
                </a:lnTo>
                <a:lnTo>
                  <a:pt x="7958" y="10901"/>
                </a:lnTo>
                <a:lnTo>
                  <a:pt x="7909" y="10926"/>
                </a:lnTo>
                <a:lnTo>
                  <a:pt x="7860" y="10926"/>
                </a:lnTo>
                <a:lnTo>
                  <a:pt x="7812" y="10950"/>
                </a:lnTo>
                <a:lnTo>
                  <a:pt x="7787" y="10950"/>
                </a:lnTo>
                <a:lnTo>
                  <a:pt x="7787" y="10999"/>
                </a:lnTo>
                <a:lnTo>
                  <a:pt x="7860" y="11047"/>
                </a:lnTo>
                <a:lnTo>
                  <a:pt x="7933" y="11072"/>
                </a:lnTo>
                <a:lnTo>
                  <a:pt x="7958" y="11145"/>
                </a:lnTo>
                <a:lnTo>
                  <a:pt x="7982" y="11193"/>
                </a:lnTo>
                <a:lnTo>
                  <a:pt x="8079" y="11266"/>
                </a:lnTo>
                <a:lnTo>
                  <a:pt x="8055" y="11437"/>
                </a:lnTo>
                <a:lnTo>
                  <a:pt x="8006" y="11583"/>
                </a:lnTo>
                <a:lnTo>
                  <a:pt x="7933" y="11729"/>
                </a:lnTo>
                <a:lnTo>
                  <a:pt x="7812" y="11826"/>
                </a:lnTo>
                <a:lnTo>
                  <a:pt x="7690" y="11899"/>
                </a:lnTo>
                <a:lnTo>
                  <a:pt x="7520" y="11899"/>
                </a:lnTo>
                <a:lnTo>
                  <a:pt x="7447" y="11850"/>
                </a:lnTo>
                <a:lnTo>
                  <a:pt x="7398" y="11802"/>
                </a:lnTo>
                <a:lnTo>
                  <a:pt x="7325" y="11729"/>
                </a:lnTo>
                <a:lnTo>
                  <a:pt x="7301" y="11656"/>
                </a:lnTo>
                <a:lnTo>
                  <a:pt x="7276" y="11583"/>
                </a:lnTo>
                <a:lnTo>
                  <a:pt x="7276" y="11388"/>
                </a:lnTo>
                <a:lnTo>
                  <a:pt x="7301" y="11242"/>
                </a:lnTo>
                <a:lnTo>
                  <a:pt x="7398" y="11096"/>
                </a:lnTo>
                <a:lnTo>
                  <a:pt x="7422" y="11023"/>
                </a:lnTo>
                <a:lnTo>
                  <a:pt x="7447" y="10974"/>
                </a:lnTo>
                <a:lnTo>
                  <a:pt x="7447" y="10828"/>
                </a:lnTo>
                <a:lnTo>
                  <a:pt x="7374" y="10561"/>
                </a:lnTo>
                <a:lnTo>
                  <a:pt x="7301" y="10074"/>
                </a:lnTo>
                <a:lnTo>
                  <a:pt x="7252" y="9612"/>
                </a:lnTo>
                <a:lnTo>
                  <a:pt x="7179" y="9125"/>
                </a:lnTo>
                <a:lnTo>
                  <a:pt x="7106" y="8906"/>
                </a:lnTo>
                <a:lnTo>
                  <a:pt x="7033" y="8663"/>
                </a:lnTo>
                <a:lnTo>
                  <a:pt x="6765" y="7957"/>
                </a:lnTo>
                <a:lnTo>
                  <a:pt x="6449" y="7276"/>
                </a:lnTo>
                <a:lnTo>
                  <a:pt x="6400" y="7203"/>
                </a:lnTo>
                <a:lnTo>
                  <a:pt x="6352" y="7105"/>
                </a:lnTo>
                <a:lnTo>
                  <a:pt x="6327" y="7057"/>
                </a:lnTo>
                <a:lnTo>
                  <a:pt x="6206" y="7057"/>
                </a:lnTo>
                <a:lnTo>
                  <a:pt x="6157" y="7081"/>
                </a:lnTo>
                <a:lnTo>
                  <a:pt x="6133" y="7105"/>
                </a:lnTo>
                <a:lnTo>
                  <a:pt x="6133" y="7154"/>
                </a:lnTo>
                <a:lnTo>
                  <a:pt x="6133" y="7227"/>
                </a:lnTo>
                <a:lnTo>
                  <a:pt x="5987" y="7227"/>
                </a:lnTo>
                <a:lnTo>
                  <a:pt x="5816" y="7251"/>
                </a:lnTo>
                <a:lnTo>
                  <a:pt x="5743" y="7276"/>
                </a:lnTo>
                <a:lnTo>
                  <a:pt x="5670" y="7300"/>
                </a:lnTo>
                <a:lnTo>
                  <a:pt x="5646" y="7349"/>
                </a:lnTo>
                <a:lnTo>
                  <a:pt x="5646" y="7397"/>
                </a:lnTo>
                <a:lnTo>
                  <a:pt x="5670" y="7422"/>
                </a:lnTo>
                <a:lnTo>
                  <a:pt x="5695" y="7470"/>
                </a:lnTo>
                <a:lnTo>
                  <a:pt x="5743" y="7495"/>
                </a:lnTo>
                <a:lnTo>
                  <a:pt x="5816" y="7519"/>
                </a:lnTo>
                <a:lnTo>
                  <a:pt x="6133" y="7519"/>
                </a:lnTo>
                <a:lnTo>
                  <a:pt x="6133" y="7714"/>
                </a:lnTo>
                <a:lnTo>
                  <a:pt x="6084" y="7714"/>
                </a:lnTo>
                <a:lnTo>
                  <a:pt x="5768" y="7738"/>
                </a:lnTo>
                <a:lnTo>
                  <a:pt x="5597" y="7787"/>
                </a:lnTo>
                <a:lnTo>
                  <a:pt x="5451" y="7860"/>
                </a:lnTo>
                <a:lnTo>
                  <a:pt x="5427" y="7884"/>
                </a:lnTo>
                <a:lnTo>
                  <a:pt x="5451" y="7933"/>
                </a:lnTo>
                <a:lnTo>
                  <a:pt x="5573" y="7981"/>
                </a:lnTo>
                <a:lnTo>
                  <a:pt x="5719" y="8006"/>
                </a:lnTo>
                <a:lnTo>
                  <a:pt x="6157" y="8006"/>
                </a:lnTo>
                <a:lnTo>
                  <a:pt x="6157" y="8298"/>
                </a:lnTo>
                <a:lnTo>
                  <a:pt x="5962" y="8298"/>
                </a:lnTo>
                <a:lnTo>
                  <a:pt x="5792" y="8322"/>
                </a:lnTo>
                <a:lnTo>
                  <a:pt x="5646" y="8322"/>
                </a:lnTo>
                <a:lnTo>
                  <a:pt x="5500" y="8371"/>
                </a:lnTo>
                <a:lnTo>
                  <a:pt x="5354" y="8444"/>
                </a:lnTo>
                <a:lnTo>
                  <a:pt x="5232" y="8541"/>
                </a:lnTo>
                <a:lnTo>
                  <a:pt x="5232" y="8565"/>
                </a:lnTo>
                <a:lnTo>
                  <a:pt x="5232" y="8590"/>
                </a:lnTo>
                <a:lnTo>
                  <a:pt x="5378" y="8638"/>
                </a:lnTo>
                <a:lnTo>
                  <a:pt x="5524" y="8663"/>
                </a:lnTo>
                <a:lnTo>
                  <a:pt x="5987" y="8663"/>
                </a:lnTo>
                <a:lnTo>
                  <a:pt x="6157" y="8638"/>
                </a:lnTo>
                <a:lnTo>
                  <a:pt x="6157" y="8784"/>
                </a:lnTo>
                <a:lnTo>
                  <a:pt x="6084" y="8760"/>
                </a:lnTo>
                <a:lnTo>
                  <a:pt x="5987" y="8784"/>
                </a:lnTo>
                <a:lnTo>
                  <a:pt x="5816" y="8809"/>
                </a:lnTo>
                <a:lnTo>
                  <a:pt x="5549" y="8833"/>
                </a:lnTo>
                <a:lnTo>
                  <a:pt x="5403" y="8857"/>
                </a:lnTo>
                <a:lnTo>
                  <a:pt x="5281" y="8906"/>
                </a:lnTo>
                <a:lnTo>
                  <a:pt x="5257" y="8930"/>
                </a:lnTo>
                <a:lnTo>
                  <a:pt x="5281" y="8955"/>
                </a:lnTo>
                <a:lnTo>
                  <a:pt x="5403" y="9028"/>
                </a:lnTo>
                <a:lnTo>
                  <a:pt x="5549" y="9052"/>
                </a:lnTo>
                <a:lnTo>
                  <a:pt x="5670" y="9076"/>
                </a:lnTo>
                <a:lnTo>
                  <a:pt x="5816" y="9101"/>
                </a:lnTo>
                <a:lnTo>
                  <a:pt x="5987" y="9101"/>
                </a:lnTo>
                <a:lnTo>
                  <a:pt x="6084" y="9076"/>
                </a:lnTo>
                <a:lnTo>
                  <a:pt x="6181" y="9076"/>
                </a:lnTo>
                <a:lnTo>
                  <a:pt x="6181" y="9320"/>
                </a:lnTo>
                <a:lnTo>
                  <a:pt x="5962" y="9295"/>
                </a:lnTo>
                <a:lnTo>
                  <a:pt x="5743" y="9320"/>
                </a:lnTo>
                <a:lnTo>
                  <a:pt x="5500" y="9344"/>
                </a:lnTo>
                <a:lnTo>
                  <a:pt x="5378" y="9393"/>
                </a:lnTo>
                <a:lnTo>
                  <a:pt x="5281" y="9441"/>
                </a:lnTo>
                <a:lnTo>
                  <a:pt x="5257" y="9466"/>
                </a:lnTo>
                <a:lnTo>
                  <a:pt x="5257" y="9514"/>
                </a:lnTo>
                <a:lnTo>
                  <a:pt x="5305" y="9563"/>
                </a:lnTo>
                <a:lnTo>
                  <a:pt x="5378" y="9587"/>
                </a:lnTo>
                <a:lnTo>
                  <a:pt x="5476" y="9612"/>
                </a:lnTo>
                <a:lnTo>
                  <a:pt x="5914" y="9612"/>
                </a:lnTo>
                <a:lnTo>
                  <a:pt x="6181" y="9636"/>
                </a:lnTo>
                <a:lnTo>
                  <a:pt x="6157" y="9855"/>
                </a:lnTo>
                <a:lnTo>
                  <a:pt x="6060" y="9855"/>
                </a:lnTo>
                <a:lnTo>
                  <a:pt x="5670" y="9928"/>
                </a:lnTo>
                <a:lnTo>
                  <a:pt x="5500" y="9952"/>
                </a:lnTo>
                <a:lnTo>
                  <a:pt x="5427" y="10001"/>
                </a:lnTo>
                <a:lnTo>
                  <a:pt x="5403" y="10001"/>
                </a:lnTo>
                <a:lnTo>
                  <a:pt x="5378" y="10025"/>
                </a:lnTo>
                <a:lnTo>
                  <a:pt x="5378" y="10098"/>
                </a:lnTo>
                <a:lnTo>
                  <a:pt x="5403" y="10147"/>
                </a:lnTo>
                <a:lnTo>
                  <a:pt x="5451" y="10171"/>
                </a:lnTo>
                <a:lnTo>
                  <a:pt x="5500" y="10196"/>
                </a:lnTo>
                <a:lnTo>
                  <a:pt x="5622" y="10220"/>
                </a:lnTo>
                <a:lnTo>
                  <a:pt x="5743" y="10220"/>
                </a:lnTo>
                <a:lnTo>
                  <a:pt x="5938" y="10196"/>
                </a:lnTo>
                <a:lnTo>
                  <a:pt x="6133" y="10171"/>
                </a:lnTo>
                <a:lnTo>
                  <a:pt x="6157" y="10147"/>
                </a:lnTo>
                <a:lnTo>
                  <a:pt x="6157" y="10366"/>
                </a:lnTo>
                <a:lnTo>
                  <a:pt x="6011" y="10390"/>
                </a:lnTo>
                <a:lnTo>
                  <a:pt x="5889" y="10415"/>
                </a:lnTo>
                <a:lnTo>
                  <a:pt x="5573" y="10512"/>
                </a:lnTo>
                <a:lnTo>
                  <a:pt x="5403" y="10585"/>
                </a:lnTo>
                <a:lnTo>
                  <a:pt x="5354" y="10634"/>
                </a:lnTo>
                <a:lnTo>
                  <a:pt x="5354" y="10658"/>
                </a:lnTo>
                <a:lnTo>
                  <a:pt x="5403" y="10707"/>
                </a:lnTo>
                <a:lnTo>
                  <a:pt x="5451" y="10731"/>
                </a:lnTo>
                <a:lnTo>
                  <a:pt x="5573" y="10755"/>
                </a:lnTo>
                <a:lnTo>
                  <a:pt x="5841" y="10731"/>
                </a:lnTo>
                <a:lnTo>
                  <a:pt x="6157" y="10682"/>
                </a:lnTo>
                <a:lnTo>
                  <a:pt x="6157" y="10999"/>
                </a:lnTo>
                <a:lnTo>
                  <a:pt x="6133" y="10999"/>
                </a:lnTo>
                <a:lnTo>
                  <a:pt x="5938" y="11023"/>
                </a:lnTo>
                <a:lnTo>
                  <a:pt x="5743" y="11047"/>
                </a:lnTo>
                <a:lnTo>
                  <a:pt x="5549" y="11120"/>
                </a:lnTo>
                <a:lnTo>
                  <a:pt x="5378" y="11193"/>
                </a:lnTo>
                <a:lnTo>
                  <a:pt x="5354" y="11218"/>
                </a:lnTo>
                <a:lnTo>
                  <a:pt x="5354" y="11242"/>
                </a:lnTo>
                <a:lnTo>
                  <a:pt x="5354" y="11266"/>
                </a:lnTo>
                <a:lnTo>
                  <a:pt x="5378" y="11291"/>
                </a:lnTo>
                <a:lnTo>
                  <a:pt x="5573" y="11315"/>
                </a:lnTo>
                <a:lnTo>
                  <a:pt x="5768" y="11315"/>
                </a:lnTo>
                <a:lnTo>
                  <a:pt x="6133" y="11291"/>
                </a:lnTo>
                <a:lnTo>
                  <a:pt x="6157" y="11266"/>
                </a:lnTo>
                <a:lnTo>
                  <a:pt x="6157" y="11558"/>
                </a:lnTo>
                <a:lnTo>
                  <a:pt x="6011" y="11558"/>
                </a:lnTo>
                <a:lnTo>
                  <a:pt x="5841" y="11607"/>
                </a:lnTo>
                <a:lnTo>
                  <a:pt x="5573" y="11656"/>
                </a:lnTo>
                <a:lnTo>
                  <a:pt x="5330" y="11753"/>
                </a:lnTo>
                <a:lnTo>
                  <a:pt x="5305" y="11777"/>
                </a:lnTo>
                <a:lnTo>
                  <a:pt x="5305" y="11826"/>
                </a:lnTo>
                <a:lnTo>
                  <a:pt x="5330" y="11850"/>
                </a:lnTo>
                <a:lnTo>
                  <a:pt x="5378" y="11850"/>
                </a:lnTo>
                <a:lnTo>
                  <a:pt x="5622" y="11875"/>
                </a:lnTo>
                <a:lnTo>
                  <a:pt x="5865" y="11850"/>
                </a:lnTo>
                <a:lnTo>
                  <a:pt x="6011" y="11850"/>
                </a:lnTo>
                <a:lnTo>
                  <a:pt x="6084" y="11826"/>
                </a:lnTo>
                <a:lnTo>
                  <a:pt x="6157" y="11802"/>
                </a:lnTo>
                <a:lnTo>
                  <a:pt x="6157" y="12020"/>
                </a:lnTo>
                <a:lnTo>
                  <a:pt x="5962" y="12020"/>
                </a:lnTo>
                <a:lnTo>
                  <a:pt x="5743" y="12045"/>
                </a:lnTo>
                <a:lnTo>
                  <a:pt x="5549" y="12118"/>
                </a:lnTo>
                <a:lnTo>
                  <a:pt x="5476" y="12142"/>
                </a:lnTo>
                <a:lnTo>
                  <a:pt x="5378" y="12191"/>
                </a:lnTo>
                <a:lnTo>
                  <a:pt x="5378" y="12239"/>
                </a:lnTo>
                <a:lnTo>
                  <a:pt x="5378" y="12264"/>
                </a:lnTo>
                <a:lnTo>
                  <a:pt x="5476" y="12312"/>
                </a:lnTo>
                <a:lnTo>
                  <a:pt x="5549" y="12337"/>
                </a:lnTo>
                <a:lnTo>
                  <a:pt x="5743" y="12385"/>
                </a:lnTo>
                <a:lnTo>
                  <a:pt x="5962" y="12361"/>
                </a:lnTo>
                <a:lnTo>
                  <a:pt x="6157" y="12361"/>
                </a:lnTo>
                <a:lnTo>
                  <a:pt x="6157" y="12458"/>
                </a:lnTo>
                <a:lnTo>
                  <a:pt x="6157" y="12483"/>
                </a:lnTo>
                <a:lnTo>
                  <a:pt x="6011" y="12531"/>
                </a:lnTo>
                <a:lnTo>
                  <a:pt x="5889" y="12580"/>
                </a:lnTo>
                <a:lnTo>
                  <a:pt x="5622" y="12653"/>
                </a:lnTo>
                <a:lnTo>
                  <a:pt x="5500" y="12702"/>
                </a:lnTo>
                <a:lnTo>
                  <a:pt x="5403" y="12750"/>
                </a:lnTo>
                <a:lnTo>
                  <a:pt x="5378" y="12799"/>
                </a:lnTo>
                <a:lnTo>
                  <a:pt x="5378" y="12823"/>
                </a:lnTo>
                <a:lnTo>
                  <a:pt x="5403" y="12848"/>
                </a:lnTo>
                <a:lnTo>
                  <a:pt x="5500" y="12872"/>
                </a:lnTo>
                <a:lnTo>
                  <a:pt x="5622" y="12896"/>
                </a:lnTo>
                <a:lnTo>
                  <a:pt x="5743" y="12921"/>
                </a:lnTo>
                <a:lnTo>
                  <a:pt x="5865" y="12896"/>
                </a:lnTo>
                <a:lnTo>
                  <a:pt x="6011" y="12872"/>
                </a:lnTo>
                <a:lnTo>
                  <a:pt x="6181" y="12848"/>
                </a:lnTo>
                <a:lnTo>
                  <a:pt x="6181" y="13042"/>
                </a:lnTo>
                <a:lnTo>
                  <a:pt x="6108" y="13018"/>
                </a:lnTo>
                <a:lnTo>
                  <a:pt x="5962" y="13042"/>
                </a:lnTo>
                <a:lnTo>
                  <a:pt x="5841" y="13091"/>
                </a:lnTo>
                <a:lnTo>
                  <a:pt x="5719" y="13164"/>
                </a:lnTo>
                <a:lnTo>
                  <a:pt x="5573" y="13237"/>
                </a:lnTo>
                <a:lnTo>
                  <a:pt x="5549" y="13261"/>
                </a:lnTo>
                <a:lnTo>
                  <a:pt x="5573" y="13286"/>
                </a:lnTo>
                <a:lnTo>
                  <a:pt x="5597" y="13334"/>
                </a:lnTo>
                <a:lnTo>
                  <a:pt x="5622" y="13334"/>
                </a:lnTo>
                <a:lnTo>
                  <a:pt x="5743" y="13310"/>
                </a:lnTo>
                <a:lnTo>
                  <a:pt x="6157" y="13310"/>
                </a:lnTo>
                <a:lnTo>
                  <a:pt x="6206" y="13286"/>
                </a:lnTo>
                <a:lnTo>
                  <a:pt x="6206" y="13529"/>
                </a:lnTo>
                <a:lnTo>
                  <a:pt x="6035" y="13553"/>
                </a:lnTo>
                <a:lnTo>
                  <a:pt x="5865" y="13553"/>
                </a:lnTo>
                <a:lnTo>
                  <a:pt x="5719" y="13602"/>
                </a:lnTo>
                <a:lnTo>
                  <a:pt x="5573" y="13675"/>
                </a:lnTo>
                <a:lnTo>
                  <a:pt x="5524" y="13724"/>
                </a:lnTo>
                <a:lnTo>
                  <a:pt x="5476" y="13797"/>
                </a:lnTo>
                <a:lnTo>
                  <a:pt x="5476" y="13870"/>
                </a:lnTo>
                <a:lnTo>
                  <a:pt x="5476" y="13894"/>
                </a:lnTo>
                <a:lnTo>
                  <a:pt x="5500" y="13918"/>
                </a:lnTo>
                <a:lnTo>
                  <a:pt x="5646" y="13967"/>
                </a:lnTo>
                <a:lnTo>
                  <a:pt x="5792" y="13967"/>
                </a:lnTo>
                <a:lnTo>
                  <a:pt x="6108" y="13943"/>
                </a:lnTo>
                <a:lnTo>
                  <a:pt x="6254" y="13943"/>
                </a:lnTo>
                <a:lnTo>
                  <a:pt x="6279" y="14235"/>
                </a:lnTo>
                <a:lnTo>
                  <a:pt x="6011" y="14308"/>
                </a:lnTo>
                <a:lnTo>
                  <a:pt x="5841" y="14332"/>
                </a:lnTo>
                <a:lnTo>
                  <a:pt x="5670" y="14381"/>
                </a:lnTo>
                <a:lnTo>
                  <a:pt x="5622" y="14429"/>
                </a:lnTo>
                <a:lnTo>
                  <a:pt x="5597" y="14478"/>
                </a:lnTo>
                <a:lnTo>
                  <a:pt x="5622" y="14551"/>
                </a:lnTo>
                <a:lnTo>
                  <a:pt x="5670" y="14600"/>
                </a:lnTo>
                <a:lnTo>
                  <a:pt x="5719" y="14624"/>
                </a:lnTo>
                <a:lnTo>
                  <a:pt x="5792" y="14648"/>
                </a:lnTo>
                <a:lnTo>
                  <a:pt x="5962" y="14673"/>
                </a:lnTo>
                <a:lnTo>
                  <a:pt x="6133" y="14648"/>
                </a:lnTo>
                <a:lnTo>
                  <a:pt x="6303" y="14600"/>
                </a:lnTo>
                <a:lnTo>
                  <a:pt x="6303" y="14770"/>
                </a:lnTo>
                <a:lnTo>
                  <a:pt x="6133" y="14794"/>
                </a:lnTo>
                <a:lnTo>
                  <a:pt x="5962" y="14867"/>
                </a:lnTo>
                <a:lnTo>
                  <a:pt x="5841" y="14916"/>
                </a:lnTo>
                <a:lnTo>
                  <a:pt x="5719" y="14965"/>
                </a:lnTo>
                <a:lnTo>
                  <a:pt x="5646" y="15062"/>
                </a:lnTo>
                <a:lnTo>
                  <a:pt x="5597" y="15111"/>
                </a:lnTo>
                <a:lnTo>
                  <a:pt x="5573" y="15159"/>
                </a:lnTo>
                <a:lnTo>
                  <a:pt x="5573" y="15184"/>
                </a:lnTo>
                <a:lnTo>
                  <a:pt x="5597" y="15208"/>
                </a:lnTo>
                <a:lnTo>
                  <a:pt x="5670" y="15257"/>
                </a:lnTo>
                <a:lnTo>
                  <a:pt x="5768" y="15281"/>
                </a:lnTo>
                <a:lnTo>
                  <a:pt x="5962" y="15257"/>
                </a:lnTo>
                <a:lnTo>
                  <a:pt x="6352" y="15184"/>
                </a:lnTo>
                <a:lnTo>
                  <a:pt x="6376" y="15451"/>
                </a:lnTo>
                <a:lnTo>
                  <a:pt x="6133" y="15476"/>
                </a:lnTo>
                <a:lnTo>
                  <a:pt x="5865" y="15524"/>
                </a:lnTo>
                <a:lnTo>
                  <a:pt x="5743" y="15573"/>
                </a:lnTo>
                <a:lnTo>
                  <a:pt x="5646" y="15646"/>
                </a:lnTo>
                <a:lnTo>
                  <a:pt x="5622" y="15646"/>
                </a:lnTo>
                <a:lnTo>
                  <a:pt x="5622" y="15670"/>
                </a:lnTo>
                <a:lnTo>
                  <a:pt x="5695" y="15768"/>
                </a:lnTo>
                <a:lnTo>
                  <a:pt x="5792" y="15816"/>
                </a:lnTo>
                <a:lnTo>
                  <a:pt x="5889" y="15841"/>
                </a:lnTo>
                <a:lnTo>
                  <a:pt x="5987" y="15841"/>
                </a:lnTo>
                <a:lnTo>
                  <a:pt x="6206" y="15865"/>
                </a:lnTo>
                <a:lnTo>
                  <a:pt x="6400" y="15865"/>
                </a:lnTo>
                <a:lnTo>
                  <a:pt x="6400" y="15962"/>
                </a:lnTo>
                <a:lnTo>
                  <a:pt x="6133" y="16035"/>
                </a:lnTo>
                <a:lnTo>
                  <a:pt x="5938" y="16084"/>
                </a:lnTo>
                <a:lnTo>
                  <a:pt x="5792" y="16181"/>
                </a:lnTo>
                <a:lnTo>
                  <a:pt x="5768" y="16230"/>
                </a:lnTo>
                <a:lnTo>
                  <a:pt x="5768" y="16254"/>
                </a:lnTo>
                <a:lnTo>
                  <a:pt x="5816" y="16327"/>
                </a:lnTo>
                <a:lnTo>
                  <a:pt x="5889" y="16376"/>
                </a:lnTo>
                <a:lnTo>
                  <a:pt x="5987" y="16400"/>
                </a:lnTo>
                <a:lnTo>
                  <a:pt x="6181" y="16400"/>
                </a:lnTo>
                <a:lnTo>
                  <a:pt x="6425" y="16352"/>
                </a:lnTo>
                <a:lnTo>
                  <a:pt x="6449" y="16644"/>
                </a:lnTo>
                <a:lnTo>
                  <a:pt x="6230" y="16668"/>
                </a:lnTo>
                <a:lnTo>
                  <a:pt x="6035" y="16717"/>
                </a:lnTo>
                <a:lnTo>
                  <a:pt x="5962" y="16765"/>
                </a:lnTo>
                <a:lnTo>
                  <a:pt x="5865" y="16790"/>
                </a:lnTo>
                <a:lnTo>
                  <a:pt x="5841" y="16838"/>
                </a:lnTo>
                <a:lnTo>
                  <a:pt x="5841" y="16887"/>
                </a:lnTo>
                <a:lnTo>
                  <a:pt x="5841" y="16911"/>
                </a:lnTo>
                <a:lnTo>
                  <a:pt x="5889" y="16936"/>
                </a:lnTo>
                <a:lnTo>
                  <a:pt x="6084" y="16960"/>
                </a:lnTo>
                <a:lnTo>
                  <a:pt x="6279" y="16984"/>
                </a:lnTo>
                <a:lnTo>
                  <a:pt x="6449" y="16984"/>
                </a:lnTo>
                <a:lnTo>
                  <a:pt x="6449" y="17276"/>
                </a:lnTo>
                <a:lnTo>
                  <a:pt x="6206" y="17325"/>
                </a:lnTo>
                <a:lnTo>
                  <a:pt x="6011" y="17349"/>
                </a:lnTo>
                <a:lnTo>
                  <a:pt x="5938" y="17398"/>
                </a:lnTo>
                <a:lnTo>
                  <a:pt x="5865" y="17447"/>
                </a:lnTo>
                <a:lnTo>
                  <a:pt x="5841" y="17471"/>
                </a:lnTo>
                <a:lnTo>
                  <a:pt x="5841" y="17520"/>
                </a:lnTo>
                <a:lnTo>
                  <a:pt x="5841" y="17544"/>
                </a:lnTo>
                <a:lnTo>
                  <a:pt x="5865" y="17568"/>
                </a:lnTo>
                <a:lnTo>
                  <a:pt x="5987" y="17641"/>
                </a:lnTo>
                <a:lnTo>
                  <a:pt x="6133" y="17690"/>
                </a:lnTo>
                <a:lnTo>
                  <a:pt x="6303" y="17690"/>
                </a:lnTo>
                <a:lnTo>
                  <a:pt x="6449" y="17666"/>
                </a:lnTo>
                <a:lnTo>
                  <a:pt x="6449" y="17958"/>
                </a:lnTo>
                <a:lnTo>
                  <a:pt x="6303" y="17982"/>
                </a:lnTo>
                <a:lnTo>
                  <a:pt x="6181" y="18031"/>
                </a:lnTo>
                <a:lnTo>
                  <a:pt x="6011" y="18055"/>
                </a:lnTo>
                <a:lnTo>
                  <a:pt x="5914" y="18104"/>
                </a:lnTo>
                <a:lnTo>
                  <a:pt x="5841" y="18152"/>
                </a:lnTo>
                <a:lnTo>
                  <a:pt x="5816" y="18177"/>
                </a:lnTo>
                <a:lnTo>
                  <a:pt x="5816" y="18225"/>
                </a:lnTo>
                <a:lnTo>
                  <a:pt x="5841" y="18250"/>
                </a:lnTo>
                <a:lnTo>
                  <a:pt x="5865" y="18274"/>
                </a:lnTo>
                <a:lnTo>
                  <a:pt x="5987" y="18323"/>
                </a:lnTo>
                <a:lnTo>
                  <a:pt x="6157" y="18371"/>
                </a:lnTo>
                <a:lnTo>
                  <a:pt x="6303" y="18371"/>
                </a:lnTo>
                <a:lnTo>
                  <a:pt x="6449" y="18347"/>
                </a:lnTo>
                <a:lnTo>
                  <a:pt x="6473" y="18444"/>
                </a:lnTo>
                <a:lnTo>
                  <a:pt x="6303" y="18469"/>
                </a:lnTo>
                <a:lnTo>
                  <a:pt x="6157" y="18542"/>
                </a:lnTo>
                <a:lnTo>
                  <a:pt x="6035" y="18615"/>
                </a:lnTo>
                <a:lnTo>
                  <a:pt x="5914" y="18688"/>
                </a:lnTo>
                <a:lnTo>
                  <a:pt x="5889" y="18736"/>
                </a:lnTo>
                <a:lnTo>
                  <a:pt x="5889" y="18761"/>
                </a:lnTo>
                <a:lnTo>
                  <a:pt x="5914" y="18785"/>
                </a:lnTo>
                <a:lnTo>
                  <a:pt x="5962" y="18809"/>
                </a:lnTo>
                <a:lnTo>
                  <a:pt x="6108" y="18809"/>
                </a:lnTo>
                <a:lnTo>
                  <a:pt x="6279" y="18785"/>
                </a:lnTo>
                <a:lnTo>
                  <a:pt x="6498" y="18761"/>
                </a:lnTo>
                <a:lnTo>
                  <a:pt x="6522" y="18980"/>
                </a:lnTo>
                <a:lnTo>
                  <a:pt x="6376" y="19028"/>
                </a:lnTo>
                <a:lnTo>
                  <a:pt x="6254" y="19101"/>
                </a:lnTo>
                <a:lnTo>
                  <a:pt x="5987" y="19223"/>
                </a:lnTo>
                <a:lnTo>
                  <a:pt x="5962" y="19272"/>
                </a:lnTo>
                <a:lnTo>
                  <a:pt x="5962" y="19320"/>
                </a:lnTo>
                <a:lnTo>
                  <a:pt x="5987" y="19369"/>
                </a:lnTo>
                <a:lnTo>
                  <a:pt x="6011" y="19393"/>
                </a:lnTo>
                <a:lnTo>
                  <a:pt x="6425" y="19393"/>
                </a:lnTo>
                <a:lnTo>
                  <a:pt x="6595" y="19345"/>
                </a:lnTo>
                <a:lnTo>
                  <a:pt x="6619" y="19393"/>
                </a:lnTo>
                <a:lnTo>
                  <a:pt x="6571" y="19442"/>
                </a:lnTo>
                <a:lnTo>
                  <a:pt x="6522" y="19515"/>
                </a:lnTo>
                <a:lnTo>
                  <a:pt x="6254" y="19637"/>
                </a:lnTo>
                <a:lnTo>
                  <a:pt x="6230" y="19661"/>
                </a:lnTo>
                <a:lnTo>
                  <a:pt x="6206" y="19734"/>
                </a:lnTo>
                <a:lnTo>
                  <a:pt x="6230" y="19758"/>
                </a:lnTo>
                <a:lnTo>
                  <a:pt x="6279" y="19783"/>
                </a:lnTo>
                <a:lnTo>
                  <a:pt x="6595" y="19758"/>
                </a:lnTo>
                <a:lnTo>
                  <a:pt x="6668" y="19783"/>
                </a:lnTo>
                <a:lnTo>
                  <a:pt x="6887" y="19856"/>
                </a:lnTo>
                <a:lnTo>
                  <a:pt x="7106" y="19904"/>
                </a:lnTo>
                <a:lnTo>
                  <a:pt x="7203" y="19953"/>
                </a:lnTo>
                <a:lnTo>
                  <a:pt x="7252" y="20001"/>
                </a:lnTo>
                <a:lnTo>
                  <a:pt x="7276" y="20050"/>
                </a:lnTo>
                <a:lnTo>
                  <a:pt x="7276" y="20123"/>
                </a:lnTo>
                <a:lnTo>
                  <a:pt x="7252" y="20172"/>
                </a:lnTo>
                <a:lnTo>
                  <a:pt x="7203" y="20245"/>
                </a:lnTo>
                <a:lnTo>
                  <a:pt x="7057" y="20342"/>
                </a:lnTo>
                <a:lnTo>
                  <a:pt x="6936" y="20391"/>
                </a:lnTo>
                <a:lnTo>
                  <a:pt x="6814" y="20439"/>
                </a:lnTo>
                <a:lnTo>
                  <a:pt x="6692" y="20464"/>
                </a:lnTo>
                <a:lnTo>
                  <a:pt x="6571" y="20464"/>
                </a:lnTo>
                <a:lnTo>
                  <a:pt x="6303" y="20439"/>
                </a:lnTo>
                <a:lnTo>
                  <a:pt x="5889" y="20439"/>
                </a:lnTo>
                <a:lnTo>
                  <a:pt x="5768" y="20391"/>
                </a:lnTo>
                <a:lnTo>
                  <a:pt x="5670" y="20318"/>
                </a:lnTo>
                <a:lnTo>
                  <a:pt x="5597" y="20220"/>
                </a:lnTo>
                <a:lnTo>
                  <a:pt x="5524" y="20099"/>
                </a:lnTo>
                <a:lnTo>
                  <a:pt x="5476" y="19929"/>
                </a:lnTo>
                <a:lnTo>
                  <a:pt x="5403" y="19612"/>
                </a:lnTo>
                <a:lnTo>
                  <a:pt x="5354" y="19247"/>
                </a:lnTo>
                <a:lnTo>
                  <a:pt x="5330" y="18882"/>
                </a:lnTo>
                <a:lnTo>
                  <a:pt x="5305" y="18371"/>
                </a:lnTo>
                <a:lnTo>
                  <a:pt x="5184" y="16960"/>
                </a:lnTo>
                <a:lnTo>
                  <a:pt x="5111" y="16254"/>
                </a:lnTo>
                <a:lnTo>
                  <a:pt x="5038" y="15549"/>
                </a:lnTo>
                <a:lnTo>
                  <a:pt x="4965" y="15086"/>
                </a:lnTo>
                <a:lnTo>
                  <a:pt x="4867" y="14600"/>
                </a:lnTo>
                <a:lnTo>
                  <a:pt x="4624" y="13675"/>
                </a:lnTo>
                <a:lnTo>
                  <a:pt x="4527" y="13310"/>
                </a:lnTo>
                <a:lnTo>
                  <a:pt x="4454" y="13018"/>
                </a:lnTo>
                <a:lnTo>
                  <a:pt x="4405" y="12896"/>
                </a:lnTo>
                <a:lnTo>
                  <a:pt x="4356" y="12823"/>
                </a:lnTo>
                <a:lnTo>
                  <a:pt x="4356" y="12799"/>
                </a:lnTo>
                <a:lnTo>
                  <a:pt x="4332" y="12750"/>
                </a:lnTo>
                <a:lnTo>
                  <a:pt x="4283" y="12702"/>
                </a:lnTo>
                <a:lnTo>
                  <a:pt x="4235" y="12677"/>
                </a:lnTo>
                <a:lnTo>
                  <a:pt x="4186" y="12653"/>
                </a:lnTo>
                <a:lnTo>
                  <a:pt x="4113" y="12677"/>
                </a:lnTo>
                <a:lnTo>
                  <a:pt x="4040" y="12750"/>
                </a:lnTo>
                <a:lnTo>
                  <a:pt x="3991" y="12848"/>
                </a:lnTo>
                <a:lnTo>
                  <a:pt x="3918" y="13091"/>
                </a:lnTo>
                <a:lnTo>
                  <a:pt x="3870" y="13286"/>
                </a:lnTo>
                <a:lnTo>
                  <a:pt x="3772" y="13237"/>
                </a:lnTo>
                <a:lnTo>
                  <a:pt x="3675" y="13213"/>
                </a:lnTo>
                <a:lnTo>
                  <a:pt x="3626" y="13237"/>
                </a:lnTo>
                <a:lnTo>
                  <a:pt x="3602" y="13310"/>
                </a:lnTo>
                <a:lnTo>
                  <a:pt x="3626" y="13383"/>
                </a:lnTo>
                <a:lnTo>
                  <a:pt x="3675" y="13456"/>
                </a:lnTo>
                <a:lnTo>
                  <a:pt x="3748" y="13529"/>
                </a:lnTo>
                <a:lnTo>
                  <a:pt x="3821" y="13578"/>
                </a:lnTo>
                <a:lnTo>
                  <a:pt x="3797" y="13772"/>
                </a:lnTo>
                <a:lnTo>
                  <a:pt x="3651" y="13772"/>
                </a:lnTo>
                <a:lnTo>
                  <a:pt x="3505" y="13821"/>
                </a:lnTo>
                <a:lnTo>
                  <a:pt x="3480" y="13845"/>
                </a:lnTo>
                <a:lnTo>
                  <a:pt x="3505" y="13870"/>
                </a:lnTo>
                <a:lnTo>
                  <a:pt x="3651" y="13943"/>
                </a:lnTo>
                <a:lnTo>
                  <a:pt x="3772" y="14016"/>
                </a:lnTo>
                <a:lnTo>
                  <a:pt x="3724" y="14405"/>
                </a:lnTo>
                <a:lnTo>
                  <a:pt x="3505" y="14381"/>
                </a:lnTo>
                <a:lnTo>
                  <a:pt x="3407" y="14381"/>
                </a:lnTo>
                <a:lnTo>
                  <a:pt x="3310" y="14405"/>
                </a:lnTo>
                <a:lnTo>
                  <a:pt x="3286" y="14454"/>
                </a:lnTo>
                <a:lnTo>
                  <a:pt x="3286" y="14478"/>
                </a:lnTo>
                <a:lnTo>
                  <a:pt x="3286" y="14502"/>
                </a:lnTo>
                <a:lnTo>
                  <a:pt x="3383" y="14551"/>
                </a:lnTo>
                <a:lnTo>
                  <a:pt x="3480" y="14624"/>
                </a:lnTo>
                <a:lnTo>
                  <a:pt x="3675" y="14721"/>
                </a:lnTo>
                <a:lnTo>
                  <a:pt x="3675" y="14892"/>
                </a:lnTo>
                <a:lnTo>
                  <a:pt x="3480" y="14892"/>
                </a:lnTo>
                <a:lnTo>
                  <a:pt x="3286" y="14916"/>
                </a:lnTo>
                <a:lnTo>
                  <a:pt x="3213" y="14940"/>
                </a:lnTo>
                <a:lnTo>
                  <a:pt x="3140" y="14965"/>
                </a:lnTo>
                <a:lnTo>
                  <a:pt x="3115" y="15013"/>
                </a:lnTo>
                <a:lnTo>
                  <a:pt x="3115" y="15038"/>
                </a:lnTo>
                <a:lnTo>
                  <a:pt x="3140" y="15086"/>
                </a:lnTo>
                <a:lnTo>
                  <a:pt x="3188" y="15135"/>
                </a:lnTo>
                <a:lnTo>
                  <a:pt x="3310" y="15208"/>
                </a:lnTo>
                <a:lnTo>
                  <a:pt x="3456" y="15232"/>
                </a:lnTo>
                <a:lnTo>
                  <a:pt x="3626" y="15257"/>
                </a:lnTo>
                <a:lnTo>
                  <a:pt x="3578" y="15573"/>
                </a:lnTo>
                <a:lnTo>
                  <a:pt x="3334" y="15549"/>
                </a:lnTo>
                <a:lnTo>
                  <a:pt x="3018" y="15549"/>
                </a:lnTo>
                <a:lnTo>
                  <a:pt x="2921" y="15573"/>
                </a:lnTo>
                <a:lnTo>
                  <a:pt x="2896" y="15597"/>
                </a:lnTo>
                <a:lnTo>
                  <a:pt x="2896" y="15622"/>
                </a:lnTo>
                <a:lnTo>
                  <a:pt x="2945" y="15695"/>
                </a:lnTo>
                <a:lnTo>
                  <a:pt x="3018" y="15743"/>
                </a:lnTo>
                <a:lnTo>
                  <a:pt x="3164" y="15816"/>
                </a:lnTo>
                <a:lnTo>
                  <a:pt x="3359" y="15889"/>
                </a:lnTo>
                <a:lnTo>
                  <a:pt x="3553" y="15914"/>
                </a:lnTo>
                <a:lnTo>
                  <a:pt x="3529" y="16011"/>
                </a:lnTo>
                <a:lnTo>
                  <a:pt x="3261" y="16035"/>
                </a:lnTo>
                <a:lnTo>
                  <a:pt x="3115" y="16060"/>
                </a:lnTo>
                <a:lnTo>
                  <a:pt x="2994" y="16108"/>
                </a:lnTo>
                <a:lnTo>
                  <a:pt x="2969" y="16133"/>
                </a:lnTo>
                <a:lnTo>
                  <a:pt x="2969" y="16181"/>
                </a:lnTo>
                <a:lnTo>
                  <a:pt x="2969" y="16206"/>
                </a:lnTo>
                <a:lnTo>
                  <a:pt x="2994" y="16230"/>
                </a:lnTo>
                <a:lnTo>
                  <a:pt x="3115" y="16279"/>
                </a:lnTo>
                <a:lnTo>
                  <a:pt x="3237" y="16303"/>
                </a:lnTo>
                <a:lnTo>
                  <a:pt x="3480" y="16327"/>
                </a:lnTo>
                <a:lnTo>
                  <a:pt x="3432" y="16790"/>
                </a:lnTo>
                <a:lnTo>
                  <a:pt x="3261" y="16790"/>
                </a:lnTo>
                <a:lnTo>
                  <a:pt x="3115" y="16814"/>
                </a:lnTo>
                <a:lnTo>
                  <a:pt x="2872" y="16838"/>
                </a:lnTo>
                <a:lnTo>
                  <a:pt x="2775" y="16887"/>
                </a:lnTo>
                <a:lnTo>
                  <a:pt x="2677" y="16960"/>
                </a:lnTo>
                <a:lnTo>
                  <a:pt x="2653" y="17033"/>
                </a:lnTo>
                <a:lnTo>
                  <a:pt x="2677" y="17082"/>
                </a:lnTo>
                <a:lnTo>
                  <a:pt x="2702" y="17106"/>
                </a:lnTo>
                <a:lnTo>
                  <a:pt x="2799" y="17155"/>
                </a:lnTo>
                <a:lnTo>
                  <a:pt x="2896" y="17155"/>
                </a:lnTo>
                <a:lnTo>
                  <a:pt x="3091" y="17179"/>
                </a:lnTo>
                <a:lnTo>
                  <a:pt x="3383" y="17203"/>
                </a:lnTo>
                <a:lnTo>
                  <a:pt x="3359" y="17398"/>
                </a:lnTo>
                <a:lnTo>
                  <a:pt x="3188" y="17398"/>
                </a:lnTo>
                <a:lnTo>
                  <a:pt x="3042" y="17422"/>
                </a:lnTo>
                <a:lnTo>
                  <a:pt x="2750" y="17520"/>
                </a:lnTo>
                <a:lnTo>
                  <a:pt x="2702" y="17544"/>
                </a:lnTo>
                <a:lnTo>
                  <a:pt x="2677" y="17593"/>
                </a:lnTo>
                <a:lnTo>
                  <a:pt x="2702" y="17641"/>
                </a:lnTo>
                <a:lnTo>
                  <a:pt x="2750" y="17666"/>
                </a:lnTo>
                <a:lnTo>
                  <a:pt x="2896" y="17714"/>
                </a:lnTo>
                <a:lnTo>
                  <a:pt x="3018" y="17739"/>
                </a:lnTo>
                <a:lnTo>
                  <a:pt x="3310" y="17739"/>
                </a:lnTo>
                <a:lnTo>
                  <a:pt x="3310" y="17763"/>
                </a:lnTo>
                <a:lnTo>
                  <a:pt x="3286" y="17933"/>
                </a:lnTo>
                <a:lnTo>
                  <a:pt x="3018" y="17958"/>
                </a:lnTo>
                <a:lnTo>
                  <a:pt x="2799" y="17982"/>
                </a:lnTo>
                <a:lnTo>
                  <a:pt x="2702" y="18031"/>
                </a:lnTo>
                <a:lnTo>
                  <a:pt x="2629" y="18079"/>
                </a:lnTo>
                <a:lnTo>
                  <a:pt x="2604" y="18128"/>
                </a:lnTo>
                <a:lnTo>
                  <a:pt x="2604" y="18177"/>
                </a:lnTo>
                <a:lnTo>
                  <a:pt x="2653" y="18250"/>
                </a:lnTo>
                <a:lnTo>
                  <a:pt x="2702" y="18274"/>
                </a:lnTo>
                <a:lnTo>
                  <a:pt x="2775" y="18298"/>
                </a:lnTo>
                <a:lnTo>
                  <a:pt x="2848" y="18323"/>
                </a:lnTo>
                <a:lnTo>
                  <a:pt x="3018" y="18323"/>
                </a:lnTo>
                <a:lnTo>
                  <a:pt x="3164" y="18298"/>
                </a:lnTo>
                <a:lnTo>
                  <a:pt x="3237" y="18323"/>
                </a:lnTo>
                <a:lnTo>
                  <a:pt x="3213" y="18517"/>
                </a:lnTo>
                <a:lnTo>
                  <a:pt x="2848" y="18566"/>
                </a:lnTo>
                <a:lnTo>
                  <a:pt x="2677" y="18615"/>
                </a:lnTo>
                <a:lnTo>
                  <a:pt x="2604" y="18663"/>
                </a:lnTo>
                <a:lnTo>
                  <a:pt x="2531" y="18712"/>
                </a:lnTo>
                <a:lnTo>
                  <a:pt x="2507" y="18761"/>
                </a:lnTo>
                <a:lnTo>
                  <a:pt x="2507" y="18785"/>
                </a:lnTo>
                <a:lnTo>
                  <a:pt x="2531" y="18809"/>
                </a:lnTo>
                <a:lnTo>
                  <a:pt x="2556" y="18834"/>
                </a:lnTo>
                <a:lnTo>
                  <a:pt x="2702" y="18882"/>
                </a:lnTo>
                <a:lnTo>
                  <a:pt x="3164" y="18882"/>
                </a:lnTo>
                <a:lnTo>
                  <a:pt x="3115" y="19223"/>
                </a:lnTo>
                <a:lnTo>
                  <a:pt x="2799" y="19199"/>
                </a:lnTo>
                <a:lnTo>
                  <a:pt x="2677" y="19199"/>
                </a:lnTo>
                <a:lnTo>
                  <a:pt x="2580" y="19223"/>
                </a:lnTo>
                <a:lnTo>
                  <a:pt x="2483" y="19247"/>
                </a:lnTo>
                <a:lnTo>
                  <a:pt x="2410" y="19320"/>
                </a:lnTo>
                <a:lnTo>
                  <a:pt x="2410" y="19369"/>
                </a:lnTo>
                <a:lnTo>
                  <a:pt x="2410" y="19393"/>
                </a:lnTo>
                <a:lnTo>
                  <a:pt x="2483" y="19466"/>
                </a:lnTo>
                <a:lnTo>
                  <a:pt x="2580" y="19515"/>
                </a:lnTo>
                <a:lnTo>
                  <a:pt x="2702" y="19564"/>
                </a:lnTo>
                <a:lnTo>
                  <a:pt x="2799" y="19564"/>
                </a:lnTo>
                <a:lnTo>
                  <a:pt x="3042" y="19612"/>
                </a:lnTo>
                <a:lnTo>
                  <a:pt x="3018" y="19807"/>
                </a:lnTo>
                <a:lnTo>
                  <a:pt x="2896" y="19807"/>
                </a:lnTo>
                <a:lnTo>
                  <a:pt x="2556" y="19856"/>
                </a:lnTo>
                <a:lnTo>
                  <a:pt x="2483" y="19880"/>
                </a:lnTo>
                <a:lnTo>
                  <a:pt x="2434" y="19904"/>
                </a:lnTo>
                <a:lnTo>
                  <a:pt x="2337" y="20001"/>
                </a:lnTo>
                <a:lnTo>
                  <a:pt x="2312" y="20026"/>
                </a:lnTo>
                <a:lnTo>
                  <a:pt x="2337" y="20074"/>
                </a:lnTo>
                <a:lnTo>
                  <a:pt x="2434" y="20123"/>
                </a:lnTo>
                <a:lnTo>
                  <a:pt x="2531" y="20147"/>
                </a:lnTo>
                <a:lnTo>
                  <a:pt x="2726" y="20172"/>
                </a:lnTo>
                <a:lnTo>
                  <a:pt x="2507" y="20269"/>
                </a:lnTo>
                <a:lnTo>
                  <a:pt x="2288" y="20366"/>
                </a:lnTo>
                <a:lnTo>
                  <a:pt x="1801" y="20512"/>
                </a:lnTo>
                <a:lnTo>
                  <a:pt x="1655" y="20537"/>
                </a:lnTo>
                <a:lnTo>
                  <a:pt x="1485" y="20561"/>
                </a:lnTo>
                <a:lnTo>
                  <a:pt x="1315" y="20537"/>
                </a:lnTo>
                <a:lnTo>
                  <a:pt x="1145" y="20488"/>
                </a:lnTo>
                <a:lnTo>
                  <a:pt x="1120" y="20464"/>
                </a:lnTo>
                <a:lnTo>
                  <a:pt x="1096" y="20415"/>
                </a:lnTo>
                <a:lnTo>
                  <a:pt x="1096" y="20391"/>
                </a:lnTo>
                <a:lnTo>
                  <a:pt x="1096" y="20342"/>
                </a:lnTo>
                <a:lnTo>
                  <a:pt x="1145" y="20245"/>
                </a:lnTo>
                <a:lnTo>
                  <a:pt x="1242" y="20123"/>
                </a:lnTo>
                <a:lnTo>
                  <a:pt x="1485" y="19929"/>
                </a:lnTo>
                <a:lnTo>
                  <a:pt x="1631" y="19831"/>
                </a:lnTo>
                <a:lnTo>
                  <a:pt x="1680" y="19807"/>
                </a:lnTo>
                <a:lnTo>
                  <a:pt x="1704" y="19758"/>
                </a:lnTo>
                <a:lnTo>
                  <a:pt x="1704" y="19710"/>
                </a:lnTo>
                <a:lnTo>
                  <a:pt x="1704" y="19661"/>
                </a:lnTo>
                <a:lnTo>
                  <a:pt x="1728" y="19588"/>
                </a:lnTo>
                <a:lnTo>
                  <a:pt x="1826" y="18785"/>
                </a:lnTo>
                <a:lnTo>
                  <a:pt x="1923" y="18006"/>
                </a:lnTo>
                <a:lnTo>
                  <a:pt x="2045" y="16425"/>
                </a:lnTo>
                <a:lnTo>
                  <a:pt x="2142" y="14843"/>
                </a:lnTo>
                <a:lnTo>
                  <a:pt x="2264" y="13237"/>
                </a:lnTo>
                <a:lnTo>
                  <a:pt x="2410" y="11631"/>
                </a:lnTo>
                <a:lnTo>
                  <a:pt x="2531" y="10025"/>
                </a:lnTo>
                <a:lnTo>
                  <a:pt x="2556" y="9368"/>
                </a:lnTo>
                <a:lnTo>
                  <a:pt x="2580" y="8663"/>
                </a:lnTo>
                <a:lnTo>
                  <a:pt x="2580" y="8322"/>
                </a:lnTo>
                <a:lnTo>
                  <a:pt x="2580" y="7981"/>
                </a:lnTo>
                <a:lnTo>
                  <a:pt x="2531" y="7641"/>
                </a:lnTo>
                <a:lnTo>
                  <a:pt x="2483" y="7324"/>
                </a:lnTo>
                <a:lnTo>
                  <a:pt x="2483" y="7251"/>
                </a:lnTo>
                <a:lnTo>
                  <a:pt x="2458" y="7178"/>
                </a:lnTo>
                <a:lnTo>
                  <a:pt x="2434" y="7130"/>
                </a:lnTo>
                <a:lnTo>
                  <a:pt x="2410" y="7105"/>
                </a:lnTo>
                <a:lnTo>
                  <a:pt x="2337" y="7057"/>
                </a:lnTo>
                <a:lnTo>
                  <a:pt x="2239" y="7057"/>
                </a:lnTo>
                <a:lnTo>
                  <a:pt x="2166" y="7105"/>
                </a:lnTo>
                <a:lnTo>
                  <a:pt x="2020" y="7130"/>
                </a:lnTo>
                <a:lnTo>
                  <a:pt x="1899" y="7154"/>
                </a:lnTo>
                <a:lnTo>
                  <a:pt x="1826" y="7227"/>
                </a:lnTo>
                <a:lnTo>
                  <a:pt x="1801" y="7300"/>
                </a:lnTo>
                <a:lnTo>
                  <a:pt x="1801" y="7349"/>
                </a:lnTo>
                <a:lnTo>
                  <a:pt x="1801" y="7397"/>
                </a:lnTo>
                <a:lnTo>
                  <a:pt x="1874" y="7446"/>
                </a:lnTo>
                <a:lnTo>
                  <a:pt x="1923" y="7470"/>
                </a:lnTo>
                <a:lnTo>
                  <a:pt x="1899" y="7519"/>
                </a:lnTo>
                <a:lnTo>
                  <a:pt x="1704" y="7519"/>
                </a:lnTo>
                <a:lnTo>
                  <a:pt x="1631" y="7543"/>
                </a:lnTo>
                <a:lnTo>
                  <a:pt x="1558" y="7592"/>
                </a:lnTo>
                <a:lnTo>
                  <a:pt x="1534" y="7665"/>
                </a:lnTo>
                <a:lnTo>
                  <a:pt x="1534" y="7714"/>
                </a:lnTo>
                <a:lnTo>
                  <a:pt x="1558" y="7738"/>
                </a:lnTo>
                <a:lnTo>
                  <a:pt x="1631" y="7811"/>
                </a:lnTo>
                <a:lnTo>
                  <a:pt x="1753" y="7860"/>
                </a:lnTo>
                <a:lnTo>
                  <a:pt x="1728" y="7957"/>
                </a:lnTo>
                <a:lnTo>
                  <a:pt x="1582" y="7957"/>
                </a:lnTo>
                <a:lnTo>
                  <a:pt x="1461" y="8006"/>
                </a:lnTo>
                <a:lnTo>
                  <a:pt x="1412" y="8054"/>
                </a:lnTo>
                <a:lnTo>
                  <a:pt x="1388" y="8127"/>
                </a:lnTo>
                <a:lnTo>
                  <a:pt x="1412" y="8200"/>
                </a:lnTo>
                <a:lnTo>
                  <a:pt x="1461" y="8249"/>
                </a:lnTo>
                <a:lnTo>
                  <a:pt x="1534" y="8273"/>
                </a:lnTo>
                <a:lnTo>
                  <a:pt x="1631" y="8298"/>
                </a:lnTo>
                <a:lnTo>
                  <a:pt x="1582" y="8468"/>
                </a:lnTo>
                <a:lnTo>
                  <a:pt x="1437" y="8468"/>
                </a:lnTo>
                <a:lnTo>
                  <a:pt x="1364" y="8517"/>
                </a:lnTo>
                <a:lnTo>
                  <a:pt x="1291" y="8541"/>
                </a:lnTo>
                <a:lnTo>
                  <a:pt x="1291" y="8590"/>
                </a:lnTo>
                <a:lnTo>
                  <a:pt x="1291" y="8638"/>
                </a:lnTo>
                <a:lnTo>
                  <a:pt x="1339" y="8687"/>
                </a:lnTo>
                <a:lnTo>
                  <a:pt x="1388" y="8736"/>
                </a:lnTo>
                <a:lnTo>
                  <a:pt x="1509" y="8760"/>
                </a:lnTo>
                <a:lnTo>
                  <a:pt x="1485" y="8833"/>
                </a:lnTo>
                <a:lnTo>
                  <a:pt x="1461" y="8930"/>
                </a:lnTo>
                <a:lnTo>
                  <a:pt x="1315" y="8955"/>
                </a:lnTo>
                <a:lnTo>
                  <a:pt x="1242" y="8979"/>
                </a:lnTo>
                <a:lnTo>
                  <a:pt x="1193" y="9028"/>
                </a:lnTo>
                <a:lnTo>
                  <a:pt x="1169" y="9076"/>
                </a:lnTo>
                <a:lnTo>
                  <a:pt x="1169" y="9149"/>
                </a:lnTo>
                <a:lnTo>
                  <a:pt x="1218" y="9198"/>
                </a:lnTo>
                <a:lnTo>
                  <a:pt x="1242" y="9222"/>
                </a:lnTo>
                <a:lnTo>
                  <a:pt x="1364" y="9271"/>
                </a:lnTo>
                <a:lnTo>
                  <a:pt x="1364" y="9295"/>
                </a:lnTo>
                <a:lnTo>
                  <a:pt x="1315" y="9320"/>
                </a:lnTo>
                <a:lnTo>
                  <a:pt x="1169" y="9344"/>
                </a:lnTo>
                <a:lnTo>
                  <a:pt x="1096" y="9393"/>
                </a:lnTo>
                <a:lnTo>
                  <a:pt x="1047" y="9441"/>
                </a:lnTo>
                <a:lnTo>
                  <a:pt x="1023" y="9539"/>
                </a:lnTo>
                <a:lnTo>
                  <a:pt x="1047" y="9563"/>
                </a:lnTo>
                <a:lnTo>
                  <a:pt x="1072" y="9612"/>
                </a:lnTo>
                <a:lnTo>
                  <a:pt x="1120" y="9636"/>
                </a:lnTo>
                <a:lnTo>
                  <a:pt x="1169" y="9660"/>
                </a:lnTo>
                <a:lnTo>
                  <a:pt x="1291" y="9660"/>
                </a:lnTo>
                <a:lnTo>
                  <a:pt x="1266" y="9733"/>
                </a:lnTo>
                <a:lnTo>
                  <a:pt x="1145" y="9733"/>
                </a:lnTo>
                <a:lnTo>
                  <a:pt x="1072" y="9758"/>
                </a:lnTo>
                <a:lnTo>
                  <a:pt x="1023" y="9806"/>
                </a:lnTo>
                <a:lnTo>
                  <a:pt x="999" y="9879"/>
                </a:lnTo>
                <a:lnTo>
                  <a:pt x="1023" y="9952"/>
                </a:lnTo>
                <a:lnTo>
                  <a:pt x="1120" y="10001"/>
                </a:lnTo>
                <a:lnTo>
                  <a:pt x="1218" y="10025"/>
                </a:lnTo>
                <a:lnTo>
                  <a:pt x="1169" y="10269"/>
                </a:lnTo>
                <a:lnTo>
                  <a:pt x="1096" y="10244"/>
                </a:lnTo>
                <a:lnTo>
                  <a:pt x="1023" y="10269"/>
                </a:lnTo>
                <a:lnTo>
                  <a:pt x="974" y="10293"/>
                </a:lnTo>
                <a:lnTo>
                  <a:pt x="926" y="10342"/>
                </a:lnTo>
                <a:lnTo>
                  <a:pt x="926" y="10390"/>
                </a:lnTo>
                <a:lnTo>
                  <a:pt x="926" y="10439"/>
                </a:lnTo>
                <a:lnTo>
                  <a:pt x="950" y="10488"/>
                </a:lnTo>
                <a:lnTo>
                  <a:pt x="999" y="10536"/>
                </a:lnTo>
                <a:lnTo>
                  <a:pt x="1096" y="10609"/>
                </a:lnTo>
                <a:lnTo>
                  <a:pt x="1072" y="10634"/>
                </a:lnTo>
                <a:lnTo>
                  <a:pt x="1047" y="10682"/>
                </a:lnTo>
                <a:lnTo>
                  <a:pt x="1047" y="10755"/>
                </a:lnTo>
                <a:lnTo>
                  <a:pt x="1047" y="10804"/>
                </a:lnTo>
                <a:lnTo>
                  <a:pt x="1145" y="11096"/>
                </a:lnTo>
                <a:lnTo>
                  <a:pt x="1169" y="11291"/>
                </a:lnTo>
                <a:lnTo>
                  <a:pt x="1193" y="11461"/>
                </a:lnTo>
                <a:lnTo>
                  <a:pt x="1193" y="11631"/>
                </a:lnTo>
                <a:lnTo>
                  <a:pt x="1120" y="11777"/>
                </a:lnTo>
                <a:lnTo>
                  <a:pt x="1096" y="11826"/>
                </a:lnTo>
                <a:lnTo>
                  <a:pt x="1023" y="11875"/>
                </a:lnTo>
                <a:lnTo>
                  <a:pt x="950" y="11923"/>
                </a:lnTo>
                <a:lnTo>
                  <a:pt x="780" y="11923"/>
                </a:lnTo>
                <a:lnTo>
                  <a:pt x="707" y="11875"/>
                </a:lnTo>
                <a:lnTo>
                  <a:pt x="658" y="11826"/>
                </a:lnTo>
                <a:lnTo>
                  <a:pt x="609" y="11753"/>
                </a:lnTo>
                <a:lnTo>
                  <a:pt x="512" y="11607"/>
                </a:lnTo>
                <a:lnTo>
                  <a:pt x="463" y="11437"/>
                </a:lnTo>
                <a:lnTo>
                  <a:pt x="463" y="11315"/>
                </a:lnTo>
                <a:lnTo>
                  <a:pt x="463" y="11193"/>
                </a:lnTo>
                <a:lnTo>
                  <a:pt x="512" y="10974"/>
                </a:lnTo>
                <a:lnTo>
                  <a:pt x="585" y="10974"/>
                </a:lnTo>
                <a:lnTo>
                  <a:pt x="634" y="10950"/>
                </a:lnTo>
                <a:lnTo>
                  <a:pt x="658" y="10901"/>
                </a:lnTo>
                <a:lnTo>
                  <a:pt x="658" y="10853"/>
                </a:lnTo>
                <a:lnTo>
                  <a:pt x="609" y="10658"/>
                </a:lnTo>
                <a:lnTo>
                  <a:pt x="585" y="10463"/>
                </a:lnTo>
                <a:lnTo>
                  <a:pt x="561" y="10074"/>
                </a:lnTo>
                <a:lnTo>
                  <a:pt x="585" y="9660"/>
                </a:lnTo>
                <a:lnTo>
                  <a:pt x="634" y="9271"/>
                </a:lnTo>
                <a:lnTo>
                  <a:pt x="731" y="8882"/>
                </a:lnTo>
                <a:lnTo>
                  <a:pt x="828" y="8492"/>
                </a:lnTo>
                <a:lnTo>
                  <a:pt x="1072" y="7714"/>
                </a:lnTo>
                <a:lnTo>
                  <a:pt x="1218" y="7227"/>
                </a:lnTo>
                <a:lnTo>
                  <a:pt x="1412" y="6740"/>
                </a:lnTo>
                <a:lnTo>
                  <a:pt x="1631" y="6302"/>
                </a:lnTo>
                <a:lnTo>
                  <a:pt x="1753" y="6108"/>
                </a:lnTo>
                <a:lnTo>
                  <a:pt x="1899" y="5913"/>
                </a:lnTo>
                <a:lnTo>
                  <a:pt x="2045" y="5743"/>
                </a:lnTo>
                <a:lnTo>
                  <a:pt x="2215" y="5572"/>
                </a:lnTo>
                <a:lnTo>
                  <a:pt x="2385" y="5402"/>
                </a:lnTo>
                <a:lnTo>
                  <a:pt x="2580" y="5280"/>
                </a:lnTo>
                <a:lnTo>
                  <a:pt x="2799" y="5159"/>
                </a:lnTo>
                <a:lnTo>
                  <a:pt x="3042" y="5061"/>
                </a:lnTo>
                <a:lnTo>
                  <a:pt x="3286" y="4964"/>
                </a:lnTo>
                <a:lnTo>
                  <a:pt x="3553" y="4891"/>
                </a:lnTo>
                <a:lnTo>
                  <a:pt x="3845" y="4842"/>
                </a:lnTo>
                <a:lnTo>
                  <a:pt x="4113" y="4818"/>
                </a:lnTo>
                <a:lnTo>
                  <a:pt x="4162" y="4842"/>
                </a:lnTo>
                <a:lnTo>
                  <a:pt x="4259" y="4818"/>
                </a:lnTo>
                <a:close/>
                <a:moveTo>
                  <a:pt x="4259" y="0"/>
                </a:moveTo>
                <a:lnTo>
                  <a:pt x="4016" y="25"/>
                </a:lnTo>
                <a:lnTo>
                  <a:pt x="3797" y="98"/>
                </a:lnTo>
                <a:lnTo>
                  <a:pt x="3675" y="98"/>
                </a:lnTo>
                <a:lnTo>
                  <a:pt x="3578" y="146"/>
                </a:lnTo>
                <a:lnTo>
                  <a:pt x="3334" y="244"/>
                </a:lnTo>
                <a:lnTo>
                  <a:pt x="3140" y="390"/>
                </a:lnTo>
                <a:lnTo>
                  <a:pt x="2945" y="536"/>
                </a:lnTo>
                <a:lnTo>
                  <a:pt x="2799" y="682"/>
                </a:lnTo>
                <a:lnTo>
                  <a:pt x="2677" y="852"/>
                </a:lnTo>
                <a:lnTo>
                  <a:pt x="2556" y="1047"/>
                </a:lnTo>
                <a:lnTo>
                  <a:pt x="2458" y="1241"/>
                </a:lnTo>
                <a:lnTo>
                  <a:pt x="2385" y="1436"/>
                </a:lnTo>
                <a:lnTo>
                  <a:pt x="2337" y="1655"/>
                </a:lnTo>
                <a:lnTo>
                  <a:pt x="2288" y="1850"/>
                </a:lnTo>
                <a:lnTo>
                  <a:pt x="2264" y="2069"/>
                </a:lnTo>
                <a:lnTo>
                  <a:pt x="2264" y="2263"/>
                </a:lnTo>
                <a:lnTo>
                  <a:pt x="2288" y="2434"/>
                </a:lnTo>
                <a:lnTo>
                  <a:pt x="2312" y="2628"/>
                </a:lnTo>
                <a:lnTo>
                  <a:pt x="2361" y="2823"/>
                </a:lnTo>
                <a:lnTo>
                  <a:pt x="2434" y="2993"/>
                </a:lnTo>
                <a:lnTo>
                  <a:pt x="2507" y="3164"/>
                </a:lnTo>
                <a:lnTo>
                  <a:pt x="2604" y="3310"/>
                </a:lnTo>
                <a:lnTo>
                  <a:pt x="2702" y="3480"/>
                </a:lnTo>
                <a:lnTo>
                  <a:pt x="2823" y="3626"/>
                </a:lnTo>
                <a:lnTo>
                  <a:pt x="2945" y="3748"/>
                </a:lnTo>
                <a:lnTo>
                  <a:pt x="3067" y="3869"/>
                </a:lnTo>
                <a:lnTo>
                  <a:pt x="3213" y="3991"/>
                </a:lnTo>
                <a:lnTo>
                  <a:pt x="3383" y="4088"/>
                </a:lnTo>
                <a:lnTo>
                  <a:pt x="3553" y="4161"/>
                </a:lnTo>
                <a:lnTo>
                  <a:pt x="3724" y="4210"/>
                </a:lnTo>
                <a:lnTo>
                  <a:pt x="3894" y="4258"/>
                </a:lnTo>
                <a:lnTo>
                  <a:pt x="3894" y="4404"/>
                </a:lnTo>
                <a:lnTo>
                  <a:pt x="3553" y="4429"/>
                </a:lnTo>
                <a:lnTo>
                  <a:pt x="3261" y="4502"/>
                </a:lnTo>
                <a:lnTo>
                  <a:pt x="2969" y="4575"/>
                </a:lnTo>
                <a:lnTo>
                  <a:pt x="2702" y="4696"/>
                </a:lnTo>
                <a:lnTo>
                  <a:pt x="2458" y="4818"/>
                </a:lnTo>
                <a:lnTo>
                  <a:pt x="2239" y="4964"/>
                </a:lnTo>
                <a:lnTo>
                  <a:pt x="2020" y="5110"/>
                </a:lnTo>
                <a:lnTo>
                  <a:pt x="1826" y="5305"/>
                </a:lnTo>
                <a:lnTo>
                  <a:pt x="1655" y="5499"/>
                </a:lnTo>
                <a:lnTo>
                  <a:pt x="1485" y="5694"/>
                </a:lnTo>
                <a:lnTo>
                  <a:pt x="1339" y="5937"/>
                </a:lnTo>
                <a:lnTo>
                  <a:pt x="1193" y="6156"/>
                </a:lnTo>
                <a:lnTo>
                  <a:pt x="1072" y="6400"/>
                </a:lnTo>
                <a:lnTo>
                  <a:pt x="853" y="6935"/>
                </a:lnTo>
                <a:lnTo>
                  <a:pt x="658" y="7470"/>
                </a:lnTo>
                <a:lnTo>
                  <a:pt x="366" y="8492"/>
                </a:lnTo>
                <a:lnTo>
                  <a:pt x="244" y="9003"/>
                </a:lnTo>
                <a:lnTo>
                  <a:pt x="147" y="9514"/>
                </a:lnTo>
                <a:lnTo>
                  <a:pt x="123" y="9782"/>
                </a:lnTo>
                <a:lnTo>
                  <a:pt x="123" y="10098"/>
                </a:lnTo>
                <a:lnTo>
                  <a:pt x="147" y="10415"/>
                </a:lnTo>
                <a:lnTo>
                  <a:pt x="171" y="10561"/>
                </a:lnTo>
                <a:lnTo>
                  <a:pt x="220" y="10682"/>
                </a:lnTo>
                <a:lnTo>
                  <a:pt x="147" y="10755"/>
                </a:lnTo>
                <a:lnTo>
                  <a:pt x="74" y="10853"/>
                </a:lnTo>
                <a:lnTo>
                  <a:pt x="25" y="10974"/>
                </a:lnTo>
                <a:lnTo>
                  <a:pt x="1" y="11096"/>
                </a:lnTo>
                <a:lnTo>
                  <a:pt x="1" y="11339"/>
                </a:lnTo>
                <a:lnTo>
                  <a:pt x="25" y="11558"/>
                </a:lnTo>
                <a:lnTo>
                  <a:pt x="74" y="11704"/>
                </a:lnTo>
                <a:lnTo>
                  <a:pt x="123" y="11826"/>
                </a:lnTo>
                <a:lnTo>
                  <a:pt x="196" y="11972"/>
                </a:lnTo>
                <a:lnTo>
                  <a:pt x="269" y="12093"/>
                </a:lnTo>
                <a:lnTo>
                  <a:pt x="366" y="12191"/>
                </a:lnTo>
                <a:lnTo>
                  <a:pt x="488" y="12264"/>
                </a:lnTo>
                <a:lnTo>
                  <a:pt x="609" y="12337"/>
                </a:lnTo>
                <a:lnTo>
                  <a:pt x="755" y="12361"/>
                </a:lnTo>
                <a:lnTo>
                  <a:pt x="926" y="12385"/>
                </a:lnTo>
                <a:lnTo>
                  <a:pt x="1072" y="12361"/>
                </a:lnTo>
                <a:lnTo>
                  <a:pt x="1193" y="12312"/>
                </a:lnTo>
                <a:lnTo>
                  <a:pt x="1291" y="12264"/>
                </a:lnTo>
                <a:lnTo>
                  <a:pt x="1388" y="12166"/>
                </a:lnTo>
                <a:lnTo>
                  <a:pt x="1461" y="12069"/>
                </a:lnTo>
                <a:lnTo>
                  <a:pt x="1509" y="11947"/>
                </a:lnTo>
                <a:lnTo>
                  <a:pt x="1534" y="11802"/>
                </a:lnTo>
                <a:lnTo>
                  <a:pt x="1582" y="11510"/>
                </a:lnTo>
                <a:lnTo>
                  <a:pt x="1582" y="11218"/>
                </a:lnTo>
                <a:lnTo>
                  <a:pt x="1534" y="10950"/>
                </a:lnTo>
                <a:lnTo>
                  <a:pt x="1461" y="10707"/>
                </a:lnTo>
                <a:lnTo>
                  <a:pt x="1437" y="10658"/>
                </a:lnTo>
                <a:lnTo>
                  <a:pt x="1485" y="10536"/>
                </a:lnTo>
                <a:lnTo>
                  <a:pt x="1509" y="10488"/>
                </a:lnTo>
                <a:lnTo>
                  <a:pt x="1534" y="10269"/>
                </a:lnTo>
                <a:lnTo>
                  <a:pt x="1582" y="10025"/>
                </a:lnTo>
                <a:lnTo>
                  <a:pt x="1704" y="9539"/>
                </a:lnTo>
                <a:lnTo>
                  <a:pt x="1850" y="9028"/>
                </a:lnTo>
                <a:lnTo>
                  <a:pt x="2142" y="8103"/>
                </a:lnTo>
                <a:lnTo>
                  <a:pt x="2118" y="9344"/>
                </a:lnTo>
                <a:lnTo>
                  <a:pt x="2045" y="10585"/>
                </a:lnTo>
                <a:lnTo>
                  <a:pt x="1947" y="11826"/>
                </a:lnTo>
                <a:lnTo>
                  <a:pt x="1826" y="13067"/>
                </a:lnTo>
                <a:lnTo>
                  <a:pt x="1680" y="14648"/>
                </a:lnTo>
                <a:lnTo>
                  <a:pt x="1558" y="16254"/>
                </a:lnTo>
                <a:lnTo>
                  <a:pt x="1412" y="17860"/>
                </a:lnTo>
                <a:lnTo>
                  <a:pt x="1339" y="18663"/>
                </a:lnTo>
                <a:lnTo>
                  <a:pt x="1218" y="19442"/>
                </a:lnTo>
                <a:lnTo>
                  <a:pt x="1242" y="19564"/>
                </a:lnTo>
                <a:lnTo>
                  <a:pt x="1120" y="19612"/>
                </a:lnTo>
                <a:lnTo>
                  <a:pt x="1023" y="19661"/>
                </a:lnTo>
                <a:lnTo>
                  <a:pt x="950" y="19734"/>
                </a:lnTo>
                <a:lnTo>
                  <a:pt x="853" y="19831"/>
                </a:lnTo>
                <a:lnTo>
                  <a:pt x="731" y="20026"/>
                </a:lnTo>
                <a:lnTo>
                  <a:pt x="634" y="20245"/>
                </a:lnTo>
                <a:lnTo>
                  <a:pt x="634" y="20342"/>
                </a:lnTo>
                <a:lnTo>
                  <a:pt x="609" y="20464"/>
                </a:lnTo>
                <a:lnTo>
                  <a:pt x="634" y="20561"/>
                </a:lnTo>
                <a:lnTo>
                  <a:pt x="658" y="20683"/>
                </a:lnTo>
                <a:lnTo>
                  <a:pt x="731" y="20780"/>
                </a:lnTo>
                <a:lnTo>
                  <a:pt x="804" y="20853"/>
                </a:lnTo>
                <a:lnTo>
                  <a:pt x="901" y="20926"/>
                </a:lnTo>
                <a:lnTo>
                  <a:pt x="1023" y="20999"/>
                </a:lnTo>
                <a:lnTo>
                  <a:pt x="1145" y="21023"/>
                </a:lnTo>
                <a:lnTo>
                  <a:pt x="1266" y="21048"/>
                </a:lnTo>
                <a:lnTo>
                  <a:pt x="1558" y="21072"/>
                </a:lnTo>
                <a:lnTo>
                  <a:pt x="1874" y="21048"/>
                </a:lnTo>
                <a:lnTo>
                  <a:pt x="2191" y="20975"/>
                </a:lnTo>
                <a:lnTo>
                  <a:pt x="2483" y="20877"/>
                </a:lnTo>
                <a:lnTo>
                  <a:pt x="2775" y="20731"/>
                </a:lnTo>
                <a:lnTo>
                  <a:pt x="3042" y="20610"/>
                </a:lnTo>
                <a:lnTo>
                  <a:pt x="3261" y="20439"/>
                </a:lnTo>
                <a:lnTo>
                  <a:pt x="3334" y="20366"/>
                </a:lnTo>
                <a:lnTo>
                  <a:pt x="3359" y="20293"/>
                </a:lnTo>
                <a:lnTo>
                  <a:pt x="3383" y="20269"/>
                </a:lnTo>
                <a:lnTo>
                  <a:pt x="3456" y="20172"/>
                </a:lnTo>
                <a:lnTo>
                  <a:pt x="3480" y="20050"/>
                </a:lnTo>
                <a:lnTo>
                  <a:pt x="3529" y="19807"/>
                </a:lnTo>
                <a:lnTo>
                  <a:pt x="3699" y="18542"/>
                </a:lnTo>
                <a:lnTo>
                  <a:pt x="3870" y="16984"/>
                </a:lnTo>
                <a:lnTo>
                  <a:pt x="4040" y="15427"/>
                </a:lnTo>
                <a:lnTo>
                  <a:pt x="4064" y="15184"/>
                </a:lnTo>
                <a:lnTo>
                  <a:pt x="4089" y="15111"/>
                </a:lnTo>
                <a:lnTo>
                  <a:pt x="4089" y="15062"/>
                </a:lnTo>
                <a:lnTo>
                  <a:pt x="4186" y="14089"/>
                </a:lnTo>
                <a:lnTo>
                  <a:pt x="4186" y="14040"/>
                </a:lnTo>
                <a:lnTo>
                  <a:pt x="4186" y="13991"/>
                </a:lnTo>
                <a:lnTo>
                  <a:pt x="4186" y="13967"/>
                </a:lnTo>
                <a:lnTo>
                  <a:pt x="4210" y="13870"/>
                </a:lnTo>
                <a:lnTo>
                  <a:pt x="4308" y="14186"/>
                </a:lnTo>
                <a:lnTo>
                  <a:pt x="4454" y="14892"/>
                </a:lnTo>
                <a:lnTo>
                  <a:pt x="4575" y="15597"/>
                </a:lnTo>
                <a:lnTo>
                  <a:pt x="4673" y="16327"/>
                </a:lnTo>
                <a:lnTo>
                  <a:pt x="4721" y="17057"/>
                </a:lnTo>
                <a:lnTo>
                  <a:pt x="4843" y="18493"/>
                </a:lnTo>
                <a:lnTo>
                  <a:pt x="4916" y="19223"/>
                </a:lnTo>
                <a:lnTo>
                  <a:pt x="5013" y="19953"/>
                </a:lnTo>
                <a:lnTo>
                  <a:pt x="5038" y="20147"/>
                </a:lnTo>
                <a:lnTo>
                  <a:pt x="5111" y="20342"/>
                </a:lnTo>
                <a:lnTo>
                  <a:pt x="5208" y="20537"/>
                </a:lnTo>
                <a:lnTo>
                  <a:pt x="5354" y="20683"/>
                </a:lnTo>
                <a:lnTo>
                  <a:pt x="5500" y="20780"/>
                </a:lnTo>
                <a:lnTo>
                  <a:pt x="5670" y="20853"/>
                </a:lnTo>
                <a:lnTo>
                  <a:pt x="5865" y="20877"/>
                </a:lnTo>
                <a:lnTo>
                  <a:pt x="6084" y="20853"/>
                </a:lnTo>
                <a:lnTo>
                  <a:pt x="6303" y="20877"/>
                </a:lnTo>
                <a:lnTo>
                  <a:pt x="6522" y="20902"/>
                </a:lnTo>
                <a:lnTo>
                  <a:pt x="6741" y="20877"/>
                </a:lnTo>
                <a:lnTo>
                  <a:pt x="6936" y="20853"/>
                </a:lnTo>
                <a:lnTo>
                  <a:pt x="7155" y="20780"/>
                </a:lnTo>
                <a:lnTo>
                  <a:pt x="7325" y="20683"/>
                </a:lnTo>
                <a:lnTo>
                  <a:pt x="7495" y="20561"/>
                </a:lnTo>
                <a:lnTo>
                  <a:pt x="7666" y="20391"/>
                </a:lnTo>
                <a:lnTo>
                  <a:pt x="7714" y="20293"/>
                </a:lnTo>
                <a:lnTo>
                  <a:pt x="7739" y="20220"/>
                </a:lnTo>
                <a:lnTo>
                  <a:pt x="7739" y="20123"/>
                </a:lnTo>
                <a:lnTo>
                  <a:pt x="7739" y="20026"/>
                </a:lnTo>
                <a:lnTo>
                  <a:pt x="7739" y="19929"/>
                </a:lnTo>
                <a:lnTo>
                  <a:pt x="7690" y="19831"/>
                </a:lnTo>
                <a:lnTo>
                  <a:pt x="7666" y="19758"/>
                </a:lnTo>
                <a:lnTo>
                  <a:pt x="7593" y="19685"/>
                </a:lnTo>
                <a:lnTo>
                  <a:pt x="7495" y="19612"/>
                </a:lnTo>
                <a:lnTo>
                  <a:pt x="7374" y="19539"/>
                </a:lnTo>
                <a:lnTo>
                  <a:pt x="7130" y="19442"/>
                </a:lnTo>
                <a:lnTo>
                  <a:pt x="7130" y="19418"/>
                </a:lnTo>
                <a:lnTo>
                  <a:pt x="7057" y="19126"/>
                </a:lnTo>
                <a:lnTo>
                  <a:pt x="7009" y="18809"/>
                </a:lnTo>
                <a:lnTo>
                  <a:pt x="6984" y="18152"/>
                </a:lnTo>
                <a:lnTo>
                  <a:pt x="6936" y="16546"/>
                </a:lnTo>
                <a:lnTo>
                  <a:pt x="6863" y="15476"/>
                </a:lnTo>
                <a:lnTo>
                  <a:pt x="6765" y="14405"/>
                </a:lnTo>
                <a:lnTo>
                  <a:pt x="6668" y="13334"/>
                </a:lnTo>
                <a:lnTo>
                  <a:pt x="6595" y="12288"/>
                </a:lnTo>
                <a:lnTo>
                  <a:pt x="6571" y="10804"/>
                </a:lnTo>
                <a:lnTo>
                  <a:pt x="6546" y="9344"/>
                </a:lnTo>
                <a:lnTo>
                  <a:pt x="6546" y="8395"/>
                </a:lnTo>
                <a:lnTo>
                  <a:pt x="6644" y="8663"/>
                </a:lnTo>
                <a:lnTo>
                  <a:pt x="6765" y="8930"/>
                </a:lnTo>
                <a:lnTo>
                  <a:pt x="6814" y="9174"/>
                </a:lnTo>
                <a:lnTo>
                  <a:pt x="6887" y="9417"/>
                </a:lnTo>
                <a:lnTo>
                  <a:pt x="6936" y="9904"/>
                </a:lnTo>
                <a:lnTo>
                  <a:pt x="6984" y="10415"/>
                </a:lnTo>
                <a:lnTo>
                  <a:pt x="7057" y="10901"/>
                </a:lnTo>
                <a:lnTo>
                  <a:pt x="6960" y="11120"/>
                </a:lnTo>
                <a:lnTo>
                  <a:pt x="6911" y="11339"/>
                </a:lnTo>
                <a:lnTo>
                  <a:pt x="6887" y="11583"/>
                </a:lnTo>
                <a:lnTo>
                  <a:pt x="6936" y="11802"/>
                </a:lnTo>
                <a:lnTo>
                  <a:pt x="6960" y="11923"/>
                </a:lnTo>
                <a:lnTo>
                  <a:pt x="7009" y="12020"/>
                </a:lnTo>
                <a:lnTo>
                  <a:pt x="7057" y="12093"/>
                </a:lnTo>
                <a:lnTo>
                  <a:pt x="7130" y="12166"/>
                </a:lnTo>
                <a:lnTo>
                  <a:pt x="7228" y="12239"/>
                </a:lnTo>
                <a:lnTo>
                  <a:pt x="7325" y="12288"/>
                </a:lnTo>
                <a:lnTo>
                  <a:pt x="7447" y="12312"/>
                </a:lnTo>
                <a:lnTo>
                  <a:pt x="7714" y="12312"/>
                </a:lnTo>
                <a:lnTo>
                  <a:pt x="7860" y="12264"/>
                </a:lnTo>
                <a:lnTo>
                  <a:pt x="7982" y="12215"/>
                </a:lnTo>
                <a:lnTo>
                  <a:pt x="8104" y="12142"/>
                </a:lnTo>
                <a:lnTo>
                  <a:pt x="8201" y="12045"/>
                </a:lnTo>
                <a:lnTo>
                  <a:pt x="8298" y="11947"/>
                </a:lnTo>
                <a:lnTo>
                  <a:pt x="8371" y="11826"/>
                </a:lnTo>
                <a:lnTo>
                  <a:pt x="8444" y="11704"/>
                </a:lnTo>
                <a:lnTo>
                  <a:pt x="8517" y="11510"/>
                </a:lnTo>
                <a:lnTo>
                  <a:pt x="8542" y="11291"/>
                </a:lnTo>
                <a:lnTo>
                  <a:pt x="8517" y="11193"/>
                </a:lnTo>
                <a:lnTo>
                  <a:pt x="8493" y="11096"/>
                </a:lnTo>
                <a:lnTo>
                  <a:pt x="8469" y="10999"/>
                </a:lnTo>
                <a:lnTo>
                  <a:pt x="8396" y="10926"/>
                </a:lnTo>
                <a:lnTo>
                  <a:pt x="8469" y="10269"/>
                </a:lnTo>
                <a:lnTo>
                  <a:pt x="8493" y="9587"/>
                </a:lnTo>
                <a:lnTo>
                  <a:pt x="8469" y="8906"/>
                </a:lnTo>
                <a:lnTo>
                  <a:pt x="8396" y="8249"/>
                </a:lnTo>
                <a:lnTo>
                  <a:pt x="8323" y="7908"/>
                </a:lnTo>
                <a:lnTo>
                  <a:pt x="8250" y="7568"/>
                </a:lnTo>
                <a:lnTo>
                  <a:pt x="8177" y="7251"/>
                </a:lnTo>
                <a:lnTo>
                  <a:pt x="8079" y="6935"/>
                </a:lnTo>
                <a:lnTo>
                  <a:pt x="7958" y="6619"/>
                </a:lnTo>
                <a:lnTo>
                  <a:pt x="7812" y="6327"/>
                </a:lnTo>
                <a:lnTo>
                  <a:pt x="7666" y="6035"/>
                </a:lnTo>
                <a:lnTo>
                  <a:pt x="7495" y="5743"/>
                </a:lnTo>
                <a:lnTo>
                  <a:pt x="7349" y="5548"/>
                </a:lnTo>
                <a:lnTo>
                  <a:pt x="7203" y="5378"/>
                </a:lnTo>
                <a:lnTo>
                  <a:pt x="7057" y="5232"/>
                </a:lnTo>
                <a:lnTo>
                  <a:pt x="6887" y="5086"/>
                </a:lnTo>
                <a:lnTo>
                  <a:pt x="6717" y="4940"/>
                </a:lnTo>
                <a:lnTo>
                  <a:pt x="6522" y="4842"/>
                </a:lnTo>
                <a:lnTo>
                  <a:pt x="6327" y="4745"/>
                </a:lnTo>
                <a:lnTo>
                  <a:pt x="6133" y="4648"/>
                </a:lnTo>
                <a:lnTo>
                  <a:pt x="5719" y="4502"/>
                </a:lnTo>
                <a:lnTo>
                  <a:pt x="5305" y="4429"/>
                </a:lnTo>
                <a:lnTo>
                  <a:pt x="4867" y="4380"/>
                </a:lnTo>
                <a:lnTo>
                  <a:pt x="4405" y="4356"/>
                </a:lnTo>
                <a:lnTo>
                  <a:pt x="4405" y="4307"/>
                </a:lnTo>
                <a:lnTo>
                  <a:pt x="4405" y="4283"/>
                </a:lnTo>
                <a:lnTo>
                  <a:pt x="4600" y="4258"/>
                </a:lnTo>
                <a:lnTo>
                  <a:pt x="4794" y="4185"/>
                </a:lnTo>
                <a:lnTo>
                  <a:pt x="4965" y="4112"/>
                </a:lnTo>
                <a:lnTo>
                  <a:pt x="5159" y="4015"/>
                </a:lnTo>
                <a:lnTo>
                  <a:pt x="5305" y="3893"/>
                </a:lnTo>
                <a:lnTo>
                  <a:pt x="5451" y="3772"/>
                </a:lnTo>
                <a:lnTo>
                  <a:pt x="5597" y="3626"/>
                </a:lnTo>
                <a:lnTo>
                  <a:pt x="5719" y="3456"/>
                </a:lnTo>
                <a:lnTo>
                  <a:pt x="5841" y="3310"/>
                </a:lnTo>
                <a:lnTo>
                  <a:pt x="5938" y="3115"/>
                </a:lnTo>
                <a:lnTo>
                  <a:pt x="6035" y="2945"/>
                </a:lnTo>
                <a:lnTo>
                  <a:pt x="6108" y="2750"/>
                </a:lnTo>
                <a:lnTo>
                  <a:pt x="6181" y="2555"/>
                </a:lnTo>
                <a:lnTo>
                  <a:pt x="6230" y="2361"/>
                </a:lnTo>
                <a:lnTo>
                  <a:pt x="6254" y="2166"/>
                </a:lnTo>
                <a:lnTo>
                  <a:pt x="6279" y="1971"/>
                </a:lnTo>
                <a:lnTo>
                  <a:pt x="6254" y="1752"/>
                </a:lnTo>
                <a:lnTo>
                  <a:pt x="6230" y="1533"/>
                </a:lnTo>
                <a:lnTo>
                  <a:pt x="6157" y="1314"/>
                </a:lnTo>
                <a:lnTo>
                  <a:pt x="6060" y="1095"/>
                </a:lnTo>
                <a:lnTo>
                  <a:pt x="5962" y="925"/>
                </a:lnTo>
                <a:lnTo>
                  <a:pt x="5816" y="730"/>
                </a:lnTo>
                <a:lnTo>
                  <a:pt x="5670" y="584"/>
                </a:lnTo>
                <a:lnTo>
                  <a:pt x="5500" y="438"/>
                </a:lnTo>
                <a:lnTo>
                  <a:pt x="5305" y="292"/>
                </a:lnTo>
                <a:lnTo>
                  <a:pt x="5111" y="195"/>
                </a:lnTo>
                <a:lnTo>
                  <a:pt x="4892" y="98"/>
                </a:lnTo>
                <a:lnTo>
                  <a:pt x="4697" y="49"/>
                </a:lnTo>
                <a:lnTo>
                  <a:pt x="4478" y="25"/>
                </a:lnTo>
                <a:lnTo>
                  <a:pt x="4259" y="0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6" name="Google Shape;27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8900" y="1316225"/>
            <a:ext cx="765450" cy="76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98900" y="2664175"/>
            <a:ext cx="783300" cy="7833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9"/>
          <p:cNvSpPr txBox="1"/>
          <p:nvPr/>
        </p:nvSpPr>
        <p:spPr>
          <a:xfrm>
            <a:off x="3709450" y="2002850"/>
            <a:ext cx="863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Gloria Hallelujah"/>
                <a:ea typeface="Gloria Hallelujah"/>
                <a:cs typeface="Gloria Hallelujah"/>
                <a:sym typeface="Gloria Hallelujah"/>
              </a:rPr>
              <a:t>AS400</a:t>
            </a:r>
            <a:endParaRPr sz="1800">
              <a:latin typeface="Gloria Hallelujah"/>
              <a:ea typeface="Gloria Hallelujah"/>
              <a:cs typeface="Gloria Hallelujah"/>
              <a:sym typeface="Gloria Hallelujah"/>
            </a:endParaRPr>
          </a:p>
        </p:txBody>
      </p:sp>
      <p:sp>
        <p:nvSpPr>
          <p:cNvPr id="279" name="Google Shape;279;p19"/>
          <p:cNvSpPr txBox="1"/>
          <p:nvPr/>
        </p:nvSpPr>
        <p:spPr>
          <a:xfrm>
            <a:off x="3798900" y="3447475"/>
            <a:ext cx="783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Gloria Hallelujah"/>
                <a:ea typeface="Gloria Hallelujah"/>
                <a:cs typeface="Gloria Hallelujah"/>
                <a:sym typeface="Gloria Hallelujah"/>
              </a:rPr>
              <a:t>Java</a:t>
            </a:r>
            <a:endParaRPr sz="1800">
              <a:latin typeface="Gloria Hallelujah"/>
              <a:ea typeface="Gloria Hallelujah"/>
              <a:cs typeface="Gloria Hallelujah"/>
              <a:sym typeface="Gloria Hallelujah"/>
            </a:endParaRPr>
          </a:p>
        </p:txBody>
      </p:sp>
      <p:sp>
        <p:nvSpPr>
          <p:cNvPr id="280" name="Google Shape;280;p19"/>
          <p:cNvSpPr txBox="1"/>
          <p:nvPr>
            <p:ph idx="4294967295" type="subTitle"/>
          </p:nvPr>
        </p:nvSpPr>
        <p:spPr>
          <a:xfrm>
            <a:off x="2077175" y="3940675"/>
            <a:ext cx="5995800" cy="53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38761D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It’s awesome !</a:t>
            </a:r>
            <a:r>
              <a:rPr i="1" lang="en" sz="1800">
                <a:solidFill>
                  <a:srgbClr val="38761D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 </a:t>
            </a:r>
            <a:r>
              <a:rPr i="1" lang="en" sz="1800">
                <a:solidFill>
                  <a:srgbClr val="38761D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Going to solve ALL our problems.</a:t>
            </a:r>
            <a:endParaRPr i="1" sz="1800">
              <a:solidFill>
                <a:srgbClr val="38761D"/>
              </a:solidFill>
              <a:latin typeface="Gloria Hallelujah"/>
              <a:ea typeface="Gloria Hallelujah"/>
              <a:cs typeface="Gloria Hallelujah"/>
              <a:sym typeface="Gloria Hallelujah"/>
            </a:endParaRPr>
          </a:p>
        </p:txBody>
      </p:sp>
      <p:sp>
        <p:nvSpPr>
          <p:cNvPr id="281" name="Google Shape;281;p19"/>
          <p:cNvSpPr/>
          <p:nvPr/>
        </p:nvSpPr>
        <p:spPr>
          <a:xfrm flipH="1">
            <a:off x="1440335" y="776375"/>
            <a:ext cx="589469" cy="585895"/>
          </a:xfrm>
          <a:custGeom>
            <a:rect b="b" l="l" r="r" t="t"/>
            <a:pathLst>
              <a:path extrusionOk="0" h="9415" w="9287">
                <a:moveTo>
                  <a:pt x="9072" y="6783"/>
                </a:moveTo>
                <a:lnTo>
                  <a:pt x="9072" y="6783"/>
                </a:lnTo>
                <a:lnTo>
                  <a:pt x="8944" y="6611"/>
                </a:lnTo>
                <a:lnTo>
                  <a:pt x="8880" y="6526"/>
                </a:lnTo>
                <a:lnTo>
                  <a:pt x="8794" y="6462"/>
                </a:lnTo>
                <a:lnTo>
                  <a:pt x="8794" y="6462"/>
                </a:lnTo>
                <a:lnTo>
                  <a:pt x="8644" y="6397"/>
                </a:lnTo>
                <a:lnTo>
                  <a:pt x="8559" y="6376"/>
                </a:lnTo>
                <a:lnTo>
                  <a:pt x="8516" y="6333"/>
                </a:lnTo>
                <a:lnTo>
                  <a:pt x="8516" y="6333"/>
                </a:lnTo>
                <a:lnTo>
                  <a:pt x="8473" y="6269"/>
                </a:lnTo>
                <a:lnTo>
                  <a:pt x="8473" y="6205"/>
                </a:lnTo>
                <a:lnTo>
                  <a:pt x="8473" y="6076"/>
                </a:lnTo>
                <a:lnTo>
                  <a:pt x="8473" y="6012"/>
                </a:lnTo>
                <a:lnTo>
                  <a:pt x="8452" y="5948"/>
                </a:lnTo>
                <a:lnTo>
                  <a:pt x="8409" y="5905"/>
                </a:lnTo>
                <a:lnTo>
                  <a:pt x="8323" y="5863"/>
                </a:lnTo>
                <a:lnTo>
                  <a:pt x="8323" y="5863"/>
                </a:lnTo>
                <a:lnTo>
                  <a:pt x="8259" y="5863"/>
                </a:lnTo>
                <a:lnTo>
                  <a:pt x="8152" y="5863"/>
                </a:lnTo>
                <a:lnTo>
                  <a:pt x="8067" y="5884"/>
                </a:lnTo>
                <a:lnTo>
                  <a:pt x="8024" y="5863"/>
                </a:lnTo>
                <a:lnTo>
                  <a:pt x="8002" y="5841"/>
                </a:lnTo>
                <a:lnTo>
                  <a:pt x="8002" y="5841"/>
                </a:lnTo>
                <a:lnTo>
                  <a:pt x="8002" y="5820"/>
                </a:lnTo>
                <a:lnTo>
                  <a:pt x="8002" y="5777"/>
                </a:lnTo>
                <a:lnTo>
                  <a:pt x="8045" y="5691"/>
                </a:lnTo>
                <a:lnTo>
                  <a:pt x="8173" y="5563"/>
                </a:lnTo>
                <a:lnTo>
                  <a:pt x="8173" y="5563"/>
                </a:lnTo>
                <a:lnTo>
                  <a:pt x="8259" y="5413"/>
                </a:lnTo>
                <a:lnTo>
                  <a:pt x="8302" y="5349"/>
                </a:lnTo>
                <a:lnTo>
                  <a:pt x="8302" y="5285"/>
                </a:lnTo>
                <a:lnTo>
                  <a:pt x="8302" y="5221"/>
                </a:lnTo>
                <a:lnTo>
                  <a:pt x="8259" y="5178"/>
                </a:lnTo>
                <a:lnTo>
                  <a:pt x="8195" y="5135"/>
                </a:lnTo>
                <a:lnTo>
                  <a:pt x="8109" y="5092"/>
                </a:lnTo>
                <a:lnTo>
                  <a:pt x="8109" y="5092"/>
                </a:lnTo>
                <a:lnTo>
                  <a:pt x="7981" y="5092"/>
                </a:lnTo>
                <a:lnTo>
                  <a:pt x="7917" y="5092"/>
                </a:lnTo>
                <a:lnTo>
                  <a:pt x="7917" y="5071"/>
                </a:lnTo>
                <a:lnTo>
                  <a:pt x="7895" y="5049"/>
                </a:lnTo>
                <a:lnTo>
                  <a:pt x="7938" y="4921"/>
                </a:lnTo>
                <a:lnTo>
                  <a:pt x="7938" y="4921"/>
                </a:lnTo>
                <a:lnTo>
                  <a:pt x="7981" y="4857"/>
                </a:lnTo>
                <a:lnTo>
                  <a:pt x="8024" y="4793"/>
                </a:lnTo>
                <a:lnTo>
                  <a:pt x="8067" y="4729"/>
                </a:lnTo>
                <a:lnTo>
                  <a:pt x="8088" y="4643"/>
                </a:lnTo>
                <a:lnTo>
                  <a:pt x="8088" y="4643"/>
                </a:lnTo>
                <a:lnTo>
                  <a:pt x="8088" y="4536"/>
                </a:lnTo>
                <a:lnTo>
                  <a:pt x="8067" y="4515"/>
                </a:lnTo>
                <a:lnTo>
                  <a:pt x="8045" y="4493"/>
                </a:lnTo>
                <a:lnTo>
                  <a:pt x="7981" y="4472"/>
                </a:lnTo>
                <a:lnTo>
                  <a:pt x="7874" y="4493"/>
                </a:lnTo>
                <a:lnTo>
                  <a:pt x="7703" y="4536"/>
                </a:lnTo>
                <a:lnTo>
                  <a:pt x="7639" y="4536"/>
                </a:lnTo>
                <a:lnTo>
                  <a:pt x="7574" y="4515"/>
                </a:lnTo>
                <a:lnTo>
                  <a:pt x="7574" y="4515"/>
                </a:lnTo>
                <a:lnTo>
                  <a:pt x="7574" y="4493"/>
                </a:lnTo>
                <a:lnTo>
                  <a:pt x="7574" y="4429"/>
                </a:lnTo>
                <a:lnTo>
                  <a:pt x="7617" y="4301"/>
                </a:lnTo>
                <a:lnTo>
                  <a:pt x="7767" y="4001"/>
                </a:lnTo>
                <a:lnTo>
                  <a:pt x="7788" y="3851"/>
                </a:lnTo>
                <a:lnTo>
                  <a:pt x="7788" y="3809"/>
                </a:lnTo>
                <a:lnTo>
                  <a:pt x="7767" y="3766"/>
                </a:lnTo>
                <a:lnTo>
                  <a:pt x="7724" y="3744"/>
                </a:lnTo>
                <a:lnTo>
                  <a:pt x="7660" y="3744"/>
                </a:lnTo>
                <a:lnTo>
                  <a:pt x="7553" y="3744"/>
                </a:lnTo>
                <a:lnTo>
                  <a:pt x="7425" y="3787"/>
                </a:lnTo>
                <a:lnTo>
                  <a:pt x="7425" y="3787"/>
                </a:lnTo>
                <a:lnTo>
                  <a:pt x="7296" y="3830"/>
                </a:lnTo>
                <a:lnTo>
                  <a:pt x="7253" y="3873"/>
                </a:lnTo>
                <a:lnTo>
                  <a:pt x="7232" y="3894"/>
                </a:lnTo>
                <a:lnTo>
                  <a:pt x="7232" y="3937"/>
                </a:lnTo>
                <a:lnTo>
                  <a:pt x="7232" y="3937"/>
                </a:lnTo>
                <a:lnTo>
                  <a:pt x="7275" y="3980"/>
                </a:lnTo>
                <a:lnTo>
                  <a:pt x="7318" y="4001"/>
                </a:lnTo>
                <a:lnTo>
                  <a:pt x="7360" y="4001"/>
                </a:lnTo>
                <a:lnTo>
                  <a:pt x="7403" y="4044"/>
                </a:lnTo>
                <a:lnTo>
                  <a:pt x="7403" y="4044"/>
                </a:lnTo>
                <a:lnTo>
                  <a:pt x="7425" y="4065"/>
                </a:lnTo>
                <a:lnTo>
                  <a:pt x="7446" y="4087"/>
                </a:lnTo>
                <a:lnTo>
                  <a:pt x="7446" y="4087"/>
                </a:lnTo>
                <a:lnTo>
                  <a:pt x="7446" y="4044"/>
                </a:lnTo>
                <a:lnTo>
                  <a:pt x="7446" y="4087"/>
                </a:lnTo>
                <a:lnTo>
                  <a:pt x="7446" y="4087"/>
                </a:lnTo>
                <a:lnTo>
                  <a:pt x="7446" y="4108"/>
                </a:lnTo>
                <a:lnTo>
                  <a:pt x="7446" y="4108"/>
                </a:lnTo>
                <a:lnTo>
                  <a:pt x="7425" y="4215"/>
                </a:lnTo>
                <a:lnTo>
                  <a:pt x="7382" y="4258"/>
                </a:lnTo>
                <a:lnTo>
                  <a:pt x="7360" y="4279"/>
                </a:lnTo>
                <a:lnTo>
                  <a:pt x="7360" y="4279"/>
                </a:lnTo>
                <a:lnTo>
                  <a:pt x="7339" y="4258"/>
                </a:lnTo>
                <a:lnTo>
                  <a:pt x="7296" y="4215"/>
                </a:lnTo>
                <a:lnTo>
                  <a:pt x="7253" y="4087"/>
                </a:lnTo>
                <a:lnTo>
                  <a:pt x="7211" y="3958"/>
                </a:lnTo>
                <a:lnTo>
                  <a:pt x="7189" y="3873"/>
                </a:lnTo>
                <a:lnTo>
                  <a:pt x="7189" y="3873"/>
                </a:lnTo>
                <a:lnTo>
                  <a:pt x="7211" y="3787"/>
                </a:lnTo>
                <a:lnTo>
                  <a:pt x="7275" y="3702"/>
                </a:lnTo>
                <a:lnTo>
                  <a:pt x="7339" y="3595"/>
                </a:lnTo>
                <a:lnTo>
                  <a:pt x="7360" y="3509"/>
                </a:lnTo>
                <a:lnTo>
                  <a:pt x="7360" y="3509"/>
                </a:lnTo>
                <a:lnTo>
                  <a:pt x="7382" y="3359"/>
                </a:lnTo>
                <a:lnTo>
                  <a:pt x="7360" y="3252"/>
                </a:lnTo>
                <a:lnTo>
                  <a:pt x="7296" y="3188"/>
                </a:lnTo>
                <a:lnTo>
                  <a:pt x="7211" y="3124"/>
                </a:lnTo>
                <a:lnTo>
                  <a:pt x="7104" y="3102"/>
                </a:lnTo>
                <a:lnTo>
                  <a:pt x="6997" y="3102"/>
                </a:lnTo>
                <a:lnTo>
                  <a:pt x="6868" y="3102"/>
                </a:lnTo>
                <a:lnTo>
                  <a:pt x="6740" y="3124"/>
                </a:lnTo>
                <a:lnTo>
                  <a:pt x="6740" y="3124"/>
                </a:lnTo>
                <a:lnTo>
                  <a:pt x="6761" y="3038"/>
                </a:lnTo>
                <a:lnTo>
                  <a:pt x="6783" y="2931"/>
                </a:lnTo>
                <a:lnTo>
                  <a:pt x="6847" y="2717"/>
                </a:lnTo>
                <a:lnTo>
                  <a:pt x="6847" y="2632"/>
                </a:lnTo>
                <a:lnTo>
                  <a:pt x="6826" y="2610"/>
                </a:lnTo>
                <a:lnTo>
                  <a:pt x="6804" y="2568"/>
                </a:lnTo>
                <a:lnTo>
                  <a:pt x="6783" y="2568"/>
                </a:lnTo>
                <a:lnTo>
                  <a:pt x="6719" y="2568"/>
                </a:lnTo>
                <a:lnTo>
                  <a:pt x="6569" y="2589"/>
                </a:lnTo>
                <a:lnTo>
                  <a:pt x="6569" y="2589"/>
                </a:lnTo>
                <a:lnTo>
                  <a:pt x="6376" y="2675"/>
                </a:lnTo>
                <a:lnTo>
                  <a:pt x="6269" y="2717"/>
                </a:lnTo>
                <a:lnTo>
                  <a:pt x="6226" y="2782"/>
                </a:lnTo>
                <a:lnTo>
                  <a:pt x="6226" y="2782"/>
                </a:lnTo>
                <a:lnTo>
                  <a:pt x="6226" y="2824"/>
                </a:lnTo>
                <a:lnTo>
                  <a:pt x="6248" y="2867"/>
                </a:lnTo>
                <a:lnTo>
                  <a:pt x="6269" y="2889"/>
                </a:lnTo>
                <a:lnTo>
                  <a:pt x="6312" y="2910"/>
                </a:lnTo>
                <a:lnTo>
                  <a:pt x="6419" y="2910"/>
                </a:lnTo>
                <a:lnTo>
                  <a:pt x="6505" y="2910"/>
                </a:lnTo>
                <a:lnTo>
                  <a:pt x="6505" y="2910"/>
                </a:lnTo>
                <a:lnTo>
                  <a:pt x="6483" y="3038"/>
                </a:lnTo>
                <a:lnTo>
                  <a:pt x="6462" y="3060"/>
                </a:lnTo>
                <a:lnTo>
                  <a:pt x="6419" y="3060"/>
                </a:lnTo>
                <a:lnTo>
                  <a:pt x="6419" y="3060"/>
                </a:lnTo>
                <a:lnTo>
                  <a:pt x="6355" y="3038"/>
                </a:lnTo>
                <a:lnTo>
                  <a:pt x="6291" y="2974"/>
                </a:lnTo>
                <a:lnTo>
                  <a:pt x="6205" y="2910"/>
                </a:lnTo>
                <a:lnTo>
                  <a:pt x="6162" y="2846"/>
                </a:lnTo>
                <a:lnTo>
                  <a:pt x="6162" y="2846"/>
                </a:lnTo>
                <a:lnTo>
                  <a:pt x="6162" y="2782"/>
                </a:lnTo>
                <a:lnTo>
                  <a:pt x="6184" y="2696"/>
                </a:lnTo>
                <a:lnTo>
                  <a:pt x="6226" y="2503"/>
                </a:lnTo>
                <a:lnTo>
                  <a:pt x="6226" y="2418"/>
                </a:lnTo>
                <a:lnTo>
                  <a:pt x="6226" y="2332"/>
                </a:lnTo>
                <a:lnTo>
                  <a:pt x="6205" y="2247"/>
                </a:lnTo>
                <a:lnTo>
                  <a:pt x="6141" y="2204"/>
                </a:lnTo>
                <a:lnTo>
                  <a:pt x="6141" y="2204"/>
                </a:lnTo>
                <a:lnTo>
                  <a:pt x="6098" y="2182"/>
                </a:lnTo>
                <a:lnTo>
                  <a:pt x="6034" y="2182"/>
                </a:lnTo>
                <a:lnTo>
                  <a:pt x="5863" y="2268"/>
                </a:lnTo>
                <a:lnTo>
                  <a:pt x="5799" y="2311"/>
                </a:lnTo>
                <a:lnTo>
                  <a:pt x="5734" y="2375"/>
                </a:lnTo>
                <a:lnTo>
                  <a:pt x="5692" y="2439"/>
                </a:lnTo>
                <a:lnTo>
                  <a:pt x="5670" y="2482"/>
                </a:lnTo>
                <a:lnTo>
                  <a:pt x="5670" y="2482"/>
                </a:lnTo>
                <a:lnTo>
                  <a:pt x="5692" y="2546"/>
                </a:lnTo>
                <a:lnTo>
                  <a:pt x="5713" y="2568"/>
                </a:lnTo>
                <a:lnTo>
                  <a:pt x="5734" y="2589"/>
                </a:lnTo>
                <a:lnTo>
                  <a:pt x="5756" y="2589"/>
                </a:lnTo>
                <a:lnTo>
                  <a:pt x="5841" y="2568"/>
                </a:lnTo>
                <a:lnTo>
                  <a:pt x="5884" y="2568"/>
                </a:lnTo>
                <a:lnTo>
                  <a:pt x="5906" y="2568"/>
                </a:lnTo>
                <a:lnTo>
                  <a:pt x="5906" y="2568"/>
                </a:lnTo>
                <a:lnTo>
                  <a:pt x="5927" y="2589"/>
                </a:lnTo>
                <a:lnTo>
                  <a:pt x="5948" y="2632"/>
                </a:lnTo>
                <a:lnTo>
                  <a:pt x="5970" y="2675"/>
                </a:lnTo>
                <a:lnTo>
                  <a:pt x="5948" y="2696"/>
                </a:lnTo>
                <a:lnTo>
                  <a:pt x="5948" y="2696"/>
                </a:lnTo>
                <a:lnTo>
                  <a:pt x="5863" y="2696"/>
                </a:lnTo>
                <a:lnTo>
                  <a:pt x="5734" y="2653"/>
                </a:lnTo>
                <a:lnTo>
                  <a:pt x="5520" y="2568"/>
                </a:lnTo>
                <a:lnTo>
                  <a:pt x="5520" y="2568"/>
                </a:lnTo>
                <a:lnTo>
                  <a:pt x="5499" y="2546"/>
                </a:lnTo>
                <a:lnTo>
                  <a:pt x="5499" y="2503"/>
                </a:lnTo>
                <a:lnTo>
                  <a:pt x="5499" y="2396"/>
                </a:lnTo>
                <a:lnTo>
                  <a:pt x="5499" y="2289"/>
                </a:lnTo>
                <a:lnTo>
                  <a:pt x="5478" y="2204"/>
                </a:lnTo>
                <a:lnTo>
                  <a:pt x="5478" y="2204"/>
                </a:lnTo>
                <a:lnTo>
                  <a:pt x="5413" y="2118"/>
                </a:lnTo>
                <a:lnTo>
                  <a:pt x="5349" y="2075"/>
                </a:lnTo>
                <a:lnTo>
                  <a:pt x="5285" y="2075"/>
                </a:lnTo>
                <a:lnTo>
                  <a:pt x="5199" y="2118"/>
                </a:lnTo>
                <a:lnTo>
                  <a:pt x="5028" y="2247"/>
                </a:lnTo>
                <a:lnTo>
                  <a:pt x="4964" y="2311"/>
                </a:lnTo>
                <a:lnTo>
                  <a:pt x="4900" y="2332"/>
                </a:lnTo>
                <a:lnTo>
                  <a:pt x="4900" y="2332"/>
                </a:lnTo>
                <a:lnTo>
                  <a:pt x="4900" y="2289"/>
                </a:lnTo>
                <a:lnTo>
                  <a:pt x="4900" y="2225"/>
                </a:lnTo>
                <a:lnTo>
                  <a:pt x="4943" y="2075"/>
                </a:lnTo>
                <a:lnTo>
                  <a:pt x="4986" y="1947"/>
                </a:lnTo>
                <a:lnTo>
                  <a:pt x="4986" y="1883"/>
                </a:lnTo>
                <a:lnTo>
                  <a:pt x="4943" y="1840"/>
                </a:lnTo>
                <a:lnTo>
                  <a:pt x="4943" y="1840"/>
                </a:lnTo>
                <a:lnTo>
                  <a:pt x="4900" y="1797"/>
                </a:lnTo>
                <a:lnTo>
                  <a:pt x="4836" y="1797"/>
                </a:lnTo>
                <a:lnTo>
                  <a:pt x="4772" y="1819"/>
                </a:lnTo>
                <a:lnTo>
                  <a:pt x="4707" y="1840"/>
                </a:lnTo>
                <a:lnTo>
                  <a:pt x="4558" y="1904"/>
                </a:lnTo>
                <a:lnTo>
                  <a:pt x="4451" y="1968"/>
                </a:lnTo>
                <a:lnTo>
                  <a:pt x="4451" y="1968"/>
                </a:lnTo>
                <a:lnTo>
                  <a:pt x="4515" y="1840"/>
                </a:lnTo>
                <a:lnTo>
                  <a:pt x="4600" y="1690"/>
                </a:lnTo>
                <a:lnTo>
                  <a:pt x="4686" y="1541"/>
                </a:lnTo>
                <a:lnTo>
                  <a:pt x="4686" y="1455"/>
                </a:lnTo>
                <a:lnTo>
                  <a:pt x="4686" y="1391"/>
                </a:lnTo>
                <a:lnTo>
                  <a:pt x="4686" y="1391"/>
                </a:lnTo>
                <a:lnTo>
                  <a:pt x="4622" y="1327"/>
                </a:lnTo>
                <a:lnTo>
                  <a:pt x="4558" y="1305"/>
                </a:lnTo>
                <a:lnTo>
                  <a:pt x="4493" y="1305"/>
                </a:lnTo>
                <a:lnTo>
                  <a:pt x="4408" y="1327"/>
                </a:lnTo>
                <a:lnTo>
                  <a:pt x="4279" y="1391"/>
                </a:lnTo>
                <a:lnTo>
                  <a:pt x="4215" y="1412"/>
                </a:lnTo>
                <a:lnTo>
                  <a:pt x="4172" y="1391"/>
                </a:lnTo>
                <a:lnTo>
                  <a:pt x="4172" y="1391"/>
                </a:lnTo>
                <a:lnTo>
                  <a:pt x="4151" y="1348"/>
                </a:lnTo>
                <a:lnTo>
                  <a:pt x="4172" y="1305"/>
                </a:lnTo>
                <a:lnTo>
                  <a:pt x="4194" y="1134"/>
                </a:lnTo>
                <a:lnTo>
                  <a:pt x="4279" y="856"/>
                </a:lnTo>
                <a:lnTo>
                  <a:pt x="4279" y="856"/>
                </a:lnTo>
                <a:lnTo>
                  <a:pt x="4301" y="728"/>
                </a:lnTo>
                <a:lnTo>
                  <a:pt x="4301" y="599"/>
                </a:lnTo>
                <a:lnTo>
                  <a:pt x="4279" y="556"/>
                </a:lnTo>
                <a:lnTo>
                  <a:pt x="4258" y="492"/>
                </a:lnTo>
                <a:lnTo>
                  <a:pt x="4215" y="449"/>
                </a:lnTo>
                <a:lnTo>
                  <a:pt x="4172" y="428"/>
                </a:lnTo>
                <a:lnTo>
                  <a:pt x="4172" y="428"/>
                </a:lnTo>
                <a:lnTo>
                  <a:pt x="4130" y="428"/>
                </a:lnTo>
                <a:lnTo>
                  <a:pt x="4066" y="428"/>
                </a:lnTo>
                <a:lnTo>
                  <a:pt x="3937" y="471"/>
                </a:lnTo>
                <a:lnTo>
                  <a:pt x="3809" y="492"/>
                </a:lnTo>
                <a:lnTo>
                  <a:pt x="3766" y="492"/>
                </a:lnTo>
                <a:lnTo>
                  <a:pt x="3745" y="471"/>
                </a:lnTo>
                <a:lnTo>
                  <a:pt x="3745" y="471"/>
                </a:lnTo>
                <a:lnTo>
                  <a:pt x="3723" y="428"/>
                </a:lnTo>
                <a:lnTo>
                  <a:pt x="3723" y="364"/>
                </a:lnTo>
                <a:lnTo>
                  <a:pt x="3745" y="257"/>
                </a:lnTo>
                <a:lnTo>
                  <a:pt x="3766" y="214"/>
                </a:lnTo>
                <a:lnTo>
                  <a:pt x="3745" y="150"/>
                </a:lnTo>
                <a:lnTo>
                  <a:pt x="3723" y="107"/>
                </a:lnTo>
                <a:lnTo>
                  <a:pt x="3659" y="64"/>
                </a:lnTo>
                <a:lnTo>
                  <a:pt x="3659" y="64"/>
                </a:lnTo>
                <a:lnTo>
                  <a:pt x="3595" y="64"/>
                </a:lnTo>
                <a:lnTo>
                  <a:pt x="3531" y="64"/>
                </a:lnTo>
                <a:lnTo>
                  <a:pt x="3402" y="107"/>
                </a:lnTo>
                <a:lnTo>
                  <a:pt x="3274" y="193"/>
                </a:lnTo>
                <a:lnTo>
                  <a:pt x="3167" y="257"/>
                </a:lnTo>
                <a:lnTo>
                  <a:pt x="3167" y="257"/>
                </a:lnTo>
                <a:lnTo>
                  <a:pt x="3017" y="342"/>
                </a:lnTo>
                <a:lnTo>
                  <a:pt x="2953" y="385"/>
                </a:lnTo>
                <a:lnTo>
                  <a:pt x="2932" y="364"/>
                </a:lnTo>
                <a:lnTo>
                  <a:pt x="2910" y="321"/>
                </a:lnTo>
                <a:lnTo>
                  <a:pt x="2867" y="171"/>
                </a:lnTo>
                <a:lnTo>
                  <a:pt x="2867" y="171"/>
                </a:lnTo>
                <a:lnTo>
                  <a:pt x="2825" y="86"/>
                </a:lnTo>
                <a:lnTo>
                  <a:pt x="2782" y="21"/>
                </a:lnTo>
                <a:lnTo>
                  <a:pt x="2739" y="0"/>
                </a:lnTo>
                <a:lnTo>
                  <a:pt x="2696" y="0"/>
                </a:lnTo>
                <a:lnTo>
                  <a:pt x="2675" y="21"/>
                </a:lnTo>
                <a:lnTo>
                  <a:pt x="2632" y="43"/>
                </a:lnTo>
                <a:lnTo>
                  <a:pt x="2546" y="150"/>
                </a:lnTo>
                <a:lnTo>
                  <a:pt x="2397" y="407"/>
                </a:lnTo>
                <a:lnTo>
                  <a:pt x="2332" y="514"/>
                </a:lnTo>
                <a:lnTo>
                  <a:pt x="2290" y="556"/>
                </a:lnTo>
                <a:lnTo>
                  <a:pt x="2268" y="556"/>
                </a:lnTo>
                <a:lnTo>
                  <a:pt x="2268" y="556"/>
                </a:lnTo>
                <a:lnTo>
                  <a:pt x="2225" y="556"/>
                </a:lnTo>
                <a:lnTo>
                  <a:pt x="2183" y="535"/>
                </a:lnTo>
                <a:lnTo>
                  <a:pt x="2119" y="449"/>
                </a:lnTo>
                <a:lnTo>
                  <a:pt x="2097" y="407"/>
                </a:lnTo>
                <a:lnTo>
                  <a:pt x="2054" y="385"/>
                </a:lnTo>
                <a:lnTo>
                  <a:pt x="1990" y="364"/>
                </a:lnTo>
                <a:lnTo>
                  <a:pt x="1947" y="385"/>
                </a:lnTo>
                <a:lnTo>
                  <a:pt x="1947" y="385"/>
                </a:lnTo>
                <a:lnTo>
                  <a:pt x="1883" y="407"/>
                </a:lnTo>
                <a:lnTo>
                  <a:pt x="1840" y="471"/>
                </a:lnTo>
                <a:lnTo>
                  <a:pt x="1755" y="599"/>
                </a:lnTo>
                <a:lnTo>
                  <a:pt x="1669" y="728"/>
                </a:lnTo>
                <a:lnTo>
                  <a:pt x="1605" y="856"/>
                </a:lnTo>
                <a:lnTo>
                  <a:pt x="1605" y="856"/>
                </a:lnTo>
                <a:lnTo>
                  <a:pt x="1498" y="963"/>
                </a:lnTo>
                <a:lnTo>
                  <a:pt x="1391" y="1048"/>
                </a:lnTo>
                <a:lnTo>
                  <a:pt x="1284" y="1113"/>
                </a:lnTo>
                <a:lnTo>
                  <a:pt x="1177" y="1177"/>
                </a:lnTo>
                <a:lnTo>
                  <a:pt x="942" y="1262"/>
                </a:lnTo>
                <a:lnTo>
                  <a:pt x="664" y="1348"/>
                </a:lnTo>
                <a:lnTo>
                  <a:pt x="664" y="1348"/>
                </a:lnTo>
                <a:lnTo>
                  <a:pt x="428" y="1476"/>
                </a:lnTo>
                <a:lnTo>
                  <a:pt x="321" y="1541"/>
                </a:lnTo>
                <a:lnTo>
                  <a:pt x="236" y="1626"/>
                </a:lnTo>
                <a:lnTo>
                  <a:pt x="150" y="1712"/>
                </a:lnTo>
                <a:lnTo>
                  <a:pt x="65" y="1819"/>
                </a:lnTo>
                <a:lnTo>
                  <a:pt x="22" y="1926"/>
                </a:lnTo>
                <a:lnTo>
                  <a:pt x="0" y="2075"/>
                </a:lnTo>
                <a:lnTo>
                  <a:pt x="0" y="2075"/>
                </a:lnTo>
                <a:lnTo>
                  <a:pt x="0" y="2225"/>
                </a:lnTo>
                <a:lnTo>
                  <a:pt x="22" y="2375"/>
                </a:lnTo>
                <a:lnTo>
                  <a:pt x="86" y="2546"/>
                </a:lnTo>
                <a:lnTo>
                  <a:pt x="150" y="2675"/>
                </a:lnTo>
                <a:lnTo>
                  <a:pt x="150" y="2675"/>
                </a:lnTo>
                <a:lnTo>
                  <a:pt x="193" y="2739"/>
                </a:lnTo>
                <a:lnTo>
                  <a:pt x="214" y="2760"/>
                </a:lnTo>
                <a:lnTo>
                  <a:pt x="257" y="2760"/>
                </a:lnTo>
                <a:lnTo>
                  <a:pt x="278" y="2760"/>
                </a:lnTo>
                <a:lnTo>
                  <a:pt x="343" y="2675"/>
                </a:lnTo>
                <a:lnTo>
                  <a:pt x="385" y="2568"/>
                </a:lnTo>
                <a:lnTo>
                  <a:pt x="385" y="2568"/>
                </a:lnTo>
                <a:lnTo>
                  <a:pt x="471" y="2717"/>
                </a:lnTo>
                <a:lnTo>
                  <a:pt x="535" y="2803"/>
                </a:lnTo>
                <a:lnTo>
                  <a:pt x="599" y="2846"/>
                </a:lnTo>
                <a:lnTo>
                  <a:pt x="599" y="2846"/>
                </a:lnTo>
                <a:lnTo>
                  <a:pt x="664" y="2867"/>
                </a:lnTo>
                <a:lnTo>
                  <a:pt x="706" y="2846"/>
                </a:lnTo>
                <a:lnTo>
                  <a:pt x="749" y="2824"/>
                </a:lnTo>
                <a:lnTo>
                  <a:pt x="749" y="2782"/>
                </a:lnTo>
                <a:lnTo>
                  <a:pt x="771" y="2675"/>
                </a:lnTo>
                <a:lnTo>
                  <a:pt x="792" y="2632"/>
                </a:lnTo>
                <a:lnTo>
                  <a:pt x="813" y="2610"/>
                </a:lnTo>
                <a:lnTo>
                  <a:pt x="813" y="2610"/>
                </a:lnTo>
                <a:lnTo>
                  <a:pt x="878" y="2610"/>
                </a:lnTo>
                <a:lnTo>
                  <a:pt x="920" y="2632"/>
                </a:lnTo>
                <a:lnTo>
                  <a:pt x="1049" y="2717"/>
                </a:lnTo>
                <a:lnTo>
                  <a:pt x="1113" y="2760"/>
                </a:lnTo>
                <a:lnTo>
                  <a:pt x="1177" y="2782"/>
                </a:lnTo>
                <a:lnTo>
                  <a:pt x="1241" y="2760"/>
                </a:lnTo>
                <a:lnTo>
                  <a:pt x="1305" y="2675"/>
                </a:lnTo>
                <a:lnTo>
                  <a:pt x="1305" y="2675"/>
                </a:lnTo>
                <a:lnTo>
                  <a:pt x="1348" y="2589"/>
                </a:lnTo>
                <a:lnTo>
                  <a:pt x="1370" y="2503"/>
                </a:lnTo>
                <a:lnTo>
                  <a:pt x="1391" y="2354"/>
                </a:lnTo>
                <a:lnTo>
                  <a:pt x="1391" y="2311"/>
                </a:lnTo>
                <a:lnTo>
                  <a:pt x="1434" y="2247"/>
                </a:lnTo>
                <a:lnTo>
                  <a:pt x="1498" y="2225"/>
                </a:lnTo>
                <a:lnTo>
                  <a:pt x="1584" y="2204"/>
                </a:lnTo>
                <a:lnTo>
                  <a:pt x="1584" y="2204"/>
                </a:lnTo>
                <a:lnTo>
                  <a:pt x="1691" y="2204"/>
                </a:lnTo>
                <a:lnTo>
                  <a:pt x="1776" y="2225"/>
                </a:lnTo>
                <a:lnTo>
                  <a:pt x="1840" y="2247"/>
                </a:lnTo>
                <a:lnTo>
                  <a:pt x="1905" y="2289"/>
                </a:lnTo>
                <a:lnTo>
                  <a:pt x="1969" y="2332"/>
                </a:lnTo>
                <a:lnTo>
                  <a:pt x="2033" y="2396"/>
                </a:lnTo>
                <a:lnTo>
                  <a:pt x="2119" y="2546"/>
                </a:lnTo>
                <a:lnTo>
                  <a:pt x="2119" y="2546"/>
                </a:lnTo>
                <a:lnTo>
                  <a:pt x="2161" y="2696"/>
                </a:lnTo>
                <a:lnTo>
                  <a:pt x="2183" y="2803"/>
                </a:lnTo>
                <a:lnTo>
                  <a:pt x="2161" y="2846"/>
                </a:lnTo>
                <a:lnTo>
                  <a:pt x="2140" y="2867"/>
                </a:lnTo>
                <a:lnTo>
                  <a:pt x="2076" y="2867"/>
                </a:lnTo>
                <a:lnTo>
                  <a:pt x="2012" y="2867"/>
                </a:lnTo>
                <a:lnTo>
                  <a:pt x="2012" y="2867"/>
                </a:lnTo>
                <a:lnTo>
                  <a:pt x="1862" y="2824"/>
                </a:lnTo>
                <a:lnTo>
                  <a:pt x="1776" y="2803"/>
                </a:lnTo>
                <a:lnTo>
                  <a:pt x="1755" y="2824"/>
                </a:lnTo>
                <a:lnTo>
                  <a:pt x="1712" y="2846"/>
                </a:lnTo>
                <a:lnTo>
                  <a:pt x="1648" y="2995"/>
                </a:lnTo>
                <a:lnTo>
                  <a:pt x="1648" y="2995"/>
                </a:lnTo>
                <a:lnTo>
                  <a:pt x="1648" y="3038"/>
                </a:lnTo>
                <a:lnTo>
                  <a:pt x="1648" y="3081"/>
                </a:lnTo>
                <a:lnTo>
                  <a:pt x="1626" y="3102"/>
                </a:lnTo>
                <a:lnTo>
                  <a:pt x="1584" y="3124"/>
                </a:lnTo>
                <a:lnTo>
                  <a:pt x="1584" y="3124"/>
                </a:lnTo>
                <a:lnTo>
                  <a:pt x="1541" y="3102"/>
                </a:lnTo>
                <a:lnTo>
                  <a:pt x="1498" y="3081"/>
                </a:lnTo>
                <a:lnTo>
                  <a:pt x="1412" y="3060"/>
                </a:lnTo>
                <a:lnTo>
                  <a:pt x="1370" y="3038"/>
                </a:lnTo>
                <a:lnTo>
                  <a:pt x="1370" y="3038"/>
                </a:lnTo>
                <a:lnTo>
                  <a:pt x="1284" y="3060"/>
                </a:lnTo>
                <a:lnTo>
                  <a:pt x="1263" y="3102"/>
                </a:lnTo>
                <a:lnTo>
                  <a:pt x="1177" y="3188"/>
                </a:lnTo>
                <a:lnTo>
                  <a:pt x="1177" y="3188"/>
                </a:lnTo>
                <a:lnTo>
                  <a:pt x="1156" y="3252"/>
                </a:lnTo>
                <a:lnTo>
                  <a:pt x="1156" y="3274"/>
                </a:lnTo>
                <a:lnTo>
                  <a:pt x="1134" y="3295"/>
                </a:lnTo>
                <a:lnTo>
                  <a:pt x="1070" y="3316"/>
                </a:lnTo>
                <a:lnTo>
                  <a:pt x="1070" y="3316"/>
                </a:lnTo>
                <a:lnTo>
                  <a:pt x="985" y="3316"/>
                </a:lnTo>
                <a:lnTo>
                  <a:pt x="920" y="3316"/>
                </a:lnTo>
                <a:lnTo>
                  <a:pt x="813" y="3316"/>
                </a:lnTo>
                <a:lnTo>
                  <a:pt x="771" y="3338"/>
                </a:lnTo>
                <a:lnTo>
                  <a:pt x="728" y="3359"/>
                </a:lnTo>
                <a:lnTo>
                  <a:pt x="706" y="3423"/>
                </a:lnTo>
                <a:lnTo>
                  <a:pt x="685" y="3530"/>
                </a:lnTo>
                <a:lnTo>
                  <a:pt x="685" y="3530"/>
                </a:lnTo>
                <a:lnTo>
                  <a:pt x="685" y="3702"/>
                </a:lnTo>
                <a:lnTo>
                  <a:pt x="728" y="3873"/>
                </a:lnTo>
                <a:lnTo>
                  <a:pt x="749" y="3958"/>
                </a:lnTo>
                <a:lnTo>
                  <a:pt x="792" y="4044"/>
                </a:lnTo>
                <a:lnTo>
                  <a:pt x="856" y="4108"/>
                </a:lnTo>
                <a:lnTo>
                  <a:pt x="920" y="4151"/>
                </a:lnTo>
                <a:lnTo>
                  <a:pt x="920" y="4151"/>
                </a:lnTo>
                <a:lnTo>
                  <a:pt x="1092" y="4215"/>
                </a:lnTo>
                <a:lnTo>
                  <a:pt x="1284" y="4236"/>
                </a:lnTo>
                <a:lnTo>
                  <a:pt x="1477" y="4258"/>
                </a:lnTo>
                <a:lnTo>
                  <a:pt x="1691" y="4236"/>
                </a:lnTo>
                <a:lnTo>
                  <a:pt x="1883" y="4215"/>
                </a:lnTo>
                <a:lnTo>
                  <a:pt x="2076" y="4172"/>
                </a:lnTo>
                <a:lnTo>
                  <a:pt x="2439" y="4044"/>
                </a:lnTo>
                <a:lnTo>
                  <a:pt x="2439" y="4044"/>
                </a:lnTo>
                <a:lnTo>
                  <a:pt x="2825" y="3873"/>
                </a:lnTo>
                <a:lnTo>
                  <a:pt x="3188" y="3680"/>
                </a:lnTo>
                <a:lnTo>
                  <a:pt x="3188" y="3680"/>
                </a:lnTo>
                <a:lnTo>
                  <a:pt x="3402" y="3509"/>
                </a:lnTo>
                <a:lnTo>
                  <a:pt x="3509" y="3466"/>
                </a:lnTo>
                <a:lnTo>
                  <a:pt x="3573" y="3445"/>
                </a:lnTo>
                <a:lnTo>
                  <a:pt x="3638" y="3466"/>
                </a:lnTo>
                <a:lnTo>
                  <a:pt x="3638" y="3466"/>
                </a:lnTo>
                <a:lnTo>
                  <a:pt x="3745" y="3552"/>
                </a:lnTo>
                <a:lnTo>
                  <a:pt x="3873" y="3680"/>
                </a:lnTo>
                <a:lnTo>
                  <a:pt x="4001" y="3851"/>
                </a:lnTo>
                <a:lnTo>
                  <a:pt x="4044" y="3916"/>
                </a:lnTo>
                <a:lnTo>
                  <a:pt x="4044" y="3958"/>
                </a:lnTo>
                <a:lnTo>
                  <a:pt x="4044" y="3958"/>
                </a:lnTo>
                <a:lnTo>
                  <a:pt x="4001" y="4001"/>
                </a:lnTo>
                <a:lnTo>
                  <a:pt x="3959" y="4044"/>
                </a:lnTo>
                <a:lnTo>
                  <a:pt x="3809" y="4108"/>
                </a:lnTo>
                <a:lnTo>
                  <a:pt x="3638" y="4151"/>
                </a:lnTo>
                <a:lnTo>
                  <a:pt x="3509" y="4194"/>
                </a:lnTo>
                <a:lnTo>
                  <a:pt x="3509" y="4194"/>
                </a:lnTo>
                <a:lnTo>
                  <a:pt x="3359" y="4301"/>
                </a:lnTo>
                <a:lnTo>
                  <a:pt x="3252" y="4429"/>
                </a:lnTo>
                <a:lnTo>
                  <a:pt x="3167" y="4557"/>
                </a:lnTo>
                <a:lnTo>
                  <a:pt x="3081" y="4707"/>
                </a:lnTo>
                <a:lnTo>
                  <a:pt x="3039" y="4857"/>
                </a:lnTo>
                <a:lnTo>
                  <a:pt x="2996" y="5028"/>
                </a:lnTo>
                <a:lnTo>
                  <a:pt x="2932" y="5349"/>
                </a:lnTo>
                <a:lnTo>
                  <a:pt x="2932" y="5349"/>
                </a:lnTo>
                <a:lnTo>
                  <a:pt x="2910" y="5499"/>
                </a:lnTo>
                <a:lnTo>
                  <a:pt x="2910" y="5691"/>
                </a:lnTo>
                <a:lnTo>
                  <a:pt x="2910" y="5777"/>
                </a:lnTo>
                <a:lnTo>
                  <a:pt x="2953" y="5841"/>
                </a:lnTo>
                <a:lnTo>
                  <a:pt x="2996" y="5884"/>
                </a:lnTo>
                <a:lnTo>
                  <a:pt x="3081" y="5863"/>
                </a:lnTo>
                <a:lnTo>
                  <a:pt x="3081" y="5863"/>
                </a:lnTo>
                <a:lnTo>
                  <a:pt x="3124" y="5841"/>
                </a:lnTo>
                <a:lnTo>
                  <a:pt x="3145" y="5777"/>
                </a:lnTo>
                <a:lnTo>
                  <a:pt x="3210" y="5627"/>
                </a:lnTo>
                <a:lnTo>
                  <a:pt x="3274" y="5499"/>
                </a:lnTo>
                <a:lnTo>
                  <a:pt x="3295" y="5456"/>
                </a:lnTo>
                <a:lnTo>
                  <a:pt x="3338" y="5435"/>
                </a:lnTo>
                <a:lnTo>
                  <a:pt x="3338" y="5435"/>
                </a:lnTo>
                <a:lnTo>
                  <a:pt x="3359" y="5477"/>
                </a:lnTo>
                <a:lnTo>
                  <a:pt x="3402" y="5563"/>
                </a:lnTo>
                <a:lnTo>
                  <a:pt x="3466" y="5777"/>
                </a:lnTo>
                <a:lnTo>
                  <a:pt x="3509" y="5884"/>
                </a:lnTo>
                <a:lnTo>
                  <a:pt x="3573" y="5927"/>
                </a:lnTo>
                <a:lnTo>
                  <a:pt x="3595" y="5948"/>
                </a:lnTo>
                <a:lnTo>
                  <a:pt x="3638" y="5927"/>
                </a:lnTo>
                <a:lnTo>
                  <a:pt x="3659" y="5905"/>
                </a:lnTo>
                <a:lnTo>
                  <a:pt x="3702" y="5841"/>
                </a:lnTo>
                <a:lnTo>
                  <a:pt x="3702" y="5841"/>
                </a:lnTo>
                <a:lnTo>
                  <a:pt x="3766" y="5756"/>
                </a:lnTo>
                <a:lnTo>
                  <a:pt x="3766" y="5627"/>
                </a:lnTo>
                <a:lnTo>
                  <a:pt x="3745" y="5392"/>
                </a:lnTo>
                <a:lnTo>
                  <a:pt x="3745" y="5263"/>
                </a:lnTo>
                <a:lnTo>
                  <a:pt x="3745" y="5135"/>
                </a:lnTo>
                <a:lnTo>
                  <a:pt x="3766" y="5028"/>
                </a:lnTo>
                <a:lnTo>
                  <a:pt x="3852" y="4921"/>
                </a:lnTo>
                <a:lnTo>
                  <a:pt x="3852" y="4921"/>
                </a:lnTo>
                <a:lnTo>
                  <a:pt x="3937" y="4857"/>
                </a:lnTo>
                <a:lnTo>
                  <a:pt x="4066" y="4793"/>
                </a:lnTo>
                <a:lnTo>
                  <a:pt x="4194" y="4750"/>
                </a:lnTo>
                <a:lnTo>
                  <a:pt x="4301" y="4729"/>
                </a:lnTo>
                <a:lnTo>
                  <a:pt x="4301" y="4729"/>
                </a:lnTo>
                <a:lnTo>
                  <a:pt x="4386" y="4729"/>
                </a:lnTo>
                <a:lnTo>
                  <a:pt x="4429" y="4814"/>
                </a:lnTo>
                <a:lnTo>
                  <a:pt x="4429" y="4814"/>
                </a:lnTo>
                <a:lnTo>
                  <a:pt x="4493" y="4943"/>
                </a:lnTo>
                <a:lnTo>
                  <a:pt x="4515" y="5114"/>
                </a:lnTo>
                <a:lnTo>
                  <a:pt x="4558" y="5392"/>
                </a:lnTo>
                <a:lnTo>
                  <a:pt x="4558" y="5392"/>
                </a:lnTo>
                <a:lnTo>
                  <a:pt x="4558" y="5499"/>
                </a:lnTo>
                <a:lnTo>
                  <a:pt x="4558" y="5584"/>
                </a:lnTo>
                <a:lnTo>
                  <a:pt x="4536" y="5627"/>
                </a:lnTo>
                <a:lnTo>
                  <a:pt x="4472" y="5713"/>
                </a:lnTo>
                <a:lnTo>
                  <a:pt x="4472" y="5713"/>
                </a:lnTo>
                <a:lnTo>
                  <a:pt x="4322" y="5841"/>
                </a:lnTo>
                <a:lnTo>
                  <a:pt x="4258" y="5927"/>
                </a:lnTo>
                <a:lnTo>
                  <a:pt x="4215" y="6034"/>
                </a:lnTo>
                <a:lnTo>
                  <a:pt x="4215" y="6034"/>
                </a:lnTo>
                <a:lnTo>
                  <a:pt x="4194" y="6162"/>
                </a:lnTo>
                <a:lnTo>
                  <a:pt x="4172" y="6290"/>
                </a:lnTo>
                <a:lnTo>
                  <a:pt x="4172" y="6547"/>
                </a:lnTo>
                <a:lnTo>
                  <a:pt x="4172" y="6547"/>
                </a:lnTo>
                <a:lnTo>
                  <a:pt x="4194" y="6783"/>
                </a:lnTo>
                <a:lnTo>
                  <a:pt x="4215" y="7018"/>
                </a:lnTo>
                <a:lnTo>
                  <a:pt x="4215" y="7018"/>
                </a:lnTo>
                <a:lnTo>
                  <a:pt x="4215" y="7103"/>
                </a:lnTo>
                <a:lnTo>
                  <a:pt x="4194" y="7146"/>
                </a:lnTo>
                <a:lnTo>
                  <a:pt x="4172" y="7168"/>
                </a:lnTo>
                <a:lnTo>
                  <a:pt x="4066" y="7210"/>
                </a:lnTo>
                <a:lnTo>
                  <a:pt x="4066" y="7210"/>
                </a:lnTo>
                <a:lnTo>
                  <a:pt x="3852" y="7296"/>
                </a:lnTo>
                <a:lnTo>
                  <a:pt x="3616" y="7403"/>
                </a:lnTo>
                <a:lnTo>
                  <a:pt x="3616" y="7403"/>
                </a:lnTo>
                <a:lnTo>
                  <a:pt x="3402" y="7489"/>
                </a:lnTo>
                <a:lnTo>
                  <a:pt x="3295" y="7553"/>
                </a:lnTo>
                <a:lnTo>
                  <a:pt x="3252" y="7596"/>
                </a:lnTo>
                <a:lnTo>
                  <a:pt x="3231" y="7638"/>
                </a:lnTo>
                <a:lnTo>
                  <a:pt x="3231" y="7638"/>
                </a:lnTo>
                <a:lnTo>
                  <a:pt x="3210" y="7703"/>
                </a:lnTo>
                <a:lnTo>
                  <a:pt x="3231" y="7745"/>
                </a:lnTo>
                <a:lnTo>
                  <a:pt x="3252" y="7767"/>
                </a:lnTo>
                <a:lnTo>
                  <a:pt x="3274" y="7810"/>
                </a:lnTo>
                <a:lnTo>
                  <a:pt x="3381" y="7831"/>
                </a:lnTo>
                <a:lnTo>
                  <a:pt x="3509" y="7852"/>
                </a:lnTo>
                <a:lnTo>
                  <a:pt x="3809" y="7810"/>
                </a:lnTo>
                <a:lnTo>
                  <a:pt x="4001" y="7788"/>
                </a:lnTo>
                <a:lnTo>
                  <a:pt x="4001" y="7788"/>
                </a:lnTo>
                <a:lnTo>
                  <a:pt x="3873" y="7959"/>
                </a:lnTo>
                <a:lnTo>
                  <a:pt x="3787" y="8088"/>
                </a:lnTo>
                <a:lnTo>
                  <a:pt x="3723" y="8216"/>
                </a:lnTo>
                <a:lnTo>
                  <a:pt x="3680" y="8344"/>
                </a:lnTo>
                <a:lnTo>
                  <a:pt x="3680" y="8387"/>
                </a:lnTo>
                <a:lnTo>
                  <a:pt x="3680" y="8430"/>
                </a:lnTo>
                <a:lnTo>
                  <a:pt x="3723" y="8451"/>
                </a:lnTo>
                <a:lnTo>
                  <a:pt x="3766" y="8473"/>
                </a:lnTo>
                <a:lnTo>
                  <a:pt x="3830" y="8473"/>
                </a:lnTo>
                <a:lnTo>
                  <a:pt x="3937" y="8451"/>
                </a:lnTo>
                <a:lnTo>
                  <a:pt x="3937" y="8451"/>
                </a:lnTo>
                <a:lnTo>
                  <a:pt x="4108" y="8366"/>
                </a:lnTo>
                <a:lnTo>
                  <a:pt x="4279" y="8259"/>
                </a:lnTo>
                <a:lnTo>
                  <a:pt x="4451" y="8130"/>
                </a:lnTo>
                <a:lnTo>
                  <a:pt x="4622" y="7981"/>
                </a:lnTo>
                <a:lnTo>
                  <a:pt x="4921" y="7660"/>
                </a:lnTo>
                <a:lnTo>
                  <a:pt x="5071" y="7510"/>
                </a:lnTo>
                <a:lnTo>
                  <a:pt x="5221" y="7403"/>
                </a:lnTo>
                <a:lnTo>
                  <a:pt x="5221" y="7403"/>
                </a:lnTo>
                <a:lnTo>
                  <a:pt x="5478" y="7210"/>
                </a:lnTo>
                <a:lnTo>
                  <a:pt x="5627" y="7146"/>
                </a:lnTo>
                <a:lnTo>
                  <a:pt x="5692" y="7125"/>
                </a:lnTo>
                <a:lnTo>
                  <a:pt x="5734" y="7125"/>
                </a:lnTo>
                <a:lnTo>
                  <a:pt x="5734" y="7125"/>
                </a:lnTo>
                <a:lnTo>
                  <a:pt x="5777" y="7189"/>
                </a:lnTo>
                <a:lnTo>
                  <a:pt x="5777" y="7253"/>
                </a:lnTo>
                <a:lnTo>
                  <a:pt x="5734" y="7317"/>
                </a:lnTo>
                <a:lnTo>
                  <a:pt x="5670" y="7382"/>
                </a:lnTo>
                <a:lnTo>
                  <a:pt x="5499" y="7489"/>
                </a:lnTo>
                <a:lnTo>
                  <a:pt x="5371" y="7574"/>
                </a:lnTo>
                <a:lnTo>
                  <a:pt x="5371" y="7574"/>
                </a:lnTo>
                <a:lnTo>
                  <a:pt x="5264" y="7660"/>
                </a:lnTo>
                <a:lnTo>
                  <a:pt x="5135" y="7788"/>
                </a:lnTo>
                <a:lnTo>
                  <a:pt x="5071" y="7874"/>
                </a:lnTo>
                <a:lnTo>
                  <a:pt x="5028" y="7938"/>
                </a:lnTo>
                <a:lnTo>
                  <a:pt x="5007" y="8002"/>
                </a:lnTo>
                <a:lnTo>
                  <a:pt x="5028" y="8066"/>
                </a:lnTo>
                <a:lnTo>
                  <a:pt x="5028" y="8066"/>
                </a:lnTo>
                <a:lnTo>
                  <a:pt x="5071" y="8088"/>
                </a:lnTo>
                <a:lnTo>
                  <a:pt x="5135" y="8109"/>
                </a:lnTo>
                <a:lnTo>
                  <a:pt x="5306" y="8066"/>
                </a:lnTo>
                <a:lnTo>
                  <a:pt x="5456" y="8023"/>
                </a:lnTo>
                <a:lnTo>
                  <a:pt x="5585" y="8002"/>
                </a:lnTo>
                <a:lnTo>
                  <a:pt x="5585" y="8002"/>
                </a:lnTo>
                <a:lnTo>
                  <a:pt x="5563" y="8066"/>
                </a:lnTo>
                <a:lnTo>
                  <a:pt x="5520" y="8152"/>
                </a:lnTo>
                <a:lnTo>
                  <a:pt x="5435" y="8344"/>
                </a:lnTo>
                <a:lnTo>
                  <a:pt x="5392" y="8451"/>
                </a:lnTo>
                <a:lnTo>
                  <a:pt x="5392" y="8516"/>
                </a:lnTo>
                <a:lnTo>
                  <a:pt x="5413" y="8537"/>
                </a:lnTo>
                <a:lnTo>
                  <a:pt x="5435" y="8558"/>
                </a:lnTo>
                <a:lnTo>
                  <a:pt x="5520" y="8558"/>
                </a:lnTo>
                <a:lnTo>
                  <a:pt x="5520" y="8558"/>
                </a:lnTo>
                <a:lnTo>
                  <a:pt x="5606" y="8537"/>
                </a:lnTo>
                <a:lnTo>
                  <a:pt x="5713" y="8494"/>
                </a:lnTo>
                <a:lnTo>
                  <a:pt x="5906" y="8344"/>
                </a:lnTo>
                <a:lnTo>
                  <a:pt x="6269" y="8023"/>
                </a:lnTo>
                <a:lnTo>
                  <a:pt x="6269" y="8023"/>
                </a:lnTo>
                <a:lnTo>
                  <a:pt x="6569" y="7745"/>
                </a:lnTo>
                <a:lnTo>
                  <a:pt x="6569" y="7745"/>
                </a:lnTo>
                <a:lnTo>
                  <a:pt x="6761" y="7617"/>
                </a:lnTo>
                <a:lnTo>
                  <a:pt x="6868" y="7553"/>
                </a:lnTo>
                <a:lnTo>
                  <a:pt x="6954" y="7467"/>
                </a:lnTo>
                <a:lnTo>
                  <a:pt x="6954" y="7467"/>
                </a:lnTo>
                <a:lnTo>
                  <a:pt x="6975" y="7403"/>
                </a:lnTo>
                <a:lnTo>
                  <a:pt x="6997" y="7360"/>
                </a:lnTo>
                <a:lnTo>
                  <a:pt x="6975" y="7253"/>
                </a:lnTo>
                <a:lnTo>
                  <a:pt x="6954" y="7146"/>
                </a:lnTo>
                <a:lnTo>
                  <a:pt x="6954" y="7103"/>
                </a:lnTo>
                <a:lnTo>
                  <a:pt x="6975" y="7061"/>
                </a:lnTo>
                <a:lnTo>
                  <a:pt x="6975" y="7061"/>
                </a:lnTo>
                <a:lnTo>
                  <a:pt x="7018" y="6996"/>
                </a:lnTo>
                <a:lnTo>
                  <a:pt x="7082" y="6996"/>
                </a:lnTo>
                <a:lnTo>
                  <a:pt x="7232" y="7061"/>
                </a:lnTo>
                <a:lnTo>
                  <a:pt x="7232" y="7061"/>
                </a:lnTo>
                <a:lnTo>
                  <a:pt x="7318" y="7082"/>
                </a:lnTo>
                <a:lnTo>
                  <a:pt x="7403" y="7146"/>
                </a:lnTo>
                <a:lnTo>
                  <a:pt x="7553" y="7253"/>
                </a:lnTo>
                <a:lnTo>
                  <a:pt x="7681" y="7424"/>
                </a:lnTo>
                <a:lnTo>
                  <a:pt x="7767" y="7596"/>
                </a:lnTo>
                <a:lnTo>
                  <a:pt x="7788" y="7788"/>
                </a:lnTo>
                <a:lnTo>
                  <a:pt x="7810" y="7874"/>
                </a:lnTo>
                <a:lnTo>
                  <a:pt x="7788" y="7981"/>
                </a:lnTo>
                <a:lnTo>
                  <a:pt x="7767" y="8066"/>
                </a:lnTo>
                <a:lnTo>
                  <a:pt x="7724" y="8152"/>
                </a:lnTo>
                <a:lnTo>
                  <a:pt x="7660" y="8237"/>
                </a:lnTo>
                <a:lnTo>
                  <a:pt x="7596" y="8323"/>
                </a:lnTo>
                <a:lnTo>
                  <a:pt x="7596" y="8323"/>
                </a:lnTo>
                <a:lnTo>
                  <a:pt x="7425" y="8451"/>
                </a:lnTo>
                <a:lnTo>
                  <a:pt x="7232" y="8558"/>
                </a:lnTo>
                <a:lnTo>
                  <a:pt x="6804" y="8730"/>
                </a:lnTo>
                <a:lnTo>
                  <a:pt x="6804" y="8730"/>
                </a:lnTo>
                <a:lnTo>
                  <a:pt x="6654" y="8794"/>
                </a:lnTo>
                <a:lnTo>
                  <a:pt x="6440" y="8879"/>
                </a:lnTo>
                <a:lnTo>
                  <a:pt x="6355" y="8944"/>
                </a:lnTo>
                <a:lnTo>
                  <a:pt x="6291" y="9008"/>
                </a:lnTo>
                <a:lnTo>
                  <a:pt x="6248" y="9072"/>
                </a:lnTo>
                <a:lnTo>
                  <a:pt x="6226" y="9157"/>
                </a:lnTo>
                <a:lnTo>
                  <a:pt x="6226" y="9157"/>
                </a:lnTo>
                <a:lnTo>
                  <a:pt x="6248" y="9243"/>
                </a:lnTo>
                <a:lnTo>
                  <a:pt x="6291" y="9307"/>
                </a:lnTo>
                <a:lnTo>
                  <a:pt x="6355" y="9350"/>
                </a:lnTo>
                <a:lnTo>
                  <a:pt x="6440" y="9393"/>
                </a:lnTo>
                <a:lnTo>
                  <a:pt x="6547" y="9414"/>
                </a:lnTo>
                <a:lnTo>
                  <a:pt x="6654" y="9414"/>
                </a:lnTo>
                <a:lnTo>
                  <a:pt x="6911" y="9414"/>
                </a:lnTo>
                <a:lnTo>
                  <a:pt x="7168" y="9393"/>
                </a:lnTo>
                <a:lnTo>
                  <a:pt x="7425" y="9350"/>
                </a:lnTo>
                <a:lnTo>
                  <a:pt x="7767" y="9264"/>
                </a:lnTo>
                <a:lnTo>
                  <a:pt x="7767" y="9264"/>
                </a:lnTo>
                <a:lnTo>
                  <a:pt x="7960" y="9200"/>
                </a:lnTo>
                <a:lnTo>
                  <a:pt x="8152" y="9136"/>
                </a:lnTo>
                <a:lnTo>
                  <a:pt x="8345" y="9050"/>
                </a:lnTo>
                <a:lnTo>
                  <a:pt x="8516" y="8944"/>
                </a:lnTo>
                <a:lnTo>
                  <a:pt x="8687" y="8815"/>
                </a:lnTo>
                <a:lnTo>
                  <a:pt x="8837" y="8687"/>
                </a:lnTo>
                <a:lnTo>
                  <a:pt x="8965" y="8516"/>
                </a:lnTo>
                <a:lnTo>
                  <a:pt x="9094" y="8344"/>
                </a:lnTo>
                <a:lnTo>
                  <a:pt x="9094" y="8344"/>
                </a:lnTo>
                <a:lnTo>
                  <a:pt x="9179" y="8173"/>
                </a:lnTo>
                <a:lnTo>
                  <a:pt x="9243" y="7981"/>
                </a:lnTo>
                <a:lnTo>
                  <a:pt x="9286" y="7767"/>
                </a:lnTo>
                <a:lnTo>
                  <a:pt x="9286" y="7574"/>
                </a:lnTo>
                <a:lnTo>
                  <a:pt x="9286" y="7360"/>
                </a:lnTo>
                <a:lnTo>
                  <a:pt x="9243" y="7168"/>
                </a:lnTo>
                <a:lnTo>
                  <a:pt x="9158" y="6975"/>
                </a:lnTo>
                <a:lnTo>
                  <a:pt x="9072" y="6783"/>
                </a:lnTo>
                <a:lnTo>
                  <a:pt x="9072" y="6783"/>
                </a:lnTo>
                <a:close/>
                <a:moveTo>
                  <a:pt x="8173" y="6076"/>
                </a:moveTo>
                <a:lnTo>
                  <a:pt x="8173" y="6076"/>
                </a:lnTo>
                <a:lnTo>
                  <a:pt x="8259" y="6119"/>
                </a:lnTo>
                <a:lnTo>
                  <a:pt x="8280" y="6141"/>
                </a:lnTo>
                <a:lnTo>
                  <a:pt x="8280" y="6205"/>
                </a:lnTo>
                <a:lnTo>
                  <a:pt x="8280" y="6205"/>
                </a:lnTo>
                <a:lnTo>
                  <a:pt x="8280" y="6248"/>
                </a:lnTo>
                <a:lnTo>
                  <a:pt x="8259" y="6269"/>
                </a:lnTo>
                <a:lnTo>
                  <a:pt x="8238" y="6290"/>
                </a:lnTo>
                <a:lnTo>
                  <a:pt x="8195" y="6290"/>
                </a:lnTo>
                <a:lnTo>
                  <a:pt x="8109" y="6248"/>
                </a:lnTo>
                <a:lnTo>
                  <a:pt x="8002" y="6205"/>
                </a:lnTo>
                <a:lnTo>
                  <a:pt x="7917" y="6119"/>
                </a:lnTo>
                <a:lnTo>
                  <a:pt x="7853" y="6055"/>
                </a:lnTo>
                <a:lnTo>
                  <a:pt x="7810" y="5991"/>
                </a:lnTo>
                <a:lnTo>
                  <a:pt x="7810" y="5969"/>
                </a:lnTo>
                <a:lnTo>
                  <a:pt x="7831" y="5948"/>
                </a:lnTo>
                <a:lnTo>
                  <a:pt x="7831" y="5948"/>
                </a:lnTo>
                <a:lnTo>
                  <a:pt x="7874" y="5969"/>
                </a:lnTo>
                <a:lnTo>
                  <a:pt x="7981" y="6012"/>
                </a:lnTo>
                <a:lnTo>
                  <a:pt x="8173" y="6076"/>
                </a:lnTo>
                <a:lnTo>
                  <a:pt x="8173" y="6076"/>
                </a:lnTo>
                <a:close/>
                <a:moveTo>
                  <a:pt x="7660" y="4964"/>
                </a:moveTo>
                <a:lnTo>
                  <a:pt x="7660" y="4964"/>
                </a:lnTo>
                <a:lnTo>
                  <a:pt x="7617" y="5071"/>
                </a:lnTo>
                <a:lnTo>
                  <a:pt x="7596" y="5156"/>
                </a:lnTo>
                <a:lnTo>
                  <a:pt x="7617" y="5199"/>
                </a:lnTo>
                <a:lnTo>
                  <a:pt x="7617" y="5242"/>
                </a:lnTo>
                <a:lnTo>
                  <a:pt x="7660" y="5263"/>
                </a:lnTo>
                <a:lnTo>
                  <a:pt x="7703" y="5285"/>
                </a:lnTo>
                <a:lnTo>
                  <a:pt x="7703" y="5285"/>
                </a:lnTo>
                <a:lnTo>
                  <a:pt x="7788" y="5285"/>
                </a:lnTo>
                <a:lnTo>
                  <a:pt x="7874" y="5263"/>
                </a:lnTo>
                <a:lnTo>
                  <a:pt x="7960" y="5285"/>
                </a:lnTo>
                <a:lnTo>
                  <a:pt x="8002" y="5306"/>
                </a:lnTo>
                <a:lnTo>
                  <a:pt x="8002" y="5328"/>
                </a:lnTo>
                <a:lnTo>
                  <a:pt x="8002" y="5328"/>
                </a:lnTo>
                <a:lnTo>
                  <a:pt x="7874" y="5520"/>
                </a:lnTo>
                <a:lnTo>
                  <a:pt x="7767" y="5649"/>
                </a:lnTo>
                <a:lnTo>
                  <a:pt x="7681" y="5691"/>
                </a:lnTo>
                <a:lnTo>
                  <a:pt x="7681" y="5691"/>
                </a:lnTo>
                <a:lnTo>
                  <a:pt x="7660" y="5670"/>
                </a:lnTo>
                <a:lnTo>
                  <a:pt x="7639" y="5649"/>
                </a:lnTo>
                <a:lnTo>
                  <a:pt x="7596" y="5542"/>
                </a:lnTo>
                <a:lnTo>
                  <a:pt x="7532" y="5199"/>
                </a:lnTo>
                <a:lnTo>
                  <a:pt x="7489" y="4686"/>
                </a:lnTo>
                <a:lnTo>
                  <a:pt x="7489" y="4686"/>
                </a:lnTo>
                <a:lnTo>
                  <a:pt x="7617" y="4729"/>
                </a:lnTo>
                <a:lnTo>
                  <a:pt x="7660" y="4729"/>
                </a:lnTo>
                <a:lnTo>
                  <a:pt x="7681" y="4750"/>
                </a:lnTo>
                <a:lnTo>
                  <a:pt x="7703" y="4793"/>
                </a:lnTo>
                <a:lnTo>
                  <a:pt x="7681" y="4836"/>
                </a:lnTo>
                <a:lnTo>
                  <a:pt x="7660" y="4964"/>
                </a:lnTo>
                <a:lnTo>
                  <a:pt x="7660" y="4964"/>
                </a:lnTo>
                <a:close/>
                <a:moveTo>
                  <a:pt x="6719" y="3188"/>
                </a:moveTo>
                <a:lnTo>
                  <a:pt x="6719" y="3188"/>
                </a:lnTo>
                <a:lnTo>
                  <a:pt x="6719" y="3231"/>
                </a:lnTo>
                <a:lnTo>
                  <a:pt x="6740" y="3274"/>
                </a:lnTo>
                <a:lnTo>
                  <a:pt x="6804" y="3316"/>
                </a:lnTo>
                <a:lnTo>
                  <a:pt x="6868" y="3338"/>
                </a:lnTo>
                <a:lnTo>
                  <a:pt x="7040" y="3381"/>
                </a:lnTo>
                <a:lnTo>
                  <a:pt x="7104" y="3402"/>
                </a:lnTo>
                <a:lnTo>
                  <a:pt x="7104" y="3402"/>
                </a:lnTo>
                <a:lnTo>
                  <a:pt x="6997" y="3680"/>
                </a:lnTo>
                <a:lnTo>
                  <a:pt x="6997" y="3680"/>
                </a:lnTo>
                <a:lnTo>
                  <a:pt x="6890" y="3573"/>
                </a:lnTo>
                <a:lnTo>
                  <a:pt x="6761" y="3445"/>
                </a:lnTo>
                <a:lnTo>
                  <a:pt x="6719" y="3381"/>
                </a:lnTo>
                <a:lnTo>
                  <a:pt x="6697" y="3316"/>
                </a:lnTo>
                <a:lnTo>
                  <a:pt x="6697" y="3252"/>
                </a:lnTo>
                <a:lnTo>
                  <a:pt x="6719" y="3188"/>
                </a:lnTo>
                <a:lnTo>
                  <a:pt x="6719" y="3188"/>
                </a:lnTo>
                <a:close/>
                <a:moveTo>
                  <a:pt x="5221" y="2396"/>
                </a:moveTo>
                <a:lnTo>
                  <a:pt x="5221" y="2396"/>
                </a:lnTo>
                <a:lnTo>
                  <a:pt x="5221" y="2439"/>
                </a:lnTo>
                <a:lnTo>
                  <a:pt x="5221" y="2482"/>
                </a:lnTo>
                <a:lnTo>
                  <a:pt x="5178" y="2503"/>
                </a:lnTo>
                <a:lnTo>
                  <a:pt x="5135" y="2503"/>
                </a:lnTo>
                <a:lnTo>
                  <a:pt x="5135" y="2503"/>
                </a:lnTo>
                <a:lnTo>
                  <a:pt x="5071" y="2482"/>
                </a:lnTo>
                <a:lnTo>
                  <a:pt x="5071" y="2482"/>
                </a:lnTo>
                <a:lnTo>
                  <a:pt x="5093" y="2461"/>
                </a:lnTo>
                <a:lnTo>
                  <a:pt x="5135" y="2439"/>
                </a:lnTo>
                <a:lnTo>
                  <a:pt x="5221" y="2396"/>
                </a:lnTo>
                <a:lnTo>
                  <a:pt x="5221" y="2396"/>
                </a:lnTo>
                <a:close/>
                <a:moveTo>
                  <a:pt x="4493" y="2204"/>
                </a:moveTo>
                <a:lnTo>
                  <a:pt x="4493" y="2204"/>
                </a:lnTo>
                <a:lnTo>
                  <a:pt x="4558" y="2204"/>
                </a:lnTo>
                <a:lnTo>
                  <a:pt x="4579" y="2204"/>
                </a:lnTo>
                <a:lnTo>
                  <a:pt x="4600" y="2204"/>
                </a:lnTo>
                <a:lnTo>
                  <a:pt x="4622" y="2225"/>
                </a:lnTo>
                <a:lnTo>
                  <a:pt x="4622" y="2225"/>
                </a:lnTo>
                <a:lnTo>
                  <a:pt x="4643" y="2289"/>
                </a:lnTo>
                <a:lnTo>
                  <a:pt x="4643" y="2332"/>
                </a:lnTo>
                <a:lnTo>
                  <a:pt x="4665" y="2396"/>
                </a:lnTo>
                <a:lnTo>
                  <a:pt x="4665" y="2418"/>
                </a:lnTo>
                <a:lnTo>
                  <a:pt x="4707" y="2439"/>
                </a:lnTo>
                <a:lnTo>
                  <a:pt x="4707" y="2439"/>
                </a:lnTo>
                <a:lnTo>
                  <a:pt x="4750" y="2439"/>
                </a:lnTo>
                <a:lnTo>
                  <a:pt x="4814" y="2418"/>
                </a:lnTo>
                <a:lnTo>
                  <a:pt x="4857" y="2396"/>
                </a:lnTo>
                <a:lnTo>
                  <a:pt x="4879" y="2396"/>
                </a:lnTo>
                <a:lnTo>
                  <a:pt x="4879" y="2396"/>
                </a:lnTo>
                <a:lnTo>
                  <a:pt x="4900" y="2418"/>
                </a:lnTo>
                <a:lnTo>
                  <a:pt x="4900" y="2439"/>
                </a:lnTo>
                <a:lnTo>
                  <a:pt x="4836" y="2482"/>
                </a:lnTo>
                <a:lnTo>
                  <a:pt x="4750" y="2482"/>
                </a:lnTo>
                <a:lnTo>
                  <a:pt x="4707" y="2482"/>
                </a:lnTo>
                <a:lnTo>
                  <a:pt x="4707" y="2482"/>
                </a:lnTo>
                <a:lnTo>
                  <a:pt x="4536" y="2461"/>
                </a:lnTo>
                <a:lnTo>
                  <a:pt x="4451" y="2461"/>
                </a:lnTo>
                <a:lnTo>
                  <a:pt x="4386" y="2439"/>
                </a:lnTo>
                <a:lnTo>
                  <a:pt x="4322" y="2396"/>
                </a:lnTo>
                <a:lnTo>
                  <a:pt x="4279" y="2332"/>
                </a:lnTo>
                <a:lnTo>
                  <a:pt x="4258" y="2268"/>
                </a:lnTo>
                <a:lnTo>
                  <a:pt x="4279" y="2140"/>
                </a:lnTo>
                <a:lnTo>
                  <a:pt x="4279" y="2140"/>
                </a:lnTo>
                <a:lnTo>
                  <a:pt x="4386" y="2182"/>
                </a:lnTo>
                <a:lnTo>
                  <a:pt x="4493" y="2204"/>
                </a:lnTo>
                <a:lnTo>
                  <a:pt x="4493" y="2204"/>
                </a:lnTo>
                <a:close/>
                <a:moveTo>
                  <a:pt x="4301" y="1626"/>
                </a:moveTo>
                <a:lnTo>
                  <a:pt x="4301" y="1626"/>
                </a:lnTo>
                <a:lnTo>
                  <a:pt x="4301" y="1690"/>
                </a:lnTo>
                <a:lnTo>
                  <a:pt x="4258" y="1733"/>
                </a:lnTo>
                <a:lnTo>
                  <a:pt x="4194" y="1819"/>
                </a:lnTo>
                <a:lnTo>
                  <a:pt x="4194" y="1819"/>
                </a:lnTo>
                <a:lnTo>
                  <a:pt x="4172" y="1755"/>
                </a:lnTo>
                <a:lnTo>
                  <a:pt x="4172" y="1690"/>
                </a:lnTo>
                <a:lnTo>
                  <a:pt x="4215" y="1648"/>
                </a:lnTo>
                <a:lnTo>
                  <a:pt x="4301" y="1626"/>
                </a:lnTo>
                <a:lnTo>
                  <a:pt x="4301" y="1626"/>
                </a:lnTo>
                <a:close/>
                <a:moveTo>
                  <a:pt x="4044" y="770"/>
                </a:moveTo>
                <a:lnTo>
                  <a:pt x="4044" y="770"/>
                </a:lnTo>
                <a:lnTo>
                  <a:pt x="4001" y="963"/>
                </a:lnTo>
                <a:lnTo>
                  <a:pt x="3959" y="1070"/>
                </a:lnTo>
                <a:lnTo>
                  <a:pt x="3937" y="1113"/>
                </a:lnTo>
                <a:lnTo>
                  <a:pt x="3937" y="1113"/>
                </a:lnTo>
                <a:lnTo>
                  <a:pt x="3873" y="1070"/>
                </a:lnTo>
                <a:lnTo>
                  <a:pt x="3809" y="984"/>
                </a:lnTo>
                <a:lnTo>
                  <a:pt x="3702" y="856"/>
                </a:lnTo>
                <a:lnTo>
                  <a:pt x="3702" y="856"/>
                </a:lnTo>
                <a:lnTo>
                  <a:pt x="3787" y="792"/>
                </a:lnTo>
                <a:lnTo>
                  <a:pt x="3894" y="728"/>
                </a:lnTo>
                <a:lnTo>
                  <a:pt x="3959" y="706"/>
                </a:lnTo>
                <a:lnTo>
                  <a:pt x="4001" y="706"/>
                </a:lnTo>
                <a:lnTo>
                  <a:pt x="4023" y="728"/>
                </a:lnTo>
                <a:lnTo>
                  <a:pt x="4044" y="770"/>
                </a:lnTo>
                <a:lnTo>
                  <a:pt x="4044" y="770"/>
                </a:lnTo>
                <a:close/>
                <a:moveTo>
                  <a:pt x="3488" y="385"/>
                </a:moveTo>
                <a:lnTo>
                  <a:pt x="3488" y="385"/>
                </a:lnTo>
                <a:lnTo>
                  <a:pt x="3466" y="514"/>
                </a:lnTo>
                <a:lnTo>
                  <a:pt x="3424" y="621"/>
                </a:lnTo>
                <a:lnTo>
                  <a:pt x="3402" y="663"/>
                </a:lnTo>
                <a:lnTo>
                  <a:pt x="3359" y="685"/>
                </a:lnTo>
                <a:lnTo>
                  <a:pt x="3295" y="663"/>
                </a:lnTo>
                <a:lnTo>
                  <a:pt x="3231" y="621"/>
                </a:lnTo>
                <a:lnTo>
                  <a:pt x="3231" y="621"/>
                </a:lnTo>
                <a:lnTo>
                  <a:pt x="3210" y="578"/>
                </a:lnTo>
                <a:lnTo>
                  <a:pt x="3210" y="535"/>
                </a:lnTo>
                <a:lnTo>
                  <a:pt x="3231" y="492"/>
                </a:lnTo>
                <a:lnTo>
                  <a:pt x="3274" y="449"/>
                </a:lnTo>
                <a:lnTo>
                  <a:pt x="3381" y="385"/>
                </a:lnTo>
                <a:lnTo>
                  <a:pt x="3445" y="385"/>
                </a:lnTo>
                <a:lnTo>
                  <a:pt x="3488" y="385"/>
                </a:lnTo>
                <a:lnTo>
                  <a:pt x="3488" y="385"/>
                </a:lnTo>
                <a:close/>
                <a:moveTo>
                  <a:pt x="2653" y="428"/>
                </a:moveTo>
                <a:lnTo>
                  <a:pt x="2653" y="428"/>
                </a:lnTo>
                <a:lnTo>
                  <a:pt x="2675" y="492"/>
                </a:lnTo>
                <a:lnTo>
                  <a:pt x="2696" y="535"/>
                </a:lnTo>
                <a:lnTo>
                  <a:pt x="2675" y="578"/>
                </a:lnTo>
                <a:lnTo>
                  <a:pt x="2611" y="578"/>
                </a:lnTo>
                <a:lnTo>
                  <a:pt x="2611" y="578"/>
                </a:lnTo>
                <a:lnTo>
                  <a:pt x="2568" y="578"/>
                </a:lnTo>
                <a:lnTo>
                  <a:pt x="2568" y="578"/>
                </a:lnTo>
                <a:lnTo>
                  <a:pt x="2589" y="492"/>
                </a:lnTo>
                <a:lnTo>
                  <a:pt x="2653" y="428"/>
                </a:lnTo>
                <a:lnTo>
                  <a:pt x="2653" y="428"/>
                </a:lnTo>
                <a:close/>
                <a:moveTo>
                  <a:pt x="2033" y="663"/>
                </a:moveTo>
                <a:lnTo>
                  <a:pt x="2033" y="663"/>
                </a:lnTo>
                <a:lnTo>
                  <a:pt x="1990" y="706"/>
                </a:lnTo>
                <a:lnTo>
                  <a:pt x="1947" y="728"/>
                </a:lnTo>
                <a:lnTo>
                  <a:pt x="1947" y="728"/>
                </a:lnTo>
                <a:lnTo>
                  <a:pt x="1969" y="663"/>
                </a:lnTo>
                <a:lnTo>
                  <a:pt x="1990" y="642"/>
                </a:lnTo>
                <a:lnTo>
                  <a:pt x="2012" y="642"/>
                </a:lnTo>
                <a:lnTo>
                  <a:pt x="2033" y="663"/>
                </a:lnTo>
                <a:lnTo>
                  <a:pt x="2033" y="663"/>
                </a:lnTo>
                <a:close/>
                <a:moveTo>
                  <a:pt x="599" y="2311"/>
                </a:moveTo>
                <a:lnTo>
                  <a:pt x="599" y="2311"/>
                </a:lnTo>
                <a:lnTo>
                  <a:pt x="557" y="2268"/>
                </a:lnTo>
                <a:lnTo>
                  <a:pt x="557" y="2247"/>
                </a:lnTo>
                <a:lnTo>
                  <a:pt x="599" y="2225"/>
                </a:lnTo>
                <a:lnTo>
                  <a:pt x="642" y="2247"/>
                </a:lnTo>
                <a:lnTo>
                  <a:pt x="642" y="2247"/>
                </a:lnTo>
                <a:lnTo>
                  <a:pt x="599" y="2311"/>
                </a:lnTo>
                <a:lnTo>
                  <a:pt x="599" y="2311"/>
                </a:lnTo>
                <a:close/>
                <a:moveTo>
                  <a:pt x="1070" y="2461"/>
                </a:moveTo>
                <a:lnTo>
                  <a:pt x="1070" y="2461"/>
                </a:lnTo>
                <a:lnTo>
                  <a:pt x="985" y="2354"/>
                </a:lnTo>
                <a:lnTo>
                  <a:pt x="920" y="2268"/>
                </a:lnTo>
                <a:lnTo>
                  <a:pt x="920" y="2247"/>
                </a:lnTo>
                <a:lnTo>
                  <a:pt x="920" y="2204"/>
                </a:lnTo>
                <a:lnTo>
                  <a:pt x="963" y="2182"/>
                </a:lnTo>
                <a:lnTo>
                  <a:pt x="1027" y="2182"/>
                </a:lnTo>
                <a:lnTo>
                  <a:pt x="1027" y="2182"/>
                </a:lnTo>
                <a:lnTo>
                  <a:pt x="1156" y="2161"/>
                </a:lnTo>
                <a:lnTo>
                  <a:pt x="1156" y="2161"/>
                </a:lnTo>
                <a:lnTo>
                  <a:pt x="1134" y="2311"/>
                </a:lnTo>
                <a:lnTo>
                  <a:pt x="1113" y="2396"/>
                </a:lnTo>
                <a:lnTo>
                  <a:pt x="1070" y="2461"/>
                </a:lnTo>
                <a:lnTo>
                  <a:pt x="1070" y="2461"/>
                </a:lnTo>
                <a:close/>
                <a:moveTo>
                  <a:pt x="985" y="3637"/>
                </a:moveTo>
                <a:lnTo>
                  <a:pt x="985" y="3637"/>
                </a:lnTo>
                <a:lnTo>
                  <a:pt x="963" y="3616"/>
                </a:lnTo>
                <a:lnTo>
                  <a:pt x="985" y="3595"/>
                </a:lnTo>
                <a:lnTo>
                  <a:pt x="1049" y="3573"/>
                </a:lnTo>
                <a:lnTo>
                  <a:pt x="1049" y="3573"/>
                </a:lnTo>
                <a:lnTo>
                  <a:pt x="1070" y="3573"/>
                </a:lnTo>
                <a:lnTo>
                  <a:pt x="1113" y="3595"/>
                </a:lnTo>
                <a:lnTo>
                  <a:pt x="1113" y="3595"/>
                </a:lnTo>
                <a:lnTo>
                  <a:pt x="1092" y="3637"/>
                </a:lnTo>
                <a:lnTo>
                  <a:pt x="1049" y="3637"/>
                </a:lnTo>
                <a:lnTo>
                  <a:pt x="985" y="3637"/>
                </a:lnTo>
                <a:lnTo>
                  <a:pt x="985" y="3637"/>
                </a:lnTo>
                <a:close/>
                <a:moveTo>
                  <a:pt x="1348" y="3937"/>
                </a:moveTo>
                <a:lnTo>
                  <a:pt x="1348" y="3937"/>
                </a:lnTo>
                <a:lnTo>
                  <a:pt x="1198" y="3873"/>
                </a:lnTo>
                <a:lnTo>
                  <a:pt x="1156" y="3851"/>
                </a:lnTo>
                <a:lnTo>
                  <a:pt x="1134" y="3809"/>
                </a:lnTo>
                <a:lnTo>
                  <a:pt x="1156" y="3787"/>
                </a:lnTo>
                <a:lnTo>
                  <a:pt x="1198" y="3744"/>
                </a:lnTo>
                <a:lnTo>
                  <a:pt x="1348" y="3680"/>
                </a:lnTo>
                <a:lnTo>
                  <a:pt x="1348" y="3680"/>
                </a:lnTo>
                <a:lnTo>
                  <a:pt x="1434" y="3659"/>
                </a:lnTo>
                <a:lnTo>
                  <a:pt x="1455" y="3637"/>
                </a:lnTo>
                <a:lnTo>
                  <a:pt x="1498" y="3659"/>
                </a:lnTo>
                <a:lnTo>
                  <a:pt x="1498" y="3659"/>
                </a:lnTo>
                <a:lnTo>
                  <a:pt x="1562" y="3744"/>
                </a:lnTo>
                <a:lnTo>
                  <a:pt x="1648" y="3830"/>
                </a:lnTo>
                <a:lnTo>
                  <a:pt x="1648" y="3830"/>
                </a:lnTo>
                <a:lnTo>
                  <a:pt x="1605" y="3873"/>
                </a:lnTo>
                <a:lnTo>
                  <a:pt x="1498" y="3894"/>
                </a:lnTo>
                <a:lnTo>
                  <a:pt x="1348" y="3937"/>
                </a:lnTo>
                <a:lnTo>
                  <a:pt x="1348" y="3937"/>
                </a:lnTo>
                <a:close/>
                <a:moveTo>
                  <a:pt x="3659" y="4793"/>
                </a:moveTo>
                <a:lnTo>
                  <a:pt x="3659" y="4793"/>
                </a:lnTo>
                <a:lnTo>
                  <a:pt x="3616" y="4857"/>
                </a:lnTo>
                <a:lnTo>
                  <a:pt x="3573" y="4921"/>
                </a:lnTo>
                <a:lnTo>
                  <a:pt x="3552" y="4985"/>
                </a:lnTo>
                <a:lnTo>
                  <a:pt x="3509" y="5028"/>
                </a:lnTo>
                <a:lnTo>
                  <a:pt x="3509" y="5028"/>
                </a:lnTo>
                <a:lnTo>
                  <a:pt x="3359" y="5028"/>
                </a:lnTo>
                <a:lnTo>
                  <a:pt x="3359" y="5028"/>
                </a:lnTo>
                <a:lnTo>
                  <a:pt x="3252" y="5114"/>
                </a:lnTo>
                <a:lnTo>
                  <a:pt x="3252" y="5114"/>
                </a:lnTo>
                <a:lnTo>
                  <a:pt x="3252" y="5028"/>
                </a:lnTo>
                <a:lnTo>
                  <a:pt x="3274" y="4943"/>
                </a:lnTo>
                <a:lnTo>
                  <a:pt x="3317" y="4836"/>
                </a:lnTo>
                <a:lnTo>
                  <a:pt x="3359" y="4750"/>
                </a:lnTo>
                <a:lnTo>
                  <a:pt x="3509" y="4579"/>
                </a:lnTo>
                <a:lnTo>
                  <a:pt x="3638" y="4450"/>
                </a:lnTo>
                <a:lnTo>
                  <a:pt x="3638" y="4450"/>
                </a:lnTo>
                <a:lnTo>
                  <a:pt x="3787" y="4386"/>
                </a:lnTo>
                <a:lnTo>
                  <a:pt x="4001" y="4322"/>
                </a:lnTo>
                <a:lnTo>
                  <a:pt x="4108" y="4301"/>
                </a:lnTo>
                <a:lnTo>
                  <a:pt x="4194" y="4301"/>
                </a:lnTo>
                <a:lnTo>
                  <a:pt x="4237" y="4322"/>
                </a:lnTo>
                <a:lnTo>
                  <a:pt x="4258" y="4343"/>
                </a:lnTo>
                <a:lnTo>
                  <a:pt x="4279" y="4386"/>
                </a:lnTo>
                <a:lnTo>
                  <a:pt x="4279" y="4429"/>
                </a:lnTo>
                <a:lnTo>
                  <a:pt x="4279" y="4429"/>
                </a:lnTo>
                <a:lnTo>
                  <a:pt x="4108" y="4493"/>
                </a:lnTo>
                <a:lnTo>
                  <a:pt x="3937" y="4579"/>
                </a:lnTo>
                <a:lnTo>
                  <a:pt x="3787" y="4664"/>
                </a:lnTo>
                <a:lnTo>
                  <a:pt x="3659" y="4793"/>
                </a:lnTo>
                <a:lnTo>
                  <a:pt x="3659" y="4793"/>
                </a:lnTo>
                <a:close/>
                <a:moveTo>
                  <a:pt x="5328" y="7039"/>
                </a:moveTo>
                <a:lnTo>
                  <a:pt x="5328" y="7039"/>
                </a:lnTo>
                <a:lnTo>
                  <a:pt x="5157" y="7146"/>
                </a:lnTo>
                <a:lnTo>
                  <a:pt x="4986" y="7253"/>
                </a:lnTo>
                <a:lnTo>
                  <a:pt x="4686" y="7510"/>
                </a:lnTo>
                <a:lnTo>
                  <a:pt x="4408" y="7788"/>
                </a:lnTo>
                <a:lnTo>
                  <a:pt x="4108" y="8066"/>
                </a:lnTo>
                <a:lnTo>
                  <a:pt x="4108" y="8066"/>
                </a:lnTo>
                <a:lnTo>
                  <a:pt x="4215" y="7917"/>
                </a:lnTo>
                <a:lnTo>
                  <a:pt x="4279" y="7852"/>
                </a:lnTo>
                <a:lnTo>
                  <a:pt x="4301" y="7767"/>
                </a:lnTo>
                <a:lnTo>
                  <a:pt x="4322" y="7681"/>
                </a:lnTo>
                <a:lnTo>
                  <a:pt x="4301" y="7617"/>
                </a:lnTo>
                <a:lnTo>
                  <a:pt x="4258" y="7531"/>
                </a:lnTo>
                <a:lnTo>
                  <a:pt x="4151" y="7467"/>
                </a:lnTo>
                <a:lnTo>
                  <a:pt x="4151" y="7467"/>
                </a:lnTo>
                <a:lnTo>
                  <a:pt x="4279" y="7403"/>
                </a:lnTo>
                <a:lnTo>
                  <a:pt x="4386" y="7360"/>
                </a:lnTo>
                <a:lnTo>
                  <a:pt x="4429" y="7339"/>
                </a:lnTo>
                <a:lnTo>
                  <a:pt x="4472" y="7296"/>
                </a:lnTo>
                <a:lnTo>
                  <a:pt x="4493" y="7232"/>
                </a:lnTo>
                <a:lnTo>
                  <a:pt x="4515" y="7168"/>
                </a:lnTo>
                <a:lnTo>
                  <a:pt x="4515" y="7168"/>
                </a:lnTo>
                <a:lnTo>
                  <a:pt x="4515" y="6954"/>
                </a:lnTo>
                <a:lnTo>
                  <a:pt x="4493" y="6761"/>
                </a:lnTo>
                <a:lnTo>
                  <a:pt x="4451" y="6547"/>
                </a:lnTo>
                <a:lnTo>
                  <a:pt x="4451" y="6333"/>
                </a:lnTo>
                <a:lnTo>
                  <a:pt x="4451" y="6333"/>
                </a:lnTo>
                <a:lnTo>
                  <a:pt x="4451" y="6205"/>
                </a:lnTo>
                <a:lnTo>
                  <a:pt x="4493" y="6055"/>
                </a:lnTo>
                <a:lnTo>
                  <a:pt x="4536" y="5991"/>
                </a:lnTo>
                <a:lnTo>
                  <a:pt x="4579" y="5948"/>
                </a:lnTo>
                <a:lnTo>
                  <a:pt x="4665" y="5927"/>
                </a:lnTo>
                <a:lnTo>
                  <a:pt x="4729" y="5948"/>
                </a:lnTo>
                <a:lnTo>
                  <a:pt x="4729" y="5948"/>
                </a:lnTo>
                <a:lnTo>
                  <a:pt x="4814" y="5969"/>
                </a:lnTo>
                <a:lnTo>
                  <a:pt x="4879" y="6034"/>
                </a:lnTo>
                <a:lnTo>
                  <a:pt x="5007" y="6183"/>
                </a:lnTo>
                <a:lnTo>
                  <a:pt x="5135" y="6355"/>
                </a:lnTo>
                <a:lnTo>
                  <a:pt x="5242" y="6483"/>
                </a:lnTo>
                <a:lnTo>
                  <a:pt x="5242" y="6483"/>
                </a:lnTo>
                <a:lnTo>
                  <a:pt x="5371" y="6547"/>
                </a:lnTo>
                <a:lnTo>
                  <a:pt x="5499" y="6590"/>
                </a:lnTo>
                <a:lnTo>
                  <a:pt x="5563" y="6611"/>
                </a:lnTo>
                <a:lnTo>
                  <a:pt x="5606" y="6654"/>
                </a:lnTo>
                <a:lnTo>
                  <a:pt x="5627" y="6718"/>
                </a:lnTo>
                <a:lnTo>
                  <a:pt x="5649" y="6783"/>
                </a:lnTo>
                <a:lnTo>
                  <a:pt x="5649" y="6783"/>
                </a:lnTo>
                <a:lnTo>
                  <a:pt x="5627" y="6847"/>
                </a:lnTo>
                <a:lnTo>
                  <a:pt x="5606" y="6890"/>
                </a:lnTo>
                <a:lnTo>
                  <a:pt x="5542" y="6932"/>
                </a:lnTo>
                <a:lnTo>
                  <a:pt x="5435" y="6975"/>
                </a:lnTo>
                <a:lnTo>
                  <a:pt x="5328" y="7039"/>
                </a:lnTo>
                <a:lnTo>
                  <a:pt x="5328" y="7039"/>
                </a:lnTo>
                <a:close/>
                <a:moveTo>
                  <a:pt x="8708" y="8323"/>
                </a:moveTo>
                <a:lnTo>
                  <a:pt x="8708" y="8323"/>
                </a:lnTo>
                <a:lnTo>
                  <a:pt x="8623" y="8430"/>
                </a:lnTo>
                <a:lnTo>
                  <a:pt x="8516" y="8537"/>
                </a:lnTo>
                <a:lnTo>
                  <a:pt x="8302" y="8708"/>
                </a:lnTo>
                <a:lnTo>
                  <a:pt x="8045" y="8837"/>
                </a:lnTo>
                <a:lnTo>
                  <a:pt x="7788" y="8944"/>
                </a:lnTo>
                <a:lnTo>
                  <a:pt x="7788" y="8944"/>
                </a:lnTo>
                <a:lnTo>
                  <a:pt x="7553" y="9008"/>
                </a:lnTo>
                <a:lnTo>
                  <a:pt x="7296" y="9093"/>
                </a:lnTo>
                <a:lnTo>
                  <a:pt x="7018" y="9136"/>
                </a:lnTo>
                <a:lnTo>
                  <a:pt x="6911" y="9136"/>
                </a:lnTo>
                <a:lnTo>
                  <a:pt x="6783" y="9115"/>
                </a:lnTo>
                <a:lnTo>
                  <a:pt x="6783" y="9115"/>
                </a:lnTo>
                <a:lnTo>
                  <a:pt x="6868" y="9050"/>
                </a:lnTo>
                <a:lnTo>
                  <a:pt x="6997" y="9008"/>
                </a:lnTo>
                <a:lnTo>
                  <a:pt x="7211" y="8944"/>
                </a:lnTo>
                <a:lnTo>
                  <a:pt x="7211" y="8944"/>
                </a:lnTo>
                <a:lnTo>
                  <a:pt x="7446" y="8837"/>
                </a:lnTo>
                <a:lnTo>
                  <a:pt x="7639" y="8687"/>
                </a:lnTo>
                <a:lnTo>
                  <a:pt x="7639" y="8687"/>
                </a:lnTo>
                <a:lnTo>
                  <a:pt x="7810" y="8558"/>
                </a:lnTo>
                <a:lnTo>
                  <a:pt x="7938" y="8409"/>
                </a:lnTo>
                <a:lnTo>
                  <a:pt x="8152" y="8066"/>
                </a:lnTo>
                <a:lnTo>
                  <a:pt x="8152" y="8066"/>
                </a:lnTo>
                <a:lnTo>
                  <a:pt x="8173" y="8045"/>
                </a:lnTo>
                <a:lnTo>
                  <a:pt x="8216" y="8045"/>
                </a:lnTo>
                <a:lnTo>
                  <a:pt x="8238" y="8023"/>
                </a:lnTo>
                <a:lnTo>
                  <a:pt x="8259" y="7981"/>
                </a:lnTo>
                <a:lnTo>
                  <a:pt x="8259" y="7981"/>
                </a:lnTo>
                <a:lnTo>
                  <a:pt x="8259" y="7959"/>
                </a:lnTo>
                <a:lnTo>
                  <a:pt x="8216" y="7959"/>
                </a:lnTo>
                <a:lnTo>
                  <a:pt x="8195" y="7938"/>
                </a:lnTo>
                <a:lnTo>
                  <a:pt x="8195" y="7938"/>
                </a:lnTo>
                <a:lnTo>
                  <a:pt x="8152" y="7917"/>
                </a:lnTo>
                <a:lnTo>
                  <a:pt x="8131" y="7895"/>
                </a:lnTo>
                <a:lnTo>
                  <a:pt x="8109" y="7852"/>
                </a:lnTo>
                <a:lnTo>
                  <a:pt x="8131" y="7788"/>
                </a:lnTo>
                <a:lnTo>
                  <a:pt x="8131" y="7788"/>
                </a:lnTo>
                <a:lnTo>
                  <a:pt x="8152" y="7767"/>
                </a:lnTo>
                <a:lnTo>
                  <a:pt x="8173" y="7745"/>
                </a:lnTo>
                <a:lnTo>
                  <a:pt x="8259" y="7724"/>
                </a:lnTo>
                <a:lnTo>
                  <a:pt x="8302" y="7681"/>
                </a:lnTo>
                <a:lnTo>
                  <a:pt x="8323" y="7660"/>
                </a:lnTo>
                <a:lnTo>
                  <a:pt x="8323" y="7617"/>
                </a:lnTo>
                <a:lnTo>
                  <a:pt x="8323" y="7617"/>
                </a:lnTo>
                <a:lnTo>
                  <a:pt x="8302" y="7574"/>
                </a:lnTo>
                <a:lnTo>
                  <a:pt x="8259" y="7553"/>
                </a:lnTo>
                <a:lnTo>
                  <a:pt x="8195" y="7553"/>
                </a:lnTo>
                <a:lnTo>
                  <a:pt x="8131" y="7574"/>
                </a:lnTo>
                <a:lnTo>
                  <a:pt x="8109" y="7574"/>
                </a:lnTo>
                <a:lnTo>
                  <a:pt x="8088" y="7553"/>
                </a:lnTo>
                <a:lnTo>
                  <a:pt x="8088" y="7553"/>
                </a:lnTo>
                <a:lnTo>
                  <a:pt x="8088" y="7531"/>
                </a:lnTo>
                <a:lnTo>
                  <a:pt x="8109" y="7510"/>
                </a:lnTo>
                <a:lnTo>
                  <a:pt x="8216" y="7467"/>
                </a:lnTo>
                <a:lnTo>
                  <a:pt x="8323" y="7403"/>
                </a:lnTo>
                <a:lnTo>
                  <a:pt x="8345" y="7382"/>
                </a:lnTo>
                <a:lnTo>
                  <a:pt x="8366" y="7339"/>
                </a:lnTo>
                <a:lnTo>
                  <a:pt x="8366" y="7339"/>
                </a:lnTo>
                <a:lnTo>
                  <a:pt x="8345" y="7275"/>
                </a:lnTo>
                <a:lnTo>
                  <a:pt x="8323" y="7232"/>
                </a:lnTo>
                <a:lnTo>
                  <a:pt x="8280" y="7232"/>
                </a:lnTo>
                <a:lnTo>
                  <a:pt x="8216" y="7253"/>
                </a:lnTo>
                <a:lnTo>
                  <a:pt x="8088" y="7296"/>
                </a:lnTo>
                <a:lnTo>
                  <a:pt x="8002" y="7317"/>
                </a:lnTo>
                <a:lnTo>
                  <a:pt x="8002" y="7317"/>
                </a:lnTo>
                <a:lnTo>
                  <a:pt x="8024" y="7275"/>
                </a:lnTo>
                <a:lnTo>
                  <a:pt x="8045" y="7232"/>
                </a:lnTo>
                <a:lnTo>
                  <a:pt x="8173" y="7168"/>
                </a:lnTo>
                <a:lnTo>
                  <a:pt x="8280" y="7125"/>
                </a:lnTo>
                <a:lnTo>
                  <a:pt x="8345" y="7082"/>
                </a:lnTo>
                <a:lnTo>
                  <a:pt x="8366" y="7039"/>
                </a:lnTo>
                <a:lnTo>
                  <a:pt x="8366" y="7039"/>
                </a:lnTo>
                <a:lnTo>
                  <a:pt x="8387" y="6975"/>
                </a:lnTo>
                <a:lnTo>
                  <a:pt x="8366" y="6932"/>
                </a:lnTo>
                <a:lnTo>
                  <a:pt x="8323" y="6911"/>
                </a:lnTo>
                <a:lnTo>
                  <a:pt x="8280" y="6911"/>
                </a:lnTo>
                <a:lnTo>
                  <a:pt x="8152" y="6911"/>
                </a:lnTo>
                <a:lnTo>
                  <a:pt x="8067" y="6954"/>
                </a:lnTo>
                <a:lnTo>
                  <a:pt x="8067" y="6954"/>
                </a:lnTo>
                <a:lnTo>
                  <a:pt x="7917" y="7018"/>
                </a:lnTo>
                <a:lnTo>
                  <a:pt x="7853" y="7039"/>
                </a:lnTo>
                <a:lnTo>
                  <a:pt x="7788" y="6996"/>
                </a:lnTo>
                <a:lnTo>
                  <a:pt x="7681" y="6932"/>
                </a:lnTo>
                <a:lnTo>
                  <a:pt x="7681" y="6932"/>
                </a:lnTo>
                <a:lnTo>
                  <a:pt x="7574" y="6847"/>
                </a:lnTo>
                <a:lnTo>
                  <a:pt x="7446" y="6804"/>
                </a:lnTo>
                <a:lnTo>
                  <a:pt x="7168" y="6718"/>
                </a:lnTo>
                <a:lnTo>
                  <a:pt x="7168" y="6718"/>
                </a:lnTo>
                <a:lnTo>
                  <a:pt x="7232" y="6611"/>
                </a:lnTo>
                <a:lnTo>
                  <a:pt x="7253" y="6504"/>
                </a:lnTo>
                <a:lnTo>
                  <a:pt x="7275" y="6462"/>
                </a:lnTo>
                <a:lnTo>
                  <a:pt x="7253" y="6419"/>
                </a:lnTo>
                <a:lnTo>
                  <a:pt x="7211" y="6397"/>
                </a:lnTo>
                <a:lnTo>
                  <a:pt x="7146" y="6397"/>
                </a:lnTo>
                <a:lnTo>
                  <a:pt x="7146" y="6397"/>
                </a:lnTo>
                <a:lnTo>
                  <a:pt x="7082" y="6419"/>
                </a:lnTo>
                <a:lnTo>
                  <a:pt x="7018" y="6462"/>
                </a:lnTo>
                <a:lnTo>
                  <a:pt x="6868" y="6590"/>
                </a:lnTo>
                <a:lnTo>
                  <a:pt x="6740" y="6761"/>
                </a:lnTo>
                <a:lnTo>
                  <a:pt x="6676" y="6890"/>
                </a:lnTo>
                <a:lnTo>
                  <a:pt x="6676" y="6890"/>
                </a:lnTo>
                <a:lnTo>
                  <a:pt x="6676" y="6975"/>
                </a:lnTo>
                <a:lnTo>
                  <a:pt x="6697" y="7061"/>
                </a:lnTo>
                <a:lnTo>
                  <a:pt x="6719" y="7146"/>
                </a:lnTo>
                <a:lnTo>
                  <a:pt x="6719" y="7210"/>
                </a:lnTo>
                <a:lnTo>
                  <a:pt x="6719" y="7210"/>
                </a:lnTo>
                <a:lnTo>
                  <a:pt x="6676" y="7296"/>
                </a:lnTo>
                <a:lnTo>
                  <a:pt x="6633" y="7339"/>
                </a:lnTo>
                <a:lnTo>
                  <a:pt x="6505" y="7446"/>
                </a:lnTo>
                <a:lnTo>
                  <a:pt x="6505" y="7446"/>
                </a:lnTo>
                <a:lnTo>
                  <a:pt x="6376" y="7553"/>
                </a:lnTo>
                <a:lnTo>
                  <a:pt x="6248" y="7681"/>
                </a:lnTo>
                <a:lnTo>
                  <a:pt x="6098" y="7788"/>
                </a:lnTo>
                <a:lnTo>
                  <a:pt x="5970" y="7895"/>
                </a:lnTo>
                <a:lnTo>
                  <a:pt x="5970" y="7895"/>
                </a:lnTo>
                <a:lnTo>
                  <a:pt x="5927" y="7810"/>
                </a:lnTo>
                <a:lnTo>
                  <a:pt x="5884" y="7745"/>
                </a:lnTo>
                <a:lnTo>
                  <a:pt x="5820" y="7703"/>
                </a:lnTo>
                <a:lnTo>
                  <a:pt x="5734" y="7681"/>
                </a:lnTo>
                <a:lnTo>
                  <a:pt x="5734" y="7681"/>
                </a:lnTo>
                <a:lnTo>
                  <a:pt x="5991" y="7489"/>
                </a:lnTo>
                <a:lnTo>
                  <a:pt x="5991" y="7489"/>
                </a:lnTo>
                <a:lnTo>
                  <a:pt x="6098" y="7382"/>
                </a:lnTo>
                <a:lnTo>
                  <a:pt x="6141" y="7360"/>
                </a:lnTo>
                <a:lnTo>
                  <a:pt x="6141" y="7317"/>
                </a:lnTo>
                <a:lnTo>
                  <a:pt x="6120" y="7210"/>
                </a:lnTo>
                <a:lnTo>
                  <a:pt x="6055" y="7061"/>
                </a:lnTo>
                <a:lnTo>
                  <a:pt x="6055" y="7061"/>
                </a:lnTo>
                <a:lnTo>
                  <a:pt x="6013" y="6932"/>
                </a:lnTo>
                <a:lnTo>
                  <a:pt x="5991" y="6761"/>
                </a:lnTo>
                <a:lnTo>
                  <a:pt x="5970" y="6590"/>
                </a:lnTo>
                <a:lnTo>
                  <a:pt x="5991" y="6419"/>
                </a:lnTo>
                <a:lnTo>
                  <a:pt x="6034" y="6269"/>
                </a:lnTo>
                <a:lnTo>
                  <a:pt x="6120" y="6141"/>
                </a:lnTo>
                <a:lnTo>
                  <a:pt x="6184" y="6076"/>
                </a:lnTo>
                <a:lnTo>
                  <a:pt x="6248" y="6034"/>
                </a:lnTo>
                <a:lnTo>
                  <a:pt x="6312" y="6012"/>
                </a:lnTo>
                <a:lnTo>
                  <a:pt x="6419" y="5991"/>
                </a:lnTo>
                <a:lnTo>
                  <a:pt x="6419" y="5991"/>
                </a:lnTo>
                <a:lnTo>
                  <a:pt x="6526" y="6012"/>
                </a:lnTo>
                <a:lnTo>
                  <a:pt x="6676" y="6055"/>
                </a:lnTo>
                <a:lnTo>
                  <a:pt x="6804" y="6055"/>
                </a:lnTo>
                <a:lnTo>
                  <a:pt x="6847" y="6034"/>
                </a:lnTo>
                <a:lnTo>
                  <a:pt x="6868" y="6012"/>
                </a:lnTo>
                <a:lnTo>
                  <a:pt x="6868" y="6012"/>
                </a:lnTo>
                <a:lnTo>
                  <a:pt x="6847" y="5948"/>
                </a:lnTo>
                <a:lnTo>
                  <a:pt x="6804" y="5884"/>
                </a:lnTo>
                <a:lnTo>
                  <a:pt x="6740" y="5863"/>
                </a:lnTo>
                <a:lnTo>
                  <a:pt x="6676" y="5820"/>
                </a:lnTo>
                <a:lnTo>
                  <a:pt x="6526" y="5798"/>
                </a:lnTo>
                <a:lnTo>
                  <a:pt x="6398" y="5798"/>
                </a:lnTo>
                <a:lnTo>
                  <a:pt x="6398" y="5798"/>
                </a:lnTo>
                <a:lnTo>
                  <a:pt x="6248" y="5798"/>
                </a:lnTo>
                <a:lnTo>
                  <a:pt x="6120" y="5820"/>
                </a:lnTo>
                <a:lnTo>
                  <a:pt x="6013" y="5884"/>
                </a:lnTo>
                <a:lnTo>
                  <a:pt x="5906" y="5991"/>
                </a:lnTo>
                <a:lnTo>
                  <a:pt x="5906" y="5991"/>
                </a:lnTo>
                <a:lnTo>
                  <a:pt x="5820" y="6119"/>
                </a:lnTo>
                <a:lnTo>
                  <a:pt x="5756" y="6205"/>
                </a:lnTo>
                <a:lnTo>
                  <a:pt x="5713" y="6248"/>
                </a:lnTo>
                <a:lnTo>
                  <a:pt x="5670" y="6248"/>
                </a:lnTo>
                <a:lnTo>
                  <a:pt x="5606" y="6248"/>
                </a:lnTo>
                <a:lnTo>
                  <a:pt x="5542" y="6226"/>
                </a:lnTo>
                <a:lnTo>
                  <a:pt x="5542" y="6226"/>
                </a:lnTo>
                <a:lnTo>
                  <a:pt x="5392" y="6162"/>
                </a:lnTo>
                <a:lnTo>
                  <a:pt x="5285" y="6055"/>
                </a:lnTo>
                <a:lnTo>
                  <a:pt x="5199" y="5948"/>
                </a:lnTo>
                <a:lnTo>
                  <a:pt x="5114" y="5820"/>
                </a:lnTo>
                <a:lnTo>
                  <a:pt x="5050" y="5691"/>
                </a:lnTo>
                <a:lnTo>
                  <a:pt x="5007" y="5542"/>
                </a:lnTo>
                <a:lnTo>
                  <a:pt x="4921" y="5263"/>
                </a:lnTo>
                <a:lnTo>
                  <a:pt x="4921" y="5263"/>
                </a:lnTo>
                <a:lnTo>
                  <a:pt x="4857" y="4921"/>
                </a:lnTo>
                <a:lnTo>
                  <a:pt x="4772" y="4579"/>
                </a:lnTo>
                <a:lnTo>
                  <a:pt x="4772" y="4579"/>
                </a:lnTo>
                <a:lnTo>
                  <a:pt x="4686" y="4322"/>
                </a:lnTo>
                <a:lnTo>
                  <a:pt x="4686" y="4322"/>
                </a:lnTo>
                <a:lnTo>
                  <a:pt x="4707" y="4215"/>
                </a:lnTo>
                <a:lnTo>
                  <a:pt x="4707" y="4215"/>
                </a:lnTo>
                <a:lnTo>
                  <a:pt x="4622" y="4151"/>
                </a:lnTo>
                <a:lnTo>
                  <a:pt x="4622" y="4151"/>
                </a:lnTo>
                <a:lnTo>
                  <a:pt x="4558" y="4044"/>
                </a:lnTo>
                <a:lnTo>
                  <a:pt x="4536" y="3980"/>
                </a:lnTo>
                <a:lnTo>
                  <a:pt x="4536" y="3916"/>
                </a:lnTo>
                <a:lnTo>
                  <a:pt x="4536" y="3916"/>
                </a:lnTo>
                <a:lnTo>
                  <a:pt x="4558" y="3873"/>
                </a:lnTo>
                <a:lnTo>
                  <a:pt x="4600" y="3830"/>
                </a:lnTo>
                <a:lnTo>
                  <a:pt x="4622" y="3787"/>
                </a:lnTo>
                <a:lnTo>
                  <a:pt x="4600" y="3744"/>
                </a:lnTo>
                <a:lnTo>
                  <a:pt x="4579" y="3723"/>
                </a:lnTo>
                <a:lnTo>
                  <a:pt x="4579" y="3723"/>
                </a:lnTo>
                <a:lnTo>
                  <a:pt x="4558" y="3702"/>
                </a:lnTo>
                <a:lnTo>
                  <a:pt x="4515" y="3723"/>
                </a:lnTo>
                <a:lnTo>
                  <a:pt x="4493" y="3723"/>
                </a:lnTo>
                <a:lnTo>
                  <a:pt x="4472" y="3723"/>
                </a:lnTo>
                <a:lnTo>
                  <a:pt x="4472" y="3723"/>
                </a:lnTo>
                <a:lnTo>
                  <a:pt x="4451" y="3723"/>
                </a:lnTo>
                <a:lnTo>
                  <a:pt x="4429" y="3723"/>
                </a:lnTo>
                <a:lnTo>
                  <a:pt x="4408" y="3766"/>
                </a:lnTo>
                <a:lnTo>
                  <a:pt x="4408" y="3766"/>
                </a:lnTo>
                <a:lnTo>
                  <a:pt x="4386" y="3766"/>
                </a:lnTo>
                <a:lnTo>
                  <a:pt x="4365" y="3680"/>
                </a:lnTo>
                <a:lnTo>
                  <a:pt x="4365" y="3680"/>
                </a:lnTo>
                <a:lnTo>
                  <a:pt x="4365" y="3637"/>
                </a:lnTo>
                <a:lnTo>
                  <a:pt x="4386" y="3595"/>
                </a:lnTo>
                <a:lnTo>
                  <a:pt x="4429" y="3552"/>
                </a:lnTo>
                <a:lnTo>
                  <a:pt x="4451" y="3509"/>
                </a:lnTo>
                <a:lnTo>
                  <a:pt x="4451" y="3509"/>
                </a:lnTo>
                <a:lnTo>
                  <a:pt x="4451" y="3445"/>
                </a:lnTo>
                <a:lnTo>
                  <a:pt x="4451" y="3402"/>
                </a:lnTo>
                <a:lnTo>
                  <a:pt x="4429" y="3381"/>
                </a:lnTo>
                <a:lnTo>
                  <a:pt x="4408" y="3381"/>
                </a:lnTo>
                <a:lnTo>
                  <a:pt x="4322" y="3423"/>
                </a:lnTo>
                <a:lnTo>
                  <a:pt x="4237" y="3488"/>
                </a:lnTo>
                <a:lnTo>
                  <a:pt x="4237" y="3488"/>
                </a:lnTo>
                <a:lnTo>
                  <a:pt x="4215" y="3423"/>
                </a:lnTo>
                <a:lnTo>
                  <a:pt x="4215" y="3359"/>
                </a:lnTo>
                <a:lnTo>
                  <a:pt x="4258" y="3274"/>
                </a:lnTo>
                <a:lnTo>
                  <a:pt x="4279" y="3209"/>
                </a:lnTo>
                <a:lnTo>
                  <a:pt x="4301" y="3167"/>
                </a:lnTo>
                <a:lnTo>
                  <a:pt x="4279" y="3124"/>
                </a:lnTo>
                <a:lnTo>
                  <a:pt x="4237" y="3081"/>
                </a:lnTo>
                <a:lnTo>
                  <a:pt x="4237" y="3081"/>
                </a:lnTo>
                <a:lnTo>
                  <a:pt x="4108" y="3102"/>
                </a:lnTo>
                <a:lnTo>
                  <a:pt x="4108" y="3102"/>
                </a:lnTo>
                <a:lnTo>
                  <a:pt x="4066" y="3102"/>
                </a:lnTo>
                <a:lnTo>
                  <a:pt x="4044" y="3081"/>
                </a:lnTo>
                <a:lnTo>
                  <a:pt x="4023" y="3060"/>
                </a:lnTo>
                <a:lnTo>
                  <a:pt x="3937" y="3081"/>
                </a:lnTo>
                <a:lnTo>
                  <a:pt x="3937" y="3081"/>
                </a:lnTo>
                <a:lnTo>
                  <a:pt x="3959" y="2867"/>
                </a:lnTo>
                <a:lnTo>
                  <a:pt x="4001" y="2546"/>
                </a:lnTo>
                <a:lnTo>
                  <a:pt x="4001" y="2418"/>
                </a:lnTo>
                <a:lnTo>
                  <a:pt x="3959" y="2289"/>
                </a:lnTo>
                <a:lnTo>
                  <a:pt x="3937" y="2247"/>
                </a:lnTo>
                <a:lnTo>
                  <a:pt x="3894" y="2204"/>
                </a:lnTo>
                <a:lnTo>
                  <a:pt x="3830" y="2182"/>
                </a:lnTo>
                <a:lnTo>
                  <a:pt x="3766" y="2182"/>
                </a:lnTo>
                <a:lnTo>
                  <a:pt x="3766" y="2182"/>
                </a:lnTo>
                <a:lnTo>
                  <a:pt x="3702" y="2204"/>
                </a:lnTo>
                <a:lnTo>
                  <a:pt x="3659" y="2225"/>
                </a:lnTo>
                <a:lnTo>
                  <a:pt x="3638" y="2289"/>
                </a:lnTo>
                <a:lnTo>
                  <a:pt x="3638" y="2354"/>
                </a:lnTo>
                <a:lnTo>
                  <a:pt x="3638" y="2503"/>
                </a:lnTo>
                <a:lnTo>
                  <a:pt x="3616" y="2653"/>
                </a:lnTo>
                <a:lnTo>
                  <a:pt x="3616" y="2653"/>
                </a:lnTo>
                <a:lnTo>
                  <a:pt x="3552" y="2760"/>
                </a:lnTo>
                <a:lnTo>
                  <a:pt x="3488" y="2824"/>
                </a:lnTo>
                <a:lnTo>
                  <a:pt x="3338" y="2974"/>
                </a:lnTo>
                <a:lnTo>
                  <a:pt x="3338" y="2974"/>
                </a:lnTo>
                <a:lnTo>
                  <a:pt x="3274" y="3060"/>
                </a:lnTo>
                <a:lnTo>
                  <a:pt x="3231" y="3102"/>
                </a:lnTo>
                <a:lnTo>
                  <a:pt x="3188" y="3145"/>
                </a:lnTo>
                <a:lnTo>
                  <a:pt x="3188" y="3145"/>
                </a:lnTo>
                <a:lnTo>
                  <a:pt x="3145" y="3145"/>
                </a:lnTo>
                <a:lnTo>
                  <a:pt x="3103" y="3145"/>
                </a:lnTo>
                <a:lnTo>
                  <a:pt x="3060" y="3124"/>
                </a:lnTo>
                <a:lnTo>
                  <a:pt x="3017" y="3124"/>
                </a:lnTo>
                <a:lnTo>
                  <a:pt x="3017" y="3124"/>
                </a:lnTo>
                <a:lnTo>
                  <a:pt x="2953" y="3167"/>
                </a:lnTo>
                <a:lnTo>
                  <a:pt x="2932" y="3188"/>
                </a:lnTo>
                <a:lnTo>
                  <a:pt x="2953" y="3209"/>
                </a:lnTo>
                <a:lnTo>
                  <a:pt x="2953" y="3252"/>
                </a:lnTo>
                <a:lnTo>
                  <a:pt x="2953" y="3295"/>
                </a:lnTo>
                <a:lnTo>
                  <a:pt x="2932" y="3338"/>
                </a:lnTo>
                <a:lnTo>
                  <a:pt x="2932" y="3338"/>
                </a:lnTo>
                <a:lnTo>
                  <a:pt x="2889" y="3381"/>
                </a:lnTo>
                <a:lnTo>
                  <a:pt x="2825" y="3402"/>
                </a:lnTo>
                <a:lnTo>
                  <a:pt x="2782" y="3402"/>
                </a:lnTo>
                <a:lnTo>
                  <a:pt x="2739" y="3359"/>
                </a:lnTo>
                <a:lnTo>
                  <a:pt x="2632" y="3274"/>
                </a:lnTo>
                <a:lnTo>
                  <a:pt x="2589" y="3252"/>
                </a:lnTo>
                <a:lnTo>
                  <a:pt x="2546" y="3252"/>
                </a:lnTo>
                <a:lnTo>
                  <a:pt x="2546" y="3252"/>
                </a:lnTo>
                <a:lnTo>
                  <a:pt x="2504" y="3274"/>
                </a:lnTo>
                <a:lnTo>
                  <a:pt x="2482" y="3295"/>
                </a:lnTo>
                <a:lnTo>
                  <a:pt x="2482" y="3338"/>
                </a:lnTo>
                <a:lnTo>
                  <a:pt x="2504" y="3381"/>
                </a:lnTo>
                <a:lnTo>
                  <a:pt x="2611" y="3509"/>
                </a:lnTo>
                <a:lnTo>
                  <a:pt x="2611" y="3509"/>
                </a:lnTo>
                <a:lnTo>
                  <a:pt x="2504" y="3488"/>
                </a:lnTo>
                <a:lnTo>
                  <a:pt x="2397" y="3445"/>
                </a:lnTo>
                <a:lnTo>
                  <a:pt x="2290" y="3402"/>
                </a:lnTo>
                <a:lnTo>
                  <a:pt x="2225" y="3381"/>
                </a:lnTo>
                <a:lnTo>
                  <a:pt x="2225" y="3381"/>
                </a:lnTo>
                <a:lnTo>
                  <a:pt x="2140" y="3381"/>
                </a:lnTo>
                <a:lnTo>
                  <a:pt x="2119" y="3402"/>
                </a:lnTo>
                <a:lnTo>
                  <a:pt x="2119" y="3445"/>
                </a:lnTo>
                <a:lnTo>
                  <a:pt x="2140" y="3488"/>
                </a:lnTo>
                <a:lnTo>
                  <a:pt x="2268" y="3637"/>
                </a:lnTo>
                <a:lnTo>
                  <a:pt x="2268" y="3637"/>
                </a:lnTo>
                <a:lnTo>
                  <a:pt x="2204" y="3659"/>
                </a:lnTo>
                <a:lnTo>
                  <a:pt x="2161" y="3659"/>
                </a:lnTo>
                <a:lnTo>
                  <a:pt x="2054" y="3616"/>
                </a:lnTo>
                <a:lnTo>
                  <a:pt x="1990" y="3573"/>
                </a:lnTo>
                <a:lnTo>
                  <a:pt x="1947" y="3573"/>
                </a:lnTo>
                <a:lnTo>
                  <a:pt x="1905" y="3573"/>
                </a:lnTo>
                <a:lnTo>
                  <a:pt x="1905" y="3573"/>
                </a:lnTo>
                <a:lnTo>
                  <a:pt x="1840" y="3595"/>
                </a:lnTo>
                <a:lnTo>
                  <a:pt x="1819" y="3637"/>
                </a:lnTo>
                <a:lnTo>
                  <a:pt x="1798" y="3680"/>
                </a:lnTo>
                <a:lnTo>
                  <a:pt x="1840" y="3723"/>
                </a:lnTo>
                <a:lnTo>
                  <a:pt x="1840" y="3723"/>
                </a:lnTo>
                <a:lnTo>
                  <a:pt x="1712" y="3659"/>
                </a:lnTo>
                <a:lnTo>
                  <a:pt x="1648" y="3616"/>
                </a:lnTo>
                <a:lnTo>
                  <a:pt x="1626" y="3595"/>
                </a:lnTo>
                <a:lnTo>
                  <a:pt x="1626" y="3552"/>
                </a:lnTo>
                <a:lnTo>
                  <a:pt x="1626" y="3552"/>
                </a:lnTo>
                <a:lnTo>
                  <a:pt x="1648" y="3530"/>
                </a:lnTo>
                <a:lnTo>
                  <a:pt x="1691" y="3488"/>
                </a:lnTo>
                <a:lnTo>
                  <a:pt x="1862" y="3402"/>
                </a:lnTo>
                <a:lnTo>
                  <a:pt x="2119" y="3252"/>
                </a:lnTo>
                <a:lnTo>
                  <a:pt x="2119" y="3252"/>
                </a:lnTo>
                <a:lnTo>
                  <a:pt x="2247" y="3167"/>
                </a:lnTo>
                <a:lnTo>
                  <a:pt x="2332" y="3102"/>
                </a:lnTo>
                <a:lnTo>
                  <a:pt x="2375" y="3017"/>
                </a:lnTo>
                <a:lnTo>
                  <a:pt x="2418" y="2931"/>
                </a:lnTo>
                <a:lnTo>
                  <a:pt x="2439" y="2846"/>
                </a:lnTo>
                <a:lnTo>
                  <a:pt x="2439" y="2739"/>
                </a:lnTo>
                <a:lnTo>
                  <a:pt x="2375" y="2482"/>
                </a:lnTo>
                <a:lnTo>
                  <a:pt x="2375" y="2482"/>
                </a:lnTo>
                <a:lnTo>
                  <a:pt x="2290" y="2247"/>
                </a:lnTo>
                <a:lnTo>
                  <a:pt x="2225" y="2140"/>
                </a:lnTo>
                <a:lnTo>
                  <a:pt x="2161" y="2033"/>
                </a:lnTo>
                <a:lnTo>
                  <a:pt x="2076" y="1968"/>
                </a:lnTo>
                <a:lnTo>
                  <a:pt x="1990" y="1904"/>
                </a:lnTo>
                <a:lnTo>
                  <a:pt x="1862" y="1883"/>
                </a:lnTo>
                <a:lnTo>
                  <a:pt x="1733" y="1883"/>
                </a:lnTo>
                <a:lnTo>
                  <a:pt x="1733" y="1883"/>
                </a:lnTo>
                <a:lnTo>
                  <a:pt x="1412" y="1904"/>
                </a:lnTo>
                <a:lnTo>
                  <a:pt x="1092" y="1968"/>
                </a:lnTo>
                <a:lnTo>
                  <a:pt x="771" y="2033"/>
                </a:lnTo>
                <a:lnTo>
                  <a:pt x="471" y="2075"/>
                </a:lnTo>
                <a:lnTo>
                  <a:pt x="471" y="2075"/>
                </a:lnTo>
                <a:lnTo>
                  <a:pt x="343" y="2075"/>
                </a:lnTo>
                <a:lnTo>
                  <a:pt x="257" y="2075"/>
                </a:lnTo>
                <a:lnTo>
                  <a:pt x="257" y="2054"/>
                </a:lnTo>
                <a:lnTo>
                  <a:pt x="257" y="2011"/>
                </a:lnTo>
                <a:lnTo>
                  <a:pt x="300" y="1883"/>
                </a:lnTo>
                <a:lnTo>
                  <a:pt x="300" y="1883"/>
                </a:lnTo>
                <a:lnTo>
                  <a:pt x="385" y="1797"/>
                </a:lnTo>
                <a:lnTo>
                  <a:pt x="514" y="1733"/>
                </a:lnTo>
                <a:lnTo>
                  <a:pt x="749" y="1648"/>
                </a:lnTo>
                <a:lnTo>
                  <a:pt x="749" y="1648"/>
                </a:lnTo>
                <a:lnTo>
                  <a:pt x="985" y="1562"/>
                </a:lnTo>
                <a:lnTo>
                  <a:pt x="1220" y="1498"/>
                </a:lnTo>
                <a:lnTo>
                  <a:pt x="1220" y="1498"/>
                </a:lnTo>
                <a:lnTo>
                  <a:pt x="1327" y="1455"/>
                </a:lnTo>
                <a:lnTo>
                  <a:pt x="1412" y="1391"/>
                </a:lnTo>
                <a:lnTo>
                  <a:pt x="1584" y="1262"/>
                </a:lnTo>
                <a:lnTo>
                  <a:pt x="1584" y="1262"/>
                </a:lnTo>
                <a:lnTo>
                  <a:pt x="1798" y="1134"/>
                </a:lnTo>
                <a:lnTo>
                  <a:pt x="2012" y="1027"/>
                </a:lnTo>
                <a:lnTo>
                  <a:pt x="2268" y="941"/>
                </a:lnTo>
                <a:lnTo>
                  <a:pt x="2504" y="899"/>
                </a:lnTo>
                <a:lnTo>
                  <a:pt x="2760" y="877"/>
                </a:lnTo>
                <a:lnTo>
                  <a:pt x="3017" y="920"/>
                </a:lnTo>
                <a:lnTo>
                  <a:pt x="3252" y="984"/>
                </a:lnTo>
                <a:lnTo>
                  <a:pt x="3359" y="1027"/>
                </a:lnTo>
                <a:lnTo>
                  <a:pt x="3466" y="1091"/>
                </a:lnTo>
                <a:lnTo>
                  <a:pt x="3466" y="1091"/>
                </a:lnTo>
                <a:lnTo>
                  <a:pt x="3531" y="1177"/>
                </a:lnTo>
                <a:lnTo>
                  <a:pt x="3616" y="1262"/>
                </a:lnTo>
                <a:lnTo>
                  <a:pt x="3723" y="1455"/>
                </a:lnTo>
                <a:lnTo>
                  <a:pt x="3809" y="1690"/>
                </a:lnTo>
                <a:lnTo>
                  <a:pt x="3873" y="1926"/>
                </a:lnTo>
                <a:lnTo>
                  <a:pt x="3937" y="2161"/>
                </a:lnTo>
                <a:lnTo>
                  <a:pt x="4023" y="2375"/>
                </a:lnTo>
                <a:lnTo>
                  <a:pt x="4087" y="2482"/>
                </a:lnTo>
                <a:lnTo>
                  <a:pt x="4151" y="2568"/>
                </a:lnTo>
                <a:lnTo>
                  <a:pt x="4237" y="2632"/>
                </a:lnTo>
                <a:lnTo>
                  <a:pt x="4322" y="2675"/>
                </a:lnTo>
                <a:lnTo>
                  <a:pt x="4322" y="2675"/>
                </a:lnTo>
                <a:lnTo>
                  <a:pt x="4472" y="2739"/>
                </a:lnTo>
                <a:lnTo>
                  <a:pt x="4622" y="2760"/>
                </a:lnTo>
                <a:lnTo>
                  <a:pt x="4921" y="2803"/>
                </a:lnTo>
                <a:lnTo>
                  <a:pt x="5242" y="2846"/>
                </a:lnTo>
                <a:lnTo>
                  <a:pt x="5392" y="2867"/>
                </a:lnTo>
                <a:lnTo>
                  <a:pt x="5542" y="2910"/>
                </a:lnTo>
                <a:lnTo>
                  <a:pt x="5542" y="2910"/>
                </a:lnTo>
                <a:lnTo>
                  <a:pt x="5756" y="2995"/>
                </a:lnTo>
                <a:lnTo>
                  <a:pt x="5970" y="3124"/>
                </a:lnTo>
                <a:lnTo>
                  <a:pt x="6162" y="3274"/>
                </a:lnTo>
                <a:lnTo>
                  <a:pt x="6333" y="3445"/>
                </a:lnTo>
                <a:lnTo>
                  <a:pt x="6333" y="3445"/>
                </a:lnTo>
                <a:lnTo>
                  <a:pt x="6526" y="3659"/>
                </a:lnTo>
                <a:lnTo>
                  <a:pt x="6697" y="3873"/>
                </a:lnTo>
                <a:lnTo>
                  <a:pt x="6847" y="4108"/>
                </a:lnTo>
                <a:lnTo>
                  <a:pt x="6975" y="4343"/>
                </a:lnTo>
                <a:lnTo>
                  <a:pt x="7061" y="4579"/>
                </a:lnTo>
                <a:lnTo>
                  <a:pt x="7125" y="4836"/>
                </a:lnTo>
                <a:lnTo>
                  <a:pt x="7189" y="5114"/>
                </a:lnTo>
                <a:lnTo>
                  <a:pt x="7211" y="5413"/>
                </a:lnTo>
                <a:lnTo>
                  <a:pt x="7211" y="5413"/>
                </a:lnTo>
                <a:lnTo>
                  <a:pt x="7253" y="5649"/>
                </a:lnTo>
                <a:lnTo>
                  <a:pt x="7339" y="5884"/>
                </a:lnTo>
                <a:lnTo>
                  <a:pt x="7467" y="6119"/>
                </a:lnTo>
                <a:lnTo>
                  <a:pt x="7596" y="6312"/>
                </a:lnTo>
                <a:lnTo>
                  <a:pt x="7596" y="6312"/>
                </a:lnTo>
                <a:lnTo>
                  <a:pt x="7681" y="6397"/>
                </a:lnTo>
                <a:lnTo>
                  <a:pt x="7788" y="6462"/>
                </a:lnTo>
                <a:lnTo>
                  <a:pt x="7895" y="6504"/>
                </a:lnTo>
                <a:lnTo>
                  <a:pt x="8002" y="6547"/>
                </a:lnTo>
                <a:lnTo>
                  <a:pt x="8238" y="6611"/>
                </a:lnTo>
                <a:lnTo>
                  <a:pt x="8452" y="6676"/>
                </a:lnTo>
                <a:lnTo>
                  <a:pt x="8452" y="6676"/>
                </a:lnTo>
                <a:lnTo>
                  <a:pt x="8580" y="6718"/>
                </a:lnTo>
                <a:lnTo>
                  <a:pt x="8666" y="6804"/>
                </a:lnTo>
                <a:lnTo>
                  <a:pt x="8751" y="6868"/>
                </a:lnTo>
                <a:lnTo>
                  <a:pt x="8815" y="6975"/>
                </a:lnTo>
                <a:lnTo>
                  <a:pt x="8880" y="7082"/>
                </a:lnTo>
                <a:lnTo>
                  <a:pt x="8922" y="7189"/>
                </a:lnTo>
                <a:lnTo>
                  <a:pt x="8944" y="7296"/>
                </a:lnTo>
                <a:lnTo>
                  <a:pt x="8965" y="7424"/>
                </a:lnTo>
                <a:lnTo>
                  <a:pt x="8965" y="7660"/>
                </a:lnTo>
                <a:lnTo>
                  <a:pt x="8922" y="7917"/>
                </a:lnTo>
                <a:lnTo>
                  <a:pt x="8837" y="8130"/>
                </a:lnTo>
                <a:lnTo>
                  <a:pt x="8708" y="8323"/>
                </a:lnTo>
                <a:lnTo>
                  <a:pt x="8708" y="8323"/>
                </a:lnTo>
                <a:close/>
                <a:moveTo>
                  <a:pt x="6055" y="3851"/>
                </a:moveTo>
                <a:lnTo>
                  <a:pt x="6055" y="3851"/>
                </a:lnTo>
                <a:lnTo>
                  <a:pt x="5948" y="3894"/>
                </a:lnTo>
                <a:lnTo>
                  <a:pt x="5863" y="3937"/>
                </a:lnTo>
                <a:lnTo>
                  <a:pt x="5820" y="4001"/>
                </a:lnTo>
                <a:lnTo>
                  <a:pt x="5777" y="4065"/>
                </a:lnTo>
                <a:lnTo>
                  <a:pt x="5734" y="4236"/>
                </a:lnTo>
                <a:lnTo>
                  <a:pt x="5713" y="4429"/>
                </a:lnTo>
                <a:lnTo>
                  <a:pt x="5713" y="4429"/>
                </a:lnTo>
                <a:lnTo>
                  <a:pt x="5670" y="4343"/>
                </a:lnTo>
                <a:lnTo>
                  <a:pt x="5627" y="4322"/>
                </a:lnTo>
                <a:lnTo>
                  <a:pt x="5606" y="4301"/>
                </a:lnTo>
                <a:lnTo>
                  <a:pt x="5606" y="4301"/>
                </a:lnTo>
                <a:lnTo>
                  <a:pt x="5563" y="4301"/>
                </a:lnTo>
                <a:lnTo>
                  <a:pt x="5520" y="4301"/>
                </a:lnTo>
                <a:lnTo>
                  <a:pt x="5478" y="4322"/>
                </a:lnTo>
                <a:lnTo>
                  <a:pt x="5456" y="4322"/>
                </a:lnTo>
                <a:lnTo>
                  <a:pt x="5456" y="4322"/>
                </a:lnTo>
                <a:lnTo>
                  <a:pt x="5413" y="4258"/>
                </a:lnTo>
                <a:lnTo>
                  <a:pt x="5392" y="4151"/>
                </a:lnTo>
                <a:lnTo>
                  <a:pt x="5392" y="4022"/>
                </a:lnTo>
                <a:lnTo>
                  <a:pt x="5413" y="3937"/>
                </a:lnTo>
                <a:lnTo>
                  <a:pt x="5413" y="3937"/>
                </a:lnTo>
                <a:lnTo>
                  <a:pt x="5456" y="3830"/>
                </a:lnTo>
                <a:lnTo>
                  <a:pt x="5542" y="3766"/>
                </a:lnTo>
                <a:lnTo>
                  <a:pt x="5627" y="3702"/>
                </a:lnTo>
                <a:lnTo>
                  <a:pt x="5756" y="3659"/>
                </a:lnTo>
                <a:lnTo>
                  <a:pt x="5970" y="3595"/>
                </a:lnTo>
                <a:lnTo>
                  <a:pt x="6077" y="3552"/>
                </a:lnTo>
                <a:lnTo>
                  <a:pt x="6162" y="3488"/>
                </a:lnTo>
                <a:lnTo>
                  <a:pt x="6162" y="3488"/>
                </a:lnTo>
                <a:lnTo>
                  <a:pt x="6098" y="3445"/>
                </a:lnTo>
                <a:lnTo>
                  <a:pt x="6034" y="3423"/>
                </a:lnTo>
                <a:lnTo>
                  <a:pt x="5927" y="3423"/>
                </a:lnTo>
                <a:lnTo>
                  <a:pt x="5820" y="3445"/>
                </a:lnTo>
                <a:lnTo>
                  <a:pt x="5606" y="3488"/>
                </a:lnTo>
                <a:lnTo>
                  <a:pt x="5435" y="3530"/>
                </a:lnTo>
                <a:lnTo>
                  <a:pt x="5435" y="3530"/>
                </a:lnTo>
                <a:lnTo>
                  <a:pt x="5349" y="3573"/>
                </a:lnTo>
                <a:lnTo>
                  <a:pt x="5285" y="3637"/>
                </a:lnTo>
                <a:lnTo>
                  <a:pt x="5242" y="3702"/>
                </a:lnTo>
                <a:lnTo>
                  <a:pt x="5199" y="3766"/>
                </a:lnTo>
                <a:lnTo>
                  <a:pt x="5157" y="3916"/>
                </a:lnTo>
                <a:lnTo>
                  <a:pt x="5157" y="4108"/>
                </a:lnTo>
                <a:lnTo>
                  <a:pt x="5157" y="4108"/>
                </a:lnTo>
                <a:lnTo>
                  <a:pt x="5157" y="4429"/>
                </a:lnTo>
                <a:lnTo>
                  <a:pt x="5178" y="4622"/>
                </a:lnTo>
                <a:lnTo>
                  <a:pt x="5199" y="4707"/>
                </a:lnTo>
                <a:lnTo>
                  <a:pt x="5242" y="4750"/>
                </a:lnTo>
                <a:lnTo>
                  <a:pt x="5242" y="4750"/>
                </a:lnTo>
                <a:lnTo>
                  <a:pt x="5285" y="4793"/>
                </a:lnTo>
                <a:lnTo>
                  <a:pt x="5328" y="4814"/>
                </a:lnTo>
                <a:lnTo>
                  <a:pt x="5371" y="4793"/>
                </a:lnTo>
                <a:lnTo>
                  <a:pt x="5413" y="4771"/>
                </a:lnTo>
                <a:lnTo>
                  <a:pt x="5478" y="4686"/>
                </a:lnTo>
                <a:lnTo>
                  <a:pt x="5542" y="4600"/>
                </a:lnTo>
                <a:lnTo>
                  <a:pt x="5542" y="4600"/>
                </a:lnTo>
                <a:lnTo>
                  <a:pt x="5585" y="4729"/>
                </a:lnTo>
                <a:lnTo>
                  <a:pt x="5670" y="4900"/>
                </a:lnTo>
                <a:lnTo>
                  <a:pt x="5713" y="4985"/>
                </a:lnTo>
                <a:lnTo>
                  <a:pt x="5756" y="5028"/>
                </a:lnTo>
                <a:lnTo>
                  <a:pt x="5777" y="5028"/>
                </a:lnTo>
                <a:lnTo>
                  <a:pt x="5820" y="5007"/>
                </a:lnTo>
                <a:lnTo>
                  <a:pt x="5884" y="4943"/>
                </a:lnTo>
                <a:lnTo>
                  <a:pt x="5884" y="4943"/>
                </a:lnTo>
                <a:lnTo>
                  <a:pt x="5927" y="4857"/>
                </a:lnTo>
                <a:lnTo>
                  <a:pt x="5927" y="4750"/>
                </a:lnTo>
                <a:lnTo>
                  <a:pt x="5906" y="4536"/>
                </a:lnTo>
                <a:lnTo>
                  <a:pt x="5906" y="4429"/>
                </a:lnTo>
                <a:lnTo>
                  <a:pt x="5906" y="4322"/>
                </a:lnTo>
                <a:lnTo>
                  <a:pt x="5927" y="4236"/>
                </a:lnTo>
                <a:lnTo>
                  <a:pt x="5970" y="4151"/>
                </a:lnTo>
                <a:lnTo>
                  <a:pt x="5970" y="4151"/>
                </a:lnTo>
                <a:lnTo>
                  <a:pt x="6034" y="4087"/>
                </a:lnTo>
                <a:lnTo>
                  <a:pt x="6141" y="4044"/>
                </a:lnTo>
                <a:lnTo>
                  <a:pt x="6205" y="4001"/>
                </a:lnTo>
                <a:lnTo>
                  <a:pt x="6226" y="3958"/>
                </a:lnTo>
                <a:lnTo>
                  <a:pt x="6248" y="3916"/>
                </a:lnTo>
                <a:lnTo>
                  <a:pt x="6248" y="3916"/>
                </a:lnTo>
                <a:lnTo>
                  <a:pt x="6226" y="3830"/>
                </a:lnTo>
                <a:lnTo>
                  <a:pt x="6184" y="3809"/>
                </a:lnTo>
                <a:lnTo>
                  <a:pt x="6120" y="3830"/>
                </a:lnTo>
                <a:lnTo>
                  <a:pt x="6055" y="3851"/>
                </a:lnTo>
                <a:lnTo>
                  <a:pt x="6055" y="3851"/>
                </a:lnTo>
                <a:close/>
                <a:moveTo>
                  <a:pt x="2354" y="1562"/>
                </a:moveTo>
                <a:lnTo>
                  <a:pt x="2354" y="1562"/>
                </a:lnTo>
                <a:lnTo>
                  <a:pt x="2354" y="1669"/>
                </a:lnTo>
                <a:lnTo>
                  <a:pt x="2375" y="1755"/>
                </a:lnTo>
                <a:lnTo>
                  <a:pt x="2439" y="1840"/>
                </a:lnTo>
                <a:lnTo>
                  <a:pt x="2482" y="1862"/>
                </a:lnTo>
                <a:lnTo>
                  <a:pt x="2525" y="1883"/>
                </a:lnTo>
                <a:lnTo>
                  <a:pt x="2525" y="1883"/>
                </a:lnTo>
                <a:lnTo>
                  <a:pt x="2568" y="1883"/>
                </a:lnTo>
                <a:lnTo>
                  <a:pt x="2632" y="1862"/>
                </a:lnTo>
                <a:lnTo>
                  <a:pt x="2696" y="1797"/>
                </a:lnTo>
                <a:lnTo>
                  <a:pt x="2739" y="1712"/>
                </a:lnTo>
                <a:lnTo>
                  <a:pt x="2760" y="1626"/>
                </a:lnTo>
                <a:lnTo>
                  <a:pt x="2760" y="1626"/>
                </a:lnTo>
                <a:lnTo>
                  <a:pt x="2739" y="1519"/>
                </a:lnTo>
                <a:lnTo>
                  <a:pt x="2696" y="1434"/>
                </a:lnTo>
                <a:lnTo>
                  <a:pt x="2632" y="1391"/>
                </a:lnTo>
                <a:lnTo>
                  <a:pt x="2568" y="1348"/>
                </a:lnTo>
                <a:lnTo>
                  <a:pt x="2482" y="1348"/>
                </a:lnTo>
                <a:lnTo>
                  <a:pt x="2418" y="1391"/>
                </a:lnTo>
                <a:lnTo>
                  <a:pt x="2375" y="1455"/>
                </a:lnTo>
                <a:lnTo>
                  <a:pt x="2354" y="1562"/>
                </a:lnTo>
                <a:lnTo>
                  <a:pt x="2354" y="1562"/>
                </a:lnTo>
                <a:close/>
                <a:moveTo>
                  <a:pt x="664" y="1904"/>
                </a:moveTo>
                <a:lnTo>
                  <a:pt x="664" y="1904"/>
                </a:lnTo>
                <a:lnTo>
                  <a:pt x="706" y="1904"/>
                </a:lnTo>
                <a:lnTo>
                  <a:pt x="749" y="1904"/>
                </a:lnTo>
                <a:lnTo>
                  <a:pt x="792" y="1883"/>
                </a:lnTo>
                <a:lnTo>
                  <a:pt x="813" y="1840"/>
                </a:lnTo>
                <a:lnTo>
                  <a:pt x="813" y="1755"/>
                </a:lnTo>
                <a:lnTo>
                  <a:pt x="792" y="1712"/>
                </a:lnTo>
                <a:lnTo>
                  <a:pt x="771" y="1690"/>
                </a:lnTo>
                <a:lnTo>
                  <a:pt x="771" y="1690"/>
                </a:lnTo>
                <a:lnTo>
                  <a:pt x="685" y="1712"/>
                </a:lnTo>
                <a:lnTo>
                  <a:pt x="621" y="1776"/>
                </a:lnTo>
                <a:lnTo>
                  <a:pt x="599" y="1819"/>
                </a:lnTo>
                <a:lnTo>
                  <a:pt x="599" y="1840"/>
                </a:lnTo>
                <a:lnTo>
                  <a:pt x="621" y="1883"/>
                </a:lnTo>
                <a:lnTo>
                  <a:pt x="664" y="1904"/>
                </a:lnTo>
                <a:lnTo>
                  <a:pt x="664" y="1904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0"/>
          <p:cNvSpPr/>
          <p:nvPr/>
        </p:nvSpPr>
        <p:spPr>
          <a:xfrm>
            <a:off x="7294350" y="2632288"/>
            <a:ext cx="590400" cy="3936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0"/>
          <p:cNvSpPr/>
          <p:nvPr/>
        </p:nvSpPr>
        <p:spPr>
          <a:xfrm>
            <a:off x="7458500" y="2087288"/>
            <a:ext cx="486900" cy="3936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0"/>
          <p:cNvSpPr/>
          <p:nvPr/>
        </p:nvSpPr>
        <p:spPr>
          <a:xfrm>
            <a:off x="6896050" y="1955863"/>
            <a:ext cx="486900" cy="3936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0"/>
          <p:cNvSpPr/>
          <p:nvPr/>
        </p:nvSpPr>
        <p:spPr>
          <a:xfrm>
            <a:off x="2324050" y="2552100"/>
            <a:ext cx="660300" cy="4980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0"/>
          <p:cNvSpPr/>
          <p:nvPr/>
        </p:nvSpPr>
        <p:spPr>
          <a:xfrm>
            <a:off x="2428260" y="1996200"/>
            <a:ext cx="486900" cy="4980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0"/>
          <p:cNvSpPr/>
          <p:nvPr/>
        </p:nvSpPr>
        <p:spPr>
          <a:xfrm>
            <a:off x="1800173" y="1913723"/>
            <a:ext cx="548700" cy="4980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0"/>
          <p:cNvSpPr/>
          <p:nvPr/>
        </p:nvSpPr>
        <p:spPr>
          <a:xfrm>
            <a:off x="4346138" y="1969675"/>
            <a:ext cx="1118400" cy="1050000"/>
          </a:xfrm>
          <a:prstGeom prst="ellipse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0"/>
          <p:cNvSpPr/>
          <p:nvPr/>
        </p:nvSpPr>
        <p:spPr>
          <a:xfrm>
            <a:off x="1644113" y="2491475"/>
            <a:ext cx="548700" cy="4980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0"/>
          <p:cNvSpPr/>
          <p:nvPr/>
        </p:nvSpPr>
        <p:spPr>
          <a:xfrm>
            <a:off x="3526375" y="3379788"/>
            <a:ext cx="1118400" cy="10500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0"/>
          <p:cNvSpPr/>
          <p:nvPr/>
        </p:nvSpPr>
        <p:spPr>
          <a:xfrm>
            <a:off x="7148725" y="594088"/>
            <a:ext cx="1118400" cy="105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0"/>
          <p:cNvSpPr/>
          <p:nvPr/>
        </p:nvSpPr>
        <p:spPr>
          <a:xfrm>
            <a:off x="5765050" y="594088"/>
            <a:ext cx="1118400" cy="105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0"/>
          <p:cNvSpPr/>
          <p:nvPr/>
        </p:nvSpPr>
        <p:spPr>
          <a:xfrm>
            <a:off x="4346138" y="594100"/>
            <a:ext cx="1118400" cy="105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0"/>
          <p:cNvSpPr/>
          <p:nvPr/>
        </p:nvSpPr>
        <p:spPr>
          <a:xfrm>
            <a:off x="2949163" y="594113"/>
            <a:ext cx="1118400" cy="105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0"/>
          <p:cNvSpPr/>
          <p:nvPr/>
        </p:nvSpPr>
        <p:spPr>
          <a:xfrm>
            <a:off x="1552200" y="594113"/>
            <a:ext cx="1118400" cy="105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0"/>
          <p:cNvSpPr txBox="1"/>
          <p:nvPr>
            <p:ph idx="12" type="sldNum"/>
          </p:nvPr>
        </p:nvSpPr>
        <p:spPr>
          <a:xfrm>
            <a:off x="7899350" y="409842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1" name="Google Shape;301;p20"/>
          <p:cNvSpPr/>
          <p:nvPr/>
        </p:nvSpPr>
        <p:spPr>
          <a:xfrm>
            <a:off x="1682743" y="789832"/>
            <a:ext cx="548681" cy="470285"/>
          </a:xfrm>
          <a:custGeom>
            <a:rect b="b" l="l" r="r" t="t"/>
            <a:pathLst>
              <a:path extrusionOk="0" h="16571" w="18956">
                <a:moveTo>
                  <a:pt x="9222" y="2604"/>
                </a:moveTo>
                <a:lnTo>
                  <a:pt x="9149" y="2628"/>
                </a:lnTo>
                <a:lnTo>
                  <a:pt x="9028" y="2701"/>
                </a:lnTo>
                <a:lnTo>
                  <a:pt x="8809" y="2896"/>
                </a:lnTo>
                <a:lnTo>
                  <a:pt x="8517" y="3139"/>
                </a:lnTo>
                <a:lnTo>
                  <a:pt x="8249" y="3358"/>
                </a:lnTo>
                <a:lnTo>
                  <a:pt x="7957" y="3577"/>
                </a:lnTo>
                <a:lnTo>
                  <a:pt x="7665" y="3821"/>
                </a:lnTo>
                <a:lnTo>
                  <a:pt x="6619" y="4818"/>
                </a:lnTo>
                <a:lnTo>
                  <a:pt x="5573" y="5816"/>
                </a:lnTo>
                <a:lnTo>
                  <a:pt x="5256" y="6181"/>
                </a:lnTo>
                <a:lnTo>
                  <a:pt x="4964" y="6546"/>
                </a:lnTo>
                <a:lnTo>
                  <a:pt x="4380" y="7325"/>
                </a:lnTo>
                <a:lnTo>
                  <a:pt x="4210" y="7495"/>
                </a:lnTo>
                <a:lnTo>
                  <a:pt x="3942" y="7763"/>
                </a:lnTo>
                <a:lnTo>
                  <a:pt x="3821" y="7909"/>
                </a:lnTo>
                <a:lnTo>
                  <a:pt x="3723" y="8055"/>
                </a:lnTo>
                <a:lnTo>
                  <a:pt x="3675" y="8176"/>
                </a:lnTo>
                <a:lnTo>
                  <a:pt x="3675" y="8225"/>
                </a:lnTo>
                <a:lnTo>
                  <a:pt x="3699" y="8274"/>
                </a:lnTo>
                <a:lnTo>
                  <a:pt x="3796" y="8347"/>
                </a:lnTo>
                <a:lnTo>
                  <a:pt x="3918" y="8347"/>
                </a:lnTo>
                <a:lnTo>
                  <a:pt x="4040" y="8322"/>
                </a:lnTo>
                <a:lnTo>
                  <a:pt x="4186" y="8249"/>
                </a:lnTo>
                <a:lnTo>
                  <a:pt x="4332" y="8128"/>
                </a:lnTo>
                <a:lnTo>
                  <a:pt x="4478" y="8006"/>
                </a:lnTo>
                <a:lnTo>
                  <a:pt x="4794" y="7665"/>
                </a:lnTo>
                <a:lnTo>
                  <a:pt x="5086" y="7300"/>
                </a:lnTo>
                <a:lnTo>
                  <a:pt x="5354" y="6935"/>
                </a:lnTo>
                <a:lnTo>
                  <a:pt x="5694" y="6473"/>
                </a:lnTo>
                <a:lnTo>
                  <a:pt x="6108" y="6035"/>
                </a:lnTo>
                <a:lnTo>
                  <a:pt x="6521" y="5621"/>
                </a:lnTo>
                <a:lnTo>
                  <a:pt x="7422" y="4818"/>
                </a:lnTo>
                <a:lnTo>
                  <a:pt x="7860" y="4380"/>
                </a:lnTo>
                <a:lnTo>
                  <a:pt x="8322" y="3967"/>
                </a:lnTo>
                <a:lnTo>
                  <a:pt x="8663" y="3699"/>
                </a:lnTo>
                <a:lnTo>
                  <a:pt x="9003" y="3456"/>
                </a:lnTo>
                <a:lnTo>
                  <a:pt x="9174" y="3285"/>
                </a:lnTo>
                <a:lnTo>
                  <a:pt x="9295" y="3139"/>
                </a:lnTo>
                <a:lnTo>
                  <a:pt x="9320" y="3139"/>
                </a:lnTo>
                <a:lnTo>
                  <a:pt x="9466" y="3285"/>
                </a:lnTo>
                <a:lnTo>
                  <a:pt x="10366" y="4113"/>
                </a:lnTo>
                <a:lnTo>
                  <a:pt x="11169" y="4916"/>
                </a:lnTo>
                <a:lnTo>
                  <a:pt x="11558" y="5329"/>
                </a:lnTo>
                <a:lnTo>
                  <a:pt x="11923" y="5767"/>
                </a:lnTo>
                <a:lnTo>
                  <a:pt x="12264" y="6181"/>
                </a:lnTo>
                <a:lnTo>
                  <a:pt x="12605" y="6643"/>
                </a:lnTo>
                <a:lnTo>
                  <a:pt x="12945" y="7057"/>
                </a:lnTo>
                <a:lnTo>
                  <a:pt x="13116" y="7276"/>
                </a:lnTo>
                <a:lnTo>
                  <a:pt x="13310" y="7471"/>
                </a:lnTo>
                <a:lnTo>
                  <a:pt x="13675" y="7787"/>
                </a:lnTo>
                <a:lnTo>
                  <a:pt x="14040" y="8079"/>
                </a:lnTo>
                <a:lnTo>
                  <a:pt x="14308" y="8322"/>
                </a:lnTo>
                <a:lnTo>
                  <a:pt x="14429" y="8420"/>
                </a:lnTo>
                <a:lnTo>
                  <a:pt x="14502" y="8444"/>
                </a:lnTo>
                <a:lnTo>
                  <a:pt x="14600" y="8493"/>
                </a:lnTo>
                <a:lnTo>
                  <a:pt x="14697" y="8493"/>
                </a:lnTo>
                <a:lnTo>
                  <a:pt x="14770" y="8444"/>
                </a:lnTo>
                <a:lnTo>
                  <a:pt x="14843" y="8371"/>
                </a:lnTo>
                <a:lnTo>
                  <a:pt x="14867" y="8274"/>
                </a:lnTo>
                <a:lnTo>
                  <a:pt x="14867" y="8201"/>
                </a:lnTo>
                <a:lnTo>
                  <a:pt x="14843" y="8103"/>
                </a:lnTo>
                <a:lnTo>
                  <a:pt x="14746" y="7957"/>
                </a:lnTo>
                <a:lnTo>
                  <a:pt x="14648" y="7811"/>
                </a:lnTo>
                <a:lnTo>
                  <a:pt x="14502" y="7690"/>
                </a:lnTo>
                <a:lnTo>
                  <a:pt x="14186" y="7446"/>
                </a:lnTo>
                <a:lnTo>
                  <a:pt x="13894" y="7252"/>
                </a:lnTo>
                <a:lnTo>
                  <a:pt x="13675" y="7057"/>
                </a:lnTo>
                <a:lnTo>
                  <a:pt x="13481" y="6862"/>
                </a:lnTo>
                <a:lnTo>
                  <a:pt x="13116" y="6424"/>
                </a:lnTo>
                <a:lnTo>
                  <a:pt x="12434" y="5500"/>
                </a:lnTo>
                <a:lnTo>
                  <a:pt x="12045" y="5037"/>
                </a:lnTo>
                <a:lnTo>
                  <a:pt x="11607" y="4599"/>
                </a:lnTo>
                <a:lnTo>
                  <a:pt x="11169" y="4161"/>
                </a:lnTo>
                <a:lnTo>
                  <a:pt x="10731" y="3723"/>
                </a:lnTo>
                <a:lnTo>
                  <a:pt x="10293" y="3334"/>
                </a:lnTo>
                <a:lnTo>
                  <a:pt x="9806" y="2920"/>
                </a:lnTo>
                <a:lnTo>
                  <a:pt x="9660" y="2799"/>
                </a:lnTo>
                <a:lnTo>
                  <a:pt x="9514" y="2726"/>
                </a:lnTo>
                <a:lnTo>
                  <a:pt x="9417" y="2628"/>
                </a:lnTo>
                <a:lnTo>
                  <a:pt x="9368" y="2604"/>
                </a:lnTo>
                <a:close/>
                <a:moveTo>
                  <a:pt x="9271" y="8979"/>
                </a:moveTo>
                <a:lnTo>
                  <a:pt x="9247" y="9125"/>
                </a:lnTo>
                <a:lnTo>
                  <a:pt x="9271" y="9271"/>
                </a:lnTo>
                <a:lnTo>
                  <a:pt x="9295" y="9563"/>
                </a:lnTo>
                <a:lnTo>
                  <a:pt x="8517" y="9563"/>
                </a:lnTo>
                <a:lnTo>
                  <a:pt x="8298" y="9587"/>
                </a:lnTo>
                <a:lnTo>
                  <a:pt x="8176" y="9612"/>
                </a:lnTo>
                <a:lnTo>
                  <a:pt x="8054" y="9636"/>
                </a:lnTo>
                <a:lnTo>
                  <a:pt x="8054" y="9466"/>
                </a:lnTo>
                <a:lnTo>
                  <a:pt x="8054" y="9320"/>
                </a:lnTo>
                <a:lnTo>
                  <a:pt x="8006" y="9174"/>
                </a:lnTo>
                <a:lnTo>
                  <a:pt x="7957" y="9028"/>
                </a:lnTo>
                <a:lnTo>
                  <a:pt x="8614" y="9028"/>
                </a:lnTo>
                <a:lnTo>
                  <a:pt x="9271" y="8979"/>
                </a:lnTo>
                <a:close/>
                <a:moveTo>
                  <a:pt x="10317" y="8979"/>
                </a:moveTo>
                <a:lnTo>
                  <a:pt x="10682" y="9028"/>
                </a:lnTo>
                <a:lnTo>
                  <a:pt x="11047" y="9052"/>
                </a:lnTo>
                <a:lnTo>
                  <a:pt x="11047" y="9344"/>
                </a:lnTo>
                <a:lnTo>
                  <a:pt x="11047" y="9636"/>
                </a:lnTo>
                <a:lnTo>
                  <a:pt x="10731" y="9612"/>
                </a:lnTo>
                <a:lnTo>
                  <a:pt x="9685" y="9587"/>
                </a:lnTo>
                <a:lnTo>
                  <a:pt x="9636" y="9271"/>
                </a:lnTo>
                <a:lnTo>
                  <a:pt x="9612" y="9125"/>
                </a:lnTo>
                <a:lnTo>
                  <a:pt x="9563" y="8979"/>
                </a:lnTo>
                <a:close/>
                <a:moveTo>
                  <a:pt x="8054" y="10001"/>
                </a:moveTo>
                <a:lnTo>
                  <a:pt x="8176" y="10025"/>
                </a:lnTo>
                <a:lnTo>
                  <a:pt x="8930" y="10025"/>
                </a:lnTo>
                <a:lnTo>
                  <a:pt x="9320" y="10050"/>
                </a:lnTo>
                <a:lnTo>
                  <a:pt x="9295" y="10707"/>
                </a:lnTo>
                <a:lnTo>
                  <a:pt x="8638" y="10634"/>
                </a:lnTo>
                <a:lnTo>
                  <a:pt x="8298" y="10634"/>
                </a:lnTo>
                <a:lnTo>
                  <a:pt x="8006" y="10658"/>
                </a:lnTo>
                <a:lnTo>
                  <a:pt x="8030" y="10342"/>
                </a:lnTo>
                <a:lnTo>
                  <a:pt x="8054" y="10001"/>
                </a:lnTo>
                <a:close/>
                <a:moveTo>
                  <a:pt x="9709" y="10074"/>
                </a:moveTo>
                <a:lnTo>
                  <a:pt x="10366" y="10147"/>
                </a:lnTo>
                <a:lnTo>
                  <a:pt x="10901" y="10147"/>
                </a:lnTo>
                <a:lnTo>
                  <a:pt x="11047" y="10123"/>
                </a:lnTo>
                <a:lnTo>
                  <a:pt x="11047" y="10123"/>
                </a:lnTo>
                <a:lnTo>
                  <a:pt x="11023" y="10390"/>
                </a:lnTo>
                <a:lnTo>
                  <a:pt x="10974" y="10634"/>
                </a:lnTo>
                <a:lnTo>
                  <a:pt x="10755" y="10707"/>
                </a:lnTo>
                <a:lnTo>
                  <a:pt x="10536" y="10731"/>
                </a:lnTo>
                <a:lnTo>
                  <a:pt x="10123" y="10755"/>
                </a:lnTo>
                <a:lnTo>
                  <a:pt x="9685" y="10755"/>
                </a:lnTo>
                <a:lnTo>
                  <a:pt x="9685" y="10707"/>
                </a:lnTo>
                <a:lnTo>
                  <a:pt x="9709" y="10390"/>
                </a:lnTo>
                <a:lnTo>
                  <a:pt x="9709" y="10074"/>
                </a:lnTo>
                <a:close/>
                <a:moveTo>
                  <a:pt x="8955" y="8468"/>
                </a:moveTo>
                <a:lnTo>
                  <a:pt x="8541" y="8493"/>
                </a:lnTo>
                <a:lnTo>
                  <a:pt x="8346" y="8517"/>
                </a:lnTo>
                <a:lnTo>
                  <a:pt x="8152" y="8566"/>
                </a:lnTo>
                <a:lnTo>
                  <a:pt x="7957" y="8614"/>
                </a:lnTo>
                <a:lnTo>
                  <a:pt x="7762" y="8687"/>
                </a:lnTo>
                <a:lnTo>
                  <a:pt x="7738" y="8736"/>
                </a:lnTo>
                <a:lnTo>
                  <a:pt x="7714" y="8760"/>
                </a:lnTo>
                <a:lnTo>
                  <a:pt x="7689" y="8833"/>
                </a:lnTo>
                <a:lnTo>
                  <a:pt x="7641" y="8882"/>
                </a:lnTo>
                <a:lnTo>
                  <a:pt x="7592" y="8906"/>
                </a:lnTo>
                <a:lnTo>
                  <a:pt x="7568" y="8979"/>
                </a:lnTo>
                <a:lnTo>
                  <a:pt x="7568" y="9028"/>
                </a:lnTo>
                <a:lnTo>
                  <a:pt x="7616" y="9247"/>
                </a:lnTo>
                <a:lnTo>
                  <a:pt x="7616" y="9490"/>
                </a:lnTo>
                <a:lnTo>
                  <a:pt x="7592" y="9709"/>
                </a:lnTo>
                <a:lnTo>
                  <a:pt x="7568" y="9952"/>
                </a:lnTo>
                <a:lnTo>
                  <a:pt x="7495" y="10415"/>
                </a:lnTo>
                <a:lnTo>
                  <a:pt x="7495" y="10634"/>
                </a:lnTo>
                <a:lnTo>
                  <a:pt x="7519" y="10877"/>
                </a:lnTo>
                <a:lnTo>
                  <a:pt x="7519" y="10926"/>
                </a:lnTo>
                <a:lnTo>
                  <a:pt x="7568" y="10974"/>
                </a:lnTo>
                <a:lnTo>
                  <a:pt x="7641" y="11023"/>
                </a:lnTo>
                <a:lnTo>
                  <a:pt x="7762" y="11047"/>
                </a:lnTo>
                <a:lnTo>
                  <a:pt x="7860" y="10999"/>
                </a:lnTo>
                <a:lnTo>
                  <a:pt x="8079" y="11072"/>
                </a:lnTo>
                <a:lnTo>
                  <a:pt x="8298" y="11120"/>
                </a:lnTo>
                <a:lnTo>
                  <a:pt x="8784" y="11169"/>
                </a:lnTo>
                <a:lnTo>
                  <a:pt x="9733" y="11218"/>
                </a:lnTo>
                <a:lnTo>
                  <a:pt x="10123" y="11242"/>
                </a:lnTo>
                <a:lnTo>
                  <a:pt x="10561" y="11218"/>
                </a:lnTo>
                <a:lnTo>
                  <a:pt x="10780" y="11193"/>
                </a:lnTo>
                <a:lnTo>
                  <a:pt x="10999" y="11145"/>
                </a:lnTo>
                <a:lnTo>
                  <a:pt x="11169" y="11072"/>
                </a:lnTo>
                <a:lnTo>
                  <a:pt x="11339" y="10950"/>
                </a:lnTo>
                <a:lnTo>
                  <a:pt x="11388" y="10877"/>
                </a:lnTo>
                <a:lnTo>
                  <a:pt x="11388" y="10828"/>
                </a:lnTo>
                <a:lnTo>
                  <a:pt x="11412" y="10804"/>
                </a:lnTo>
                <a:lnTo>
                  <a:pt x="11461" y="10561"/>
                </a:lnTo>
                <a:lnTo>
                  <a:pt x="11510" y="10293"/>
                </a:lnTo>
                <a:lnTo>
                  <a:pt x="11510" y="10025"/>
                </a:lnTo>
                <a:lnTo>
                  <a:pt x="11510" y="9782"/>
                </a:lnTo>
                <a:lnTo>
                  <a:pt x="11510" y="9223"/>
                </a:lnTo>
                <a:lnTo>
                  <a:pt x="11485" y="8931"/>
                </a:lnTo>
                <a:lnTo>
                  <a:pt x="11437" y="8663"/>
                </a:lnTo>
                <a:lnTo>
                  <a:pt x="11412" y="8614"/>
                </a:lnTo>
                <a:lnTo>
                  <a:pt x="11364" y="8590"/>
                </a:lnTo>
                <a:lnTo>
                  <a:pt x="11315" y="8566"/>
                </a:lnTo>
                <a:lnTo>
                  <a:pt x="11218" y="8566"/>
                </a:lnTo>
                <a:lnTo>
                  <a:pt x="10755" y="8493"/>
                </a:lnTo>
                <a:lnTo>
                  <a:pt x="10293" y="8468"/>
                </a:lnTo>
                <a:close/>
                <a:moveTo>
                  <a:pt x="10244" y="12556"/>
                </a:moveTo>
                <a:lnTo>
                  <a:pt x="10390" y="12678"/>
                </a:lnTo>
                <a:lnTo>
                  <a:pt x="10536" y="12799"/>
                </a:lnTo>
                <a:lnTo>
                  <a:pt x="10634" y="12970"/>
                </a:lnTo>
                <a:lnTo>
                  <a:pt x="10415" y="13018"/>
                </a:lnTo>
                <a:lnTo>
                  <a:pt x="10342" y="12775"/>
                </a:lnTo>
                <a:lnTo>
                  <a:pt x="10244" y="12556"/>
                </a:lnTo>
                <a:close/>
                <a:moveTo>
                  <a:pt x="10828" y="13359"/>
                </a:moveTo>
                <a:lnTo>
                  <a:pt x="10901" y="13578"/>
                </a:lnTo>
                <a:lnTo>
                  <a:pt x="10707" y="13675"/>
                </a:lnTo>
                <a:lnTo>
                  <a:pt x="10536" y="13797"/>
                </a:lnTo>
                <a:lnTo>
                  <a:pt x="10536" y="13773"/>
                </a:lnTo>
                <a:lnTo>
                  <a:pt x="10488" y="13383"/>
                </a:lnTo>
                <a:lnTo>
                  <a:pt x="10512" y="13359"/>
                </a:lnTo>
                <a:close/>
                <a:moveTo>
                  <a:pt x="10974" y="13919"/>
                </a:moveTo>
                <a:lnTo>
                  <a:pt x="11023" y="14332"/>
                </a:lnTo>
                <a:lnTo>
                  <a:pt x="10853" y="14381"/>
                </a:lnTo>
                <a:lnTo>
                  <a:pt x="10707" y="14430"/>
                </a:lnTo>
                <a:lnTo>
                  <a:pt x="10536" y="14478"/>
                </a:lnTo>
                <a:lnTo>
                  <a:pt x="10536" y="14113"/>
                </a:lnTo>
                <a:lnTo>
                  <a:pt x="10658" y="14065"/>
                </a:lnTo>
                <a:lnTo>
                  <a:pt x="10780" y="13992"/>
                </a:lnTo>
                <a:lnTo>
                  <a:pt x="10974" y="13919"/>
                </a:lnTo>
                <a:close/>
                <a:moveTo>
                  <a:pt x="11047" y="14722"/>
                </a:moveTo>
                <a:lnTo>
                  <a:pt x="11047" y="14941"/>
                </a:lnTo>
                <a:lnTo>
                  <a:pt x="10755" y="15038"/>
                </a:lnTo>
                <a:lnTo>
                  <a:pt x="10609" y="15087"/>
                </a:lnTo>
                <a:lnTo>
                  <a:pt x="10463" y="15160"/>
                </a:lnTo>
                <a:lnTo>
                  <a:pt x="10512" y="14819"/>
                </a:lnTo>
                <a:lnTo>
                  <a:pt x="10804" y="14746"/>
                </a:lnTo>
                <a:lnTo>
                  <a:pt x="11047" y="14722"/>
                </a:lnTo>
                <a:close/>
                <a:moveTo>
                  <a:pt x="11047" y="15306"/>
                </a:moveTo>
                <a:lnTo>
                  <a:pt x="11023" y="15573"/>
                </a:lnTo>
                <a:lnTo>
                  <a:pt x="11023" y="15671"/>
                </a:lnTo>
                <a:lnTo>
                  <a:pt x="10999" y="15671"/>
                </a:lnTo>
                <a:lnTo>
                  <a:pt x="10804" y="15719"/>
                </a:lnTo>
                <a:lnTo>
                  <a:pt x="10585" y="15792"/>
                </a:lnTo>
                <a:lnTo>
                  <a:pt x="10488" y="15841"/>
                </a:lnTo>
                <a:lnTo>
                  <a:pt x="10390" y="15890"/>
                </a:lnTo>
                <a:lnTo>
                  <a:pt x="10390" y="15890"/>
                </a:lnTo>
                <a:lnTo>
                  <a:pt x="10439" y="15427"/>
                </a:lnTo>
                <a:lnTo>
                  <a:pt x="10585" y="15427"/>
                </a:lnTo>
                <a:lnTo>
                  <a:pt x="10731" y="15403"/>
                </a:lnTo>
                <a:lnTo>
                  <a:pt x="11047" y="15306"/>
                </a:lnTo>
                <a:close/>
                <a:moveTo>
                  <a:pt x="9441" y="536"/>
                </a:moveTo>
                <a:lnTo>
                  <a:pt x="9612" y="804"/>
                </a:lnTo>
                <a:lnTo>
                  <a:pt x="9831" y="1023"/>
                </a:lnTo>
                <a:lnTo>
                  <a:pt x="10050" y="1242"/>
                </a:lnTo>
                <a:lnTo>
                  <a:pt x="10293" y="1460"/>
                </a:lnTo>
                <a:lnTo>
                  <a:pt x="10780" y="1825"/>
                </a:lnTo>
                <a:lnTo>
                  <a:pt x="11266" y="2215"/>
                </a:lnTo>
                <a:lnTo>
                  <a:pt x="11899" y="2750"/>
                </a:lnTo>
                <a:lnTo>
                  <a:pt x="12507" y="3334"/>
                </a:lnTo>
                <a:lnTo>
                  <a:pt x="13091" y="3942"/>
                </a:lnTo>
                <a:lnTo>
                  <a:pt x="13651" y="4575"/>
                </a:lnTo>
                <a:lnTo>
                  <a:pt x="14746" y="5792"/>
                </a:lnTo>
                <a:lnTo>
                  <a:pt x="15305" y="6376"/>
                </a:lnTo>
                <a:lnTo>
                  <a:pt x="15622" y="6668"/>
                </a:lnTo>
                <a:lnTo>
                  <a:pt x="15914" y="6935"/>
                </a:lnTo>
                <a:lnTo>
                  <a:pt x="16206" y="7179"/>
                </a:lnTo>
                <a:lnTo>
                  <a:pt x="16522" y="7398"/>
                </a:lnTo>
                <a:lnTo>
                  <a:pt x="17155" y="7884"/>
                </a:lnTo>
                <a:lnTo>
                  <a:pt x="17471" y="8128"/>
                </a:lnTo>
                <a:lnTo>
                  <a:pt x="17763" y="8371"/>
                </a:lnTo>
                <a:lnTo>
                  <a:pt x="18031" y="8639"/>
                </a:lnTo>
                <a:lnTo>
                  <a:pt x="18274" y="8931"/>
                </a:lnTo>
                <a:lnTo>
                  <a:pt x="17885" y="8955"/>
                </a:lnTo>
                <a:lnTo>
                  <a:pt x="16741" y="8955"/>
                </a:lnTo>
                <a:lnTo>
                  <a:pt x="16425" y="8931"/>
                </a:lnTo>
                <a:lnTo>
                  <a:pt x="16060" y="8931"/>
                </a:lnTo>
                <a:lnTo>
                  <a:pt x="15889" y="8955"/>
                </a:lnTo>
                <a:lnTo>
                  <a:pt x="15719" y="8979"/>
                </a:lnTo>
                <a:lnTo>
                  <a:pt x="15597" y="9052"/>
                </a:lnTo>
                <a:lnTo>
                  <a:pt x="15524" y="9125"/>
                </a:lnTo>
                <a:lnTo>
                  <a:pt x="15500" y="9174"/>
                </a:lnTo>
                <a:lnTo>
                  <a:pt x="15500" y="9223"/>
                </a:lnTo>
                <a:lnTo>
                  <a:pt x="15573" y="9296"/>
                </a:lnTo>
                <a:lnTo>
                  <a:pt x="15549" y="9369"/>
                </a:lnTo>
                <a:lnTo>
                  <a:pt x="15549" y="10317"/>
                </a:lnTo>
                <a:lnTo>
                  <a:pt x="15549" y="11266"/>
                </a:lnTo>
                <a:lnTo>
                  <a:pt x="15524" y="12215"/>
                </a:lnTo>
                <a:lnTo>
                  <a:pt x="15476" y="13164"/>
                </a:lnTo>
                <a:lnTo>
                  <a:pt x="15451" y="14065"/>
                </a:lnTo>
                <a:lnTo>
                  <a:pt x="15427" y="14989"/>
                </a:lnTo>
                <a:lnTo>
                  <a:pt x="15427" y="15427"/>
                </a:lnTo>
                <a:lnTo>
                  <a:pt x="15451" y="15646"/>
                </a:lnTo>
                <a:lnTo>
                  <a:pt x="15500" y="15890"/>
                </a:lnTo>
                <a:lnTo>
                  <a:pt x="15208" y="15938"/>
                </a:lnTo>
                <a:lnTo>
                  <a:pt x="14965" y="15987"/>
                </a:lnTo>
                <a:lnTo>
                  <a:pt x="14210" y="16060"/>
                </a:lnTo>
                <a:lnTo>
                  <a:pt x="12069" y="16060"/>
                </a:lnTo>
                <a:lnTo>
                  <a:pt x="11826" y="16036"/>
                </a:lnTo>
                <a:lnTo>
                  <a:pt x="11680" y="16011"/>
                </a:lnTo>
                <a:lnTo>
                  <a:pt x="11510" y="16011"/>
                </a:lnTo>
                <a:lnTo>
                  <a:pt x="11534" y="15744"/>
                </a:lnTo>
                <a:lnTo>
                  <a:pt x="11558" y="15500"/>
                </a:lnTo>
                <a:lnTo>
                  <a:pt x="11558" y="15135"/>
                </a:lnTo>
                <a:lnTo>
                  <a:pt x="11558" y="14795"/>
                </a:lnTo>
                <a:lnTo>
                  <a:pt x="11534" y="14454"/>
                </a:lnTo>
                <a:lnTo>
                  <a:pt x="11510" y="14113"/>
                </a:lnTo>
                <a:lnTo>
                  <a:pt x="11461" y="13821"/>
                </a:lnTo>
                <a:lnTo>
                  <a:pt x="11388" y="13505"/>
                </a:lnTo>
                <a:lnTo>
                  <a:pt x="11291" y="13213"/>
                </a:lnTo>
                <a:lnTo>
                  <a:pt x="11169" y="12921"/>
                </a:lnTo>
                <a:lnTo>
                  <a:pt x="11023" y="12629"/>
                </a:lnTo>
                <a:lnTo>
                  <a:pt x="10828" y="12410"/>
                </a:lnTo>
                <a:lnTo>
                  <a:pt x="10731" y="12288"/>
                </a:lnTo>
                <a:lnTo>
                  <a:pt x="10609" y="12191"/>
                </a:lnTo>
                <a:lnTo>
                  <a:pt x="10463" y="12118"/>
                </a:lnTo>
                <a:lnTo>
                  <a:pt x="10342" y="12045"/>
                </a:lnTo>
                <a:lnTo>
                  <a:pt x="10147" y="11972"/>
                </a:lnTo>
                <a:lnTo>
                  <a:pt x="9977" y="11948"/>
                </a:lnTo>
                <a:lnTo>
                  <a:pt x="9782" y="11923"/>
                </a:lnTo>
                <a:lnTo>
                  <a:pt x="9587" y="11923"/>
                </a:lnTo>
                <a:lnTo>
                  <a:pt x="9417" y="11948"/>
                </a:lnTo>
                <a:lnTo>
                  <a:pt x="9222" y="11996"/>
                </a:lnTo>
                <a:lnTo>
                  <a:pt x="9052" y="12045"/>
                </a:lnTo>
                <a:lnTo>
                  <a:pt x="8857" y="12118"/>
                </a:lnTo>
                <a:lnTo>
                  <a:pt x="8687" y="12215"/>
                </a:lnTo>
                <a:lnTo>
                  <a:pt x="8541" y="12313"/>
                </a:lnTo>
                <a:lnTo>
                  <a:pt x="8371" y="12434"/>
                </a:lnTo>
                <a:lnTo>
                  <a:pt x="8249" y="12580"/>
                </a:lnTo>
                <a:lnTo>
                  <a:pt x="8103" y="12702"/>
                </a:lnTo>
                <a:lnTo>
                  <a:pt x="7981" y="12848"/>
                </a:lnTo>
                <a:lnTo>
                  <a:pt x="7884" y="13018"/>
                </a:lnTo>
                <a:lnTo>
                  <a:pt x="7811" y="13164"/>
                </a:lnTo>
                <a:lnTo>
                  <a:pt x="7714" y="13383"/>
                </a:lnTo>
                <a:lnTo>
                  <a:pt x="7665" y="13578"/>
                </a:lnTo>
                <a:lnTo>
                  <a:pt x="7568" y="14016"/>
                </a:lnTo>
                <a:lnTo>
                  <a:pt x="7495" y="14454"/>
                </a:lnTo>
                <a:lnTo>
                  <a:pt x="7446" y="14892"/>
                </a:lnTo>
                <a:lnTo>
                  <a:pt x="7397" y="15281"/>
                </a:lnTo>
                <a:lnTo>
                  <a:pt x="7373" y="15525"/>
                </a:lnTo>
                <a:lnTo>
                  <a:pt x="7373" y="15768"/>
                </a:lnTo>
                <a:lnTo>
                  <a:pt x="6181" y="15768"/>
                </a:lnTo>
                <a:lnTo>
                  <a:pt x="5013" y="15817"/>
                </a:lnTo>
                <a:lnTo>
                  <a:pt x="4234" y="15817"/>
                </a:lnTo>
                <a:lnTo>
                  <a:pt x="3796" y="15841"/>
                </a:lnTo>
                <a:lnTo>
                  <a:pt x="3602" y="15865"/>
                </a:lnTo>
                <a:lnTo>
                  <a:pt x="3407" y="15914"/>
                </a:lnTo>
                <a:lnTo>
                  <a:pt x="3431" y="15598"/>
                </a:lnTo>
                <a:lnTo>
                  <a:pt x="3456" y="15281"/>
                </a:lnTo>
                <a:lnTo>
                  <a:pt x="3431" y="14965"/>
                </a:lnTo>
                <a:lnTo>
                  <a:pt x="3456" y="14673"/>
                </a:lnTo>
                <a:lnTo>
                  <a:pt x="3504" y="13651"/>
                </a:lnTo>
                <a:lnTo>
                  <a:pt x="3553" y="12605"/>
                </a:lnTo>
                <a:lnTo>
                  <a:pt x="3529" y="12191"/>
                </a:lnTo>
                <a:lnTo>
                  <a:pt x="3504" y="11777"/>
                </a:lnTo>
                <a:lnTo>
                  <a:pt x="3383" y="10950"/>
                </a:lnTo>
                <a:lnTo>
                  <a:pt x="3334" y="10512"/>
                </a:lnTo>
                <a:lnTo>
                  <a:pt x="3285" y="10098"/>
                </a:lnTo>
                <a:lnTo>
                  <a:pt x="3261" y="9685"/>
                </a:lnTo>
                <a:lnTo>
                  <a:pt x="3261" y="9271"/>
                </a:lnTo>
                <a:lnTo>
                  <a:pt x="3261" y="9247"/>
                </a:lnTo>
                <a:lnTo>
                  <a:pt x="3334" y="9198"/>
                </a:lnTo>
                <a:lnTo>
                  <a:pt x="3383" y="9125"/>
                </a:lnTo>
                <a:lnTo>
                  <a:pt x="3407" y="9028"/>
                </a:lnTo>
                <a:lnTo>
                  <a:pt x="3383" y="8931"/>
                </a:lnTo>
                <a:lnTo>
                  <a:pt x="3334" y="8833"/>
                </a:lnTo>
                <a:lnTo>
                  <a:pt x="3261" y="8760"/>
                </a:lnTo>
                <a:lnTo>
                  <a:pt x="3164" y="8736"/>
                </a:lnTo>
                <a:lnTo>
                  <a:pt x="3042" y="8736"/>
                </a:lnTo>
                <a:lnTo>
                  <a:pt x="2774" y="8760"/>
                </a:lnTo>
                <a:lnTo>
                  <a:pt x="2507" y="8785"/>
                </a:lnTo>
                <a:lnTo>
                  <a:pt x="1947" y="8809"/>
                </a:lnTo>
                <a:lnTo>
                  <a:pt x="1412" y="8785"/>
                </a:lnTo>
                <a:lnTo>
                  <a:pt x="876" y="8785"/>
                </a:lnTo>
                <a:lnTo>
                  <a:pt x="1850" y="7982"/>
                </a:lnTo>
                <a:lnTo>
                  <a:pt x="2336" y="7544"/>
                </a:lnTo>
                <a:lnTo>
                  <a:pt x="2799" y="7106"/>
                </a:lnTo>
                <a:lnTo>
                  <a:pt x="4040" y="5792"/>
                </a:lnTo>
                <a:lnTo>
                  <a:pt x="4648" y="5135"/>
                </a:lnTo>
                <a:lnTo>
                  <a:pt x="5256" y="4502"/>
                </a:lnTo>
                <a:lnTo>
                  <a:pt x="6546" y="3237"/>
                </a:lnTo>
                <a:lnTo>
                  <a:pt x="7835" y="1971"/>
                </a:lnTo>
                <a:lnTo>
                  <a:pt x="8371" y="1485"/>
                </a:lnTo>
                <a:lnTo>
                  <a:pt x="8906" y="998"/>
                </a:lnTo>
                <a:lnTo>
                  <a:pt x="9247" y="706"/>
                </a:lnTo>
                <a:lnTo>
                  <a:pt x="9368" y="609"/>
                </a:lnTo>
                <a:lnTo>
                  <a:pt x="9417" y="560"/>
                </a:lnTo>
                <a:lnTo>
                  <a:pt x="9441" y="560"/>
                </a:lnTo>
                <a:lnTo>
                  <a:pt x="9441" y="536"/>
                </a:lnTo>
                <a:close/>
                <a:moveTo>
                  <a:pt x="9198" y="1"/>
                </a:moveTo>
                <a:lnTo>
                  <a:pt x="9125" y="25"/>
                </a:lnTo>
                <a:lnTo>
                  <a:pt x="8979" y="122"/>
                </a:lnTo>
                <a:lnTo>
                  <a:pt x="8736" y="341"/>
                </a:lnTo>
                <a:lnTo>
                  <a:pt x="7884" y="1120"/>
                </a:lnTo>
                <a:lnTo>
                  <a:pt x="7227" y="1752"/>
                </a:lnTo>
                <a:lnTo>
                  <a:pt x="6546" y="2385"/>
                </a:lnTo>
                <a:lnTo>
                  <a:pt x="5232" y="3675"/>
                </a:lnTo>
                <a:lnTo>
                  <a:pt x="4551" y="4356"/>
                </a:lnTo>
                <a:lnTo>
                  <a:pt x="3918" y="5037"/>
                </a:lnTo>
                <a:lnTo>
                  <a:pt x="2628" y="6424"/>
                </a:lnTo>
                <a:lnTo>
                  <a:pt x="2020" y="7033"/>
                </a:lnTo>
                <a:lnTo>
                  <a:pt x="1704" y="7325"/>
                </a:lnTo>
                <a:lnTo>
                  <a:pt x="1387" y="7617"/>
                </a:lnTo>
                <a:lnTo>
                  <a:pt x="706" y="8176"/>
                </a:lnTo>
                <a:lnTo>
                  <a:pt x="365" y="8493"/>
                </a:lnTo>
                <a:lnTo>
                  <a:pt x="73" y="8833"/>
                </a:lnTo>
                <a:lnTo>
                  <a:pt x="25" y="8931"/>
                </a:lnTo>
                <a:lnTo>
                  <a:pt x="0" y="9028"/>
                </a:lnTo>
                <a:lnTo>
                  <a:pt x="25" y="9101"/>
                </a:lnTo>
                <a:lnTo>
                  <a:pt x="73" y="9174"/>
                </a:lnTo>
                <a:lnTo>
                  <a:pt x="146" y="9223"/>
                </a:lnTo>
                <a:lnTo>
                  <a:pt x="244" y="9247"/>
                </a:lnTo>
                <a:lnTo>
                  <a:pt x="317" y="9223"/>
                </a:lnTo>
                <a:lnTo>
                  <a:pt x="414" y="9174"/>
                </a:lnTo>
                <a:lnTo>
                  <a:pt x="560" y="9247"/>
                </a:lnTo>
                <a:lnTo>
                  <a:pt x="706" y="9296"/>
                </a:lnTo>
                <a:lnTo>
                  <a:pt x="876" y="9320"/>
                </a:lnTo>
                <a:lnTo>
                  <a:pt x="1047" y="9344"/>
                </a:lnTo>
                <a:lnTo>
                  <a:pt x="2555" y="9344"/>
                </a:lnTo>
                <a:lnTo>
                  <a:pt x="2847" y="9320"/>
                </a:lnTo>
                <a:lnTo>
                  <a:pt x="2823" y="9490"/>
                </a:lnTo>
                <a:lnTo>
                  <a:pt x="2799" y="9636"/>
                </a:lnTo>
                <a:lnTo>
                  <a:pt x="2774" y="9952"/>
                </a:lnTo>
                <a:lnTo>
                  <a:pt x="2774" y="10269"/>
                </a:lnTo>
                <a:lnTo>
                  <a:pt x="2823" y="10585"/>
                </a:lnTo>
                <a:lnTo>
                  <a:pt x="2969" y="11510"/>
                </a:lnTo>
                <a:lnTo>
                  <a:pt x="2993" y="11972"/>
                </a:lnTo>
                <a:lnTo>
                  <a:pt x="3018" y="12434"/>
                </a:lnTo>
                <a:lnTo>
                  <a:pt x="3018" y="12970"/>
                </a:lnTo>
                <a:lnTo>
                  <a:pt x="2993" y="13481"/>
                </a:lnTo>
                <a:lnTo>
                  <a:pt x="2920" y="14503"/>
                </a:lnTo>
                <a:lnTo>
                  <a:pt x="2872" y="14892"/>
                </a:lnTo>
                <a:lnTo>
                  <a:pt x="2823" y="15330"/>
                </a:lnTo>
                <a:lnTo>
                  <a:pt x="2823" y="15549"/>
                </a:lnTo>
                <a:lnTo>
                  <a:pt x="2823" y="15768"/>
                </a:lnTo>
                <a:lnTo>
                  <a:pt x="2847" y="15963"/>
                </a:lnTo>
                <a:lnTo>
                  <a:pt x="2920" y="16133"/>
                </a:lnTo>
                <a:lnTo>
                  <a:pt x="2896" y="16157"/>
                </a:lnTo>
                <a:lnTo>
                  <a:pt x="2872" y="16230"/>
                </a:lnTo>
                <a:lnTo>
                  <a:pt x="2872" y="16303"/>
                </a:lnTo>
                <a:lnTo>
                  <a:pt x="2920" y="16352"/>
                </a:lnTo>
                <a:lnTo>
                  <a:pt x="2969" y="16401"/>
                </a:lnTo>
                <a:lnTo>
                  <a:pt x="3091" y="16449"/>
                </a:lnTo>
                <a:lnTo>
                  <a:pt x="3212" y="16474"/>
                </a:lnTo>
                <a:lnTo>
                  <a:pt x="3480" y="16474"/>
                </a:lnTo>
                <a:lnTo>
                  <a:pt x="3991" y="16425"/>
                </a:lnTo>
                <a:lnTo>
                  <a:pt x="4599" y="16401"/>
                </a:lnTo>
                <a:lnTo>
                  <a:pt x="5183" y="16401"/>
                </a:lnTo>
                <a:lnTo>
                  <a:pt x="6375" y="16425"/>
                </a:lnTo>
                <a:lnTo>
                  <a:pt x="6984" y="16401"/>
                </a:lnTo>
                <a:lnTo>
                  <a:pt x="7276" y="16376"/>
                </a:lnTo>
                <a:lnTo>
                  <a:pt x="7568" y="16328"/>
                </a:lnTo>
                <a:lnTo>
                  <a:pt x="7641" y="16303"/>
                </a:lnTo>
                <a:lnTo>
                  <a:pt x="7714" y="16255"/>
                </a:lnTo>
                <a:lnTo>
                  <a:pt x="7738" y="16206"/>
                </a:lnTo>
                <a:lnTo>
                  <a:pt x="7762" y="16157"/>
                </a:lnTo>
                <a:lnTo>
                  <a:pt x="7835" y="16084"/>
                </a:lnTo>
                <a:lnTo>
                  <a:pt x="7860" y="16011"/>
                </a:lnTo>
                <a:lnTo>
                  <a:pt x="7860" y="15354"/>
                </a:lnTo>
                <a:lnTo>
                  <a:pt x="7884" y="14989"/>
                </a:lnTo>
                <a:lnTo>
                  <a:pt x="7908" y="14649"/>
                </a:lnTo>
                <a:lnTo>
                  <a:pt x="7981" y="14284"/>
                </a:lnTo>
                <a:lnTo>
                  <a:pt x="8054" y="13943"/>
                </a:lnTo>
                <a:lnTo>
                  <a:pt x="8152" y="13627"/>
                </a:lnTo>
                <a:lnTo>
                  <a:pt x="8273" y="13310"/>
                </a:lnTo>
                <a:lnTo>
                  <a:pt x="8371" y="13164"/>
                </a:lnTo>
                <a:lnTo>
                  <a:pt x="8492" y="12994"/>
                </a:lnTo>
                <a:lnTo>
                  <a:pt x="8638" y="12848"/>
                </a:lnTo>
                <a:lnTo>
                  <a:pt x="8784" y="12726"/>
                </a:lnTo>
                <a:lnTo>
                  <a:pt x="8979" y="12629"/>
                </a:lnTo>
                <a:lnTo>
                  <a:pt x="9149" y="12532"/>
                </a:lnTo>
                <a:lnTo>
                  <a:pt x="9344" y="12483"/>
                </a:lnTo>
                <a:lnTo>
                  <a:pt x="9539" y="12434"/>
                </a:lnTo>
                <a:lnTo>
                  <a:pt x="9660" y="12580"/>
                </a:lnTo>
                <a:lnTo>
                  <a:pt x="9758" y="12726"/>
                </a:lnTo>
                <a:lnTo>
                  <a:pt x="9855" y="12872"/>
                </a:lnTo>
                <a:lnTo>
                  <a:pt x="9952" y="13043"/>
                </a:lnTo>
                <a:lnTo>
                  <a:pt x="10025" y="13335"/>
                </a:lnTo>
                <a:lnTo>
                  <a:pt x="10050" y="13627"/>
                </a:lnTo>
                <a:lnTo>
                  <a:pt x="10050" y="13919"/>
                </a:lnTo>
                <a:lnTo>
                  <a:pt x="10050" y="14211"/>
                </a:lnTo>
                <a:lnTo>
                  <a:pt x="10025" y="14697"/>
                </a:lnTo>
                <a:lnTo>
                  <a:pt x="9977" y="15208"/>
                </a:lnTo>
                <a:lnTo>
                  <a:pt x="9928" y="15695"/>
                </a:lnTo>
                <a:lnTo>
                  <a:pt x="9879" y="16206"/>
                </a:lnTo>
                <a:lnTo>
                  <a:pt x="9904" y="16303"/>
                </a:lnTo>
                <a:lnTo>
                  <a:pt x="9952" y="16376"/>
                </a:lnTo>
                <a:lnTo>
                  <a:pt x="10025" y="16425"/>
                </a:lnTo>
                <a:lnTo>
                  <a:pt x="10123" y="16449"/>
                </a:lnTo>
                <a:lnTo>
                  <a:pt x="10488" y="16498"/>
                </a:lnTo>
                <a:lnTo>
                  <a:pt x="10853" y="16522"/>
                </a:lnTo>
                <a:lnTo>
                  <a:pt x="11218" y="16522"/>
                </a:lnTo>
                <a:lnTo>
                  <a:pt x="11583" y="16498"/>
                </a:lnTo>
                <a:lnTo>
                  <a:pt x="11753" y="16522"/>
                </a:lnTo>
                <a:lnTo>
                  <a:pt x="11948" y="16547"/>
                </a:lnTo>
                <a:lnTo>
                  <a:pt x="12313" y="16547"/>
                </a:lnTo>
                <a:lnTo>
                  <a:pt x="13091" y="16571"/>
                </a:lnTo>
                <a:lnTo>
                  <a:pt x="14892" y="16571"/>
                </a:lnTo>
                <a:lnTo>
                  <a:pt x="15208" y="16547"/>
                </a:lnTo>
                <a:lnTo>
                  <a:pt x="15476" y="16474"/>
                </a:lnTo>
                <a:lnTo>
                  <a:pt x="15597" y="16425"/>
                </a:lnTo>
                <a:lnTo>
                  <a:pt x="15719" y="16376"/>
                </a:lnTo>
                <a:lnTo>
                  <a:pt x="15792" y="16303"/>
                </a:lnTo>
                <a:lnTo>
                  <a:pt x="15865" y="16230"/>
                </a:lnTo>
                <a:lnTo>
                  <a:pt x="15962" y="16206"/>
                </a:lnTo>
                <a:lnTo>
                  <a:pt x="16035" y="16157"/>
                </a:lnTo>
                <a:lnTo>
                  <a:pt x="16084" y="16060"/>
                </a:lnTo>
                <a:lnTo>
                  <a:pt x="16108" y="15963"/>
                </a:lnTo>
                <a:lnTo>
                  <a:pt x="16108" y="15841"/>
                </a:lnTo>
                <a:lnTo>
                  <a:pt x="16084" y="15719"/>
                </a:lnTo>
                <a:lnTo>
                  <a:pt x="16035" y="15476"/>
                </a:lnTo>
                <a:lnTo>
                  <a:pt x="16011" y="15111"/>
                </a:lnTo>
                <a:lnTo>
                  <a:pt x="16011" y="14746"/>
                </a:lnTo>
                <a:lnTo>
                  <a:pt x="16035" y="13846"/>
                </a:lnTo>
                <a:lnTo>
                  <a:pt x="16084" y="12945"/>
                </a:lnTo>
                <a:lnTo>
                  <a:pt x="16108" y="12069"/>
                </a:lnTo>
                <a:lnTo>
                  <a:pt x="16133" y="11193"/>
                </a:lnTo>
                <a:lnTo>
                  <a:pt x="16133" y="10755"/>
                </a:lnTo>
                <a:lnTo>
                  <a:pt x="16108" y="10317"/>
                </a:lnTo>
                <a:lnTo>
                  <a:pt x="16084" y="9879"/>
                </a:lnTo>
                <a:lnTo>
                  <a:pt x="16035" y="9466"/>
                </a:lnTo>
                <a:lnTo>
                  <a:pt x="16741" y="9466"/>
                </a:lnTo>
                <a:lnTo>
                  <a:pt x="17252" y="9490"/>
                </a:lnTo>
                <a:lnTo>
                  <a:pt x="17763" y="9490"/>
                </a:lnTo>
                <a:lnTo>
                  <a:pt x="18250" y="9466"/>
                </a:lnTo>
                <a:lnTo>
                  <a:pt x="18761" y="9417"/>
                </a:lnTo>
                <a:lnTo>
                  <a:pt x="18834" y="9393"/>
                </a:lnTo>
                <a:lnTo>
                  <a:pt x="18907" y="9344"/>
                </a:lnTo>
                <a:lnTo>
                  <a:pt x="18931" y="9296"/>
                </a:lnTo>
                <a:lnTo>
                  <a:pt x="18955" y="9223"/>
                </a:lnTo>
                <a:lnTo>
                  <a:pt x="18955" y="9150"/>
                </a:lnTo>
                <a:lnTo>
                  <a:pt x="18931" y="9077"/>
                </a:lnTo>
                <a:lnTo>
                  <a:pt x="18907" y="9028"/>
                </a:lnTo>
                <a:lnTo>
                  <a:pt x="18858" y="8955"/>
                </a:lnTo>
                <a:lnTo>
                  <a:pt x="18882" y="8858"/>
                </a:lnTo>
                <a:lnTo>
                  <a:pt x="18834" y="8760"/>
                </a:lnTo>
                <a:lnTo>
                  <a:pt x="18761" y="8639"/>
                </a:lnTo>
                <a:lnTo>
                  <a:pt x="18688" y="8517"/>
                </a:lnTo>
                <a:lnTo>
                  <a:pt x="18469" y="8298"/>
                </a:lnTo>
                <a:lnTo>
                  <a:pt x="18031" y="7909"/>
                </a:lnTo>
                <a:lnTo>
                  <a:pt x="17374" y="7373"/>
                </a:lnTo>
                <a:lnTo>
                  <a:pt x="16717" y="6862"/>
                </a:lnTo>
                <a:lnTo>
                  <a:pt x="16084" y="6327"/>
                </a:lnTo>
                <a:lnTo>
                  <a:pt x="15476" y="5767"/>
                </a:lnTo>
                <a:lnTo>
                  <a:pt x="14916" y="5159"/>
                </a:lnTo>
                <a:lnTo>
                  <a:pt x="14356" y="4551"/>
                </a:lnTo>
                <a:lnTo>
                  <a:pt x="13797" y="3918"/>
                </a:lnTo>
                <a:lnTo>
                  <a:pt x="13237" y="3334"/>
                </a:lnTo>
                <a:lnTo>
                  <a:pt x="12653" y="2726"/>
                </a:lnTo>
                <a:lnTo>
                  <a:pt x="12045" y="2166"/>
                </a:lnTo>
                <a:lnTo>
                  <a:pt x="11753" y="1923"/>
                </a:lnTo>
                <a:lnTo>
                  <a:pt x="11437" y="1679"/>
                </a:lnTo>
                <a:lnTo>
                  <a:pt x="10804" y="1193"/>
                </a:lnTo>
                <a:lnTo>
                  <a:pt x="10488" y="950"/>
                </a:lnTo>
                <a:lnTo>
                  <a:pt x="10196" y="682"/>
                </a:lnTo>
                <a:lnTo>
                  <a:pt x="9904" y="414"/>
                </a:lnTo>
                <a:lnTo>
                  <a:pt x="9660" y="98"/>
                </a:lnTo>
                <a:lnTo>
                  <a:pt x="9612" y="25"/>
                </a:lnTo>
                <a:lnTo>
                  <a:pt x="9539" y="1"/>
                </a:lnTo>
                <a:lnTo>
                  <a:pt x="9466" y="1"/>
                </a:lnTo>
                <a:lnTo>
                  <a:pt x="9393" y="25"/>
                </a:lnTo>
                <a:lnTo>
                  <a:pt x="9344" y="1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302" name="Google Shape;302;p20"/>
          <p:cNvSpPr/>
          <p:nvPr/>
        </p:nvSpPr>
        <p:spPr>
          <a:xfrm>
            <a:off x="2272868" y="978107"/>
            <a:ext cx="333722" cy="282025"/>
          </a:xfrm>
          <a:custGeom>
            <a:rect b="b" l="l" r="r" t="t"/>
            <a:pathLst>
              <a:path extrusionOk="0" h="16328" w="19321">
                <a:moveTo>
                  <a:pt x="15403" y="1996"/>
                </a:moveTo>
                <a:lnTo>
                  <a:pt x="15573" y="2215"/>
                </a:lnTo>
                <a:lnTo>
                  <a:pt x="15695" y="2458"/>
                </a:lnTo>
                <a:lnTo>
                  <a:pt x="15500" y="2531"/>
                </a:lnTo>
                <a:lnTo>
                  <a:pt x="15306" y="2629"/>
                </a:lnTo>
                <a:lnTo>
                  <a:pt x="14916" y="2799"/>
                </a:lnTo>
                <a:lnTo>
                  <a:pt x="14819" y="2483"/>
                </a:lnTo>
                <a:lnTo>
                  <a:pt x="14673" y="2215"/>
                </a:lnTo>
                <a:lnTo>
                  <a:pt x="14965" y="2118"/>
                </a:lnTo>
                <a:lnTo>
                  <a:pt x="15403" y="1996"/>
                </a:lnTo>
                <a:close/>
                <a:moveTo>
                  <a:pt x="15817" y="2702"/>
                </a:moveTo>
                <a:lnTo>
                  <a:pt x="16011" y="3140"/>
                </a:lnTo>
                <a:lnTo>
                  <a:pt x="15646" y="3286"/>
                </a:lnTo>
                <a:lnTo>
                  <a:pt x="15379" y="3407"/>
                </a:lnTo>
                <a:lnTo>
                  <a:pt x="15111" y="3553"/>
                </a:lnTo>
                <a:lnTo>
                  <a:pt x="14989" y="3042"/>
                </a:lnTo>
                <a:lnTo>
                  <a:pt x="15306" y="2921"/>
                </a:lnTo>
                <a:lnTo>
                  <a:pt x="15573" y="2823"/>
                </a:lnTo>
                <a:lnTo>
                  <a:pt x="15817" y="2702"/>
                </a:lnTo>
                <a:close/>
                <a:moveTo>
                  <a:pt x="16084" y="3286"/>
                </a:moveTo>
                <a:lnTo>
                  <a:pt x="16206" y="3602"/>
                </a:lnTo>
                <a:lnTo>
                  <a:pt x="15817" y="3772"/>
                </a:lnTo>
                <a:lnTo>
                  <a:pt x="15500" y="3894"/>
                </a:lnTo>
                <a:lnTo>
                  <a:pt x="15354" y="3943"/>
                </a:lnTo>
                <a:lnTo>
                  <a:pt x="15208" y="4040"/>
                </a:lnTo>
                <a:lnTo>
                  <a:pt x="15135" y="3699"/>
                </a:lnTo>
                <a:lnTo>
                  <a:pt x="15427" y="3578"/>
                </a:lnTo>
                <a:lnTo>
                  <a:pt x="15719" y="3456"/>
                </a:lnTo>
                <a:lnTo>
                  <a:pt x="16084" y="3286"/>
                </a:lnTo>
                <a:close/>
                <a:moveTo>
                  <a:pt x="16303" y="3894"/>
                </a:moveTo>
                <a:lnTo>
                  <a:pt x="16449" y="4283"/>
                </a:lnTo>
                <a:lnTo>
                  <a:pt x="16376" y="4259"/>
                </a:lnTo>
                <a:lnTo>
                  <a:pt x="16279" y="4259"/>
                </a:lnTo>
                <a:lnTo>
                  <a:pt x="16133" y="4308"/>
                </a:lnTo>
                <a:lnTo>
                  <a:pt x="15841" y="4454"/>
                </a:lnTo>
                <a:lnTo>
                  <a:pt x="15598" y="4575"/>
                </a:lnTo>
                <a:lnTo>
                  <a:pt x="15379" y="4697"/>
                </a:lnTo>
                <a:lnTo>
                  <a:pt x="15257" y="4259"/>
                </a:lnTo>
                <a:lnTo>
                  <a:pt x="15427" y="4210"/>
                </a:lnTo>
                <a:lnTo>
                  <a:pt x="15573" y="4162"/>
                </a:lnTo>
                <a:lnTo>
                  <a:pt x="15890" y="4040"/>
                </a:lnTo>
                <a:lnTo>
                  <a:pt x="16303" y="3894"/>
                </a:lnTo>
                <a:close/>
                <a:moveTo>
                  <a:pt x="16498" y="4405"/>
                </a:moveTo>
                <a:lnTo>
                  <a:pt x="16498" y="4454"/>
                </a:lnTo>
                <a:lnTo>
                  <a:pt x="16595" y="4721"/>
                </a:lnTo>
                <a:lnTo>
                  <a:pt x="16449" y="4770"/>
                </a:lnTo>
                <a:lnTo>
                  <a:pt x="16303" y="4819"/>
                </a:lnTo>
                <a:lnTo>
                  <a:pt x="16011" y="4965"/>
                </a:lnTo>
                <a:lnTo>
                  <a:pt x="15768" y="5086"/>
                </a:lnTo>
                <a:lnTo>
                  <a:pt x="15622" y="5184"/>
                </a:lnTo>
                <a:lnTo>
                  <a:pt x="15549" y="5232"/>
                </a:lnTo>
                <a:lnTo>
                  <a:pt x="15525" y="5305"/>
                </a:lnTo>
                <a:lnTo>
                  <a:pt x="15427" y="4892"/>
                </a:lnTo>
                <a:lnTo>
                  <a:pt x="15695" y="4819"/>
                </a:lnTo>
                <a:lnTo>
                  <a:pt x="15938" y="4721"/>
                </a:lnTo>
                <a:lnTo>
                  <a:pt x="16255" y="4624"/>
                </a:lnTo>
                <a:lnTo>
                  <a:pt x="16401" y="4527"/>
                </a:lnTo>
                <a:lnTo>
                  <a:pt x="16449" y="4478"/>
                </a:lnTo>
                <a:lnTo>
                  <a:pt x="16498" y="4405"/>
                </a:lnTo>
                <a:close/>
                <a:moveTo>
                  <a:pt x="16717" y="5062"/>
                </a:moveTo>
                <a:lnTo>
                  <a:pt x="16814" y="5305"/>
                </a:lnTo>
                <a:lnTo>
                  <a:pt x="16547" y="5403"/>
                </a:lnTo>
                <a:lnTo>
                  <a:pt x="16303" y="5524"/>
                </a:lnTo>
                <a:lnTo>
                  <a:pt x="15987" y="5670"/>
                </a:lnTo>
                <a:lnTo>
                  <a:pt x="15817" y="5743"/>
                </a:lnTo>
                <a:lnTo>
                  <a:pt x="15671" y="5816"/>
                </a:lnTo>
                <a:lnTo>
                  <a:pt x="15549" y="5354"/>
                </a:lnTo>
                <a:lnTo>
                  <a:pt x="15622" y="5403"/>
                </a:lnTo>
                <a:lnTo>
                  <a:pt x="15719" y="5427"/>
                </a:lnTo>
                <a:lnTo>
                  <a:pt x="15792" y="5403"/>
                </a:lnTo>
                <a:lnTo>
                  <a:pt x="15890" y="5378"/>
                </a:lnTo>
                <a:lnTo>
                  <a:pt x="16084" y="5305"/>
                </a:lnTo>
                <a:lnTo>
                  <a:pt x="16255" y="5257"/>
                </a:lnTo>
                <a:lnTo>
                  <a:pt x="16498" y="5159"/>
                </a:lnTo>
                <a:lnTo>
                  <a:pt x="16620" y="5111"/>
                </a:lnTo>
                <a:lnTo>
                  <a:pt x="16717" y="5062"/>
                </a:lnTo>
                <a:close/>
                <a:moveTo>
                  <a:pt x="17082" y="4551"/>
                </a:moveTo>
                <a:lnTo>
                  <a:pt x="17106" y="4575"/>
                </a:lnTo>
                <a:lnTo>
                  <a:pt x="17228" y="4673"/>
                </a:lnTo>
                <a:lnTo>
                  <a:pt x="17350" y="4746"/>
                </a:lnTo>
                <a:lnTo>
                  <a:pt x="17496" y="4794"/>
                </a:lnTo>
                <a:lnTo>
                  <a:pt x="17666" y="4819"/>
                </a:lnTo>
                <a:lnTo>
                  <a:pt x="17885" y="4867"/>
                </a:lnTo>
                <a:lnTo>
                  <a:pt x="18128" y="4965"/>
                </a:lnTo>
                <a:lnTo>
                  <a:pt x="18323" y="5062"/>
                </a:lnTo>
                <a:lnTo>
                  <a:pt x="18518" y="5208"/>
                </a:lnTo>
                <a:lnTo>
                  <a:pt x="18591" y="5281"/>
                </a:lnTo>
                <a:lnTo>
                  <a:pt x="18664" y="5354"/>
                </a:lnTo>
                <a:lnTo>
                  <a:pt x="18785" y="5573"/>
                </a:lnTo>
                <a:lnTo>
                  <a:pt x="18810" y="5670"/>
                </a:lnTo>
                <a:lnTo>
                  <a:pt x="18834" y="5768"/>
                </a:lnTo>
                <a:lnTo>
                  <a:pt x="18834" y="5889"/>
                </a:lnTo>
                <a:lnTo>
                  <a:pt x="18810" y="6011"/>
                </a:lnTo>
                <a:lnTo>
                  <a:pt x="18761" y="6108"/>
                </a:lnTo>
                <a:lnTo>
                  <a:pt x="18664" y="6181"/>
                </a:lnTo>
                <a:lnTo>
                  <a:pt x="18542" y="6254"/>
                </a:lnTo>
                <a:lnTo>
                  <a:pt x="18396" y="6303"/>
                </a:lnTo>
                <a:lnTo>
                  <a:pt x="18080" y="6376"/>
                </a:lnTo>
                <a:lnTo>
                  <a:pt x="17812" y="6400"/>
                </a:lnTo>
                <a:lnTo>
                  <a:pt x="17447" y="5476"/>
                </a:lnTo>
                <a:lnTo>
                  <a:pt x="17082" y="4551"/>
                </a:lnTo>
                <a:close/>
                <a:moveTo>
                  <a:pt x="16936" y="5622"/>
                </a:moveTo>
                <a:lnTo>
                  <a:pt x="17033" y="5889"/>
                </a:lnTo>
                <a:lnTo>
                  <a:pt x="16863" y="5938"/>
                </a:lnTo>
                <a:lnTo>
                  <a:pt x="16717" y="6011"/>
                </a:lnTo>
                <a:lnTo>
                  <a:pt x="16401" y="6157"/>
                </a:lnTo>
                <a:lnTo>
                  <a:pt x="16084" y="6303"/>
                </a:lnTo>
                <a:lnTo>
                  <a:pt x="15768" y="6425"/>
                </a:lnTo>
                <a:lnTo>
                  <a:pt x="15768" y="6376"/>
                </a:lnTo>
                <a:lnTo>
                  <a:pt x="15719" y="6303"/>
                </a:lnTo>
                <a:lnTo>
                  <a:pt x="15719" y="6157"/>
                </a:lnTo>
                <a:lnTo>
                  <a:pt x="15719" y="6011"/>
                </a:lnTo>
                <a:lnTo>
                  <a:pt x="15890" y="5987"/>
                </a:lnTo>
                <a:lnTo>
                  <a:pt x="16084" y="5938"/>
                </a:lnTo>
                <a:lnTo>
                  <a:pt x="16425" y="5816"/>
                </a:lnTo>
                <a:lnTo>
                  <a:pt x="16668" y="5719"/>
                </a:lnTo>
                <a:lnTo>
                  <a:pt x="16936" y="5622"/>
                </a:lnTo>
                <a:close/>
                <a:moveTo>
                  <a:pt x="2142" y="4770"/>
                </a:moveTo>
                <a:lnTo>
                  <a:pt x="1607" y="6303"/>
                </a:lnTo>
                <a:lnTo>
                  <a:pt x="1534" y="6473"/>
                </a:lnTo>
                <a:lnTo>
                  <a:pt x="1436" y="6449"/>
                </a:lnTo>
                <a:lnTo>
                  <a:pt x="877" y="6449"/>
                </a:lnTo>
                <a:lnTo>
                  <a:pt x="779" y="6400"/>
                </a:lnTo>
                <a:lnTo>
                  <a:pt x="706" y="6327"/>
                </a:lnTo>
                <a:lnTo>
                  <a:pt x="609" y="6230"/>
                </a:lnTo>
                <a:lnTo>
                  <a:pt x="536" y="6084"/>
                </a:lnTo>
                <a:lnTo>
                  <a:pt x="512" y="5938"/>
                </a:lnTo>
                <a:lnTo>
                  <a:pt x="536" y="5816"/>
                </a:lnTo>
                <a:lnTo>
                  <a:pt x="560" y="5670"/>
                </a:lnTo>
                <a:lnTo>
                  <a:pt x="633" y="5524"/>
                </a:lnTo>
                <a:lnTo>
                  <a:pt x="706" y="5403"/>
                </a:lnTo>
                <a:lnTo>
                  <a:pt x="804" y="5305"/>
                </a:lnTo>
                <a:lnTo>
                  <a:pt x="901" y="5208"/>
                </a:lnTo>
                <a:lnTo>
                  <a:pt x="998" y="5111"/>
                </a:lnTo>
                <a:lnTo>
                  <a:pt x="1144" y="5038"/>
                </a:lnTo>
                <a:lnTo>
                  <a:pt x="1266" y="4965"/>
                </a:lnTo>
                <a:lnTo>
                  <a:pt x="1412" y="4916"/>
                </a:lnTo>
                <a:lnTo>
                  <a:pt x="1704" y="4867"/>
                </a:lnTo>
                <a:lnTo>
                  <a:pt x="1996" y="4819"/>
                </a:lnTo>
                <a:lnTo>
                  <a:pt x="2142" y="4770"/>
                </a:lnTo>
                <a:close/>
                <a:moveTo>
                  <a:pt x="10342" y="1899"/>
                </a:moveTo>
                <a:lnTo>
                  <a:pt x="10926" y="1923"/>
                </a:lnTo>
                <a:lnTo>
                  <a:pt x="11510" y="1972"/>
                </a:lnTo>
                <a:lnTo>
                  <a:pt x="12094" y="2045"/>
                </a:lnTo>
                <a:lnTo>
                  <a:pt x="12702" y="2118"/>
                </a:lnTo>
                <a:lnTo>
                  <a:pt x="13286" y="2239"/>
                </a:lnTo>
                <a:lnTo>
                  <a:pt x="13797" y="2361"/>
                </a:lnTo>
                <a:lnTo>
                  <a:pt x="14065" y="2410"/>
                </a:lnTo>
                <a:lnTo>
                  <a:pt x="14308" y="2434"/>
                </a:lnTo>
                <a:lnTo>
                  <a:pt x="14332" y="2653"/>
                </a:lnTo>
                <a:lnTo>
                  <a:pt x="14357" y="2872"/>
                </a:lnTo>
                <a:lnTo>
                  <a:pt x="14478" y="3334"/>
                </a:lnTo>
                <a:lnTo>
                  <a:pt x="14600" y="3772"/>
                </a:lnTo>
                <a:lnTo>
                  <a:pt x="14722" y="4186"/>
                </a:lnTo>
                <a:lnTo>
                  <a:pt x="14989" y="5305"/>
                </a:lnTo>
                <a:lnTo>
                  <a:pt x="15111" y="5816"/>
                </a:lnTo>
                <a:lnTo>
                  <a:pt x="15184" y="6084"/>
                </a:lnTo>
                <a:lnTo>
                  <a:pt x="15281" y="6327"/>
                </a:lnTo>
                <a:lnTo>
                  <a:pt x="15014" y="6449"/>
                </a:lnTo>
                <a:lnTo>
                  <a:pt x="14722" y="6571"/>
                </a:lnTo>
                <a:lnTo>
                  <a:pt x="14162" y="6814"/>
                </a:lnTo>
                <a:lnTo>
                  <a:pt x="13457" y="7033"/>
                </a:lnTo>
                <a:lnTo>
                  <a:pt x="12751" y="7228"/>
                </a:lnTo>
                <a:lnTo>
                  <a:pt x="11972" y="7398"/>
                </a:lnTo>
                <a:lnTo>
                  <a:pt x="11169" y="7520"/>
                </a:lnTo>
                <a:lnTo>
                  <a:pt x="10366" y="7593"/>
                </a:lnTo>
                <a:lnTo>
                  <a:pt x="9588" y="7617"/>
                </a:lnTo>
                <a:lnTo>
                  <a:pt x="8809" y="7617"/>
                </a:lnTo>
                <a:lnTo>
                  <a:pt x="8055" y="7568"/>
                </a:lnTo>
                <a:lnTo>
                  <a:pt x="7300" y="7471"/>
                </a:lnTo>
                <a:lnTo>
                  <a:pt x="6546" y="7325"/>
                </a:lnTo>
                <a:lnTo>
                  <a:pt x="5840" y="7155"/>
                </a:lnTo>
                <a:lnTo>
                  <a:pt x="5135" y="6960"/>
                </a:lnTo>
                <a:lnTo>
                  <a:pt x="4794" y="6838"/>
                </a:lnTo>
                <a:lnTo>
                  <a:pt x="4478" y="6717"/>
                </a:lnTo>
                <a:lnTo>
                  <a:pt x="4137" y="6595"/>
                </a:lnTo>
                <a:lnTo>
                  <a:pt x="3821" y="6498"/>
                </a:lnTo>
                <a:lnTo>
                  <a:pt x="3821" y="6449"/>
                </a:lnTo>
                <a:lnTo>
                  <a:pt x="3943" y="5914"/>
                </a:lnTo>
                <a:lnTo>
                  <a:pt x="4064" y="5378"/>
                </a:lnTo>
                <a:lnTo>
                  <a:pt x="4186" y="4867"/>
                </a:lnTo>
                <a:lnTo>
                  <a:pt x="4356" y="4332"/>
                </a:lnTo>
                <a:lnTo>
                  <a:pt x="4527" y="3821"/>
                </a:lnTo>
                <a:lnTo>
                  <a:pt x="4697" y="3310"/>
                </a:lnTo>
                <a:lnTo>
                  <a:pt x="4843" y="2896"/>
                </a:lnTo>
                <a:lnTo>
                  <a:pt x="4916" y="2702"/>
                </a:lnTo>
                <a:lnTo>
                  <a:pt x="4965" y="2483"/>
                </a:lnTo>
                <a:lnTo>
                  <a:pt x="5038" y="2507"/>
                </a:lnTo>
                <a:lnTo>
                  <a:pt x="5111" y="2507"/>
                </a:lnTo>
                <a:lnTo>
                  <a:pt x="6254" y="2264"/>
                </a:lnTo>
                <a:lnTo>
                  <a:pt x="6838" y="2142"/>
                </a:lnTo>
                <a:lnTo>
                  <a:pt x="7398" y="2069"/>
                </a:lnTo>
                <a:lnTo>
                  <a:pt x="7982" y="1996"/>
                </a:lnTo>
                <a:lnTo>
                  <a:pt x="8566" y="1947"/>
                </a:lnTo>
                <a:lnTo>
                  <a:pt x="9150" y="1923"/>
                </a:lnTo>
                <a:lnTo>
                  <a:pt x="9734" y="1899"/>
                </a:lnTo>
                <a:close/>
                <a:moveTo>
                  <a:pt x="16863" y="7933"/>
                </a:moveTo>
                <a:lnTo>
                  <a:pt x="16011" y="8177"/>
                </a:lnTo>
                <a:lnTo>
                  <a:pt x="15160" y="8371"/>
                </a:lnTo>
                <a:lnTo>
                  <a:pt x="14308" y="8566"/>
                </a:lnTo>
                <a:lnTo>
                  <a:pt x="13432" y="8736"/>
                </a:lnTo>
                <a:lnTo>
                  <a:pt x="12581" y="8882"/>
                </a:lnTo>
                <a:lnTo>
                  <a:pt x="11705" y="9004"/>
                </a:lnTo>
                <a:lnTo>
                  <a:pt x="10829" y="9077"/>
                </a:lnTo>
                <a:lnTo>
                  <a:pt x="9953" y="9126"/>
                </a:lnTo>
                <a:lnTo>
                  <a:pt x="9052" y="9126"/>
                </a:lnTo>
                <a:lnTo>
                  <a:pt x="8176" y="9101"/>
                </a:lnTo>
                <a:lnTo>
                  <a:pt x="7276" y="9053"/>
                </a:lnTo>
                <a:lnTo>
                  <a:pt x="6400" y="8955"/>
                </a:lnTo>
                <a:lnTo>
                  <a:pt x="5476" y="8834"/>
                </a:lnTo>
                <a:lnTo>
                  <a:pt x="4575" y="8663"/>
                </a:lnTo>
                <a:lnTo>
                  <a:pt x="3675" y="8469"/>
                </a:lnTo>
                <a:lnTo>
                  <a:pt x="2775" y="8323"/>
                </a:lnTo>
                <a:lnTo>
                  <a:pt x="2702" y="8347"/>
                </a:lnTo>
                <a:lnTo>
                  <a:pt x="2677" y="8371"/>
                </a:lnTo>
                <a:lnTo>
                  <a:pt x="2677" y="8420"/>
                </a:lnTo>
                <a:lnTo>
                  <a:pt x="2726" y="8469"/>
                </a:lnTo>
                <a:lnTo>
                  <a:pt x="3140" y="8615"/>
                </a:lnTo>
                <a:lnTo>
                  <a:pt x="3553" y="8761"/>
                </a:lnTo>
                <a:lnTo>
                  <a:pt x="3991" y="8882"/>
                </a:lnTo>
                <a:lnTo>
                  <a:pt x="4429" y="8980"/>
                </a:lnTo>
                <a:lnTo>
                  <a:pt x="5305" y="9126"/>
                </a:lnTo>
                <a:lnTo>
                  <a:pt x="6181" y="9272"/>
                </a:lnTo>
                <a:lnTo>
                  <a:pt x="7081" y="9369"/>
                </a:lnTo>
                <a:lnTo>
                  <a:pt x="7957" y="9442"/>
                </a:lnTo>
                <a:lnTo>
                  <a:pt x="8858" y="9466"/>
                </a:lnTo>
                <a:lnTo>
                  <a:pt x="9758" y="9466"/>
                </a:lnTo>
                <a:lnTo>
                  <a:pt x="10658" y="9442"/>
                </a:lnTo>
                <a:lnTo>
                  <a:pt x="11583" y="9393"/>
                </a:lnTo>
                <a:lnTo>
                  <a:pt x="12508" y="9296"/>
                </a:lnTo>
                <a:lnTo>
                  <a:pt x="13408" y="9174"/>
                </a:lnTo>
                <a:lnTo>
                  <a:pt x="14308" y="9004"/>
                </a:lnTo>
                <a:lnTo>
                  <a:pt x="15208" y="8785"/>
                </a:lnTo>
                <a:lnTo>
                  <a:pt x="16084" y="8542"/>
                </a:lnTo>
                <a:lnTo>
                  <a:pt x="16960" y="8250"/>
                </a:lnTo>
                <a:lnTo>
                  <a:pt x="17009" y="8225"/>
                </a:lnTo>
                <a:lnTo>
                  <a:pt x="17058" y="8177"/>
                </a:lnTo>
                <a:lnTo>
                  <a:pt x="17058" y="8104"/>
                </a:lnTo>
                <a:lnTo>
                  <a:pt x="17058" y="8055"/>
                </a:lnTo>
                <a:lnTo>
                  <a:pt x="17033" y="8006"/>
                </a:lnTo>
                <a:lnTo>
                  <a:pt x="16985" y="7958"/>
                </a:lnTo>
                <a:lnTo>
                  <a:pt x="16936" y="7933"/>
                </a:lnTo>
                <a:close/>
                <a:moveTo>
                  <a:pt x="9320" y="9953"/>
                </a:moveTo>
                <a:lnTo>
                  <a:pt x="8639" y="9977"/>
                </a:lnTo>
                <a:lnTo>
                  <a:pt x="7714" y="9977"/>
                </a:lnTo>
                <a:lnTo>
                  <a:pt x="7446" y="10001"/>
                </a:lnTo>
                <a:lnTo>
                  <a:pt x="7300" y="10026"/>
                </a:lnTo>
                <a:lnTo>
                  <a:pt x="7179" y="10050"/>
                </a:lnTo>
                <a:lnTo>
                  <a:pt x="7081" y="10123"/>
                </a:lnTo>
                <a:lnTo>
                  <a:pt x="6984" y="10220"/>
                </a:lnTo>
                <a:lnTo>
                  <a:pt x="6960" y="10269"/>
                </a:lnTo>
                <a:lnTo>
                  <a:pt x="6984" y="10293"/>
                </a:lnTo>
                <a:lnTo>
                  <a:pt x="7057" y="10366"/>
                </a:lnTo>
                <a:lnTo>
                  <a:pt x="7154" y="10415"/>
                </a:lnTo>
                <a:lnTo>
                  <a:pt x="7252" y="10464"/>
                </a:lnTo>
                <a:lnTo>
                  <a:pt x="7349" y="10488"/>
                </a:lnTo>
                <a:lnTo>
                  <a:pt x="7568" y="10512"/>
                </a:lnTo>
                <a:lnTo>
                  <a:pt x="10585" y="10512"/>
                </a:lnTo>
                <a:lnTo>
                  <a:pt x="12021" y="10561"/>
                </a:lnTo>
                <a:lnTo>
                  <a:pt x="12143" y="10537"/>
                </a:lnTo>
                <a:lnTo>
                  <a:pt x="12216" y="10488"/>
                </a:lnTo>
                <a:lnTo>
                  <a:pt x="12264" y="10391"/>
                </a:lnTo>
                <a:lnTo>
                  <a:pt x="12289" y="10293"/>
                </a:lnTo>
                <a:lnTo>
                  <a:pt x="12264" y="10196"/>
                </a:lnTo>
                <a:lnTo>
                  <a:pt x="12216" y="10099"/>
                </a:lnTo>
                <a:lnTo>
                  <a:pt x="12143" y="10050"/>
                </a:lnTo>
                <a:lnTo>
                  <a:pt x="12021" y="10001"/>
                </a:lnTo>
                <a:lnTo>
                  <a:pt x="10683" y="9977"/>
                </a:lnTo>
                <a:lnTo>
                  <a:pt x="9320" y="9953"/>
                </a:lnTo>
                <a:close/>
                <a:moveTo>
                  <a:pt x="10950" y="10975"/>
                </a:moveTo>
                <a:lnTo>
                  <a:pt x="10683" y="10999"/>
                </a:lnTo>
                <a:lnTo>
                  <a:pt x="10123" y="11023"/>
                </a:lnTo>
                <a:lnTo>
                  <a:pt x="9612" y="11048"/>
                </a:lnTo>
                <a:lnTo>
                  <a:pt x="9028" y="11023"/>
                </a:lnTo>
                <a:lnTo>
                  <a:pt x="8152" y="11023"/>
                </a:lnTo>
                <a:lnTo>
                  <a:pt x="7860" y="11048"/>
                </a:lnTo>
                <a:lnTo>
                  <a:pt x="7568" y="11096"/>
                </a:lnTo>
                <a:lnTo>
                  <a:pt x="7300" y="11169"/>
                </a:lnTo>
                <a:lnTo>
                  <a:pt x="7252" y="11194"/>
                </a:lnTo>
                <a:lnTo>
                  <a:pt x="7227" y="11218"/>
                </a:lnTo>
                <a:lnTo>
                  <a:pt x="7203" y="11315"/>
                </a:lnTo>
                <a:lnTo>
                  <a:pt x="7227" y="11413"/>
                </a:lnTo>
                <a:lnTo>
                  <a:pt x="7252" y="11437"/>
                </a:lnTo>
                <a:lnTo>
                  <a:pt x="7300" y="11461"/>
                </a:lnTo>
                <a:lnTo>
                  <a:pt x="7568" y="11534"/>
                </a:lnTo>
                <a:lnTo>
                  <a:pt x="7811" y="11559"/>
                </a:lnTo>
                <a:lnTo>
                  <a:pt x="8079" y="11583"/>
                </a:lnTo>
                <a:lnTo>
                  <a:pt x="8347" y="11607"/>
                </a:lnTo>
                <a:lnTo>
                  <a:pt x="9417" y="11559"/>
                </a:lnTo>
                <a:lnTo>
                  <a:pt x="10561" y="11559"/>
                </a:lnTo>
                <a:lnTo>
                  <a:pt x="11145" y="11583"/>
                </a:lnTo>
                <a:lnTo>
                  <a:pt x="11437" y="11559"/>
                </a:lnTo>
                <a:lnTo>
                  <a:pt x="11583" y="11534"/>
                </a:lnTo>
                <a:lnTo>
                  <a:pt x="11729" y="11486"/>
                </a:lnTo>
                <a:lnTo>
                  <a:pt x="11802" y="11461"/>
                </a:lnTo>
                <a:lnTo>
                  <a:pt x="11851" y="11413"/>
                </a:lnTo>
                <a:lnTo>
                  <a:pt x="11875" y="11364"/>
                </a:lnTo>
                <a:lnTo>
                  <a:pt x="11875" y="11291"/>
                </a:lnTo>
                <a:lnTo>
                  <a:pt x="11875" y="11218"/>
                </a:lnTo>
                <a:lnTo>
                  <a:pt x="11851" y="11169"/>
                </a:lnTo>
                <a:lnTo>
                  <a:pt x="11802" y="11121"/>
                </a:lnTo>
                <a:lnTo>
                  <a:pt x="11729" y="11096"/>
                </a:lnTo>
                <a:lnTo>
                  <a:pt x="11486" y="11023"/>
                </a:lnTo>
                <a:lnTo>
                  <a:pt x="11218" y="10999"/>
                </a:lnTo>
                <a:lnTo>
                  <a:pt x="10950" y="10975"/>
                </a:lnTo>
                <a:close/>
                <a:moveTo>
                  <a:pt x="4210" y="9734"/>
                </a:moveTo>
                <a:lnTo>
                  <a:pt x="4356" y="9758"/>
                </a:lnTo>
                <a:lnTo>
                  <a:pt x="4478" y="9783"/>
                </a:lnTo>
                <a:lnTo>
                  <a:pt x="4600" y="9807"/>
                </a:lnTo>
                <a:lnTo>
                  <a:pt x="4819" y="9928"/>
                </a:lnTo>
                <a:lnTo>
                  <a:pt x="5013" y="10074"/>
                </a:lnTo>
                <a:lnTo>
                  <a:pt x="5184" y="10269"/>
                </a:lnTo>
                <a:lnTo>
                  <a:pt x="5330" y="10488"/>
                </a:lnTo>
                <a:lnTo>
                  <a:pt x="5451" y="10756"/>
                </a:lnTo>
                <a:lnTo>
                  <a:pt x="5524" y="10902"/>
                </a:lnTo>
                <a:lnTo>
                  <a:pt x="5549" y="11048"/>
                </a:lnTo>
                <a:lnTo>
                  <a:pt x="5549" y="11194"/>
                </a:lnTo>
                <a:lnTo>
                  <a:pt x="5524" y="11315"/>
                </a:lnTo>
                <a:lnTo>
                  <a:pt x="5476" y="11437"/>
                </a:lnTo>
                <a:lnTo>
                  <a:pt x="5427" y="11534"/>
                </a:lnTo>
                <a:lnTo>
                  <a:pt x="5330" y="11607"/>
                </a:lnTo>
                <a:lnTo>
                  <a:pt x="5232" y="11680"/>
                </a:lnTo>
                <a:lnTo>
                  <a:pt x="5135" y="11753"/>
                </a:lnTo>
                <a:lnTo>
                  <a:pt x="5013" y="11802"/>
                </a:lnTo>
                <a:lnTo>
                  <a:pt x="4770" y="11875"/>
                </a:lnTo>
                <a:lnTo>
                  <a:pt x="4478" y="11924"/>
                </a:lnTo>
                <a:lnTo>
                  <a:pt x="4210" y="11924"/>
                </a:lnTo>
                <a:lnTo>
                  <a:pt x="3967" y="11899"/>
                </a:lnTo>
                <a:lnTo>
                  <a:pt x="3699" y="11851"/>
                </a:lnTo>
                <a:lnTo>
                  <a:pt x="3456" y="11753"/>
                </a:lnTo>
                <a:lnTo>
                  <a:pt x="3213" y="11656"/>
                </a:lnTo>
                <a:lnTo>
                  <a:pt x="3018" y="11510"/>
                </a:lnTo>
                <a:lnTo>
                  <a:pt x="2921" y="11413"/>
                </a:lnTo>
                <a:lnTo>
                  <a:pt x="2848" y="11315"/>
                </a:lnTo>
                <a:lnTo>
                  <a:pt x="2799" y="11194"/>
                </a:lnTo>
                <a:lnTo>
                  <a:pt x="2750" y="11096"/>
                </a:lnTo>
                <a:lnTo>
                  <a:pt x="2702" y="10950"/>
                </a:lnTo>
                <a:lnTo>
                  <a:pt x="2677" y="10829"/>
                </a:lnTo>
                <a:lnTo>
                  <a:pt x="2702" y="10707"/>
                </a:lnTo>
                <a:lnTo>
                  <a:pt x="2702" y="10610"/>
                </a:lnTo>
                <a:lnTo>
                  <a:pt x="2726" y="10512"/>
                </a:lnTo>
                <a:lnTo>
                  <a:pt x="2775" y="10415"/>
                </a:lnTo>
                <a:lnTo>
                  <a:pt x="2896" y="10269"/>
                </a:lnTo>
                <a:lnTo>
                  <a:pt x="3042" y="10147"/>
                </a:lnTo>
                <a:lnTo>
                  <a:pt x="3213" y="10050"/>
                </a:lnTo>
                <a:lnTo>
                  <a:pt x="3383" y="9977"/>
                </a:lnTo>
                <a:lnTo>
                  <a:pt x="3772" y="9807"/>
                </a:lnTo>
                <a:lnTo>
                  <a:pt x="3797" y="9807"/>
                </a:lnTo>
                <a:lnTo>
                  <a:pt x="3943" y="9758"/>
                </a:lnTo>
                <a:lnTo>
                  <a:pt x="4089" y="9758"/>
                </a:lnTo>
                <a:lnTo>
                  <a:pt x="4210" y="9734"/>
                </a:lnTo>
                <a:close/>
                <a:moveTo>
                  <a:pt x="15208" y="9612"/>
                </a:moveTo>
                <a:lnTo>
                  <a:pt x="15476" y="9637"/>
                </a:lnTo>
                <a:lnTo>
                  <a:pt x="15622" y="9685"/>
                </a:lnTo>
                <a:lnTo>
                  <a:pt x="15719" y="9734"/>
                </a:lnTo>
                <a:lnTo>
                  <a:pt x="15914" y="9880"/>
                </a:lnTo>
                <a:lnTo>
                  <a:pt x="16084" y="10050"/>
                </a:lnTo>
                <a:lnTo>
                  <a:pt x="16279" y="10220"/>
                </a:lnTo>
                <a:lnTo>
                  <a:pt x="16401" y="10342"/>
                </a:lnTo>
                <a:lnTo>
                  <a:pt x="16498" y="10464"/>
                </a:lnTo>
                <a:lnTo>
                  <a:pt x="16547" y="10585"/>
                </a:lnTo>
                <a:lnTo>
                  <a:pt x="16571" y="10731"/>
                </a:lnTo>
                <a:lnTo>
                  <a:pt x="16571" y="10877"/>
                </a:lnTo>
                <a:lnTo>
                  <a:pt x="16547" y="11023"/>
                </a:lnTo>
                <a:lnTo>
                  <a:pt x="16498" y="11169"/>
                </a:lnTo>
                <a:lnTo>
                  <a:pt x="16425" y="11315"/>
                </a:lnTo>
                <a:lnTo>
                  <a:pt x="16352" y="11437"/>
                </a:lnTo>
                <a:lnTo>
                  <a:pt x="16255" y="11534"/>
                </a:lnTo>
                <a:lnTo>
                  <a:pt x="16133" y="11632"/>
                </a:lnTo>
                <a:lnTo>
                  <a:pt x="16011" y="11705"/>
                </a:lnTo>
                <a:lnTo>
                  <a:pt x="15768" y="11826"/>
                </a:lnTo>
                <a:lnTo>
                  <a:pt x="15500" y="11899"/>
                </a:lnTo>
                <a:lnTo>
                  <a:pt x="15208" y="11948"/>
                </a:lnTo>
                <a:lnTo>
                  <a:pt x="14916" y="11972"/>
                </a:lnTo>
                <a:lnTo>
                  <a:pt x="14624" y="11972"/>
                </a:lnTo>
                <a:lnTo>
                  <a:pt x="14357" y="11924"/>
                </a:lnTo>
                <a:lnTo>
                  <a:pt x="14235" y="11875"/>
                </a:lnTo>
                <a:lnTo>
                  <a:pt x="14113" y="11802"/>
                </a:lnTo>
                <a:lnTo>
                  <a:pt x="14016" y="11729"/>
                </a:lnTo>
                <a:lnTo>
                  <a:pt x="13919" y="11632"/>
                </a:lnTo>
                <a:lnTo>
                  <a:pt x="13846" y="11534"/>
                </a:lnTo>
                <a:lnTo>
                  <a:pt x="13797" y="11413"/>
                </a:lnTo>
                <a:lnTo>
                  <a:pt x="13773" y="11267"/>
                </a:lnTo>
                <a:lnTo>
                  <a:pt x="13748" y="11096"/>
                </a:lnTo>
                <a:lnTo>
                  <a:pt x="13773" y="10902"/>
                </a:lnTo>
                <a:lnTo>
                  <a:pt x="13821" y="10707"/>
                </a:lnTo>
                <a:lnTo>
                  <a:pt x="13919" y="10537"/>
                </a:lnTo>
                <a:lnTo>
                  <a:pt x="14040" y="10391"/>
                </a:lnTo>
                <a:lnTo>
                  <a:pt x="14284" y="10074"/>
                </a:lnTo>
                <a:lnTo>
                  <a:pt x="14405" y="9928"/>
                </a:lnTo>
                <a:lnTo>
                  <a:pt x="14503" y="9758"/>
                </a:lnTo>
                <a:lnTo>
                  <a:pt x="14746" y="9685"/>
                </a:lnTo>
                <a:lnTo>
                  <a:pt x="14989" y="9637"/>
                </a:lnTo>
                <a:lnTo>
                  <a:pt x="15208" y="9612"/>
                </a:lnTo>
                <a:close/>
                <a:moveTo>
                  <a:pt x="4064" y="9247"/>
                </a:moveTo>
                <a:lnTo>
                  <a:pt x="3870" y="9296"/>
                </a:lnTo>
                <a:lnTo>
                  <a:pt x="3675" y="9345"/>
                </a:lnTo>
                <a:lnTo>
                  <a:pt x="3626" y="9393"/>
                </a:lnTo>
                <a:lnTo>
                  <a:pt x="3578" y="9418"/>
                </a:lnTo>
                <a:lnTo>
                  <a:pt x="3334" y="9491"/>
                </a:lnTo>
                <a:lnTo>
                  <a:pt x="3091" y="9612"/>
                </a:lnTo>
                <a:lnTo>
                  <a:pt x="2848" y="9758"/>
                </a:lnTo>
                <a:lnTo>
                  <a:pt x="2653" y="9928"/>
                </a:lnTo>
                <a:lnTo>
                  <a:pt x="2458" y="10123"/>
                </a:lnTo>
                <a:lnTo>
                  <a:pt x="2337" y="10342"/>
                </a:lnTo>
                <a:lnTo>
                  <a:pt x="2239" y="10585"/>
                </a:lnTo>
                <a:lnTo>
                  <a:pt x="2215" y="10707"/>
                </a:lnTo>
                <a:lnTo>
                  <a:pt x="2215" y="10829"/>
                </a:lnTo>
                <a:lnTo>
                  <a:pt x="2239" y="11023"/>
                </a:lnTo>
                <a:lnTo>
                  <a:pt x="2264" y="11218"/>
                </a:lnTo>
                <a:lnTo>
                  <a:pt x="2337" y="11388"/>
                </a:lnTo>
                <a:lnTo>
                  <a:pt x="2434" y="11559"/>
                </a:lnTo>
                <a:lnTo>
                  <a:pt x="2531" y="11705"/>
                </a:lnTo>
                <a:lnTo>
                  <a:pt x="2653" y="11826"/>
                </a:lnTo>
                <a:lnTo>
                  <a:pt x="2775" y="11948"/>
                </a:lnTo>
                <a:lnTo>
                  <a:pt x="2945" y="12045"/>
                </a:lnTo>
                <a:lnTo>
                  <a:pt x="3091" y="12118"/>
                </a:lnTo>
                <a:lnTo>
                  <a:pt x="3261" y="12216"/>
                </a:lnTo>
                <a:lnTo>
                  <a:pt x="3626" y="12313"/>
                </a:lnTo>
                <a:lnTo>
                  <a:pt x="4016" y="12386"/>
                </a:lnTo>
                <a:lnTo>
                  <a:pt x="4381" y="12435"/>
                </a:lnTo>
                <a:lnTo>
                  <a:pt x="4575" y="12435"/>
                </a:lnTo>
                <a:lnTo>
                  <a:pt x="4746" y="12410"/>
                </a:lnTo>
                <a:lnTo>
                  <a:pt x="4916" y="12386"/>
                </a:lnTo>
                <a:lnTo>
                  <a:pt x="5086" y="12337"/>
                </a:lnTo>
                <a:lnTo>
                  <a:pt x="5232" y="12264"/>
                </a:lnTo>
                <a:lnTo>
                  <a:pt x="5378" y="12191"/>
                </a:lnTo>
                <a:lnTo>
                  <a:pt x="5500" y="12118"/>
                </a:lnTo>
                <a:lnTo>
                  <a:pt x="5622" y="11997"/>
                </a:lnTo>
                <a:lnTo>
                  <a:pt x="5719" y="11875"/>
                </a:lnTo>
                <a:lnTo>
                  <a:pt x="5816" y="11753"/>
                </a:lnTo>
                <a:lnTo>
                  <a:pt x="5889" y="11607"/>
                </a:lnTo>
                <a:lnTo>
                  <a:pt x="5938" y="11461"/>
                </a:lnTo>
                <a:lnTo>
                  <a:pt x="5986" y="11315"/>
                </a:lnTo>
                <a:lnTo>
                  <a:pt x="5986" y="11145"/>
                </a:lnTo>
                <a:lnTo>
                  <a:pt x="5986" y="10950"/>
                </a:lnTo>
                <a:lnTo>
                  <a:pt x="5962" y="10780"/>
                </a:lnTo>
                <a:lnTo>
                  <a:pt x="5913" y="10585"/>
                </a:lnTo>
                <a:lnTo>
                  <a:pt x="5865" y="10415"/>
                </a:lnTo>
                <a:lnTo>
                  <a:pt x="5768" y="10245"/>
                </a:lnTo>
                <a:lnTo>
                  <a:pt x="5670" y="10074"/>
                </a:lnTo>
                <a:lnTo>
                  <a:pt x="5549" y="9928"/>
                </a:lnTo>
                <a:lnTo>
                  <a:pt x="5427" y="9783"/>
                </a:lnTo>
                <a:lnTo>
                  <a:pt x="5281" y="9661"/>
                </a:lnTo>
                <a:lnTo>
                  <a:pt x="5111" y="9539"/>
                </a:lnTo>
                <a:lnTo>
                  <a:pt x="4965" y="9442"/>
                </a:lnTo>
                <a:lnTo>
                  <a:pt x="4794" y="9369"/>
                </a:lnTo>
                <a:lnTo>
                  <a:pt x="4600" y="9296"/>
                </a:lnTo>
                <a:lnTo>
                  <a:pt x="4429" y="9272"/>
                </a:lnTo>
                <a:lnTo>
                  <a:pt x="4235" y="9247"/>
                </a:lnTo>
                <a:close/>
                <a:moveTo>
                  <a:pt x="14916" y="9150"/>
                </a:moveTo>
                <a:lnTo>
                  <a:pt x="14746" y="9199"/>
                </a:lnTo>
                <a:lnTo>
                  <a:pt x="14576" y="9247"/>
                </a:lnTo>
                <a:lnTo>
                  <a:pt x="14405" y="9320"/>
                </a:lnTo>
                <a:lnTo>
                  <a:pt x="14259" y="9418"/>
                </a:lnTo>
                <a:lnTo>
                  <a:pt x="14113" y="9539"/>
                </a:lnTo>
                <a:lnTo>
                  <a:pt x="14065" y="9612"/>
                </a:lnTo>
                <a:lnTo>
                  <a:pt x="14065" y="9710"/>
                </a:lnTo>
                <a:lnTo>
                  <a:pt x="13846" y="9904"/>
                </a:lnTo>
                <a:lnTo>
                  <a:pt x="13676" y="10123"/>
                </a:lnTo>
                <a:lnTo>
                  <a:pt x="13505" y="10366"/>
                </a:lnTo>
                <a:lnTo>
                  <a:pt x="13408" y="10634"/>
                </a:lnTo>
                <a:lnTo>
                  <a:pt x="13335" y="10926"/>
                </a:lnTo>
                <a:lnTo>
                  <a:pt x="13311" y="11194"/>
                </a:lnTo>
                <a:lnTo>
                  <a:pt x="13335" y="11461"/>
                </a:lnTo>
                <a:lnTo>
                  <a:pt x="13359" y="11583"/>
                </a:lnTo>
                <a:lnTo>
                  <a:pt x="13408" y="11705"/>
                </a:lnTo>
                <a:lnTo>
                  <a:pt x="13505" y="11875"/>
                </a:lnTo>
                <a:lnTo>
                  <a:pt x="13627" y="12021"/>
                </a:lnTo>
                <a:lnTo>
                  <a:pt x="13773" y="12143"/>
                </a:lnTo>
                <a:lnTo>
                  <a:pt x="13919" y="12240"/>
                </a:lnTo>
                <a:lnTo>
                  <a:pt x="14089" y="12337"/>
                </a:lnTo>
                <a:lnTo>
                  <a:pt x="14259" y="12386"/>
                </a:lnTo>
                <a:lnTo>
                  <a:pt x="14454" y="12410"/>
                </a:lnTo>
                <a:lnTo>
                  <a:pt x="14649" y="12435"/>
                </a:lnTo>
                <a:lnTo>
                  <a:pt x="14843" y="12459"/>
                </a:lnTo>
                <a:lnTo>
                  <a:pt x="15038" y="12435"/>
                </a:lnTo>
                <a:lnTo>
                  <a:pt x="15452" y="12386"/>
                </a:lnTo>
                <a:lnTo>
                  <a:pt x="15817" y="12289"/>
                </a:lnTo>
                <a:lnTo>
                  <a:pt x="16157" y="12143"/>
                </a:lnTo>
                <a:lnTo>
                  <a:pt x="16303" y="12070"/>
                </a:lnTo>
                <a:lnTo>
                  <a:pt x="16449" y="11972"/>
                </a:lnTo>
                <a:lnTo>
                  <a:pt x="16571" y="11875"/>
                </a:lnTo>
                <a:lnTo>
                  <a:pt x="16693" y="11753"/>
                </a:lnTo>
                <a:lnTo>
                  <a:pt x="16790" y="11607"/>
                </a:lnTo>
                <a:lnTo>
                  <a:pt x="16887" y="11461"/>
                </a:lnTo>
                <a:lnTo>
                  <a:pt x="16936" y="11315"/>
                </a:lnTo>
                <a:lnTo>
                  <a:pt x="16985" y="11169"/>
                </a:lnTo>
                <a:lnTo>
                  <a:pt x="17033" y="10999"/>
                </a:lnTo>
                <a:lnTo>
                  <a:pt x="17033" y="10853"/>
                </a:lnTo>
                <a:lnTo>
                  <a:pt x="17033" y="10683"/>
                </a:lnTo>
                <a:lnTo>
                  <a:pt x="17009" y="10512"/>
                </a:lnTo>
                <a:lnTo>
                  <a:pt x="16936" y="10366"/>
                </a:lnTo>
                <a:lnTo>
                  <a:pt x="16863" y="10220"/>
                </a:lnTo>
                <a:lnTo>
                  <a:pt x="16790" y="10074"/>
                </a:lnTo>
                <a:lnTo>
                  <a:pt x="16668" y="9953"/>
                </a:lnTo>
                <a:lnTo>
                  <a:pt x="16401" y="9685"/>
                </a:lnTo>
                <a:lnTo>
                  <a:pt x="16109" y="9466"/>
                </a:lnTo>
                <a:lnTo>
                  <a:pt x="15963" y="9369"/>
                </a:lnTo>
                <a:lnTo>
                  <a:pt x="15817" y="9296"/>
                </a:lnTo>
                <a:lnTo>
                  <a:pt x="15646" y="9223"/>
                </a:lnTo>
                <a:lnTo>
                  <a:pt x="15452" y="9174"/>
                </a:lnTo>
                <a:lnTo>
                  <a:pt x="15281" y="9150"/>
                </a:lnTo>
                <a:close/>
                <a:moveTo>
                  <a:pt x="12337" y="561"/>
                </a:moveTo>
                <a:lnTo>
                  <a:pt x="12751" y="585"/>
                </a:lnTo>
                <a:lnTo>
                  <a:pt x="13213" y="658"/>
                </a:lnTo>
                <a:lnTo>
                  <a:pt x="13676" y="780"/>
                </a:lnTo>
                <a:lnTo>
                  <a:pt x="14113" y="974"/>
                </a:lnTo>
                <a:lnTo>
                  <a:pt x="14527" y="1193"/>
                </a:lnTo>
                <a:lnTo>
                  <a:pt x="14478" y="1218"/>
                </a:lnTo>
                <a:lnTo>
                  <a:pt x="14211" y="1315"/>
                </a:lnTo>
                <a:lnTo>
                  <a:pt x="14089" y="1412"/>
                </a:lnTo>
                <a:lnTo>
                  <a:pt x="13992" y="1534"/>
                </a:lnTo>
                <a:lnTo>
                  <a:pt x="13967" y="1558"/>
                </a:lnTo>
                <a:lnTo>
                  <a:pt x="13992" y="1607"/>
                </a:lnTo>
                <a:lnTo>
                  <a:pt x="14016" y="1631"/>
                </a:lnTo>
                <a:lnTo>
                  <a:pt x="14211" y="1631"/>
                </a:lnTo>
                <a:lnTo>
                  <a:pt x="14357" y="1583"/>
                </a:lnTo>
                <a:lnTo>
                  <a:pt x="14649" y="1461"/>
                </a:lnTo>
                <a:lnTo>
                  <a:pt x="14819" y="1412"/>
                </a:lnTo>
                <a:lnTo>
                  <a:pt x="15014" y="1558"/>
                </a:lnTo>
                <a:lnTo>
                  <a:pt x="15184" y="1729"/>
                </a:lnTo>
                <a:lnTo>
                  <a:pt x="14892" y="1850"/>
                </a:lnTo>
                <a:lnTo>
                  <a:pt x="14527" y="1996"/>
                </a:lnTo>
                <a:lnTo>
                  <a:pt x="14454" y="1972"/>
                </a:lnTo>
                <a:lnTo>
                  <a:pt x="14381" y="2020"/>
                </a:lnTo>
                <a:lnTo>
                  <a:pt x="14138" y="1923"/>
                </a:lnTo>
                <a:lnTo>
                  <a:pt x="13894" y="1826"/>
                </a:lnTo>
                <a:lnTo>
                  <a:pt x="13651" y="1777"/>
                </a:lnTo>
                <a:lnTo>
                  <a:pt x="13384" y="1729"/>
                </a:lnTo>
                <a:lnTo>
                  <a:pt x="12848" y="1656"/>
                </a:lnTo>
                <a:lnTo>
                  <a:pt x="12337" y="1583"/>
                </a:lnTo>
                <a:lnTo>
                  <a:pt x="11753" y="1510"/>
                </a:lnTo>
                <a:lnTo>
                  <a:pt x="11145" y="1461"/>
                </a:lnTo>
                <a:lnTo>
                  <a:pt x="10537" y="1437"/>
                </a:lnTo>
                <a:lnTo>
                  <a:pt x="9928" y="1412"/>
                </a:lnTo>
                <a:lnTo>
                  <a:pt x="9296" y="1412"/>
                </a:lnTo>
                <a:lnTo>
                  <a:pt x="8663" y="1437"/>
                </a:lnTo>
                <a:lnTo>
                  <a:pt x="8055" y="1485"/>
                </a:lnTo>
                <a:lnTo>
                  <a:pt x="7422" y="1534"/>
                </a:lnTo>
                <a:lnTo>
                  <a:pt x="6814" y="1631"/>
                </a:lnTo>
                <a:lnTo>
                  <a:pt x="6205" y="1729"/>
                </a:lnTo>
                <a:lnTo>
                  <a:pt x="5597" y="1874"/>
                </a:lnTo>
                <a:lnTo>
                  <a:pt x="4989" y="2020"/>
                </a:lnTo>
                <a:lnTo>
                  <a:pt x="4916" y="2069"/>
                </a:lnTo>
                <a:lnTo>
                  <a:pt x="4867" y="2118"/>
                </a:lnTo>
                <a:lnTo>
                  <a:pt x="4819" y="2166"/>
                </a:lnTo>
                <a:lnTo>
                  <a:pt x="4819" y="2239"/>
                </a:lnTo>
                <a:lnTo>
                  <a:pt x="4648" y="2410"/>
                </a:lnTo>
                <a:lnTo>
                  <a:pt x="4527" y="2580"/>
                </a:lnTo>
                <a:lnTo>
                  <a:pt x="4405" y="2799"/>
                </a:lnTo>
                <a:lnTo>
                  <a:pt x="4308" y="2994"/>
                </a:lnTo>
                <a:lnTo>
                  <a:pt x="4162" y="3456"/>
                </a:lnTo>
                <a:lnTo>
                  <a:pt x="4016" y="3870"/>
                </a:lnTo>
                <a:lnTo>
                  <a:pt x="3821" y="4478"/>
                </a:lnTo>
                <a:lnTo>
                  <a:pt x="3651" y="5086"/>
                </a:lnTo>
                <a:lnTo>
                  <a:pt x="3505" y="5695"/>
                </a:lnTo>
                <a:lnTo>
                  <a:pt x="3383" y="6303"/>
                </a:lnTo>
                <a:lnTo>
                  <a:pt x="3383" y="6376"/>
                </a:lnTo>
                <a:lnTo>
                  <a:pt x="3383" y="6425"/>
                </a:lnTo>
                <a:lnTo>
                  <a:pt x="3432" y="6522"/>
                </a:lnTo>
                <a:lnTo>
                  <a:pt x="3432" y="6595"/>
                </a:lnTo>
                <a:lnTo>
                  <a:pt x="3480" y="6644"/>
                </a:lnTo>
                <a:lnTo>
                  <a:pt x="3772" y="6863"/>
                </a:lnTo>
                <a:lnTo>
                  <a:pt x="4089" y="7057"/>
                </a:lnTo>
                <a:lnTo>
                  <a:pt x="4454" y="7203"/>
                </a:lnTo>
                <a:lnTo>
                  <a:pt x="4819" y="7349"/>
                </a:lnTo>
                <a:lnTo>
                  <a:pt x="5184" y="7471"/>
                </a:lnTo>
                <a:lnTo>
                  <a:pt x="5549" y="7568"/>
                </a:lnTo>
                <a:lnTo>
                  <a:pt x="6278" y="7763"/>
                </a:lnTo>
                <a:lnTo>
                  <a:pt x="7057" y="7933"/>
                </a:lnTo>
                <a:lnTo>
                  <a:pt x="7836" y="8031"/>
                </a:lnTo>
                <a:lnTo>
                  <a:pt x="8614" y="8104"/>
                </a:lnTo>
                <a:lnTo>
                  <a:pt x="9417" y="8128"/>
                </a:lnTo>
                <a:lnTo>
                  <a:pt x="10196" y="8128"/>
                </a:lnTo>
                <a:lnTo>
                  <a:pt x="10999" y="8055"/>
                </a:lnTo>
                <a:lnTo>
                  <a:pt x="11778" y="7933"/>
                </a:lnTo>
                <a:lnTo>
                  <a:pt x="12556" y="7787"/>
                </a:lnTo>
                <a:lnTo>
                  <a:pt x="12970" y="7714"/>
                </a:lnTo>
                <a:lnTo>
                  <a:pt x="13359" y="7593"/>
                </a:lnTo>
                <a:lnTo>
                  <a:pt x="14138" y="7349"/>
                </a:lnTo>
                <a:lnTo>
                  <a:pt x="14795" y="7106"/>
                </a:lnTo>
                <a:lnTo>
                  <a:pt x="15135" y="6984"/>
                </a:lnTo>
                <a:lnTo>
                  <a:pt x="15452" y="6814"/>
                </a:lnTo>
                <a:lnTo>
                  <a:pt x="15695" y="6814"/>
                </a:lnTo>
                <a:lnTo>
                  <a:pt x="15914" y="6765"/>
                </a:lnTo>
                <a:lnTo>
                  <a:pt x="16133" y="6668"/>
                </a:lnTo>
                <a:lnTo>
                  <a:pt x="16352" y="6595"/>
                </a:lnTo>
                <a:lnTo>
                  <a:pt x="16766" y="6425"/>
                </a:lnTo>
                <a:lnTo>
                  <a:pt x="16960" y="6327"/>
                </a:lnTo>
                <a:lnTo>
                  <a:pt x="17131" y="6206"/>
                </a:lnTo>
                <a:lnTo>
                  <a:pt x="17301" y="6619"/>
                </a:lnTo>
                <a:lnTo>
                  <a:pt x="17082" y="6692"/>
                </a:lnTo>
                <a:lnTo>
                  <a:pt x="16863" y="6790"/>
                </a:lnTo>
                <a:lnTo>
                  <a:pt x="16425" y="6984"/>
                </a:lnTo>
                <a:lnTo>
                  <a:pt x="15719" y="7252"/>
                </a:lnTo>
                <a:lnTo>
                  <a:pt x="15354" y="7422"/>
                </a:lnTo>
                <a:lnTo>
                  <a:pt x="15038" y="7593"/>
                </a:lnTo>
                <a:lnTo>
                  <a:pt x="15014" y="7617"/>
                </a:lnTo>
                <a:lnTo>
                  <a:pt x="15014" y="7666"/>
                </a:lnTo>
                <a:lnTo>
                  <a:pt x="15014" y="7690"/>
                </a:lnTo>
                <a:lnTo>
                  <a:pt x="15062" y="7690"/>
                </a:lnTo>
                <a:lnTo>
                  <a:pt x="15427" y="7641"/>
                </a:lnTo>
                <a:lnTo>
                  <a:pt x="15792" y="7544"/>
                </a:lnTo>
                <a:lnTo>
                  <a:pt x="16157" y="7422"/>
                </a:lnTo>
                <a:lnTo>
                  <a:pt x="16498" y="7301"/>
                </a:lnTo>
                <a:lnTo>
                  <a:pt x="16960" y="7130"/>
                </a:lnTo>
                <a:lnTo>
                  <a:pt x="17204" y="7033"/>
                </a:lnTo>
                <a:lnTo>
                  <a:pt x="17423" y="6911"/>
                </a:lnTo>
                <a:lnTo>
                  <a:pt x="17569" y="7252"/>
                </a:lnTo>
                <a:lnTo>
                  <a:pt x="17325" y="7276"/>
                </a:lnTo>
                <a:lnTo>
                  <a:pt x="17082" y="7349"/>
                </a:lnTo>
                <a:lnTo>
                  <a:pt x="16595" y="7520"/>
                </a:lnTo>
                <a:lnTo>
                  <a:pt x="16084" y="7690"/>
                </a:lnTo>
                <a:lnTo>
                  <a:pt x="15841" y="7812"/>
                </a:lnTo>
                <a:lnTo>
                  <a:pt x="15719" y="7885"/>
                </a:lnTo>
                <a:lnTo>
                  <a:pt x="15622" y="7958"/>
                </a:lnTo>
                <a:lnTo>
                  <a:pt x="15622" y="7982"/>
                </a:lnTo>
                <a:lnTo>
                  <a:pt x="15622" y="8006"/>
                </a:lnTo>
                <a:lnTo>
                  <a:pt x="15768" y="8031"/>
                </a:lnTo>
                <a:lnTo>
                  <a:pt x="15890" y="8031"/>
                </a:lnTo>
                <a:lnTo>
                  <a:pt x="16182" y="8006"/>
                </a:lnTo>
                <a:lnTo>
                  <a:pt x="16449" y="7933"/>
                </a:lnTo>
                <a:lnTo>
                  <a:pt x="16693" y="7860"/>
                </a:lnTo>
                <a:lnTo>
                  <a:pt x="16960" y="7787"/>
                </a:lnTo>
                <a:lnTo>
                  <a:pt x="17204" y="7690"/>
                </a:lnTo>
                <a:lnTo>
                  <a:pt x="17447" y="7568"/>
                </a:lnTo>
                <a:lnTo>
                  <a:pt x="17642" y="7422"/>
                </a:lnTo>
                <a:lnTo>
                  <a:pt x="17666" y="7471"/>
                </a:lnTo>
                <a:lnTo>
                  <a:pt x="17715" y="7544"/>
                </a:lnTo>
                <a:lnTo>
                  <a:pt x="17788" y="7568"/>
                </a:lnTo>
                <a:lnTo>
                  <a:pt x="17812" y="7763"/>
                </a:lnTo>
                <a:lnTo>
                  <a:pt x="17836" y="7958"/>
                </a:lnTo>
                <a:lnTo>
                  <a:pt x="17934" y="8347"/>
                </a:lnTo>
                <a:lnTo>
                  <a:pt x="17763" y="8396"/>
                </a:lnTo>
                <a:lnTo>
                  <a:pt x="17593" y="8444"/>
                </a:lnTo>
                <a:lnTo>
                  <a:pt x="17252" y="8590"/>
                </a:lnTo>
                <a:lnTo>
                  <a:pt x="16790" y="8761"/>
                </a:lnTo>
                <a:lnTo>
                  <a:pt x="16547" y="8834"/>
                </a:lnTo>
                <a:lnTo>
                  <a:pt x="16328" y="8955"/>
                </a:lnTo>
                <a:lnTo>
                  <a:pt x="16303" y="8955"/>
                </a:lnTo>
                <a:lnTo>
                  <a:pt x="16303" y="8980"/>
                </a:lnTo>
                <a:lnTo>
                  <a:pt x="16328" y="9004"/>
                </a:lnTo>
                <a:lnTo>
                  <a:pt x="16328" y="9028"/>
                </a:lnTo>
                <a:lnTo>
                  <a:pt x="16595" y="9028"/>
                </a:lnTo>
                <a:lnTo>
                  <a:pt x="16839" y="9004"/>
                </a:lnTo>
                <a:lnTo>
                  <a:pt x="17106" y="8955"/>
                </a:lnTo>
                <a:lnTo>
                  <a:pt x="17350" y="8882"/>
                </a:lnTo>
                <a:lnTo>
                  <a:pt x="17666" y="8785"/>
                </a:lnTo>
                <a:lnTo>
                  <a:pt x="17836" y="8712"/>
                </a:lnTo>
                <a:lnTo>
                  <a:pt x="18007" y="8639"/>
                </a:lnTo>
                <a:lnTo>
                  <a:pt x="18031" y="8809"/>
                </a:lnTo>
                <a:lnTo>
                  <a:pt x="17812" y="8907"/>
                </a:lnTo>
                <a:lnTo>
                  <a:pt x="17617" y="9004"/>
                </a:lnTo>
                <a:lnTo>
                  <a:pt x="17398" y="9077"/>
                </a:lnTo>
                <a:lnTo>
                  <a:pt x="17155" y="9174"/>
                </a:lnTo>
                <a:lnTo>
                  <a:pt x="16936" y="9247"/>
                </a:lnTo>
                <a:lnTo>
                  <a:pt x="16741" y="9369"/>
                </a:lnTo>
                <a:lnTo>
                  <a:pt x="16717" y="9418"/>
                </a:lnTo>
                <a:lnTo>
                  <a:pt x="16717" y="9466"/>
                </a:lnTo>
                <a:lnTo>
                  <a:pt x="16741" y="9515"/>
                </a:lnTo>
                <a:lnTo>
                  <a:pt x="16790" y="9539"/>
                </a:lnTo>
                <a:lnTo>
                  <a:pt x="16887" y="9564"/>
                </a:lnTo>
                <a:lnTo>
                  <a:pt x="17228" y="9564"/>
                </a:lnTo>
                <a:lnTo>
                  <a:pt x="17471" y="9491"/>
                </a:lnTo>
                <a:lnTo>
                  <a:pt x="17690" y="9442"/>
                </a:lnTo>
                <a:lnTo>
                  <a:pt x="17885" y="9369"/>
                </a:lnTo>
                <a:lnTo>
                  <a:pt x="18080" y="9272"/>
                </a:lnTo>
                <a:lnTo>
                  <a:pt x="18128" y="9564"/>
                </a:lnTo>
                <a:lnTo>
                  <a:pt x="17958" y="9612"/>
                </a:lnTo>
                <a:lnTo>
                  <a:pt x="17812" y="9661"/>
                </a:lnTo>
                <a:lnTo>
                  <a:pt x="17301" y="9880"/>
                </a:lnTo>
                <a:lnTo>
                  <a:pt x="17228" y="9928"/>
                </a:lnTo>
                <a:lnTo>
                  <a:pt x="17155" y="10001"/>
                </a:lnTo>
                <a:lnTo>
                  <a:pt x="17106" y="10074"/>
                </a:lnTo>
                <a:lnTo>
                  <a:pt x="17033" y="10147"/>
                </a:lnTo>
                <a:lnTo>
                  <a:pt x="17009" y="10172"/>
                </a:lnTo>
                <a:lnTo>
                  <a:pt x="17033" y="10172"/>
                </a:lnTo>
                <a:lnTo>
                  <a:pt x="17106" y="10196"/>
                </a:lnTo>
                <a:lnTo>
                  <a:pt x="17204" y="10220"/>
                </a:lnTo>
                <a:lnTo>
                  <a:pt x="17277" y="10245"/>
                </a:lnTo>
                <a:lnTo>
                  <a:pt x="17471" y="10245"/>
                </a:lnTo>
                <a:lnTo>
                  <a:pt x="17593" y="10196"/>
                </a:lnTo>
                <a:lnTo>
                  <a:pt x="17812" y="10123"/>
                </a:lnTo>
                <a:lnTo>
                  <a:pt x="17982" y="10074"/>
                </a:lnTo>
                <a:lnTo>
                  <a:pt x="18153" y="9977"/>
                </a:lnTo>
                <a:lnTo>
                  <a:pt x="18153" y="10220"/>
                </a:lnTo>
                <a:lnTo>
                  <a:pt x="18031" y="10269"/>
                </a:lnTo>
                <a:lnTo>
                  <a:pt x="17909" y="10318"/>
                </a:lnTo>
                <a:lnTo>
                  <a:pt x="17690" y="10415"/>
                </a:lnTo>
                <a:lnTo>
                  <a:pt x="17471" y="10512"/>
                </a:lnTo>
                <a:lnTo>
                  <a:pt x="17301" y="10634"/>
                </a:lnTo>
                <a:lnTo>
                  <a:pt x="17204" y="10731"/>
                </a:lnTo>
                <a:lnTo>
                  <a:pt x="17131" y="10829"/>
                </a:lnTo>
                <a:lnTo>
                  <a:pt x="17131" y="10853"/>
                </a:lnTo>
                <a:lnTo>
                  <a:pt x="17155" y="10902"/>
                </a:lnTo>
                <a:lnTo>
                  <a:pt x="17374" y="10902"/>
                </a:lnTo>
                <a:lnTo>
                  <a:pt x="17593" y="10877"/>
                </a:lnTo>
                <a:lnTo>
                  <a:pt x="17788" y="10804"/>
                </a:lnTo>
                <a:lnTo>
                  <a:pt x="17982" y="10731"/>
                </a:lnTo>
                <a:lnTo>
                  <a:pt x="18153" y="10683"/>
                </a:lnTo>
                <a:lnTo>
                  <a:pt x="18128" y="11169"/>
                </a:lnTo>
                <a:lnTo>
                  <a:pt x="17861" y="11267"/>
                </a:lnTo>
                <a:lnTo>
                  <a:pt x="17617" y="11364"/>
                </a:lnTo>
                <a:lnTo>
                  <a:pt x="17447" y="11413"/>
                </a:lnTo>
                <a:lnTo>
                  <a:pt x="17277" y="11461"/>
                </a:lnTo>
                <a:lnTo>
                  <a:pt x="17106" y="11510"/>
                </a:lnTo>
                <a:lnTo>
                  <a:pt x="16960" y="11607"/>
                </a:lnTo>
                <a:lnTo>
                  <a:pt x="16936" y="11632"/>
                </a:lnTo>
                <a:lnTo>
                  <a:pt x="16936" y="11680"/>
                </a:lnTo>
                <a:lnTo>
                  <a:pt x="16960" y="11729"/>
                </a:lnTo>
                <a:lnTo>
                  <a:pt x="16985" y="11753"/>
                </a:lnTo>
                <a:lnTo>
                  <a:pt x="17106" y="11802"/>
                </a:lnTo>
                <a:lnTo>
                  <a:pt x="17228" y="11826"/>
                </a:lnTo>
                <a:lnTo>
                  <a:pt x="17374" y="11826"/>
                </a:lnTo>
                <a:lnTo>
                  <a:pt x="17544" y="11778"/>
                </a:lnTo>
                <a:lnTo>
                  <a:pt x="17690" y="11753"/>
                </a:lnTo>
                <a:lnTo>
                  <a:pt x="17836" y="11680"/>
                </a:lnTo>
                <a:lnTo>
                  <a:pt x="17982" y="11607"/>
                </a:lnTo>
                <a:lnTo>
                  <a:pt x="18104" y="11510"/>
                </a:lnTo>
                <a:lnTo>
                  <a:pt x="18080" y="11656"/>
                </a:lnTo>
                <a:lnTo>
                  <a:pt x="17934" y="11705"/>
                </a:lnTo>
                <a:lnTo>
                  <a:pt x="17763" y="11753"/>
                </a:lnTo>
                <a:lnTo>
                  <a:pt x="17471" y="11899"/>
                </a:lnTo>
                <a:lnTo>
                  <a:pt x="17301" y="11948"/>
                </a:lnTo>
                <a:lnTo>
                  <a:pt x="17106" y="11972"/>
                </a:lnTo>
                <a:lnTo>
                  <a:pt x="16936" y="12021"/>
                </a:lnTo>
                <a:lnTo>
                  <a:pt x="16839" y="12045"/>
                </a:lnTo>
                <a:lnTo>
                  <a:pt x="16766" y="12094"/>
                </a:lnTo>
                <a:lnTo>
                  <a:pt x="16741" y="12143"/>
                </a:lnTo>
                <a:lnTo>
                  <a:pt x="16741" y="12167"/>
                </a:lnTo>
                <a:lnTo>
                  <a:pt x="16766" y="12240"/>
                </a:lnTo>
                <a:lnTo>
                  <a:pt x="16863" y="12289"/>
                </a:lnTo>
                <a:lnTo>
                  <a:pt x="16960" y="12337"/>
                </a:lnTo>
                <a:lnTo>
                  <a:pt x="17058" y="12362"/>
                </a:lnTo>
                <a:lnTo>
                  <a:pt x="17155" y="12362"/>
                </a:lnTo>
                <a:lnTo>
                  <a:pt x="17374" y="12313"/>
                </a:lnTo>
                <a:lnTo>
                  <a:pt x="17569" y="12289"/>
                </a:lnTo>
                <a:lnTo>
                  <a:pt x="17812" y="12216"/>
                </a:lnTo>
                <a:lnTo>
                  <a:pt x="18007" y="12094"/>
                </a:lnTo>
                <a:lnTo>
                  <a:pt x="17934" y="12435"/>
                </a:lnTo>
                <a:lnTo>
                  <a:pt x="17788" y="12459"/>
                </a:lnTo>
                <a:lnTo>
                  <a:pt x="17642" y="12508"/>
                </a:lnTo>
                <a:lnTo>
                  <a:pt x="17325" y="12629"/>
                </a:lnTo>
                <a:lnTo>
                  <a:pt x="16839" y="12751"/>
                </a:lnTo>
                <a:lnTo>
                  <a:pt x="16328" y="12897"/>
                </a:lnTo>
                <a:lnTo>
                  <a:pt x="16303" y="12897"/>
                </a:lnTo>
                <a:lnTo>
                  <a:pt x="16303" y="12946"/>
                </a:lnTo>
                <a:lnTo>
                  <a:pt x="16303" y="12970"/>
                </a:lnTo>
                <a:lnTo>
                  <a:pt x="16328" y="12970"/>
                </a:lnTo>
                <a:lnTo>
                  <a:pt x="16571" y="13019"/>
                </a:lnTo>
                <a:lnTo>
                  <a:pt x="16814" y="13019"/>
                </a:lnTo>
                <a:lnTo>
                  <a:pt x="17058" y="12994"/>
                </a:lnTo>
                <a:lnTo>
                  <a:pt x="17277" y="12946"/>
                </a:lnTo>
                <a:lnTo>
                  <a:pt x="17569" y="12897"/>
                </a:lnTo>
                <a:lnTo>
                  <a:pt x="17861" y="12824"/>
                </a:lnTo>
                <a:lnTo>
                  <a:pt x="17739" y="13286"/>
                </a:lnTo>
                <a:lnTo>
                  <a:pt x="15671" y="13286"/>
                </a:lnTo>
                <a:lnTo>
                  <a:pt x="13627" y="13311"/>
                </a:lnTo>
                <a:lnTo>
                  <a:pt x="9515" y="13359"/>
                </a:lnTo>
                <a:lnTo>
                  <a:pt x="5232" y="13408"/>
                </a:lnTo>
                <a:lnTo>
                  <a:pt x="3115" y="13432"/>
                </a:lnTo>
                <a:lnTo>
                  <a:pt x="1509" y="13432"/>
                </a:lnTo>
                <a:lnTo>
                  <a:pt x="1388" y="12654"/>
                </a:lnTo>
                <a:lnTo>
                  <a:pt x="1290" y="11851"/>
                </a:lnTo>
                <a:lnTo>
                  <a:pt x="1266" y="11048"/>
                </a:lnTo>
                <a:lnTo>
                  <a:pt x="1266" y="10245"/>
                </a:lnTo>
                <a:lnTo>
                  <a:pt x="1290" y="9442"/>
                </a:lnTo>
                <a:lnTo>
                  <a:pt x="1363" y="8615"/>
                </a:lnTo>
                <a:lnTo>
                  <a:pt x="1436" y="8152"/>
                </a:lnTo>
                <a:lnTo>
                  <a:pt x="1485" y="7690"/>
                </a:lnTo>
                <a:lnTo>
                  <a:pt x="1777" y="6936"/>
                </a:lnTo>
                <a:lnTo>
                  <a:pt x="2385" y="5305"/>
                </a:lnTo>
                <a:lnTo>
                  <a:pt x="2653" y="4575"/>
                </a:lnTo>
                <a:lnTo>
                  <a:pt x="2921" y="3821"/>
                </a:lnTo>
                <a:lnTo>
                  <a:pt x="3067" y="3456"/>
                </a:lnTo>
                <a:lnTo>
                  <a:pt x="3237" y="3091"/>
                </a:lnTo>
                <a:lnTo>
                  <a:pt x="3407" y="2750"/>
                </a:lnTo>
                <a:lnTo>
                  <a:pt x="3602" y="2410"/>
                </a:lnTo>
                <a:lnTo>
                  <a:pt x="3748" y="2215"/>
                </a:lnTo>
                <a:lnTo>
                  <a:pt x="3894" y="2045"/>
                </a:lnTo>
                <a:lnTo>
                  <a:pt x="4064" y="1899"/>
                </a:lnTo>
                <a:lnTo>
                  <a:pt x="4283" y="1753"/>
                </a:lnTo>
                <a:lnTo>
                  <a:pt x="4502" y="1607"/>
                </a:lnTo>
                <a:lnTo>
                  <a:pt x="4721" y="1485"/>
                </a:lnTo>
                <a:lnTo>
                  <a:pt x="4989" y="1388"/>
                </a:lnTo>
                <a:lnTo>
                  <a:pt x="5232" y="1291"/>
                </a:lnTo>
                <a:lnTo>
                  <a:pt x="5816" y="1096"/>
                </a:lnTo>
                <a:lnTo>
                  <a:pt x="6400" y="950"/>
                </a:lnTo>
                <a:lnTo>
                  <a:pt x="7033" y="853"/>
                </a:lnTo>
                <a:lnTo>
                  <a:pt x="7641" y="755"/>
                </a:lnTo>
                <a:lnTo>
                  <a:pt x="8249" y="707"/>
                </a:lnTo>
                <a:lnTo>
                  <a:pt x="8858" y="658"/>
                </a:lnTo>
                <a:lnTo>
                  <a:pt x="9904" y="609"/>
                </a:lnTo>
                <a:lnTo>
                  <a:pt x="10707" y="609"/>
                </a:lnTo>
                <a:lnTo>
                  <a:pt x="11121" y="585"/>
                </a:lnTo>
                <a:lnTo>
                  <a:pt x="11534" y="561"/>
                </a:lnTo>
                <a:close/>
                <a:moveTo>
                  <a:pt x="2410" y="13919"/>
                </a:moveTo>
                <a:lnTo>
                  <a:pt x="2239" y="14089"/>
                </a:lnTo>
                <a:lnTo>
                  <a:pt x="2093" y="14260"/>
                </a:lnTo>
                <a:lnTo>
                  <a:pt x="1850" y="14649"/>
                </a:lnTo>
                <a:lnTo>
                  <a:pt x="1826" y="14479"/>
                </a:lnTo>
                <a:lnTo>
                  <a:pt x="1850" y="14308"/>
                </a:lnTo>
                <a:lnTo>
                  <a:pt x="1899" y="14114"/>
                </a:lnTo>
                <a:lnTo>
                  <a:pt x="1972" y="13919"/>
                </a:lnTo>
                <a:close/>
                <a:moveTo>
                  <a:pt x="14746" y="13846"/>
                </a:moveTo>
                <a:lnTo>
                  <a:pt x="14649" y="13992"/>
                </a:lnTo>
                <a:lnTo>
                  <a:pt x="14551" y="14138"/>
                </a:lnTo>
                <a:lnTo>
                  <a:pt x="14405" y="14430"/>
                </a:lnTo>
                <a:lnTo>
                  <a:pt x="14235" y="14771"/>
                </a:lnTo>
                <a:lnTo>
                  <a:pt x="14235" y="14527"/>
                </a:lnTo>
                <a:lnTo>
                  <a:pt x="14259" y="14284"/>
                </a:lnTo>
                <a:lnTo>
                  <a:pt x="14235" y="14065"/>
                </a:lnTo>
                <a:lnTo>
                  <a:pt x="14211" y="13943"/>
                </a:lnTo>
                <a:lnTo>
                  <a:pt x="14186" y="13846"/>
                </a:lnTo>
                <a:close/>
                <a:moveTo>
                  <a:pt x="2994" y="13919"/>
                </a:moveTo>
                <a:lnTo>
                  <a:pt x="2848" y="14065"/>
                </a:lnTo>
                <a:lnTo>
                  <a:pt x="2702" y="14211"/>
                </a:lnTo>
                <a:lnTo>
                  <a:pt x="2458" y="14552"/>
                </a:lnTo>
                <a:lnTo>
                  <a:pt x="2288" y="14819"/>
                </a:lnTo>
                <a:lnTo>
                  <a:pt x="2191" y="15014"/>
                </a:lnTo>
                <a:lnTo>
                  <a:pt x="2142" y="15184"/>
                </a:lnTo>
                <a:lnTo>
                  <a:pt x="2045" y="15087"/>
                </a:lnTo>
                <a:lnTo>
                  <a:pt x="2239" y="14771"/>
                </a:lnTo>
                <a:lnTo>
                  <a:pt x="2434" y="14479"/>
                </a:lnTo>
                <a:lnTo>
                  <a:pt x="2629" y="14211"/>
                </a:lnTo>
                <a:lnTo>
                  <a:pt x="2799" y="13919"/>
                </a:lnTo>
                <a:close/>
                <a:moveTo>
                  <a:pt x="4405" y="14381"/>
                </a:moveTo>
                <a:lnTo>
                  <a:pt x="4381" y="14649"/>
                </a:lnTo>
                <a:lnTo>
                  <a:pt x="4308" y="14941"/>
                </a:lnTo>
                <a:lnTo>
                  <a:pt x="4259" y="15087"/>
                </a:lnTo>
                <a:lnTo>
                  <a:pt x="4162" y="15209"/>
                </a:lnTo>
                <a:lnTo>
                  <a:pt x="4040" y="15330"/>
                </a:lnTo>
                <a:lnTo>
                  <a:pt x="3894" y="15403"/>
                </a:lnTo>
                <a:lnTo>
                  <a:pt x="3894" y="15403"/>
                </a:lnTo>
                <a:lnTo>
                  <a:pt x="4016" y="15160"/>
                </a:lnTo>
                <a:lnTo>
                  <a:pt x="4235" y="14771"/>
                </a:lnTo>
                <a:lnTo>
                  <a:pt x="4308" y="14576"/>
                </a:lnTo>
                <a:lnTo>
                  <a:pt x="4405" y="14381"/>
                </a:lnTo>
                <a:close/>
                <a:moveTo>
                  <a:pt x="3845" y="13895"/>
                </a:moveTo>
                <a:lnTo>
                  <a:pt x="3651" y="14041"/>
                </a:lnTo>
                <a:lnTo>
                  <a:pt x="3456" y="14211"/>
                </a:lnTo>
                <a:lnTo>
                  <a:pt x="3286" y="14406"/>
                </a:lnTo>
                <a:lnTo>
                  <a:pt x="3140" y="14625"/>
                </a:lnTo>
                <a:lnTo>
                  <a:pt x="2848" y="15038"/>
                </a:lnTo>
                <a:lnTo>
                  <a:pt x="2629" y="15476"/>
                </a:lnTo>
                <a:lnTo>
                  <a:pt x="2629" y="15501"/>
                </a:lnTo>
                <a:lnTo>
                  <a:pt x="2458" y="15428"/>
                </a:lnTo>
                <a:lnTo>
                  <a:pt x="2556" y="15306"/>
                </a:lnTo>
                <a:lnTo>
                  <a:pt x="2629" y="15160"/>
                </a:lnTo>
                <a:lnTo>
                  <a:pt x="2726" y="14941"/>
                </a:lnTo>
                <a:lnTo>
                  <a:pt x="2896" y="14673"/>
                </a:lnTo>
                <a:lnTo>
                  <a:pt x="3067" y="14406"/>
                </a:lnTo>
                <a:lnTo>
                  <a:pt x="3261" y="14162"/>
                </a:lnTo>
                <a:lnTo>
                  <a:pt x="3432" y="13919"/>
                </a:lnTo>
                <a:lnTo>
                  <a:pt x="3845" y="13895"/>
                </a:lnTo>
                <a:close/>
                <a:moveTo>
                  <a:pt x="4381" y="13895"/>
                </a:moveTo>
                <a:lnTo>
                  <a:pt x="4381" y="14065"/>
                </a:lnTo>
                <a:lnTo>
                  <a:pt x="4186" y="14260"/>
                </a:lnTo>
                <a:lnTo>
                  <a:pt x="4016" y="14503"/>
                </a:lnTo>
                <a:lnTo>
                  <a:pt x="3724" y="14990"/>
                </a:lnTo>
                <a:lnTo>
                  <a:pt x="3529" y="15257"/>
                </a:lnTo>
                <a:lnTo>
                  <a:pt x="3359" y="15549"/>
                </a:lnTo>
                <a:lnTo>
                  <a:pt x="3261" y="15574"/>
                </a:lnTo>
                <a:lnTo>
                  <a:pt x="2994" y="15574"/>
                </a:lnTo>
                <a:lnTo>
                  <a:pt x="3237" y="15160"/>
                </a:lnTo>
                <a:lnTo>
                  <a:pt x="3505" y="14746"/>
                </a:lnTo>
                <a:lnTo>
                  <a:pt x="3821" y="14333"/>
                </a:lnTo>
                <a:lnTo>
                  <a:pt x="3967" y="14114"/>
                </a:lnTo>
                <a:lnTo>
                  <a:pt x="4113" y="13895"/>
                </a:lnTo>
                <a:close/>
                <a:moveTo>
                  <a:pt x="15865" y="13846"/>
                </a:moveTo>
                <a:lnTo>
                  <a:pt x="15695" y="13968"/>
                </a:lnTo>
                <a:lnTo>
                  <a:pt x="15525" y="14089"/>
                </a:lnTo>
                <a:lnTo>
                  <a:pt x="15403" y="14211"/>
                </a:lnTo>
                <a:lnTo>
                  <a:pt x="15306" y="14333"/>
                </a:lnTo>
                <a:lnTo>
                  <a:pt x="15111" y="14625"/>
                </a:lnTo>
                <a:lnTo>
                  <a:pt x="14965" y="14844"/>
                </a:lnTo>
                <a:lnTo>
                  <a:pt x="14819" y="15063"/>
                </a:lnTo>
                <a:lnTo>
                  <a:pt x="14746" y="15184"/>
                </a:lnTo>
                <a:lnTo>
                  <a:pt x="14697" y="15306"/>
                </a:lnTo>
                <a:lnTo>
                  <a:pt x="14673" y="15452"/>
                </a:lnTo>
                <a:lnTo>
                  <a:pt x="14673" y="15574"/>
                </a:lnTo>
                <a:lnTo>
                  <a:pt x="14503" y="15428"/>
                </a:lnTo>
                <a:lnTo>
                  <a:pt x="14381" y="15257"/>
                </a:lnTo>
                <a:lnTo>
                  <a:pt x="14478" y="15111"/>
                </a:lnTo>
                <a:lnTo>
                  <a:pt x="14551" y="14965"/>
                </a:lnTo>
                <a:lnTo>
                  <a:pt x="14673" y="14673"/>
                </a:lnTo>
                <a:lnTo>
                  <a:pt x="14819" y="14284"/>
                </a:lnTo>
                <a:lnTo>
                  <a:pt x="14868" y="14065"/>
                </a:lnTo>
                <a:lnTo>
                  <a:pt x="14892" y="13870"/>
                </a:lnTo>
                <a:lnTo>
                  <a:pt x="14868" y="13846"/>
                </a:lnTo>
                <a:close/>
                <a:moveTo>
                  <a:pt x="16790" y="14625"/>
                </a:moveTo>
                <a:lnTo>
                  <a:pt x="16766" y="14917"/>
                </a:lnTo>
                <a:lnTo>
                  <a:pt x="16717" y="15184"/>
                </a:lnTo>
                <a:lnTo>
                  <a:pt x="16644" y="15330"/>
                </a:lnTo>
                <a:lnTo>
                  <a:pt x="16571" y="15452"/>
                </a:lnTo>
                <a:lnTo>
                  <a:pt x="16449" y="15574"/>
                </a:lnTo>
                <a:lnTo>
                  <a:pt x="16352" y="15647"/>
                </a:lnTo>
                <a:lnTo>
                  <a:pt x="16352" y="15647"/>
                </a:lnTo>
                <a:lnTo>
                  <a:pt x="16571" y="15111"/>
                </a:lnTo>
                <a:lnTo>
                  <a:pt x="16693" y="14868"/>
                </a:lnTo>
                <a:lnTo>
                  <a:pt x="16790" y="14625"/>
                </a:lnTo>
                <a:close/>
                <a:moveTo>
                  <a:pt x="16498" y="13846"/>
                </a:moveTo>
                <a:lnTo>
                  <a:pt x="16328" y="14041"/>
                </a:lnTo>
                <a:lnTo>
                  <a:pt x="16133" y="14260"/>
                </a:lnTo>
                <a:lnTo>
                  <a:pt x="15987" y="14479"/>
                </a:lnTo>
                <a:lnTo>
                  <a:pt x="15817" y="14746"/>
                </a:lnTo>
                <a:lnTo>
                  <a:pt x="15525" y="15257"/>
                </a:lnTo>
                <a:lnTo>
                  <a:pt x="15379" y="15549"/>
                </a:lnTo>
                <a:lnTo>
                  <a:pt x="15257" y="15817"/>
                </a:lnTo>
                <a:lnTo>
                  <a:pt x="15062" y="15768"/>
                </a:lnTo>
                <a:lnTo>
                  <a:pt x="14868" y="15695"/>
                </a:lnTo>
                <a:lnTo>
                  <a:pt x="14965" y="15622"/>
                </a:lnTo>
                <a:lnTo>
                  <a:pt x="15038" y="15549"/>
                </a:lnTo>
                <a:lnTo>
                  <a:pt x="15160" y="15355"/>
                </a:lnTo>
                <a:lnTo>
                  <a:pt x="15379" y="14941"/>
                </a:lnTo>
                <a:lnTo>
                  <a:pt x="15719" y="14381"/>
                </a:lnTo>
                <a:lnTo>
                  <a:pt x="15817" y="14260"/>
                </a:lnTo>
                <a:lnTo>
                  <a:pt x="15865" y="14114"/>
                </a:lnTo>
                <a:lnTo>
                  <a:pt x="16011" y="13846"/>
                </a:lnTo>
                <a:close/>
                <a:moveTo>
                  <a:pt x="16717" y="13846"/>
                </a:moveTo>
                <a:lnTo>
                  <a:pt x="16766" y="14235"/>
                </a:lnTo>
                <a:lnTo>
                  <a:pt x="16620" y="14430"/>
                </a:lnTo>
                <a:lnTo>
                  <a:pt x="16474" y="14625"/>
                </a:lnTo>
                <a:lnTo>
                  <a:pt x="16255" y="15063"/>
                </a:lnTo>
                <a:lnTo>
                  <a:pt x="16084" y="15428"/>
                </a:lnTo>
                <a:lnTo>
                  <a:pt x="15987" y="15622"/>
                </a:lnTo>
                <a:lnTo>
                  <a:pt x="15938" y="15817"/>
                </a:lnTo>
                <a:lnTo>
                  <a:pt x="15646" y="15841"/>
                </a:lnTo>
                <a:lnTo>
                  <a:pt x="15890" y="15379"/>
                </a:lnTo>
                <a:lnTo>
                  <a:pt x="16133" y="14917"/>
                </a:lnTo>
                <a:lnTo>
                  <a:pt x="16401" y="14381"/>
                </a:lnTo>
                <a:lnTo>
                  <a:pt x="16644" y="13846"/>
                </a:lnTo>
                <a:close/>
                <a:moveTo>
                  <a:pt x="8493" y="1"/>
                </a:moveTo>
                <a:lnTo>
                  <a:pt x="7884" y="25"/>
                </a:lnTo>
                <a:lnTo>
                  <a:pt x="7252" y="98"/>
                </a:lnTo>
                <a:lnTo>
                  <a:pt x="6619" y="171"/>
                </a:lnTo>
                <a:lnTo>
                  <a:pt x="6011" y="317"/>
                </a:lnTo>
                <a:lnTo>
                  <a:pt x="5427" y="488"/>
                </a:lnTo>
                <a:lnTo>
                  <a:pt x="5135" y="585"/>
                </a:lnTo>
                <a:lnTo>
                  <a:pt x="4867" y="707"/>
                </a:lnTo>
                <a:lnTo>
                  <a:pt x="4600" y="853"/>
                </a:lnTo>
                <a:lnTo>
                  <a:pt x="4356" y="999"/>
                </a:lnTo>
                <a:lnTo>
                  <a:pt x="4113" y="1169"/>
                </a:lnTo>
                <a:lnTo>
                  <a:pt x="3894" y="1339"/>
                </a:lnTo>
                <a:lnTo>
                  <a:pt x="3699" y="1534"/>
                </a:lnTo>
                <a:lnTo>
                  <a:pt x="3529" y="1753"/>
                </a:lnTo>
                <a:lnTo>
                  <a:pt x="3310" y="2045"/>
                </a:lnTo>
                <a:lnTo>
                  <a:pt x="3115" y="2385"/>
                </a:lnTo>
                <a:lnTo>
                  <a:pt x="2945" y="2702"/>
                </a:lnTo>
                <a:lnTo>
                  <a:pt x="2799" y="3042"/>
                </a:lnTo>
                <a:lnTo>
                  <a:pt x="2507" y="3748"/>
                </a:lnTo>
                <a:lnTo>
                  <a:pt x="2264" y="4454"/>
                </a:lnTo>
                <a:lnTo>
                  <a:pt x="2142" y="4405"/>
                </a:lnTo>
                <a:lnTo>
                  <a:pt x="2020" y="4356"/>
                </a:lnTo>
                <a:lnTo>
                  <a:pt x="1728" y="4356"/>
                </a:lnTo>
                <a:lnTo>
                  <a:pt x="1412" y="4405"/>
                </a:lnTo>
                <a:lnTo>
                  <a:pt x="1193" y="4478"/>
                </a:lnTo>
                <a:lnTo>
                  <a:pt x="998" y="4551"/>
                </a:lnTo>
                <a:lnTo>
                  <a:pt x="804" y="4624"/>
                </a:lnTo>
                <a:lnTo>
                  <a:pt x="633" y="4746"/>
                </a:lnTo>
                <a:lnTo>
                  <a:pt x="487" y="4867"/>
                </a:lnTo>
                <a:lnTo>
                  <a:pt x="366" y="5013"/>
                </a:lnTo>
                <a:lnTo>
                  <a:pt x="244" y="5159"/>
                </a:lnTo>
                <a:lnTo>
                  <a:pt x="147" y="5354"/>
                </a:lnTo>
                <a:lnTo>
                  <a:pt x="49" y="5524"/>
                </a:lnTo>
                <a:lnTo>
                  <a:pt x="25" y="5695"/>
                </a:lnTo>
                <a:lnTo>
                  <a:pt x="1" y="5865"/>
                </a:lnTo>
                <a:lnTo>
                  <a:pt x="25" y="6060"/>
                </a:lnTo>
                <a:lnTo>
                  <a:pt x="49" y="6230"/>
                </a:lnTo>
                <a:lnTo>
                  <a:pt x="122" y="6400"/>
                </a:lnTo>
                <a:lnTo>
                  <a:pt x="220" y="6571"/>
                </a:lnTo>
                <a:lnTo>
                  <a:pt x="317" y="6692"/>
                </a:lnTo>
                <a:lnTo>
                  <a:pt x="463" y="6814"/>
                </a:lnTo>
                <a:lnTo>
                  <a:pt x="658" y="6911"/>
                </a:lnTo>
                <a:lnTo>
                  <a:pt x="901" y="6984"/>
                </a:lnTo>
                <a:lnTo>
                  <a:pt x="1023" y="6984"/>
                </a:lnTo>
                <a:lnTo>
                  <a:pt x="1120" y="7009"/>
                </a:lnTo>
                <a:lnTo>
                  <a:pt x="1242" y="6984"/>
                </a:lnTo>
                <a:lnTo>
                  <a:pt x="1363" y="6960"/>
                </a:lnTo>
                <a:lnTo>
                  <a:pt x="1169" y="7495"/>
                </a:lnTo>
                <a:lnTo>
                  <a:pt x="1071" y="7739"/>
                </a:lnTo>
                <a:lnTo>
                  <a:pt x="998" y="8006"/>
                </a:lnTo>
                <a:lnTo>
                  <a:pt x="901" y="8542"/>
                </a:lnTo>
                <a:lnTo>
                  <a:pt x="779" y="9393"/>
                </a:lnTo>
                <a:lnTo>
                  <a:pt x="731" y="10245"/>
                </a:lnTo>
                <a:lnTo>
                  <a:pt x="731" y="11072"/>
                </a:lnTo>
                <a:lnTo>
                  <a:pt x="755" y="11875"/>
                </a:lnTo>
                <a:lnTo>
                  <a:pt x="852" y="12702"/>
                </a:lnTo>
                <a:lnTo>
                  <a:pt x="974" y="13505"/>
                </a:lnTo>
                <a:lnTo>
                  <a:pt x="925" y="13505"/>
                </a:lnTo>
                <a:lnTo>
                  <a:pt x="877" y="13530"/>
                </a:lnTo>
                <a:lnTo>
                  <a:pt x="828" y="13578"/>
                </a:lnTo>
                <a:lnTo>
                  <a:pt x="804" y="13627"/>
                </a:lnTo>
                <a:lnTo>
                  <a:pt x="804" y="13676"/>
                </a:lnTo>
                <a:lnTo>
                  <a:pt x="804" y="13749"/>
                </a:lnTo>
                <a:lnTo>
                  <a:pt x="828" y="13797"/>
                </a:lnTo>
                <a:lnTo>
                  <a:pt x="877" y="13846"/>
                </a:lnTo>
                <a:lnTo>
                  <a:pt x="925" y="13870"/>
                </a:lnTo>
                <a:lnTo>
                  <a:pt x="1193" y="13895"/>
                </a:lnTo>
                <a:lnTo>
                  <a:pt x="1461" y="13919"/>
                </a:lnTo>
                <a:lnTo>
                  <a:pt x="1412" y="14041"/>
                </a:lnTo>
                <a:lnTo>
                  <a:pt x="1363" y="14187"/>
                </a:lnTo>
                <a:lnTo>
                  <a:pt x="1315" y="14333"/>
                </a:lnTo>
                <a:lnTo>
                  <a:pt x="1315" y="14479"/>
                </a:lnTo>
                <a:lnTo>
                  <a:pt x="1315" y="14649"/>
                </a:lnTo>
                <a:lnTo>
                  <a:pt x="1339" y="14795"/>
                </a:lnTo>
                <a:lnTo>
                  <a:pt x="1363" y="14941"/>
                </a:lnTo>
                <a:lnTo>
                  <a:pt x="1412" y="15063"/>
                </a:lnTo>
                <a:lnTo>
                  <a:pt x="1534" y="15282"/>
                </a:lnTo>
                <a:lnTo>
                  <a:pt x="1680" y="15476"/>
                </a:lnTo>
                <a:lnTo>
                  <a:pt x="1850" y="15647"/>
                </a:lnTo>
                <a:lnTo>
                  <a:pt x="2020" y="15768"/>
                </a:lnTo>
                <a:lnTo>
                  <a:pt x="2215" y="15890"/>
                </a:lnTo>
                <a:lnTo>
                  <a:pt x="2434" y="15987"/>
                </a:lnTo>
                <a:lnTo>
                  <a:pt x="2677" y="16036"/>
                </a:lnTo>
                <a:lnTo>
                  <a:pt x="2921" y="16085"/>
                </a:lnTo>
                <a:lnTo>
                  <a:pt x="3115" y="16109"/>
                </a:lnTo>
                <a:lnTo>
                  <a:pt x="3334" y="16109"/>
                </a:lnTo>
                <a:lnTo>
                  <a:pt x="3529" y="16085"/>
                </a:lnTo>
                <a:lnTo>
                  <a:pt x="3748" y="16036"/>
                </a:lnTo>
                <a:lnTo>
                  <a:pt x="3943" y="15963"/>
                </a:lnTo>
                <a:lnTo>
                  <a:pt x="4137" y="15890"/>
                </a:lnTo>
                <a:lnTo>
                  <a:pt x="4308" y="15793"/>
                </a:lnTo>
                <a:lnTo>
                  <a:pt x="4478" y="15647"/>
                </a:lnTo>
                <a:lnTo>
                  <a:pt x="4648" y="15476"/>
                </a:lnTo>
                <a:lnTo>
                  <a:pt x="4770" y="15282"/>
                </a:lnTo>
                <a:lnTo>
                  <a:pt x="4843" y="15063"/>
                </a:lnTo>
                <a:lnTo>
                  <a:pt x="4892" y="14844"/>
                </a:lnTo>
                <a:lnTo>
                  <a:pt x="4940" y="14600"/>
                </a:lnTo>
                <a:lnTo>
                  <a:pt x="4940" y="14357"/>
                </a:lnTo>
                <a:lnTo>
                  <a:pt x="4916" y="13895"/>
                </a:lnTo>
                <a:lnTo>
                  <a:pt x="5062" y="13895"/>
                </a:lnTo>
                <a:lnTo>
                  <a:pt x="9515" y="13870"/>
                </a:lnTo>
                <a:lnTo>
                  <a:pt x="14040" y="13846"/>
                </a:lnTo>
                <a:lnTo>
                  <a:pt x="13967" y="13919"/>
                </a:lnTo>
                <a:lnTo>
                  <a:pt x="13919" y="13992"/>
                </a:lnTo>
                <a:lnTo>
                  <a:pt x="13846" y="14162"/>
                </a:lnTo>
                <a:lnTo>
                  <a:pt x="13797" y="14357"/>
                </a:lnTo>
                <a:lnTo>
                  <a:pt x="13797" y="14576"/>
                </a:lnTo>
                <a:lnTo>
                  <a:pt x="13821" y="14795"/>
                </a:lnTo>
                <a:lnTo>
                  <a:pt x="13846" y="14990"/>
                </a:lnTo>
                <a:lnTo>
                  <a:pt x="13943" y="15355"/>
                </a:lnTo>
                <a:lnTo>
                  <a:pt x="13967" y="15476"/>
                </a:lnTo>
                <a:lnTo>
                  <a:pt x="14016" y="15574"/>
                </a:lnTo>
                <a:lnTo>
                  <a:pt x="14162" y="15768"/>
                </a:lnTo>
                <a:lnTo>
                  <a:pt x="14357" y="15914"/>
                </a:lnTo>
                <a:lnTo>
                  <a:pt x="14551" y="16060"/>
                </a:lnTo>
                <a:lnTo>
                  <a:pt x="14795" y="16158"/>
                </a:lnTo>
                <a:lnTo>
                  <a:pt x="15038" y="16231"/>
                </a:lnTo>
                <a:lnTo>
                  <a:pt x="15281" y="16279"/>
                </a:lnTo>
                <a:lnTo>
                  <a:pt x="15500" y="16328"/>
                </a:lnTo>
                <a:lnTo>
                  <a:pt x="15744" y="16328"/>
                </a:lnTo>
                <a:lnTo>
                  <a:pt x="15963" y="16304"/>
                </a:lnTo>
                <a:lnTo>
                  <a:pt x="16157" y="16255"/>
                </a:lnTo>
                <a:lnTo>
                  <a:pt x="16352" y="16182"/>
                </a:lnTo>
                <a:lnTo>
                  <a:pt x="16547" y="16060"/>
                </a:lnTo>
                <a:lnTo>
                  <a:pt x="16717" y="15939"/>
                </a:lnTo>
                <a:lnTo>
                  <a:pt x="16887" y="15793"/>
                </a:lnTo>
                <a:lnTo>
                  <a:pt x="17033" y="15622"/>
                </a:lnTo>
                <a:lnTo>
                  <a:pt x="17131" y="15428"/>
                </a:lnTo>
                <a:lnTo>
                  <a:pt x="17204" y="15209"/>
                </a:lnTo>
                <a:lnTo>
                  <a:pt x="17252" y="14990"/>
                </a:lnTo>
                <a:lnTo>
                  <a:pt x="17277" y="14746"/>
                </a:lnTo>
                <a:lnTo>
                  <a:pt x="17277" y="14527"/>
                </a:lnTo>
                <a:lnTo>
                  <a:pt x="17277" y="14284"/>
                </a:lnTo>
                <a:lnTo>
                  <a:pt x="17204" y="13822"/>
                </a:lnTo>
                <a:lnTo>
                  <a:pt x="18250" y="13797"/>
                </a:lnTo>
                <a:lnTo>
                  <a:pt x="18372" y="13773"/>
                </a:lnTo>
                <a:lnTo>
                  <a:pt x="18445" y="13724"/>
                </a:lnTo>
                <a:lnTo>
                  <a:pt x="18493" y="13627"/>
                </a:lnTo>
                <a:lnTo>
                  <a:pt x="18493" y="13530"/>
                </a:lnTo>
                <a:lnTo>
                  <a:pt x="18493" y="13457"/>
                </a:lnTo>
                <a:lnTo>
                  <a:pt x="18445" y="13359"/>
                </a:lnTo>
                <a:lnTo>
                  <a:pt x="18372" y="13311"/>
                </a:lnTo>
                <a:lnTo>
                  <a:pt x="18250" y="13286"/>
                </a:lnTo>
                <a:lnTo>
                  <a:pt x="18445" y="12556"/>
                </a:lnTo>
                <a:lnTo>
                  <a:pt x="18566" y="11802"/>
                </a:lnTo>
                <a:lnTo>
                  <a:pt x="18639" y="11048"/>
                </a:lnTo>
                <a:lnTo>
                  <a:pt x="18664" y="10293"/>
                </a:lnTo>
                <a:lnTo>
                  <a:pt x="18639" y="9880"/>
                </a:lnTo>
                <a:lnTo>
                  <a:pt x="18615" y="9466"/>
                </a:lnTo>
                <a:lnTo>
                  <a:pt x="18493" y="8639"/>
                </a:lnTo>
                <a:lnTo>
                  <a:pt x="18445" y="8323"/>
                </a:lnTo>
                <a:lnTo>
                  <a:pt x="18372" y="7982"/>
                </a:lnTo>
                <a:lnTo>
                  <a:pt x="18250" y="7666"/>
                </a:lnTo>
                <a:lnTo>
                  <a:pt x="18177" y="7520"/>
                </a:lnTo>
                <a:lnTo>
                  <a:pt x="18104" y="7374"/>
                </a:lnTo>
                <a:lnTo>
                  <a:pt x="18080" y="7276"/>
                </a:lnTo>
                <a:lnTo>
                  <a:pt x="17982" y="6887"/>
                </a:lnTo>
                <a:lnTo>
                  <a:pt x="18274" y="6838"/>
                </a:lnTo>
                <a:lnTo>
                  <a:pt x="18542" y="6741"/>
                </a:lnTo>
                <a:lnTo>
                  <a:pt x="18834" y="6644"/>
                </a:lnTo>
                <a:lnTo>
                  <a:pt x="19102" y="6498"/>
                </a:lnTo>
                <a:lnTo>
                  <a:pt x="19199" y="6400"/>
                </a:lnTo>
                <a:lnTo>
                  <a:pt x="19272" y="6279"/>
                </a:lnTo>
                <a:lnTo>
                  <a:pt x="19321" y="6157"/>
                </a:lnTo>
                <a:lnTo>
                  <a:pt x="19321" y="6011"/>
                </a:lnTo>
                <a:lnTo>
                  <a:pt x="19321" y="5841"/>
                </a:lnTo>
                <a:lnTo>
                  <a:pt x="19321" y="5695"/>
                </a:lnTo>
                <a:lnTo>
                  <a:pt x="19272" y="5451"/>
                </a:lnTo>
                <a:lnTo>
                  <a:pt x="19199" y="5281"/>
                </a:lnTo>
                <a:lnTo>
                  <a:pt x="19126" y="5135"/>
                </a:lnTo>
                <a:lnTo>
                  <a:pt x="19029" y="5013"/>
                </a:lnTo>
                <a:lnTo>
                  <a:pt x="18907" y="4892"/>
                </a:lnTo>
                <a:lnTo>
                  <a:pt x="18785" y="4794"/>
                </a:lnTo>
                <a:lnTo>
                  <a:pt x="18664" y="4697"/>
                </a:lnTo>
                <a:lnTo>
                  <a:pt x="18372" y="4527"/>
                </a:lnTo>
                <a:lnTo>
                  <a:pt x="18080" y="4429"/>
                </a:lnTo>
                <a:lnTo>
                  <a:pt x="17934" y="4356"/>
                </a:lnTo>
                <a:lnTo>
                  <a:pt x="17763" y="4332"/>
                </a:lnTo>
                <a:lnTo>
                  <a:pt x="17593" y="4308"/>
                </a:lnTo>
                <a:lnTo>
                  <a:pt x="17423" y="4308"/>
                </a:lnTo>
                <a:lnTo>
                  <a:pt x="17252" y="4356"/>
                </a:lnTo>
                <a:lnTo>
                  <a:pt x="17131" y="4405"/>
                </a:lnTo>
                <a:lnTo>
                  <a:pt x="17082" y="4478"/>
                </a:lnTo>
                <a:lnTo>
                  <a:pt x="17082" y="4527"/>
                </a:lnTo>
                <a:lnTo>
                  <a:pt x="16863" y="3967"/>
                </a:lnTo>
                <a:lnTo>
                  <a:pt x="16595" y="3261"/>
                </a:lnTo>
                <a:lnTo>
                  <a:pt x="16303" y="2580"/>
                </a:lnTo>
                <a:lnTo>
                  <a:pt x="16133" y="2239"/>
                </a:lnTo>
                <a:lnTo>
                  <a:pt x="15938" y="1923"/>
                </a:lnTo>
                <a:lnTo>
                  <a:pt x="15719" y="1607"/>
                </a:lnTo>
                <a:lnTo>
                  <a:pt x="15476" y="1315"/>
                </a:lnTo>
                <a:lnTo>
                  <a:pt x="15354" y="1193"/>
                </a:lnTo>
                <a:lnTo>
                  <a:pt x="15379" y="1145"/>
                </a:lnTo>
                <a:lnTo>
                  <a:pt x="15403" y="1120"/>
                </a:lnTo>
                <a:lnTo>
                  <a:pt x="15379" y="1023"/>
                </a:lnTo>
                <a:lnTo>
                  <a:pt x="15306" y="974"/>
                </a:lnTo>
                <a:lnTo>
                  <a:pt x="15257" y="950"/>
                </a:lnTo>
                <a:lnTo>
                  <a:pt x="15208" y="950"/>
                </a:lnTo>
                <a:lnTo>
                  <a:pt x="15111" y="974"/>
                </a:lnTo>
                <a:lnTo>
                  <a:pt x="14892" y="804"/>
                </a:lnTo>
                <a:lnTo>
                  <a:pt x="14624" y="658"/>
                </a:lnTo>
                <a:lnTo>
                  <a:pt x="14381" y="536"/>
                </a:lnTo>
                <a:lnTo>
                  <a:pt x="14113" y="415"/>
                </a:lnTo>
                <a:lnTo>
                  <a:pt x="13821" y="317"/>
                </a:lnTo>
                <a:lnTo>
                  <a:pt x="13530" y="244"/>
                </a:lnTo>
                <a:lnTo>
                  <a:pt x="12970" y="123"/>
                </a:lnTo>
                <a:lnTo>
                  <a:pt x="12556" y="74"/>
                </a:lnTo>
                <a:lnTo>
                  <a:pt x="12143" y="50"/>
                </a:lnTo>
                <a:lnTo>
                  <a:pt x="11729" y="50"/>
                </a:lnTo>
                <a:lnTo>
                  <a:pt x="11291" y="74"/>
                </a:lnTo>
                <a:lnTo>
                  <a:pt x="10902" y="50"/>
                </a:lnTo>
                <a:lnTo>
                  <a:pt x="10123" y="25"/>
                </a:lnTo>
                <a:lnTo>
                  <a:pt x="9077" y="1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303" name="Google Shape;303;p20"/>
          <p:cNvSpPr/>
          <p:nvPr/>
        </p:nvSpPr>
        <p:spPr>
          <a:xfrm>
            <a:off x="5042975" y="956162"/>
            <a:ext cx="430192" cy="325916"/>
          </a:xfrm>
          <a:custGeom>
            <a:rect b="b" l="l" r="r" t="t"/>
            <a:pathLst>
              <a:path extrusionOk="0" h="15136" w="19126">
                <a:moveTo>
                  <a:pt x="8979" y="2628"/>
                </a:moveTo>
                <a:lnTo>
                  <a:pt x="8687" y="2653"/>
                </a:lnTo>
                <a:lnTo>
                  <a:pt x="8395" y="2701"/>
                </a:lnTo>
                <a:lnTo>
                  <a:pt x="7811" y="2799"/>
                </a:lnTo>
                <a:lnTo>
                  <a:pt x="7543" y="2872"/>
                </a:lnTo>
                <a:lnTo>
                  <a:pt x="7251" y="2969"/>
                </a:lnTo>
                <a:lnTo>
                  <a:pt x="7130" y="3042"/>
                </a:lnTo>
                <a:lnTo>
                  <a:pt x="7008" y="3139"/>
                </a:lnTo>
                <a:lnTo>
                  <a:pt x="6935" y="3237"/>
                </a:lnTo>
                <a:lnTo>
                  <a:pt x="6886" y="3383"/>
                </a:lnTo>
                <a:lnTo>
                  <a:pt x="6886" y="3456"/>
                </a:lnTo>
                <a:lnTo>
                  <a:pt x="6935" y="3529"/>
                </a:lnTo>
                <a:lnTo>
                  <a:pt x="7032" y="3553"/>
                </a:lnTo>
                <a:lnTo>
                  <a:pt x="7105" y="3577"/>
                </a:lnTo>
                <a:lnTo>
                  <a:pt x="7203" y="3577"/>
                </a:lnTo>
                <a:lnTo>
                  <a:pt x="7300" y="3553"/>
                </a:lnTo>
                <a:lnTo>
                  <a:pt x="7470" y="3480"/>
                </a:lnTo>
                <a:lnTo>
                  <a:pt x="7641" y="3407"/>
                </a:lnTo>
                <a:lnTo>
                  <a:pt x="7908" y="3334"/>
                </a:lnTo>
                <a:lnTo>
                  <a:pt x="8176" y="3261"/>
                </a:lnTo>
                <a:lnTo>
                  <a:pt x="8736" y="3188"/>
                </a:lnTo>
                <a:lnTo>
                  <a:pt x="9076" y="3164"/>
                </a:lnTo>
                <a:lnTo>
                  <a:pt x="9563" y="3139"/>
                </a:lnTo>
                <a:lnTo>
                  <a:pt x="9806" y="3164"/>
                </a:lnTo>
                <a:lnTo>
                  <a:pt x="10025" y="3212"/>
                </a:lnTo>
                <a:lnTo>
                  <a:pt x="10196" y="3261"/>
                </a:lnTo>
                <a:lnTo>
                  <a:pt x="10269" y="3310"/>
                </a:lnTo>
                <a:lnTo>
                  <a:pt x="10317" y="3383"/>
                </a:lnTo>
                <a:lnTo>
                  <a:pt x="10390" y="3456"/>
                </a:lnTo>
                <a:lnTo>
                  <a:pt x="10487" y="3504"/>
                </a:lnTo>
                <a:lnTo>
                  <a:pt x="10585" y="3504"/>
                </a:lnTo>
                <a:lnTo>
                  <a:pt x="10682" y="3456"/>
                </a:lnTo>
                <a:lnTo>
                  <a:pt x="10755" y="3407"/>
                </a:lnTo>
                <a:lnTo>
                  <a:pt x="10804" y="3310"/>
                </a:lnTo>
                <a:lnTo>
                  <a:pt x="10828" y="3212"/>
                </a:lnTo>
                <a:lnTo>
                  <a:pt x="10779" y="3091"/>
                </a:lnTo>
                <a:lnTo>
                  <a:pt x="10706" y="2993"/>
                </a:lnTo>
                <a:lnTo>
                  <a:pt x="10633" y="2920"/>
                </a:lnTo>
                <a:lnTo>
                  <a:pt x="10536" y="2847"/>
                </a:lnTo>
                <a:lnTo>
                  <a:pt x="10439" y="2799"/>
                </a:lnTo>
                <a:lnTo>
                  <a:pt x="10220" y="2726"/>
                </a:lnTo>
                <a:lnTo>
                  <a:pt x="9952" y="2653"/>
                </a:lnTo>
                <a:lnTo>
                  <a:pt x="9709" y="2628"/>
                </a:lnTo>
                <a:close/>
                <a:moveTo>
                  <a:pt x="13797" y="3577"/>
                </a:moveTo>
                <a:lnTo>
                  <a:pt x="13578" y="3601"/>
                </a:lnTo>
                <a:lnTo>
                  <a:pt x="13334" y="3650"/>
                </a:lnTo>
                <a:lnTo>
                  <a:pt x="13115" y="3723"/>
                </a:lnTo>
                <a:lnTo>
                  <a:pt x="13018" y="3772"/>
                </a:lnTo>
                <a:lnTo>
                  <a:pt x="12945" y="3845"/>
                </a:lnTo>
                <a:lnTo>
                  <a:pt x="12945" y="3893"/>
                </a:lnTo>
                <a:lnTo>
                  <a:pt x="12945" y="3918"/>
                </a:lnTo>
                <a:lnTo>
                  <a:pt x="13042" y="3942"/>
                </a:lnTo>
                <a:lnTo>
                  <a:pt x="13140" y="3966"/>
                </a:lnTo>
                <a:lnTo>
                  <a:pt x="13334" y="3966"/>
                </a:lnTo>
                <a:lnTo>
                  <a:pt x="13699" y="3942"/>
                </a:lnTo>
                <a:lnTo>
                  <a:pt x="13918" y="3942"/>
                </a:lnTo>
                <a:lnTo>
                  <a:pt x="14137" y="3966"/>
                </a:lnTo>
                <a:lnTo>
                  <a:pt x="14356" y="3966"/>
                </a:lnTo>
                <a:lnTo>
                  <a:pt x="14478" y="3942"/>
                </a:lnTo>
                <a:lnTo>
                  <a:pt x="14575" y="3918"/>
                </a:lnTo>
                <a:lnTo>
                  <a:pt x="14600" y="3893"/>
                </a:lnTo>
                <a:lnTo>
                  <a:pt x="14600" y="3869"/>
                </a:lnTo>
                <a:lnTo>
                  <a:pt x="14624" y="3820"/>
                </a:lnTo>
                <a:lnTo>
                  <a:pt x="14600" y="3772"/>
                </a:lnTo>
                <a:lnTo>
                  <a:pt x="14527" y="3699"/>
                </a:lnTo>
                <a:lnTo>
                  <a:pt x="14454" y="3650"/>
                </a:lnTo>
                <a:lnTo>
                  <a:pt x="14381" y="3601"/>
                </a:lnTo>
                <a:lnTo>
                  <a:pt x="14186" y="3577"/>
                </a:lnTo>
                <a:close/>
                <a:moveTo>
                  <a:pt x="3650" y="5548"/>
                </a:moveTo>
                <a:lnTo>
                  <a:pt x="3553" y="5597"/>
                </a:lnTo>
                <a:lnTo>
                  <a:pt x="3480" y="5621"/>
                </a:lnTo>
                <a:lnTo>
                  <a:pt x="3382" y="5694"/>
                </a:lnTo>
                <a:lnTo>
                  <a:pt x="3309" y="5767"/>
                </a:lnTo>
                <a:lnTo>
                  <a:pt x="3188" y="5937"/>
                </a:lnTo>
                <a:lnTo>
                  <a:pt x="3163" y="6035"/>
                </a:lnTo>
                <a:lnTo>
                  <a:pt x="3139" y="6132"/>
                </a:lnTo>
                <a:lnTo>
                  <a:pt x="3115" y="6254"/>
                </a:lnTo>
                <a:lnTo>
                  <a:pt x="3139" y="6375"/>
                </a:lnTo>
                <a:lnTo>
                  <a:pt x="3163" y="6473"/>
                </a:lnTo>
                <a:lnTo>
                  <a:pt x="3212" y="6594"/>
                </a:lnTo>
                <a:lnTo>
                  <a:pt x="3285" y="6692"/>
                </a:lnTo>
                <a:lnTo>
                  <a:pt x="3358" y="6765"/>
                </a:lnTo>
                <a:lnTo>
                  <a:pt x="3455" y="6838"/>
                </a:lnTo>
                <a:lnTo>
                  <a:pt x="3577" y="6886"/>
                </a:lnTo>
                <a:lnTo>
                  <a:pt x="3674" y="6911"/>
                </a:lnTo>
                <a:lnTo>
                  <a:pt x="3772" y="6935"/>
                </a:lnTo>
                <a:lnTo>
                  <a:pt x="3869" y="6911"/>
                </a:lnTo>
                <a:lnTo>
                  <a:pt x="3966" y="6911"/>
                </a:lnTo>
                <a:lnTo>
                  <a:pt x="4161" y="6813"/>
                </a:lnTo>
                <a:lnTo>
                  <a:pt x="4307" y="6692"/>
                </a:lnTo>
                <a:lnTo>
                  <a:pt x="4404" y="6521"/>
                </a:lnTo>
                <a:lnTo>
                  <a:pt x="4453" y="6351"/>
                </a:lnTo>
                <a:lnTo>
                  <a:pt x="4453" y="6181"/>
                </a:lnTo>
                <a:lnTo>
                  <a:pt x="4404" y="6010"/>
                </a:lnTo>
                <a:lnTo>
                  <a:pt x="4356" y="5937"/>
                </a:lnTo>
                <a:lnTo>
                  <a:pt x="4307" y="5840"/>
                </a:lnTo>
                <a:lnTo>
                  <a:pt x="4234" y="5743"/>
                </a:lnTo>
                <a:lnTo>
                  <a:pt x="4161" y="5670"/>
                </a:lnTo>
                <a:lnTo>
                  <a:pt x="4064" y="5621"/>
                </a:lnTo>
                <a:lnTo>
                  <a:pt x="3966" y="5572"/>
                </a:lnTo>
                <a:lnTo>
                  <a:pt x="3869" y="5548"/>
                </a:lnTo>
                <a:close/>
                <a:moveTo>
                  <a:pt x="17495" y="7373"/>
                </a:moveTo>
                <a:lnTo>
                  <a:pt x="17739" y="7446"/>
                </a:lnTo>
                <a:lnTo>
                  <a:pt x="17617" y="7592"/>
                </a:lnTo>
                <a:lnTo>
                  <a:pt x="17447" y="7689"/>
                </a:lnTo>
                <a:lnTo>
                  <a:pt x="17447" y="7543"/>
                </a:lnTo>
                <a:lnTo>
                  <a:pt x="17495" y="7373"/>
                </a:lnTo>
                <a:close/>
                <a:moveTo>
                  <a:pt x="5061" y="487"/>
                </a:moveTo>
                <a:lnTo>
                  <a:pt x="5256" y="560"/>
                </a:lnTo>
                <a:lnTo>
                  <a:pt x="5426" y="633"/>
                </a:lnTo>
                <a:lnTo>
                  <a:pt x="5621" y="682"/>
                </a:lnTo>
                <a:lnTo>
                  <a:pt x="5791" y="779"/>
                </a:lnTo>
                <a:lnTo>
                  <a:pt x="5913" y="852"/>
                </a:lnTo>
                <a:lnTo>
                  <a:pt x="6035" y="949"/>
                </a:lnTo>
                <a:lnTo>
                  <a:pt x="6254" y="1168"/>
                </a:lnTo>
                <a:lnTo>
                  <a:pt x="6473" y="1387"/>
                </a:lnTo>
                <a:lnTo>
                  <a:pt x="6692" y="1606"/>
                </a:lnTo>
                <a:lnTo>
                  <a:pt x="6813" y="1655"/>
                </a:lnTo>
                <a:lnTo>
                  <a:pt x="6911" y="1655"/>
                </a:lnTo>
                <a:lnTo>
                  <a:pt x="7032" y="1631"/>
                </a:lnTo>
                <a:lnTo>
                  <a:pt x="7105" y="1558"/>
                </a:lnTo>
                <a:lnTo>
                  <a:pt x="8127" y="1485"/>
                </a:lnTo>
                <a:lnTo>
                  <a:pt x="9174" y="1485"/>
                </a:lnTo>
                <a:lnTo>
                  <a:pt x="9490" y="1509"/>
                </a:lnTo>
                <a:lnTo>
                  <a:pt x="9806" y="1558"/>
                </a:lnTo>
                <a:lnTo>
                  <a:pt x="10439" y="1679"/>
                </a:lnTo>
                <a:lnTo>
                  <a:pt x="11047" y="1850"/>
                </a:lnTo>
                <a:lnTo>
                  <a:pt x="11655" y="2044"/>
                </a:lnTo>
                <a:lnTo>
                  <a:pt x="12093" y="2239"/>
                </a:lnTo>
                <a:lnTo>
                  <a:pt x="12556" y="2409"/>
                </a:lnTo>
                <a:lnTo>
                  <a:pt x="12434" y="2458"/>
                </a:lnTo>
                <a:lnTo>
                  <a:pt x="12361" y="2507"/>
                </a:lnTo>
                <a:lnTo>
                  <a:pt x="12288" y="2580"/>
                </a:lnTo>
                <a:lnTo>
                  <a:pt x="12264" y="2677"/>
                </a:lnTo>
                <a:lnTo>
                  <a:pt x="12264" y="2701"/>
                </a:lnTo>
                <a:lnTo>
                  <a:pt x="12288" y="2726"/>
                </a:lnTo>
                <a:lnTo>
                  <a:pt x="12385" y="2774"/>
                </a:lnTo>
                <a:lnTo>
                  <a:pt x="12483" y="2750"/>
                </a:lnTo>
                <a:lnTo>
                  <a:pt x="12677" y="2726"/>
                </a:lnTo>
                <a:lnTo>
                  <a:pt x="12872" y="2701"/>
                </a:lnTo>
                <a:lnTo>
                  <a:pt x="12969" y="2677"/>
                </a:lnTo>
                <a:lnTo>
                  <a:pt x="13042" y="2653"/>
                </a:lnTo>
                <a:lnTo>
                  <a:pt x="13626" y="2993"/>
                </a:lnTo>
                <a:lnTo>
                  <a:pt x="13432" y="3018"/>
                </a:lnTo>
                <a:lnTo>
                  <a:pt x="12896" y="3066"/>
                </a:lnTo>
                <a:lnTo>
                  <a:pt x="12653" y="3115"/>
                </a:lnTo>
                <a:lnTo>
                  <a:pt x="12410" y="3212"/>
                </a:lnTo>
                <a:lnTo>
                  <a:pt x="12385" y="3237"/>
                </a:lnTo>
                <a:lnTo>
                  <a:pt x="12410" y="3261"/>
                </a:lnTo>
                <a:lnTo>
                  <a:pt x="12531" y="3285"/>
                </a:lnTo>
                <a:lnTo>
                  <a:pt x="12653" y="3310"/>
                </a:lnTo>
                <a:lnTo>
                  <a:pt x="12921" y="3310"/>
                </a:lnTo>
                <a:lnTo>
                  <a:pt x="13432" y="3261"/>
                </a:lnTo>
                <a:lnTo>
                  <a:pt x="13699" y="3261"/>
                </a:lnTo>
                <a:lnTo>
                  <a:pt x="13991" y="3237"/>
                </a:lnTo>
                <a:lnTo>
                  <a:pt x="14259" y="3456"/>
                </a:lnTo>
                <a:lnTo>
                  <a:pt x="14527" y="3699"/>
                </a:lnTo>
                <a:lnTo>
                  <a:pt x="14819" y="3966"/>
                </a:lnTo>
                <a:lnTo>
                  <a:pt x="15062" y="4283"/>
                </a:lnTo>
                <a:lnTo>
                  <a:pt x="14794" y="4258"/>
                </a:lnTo>
                <a:lnTo>
                  <a:pt x="14551" y="4283"/>
                </a:lnTo>
                <a:lnTo>
                  <a:pt x="14308" y="4283"/>
                </a:lnTo>
                <a:lnTo>
                  <a:pt x="14016" y="4307"/>
                </a:lnTo>
                <a:lnTo>
                  <a:pt x="13870" y="4331"/>
                </a:lnTo>
                <a:lnTo>
                  <a:pt x="13724" y="4380"/>
                </a:lnTo>
                <a:lnTo>
                  <a:pt x="13626" y="4453"/>
                </a:lnTo>
                <a:lnTo>
                  <a:pt x="13529" y="4526"/>
                </a:lnTo>
                <a:lnTo>
                  <a:pt x="13529" y="4550"/>
                </a:lnTo>
                <a:lnTo>
                  <a:pt x="13553" y="4575"/>
                </a:lnTo>
                <a:lnTo>
                  <a:pt x="13651" y="4623"/>
                </a:lnTo>
                <a:lnTo>
                  <a:pt x="13748" y="4648"/>
                </a:lnTo>
                <a:lnTo>
                  <a:pt x="13967" y="4648"/>
                </a:lnTo>
                <a:lnTo>
                  <a:pt x="14429" y="4623"/>
                </a:lnTo>
                <a:lnTo>
                  <a:pt x="14770" y="4623"/>
                </a:lnTo>
                <a:lnTo>
                  <a:pt x="15086" y="4648"/>
                </a:lnTo>
                <a:lnTo>
                  <a:pt x="15232" y="4672"/>
                </a:lnTo>
                <a:lnTo>
                  <a:pt x="15354" y="4672"/>
                </a:lnTo>
                <a:lnTo>
                  <a:pt x="15549" y="5037"/>
                </a:lnTo>
                <a:lnTo>
                  <a:pt x="15330" y="4988"/>
                </a:lnTo>
                <a:lnTo>
                  <a:pt x="14600" y="4988"/>
                </a:lnTo>
                <a:lnTo>
                  <a:pt x="14332" y="5037"/>
                </a:lnTo>
                <a:lnTo>
                  <a:pt x="14210" y="5086"/>
                </a:lnTo>
                <a:lnTo>
                  <a:pt x="14089" y="5134"/>
                </a:lnTo>
                <a:lnTo>
                  <a:pt x="14064" y="5159"/>
                </a:lnTo>
                <a:lnTo>
                  <a:pt x="14064" y="5183"/>
                </a:lnTo>
                <a:lnTo>
                  <a:pt x="14064" y="5207"/>
                </a:lnTo>
                <a:lnTo>
                  <a:pt x="14089" y="5232"/>
                </a:lnTo>
                <a:lnTo>
                  <a:pt x="14186" y="5256"/>
                </a:lnTo>
                <a:lnTo>
                  <a:pt x="14283" y="5280"/>
                </a:lnTo>
                <a:lnTo>
                  <a:pt x="14502" y="5305"/>
                </a:lnTo>
                <a:lnTo>
                  <a:pt x="14916" y="5305"/>
                </a:lnTo>
                <a:lnTo>
                  <a:pt x="15305" y="5329"/>
                </a:lnTo>
                <a:lnTo>
                  <a:pt x="15695" y="5378"/>
                </a:lnTo>
                <a:lnTo>
                  <a:pt x="15792" y="5645"/>
                </a:lnTo>
                <a:lnTo>
                  <a:pt x="15889" y="5913"/>
                </a:lnTo>
                <a:lnTo>
                  <a:pt x="15743" y="5864"/>
                </a:lnTo>
                <a:lnTo>
                  <a:pt x="15597" y="5816"/>
                </a:lnTo>
                <a:lnTo>
                  <a:pt x="15305" y="5767"/>
                </a:lnTo>
                <a:lnTo>
                  <a:pt x="15038" y="5743"/>
                </a:lnTo>
                <a:lnTo>
                  <a:pt x="14746" y="5718"/>
                </a:lnTo>
                <a:lnTo>
                  <a:pt x="14454" y="5718"/>
                </a:lnTo>
                <a:lnTo>
                  <a:pt x="14186" y="5767"/>
                </a:lnTo>
                <a:lnTo>
                  <a:pt x="14162" y="5767"/>
                </a:lnTo>
                <a:lnTo>
                  <a:pt x="14137" y="5791"/>
                </a:lnTo>
                <a:lnTo>
                  <a:pt x="14162" y="5816"/>
                </a:lnTo>
                <a:lnTo>
                  <a:pt x="14162" y="5840"/>
                </a:lnTo>
                <a:lnTo>
                  <a:pt x="14259" y="5889"/>
                </a:lnTo>
                <a:lnTo>
                  <a:pt x="14381" y="5937"/>
                </a:lnTo>
                <a:lnTo>
                  <a:pt x="14600" y="5986"/>
                </a:lnTo>
                <a:lnTo>
                  <a:pt x="15038" y="6010"/>
                </a:lnTo>
                <a:lnTo>
                  <a:pt x="15354" y="6083"/>
                </a:lnTo>
                <a:lnTo>
                  <a:pt x="15670" y="6156"/>
                </a:lnTo>
                <a:lnTo>
                  <a:pt x="15841" y="6229"/>
                </a:lnTo>
                <a:lnTo>
                  <a:pt x="15914" y="6254"/>
                </a:lnTo>
                <a:lnTo>
                  <a:pt x="15987" y="6278"/>
                </a:lnTo>
                <a:lnTo>
                  <a:pt x="16035" y="6570"/>
                </a:lnTo>
                <a:lnTo>
                  <a:pt x="16084" y="6838"/>
                </a:lnTo>
                <a:lnTo>
                  <a:pt x="15914" y="6740"/>
                </a:lnTo>
                <a:lnTo>
                  <a:pt x="15743" y="6667"/>
                </a:lnTo>
                <a:lnTo>
                  <a:pt x="15524" y="6619"/>
                </a:lnTo>
                <a:lnTo>
                  <a:pt x="15305" y="6594"/>
                </a:lnTo>
                <a:lnTo>
                  <a:pt x="14867" y="6546"/>
                </a:lnTo>
                <a:lnTo>
                  <a:pt x="14551" y="6497"/>
                </a:lnTo>
                <a:lnTo>
                  <a:pt x="14527" y="6497"/>
                </a:lnTo>
                <a:lnTo>
                  <a:pt x="14502" y="6546"/>
                </a:lnTo>
                <a:lnTo>
                  <a:pt x="14575" y="6619"/>
                </a:lnTo>
                <a:lnTo>
                  <a:pt x="14624" y="6667"/>
                </a:lnTo>
                <a:lnTo>
                  <a:pt x="14794" y="6765"/>
                </a:lnTo>
                <a:lnTo>
                  <a:pt x="14965" y="6838"/>
                </a:lnTo>
                <a:lnTo>
                  <a:pt x="15159" y="6886"/>
                </a:lnTo>
                <a:lnTo>
                  <a:pt x="15378" y="6935"/>
                </a:lnTo>
                <a:lnTo>
                  <a:pt x="15597" y="7008"/>
                </a:lnTo>
                <a:lnTo>
                  <a:pt x="15816" y="7105"/>
                </a:lnTo>
                <a:lnTo>
                  <a:pt x="15987" y="7227"/>
                </a:lnTo>
                <a:lnTo>
                  <a:pt x="16060" y="7276"/>
                </a:lnTo>
                <a:lnTo>
                  <a:pt x="16108" y="7276"/>
                </a:lnTo>
                <a:lnTo>
                  <a:pt x="16133" y="7762"/>
                </a:lnTo>
                <a:lnTo>
                  <a:pt x="16060" y="7714"/>
                </a:lnTo>
                <a:lnTo>
                  <a:pt x="15743" y="7519"/>
                </a:lnTo>
                <a:lnTo>
                  <a:pt x="15427" y="7324"/>
                </a:lnTo>
                <a:lnTo>
                  <a:pt x="15281" y="7276"/>
                </a:lnTo>
                <a:lnTo>
                  <a:pt x="15013" y="7203"/>
                </a:lnTo>
                <a:lnTo>
                  <a:pt x="14794" y="7203"/>
                </a:lnTo>
                <a:lnTo>
                  <a:pt x="14770" y="7227"/>
                </a:lnTo>
                <a:lnTo>
                  <a:pt x="14746" y="7251"/>
                </a:lnTo>
                <a:lnTo>
                  <a:pt x="14746" y="7276"/>
                </a:lnTo>
                <a:lnTo>
                  <a:pt x="14746" y="7324"/>
                </a:lnTo>
                <a:lnTo>
                  <a:pt x="14794" y="7373"/>
                </a:lnTo>
                <a:lnTo>
                  <a:pt x="14843" y="7397"/>
                </a:lnTo>
                <a:lnTo>
                  <a:pt x="14965" y="7470"/>
                </a:lnTo>
                <a:lnTo>
                  <a:pt x="15378" y="7689"/>
                </a:lnTo>
                <a:lnTo>
                  <a:pt x="15597" y="7835"/>
                </a:lnTo>
                <a:lnTo>
                  <a:pt x="15816" y="7981"/>
                </a:lnTo>
                <a:lnTo>
                  <a:pt x="15962" y="8103"/>
                </a:lnTo>
                <a:lnTo>
                  <a:pt x="16108" y="8200"/>
                </a:lnTo>
                <a:lnTo>
                  <a:pt x="16035" y="8784"/>
                </a:lnTo>
                <a:lnTo>
                  <a:pt x="15914" y="8687"/>
                </a:lnTo>
                <a:lnTo>
                  <a:pt x="15792" y="8590"/>
                </a:lnTo>
                <a:lnTo>
                  <a:pt x="15549" y="8419"/>
                </a:lnTo>
                <a:lnTo>
                  <a:pt x="15354" y="8273"/>
                </a:lnTo>
                <a:lnTo>
                  <a:pt x="15111" y="8152"/>
                </a:lnTo>
                <a:lnTo>
                  <a:pt x="14867" y="8030"/>
                </a:lnTo>
                <a:lnTo>
                  <a:pt x="14746" y="7981"/>
                </a:lnTo>
                <a:lnTo>
                  <a:pt x="14624" y="7957"/>
                </a:lnTo>
                <a:lnTo>
                  <a:pt x="14600" y="7981"/>
                </a:lnTo>
                <a:lnTo>
                  <a:pt x="14575" y="8006"/>
                </a:lnTo>
                <a:lnTo>
                  <a:pt x="14575" y="8054"/>
                </a:lnTo>
                <a:lnTo>
                  <a:pt x="14575" y="8079"/>
                </a:lnTo>
                <a:lnTo>
                  <a:pt x="14746" y="8249"/>
                </a:lnTo>
                <a:lnTo>
                  <a:pt x="14940" y="8371"/>
                </a:lnTo>
                <a:lnTo>
                  <a:pt x="15330" y="8638"/>
                </a:lnTo>
                <a:lnTo>
                  <a:pt x="15622" y="8882"/>
                </a:lnTo>
                <a:lnTo>
                  <a:pt x="15792" y="9003"/>
                </a:lnTo>
                <a:lnTo>
                  <a:pt x="15962" y="9101"/>
                </a:lnTo>
                <a:lnTo>
                  <a:pt x="15889" y="9368"/>
                </a:lnTo>
                <a:lnTo>
                  <a:pt x="15792" y="9612"/>
                </a:lnTo>
                <a:lnTo>
                  <a:pt x="15695" y="9466"/>
                </a:lnTo>
                <a:lnTo>
                  <a:pt x="15549" y="9320"/>
                </a:lnTo>
                <a:lnTo>
                  <a:pt x="15281" y="9101"/>
                </a:lnTo>
                <a:lnTo>
                  <a:pt x="15135" y="8955"/>
                </a:lnTo>
                <a:lnTo>
                  <a:pt x="14965" y="8809"/>
                </a:lnTo>
                <a:lnTo>
                  <a:pt x="14794" y="8711"/>
                </a:lnTo>
                <a:lnTo>
                  <a:pt x="14697" y="8663"/>
                </a:lnTo>
                <a:lnTo>
                  <a:pt x="14600" y="8663"/>
                </a:lnTo>
                <a:lnTo>
                  <a:pt x="14600" y="8760"/>
                </a:lnTo>
                <a:lnTo>
                  <a:pt x="14648" y="8833"/>
                </a:lnTo>
                <a:lnTo>
                  <a:pt x="14746" y="9003"/>
                </a:lnTo>
                <a:lnTo>
                  <a:pt x="14867" y="9149"/>
                </a:lnTo>
                <a:lnTo>
                  <a:pt x="14989" y="9271"/>
                </a:lnTo>
                <a:lnTo>
                  <a:pt x="15330" y="9587"/>
                </a:lnTo>
                <a:lnTo>
                  <a:pt x="15476" y="9758"/>
                </a:lnTo>
                <a:lnTo>
                  <a:pt x="15549" y="9831"/>
                </a:lnTo>
                <a:lnTo>
                  <a:pt x="15646" y="9879"/>
                </a:lnTo>
                <a:lnTo>
                  <a:pt x="15646" y="9904"/>
                </a:lnTo>
                <a:lnTo>
                  <a:pt x="15476" y="10196"/>
                </a:lnTo>
                <a:lnTo>
                  <a:pt x="15232" y="10463"/>
                </a:lnTo>
                <a:lnTo>
                  <a:pt x="15232" y="10293"/>
                </a:lnTo>
                <a:lnTo>
                  <a:pt x="15159" y="10147"/>
                </a:lnTo>
                <a:lnTo>
                  <a:pt x="15013" y="9855"/>
                </a:lnTo>
                <a:lnTo>
                  <a:pt x="14843" y="9636"/>
                </a:lnTo>
                <a:lnTo>
                  <a:pt x="14673" y="9466"/>
                </a:lnTo>
                <a:lnTo>
                  <a:pt x="14454" y="9295"/>
                </a:lnTo>
                <a:lnTo>
                  <a:pt x="14235" y="9149"/>
                </a:lnTo>
                <a:lnTo>
                  <a:pt x="14186" y="9149"/>
                </a:lnTo>
                <a:lnTo>
                  <a:pt x="14186" y="9174"/>
                </a:lnTo>
                <a:lnTo>
                  <a:pt x="14308" y="9393"/>
                </a:lnTo>
                <a:lnTo>
                  <a:pt x="14429" y="9563"/>
                </a:lnTo>
                <a:lnTo>
                  <a:pt x="14697" y="9952"/>
                </a:lnTo>
                <a:lnTo>
                  <a:pt x="14794" y="10147"/>
                </a:lnTo>
                <a:lnTo>
                  <a:pt x="14867" y="10366"/>
                </a:lnTo>
                <a:lnTo>
                  <a:pt x="14916" y="10536"/>
                </a:lnTo>
                <a:lnTo>
                  <a:pt x="14965" y="10609"/>
                </a:lnTo>
                <a:lnTo>
                  <a:pt x="15038" y="10658"/>
                </a:lnTo>
                <a:lnTo>
                  <a:pt x="14892" y="10780"/>
                </a:lnTo>
                <a:lnTo>
                  <a:pt x="14843" y="10658"/>
                </a:lnTo>
                <a:lnTo>
                  <a:pt x="14794" y="10561"/>
                </a:lnTo>
                <a:lnTo>
                  <a:pt x="14648" y="10366"/>
                </a:lnTo>
                <a:lnTo>
                  <a:pt x="14308" y="10001"/>
                </a:lnTo>
                <a:lnTo>
                  <a:pt x="14113" y="9831"/>
                </a:lnTo>
                <a:lnTo>
                  <a:pt x="13918" y="9685"/>
                </a:lnTo>
                <a:lnTo>
                  <a:pt x="13894" y="9685"/>
                </a:lnTo>
                <a:lnTo>
                  <a:pt x="13870" y="9733"/>
                </a:lnTo>
                <a:lnTo>
                  <a:pt x="13918" y="9904"/>
                </a:lnTo>
                <a:lnTo>
                  <a:pt x="14016" y="10050"/>
                </a:lnTo>
                <a:lnTo>
                  <a:pt x="14113" y="10196"/>
                </a:lnTo>
                <a:lnTo>
                  <a:pt x="14235" y="10342"/>
                </a:lnTo>
                <a:lnTo>
                  <a:pt x="14356" y="10488"/>
                </a:lnTo>
                <a:lnTo>
                  <a:pt x="14478" y="10634"/>
                </a:lnTo>
                <a:lnTo>
                  <a:pt x="14575" y="10804"/>
                </a:lnTo>
                <a:lnTo>
                  <a:pt x="14600" y="10974"/>
                </a:lnTo>
                <a:lnTo>
                  <a:pt x="14502" y="11047"/>
                </a:lnTo>
                <a:lnTo>
                  <a:pt x="14356" y="10853"/>
                </a:lnTo>
                <a:lnTo>
                  <a:pt x="14186" y="10658"/>
                </a:lnTo>
                <a:lnTo>
                  <a:pt x="13991" y="10512"/>
                </a:lnTo>
                <a:lnTo>
                  <a:pt x="13797" y="10390"/>
                </a:lnTo>
                <a:lnTo>
                  <a:pt x="13772" y="10366"/>
                </a:lnTo>
                <a:lnTo>
                  <a:pt x="13724" y="10366"/>
                </a:lnTo>
                <a:lnTo>
                  <a:pt x="13675" y="10415"/>
                </a:lnTo>
                <a:lnTo>
                  <a:pt x="13651" y="10463"/>
                </a:lnTo>
                <a:lnTo>
                  <a:pt x="13651" y="10512"/>
                </a:lnTo>
                <a:lnTo>
                  <a:pt x="13675" y="10536"/>
                </a:lnTo>
                <a:lnTo>
                  <a:pt x="13845" y="10682"/>
                </a:lnTo>
                <a:lnTo>
                  <a:pt x="13991" y="10853"/>
                </a:lnTo>
                <a:lnTo>
                  <a:pt x="14113" y="11023"/>
                </a:lnTo>
                <a:lnTo>
                  <a:pt x="14235" y="11218"/>
                </a:lnTo>
                <a:lnTo>
                  <a:pt x="14040" y="11339"/>
                </a:lnTo>
                <a:lnTo>
                  <a:pt x="13918" y="11218"/>
                </a:lnTo>
                <a:lnTo>
                  <a:pt x="13797" y="11120"/>
                </a:lnTo>
                <a:lnTo>
                  <a:pt x="13675" y="11023"/>
                </a:lnTo>
                <a:lnTo>
                  <a:pt x="13578" y="10974"/>
                </a:lnTo>
                <a:lnTo>
                  <a:pt x="13529" y="10950"/>
                </a:lnTo>
                <a:lnTo>
                  <a:pt x="13480" y="10950"/>
                </a:lnTo>
                <a:lnTo>
                  <a:pt x="13407" y="10999"/>
                </a:lnTo>
                <a:lnTo>
                  <a:pt x="13407" y="11047"/>
                </a:lnTo>
                <a:lnTo>
                  <a:pt x="13383" y="11072"/>
                </a:lnTo>
                <a:lnTo>
                  <a:pt x="13407" y="11120"/>
                </a:lnTo>
                <a:lnTo>
                  <a:pt x="13432" y="11145"/>
                </a:lnTo>
                <a:lnTo>
                  <a:pt x="13553" y="11315"/>
                </a:lnTo>
                <a:lnTo>
                  <a:pt x="13675" y="11485"/>
                </a:lnTo>
                <a:lnTo>
                  <a:pt x="13724" y="11583"/>
                </a:lnTo>
                <a:lnTo>
                  <a:pt x="13553" y="11704"/>
                </a:lnTo>
                <a:lnTo>
                  <a:pt x="13432" y="11558"/>
                </a:lnTo>
                <a:lnTo>
                  <a:pt x="13261" y="11461"/>
                </a:lnTo>
                <a:lnTo>
                  <a:pt x="13213" y="11461"/>
                </a:lnTo>
                <a:lnTo>
                  <a:pt x="13188" y="11485"/>
                </a:lnTo>
                <a:lnTo>
                  <a:pt x="13188" y="11534"/>
                </a:lnTo>
                <a:lnTo>
                  <a:pt x="13213" y="11558"/>
                </a:lnTo>
                <a:lnTo>
                  <a:pt x="13261" y="11631"/>
                </a:lnTo>
                <a:lnTo>
                  <a:pt x="13310" y="11704"/>
                </a:lnTo>
                <a:lnTo>
                  <a:pt x="13359" y="11874"/>
                </a:lnTo>
                <a:lnTo>
                  <a:pt x="13359" y="11899"/>
                </a:lnTo>
                <a:lnTo>
                  <a:pt x="13237" y="12020"/>
                </a:lnTo>
                <a:lnTo>
                  <a:pt x="13188" y="12118"/>
                </a:lnTo>
                <a:lnTo>
                  <a:pt x="13164" y="12215"/>
                </a:lnTo>
                <a:lnTo>
                  <a:pt x="13188" y="12288"/>
                </a:lnTo>
                <a:lnTo>
                  <a:pt x="13213" y="12385"/>
                </a:lnTo>
                <a:lnTo>
                  <a:pt x="13213" y="12775"/>
                </a:lnTo>
                <a:lnTo>
                  <a:pt x="13237" y="13164"/>
                </a:lnTo>
                <a:lnTo>
                  <a:pt x="13237" y="13553"/>
                </a:lnTo>
                <a:lnTo>
                  <a:pt x="13213" y="13748"/>
                </a:lnTo>
                <a:lnTo>
                  <a:pt x="13188" y="13943"/>
                </a:lnTo>
                <a:lnTo>
                  <a:pt x="13140" y="14064"/>
                </a:lnTo>
                <a:lnTo>
                  <a:pt x="13067" y="14162"/>
                </a:lnTo>
                <a:lnTo>
                  <a:pt x="12994" y="14210"/>
                </a:lnTo>
                <a:lnTo>
                  <a:pt x="12921" y="14235"/>
                </a:lnTo>
                <a:lnTo>
                  <a:pt x="12823" y="14210"/>
                </a:lnTo>
                <a:lnTo>
                  <a:pt x="12726" y="14186"/>
                </a:lnTo>
                <a:lnTo>
                  <a:pt x="12507" y="14040"/>
                </a:lnTo>
                <a:lnTo>
                  <a:pt x="12288" y="13821"/>
                </a:lnTo>
                <a:lnTo>
                  <a:pt x="12069" y="13578"/>
                </a:lnTo>
                <a:lnTo>
                  <a:pt x="11728" y="13164"/>
                </a:lnTo>
                <a:lnTo>
                  <a:pt x="11850" y="13042"/>
                </a:lnTo>
                <a:lnTo>
                  <a:pt x="11923" y="12969"/>
                </a:lnTo>
                <a:lnTo>
                  <a:pt x="11947" y="12896"/>
                </a:lnTo>
                <a:lnTo>
                  <a:pt x="11947" y="12823"/>
                </a:lnTo>
                <a:lnTo>
                  <a:pt x="11923" y="12750"/>
                </a:lnTo>
                <a:lnTo>
                  <a:pt x="11874" y="12677"/>
                </a:lnTo>
                <a:lnTo>
                  <a:pt x="11826" y="12629"/>
                </a:lnTo>
                <a:lnTo>
                  <a:pt x="11777" y="12604"/>
                </a:lnTo>
                <a:lnTo>
                  <a:pt x="11680" y="12580"/>
                </a:lnTo>
                <a:lnTo>
                  <a:pt x="11655" y="12385"/>
                </a:lnTo>
                <a:lnTo>
                  <a:pt x="11631" y="12361"/>
                </a:lnTo>
                <a:lnTo>
                  <a:pt x="11582" y="12361"/>
                </a:lnTo>
                <a:lnTo>
                  <a:pt x="11582" y="12385"/>
                </a:lnTo>
                <a:lnTo>
                  <a:pt x="11558" y="12580"/>
                </a:lnTo>
                <a:lnTo>
                  <a:pt x="11509" y="12580"/>
                </a:lnTo>
                <a:lnTo>
                  <a:pt x="11485" y="12604"/>
                </a:lnTo>
                <a:lnTo>
                  <a:pt x="11461" y="12604"/>
                </a:lnTo>
                <a:lnTo>
                  <a:pt x="11242" y="12702"/>
                </a:lnTo>
                <a:lnTo>
                  <a:pt x="11169" y="12361"/>
                </a:lnTo>
                <a:lnTo>
                  <a:pt x="11144" y="12191"/>
                </a:lnTo>
                <a:lnTo>
                  <a:pt x="11169" y="12020"/>
                </a:lnTo>
                <a:lnTo>
                  <a:pt x="11144" y="11972"/>
                </a:lnTo>
                <a:lnTo>
                  <a:pt x="11120" y="11947"/>
                </a:lnTo>
                <a:lnTo>
                  <a:pt x="11071" y="11947"/>
                </a:lnTo>
                <a:lnTo>
                  <a:pt x="11047" y="11972"/>
                </a:lnTo>
                <a:lnTo>
                  <a:pt x="11023" y="12118"/>
                </a:lnTo>
                <a:lnTo>
                  <a:pt x="10998" y="12312"/>
                </a:lnTo>
                <a:lnTo>
                  <a:pt x="10998" y="12556"/>
                </a:lnTo>
                <a:lnTo>
                  <a:pt x="10998" y="12799"/>
                </a:lnTo>
                <a:lnTo>
                  <a:pt x="10633" y="12896"/>
                </a:lnTo>
                <a:lnTo>
                  <a:pt x="10609" y="12604"/>
                </a:lnTo>
                <a:lnTo>
                  <a:pt x="10560" y="12361"/>
                </a:lnTo>
                <a:lnTo>
                  <a:pt x="10512" y="12118"/>
                </a:lnTo>
                <a:lnTo>
                  <a:pt x="10390" y="11607"/>
                </a:lnTo>
                <a:lnTo>
                  <a:pt x="10366" y="11583"/>
                </a:lnTo>
                <a:lnTo>
                  <a:pt x="10342" y="11558"/>
                </a:lnTo>
                <a:lnTo>
                  <a:pt x="10293" y="11583"/>
                </a:lnTo>
                <a:lnTo>
                  <a:pt x="10269" y="11607"/>
                </a:lnTo>
                <a:lnTo>
                  <a:pt x="10244" y="11826"/>
                </a:lnTo>
                <a:lnTo>
                  <a:pt x="10244" y="12045"/>
                </a:lnTo>
                <a:lnTo>
                  <a:pt x="10269" y="12507"/>
                </a:lnTo>
                <a:lnTo>
                  <a:pt x="10269" y="12726"/>
                </a:lnTo>
                <a:lnTo>
                  <a:pt x="10269" y="12945"/>
                </a:lnTo>
                <a:lnTo>
                  <a:pt x="9636" y="12994"/>
                </a:lnTo>
                <a:lnTo>
                  <a:pt x="9612" y="12726"/>
                </a:lnTo>
                <a:lnTo>
                  <a:pt x="9612" y="12507"/>
                </a:lnTo>
                <a:lnTo>
                  <a:pt x="9612" y="12337"/>
                </a:lnTo>
                <a:lnTo>
                  <a:pt x="9612" y="12142"/>
                </a:lnTo>
                <a:lnTo>
                  <a:pt x="9563" y="11972"/>
                </a:lnTo>
                <a:lnTo>
                  <a:pt x="9514" y="11899"/>
                </a:lnTo>
                <a:lnTo>
                  <a:pt x="9466" y="11826"/>
                </a:lnTo>
                <a:lnTo>
                  <a:pt x="9417" y="11826"/>
                </a:lnTo>
                <a:lnTo>
                  <a:pt x="9393" y="11850"/>
                </a:lnTo>
                <a:lnTo>
                  <a:pt x="9344" y="12020"/>
                </a:lnTo>
                <a:lnTo>
                  <a:pt x="9320" y="12215"/>
                </a:lnTo>
                <a:lnTo>
                  <a:pt x="9295" y="12604"/>
                </a:lnTo>
                <a:lnTo>
                  <a:pt x="9271" y="12799"/>
                </a:lnTo>
                <a:lnTo>
                  <a:pt x="9247" y="12994"/>
                </a:lnTo>
                <a:lnTo>
                  <a:pt x="9052" y="12994"/>
                </a:lnTo>
                <a:lnTo>
                  <a:pt x="9003" y="12604"/>
                </a:lnTo>
                <a:lnTo>
                  <a:pt x="8930" y="12191"/>
                </a:lnTo>
                <a:lnTo>
                  <a:pt x="8857" y="11753"/>
                </a:lnTo>
                <a:lnTo>
                  <a:pt x="8833" y="11704"/>
                </a:lnTo>
                <a:lnTo>
                  <a:pt x="8784" y="11680"/>
                </a:lnTo>
                <a:lnTo>
                  <a:pt x="8711" y="11704"/>
                </a:lnTo>
                <a:lnTo>
                  <a:pt x="8711" y="11777"/>
                </a:lnTo>
                <a:lnTo>
                  <a:pt x="8711" y="12191"/>
                </a:lnTo>
                <a:lnTo>
                  <a:pt x="8687" y="12604"/>
                </a:lnTo>
                <a:lnTo>
                  <a:pt x="8687" y="12994"/>
                </a:lnTo>
                <a:lnTo>
                  <a:pt x="8176" y="12994"/>
                </a:lnTo>
                <a:lnTo>
                  <a:pt x="8200" y="12653"/>
                </a:lnTo>
                <a:lnTo>
                  <a:pt x="8273" y="12215"/>
                </a:lnTo>
                <a:lnTo>
                  <a:pt x="8346" y="11777"/>
                </a:lnTo>
                <a:lnTo>
                  <a:pt x="8346" y="11704"/>
                </a:lnTo>
                <a:lnTo>
                  <a:pt x="8298" y="11655"/>
                </a:lnTo>
                <a:lnTo>
                  <a:pt x="8249" y="11655"/>
                </a:lnTo>
                <a:lnTo>
                  <a:pt x="8200" y="11704"/>
                </a:lnTo>
                <a:lnTo>
                  <a:pt x="8079" y="11899"/>
                </a:lnTo>
                <a:lnTo>
                  <a:pt x="8006" y="12118"/>
                </a:lnTo>
                <a:lnTo>
                  <a:pt x="7933" y="12337"/>
                </a:lnTo>
                <a:lnTo>
                  <a:pt x="7884" y="12556"/>
                </a:lnTo>
                <a:lnTo>
                  <a:pt x="7835" y="12750"/>
                </a:lnTo>
                <a:lnTo>
                  <a:pt x="7811" y="12969"/>
                </a:lnTo>
                <a:lnTo>
                  <a:pt x="7300" y="12945"/>
                </a:lnTo>
                <a:lnTo>
                  <a:pt x="7349" y="12653"/>
                </a:lnTo>
                <a:lnTo>
                  <a:pt x="7397" y="12385"/>
                </a:lnTo>
                <a:lnTo>
                  <a:pt x="7495" y="12045"/>
                </a:lnTo>
                <a:lnTo>
                  <a:pt x="7592" y="11680"/>
                </a:lnTo>
                <a:lnTo>
                  <a:pt x="7568" y="11655"/>
                </a:lnTo>
                <a:lnTo>
                  <a:pt x="7543" y="11631"/>
                </a:lnTo>
                <a:lnTo>
                  <a:pt x="7470" y="11680"/>
                </a:lnTo>
                <a:lnTo>
                  <a:pt x="7397" y="11728"/>
                </a:lnTo>
                <a:lnTo>
                  <a:pt x="7276" y="11850"/>
                </a:lnTo>
                <a:lnTo>
                  <a:pt x="7178" y="11996"/>
                </a:lnTo>
                <a:lnTo>
                  <a:pt x="7130" y="12166"/>
                </a:lnTo>
                <a:lnTo>
                  <a:pt x="7008" y="12507"/>
                </a:lnTo>
                <a:lnTo>
                  <a:pt x="6959" y="12702"/>
                </a:lnTo>
                <a:lnTo>
                  <a:pt x="6935" y="12872"/>
                </a:lnTo>
                <a:lnTo>
                  <a:pt x="6473" y="12702"/>
                </a:lnTo>
                <a:lnTo>
                  <a:pt x="6521" y="12556"/>
                </a:lnTo>
                <a:lnTo>
                  <a:pt x="6546" y="12483"/>
                </a:lnTo>
                <a:lnTo>
                  <a:pt x="6546" y="12410"/>
                </a:lnTo>
                <a:lnTo>
                  <a:pt x="6546" y="12337"/>
                </a:lnTo>
                <a:lnTo>
                  <a:pt x="6497" y="12288"/>
                </a:lnTo>
                <a:lnTo>
                  <a:pt x="6473" y="12288"/>
                </a:lnTo>
                <a:lnTo>
                  <a:pt x="6375" y="12385"/>
                </a:lnTo>
                <a:lnTo>
                  <a:pt x="6302" y="12483"/>
                </a:lnTo>
                <a:lnTo>
                  <a:pt x="6181" y="12629"/>
                </a:lnTo>
                <a:lnTo>
                  <a:pt x="5889" y="12629"/>
                </a:lnTo>
                <a:lnTo>
                  <a:pt x="5816" y="12653"/>
                </a:lnTo>
                <a:lnTo>
                  <a:pt x="5743" y="12750"/>
                </a:lnTo>
                <a:lnTo>
                  <a:pt x="5743" y="12799"/>
                </a:lnTo>
                <a:lnTo>
                  <a:pt x="5743" y="12872"/>
                </a:lnTo>
                <a:lnTo>
                  <a:pt x="5743" y="12921"/>
                </a:lnTo>
                <a:lnTo>
                  <a:pt x="5791" y="12969"/>
                </a:lnTo>
                <a:lnTo>
                  <a:pt x="5986" y="13115"/>
                </a:lnTo>
                <a:lnTo>
                  <a:pt x="6181" y="13237"/>
                </a:lnTo>
                <a:lnTo>
                  <a:pt x="5986" y="13505"/>
                </a:lnTo>
                <a:lnTo>
                  <a:pt x="5767" y="13748"/>
                </a:lnTo>
                <a:lnTo>
                  <a:pt x="5305" y="14210"/>
                </a:lnTo>
                <a:lnTo>
                  <a:pt x="5134" y="14381"/>
                </a:lnTo>
                <a:lnTo>
                  <a:pt x="4988" y="14527"/>
                </a:lnTo>
                <a:lnTo>
                  <a:pt x="4891" y="14551"/>
                </a:lnTo>
                <a:lnTo>
                  <a:pt x="4818" y="14551"/>
                </a:lnTo>
                <a:lnTo>
                  <a:pt x="4721" y="14527"/>
                </a:lnTo>
                <a:lnTo>
                  <a:pt x="4648" y="14454"/>
                </a:lnTo>
                <a:lnTo>
                  <a:pt x="4648" y="13383"/>
                </a:lnTo>
                <a:lnTo>
                  <a:pt x="4623" y="12872"/>
                </a:lnTo>
                <a:lnTo>
                  <a:pt x="4599" y="12337"/>
                </a:lnTo>
                <a:lnTo>
                  <a:pt x="4575" y="12239"/>
                </a:lnTo>
                <a:lnTo>
                  <a:pt x="4526" y="12191"/>
                </a:lnTo>
                <a:lnTo>
                  <a:pt x="4502" y="12166"/>
                </a:lnTo>
                <a:lnTo>
                  <a:pt x="4404" y="12118"/>
                </a:lnTo>
                <a:lnTo>
                  <a:pt x="4307" y="12020"/>
                </a:lnTo>
                <a:lnTo>
                  <a:pt x="4185" y="11947"/>
                </a:lnTo>
                <a:lnTo>
                  <a:pt x="3918" y="11801"/>
                </a:lnTo>
                <a:lnTo>
                  <a:pt x="3650" y="11680"/>
                </a:lnTo>
                <a:lnTo>
                  <a:pt x="3407" y="11510"/>
                </a:lnTo>
                <a:lnTo>
                  <a:pt x="3163" y="11339"/>
                </a:lnTo>
                <a:lnTo>
                  <a:pt x="2920" y="11145"/>
                </a:lnTo>
                <a:lnTo>
                  <a:pt x="2677" y="10926"/>
                </a:lnTo>
                <a:lnTo>
                  <a:pt x="2482" y="10658"/>
                </a:lnTo>
                <a:lnTo>
                  <a:pt x="2288" y="10390"/>
                </a:lnTo>
                <a:lnTo>
                  <a:pt x="2117" y="10098"/>
                </a:lnTo>
                <a:lnTo>
                  <a:pt x="1947" y="9758"/>
                </a:lnTo>
                <a:lnTo>
                  <a:pt x="1850" y="9587"/>
                </a:lnTo>
                <a:lnTo>
                  <a:pt x="1752" y="9441"/>
                </a:lnTo>
                <a:lnTo>
                  <a:pt x="1704" y="9028"/>
                </a:lnTo>
                <a:lnTo>
                  <a:pt x="1655" y="8614"/>
                </a:lnTo>
                <a:lnTo>
                  <a:pt x="1655" y="8517"/>
                </a:lnTo>
                <a:lnTo>
                  <a:pt x="1631" y="8371"/>
                </a:lnTo>
                <a:lnTo>
                  <a:pt x="1582" y="8249"/>
                </a:lnTo>
                <a:lnTo>
                  <a:pt x="1533" y="8225"/>
                </a:lnTo>
                <a:lnTo>
                  <a:pt x="1485" y="8225"/>
                </a:lnTo>
                <a:lnTo>
                  <a:pt x="1412" y="8249"/>
                </a:lnTo>
                <a:lnTo>
                  <a:pt x="1363" y="8322"/>
                </a:lnTo>
                <a:lnTo>
                  <a:pt x="1339" y="8371"/>
                </a:lnTo>
                <a:lnTo>
                  <a:pt x="1314" y="8444"/>
                </a:lnTo>
                <a:lnTo>
                  <a:pt x="1290" y="8614"/>
                </a:lnTo>
                <a:lnTo>
                  <a:pt x="1266" y="8760"/>
                </a:lnTo>
                <a:lnTo>
                  <a:pt x="1266" y="8906"/>
                </a:lnTo>
                <a:lnTo>
                  <a:pt x="1266" y="9076"/>
                </a:lnTo>
                <a:lnTo>
                  <a:pt x="1120" y="9101"/>
                </a:lnTo>
                <a:lnTo>
                  <a:pt x="998" y="9149"/>
                </a:lnTo>
                <a:lnTo>
                  <a:pt x="828" y="9003"/>
                </a:lnTo>
                <a:lnTo>
                  <a:pt x="755" y="8906"/>
                </a:lnTo>
                <a:lnTo>
                  <a:pt x="682" y="8809"/>
                </a:lnTo>
                <a:lnTo>
                  <a:pt x="584" y="8565"/>
                </a:lnTo>
                <a:lnTo>
                  <a:pt x="511" y="8322"/>
                </a:lnTo>
                <a:lnTo>
                  <a:pt x="463" y="8079"/>
                </a:lnTo>
                <a:lnTo>
                  <a:pt x="438" y="7811"/>
                </a:lnTo>
                <a:lnTo>
                  <a:pt x="438" y="7592"/>
                </a:lnTo>
                <a:lnTo>
                  <a:pt x="438" y="7373"/>
                </a:lnTo>
                <a:lnTo>
                  <a:pt x="487" y="7154"/>
                </a:lnTo>
                <a:lnTo>
                  <a:pt x="536" y="6911"/>
                </a:lnTo>
                <a:lnTo>
                  <a:pt x="609" y="6740"/>
                </a:lnTo>
                <a:lnTo>
                  <a:pt x="706" y="6570"/>
                </a:lnTo>
                <a:lnTo>
                  <a:pt x="925" y="6302"/>
                </a:lnTo>
                <a:lnTo>
                  <a:pt x="998" y="6302"/>
                </a:lnTo>
                <a:lnTo>
                  <a:pt x="1290" y="6327"/>
                </a:lnTo>
                <a:lnTo>
                  <a:pt x="1436" y="6302"/>
                </a:lnTo>
                <a:lnTo>
                  <a:pt x="1533" y="6327"/>
                </a:lnTo>
                <a:lnTo>
                  <a:pt x="1631" y="6327"/>
                </a:lnTo>
                <a:lnTo>
                  <a:pt x="1728" y="6254"/>
                </a:lnTo>
                <a:lnTo>
                  <a:pt x="1752" y="6205"/>
                </a:lnTo>
                <a:lnTo>
                  <a:pt x="1777" y="6156"/>
                </a:lnTo>
                <a:lnTo>
                  <a:pt x="1874" y="5840"/>
                </a:lnTo>
                <a:lnTo>
                  <a:pt x="1971" y="5548"/>
                </a:lnTo>
                <a:lnTo>
                  <a:pt x="2093" y="5280"/>
                </a:lnTo>
                <a:lnTo>
                  <a:pt x="2239" y="5013"/>
                </a:lnTo>
                <a:lnTo>
                  <a:pt x="2409" y="4769"/>
                </a:lnTo>
                <a:lnTo>
                  <a:pt x="2604" y="4526"/>
                </a:lnTo>
                <a:lnTo>
                  <a:pt x="3017" y="4039"/>
                </a:lnTo>
                <a:lnTo>
                  <a:pt x="3407" y="3601"/>
                </a:lnTo>
                <a:lnTo>
                  <a:pt x="3820" y="3164"/>
                </a:lnTo>
                <a:lnTo>
                  <a:pt x="4137" y="2872"/>
                </a:lnTo>
                <a:lnTo>
                  <a:pt x="4283" y="2726"/>
                </a:lnTo>
                <a:lnTo>
                  <a:pt x="4429" y="2555"/>
                </a:lnTo>
                <a:lnTo>
                  <a:pt x="4502" y="2555"/>
                </a:lnTo>
                <a:lnTo>
                  <a:pt x="4550" y="2507"/>
                </a:lnTo>
                <a:lnTo>
                  <a:pt x="4599" y="2361"/>
                </a:lnTo>
                <a:lnTo>
                  <a:pt x="4599" y="2215"/>
                </a:lnTo>
                <a:lnTo>
                  <a:pt x="4599" y="2069"/>
                </a:lnTo>
                <a:lnTo>
                  <a:pt x="4623" y="1923"/>
                </a:lnTo>
                <a:lnTo>
                  <a:pt x="4672" y="1631"/>
                </a:lnTo>
                <a:lnTo>
                  <a:pt x="4745" y="1339"/>
                </a:lnTo>
                <a:lnTo>
                  <a:pt x="4891" y="901"/>
                </a:lnTo>
                <a:lnTo>
                  <a:pt x="5061" y="487"/>
                </a:lnTo>
                <a:close/>
                <a:moveTo>
                  <a:pt x="4915" y="0"/>
                </a:moveTo>
                <a:lnTo>
                  <a:pt x="4842" y="25"/>
                </a:lnTo>
                <a:lnTo>
                  <a:pt x="4794" y="49"/>
                </a:lnTo>
                <a:lnTo>
                  <a:pt x="4696" y="146"/>
                </a:lnTo>
                <a:lnTo>
                  <a:pt x="4599" y="268"/>
                </a:lnTo>
                <a:lnTo>
                  <a:pt x="4526" y="414"/>
                </a:lnTo>
                <a:lnTo>
                  <a:pt x="4453" y="584"/>
                </a:lnTo>
                <a:lnTo>
                  <a:pt x="4356" y="925"/>
                </a:lnTo>
                <a:lnTo>
                  <a:pt x="4283" y="1217"/>
                </a:lnTo>
                <a:lnTo>
                  <a:pt x="4210" y="1436"/>
                </a:lnTo>
                <a:lnTo>
                  <a:pt x="4137" y="1728"/>
                </a:lnTo>
                <a:lnTo>
                  <a:pt x="4112" y="2020"/>
                </a:lnTo>
                <a:lnTo>
                  <a:pt x="4112" y="2166"/>
                </a:lnTo>
                <a:lnTo>
                  <a:pt x="4137" y="2288"/>
                </a:lnTo>
                <a:lnTo>
                  <a:pt x="3893" y="2385"/>
                </a:lnTo>
                <a:lnTo>
                  <a:pt x="3674" y="2531"/>
                </a:lnTo>
                <a:lnTo>
                  <a:pt x="3455" y="2726"/>
                </a:lnTo>
                <a:lnTo>
                  <a:pt x="3236" y="2945"/>
                </a:lnTo>
                <a:lnTo>
                  <a:pt x="2871" y="3383"/>
                </a:lnTo>
                <a:lnTo>
                  <a:pt x="2531" y="3772"/>
                </a:lnTo>
                <a:lnTo>
                  <a:pt x="2142" y="4210"/>
                </a:lnTo>
                <a:lnTo>
                  <a:pt x="1923" y="4453"/>
                </a:lnTo>
                <a:lnTo>
                  <a:pt x="1752" y="4721"/>
                </a:lnTo>
                <a:lnTo>
                  <a:pt x="1582" y="4988"/>
                </a:lnTo>
                <a:lnTo>
                  <a:pt x="1436" y="5280"/>
                </a:lnTo>
                <a:lnTo>
                  <a:pt x="1339" y="5572"/>
                </a:lnTo>
                <a:lnTo>
                  <a:pt x="1290" y="5864"/>
                </a:lnTo>
                <a:lnTo>
                  <a:pt x="925" y="5864"/>
                </a:lnTo>
                <a:lnTo>
                  <a:pt x="755" y="5889"/>
                </a:lnTo>
                <a:lnTo>
                  <a:pt x="633" y="5937"/>
                </a:lnTo>
                <a:lnTo>
                  <a:pt x="536" y="5986"/>
                </a:lnTo>
                <a:lnTo>
                  <a:pt x="438" y="6083"/>
                </a:lnTo>
                <a:lnTo>
                  <a:pt x="341" y="6181"/>
                </a:lnTo>
                <a:lnTo>
                  <a:pt x="268" y="6302"/>
                </a:lnTo>
                <a:lnTo>
                  <a:pt x="219" y="6424"/>
                </a:lnTo>
                <a:lnTo>
                  <a:pt x="122" y="6716"/>
                </a:lnTo>
                <a:lnTo>
                  <a:pt x="49" y="7032"/>
                </a:lnTo>
                <a:lnTo>
                  <a:pt x="25" y="7324"/>
                </a:lnTo>
                <a:lnTo>
                  <a:pt x="0" y="7592"/>
                </a:lnTo>
                <a:lnTo>
                  <a:pt x="0" y="7811"/>
                </a:lnTo>
                <a:lnTo>
                  <a:pt x="25" y="8054"/>
                </a:lnTo>
                <a:lnTo>
                  <a:pt x="49" y="8322"/>
                </a:lnTo>
                <a:lnTo>
                  <a:pt x="122" y="8638"/>
                </a:lnTo>
                <a:lnTo>
                  <a:pt x="219" y="8930"/>
                </a:lnTo>
                <a:lnTo>
                  <a:pt x="365" y="9198"/>
                </a:lnTo>
                <a:lnTo>
                  <a:pt x="438" y="9320"/>
                </a:lnTo>
                <a:lnTo>
                  <a:pt x="536" y="9417"/>
                </a:lnTo>
                <a:lnTo>
                  <a:pt x="633" y="9514"/>
                </a:lnTo>
                <a:lnTo>
                  <a:pt x="730" y="9563"/>
                </a:lnTo>
                <a:lnTo>
                  <a:pt x="852" y="9612"/>
                </a:lnTo>
                <a:lnTo>
                  <a:pt x="1047" y="9612"/>
                </a:lnTo>
                <a:lnTo>
                  <a:pt x="1095" y="9587"/>
                </a:lnTo>
                <a:lnTo>
                  <a:pt x="1314" y="9587"/>
                </a:lnTo>
                <a:lnTo>
                  <a:pt x="1339" y="9612"/>
                </a:lnTo>
                <a:lnTo>
                  <a:pt x="1387" y="9758"/>
                </a:lnTo>
                <a:lnTo>
                  <a:pt x="1436" y="9928"/>
                </a:lnTo>
                <a:lnTo>
                  <a:pt x="1582" y="10220"/>
                </a:lnTo>
                <a:lnTo>
                  <a:pt x="1752" y="10512"/>
                </a:lnTo>
                <a:lnTo>
                  <a:pt x="1923" y="10804"/>
                </a:lnTo>
                <a:lnTo>
                  <a:pt x="2117" y="11072"/>
                </a:lnTo>
                <a:lnTo>
                  <a:pt x="2312" y="11315"/>
                </a:lnTo>
                <a:lnTo>
                  <a:pt x="2531" y="11510"/>
                </a:lnTo>
                <a:lnTo>
                  <a:pt x="2750" y="11704"/>
                </a:lnTo>
                <a:lnTo>
                  <a:pt x="3236" y="12045"/>
                </a:lnTo>
                <a:lnTo>
                  <a:pt x="3455" y="12191"/>
                </a:lnTo>
                <a:lnTo>
                  <a:pt x="3674" y="12288"/>
                </a:lnTo>
                <a:lnTo>
                  <a:pt x="3918" y="12385"/>
                </a:lnTo>
                <a:lnTo>
                  <a:pt x="4137" y="12507"/>
                </a:lnTo>
                <a:lnTo>
                  <a:pt x="4161" y="12531"/>
                </a:lnTo>
                <a:lnTo>
                  <a:pt x="4112" y="13067"/>
                </a:lnTo>
                <a:lnTo>
                  <a:pt x="4112" y="13626"/>
                </a:lnTo>
                <a:lnTo>
                  <a:pt x="4112" y="14746"/>
                </a:lnTo>
                <a:lnTo>
                  <a:pt x="4137" y="14819"/>
                </a:lnTo>
                <a:lnTo>
                  <a:pt x="4161" y="14867"/>
                </a:lnTo>
                <a:lnTo>
                  <a:pt x="4185" y="14916"/>
                </a:lnTo>
                <a:lnTo>
                  <a:pt x="4234" y="14965"/>
                </a:lnTo>
                <a:lnTo>
                  <a:pt x="4331" y="14989"/>
                </a:lnTo>
                <a:lnTo>
                  <a:pt x="4453" y="14989"/>
                </a:lnTo>
                <a:lnTo>
                  <a:pt x="4550" y="15062"/>
                </a:lnTo>
                <a:lnTo>
                  <a:pt x="4648" y="15111"/>
                </a:lnTo>
                <a:lnTo>
                  <a:pt x="4769" y="15135"/>
                </a:lnTo>
                <a:lnTo>
                  <a:pt x="4891" y="15111"/>
                </a:lnTo>
                <a:lnTo>
                  <a:pt x="4988" y="15086"/>
                </a:lnTo>
                <a:lnTo>
                  <a:pt x="5110" y="15038"/>
                </a:lnTo>
                <a:lnTo>
                  <a:pt x="5305" y="14940"/>
                </a:lnTo>
                <a:lnTo>
                  <a:pt x="5548" y="14721"/>
                </a:lnTo>
                <a:lnTo>
                  <a:pt x="5791" y="14502"/>
                </a:lnTo>
                <a:lnTo>
                  <a:pt x="6229" y="14040"/>
                </a:lnTo>
                <a:lnTo>
                  <a:pt x="6497" y="13748"/>
                </a:lnTo>
                <a:lnTo>
                  <a:pt x="6619" y="13602"/>
                </a:lnTo>
                <a:lnTo>
                  <a:pt x="6716" y="13432"/>
                </a:lnTo>
                <a:lnTo>
                  <a:pt x="6984" y="13505"/>
                </a:lnTo>
                <a:lnTo>
                  <a:pt x="7227" y="13529"/>
                </a:lnTo>
                <a:lnTo>
                  <a:pt x="7762" y="13578"/>
                </a:lnTo>
                <a:lnTo>
                  <a:pt x="8273" y="13578"/>
                </a:lnTo>
                <a:lnTo>
                  <a:pt x="8760" y="13602"/>
                </a:lnTo>
                <a:lnTo>
                  <a:pt x="9198" y="13578"/>
                </a:lnTo>
                <a:lnTo>
                  <a:pt x="9660" y="13578"/>
                </a:lnTo>
                <a:lnTo>
                  <a:pt x="10098" y="13529"/>
                </a:lnTo>
                <a:lnTo>
                  <a:pt x="10560" y="13480"/>
                </a:lnTo>
                <a:lnTo>
                  <a:pt x="10925" y="13407"/>
                </a:lnTo>
                <a:lnTo>
                  <a:pt x="11315" y="13334"/>
                </a:lnTo>
                <a:lnTo>
                  <a:pt x="11363" y="13480"/>
                </a:lnTo>
                <a:lnTo>
                  <a:pt x="11436" y="13626"/>
                </a:lnTo>
                <a:lnTo>
                  <a:pt x="11607" y="13943"/>
                </a:lnTo>
                <a:lnTo>
                  <a:pt x="11850" y="14210"/>
                </a:lnTo>
                <a:lnTo>
                  <a:pt x="11972" y="14356"/>
                </a:lnTo>
                <a:lnTo>
                  <a:pt x="12118" y="14478"/>
                </a:lnTo>
                <a:lnTo>
                  <a:pt x="12264" y="14575"/>
                </a:lnTo>
                <a:lnTo>
                  <a:pt x="12410" y="14673"/>
                </a:lnTo>
                <a:lnTo>
                  <a:pt x="12580" y="14721"/>
                </a:lnTo>
                <a:lnTo>
                  <a:pt x="12726" y="14770"/>
                </a:lnTo>
                <a:lnTo>
                  <a:pt x="12896" y="14794"/>
                </a:lnTo>
                <a:lnTo>
                  <a:pt x="13042" y="14770"/>
                </a:lnTo>
                <a:lnTo>
                  <a:pt x="13213" y="14721"/>
                </a:lnTo>
                <a:lnTo>
                  <a:pt x="13359" y="14624"/>
                </a:lnTo>
                <a:lnTo>
                  <a:pt x="13480" y="14527"/>
                </a:lnTo>
                <a:lnTo>
                  <a:pt x="13578" y="14405"/>
                </a:lnTo>
                <a:lnTo>
                  <a:pt x="13651" y="14283"/>
                </a:lnTo>
                <a:lnTo>
                  <a:pt x="13724" y="14162"/>
                </a:lnTo>
                <a:lnTo>
                  <a:pt x="13748" y="14016"/>
                </a:lnTo>
                <a:lnTo>
                  <a:pt x="13772" y="13845"/>
                </a:lnTo>
                <a:lnTo>
                  <a:pt x="13797" y="13529"/>
                </a:lnTo>
                <a:lnTo>
                  <a:pt x="13772" y="13213"/>
                </a:lnTo>
                <a:lnTo>
                  <a:pt x="13748" y="12872"/>
                </a:lnTo>
                <a:lnTo>
                  <a:pt x="13748" y="12580"/>
                </a:lnTo>
                <a:lnTo>
                  <a:pt x="13748" y="12288"/>
                </a:lnTo>
                <a:lnTo>
                  <a:pt x="13943" y="12118"/>
                </a:lnTo>
                <a:lnTo>
                  <a:pt x="14137" y="11947"/>
                </a:lnTo>
                <a:lnTo>
                  <a:pt x="14551" y="11655"/>
                </a:lnTo>
                <a:lnTo>
                  <a:pt x="14989" y="11388"/>
                </a:lnTo>
                <a:lnTo>
                  <a:pt x="15403" y="11072"/>
                </a:lnTo>
                <a:lnTo>
                  <a:pt x="15622" y="10877"/>
                </a:lnTo>
                <a:lnTo>
                  <a:pt x="15816" y="10634"/>
                </a:lnTo>
                <a:lnTo>
                  <a:pt x="15987" y="10390"/>
                </a:lnTo>
                <a:lnTo>
                  <a:pt x="16133" y="10123"/>
                </a:lnTo>
                <a:lnTo>
                  <a:pt x="16254" y="9855"/>
                </a:lnTo>
                <a:lnTo>
                  <a:pt x="16376" y="9563"/>
                </a:lnTo>
                <a:lnTo>
                  <a:pt x="16449" y="9271"/>
                </a:lnTo>
                <a:lnTo>
                  <a:pt x="16522" y="8979"/>
                </a:lnTo>
                <a:lnTo>
                  <a:pt x="16595" y="8614"/>
                </a:lnTo>
                <a:lnTo>
                  <a:pt x="16619" y="8249"/>
                </a:lnTo>
                <a:lnTo>
                  <a:pt x="16765" y="8273"/>
                </a:lnTo>
                <a:lnTo>
                  <a:pt x="16911" y="8298"/>
                </a:lnTo>
                <a:lnTo>
                  <a:pt x="17057" y="8273"/>
                </a:lnTo>
                <a:lnTo>
                  <a:pt x="17203" y="8249"/>
                </a:lnTo>
                <a:lnTo>
                  <a:pt x="17228" y="8273"/>
                </a:lnTo>
                <a:lnTo>
                  <a:pt x="17325" y="8346"/>
                </a:lnTo>
                <a:lnTo>
                  <a:pt x="17422" y="8444"/>
                </a:lnTo>
                <a:lnTo>
                  <a:pt x="17641" y="8565"/>
                </a:lnTo>
                <a:lnTo>
                  <a:pt x="17885" y="8663"/>
                </a:lnTo>
                <a:lnTo>
                  <a:pt x="18128" y="8687"/>
                </a:lnTo>
                <a:lnTo>
                  <a:pt x="18395" y="8663"/>
                </a:lnTo>
                <a:lnTo>
                  <a:pt x="18639" y="8614"/>
                </a:lnTo>
                <a:lnTo>
                  <a:pt x="18858" y="8492"/>
                </a:lnTo>
                <a:lnTo>
                  <a:pt x="18979" y="8419"/>
                </a:lnTo>
                <a:lnTo>
                  <a:pt x="19077" y="8346"/>
                </a:lnTo>
                <a:lnTo>
                  <a:pt x="19125" y="8249"/>
                </a:lnTo>
                <a:lnTo>
                  <a:pt x="19125" y="8176"/>
                </a:lnTo>
                <a:lnTo>
                  <a:pt x="19101" y="8079"/>
                </a:lnTo>
                <a:lnTo>
                  <a:pt x="19052" y="8006"/>
                </a:lnTo>
                <a:lnTo>
                  <a:pt x="18979" y="7957"/>
                </a:lnTo>
                <a:lnTo>
                  <a:pt x="18833" y="7957"/>
                </a:lnTo>
                <a:lnTo>
                  <a:pt x="18736" y="8006"/>
                </a:lnTo>
                <a:lnTo>
                  <a:pt x="18639" y="8103"/>
                </a:lnTo>
                <a:lnTo>
                  <a:pt x="18517" y="8176"/>
                </a:lnTo>
                <a:lnTo>
                  <a:pt x="18371" y="8200"/>
                </a:lnTo>
                <a:lnTo>
                  <a:pt x="18225" y="8225"/>
                </a:lnTo>
                <a:lnTo>
                  <a:pt x="18079" y="8200"/>
                </a:lnTo>
                <a:lnTo>
                  <a:pt x="17933" y="8176"/>
                </a:lnTo>
                <a:lnTo>
                  <a:pt x="17787" y="8127"/>
                </a:lnTo>
                <a:lnTo>
                  <a:pt x="17666" y="8054"/>
                </a:lnTo>
                <a:lnTo>
                  <a:pt x="17885" y="7933"/>
                </a:lnTo>
                <a:lnTo>
                  <a:pt x="18031" y="7835"/>
                </a:lnTo>
                <a:lnTo>
                  <a:pt x="18104" y="7738"/>
                </a:lnTo>
                <a:lnTo>
                  <a:pt x="18152" y="7641"/>
                </a:lnTo>
                <a:lnTo>
                  <a:pt x="18201" y="7543"/>
                </a:lnTo>
                <a:lnTo>
                  <a:pt x="18225" y="7446"/>
                </a:lnTo>
                <a:lnTo>
                  <a:pt x="18250" y="7349"/>
                </a:lnTo>
                <a:lnTo>
                  <a:pt x="18225" y="7251"/>
                </a:lnTo>
                <a:lnTo>
                  <a:pt x="18201" y="7154"/>
                </a:lnTo>
                <a:lnTo>
                  <a:pt x="18177" y="7057"/>
                </a:lnTo>
                <a:lnTo>
                  <a:pt x="18128" y="6984"/>
                </a:lnTo>
                <a:lnTo>
                  <a:pt x="18055" y="6911"/>
                </a:lnTo>
                <a:lnTo>
                  <a:pt x="18006" y="6862"/>
                </a:lnTo>
                <a:lnTo>
                  <a:pt x="17909" y="6813"/>
                </a:lnTo>
                <a:lnTo>
                  <a:pt x="17812" y="6789"/>
                </a:lnTo>
                <a:lnTo>
                  <a:pt x="17714" y="6789"/>
                </a:lnTo>
                <a:lnTo>
                  <a:pt x="17593" y="6813"/>
                </a:lnTo>
                <a:lnTo>
                  <a:pt x="17495" y="6838"/>
                </a:lnTo>
                <a:lnTo>
                  <a:pt x="17349" y="6911"/>
                </a:lnTo>
                <a:lnTo>
                  <a:pt x="17228" y="7008"/>
                </a:lnTo>
                <a:lnTo>
                  <a:pt x="17130" y="7105"/>
                </a:lnTo>
                <a:lnTo>
                  <a:pt x="17082" y="7227"/>
                </a:lnTo>
                <a:lnTo>
                  <a:pt x="17033" y="7373"/>
                </a:lnTo>
                <a:lnTo>
                  <a:pt x="17009" y="7519"/>
                </a:lnTo>
                <a:lnTo>
                  <a:pt x="17009" y="7665"/>
                </a:lnTo>
                <a:lnTo>
                  <a:pt x="17033" y="7811"/>
                </a:lnTo>
                <a:lnTo>
                  <a:pt x="16644" y="7835"/>
                </a:lnTo>
                <a:lnTo>
                  <a:pt x="16644" y="7397"/>
                </a:lnTo>
                <a:lnTo>
                  <a:pt x="16619" y="6935"/>
                </a:lnTo>
                <a:lnTo>
                  <a:pt x="16546" y="6497"/>
                </a:lnTo>
                <a:lnTo>
                  <a:pt x="16449" y="6059"/>
                </a:lnTo>
                <a:lnTo>
                  <a:pt x="16327" y="5621"/>
                </a:lnTo>
                <a:lnTo>
                  <a:pt x="16157" y="5207"/>
                </a:lnTo>
                <a:lnTo>
                  <a:pt x="15987" y="4794"/>
                </a:lnTo>
                <a:lnTo>
                  <a:pt x="15768" y="4404"/>
                </a:lnTo>
                <a:lnTo>
                  <a:pt x="15597" y="4161"/>
                </a:lnTo>
                <a:lnTo>
                  <a:pt x="15427" y="3918"/>
                </a:lnTo>
                <a:lnTo>
                  <a:pt x="15232" y="3699"/>
                </a:lnTo>
                <a:lnTo>
                  <a:pt x="15038" y="3480"/>
                </a:lnTo>
                <a:lnTo>
                  <a:pt x="14843" y="3285"/>
                </a:lnTo>
                <a:lnTo>
                  <a:pt x="14624" y="3091"/>
                </a:lnTo>
                <a:lnTo>
                  <a:pt x="14162" y="2750"/>
                </a:lnTo>
                <a:lnTo>
                  <a:pt x="13675" y="2434"/>
                </a:lnTo>
                <a:lnTo>
                  <a:pt x="13164" y="2166"/>
                </a:lnTo>
                <a:lnTo>
                  <a:pt x="12629" y="1923"/>
                </a:lnTo>
                <a:lnTo>
                  <a:pt x="12093" y="1704"/>
                </a:lnTo>
                <a:lnTo>
                  <a:pt x="11461" y="1460"/>
                </a:lnTo>
                <a:lnTo>
                  <a:pt x="10804" y="1266"/>
                </a:lnTo>
                <a:lnTo>
                  <a:pt x="10147" y="1120"/>
                </a:lnTo>
                <a:lnTo>
                  <a:pt x="9466" y="1022"/>
                </a:lnTo>
                <a:lnTo>
                  <a:pt x="8882" y="974"/>
                </a:lnTo>
                <a:lnTo>
                  <a:pt x="8249" y="974"/>
                </a:lnTo>
                <a:lnTo>
                  <a:pt x="7933" y="998"/>
                </a:lnTo>
                <a:lnTo>
                  <a:pt x="7641" y="1047"/>
                </a:lnTo>
                <a:lnTo>
                  <a:pt x="7349" y="1120"/>
                </a:lnTo>
                <a:lnTo>
                  <a:pt x="7057" y="1217"/>
                </a:lnTo>
                <a:lnTo>
                  <a:pt x="6570" y="755"/>
                </a:lnTo>
                <a:lnTo>
                  <a:pt x="6327" y="536"/>
                </a:lnTo>
                <a:lnTo>
                  <a:pt x="6059" y="317"/>
                </a:lnTo>
                <a:lnTo>
                  <a:pt x="5816" y="195"/>
                </a:lnTo>
                <a:lnTo>
                  <a:pt x="5548" y="98"/>
                </a:lnTo>
                <a:lnTo>
                  <a:pt x="5280" y="25"/>
                </a:lnTo>
                <a:lnTo>
                  <a:pt x="5013" y="25"/>
                </a:lnTo>
                <a:lnTo>
                  <a:pt x="4964" y="0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0"/>
          <p:cNvSpPr/>
          <p:nvPr/>
        </p:nvSpPr>
        <p:spPr>
          <a:xfrm>
            <a:off x="3650300" y="1113101"/>
            <a:ext cx="163663" cy="241144"/>
          </a:xfrm>
          <a:custGeom>
            <a:rect b="b" l="l" r="r" t="t"/>
            <a:pathLst>
              <a:path extrusionOk="0" h="8923" w="6056">
                <a:moveTo>
                  <a:pt x="1177" y="450"/>
                </a:moveTo>
                <a:lnTo>
                  <a:pt x="1220" y="471"/>
                </a:lnTo>
                <a:lnTo>
                  <a:pt x="1241" y="514"/>
                </a:lnTo>
                <a:lnTo>
                  <a:pt x="1263" y="621"/>
                </a:lnTo>
                <a:lnTo>
                  <a:pt x="1263" y="899"/>
                </a:lnTo>
                <a:lnTo>
                  <a:pt x="1241" y="1049"/>
                </a:lnTo>
                <a:lnTo>
                  <a:pt x="1220" y="1177"/>
                </a:lnTo>
                <a:lnTo>
                  <a:pt x="1177" y="1263"/>
                </a:lnTo>
                <a:lnTo>
                  <a:pt x="1156" y="1284"/>
                </a:lnTo>
                <a:lnTo>
                  <a:pt x="1113" y="1284"/>
                </a:lnTo>
                <a:lnTo>
                  <a:pt x="1092" y="1242"/>
                </a:lnTo>
                <a:lnTo>
                  <a:pt x="1070" y="1135"/>
                </a:lnTo>
                <a:lnTo>
                  <a:pt x="1049" y="985"/>
                </a:lnTo>
                <a:lnTo>
                  <a:pt x="1049" y="814"/>
                </a:lnTo>
                <a:lnTo>
                  <a:pt x="1070" y="664"/>
                </a:lnTo>
                <a:lnTo>
                  <a:pt x="1092" y="536"/>
                </a:lnTo>
                <a:lnTo>
                  <a:pt x="1113" y="493"/>
                </a:lnTo>
                <a:lnTo>
                  <a:pt x="1156" y="450"/>
                </a:lnTo>
                <a:close/>
                <a:moveTo>
                  <a:pt x="2033" y="471"/>
                </a:moveTo>
                <a:lnTo>
                  <a:pt x="2054" y="493"/>
                </a:lnTo>
                <a:lnTo>
                  <a:pt x="2076" y="578"/>
                </a:lnTo>
                <a:lnTo>
                  <a:pt x="2076" y="685"/>
                </a:lnTo>
                <a:lnTo>
                  <a:pt x="2097" y="985"/>
                </a:lnTo>
                <a:lnTo>
                  <a:pt x="2097" y="1156"/>
                </a:lnTo>
                <a:lnTo>
                  <a:pt x="2097" y="1220"/>
                </a:lnTo>
                <a:lnTo>
                  <a:pt x="2076" y="1263"/>
                </a:lnTo>
                <a:lnTo>
                  <a:pt x="2054" y="1306"/>
                </a:lnTo>
                <a:lnTo>
                  <a:pt x="2012" y="1306"/>
                </a:lnTo>
                <a:lnTo>
                  <a:pt x="1990" y="1284"/>
                </a:lnTo>
                <a:lnTo>
                  <a:pt x="1969" y="1263"/>
                </a:lnTo>
                <a:lnTo>
                  <a:pt x="1926" y="1156"/>
                </a:lnTo>
                <a:lnTo>
                  <a:pt x="1905" y="1006"/>
                </a:lnTo>
                <a:lnTo>
                  <a:pt x="1883" y="707"/>
                </a:lnTo>
                <a:lnTo>
                  <a:pt x="1883" y="578"/>
                </a:lnTo>
                <a:lnTo>
                  <a:pt x="1905" y="514"/>
                </a:lnTo>
                <a:lnTo>
                  <a:pt x="1947" y="471"/>
                </a:lnTo>
                <a:close/>
                <a:moveTo>
                  <a:pt x="1584" y="471"/>
                </a:moveTo>
                <a:lnTo>
                  <a:pt x="1648" y="493"/>
                </a:lnTo>
                <a:lnTo>
                  <a:pt x="1712" y="557"/>
                </a:lnTo>
                <a:lnTo>
                  <a:pt x="1712" y="643"/>
                </a:lnTo>
                <a:lnTo>
                  <a:pt x="1712" y="792"/>
                </a:lnTo>
                <a:lnTo>
                  <a:pt x="1669" y="1028"/>
                </a:lnTo>
                <a:lnTo>
                  <a:pt x="1669" y="1135"/>
                </a:lnTo>
                <a:lnTo>
                  <a:pt x="1669" y="1242"/>
                </a:lnTo>
                <a:lnTo>
                  <a:pt x="1648" y="1284"/>
                </a:lnTo>
                <a:lnTo>
                  <a:pt x="1605" y="1327"/>
                </a:lnTo>
                <a:lnTo>
                  <a:pt x="1562" y="1327"/>
                </a:lnTo>
                <a:lnTo>
                  <a:pt x="1498" y="1306"/>
                </a:lnTo>
                <a:lnTo>
                  <a:pt x="1455" y="1263"/>
                </a:lnTo>
                <a:lnTo>
                  <a:pt x="1434" y="1177"/>
                </a:lnTo>
                <a:lnTo>
                  <a:pt x="1434" y="942"/>
                </a:lnTo>
                <a:lnTo>
                  <a:pt x="1455" y="536"/>
                </a:lnTo>
                <a:lnTo>
                  <a:pt x="1477" y="493"/>
                </a:lnTo>
                <a:lnTo>
                  <a:pt x="1498" y="471"/>
                </a:lnTo>
                <a:close/>
                <a:moveTo>
                  <a:pt x="3895" y="450"/>
                </a:moveTo>
                <a:lnTo>
                  <a:pt x="3959" y="471"/>
                </a:lnTo>
                <a:lnTo>
                  <a:pt x="4001" y="493"/>
                </a:lnTo>
                <a:lnTo>
                  <a:pt x="4001" y="536"/>
                </a:lnTo>
                <a:lnTo>
                  <a:pt x="4023" y="643"/>
                </a:lnTo>
                <a:lnTo>
                  <a:pt x="4001" y="792"/>
                </a:lnTo>
                <a:lnTo>
                  <a:pt x="4023" y="985"/>
                </a:lnTo>
                <a:lnTo>
                  <a:pt x="4044" y="1092"/>
                </a:lnTo>
                <a:lnTo>
                  <a:pt x="4044" y="1199"/>
                </a:lnTo>
                <a:lnTo>
                  <a:pt x="4044" y="1263"/>
                </a:lnTo>
                <a:lnTo>
                  <a:pt x="4044" y="1327"/>
                </a:lnTo>
                <a:lnTo>
                  <a:pt x="4044" y="1349"/>
                </a:lnTo>
                <a:lnTo>
                  <a:pt x="3959" y="1370"/>
                </a:lnTo>
                <a:lnTo>
                  <a:pt x="3895" y="1391"/>
                </a:lnTo>
                <a:lnTo>
                  <a:pt x="3830" y="1370"/>
                </a:lnTo>
                <a:lnTo>
                  <a:pt x="3788" y="1327"/>
                </a:lnTo>
                <a:lnTo>
                  <a:pt x="3745" y="1284"/>
                </a:lnTo>
                <a:lnTo>
                  <a:pt x="3723" y="1135"/>
                </a:lnTo>
                <a:lnTo>
                  <a:pt x="3702" y="964"/>
                </a:lnTo>
                <a:lnTo>
                  <a:pt x="3723" y="792"/>
                </a:lnTo>
                <a:lnTo>
                  <a:pt x="3745" y="621"/>
                </a:lnTo>
                <a:lnTo>
                  <a:pt x="3788" y="514"/>
                </a:lnTo>
                <a:lnTo>
                  <a:pt x="3809" y="471"/>
                </a:lnTo>
                <a:lnTo>
                  <a:pt x="3895" y="450"/>
                </a:lnTo>
                <a:close/>
                <a:moveTo>
                  <a:pt x="4451" y="364"/>
                </a:moveTo>
                <a:lnTo>
                  <a:pt x="4536" y="386"/>
                </a:lnTo>
                <a:lnTo>
                  <a:pt x="4579" y="386"/>
                </a:lnTo>
                <a:lnTo>
                  <a:pt x="4601" y="407"/>
                </a:lnTo>
                <a:lnTo>
                  <a:pt x="4622" y="429"/>
                </a:lnTo>
                <a:lnTo>
                  <a:pt x="4622" y="493"/>
                </a:lnTo>
                <a:lnTo>
                  <a:pt x="4579" y="471"/>
                </a:lnTo>
                <a:lnTo>
                  <a:pt x="4536" y="493"/>
                </a:lnTo>
                <a:lnTo>
                  <a:pt x="4515" y="621"/>
                </a:lnTo>
                <a:lnTo>
                  <a:pt x="4515" y="728"/>
                </a:lnTo>
                <a:lnTo>
                  <a:pt x="4515" y="857"/>
                </a:lnTo>
                <a:lnTo>
                  <a:pt x="4558" y="1006"/>
                </a:lnTo>
                <a:lnTo>
                  <a:pt x="4601" y="1156"/>
                </a:lnTo>
                <a:lnTo>
                  <a:pt x="4601" y="1220"/>
                </a:lnTo>
                <a:lnTo>
                  <a:pt x="4579" y="1284"/>
                </a:lnTo>
                <a:lnTo>
                  <a:pt x="4536" y="1327"/>
                </a:lnTo>
                <a:lnTo>
                  <a:pt x="4494" y="1370"/>
                </a:lnTo>
                <a:lnTo>
                  <a:pt x="4408" y="1391"/>
                </a:lnTo>
                <a:lnTo>
                  <a:pt x="4365" y="1391"/>
                </a:lnTo>
                <a:lnTo>
                  <a:pt x="4344" y="1370"/>
                </a:lnTo>
                <a:lnTo>
                  <a:pt x="4301" y="1306"/>
                </a:lnTo>
                <a:lnTo>
                  <a:pt x="4301" y="1242"/>
                </a:lnTo>
                <a:lnTo>
                  <a:pt x="4322" y="1092"/>
                </a:lnTo>
                <a:lnTo>
                  <a:pt x="4280" y="921"/>
                </a:lnTo>
                <a:lnTo>
                  <a:pt x="4237" y="685"/>
                </a:lnTo>
                <a:lnTo>
                  <a:pt x="4237" y="578"/>
                </a:lnTo>
                <a:lnTo>
                  <a:pt x="4237" y="493"/>
                </a:lnTo>
                <a:lnTo>
                  <a:pt x="4280" y="407"/>
                </a:lnTo>
                <a:lnTo>
                  <a:pt x="4301" y="386"/>
                </a:lnTo>
                <a:lnTo>
                  <a:pt x="4344" y="386"/>
                </a:lnTo>
                <a:lnTo>
                  <a:pt x="4451" y="364"/>
                </a:lnTo>
                <a:close/>
                <a:moveTo>
                  <a:pt x="2910" y="450"/>
                </a:moveTo>
                <a:lnTo>
                  <a:pt x="2974" y="471"/>
                </a:lnTo>
                <a:lnTo>
                  <a:pt x="3039" y="514"/>
                </a:lnTo>
                <a:lnTo>
                  <a:pt x="3039" y="557"/>
                </a:lnTo>
                <a:lnTo>
                  <a:pt x="3060" y="621"/>
                </a:lnTo>
                <a:lnTo>
                  <a:pt x="3060" y="750"/>
                </a:lnTo>
                <a:lnTo>
                  <a:pt x="3039" y="899"/>
                </a:lnTo>
                <a:lnTo>
                  <a:pt x="3039" y="1006"/>
                </a:lnTo>
                <a:lnTo>
                  <a:pt x="3103" y="1156"/>
                </a:lnTo>
                <a:lnTo>
                  <a:pt x="3146" y="1284"/>
                </a:lnTo>
                <a:lnTo>
                  <a:pt x="3146" y="1349"/>
                </a:lnTo>
                <a:lnTo>
                  <a:pt x="3124" y="1370"/>
                </a:lnTo>
                <a:lnTo>
                  <a:pt x="3060" y="1413"/>
                </a:lnTo>
                <a:lnTo>
                  <a:pt x="2632" y="1413"/>
                </a:lnTo>
                <a:lnTo>
                  <a:pt x="2440" y="1370"/>
                </a:lnTo>
                <a:lnTo>
                  <a:pt x="2375" y="1349"/>
                </a:lnTo>
                <a:lnTo>
                  <a:pt x="2333" y="1306"/>
                </a:lnTo>
                <a:lnTo>
                  <a:pt x="2311" y="1263"/>
                </a:lnTo>
                <a:lnTo>
                  <a:pt x="2290" y="1156"/>
                </a:lnTo>
                <a:lnTo>
                  <a:pt x="2268" y="899"/>
                </a:lnTo>
                <a:lnTo>
                  <a:pt x="2268" y="664"/>
                </a:lnTo>
                <a:lnTo>
                  <a:pt x="2290" y="578"/>
                </a:lnTo>
                <a:lnTo>
                  <a:pt x="2290" y="536"/>
                </a:lnTo>
                <a:lnTo>
                  <a:pt x="2354" y="493"/>
                </a:lnTo>
                <a:lnTo>
                  <a:pt x="2397" y="471"/>
                </a:lnTo>
                <a:lnTo>
                  <a:pt x="2440" y="493"/>
                </a:lnTo>
                <a:lnTo>
                  <a:pt x="2461" y="536"/>
                </a:lnTo>
                <a:lnTo>
                  <a:pt x="2482" y="643"/>
                </a:lnTo>
                <a:lnTo>
                  <a:pt x="2482" y="814"/>
                </a:lnTo>
                <a:lnTo>
                  <a:pt x="2504" y="985"/>
                </a:lnTo>
                <a:lnTo>
                  <a:pt x="2525" y="1156"/>
                </a:lnTo>
                <a:lnTo>
                  <a:pt x="2547" y="1220"/>
                </a:lnTo>
                <a:lnTo>
                  <a:pt x="2568" y="1263"/>
                </a:lnTo>
                <a:lnTo>
                  <a:pt x="2611" y="1306"/>
                </a:lnTo>
                <a:lnTo>
                  <a:pt x="2675" y="1306"/>
                </a:lnTo>
                <a:lnTo>
                  <a:pt x="2739" y="1284"/>
                </a:lnTo>
                <a:lnTo>
                  <a:pt x="2782" y="1220"/>
                </a:lnTo>
                <a:lnTo>
                  <a:pt x="2803" y="1135"/>
                </a:lnTo>
                <a:lnTo>
                  <a:pt x="2803" y="1049"/>
                </a:lnTo>
                <a:lnTo>
                  <a:pt x="2782" y="857"/>
                </a:lnTo>
                <a:lnTo>
                  <a:pt x="2761" y="728"/>
                </a:lnTo>
                <a:lnTo>
                  <a:pt x="2739" y="600"/>
                </a:lnTo>
                <a:lnTo>
                  <a:pt x="2739" y="536"/>
                </a:lnTo>
                <a:lnTo>
                  <a:pt x="2782" y="471"/>
                </a:lnTo>
                <a:lnTo>
                  <a:pt x="2846" y="450"/>
                </a:lnTo>
                <a:close/>
                <a:moveTo>
                  <a:pt x="3402" y="450"/>
                </a:moveTo>
                <a:lnTo>
                  <a:pt x="3467" y="471"/>
                </a:lnTo>
                <a:lnTo>
                  <a:pt x="3509" y="514"/>
                </a:lnTo>
                <a:lnTo>
                  <a:pt x="3531" y="578"/>
                </a:lnTo>
                <a:lnTo>
                  <a:pt x="3531" y="643"/>
                </a:lnTo>
                <a:lnTo>
                  <a:pt x="3509" y="814"/>
                </a:lnTo>
                <a:lnTo>
                  <a:pt x="3488" y="942"/>
                </a:lnTo>
                <a:lnTo>
                  <a:pt x="3488" y="1070"/>
                </a:lnTo>
                <a:lnTo>
                  <a:pt x="3488" y="1242"/>
                </a:lnTo>
                <a:lnTo>
                  <a:pt x="3467" y="1349"/>
                </a:lnTo>
                <a:lnTo>
                  <a:pt x="3445" y="1413"/>
                </a:lnTo>
                <a:lnTo>
                  <a:pt x="3424" y="1434"/>
                </a:lnTo>
                <a:lnTo>
                  <a:pt x="3360" y="1413"/>
                </a:lnTo>
                <a:lnTo>
                  <a:pt x="3338" y="1391"/>
                </a:lnTo>
                <a:lnTo>
                  <a:pt x="3317" y="1327"/>
                </a:lnTo>
                <a:lnTo>
                  <a:pt x="3295" y="1177"/>
                </a:lnTo>
                <a:lnTo>
                  <a:pt x="3295" y="878"/>
                </a:lnTo>
                <a:lnTo>
                  <a:pt x="3274" y="750"/>
                </a:lnTo>
                <a:lnTo>
                  <a:pt x="3253" y="600"/>
                </a:lnTo>
                <a:lnTo>
                  <a:pt x="3253" y="557"/>
                </a:lnTo>
                <a:lnTo>
                  <a:pt x="3274" y="493"/>
                </a:lnTo>
                <a:lnTo>
                  <a:pt x="3338" y="471"/>
                </a:lnTo>
                <a:lnTo>
                  <a:pt x="3402" y="450"/>
                </a:lnTo>
                <a:close/>
                <a:moveTo>
                  <a:pt x="3937" y="1798"/>
                </a:moveTo>
                <a:lnTo>
                  <a:pt x="4023" y="1819"/>
                </a:lnTo>
                <a:lnTo>
                  <a:pt x="4108" y="1841"/>
                </a:lnTo>
                <a:lnTo>
                  <a:pt x="4151" y="1884"/>
                </a:lnTo>
                <a:lnTo>
                  <a:pt x="4194" y="1948"/>
                </a:lnTo>
                <a:lnTo>
                  <a:pt x="4258" y="2076"/>
                </a:lnTo>
                <a:lnTo>
                  <a:pt x="4344" y="2140"/>
                </a:lnTo>
                <a:lnTo>
                  <a:pt x="4429" y="2204"/>
                </a:lnTo>
                <a:lnTo>
                  <a:pt x="4622" y="2311"/>
                </a:lnTo>
                <a:lnTo>
                  <a:pt x="4900" y="2525"/>
                </a:lnTo>
                <a:lnTo>
                  <a:pt x="5071" y="2697"/>
                </a:lnTo>
                <a:lnTo>
                  <a:pt x="5242" y="2868"/>
                </a:lnTo>
                <a:lnTo>
                  <a:pt x="5371" y="3039"/>
                </a:lnTo>
                <a:lnTo>
                  <a:pt x="5414" y="3124"/>
                </a:lnTo>
                <a:lnTo>
                  <a:pt x="5435" y="3189"/>
                </a:lnTo>
                <a:lnTo>
                  <a:pt x="5435" y="3253"/>
                </a:lnTo>
                <a:lnTo>
                  <a:pt x="5392" y="3296"/>
                </a:lnTo>
                <a:lnTo>
                  <a:pt x="5328" y="3338"/>
                </a:lnTo>
                <a:lnTo>
                  <a:pt x="5221" y="3381"/>
                </a:lnTo>
                <a:lnTo>
                  <a:pt x="4922" y="3403"/>
                </a:lnTo>
                <a:lnTo>
                  <a:pt x="4622" y="3424"/>
                </a:lnTo>
                <a:lnTo>
                  <a:pt x="4001" y="3424"/>
                </a:lnTo>
                <a:lnTo>
                  <a:pt x="2782" y="3403"/>
                </a:lnTo>
                <a:lnTo>
                  <a:pt x="1969" y="3403"/>
                </a:lnTo>
                <a:lnTo>
                  <a:pt x="1498" y="3381"/>
                </a:lnTo>
                <a:lnTo>
                  <a:pt x="835" y="3381"/>
                </a:lnTo>
                <a:lnTo>
                  <a:pt x="771" y="3360"/>
                </a:lnTo>
                <a:lnTo>
                  <a:pt x="771" y="3338"/>
                </a:lnTo>
                <a:lnTo>
                  <a:pt x="771" y="3317"/>
                </a:lnTo>
                <a:lnTo>
                  <a:pt x="899" y="3124"/>
                </a:lnTo>
                <a:lnTo>
                  <a:pt x="1027" y="2953"/>
                </a:lnTo>
                <a:lnTo>
                  <a:pt x="1306" y="2568"/>
                </a:lnTo>
                <a:lnTo>
                  <a:pt x="1391" y="2440"/>
                </a:lnTo>
                <a:lnTo>
                  <a:pt x="1477" y="2333"/>
                </a:lnTo>
                <a:lnTo>
                  <a:pt x="1520" y="2247"/>
                </a:lnTo>
                <a:lnTo>
                  <a:pt x="1541" y="2162"/>
                </a:lnTo>
                <a:lnTo>
                  <a:pt x="1584" y="2076"/>
                </a:lnTo>
                <a:lnTo>
                  <a:pt x="1627" y="1991"/>
                </a:lnTo>
                <a:lnTo>
                  <a:pt x="1669" y="1948"/>
                </a:lnTo>
                <a:lnTo>
                  <a:pt x="1755" y="1926"/>
                </a:lnTo>
                <a:lnTo>
                  <a:pt x="1969" y="1905"/>
                </a:lnTo>
                <a:lnTo>
                  <a:pt x="2354" y="1905"/>
                </a:lnTo>
                <a:lnTo>
                  <a:pt x="3274" y="1884"/>
                </a:lnTo>
                <a:lnTo>
                  <a:pt x="3467" y="1841"/>
                </a:lnTo>
                <a:lnTo>
                  <a:pt x="3702" y="1819"/>
                </a:lnTo>
                <a:lnTo>
                  <a:pt x="3937" y="1798"/>
                </a:lnTo>
                <a:close/>
                <a:moveTo>
                  <a:pt x="5242" y="3766"/>
                </a:moveTo>
                <a:lnTo>
                  <a:pt x="5349" y="3788"/>
                </a:lnTo>
                <a:lnTo>
                  <a:pt x="5435" y="3809"/>
                </a:lnTo>
                <a:lnTo>
                  <a:pt x="5521" y="3852"/>
                </a:lnTo>
                <a:lnTo>
                  <a:pt x="5542" y="3916"/>
                </a:lnTo>
                <a:lnTo>
                  <a:pt x="5563" y="4023"/>
                </a:lnTo>
                <a:lnTo>
                  <a:pt x="5585" y="4216"/>
                </a:lnTo>
                <a:lnTo>
                  <a:pt x="5606" y="4408"/>
                </a:lnTo>
                <a:lnTo>
                  <a:pt x="5606" y="4622"/>
                </a:lnTo>
                <a:lnTo>
                  <a:pt x="5585" y="5029"/>
                </a:lnTo>
                <a:lnTo>
                  <a:pt x="5563" y="6098"/>
                </a:lnTo>
                <a:lnTo>
                  <a:pt x="5563" y="6698"/>
                </a:lnTo>
                <a:lnTo>
                  <a:pt x="5563" y="6826"/>
                </a:lnTo>
                <a:lnTo>
                  <a:pt x="5563" y="6912"/>
                </a:lnTo>
                <a:lnTo>
                  <a:pt x="5521" y="6976"/>
                </a:lnTo>
                <a:lnTo>
                  <a:pt x="5414" y="7019"/>
                </a:lnTo>
                <a:lnTo>
                  <a:pt x="5285" y="7040"/>
                </a:lnTo>
                <a:lnTo>
                  <a:pt x="5135" y="7040"/>
                </a:lnTo>
                <a:lnTo>
                  <a:pt x="4836" y="7019"/>
                </a:lnTo>
                <a:lnTo>
                  <a:pt x="4215" y="7061"/>
                </a:lnTo>
                <a:lnTo>
                  <a:pt x="3595" y="7083"/>
                </a:lnTo>
                <a:lnTo>
                  <a:pt x="2996" y="7083"/>
                </a:lnTo>
                <a:lnTo>
                  <a:pt x="2739" y="7104"/>
                </a:lnTo>
                <a:lnTo>
                  <a:pt x="2611" y="7125"/>
                </a:lnTo>
                <a:lnTo>
                  <a:pt x="2482" y="7125"/>
                </a:lnTo>
                <a:lnTo>
                  <a:pt x="2375" y="7104"/>
                </a:lnTo>
                <a:lnTo>
                  <a:pt x="2333" y="7061"/>
                </a:lnTo>
                <a:lnTo>
                  <a:pt x="2311" y="7019"/>
                </a:lnTo>
                <a:lnTo>
                  <a:pt x="2247" y="6933"/>
                </a:lnTo>
                <a:lnTo>
                  <a:pt x="2204" y="6912"/>
                </a:lnTo>
                <a:lnTo>
                  <a:pt x="2161" y="6912"/>
                </a:lnTo>
                <a:lnTo>
                  <a:pt x="2076" y="6933"/>
                </a:lnTo>
                <a:lnTo>
                  <a:pt x="2012" y="6976"/>
                </a:lnTo>
                <a:lnTo>
                  <a:pt x="1947" y="7061"/>
                </a:lnTo>
                <a:lnTo>
                  <a:pt x="1883" y="7125"/>
                </a:lnTo>
                <a:lnTo>
                  <a:pt x="1798" y="7168"/>
                </a:lnTo>
                <a:lnTo>
                  <a:pt x="1734" y="7168"/>
                </a:lnTo>
                <a:lnTo>
                  <a:pt x="1691" y="7147"/>
                </a:lnTo>
                <a:lnTo>
                  <a:pt x="1648" y="7104"/>
                </a:lnTo>
                <a:lnTo>
                  <a:pt x="1627" y="7061"/>
                </a:lnTo>
                <a:lnTo>
                  <a:pt x="1648" y="6976"/>
                </a:lnTo>
                <a:lnTo>
                  <a:pt x="1734" y="6783"/>
                </a:lnTo>
                <a:lnTo>
                  <a:pt x="1819" y="6569"/>
                </a:lnTo>
                <a:lnTo>
                  <a:pt x="1819" y="6484"/>
                </a:lnTo>
                <a:lnTo>
                  <a:pt x="1819" y="6398"/>
                </a:lnTo>
                <a:lnTo>
                  <a:pt x="1776" y="6355"/>
                </a:lnTo>
                <a:lnTo>
                  <a:pt x="1734" y="6334"/>
                </a:lnTo>
                <a:lnTo>
                  <a:pt x="1669" y="6334"/>
                </a:lnTo>
                <a:lnTo>
                  <a:pt x="1584" y="6377"/>
                </a:lnTo>
                <a:lnTo>
                  <a:pt x="1498" y="6462"/>
                </a:lnTo>
                <a:lnTo>
                  <a:pt x="1327" y="6676"/>
                </a:lnTo>
                <a:lnTo>
                  <a:pt x="1241" y="6847"/>
                </a:lnTo>
                <a:lnTo>
                  <a:pt x="1156" y="7040"/>
                </a:lnTo>
                <a:lnTo>
                  <a:pt x="1092" y="7104"/>
                </a:lnTo>
                <a:lnTo>
                  <a:pt x="1049" y="7125"/>
                </a:lnTo>
                <a:lnTo>
                  <a:pt x="1006" y="7147"/>
                </a:lnTo>
                <a:lnTo>
                  <a:pt x="856" y="7147"/>
                </a:lnTo>
                <a:lnTo>
                  <a:pt x="856" y="7125"/>
                </a:lnTo>
                <a:lnTo>
                  <a:pt x="878" y="7061"/>
                </a:lnTo>
                <a:lnTo>
                  <a:pt x="921" y="6997"/>
                </a:lnTo>
                <a:lnTo>
                  <a:pt x="942" y="6869"/>
                </a:lnTo>
                <a:lnTo>
                  <a:pt x="985" y="6740"/>
                </a:lnTo>
                <a:lnTo>
                  <a:pt x="1134" y="6505"/>
                </a:lnTo>
                <a:lnTo>
                  <a:pt x="1220" y="6377"/>
                </a:lnTo>
                <a:lnTo>
                  <a:pt x="1284" y="6248"/>
                </a:lnTo>
                <a:lnTo>
                  <a:pt x="1306" y="6120"/>
                </a:lnTo>
                <a:lnTo>
                  <a:pt x="1327" y="5970"/>
                </a:lnTo>
                <a:lnTo>
                  <a:pt x="1284" y="5842"/>
                </a:lnTo>
                <a:lnTo>
                  <a:pt x="1263" y="5799"/>
                </a:lnTo>
                <a:lnTo>
                  <a:pt x="1241" y="5778"/>
                </a:lnTo>
                <a:lnTo>
                  <a:pt x="1199" y="5778"/>
                </a:lnTo>
                <a:lnTo>
                  <a:pt x="1156" y="5799"/>
                </a:lnTo>
                <a:lnTo>
                  <a:pt x="1092" y="5863"/>
                </a:lnTo>
                <a:lnTo>
                  <a:pt x="921" y="6056"/>
                </a:lnTo>
                <a:lnTo>
                  <a:pt x="835" y="6141"/>
                </a:lnTo>
                <a:lnTo>
                  <a:pt x="792" y="6184"/>
                </a:lnTo>
                <a:lnTo>
                  <a:pt x="728" y="6227"/>
                </a:lnTo>
                <a:lnTo>
                  <a:pt x="707" y="6205"/>
                </a:lnTo>
                <a:lnTo>
                  <a:pt x="707" y="6141"/>
                </a:lnTo>
                <a:lnTo>
                  <a:pt x="707" y="6077"/>
                </a:lnTo>
                <a:lnTo>
                  <a:pt x="728" y="6013"/>
                </a:lnTo>
                <a:lnTo>
                  <a:pt x="792" y="5842"/>
                </a:lnTo>
                <a:lnTo>
                  <a:pt x="942" y="5564"/>
                </a:lnTo>
                <a:lnTo>
                  <a:pt x="1027" y="5350"/>
                </a:lnTo>
                <a:lnTo>
                  <a:pt x="1049" y="5243"/>
                </a:lnTo>
                <a:lnTo>
                  <a:pt x="1049" y="5157"/>
                </a:lnTo>
                <a:lnTo>
                  <a:pt x="1027" y="5072"/>
                </a:lnTo>
                <a:lnTo>
                  <a:pt x="985" y="5029"/>
                </a:lnTo>
                <a:lnTo>
                  <a:pt x="899" y="4986"/>
                </a:lnTo>
                <a:lnTo>
                  <a:pt x="771" y="5007"/>
                </a:lnTo>
                <a:lnTo>
                  <a:pt x="685" y="5029"/>
                </a:lnTo>
                <a:lnTo>
                  <a:pt x="664" y="5050"/>
                </a:lnTo>
                <a:lnTo>
                  <a:pt x="642" y="5029"/>
                </a:lnTo>
                <a:lnTo>
                  <a:pt x="621" y="4922"/>
                </a:lnTo>
                <a:lnTo>
                  <a:pt x="600" y="4772"/>
                </a:lnTo>
                <a:lnTo>
                  <a:pt x="600" y="4601"/>
                </a:lnTo>
                <a:lnTo>
                  <a:pt x="621" y="4301"/>
                </a:lnTo>
                <a:lnTo>
                  <a:pt x="642" y="4173"/>
                </a:lnTo>
                <a:lnTo>
                  <a:pt x="685" y="4045"/>
                </a:lnTo>
                <a:lnTo>
                  <a:pt x="749" y="3916"/>
                </a:lnTo>
                <a:lnTo>
                  <a:pt x="792" y="3873"/>
                </a:lnTo>
                <a:lnTo>
                  <a:pt x="835" y="3852"/>
                </a:lnTo>
                <a:lnTo>
                  <a:pt x="899" y="3831"/>
                </a:lnTo>
                <a:lnTo>
                  <a:pt x="985" y="3831"/>
                </a:lnTo>
                <a:lnTo>
                  <a:pt x="1113" y="3852"/>
                </a:lnTo>
                <a:lnTo>
                  <a:pt x="1798" y="3852"/>
                </a:lnTo>
                <a:lnTo>
                  <a:pt x="3231" y="3831"/>
                </a:lnTo>
                <a:lnTo>
                  <a:pt x="4665" y="3809"/>
                </a:lnTo>
                <a:lnTo>
                  <a:pt x="5114" y="3766"/>
                </a:lnTo>
                <a:close/>
                <a:moveTo>
                  <a:pt x="5349" y="7446"/>
                </a:moveTo>
                <a:lnTo>
                  <a:pt x="5414" y="7468"/>
                </a:lnTo>
                <a:lnTo>
                  <a:pt x="5456" y="7489"/>
                </a:lnTo>
                <a:lnTo>
                  <a:pt x="5499" y="7532"/>
                </a:lnTo>
                <a:lnTo>
                  <a:pt x="5542" y="7618"/>
                </a:lnTo>
                <a:lnTo>
                  <a:pt x="5542" y="7725"/>
                </a:lnTo>
                <a:lnTo>
                  <a:pt x="5499" y="7832"/>
                </a:lnTo>
                <a:lnTo>
                  <a:pt x="5435" y="7960"/>
                </a:lnTo>
                <a:lnTo>
                  <a:pt x="5371" y="8067"/>
                </a:lnTo>
                <a:lnTo>
                  <a:pt x="5285" y="8152"/>
                </a:lnTo>
                <a:lnTo>
                  <a:pt x="5135" y="8259"/>
                </a:lnTo>
                <a:lnTo>
                  <a:pt x="4964" y="8345"/>
                </a:lnTo>
                <a:lnTo>
                  <a:pt x="4793" y="8388"/>
                </a:lnTo>
                <a:lnTo>
                  <a:pt x="4601" y="8409"/>
                </a:lnTo>
                <a:lnTo>
                  <a:pt x="4194" y="8431"/>
                </a:lnTo>
                <a:lnTo>
                  <a:pt x="3830" y="8452"/>
                </a:lnTo>
                <a:lnTo>
                  <a:pt x="3488" y="8473"/>
                </a:lnTo>
                <a:lnTo>
                  <a:pt x="3146" y="8495"/>
                </a:lnTo>
                <a:lnTo>
                  <a:pt x="2504" y="8495"/>
                </a:lnTo>
                <a:lnTo>
                  <a:pt x="2440" y="8473"/>
                </a:lnTo>
                <a:lnTo>
                  <a:pt x="2375" y="8431"/>
                </a:lnTo>
                <a:lnTo>
                  <a:pt x="2333" y="8366"/>
                </a:lnTo>
                <a:lnTo>
                  <a:pt x="2290" y="8324"/>
                </a:lnTo>
                <a:lnTo>
                  <a:pt x="2226" y="8281"/>
                </a:lnTo>
                <a:lnTo>
                  <a:pt x="2161" y="8281"/>
                </a:lnTo>
                <a:lnTo>
                  <a:pt x="2076" y="8302"/>
                </a:lnTo>
                <a:lnTo>
                  <a:pt x="1990" y="8324"/>
                </a:lnTo>
                <a:lnTo>
                  <a:pt x="1905" y="8345"/>
                </a:lnTo>
                <a:lnTo>
                  <a:pt x="1776" y="8324"/>
                </a:lnTo>
                <a:lnTo>
                  <a:pt x="1712" y="8302"/>
                </a:lnTo>
                <a:lnTo>
                  <a:pt x="1669" y="8238"/>
                </a:lnTo>
                <a:lnTo>
                  <a:pt x="1605" y="8131"/>
                </a:lnTo>
                <a:lnTo>
                  <a:pt x="1541" y="8024"/>
                </a:lnTo>
                <a:lnTo>
                  <a:pt x="1498" y="8003"/>
                </a:lnTo>
                <a:lnTo>
                  <a:pt x="1477" y="8003"/>
                </a:lnTo>
                <a:lnTo>
                  <a:pt x="1413" y="8024"/>
                </a:lnTo>
                <a:lnTo>
                  <a:pt x="1306" y="8067"/>
                </a:lnTo>
                <a:lnTo>
                  <a:pt x="1284" y="8110"/>
                </a:lnTo>
                <a:lnTo>
                  <a:pt x="1263" y="8131"/>
                </a:lnTo>
                <a:lnTo>
                  <a:pt x="1220" y="8152"/>
                </a:lnTo>
                <a:lnTo>
                  <a:pt x="1177" y="8131"/>
                </a:lnTo>
                <a:lnTo>
                  <a:pt x="1134" y="8088"/>
                </a:lnTo>
                <a:lnTo>
                  <a:pt x="1134" y="8024"/>
                </a:lnTo>
                <a:lnTo>
                  <a:pt x="1134" y="7917"/>
                </a:lnTo>
                <a:lnTo>
                  <a:pt x="1134" y="7767"/>
                </a:lnTo>
                <a:lnTo>
                  <a:pt x="1156" y="7660"/>
                </a:lnTo>
                <a:lnTo>
                  <a:pt x="1177" y="7639"/>
                </a:lnTo>
                <a:lnTo>
                  <a:pt x="1199" y="7596"/>
                </a:lnTo>
                <a:lnTo>
                  <a:pt x="1263" y="7575"/>
                </a:lnTo>
                <a:lnTo>
                  <a:pt x="1327" y="7553"/>
                </a:lnTo>
                <a:lnTo>
                  <a:pt x="1883" y="7553"/>
                </a:lnTo>
                <a:lnTo>
                  <a:pt x="2076" y="7532"/>
                </a:lnTo>
                <a:lnTo>
                  <a:pt x="2461" y="7511"/>
                </a:lnTo>
                <a:lnTo>
                  <a:pt x="2868" y="7489"/>
                </a:lnTo>
                <a:lnTo>
                  <a:pt x="3638" y="7489"/>
                </a:lnTo>
                <a:lnTo>
                  <a:pt x="4451" y="7468"/>
                </a:lnTo>
                <a:lnTo>
                  <a:pt x="4879" y="7446"/>
                </a:lnTo>
                <a:close/>
                <a:moveTo>
                  <a:pt x="2932" y="1"/>
                </a:moveTo>
                <a:lnTo>
                  <a:pt x="2632" y="22"/>
                </a:lnTo>
                <a:lnTo>
                  <a:pt x="2333" y="43"/>
                </a:lnTo>
                <a:lnTo>
                  <a:pt x="1755" y="108"/>
                </a:lnTo>
                <a:lnTo>
                  <a:pt x="1498" y="129"/>
                </a:lnTo>
                <a:lnTo>
                  <a:pt x="1220" y="129"/>
                </a:lnTo>
                <a:lnTo>
                  <a:pt x="1070" y="150"/>
                </a:lnTo>
                <a:lnTo>
                  <a:pt x="942" y="172"/>
                </a:lnTo>
                <a:lnTo>
                  <a:pt x="814" y="236"/>
                </a:lnTo>
                <a:lnTo>
                  <a:pt x="728" y="300"/>
                </a:lnTo>
                <a:lnTo>
                  <a:pt x="642" y="386"/>
                </a:lnTo>
                <a:lnTo>
                  <a:pt x="600" y="493"/>
                </a:lnTo>
                <a:lnTo>
                  <a:pt x="578" y="621"/>
                </a:lnTo>
                <a:lnTo>
                  <a:pt x="557" y="728"/>
                </a:lnTo>
                <a:lnTo>
                  <a:pt x="557" y="985"/>
                </a:lnTo>
                <a:lnTo>
                  <a:pt x="578" y="1220"/>
                </a:lnTo>
                <a:lnTo>
                  <a:pt x="600" y="1434"/>
                </a:lnTo>
                <a:lnTo>
                  <a:pt x="642" y="1520"/>
                </a:lnTo>
                <a:lnTo>
                  <a:pt x="707" y="1605"/>
                </a:lnTo>
                <a:lnTo>
                  <a:pt x="749" y="1648"/>
                </a:lnTo>
                <a:lnTo>
                  <a:pt x="792" y="1691"/>
                </a:lnTo>
                <a:lnTo>
                  <a:pt x="921" y="1734"/>
                </a:lnTo>
                <a:lnTo>
                  <a:pt x="1027" y="1777"/>
                </a:lnTo>
                <a:lnTo>
                  <a:pt x="1070" y="1798"/>
                </a:lnTo>
                <a:lnTo>
                  <a:pt x="1113" y="1841"/>
                </a:lnTo>
                <a:lnTo>
                  <a:pt x="1113" y="1862"/>
                </a:lnTo>
                <a:lnTo>
                  <a:pt x="1113" y="1905"/>
                </a:lnTo>
                <a:lnTo>
                  <a:pt x="1092" y="2012"/>
                </a:lnTo>
                <a:lnTo>
                  <a:pt x="1006" y="2119"/>
                </a:lnTo>
                <a:lnTo>
                  <a:pt x="899" y="2247"/>
                </a:lnTo>
                <a:lnTo>
                  <a:pt x="685" y="2483"/>
                </a:lnTo>
                <a:lnTo>
                  <a:pt x="514" y="2654"/>
                </a:lnTo>
                <a:lnTo>
                  <a:pt x="364" y="2825"/>
                </a:lnTo>
                <a:lnTo>
                  <a:pt x="236" y="3039"/>
                </a:lnTo>
                <a:lnTo>
                  <a:pt x="129" y="3253"/>
                </a:lnTo>
                <a:lnTo>
                  <a:pt x="65" y="3467"/>
                </a:lnTo>
                <a:lnTo>
                  <a:pt x="22" y="3788"/>
                </a:lnTo>
                <a:lnTo>
                  <a:pt x="0" y="4109"/>
                </a:lnTo>
                <a:lnTo>
                  <a:pt x="0" y="4430"/>
                </a:lnTo>
                <a:lnTo>
                  <a:pt x="0" y="4772"/>
                </a:lnTo>
                <a:lnTo>
                  <a:pt x="65" y="5414"/>
                </a:lnTo>
                <a:lnTo>
                  <a:pt x="150" y="6056"/>
                </a:lnTo>
                <a:lnTo>
                  <a:pt x="193" y="6591"/>
                </a:lnTo>
                <a:lnTo>
                  <a:pt x="236" y="7147"/>
                </a:lnTo>
                <a:lnTo>
                  <a:pt x="236" y="7425"/>
                </a:lnTo>
                <a:lnTo>
                  <a:pt x="214" y="7725"/>
                </a:lnTo>
                <a:lnTo>
                  <a:pt x="214" y="7874"/>
                </a:lnTo>
                <a:lnTo>
                  <a:pt x="236" y="8024"/>
                </a:lnTo>
                <a:lnTo>
                  <a:pt x="279" y="8152"/>
                </a:lnTo>
                <a:lnTo>
                  <a:pt x="364" y="8281"/>
                </a:lnTo>
                <a:lnTo>
                  <a:pt x="428" y="8388"/>
                </a:lnTo>
                <a:lnTo>
                  <a:pt x="514" y="8473"/>
                </a:lnTo>
                <a:lnTo>
                  <a:pt x="728" y="8645"/>
                </a:lnTo>
                <a:lnTo>
                  <a:pt x="963" y="8794"/>
                </a:lnTo>
                <a:lnTo>
                  <a:pt x="1199" y="8880"/>
                </a:lnTo>
                <a:lnTo>
                  <a:pt x="1327" y="8901"/>
                </a:lnTo>
                <a:lnTo>
                  <a:pt x="1477" y="8923"/>
                </a:lnTo>
                <a:lnTo>
                  <a:pt x="1798" y="8923"/>
                </a:lnTo>
                <a:lnTo>
                  <a:pt x="2418" y="8859"/>
                </a:lnTo>
                <a:lnTo>
                  <a:pt x="3103" y="8816"/>
                </a:lnTo>
                <a:lnTo>
                  <a:pt x="3788" y="8816"/>
                </a:lnTo>
                <a:lnTo>
                  <a:pt x="4494" y="8794"/>
                </a:lnTo>
                <a:lnTo>
                  <a:pt x="5178" y="8752"/>
                </a:lnTo>
                <a:lnTo>
                  <a:pt x="5328" y="8730"/>
                </a:lnTo>
                <a:lnTo>
                  <a:pt x="5435" y="8709"/>
                </a:lnTo>
                <a:lnTo>
                  <a:pt x="5521" y="8666"/>
                </a:lnTo>
                <a:lnTo>
                  <a:pt x="5628" y="8580"/>
                </a:lnTo>
                <a:lnTo>
                  <a:pt x="5799" y="8388"/>
                </a:lnTo>
                <a:lnTo>
                  <a:pt x="5906" y="8281"/>
                </a:lnTo>
                <a:lnTo>
                  <a:pt x="5970" y="8174"/>
                </a:lnTo>
                <a:lnTo>
                  <a:pt x="6013" y="8024"/>
                </a:lnTo>
                <a:lnTo>
                  <a:pt x="6034" y="7874"/>
                </a:lnTo>
                <a:lnTo>
                  <a:pt x="6055" y="7682"/>
                </a:lnTo>
                <a:lnTo>
                  <a:pt x="6055" y="7511"/>
                </a:lnTo>
                <a:lnTo>
                  <a:pt x="6034" y="7147"/>
                </a:lnTo>
                <a:lnTo>
                  <a:pt x="6013" y="6805"/>
                </a:lnTo>
                <a:lnTo>
                  <a:pt x="6013" y="5285"/>
                </a:lnTo>
                <a:lnTo>
                  <a:pt x="5991" y="4515"/>
                </a:lnTo>
                <a:lnTo>
                  <a:pt x="5948" y="3766"/>
                </a:lnTo>
                <a:lnTo>
                  <a:pt x="5927" y="3445"/>
                </a:lnTo>
                <a:lnTo>
                  <a:pt x="5863" y="3167"/>
                </a:lnTo>
                <a:lnTo>
                  <a:pt x="5820" y="3018"/>
                </a:lnTo>
                <a:lnTo>
                  <a:pt x="5777" y="2889"/>
                </a:lnTo>
                <a:lnTo>
                  <a:pt x="5713" y="2739"/>
                </a:lnTo>
                <a:lnTo>
                  <a:pt x="5628" y="2611"/>
                </a:lnTo>
                <a:lnTo>
                  <a:pt x="5521" y="2483"/>
                </a:lnTo>
                <a:lnTo>
                  <a:pt x="5414" y="2376"/>
                </a:lnTo>
                <a:lnTo>
                  <a:pt x="5307" y="2269"/>
                </a:lnTo>
                <a:lnTo>
                  <a:pt x="5178" y="2183"/>
                </a:lnTo>
                <a:lnTo>
                  <a:pt x="4879" y="1991"/>
                </a:lnTo>
                <a:lnTo>
                  <a:pt x="4729" y="1884"/>
                </a:lnTo>
                <a:lnTo>
                  <a:pt x="4665" y="1819"/>
                </a:lnTo>
                <a:lnTo>
                  <a:pt x="4643" y="1777"/>
                </a:lnTo>
                <a:lnTo>
                  <a:pt x="4686" y="1755"/>
                </a:lnTo>
                <a:lnTo>
                  <a:pt x="4793" y="1734"/>
                </a:lnTo>
                <a:lnTo>
                  <a:pt x="4964" y="1648"/>
                </a:lnTo>
                <a:lnTo>
                  <a:pt x="5007" y="1584"/>
                </a:lnTo>
                <a:lnTo>
                  <a:pt x="5007" y="1498"/>
                </a:lnTo>
                <a:lnTo>
                  <a:pt x="5028" y="1349"/>
                </a:lnTo>
                <a:lnTo>
                  <a:pt x="5071" y="1070"/>
                </a:lnTo>
                <a:lnTo>
                  <a:pt x="5135" y="750"/>
                </a:lnTo>
                <a:lnTo>
                  <a:pt x="5157" y="600"/>
                </a:lnTo>
                <a:lnTo>
                  <a:pt x="5157" y="450"/>
                </a:lnTo>
                <a:lnTo>
                  <a:pt x="5135" y="322"/>
                </a:lnTo>
                <a:lnTo>
                  <a:pt x="5071" y="193"/>
                </a:lnTo>
                <a:lnTo>
                  <a:pt x="5007" y="108"/>
                </a:lnTo>
                <a:lnTo>
                  <a:pt x="4879" y="43"/>
                </a:lnTo>
                <a:lnTo>
                  <a:pt x="4750" y="1"/>
                </a:lnTo>
                <a:lnTo>
                  <a:pt x="4301" y="1"/>
                </a:lnTo>
                <a:lnTo>
                  <a:pt x="4066" y="22"/>
                </a:lnTo>
                <a:lnTo>
                  <a:pt x="2932" y="1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0"/>
          <p:cNvSpPr/>
          <p:nvPr/>
        </p:nvSpPr>
        <p:spPr>
          <a:xfrm>
            <a:off x="3202742" y="883950"/>
            <a:ext cx="487003" cy="470310"/>
          </a:xfrm>
          <a:custGeom>
            <a:rect b="b" l="l" r="r" t="t"/>
            <a:pathLst>
              <a:path extrusionOk="0" h="9907" w="7725">
                <a:moveTo>
                  <a:pt x="7703" y="7681"/>
                </a:moveTo>
                <a:lnTo>
                  <a:pt x="7703" y="7681"/>
                </a:lnTo>
                <a:lnTo>
                  <a:pt x="7661" y="7595"/>
                </a:lnTo>
                <a:lnTo>
                  <a:pt x="7596" y="7531"/>
                </a:lnTo>
                <a:lnTo>
                  <a:pt x="7382" y="7382"/>
                </a:lnTo>
                <a:lnTo>
                  <a:pt x="6997" y="7168"/>
                </a:lnTo>
                <a:lnTo>
                  <a:pt x="6997" y="7168"/>
                </a:lnTo>
                <a:lnTo>
                  <a:pt x="6634" y="6954"/>
                </a:lnTo>
                <a:lnTo>
                  <a:pt x="6291" y="6718"/>
                </a:lnTo>
                <a:lnTo>
                  <a:pt x="6291" y="6718"/>
                </a:lnTo>
                <a:lnTo>
                  <a:pt x="6099" y="6568"/>
                </a:lnTo>
                <a:lnTo>
                  <a:pt x="5863" y="6462"/>
                </a:lnTo>
                <a:lnTo>
                  <a:pt x="5393" y="6269"/>
                </a:lnTo>
                <a:lnTo>
                  <a:pt x="5393" y="6269"/>
                </a:lnTo>
                <a:lnTo>
                  <a:pt x="5221" y="6183"/>
                </a:lnTo>
                <a:lnTo>
                  <a:pt x="5093" y="6098"/>
                </a:lnTo>
                <a:lnTo>
                  <a:pt x="4965" y="5969"/>
                </a:lnTo>
                <a:lnTo>
                  <a:pt x="4879" y="5841"/>
                </a:lnTo>
                <a:lnTo>
                  <a:pt x="4794" y="5691"/>
                </a:lnTo>
                <a:lnTo>
                  <a:pt x="4772" y="5520"/>
                </a:lnTo>
                <a:lnTo>
                  <a:pt x="4772" y="5349"/>
                </a:lnTo>
                <a:lnTo>
                  <a:pt x="4815" y="5156"/>
                </a:lnTo>
                <a:lnTo>
                  <a:pt x="4815" y="5156"/>
                </a:lnTo>
                <a:lnTo>
                  <a:pt x="4922" y="4964"/>
                </a:lnTo>
                <a:lnTo>
                  <a:pt x="5050" y="4771"/>
                </a:lnTo>
                <a:lnTo>
                  <a:pt x="5179" y="4579"/>
                </a:lnTo>
                <a:lnTo>
                  <a:pt x="5307" y="4386"/>
                </a:lnTo>
                <a:lnTo>
                  <a:pt x="5307" y="4386"/>
                </a:lnTo>
                <a:lnTo>
                  <a:pt x="5542" y="3980"/>
                </a:lnTo>
                <a:lnTo>
                  <a:pt x="5756" y="3573"/>
                </a:lnTo>
                <a:lnTo>
                  <a:pt x="5756" y="3573"/>
                </a:lnTo>
                <a:lnTo>
                  <a:pt x="5799" y="3445"/>
                </a:lnTo>
                <a:lnTo>
                  <a:pt x="5863" y="3359"/>
                </a:lnTo>
                <a:lnTo>
                  <a:pt x="5970" y="3295"/>
                </a:lnTo>
                <a:lnTo>
                  <a:pt x="6099" y="3274"/>
                </a:lnTo>
                <a:lnTo>
                  <a:pt x="6099" y="3274"/>
                </a:lnTo>
                <a:lnTo>
                  <a:pt x="6227" y="3252"/>
                </a:lnTo>
                <a:lnTo>
                  <a:pt x="6334" y="3209"/>
                </a:lnTo>
                <a:lnTo>
                  <a:pt x="6420" y="3145"/>
                </a:lnTo>
                <a:lnTo>
                  <a:pt x="6505" y="3038"/>
                </a:lnTo>
                <a:lnTo>
                  <a:pt x="6505" y="3038"/>
                </a:lnTo>
                <a:lnTo>
                  <a:pt x="6569" y="2846"/>
                </a:lnTo>
                <a:lnTo>
                  <a:pt x="6655" y="2610"/>
                </a:lnTo>
                <a:lnTo>
                  <a:pt x="6698" y="2375"/>
                </a:lnTo>
                <a:lnTo>
                  <a:pt x="6698" y="2268"/>
                </a:lnTo>
                <a:lnTo>
                  <a:pt x="6698" y="2161"/>
                </a:lnTo>
                <a:lnTo>
                  <a:pt x="6698" y="2161"/>
                </a:lnTo>
                <a:lnTo>
                  <a:pt x="6676" y="2097"/>
                </a:lnTo>
                <a:lnTo>
                  <a:pt x="6634" y="2011"/>
                </a:lnTo>
                <a:lnTo>
                  <a:pt x="6591" y="1947"/>
                </a:lnTo>
                <a:lnTo>
                  <a:pt x="6569" y="1883"/>
                </a:lnTo>
                <a:lnTo>
                  <a:pt x="6569" y="1883"/>
                </a:lnTo>
                <a:lnTo>
                  <a:pt x="6591" y="1776"/>
                </a:lnTo>
                <a:lnTo>
                  <a:pt x="6634" y="1690"/>
                </a:lnTo>
                <a:lnTo>
                  <a:pt x="6741" y="1498"/>
                </a:lnTo>
                <a:lnTo>
                  <a:pt x="6741" y="1498"/>
                </a:lnTo>
                <a:lnTo>
                  <a:pt x="6869" y="1155"/>
                </a:lnTo>
                <a:lnTo>
                  <a:pt x="6933" y="963"/>
                </a:lnTo>
                <a:lnTo>
                  <a:pt x="6955" y="770"/>
                </a:lnTo>
                <a:lnTo>
                  <a:pt x="6976" y="578"/>
                </a:lnTo>
                <a:lnTo>
                  <a:pt x="6933" y="407"/>
                </a:lnTo>
                <a:lnTo>
                  <a:pt x="6912" y="321"/>
                </a:lnTo>
                <a:lnTo>
                  <a:pt x="6869" y="257"/>
                </a:lnTo>
                <a:lnTo>
                  <a:pt x="6805" y="193"/>
                </a:lnTo>
                <a:lnTo>
                  <a:pt x="6719" y="128"/>
                </a:lnTo>
                <a:lnTo>
                  <a:pt x="6719" y="128"/>
                </a:lnTo>
                <a:lnTo>
                  <a:pt x="6527" y="43"/>
                </a:lnTo>
                <a:lnTo>
                  <a:pt x="6334" y="21"/>
                </a:lnTo>
                <a:lnTo>
                  <a:pt x="6163" y="0"/>
                </a:lnTo>
                <a:lnTo>
                  <a:pt x="5970" y="21"/>
                </a:lnTo>
                <a:lnTo>
                  <a:pt x="5607" y="64"/>
                </a:lnTo>
                <a:lnTo>
                  <a:pt x="5435" y="64"/>
                </a:lnTo>
                <a:lnTo>
                  <a:pt x="5243" y="43"/>
                </a:lnTo>
                <a:lnTo>
                  <a:pt x="5243" y="43"/>
                </a:lnTo>
                <a:lnTo>
                  <a:pt x="5029" y="21"/>
                </a:lnTo>
                <a:lnTo>
                  <a:pt x="4815" y="0"/>
                </a:lnTo>
                <a:lnTo>
                  <a:pt x="4387" y="0"/>
                </a:lnTo>
                <a:lnTo>
                  <a:pt x="3959" y="43"/>
                </a:lnTo>
                <a:lnTo>
                  <a:pt x="3531" y="128"/>
                </a:lnTo>
                <a:lnTo>
                  <a:pt x="3531" y="128"/>
                </a:lnTo>
                <a:lnTo>
                  <a:pt x="3103" y="214"/>
                </a:lnTo>
                <a:lnTo>
                  <a:pt x="2889" y="278"/>
                </a:lnTo>
                <a:lnTo>
                  <a:pt x="2697" y="364"/>
                </a:lnTo>
                <a:lnTo>
                  <a:pt x="2697" y="364"/>
                </a:lnTo>
                <a:lnTo>
                  <a:pt x="2526" y="449"/>
                </a:lnTo>
                <a:lnTo>
                  <a:pt x="2376" y="535"/>
                </a:lnTo>
                <a:lnTo>
                  <a:pt x="2226" y="642"/>
                </a:lnTo>
                <a:lnTo>
                  <a:pt x="2076" y="727"/>
                </a:lnTo>
                <a:lnTo>
                  <a:pt x="2076" y="727"/>
                </a:lnTo>
                <a:lnTo>
                  <a:pt x="1991" y="749"/>
                </a:lnTo>
                <a:lnTo>
                  <a:pt x="1905" y="770"/>
                </a:lnTo>
                <a:lnTo>
                  <a:pt x="1691" y="749"/>
                </a:lnTo>
                <a:lnTo>
                  <a:pt x="1456" y="727"/>
                </a:lnTo>
                <a:lnTo>
                  <a:pt x="1349" y="727"/>
                </a:lnTo>
                <a:lnTo>
                  <a:pt x="1263" y="727"/>
                </a:lnTo>
                <a:lnTo>
                  <a:pt x="1263" y="727"/>
                </a:lnTo>
                <a:lnTo>
                  <a:pt x="1071" y="770"/>
                </a:lnTo>
                <a:lnTo>
                  <a:pt x="878" y="834"/>
                </a:lnTo>
                <a:lnTo>
                  <a:pt x="514" y="1006"/>
                </a:lnTo>
                <a:lnTo>
                  <a:pt x="514" y="1006"/>
                </a:lnTo>
                <a:lnTo>
                  <a:pt x="343" y="1113"/>
                </a:lnTo>
                <a:lnTo>
                  <a:pt x="215" y="1241"/>
                </a:lnTo>
                <a:lnTo>
                  <a:pt x="108" y="1412"/>
                </a:lnTo>
                <a:lnTo>
                  <a:pt x="44" y="1583"/>
                </a:lnTo>
                <a:lnTo>
                  <a:pt x="1" y="1754"/>
                </a:lnTo>
                <a:lnTo>
                  <a:pt x="1" y="1947"/>
                </a:lnTo>
                <a:lnTo>
                  <a:pt x="44" y="2161"/>
                </a:lnTo>
                <a:lnTo>
                  <a:pt x="108" y="2354"/>
                </a:lnTo>
                <a:lnTo>
                  <a:pt x="108" y="2354"/>
                </a:lnTo>
                <a:lnTo>
                  <a:pt x="193" y="2546"/>
                </a:lnTo>
                <a:lnTo>
                  <a:pt x="322" y="2717"/>
                </a:lnTo>
                <a:lnTo>
                  <a:pt x="450" y="2888"/>
                </a:lnTo>
                <a:lnTo>
                  <a:pt x="600" y="3060"/>
                </a:lnTo>
                <a:lnTo>
                  <a:pt x="600" y="3060"/>
                </a:lnTo>
                <a:lnTo>
                  <a:pt x="728" y="3167"/>
                </a:lnTo>
                <a:lnTo>
                  <a:pt x="835" y="3274"/>
                </a:lnTo>
                <a:lnTo>
                  <a:pt x="835" y="3274"/>
                </a:lnTo>
                <a:lnTo>
                  <a:pt x="921" y="3402"/>
                </a:lnTo>
                <a:lnTo>
                  <a:pt x="964" y="3466"/>
                </a:lnTo>
                <a:lnTo>
                  <a:pt x="1028" y="3530"/>
                </a:lnTo>
                <a:lnTo>
                  <a:pt x="1028" y="3530"/>
                </a:lnTo>
                <a:lnTo>
                  <a:pt x="1178" y="3637"/>
                </a:lnTo>
                <a:lnTo>
                  <a:pt x="1349" y="3723"/>
                </a:lnTo>
                <a:lnTo>
                  <a:pt x="1648" y="3915"/>
                </a:lnTo>
                <a:lnTo>
                  <a:pt x="1648" y="3915"/>
                </a:lnTo>
                <a:lnTo>
                  <a:pt x="1798" y="4044"/>
                </a:lnTo>
                <a:lnTo>
                  <a:pt x="1905" y="4194"/>
                </a:lnTo>
                <a:lnTo>
                  <a:pt x="2098" y="4536"/>
                </a:lnTo>
                <a:lnTo>
                  <a:pt x="2098" y="4536"/>
                </a:lnTo>
                <a:lnTo>
                  <a:pt x="2333" y="4857"/>
                </a:lnTo>
                <a:lnTo>
                  <a:pt x="2568" y="5178"/>
                </a:lnTo>
                <a:lnTo>
                  <a:pt x="2782" y="5499"/>
                </a:lnTo>
                <a:lnTo>
                  <a:pt x="2889" y="5691"/>
                </a:lnTo>
                <a:lnTo>
                  <a:pt x="2954" y="5862"/>
                </a:lnTo>
                <a:lnTo>
                  <a:pt x="2954" y="5862"/>
                </a:lnTo>
                <a:lnTo>
                  <a:pt x="2996" y="5991"/>
                </a:lnTo>
                <a:lnTo>
                  <a:pt x="2996" y="6076"/>
                </a:lnTo>
                <a:lnTo>
                  <a:pt x="2996" y="6162"/>
                </a:lnTo>
                <a:lnTo>
                  <a:pt x="2975" y="6226"/>
                </a:lnTo>
                <a:lnTo>
                  <a:pt x="2932" y="6312"/>
                </a:lnTo>
                <a:lnTo>
                  <a:pt x="2889" y="6376"/>
                </a:lnTo>
                <a:lnTo>
                  <a:pt x="2718" y="6504"/>
                </a:lnTo>
                <a:lnTo>
                  <a:pt x="2718" y="6504"/>
                </a:lnTo>
                <a:lnTo>
                  <a:pt x="2397" y="6697"/>
                </a:lnTo>
                <a:lnTo>
                  <a:pt x="2226" y="6804"/>
                </a:lnTo>
                <a:lnTo>
                  <a:pt x="2076" y="6911"/>
                </a:lnTo>
                <a:lnTo>
                  <a:pt x="2076" y="6911"/>
                </a:lnTo>
                <a:lnTo>
                  <a:pt x="1905" y="7018"/>
                </a:lnTo>
                <a:lnTo>
                  <a:pt x="1755" y="7125"/>
                </a:lnTo>
                <a:lnTo>
                  <a:pt x="1392" y="7317"/>
                </a:lnTo>
                <a:lnTo>
                  <a:pt x="1392" y="7317"/>
                </a:lnTo>
                <a:lnTo>
                  <a:pt x="1071" y="7489"/>
                </a:lnTo>
                <a:lnTo>
                  <a:pt x="900" y="7595"/>
                </a:lnTo>
                <a:lnTo>
                  <a:pt x="771" y="7702"/>
                </a:lnTo>
                <a:lnTo>
                  <a:pt x="771" y="7702"/>
                </a:lnTo>
                <a:lnTo>
                  <a:pt x="728" y="7788"/>
                </a:lnTo>
                <a:lnTo>
                  <a:pt x="707" y="7852"/>
                </a:lnTo>
                <a:lnTo>
                  <a:pt x="686" y="7938"/>
                </a:lnTo>
                <a:lnTo>
                  <a:pt x="686" y="8045"/>
                </a:lnTo>
                <a:lnTo>
                  <a:pt x="728" y="8216"/>
                </a:lnTo>
                <a:lnTo>
                  <a:pt x="750" y="8302"/>
                </a:lnTo>
                <a:lnTo>
                  <a:pt x="793" y="8366"/>
                </a:lnTo>
                <a:lnTo>
                  <a:pt x="793" y="8366"/>
                </a:lnTo>
                <a:lnTo>
                  <a:pt x="900" y="8473"/>
                </a:lnTo>
                <a:lnTo>
                  <a:pt x="942" y="8494"/>
                </a:lnTo>
                <a:lnTo>
                  <a:pt x="985" y="8494"/>
                </a:lnTo>
                <a:lnTo>
                  <a:pt x="1028" y="8473"/>
                </a:lnTo>
                <a:lnTo>
                  <a:pt x="1071" y="8451"/>
                </a:lnTo>
                <a:lnTo>
                  <a:pt x="1092" y="8387"/>
                </a:lnTo>
                <a:lnTo>
                  <a:pt x="1113" y="8323"/>
                </a:lnTo>
                <a:lnTo>
                  <a:pt x="1113" y="8323"/>
                </a:lnTo>
                <a:lnTo>
                  <a:pt x="1049" y="8259"/>
                </a:lnTo>
                <a:lnTo>
                  <a:pt x="1028" y="8216"/>
                </a:lnTo>
                <a:lnTo>
                  <a:pt x="1028" y="8173"/>
                </a:lnTo>
                <a:lnTo>
                  <a:pt x="1028" y="8173"/>
                </a:lnTo>
                <a:lnTo>
                  <a:pt x="1135" y="8302"/>
                </a:lnTo>
                <a:lnTo>
                  <a:pt x="1178" y="8323"/>
                </a:lnTo>
                <a:lnTo>
                  <a:pt x="1220" y="8344"/>
                </a:lnTo>
                <a:lnTo>
                  <a:pt x="1349" y="8344"/>
                </a:lnTo>
                <a:lnTo>
                  <a:pt x="1477" y="8323"/>
                </a:lnTo>
                <a:lnTo>
                  <a:pt x="1477" y="8323"/>
                </a:lnTo>
                <a:lnTo>
                  <a:pt x="1627" y="8280"/>
                </a:lnTo>
                <a:lnTo>
                  <a:pt x="1627" y="8259"/>
                </a:lnTo>
                <a:lnTo>
                  <a:pt x="1627" y="8152"/>
                </a:lnTo>
                <a:lnTo>
                  <a:pt x="1627" y="8152"/>
                </a:lnTo>
                <a:lnTo>
                  <a:pt x="1584" y="8088"/>
                </a:lnTo>
                <a:lnTo>
                  <a:pt x="1520" y="7981"/>
                </a:lnTo>
                <a:lnTo>
                  <a:pt x="1456" y="7895"/>
                </a:lnTo>
                <a:lnTo>
                  <a:pt x="1456" y="7852"/>
                </a:lnTo>
                <a:lnTo>
                  <a:pt x="1477" y="7831"/>
                </a:lnTo>
                <a:lnTo>
                  <a:pt x="1477" y="7831"/>
                </a:lnTo>
                <a:lnTo>
                  <a:pt x="1499" y="7831"/>
                </a:lnTo>
                <a:lnTo>
                  <a:pt x="1520" y="7852"/>
                </a:lnTo>
                <a:lnTo>
                  <a:pt x="1606" y="7938"/>
                </a:lnTo>
                <a:lnTo>
                  <a:pt x="1691" y="8045"/>
                </a:lnTo>
                <a:lnTo>
                  <a:pt x="1734" y="8066"/>
                </a:lnTo>
                <a:lnTo>
                  <a:pt x="1755" y="8066"/>
                </a:lnTo>
                <a:lnTo>
                  <a:pt x="1755" y="8066"/>
                </a:lnTo>
                <a:lnTo>
                  <a:pt x="1798" y="8045"/>
                </a:lnTo>
                <a:lnTo>
                  <a:pt x="1820" y="8002"/>
                </a:lnTo>
                <a:lnTo>
                  <a:pt x="1798" y="7916"/>
                </a:lnTo>
                <a:lnTo>
                  <a:pt x="1777" y="7809"/>
                </a:lnTo>
                <a:lnTo>
                  <a:pt x="1755" y="7767"/>
                </a:lnTo>
                <a:lnTo>
                  <a:pt x="1777" y="7724"/>
                </a:lnTo>
                <a:lnTo>
                  <a:pt x="1777" y="7724"/>
                </a:lnTo>
                <a:lnTo>
                  <a:pt x="1777" y="7745"/>
                </a:lnTo>
                <a:lnTo>
                  <a:pt x="1798" y="7767"/>
                </a:lnTo>
                <a:lnTo>
                  <a:pt x="1862" y="7809"/>
                </a:lnTo>
                <a:lnTo>
                  <a:pt x="2012" y="7852"/>
                </a:lnTo>
                <a:lnTo>
                  <a:pt x="2012" y="7852"/>
                </a:lnTo>
                <a:lnTo>
                  <a:pt x="2034" y="7852"/>
                </a:lnTo>
                <a:lnTo>
                  <a:pt x="2055" y="7831"/>
                </a:lnTo>
                <a:lnTo>
                  <a:pt x="2076" y="7831"/>
                </a:lnTo>
                <a:lnTo>
                  <a:pt x="2119" y="7852"/>
                </a:lnTo>
                <a:lnTo>
                  <a:pt x="2119" y="7852"/>
                </a:lnTo>
                <a:lnTo>
                  <a:pt x="2162" y="7916"/>
                </a:lnTo>
                <a:lnTo>
                  <a:pt x="2205" y="8002"/>
                </a:lnTo>
                <a:lnTo>
                  <a:pt x="2205" y="8002"/>
                </a:lnTo>
                <a:lnTo>
                  <a:pt x="2312" y="8152"/>
                </a:lnTo>
                <a:lnTo>
                  <a:pt x="2354" y="8259"/>
                </a:lnTo>
                <a:lnTo>
                  <a:pt x="2397" y="8323"/>
                </a:lnTo>
                <a:lnTo>
                  <a:pt x="2397" y="8323"/>
                </a:lnTo>
                <a:lnTo>
                  <a:pt x="2397" y="8387"/>
                </a:lnTo>
                <a:lnTo>
                  <a:pt x="2397" y="8430"/>
                </a:lnTo>
                <a:lnTo>
                  <a:pt x="2333" y="8516"/>
                </a:lnTo>
                <a:lnTo>
                  <a:pt x="2269" y="8622"/>
                </a:lnTo>
                <a:lnTo>
                  <a:pt x="2226" y="8729"/>
                </a:lnTo>
                <a:lnTo>
                  <a:pt x="2226" y="8729"/>
                </a:lnTo>
                <a:lnTo>
                  <a:pt x="2247" y="8836"/>
                </a:lnTo>
                <a:lnTo>
                  <a:pt x="2290" y="8922"/>
                </a:lnTo>
                <a:lnTo>
                  <a:pt x="2354" y="9029"/>
                </a:lnTo>
                <a:lnTo>
                  <a:pt x="2440" y="9115"/>
                </a:lnTo>
                <a:lnTo>
                  <a:pt x="2654" y="9286"/>
                </a:lnTo>
                <a:lnTo>
                  <a:pt x="2825" y="9414"/>
                </a:lnTo>
                <a:lnTo>
                  <a:pt x="2825" y="9414"/>
                </a:lnTo>
                <a:lnTo>
                  <a:pt x="2975" y="9564"/>
                </a:lnTo>
                <a:lnTo>
                  <a:pt x="3210" y="9735"/>
                </a:lnTo>
                <a:lnTo>
                  <a:pt x="3317" y="9821"/>
                </a:lnTo>
                <a:lnTo>
                  <a:pt x="3446" y="9885"/>
                </a:lnTo>
                <a:lnTo>
                  <a:pt x="3531" y="9906"/>
                </a:lnTo>
                <a:lnTo>
                  <a:pt x="3595" y="9906"/>
                </a:lnTo>
                <a:lnTo>
                  <a:pt x="3638" y="9885"/>
                </a:lnTo>
                <a:lnTo>
                  <a:pt x="3638" y="9885"/>
                </a:lnTo>
                <a:lnTo>
                  <a:pt x="3681" y="9842"/>
                </a:lnTo>
                <a:lnTo>
                  <a:pt x="3681" y="9778"/>
                </a:lnTo>
                <a:lnTo>
                  <a:pt x="3660" y="9692"/>
                </a:lnTo>
                <a:lnTo>
                  <a:pt x="3595" y="9628"/>
                </a:lnTo>
                <a:lnTo>
                  <a:pt x="3446" y="9500"/>
                </a:lnTo>
                <a:lnTo>
                  <a:pt x="3317" y="9414"/>
                </a:lnTo>
                <a:lnTo>
                  <a:pt x="3317" y="9414"/>
                </a:lnTo>
                <a:lnTo>
                  <a:pt x="2996" y="9136"/>
                </a:lnTo>
                <a:lnTo>
                  <a:pt x="2847" y="8986"/>
                </a:lnTo>
                <a:lnTo>
                  <a:pt x="2697" y="8836"/>
                </a:lnTo>
                <a:lnTo>
                  <a:pt x="2697" y="8836"/>
                </a:lnTo>
                <a:lnTo>
                  <a:pt x="2633" y="8751"/>
                </a:lnTo>
                <a:lnTo>
                  <a:pt x="2611" y="8687"/>
                </a:lnTo>
                <a:lnTo>
                  <a:pt x="2611" y="8622"/>
                </a:lnTo>
                <a:lnTo>
                  <a:pt x="2633" y="8558"/>
                </a:lnTo>
                <a:lnTo>
                  <a:pt x="2718" y="8409"/>
                </a:lnTo>
                <a:lnTo>
                  <a:pt x="2825" y="8259"/>
                </a:lnTo>
                <a:lnTo>
                  <a:pt x="2825" y="8259"/>
                </a:lnTo>
                <a:lnTo>
                  <a:pt x="2911" y="8130"/>
                </a:lnTo>
                <a:lnTo>
                  <a:pt x="2932" y="8066"/>
                </a:lnTo>
                <a:lnTo>
                  <a:pt x="2954" y="8002"/>
                </a:lnTo>
                <a:lnTo>
                  <a:pt x="2954" y="7959"/>
                </a:lnTo>
                <a:lnTo>
                  <a:pt x="2911" y="7916"/>
                </a:lnTo>
                <a:lnTo>
                  <a:pt x="2868" y="7874"/>
                </a:lnTo>
                <a:lnTo>
                  <a:pt x="2761" y="7852"/>
                </a:lnTo>
                <a:lnTo>
                  <a:pt x="2761" y="7852"/>
                </a:lnTo>
                <a:lnTo>
                  <a:pt x="2675" y="7852"/>
                </a:lnTo>
                <a:lnTo>
                  <a:pt x="2611" y="7874"/>
                </a:lnTo>
                <a:lnTo>
                  <a:pt x="2547" y="7852"/>
                </a:lnTo>
                <a:lnTo>
                  <a:pt x="2483" y="7767"/>
                </a:lnTo>
                <a:lnTo>
                  <a:pt x="2483" y="7767"/>
                </a:lnTo>
                <a:lnTo>
                  <a:pt x="2440" y="7681"/>
                </a:lnTo>
                <a:lnTo>
                  <a:pt x="2376" y="7553"/>
                </a:lnTo>
                <a:lnTo>
                  <a:pt x="2290" y="7339"/>
                </a:lnTo>
                <a:lnTo>
                  <a:pt x="2290" y="7339"/>
                </a:lnTo>
                <a:lnTo>
                  <a:pt x="2269" y="7232"/>
                </a:lnTo>
                <a:lnTo>
                  <a:pt x="2269" y="7146"/>
                </a:lnTo>
                <a:lnTo>
                  <a:pt x="2290" y="7082"/>
                </a:lnTo>
                <a:lnTo>
                  <a:pt x="2354" y="7018"/>
                </a:lnTo>
                <a:lnTo>
                  <a:pt x="2483" y="6932"/>
                </a:lnTo>
                <a:lnTo>
                  <a:pt x="2654" y="6825"/>
                </a:lnTo>
                <a:lnTo>
                  <a:pt x="2654" y="6825"/>
                </a:lnTo>
                <a:lnTo>
                  <a:pt x="2804" y="6718"/>
                </a:lnTo>
                <a:lnTo>
                  <a:pt x="2932" y="6611"/>
                </a:lnTo>
                <a:lnTo>
                  <a:pt x="2996" y="6568"/>
                </a:lnTo>
                <a:lnTo>
                  <a:pt x="3039" y="6590"/>
                </a:lnTo>
                <a:lnTo>
                  <a:pt x="3082" y="6633"/>
                </a:lnTo>
                <a:lnTo>
                  <a:pt x="3103" y="6718"/>
                </a:lnTo>
                <a:lnTo>
                  <a:pt x="3103" y="6718"/>
                </a:lnTo>
                <a:lnTo>
                  <a:pt x="3082" y="6954"/>
                </a:lnTo>
                <a:lnTo>
                  <a:pt x="3061" y="7189"/>
                </a:lnTo>
                <a:lnTo>
                  <a:pt x="3039" y="7403"/>
                </a:lnTo>
                <a:lnTo>
                  <a:pt x="3039" y="7638"/>
                </a:lnTo>
                <a:lnTo>
                  <a:pt x="3039" y="7638"/>
                </a:lnTo>
                <a:lnTo>
                  <a:pt x="3061" y="8066"/>
                </a:lnTo>
                <a:lnTo>
                  <a:pt x="3082" y="8280"/>
                </a:lnTo>
                <a:lnTo>
                  <a:pt x="3125" y="8473"/>
                </a:lnTo>
                <a:lnTo>
                  <a:pt x="3189" y="8687"/>
                </a:lnTo>
                <a:lnTo>
                  <a:pt x="3253" y="8879"/>
                </a:lnTo>
                <a:lnTo>
                  <a:pt x="3339" y="9072"/>
                </a:lnTo>
                <a:lnTo>
                  <a:pt x="3446" y="9264"/>
                </a:lnTo>
                <a:lnTo>
                  <a:pt x="3446" y="9264"/>
                </a:lnTo>
                <a:lnTo>
                  <a:pt x="3531" y="9393"/>
                </a:lnTo>
                <a:lnTo>
                  <a:pt x="3595" y="9457"/>
                </a:lnTo>
                <a:lnTo>
                  <a:pt x="3660" y="9500"/>
                </a:lnTo>
                <a:lnTo>
                  <a:pt x="3724" y="9543"/>
                </a:lnTo>
                <a:lnTo>
                  <a:pt x="3788" y="9543"/>
                </a:lnTo>
                <a:lnTo>
                  <a:pt x="3852" y="9500"/>
                </a:lnTo>
                <a:lnTo>
                  <a:pt x="3895" y="9414"/>
                </a:lnTo>
                <a:lnTo>
                  <a:pt x="3895" y="9414"/>
                </a:lnTo>
                <a:lnTo>
                  <a:pt x="3895" y="9350"/>
                </a:lnTo>
                <a:lnTo>
                  <a:pt x="3874" y="9286"/>
                </a:lnTo>
                <a:lnTo>
                  <a:pt x="3874" y="9222"/>
                </a:lnTo>
                <a:lnTo>
                  <a:pt x="3874" y="9179"/>
                </a:lnTo>
                <a:lnTo>
                  <a:pt x="3895" y="9157"/>
                </a:lnTo>
                <a:lnTo>
                  <a:pt x="3895" y="9157"/>
                </a:lnTo>
                <a:lnTo>
                  <a:pt x="3959" y="9136"/>
                </a:lnTo>
                <a:lnTo>
                  <a:pt x="4023" y="9136"/>
                </a:lnTo>
                <a:lnTo>
                  <a:pt x="4109" y="9115"/>
                </a:lnTo>
                <a:lnTo>
                  <a:pt x="4130" y="9093"/>
                </a:lnTo>
                <a:lnTo>
                  <a:pt x="4152" y="9072"/>
                </a:lnTo>
                <a:lnTo>
                  <a:pt x="4152" y="9072"/>
                </a:lnTo>
                <a:lnTo>
                  <a:pt x="4173" y="9008"/>
                </a:lnTo>
                <a:lnTo>
                  <a:pt x="4152" y="8965"/>
                </a:lnTo>
                <a:lnTo>
                  <a:pt x="4109" y="8922"/>
                </a:lnTo>
                <a:lnTo>
                  <a:pt x="4045" y="8901"/>
                </a:lnTo>
                <a:lnTo>
                  <a:pt x="3895" y="8879"/>
                </a:lnTo>
                <a:lnTo>
                  <a:pt x="3852" y="8858"/>
                </a:lnTo>
                <a:lnTo>
                  <a:pt x="3809" y="8815"/>
                </a:lnTo>
                <a:lnTo>
                  <a:pt x="3809" y="8815"/>
                </a:lnTo>
                <a:lnTo>
                  <a:pt x="3809" y="8772"/>
                </a:lnTo>
                <a:lnTo>
                  <a:pt x="3852" y="8751"/>
                </a:lnTo>
                <a:lnTo>
                  <a:pt x="3959" y="8751"/>
                </a:lnTo>
                <a:lnTo>
                  <a:pt x="4087" y="8772"/>
                </a:lnTo>
                <a:lnTo>
                  <a:pt x="4130" y="8772"/>
                </a:lnTo>
                <a:lnTo>
                  <a:pt x="4173" y="8772"/>
                </a:lnTo>
                <a:lnTo>
                  <a:pt x="4173" y="8772"/>
                </a:lnTo>
                <a:lnTo>
                  <a:pt x="4237" y="8708"/>
                </a:lnTo>
                <a:lnTo>
                  <a:pt x="4237" y="8665"/>
                </a:lnTo>
                <a:lnTo>
                  <a:pt x="4237" y="8601"/>
                </a:lnTo>
                <a:lnTo>
                  <a:pt x="4237" y="8537"/>
                </a:lnTo>
                <a:lnTo>
                  <a:pt x="4237" y="8537"/>
                </a:lnTo>
                <a:lnTo>
                  <a:pt x="4259" y="8494"/>
                </a:lnTo>
                <a:lnTo>
                  <a:pt x="4301" y="8451"/>
                </a:lnTo>
                <a:lnTo>
                  <a:pt x="4344" y="8430"/>
                </a:lnTo>
                <a:lnTo>
                  <a:pt x="4366" y="8387"/>
                </a:lnTo>
                <a:lnTo>
                  <a:pt x="4366" y="8387"/>
                </a:lnTo>
                <a:lnTo>
                  <a:pt x="4344" y="8323"/>
                </a:lnTo>
                <a:lnTo>
                  <a:pt x="4301" y="8280"/>
                </a:lnTo>
                <a:lnTo>
                  <a:pt x="4259" y="8259"/>
                </a:lnTo>
                <a:lnTo>
                  <a:pt x="4194" y="8237"/>
                </a:lnTo>
                <a:lnTo>
                  <a:pt x="4066" y="8195"/>
                </a:lnTo>
                <a:lnTo>
                  <a:pt x="4023" y="8173"/>
                </a:lnTo>
                <a:lnTo>
                  <a:pt x="3981" y="8130"/>
                </a:lnTo>
                <a:lnTo>
                  <a:pt x="3981" y="8130"/>
                </a:lnTo>
                <a:lnTo>
                  <a:pt x="4045" y="8130"/>
                </a:lnTo>
                <a:lnTo>
                  <a:pt x="4130" y="8130"/>
                </a:lnTo>
                <a:lnTo>
                  <a:pt x="4216" y="8130"/>
                </a:lnTo>
                <a:lnTo>
                  <a:pt x="4259" y="8109"/>
                </a:lnTo>
                <a:lnTo>
                  <a:pt x="4280" y="8088"/>
                </a:lnTo>
                <a:lnTo>
                  <a:pt x="4280" y="8088"/>
                </a:lnTo>
                <a:lnTo>
                  <a:pt x="4301" y="8045"/>
                </a:lnTo>
                <a:lnTo>
                  <a:pt x="4280" y="8002"/>
                </a:lnTo>
                <a:lnTo>
                  <a:pt x="4237" y="7959"/>
                </a:lnTo>
                <a:lnTo>
                  <a:pt x="4194" y="7916"/>
                </a:lnTo>
                <a:lnTo>
                  <a:pt x="4173" y="7874"/>
                </a:lnTo>
                <a:lnTo>
                  <a:pt x="4173" y="7874"/>
                </a:lnTo>
                <a:lnTo>
                  <a:pt x="4194" y="7852"/>
                </a:lnTo>
                <a:lnTo>
                  <a:pt x="4216" y="7852"/>
                </a:lnTo>
                <a:lnTo>
                  <a:pt x="4280" y="7874"/>
                </a:lnTo>
                <a:lnTo>
                  <a:pt x="4344" y="7959"/>
                </a:lnTo>
                <a:lnTo>
                  <a:pt x="4430" y="8066"/>
                </a:lnTo>
                <a:lnTo>
                  <a:pt x="4558" y="8323"/>
                </a:lnTo>
                <a:lnTo>
                  <a:pt x="4644" y="8473"/>
                </a:lnTo>
                <a:lnTo>
                  <a:pt x="4644" y="8473"/>
                </a:lnTo>
                <a:lnTo>
                  <a:pt x="4665" y="8580"/>
                </a:lnTo>
                <a:lnTo>
                  <a:pt x="4687" y="8644"/>
                </a:lnTo>
                <a:lnTo>
                  <a:pt x="4644" y="8836"/>
                </a:lnTo>
                <a:lnTo>
                  <a:pt x="4644" y="8836"/>
                </a:lnTo>
                <a:lnTo>
                  <a:pt x="4622" y="8943"/>
                </a:lnTo>
                <a:lnTo>
                  <a:pt x="4622" y="9008"/>
                </a:lnTo>
                <a:lnTo>
                  <a:pt x="4665" y="9050"/>
                </a:lnTo>
                <a:lnTo>
                  <a:pt x="4665" y="9050"/>
                </a:lnTo>
                <a:lnTo>
                  <a:pt x="4729" y="9072"/>
                </a:lnTo>
                <a:lnTo>
                  <a:pt x="4794" y="9050"/>
                </a:lnTo>
                <a:lnTo>
                  <a:pt x="4836" y="8986"/>
                </a:lnTo>
                <a:lnTo>
                  <a:pt x="4879" y="8922"/>
                </a:lnTo>
                <a:lnTo>
                  <a:pt x="4965" y="8687"/>
                </a:lnTo>
                <a:lnTo>
                  <a:pt x="5029" y="8409"/>
                </a:lnTo>
                <a:lnTo>
                  <a:pt x="5072" y="8130"/>
                </a:lnTo>
                <a:lnTo>
                  <a:pt x="5114" y="7852"/>
                </a:lnTo>
                <a:lnTo>
                  <a:pt x="5136" y="7510"/>
                </a:lnTo>
                <a:lnTo>
                  <a:pt x="5136" y="7510"/>
                </a:lnTo>
                <a:lnTo>
                  <a:pt x="5136" y="6975"/>
                </a:lnTo>
                <a:lnTo>
                  <a:pt x="5136" y="6975"/>
                </a:lnTo>
                <a:lnTo>
                  <a:pt x="5093" y="6761"/>
                </a:lnTo>
                <a:lnTo>
                  <a:pt x="5072" y="6654"/>
                </a:lnTo>
                <a:lnTo>
                  <a:pt x="5072" y="6568"/>
                </a:lnTo>
                <a:lnTo>
                  <a:pt x="5072" y="6568"/>
                </a:lnTo>
                <a:lnTo>
                  <a:pt x="5093" y="6462"/>
                </a:lnTo>
                <a:lnTo>
                  <a:pt x="5179" y="6462"/>
                </a:lnTo>
                <a:lnTo>
                  <a:pt x="5179" y="6462"/>
                </a:lnTo>
                <a:lnTo>
                  <a:pt x="5221" y="6462"/>
                </a:lnTo>
                <a:lnTo>
                  <a:pt x="5286" y="6483"/>
                </a:lnTo>
                <a:lnTo>
                  <a:pt x="5435" y="6547"/>
                </a:lnTo>
                <a:lnTo>
                  <a:pt x="5692" y="6697"/>
                </a:lnTo>
                <a:lnTo>
                  <a:pt x="5692" y="6697"/>
                </a:lnTo>
                <a:lnTo>
                  <a:pt x="5863" y="6761"/>
                </a:lnTo>
                <a:lnTo>
                  <a:pt x="5906" y="6804"/>
                </a:lnTo>
                <a:lnTo>
                  <a:pt x="5949" y="6847"/>
                </a:lnTo>
                <a:lnTo>
                  <a:pt x="5970" y="6889"/>
                </a:lnTo>
                <a:lnTo>
                  <a:pt x="5970" y="6932"/>
                </a:lnTo>
                <a:lnTo>
                  <a:pt x="5949" y="7018"/>
                </a:lnTo>
                <a:lnTo>
                  <a:pt x="5906" y="7125"/>
                </a:lnTo>
                <a:lnTo>
                  <a:pt x="5906" y="7125"/>
                </a:lnTo>
                <a:lnTo>
                  <a:pt x="5778" y="7446"/>
                </a:lnTo>
                <a:lnTo>
                  <a:pt x="5692" y="7595"/>
                </a:lnTo>
                <a:lnTo>
                  <a:pt x="5628" y="7660"/>
                </a:lnTo>
                <a:lnTo>
                  <a:pt x="5564" y="7724"/>
                </a:lnTo>
                <a:lnTo>
                  <a:pt x="5564" y="7724"/>
                </a:lnTo>
                <a:lnTo>
                  <a:pt x="5414" y="7788"/>
                </a:lnTo>
                <a:lnTo>
                  <a:pt x="5264" y="7852"/>
                </a:lnTo>
                <a:lnTo>
                  <a:pt x="5200" y="7895"/>
                </a:lnTo>
                <a:lnTo>
                  <a:pt x="5179" y="7938"/>
                </a:lnTo>
                <a:lnTo>
                  <a:pt x="5200" y="8023"/>
                </a:lnTo>
                <a:lnTo>
                  <a:pt x="5264" y="8109"/>
                </a:lnTo>
                <a:lnTo>
                  <a:pt x="5264" y="8109"/>
                </a:lnTo>
                <a:lnTo>
                  <a:pt x="5307" y="8152"/>
                </a:lnTo>
                <a:lnTo>
                  <a:pt x="5371" y="8195"/>
                </a:lnTo>
                <a:lnTo>
                  <a:pt x="5542" y="8259"/>
                </a:lnTo>
                <a:lnTo>
                  <a:pt x="5714" y="8323"/>
                </a:lnTo>
                <a:lnTo>
                  <a:pt x="5756" y="8366"/>
                </a:lnTo>
                <a:lnTo>
                  <a:pt x="5799" y="8409"/>
                </a:lnTo>
                <a:lnTo>
                  <a:pt x="5799" y="8409"/>
                </a:lnTo>
                <a:lnTo>
                  <a:pt x="5821" y="8451"/>
                </a:lnTo>
                <a:lnTo>
                  <a:pt x="5799" y="8516"/>
                </a:lnTo>
                <a:lnTo>
                  <a:pt x="5714" y="8665"/>
                </a:lnTo>
                <a:lnTo>
                  <a:pt x="5564" y="8836"/>
                </a:lnTo>
                <a:lnTo>
                  <a:pt x="5371" y="9029"/>
                </a:lnTo>
                <a:lnTo>
                  <a:pt x="5008" y="9350"/>
                </a:lnTo>
                <a:lnTo>
                  <a:pt x="4858" y="9500"/>
                </a:lnTo>
                <a:lnTo>
                  <a:pt x="4751" y="9585"/>
                </a:lnTo>
                <a:lnTo>
                  <a:pt x="4751" y="9585"/>
                </a:lnTo>
                <a:lnTo>
                  <a:pt x="4708" y="9671"/>
                </a:lnTo>
                <a:lnTo>
                  <a:pt x="4687" y="9735"/>
                </a:lnTo>
                <a:lnTo>
                  <a:pt x="4687" y="9799"/>
                </a:lnTo>
                <a:lnTo>
                  <a:pt x="4708" y="9842"/>
                </a:lnTo>
                <a:lnTo>
                  <a:pt x="4751" y="9863"/>
                </a:lnTo>
                <a:lnTo>
                  <a:pt x="4815" y="9863"/>
                </a:lnTo>
                <a:lnTo>
                  <a:pt x="4879" y="9842"/>
                </a:lnTo>
                <a:lnTo>
                  <a:pt x="4965" y="9778"/>
                </a:lnTo>
                <a:lnTo>
                  <a:pt x="4965" y="9778"/>
                </a:lnTo>
                <a:lnTo>
                  <a:pt x="5307" y="9436"/>
                </a:lnTo>
                <a:lnTo>
                  <a:pt x="5649" y="9093"/>
                </a:lnTo>
                <a:lnTo>
                  <a:pt x="5649" y="9093"/>
                </a:lnTo>
                <a:lnTo>
                  <a:pt x="5778" y="8965"/>
                </a:lnTo>
                <a:lnTo>
                  <a:pt x="5928" y="8772"/>
                </a:lnTo>
                <a:lnTo>
                  <a:pt x="6056" y="8601"/>
                </a:lnTo>
                <a:lnTo>
                  <a:pt x="6099" y="8516"/>
                </a:lnTo>
                <a:lnTo>
                  <a:pt x="6120" y="8430"/>
                </a:lnTo>
                <a:lnTo>
                  <a:pt x="6120" y="8430"/>
                </a:lnTo>
                <a:lnTo>
                  <a:pt x="6141" y="8344"/>
                </a:lnTo>
                <a:lnTo>
                  <a:pt x="6099" y="8259"/>
                </a:lnTo>
                <a:lnTo>
                  <a:pt x="6035" y="8216"/>
                </a:lnTo>
                <a:lnTo>
                  <a:pt x="5970" y="8173"/>
                </a:lnTo>
                <a:lnTo>
                  <a:pt x="5778" y="8109"/>
                </a:lnTo>
                <a:lnTo>
                  <a:pt x="5692" y="8066"/>
                </a:lnTo>
                <a:lnTo>
                  <a:pt x="5628" y="8002"/>
                </a:lnTo>
                <a:lnTo>
                  <a:pt x="5628" y="8002"/>
                </a:lnTo>
                <a:lnTo>
                  <a:pt x="5692" y="7959"/>
                </a:lnTo>
                <a:lnTo>
                  <a:pt x="5756" y="7916"/>
                </a:lnTo>
                <a:lnTo>
                  <a:pt x="5842" y="7874"/>
                </a:lnTo>
                <a:lnTo>
                  <a:pt x="5885" y="7788"/>
                </a:lnTo>
                <a:lnTo>
                  <a:pt x="5885" y="7788"/>
                </a:lnTo>
                <a:lnTo>
                  <a:pt x="5906" y="7724"/>
                </a:lnTo>
                <a:lnTo>
                  <a:pt x="5928" y="7595"/>
                </a:lnTo>
                <a:lnTo>
                  <a:pt x="5970" y="7489"/>
                </a:lnTo>
                <a:lnTo>
                  <a:pt x="5992" y="7446"/>
                </a:lnTo>
                <a:lnTo>
                  <a:pt x="6013" y="7446"/>
                </a:lnTo>
                <a:lnTo>
                  <a:pt x="6013" y="7446"/>
                </a:lnTo>
                <a:lnTo>
                  <a:pt x="6056" y="7446"/>
                </a:lnTo>
                <a:lnTo>
                  <a:pt x="6099" y="7467"/>
                </a:lnTo>
                <a:lnTo>
                  <a:pt x="6141" y="7531"/>
                </a:lnTo>
                <a:lnTo>
                  <a:pt x="6163" y="7553"/>
                </a:lnTo>
                <a:lnTo>
                  <a:pt x="6184" y="7553"/>
                </a:lnTo>
                <a:lnTo>
                  <a:pt x="6227" y="7553"/>
                </a:lnTo>
                <a:lnTo>
                  <a:pt x="6291" y="7510"/>
                </a:lnTo>
                <a:lnTo>
                  <a:pt x="6291" y="7510"/>
                </a:lnTo>
                <a:lnTo>
                  <a:pt x="6334" y="7446"/>
                </a:lnTo>
                <a:lnTo>
                  <a:pt x="6377" y="7360"/>
                </a:lnTo>
                <a:lnTo>
                  <a:pt x="6420" y="7275"/>
                </a:lnTo>
                <a:lnTo>
                  <a:pt x="6441" y="7253"/>
                </a:lnTo>
                <a:lnTo>
                  <a:pt x="6484" y="7232"/>
                </a:lnTo>
                <a:lnTo>
                  <a:pt x="6484" y="7232"/>
                </a:lnTo>
                <a:lnTo>
                  <a:pt x="6505" y="7253"/>
                </a:lnTo>
                <a:lnTo>
                  <a:pt x="6527" y="7275"/>
                </a:lnTo>
                <a:lnTo>
                  <a:pt x="6527" y="7339"/>
                </a:lnTo>
                <a:lnTo>
                  <a:pt x="6484" y="7531"/>
                </a:lnTo>
                <a:lnTo>
                  <a:pt x="6462" y="7595"/>
                </a:lnTo>
                <a:lnTo>
                  <a:pt x="6484" y="7660"/>
                </a:lnTo>
                <a:lnTo>
                  <a:pt x="6505" y="7660"/>
                </a:lnTo>
                <a:lnTo>
                  <a:pt x="6527" y="7660"/>
                </a:lnTo>
                <a:lnTo>
                  <a:pt x="6634" y="7595"/>
                </a:lnTo>
                <a:lnTo>
                  <a:pt x="6634" y="7595"/>
                </a:lnTo>
                <a:lnTo>
                  <a:pt x="6676" y="7531"/>
                </a:lnTo>
                <a:lnTo>
                  <a:pt x="6719" y="7467"/>
                </a:lnTo>
                <a:lnTo>
                  <a:pt x="6783" y="7424"/>
                </a:lnTo>
                <a:lnTo>
                  <a:pt x="6805" y="7403"/>
                </a:lnTo>
                <a:lnTo>
                  <a:pt x="6848" y="7424"/>
                </a:lnTo>
                <a:lnTo>
                  <a:pt x="6848" y="7424"/>
                </a:lnTo>
                <a:lnTo>
                  <a:pt x="6890" y="7467"/>
                </a:lnTo>
                <a:lnTo>
                  <a:pt x="6912" y="7510"/>
                </a:lnTo>
                <a:lnTo>
                  <a:pt x="6933" y="7553"/>
                </a:lnTo>
                <a:lnTo>
                  <a:pt x="6976" y="7595"/>
                </a:lnTo>
                <a:lnTo>
                  <a:pt x="6976" y="7595"/>
                </a:lnTo>
                <a:lnTo>
                  <a:pt x="7040" y="7595"/>
                </a:lnTo>
                <a:lnTo>
                  <a:pt x="7126" y="7595"/>
                </a:lnTo>
                <a:lnTo>
                  <a:pt x="7190" y="7617"/>
                </a:lnTo>
                <a:lnTo>
                  <a:pt x="7211" y="7638"/>
                </a:lnTo>
                <a:lnTo>
                  <a:pt x="7254" y="7681"/>
                </a:lnTo>
                <a:lnTo>
                  <a:pt x="7254" y="7681"/>
                </a:lnTo>
                <a:lnTo>
                  <a:pt x="7254" y="7745"/>
                </a:lnTo>
                <a:lnTo>
                  <a:pt x="7233" y="7809"/>
                </a:lnTo>
                <a:lnTo>
                  <a:pt x="7233" y="7852"/>
                </a:lnTo>
                <a:lnTo>
                  <a:pt x="7233" y="7895"/>
                </a:lnTo>
                <a:lnTo>
                  <a:pt x="7275" y="7916"/>
                </a:lnTo>
                <a:lnTo>
                  <a:pt x="7275" y="7916"/>
                </a:lnTo>
                <a:lnTo>
                  <a:pt x="7318" y="7916"/>
                </a:lnTo>
                <a:lnTo>
                  <a:pt x="7404" y="7895"/>
                </a:lnTo>
                <a:lnTo>
                  <a:pt x="7554" y="7874"/>
                </a:lnTo>
                <a:lnTo>
                  <a:pt x="7554" y="7874"/>
                </a:lnTo>
                <a:lnTo>
                  <a:pt x="7618" y="7852"/>
                </a:lnTo>
                <a:lnTo>
                  <a:pt x="7682" y="7809"/>
                </a:lnTo>
                <a:lnTo>
                  <a:pt x="7725" y="7767"/>
                </a:lnTo>
                <a:lnTo>
                  <a:pt x="7703" y="7681"/>
                </a:lnTo>
                <a:lnTo>
                  <a:pt x="7703" y="7681"/>
                </a:lnTo>
                <a:close/>
                <a:moveTo>
                  <a:pt x="6184" y="3017"/>
                </a:moveTo>
                <a:lnTo>
                  <a:pt x="6184" y="3017"/>
                </a:lnTo>
                <a:lnTo>
                  <a:pt x="6120" y="3017"/>
                </a:lnTo>
                <a:lnTo>
                  <a:pt x="6077" y="2995"/>
                </a:lnTo>
                <a:lnTo>
                  <a:pt x="6035" y="2953"/>
                </a:lnTo>
                <a:lnTo>
                  <a:pt x="6013" y="2888"/>
                </a:lnTo>
                <a:lnTo>
                  <a:pt x="6013" y="2760"/>
                </a:lnTo>
                <a:lnTo>
                  <a:pt x="6035" y="2632"/>
                </a:lnTo>
                <a:lnTo>
                  <a:pt x="6035" y="2632"/>
                </a:lnTo>
                <a:lnTo>
                  <a:pt x="6056" y="2482"/>
                </a:lnTo>
                <a:lnTo>
                  <a:pt x="6099" y="2311"/>
                </a:lnTo>
                <a:lnTo>
                  <a:pt x="6120" y="2247"/>
                </a:lnTo>
                <a:lnTo>
                  <a:pt x="6163" y="2182"/>
                </a:lnTo>
                <a:lnTo>
                  <a:pt x="6227" y="2140"/>
                </a:lnTo>
                <a:lnTo>
                  <a:pt x="6291" y="2140"/>
                </a:lnTo>
                <a:lnTo>
                  <a:pt x="6291" y="2140"/>
                </a:lnTo>
                <a:lnTo>
                  <a:pt x="6355" y="2140"/>
                </a:lnTo>
                <a:lnTo>
                  <a:pt x="6398" y="2161"/>
                </a:lnTo>
                <a:lnTo>
                  <a:pt x="6441" y="2204"/>
                </a:lnTo>
                <a:lnTo>
                  <a:pt x="6441" y="2247"/>
                </a:lnTo>
                <a:lnTo>
                  <a:pt x="6462" y="2354"/>
                </a:lnTo>
                <a:lnTo>
                  <a:pt x="6462" y="2482"/>
                </a:lnTo>
                <a:lnTo>
                  <a:pt x="6462" y="2482"/>
                </a:lnTo>
                <a:lnTo>
                  <a:pt x="6441" y="2632"/>
                </a:lnTo>
                <a:lnTo>
                  <a:pt x="6398" y="2803"/>
                </a:lnTo>
                <a:lnTo>
                  <a:pt x="6377" y="2867"/>
                </a:lnTo>
                <a:lnTo>
                  <a:pt x="6334" y="2931"/>
                </a:lnTo>
                <a:lnTo>
                  <a:pt x="6270" y="2995"/>
                </a:lnTo>
                <a:lnTo>
                  <a:pt x="6184" y="3017"/>
                </a:lnTo>
                <a:lnTo>
                  <a:pt x="6184" y="3017"/>
                </a:lnTo>
                <a:close/>
                <a:moveTo>
                  <a:pt x="6099" y="1669"/>
                </a:moveTo>
                <a:lnTo>
                  <a:pt x="6099" y="1669"/>
                </a:lnTo>
                <a:lnTo>
                  <a:pt x="6120" y="1626"/>
                </a:lnTo>
                <a:lnTo>
                  <a:pt x="6184" y="1583"/>
                </a:lnTo>
                <a:lnTo>
                  <a:pt x="6248" y="1562"/>
                </a:lnTo>
                <a:lnTo>
                  <a:pt x="6313" y="1562"/>
                </a:lnTo>
                <a:lnTo>
                  <a:pt x="6313" y="1562"/>
                </a:lnTo>
                <a:lnTo>
                  <a:pt x="6398" y="1540"/>
                </a:lnTo>
                <a:lnTo>
                  <a:pt x="6420" y="1540"/>
                </a:lnTo>
                <a:lnTo>
                  <a:pt x="6377" y="1647"/>
                </a:lnTo>
                <a:lnTo>
                  <a:pt x="6377" y="1647"/>
                </a:lnTo>
                <a:lnTo>
                  <a:pt x="6355" y="1733"/>
                </a:lnTo>
                <a:lnTo>
                  <a:pt x="6313" y="1797"/>
                </a:lnTo>
                <a:lnTo>
                  <a:pt x="6270" y="1840"/>
                </a:lnTo>
                <a:lnTo>
                  <a:pt x="6227" y="1861"/>
                </a:lnTo>
                <a:lnTo>
                  <a:pt x="6184" y="1861"/>
                </a:lnTo>
                <a:lnTo>
                  <a:pt x="6141" y="1819"/>
                </a:lnTo>
                <a:lnTo>
                  <a:pt x="6099" y="1776"/>
                </a:lnTo>
                <a:lnTo>
                  <a:pt x="6099" y="1669"/>
                </a:lnTo>
                <a:lnTo>
                  <a:pt x="6099" y="1669"/>
                </a:lnTo>
                <a:close/>
                <a:moveTo>
                  <a:pt x="6163" y="1412"/>
                </a:moveTo>
                <a:lnTo>
                  <a:pt x="6163" y="1412"/>
                </a:lnTo>
                <a:lnTo>
                  <a:pt x="6141" y="1391"/>
                </a:lnTo>
                <a:lnTo>
                  <a:pt x="6141" y="1369"/>
                </a:lnTo>
                <a:lnTo>
                  <a:pt x="6163" y="1305"/>
                </a:lnTo>
                <a:lnTo>
                  <a:pt x="6248" y="1262"/>
                </a:lnTo>
                <a:lnTo>
                  <a:pt x="6334" y="1198"/>
                </a:lnTo>
                <a:lnTo>
                  <a:pt x="6527" y="1091"/>
                </a:lnTo>
                <a:lnTo>
                  <a:pt x="6591" y="1048"/>
                </a:lnTo>
                <a:lnTo>
                  <a:pt x="6612" y="1027"/>
                </a:lnTo>
                <a:lnTo>
                  <a:pt x="6612" y="1027"/>
                </a:lnTo>
                <a:lnTo>
                  <a:pt x="6634" y="1113"/>
                </a:lnTo>
                <a:lnTo>
                  <a:pt x="6634" y="1198"/>
                </a:lnTo>
                <a:lnTo>
                  <a:pt x="6569" y="1262"/>
                </a:lnTo>
                <a:lnTo>
                  <a:pt x="6505" y="1305"/>
                </a:lnTo>
                <a:lnTo>
                  <a:pt x="6313" y="1369"/>
                </a:lnTo>
                <a:lnTo>
                  <a:pt x="6163" y="1412"/>
                </a:lnTo>
                <a:lnTo>
                  <a:pt x="6163" y="1412"/>
                </a:lnTo>
                <a:close/>
                <a:moveTo>
                  <a:pt x="6163" y="214"/>
                </a:moveTo>
                <a:lnTo>
                  <a:pt x="6163" y="214"/>
                </a:lnTo>
                <a:lnTo>
                  <a:pt x="6248" y="214"/>
                </a:lnTo>
                <a:lnTo>
                  <a:pt x="6377" y="257"/>
                </a:lnTo>
                <a:lnTo>
                  <a:pt x="6527" y="300"/>
                </a:lnTo>
                <a:lnTo>
                  <a:pt x="6612" y="342"/>
                </a:lnTo>
                <a:lnTo>
                  <a:pt x="6612" y="342"/>
                </a:lnTo>
                <a:lnTo>
                  <a:pt x="6676" y="407"/>
                </a:lnTo>
                <a:lnTo>
                  <a:pt x="6719" y="492"/>
                </a:lnTo>
                <a:lnTo>
                  <a:pt x="6741" y="578"/>
                </a:lnTo>
                <a:lnTo>
                  <a:pt x="6741" y="685"/>
                </a:lnTo>
                <a:lnTo>
                  <a:pt x="6741" y="685"/>
                </a:lnTo>
                <a:lnTo>
                  <a:pt x="6719" y="727"/>
                </a:lnTo>
                <a:lnTo>
                  <a:pt x="6698" y="770"/>
                </a:lnTo>
                <a:lnTo>
                  <a:pt x="6655" y="813"/>
                </a:lnTo>
                <a:lnTo>
                  <a:pt x="6591" y="813"/>
                </a:lnTo>
                <a:lnTo>
                  <a:pt x="6462" y="856"/>
                </a:lnTo>
                <a:lnTo>
                  <a:pt x="6355" y="899"/>
                </a:lnTo>
                <a:lnTo>
                  <a:pt x="6355" y="899"/>
                </a:lnTo>
                <a:lnTo>
                  <a:pt x="6184" y="1027"/>
                </a:lnTo>
                <a:lnTo>
                  <a:pt x="6141" y="1048"/>
                </a:lnTo>
                <a:lnTo>
                  <a:pt x="6099" y="1048"/>
                </a:lnTo>
                <a:lnTo>
                  <a:pt x="6077" y="1027"/>
                </a:lnTo>
                <a:lnTo>
                  <a:pt x="6056" y="984"/>
                </a:lnTo>
                <a:lnTo>
                  <a:pt x="6056" y="984"/>
                </a:lnTo>
                <a:lnTo>
                  <a:pt x="6141" y="856"/>
                </a:lnTo>
                <a:lnTo>
                  <a:pt x="6313" y="642"/>
                </a:lnTo>
                <a:lnTo>
                  <a:pt x="6377" y="535"/>
                </a:lnTo>
                <a:lnTo>
                  <a:pt x="6377" y="471"/>
                </a:lnTo>
                <a:lnTo>
                  <a:pt x="6355" y="449"/>
                </a:lnTo>
                <a:lnTo>
                  <a:pt x="6334" y="449"/>
                </a:lnTo>
                <a:lnTo>
                  <a:pt x="6184" y="513"/>
                </a:lnTo>
                <a:lnTo>
                  <a:pt x="6184" y="513"/>
                </a:lnTo>
                <a:lnTo>
                  <a:pt x="6056" y="642"/>
                </a:lnTo>
                <a:lnTo>
                  <a:pt x="5970" y="706"/>
                </a:lnTo>
                <a:lnTo>
                  <a:pt x="5928" y="706"/>
                </a:lnTo>
                <a:lnTo>
                  <a:pt x="5906" y="663"/>
                </a:lnTo>
                <a:lnTo>
                  <a:pt x="5906" y="663"/>
                </a:lnTo>
                <a:lnTo>
                  <a:pt x="5928" y="578"/>
                </a:lnTo>
                <a:lnTo>
                  <a:pt x="6013" y="428"/>
                </a:lnTo>
                <a:lnTo>
                  <a:pt x="6099" y="278"/>
                </a:lnTo>
                <a:lnTo>
                  <a:pt x="6163" y="214"/>
                </a:lnTo>
                <a:lnTo>
                  <a:pt x="6163" y="214"/>
                </a:lnTo>
                <a:close/>
                <a:moveTo>
                  <a:pt x="5778" y="235"/>
                </a:moveTo>
                <a:lnTo>
                  <a:pt x="5778" y="235"/>
                </a:lnTo>
                <a:lnTo>
                  <a:pt x="5821" y="257"/>
                </a:lnTo>
                <a:lnTo>
                  <a:pt x="5863" y="278"/>
                </a:lnTo>
                <a:lnTo>
                  <a:pt x="5863" y="278"/>
                </a:lnTo>
                <a:lnTo>
                  <a:pt x="5863" y="321"/>
                </a:lnTo>
                <a:lnTo>
                  <a:pt x="5821" y="342"/>
                </a:lnTo>
                <a:lnTo>
                  <a:pt x="5756" y="342"/>
                </a:lnTo>
                <a:lnTo>
                  <a:pt x="5714" y="342"/>
                </a:lnTo>
                <a:lnTo>
                  <a:pt x="5671" y="321"/>
                </a:lnTo>
                <a:lnTo>
                  <a:pt x="5649" y="278"/>
                </a:lnTo>
                <a:lnTo>
                  <a:pt x="5692" y="257"/>
                </a:lnTo>
                <a:lnTo>
                  <a:pt x="5778" y="235"/>
                </a:lnTo>
                <a:lnTo>
                  <a:pt x="5778" y="235"/>
                </a:lnTo>
                <a:close/>
                <a:moveTo>
                  <a:pt x="3146" y="620"/>
                </a:moveTo>
                <a:lnTo>
                  <a:pt x="3146" y="620"/>
                </a:lnTo>
                <a:lnTo>
                  <a:pt x="3424" y="556"/>
                </a:lnTo>
                <a:lnTo>
                  <a:pt x="3916" y="471"/>
                </a:lnTo>
                <a:lnTo>
                  <a:pt x="4387" y="407"/>
                </a:lnTo>
                <a:lnTo>
                  <a:pt x="4537" y="407"/>
                </a:lnTo>
                <a:lnTo>
                  <a:pt x="4580" y="407"/>
                </a:lnTo>
                <a:lnTo>
                  <a:pt x="4601" y="407"/>
                </a:lnTo>
                <a:lnTo>
                  <a:pt x="4601" y="407"/>
                </a:lnTo>
                <a:lnTo>
                  <a:pt x="4922" y="428"/>
                </a:lnTo>
                <a:lnTo>
                  <a:pt x="5093" y="471"/>
                </a:lnTo>
                <a:lnTo>
                  <a:pt x="5221" y="513"/>
                </a:lnTo>
                <a:lnTo>
                  <a:pt x="5350" y="578"/>
                </a:lnTo>
                <a:lnTo>
                  <a:pt x="5478" y="685"/>
                </a:lnTo>
                <a:lnTo>
                  <a:pt x="5585" y="792"/>
                </a:lnTo>
                <a:lnTo>
                  <a:pt x="5671" y="963"/>
                </a:lnTo>
                <a:lnTo>
                  <a:pt x="5671" y="963"/>
                </a:lnTo>
                <a:lnTo>
                  <a:pt x="5735" y="1113"/>
                </a:lnTo>
                <a:lnTo>
                  <a:pt x="5799" y="1284"/>
                </a:lnTo>
                <a:lnTo>
                  <a:pt x="5821" y="1476"/>
                </a:lnTo>
                <a:lnTo>
                  <a:pt x="5821" y="1562"/>
                </a:lnTo>
                <a:lnTo>
                  <a:pt x="5821" y="1626"/>
                </a:lnTo>
                <a:lnTo>
                  <a:pt x="5821" y="1626"/>
                </a:lnTo>
                <a:lnTo>
                  <a:pt x="5778" y="1669"/>
                </a:lnTo>
                <a:lnTo>
                  <a:pt x="5735" y="1733"/>
                </a:lnTo>
                <a:lnTo>
                  <a:pt x="5585" y="1797"/>
                </a:lnTo>
                <a:lnTo>
                  <a:pt x="5435" y="1840"/>
                </a:lnTo>
                <a:lnTo>
                  <a:pt x="5307" y="1840"/>
                </a:lnTo>
                <a:lnTo>
                  <a:pt x="5307" y="1840"/>
                </a:lnTo>
                <a:lnTo>
                  <a:pt x="5221" y="1819"/>
                </a:lnTo>
                <a:lnTo>
                  <a:pt x="5179" y="1776"/>
                </a:lnTo>
                <a:lnTo>
                  <a:pt x="5114" y="1712"/>
                </a:lnTo>
                <a:lnTo>
                  <a:pt x="5072" y="1669"/>
                </a:lnTo>
                <a:lnTo>
                  <a:pt x="5072" y="1669"/>
                </a:lnTo>
                <a:lnTo>
                  <a:pt x="4986" y="1626"/>
                </a:lnTo>
                <a:lnTo>
                  <a:pt x="4901" y="1605"/>
                </a:lnTo>
                <a:lnTo>
                  <a:pt x="4751" y="1562"/>
                </a:lnTo>
                <a:lnTo>
                  <a:pt x="4751" y="1562"/>
                </a:lnTo>
                <a:lnTo>
                  <a:pt x="4601" y="1540"/>
                </a:lnTo>
                <a:lnTo>
                  <a:pt x="4451" y="1540"/>
                </a:lnTo>
                <a:lnTo>
                  <a:pt x="4301" y="1562"/>
                </a:lnTo>
                <a:lnTo>
                  <a:pt x="4237" y="1583"/>
                </a:lnTo>
                <a:lnTo>
                  <a:pt x="4173" y="1626"/>
                </a:lnTo>
                <a:lnTo>
                  <a:pt x="4173" y="1626"/>
                </a:lnTo>
                <a:lnTo>
                  <a:pt x="4130" y="1669"/>
                </a:lnTo>
                <a:lnTo>
                  <a:pt x="4087" y="1712"/>
                </a:lnTo>
                <a:lnTo>
                  <a:pt x="4045" y="1776"/>
                </a:lnTo>
                <a:lnTo>
                  <a:pt x="4002" y="1819"/>
                </a:lnTo>
                <a:lnTo>
                  <a:pt x="4002" y="1819"/>
                </a:lnTo>
                <a:lnTo>
                  <a:pt x="3938" y="1819"/>
                </a:lnTo>
                <a:lnTo>
                  <a:pt x="3874" y="1819"/>
                </a:lnTo>
                <a:lnTo>
                  <a:pt x="3745" y="1797"/>
                </a:lnTo>
                <a:lnTo>
                  <a:pt x="3745" y="1797"/>
                </a:lnTo>
                <a:lnTo>
                  <a:pt x="3638" y="1819"/>
                </a:lnTo>
                <a:lnTo>
                  <a:pt x="3553" y="1840"/>
                </a:lnTo>
                <a:lnTo>
                  <a:pt x="3381" y="1904"/>
                </a:lnTo>
                <a:lnTo>
                  <a:pt x="3381" y="1904"/>
                </a:lnTo>
                <a:lnTo>
                  <a:pt x="3253" y="1947"/>
                </a:lnTo>
                <a:lnTo>
                  <a:pt x="3125" y="1904"/>
                </a:lnTo>
                <a:lnTo>
                  <a:pt x="3125" y="1904"/>
                </a:lnTo>
                <a:lnTo>
                  <a:pt x="2825" y="1797"/>
                </a:lnTo>
                <a:lnTo>
                  <a:pt x="2675" y="1776"/>
                </a:lnTo>
                <a:lnTo>
                  <a:pt x="2590" y="1754"/>
                </a:lnTo>
                <a:lnTo>
                  <a:pt x="2504" y="1776"/>
                </a:lnTo>
                <a:lnTo>
                  <a:pt x="2504" y="1776"/>
                </a:lnTo>
                <a:lnTo>
                  <a:pt x="2440" y="1776"/>
                </a:lnTo>
                <a:lnTo>
                  <a:pt x="2376" y="1819"/>
                </a:lnTo>
                <a:lnTo>
                  <a:pt x="2290" y="1883"/>
                </a:lnTo>
                <a:lnTo>
                  <a:pt x="2205" y="1968"/>
                </a:lnTo>
                <a:lnTo>
                  <a:pt x="2098" y="2054"/>
                </a:lnTo>
                <a:lnTo>
                  <a:pt x="2098" y="2054"/>
                </a:lnTo>
                <a:lnTo>
                  <a:pt x="1969" y="2097"/>
                </a:lnTo>
                <a:lnTo>
                  <a:pt x="1777" y="2118"/>
                </a:lnTo>
                <a:lnTo>
                  <a:pt x="1691" y="2097"/>
                </a:lnTo>
                <a:lnTo>
                  <a:pt x="1606" y="2097"/>
                </a:lnTo>
                <a:lnTo>
                  <a:pt x="1563" y="2054"/>
                </a:lnTo>
                <a:lnTo>
                  <a:pt x="1520" y="2011"/>
                </a:lnTo>
                <a:lnTo>
                  <a:pt x="1520" y="2011"/>
                </a:lnTo>
                <a:lnTo>
                  <a:pt x="1520" y="1947"/>
                </a:lnTo>
                <a:lnTo>
                  <a:pt x="1541" y="1883"/>
                </a:lnTo>
                <a:lnTo>
                  <a:pt x="1606" y="1712"/>
                </a:lnTo>
                <a:lnTo>
                  <a:pt x="1713" y="1540"/>
                </a:lnTo>
                <a:lnTo>
                  <a:pt x="1820" y="1412"/>
                </a:lnTo>
                <a:lnTo>
                  <a:pt x="1820" y="1412"/>
                </a:lnTo>
                <a:lnTo>
                  <a:pt x="1948" y="1284"/>
                </a:lnTo>
                <a:lnTo>
                  <a:pt x="2098" y="1155"/>
                </a:lnTo>
                <a:lnTo>
                  <a:pt x="2247" y="1027"/>
                </a:lnTo>
                <a:lnTo>
                  <a:pt x="2419" y="920"/>
                </a:lnTo>
                <a:lnTo>
                  <a:pt x="2782" y="749"/>
                </a:lnTo>
                <a:lnTo>
                  <a:pt x="3146" y="620"/>
                </a:lnTo>
                <a:lnTo>
                  <a:pt x="3146" y="620"/>
                </a:lnTo>
                <a:close/>
                <a:moveTo>
                  <a:pt x="5093" y="2225"/>
                </a:moveTo>
                <a:lnTo>
                  <a:pt x="5093" y="2225"/>
                </a:lnTo>
                <a:lnTo>
                  <a:pt x="5050" y="2461"/>
                </a:lnTo>
                <a:lnTo>
                  <a:pt x="5008" y="2567"/>
                </a:lnTo>
                <a:lnTo>
                  <a:pt x="4965" y="2632"/>
                </a:lnTo>
                <a:lnTo>
                  <a:pt x="4922" y="2696"/>
                </a:lnTo>
                <a:lnTo>
                  <a:pt x="4836" y="2739"/>
                </a:lnTo>
                <a:lnTo>
                  <a:pt x="4729" y="2760"/>
                </a:lnTo>
                <a:lnTo>
                  <a:pt x="4601" y="2760"/>
                </a:lnTo>
                <a:lnTo>
                  <a:pt x="4601" y="2760"/>
                </a:lnTo>
                <a:lnTo>
                  <a:pt x="4494" y="2739"/>
                </a:lnTo>
                <a:lnTo>
                  <a:pt x="4408" y="2696"/>
                </a:lnTo>
                <a:lnTo>
                  <a:pt x="4344" y="2653"/>
                </a:lnTo>
                <a:lnTo>
                  <a:pt x="4280" y="2589"/>
                </a:lnTo>
                <a:lnTo>
                  <a:pt x="4237" y="2525"/>
                </a:lnTo>
                <a:lnTo>
                  <a:pt x="4194" y="2439"/>
                </a:lnTo>
                <a:lnTo>
                  <a:pt x="4173" y="2354"/>
                </a:lnTo>
                <a:lnTo>
                  <a:pt x="4173" y="2247"/>
                </a:lnTo>
                <a:lnTo>
                  <a:pt x="4173" y="2247"/>
                </a:lnTo>
                <a:lnTo>
                  <a:pt x="4194" y="2140"/>
                </a:lnTo>
                <a:lnTo>
                  <a:pt x="4237" y="2075"/>
                </a:lnTo>
                <a:lnTo>
                  <a:pt x="4280" y="2011"/>
                </a:lnTo>
                <a:lnTo>
                  <a:pt x="4344" y="1947"/>
                </a:lnTo>
                <a:lnTo>
                  <a:pt x="4408" y="1904"/>
                </a:lnTo>
                <a:lnTo>
                  <a:pt x="4494" y="1883"/>
                </a:lnTo>
                <a:lnTo>
                  <a:pt x="4665" y="1840"/>
                </a:lnTo>
                <a:lnTo>
                  <a:pt x="4665" y="1840"/>
                </a:lnTo>
                <a:lnTo>
                  <a:pt x="4772" y="1840"/>
                </a:lnTo>
                <a:lnTo>
                  <a:pt x="4858" y="1861"/>
                </a:lnTo>
                <a:lnTo>
                  <a:pt x="4943" y="1883"/>
                </a:lnTo>
                <a:lnTo>
                  <a:pt x="5008" y="1947"/>
                </a:lnTo>
                <a:lnTo>
                  <a:pt x="5008" y="1947"/>
                </a:lnTo>
                <a:lnTo>
                  <a:pt x="5029" y="2011"/>
                </a:lnTo>
                <a:lnTo>
                  <a:pt x="5050" y="2118"/>
                </a:lnTo>
                <a:lnTo>
                  <a:pt x="5072" y="2204"/>
                </a:lnTo>
                <a:lnTo>
                  <a:pt x="5093" y="2225"/>
                </a:lnTo>
                <a:lnTo>
                  <a:pt x="5093" y="2225"/>
                </a:lnTo>
                <a:close/>
                <a:moveTo>
                  <a:pt x="4066" y="3381"/>
                </a:moveTo>
                <a:lnTo>
                  <a:pt x="4066" y="3381"/>
                </a:lnTo>
                <a:lnTo>
                  <a:pt x="4045" y="3445"/>
                </a:lnTo>
                <a:lnTo>
                  <a:pt x="3981" y="3488"/>
                </a:lnTo>
                <a:lnTo>
                  <a:pt x="3895" y="3530"/>
                </a:lnTo>
                <a:lnTo>
                  <a:pt x="3809" y="3552"/>
                </a:lnTo>
                <a:lnTo>
                  <a:pt x="3724" y="3573"/>
                </a:lnTo>
                <a:lnTo>
                  <a:pt x="3617" y="3573"/>
                </a:lnTo>
                <a:lnTo>
                  <a:pt x="3553" y="3552"/>
                </a:lnTo>
                <a:lnTo>
                  <a:pt x="3488" y="3509"/>
                </a:lnTo>
                <a:lnTo>
                  <a:pt x="3488" y="3509"/>
                </a:lnTo>
                <a:lnTo>
                  <a:pt x="3446" y="3445"/>
                </a:lnTo>
                <a:lnTo>
                  <a:pt x="3424" y="3338"/>
                </a:lnTo>
                <a:lnTo>
                  <a:pt x="3381" y="3081"/>
                </a:lnTo>
                <a:lnTo>
                  <a:pt x="3360" y="2717"/>
                </a:lnTo>
                <a:lnTo>
                  <a:pt x="3360" y="2717"/>
                </a:lnTo>
                <a:lnTo>
                  <a:pt x="3360" y="2546"/>
                </a:lnTo>
                <a:lnTo>
                  <a:pt x="3360" y="2375"/>
                </a:lnTo>
                <a:lnTo>
                  <a:pt x="3381" y="2289"/>
                </a:lnTo>
                <a:lnTo>
                  <a:pt x="3403" y="2225"/>
                </a:lnTo>
                <a:lnTo>
                  <a:pt x="3424" y="2140"/>
                </a:lnTo>
                <a:lnTo>
                  <a:pt x="3488" y="2097"/>
                </a:lnTo>
                <a:lnTo>
                  <a:pt x="3488" y="2097"/>
                </a:lnTo>
                <a:lnTo>
                  <a:pt x="3574" y="2054"/>
                </a:lnTo>
                <a:lnTo>
                  <a:pt x="3681" y="2033"/>
                </a:lnTo>
                <a:lnTo>
                  <a:pt x="3788" y="2054"/>
                </a:lnTo>
                <a:lnTo>
                  <a:pt x="3874" y="2097"/>
                </a:lnTo>
                <a:lnTo>
                  <a:pt x="3874" y="2097"/>
                </a:lnTo>
                <a:lnTo>
                  <a:pt x="3916" y="2161"/>
                </a:lnTo>
                <a:lnTo>
                  <a:pt x="3938" y="2225"/>
                </a:lnTo>
                <a:lnTo>
                  <a:pt x="3981" y="2418"/>
                </a:lnTo>
                <a:lnTo>
                  <a:pt x="4045" y="2803"/>
                </a:lnTo>
                <a:lnTo>
                  <a:pt x="4045" y="2803"/>
                </a:lnTo>
                <a:lnTo>
                  <a:pt x="4087" y="3102"/>
                </a:lnTo>
                <a:lnTo>
                  <a:pt x="4087" y="3252"/>
                </a:lnTo>
                <a:lnTo>
                  <a:pt x="4087" y="3338"/>
                </a:lnTo>
                <a:lnTo>
                  <a:pt x="4066" y="3381"/>
                </a:lnTo>
                <a:lnTo>
                  <a:pt x="4066" y="3381"/>
                </a:lnTo>
                <a:close/>
                <a:moveTo>
                  <a:pt x="2654" y="2953"/>
                </a:moveTo>
                <a:lnTo>
                  <a:pt x="2654" y="2953"/>
                </a:lnTo>
                <a:lnTo>
                  <a:pt x="2547" y="2910"/>
                </a:lnTo>
                <a:lnTo>
                  <a:pt x="2483" y="2867"/>
                </a:lnTo>
                <a:lnTo>
                  <a:pt x="2397" y="2803"/>
                </a:lnTo>
                <a:lnTo>
                  <a:pt x="2333" y="2717"/>
                </a:lnTo>
                <a:lnTo>
                  <a:pt x="2290" y="2632"/>
                </a:lnTo>
                <a:lnTo>
                  <a:pt x="2269" y="2546"/>
                </a:lnTo>
                <a:lnTo>
                  <a:pt x="2247" y="2439"/>
                </a:lnTo>
                <a:lnTo>
                  <a:pt x="2269" y="2354"/>
                </a:lnTo>
                <a:lnTo>
                  <a:pt x="2269" y="2354"/>
                </a:lnTo>
                <a:lnTo>
                  <a:pt x="2290" y="2268"/>
                </a:lnTo>
                <a:lnTo>
                  <a:pt x="2354" y="2204"/>
                </a:lnTo>
                <a:lnTo>
                  <a:pt x="2419" y="2140"/>
                </a:lnTo>
                <a:lnTo>
                  <a:pt x="2483" y="2097"/>
                </a:lnTo>
                <a:lnTo>
                  <a:pt x="2483" y="2097"/>
                </a:lnTo>
                <a:lnTo>
                  <a:pt x="2611" y="2054"/>
                </a:lnTo>
                <a:lnTo>
                  <a:pt x="2675" y="2033"/>
                </a:lnTo>
                <a:lnTo>
                  <a:pt x="2697" y="2054"/>
                </a:lnTo>
                <a:lnTo>
                  <a:pt x="2697" y="2054"/>
                </a:lnTo>
                <a:lnTo>
                  <a:pt x="2825" y="2054"/>
                </a:lnTo>
                <a:lnTo>
                  <a:pt x="2932" y="2097"/>
                </a:lnTo>
                <a:lnTo>
                  <a:pt x="2996" y="2140"/>
                </a:lnTo>
                <a:lnTo>
                  <a:pt x="3061" y="2204"/>
                </a:lnTo>
                <a:lnTo>
                  <a:pt x="3103" y="2289"/>
                </a:lnTo>
                <a:lnTo>
                  <a:pt x="3125" y="2375"/>
                </a:lnTo>
                <a:lnTo>
                  <a:pt x="3125" y="2461"/>
                </a:lnTo>
                <a:lnTo>
                  <a:pt x="3125" y="2567"/>
                </a:lnTo>
                <a:lnTo>
                  <a:pt x="3103" y="2653"/>
                </a:lnTo>
                <a:lnTo>
                  <a:pt x="3061" y="2739"/>
                </a:lnTo>
                <a:lnTo>
                  <a:pt x="3018" y="2803"/>
                </a:lnTo>
                <a:lnTo>
                  <a:pt x="2954" y="2888"/>
                </a:lnTo>
                <a:lnTo>
                  <a:pt x="2889" y="2931"/>
                </a:lnTo>
                <a:lnTo>
                  <a:pt x="2825" y="2953"/>
                </a:lnTo>
                <a:lnTo>
                  <a:pt x="2740" y="2974"/>
                </a:lnTo>
                <a:lnTo>
                  <a:pt x="2654" y="2953"/>
                </a:lnTo>
                <a:lnTo>
                  <a:pt x="2654" y="2953"/>
                </a:lnTo>
                <a:close/>
                <a:moveTo>
                  <a:pt x="1434" y="1006"/>
                </a:moveTo>
                <a:lnTo>
                  <a:pt x="1434" y="1006"/>
                </a:lnTo>
                <a:lnTo>
                  <a:pt x="1477" y="1048"/>
                </a:lnTo>
                <a:lnTo>
                  <a:pt x="1520" y="1091"/>
                </a:lnTo>
                <a:lnTo>
                  <a:pt x="1541" y="1155"/>
                </a:lnTo>
                <a:lnTo>
                  <a:pt x="1541" y="1220"/>
                </a:lnTo>
                <a:lnTo>
                  <a:pt x="1541" y="1262"/>
                </a:lnTo>
                <a:lnTo>
                  <a:pt x="1520" y="1305"/>
                </a:lnTo>
                <a:lnTo>
                  <a:pt x="1456" y="1348"/>
                </a:lnTo>
                <a:lnTo>
                  <a:pt x="1392" y="1348"/>
                </a:lnTo>
                <a:lnTo>
                  <a:pt x="1392" y="1348"/>
                </a:lnTo>
                <a:lnTo>
                  <a:pt x="1285" y="1262"/>
                </a:lnTo>
                <a:lnTo>
                  <a:pt x="1220" y="1220"/>
                </a:lnTo>
                <a:lnTo>
                  <a:pt x="1199" y="1155"/>
                </a:lnTo>
                <a:lnTo>
                  <a:pt x="1199" y="1155"/>
                </a:lnTo>
                <a:lnTo>
                  <a:pt x="1220" y="1113"/>
                </a:lnTo>
                <a:lnTo>
                  <a:pt x="1285" y="1070"/>
                </a:lnTo>
                <a:lnTo>
                  <a:pt x="1434" y="1006"/>
                </a:lnTo>
                <a:lnTo>
                  <a:pt x="1434" y="1006"/>
                </a:lnTo>
                <a:close/>
                <a:moveTo>
                  <a:pt x="707" y="1327"/>
                </a:moveTo>
                <a:lnTo>
                  <a:pt x="707" y="1327"/>
                </a:lnTo>
                <a:lnTo>
                  <a:pt x="793" y="1391"/>
                </a:lnTo>
                <a:lnTo>
                  <a:pt x="921" y="1562"/>
                </a:lnTo>
                <a:lnTo>
                  <a:pt x="1049" y="1733"/>
                </a:lnTo>
                <a:lnTo>
                  <a:pt x="1113" y="1840"/>
                </a:lnTo>
                <a:lnTo>
                  <a:pt x="1113" y="1840"/>
                </a:lnTo>
                <a:lnTo>
                  <a:pt x="1071" y="1861"/>
                </a:lnTo>
                <a:lnTo>
                  <a:pt x="1049" y="1861"/>
                </a:lnTo>
                <a:lnTo>
                  <a:pt x="964" y="1819"/>
                </a:lnTo>
                <a:lnTo>
                  <a:pt x="900" y="1733"/>
                </a:lnTo>
                <a:lnTo>
                  <a:pt x="814" y="1647"/>
                </a:lnTo>
                <a:lnTo>
                  <a:pt x="728" y="1434"/>
                </a:lnTo>
                <a:lnTo>
                  <a:pt x="707" y="1369"/>
                </a:lnTo>
                <a:lnTo>
                  <a:pt x="707" y="1327"/>
                </a:lnTo>
                <a:lnTo>
                  <a:pt x="707" y="1327"/>
                </a:lnTo>
                <a:close/>
                <a:moveTo>
                  <a:pt x="1007" y="2247"/>
                </a:moveTo>
                <a:lnTo>
                  <a:pt x="1007" y="2247"/>
                </a:lnTo>
                <a:lnTo>
                  <a:pt x="942" y="2225"/>
                </a:lnTo>
                <a:lnTo>
                  <a:pt x="900" y="2182"/>
                </a:lnTo>
                <a:lnTo>
                  <a:pt x="835" y="2054"/>
                </a:lnTo>
                <a:lnTo>
                  <a:pt x="835" y="2054"/>
                </a:lnTo>
                <a:lnTo>
                  <a:pt x="814" y="2054"/>
                </a:lnTo>
                <a:lnTo>
                  <a:pt x="814" y="2054"/>
                </a:lnTo>
                <a:lnTo>
                  <a:pt x="814" y="2033"/>
                </a:lnTo>
                <a:lnTo>
                  <a:pt x="835" y="2054"/>
                </a:lnTo>
                <a:lnTo>
                  <a:pt x="835" y="2054"/>
                </a:lnTo>
                <a:lnTo>
                  <a:pt x="964" y="2075"/>
                </a:lnTo>
                <a:lnTo>
                  <a:pt x="1028" y="2097"/>
                </a:lnTo>
                <a:lnTo>
                  <a:pt x="1071" y="2140"/>
                </a:lnTo>
                <a:lnTo>
                  <a:pt x="1071" y="2140"/>
                </a:lnTo>
                <a:lnTo>
                  <a:pt x="1092" y="2182"/>
                </a:lnTo>
                <a:lnTo>
                  <a:pt x="1071" y="2225"/>
                </a:lnTo>
                <a:lnTo>
                  <a:pt x="1049" y="2247"/>
                </a:lnTo>
                <a:lnTo>
                  <a:pt x="1007" y="2247"/>
                </a:lnTo>
                <a:lnTo>
                  <a:pt x="1007" y="2247"/>
                </a:lnTo>
                <a:close/>
                <a:moveTo>
                  <a:pt x="664" y="2311"/>
                </a:moveTo>
                <a:lnTo>
                  <a:pt x="664" y="2311"/>
                </a:lnTo>
                <a:lnTo>
                  <a:pt x="728" y="2354"/>
                </a:lnTo>
                <a:lnTo>
                  <a:pt x="857" y="2439"/>
                </a:lnTo>
                <a:lnTo>
                  <a:pt x="985" y="2525"/>
                </a:lnTo>
                <a:lnTo>
                  <a:pt x="1028" y="2589"/>
                </a:lnTo>
                <a:lnTo>
                  <a:pt x="1028" y="2589"/>
                </a:lnTo>
                <a:lnTo>
                  <a:pt x="964" y="2632"/>
                </a:lnTo>
                <a:lnTo>
                  <a:pt x="900" y="2653"/>
                </a:lnTo>
                <a:lnTo>
                  <a:pt x="835" y="2610"/>
                </a:lnTo>
                <a:lnTo>
                  <a:pt x="771" y="2546"/>
                </a:lnTo>
                <a:lnTo>
                  <a:pt x="728" y="2482"/>
                </a:lnTo>
                <a:lnTo>
                  <a:pt x="686" y="2418"/>
                </a:lnTo>
                <a:lnTo>
                  <a:pt x="664" y="2354"/>
                </a:lnTo>
                <a:lnTo>
                  <a:pt x="664" y="2311"/>
                </a:lnTo>
                <a:lnTo>
                  <a:pt x="664" y="2311"/>
                </a:lnTo>
                <a:close/>
                <a:moveTo>
                  <a:pt x="1606" y="3530"/>
                </a:moveTo>
                <a:lnTo>
                  <a:pt x="1606" y="3530"/>
                </a:lnTo>
                <a:lnTo>
                  <a:pt x="1584" y="3573"/>
                </a:lnTo>
                <a:lnTo>
                  <a:pt x="1541" y="3594"/>
                </a:lnTo>
                <a:lnTo>
                  <a:pt x="1477" y="3573"/>
                </a:lnTo>
                <a:lnTo>
                  <a:pt x="1392" y="3530"/>
                </a:lnTo>
                <a:lnTo>
                  <a:pt x="1285" y="3466"/>
                </a:lnTo>
                <a:lnTo>
                  <a:pt x="1199" y="3359"/>
                </a:lnTo>
                <a:lnTo>
                  <a:pt x="1135" y="3252"/>
                </a:lnTo>
                <a:lnTo>
                  <a:pt x="1092" y="3167"/>
                </a:lnTo>
                <a:lnTo>
                  <a:pt x="1071" y="3081"/>
                </a:lnTo>
                <a:lnTo>
                  <a:pt x="1071" y="3081"/>
                </a:lnTo>
                <a:lnTo>
                  <a:pt x="1113" y="2953"/>
                </a:lnTo>
                <a:lnTo>
                  <a:pt x="1178" y="2846"/>
                </a:lnTo>
                <a:lnTo>
                  <a:pt x="1199" y="2824"/>
                </a:lnTo>
                <a:lnTo>
                  <a:pt x="1242" y="2824"/>
                </a:lnTo>
                <a:lnTo>
                  <a:pt x="1306" y="2846"/>
                </a:lnTo>
                <a:lnTo>
                  <a:pt x="1349" y="2888"/>
                </a:lnTo>
                <a:lnTo>
                  <a:pt x="1349" y="2888"/>
                </a:lnTo>
                <a:lnTo>
                  <a:pt x="1413" y="2995"/>
                </a:lnTo>
                <a:lnTo>
                  <a:pt x="1499" y="3209"/>
                </a:lnTo>
                <a:lnTo>
                  <a:pt x="1584" y="3423"/>
                </a:lnTo>
                <a:lnTo>
                  <a:pt x="1606" y="3530"/>
                </a:lnTo>
                <a:lnTo>
                  <a:pt x="1606" y="3530"/>
                </a:lnTo>
                <a:close/>
                <a:moveTo>
                  <a:pt x="2761" y="4814"/>
                </a:moveTo>
                <a:lnTo>
                  <a:pt x="2761" y="4814"/>
                </a:lnTo>
                <a:lnTo>
                  <a:pt x="2483" y="4450"/>
                </a:lnTo>
                <a:lnTo>
                  <a:pt x="2354" y="4279"/>
                </a:lnTo>
                <a:lnTo>
                  <a:pt x="2226" y="4087"/>
                </a:lnTo>
                <a:lnTo>
                  <a:pt x="2226" y="4087"/>
                </a:lnTo>
                <a:lnTo>
                  <a:pt x="1948" y="3637"/>
                </a:lnTo>
                <a:lnTo>
                  <a:pt x="1841" y="3423"/>
                </a:lnTo>
                <a:lnTo>
                  <a:pt x="1734" y="3188"/>
                </a:lnTo>
                <a:lnTo>
                  <a:pt x="1734" y="3188"/>
                </a:lnTo>
                <a:lnTo>
                  <a:pt x="1670" y="3017"/>
                </a:lnTo>
                <a:lnTo>
                  <a:pt x="1606" y="2846"/>
                </a:lnTo>
                <a:lnTo>
                  <a:pt x="1584" y="2760"/>
                </a:lnTo>
                <a:lnTo>
                  <a:pt x="1606" y="2696"/>
                </a:lnTo>
                <a:lnTo>
                  <a:pt x="1670" y="2653"/>
                </a:lnTo>
                <a:lnTo>
                  <a:pt x="1755" y="2632"/>
                </a:lnTo>
                <a:lnTo>
                  <a:pt x="1755" y="2632"/>
                </a:lnTo>
                <a:lnTo>
                  <a:pt x="1798" y="2632"/>
                </a:lnTo>
                <a:lnTo>
                  <a:pt x="1841" y="2653"/>
                </a:lnTo>
                <a:lnTo>
                  <a:pt x="1905" y="2739"/>
                </a:lnTo>
                <a:lnTo>
                  <a:pt x="2012" y="2910"/>
                </a:lnTo>
                <a:lnTo>
                  <a:pt x="2012" y="2910"/>
                </a:lnTo>
                <a:lnTo>
                  <a:pt x="2140" y="3060"/>
                </a:lnTo>
                <a:lnTo>
                  <a:pt x="2312" y="3145"/>
                </a:lnTo>
                <a:lnTo>
                  <a:pt x="2312" y="3145"/>
                </a:lnTo>
                <a:lnTo>
                  <a:pt x="2419" y="3188"/>
                </a:lnTo>
                <a:lnTo>
                  <a:pt x="2547" y="3209"/>
                </a:lnTo>
                <a:lnTo>
                  <a:pt x="2782" y="3209"/>
                </a:lnTo>
                <a:lnTo>
                  <a:pt x="2782" y="3209"/>
                </a:lnTo>
                <a:lnTo>
                  <a:pt x="2889" y="3188"/>
                </a:lnTo>
                <a:lnTo>
                  <a:pt x="2975" y="3145"/>
                </a:lnTo>
                <a:lnTo>
                  <a:pt x="3167" y="3060"/>
                </a:lnTo>
                <a:lnTo>
                  <a:pt x="3167" y="3060"/>
                </a:lnTo>
                <a:lnTo>
                  <a:pt x="3167" y="3188"/>
                </a:lnTo>
                <a:lnTo>
                  <a:pt x="3146" y="3316"/>
                </a:lnTo>
                <a:lnTo>
                  <a:pt x="3125" y="3423"/>
                </a:lnTo>
                <a:lnTo>
                  <a:pt x="3125" y="3552"/>
                </a:lnTo>
                <a:lnTo>
                  <a:pt x="3125" y="3552"/>
                </a:lnTo>
                <a:lnTo>
                  <a:pt x="3167" y="3659"/>
                </a:lnTo>
                <a:lnTo>
                  <a:pt x="3189" y="3723"/>
                </a:lnTo>
                <a:lnTo>
                  <a:pt x="3189" y="3787"/>
                </a:lnTo>
                <a:lnTo>
                  <a:pt x="3125" y="3894"/>
                </a:lnTo>
                <a:lnTo>
                  <a:pt x="3125" y="3894"/>
                </a:lnTo>
                <a:lnTo>
                  <a:pt x="3018" y="4022"/>
                </a:lnTo>
                <a:lnTo>
                  <a:pt x="2868" y="4215"/>
                </a:lnTo>
                <a:lnTo>
                  <a:pt x="2825" y="4301"/>
                </a:lnTo>
                <a:lnTo>
                  <a:pt x="2804" y="4322"/>
                </a:lnTo>
                <a:lnTo>
                  <a:pt x="2825" y="4365"/>
                </a:lnTo>
                <a:lnTo>
                  <a:pt x="2847" y="4386"/>
                </a:lnTo>
                <a:lnTo>
                  <a:pt x="2889" y="4408"/>
                </a:lnTo>
                <a:lnTo>
                  <a:pt x="3018" y="4429"/>
                </a:lnTo>
                <a:lnTo>
                  <a:pt x="3018" y="4429"/>
                </a:lnTo>
                <a:lnTo>
                  <a:pt x="3146" y="4408"/>
                </a:lnTo>
                <a:lnTo>
                  <a:pt x="3274" y="4386"/>
                </a:lnTo>
                <a:lnTo>
                  <a:pt x="3488" y="4279"/>
                </a:lnTo>
                <a:lnTo>
                  <a:pt x="3724" y="4151"/>
                </a:lnTo>
                <a:lnTo>
                  <a:pt x="3852" y="4129"/>
                </a:lnTo>
                <a:lnTo>
                  <a:pt x="3981" y="4108"/>
                </a:lnTo>
                <a:lnTo>
                  <a:pt x="3981" y="4108"/>
                </a:lnTo>
                <a:lnTo>
                  <a:pt x="4216" y="4151"/>
                </a:lnTo>
                <a:lnTo>
                  <a:pt x="4537" y="4215"/>
                </a:lnTo>
                <a:lnTo>
                  <a:pt x="4687" y="4236"/>
                </a:lnTo>
                <a:lnTo>
                  <a:pt x="4815" y="4215"/>
                </a:lnTo>
                <a:lnTo>
                  <a:pt x="4879" y="4194"/>
                </a:lnTo>
                <a:lnTo>
                  <a:pt x="4922" y="4172"/>
                </a:lnTo>
                <a:lnTo>
                  <a:pt x="4943" y="4151"/>
                </a:lnTo>
                <a:lnTo>
                  <a:pt x="4943" y="4087"/>
                </a:lnTo>
                <a:lnTo>
                  <a:pt x="4943" y="4087"/>
                </a:lnTo>
                <a:lnTo>
                  <a:pt x="4943" y="4022"/>
                </a:lnTo>
                <a:lnTo>
                  <a:pt x="4922" y="3980"/>
                </a:lnTo>
                <a:lnTo>
                  <a:pt x="4879" y="3937"/>
                </a:lnTo>
                <a:lnTo>
                  <a:pt x="4815" y="3894"/>
                </a:lnTo>
                <a:lnTo>
                  <a:pt x="4708" y="3851"/>
                </a:lnTo>
                <a:lnTo>
                  <a:pt x="4601" y="3808"/>
                </a:lnTo>
                <a:lnTo>
                  <a:pt x="4601" y="3808"/>
                </a:lnTo>
                <a:lnTo>
                  <a:pt x="4408" y="3744"/>
                </a:lnTo>
                <a:lnTo>
                  <a:pt x="4280" y="3701"/>
                </a:lnTo>
                <a:lnTo>
                  <a:pt x="4259" y="3680"/>
                </a:lnTo>
                <a:lnTo>
                  <a:pt x="4237" y="3659"/>
                </a:lnTo>
                <a:lnTo>
                  <a:pt x="4237" y="3659"/>
                </a:lnTo>
                <a:lnTo>
                  <a:pt x="4237" y="3594"/>
                </a:lnTo>
                <a:lnTo>
                  <a:pt x="4280" y="3488"/>
                </a:lnTo>
                <a:lnTo>
                  <a:pt x="4323" y="3402"/>
                </a:lnTo>
                <a:lnTo>
                  <a:pt x="4344" y="3316"/>
                </a:lnTo>
                <a:lnTo>
                  <a:pt x="4344" y="3316"/>
                </a:lnTo>
                <a:lnTo>
                  <a:pt x="4301" y="3102"/>
                </a:lnTo>
                <a:lnTo>
                  <a:pt x="4259" y="2931"/>
                </a:lnTo>
                <a:lnTo>
                  <a:pt x="4259" y="2931"/>
                </a:lnTo>
                <a:lnTo>
                  <a:pt x="4301" y="2910"/>
                </a:lnTo>
                <a:lnTo>
                  <a:pt x="4366" y="2910"/>
                </a:lnTo>
                <a:lnTo>
                  <a:pt x="4537" y="2953"/>
                </a:lnTo>
                <a:lnTo>
                  <a:pt x="4708" y="2974"/>
                </a:lnTo>
                <a:lnTo>
                  <a:pt x="4794" y="2995"/>
                </a:lnTo>
                <a:lnTo>
                  <a:pt x="4858" y="2974"/>
                </a:lnTo>
                <a:lnTo>
                  <a:pt x="4858" y="2974"/>
                </a:lnTo>
                <a:lnTo>
                  <a:pt x="4943" y="2953"/>
                </a:lnTo>
                <a:lnTo>
                  <a:pt x="5029" y="2910"/>
                </a:lnTo>
                <a:lnTo>
                  <a:pt x="5093" y="2846"/>
                </a:lnTo>
                <a:lnTo>
                  <a:pt x="5157" y="2781"/>
                </a:lnTo>
                <a:lnTo>
                  <a:pt x="5243" y="2610"/>
                </a:lnTo>
                <a:lnTo>
                  <a:pt x="5286" y="2439"/>
                </a:lnTo>
                <a:lnTo>
                  <a:pt x="5286" y="2439"/>
                </a:lnTo>
                <a:lnTo>
                  <a:pt x="5307" y="2289"/>
                </a:lnTo>
                <a:lnTo>
                  <a:pt x="5307" y="2204"/>
                </a:lnTo>
                <a:lnTo>
                  <a:pt x="5328" y="2161"/>
                </a:lnTo>
                <a:lnTo>
                  <a:pt x="5350" y="2140"/>
                </a:lnTo>
                <a:lnTo>
                  <a:pt x="5478" y="2075"/>
                </a:lnTo>
                <a:lnTo>
                  <a:pt x="5478" y="2075"/>
                </a:lnTo>
                <a:lnTo>
                  <a:pt x="5585" y="2054"/>
                </a:lnTo>
                <a:lnTo>
                  <a:pt x="5671" y="2033"/>
                </a:lnTo>
                <a:lnTo>
                  <a:pt x="5735" y="2054"/>
                </a:lnTo>
                <a:lnTo>
                  <a:pt x="5756" y="2097"/>
                </a:lnTo>
                <a:lnTo>
                  <a:pt x="5778" y="2161"/>
                </a:lnTo>
                <a:lnTo>
                  <a:pt x="5778" y="2225"/>
                </a:lnTo>
                <a:lnTo>
                  <a:pt x="5735" y="2418"/>
                </a:lnTo>
                <a:lnTo>
                  <a:pt x="5735" y="2418"/>
                </a:lnTo>
                <a:lnTo>
                  <a:pt x="5628" y="2910"/>
                </a:lnTo>
                <a:lnTo>
                  <a:pt x="5457" y="3381"/>
                </a:lnTo>
                <a:lnTo>
                  <a:pt x="5264" y="3830"/>
                </a:lnTo>
                <a:lnTo>
                  <a:pt x="5008" y="4258"/>
                </a:lnTo>
                <a:lnTo>
                  <a:pt x="5008" y="4258"/>
                </a:lnTo>
                <a:lnTo>
                  <a:pt x="4729" y="4707"/>
                </a:lnTo>
                <a:lnTo>
                  <a:pt x="4580" y="4921"/>
                </a:lnTo>
                <a:lnTo>
                  <a:pt x="4430" y="5135"/>
                </a:lnTo>
                <a:lnTo>
                  <a:pt x="4430" y="5135"/>
                </a:lnTo>
                <a:lnTo>
                  <a:pt x="4301" y="5263"/>
                </a:lnTo>
                <a:lnTo>
                  <a:pt x="4259" y="5263"/>
                </a:lnTo>
                <a:lnTo>
                  <a:pt x="4237" y="5242"/>
                </a:lnTo>
                <a:lnTo>
                  <a:pt x="4216" y="5156"/>
                </a:lnTo>
                <a:lnTo>
                  <a:pt x="4194" y="5092"/>
                </a:lnTo>
                <a:lnTo>
                  <a:pt x="4152" y="5049"/>
                </a:lnTo>
                <a:lnTo>
                  <a:pt x="4152" y="5049"/>
                </a:lnTo>
                <a:lnTo>
                  <a:pt x="4109" y="5007"/>
                </a:lnTo>
                <a:lnTo>
                  <a:pt x="4066" y="5007"/>
                </a:lnTo>
                <a:lnTo>
                  <a:pt x="3959" y="4985"/>
                </a:lnTo>
                <a:lnTo>
                  <a:pt x="3852" y="4985"/>
                </a:lnTo>
                <a:lnTo>
                  <a:pt x="3767" y="4985"/>
                </a:lnTo>
                <a:lnTo>
                  <a:pt x="3767" y="4985"/>
                </a:lnTo>
                <a:lnTo>
                  <a:pt x="3724" y="4942"/>
                </a:lnTo>
                <a:lnTo>
                  <a:pt x="3702" y="4900"/>
                </a:lnTo>
                <a:lnTo>
                  <a:pt x="3660" y="4878"/>
                </a:lnTo>
                <a:lnTo>
                  <a:pt x="3595" y="4900"/>
                </a:lnTo>
                <a:lnTo>
                  <a:pt x="3595" y="4900"/>
                </a:lnTo>
                <a:lnTo>
                  <a:pt x="3553" y="4942"/>
                </a:lnTo>
                <a:lnTo>
                  <a:pt x="3531" y="5007"/>
                </a:lnTo>
                <a:lnTo>
                  <a:pt x="3488" y="5156"/>
                </a:lnTo>
                <a:lnTo>
                  <a:pt x="3446" y="5306"/>
                </a:lnTo>
                <a:lnTo>
                  <a:pt x="3403" y="5370"/>
                </a:lnTo>
                <a:lnTo>
                  <a:pt x="3360" y="5392"/>
                </a:lnTo>
                <a:lnTo>
                  <a:pt x="3360" y="5392"/>
                </a:lnTo>
                <a:lnTo>
                  <a:pt x="3274" y="5370"/>
                </a:lnTo>
                <a:lnTo>
                  <a:pt x="3210" y="5328"/>
                </a:lnTo>
                <a:lnTo>
                  <a:pt x="3018" y="5156"/>
                </a:lnTo>
                <a:lnTo>
                  <a:pt x="2868" y="4964"/>
                </a:lnTo>
                <a:lnTo>
                  <a:pt x="2761" y="4814"/>
                </a:lnTo>
                <a:lnTo>
                  <a:pt x="2761" y="4814"/>
                </a:lnTo>
                <a:close/>
                <a:moveTo>
                  <a:pt x="3702" y="7788"/>
                </a:moveTo>
                <a:lnTo>
                  <a:pt x="3702" y="7788"/>
                </a:lnTo>
                <a:lnTo>
                  <a:pt x="3595" y="8130"/>
                </a:lnTo>
                <a:lnTo>
                  <a:pt x="3510" y="8323"/>
                </a:lnTo>
                <a:lnTo>
                  <a:pt x="3488" y="8387"/>
                </a:lnTo>
                <a:lnTo>
                  <a:pt x="3467" y="8409"/>
                </a:lnTo>
                <a:lnTo>
                  <a:pt x="3467" y="8409"/>
                </a:lnTo>
                <a:lnTo>
                  <a:pt x="3424" y="8387"/>
                </a:lnTo>
                <a:lnTo>
                  <a:pt x="3403" y="8323"/>
                </a:lnTo>
                <a:lnTo>
                  <a:pt x="3360" y="8173"/>
                </a:lnTo>
                <a:lnTo>
                  <a:pt x="3317" y="7852"/>
                </a:lnTo>
                <a:lnTo>
                  <a:pt x="3317" y="7852"/>
                </a:lnTo>
                <a:lnTo>
                  <a:pt x="3339" y="7724"/>
                </a:lnTo>
                <a:lnTo>
                  <a:pt x="3381" y="7574"/>
                </a:lnTo>
                <a:lnTo>
                  <a:pt x="3403" y="7510"/>
                </a:lnTo>
                <a:lnTo>
                  <a:pt x="3467" y="7467"/>
                </a:lnTo>
                <a:lnTo>
                  <a:pt x="3531" y="7446"/>
                </a:lnTo>
                <a:lnTo>
                  <a:pt x="3595" y="7446"/>
                </a:lnTo>
                <a:lnTo>
                  <a:pt x="3595" y="7446"/>
                </a:lnTo>
                <a:lnTo>
                  <a:pt x="3660" y="7446"/>
                </a:lnTo>
                <a:lnTo>
                  <a:pt x="3724" y="7489"/>
                </a:lnTo>
                <a:lnTo>
                  <a:pt x="3745" y="7531"/>
                </a:lnTo>
                <a:lnTo>
                  <a:pt x="3745" y="7574"/>
                </a:lnTo>
                <a:lnTo>
                  <a:pt x="3724" y="7681"/>
                </a:lnTo>
                <a:lnTo>
                  <a:pt x="3702" y="7788"/>
                </a:lnTo>
                <a:lnTo>
                  <a:pt x="3702" y="7788"/>
                </a:lnTo>
                <a:close/>
                <a:moveTo>
                  <a:pt x="3381" y="6804"/>
                </a:moveTo>
                <a:lnTo>
                  <a:pt x="3381" y="6804"/>
                </a:lnTo>
                <a:lnTo>
                  <a:pt x="3403" y="6633"/>
                </a:lnTo>
                <a:lnTo>
                  <a:pt x="3424" y="6568"/>
                </a:lnTo>
                <a:lnTo>
                  <a:pt x="3446" y="6547"/>
                </a:lnTo>
                <a:lnTo>
                  <a:pt x="3488" y="6547"/>
                </a:lnTo>
                <a:lnTo>
                  <a:pt x="3488" y="6547"/>
                </a:lnTo>
                <a:lnTo>
                  <a:pt x="3531" y="6568"/>
                </a:lnTo>
                <a:lnTo>
                  <a:pt x="3574" y="6590"/>
                </a:lnTo>
                <a:lnTo>
                  <a:pt x="3617" y="6697"/>
                </a:lnTo>
                <a:lnTo>
                  <a:pt x="3638" y="6804"/>
                </a:lnTo>
                <a:lnTo>
                  <a:pt x="3617" y="6868"/>
                </a:lnTo>
                <a:lnTo>
                  <a:pt x="3617" y="6868"/>
                </a:lnTo>
                <a:lnTo>
                  <a:pt x="3617" y="6954"/>
                </a:lnTo>
                <a:lnTo>
                  <a:pt x="3595" y="7103"/>
                </a:lnTo>
                <a:lnTo>
                  <a:pt x="3553" y="7168"/>
                </a:lnTo>
                <a:lnTo>
                  <a:pt x="3531" y="7232"/>
                </a:lnTo>
                <a:lnTo>
                  <a:pt x="3467" y="7253"/>
                </a:lnTo>
                <a:lnTo>
                  <a:pt x="3424" y="7253"/>
                </a:lnTo>
                <a:lnTo>
                  <a:pt x="3424" y="7253"/>
                </a:lnTo>
                <a:lnTo>
                  <a:pt x="3381" y="7232"/>
                </a:lnTo>
                <a:lnTo>
                  <a:pt x="3381" y="7189"/>
                </a:lnTo>
                <a:lnTo>
                  <a:pt x="3360" y="7039"/>
                </a:lnTo>
                <a:lnTo>
                  <a:pt x="3381" y="6804"/>
                </a:lnTo>
                <a:lnTo>
                  <a:pt x="3381" y="6804"/>
                </a:lnTo>
                <a:close/>
                <a:moveTo>
                  <a:pt x="4002" y="8473"/>
                </a:moveTo>
                <a:lnTo>
                  <a:pt x="4002" y="8473"/>
                </a:lnTo>
                <a:lnTo>
                  <a:pt x="3959" y="8494"/>
                </a:lnTo>
                <a:lnTo>
                  <a:pt x="3916" y="8473"/>
                </a:lnTo>
                <a:lnTo>
                  <a:pt x="3895" y="8451"/>
                </a:lnTo>
                <a:lnTo>
                  <a:pt x="3874" y="8430"/>
                </a:lnTo>
                <a:lnTo>
                  <a:pt x="3874" y="8430"/>
                </a:lnTo>
                <a:lnTo>
                  <a:pt x="3916" y="8409"/>
                </a:lnTo>
                <a:lnTo>
                  <a:pt x="3959" y="8430"/>
                </a:lnTo>
                <a:lnTo>
                  <a:pt x="4002" y="8451"/>
                </a:lnTo>
                <a:lnTo>
                  <a:pt x="4002" y="8473"/>
                </a:lnTo>
                <a:lnTo>
                  <a:pt x="4002" y="8473"/>
                </a:lnTo>
                <a:close/>
                <a:moveTo>
                  <a:pt x="3938" y="6675"/>
                </a:moveTo>
                <a:lnTo>
                  <a:pt x="3938" y="6675"/>
                </a:lnTo>
                <a:lnTo>
                  <a:pt x="3938" y="6654"/>
                </a:lnTo>
                <a:lnTo>
                  <a:pt x="3938" y="6675"/>
                </a:lnTo>
                <a:lnTo>
                  <a:pt x="3938" y="6675"/>
                </a:lnTo>
                <a:close/>
                <a:moveTo>
                  <a:pt x="4087" y="7146"/>
                </a:moveTo>
                <a:lnTo>
                  <a:pt x="4087" y="7146"/>
                </a:lnTo>
                <a:lnTo>
                  <a:pt x="4045" y="7146"/>
                </a:lnTo>
                <a:lnTo>
                  <a:pt x="4002" y="7146"/>
                </a:lnTo>
                <a:lnTo>
                  <a:pt x="4002" y="7146"/>
                </a:lnTo>
                <a:lnTo>
                  <a:pt x="4023" y="7103"/>
                </a:lnTo>
                <a:lnTo>
                  <a:pt x="4087" y="7082"/>
                </a:lnTo>
                <a:lnTo>
                  <a:pt x="4152" y="7082"/>
                </a:lnTo>
                <a:lnTo>
                  <a:pt x="4173" y="7082"/>
                </a:lnTo>
                <a:lnTo>
                  <a:pt x="4173" y="7103"/>
                </a:lnTo>
                <a:lnTo>
                  <a:pt x="4173" y="7103"/>
                </a:lnTo>
                <a:lnTo>
                  <a:pt x="4152" y="7146"/>
                </a:lnTo>
                <a:lnTo>
                  <a:pt x="4087" y="7146"/>
                </a:lnTo>
                <a:lnTo>
                  <a:pt x="4087" y="7146"/>
                </a:lnTo>
                <a:close/>
                <a:moveTo>
                  <a:pt x="3874" y="6419"/>
                </a:moveTo>
                <a:lnTo>
                  <a:pt x="3874" y="6419"/>
                </a:lnTo>
                <a:lnTo>
                  <a:pt x="3788" y="6397"/>
                </a:lnTo>
                <a:lnTo>
                  <a:pt x="3681" y="6376"/>
                </a:lnTo>
                <a:lnTo>
                  <a:pt x="3574" y="6312"/>
                </a:lnTo>
                <a:lnTo>
                  <a:pt x="3488" y="6269"/>
                </a:lnTo>
                <a:lnTo>
                  <a:pt x="3403" y="6205"/>
                </a:lnTo>
                <a:lnTo>
                  <a:pt x="3339" y="6119"/>
                </a:lnTo>
                <a:lnTo>
                  <a:pt x="3274" y="6034"/>
                </a:lnTo>
                <a:lnTo>
                  <a:pt x="3253" y="5948"/>
                </a:lnTo>
                <a:lnTo>
                  <a:pt x="3253" y="5948"/>
                </a:lnTo>
                <a:lnTo>
                  <a:pt x="3232" y="5884"/>
                </a:lnTo>
                <a:lnTo>
                  <a:pt x="3232" y="5841"/>
                </a:lnTo>
                <a:lnTo>
                  <a:pt x="3253" y="5798"/>
                </a:lnTo>
                <a:lnTo>
                  <a:pt x="3296" y="5798"/>
                </a:lnTo>
                <a:lnTo>
                  <a:pt x="3381" y="5798"/>
                </a:lnTo>
                <a:lnTo>
                  <a:pt x="3510" y="5820"/>
                </a:lnTo>
                <a:lnTo>
                  <a:pt x="3510" y="5820"/>
                </a:lnTo>
                <a:lnTo>
                  <a:pt x="3767" y="5841"/>
                </a:lnTo>
                <a:lnTo>
                  <a:pt x="4023" y="5820"/>
                </a:lnTo>
                <a:lnTo>
                  <a:pt x="4023" y="5820"/>
                </a:lnTo>
                <a:lnTo>
                  <a:pt x="4109" y="5798"/>
                </a:lnTo>
                <a:lnTo>
                  <a:pt x="4194" y="5755"/>
                </a:lnTo>
                <a:lnTo>
                  <a:pt x="4366" y="5670"/>
                </a:lnTo>
                <a:lnTo>
                  <a:pt x="4430" y="5648"/>
                </a:lnTo>
                <a:lnTo>
                  <a:pt x="4494" y="5670"/>
                </a:lnTo>
                <a:lnTo>
                  <a:pt x="4515" y="5734"/>
                </a:lnTo>
                <a:lnTo>
                  <a:pt x="4515" y="5862"/>
                </a:lnTo>
                <a:lnTo>
                  <a:pt x="4515" y="5862"/>
                </a:lnTo>
                <a:lnTo>
                  <a:pt x="4494" y="5948"/>
                </a:lnTo>
                <a:lnTo>
                  <a:pt x="4451" y="6055"/>
                </a:lnTo>
                <a:lnTo>
                  <a:pt x="4387" y="6162"/>
                </a:lnTo>
                <a:lnTo>
                  <a:pt x="4280" y="6248"/>
                </a:lnTo>
                <a:lnTo>
                  <a:pt x="4173" y="6312"/>
                </a:lnTo>
                <a:lnTo>
                  <a:pt x="4087" y="6376"/>
                </a:lnTo>
                <a:lnTo>
                  <a:pt x="3981" y="6397"/>
                </a:lnTo>
                <a:lnTo>
                  <a:pt x="3874" y="6419"/>
                </a:lnTo>
                <a:lnTo>
                  <a:pt x="3874" y="6419"/>
                </a:lnTo>
                <a:close/>
                <a:moveTo>
                  <a:pt x="4259" y="6611"/>
                </a:moveTo>
                <a:lnTo>
                  <a:pt x="4259" y="6611"/>
                </a:lnTo>
                <a:lnTo>
                  <a:pt x="4280" y="6568"/>
                </a:lnTo>
                <a:lnTo>
                  <a:pt x="4323" y="6504"/>
                </a:lnTo>
                <a:lnTo>
                  <a:pt x="4366" y="6462"/>
                </a:lnTo>
                <a:lnTo>
                  <a:pt x="4430" y="6440"/>
                </a:lnTo>
                <a:lnTo>
                  <a:pt x="4515" y="6419"/>
                </a:lnTo>
                <a:lnTo>
                  <a:pt x="4580" y="6419"/>
                </a:lnTo>
                <a:lnTo>
                  <a:pt x="4644" y="6440"/>
                </a:lnTo>
                <a:lnTo>
                  <a:pt x="4687" y="6462"/>
                </a:lnTo>
                <a:lnTo>
                  <a:pt x="4687" y="6462"/>
                </a:lnTo>
                <a:lnTo>
                  <a:pt x="4729" y="6547"/>
                </a:lnTo>
                <a:lnTo>
                  <a:pt x="4751" y="6718"/>
                </a:lnTo>
                <a:lnTo>
                  <a:pt x="4794" y="6868"/>
                </a:lnTo>
                <a:lnTo>
                  <a:pt x="4794" y="6932"/>
                </a:lnTo>
                <a:lnTo>
                  <a:pt x="4794" y="6932"/>
                </a:lnTo>
                <a:lnTo>
                  <a:pt x="4772" y="7039"/>
                </a:lnTo>
                <a:lnTo>
                  <a:pt x="4751" y="7103"/>
                </a:lnTo>
                <a:lnTo>
                  <a:pt x="4729" y="7125"/>
                </a:lnTo>
                <a:lnTo>
                  <a:pt x="4708" y="7103"/>
                </a:lnTo>
                <a:lnTo>
                  <a:pt x="4644" y="7039"/>
                </a:lnTo>
                <a:lnTo>
                  <a:pt x="4537" y="6911"/>
                </a:lnTo>
                <a:lnTo>
                  <a:pt x="4537" y="6911"/>
                </a:lnTo>
                <a:lnTo>
                  <a:pt x="4473" y="6847"/>
                </a:lnTo>
                <a:lnTo>
                  <a:pt x="4366" y="6782"/>
                </a:lnTo>
                <a:lnTo>
                  <a:pt x="4301" y="6718"/>
                </a:lnTo>
                <a:lnTo>
                  <a:pt x="4259" y="6675"/>
                </a:lnTo>
                <a:lnTo>
                  <a:pt x="4259" y="6611"/>
                </a:lnTo>
                <a:lnTo>
                  <a:pt x="4259" y="6611"/>
                </a:lnTo>
                <a:close/>
                <a:moveTo>
                  <a:pt x="4858" y="8152"/>
                </a:moveTo>
                <a:lnTo>
                  <a:pt x="4858" y="8152"/>
                </a:lnTo>
                <a:lnTo>
                  <a:pt x="4815" y="8173"/>
                </a:lnTo>
                <a:lnTo>
                  <a:pt x="4772" y="8152"/>
                </a:lnTo>
                <a:lnTo>
                  <a:pt x="4729" y="8109"/>
                </a:lnTo>
                <a:lnTo>
                  <a:pt x="4687" y="8045"/>
                </a:lnTo>
                <a:lnTo>
                  <a:pt x="4580" y="7809"/>
                </a:lnTo>
                <a:lnTo>
                  <a:pt x="4580" y="7809"/>
                </a:lnTo>
                <a:lnTo>
                  <a:pt x="4515" y="7681"/>
                </a:lnTo>
                <a:lnTo>
                  <a:pt x="4430" y="7510"/>
                </a:lnTo>
                <a:lnTo>
                  <a:pt x="4408" y="7424"/>
                </a:lnTo>
                <a:lnTo>
                  <a:pt x="4408" y="7339"/>
                </a:lnTo>
                <a:lnTo>
                  <a:pt x="4430" y="7253"/>
                </a:lnTo>
                <a:lnTo>
                  <a:pt x="4473" y="7210"/>
                </a:lnTo>
                <a:lnTo>
                  <a:pt x="4473" y="7210"/>
                </a:lnTo>
                <a:lnTo>
                  <a:pt x="4515" y="7253"/>
                </a:lnTo>
                <a:lnTo>
                  <a:pt x="4580" y="7339"/>
                </a:lnTo>
                <a:lnTo>
                  <a:pt x="4622" y="7403"/>
                </a:lnTo>
                <a:lnTo>
                  <a:pt x="4687" y="7467"/>
                </a:lnTo>
                <a:lnTo>
                  <a:pt x="4687" y="7467"/>
                </a:lnTo>
                <a:lnTo>
                  <a:pt x="4794" y="7531"/>
                </a:lnTo>
                <a:lnTo>
                  <a:pt x="4879" y="7574"/>
                </a:lnTo>
                <a:lnTo>
                  <a:pt x="4879" y="7574"/>
                </a:lnTo>
                <a:lnTo>
                  <a:pt x="4901" y="7617"/>
                </a:lnTo>
                <a:lnTo>
                  <a:pt x="4922" y="7702"/>
                </a:lnTo>
                <a:lnTo>
                  <a:pt x="4922" y="7874"/>
                </a:lnTo>
                <a:lnTo>
                  <a:pt x="4901" y="8045"/>
                </a:lnTo>
                <a:lnTo>
                  <a:pt x="4879" y="8109"/>
                </a:lnTo>
                <a:lnTo>
                  <a:pt x="4858" y="8152"/>
                </a:lnTo>
                <a:lnTo>
                  <a:pt x="4858" y="8152"/>
                </a:lnTo>
                <a:close/>
                <a:moveTo>
                  <a:pt x="3809" y="4664"/>
                </a:moveTo>
                <a:lnTo>
                  <a:pt x="3809" y="4664"/>
                </a:lnTo>
                <a:lnTo>
                  <a:pt x="3916" y="4643"/>
                </a:lnTo>
                <a:lnTo>
                  <a:pt x="4066" y="4621"/>
                </a:lnTo>
                <a:lnTo>
                  <a:pt x="4130" y="4600"/>
                </a:lnTo>
                <a:lnTo>
                  <a:pt x="4194" y="4579"/>
                </a:lnTo>
                <a:lnTo>
                  <a:pt x="4216" y="4515"/>
                </a:lnTo>
                <a:lnTo>
                  <a:pt x="4216" y="4472"/>
                </a:lnTo>
                <a:lnTo>
                  <a:pt x="4216" y="4472"/>
                </a:lnTo>
                <a:lnTo>
                  <a:pt x="4194" y="4429"/>
                </a:lnTo>
                <a:lnTo>
                  <a:pt x="4152" y="4386"/>
                </a:lnTo>
                <a:lnTo>
                  <a:pt x="4066" y="4365"/>
                </a:lnTo>
                <a:lnTo>
                  <a:pt x="3852" y="4365"/>
                </a:lnTo>
                <a:lnTo>
                  <a:pt x="3852" y="4365"/>
                </a:lnTo>
                <a:lnTo>
                  <a:pt x="3767" y="4365"/>
                </a:lnTo>
                <a:lnTo>
                  <a:pt x="3638" y="4386"/>
                </a:lnTo>
                <a:lnTo>
                  <a:pt x="3574" y="4408"/>
                </a:lnTo>
                <a:lnTo>
                  <a:pt x="3510" y="4429"/>
                </a:lnTo>
                <a:lnTo>
                  <a:pt x="3488" y="4450"/>
                </a:lnTo>
                <a:lnTo>
                  <a:pt x="3467" y="4515"/>
                </a:lnTo>
                <a:lnTo>
                  <a:pt x="3467" y="4515"/>
                </a:lnTo>
                <a:lnTo>
                  <a:pt x="3467" y="4557"/>
                </a:lnTo>
                <a:lnTo>
                  <a:pt x="3510" y="4600"/>
                </a:lnTo>
                <a:lnTo>
                  <a:pt x="3553" y="4621"/>
                </a:lnTo>
                <a:lnTo>
                  <a:pt x="3595" y="4643"/>
                </a:lnTo>
                <a:lnTo>
                  <a:pt x="3724" y="4664"/>
                </a:lnTo>
                <a:lnTo>
                  <a:pt x="3809" y="4664"/>
                </a:lnTo>
                <a:lnTo>
                  <a:pt x="3809" y="4664"/>
                </a:lnTo>
                <a:close/>
                <a:moveTo>
                  <a:pt x="3531" y="1369"/>
                </a:moveTo>
                <a:lnTo>
                  <a:pt x="3531" y="1369"/>
                </a:lnTo>
                <a:lnTo>
                  <a:pt x="3660" y="1369"/>
                </a:lnTo>
                <a:lnTo>
                  <a:pt x="3874" y="1348"/>
                </a:lnTo>
                <a:lnTo>
                  <a:pt x="3959" y="1327"/>
                </a:lnTo>
                <a:lnTo>
                  <a:pt x="4045" y="1305"/>
                </a:lnTo>
                <a:lnTo>
                  <a:pt x="4087" y="1262"/>
                </a:lnTo>
                <a:lnTo>
                  <a:pt x="4087" y="1241"/>
                </a:lnTo>
                <a:lnTo>
                  <a:pt x="4087" y="1220"/>
                </a:lnTo>
                <a:lnTo>
                  <a:pt x="4087" y="1220"/>
                </a:lnTo>
                <a:lnTo>
                  <a:pt x="4045" y="1198"/>
                </a:lnTo>
                <a:lnTo>
                  <a:pt x="3959" y="1177"/>
                </a:lnTo>
                <a:lnTo>
                  <a:pt x="3724" y="1198"/>
                </a:lnTo>
                <a:lnTo>
                  <a:pt x="3317" y="1241"/>
                </a:lnTo>
                <a:lnTo>
                  <a:pt x="3317" y="1241"/>
                </a:lnTo>
                <a:lnTo>
                  <a:pt x="3039" y="1305"/>
                </a:lnTo>
                <a:lnTo>
                  <a:pt x="2868" y="1369"/>
                </a:lnTo>
                <a:lnTo>
                  <a:pt x="2825" y="1391"/>
                </a:lnTo>
                <a:lnTo>
                  <a:pt x="2825" y="1434"/>
                </a:lnTo>
                <a:lnTo>
                  <a:pt x="2825" y="1434"/>
                </a:lnTo>
                <a:lnTo>
                  <a:pt x="2868" y="1455"/>
                </a:lnTo>
                <a:lnTo>
                  <a:pt x="2932" y="1455"/>
                </a:lnTo>
                <a:lnTo>
                  <a:pt x="3146" y="1434"/>
                </a:lnTo>
                <a:lnTo>
                  <a:pt x="3531" y="1369"/>
                </a:lnTo>
                <a:lnTo>
                  <a:pt x="3531" y="1369"/>
                </a:lnTo>
                <a:close/>
                <a:moveTo>
                  <a:pt x="3317" y="1220"/>
                </a:moveTo>
                <a:lnTo>
                  <a:pt x="3317" y="1220"/>
                </a:lnTo>
                <a:lnTo>
                  <a:pt x="3381" y="1198"/>
                </a:lnTo>
                <a:lnTo>
                  <a:pt x="3446" y="1198"/>
                </a:lnTo>
                <a:lnTo>
                  <a:pt x="3574" y="1177"/>
                </a:lnTo>
                <a:lnTo>
                  <a:pt x="3724" y="1177"/>
                </a:lnTo>
                <a:lnTo>
                  <a:pt x="3852" y="1155"/>
                </a:lnTo>
                <a:lnTo>
                  <a:pt x="3852" y="1155"/>
                </a:lnTo>
                <a:lnTo>
                  <a:pt x="3981" y="1070"/>
                </a:lnTo>
                <a:lnTo>
                  <a:pt x="4002" y="1048"/>
                </a:lnTo>
                <a:lnTo>
                  <a:pt x="3981" y="1027"/>
                </a:lnTo>
                <a:lnTo>
                  <a:pt x="3895" y="1006"/>
                </a:lnTo>
                <a:lnTo>
                  <a:pt x="3767" y="1006"/>
                </a:lnTo>
                <a:lnTo>
                  <a:pt x="3767" y="1006"/>
                </a:lnTo>
                <a:lnTo>
                  <a:pt x="3424" y="984"/>
                </a:lnTo>
                <a:lnTo>
                  <a:pt x="3210" y="1006"/>
                </a:lnTo>
                <a:lnTo>
                  <a:pt x="3146" y="1027"/>
                </a:lnTo>
                <a:lnTo>
                  <a:pt x="3082" y="1070"/>
                </a:lnTo>
                <a:lnTo>
                  <a:pt x="3082" y="1070"/>
                </a:lnTo>
                <a:lnTo>
                  <a:pt x="3061" y="1113"/>
                </a:lnTo>
                <a:lnTo>
                  <a:pt x="3061" y="1155"/>
                </a:lnTo>
                <a:lnTo>
                  <a:pt x="3082" y="1198"/>
                </a:lnTo>
                <a:lnTo>
                  <a:pt x="3125" y="1220"/>
                </a:lnTo>
                <a:lnTo>
                  <a:pt x="3232" y="1220"/>
                </a:lnTo>
                <a:lnTo>
                  <a:pt x="3317" y="1220"/>
                </a:lnTo>
                <a:lnTo>
                  <a:pt x="3317" y="1220"/>
                </a:lnTo>
                <a:close/>
                <a:moveTo>
                  <a:pt x="4494" y="2354"/>
                </a:moveTo>
                <a:lnTo>
                  <a:pt x="4494" y="2354"/>
                </a:lnTo>
                <a:lnTo>
                  <a:pt x="4515" y="2418"/>
                </a:lnTo>
                <a:lnTo>
                  <a:pt x="4558" y="2482"/>
                </a:lnTo>
                <a:lnTo>
                  <a:pt x="4580" y="2503"/>
                </a:lnTo>
                <a:lnTo>
                  <a:pt x="4622" y="2503"/>
                </a:lnTo>
                <a:lnTo>
                  <a:pt x="4665" y="2482"/>
                </a:lnTo>
                <a:lnTo>
                  <a:pt x="4708" y="2461"/>
                </a:lnTo>
                <a:lnTo>
                  <a:pt x="4751" y="2396"/>
                </a:lnTo>
                <a:lnTo>
                  <a:pt x="4772" y="2332"/>
                </a:lnTo>
                <a:lnTo>
                  <a:pt x="4772" y="2332"/>
                </a:lnTo>
                <a:lnTo>
                  <a:pt x="4751" y="2247"/>
                </a:lnTo>
                <a:lnTo>
                  <a:pt x="4708" y="2182"/>
                </a:lnTo>
                <a:lnTo>
                  <a:pt x="4665" y="2161"/>
                </a:lnTo>
                <a:lnTo>
                  <a:pt x="4601" y="2161"/>
                </a:lnTo>
                <a:lnTo>
                  <a:pt x="4558" y="2161"/>
                </a:lnTo>
                <a:lnTo>
                  <a:pt x="4515" y="2204"/>
                </a:lnTo>
                <a:lnTo>
                  <a:pt x="4494" y="2268"/>
                </a:lnTo>
                <a:lnTo>
                  <a:pt x="4494" y="2354"/>
                </a:lnTo>
                <a:lnTo>
                  <a:pt x="4494" y="2354"/>
                </a:lnTo>
                <a:close/>
                <a:moveTo>
                  <a:pt x="2568" y="2439"/>
                </a:moveTo>
                <a:lnTo>
                  <a:pt x="2568" y="2439"/>
                </a:lnTo>
                <a:lnTo>
                  <a:pt x="2547" y="2525"/>
                </a:lnTo>
                <a:lnTo>
                  <a:pt x="2568" y="2567"/>
                </a:lnTo>
                <a:lnTo>
                  <a:pt x="2590" y="2632"/>
                </a:lnTo>
                <a:lnTo>
                  <a:pt x="2633" y="2653"/>
                </a:lnTo>
                <a:lnTo>
                  <a:pt x="2675" y="2674"/>
                </a:lnTo>
                <a:lnTo>
                  <a:pt x="2740" y="2653"/>
                </a:lnTo>
                <a:lnTo>
                  <a:pt x="2782" y="2610"/>
                </a:lnTo>
                <a:lnTo>
                  <a:pt x="2804" y="2546"/>
                </a:lnTo>
                <a:lnTo>
                  <a:pt x="2804" y="2546"/>
                </a:lnTo>
                <a:lnTo>
                  <a:pt x="2782" y="2439"/>
                </a:lnTo>
                <a:lnTo>
                  <a:pt x="2718" y="2375"/>
                </a:lnTo>
                <a:lnTo>
                  <a:pt x="2675" y="2354"/>
                </a:lnTo>
                <a:lnTo>
                  <a:pt x="2654" y="2375"/>
                </a:lnTo>
                <a:lnTo>
                  <a:pt x="2611" y="2396"/>
                </a:lnTo>
                <a:lnTo>
                  <a:pt x="2568" y="2439"/>
                </a:lnTo>
                <a:lnTo>
                  <a:pt x="2568" y="2439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0"/>
          <p:cNvSpPr/>
          <p:nvPr/>
        </p:nvSpPr>
        <p:spPr>
          <a:xfrm>
            <a:off x="4555972" y="813784"/>
            <a:ext cx="486995" cy="542930"/>
          </a:xfrm>
          <a:custGeom>
            <a:rect b="b" l="l" r="r" t="t"/>
            <a:pathLst>
              <a:path extrusionOk="0" h="7083" w="6869">
                <a:moveTo>
                  <a:pt x="3017" y="279"/>
                </a:moveTo>
                <a:lnTo>
                  <a:pt x="3103" y="300"/>
                </a:lnTo>
                <a:lnTo>
                  <a:pt x="3167" y="321"/>
                </a:lnTo>
                <a:lnTo>
                  <a:pt x="3210" y="364"/>
                </a:lnTo>
                <a:lnTo>
                  <a:pt x="3188" y="407"/>
                </a:lnTo>
                <a:lnTo>
                  <a:pt x="3145" y="471"/>
                </a:lnTo>
                <a:lnTo>
                  <a:pt x="3188" y="557"/>
                </a:lnTo>
                <a:lnTo>
                  <a:pt x="3210" y="600"/>
                </a:lnTo>
                <a:lnTo>
                  <a:pt x="3231" y="621"/>
                </a:lnTo>
                <a:lnTo>
                  <a:pt x="3103" y="621"/>
                </a:lnTo>
                <a:lnTo>
                  <a:pt x="2974" y="600"/>
                </a:lnTo>
                <a:lnTo>
                  <a:pt x="2996" y="535"/>
                </a:lnTo>
                <a:lnTo>
                  <a:pt x="3017" y="450"/>
                </a:lnTo>
                <a:lnTo>
                  <a:pt x="2996" y="386"/>
                </a:lnTo>
                <a:lnTo>
                  <a:pt x="2974" y="300"/>
                </a:lnTo>
                <a:lnTo>
                  <a:pt x="2996" y="279"/>
                </a:lnTo>
                <a:close/>
                <a:moveTo>
                  <a:pt x="3509" y="578"/>
                </a:moveTo>
                <a:lnTo>
                  <a:pt x="3573" y="600"/>
                </a:lnTo>
                <a:lnTo>
                  <a:pt x="3595" y="621"/>
                </a:lnTo>
                <a:lnTo>
                  <a:pt x="3595" y="664"/>
                </a:lnTo>
                <a:lnTo>
                  <a:pt x="3402" y="664"/>
                </a:lnTo>
                <a:lnTo>
                  <a:pt x="3402" y="621"/>
                </a:lnTo>
                <a:lnTo>
                  <a:pt x="3423" y="600"/>
                </a:lnTo>
                <a:lnTo>
                  <a:pt x="3509" y="578"/>
                </a:lnTo>
                <a:close/>
                <a:moveTo>
                  <a:pt x="963" y="4750"/>
                </a:moveTo>
                <a:lnTo>
                  <a:pt x="963" y="4772"/>
                </a:lnTo>
                <a:lnTo>
                  <a:pt x="942" y="4793"/>
                </a:lnTo>
                <a:lnTo>
                  <a:pt x="942" y="4815"/>
                </a:lnTo>
                <a:lnTo>
                  <a:pt x="920" y="4815"/>
                </a:lnTo>
                <a:lnTo>
                  <a:pt x="942" y="4793"/>
                </a:lnTo>
                <a:lnTo>
                  <a:pt x="942" y="4750"/>
                </a:lnTo>
                <a:close/>
                <a:moveTo>
                  <a:pt x="449" y="4836"/>
                </a:moveTo>
                <a:lnTo>
                  <a:pt x="471" y="4943"/>
                </a:lnTo>
                <a:lnTo>
                  <a:pt x="492" y="5114"/>
                </a:lnTo>
                <a:lnTo>
                  <a:pt x="492" y="5285"/>
                </a:lnTo>
                <a:lnTo>
                  <a:pt x="492" y="5392"/>
                </a:lnTo>
                <a:lnTo>
                  <a:pt x="449" y="5349"/>
                </a:lnTo>
                <a:lnTo>
                  <a:pt x="428" y="5285"/>
                </a:lnTo>
                <a:lnTo>
                  <a:pt x="428" y="5135"/>
                </a:lnTo>
                <a:lnTo>
                  <a:pt x="449" y="4986"/>
                </a:lnTo>
                <a:lnTo>
                  <a:pt x="449" y="4836"/>
                </a:lnTo>
                <a:close/>
                <a:moveTo>
                  <a:pt x="492" y="5414"/>
                </a:moveTo>
                <a:lnTo>
                  <a:pt x="535" y="5478"/>
                </a:lnTo>
                <a:lnTo>
                  <a:pt x="535" y="5542"/>
                </a:lnTo>
                <a:lnTo>
                  <a:pt x="492" y="5499"/>
                </a:lnTo>
                <a:lnTo>
                  <a:pt x="492" y="5414"/>
                </a:lnTo>
                <a:close/>
                <a:moveTo>
                  <a:pt x="4943" y="6184"/>
                </a:moveTo>
                <a:lnTo>
                  <a:pt x="4964" y="6205"/>
                </a:lnTo>
                <a:lnTo>
                  <a:pt x="4964" y="6248"/>
                </a:lnTo>
                <a:lnTo>
                  <a:pt x="4921" y="6269"/>
                </a:lnTo>
                <a:lnTo>
                  <a:pt x="4878" y="6269"/>
                </a:lnTo>
                <a:lnTo>
                  <a:pt x="4878" y="6248"/>
                </a:lnTo>
                <a:lnTo>
                  <a:pt x="4900" y="6227"/>
                </a:lnTo>
                <a:lnTo>
                  <a:pt x="4921" y="6205"/>
                </a:lnTo>
                <a:lnTo>
                  <a:pt x="4943" y="6184"/>
                </a:lnTo>
                <a:close/>
                <a:moveTo>
                  <a:pt x="2846" y="771"/>
                </a:moveTo>
                <a:lnTo>
                  <a:pt x="3038" y="814"/>
                </a:lnTo>
                <a:lnTo>
                  <a:pt x="3252" y="856"/>
                </a:lnTo>
                <a:lnTo>
                  <a:pt x="3423" y="899"/>
                </a:lnTo>
                <a:lnTo>
                  <a:pt x="3595" y="963"/>
                </a:lnTo>
                <a:lnTo>
                  <a:pt x="3787" y="1006"/>
                </a:lnTo>
                <a:lnTo>
                  <a:pt x="3958" y="1027"/>
                </a:lnTo>
                <a:lnTo>
                  <a:pt x="4023" y="1027"/>
                </a:lnTo>
                <a:lnTo>
                  <a:pt x="4087" y="1006"/>
                </a:lnTo>
                <a:lnTo>
                  <a:pt x="4151" y="1006"/>
                </a:lnTo>
                <a:lnTo>
                  <a:pt x="4215" y="1027"/>
                </a:lnTo>
                <a:lnTo>
                  <a:pt x="4279" y="1070"/>
                </a:lnTo>
                <a:lnTo>
                  <a:pt x="4343" y="1134"/>
                </a:lnTo>
                <a:lnTo>
                  <a:pt x="4472" y="1241"/>
                </a:lnTo>
                <a:lnTo>
                  <a:pt x="4579" y="1348"/>
                </a:lnTo>
                <a:lnTo>
                  <a:pt x="4686" y="1455"/>
                </a:lnTo>
                <a:lnTo>
                  <a:pt x="4878" y="1669"/>
                </a:lnTo>
                <a:lnTo>
                  <a:pt x="5092" y="1883"/>
                </a:lnTo>
                <a:lnTo>
                  <a:pt x="5285" y="2119"/>
                </a:lnTo>
                <a:lnTo>
                  <a:pt x="5456" y="2354"/>
                </a:lnTo>
                <a:lnTo>
                  <a:pt x="5627" y="2611"/>
                </a:lnTo>
                <a:lnTo>
                  <a:pt x="5777" y="2868"/>
                </a:lnTo>
                <a:lnTo>
                  <a:pt x="5905" y="3124"/>
                </a:lnTo>
                <a:lnTo>
                  <a:pt x="6034" y="3402"/>
                </a:lnTo>
                <a:lnTo>
                  <a:pt x="6119" y="3681"/>
                </a:lnTo>
                <a:lnTo>
                  <a:pt x="6205" y="3980"/>
                </a:lnTo>
                <a:lnTo>
                  <a:pt x="6269" y="4280"/>
                </a:lnTo>
                <a:lnTo>
                  <a:pt x="6290" y="4579"/>
                </a:lnTo>
                <a:lnTo>
                  <a:pt x="6312" y="4900"/>
                </a:lnTo>
                <a:lnTo>
                  <a:pt x="6312" y="5242"/>
                </a:lnTo>
                <a:lnTo>
                  <a:pt x="6312" y="5435"/>
                </a:lnTo>
                <a:lnTo>
                  <a:pt x="6312" y="5606"/>
                </a:lnTo>
                <a:lnTo>
                  <a:pt x="6290" y="5713"/>
                </a:lnTo>
                <a:lnTo>
                  <a:pt x="6248" y="5799"/>
                </a:lnTo>
                <a:lnTo>
                  <a:pt x="6226" y="5863"/>
                </a:lnTo>
                <a:lnTo>
                  <a:pt x="6162" y="5906"/>
                </a:lnTo>
                <a:lnTo>
                  <a:pt x="6098" y="5927"/>
                </a:lnTo>
                <a:lnTo>
                  <a:pt x="6034" y="5948"/>
                </a:lnTo>
                <a:lnTo>
                  <a:pt x="5841" y="5970"/>
                </a:lnTo>
                <a:lnTo>
                  <a:pt x="5477" y="5991"/>
                </a:lnTo>
                <a:lnTo>
                  <a:pt x="5221" y="5991"/>
                </a:lnTo>
                <a:lnTo>
                  <a:pt x="5135" y="5948"/>
                </a:lnTo>
                <a:lnTo>
                  <a:pt x="5092" y="5927"/>
                </a:lnTo>
                <a:lnTo>
                  <a:pt x="5050" y="5884"/>
                </a:lnTo>
                <a:lnTo>
                  <a:pt x="4964" y="5799"/>
                </a:lnTo>
                <a:lnTo>
                  <a:pt x="4900" y="5756"/>
                </a:lnTo>
                <a:lnTo>
                  <a:pt x="4793" y="5756"/>
                </a:lnTo>
                <a:lnTo>
                  <a:pt x="4707" y="5820"/>
                </a:lnTo>
                <a:lnTo>
                  <a:pt x="4622" y="5884"/>
                </a:lnTo>
                <a:lnTo>
                  <a:pt x="4557" y="5970"/>
                </a:lnTo>
                <a:lnTo>
                  <a:pt x="4493" y="6034"/>
                </a:lnTo>
                <a:lnTo>
                  <a:pt x="4408" y="6098"/>
                </a:lnTo>
                <a:lnTo>
                  <a:pt x="4258" y="6184"/>
                </a:lnTo>
                <a:lnTo>
                  <a:pt x="4108" y="6269"/>
                </a:lnTo>
                <a:lnTo>
                  <a:pt x="3958" y="6334"/>
                </a:lnTo>
                <a:lnTo>
                  <a:pt x="3787" y="6355"/>
                </a:lnTo>
                <a:lnTo>
                  <a:pt x="3595" y="6355"/>
                </a:lnTo>
                <a:lnTo>
                  <a:pt x="3381" y="6334"/>
                </a:lnTo>
                <a:lnTo>
                  <a:pt x="2974" y="6227"/>
                </a:lnTo>
                <a:lnTo>
                  <a:pt x="2782" y="6205"/>
                </a:lnTo>
                <a:lnTo>
                  <a:pt x="2610" y="6184"/>
                </a:lnTo>
                <a:lnTo>
                  <a:pt x="2568" y="6227"/>
                </a:lnTo>
                <a:lnTo>
                  <a:pt x="2525" y="6248"/>
                </a:lnTo>
                <a:lnTo>
                  <a:pt x="2482" y="6227"/>
                </a:lnTo>
                <a:lnTo>
                  <a:pt x="2461" y="6205"/>
                </a:lnTo>
                <a:lnTo>
                  <a:pt x="2396" y="6141"/>
                </a:lnTo>
                <a:lnTo>
                  <a:pt x="2354" y="6055"/>
                </a:lnTo>
                <a:lnTo>
                  <a:pt x="2311" y="5970"/>
                </a:lnTo>
                <a:lnTo>
                  <a:pt x="2247" y="5799"/>
                </a:lnTo>
                <a:lnTo>
                  <a:pt x="2204" y="5735"/>
                </a:lnTo>
                <a:lnTo>
                  <a:pt x="2161" y="5670"/>
                </a:lnTo>
                <a:lnTo>
                  <a:pt x="2076" y="5628"/>
                </a:lnTo>
                <a:lnTo>
                  <a:pt x="1969" y="5606"/>
                </a:lnTo>
                <a:lnTo>
                  <a:pt x="1904" y="5628"/>
                </a:lnTo>
                <a:lnTo>
                  <a:pt x="1840" y="5670"/>
                </a:lnTo>
                <a:lnTo>
                  <a:pt x="1776" y="5713"/>
                </a:lnTo>
                <a:lnTo>
                  <a:pt x="1755" y="5777"/>
                </a:lnTo>
                <a:lnTo>
                  <a:pt x="1712" y="5927"/>
                </a:lnTo>
                <a:lnTo>
                  <a:pt x="1712" y="6077"/>
                </a:lnTo>
                <a:lnTo>
                  <a:pt x="1648" y="5991"/>
                </a:lnTo>
                <a:lnTo>
                  <a:pt x="1626" y="5906"/>
                </a:lnTo>
                <a:lnTo>
                  <a:pt x="1605" y="5842"/>
                </a:lnTo>
                <a:lnTo>
                  <a:pt x="1626" y="5713"/>
                </a:lnTo>
                <a:lnTo>
                  <a:pt x="1669" y="5521"/>
                </a:lnTo>
                <a:lnTo>
                  <a:pt x="1712" y="5328"/>
                </a:lnTo>
                <a:lnTo>
                  <a:pt x="1626" y="5307"/>
                </a:lnTo>
                <a:lnTo>
                  <a:pt x="1562" y="5328"/>
                </a:lnTo>
                <a:lnTo>
                  <a:pt x="1498" y="5371"/>
                </a:lnTo>
                <a:lnTo>
                  <a:pt x="1434" y="5435"/>
                </a:lnTo>
                <a:lnTo>
                  <a:pt x="1369" y="5585"/>
                </a:lnTo>
                <a:lnTo>
                  <a:pt x="1305" y="5735"/>
                </a:lnTo>
                <a:lnTo>
                  <a:pt x="1198" y="5649"/>
                </a:lnTo>
                <a:lnTo>
                  <a:pt x="1134" y="5542"/>
                </a:lnTo>
                <a:lnTo>
                  <a:pt x="1113" y="5435"/>
                </a:lnTo>
                <a:lnTo>
                  <a:pt x="1113" y="5307"/>
                </a:lnTo>
                <a:lnTo>
                  <a:pt x="1134" y="5178"/>
                </a:lnTo>
                <a:lnTo>
                  <a:pt x="1177" y="5071"/>
                </a:lnTo>
                <a:lnTo>
                  <a:pt x="1262" y="4836"/>
                </a:lnTo>
                <a:lnTo>
                  <a:pt x="1327" y="4622"/>
                </a:lnTo>
                <a:lnTo>
                  <a:pt x="1369" y="4515"/>
                </a:lnTo>
                <a:lnTo>
                  <a:pt x="1348" y="4472"/>
                </a:lnTo>
                <a:lnTo>
                  <a:pt x="1327" y="4451"/>
                </a:lnTo>
                <a:lnTo>
                  <a:pt x="1241" y="4451"/>
                </a:lnTo>
                <a:lnTo>
                  <a:pt x="1177" y="4515"/>
                </a:lnTo>
                <a:lnTo>
                  <a:pt x="1134" y="4601"/>
                </a:lnTo>
                <a:lnTo>
                  <a:pt x="1091" y="4622"/>
                </a:lnTo>
                <a:lnTo>
                  <a:pt x="1070" y="4643"/>
                </a:lnTo>
                <a:lnTo>
                  <a:pt x="1412" y="3681"/>
                </a:lnTo>
                <a:lnTo>
                  <a:pt x="1476" y="3574"/>
                </a:lnTo>
                <a:lnTo>
                  <a:pt x="1519" y="3424"/>
                </a:lnTo>
                <a:lnTo>
                  <a:pt x="1541" y="3338"/>
                </a:lnTo>
                <a:lnTo>
                  <a:pt x="1541" y="3274"/>
                </a:lnTo>
                <a:lnTo>
                  <a:pt x="1519" y="3231"/>
                </a:lnTo>
                <a:lnTo>
                  <a:pt x="1476" y="3188"/>
                </a:lnTo>
                <a:lnTo>
                  <a:pt x="1412" y="3188"/>
                </a:lnTo>
                <a:lnTo>
                  <a:pt x="1348" y="3231"/>
                </a:lnTo>
                <a:lnTo>
                  <a:pt x="1284" y="3274"/>
                </a:lnTo>
                <a:lnTo>
                  <a:pt x="1241" y="3317"/>
                </a:lnTo>
                <a:lnTo>
                  <a:pt x="1156" y="3467"/>
                </a:lnTo>
                <a:lnTo>
                  <a:pt x="1091" y="3574"/>
                </a:lnTo>
                <a:lnTo>
                  <a:pt x="1091" y="3552"/>
                </a:lnTo>
                <a:lnTo>
                  <a:pt x="1091" y="3488"/>
                </a:lnTo>
                <a:lnTo>
                  <a:pt x="1134" y="3338"/>
                </a:lnTo>
                <a:lnTo>
                  <a:pt x="1220" y="3060"/>
                </a:lnTo>
                <a:lnTo>
                  <a:pt x="1327" y="2782"/>
                </a:lnTo>
                <a:lnTo>
                  <a:pt x="1391" y="2632"/>
                </a:lnTo>
                <a:lnTo>
                  <a:pt x="1391" y="2568"/>
                </a:lnTo>
                <a:lnTo>
                  <a:pt x="1369" y="2589"/>
                </a:lnTo>
                <a:lnTo>
                  <a:pt x="1327" y="2589"/>
                </a:lnTo>
                <a:lnTo>
                  <a:pt x="1455" y="2354"/>
                </a:lnTo>
                <a:lnTo>
                  <a:pt x="1626" y="2119"/>
                </a:lnTo>
                <a:lnTo>
                  <a:pt x="1969" y="1691"/>
                </a:lnTo>
                <a:lnTo>
                  <a:pt x="2311" y="1263"/>
                </a:lnTo>
                <a:lnTo>
                  <a:pt x="2482" y="1027"/>
                </a:lnTo>
                <a:lnTo>
                  <a:pt x="2632" y="814"/>
                </a:lnTo>
                <a:lnTo>
                  <a:pt x="2717" y="792"/>
                </a:lnTo>
                <a:lnTo>
                  <a:pt x="2846" y="771"/>
                </a:lnTo>
                <a:close/>
                <a:moveTo>
                  <a:pt x="2953" y="0"/>
                </a:moveTo>
                <a:lnTo>
                  <a:pt x="2610" y="22"/>
                </a:lnTo>
                <a:lnTo>
                  <a:pt x="2247" y="43"/>
                </a:lnTo>
                <a:lnTo>
                  <a:pt x="2076" y="86"/>
                </a:lnTo>
                <a:lnTo>
                  <a:pt x="1904" y="129"/>
                </a:lnTo>
                <a:lnTo>
                  <a:pt x="1755" y="193"/>
                </a:lnTo>
                <a:lnTo>
                  <a:pt x="1626" y="300"/>
                </a:lnTo>
                <a:lnTo>
                  <a:pt x="1562" y="364"/>
                </a:lnTo>
                <a:lnTo>
                  <a:pt x="1498" y="428"/>
                </a:lnTo>
                <a:lnTo>
                  <a:pt x="1412" y="600"/>
                </a:lnTo>
                <a:lnTo>
                  <a:pt x="1305" y="749"/>
                </a:lnTo>
                <a:lnTo>
                  <a:pt x="1262" y="814"/>
                </a:lnTo>
                <a:lnTo>
                  <a:pt x="1198" y="878"/>
                </a:lnTo>
                <a:lnTo>
                  <a:pt x="1027" y="963"/>
                </a:lnTo>
                <a:lnTo>
                  <a:pt x="856" y="1027"/>
                </a:lnTo>
                <a:lnTo>
                  <a:pt x="685" y="1092"/>
                </a:lnTo>
                <a:lnTo>
                  <a:pt x="535" y="1156"/>
                </a:lnTo>
                <a:lnTo>
                  <a:pt x="471" y="1220"/>
                </a:lnTo>
                <a:lnTo>
                  <a:pt x="428" y="1263"/>
                </a:lnTo>
                <a:lnTo>
                  <a:pt x="428" y="1327"/>
                </a:lnTo>
                <a:lnTo>
                  <a:pt x="428" y="1391"/>
                </a:lnTo>
                <a:lnTo>
                  <a:pt x="449" y="1455"/>
                </a:lnTo>
                <a:lnTo>
                  <a:pt x="492" y="1498"/>
                </a:lnTo>
                <a:lnTo>
                  <a:pt x="556" y="1520"/>
                </a:lnTo>
                <a:lnTo>
                  <a:pt x="642" y="1541"/>
                </a:lnTo>
                <a:lnTo>
                  <a:pt x="728" y="1520"/>
                </a:lnTo>
                <a:lnTo>
                  <a:pt x="813" y="1498"/>
                </a:lnTo>
                <a:lnTo>
                  <a:pt x="984" y="1413"/>
                </a:lnTo>
                <a:lnTo>
                  <a:pt x="1284" y="1241"/>
                </a:lnTo>
                <a:lnTo>
                  <a:pt x="1369" y="1177"/>
                </a:lnTo>
                <a:lnTo>
                  <a:pt x="1455" y="1113"/>
                </a:lnTo>
                <a:lnTo>
                  <a:pt x="1562" y="963"/>
                </a:lnTo>
                <a:lnTo>
                  <a:pt x="1690" y="792"/>
                </a:lnTo>
                <a:lnTo>
                  <a:pt x="1819" y="621"/>
                </a:lnTo>
                <a:lnTo>
                  <a:pt x="1883" y="557"/>
                </a:lnTo>
                <a:lnTo>
                  <a:pt x="1969" y="514"/>
                </a:lnTo>
                <a:lnTo>
                  <a:pt x="2161" y="428"/>
                </a:lnTo>
                <a:lnTo>
                  <a:pt x="2396" y="407"/>
                </a:lnTo>
                <a:lnTo>
                  <a:pt x="2568" y="407"/>
                </a:lnTo>
                <a:lnTo>
                  <a:pt x="2589" y="428"/>
                </a:lnTo>
                <a:lnTo>
                  <a:pt x="2610" y="450"/>
                </a:lnTo>
                <a:lnTo>
                  <a:pt x="2589" y="471"/>
                </a:lnTo>
                <a:lnTo>
                  <a:pt x="2568" y="514"/>
                </a:lnTo>
                <a:lnTo>
                  <a:pt x="2503" y="535"/>
                </a:lnTo>
                <a:lnTo>
                  <a:pt x="2482" y="557"/>
                </a:lnTo>
                <a:lnTo>
                  <a:pt x="2311" y="664"/>
                </a:lnTo>
                <a:lnTo>
                  <a:pt x="2140" y="771"/>
                </a:lnTo>
                <a:lnTo>
                  <a:pt x="1840" y="1049"/>
                </a:lnTo>
                <a:lnTo>
                  <a:pt x="1562" y="1348"/>
                </a:lnTo>
                <a:lnTo>
                  <a:pt x="1305" y="1669"/>
                </a:lnTo>
                <a:lnTo>
                  <a:pt x="1070" y="2033"/>
                </a:lnTo>
                <a:lnTo>
                  <a:pt x="856" y="2397"/>
                </a:lnTo>
                <a:lnTo>
                  <a:pt x="685" y="2761"/>
                </a:lnTo>
                <a:lnTo>
                  <a:pt x="514" y="3124"/>
                </a:lnTo>
                <a:lnTo>
                  <a:pt x="385" y="3467"/>
                </a:lnTo>
                <a:lnTo>
                  <a:pt x="257" y="3852"/>
                </a:lnTo>
                <a:lnTo>
                  <a:pt x="64" y="4579"/>
                </a:lnTo>
                <a:lnTo>
                  <a:pt x="22" y="4750"/>
                </a:lnTo>
                <a:lnTo>
                  <a:pt x="0" y="4943"/>
                </a:lnTo>
                <a:lnTo>
                  <a:pt x="0" y="5114"/>
                </a:lnTo>
                <a:lnTo>
                  <a:pt x="0" y="5285"/>
                </a:lnTo>
                <a:lnTo>
                  <a:pt x="43" y="5456"/>
                </a:lnTo>
                <a:lnTo>
                  <a:pt x="86" y="5628"/>
                </a:lnTo>
                <a:lnTo>
                  <a:pt x="171" y="5777"/>
                </a:lnTo>
                <a:lnTo>
                  <a:pt x="257" y="5927"/>
                </a:lnTo>
                <a:lnTo>
                  <a:pt x="471" y="6162"/>
                </a:lnTo>
                <a:lnTo>
                  <a:pt x="578" y="6269"/>
                </a:lnTo>
                <a:lnTo>
                  <a:pt x="685" y="6355"/>
                </a:lnTo>
                <a:lnTo>
                  <a:pt x="792" y="6441"/>
                </a:lnTo>
                <a:lnTo>
                  <a:pt x="920" y="6505"/>
                </a:lnTo>
                <a:lnTo>
                  <a:pt x="1070" y="6569"/>
                </a:lnTo>
                <a:lnTo>
                  <a:pt x="1220" y="6612"/>
                </a:lnTo>
                <a:lnTo>
                  <a:pt x="1369" y="6612"/>
                </a:lnTo>
                <a:lnTo>
                  <a:pt x="1498" y="6590"/>
                </a:lnTo>
                <a:lnTo>
                  <a:pt x="1797" y="6569"/>
                </a:lnTo>
                <a:lnTo>
                  <a:pt x="1947" y="6569"/>
                </a:lnTo>
                <a:lnTo>
                  <a:pt x="2011" y="6590"/>
                </a:lnTo>
                <a:lnTo>
                  <a:pt x="2097" y="6655"/>
                </a:lnTo>
                <a:lnTo>
                  <a:pt x="2268" y="6783"/>
                </a:lnTo>
                <a:lnTo>
                  <a:pt x="2418" y="6890"/>
                </a:lnTo>
                <a:lnTo>
                  <a:pt x="2610" y="6975"/>
                </a:lnTo>
                <a:lnTo>
                  <a:pt x="2782" y="7040"/>
                </a:lnTo>
                <a:lnTo>
                  <a:pt x="2953" y="7082"/>
                </a:lnTo>
                <a:lnTo>
                  <a:pt x="3167" y="7082"/>
                </a:lnTo>
                <a:lnTo>
                  <a:pt x="3316" y="7040"/>
                </a:lnTo>
                <a:lnTo>
                  <a:pt x="3466" y="6975"/>
                </a:lnTo>
                <a:lnTo>
                  <a:pt x="3616" y="6933"/>
                </a:lnTo>
                <a:lnTo>
                  <a:pt x="3787" y="6869"/>
                </a:lnTo>
                <a:lnTo>
                  <a:pt x="3980" y="6826"/>
                </a:lnTo>
                <a:lnTo>
                  <a:pt x="4172" y="6762"/>
                </a:lnTo>
                <a:lnTo>
                  <a:pt x="4343" y="6697"/>
                </a:lnTo>
                <a:lnTo>
                  <a:pt x="4536" y="6590"/>
                </a:lnTo>
                <a:lnTo>
                  <a:pt x="4664" y="6483"/>
                </a:lnTo>
                <a:lnTo>
                  <a:pt x="4729" y="6441"/>
                </a:lnTo>
                <a:lnTo>
                  <a:pt x="4793" y="6419"/>
                </a:lnTo>
                <a:lnTo>
                  <a:pt x="4857" y="6398"/>
                </a:lnTo>
                <a:lnTo>
                  <a:pt x="4878" y="6419"/>
                </a:lnTo>
                <a:lnTo>
                  <a:pt x="4857" y="6462"/>
                </a:lnTo>
                <a:lnTo>
                  <a:pt x="4900" y="6505"/>
                </a:lnTo>
                <a:lnTo>
                  <a:pt x="4943" y="6569"/>
                </a:lnTo>
                <a:lnTo>
                  <a:pt x="5007" y="6612"/>
                </a:lnTo>
                <a:lnTo>
                  <a:pt x="5178" y="6676"/>
                </a:lnTo>
                <a:lnTo>
                  <a:pt x="5349" y="6719"/>
                </a:lnTo>
                <a:lnTo>
                  <a:pt x="5499" y="6740"/>
                </a:lnTo>
                <a:lnTo>
                  <a:pt x="5734" y="6762"/>
                </a:lnTo>
                <a:lnTo>
                  <a:pt x="5948" y="6740"/>
                </a:lnTo>
                <a:lnTo>
                  <a:pt x="6119" y="6655"/>
                </a:lnTo>
                <a:lnTo>
                  <a:pt x="6333" y="6526"/>
                </a:lnTo>
                <a:lnTo>
                  <a:pt x="6547" y="6355"/>
                </a:lnTo>
                <a:lnTo>
                  <a:pt x="6654" y="6269"/>
                </a:lnTo>
                <a:lnTo>
                  <a:pt x="6740" y="6162"/>
                </a:lnTo>
                <a:lnTo>
                  <a:pt x="6804" y="6034"/>
                </a:lnTo>
                <a:lnTo>
                  <a:pt x="6847" y="5906"/>
                </a:lnTo>
                <a:lnTo>
                  <a:pt x="6868" y="5777"/>
                </a:lnTo>
                <a:lnTo>
                  <a:pt x="6868" y="5628"/>
                </a:lnTo>
                <a:lnTo>
                  <a:pt x="6847" y="5414"/>
                </a:lnTo>
                <a:lnTo>
                  <a:pt x="6847" y="5200"/>
                </a:lnTo>
                <a:lnTo>
                  <a:pt x="6847" y="4772"/>
                </a:lnTo>
                <a:lnTo>
                  <a:pt x="6804" y="4387"/>
                </a:lnTo>
                <a:lnTo>
                  <a:pt x="6761" y="4023"/>
                </a:lnTo>
                <a:lnTo>
                  <a:pt x="6676" y="3659"/>
                </a:lnTo>
                <a:lnTo>
                  <a:pt x="6547" y="3295"/>
                </a:lnTo>
                <a:lnTo>
                  <a:pt x="6376" y="2932"/>
                </a:lnTo>
                <a:lnTo>
                  <a:pt x="6205" y="2568"/>
                </a:lnTo>
                <a:lnTo>
                  <a:pt x="5991" y="2247"/>
                </a:lnTo>
                <a:lnTo>
                  <a:pt x="5756" y="1926"/>
                </a:lnTo>
                <a:lnTo>
                  <a:pt x="5499" y="1627"/>
                </a:lnTo>
                <a:lnTo>
                  <a:pt x="5221" y="1348"/>
                </a:lnTo>
                <a:lnTo>
                  <a:pt x="4943" y="1092"/>
                </a:lnTo>
                <a:lnTo>
                  <a:pt x="4622" y="835"/>
                </a:lnTo>
                <a:lnTo>
                  <a:pt x="4515" y="771"/>
                </a:lnTo>
                <a:lnTo>
                  <a:pt x="4343" y="685"/>
                </a:lnTo>
                <a:lnTo>
                  <a:pt x="4194" y="600"/>
                </a:lnTo>
                <a:lnTo>
                  <a:pt x="4130" y="557"/>
                </a:lnTo>
                <a:lnTo>
                  <a:pt x="4108" y="514"/>
                </a:lnTo>
                <a:lnTo>
                  <a:pt x="4087" y="471"/>
                </a:lnTo>
                <a:lnTo>
                  <a:pt x="4087" y="407"/>
                </a:lnTo>
                <a:lnTo>
                  <a:pt x="4087" y="279"/>
                </a:lnTo>
                <a:lnTo>
                  <a:pt x="4087" y="172"/>
                </a:lnTo>
                <a:lnTo>
                  <a:pt x="4065" y="129"/>
                </a:lnTo>
                <a:lnTo>
                  <a:pt x="4023" y="86"/>
                </a:lnTo>
                <a:lnTo>
                  <a:pt x="3937" y="43"/>
                </a:lnTo>
                <a:lnTo>
                  <a:pt x="3830" y="22"/>
                </a:lnTo>
                <a:lnTo>
                  <a:pt x="3616" y="22"/>
                </a:lnTo>
                <a:lnTo>
                  <a:pt x="3274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0"/>
          <p:cNvSpPr/>
          <p:nvPr/>
        </p:nvSpPr>
        <p:spPr>
          <a:xfrm>
            <a:off x="4686439" y="964675"/>
            <a:ext cx="226075" cy="241147"/>
          </a:xfrm>
          <a:custGeom>
            <a:rect b="b" l="l" r="r" t="t"/>
            <a:pathLst>
              <a:path extrusionOk="0" h="4109" w="2676">
                <a:moveTo>
                  <a:pt x="1028" y="835"/>
                </a:moveTo>
                <a:lnTo>
                  <a:pt x="1049" y="856"/>
                </a:lnTo>
                <a:lnTo>
                  <a:pt x="1092" y="942"/>
                </a:lnTo>
                <a:lnTo>
                  <a:pt x="1156" y="1156"/>
                </a:lnTo>
                <a:lnTo>
                  <a:pt x="1199" y="1412"/>
                </a:lnTo>
                <a:lnTo>
                  <a:pt x="1221" y="1562"/>
                </a:lnTo>
                <a:lnTo>
                  <a:pt x="1114" y="1562"/>
                </a:lnTo>
                <a:lnTo>
                  <a:pt x="1049" y="1519"/>
                </a:lnTo>
                <a:lnTo>
                  <a:pt x="1028" y="1455"/>
                </a:lnTo>
                <a:lnTo>
                  <a:pt x="1007" y="1348"/>
                </a:lnTo>
                <a:lnTo>
                  <a:pt x="942" y="1198"/>
                </a:lnTo>
                <a:lnTo>
                  <a:pt x="921" y="1113"/>
                </a:lnTo>
                <a:lnTo>
                  <a:pt x="900" y="1027"/>
                </a:lnTo>
                <a:lnTo>
                  <a:pt x="921" y="942"/>
                </a:lnTo>
                <a:lnTo>
                  <a:pt x="942" y="920"/>
                </a:lnTo>
                <a:lnTo>
                  <a:pt x="964" y="899"/>
                </a:lnTo>
                <a:lnTo>
                  <a:pt x="1028" y="835"/>
                </a:lnTo>
                <a:close/>
                <a:moveTo>
                  <a:pt x="1798" y="2140"/>
                </a:moveTo>
                <a:lnTo>
                  <a:pt x="1948" y="2183"/>
                </a:lnTo>
                <a:lnTo>
                  <a:pt x="2076" y="2225"/>
                </a:lnTo>
                <a:lnTo>
                  <a:pt x="2141" y="2247"/>
                </a:lnTo>
                <a:lnTo>
                  <a:pt x="2205" y="2290"/>
                </a:lnTo>
                <a:lnTo>
                  <a:pt x="2248" y="2354"/>
                </a:lnTo>
                <a:lnTo>
                  <a:pt x="2269" y="2418"/>
                </a:lnTo>
                <a:lnTo>
                  <a:pt x="2248" y="2525"/>
                </a:lnTo>
                <a:lnTo>
                  <a:pt x="2226" y="2675"/>
                </a:lnTo>
                <a:lnTo>
                  <a:pt x="2162" y="2803"/>
                </a:lnTo>
                <a:lnTo>
                  <a:pt x="2119" y="2825"/>
                </a:lnTo>
                <a:lnTo>
                  <a:pt x="2076" y="2846"/>
                </a:lnTo>
                <a:lnTo>
                  <a:pt x="2012" y="2803"/>
                </a:lnTo>
                <a:lnTo>
                  <a:pt x="1969" y="2718"/>
                </a:lnTo>
                <a:lnTo>
                  <a:pt x="1884" y="2482"/>
                </a:lnTo>
                <a:lnTo>
                  <a:pt x="1820" y="2247"/>
                </a:lnTo>
                <a:lnTo>
                  <a:pt x="1798" y="2140"/>
                </a:lnTo>
                <a:close/>
                <a:moveTo>
                  <a:pt x="1221" y="2033"/>
                </a:moveTo>
                <a:lnTo>
                  <a:pt x="1306" y="2054"/>
                </a:lnTo>
                <a:lnTo>
                  <a:pt x="1392" y="2076"/>
                </a:lnTo>
                <a:lnTo>
                  <a:pt x="1563" y="2546"/>
                </a:lnTo>
                <a:lnTo>
                  <a:pt x="1713" y="3017"/>
                </a:lnTo>
                <a:lnTo>
                  <a:pt x="1627" y="3039"/>
                </a:lnTo>
                <a:lnTo>
                  <a:pt x="1584" y="3039"/>
                </a:lnTo>
                <a:lnTo>
                  <a:pt x="1541" y="2996"/>
                </a:lnTo>
                <a:lnTo>
                  <a:pt x="1499" y="2910"/>
                </a:lnTo>
                <a:lnTo>
                  <a:pt x="1434" y="2760"/>
                </a:lnTo>
                <a:lnTo>
                  <a:pt x="1392" y="2611"/>
                </a:lnTo>
                <a:lnTo>
                  <a:pt x="1285" y="2332"/>
                </a:lnTo>
                <a:lnTo>
                  <a:pt x="1242" y="2183"/>
                </a:lnTo>
                <a:lnTo>
                  <a:pt x="1221" y="2033"/>
                </a:lnTo>
                <a:close/>
                <a:moveTo>
                  <a:pt x="1007" y="0"/>
                </a:moveTo>
                <a:lnTo>
                  <a:pt x="964" y="22"/>
                </a:lnTo>
                <a:lnTo>
                  <a:pt x="942" y="43"/>
                </a:lnTo>
                <a:lnTo>
                  <a:pt x="942" y="86"/>
                </a:lnTo>
                <a:lnTo>
                  <a:pt x="921" y="171"/>
                </a:lnTo>
                <a:lnTo>
                  <a:pt x="921" y="278"/>
                </a:lnTo>
                <a:lnTo>
                  <a:pt x="921" y="343"/>
                </a:lnTo>
                <a:lnTo>
                  <a:pt x="942" y="385"/>
                </a:lnTo>
                <a:lnTo>
                  <a:pt x="921" y="407"/>
                </a:lnTo>
                <a:lnTo>
                  <a:pt x="857" y="450"/>
                </a:lnTo>
                <a:lnTo>
                  <a:pt x="771" y="450"/>
                </a:lnTo>
                <a:lnTo>
                  <a:pt x="728" y="364"/>
                </a:lnTo>
                <a:lnTo>
                  <a:pt x="707" y="278"/>
                </a:lnTo>
                <a:lnTo>
                  <a:pt x="686" y="193"/>
                </a:lnTo>
                <a:lnTo>
                  <a:pt x="643" y="107"/>
                </a:lnTo>
                <a:lnTo>
                  <a:pt x="621" y="86"/>
                </a:lnTo>
                <a:lnTo>
                  <a:pt x="579" y="65"/>
                </a:lnTo>
                <a:lnTo>
                  <a:pt x="514" y="65"/>
                </a:lnTo>
                <a:lnTo>
                  <a:pt x="472" y="107"/>
                </a:lnTo>
                <a:lnTo>
                  <a:pt x="450" y="150"/>
                </a:lnTo>
                <a:lnTo>
                  <a:pt x="429" y="193"/>
                </a:lnTo>
                <a:lnTo>
                  <a:pt x="429" y="300"/>
                </a:lnTo>
                <a:lnTo>
                  <a:pt x="450" y="407"/>
                </a:lnTo>
                <a:lnTo>
                  <a:pt x="450" y="535"/>
                </a:lnTo>
                <a:lnTo>
                  <a:pt x="450" y="578"/>
                </a:lnTo>
                <a:lnTo>
                  <a:pt x="407" y="642"/>
                </a:lnTo>
                <a:lnTo>
                  <a:pt x="365" y="685"/>
                </a:lnTo>
                <a:lnTo>
                  <a:pt x="301" y="728"/>
                </a:lnTo>
                <a:lnTo>
                  <a:pt x="215" y="813"/>
                </a:lnTo>
                <a:lnTo>
                  <a:pt x="108" y="985"/>
                </a:lnTo>
                <a:lnTo>
                  <a:pt x="22" y="1156"/>
                </a:lnTo>
                <a:lnTo>
                  <a:pt x="1" y="1391"/>
                </a:lnTo>
                <a:lnTo>
                  <a:pt x="22" y="1498"/>
                </a:lnTo>
                <a:lnTo>
                  <a:pt x="65" y="1605"/>
                </a:lnTo>
                <a:lnTo>
                  <a:pt x="108" y="1691"/>
                </a:lnTo>
                <a:lnTo>
                  <a:pt x="172" y="1733"/>
                </a:lnTo>
                <a:lnTo>
                  <a:pt x="236" y="1798"/>
                </a:lnTo>
                <a:lnTo>
                  <a:pt x="322" y="1819"/>
                </a:lnTo>
                <a:lnTo>
                  <a:pt x="450" y="1862"/>
                </a:lnTo>
                <a:lnTo>
                  <a:pt x="600" y="1883"/>
                </a:lnTo>
                <a:lnTo>
                  <a:pt x="750" y="1905"/>
                </a:lnTo>
                <a:lnTo>
                  <a:pt x="793" y="1926"/>
                </a:lnTo>
                <a:lnTo>
                  <a:pt x="835" y="1947"/>
                </a:lnTo>
                <a:lnTo>
                  <a:pt x="900" y="2033"/>
                </a:lnTo>
                <a:lnTo>
                  <a:pt x="942" y="2161"/>
                </a:lnTo>
                <a:lnTo>
                  <a:pt x="1007" y="2418"/>
                </a:lnTo>
                <a:lnTo>
                  <a:pt x="1178" y="2910"/>
                </a:lnTo>
                <a:lnTo>
                  <a:pt x="1221" y="3039"/>
                </a:lnTo>
                <a:lnTo>
                  <a:pt x="1221" y="3103"/>
                </a:lnTo>
                <a:lnTo>
                  <a:pt x="1221" y="3145"/>
                </a:lnTo>
                <a:lnTo>
                  <a:pt x="1199" y="3167"/>
                </a:lnTo>
                <a:lnTo>
                  <a:pt x="1156" y="3188"/>
                </a:lnTo>
                <a:lnTo>
                  <a:pt x="1007" y="3210"/>
                </a:lnTo>
                <a:lnTo>
                  <a:pt x="878" y="3188"/>
                </a:lnTo>
                <a:lnTo>
                  <a:pt x="707" y="3167"/>
                </a:lnTo>
                <a:lnTo>
                  <a:pt x="514" y="3145"/>
                </a:lnTo>
                <a:lnTo>
                  <a:pt x="407" y="3145"/>
                </a:lnTo>
                <a:lnTo>
                  <a:pt x="386" y="3167"/>
                </a:lnTo>
                <a:lnTo>
                  <a:pt x="386" y="3210"/>
                </a:lnTo>
                <a:lnTo>
                  <a:pt x="365" y="3317"/>
                </a:lnTo>
                <a:lnTo>
                  <a:pt x="386" y="3424"/>
                </a:lnTo>
                <a:lnTo>
                  <a:pt x="407" y="3488"/>
                </a:lnTo>
                <a:lnTo>
                  <a:pt x="472" y="3552"/>
                </a:lnTo>
                <a:lnTo>
                  <a:pt x="536" y="3595"/>
                </a:lnTo>
                <a:lnTo>
                  <a:pt x="686" y="3659"/>
                </a:lnTo>
                <a:lnTo>
                  <a:pt x="878" y="3680"/>
                </a:lnTo>
                <a:lnTo>
                  <a:pt x="1049" y="3680"/>
                </a:lnTo>
                <a:lnTo>
                  <a:pt x="1242" y="3638"/>
                </a:lnTo>
                <a:lnTo>
                  <a:pt x="1413" y="3638"/>
                </a:lnTo>
                <a:lnTo>
                  <a:pt x="1456" y="3680"/>
                </a:lnTo>
                <a:lnTo>
                  <a:pt x="1499" y="3723"/>
                </a:lnTo>
                <a:lnTo>
                  <a:pt x="1541" y="3787"/>
                </a:lnTo>
                <a:lnTo>
                  <a:pt x="1584" y="3809"/>
                </a:lnTo>
                <a:lnTo>
                  <a:pt x="1648" y="3787"/>
                </a:lnTo>
                <a:lnTo>
                  <a:pt x="1670" y="3787"/>
                </a:lnTo>
                <a:lnTo>
                  <a:pt x="1691" y="3723"/>
                </a:lnTo>
                <a:lnTo>
                  <a:pt x="1691" y="3659"/>
                </a:lnTo>
                <a:lnTo>
                  <a:pt x="1713" y="3595"/>
                </a:lnTo>
                <a:lnTo>
                  <a:pt x="1777" y="3509"/>
                </a:lnTo>
                <a:lnTo>
                  <a:pt x="1820" y="3488"/>
                </a:lnTo>
                <a:lnTo>
                  <a:pt x="1841" y="3488"/>
                </a:lnTo>
                <a:lnTo>
                  <a:pt x="1884" y="3509"/>
                </a:lnTo>
                <a:lnTo>
                  <a:pt x="1927" y="3595"/>
                </a:lnTo>
                <a:lnTo>
                  <a:pt x="2012" y="3787"/>
                </a:lnTo>
                <a:lnTo>
                  <a:pt x="2055" y="3937"/>
                </a:lnTo>
                <a:lnTo>
                  <a:pt x="2098" y="4044"/>
                </a:lnTo>
                <a:lnTo>
                  <a:pt x="2162" y="4108"/>
                </a:lnTo>
                <a:lnTo>
                  <a:pt x="2226" y="4108"/>
                </a:lnTo>
                <a:lnTo>
                  <a:pt x="2248" y="4087"/>
                </a:lnTo>
                <a:lnTo>
                  <a:pt x="2290" y="4023"/>
                </a:lnTo>
                <a:lnTo>
                  <a:pt x="2312" y="3916"/>
                </a:lnTo>
                <a:lnTo>
                  <a:pt x="2290" y="3809"/>
                </a:lnTo>
                <a:lnTo>
                  <a:pt x="2248" y="3595"/>
                </a:lnTo>
                <a:lnTo>
                  <a:pt x="2205" y="3509"/>
                </a:lnTo>
                <a:lnTo>
                  <a:pt x="2183" y="3402"/>
                </a:lnTo>
                <a:lnTo>
                  <a:pt x="2205" y="3295"/>
                </a:lnTo>
                <a:lnTo>
                  <a:pt x="2226" y="3274"/>
                </a:lnTo>
                <a:lnTo>
                  <a:pt x="2269" y="3231"/>
                </a:lnTo>
                <a:lnTo>
                  <a:pt x="2354" y="3124"/>
                </a:lnTo>
                <a:lnTo>
                  <a:pt x="2461" y="3039"/>
                </a:lnTo>
                <a:lnTo>
                  <a:pt x="2547" y="2953"/>
                </a:lnTo>
                <a:lnTo>
                  <a:pt x="2633" y="2825"/>
                </a:lnTo>
                <a:lnTo>
                  <a:pt x="2654" y="2718"/>
                </a:lnTo>
                <a:lnTo>
                  <a:pt x="2675" y="2611"/>
                </a:lnTo>
                <a:lnTo>
                  <a:pt x="2654" y="2418"/>
                </a:lnTo>
                <a:lnTo>
                  <a:pt x="2611" y="2225"/>
                </a:lnTo>
                <a:lnTo>
                  <a:pt x="2526" y="2054"/>
                </a:lnTo>
                <a:lnTo>
                  <a:pt x="2397" y="1905"/>
                </a:lnTo>
                <a:lnTo>
                  <a:pt x="2248" y="1755"/>
                </a:lnTo>
                <a:lnTo>
                  <a:pt x="2076" y="1669"/>
                </a:lnTo>
                <a:lnTo>
                  <a:pt x="1884" y="1584"/>
                </a:lnTo>
                <a:lnTo>
                  <a:pt x="1713" y="1562"/>
                </a:lnTo>
                <a:lnTo>
                  <a:pt x="1627" y="1562"/>
                </a:lnTo>
                <a:lnTo>
                  <a:pt x="1563" y="1541"/>
                </a:lnTo>
                <a:lnTo>
                  <a:pt x="1541" y="1477"/>
                </a:lnTo>
                <a:lnTo>
                  <a:pt x="1520" y="1370"/>
                </a:lnTo>
                <a:lnTo>
                  <a:pt x="1477" y="1156"/>
                </a:lnTo>
                <a:lnTo>
                  <a:pt x="1392" y="942"/>
                </a:lnTo>
                <a:lnTo>
                  <a:pt x="1349" y="813"/>
                </a:lnTo>
                <a:lnTo>
                  <a:pt x="1349" y="771"/>
                </a:lnTo>
                <a:lnTo>
                  <a:pt x="1392" y="728"/>
                </a:lnTo>
                <a:lnTo>
                  <a:pt x="1499" y="685"/>
                </a:lnTo>
                <a:lnTo>
                  <a:pt x="1648" y="685"/>
                </a:lnTo>
                <a:lnTo>
                  <a:pt x="1798" y="664"/>
                </a:lnTo>
                <a:lnTo>
                  <a:pt x="1884" y="664"/>
                </a:lnTo>
                <a:lnTo>
                  <a:pt x="1948" y="621"/>
                </a:lnTo>
                <a:lnTo>
                  <a:pt x="2012" y="578"/>
                </a:lnTo>
                <a:lnTo>
                  <a:pt x="2055" y="514"/>
                </a:lnTo>
                <a:lnTo>
                  <a:pt x="2076" y="428"/>
                </a:lnTo>
                <a:lnTo>
                  <a:pt x="2055" y="364"/>
                </a:lnTo>
                <a:lnTo>
                  <a:pt x="2012" y="300"/>
                </a:lnTo>
                <a:lnTo>
                  <a:pt x="1927" y="278"/>
                </a:lnTo>
                <a:lnTo>
                  <a:pt x="1777" y="236"/>
                </a:lnTo>
                <a:lnTo>
                  <a:pt x="1606" y="236"/>
                </a:lnTo>
                <a:lnTo>
                  <a:pt x="1413" y="257"/>
                </a:lnTo>
                <a:lnTo>
                  <a:pt x="1306" y="278"/>
                </a:lnTo>
                <a:lnTo>
                  <a:pt x="1221" y="278"/>
                </a:lnTo>
                <a:lnTo>
                  <a:pt x="1199" y="257"/>
                </a:lnTo>
                <a:lnTo>
                  <a:pt x="1178" y="236"/>
                </a:lnTo>
                <a:lnTo>
                  <a:pt x="1156" y="150"/>
                </a:lnTo>
                <a:lnTo>
                  <a:pt x="1135" y="86"/>
                </a:lnTo>
                <a:lnTo>
                  <a:pt x="1114" y="43"/>
                </a:lnTo>
                <a:lnTo>
                  <a:pt x="1071" y="22"/>
                </a:lnTo>
                <a:lnTo>
                  <a:pt x="1007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0"/>
          <p:cNvSpPr/>
          <p:nvPr/>
        </p:nvSpPr>
        <p:spPr>
          <a:xfrm>
            <a:off x="6227394" y="721871"/>
            <a:ext cx="430218" cy="470291"/>
          </a:xfrm>
          <a:custGeom>
            <a:rect b="b" l="l" r="r" t="t"/>
            <a:pathLst>
              <a:path extrusionOk="0" h="9180" w="10036">
                <a:moveTo>
                  <a:pt x="9779" y="1049"/>
                </a:moveTo>
                <a:lnTo>
                  <a:pt x="9779" y="1049"/>
                </a:lnTo>
                <a:lnTo>
                  <a:pt x="9672" y="1007"/>
                </a:lnTo>
                <a:lnTo>
                  <a:pt x="9543" y="985"/>
                </a:lnTo>
                <a:lnTo>
                  <a:pt x="9308" y="942"/>
                </a:lnTo>
                <a:lnTo>
                  <a:pt x="9308" y="942"/>
                </a:lnTo>
                <a:lnTo>
                  <a:pt x="9180" y="921"/>
                </a:lnTo>
                <a:lnTo>
                  <a:pt x="9115" y="921"/>
                </a:lnTo>
                <a:lnTo>
                  <a:pt x="9051" y="878"/>
                </a:lnTo>
                <a:lnTo>
                  <a:pt x="9051" y="878"/>
                </a:lnTo>
                <a:lnTo>
                  <a:pt x="8966" y="835"/>
                </a:lnTo>
                <a:lnTo>
                  <a:pt x="8966" y="835"/>
                </a:lnTo>
                <a:lnTo>
                  <a:pt x="8944" y="814"/>
                </a:lnTo>
                <a:lnTo>
                  <a:pt x="8966" y="835"/>
                </a:lnTo>
                <a:lnTo>
                  <a:pt x="8966" y="835"/>
                </a:lnTo>
                <a:lnTo>
                  <a:pt x="8987" y="814"/>
                </a:lnTo>
                <a:lnTo>
                  <a:pt x="8987" y="771"/>
                </a:lnTo>
                <a:lnTo>
                  <a:pt x="8987" y="771"/>
                </a:lnTo>
                <a:lnTo>
                  <a:pt x="8966" y="664"/>
                </a:lnTo>
                <a:lnTo>
                  <a:pt x="8987" y="557"/>
                </a:lnTo>
                <a:lnTo>
                  <a:pt x="8966" y="450"/>
                </a:lnTo>
                <a:lnTo>
                  <a:pt x="8944" y="386"/>
                </a:lnTo>
                <a:lnTo>
                  <a:pt x="8901" y="322"/>
                </a:lnTo>
                <a:lnTo>
                  <a:pt x="8901" y="322"/>
                </a:lnTo>
                <a:lnTo>
                  <a:pt x="8837" y="258"/>
                </a:lnTo>
                <a:lnTo>
                  <a:pt x="8773" y="194"/>
                </a:lnTo>
                <a:lnTo>
                  <a:pt x="8602" y="108"/>
                </a:lnTo>
                <a:lnTo>
                  <a:pt x="8602" y="108"/>
                </a:lnTo>
                <a:lnTo>
                  <a:pt x="8495" y="87"/>
                </a:lnTo>
                <a:lnTo>
                  <a:pt x="8388" y="65"/>
                </a:lnTo>
                <a:lnTo>
                  <a:pt x="8281" y="87"/>
                </a:lnTo>
                <a:lnTo>
                  <a:pt x="8174" y="129"/>
                </a:lnTo>
                <a:lnTo>
                  <a:pt x="8174" y="129"/>
                </a:lnTo>
                <a:lnTo>
                  <a:pt x="8110" y="215"/>
                </a:lnTo>
                <a:lnTo>
                  <a:pt x="8046" y="300"/>
                </a:lnTo>
                <a:lnTo>
                  <a:pt x="7981" y="386"/>
                </a:lnTo>
                <a:lnTo>
                  <a:pt x="7939" y="407"/>
                </a:lnTo>
                <a:lnTo>
                  <a:pt x="7874" y="429"/>
                </a:lnTo>
                <a:lnTo>
                  <a:pt x="7874" y="429"/>
                </a:lnTo>
                <a:lnTo>
                  <a:pt x="7810" y="407"/>
                </a:lnTo>
                <a:lnTo>
                  <a:pt x="7746" y="386"/>
                </a:lnTo>
                <a:lnTo>
                  <a:pt x="7618" y="322"/>
                </a:lnTo>
                <a:lnTo>
                  <a:pt x="7489" y="236"/>
                </a:lnTo>
                <a:lnTo>
                  <a:pt x="7361" y="172"/>
                </a:lnTo>
                <a:lnTo>
                  <a:pt x="7361" y="172"/>
                </a:lnTo>
                <a:lnTo>
                  <a:pt x="7168" y="108"/>
                </a:lnTo>
                <a:lnTo>
                  <a:pt x="6954" y="65"/>
                </a:lnTo>
                <a:lnTo>
                  <a:pt x="6569" y="22"/>
                </a:lnTo>
                <a:lnTo>
                  <a:pt x="6569" y="22"/>
                </a:lnTo>
                <a:lnTo>
                  <a:pt x="6077" y="1"/>
                </a:lnTo>
                <a:lnTo>
                  <a:pt x="5585" y="1"/>
                </a:lnTo>
                <a:lnTo>
                  <a:pt x="5093" y="44"/>
                </a:lnTo>
                <a:lnTo>
                  <a:pt x="4622" y="108"/>
                </a:lnTo>
                <a:lnTo>
                  <a:pt x="4622" y="108"/>
                </a:lnTo>
                <a:lnTo>
                  <a:pt x="4173" y="194"/>
                </a:lnTo>
                <a:lnTo>
                  <a:pt x="3724" y="300"/>
                </a:lnTo>
                <a:lnTo>
                  <a:pt x="3296" y="450"/>
                </a:lnTo>
                <a:lnTo>
                  <a:pt x="2846" y="600"/>
                </a:lnTo>
                <a:lnTo>
                  <a:pt x="2846" y="600"/>
                </a:lnTo>
                <a:lnTo>
                  <a:pt x="2461" y="750"/>
                </a:lnTo>
                <a:lnTo>
                  <a:pt x="2055" y="921"/>
                </a:lnTo>
                <a:lnTo>
                  <a:pt x="1670" y="1114"/>
                </a:lnTo>
                <a:lnTo>
                  <a:pt x="1499" y="1221"/>
                </a:lnTo>
                <a:lnTo>
                  <a:pt x="1327" y="1327"/>
                </a:lnTo>
                <a:lnTo>
                  <a:pt x="1327" y="1327"/>
                </a:lnTo>
                <a:lnTo>
                  <a:pt x="1113" y="1477"/>
                </a:lnTo>
                <a:lnTo>
                  <a:pt x="964" y="1606"/>
                </a:lnTo>
                <a:lnTo>
                  <a:pt x="793" y="1755"/>
                </a:lnTo>
                <a:lnTo>
                  <a:pt x="664" y="1884"/>
                </a:lnTo>
                <a:lnTo>
                  <a:pt x="557" y="2034"/>
                </a:lnTo>
                <a:lnTo>
                  <a:pt x="557" y="2098"/>
                </a:lnTo>
                <a:lnTo>
                  <a:pt x="557" y="2141"/>
                </a:lnTo>
                <a:lnTo>
                  <a:pt x="579" y="2205"/>
                </a:lnTo>
                <a:lnTo>
                  <a:pt x="621" y="2247"/>
                </a:lnTo>
                <a:lnTo>
                  <a:pt x="621" y="2247"/>
                </a:lnTo>
                <a:lnTo>
                  <a:pt x="686" y="2269"/>
                </a:lnTo>
                <a:lnTo>
                  <a:pt x="728" y="2269"/>
                </a:lnTo>
                <a:lnTo>
                  <a:pt x="835" y="2226"/>
                </a:lnTo>
                <a:lnTo>
                  <a:pt x="1049" y="2119"/>
                </a:lnTo>
                <a:lnTo>
                  <a:pt x="1049" y="2119"/>
                </a:lnTo>
                <a:lnTo>
                  <a:pt x="1242" y="2034"/>
                </a:lnTo>
                <a:lnTo>
                  <a:pt x="1434" y="1969"/>
                </a:lnTo>
                <a:lnTo>
                  <a:pt x="1819" y="1862"/>
                </a:lnTo>
                <a:lnTo>
                  <a:pt x="1819" y="1862"/>
                </a:lnTo>
                <a:lnTo>
                  <a:pt x="2718" y="1606"/>
                </a:lnTo>
                <a:lnTo>
                  <a:pt x="3189" y="1499"/>
                </a:lnTo>
                <a:lnTo>
                  <a:pt x="3424" y="1456"/>
                </a:lnTo>
                <a:lnTo>
                  <a:pt x="3638" y="1434"/>
                </a:lnTo>
                <a:lnTo>
                  <a:pt x="3638" y="1434"/>
                </a:lnTo>
                <a:lnTo>
                  <a:pt x="3809" y="1434"/>
                </a:lnTo>
                <a:lnTo>
                  <a:pt x="3980" y="1456"/>
                </a:lnTo>
                <a:lnTo>
                  <a:pt x="4152" y="1456"/>
                </a:lnTo>
                <a:lnTo>
                  <a:pt x="4301" y="1434"/>
                </a:lnTo>
                <a:lnTo>
                  <a:pt x="4301" y="1434"/>
                </a:lnTo>
                <a:lnTo>
                  <a:pt x="4387" y="1392"/>
                </a:lnTo>
                <a:lnTo>
                  <a:pt x="4451" y="1349"/>
                </a:lnTo>
                <a:lnTo>
                  <a:pt x="4558" y="1242"/>
                </a:lnTo>
                <a:lnTo>
                  <a:pt x="4687" y="1114"/>
                </a:lnTo>
                <a:lnTo>
                  <a:pt x="4751" y="1071"/>
                </a:lnTo>
                <a:lnTo>
                  <a:pt x="4836" y="1049"/>
                </a:lnTo>
                <a:lnTo>
                  <a:pt x="4836" y="1049"/>
                </a:lnTo>
                <a:lnTo>
                  <a:pt x="4879" y="1156"/>
                </a:lnTo>
                <a:lnTo>
                  <a:pt x="4943" y="1285"/>
                </a:lnTo>
                <a:lnTo>
                  <a:pt x="5029" y="1392"/>
                </a:lnTo>
                <a:lnTo>
                  <a:pt x="5093" y="1434"/>
                </a:lnTo>
                <a:lnTo>
                  <a:pt x="5136" y="1456"/>
                </a:lnTo>
                <a:lnTo>
                  <a:pt x="5136" y="1456"/>
                </a:lnTo>
                <a:lnTo>
                  <a:pt x="5200" y="1456"/>
                </a:lnTo>
                <a:lnTo>
                  <a:pt x="5286" y="1434"/>
                </a:lnTo>
                <a:lnTo>
                  <a:pt x="5371" y="1434"/>
                </a:lnTo>
                <a:lnTo>
                  <a:pt x="5435" y="1413"/>
                </a:lnTo>
                <a:lnTo>
                  <a:pt x="5435" y="1413"/>
                </a:lnTo>
                <a:lnTo>
                  <a:pt x="5585" y="1434"/>
                </a:lnTo>
                <a:lnTo>
                  <a:pt x="5756" y="1456"/>
                </a:lnTo>
                <a:lnTo>
                  <a:pt x="5756" y="1456"/>
                </a:lnTo>
                <a:lnTo>
                  <a:pt x="5927" y="1520"/>
                </a:lnTo>
                <a:lnTo>
                  <a:pt x="6013" y="1541"/>
                </a:lnTo>
                <a:lnTo>
                  <a:pt x="6120" y="1520"/>
                </a:lnTo>
                <a:lnTo>
                  <a:pt x="6120" y="1520"/>
                </a:lnTo>
                <a:lnTo>
                  <a:pt x="6248" y="1413"/>
                </a:lnTo>
                <a:lnTo>
                  <a:pt x="6313" y="1349"/>
                </a:lnTo>
                <a:lnTo>
                  <a:pt x="6355" y="1327"/>
                </a:lnTo>
                <a:lnTo>
                  <a:pt x="6355" y="1327"/>
                </a:lnTo>
                <a:lnTo>
                  <a:pt x="6377" y="1349"/>
                </a:lnTo>
                <a:lnTo>
                  <a:pt x="6398" y="1392"/>
                </a:lnTo>
                <a:lnTo>
                  <a:pt x="6377" y="1499"/>
                </a:lnTo>
                <a:lnTo>
                  <a:pt x="6355" y="1627"/>
                </a:lnTo>
                <a:lnTo>
                  <a:pt x="6355" y="1713"/>
                </a:lnTo>
                <a:lnTo>
                  <a:pt x="6355" y="1713"/>
                </a:lnTo>
                <a:lnTo>
                  <a:pt x="6398" y="1820"/>
                </a:lnTo>
                <a:lnTo>
                  <a:pt x="6484" y="1905"/>
                </a:lnTo>
                <a:lnTo>
                  <a:pt x="6591" y="1991"/>
                </a:lnTo>
                <a:lnTo>
                  <a:pt x="6698" y="2055"/>
                </a:lnTo>
                <a:lnTo>
                  <a:pt x="6698" y="2055"/>
                </a:lnTo>
                <a:lnTo>
                  <a:pt x="6954" y="2183"/>
                </a:lnTo>
                <a:lnTo>
                  <a:pt x="7233" y="2312"/>
                </a:lnTo>
                <a:lnTo>
                  <a:pt x="7233" y="2312"/>
                </a:lnTo>
                <a:lnTo>
                  <a:pt x="7468" y="2376"/>
                </a:lnTo>
                <a:lnTo>
                  <a:pt x="7596" y="2419"/>
                </a:lnTo>
                <a:lnTo>
                  <a:pt x="7682" y="2461"/>
                </a:lnTo>
                <a:lnTo>
                  <a:pt x="7682" y="2461"/>
                </a:lnTo>
                <a:lnTo>
                  <a:pt x="7725" y="2504"/>
                </a:lnTo>
                <a:lnTo>
                  <a:pt x="7746" y="2568"/>
                </a:lnTo>
                <a:lnTo>
                  <a:pt x="7768" y="2675"/>
                </a:lnTo>
                <a:lnTo>
                  <a:pt x="7768" y="2825"/>
                </a:lnTo>
                <a:lnTo>
                  <a:pt x="7746" y="2975"/>
                </a:lnTo>
                <a:lnTo>
                  <a:pt x="7661" y="3274"/>
                </a:lnTo>
                <a:lnTo>
                  <a:pt x="7596" y="3510"/>
                </a:lnTo>
                <a:lnTo>
                  <a:pt x="7596" y="3510"/>
                </a:lnTo>
                <a:lnTo>
                  <a:pt x="7468" y="4195"/>
                </a:lnTo>
                <a:lnTo>
                  <a:pt x="7340" y="4858"/>
                </a:lnTo>
                <a:lnTo>
                  <a:pt x="7340" y="4858"/>
                </a:lnTo>
                <a:lnTo>
                  <a:pt x="7211" y="5500"/>
                </a:lnTo>
                <a:lnTo>
                  <a:pt x="7083" y="6142"/>
                </a:lnTo>
                <a:lnTo>
                  <a:pt x="6954" y="6762"/>
                </a:lnTo>
                <a:lnTo>
                  <a:pt x="6783" y="7382"/>
                </a:lnTo>
                <a:lnTo>
                  <a:pt x="6783" y="7382"/>
                </a:lnTo>
                <a:lnTo>
                  <a:pt x="6655" y="7810"/>
                </a:lnTo>
                <a:lnTo>
                  <a:pt x="6591" y="8110"/>
                </a:lnTo>
                <a:lnTo>
                  <a:pt x="6548" y="8431"/>
                </a:lnTo>
                <a:lnTo>
                  <a:pt x="6527" y="8730"/>
                </a:lnTo>
                <a:lnTo>
                  <a:pt x="6548" y="8880"/>
                </a:lnTo>
                <a:lnTo>
                  <a:pt x="6569" y="8987"/>
                </a:lnTo>
                <a:lnTo>
                  <a:pt x="6612" y="9073"/>
                </a:lnTo>
                <a:lnTo>
                  <a:pt x="6698" y="9137"/>
                </a:lnTo>
                <a:lnTo>
                  <a:pt x="6783" y="9158"/>
                </a:lnTo>
                <a:lnTo>
                  <a:pt x="6912" y="9137"/>
                </a:lnTo>
                <a:lnTo>
                  <a:pt x="6912" y="9137"/>
                </a:lnTo>
                <a:lnTo>
                  <a:pt x="7019" y="9094"/>
                </a:lnTo>
                <a:lnTo>
                  <a:pt x="7083" y="9009"/>
                </a:lnTo>
                <a:lnTo>
                  <a:pt x="7147" y="8902"/>
                </a:lnTo>
                <a:lnTo>
                  <a:pt x="7168" y="8773"/>
                </a:lnTo>
                <a:lnTo>
                  <a:pt x="7211" y="8516"/>
                </a:lnTo>
                <a:lnTo>
                  <a:pt x="7233" y="8281"/>
                </a:lnTo>
                <a:lnTo>
                  <a:pt x="7233" y="8281"/>
                </a:lnTo>
                <a:lnTo>
                  <a:pt x="7447" y="7104"/>
                </a:lnTo>
                <a:lnTo>
                  <a:pt x="7447" y="7104"/>
                </a:lnTo>
                <a:lnTo>
                  <a:pt x="7511" y="6805"/>
                </a:lnTo>
                <a:lnTo>
                  <a:pt x="7575" y="6505"/>
                </a:lnTo>
                <a:lnTo>
                  <a:pt x="7725" y="5885"/>
                </a:lnTo>
                <a:lnTo>
                  <a:pt x="7725" y="5885"/>
                </a:lnTo>
                <a:lnTo>
                  <a:pt x="7832" y="5243"/>
                </a:lnTo>
                <a:lnTo>
                  <a:pt x="7874" y="4922"/>
                </a:lnTo>
                <a:lnTo>
                  <a:pt x="7939" y="4601"/>
                </a:lnTo>
                <a:lnTo>
                  <a:pt x="7939" y="4601"/>
                </a:lnTo>
                <a:lnTo>
                  <a:pt x="8067" y="4023"/>
                </a:lnTo>
                <a:lnTo>
                  <a:pt x="8131" y="3745"/>
                </a:lnTo>
                <a:lnTo>
                  <a:pt x="8217" y="3446"/>
                </a:lnTo>
                <a:lnTo>
                  <a:pt x="8217" y="3446"/>
                </a:lnTo>
                <a:lnTo>
                  <a:pt x="8260" y="3296"/>
                </a:lnTo>
                <a:lnTo>
                  <a:pt x="8324" y="3061"/>
                </a:lnTo>
                <a:lnTo>
                  <a:pt x="8431" y="2847"/>
                </a:lnTo>
                <a:lnTo>
                  <a:pt x="8495" y="2782"/>
                </a:lnTo>
                <a:lnTo>
                  <a:pt x="8538" y="2740"/>
                </a:lnTo>
                <a:lnTo>
                  <a:pt x="8538" y="2740"/>
                </a:lnTo>
                <a:lnTo>
                  <a:pt x="8581" y="2740"/>
                </a:lnTo>
                <a:lnTo>
                  <a:pt x="8645" y="2740"/>
                </a:lnTo>
                <a:lnTo>
                  <a:pt x="8773" y="2804"/>
                </a:lnTo>
                <a:lnTo>
                  <a:pt x="8923" y="2868"/>
                </a:lnTo>
                <a:lnTo>
                  <a:pt x="8987" y="2889"/>
                </a:lnTo>
                <a:lnTo>
                  <a:pt x="9051" y="2911"/>
                </a:lnTo>
                <a:lnTo>
                  <a:pt x="9051" y="2911"/>
                </a:lnTo>
                <a:lnTo>
                  <a:pt x="9158" y="2889"/>
                </a:lnTo>
                <a:lnTo>
                  <a:pt x="9265" y="2847"/>
                </a:lnTo>
                <a:lnTo>
                  <a:pt x="9351" y="2782"/>
                </a:lnTo>
                <a:lnTo>
                  <a:pt x="9458" y="2718"/>
                </a:lnTo>
                <a:lnTo>
                  <a:pt x="9458" y="2718"/>
                </a:lnTo>
                <a:lnTo>
                  <a:pt x="9543" y="2633"/>
                </a:lnTo>
                <a:lnTo>
                  <a:pt x="9608" y="2526"/>
                </a:lnTo>
                <a:lnTo>
                  <a:pt x="9715" y="2290"/>
                </a:lnTo>
                <a:lnTo>
                  <a:pt x="9800" y="2034"/>
                </a:lnTo>
                <a:lnTo>
                  <a:pt x="9886" y="1798"/>
                </a:lnTo>
                <a:lnTo>
                  <a:pt x="9886" y="1798"/>
                </a:lnTo>
                <a:lnTo>
                  <a:pt x="9993" y="1584"/>
                </a:lnTo>
                <a:lnTo>
                  <a:pt x="10014" y="1477"/>
                </a:lnTo>
                <a:lnTo>
                  <a:pt x="10035" y="1370"/>
                </a:lnTo>
                <a:lnTo>
                  <a:pt x="10014" y="1285"/>
                </a:lnTo>
                <a:lnTo>
                  <a:pt x="9971" y="1199"/>
                </a:lnTo>
                <a:lnTo>
                  <a:pt x="9907" y="1114"/>
                </a:lnTo>
                <a:lnTo>
                  <a:pt x="9779" y="1049"/>
                </a:lnTo>
                <a:lnTo>
                  <a:pt x="9779" y="1049"/>
                </a:lnTo>
                <a:close/>
                <a:moveTo>
                  <a:pt x="8452" y="429"/>
                </a:moveTo>
                <a:lnTo>
                  <a:pt x="8452" y="429"/>
                </a:lnTo>
                <a:lnTo>
                  <a:pt x="8452" y="493"/>
                </a:lnTo>
                <a:lnTo>
                  <a:pt x="8431" y="557"/>
                </a:lnTo>
                <a:lnTo>
                  <a:pt x="8409" y="600"/>
                </a:lnTo>
                <a:lnTo>
                  <a:pt x="8345" y="621"/>
                </a:lnTo>
                <a:lnTo>
                  <a:pt x="8281" y="621"/>
                </a:lnTo>
                <a:lnTo>
                  <a:pt x="8238" y="621"/>
                </a:lnTo>
                <a:lnTo>
                  <a:pt x="8174" y="600"/>
                </a:lnTo>
                <a:lnTo>
                  <a:pt x="8153" y="536"/>
                </a:lnTo>
                <a:lnTo>
                  <a:pt x="8153" y="536"/>
                </a:lnTo>
                <a:lnTo>
                  <a:pt x="8131" y="472"/>
                </a:lnTo>
                <a:lnTo>
                  <a:pt x="8153" y="429"/>
                </a:lnTo>
                <a:lnTo>
                  <a:pt x="8195" y="386"/>
                </a:lnTo>
                <a:lnTo>
                  <a:pt x="8238" y="343"/>
                </a:lnTo>
                <a:lnTo>
                  <a:pt x="8302" y="343"/>
                </a:lnTo>
                <a:lnTo>
                  <a:pt x="8367" y="343"/>
                </a:lnTo>
                <a:lnTo>
                  <a:pt x="8409" y="386"/>
                </a:lnTo>
                <a:lnTo>
                  <a:pt x="8452" y="429"/>
                </a:lnTo>
                <a:lnTo>
                  <a:pt x="8452" y="429"/>
                </a:lnTo>
                <a:close/>
                <a:moveTo>
                  <a:pt x="9458" y="1713"/>
                </a:moveTo>
                <a:lnTo>
                  <a:pt x="9458" y="1713"/>
                </a:lnTo>
                <a:lnTo>
                  <a:pt x="9308" y="2098"/>
                </a:lnTo>
                <a:lnTo>
                  <a:pt x="9244" y="2290"/>
                </a:lnTo>
                <a:lnTo>
                  <a:pt x="9180" y="2483"/>
                </a:lnTo>
                <a:lnTo>
                  <a:pt x="9180" y="2483"/>
                </a:lnTo>
                <a:lnTo>
                  <a:pt x="8837" y="2376"/>
                </a:lnTo>
                <a:lnTo>
                  <a:pt x="8666" y="2312"/>
                </a:lnTo>
                <a:lnTo>
                  <a:pt x="8495" y="2269"/>
                </a:lnTo>
                <a:lnTo>
                  <a:pt x="8495" y="2269"/>
                </a:lnTo>
                <a:lnTo>
                  <a:pt x="8516" y="2226"/>
                </a:lnTo>
                <a:lnTo>
                  <a:pt x="8581" y="2183"/>
                </a:lnTo>
                <a:lnTo>
                  <a:pt x="8688" y="2076"/>
                </a:lnTo>
                <a:lnTo>
                  <a:pt x="8730" y="2034"/>
                </a:lnTo>
                <a:lnTo>
                  <a:pt x="8730" y="1991"/>
                </a:lnTo>
                <a:lnTo>
                  <a:pt x="8688" y="1969"/>
                </a:lnTo>
                <a:lnTo>
                  <a:pt x="8581" y="1927"/>
                </a:lnTo>
                <a:lnTo>
                  <a:pt x="8581" y="1927"/>
                </a:lnTo>
                <a:lnTo>
                  <a:pt x="8538" y="1927"/>
                </a:lnTo>
                <a:lnTo>
                  <a:pt x="8474" y="1927"/>
                </a:lnTo>
                <a:lnTo>
                  <a:pt x="8367" y="1969"/>
                </a:lnTo>
                <a:lnTo>
                  <a:pt x="8153" y="2055"/>
                </a:lnTo>
                <a:lnTo>
                  <a:pt x="8153" y="2055"/>
                </a:lnTo>
                <a:lnTo>
                  <a:pt x="8046" y="2076"/>
                </a:lnTo>
                <a:lnTo>
                  <a:pt x="7981" y="2076"/>
                </a:lnTo>
                <a:lnTo>
                  <a:pt x="7789" y="2034"/>
                </a:lnTo>
                <a:lnTo>
                  <a:pt x="7789" y="2034"/>
                </a:lnTo>
                <a:lnTo>
                  <a:pt x="7853" y="1991"/>
                </a:lnTo>
                <a:lnTo>
                  <a:pt x="7981" y="1927"/>
                </a:lnTo>
                <a:lnTo>
                  <a:pt x="8281" y="1798"/>
                </a:lnTo>
                <a:lnTo>
                  <a:pt x="8431" y="1734"/>
                </a:lnTo>
                <a:lnTo>
                  <a:pt x="8516" y="1648"/>
                </a:lnTo>
                <a:lnTo>
                  <a:pt x="8538" y="1627"/>
                </a:lnTo>
                <a:lnTo>
                  <a:pt x="8538" y="1584"/>
                </a:lnTo>
                <a:lnTo>
                  <a:pt x="8516" y="1541"/>
                </a:lnTo>
                <a:lnTo>
                  <a:pt x="8452" y="1520"/>
                </a:lnTo>
                <a:lnTo>
                  <a:pt x="8452" y="1520"/>
                </a:lnTo>
                <a:lnTo>
                  <a:pt x="8367" y="1477"/>
                </a:lnTo>
                <a:lnTo>
                  <a:pt x="8260" y="1499"/>
                </a:lnTo>
                <a:lnTo>
                  <a:pt x="8153" y="1520"/>
                </a:lnTo>
                <a:lnTo>
                  <a:pt x="8046" y="1563"/>
                </a:lnTo>
                <a:lnTo>
                  <a:pt x="7832" y="1670"/>
                </a:lnTo>
                <a:lnTo>
                  <a:pt x="7661" y="1777"/>
                </a:lnTo>
                <a:lnTo>
                  <a:pt x="7661" y="1777"/>
                </a:lnTo>
                <a:lnTo>
                  <a:pt x="7554" y="1820"/>
                </a:lnTo>
                <a:lnTo>
                  <a:pt x="7425" y="1841"/>
                </a:lnTo>
                <a:lnTo>
                  <a:pt x="7297" y="1841"/>
                </a:lnTo>
                <a:lnTo>
                  <a:pt x="7147" y="1820"/>
                </a:lnTo>
                <a:lnTo>
                  <a:pt x="7019" y="1777"/>
                </a:lnTo>
                <a:lnTo>
                  <a:pt x="6890" y="1713"/>
                </a:lnTo>
                <a:lnTo>
                  <a:pt x="6805" y="1627"/>
                </a:lnTo>
                <a:lnTo>
                  <a:pt x="6762" y="1520"/>
                </a:lnTo>
                <a:lnTo>
                  <a:pt x="6762" y="1520"/>
                </a:lnTo>
                <a:lnTo>
                  <a:pt x="6741" y="1392"/>
                </a:lnTo>
                <a:lnTo>
                  <a:pt x="6741" y="1263"/>
                </a:lnTo>
                <a:lnTo>
                  <a:pt x="6741" y="1156"/>
                </a:lnTo>
                <a:lnTo>
                  <a:pt x="6719" y="1049"/>
                </a:lnTo>
                <a:lnTo>
                  <a:pt x="6698" y="964"/>
                </a:lnTo>
                <a:lnTo>
                  <a:pt x="6676" y="942"/>
                </a:lnTo>
                <a:lnTo>
                  <a:pt x="6634" y="921"/>
                </a:lnTo>
                <a:lnTo>
                  <a:pt x="6591" y="921"/>
                </a:lnTo>
                <a:lnTo>
                  <a:pt x="6527" y="942"/>
                </a:lnTo>
                <a:lnTo>
                  <a:pt x="6398" y="1007"/>
                </a:lnTo>
                <a:lnTo>
                  <a:pt x="6398" y="1007"/>
                </a:lnTo>
                <a:lnTo>
                  <a:pt x="6206" y="1114"/>
                </a:lnTo>
                <a:lnTo>
                  <a:pt x="6120" y="1156"/>
                </a:lnTo>
                <a:lnTo>
                  <a:pt x="6013" y="1178"/>
                </a:lnTo>
                <a:lnTo>
                  <a:pt x="6013" y="1178"/>
                </a:lnTo>
                <a:lnTo>
                  <a:pt x="5927" y="1178"/>
                </a:lnTo>
                <a:lnTo>
                  <a:pt x="5820" y="1156"/>
                </a:lnTo>
                <a:lnTo>
                  <a:pt x="5628" y="1114"/>
                </a:lnTo>
                <a:lnTo>
                  <a:pt x="5628" y="1114"/>
                </a:lnTo>
                <a:lnTo>
                  <a:pt x="5414" y="1114"/>
                </a:lnTo>
                <a:lnTo>
                  <a:pt x="5328" y="1092"/>
                </a:lnTo>
                <a:lnTo>
                  <a:pt x="5221" y="1071"/>
                </a:lnTo>
                <a:lnTo>
                  <a:pt x="5221" y="1071"/>
                </a:lnTo>
                <a:lnTo>
                  <a:pt x="5157" y="1049"/>
                </a:lnTo>
                <a:lnTo>
                  <a:pt x="5114" y="985"/>
                </a:lnTo>
                <a:lnTo>
                  <a:pt x="5072" y="921"/>
                </a:lnTo>
                <a:lnTo>
                  <a:pt x="5007" y="857"/>
                </a:lnTo>
                <a:lnTo>
                  <a:pt x="5007" y="857"/>
                </a:lnTo>
                <a:lnTo>
                  <a:pt x="4900" y="793"/>
                </a:lnTo>
                <a:lnTo>
                  <a:pt x="4794" y="793"/>
                </a:lnTo>
                <a:lnTo>
                  <a:pt x="4708" y="814"/>
                </a:lnTo>
                <a:lnTo>
                  <a:pt x="4580" y="857"/>
                </a:lnTo>
                <a:lnTo>
                  <a:pt x="4580" y="857"/>
                </a:lnTo>
                <a:lnTo>
                  <a:pt x="4280" y="1028"/>
                </a:lnTo>
                <a:lnTo>
                  <a:pt x="4130" y="1071"/>
                </a:lnTo>
                <a:lnTo>
                  <a:pt x="3959" y="1092"/>
                </a:lnTo>
                <a:lnTo>
                  <a:pt x="3959" y="1092"/>
                </a:lnTo>
                <a:lnTo>
                  <a:pt x="3531" y="1114"/>
                </a:lnTo>
                <a:lnTo>
                  <a:pt x="3103" y="1156"/>
                </a:lnTo>
                <a:lnTo>
                  <a:pt x="2697" y="1221"/>
                </a:lnTo>
                <a:lnTo>
                  <a:pt x="2290" y="1327"/>
                </a:lnTo>
                <a:lnTo>
                  <a:pt x="2290" y="1327"/>
                </a:lnTo>
                <a:lnTo>
                  <a:pt x="2312" y="1263"/>
                </a:lnTo>
                <a:lnTo>
                  <a:pt x="2376" y="1199"/>
                </a:lnTo>
                <a:lnTo>
                  <a:pt x="2504" y="1135"/>
                </a:lnTo>
                <a:lnTo>
                  <a:pt x="2804" y="1028"/>
                </a:lnTo>
                <a:lnTo>
                  <a:pt x="2804" y="1028"/>
                </a:lnTo>
                <a:lnTo>
                  <a:pt x="3210" y="857"/>
                </a:lnTo>
                <a:lnTo>
                  <a:pt x="3617" y="728"/>
                </a:lnTo>
                <a:lnTo>
                  <a:pt x="3617" y="728"/>
                </a:lnTo>
                <a:lnTo>
                  <a:pt x="4130" y="600"/>
                </a:lnTo>
                <a:lnTo>
                  <a:pt x="4665" y="493"/>
                </a:lnTo>
                <a:lnTo>
                  <a:pt x="5200" y="429"/>
                </a:lnTo>
                <a:lnTo>
                  <a:pt x="5735" y="386"/>
                </a:lnTo>
                <a:lnTo>
                  <a:pt x="5735" y="386"/>
                </a:lnTo>
                <a:lnTo>
                  <a:pt x="6184" y="365"/>
                </a:lnTo>
                <a:lnTo>
                  <a:pt x="6420" y="343"/>
                </a:lnTo>
                <a:lnTo>
                  <a:pt x="6634" y="365"/>
                </a:lnTo>
                <a:lnTo>
                  <a:pt x="6634" y="365"/>
                </a:lnTo>
                <a:lnTo>
                  <a:pt x="6847" y="407"/>
                </a:lnTo>
                <a:lnTo>
                  <a:pt x="7019" y="493"/>
                </a:lnTo>
                <a:lnTo>
                  <a:pt x="7361" y="686"/>
                </a:lnTo>
                <a:lnTo>
                  <a:pt x="7361" y="686"/>
                </a:lnTo>
                <a:lnTo>
                  <a:pt x="7768" y="878"/>
                </a:lnTo>
                <a:lnTo>
                  <a:pt x="8195" y="1071"/>
                </a:lnTo>
                <a:lnTo>
                  <a:pt x="8409" y="1156"/>
                </a:lnTo>
                <a:lnTo>
                  <a:pt x="8645" y="1221"/>
                </a:lnTo>
                <a:lnTo>
                  <a:pt x="8859" y="1263"/>
                </a:lnTo>
                <a:lnTo>
                  <a:pt x="9073" y="1306"/>
                </a:lnTo>
                <a:lnTo>
                  <a:pt x="9073" y="1306"/>
                </a:lnTo>
                <a:lnTo>
                  <a:pt x="9287" y="1306"/>
                </a:lnTo>
                <a:lnTo>
                  <a:pt x="9394" y="1327"/>
                </a:lnTo>
                <a:lnTo>
                  <a:pt x="9458" y="1370"/>
                </a:lnTo>
                <a:lnTo>
                  <a:pt x="9458" y="1370"/>
                </a:lnTo>
                <a:lnTo>
                  <a:pt x="9501" y="1392"/>
                </a:lnTo>
                <a:lnTo>
                  <a:pt x="9501" y="1434"/>
                </a:lnTo>
                <a:lnTo>
                  <a:pt x="9501" y="1520"/>
                </a:lnTo>
                <a:lnTo>
                  <a:pt x="9458" y="1713"/>
                </a:lnTo>
                <a:lnTo>
                  <a:pt x="9458" y="1713"/>
                </a:lnTo>
                <a:close/>
                <a:moveTo>
                  <a:pt x="6077" y="6313"/>
                </a:moveTo>
                <a:lnTo>
                  <a:pt x="6077" y="6313"/>
                </a:lnTo>
                <a:lnTo>
                  <a:pt x="6206" y="6120"/>
                </a:lnTo>
                <a:lnTo>
                  <a:pt x="6270" y="5928"/>
                </a:lnTo>
                <a:lnTo>
                  <a:pt x="6291" y="5735"/>
                </a:lnTo>
                <a:lnTo>
                  <a:pt x="6248" y="5521"/>
                </a:lnTo>
                <a:lnTo>
                  <a:pt x="6248" y="5521"/>
                </a:lnTo>
                <a:lnTo>
                  <a:pt x="6184" y="5264"/>
                </a:lnTo>
                <a:lnTo>
                  <a:pt x="6077" y="4986"/>
                </a:lnTo>
                <a:lnTo>
                  <a:pt x="5820" y="4473"/>
                </a:lnTo>
                <a:lnTo>
                  <a:pt x="5820" y="4473"/>
                </a:lnTo>
                <a:lnTo>
                  <a:pt x="5585" y="3981"/>
                </a:lnTo>
                <a:lnTo>
                  <a:pt x="5457" y="3745"/>
                </a:lnTo>
                <a:lnTo>
                  <a:pt x="5328" y="3510"/>
                </a:lnTo>
                <a:lnTo>
                  <a:pt x="5328" y="3510"/>
                </a:lnTo>
                <a:lnTo>
                  <a:pt x="5179" y="3317"/>
                </a:lnTo>
                <a:lnTo>
                  <a:pt x="5007" y="3146"/>
                </a:lnTo>
                <a:lnTo>
                  <a:pt x="4815" y="2975"/>
                </a:lnTo>
                <a:lnTo>
                  <a:pt x="4601" y="2825"/>
                </a:lnTo>
                <a:lnTo>
                  <a:pt x="4366" y="2675"/>
                </a:lnTo>
                <a:lnTo>
                  <a:pt x="4130" y="2568"/>
                </a:lnTo>
                <a:lnTo>
                  <a:pt x="3873" y="2504"/>
                </a:lnTo>
                <a:lnTo>
                  <a:pt x="3638" y="2461"/>
                </a:lnTo>
                <a:lnTo>
                  <a:pt x="3638" y="2461"/>
                </a:lnTo>
                <a:lnTo>
                  <a:pt x="3360" y="2440"/>
                </a:lnTo>
                <a:lnTo>
                  <a:pt x="3082" y="2461"/>
                </a:lnTo>
                <a:lnTo>
                  <a:pt x="2825" y="2504"/>
                </a:lnTo>
                <a:lnTo>
                  <a:pt x="2547" y="2568"/>
                </a:lnTo>
                <a:lnTo>
                  <a:pt x="2290" y="2675"/>
                </a:lnTo>
                <a:lnTo>
                  <a:pt x="2033" y="2782"/>
                </a:lnTo>
                <a:lnTo>
                  <a:pt x="1798" y="2932"/>
                </a:lnTo>
                <a:lnTo>
                  <a:pt x="1563" y="3082"/>
                </a:lnTo>
                <a:lnTo>
                  <a:pt x="1563" y="3082"/>
                </a:lnTo>
                <a:lnTo>
                  <a:pt x="1113" y="3424"/>
                </a:lnTo>
                <a:lnTo>
                  <a:pt x="921" y="3617"/>
                </a:lnTo>
                <a:lnTo>
                  <a:pt x="707" y="3809"/>
                </a:lnTo>
                <a:lnTo>
                  <a:pt x="514" y="4023"/>
                </a:lnTo>
                <a:lnTo>
                  <a:pt x="365" y="4259"/>
                </a:lnTo>
                <a:lnTo>
                  <a:pt x="215" y="4494"/>
                </a:lnTo>
                <a:lnTo>
                  <a:pt x="108" y="4751"/>
                </a:lnTo>
                <a:lnTo>
                  <a:pt x="108" y="4751"/>
                </a:lnTo>
                <a:lnTo>
                  <a:pt x="65" y="4901"/>
                </a:lnTo>
                <a:lnTo>
                  <a:pt x="44" y="5029"/>
                </a:lnTo>
                <a:lnTo>
                  <a:pt x="22" y="5157"/>
                </a:lnTo>
                <a:lnTo>
                  <a:pt x="22" y="5286"/>
                </a:lnTo>
                <a:lnTo>
                  <a:pt x="65" y="5542"/>
                </a:lnTo>
                <a:lnTo>
                  <a:pt x="129" y="5778"/>
                </a:lnTo>
                <a:lnTo>
                  <a:pt x="236" y="6013"/>
                </a:lnTo>
                <a:lnTo>
                  <a:pt x="365" y="6227"/>
                </a:lnTo>
                <a:lnTo>
                  <a:pt x="621" y="6676"/>
                </a:lnTo>
                <a:lnTo>
                  <a:pt x="621" y="6676"/>
                </a:lnTo>
                <a:lnTo>
                  <a:pt x="750" y="6869"/>
                </a:lnTo>
                <a:lnTo>
                  <a:pt x="878" y="7126"/>
                </a:lnTo>
                <a:lnTo>
                  <a:pt x="921" y="7233"/>
                </a:lnTo>
                <a:lnTo>
                  <a:pt x="964" y="7361"/>
                </a:lnTo>
                <a:lnTo>
                  <a:pt x="964" y="7489"/>
                </a:lnTo>
                <a:lnTo>
                  <a:pt x="921" y="7596"/>
                </a:lnTo>
                <a:lnTo>
                  <a:pt x="921" y="7596"/>
                </a:lnTo>
                <a:lnTo>
                  <a:pt x="878" y="7661"/>
                </a:lnTo>
                <a:lnTo>
                  <a:pt x="835" y="7725"/>
                </a:lnTo>
                <a:lnTo>
                  <a:pt x="686" y="7810"/>
                </a:lnTo>
                <a:lnTo>
                  <a:pt x="536" y="7896"/>
                </a:lnTo>
                <a:lnTo>
                  <a:pt x="407" y="8003"/>
                </a:lnTo>
                <a:lnTo>
                  <a:pt x="407" y="8003"/>
                </a:lnTo>
                <a:lnTo>
                  <a:pt x="279" y="8153"/>
                </a:lnTo>
                <a:lnTo>
                  <a:pt x="108" y="8388"/>
                </a:lnTo>
                <a:lnTo>
                  <a:pt x="44" y="8516"/>
                </a:lnTo>
                <a:lnTo>
                  <a:pt x="1" y="8623"/>
                </a:lnTo>
                <a:lnTo>
                  <a:pt x="1" y="8730"/>
                </a:lnTo>
                <a:lnTo>
                  <a:pt x="22" y="8773"/>
                </a:lnTo>
                <a:lnTo>
                  <a:pt x="44" y="8795"/>
                </a:lnTo>
                <a:lnTo>
                  <a:pt x="44" y="8795"/>
                </a:lnTo>
                <a:lnTo>
                  <a:pt x="86" y="8795"/>
                </a:lnTo>
                <a:lnTo>
                  <a:pt x="129" y="8795"/>
                </a:lnTo>
                <a:lnTo>
                  <a:pt x="193" y="8752"/>
                </a:lnTo>
                <a:lnTo>
                  <a:pt x="258" y="8709"/>
                </a:lnTo>
                <a:lnTo>
                  <a:pt x="279" y="8709"/>
                </a:lnTo>
                <a:lnTo>
                  <a:pt x="300" y="8752"/>
                </a:lnTo>
                <a:lnTo>
                  <a:pt x="300" y="8752"/>
                </a:lnTo>
                <a:lnTo>
                  <a:pt x="322" y="8795"/>
                </a:lnTo>
                <a:lnTo>
                  <a:pt x="322" y="8837"/>
                </a:lnTo>
                <a:lnTo>
                  <a:pt x="300" y="8944"/>
                </a:lnTo>
                <a:lnTo>
                  <a:pt x="300" y="8987"/>
                </a:lnTo>
                <a:lnTo>
                  <a:pt x="300" y="9009"/>
                </a:lnTo>
                <a:lnTo>
                  <a:pt x="343" y="9030"/>
                </a:lnTo>
                <a:lnTo>
                  <a:pt x="407" y="9051"/>
                </a:lnTo>
                <a:lnTo>
                  <a:pt x="407" y="9051"/>
                </a:lnTo>
                <a:lnTo>
                  <a:pt x="493" y="9030"/>
                </a:lnTo>
                <a:lnTo>
                  <a:pt x="579" y="8966"/>
                </a:lnTo>
                <a:lnTo>
                  <a:pt x="643" y="8902"/>
                </a:lnTo>
                <a:lnTo>
                  <a:pt x="707" y="8816"/>
                </a:lnTo>
                <a:lnTo>
                  <a:pt x="857" y="8645"/>
                </a:lnTo>
                <a:lnTo>
                  <a:pt x="921" y="8581"/>
                </a:lnTo>
                <a:lnTo>
                  <a:pt x="985" y="8559"/>
                </a:lnTo>
                <a:lnTo>
                  <a:pt x="985" y="8559"/>
                </a:lnTo>
                <a:lnTo>
                  <a:pt x="964" y="8623"/>
                </a:lnTo>
                <a:lnTo>
                  <a:pt x="921" y="8709"/>
                </a:lnTo>
                <a:lnTo>
                  <a:pt x="793" y="8923"/>
                </a:lnTo>
                <a:lnTo>
                  <a:pt x="750" y="9009"/>
                </a:lnTo>
                <a:lnTo>
                  <a:pt x="728" y="9094"/>
                </a:lnTo>
                <a:lnTo>
                  <a:pt x="750" y="9116"/>
                </a:lnTo>
                <a:lnTo>
                  <a:pt x="771" y="9158"/>
                </a:lnTo>
                <a:lnTo>
                  <a:pt x="793" y="9158"/>
                </a:lnTo>
                <a:lnTo>
                  <a:pt x="857" y="9180"/>
                </a:lnTo>
                <a:lnTo>
                  <a:pt x="857" y="9180"/>
                </a:lnTo>
                <a:lnTo>
                  <a:pt x="899" y="9158"/>
                </a:lnTo>
                <a:lnTo>
                  <a:pt x="942" y="9137"/>
                </a:lnTo>
                <a:lnTo>
                  <a:pt x="1006" y="9073"/>
                </a:lnTo>
                <a:lnTo>
                  <a:pt x="1071" y="8987"/>
                </a:lnTo>
                <a:lnTo>
                  <a:pt x="1135" y="8923"/>
                </a:lnTo>
                <a:lnTo>
                  <a:pt x="1135" y="8923"/>
                </a:lnTo>
                <a:lnTo>
                  <a:pt x="1242" y="8859"/>
                </a:lnTo>
                <a:lnTo>
                  <a:pt x="1327" y="8837"/>
                </a:lnTo>
                <a:lnTo>
                  <a:pt x="1434" y="8816"/>
                </a:lnTo>
                <a:lnTo>
                  <a:pt x="1541" y="8752"/>
                </a:lnTo>
                <a:lnTo>
                  <a:pt x="1541" y="8752"/>
                </a:lnTo>
                <a:lnTo>
                  <a:pt x="1734" y="8516"/>
                </a:lnTo>
                <a:lnTo>
                  <a:pt x="1841" y="8409"/>
                </a:lnTo>
                <a:lnTo>
                  <a:pt x="1905" y="8388"/>
                </a:lnTo>
                <a:lnTo>
                  <a:pt x="1948" y="8388"/>
                </a:lnTo>
                <a:lnTo>
                  <a:pt x="1948" y="8388"/>
                </a:lnTo>
                <a:lnTo>
                  <a:pt x="1862" y="8538"/>
                </a:lnTo>
                <a:lnTo>
                  <a:pt x="1798" y="8752"/>
                </a:lnTo>
                <a:lnTo>
                  <a:pt x="1755" y="8837"/>
                </a:lnTo>
                <a:lnTo>
                  <a:pt x="1777" y="8923"/>
                </a:lnTo>
                <a:lnTo>
                  <a:pt x="1777" y="8944"/>
                </a:lnTo>
                <a:lnTo>
                  <a:pt x="1798" y="8966"/>
                </a:lnTo>
                <a:lnTo>
                  <a:pt x="1841" y="8987"/>
                </a:lnTo>
                <a:lnTo>
                  <a:pt x="1905" y="8987"/>
                </a:lnTo>
                <a:lnTo>
                  <a:pt x="1905" y="8987"/>
                </a:lnTo>
                <a:lnTo>
                  <a:pt x="1948" y="8966"/>
                </a:lnTo>
                <a:lnTo>
                  <a:pt x="1991" y="8944"/>
                </a:lnTo>
                <a:lnTo>
                  <a:pt x="2055" y="8880"/>
                </a:lnTo>
                <a:lnTo>
                  <a:pt x="2076" y="8859"/>
                </a:lnTo>
                <a:lnTo>
                  <a:pt x="2098" y="8837"/>
                </a:lnTo>
                <a:lnTo>
                  <a:pt x="2119" y="8859"/>
                </a:lnTo>
                <a:lnTo>
                  <a:pt x="2183" y="8902"/>
                </a:lnTo>
                <a:lnTo>
                  <a:pt x="2183" y="8902"/>
                </a:lnTo>
                <a:lnTo>
                  <a:pt x="2247" y="8923"/>
                </a:lnTo>
                <a:lnTo>
                  <a:pt x="2290" y="8966"/>
                </a:lnTo>
                <a:lnTo>
                  <a:pt x="2290" y="8966"/>
                </a:lnTo>
                <a:lnTo>
                  <a:pt x="2247" y="9030"/>
                </a:lnTo>
                <a:lnTo>
                  <a:pt x="2269" y="9116"/>
                </a:lnTo>
                <a:lnTo>
                  <a:pt x="2269" y="9116"/>
                </a:lnTo>
                <a:lnTo>
                  <a:pt x="2312" y="9158"/>
                </a:lnTo>
                <a:lnTo>
                  <a:pt x="2333" y="9180"/>
                </a:lnTo>
                <a:lnTo>
                  <a:pt x="2376" y="9180"/>
                </a:lnTo>
                <a:lnTo>
                  <a:pt x="2440" y="9180"/>
                </a:lnTo>
                <a:lnTo>
                  <a:pt x="2440" y="9180"/>
                </a:lnTo>
                <a:lnTo>
                  <a:pt x="2504" y="9137"/>
                </a:lnTo>
                <a:lnTo>
                  <a:pt x="2568" y="9073"/>
                </a:lnTo>
                <a:lnTo>
                  <a:pt x="2633" y="9009"/>
                </a:lnTo>
                <a:lnTo>
                  <a:pt x="2675" y="8966"/>
                </a:lnTo>
                <a:lnTo>
                  <a:pt x="2675" y="8966"/>
                </a:lnTo>
                <a:lnTo>
                  <a:pt x="2868" y="8902"/>
                </a:lnTo>
                <a:lnTo>
                  <a:pt x="3060" y="8837"/>
                </a:lnTo>
                <a:lnTo>
                  <a:pt x="3060" y="8837"/>
                </a:lnTo>
                <a:lnTo>
                  <a:pt x="2996" y="8923"/>
                </a:lnTo>
                <a:lnTo>
                  <a:pt x="2975" y="8987"/>
                </a:lnTo>
                <a:lnTo>
                  <a:pt x="2996" y="9030"/>
                </a:lnTo>
                <a:lnTo>
                  <a:pt x="3018" y="9094"/>
                </a:lnTo>
                <a:lnTo>
                  <a:pt x="3060" y="9116"/>
                </a:lnTo>
                <a:lnTo>
                  <a:pt x="3125" y="9137"/>
                </a:lnTo>
                <a:lnTo>
                  <a:pt x="3189" y="9116"/>
                </a:lnTo>
                <a:lnTo>
                  <a:pt x="3253" y="9094"/>
                </a:lnTo>
                <a:lnTo>
                  <a:pt x="3253" y="9094"/>
                </a:lnTo>
                <a:lnTo>
                  <a:pt x="3360" y="8966"/>
                </a:lnTo>
                <a:lnTo>
                  <a:pt x="3510" y="8752"/>
                </a:lnTo>
                <a:lnTo>
                  <a:pt x="3660" y="8538"/>
                </a:lnTo>
                <a:lnTo>
                  <a:pt x="3724" y="8495"/>
                </a:lnTo>
                <a:lnTo>
                  <a:pt x="3767" y="8474"/>
                </a:lnTo>
                <a:lnTo>
                  <a:pt x="3767" y="8474"/>
                </a:lnTo>
                <a:lnTo>
                  <a:pt x="3788" y="8495"/>
                </a:lnTo>
                <a:lnTo>
                  <a:pt x="3767" y="8581"/>
                </a:lnTo>
                <a:lnTo>
                  <a:pt x="3767" y="8773"/>
                </a:lnTo>
                <a:lnTo>
                  <a:pt x="3767" y="8859"/>
                </a:lnTo>
                <a:lnTo>
                  <a:pt x="3788" y="8880"/>
                </a:lnTo>
                <a:lnTo>
                  <a:pt x="3809" y="8902"/>
                </a:lnTo>
                <a:lnTo>
                  <a:pt x="3831" y="8902"/>
                </a:lnTo>
                <a:lnTo>
                  <a:pt x="3873" y="8880"/>
                </a:lnTo>
                <a:lnTo>
                  <a:pt x="4002" y="8795"/>
                </a:lnTo>
                <a:lnTo>
                  <a:pt x="4002" y="8795"/>
                </a:lnTo>
                <a:lnTo>
                  <a:pt x="4087" y="8666"/>
                </a:lnTo>
                <a:lnTo>
                  <a:pt x="4194" y="8452"/>
                </a:lnTo>
                <a:lnTo>
                  <a:pt x="4301" y="8238"/>
                </a:lnTo>
                <a:lnTo>
                  <a:pt x="4323" y="8174"/>
                </a:lnTo>
                <a:lnTo>
                  <a:pt x="4366" y="8153"/>
                </a:lnTo>
                <a:lnTo>
                  <a:pt x="4366" y="8153"/>
                </a:lnTo>
                <a:lnTo>
                  <a:pt x="4366" y="8238"/>
                </a:lnTo>
                <a:lnTo>
                  <a:pt x="4344" y="8324"/>
                </a:lnTo>
                <a:lnTo>
                  <a:pt x="4344" y="8324"/>
                </a:lnTo>
                <a:lnTo>
                  <a:pt x="4280" y="8495"/>
                </a:lnTo>
                <a:lnTo>
                  <a:pt x="4237" y="8581"/>
                </a:lnTo>
                <a:lnTo>
                  <a:pt x="4216" y="8688"/>
                </a:lnTo>
                <a:lnTo>
                  <a:pt x="4216" y="8773"/>
                </a:lnTo>
                <a:lnTo>
                  <a:pt x="4237" y="8859"/>
                </a:lnTo>
                <a:lnTo>
                  <a:pt x="4301" y="8923"/>
                </a:lnTo>
                <a:lnTo>
                  <a:pt x="4408" y="8966"/>
                </a:lnTo>
                <a:lnTo>
                  <a:pt x="4408" y="8966"/>
                </a:lnTo>
                <a:lnTo>
                  <a:pt x="4473" y="8966"/>
                </a:lnTo>
                <a:lnTo>
                  <a:pt x="4537" y="8923"/>
                </a:lnTo>
                <a:lnTo>
                  <a:pt x="4601" y="8880"/>
                </a:lnTo>
                <a:lnTo>
                  <a:pt x="4644" y="8816"/>
                </a:lnTo>
                <a:lnTo>
                  <a:pt x="4751" y="8688"/>
                </a:lnTo>
                <a:lnTo>
                  <a:pt x="4772" y="8645"/>
                </a:lnTo>
                <a:lnTo>
                  <a:pt x="4794" y="8645"/>
                </a:lnTo>
                <a:lnTo>
                  <a:pt x="4794" y="8645"/>
                </a:lnTo>
                <a:lnTo>
                  <a:pt x="4836" y="8666"/>
                </a:lnTo>
                <a:lnTo>
                  <a:pt x="4836" y="8709"/>
                </a:lnTo>
                <a:lnTo>
                  <a:pt x="4815" y="8837"/>
                </a:lnTo>
                <a:lnTo>
                  <a:pt x="4794" y="8902"/>
                </a:lnTo>
                <a:lnTo>
                  <a:pt x="4815" y="8944"/>
                </a:lnTo>
                <a:lnTo>
                  <a:pt x="4836" y="8987"/>
                </a:lnTo>
                <a:lnTo>
                  <a:pt x="4900" y="9009"/>
                </a:lnTo>
                <a:lnTo>
                  <a:pt x="4900" y="9009"/>
                </a:lnTo>
                <a:lnTo>
                  <a:pt x="4965" y="9030"/>
                </a:lnTo>
                <a:lnTo>
                  <a:pt x="5029" y="9009"/>
                </a:lnTo>
                <a:lnTo>
                  <a:pt x="5093" y="8966"/>
                </a:lnTo>
                <a:lnTo>
                  <a:pt x="5136" y="8923"/>
                </a:lnTo>
                <a:lnTo>
                  <a:pt x="5221" y="8816"/>
                </a:lnTo>
                <a:lnTo>
                  <a:pt x="5307" y="8730"/>
                </a:lnTo>
                <a:lnTo>
                  <a:pt x="5307" y="8730"/>
                </a:lnTo>
                <a:lnTo>
                  <a:pt x="5350" y="8688"/>
                </a:lnTo>
                <a:lnTo>
                  <a:pt x="5393" y="8709"/>
                </a:lnTo>
                <a:lnTo>
                  <a:pt x="5393" y="8730"/>
                </a:lnTo>
                <a:lnTo>
                  <a:pt x="5393" y="8795"/>
                </a:lnTo>
                <a:lnTo>
                  <a:pt x="5393" y="8923"/>
                </a:lnTo>
                <a:lnTo>
                  <a:pt x="5393" y="8987"/>
                </a:lnTo>
                <a:lnTo>
                  <a:pt x="5414" y="9030"/>
                </a:lnTo>
                <a:lnTo>
                  <a:pt x="5414" y="9030"/>
                </a:lnTo>
                <a:lnTo>
                  <a:pt x="5478" y="9094"/>
                </a:lnTo>
                <a:lnTo>
                  <a:pt x="5542" y="9116"/>
                </a:lnTo>
                <a:lnTo>
                  <a:pt x="5585" y="9094"/>
                </a:lnTo>
                <a:lnTo>
                  <a:pt x="5628" y="9051"/>
                </a:lnTo>
                <a:lnTo>
                  <a:pt x="5692" y="8944"/>
                </a:lnTo>
                <a:lnTo>
                  <a:pt x="5756" y="8837"/>
                </a:lnTo>
                <a:lnTo>
                  <a:pt x="5756" y="8837"/>
                </a:lnTo>
                <a:lnTo>
                  <a:pt x="5820" y="8880"/>
                </a:lnTo>
                <a:lnTo>
                  <a:pt x="5885" y="8902"/>
                </a:lnTo>
                <a:lnTo>
                  <a:pt x="5949" y="8880"/>
                </a:lnTo>
                <a:lnTo>
                  <a:pt x="5992" y="8859"/>
                </a:lnTo>
                <a:lnTo>
                  <a:pt x="6034" y="8816"/>
                </a:lnTo>
                <a:lnTo>
                  <a:pt x="6077" y="8752"/>
                </a:lnTo>
                <a:lnTo>
                  <a:pt x="6099" y="8688"/>
                </a:lnTo>
                <a:lnTo>
                  <a:pt x="6099" y="8623"/>
                </a:lnTo>
                <a:lnTo>
                  <a:pt x="6099" y="8623"/>
                </a:lnTo>
                <a:lnTo>
                  <a:pt x="6077" y="8581"/>
                </a:lnTo>
                <a:lnTo>
                  <a:pt x="6056" y="8516"/>
                </a:lnTo>
                <a:lnTo>
                  <a:pt x="5992" y="8388"/>
                </a:lnTo>
                <a:lnTo>
                  <a:pt x="5799" y="8174"/>
                </a:lnTo>
                <a:lnTo>
                  <a:pt x="5799" y="8174"/>
                </a:lnTo>
                <a:lnTo>
                  <a:pt x="5628" y="7939"/>
                </a:lnTo>
                <a:lnTo>
                  <a:pt x="5435" y="7703"/>
                </a:lnTo>
                <a:lnTo>
                  <a:pt x="5371" y="7596"/>
                </a:lnTo>
                <a:lnTo>
                  <a:pt x="5328" y="7468"/>
                </a:lnTo>
                <a:lnTo>
                  <a:pt x="5307" y="7318"/>
                </a:lnTo>
                <a:lnTo>
                  <a:pt x="5328" y="7190"/>
                </a:lnTo>
                <a:lnTo>
                  <a:pt x="5328" y="7190"/>
                </a:lnTo>
                <a:lnTo>
                  <a:pt x="5371" y="7040"/>
                </a:lnTo>
                <a:lnTo>
                  <a:pt x="5457" y="6933"/>
                </a:lnTo>
                <a:lnTo>
                  <a:pt x="5564" y="6826"/>
                </a:lnTo>
                <a:lnTo>
                  <a:pt x="5671" y="6719"/>
                </a:lnTo>
                <a:lnTo>
                  <a:pt x="5885" y="6527"/>
                </a:lnTo>
                <a:lnTo>
                  <a:pt x="5992" y="6420"/>
                </a:lnTo>
                <a:lnTo>
                  <a:pt x="6077" y="6313"/>
                </a:lnTo>
                <a:lnTo>
                  <a:pt x="6077" y="6313"/>
                </a:lnTo>
                <a:close/>
                <a:moveTo>
                  <a:pt x="5671" y="5478"/>
                </a:moveTo>
                <a:lnTo>
                  <a:pt x="5671" y="5478"/>
                </a:lnTo>
                <a:lnTo>
                  <a:pt x="5628" y="5435"/>
                </a:lnTo>
                <a:lnTo>
                  <a:pt x="5542" y="5414"/>
                </a:lnTo>
                <a:lnTo>
                  <a:pt x="5521" y="5393"/>
                </a:lnTo>
                <a:lnTo>
                  <a:pt x="5500" y="5350"/>
                </a:lnTo>
                <a:lnTo>
                  <a:pt x="5500" y="5307"/>
                </a:lnTo>
                <a:lnTo>
                  <a:pt x="5521" y="5264"/>
                </a:lnTo>
                <a:lnTo>
                  <a:pt x="5521" y="5264"/>
                </a:lnTo>
                <a:lnTo>
                  <a:pt x="5564" y="5200"/>
                </a:lnTo>
                <a:lnTo>
                  <a:pt x="5607" y="5200"/>
                </a:lnTo>
                <a:lnTo>
                  <a:pt x="5628" y="5222"/>
                </a:lnTo>
                <a:lnTo>
                  <a:pt x="5649" y="5264"/>
                </a:lnTo>
                <a:lnTo>
                  <a:pt x="5671" y="5393"/>
                </a:lnTo>
                <a:lnTo>
                  <a:pt x="5671" y="5478"/>
                </a:lnTo>
                <a:lnTo>
                  <a:pt x="5671" y="5478"/>
                </a:lnTo>
                <a:close/>
                <a:moveTo>
                  <a:pt x="5500" y="4729"/>
                </a:moveTo>
                <a:lnTo>
                  <a:pt x="5500" y="4729"/>
                </a:lnTo>
                <a:lnTo>
                  <a:pt x="5542" y="4772"/>
                </a:lnTo>
                <a:lnTo>
                  <a:pt x="5542" y="4836"/>
                </a:lnTo>
                <a:lnTo>
                  <a:pt x="5542" y="4836"/>
                </a:lnTo>
                <a:lnTo>
                  <a:pt x="5521" y="4836"/>
                </a:lnTo>
                <a:lnTo>
                  <a:pt x="5500" y="4815"/>
                </a:lnTo>
                <a:lnTo>
                  <a:pt x="5500" y="4729"/>
                </a:lnTo>
                <a:lnTo>
                  <a:pt x="5500" y="4729"/>
                </a:lnTo>
                <a:close/>
                <a:moveTo>
                  <a:pt x="5500" y="4965"/>
                </a:moveTo>
                <a:lnTo>
                  <a:pt x="5500" y="4965"/>
                </a:lnTo>
                <a:lnTo>
                  <a:pt x="5478" y="4986"/>
                </a:lnTo>
                <a:lnTo>
                  <a:pt x="5457" y="5008"/>
                </a:lnTo>
                <a:lnTo>
                  <a:pt x="5414" y="5008"/>
                </a:lnTo>
                <a:lnTo>
                  <a:pt x="5414" y="5050"/>
                </a:lnTo>
                <a:lnTo>
                  <a:pt x="5414" y="5050"/>
                </a:lnTo>
                <a:lnTo>
                  <a:pt x="5393" y="5029"/>
                </a:lnTo>
                <a:lnTo>
                  <a:pt x="5393" y="5008"/>
                </a:lnTo>
                <a:lnTo>
                  <a:pt x="5414" y="4965"/>
                </a:lnTo>
                <a:lnTo>
                  <a:pt x="5457" y="4922"/>
                </a:lnTo>
                <a:lnTo>
                  <a:pt x="5478" y="4943"/>
                </a:lnTo>
                <a:lnTo>
                  <a:pt x="5500" y="4965"/>
                </a:lnTo>
                <a:lnTo>
                  <a:pt x="5500" y="4965"/>
                </a:lnTo>
                <a:close/>
                <a:moveTo>
                  <a:pt x="5435" y="6035"/>
                </a:moveTo>
                <a:lnTo>
                  <a:pt x="5435" y="6035"/>
                </a:lnTo>
                <a:lnTo>
                  <a:pt x="5393" y="5992"/>
                </a:lnTo>
                <a:lnTo>
                  <a:pt x="5371" y="5928"/>
                </a:lnTo>
                <a:lnTo>
                  <a:pt x="5371" y="5928"/>
                </a:lnTo>
                <a:lnTo>
                  <a:pt x="5414" y="5928"/>
                </a:lnTo>
                <a:lnTo>
                  <a:pt x="5435" y="5949"/>
                </a:lnTo>
                <a:lnTo>
                  <a:pt x="5435" y="6035"/>
                </a:lnTo>
                <a:lnTo>
                  <a:pt x="5435" y="6035"/>
                </a:lnTo>
                <a:close/>
                <a:moveTo>
                  <a:pt x="4259" y="3018"/>
                </a:moveTo>
                <a:lnTo>
                  <a:pt x="4259" y="3018"/>
                </a:lnTo>
                <a:lnTo>
                  <a:pt x="4280" y="3039"/>
                </a:lnTo>
                <a:lnTo>
                  <a:pt x="4280" y="3061"/>
                </a:lnTo>
                <a:lnTo>
                  <a:pt x="4280" y="3103"/>
                </a:lnTo>
                <a:lnTo>
                  <a:pt x="4259" y="3125"/>
                </a:lnTo>
                <a:lnTo>
                  <a:pt x="4216" y="3125"/>
                </a:lnTo>
                <a:lnTo>
                  <a:pt x="4194" y="3125"/>
                </a:lnTo>
                <a:lnTo>
                  <a:pt x="4152" y="3103"/>
                </a:lnTo>
                <a:lnTo>
                  <a:pt x="4109" y="3082"/>
                </a:lnTo>
                <a:lnTo>
                  <a:pt x="4109" y="3082"/>
                </a:lnTo>
                <a:lnTo>
                  <a:pt x="4109" y="3039"/>
                </a:lnTo>
                <a:lnTo>
                  <a:pt x="4109" y="3018"/>
                </a:lnTo>
                <a:lnTo>
                  <a:pt x="4152" y="2996"/>
                </a:lnTo>
                <a:lnTo>
                  <a:pt x="4194" y="2996"/>
                </a:lnTo>
                <a:lnTo>
                  <a:pt x="4259" y="3018"/>
                </a:lnTo>
                <a:lnTo>
                  <a:pt x="4259" y="3018"/>
                </a:lnTo>
                <a:close/>
                <a:moveTo>
                  <a:pt x="3788" y="3018"/>
                </a:moveTo>
                <a:lnTo>
                  <a:pt x="3788" y="3018"/>
                </a:lnTo>
                <a:lnTo>
                  <a:pt x="3831" y="3039"/>
                </a:lnTo>
                <a:lnTo>
                  <a:pt x="3831" y="3082"/>
                </a:lnTo>
                <a:lnTo>
                  <a:pt x="3831" y="3189"/>
                </a:lnTo>
                <a:lnTo>
                  <a:pt x="3788" y="3274"/>
                </a:lnTo>
                <a:lnTo>
                  <a:pt x="3767" y="3296"/>
                </a:lnTo>
                <a:lnTo>
                  <a:pt x="3745" y="3296"/>
                </a:lnTo>
                <a:lnTo>
                  <a:pt x="3745" y="3296"/>
                </a:lnTo>
                <a:lnTo>
                  <a:pt x="3724" y="3274"/>
                </a:lnTo>
                <a:lnTo>
                  <a:pt x="3724" y="3253"/>
                </a:lnTo>
                <a:lnTo>
                  <a:pt x="3745" y="3168"/>
                </a:lnTo>
                <a:lnTo>
                  <a:pt x="3767" y="3082"/>
                </a:lnTo>
                <a:lnTo>
                  <a:pt x="3788" y="3018"/>
                </a:lnTo>
                <a:lnTo>
                  <a:pt x="3788" y="3018"/>
                </a:lnTo>
                <a:close/>
                <a:moveTo>
                  <a:pt x="4473" y="5692"/>
                </a:moveTo>
                <a:lnTo>
                  <a:pt x="4473" y="5692"/>
                </a:lnTo>
                <a:lnTo>
                  <a:pt x="4430" y="5863"/>
                </a:lnTo>
                <a:lnTo>
                  <a:pt x="4366" y="6013"/>
                </a:lnTo>
                <a:lnTo>
                  <a:pt x="4280" y="6120"/>
                </a:lnTo>
                <a:lnTo>
                  <a:pt x="4152" y="6249"/>
                </a:lnTo>
                <a:lnTo>
                  <a:pt x="4152" y="6249"/>
                </a:lnTo>
                <a:lnTo>
                  <a:pt x="3938" y="6441"/>
                </a:lnTo>
                <a:lnTo>
                  <a:pt x="3831" y="6569"/>
                </a:lnTo>
                <a:lnTo>
                  <a:pt x="3809" y="6634"/>
                </a:lnTo>
                <a:lnTo>
                  <a:pt x="3788" y="6698"/>
                </a:lnTo>
                <a:lnTo>
                  <a:pt x="3788" y="6698"/>
                </a:lnTo>
                <a:lnTo>
                  <a:pt x="3788" y="6783"/>
                </a:lnTo>
                <a:lnTo>
                  <a:pt x="3788" y="6783"/>
                </a:lnTo>
                <a:lnTo>
                  <a:pt x="3788" y="6741"/>
                </a:lnTo>
                <a:lnTo>
                  <a:pt x="3788" y="6676"/>
                </a:lnTo>
                <a:lnTo>
                  <a:pt x="3788" y="6676"/>
                </a:lnTo>
                <a:lnTo>
                  <a:pt x="3788" y="6762"/>
                </a:lnTo>
                <a:lnTo>
                  <a:pt x="3788" y="6869"/>
                </a:lnTo>
                <a:lnTo>
                  <a:pt x="3831" y="7104"/>
                </a:lnTo>
                <a:lnTo>
                  <a:pt x="3852" y="7211"/>
                </a:lnTo>
                <a:lnTo>
                  <a:pt x="3873" y="7318"/>
                </a:lnTo>
                <a:lnTo>
                  <a:pt x="3852" y="7425"/>
                </a:lnTo>
                <a:lnTo>
                  <a:pt x="3809" y="7511"/>
                </a:lnTo>
                <a:lnTo>
                  <a:pt x="3809" y="7511"/>
                </a:lnTo>
                <a:lnTo>
                  <a:pt x="3788" y="7575"/>
                </a:lnTo>
                <a:lnTo>
                  <a:pt x="3724" y="7618"/>
                </a:lnTo>
                <a:lnTo>
                  <a:pt x="3595" y="7682"/>
                </a:lnTo>
                <a:lnTo>
                  <a:pt x="3403" y="7725"/>
                </a:lnTo>
                <a:lnTo>
                  <a:pt x="3210" y="7746"/>
                </a:lnTo>
                <a:lnTo>
                  <a:pt x="3018" y="7746"/>
                </a:lnTo>
                <a:lnTo>
                  <a:pt x="2825" y="7703"/>
                </a:lnTo>
                <a:lnTo>
                  <a:pt x="2675" y="7661"/>
                </a:lnTo>
                <a:lnTo>
                  <a:pt x="2568" y="7596"/>
                </a:lnTo>
                <a:lnTo>
                  <a:pt x="2568" y="7596"/>
                </a:lnTo>
                <a:lnTo>
                  <a:pt x="2526" y="7532"/>
                </a:lnTo>
                <a:lnTo>
                  <a:pt x="2504" y="7489"/>
                </a:lnTo>
                <a:lnTo>
                  <a:pt x="2461" y="7340"/>
                </a:lnTo>
                <a:lnTo>
                  <a:pt x="2461" y="7211"/>
                </a:lnTo>
                <a:lnTo>
                  <a:pt x="2440" y="7062"/>
                </a:lnTo>
                <a:lnTo>
                  <a:pt x="2440" y="7062"/>
                </a:lnTo>
                <a:lnTo>
                  <a:pt x="2376" y="6890"/>
                </a:lnTo>
                <a:lnTo>
                  <a:pt x="2312" y="6741"/>
                </a:lnTo>
                <a:lnTo>
                  <a:pt x="2119" y="6462"/>
                </a:lnTo>
                <a:lnTo>
                  <a:pt x="2119" y="6462"/>
                </a:lnTo>
                <a:lnTo>
                  <a:pt x="1905" y="6120"/>
                </a:lnTo>
                <a:lnTo>
                  <a:pt x="1841" y="5970"/>
                </a:lnTo>
                <a:lnTo>
                  <a:pt x="1777" y="5799"/>
                </a:lnTo>
                <a:lnTo>
                  <a:pt x="1734" y="5628"/>
                </a:lnTo>
                <a:lnTo>
                  <a:pt x="1734" y="5457"/>
                </a:lnTo>
                <a:lnTo>
                  <a:pt x="1755" y="5264"/>
                </a:lnTo>
                <a:lnTo>
                  <a:pt x="1819" y="5072"/>
                </a:lnTo>
                <a:lnTo>
                  <a:pt x="1819" y="5072"/>
                </a:lnTo>
                <a:lnTo>
                  <a:pt x="1884" y="4922"/>
                </a:lnTo>
                <a:lnTo>
                  <a:pt x="1969" y="4794"/>
                </a:lnTo>
                <a:lnTo>
                  <a:pt x="2076" y="4644"/>
                </a:lnTo>
                <a:lnTo>
                  <a:pt x="2205" y="4494"/>
                </a:lnTo>
                <a:lnTo>
                  <a:pt x="2333" y="4366"/>
                </a:lnTo>
                <a:lnTo>
                  <a:pt x="2483" y="4259"/>
                </a:lnTo>
                <a:lnTo>
                  <a:pt x="2633" y="4152"/>
                </a:lnTo>
                <a:lnTo>
                  <a:pt x="2782" y="4066"/>
                </a:lnTo>
                <a:lnTo>
                  <a:pt x="2953" y="4002"/>
                </a:lnTo>
                <a:lnTo>
                  <a:pt x="3103" y="3938"/>
                </a:lnTo>
                <a:lnTo>
                  <a:pt x="3274" y="3916"/>
                </a:lnTo>
                <a:lnTo>
                  <a:pt x="3446" y="3916"/>
                </a:lnTo>
                <a:lnTo>
                  <a:pt x="3595" y="3959"/>
                </a:lnTo>
                <a:lnTo>
                  <a:pt x="3745" y="4023"/>
                </a:lnTo>
                <a:lnTo>
                  <a:pt x="3895" y="4130"/>
                </a:lnTo>
                <a:lnTo>
                  <a:pt x="4045" y="4259"/>
                </a:lnTo>
                <a:lnTo>
                  <a:pt x="4045" y="4259"/>
                </a:lnTo>
                <a:lnTo>
                  <a:pt x="4152" y="4408"/>
                </a:lnTo>
                <a:lnTo>
                  <a:pt x="4259" y="4580"/>
                </a:lnTo>
                <a:lnTo>
                  <a:pt x="4323" y="4751"/>
                </a:lnTo>
                <a:lnTo>
                  <a:pt x="4387" y="4943"/>
                </a:lnTo>
                <a:lnTo>
                  <a:pt x="4430" y="5115"/>
                </a:lnTo>
                <a:lnTo>
                  <a:pt x="4473" y="5307"/>
                </a:lnTo>
                <a:lnTo>
                  <a:pt x="4473" y="5500"/>
                </a:lnTo>
                <a:lnTo>
                  <a:pt x="4473" y="5692"/>
                </a:lnTo>
                <a:lnTo>
                  <a:pt x="4473" y="5692"/>
                </a:lnTo>
                <a:close/>
                <a:moveTo>
                  <a:pt x="4836" y="4088"/>
                </a:moveTo>
                <a:lnTo>
                  <a:pt x="4836" y="4088"/>
                </a:lnTo>
                <a:lnTo>
                  <a:pt x="4900" y="4088"/>
                </a:lnTo>
                <a:lnTo>
                  <a:pt x="4922" y="4109"/>
                </a:lnTo>
                <a:lnTo>
                  <a:pt x="4943" y="4152"/>
                </a:lnTo>
                <a:lnTo>
                  <a:pt x="4965" y="4216"/>
                </a:lnTo>
                <a:lnTo>
                  <a:pt x="4965" y="4216"/>
                </a:lnTo>
                <a:lnTo>
                  <a:pt x="4900" y="4216"/>
                </a:lnTo>
                <a:lnTo>
                  <a:pt x="4858" y="4195"/>
                </a:lnTo>
                <a:lnTo>
                  <a:pt x="4836" y="4152"/>
                </a:lnTo>
                <a:lnTo>
                  <a:pt x="4836" y="4088"/>
                </a:lnTo>
                <a:lnTo>
                  <a:pt x="4836" y="4088"/>
                </a:lnTo>
                <a:close/>
                <a:moveTo>
                  <a:pt x="4965" y="5435"/>
                </a:moveTo>
                <a:lnTo>
                  <a:pt x="4965" y="5435"/>
                </a:lnTo>
                <a:lnTo>
                  <a:pt x="5007" y="5435"/>
                </a:lnTo>
                <a:lnTo>
                  <a:pt x="5029" y="5457"/>
                </a:lnTo>
                <a:lnTo>
                  <a:pt x="5093" y="5521"/>
                </a:lnTo>
                <a:lnTo>
                  <a:pt x="5093" y="5607"/>
                </a:lnTo>
                <a:lnTo>
                  <a:pt x="5093" y="5628"/>
                </a:lnTo>
                <a:lnTo>
                  <a:pt x="5072" y="5649"/>
                </a:lnTo>
                <a:lnTo>
                  <a:pt x="5072" y="5649"/>
                </a:lnTo>
                <a:lnTo>
                  <a:pt x="5029" y="5671"/>
                </a:lnTo>
                <a:lnTo>
                  <a:pt x="4986" y="5649"/>
                </a:lnTo>
                <a:lnTo>
                  <a:pt x="4922" y="5585"/>
                </a:lnTo>
                <a:lnTo>
                  <a:pt x="4922" y="5542"/>
                </a:lnTo>
                <a:lnTo>
                  <a:pt x="4900" y="5500"/>
                </a:lnTo>
                <a:lnTo>
                  <a:pt x="4922" y="5457"/>
                </a:lnTo>
                <a:lnTo>
                  <a:pt x="4965" y="5435"/>
                </a:lnTo>
                <a:lnTo>
                  <a:pt x="4965" y="5435"/>
                </a:lnTo>
                <a:close/>
                <a:moveTo>
                  <a:pt x="5114" y="6077"/>
                </a:moveTo>
                <a:lnTo>
                  <a:pt x="5114" y="6077"/>
                </a:lnTo>
                <a:lnTo>
                  <a:pt x="5093" y="6077"/>
                </a:lnTo>
                <a:lnTo>
                  <a:pt x="5072" y="6077"/>
                </a:lnTo>
                <a:lnTo>
                  <a:pt x="5007" y="6035"/>
                </a:lnTo>
                <a:lnTo>
                  <a:pt x="4986" y="5970"/>
                </a:lnTo>
                <a:lnTo>
                  <a:pt x="5007" y="5906"/>
                </a:lnTo>
                <a:lnTo>
                  <a:pt x="5007" y="5906"/>
                </a:lnTo>
                <a:lnTo>
                  <a:pt x="5029" y="5885"/>
                </a:lnTo>
                <a:lnTo>
                  <a:pt x="5072" y="5885"/>
                </a:lnTo>
                <a:lnTo>
                  <a:pt x="5114" y="5949"/>
                </a:lnTo>
                <a:lnTo>
                  <a:pt x="5157" y="6013"/>
                </a:lnTo>
                <a:lnTo>
                  <a:pt x="5136" y="6056"/>
                </a:lnTo>
                <a:lnTo>
                  <a:pt x="5114" y="6077"/>
                </a:lnTo>
                <a:lnTo>
                  <a:pt x="5114" y="6077"/>
                </a:lnTo>
                <a:close/>
                <a:moveTo>
                  <a:pt x="5007" y="4836"/>
                </a:moveTo>
                <a:lnTo>
                  <a:pt x="5007" y="4836"/>
                </a:lnTo>
                <a:lnTo>
                  <a:pt x="4986" y="4815"/>
                </a:lnTo>
                <a:lnTo>
                  <a:pt x="4965" y="4794"/>
                </a:lnTo>
                <a:lnTo>
                  <a:pt x="5007" y="4729"/>
                </a:lnTo>
                <a:lnTo>
                  <a:pt x="5050" y="4687"/>
                </a:lnTo>
                <a:lnTo>
                  <a:pt x="5093" y="4665"/>
                </a:lnTo>
                <a:lnTo>
                  <a:pt x="5136" y="4687"/>
                </a:lnTo>
                <a:lnTo>
                  <a:pt x="5136" y="4687"/>
                </a:lnTo>
                <a:lnTo>
                  <a:pt x="5157" y="4708"/>
                </a:lnTo>
                <a:lnTo>
                  <a:pt x="5157" y="4729"/>
                </a:lnTo>
                <a:lnTo>
                  <a:pt x="5136" y="4794"/>
                </a:lnTo>
                <a:lnTo>
                  <a:pt x="5072" y="4858"/>
                </a:lnTo>
                <a:lnTo>
                  <a:pt x="5050" y="4858"/>
                </a:lnTo>
                <a:lnTo>
                  <a:pt x="5007" y="4836"/>
                </a:lnTo>
                <a:lnTo>
                  <a:pt x="5007" y="4836"/>
                </a:lnTo>
                <a:close/>
                <a:moveTo>
                  <a:pt x="5307" y="6527"/>
                </a:moveTo>
                <a:lnTo>
                  <a:pt x="5307" y="6527"/>
                </a:lnTo>
                <a:lnTo>
                  <a:pt x="5286" y="6569"/>
                </a:lnTo>
                <a:lnTo>
                  <a:pt x="5264" y="6591"/>
                </a:lnTo>
                <a:lnTo>
                  <a:pt x="5243" y="6612"/>
                </a:lnTo>
                <a:lnTo>
                  <a:pt x="5221" y="6591"/>
                </a:lnTo>
                <a:lnTo>
                  <a:pt x="5179" y="6548"/>
                </a:lnTo>
                <a:lnTo>
                  <a:pt x="5200" y="6505"/>
                </a:lnTo>
                <a:lnTo>
                  <a:pt x="5200" y="6462"/>
                </a:lnTo>
                <a:lnTo>
                  <a:pt x="5200" y="6462"/>
                </a:lnTo>
                <a:lnTo>
                  <a:pt x="5243" y="6420"/>
                </a:lnTo>
                <a:lnTo>
                  <a:pt x="5286" y="6420"/>
                </a:lnTo>
                <a:lnTo>
                  <a:pt x="5307" y="6462"/>
                </a:lnTo>
                <a:lnTo>
                  <a:pt x="5307" y="6527"/>
                </a:lnTo>
                <a:lnTo>
                  <a:pt x="5307" y="6527"/>
                </a:lnTo>
                <a:close/>
                <a:moveTo>
                  <a:pt x="3403" y="5842"/>
                </a:moveTo>
                <a:lnTo>
                  <a:pt x="3403" y="5842"/>
                </a:lnTo>
                <a:lnTo>
                  <a:pt x="3446" y="5906"/>
                </a:lnTo>
                <a:lnTo>
                  <a:pt x="3488" y="5949"/>
                </a:lnTo>
                <a:lnTo>
                  <a:pt x="3553" y="5970"/>
                </a:lnTo>
                <a:lnTo>
                  <a:pt x="3617" y="5992"/>
                </a:lnTo>
                <a:lnTo>
                  <a:pt x="3681" y="5970"/>
                </a:lnTo>
                <a:lnTo>
                  <a:pt x="3745" y="5949"/>
                </a:lnTo>
                <a:lnTo>
                  <a:pt x="3895" y="5885"/>
                </a:lnTo>
                <a:lnTo>
                  <a:pt x="4002" y="5756"/>
                </a:lnTo>
                <a:lnTo>
                  <a:pt x="4087" y="5628"/>
                </a:lnTo>
                <a:lnTo>
                  <a:pt x="4109" y="5542"/>
                </a:lnTo>
                <a:lnTo>
                  <a:pt x="4130" y="5478"/>
                </a:lnTo>
                <a:lnTo>
                  <a:pt x="4109" y="5393"/>
                </a:lnTo>
                <a:lnTo>
                  <a:pt x="4087" y="5328"/>
                </a:lnTo>
                <a:lnTo>
                  <a:pt x="4087" y="5328"/>
                </a:lnTo>
                <a:lnTo>
                  <a:pt x="4045" y="5264"/>
                </a:lnTo>
                <a:lnTo>
                  <a:pt x="4002" y="5243"/>
                </a:lnTo>
                <a:lnTo>
                  <a:pt x="3938" y="5222"/>
                </a:lnTo>
                <a:lnTo>
                  <a:pt x="3873" y="5222"/>
                </a:lnTo>
                <a:lnTo>
                  <a:pt x="3745" y="5243"/>
                </a:lnTo>
                <a:lnTo>
                  <a:pt x="3617" y="5328"/>
                </a:lnTo>
                <a:lnTo>
                  <a:pt x="3510" y="5435"/>
                </a:lnTo>
                <a:lnTo>
                  <a:pt x="3424" y="5564"/>
                </a:lnTo>
                <a:lnTo>
                  <a:pt x="3381" y="5714"/>
                </a:lnTo>
                <a:lnTo>
                  <a:pt x="3381" y="5778"/>
                </a:lnTo>
                <a:lnTo>
                  <a:pt x="3403" y="5842"/>
                </a:lnTo>
                <a:lnTo>
                  <a:pt x="3403" y="5842"/>
                </a:lnTo>
                <a:close/>
                <a:moveTo>
                  <a:pt x="2889" y="5949"/>
                </a:moveTo>
                <a:lnTo>
                  <a:pt x="2889" y="5949"/>
                </a:lnTo>
                <a:lnTo>
                  <a:pt x="2932" y="5885"/>
                </a:lnTo>
                <a:lnTo>
                  <a:pt x="2953" y="5799"/>
                </a:lnTo>
                <a:lnTo>
                  <a:pt x="2953" y="5735"/>
                </a:lnTo>
                <a:lnTo>
                  <a:pt x="2932" y="5649"/>
                </a:lnTo>
                <a:lnTo>
                  <a:pt x="2889" y="5585"/>
                </a:lnTo>
                <a:lnTo>
                  <a:pt x="2846" y="5500"/>
                </a:lnTo>
                <a:lnTo>
                  <a:pt x="2718" y="5371"/>
                </a:lnTo>
                <a:lnTo>
                  <a:pt x="2568" y="5286"/>
                </a:lnTo>
                <a:lnTo>
                  <a:pt x="2504" y="5243"/>
                </a:lnTo>
                <a:lnTo>
                  <a:pt x="2419" y="5243"/>
                </a:lnTo>
                <a:lnTo>
                  <a:pt x="2354" y="5243"/>
                </a:lnTo>
                <a:lnTo>
                  <a:pt x="2269" y="5264"/>
                </a:lnTo>
                <a:lnTo>
                  <a:pt x="2226" y="5307"/>
                </a:lnTo>
                <a:lnTo>
                  <a:pt x="2162" y="5371"/>
                </a:lnTo>
                <a:lnTo>
                  <a:pt x="2162" y="5371"/>
                </a:lnTo>
                <a:lnTo>
                  <a:pt x="2140" y="5435"/>
                </a:lnTo>
                <a:lnTo>
                  <a:pt x="2140" y="5500"/>
                </a:lnTo>
                <a:lnTo>
                  <a:pt x="2140" y="5564"/>
                </a:lnTo>
                <a:lnTo>
                  <a:pt x="2162" y="5649"/>
                </a:lnTo>
                <a:lnTo>
                  <a:pt x="2247" y="5778"/>
                </a:lnTo>
                <a:lnTo>
                  <a:pt x="2376" y="5906"/>
                </a:lnTo>
                <a:lnTo>
                  <a:pt x="2504" y="5992"/>
                </a:lnTo>
                <a:lnTo>
                  <a:pt x="2654" y="6056"/>
                </a:lnTo>
                <a:lnTo>
                  <a:pt x="2718" y="6056"/>
                </a:lnTo>
                <a:lnTo>
                  <a:pt x="2782" y="6035"/>
                </a:lnTo>
                <a:lnTo>
                  <a:pt x="2846" y="6013"/>
                </a:lnTo>
                <a:lnTo>
                  <a:pt x="2889" y="5949"/>
                </a:lnTo>
                <a:lnTo>
                  <a:pt x="2889" y="5949"/>
                </a:lnTo>
                <a:close/>
                <a:moveTo>
                  <a:pt x="3189" y="6291"/>
                </a:moveTo>
                <a:lnTo>
                  <a:pt x="3189" y="6291"/>
                </a:lnTo>
                <a:lnTo>
                  <a:pt x="3125" y="6291"/>
                </a:lnTo>
                <a:lnTo>
                  <a:pt x="3082" y="6313"/>
                </a:lnTo>
                <a:lnTo>
                  <a:pt x="2996" y="6398"/>
                </a:lnTo>
                <a:lnTo>
                  <a:pt x="2932" y="6527"/>
                </a:lnTo>
                <a:lnTo>
                  <a:pt x="2911" y="6634"/>
                </a:lnTo>
                <a:lnTo>
                  <a:pt x="2911" y="6634"/>
                </a:lnTo>
                <a:lnTo>
                  <a:pt x="2932" y="6719"/>
                </a:lnTo>
                <a:lnTo>
                  <a:pt x="2996" y="6783"/>
                </a:lnTo>
                <a:lnTo>
                  <a:pt x="3082" y="6805"/>
                </a:lnTo>
                <a:lnTo>
                  <a:pt x="3167" y="6826"/>
                </a:lnTo>
                <a:lnTo>
                  <a:pt x="3253" y="6826"/>
                </a:lnTo>
                <a:lnTo>
                  <a:pt x="3317" y="6783"/>
                </a:lnTo>
                <a:lnTo>
                  <a:pt x="3360" y="6719"/>
                </a:lnTo>
                <a:lnTo>
                  <a:pt x="3339" y="6655"/>
                </a:lnTo>
                <a:lnTo>
                  <a:pt x="3339" y="6655"/>
                </a:lnTo>
                <a:lnTo>
                  <a:pt x="3274" y="6441"/>
                </a:lnTo>
                <a:lnTo>
                  <a:pt x="3232" y="6334"/>
                </a:lnTo>
                <a:lnTo>
                  <a:pt x="3210" y="6313"/>
                </a:lnTo>
                <a:lnTo>
                  <a:pt x="3189" y="6291"/>
                </a:lnTo>
                <a:lnTo>
                  <a:pt x="3189" y="6291"/>
                </a:lnTo>
                <a:close/>
                <a:moveTo>
                  <a:pt x="3424" y="7104"/>
                </a:moveTo>
                <a:lnTo>
                  <a:pt x="3424" y="7104"/>
                </a:lnTo>
                <a:lnTo>
                  <a:pt x="3381" y="7126"/>
                </a:lnTo>
                <a:lnTo>
                  <a:pt x="3360" y="7169"/>
                </a:lnTo>
                <a:lnTo>
                  <a:pt x="3360" y="7233"/>
                </a:lnTo>
                <a:lnTo>
                  <a:pt x="3360" y="7297"/>
                </a:lnTo>
                <a:lnTo>
                  <a:pt x="3381" y="7340"/>
                </a:lnTo>
                <a:lnTo>
                  <a:pt x="3403" y="7382"/>
                </a:lnTo>
                <a:lnTo>
                  <a:pt x="3446" y="7404"/>
                </a:lnTo>
                <a:lnTo>
                  <a:pt x="3510" y="7382"/>
                </a:lnTo>
                <a:lnTo>
                  <a:pt x="3510" y="7382"/>
                </a:lnTo>
                <a:lnTo>
                  <a:pt x="3531" y="7361"/>
                </a:lnTo>
                <a:lnTo>
                  <a:pt x="3553" y="7318"/>
                </a:lnTo>
                <a:lnTo>
                  <a:pt x="3553" y="7211"/>
                </a:lnTo>
                <a:lnTo>
                  <a:pt x="3531" y="7147"/>
                </a:lnTo>
                <a:lnTo>
                  <a:pt x="3510" y="7126"/>
                </a:lnTo>
                <a:lnTo>
                  <a:pt x="3467" y="7104"/>
                </a:lnTo>
                <a:lnTo>
                  <a:pt x="3424" y="7104"/>
                </a:lnTo>
                <a:lnTo>
                  <a:pt x="3424" y="7104"/>
                </a:lnTo>
                <a:close/>
                <a:moveTo>
                  <a:pt x="2911" y="7404"/>
                </a:moveTo>
                <a:lnTo>
                  <a:pt x="2911" y="7404"/>
                </a:lnTo>
                <a:lnTo>
                  <a:pt x="2932" y="7340"/>
                </a:lnTo>
                <a:lnTo>
                  <a:pt x="2932" y="7254"/>
                </a:lnTo>
                <a:lnTo>
                  <a:pt x="2911" y="7104"/>
                </a:lnTo>
                <a:lnTo>
                  <a:pt x="2911" y="7104"/>
                </a:lnTo>
                <a:lnTo>
                  <a:pt x="2825" y="7104"/>
                </a:lnTo>
                <a:lnTo>
                  <a:pt x="2782" y="7126"/>
                </a:lnTo>
                <a:lnTo>
                  <a:pt x="2740" y="7190"/>
                </a:lnTo>
                <a:lnTo>
                  <a:pt x="2740" y="7254"/>
                </a:lnTo>
                <a:lnTo>
                  <a:pt x="2740" y="7318"/>
                </a:lnTo>
                <a:lnTo>
                  <a:pt x="2782" y="7382"/>
                </a:lnTo>
                <a:lnTo>
                  <a:pt x="2846" y="7404"/>
                </a:lnTo>
                <a:lnTo>
                  <a:pt x="2911" y="7404"/>
                </a:lnTo>
                <a:lnTo>
                  <a:pt x="2911" y="7404"/>
                </a:lnTo>
                <a:close/>
                <a:moveTo>
                  <a:pt x="3103" y="7126"/>
                </a:moveTo>
                <a:lnTo>
                  <a:pt x="3103" y="7126"/>
                </a:lnTo>
                <a:lnTo>
                  <a:pt x="3082" y="7169"/>
                </a:lnTo>
                <a:lnTo>
                  <a:pt x="3060" y="7211"/>
                </a:lnTo>
                <a:lnTo>
                  <a:pt x="3060" y="7318"/>
                </a:lnTo>
                <a:lnTo>
                  <a:pt x="3082" y="7361"/>
                </a:lnTo>
                <a:lnTo>
                  <a:pt x="3125" y="7382"/>
                </a:lnTo>
                <a:lnTo>
                  <a:pt x="3167" y="7382"/>
                </a:lnTo>
                <a:lnTo>
                  <a:pt x="3210" y="7361"/>
                </a:lnTo>
                <a:lnTo>
                  <a:pt x="3210" y="7361"/>
                </a:lnTo>
                <a:lnTo>
                  <a:pt x="3232" y="7318"/>
                </a:lnTo>
                <a:lnTo>
                  <a:pt x="3232" y="7275"/>
                </a:lnTo>
                <a:lnTo>
                  <a:pt x="3232" y="7169"/>
                </a:lnTo>
                <a:lnTo>
                  <a:pt x="3210" y="7126"/>
                </a:lnTo>
                <a:lnTo>
                  <a:pt x="3189" y="7104"/>
                </a:lnTo>
                <a:lnTo>
                  <a:pt x="3146" y="7104"/>
                </a:lnTo>
                <a:lnTo>
                  <a:pt x="3103" y="7126"/>
                </a:lnTo>
                <a:lnTo>
                  <a:pt x="3103" y="7126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0"/>
          <p:cNvSpPr/>
          <p:nvPr/>
        </p:nvSpPr>
        <p:spPr>
          <a:xfrm>
            <a:off x="5911271" y="1028346"/>
            <a:ext cx="430211" cy="325906"/>
          </a:xfrm>
          <a:custGeom>
            <a:rect b="b" l="l" r="r" t="t"/>
            <a:pathLst>
              <a:path extrusionOk="0" h="8731" w="9907">
                <a:moveTo>
                  <a:pt x="9843" y="7960"/>
                </a:moveTo>
                <a:lnTo>
                  <a:pt x="9843" y="7960"/>
                </a:lnTo>
                <a:lnTo>
                  <a:pt x="9757" y="7939"/>
                </a:lnTo>
                <a:lnTo>
                  <a:pt x="9672" y="7939"/>
                </a:lnTo>
                <a:lnTo>
                  <a:pt x="9543" y="7982"/>
                </a:lnTo>
                <a:lnTo>
                  <a:pt x="9436" y="8024"/>
                </a:lnTo>
                <a:lnTo>
                  <a:pt x="9201" y="8153"/>
                </a:lnTo>
                <a:lnTo>
                  <a:pt x="9030" y="8238"/>
                </a:lnTo>
                <a:lnTo>
                  <a:pt x="9030" y="8238"/>
                </a:lnTo>
                <a:lnTo>
                  <a:pt x="9094" y="8046"/>
                </a:lnTo>
                <a:lnTo>
                  <a:pt x="9201" y="7810"/>
                </a:lnTo>
                <a:lnTo>
                  <a:pt x="9222" y="7703"/>
                </a:lnTo>
                <a:lnTo>
                  <a:pt x="9244" y="7596"/>
                </a:lnTo>
                <a:lnTo>
                  <a:pt x="9222" y="7511"/>
                </a:lnTo>
                <a:lnTo>
                  <a:pt x="9201" y="7468"/>
                </a:lnTo>
                <a:lnTo>
                  <a:pt x="9158" y="7447"/>
                </a:lnTo>
                <a:lnTo>
                  <a:pt x="9158" y="7447"/>
                </a:lnTo>
                <a:lnTo>
                  <a:pt x="9051" y="7425"/>
                </a:lnTo>
                <a:lnTo>
                  <a:pt x="8966" y="7447"/>
                </a:lnTo>
                <a:lnTo>
                  <a:pt x="8859" y="7511"/>
                </a:lnTo>
                <a:lnTo>
                  <a:pt x="8730" y="7596"/>
                </a:lnTo>
                <a:lnTo>
                  <a:pt x="8538" y="7746"/>
                </a:lnTo>
                <a:lnTo>
                  <a:pt x="8431" y="7810"/>
                </a:lnTo>
                <a:lnTo>
                  <a:pt x="8345" y="7853"/>
                </a:lnTo>
                <a:lnTo>
                  <a:pt x="8345" y="7853"/>
                </a:lnTo>
                <a:lnTo>
                  <a:pt x="8302" y="7853"/>
                </a:lnTo>
                <a:lnTo>
                  <a:pt x="8302" y="7853"/>
                </a:lnTo>
                <a:lnTo>
                  <a:pt x="8302" y="7768"/>
                </a:lnTo>
                <a:lnTo>
                  <a:pt x="8345" y="7661"/>
                </a:lnTo>
                <a:lnTo>
                  <a:pt x="8431" y="7468"/>
                </a:lnTo>
                <a:lnTo>
                  <a:pt x="8431" y="7468"/>
                </a:lnTo>
                <a:lnTo>
                  <a:pt x="8538" y="7190"/>
                </a:lnTo>
                <a:lnTo>
                  <a:pt x="8623" y="6890"/>
                </a:lnTo>
                <a:lnTo>
                  <a:pt x="8623" y="6890"/>
                </a:lnTo>
                <a:lnTo>
                  <a:pt x="8730" y="6291"/>
                </a:lnTo>
                <a:lnTo>
                  <a:pt x="8859" y="5692"/>
                </a:lnTo>
                <a:lnTo>
                  <a:pt x="8859" y="5692"/>
                </a:lnTo>
                <a:lnTo>
                  <a:pt x="8987" y="5072"/>
                </a:lnTo>
                <a:lnTo>
                  <a:pt x="9137" y="4473"/>
                </a:lnTo>
                <a:lnTo>
                  <a:pt x="9179" y="4152"/>
                </a:lnTo>
                <a:lnTo>
                  <a:pt x="9244" y="3852"/>
                </a:lnTo>
                <a:lnTo>
                  <a:pt x="9265" y="3531"/>
                </a:lnTo>
                <a:lnTo>
                  <a:pt x="9286" y="3210"/>
                </a:lnTo>
                <a:lnTo>
                  <a:pt x="9286" y="3210"/>
                </a:lnTo>
                <a:lnTo>
                  <a:pt x="9265" y="2932"/>
                </a:lnTo>
                <a:lnTo>
                  <a:pt x="9222" y="2654"/>
                </a:lnTo>
                <a:lnTo>
                  <a:pt x="9179" y="2376"/>
                </a:lnTo>
                <a:lnTo>
                  <a:pt x="9158" y="2098"/>
                </a:lnTo>
                <a:lnTo>
                  <a:pt x="9158" y="2098"/>
                </a:lnTo>
                <a:lnTo>
                  <a:pt x="9158" y="1884"/>
                </a:lnTo>
                <a:lnTo>
                  <a:pt x="9158" y="1648"/>
                </a:lnTo>
                <a:lnTo>
                  <a:pt x="9137" y="1541"/>
                </a:lnTo>
                <a:lnTo>
                  <a:pt x="9115" y="1434"/>
                </a:lnTo>
                <a:lnTo>
                  <a:pt x="9072" y="1327"/>
                </a:lnTo>
                <a:lnTo>
                  <a:pt x="9008" y="1220"/>
                </a:lnTo>
                <a:lnTo>
                  <a:pt x="9008" y="1220"/>
                </a:lnTo>
                <a:lnTo>
                  <a:pt x="8859" y="1028"/>
                </a:lnTo>
                <a:lnTo>
                  <a:pt x="8709" y="835"/>
                </a:lnTo>
                <a:lnTo>
                  <a:pt x="8538" y="664"/>
                </a:lnTo>
                <a:lnTo>
                  <a:pt x="8366" y="493"/>
                </a:lnTo>
                <a:lnTo>
                  <a:pt x="8174" y="365"/>
                </a:lnTo>
                <a:lnTo>
                  <a:pt x="7981" y="236"/>
                </a:lnTo>
                <a:lnTo>
                  <a:pt x="7746" y="151"/>
                </a:lnTo>
                <a:lnTo>
                  <a:pt x="7511" y="86"/>
                </a:lnTo>
                <a:lnTo>
                  <a:pt x="7511" y="86"/>
                </a:lnTo>
                <a:lnTo>
                  <a:pt x="7254" y="44"/>
                </a:lnTo>
                <a:lnTo>
                  <a:pt x="6976" y="1"/>
                </a:lnTo>
                <a:lnTo>
                  <a:pt x="6698" y="1"/>
                </a:lnTo>
                <a:lnTo>
                  <a:pt x="6419" y="1"/>
                </a:lnTo>
                <a:lnTo>
                  <a:pt x="5842" y="22"/>
                </a:lnTo>
                <a:lnTo>
                  <a:pt x="5307" y="65"/>
                </a:lnTo>
                <a:lnTo>
                  <a:pt x="5307" y="65"/>
                </a:lnTo>
                <a:lnTo>
                  <a:pt x="4793" y="129"/>
                </a:lnTo>
                <a:lnTo>
                  <a:pt x="4258" y="215"/>
                </a:lnTo>
                <a:lnTo>
                  <a:pt x="4002" y="279"/>
                </a:lnTo>
                <a:lnTo>
                  <a:pt x="3745" y="343"/>
                </a:lnTo>
                <a:lnTo>
                  <a:pt x="3510" y="450"/>
                </a:lnTo>
                <a:lnTo>
                  <a:pt x="3296" y="557"/>
                </a:lnTo>
                <a:lnTo>
                  <a:pt x="3296" y="557"/>
                </a:lnTo>
                <a:lnTo>
                  <a:pt x="3103" y="707"/>
                </a:lnTo>
                <a:lnTo>
                  <a:pt x="2911" y="857"/>
                </a:lnTo>
                <a:lnTo>
                  <a:pt x="2761" y="1049"/>
                </a:lnTo>
                <a:lnTo>
                  <a:pt x="2654" y="1242"/>
                </a:lnTo>
                <a:lnTo>
                  <a:pt x="2525" y="1434"/>
                </a:lnTo>
                <a:lnTo>
                  <a:pt x="2440" y="1670"/>
                </a:lnTo>
                <a:lnTo>
                  <a:pt x="2376" y="1884"/>
                </a:lnTo>
                <a:lnTo>
                  <a:pt x="2311" y="2119"/>
                </a:lnTo>
                <a:lnTo>
                  <a:pt x="2204" y="2611"/>
                </a:lnTo>
                <a:lnTo>
                  <a:pt x="2140" y="3082"/>
                </a:lnTo>
                <a:lnTo>
                  <a:pt x="2076" y="3574"/>
                </a:lnTo>
                <a:lnTo>
                  <a:pt x="2033" y="4002"/>
                </a:lnTo>
                <a:lnTo>
                  <a:pt x="2033" y="4002"/>
                </a:lnTo>
                <a:lnTo>
                  <a:pt x="1862" y="5072"/>
                </a:lnTo>
                <a:lnTo>
                  <a:pt x="1798" y="5607"/>
                </a:lnTo>
                <a:lnTo>
                  <a:pt x="1691" y="6141"/>
                </a:lnTo>
                <a:lnTo>
                  <a:pt x="1691" y="6141"/>
                </a:lnTo>
                <a:lnTo>
                  <a:pt x="1563" y="6676"/>
                </a:lnTo>
                <a:lnTo>
                  <a:pt x="1498" y="6955"/>
                </a:lnTo>
                <a:lnTo>
                  <a:pt x="1456" y="7233"/>
                </a:lnTo>
                <a:lnTo>
                  <a:pt x="1456" y="7233"/>
                </a:lnTo>
                <a:lnTo>
                  <a:pt x="1456" y="7575"/>
                </a:lnTo>
                <a:lnTo>
                  <a:pt x="1434" y="7768"/>
                </a:lnTo>
                <a:lnTo>
                  <a:pt x="1413" y="7832"/>
                </a:lnTo>
                <a:lnTo>
                  <a:pt x="1391" y="7853"/>
                </a:lnTo>
                <a:lnTo>
                  <a:pt x="1391" y="7853"/>
                </a:lnTo>
                <a:lnTo>
                  <a:pt x="1349" y="7789"/>
                </a:lnTo>
                <a:lnTo>
                  <a:pt x="1327" y="7703"/>
                </a:lnTo>
                <a:lnTo>
                  <a:pt x="1306" y="7511"/>
                </a:lnTo>
                <a:lnTo>
                  <a:pt x="1284" y="7318"/>
                </a:lnTo>
                <a:lnTo>
                  <a:pt x="1242" y="7233"/>
                </a:lnTo>
                <a:lnTo>
                  <a:pt x="1177" y="7168"/>
                </a:lnTo>
                <a:lnTo>
                  <a:pt x="1177" y="7168"/>
                </a:lnTo>
                <a:lnTo>
                  <a:pt x="1135" y="7147"/>
                </a:lnTo>
                <a:lnTo>
                  <a:pt x="1092" y="7126"/>
                </a:lnTo>
                <a:lnTo>
                  <a:pt x="1049" y="7147"/>
                </a:lnTo>
                <a:lnTo>
                  <a:pt x="1028" y="7168"/>
                </a:lnTo>
                <a:lnTo>
                  <a:pt x="964" y="7233"/>
                </a:lnTo>
                <a:lnTo>
                  <a:pt x="942" y="7340"/>
                </a:lnTo>
                <a:lnTo>
                  <a:pt x="878" y="7575"/>
                </a:lnTo>
                <a:lnTo>
                  <a:pt x="857" y="7682"/>
                </a:lnTo>
                <a:lnTo>
                  <a:pt x="814" y="7746"/>
                </a:lnTo>
                <a:lnTo>
                  <a:pt x="814" y="7746"/>
                </a:lnTo>
                <a:lnTo>
                  <a:pt x="771" y="7511"/>
                </a:lnTo>
                <a:lnTo>
                  <a:pt x="664" y="7168"/>
                </a:lnTo>
                <a:lnTo>
                  <a:pt x="600" y="7019"/>
                </a:lnTo>
                <a:lnTo>
                  <a:pt x="536" y="6912"/>
                </a:lnTo>
                <a:lnTo>
                  <a:pt x="471" y="6869"/>
                </a:lnTo>
                <a:lnTo>
                  <a:pt x="429" y="6848"/>
                </a:lnTo>
                <a:lnTo>
                  <a:pt x="386" y="6848"/>
                </a:lnTo>
                <a:lnTo>
                  <a:pt x="343" y="6869"/>
                </a:lnTo>
                <a:lnTo>
                  <a:pt x="343" y="6869"/>
                </a:lnTo>
                <a:lnTo>
                  <a:pt x="300" y="6912"/>
                </a:lnTo>
                <a:lnTo>
                  <a:pt x="279" y="6955"/>
                </a:lnTo>
                <a:lnTo>
                  <a:pt x="236" y="7104"/>
                </a:lnTo>
                <a:lnTo>
                  <a:pt x="193" y="7361"/>
                </a:lnTo>
                <a:lnTo>
                  <a:pt x="193" y="7361"/>
                </a:lnTo>
                <a:lnTo>
                  <a:pt x="129" y="7639"/>
                </a:lnTo>
                <a:lnTo>
                  <a:pt x="65" y="7939"/>
                </a:lnTo>
                <a:lnTo>
                  <a:pt x="65" y="7939"/>
                </a:lnTo>
                <a:lnTo>
                  <a:pt x="43" y="8067"/>
                </a:lnTo>
                <a:lnTo>
                  <a:pt x="1" y="8238"/>
                </a:lnTo>
                <a:lnTo>
                  <a:pt x="1" y="8302"/>
                </a:lnTo>
                <a:lnTo>
                  <a:pt x="1" y="8367"/>
                </a:lnTo>
                <a:lnTo>
                  <a:pt x="43" y="8409"/>
                </a:lnTo>
                <a:lnTo>
                  <a:pt x="86" y="8431"/>
                </a:lnTo>
                <a:lnTo>
                  <a:pt x="86" y="8431"/>
                </a:lnTo>
                <a:lnTo>
                  <a:pt x="129" y="8409"/>
                </a:lnTo>
                <a:lnTo>
                  <a:pt x="172" y="8388"/>
                </a:lnTo>
                <a:lnTo>
                  <a:pt x="215" y="8324"/>
                </a:lnTo>
                <a:lnTo>
                  <a:pt x="279" y="8174"/>
                </a:lnTo>
                <a:lnTo>
                  <a:pt x="279" y="8174"/>
                </a:lnTo>
                <a:lnTo>
                  <a:pt x="322" y="7960"/>
                </a:lnTo>
                <a:lnTo>
                  <a:pt x="364" y="7725"/>
                </a:lnTo>
                <a:lnTo>
                  <a:pt x="407" y="7511"/>
                </a:lnTo>
                <a:lnTo>
                  <a:pt x="429" y="7425"/>
                </a:lnTo>
                <a:lnTo>
                  <a:pt x="471" y="7318"/>
                </a:lnTo>
                <a:lnTo>
                  <a:pt x="471" y="7318"/>
                </a:lnTo>
                <a:lnTo>
                  <a:pt x="514" y="7511"/>
                </a:lnTo>
                <a:lnTo>
                  <a:pt x="557" y="7682"/>
                </a:lnTo>
                <a:lnTo>
                  <a:pt x="664" y="8024"/>
                </a:lnTo>
                <a:lnTo>
                  <a:pt x="664" y="8024"/>
                </a:lnTo>
                <a:lnTo>
                  <a:pt x="664" y="8195"/>
                </a:lnTo>
                <a:lnTo>
                  <a:pt x="685" y="8281"/>
                </a:lnTo>
                <a:lnTo>
                  <a:pt x="707" y="8367"/>
                </a:lnTo>
                <a:lnTo>
                  <a:pt x="707" y="8367"/>
                </a:lnTo>
                <a:lnTo>
                  <a:pt x="750" y="8431"/>
                </a:lnTo>
                <a:lnTo>
                  <a:pt x="792" y="8452"/>
                </a:lnTo>
                <a:lnTo>
                  <a:pt x="814" y="8474"/>
                </a:lnTo>
                <a:lnTo>
                  <a:pt x="857" y="8452"/>
                </a:lnTo>
                <a:lnTo>
                  <a:pt x="921" y="8388"/>
                </a:lnTo>
                <a:lnTo>
                  <a:pt x="964" y="8281"/>
                </a:lnTo>
                <a:lnTo>
                  <a:pt x="1049" y="8024"/>
                </a:lnTo>
                <a:lnTo>
                  <a:pt x="1092" y="7832"/>
                </a:lnTo>
                <a:lnTo>
                  <a:pt x="1092" y="7832"/>
                </a:lnTo>
                <a:lnTo>
                  <a:pt x="1113" y="7939"/>
                </a:lnTo>
                <a:lnTo>
                  <a:pt x="1156" y="8110"/>
                </a:lnTo>
                <a:lnTo>
                  <a:pt x="1242" y="8388"/>
                </a:lnTo>
                <a:lnTo>
                  <a:pt x="1242" y="8388"/>
                </a:lnTo>
                <a:lnTo>
                  <a:pt x="1284" y="8452"/>
                </a:lnTo>
                <a:lnTo>
                  <a:pt x="1327" y="8495"/>
                </a:lnTo>
                <a:lnTo>
                  <a:pt x="1349" y="8516"/>
                </a:lnTo>
                <a:lnTo>
                  <a:pt x="1413" y="8538"/>
                </a:lnTo>
                <a:lnTo>
                  <a:pt x="1456" y="8538"/>
                </a:lnTo>
                <a:lnTo>
                  <a:pt x="1498" y="8516"/>
                </a:lnTo>
                <a:lnTo>
                  <a:pt x="1605" y="8452"/>
                </a:lnTo>
                <a:lnTo>
                  <a:pt x="1605" y="8452"/>
                </a:lnTo>
                <a:lnTo>
                  <a:pt x="1734" y="8302"/>
                </a:lnTo>
                <a:lnTo>
                  <a:pt x="1841" y="8153"/>
                </a:lnTo>
                <a:lnTo>
                  <a:pt x="2033" y="7832"/>
                </a:lnTo>
                <a:lnTo>
                  <a:pt x="2033" y="7832"/>
                </a:lnTo>
                <a:lnTo>
                  <a:pt x="2140" y="7661"/>
                </a:lnTo>
                <a:lnTo>
                  <a:pt x="2204" y="7575"/>
                </a:lnTo>
                <a:lnTo>
                  <a:pt x="2247" y="7554"/>
                </a:lnTo>
                <a:lnTo>
                  <a:pt x="2269" y="7532"/>
                </a:lnTo>
                <a:lnTo>
                  <a:pt x="2269" y="7532"/>
                </a:lnTo>
                <a:lnTo>
                  <a:pt x="2290" y="7554"/>
                </a:lnTo>
                <a:lnTo>
                  <a:pt x="2290" y="7596"/>
                </a:lnTo>
                <a:lnTo>
                  <a:pt x="2290" y="7768"/>
                </a:lnTo>
                <a:lnTo>
                  <a:pt x="2290" y="7982"/>
                </a:lnTo>
                <a:lnTo>
                  <a:pt x="2290" y="8217"/>
                </a:lnTo>
                <a:lnTo>
                  <a:pt x="2311" y="8324"/>
                </a:lnTo>
                <a:lnTo>
                  <a:pt x="2354" y="8388"/>
                </a:lnTo>
                <a:lnTo>
                  <a:pt x="2397" y="8452"/>
                </a:lnTo>
                <a:lnTo>
                  <a:pt x="2440" y="8474"/>
                </a:lnTo>
                <a:lnTo>
                  <a:pt x="2525" y="8474"/>
                </a:lnTo>
                <a:lnTo>
                  <a:pt x="2611" y="8409"/>
                </a:lnTo>
                <a:lnTo>
                  <a:pt x="2739" y="8302"/>
                </a:lnTo>
                <a:lnTo>
                  <a:pt x="2868" y="8131"/>
                </a:lnTo>
                <a:lnTo>
                  <a:pt x="2868" y="8131"/>
                </a:lnTo>
                <a:lnTo>
                  <a:pt x="3018" y="7982"/>
                </a:lnTo>
                <a:lnTo>
                  <a:pt x="3231" y="7725"/>
                </a:lnTo>
                <a:lnTo>
                  <a:pt x="3317" y="7575"/>
                </a:lnTo>
                <a:lnTo>
                  <a:pt x="3381" y="7468"/>
                </a:lnTo>
                <a:lnTo>
                  <a:pt x="3403" y="7404"/>
                </a:lnTo>
                <a:lnTo>
                  <a:pt x="3403" y="7361"/>
                </a:lnTo>
                <a:lnTo>
                  <a:pt x="3381" y="7340"/>
                </a:lnTo>
                <a:lnTo>
                  <a:pt x="3338" y="7318"/>
                </a:lnTo>
                <a:lnTo>
                  <a:pt x="3338" y="7318"/>
                </a:lnTo>
                <a:lnTo>
                  <a:pt x="3296" y="7297"/>
                </a:lnTo>
                <a:lnTo>
                  <a:pt x="3231" y="7318"/>
                </a:lnTo>
                <a:lnTo>
                  <a:pt x="3124" y="7382"/>
                </a:lnTo>
                <a:lnTo>
                  <a:pt x="2996" y="7489"/>
                </a:lnTo>
                <a:lnTo>
                  <a:pt x="2889" y="7618"/>
                </a:lnTo>
                <a:lnTo>
                  <a:pt x="2697" y="7917"/>
                </a:lnTo>
                <a:lnTo>
                  <a:pt x="2547" y="8110"/>
                </a:lnTo>
                <a:lnTo>
                  <a:pt x="2547" y="8110"/>
                </a:lnTo>
                <a:lnTo>
                  <a:pt x="2547" y="7917"/>
                </a:lnTo>
                <a:lnTo>
                  <a:pt x="2568" y="7703"/>
                </a:lnTo>
                <a:lnTo>
                  <a:pt x="2590" y="7318"/>
                </a:lnTo>
                <a:lnTo>
                  <a:pt x="2590" y="7318"/>
                </a:lnTo>
                <a:lnTo>
                  <a:pt x="2590" y="7168"/>
                </a:lnTo>
                <a:lnTo>
                  <a:pt x="2568" y="7126"/>
                </a:lnTo>
                <a:lnTo>
                  <a:pt x="2547" y="7083"/>
                </a:lnTo>
                <a:lnTo>
                  <a:pt x="2525" y="7061"/>
                </a:lnTo>
                <a:lnTo>
                  <a:pt x="2461" y="7040"/>
                </a:lnTo>
                <a:lnTo>
                  <a:pt x="2418" y="7061"/>
                </a:lnTo>
                <a:lnTo>
                  <a:pt x="2333" y="7083"/>
                </a:lnTo>
                <a:lnTo>
                  <a:pt x="2333" y="7083"/>
                </a:lnTo>
                <a:lnTo>
                  <a:pt x="2226" y="7190"/>
                </a:lnTo>
                <a:lnTo>
                  <a:pt x="2076" y="7361"/>
                </a:lnTo>
                <a:lnTo>
                  <a:pt x="1926" y="7532"/>
                </a:lnTo>
                <a:lnTo>
                  <a:pt x="1841" y="7596"/>
                </a:lnTo>
                <a:lnTo>
                  <a:pt x="1841" y="7596"/>
                </a:lnTo>
                <a:lnTo>
                  <a:pt x="1841" y="7575"/>
                </a:lnTo>
                <a:lnTo>
                  <a:pt x="1841" y="7511"/>
                </a:lnTo>
                <a:lnTo>
                  <a:pt x="1884" y="7361"/>
                </a:lnTo>
                <a:lnTo>
                  <a:pt x="1969" y="7083"/>
                </a:lnTo>
                <a:lnTo>
                  <a:pt x="1969" y="7083"/>
                </a:lnTo>
                <a:lnTo>
                  <a:pt x="1991" y="6848"/>
                </a:lnTo>
                <a:lnTo>
                  <a:pt x="2033" y="6741"/>
                </a:lnTo>
                <a:lnTo>
                  <a:pt x="2055" y="6698"/>
                </a:lnTo>
                <a:lnTo>
                  <a:pt x="2076" y="6655"/>
                </a:lnTo>
                <a:lnTo>
                  <a:pt x="2076" y="6655"/>
                </a:lnTo>
                <a:lnTo>
                  <a:pt x="2183" y="6612"/>
                </a:lnTo>
                <a:lnTo>
                  <a:pt x="2311" y="6591"/>
                </a:lnTo>
                <a:lnTo>
                  <a:pt x="2547" y="6569"/>
                </a:lnTo>
                <a:lnTo>
                  <a:pt x="2547" y="6569"/>
                </a:lnTo>
                <a:lnTo>
                  <a:pt x="2718" y="6505"/>
                </a:lnTo>
                <a:lnTo>
                  <a:pt x="2932" y="6420"/>
                </a:lnTo>
                <a:lnTo>
                  <a:pt x="2996" y="6377"/>
                </a:lnTo>
                <a:lnTo>
                  <a:pt x="3018" y="6313"/>
                </a:lnTo>
                <a:lnTo>
                  <a:pt x="3018" y="6291"/>
                </a:lnTo>
                <a:lnTo>
                  <a:pt x="2996" y="6270"/>
                </a:lnTo>
                <a:lnTo>
                  <a:pt x="2889" y="6248"/>
                </a:lnTo>
                <a:lnTo>
                  <a:pt x="2889" y="6248"/>
                </a:lnTo>
                <a:lnTo>
                  <a:pt x="2782" y="6227"/>
                </a:lnTo>
                <a:lnTo>
                  <a:pt x="2675" y="6227"/>
                </a:lnTo>
                <a:lnTo>
                  <a:pt x="2461" y="6270"/>
                </a:lnTo>
                <a:lnTo>
                  <a:pt x="2033" y="6420"/>
                </a:lnTo>
                <a:lnTo>
                  <a:pt x="2033" y="6420"/>
                </a:lnTo>
                <a:lnTo>
                  <a:pt x="2033" y="6291"/>
                </a:lnTo>
                <a:lnTo>
                  <a:pt x="2055" y="6141"/>
                </a:lnTo>
                <a:lnTo>
                  <a:pt x="2119" y="6013"/>
                </a:lnTo>
                <a:lnTo>
                  <a:pt x="2140" y="5949"/>
                </a:lnTo>
                <a:lnTo>
                  <a:pt x="2183" y="5906"/>
                </a:lnTo>
                <a:lnTo>
                  <a:pt x="2183" y="5906"/>
                </a:lnTo>
                <a:lnTo>
                  <a:pt x="2269" y="5885"/>
                </a:lnTo>
                <a:lnTo>
                  <a:pt x="2354" y="5863"/>
                </a:lnTo>
                <a:lnTo>
                  <a:pt x="2440" y="5842"/>
                </a:lnTo>
                <a:lnTo>
                  <a:pt x="2525" y="5821"/>
                </a:lnTo>
                <a:lnTo>
                  <a:pt x="2525" y="5821"/>
                </a:lnTo>
                <a:lnTo>
                  <a:pt x="2590" y="5778"/>
                </a:lnTo>
                <a:lnTo>
                  <a:pt x="2654" y="5735"/>
                </a:lnTo>
                <a:lnTo>
                  <a:pt x="2697" y="5671"/>
                </a:lnTo>
                <a:lnTo>
                  <a:pt x="2718" y="5628"/>
                </a:lnTo>
                <a:lnTo>
                  <a:pt x="2697" y="5585"/>
                </a:lnTo>
                <a:lnTo>
                  <a:pt x="2697" y="5585"/>
                </a:lnTo>
                <a:lnTo>
                  <a:pt x="2654" y="5542"/>
                </a:lnTo>
                <a:lnTo>
                  <a:pt x="2590" y="5542"/>
                </a:lnTo>
                <a:lnTo>
                  <a:pt x="2525" y="5542"/>
                </a:lnTo>
                <a:lnTo>
                  <a:pt x="2440" y="5564"/>
                </a:lnTo>
                <a:lnTo>
                  <a:pt x="2290" y="5607"/>
                </a:lnTo>
                <a:lnTo>
                  <a:pt x="2183" y="5649"/>
                </a:lnTo>
                <a:lnTo>
                  <a:pt x="2183" y="5649"/>
                </a:lnTo>
                <a:lnTo>
                  <a:pt x="2204" y="5542"/>
                </a:lnTo>
                <a:lnTo>
                  <a:pt x="2204" y="5414"/>
                </a:lnTo>
                <a:lnTo>
                  <a:pt x="2226" y="5286"/>
                </a:lnTo>
                <a:lnTo>
                  <a:pt x="2247" y="5243"/>
                </a:lnTo>
                <a:lnTo>
                  <a:pt x="2269" y="5200"/>
                </a:lnTo>
                <a:lnTo>
                  <a:pt x="2269" y="5200"/>
                </a:lnTo>
                <a:lnTo>
                  <a:pt x="2333" y="5157"/>
                </a:lnTo>
                <a:lnTo>
                  <a:pt x="2418" y="5136"/>
                </a:lnTo>
                <a:lnTo>
                  <a:pt x="2611" y="5093"/>
                </a:lnTo>
                <a:lnTo>
                  <a:pt x="2611" y="5093"/>
                </a:lnTo>
                <a:lnTo>
                  <a:pt x="2889" y="5029"/>
                </a:lnTo>
                <a:lnTo>
                  <a:pt x="3039" y="4965"/>
                </a:lnTo>
                <a:lnTo>
                  <a:pt x="3146" y="4901"/>
                </a:lnTo>
                <a:lnTo>
                  <a:pt x="3146" y="4901"/>
                </a:lnTo>
                <a:lnTo>
                  <a:pt x="3210" y="4858"/>
                </a:lnTo>
                <a:lnTo>
                  <a:pt x="3253" y="4794"/>
                </a:lnTo>
                <a:lnTo>
                  <a:pt x="3253" y="4751"/>
                </a:lnTo>
                <a:lnTo>
                  <a:pt x="3231" y="4708"/>
                </a:lnTo>
                <a:lnTo>
                  <a:pt x="3189" y="4687"/>
                </a:lnTo>
                <a:lnTo>
                  <a:pt x="3146" y="4665"/>
                </a:lnTo>
                <a:lnTo>
                  <a:pt x="2996" y="4665"/>
                </a:lnTo>
                <a:lnTo>
                  <a:pt x="2996" y="4665"/>
                </a:lnTo>
                <a:lnTo>
                  <a:pt x="2825" y="4708"/>
                </a:lnTo>
                <a:lnTo>
                  <a:pt x="2675" y="4772"/>
                </a:lnTo>
                <a:lnTo>
                  <a:pt x="2504" y="4836"/>
                </a:lnTo>
                <a:lnTo>
                  <a:pt x="2333" y="4879"/>
                </a:lnTo>
                <a:lnTo>
                  <a:pt x="2333" y="4879"/>
                </a:lnTo>
                <a:lnTo>
                  <a:pt x="2311" y="4729"/>
                </a:lnTo>
                <a:lnTo>
                  <a:pt x="2333" y="4622"/>
                </a:lnTo>
                <a:lnTo>
                  <a:pt x="2354" y="4558"/>
                </a:lnTo>
                <a:lnTo>
                  <a:pt x="2418" y="4494"/>
                </a:lnTo>
                <a:lnTo>
                  <a:pt x="2483" y="4451"/>
                </a:lnTo>
                <a:lnTo>
                  <a:pt x="2568" y="4408"/>
                </a:lnTo>
                <a:lnTo>
                  <a:pt x="2761" y="4301"/>
                </a:lnTo>
                <a:lnTo>
                  <a:pt x="2761" y="4301"/>
                </a:lnTo>
                <a:lnTo>
                  <a:pt x="2846" y="4259"/>
                </a:lnTo>
                <a:lnTo>
                  <a:pt x="2911" y="4173"/>
                </a:lnTo>
                <a:lnTo>
                  <a:pt x="2932" y="4152"/>
                </a:lnTo>
                <a:lnTo>
                  <a:pt x="2932" y="4109"/>
                </a:lnTo>
                <a:lnTo>
                  <a:pt x="2911" y="4066"/>
                </a:lnTo>
                <a:lnTo>
                  <a:pt x="2868" y="4045"/>
                </a:lnTo>
                <a:lnTo>
                  <a:pt x="2868" y="4045"/>
                </a:lnTo>
                <a:lnTo>
                  <a:pt x="2804" y="4023"/>
                </a:lnTo>
                <a:lnTo>
                  <a:pt x="2761" y="4023"/>
                </a:lnTo>
                <a:lnTo>
                  <a:pt x="2632" y="4045"/>
                </a:lnTo>
                <a:lnTo>
                  <a:pt x="2397" y="4152"/>
                </a:lnTo>
                <a:lnTo>
                  <a:pt x="2397" y="4152"/>
                </a:lnTo>
                <a:lnTo>
                  <a:pt x="2418" y="3724"/>
                </a:lnTo>
                <a:lnTo>
                  <a:pt x="2440" y="3510"/>
                </a:lnTo>
                <a:lnTo>
                  <a:pt x="2504" y="3317"/>
                </a:lnTo>
                <a:lnTo>
                  <a:pt x="2504" y="3317"/>
                </a:lnTo>
                <a:lnTo>
                  <a:pt x="2547" y="3210"/>
                </a:lnTo>
                <a:lnTo>
                  <a:pt x="2590" y="3167"/>
                </a:lnTo>
                <a:lnTo>
                  <a:pt x="2761" y="3125"/>
                </a:lnTo>
                <a:lnTo>
                  <a:pt x="2761" y="3125"/>
                </a:lnTo>
                <a:lnTo>
                  <a:pt x="2846" y="3103"/>
                </a:lnTo>
                <a:lnTo>
                  <a:pt x="2932" y="3060"/>
                </a:lnTo>
                <a:lnTo>
                  <a:pt x="2996" y="3018"/>
                </a:lnTo>
                <a:lnTo>
                  <a:pt x="3018" y="2975"/>
                </a:lnTo>
                <a:lnTo>
                  <a:pt x="3018" y="2932"/>
                </a:lnTo>
                <a:lnTo>
                  <a:pt x="3018" y="2932"/>
                </a:lnTo>
                <a:lnTo>
                  <a:pt x="2996" y="2868"/>
                </a:lnTo>
                <a:lnTo>
                  <a:pt x="2953" y="2847"/>
                </a:lnTo>
                <a:lnTo>
                  <a:pt x="2889" y="2825"/>
                </a:lnTo>
                <a:lnTo>
                  <a:pt x="2825" y="2847"/>
                </a:lnTo>
                <a:lnTo>
                  <a:pt x="2697" y="2868"/>
                </a:lnTo>
                <a:lnTo>
                  <a:pt x="2654" y="2889"/>
                </a:lnTo>
                <a:lnTo>
                  <a:pt x="2611" y="2889"/>
                </a:lnTo>
                <a:lnTo>
                  <a:pt x="2611" y="2889"/>
                </a:lnTo>
                <a:lnTo>
                  <a:pt x="2568" y="2847"/>
                </a:lnTo>
                <a:lnTo>
                  <a:pt x="2547" y="2782"/>
                </a:lnTo>
                <a:lnTo>
                  <a:pt x="2568" y="2697"/>
                </a:lnTo>
                <a:lnTo>
                  <a:pt x="2590" y="2611"/>
                </a:lnTo>
                <a:lnTo>
                  <a:pt x="2654" y="2461"/>
                </a:lnTo>
                <a:lnTo>
                  <a:pt x="2739" y="2354"/>
                </a:lnTo>
                <a:lnTo>
                  <a:pt x="2739" y="2354"/>
                </a:lnTo>
                <a:lnTo>
                  <a:pt x="2825" y="2333"/>
                </a:lnTo>
                <a:lnTo>
                  <a:pt x="2911" y="2312"/>
                </a:lnTo>
                <a:lnTo>
                  <a:pt x="2975" y="2269"/>
                </a:lnTo>
                <a:lnTo>
                  <a:pt x="2996" y="2226"/>
                </a:lnTo>
                <a:lnTo>
                  <a:pt x="2996" y="2183"/>
                </a:lnTo>
                <a:lnTo>
                  <a:pt x="2996" y="2183"/>
                </a:lnTo>
                <a:lnTo>
                  <a:pt x="2975" y="2140"/>
                </a:lnTo>
                <a:lnTo>
                  <a:pt x="2953" y="2119"/>
                </a:lnTo>
                <a:lnTo>
                  <a:pt x="2889" y="2119"/>
                </a:lnTo>
                <a:lnTo>
                  <a:pt x="2825" y="2140"/>
                </a:lnTo>
                <a:lnTo>
                  <a:pt x="2718" y="2162"/>
                </a:lnTo>
                <a:lnTo>
                  <a:pt x="2697" y="2162"/>
                </a:lnTo>
                <a:lnTo>
                  <a:pt x="2675" y="2140"/>
                </a:lnTo>
                <a:lnTo>
                  <a:pt x="2675" y="2140"/>
                </a:lnTo>
                <a:lnTo>
                  <a:pt x="2697" y="2098"/>
                </a:lnTo>
                <a:lnTo>
                  <a:pt x="2739" y="2055"/>
                </a:lnTo>
                <a:lnTo>
                  <a:pt x="2846" y="1991"/>
                </a:lnTo>
                <a:lnTo>
                  <a:pt x="3018" y="1927"/>
                </a:lnTo>
                <a:lnTo>
                  <a:pt x="3231" y="1884"/>
                </a:lnTo>
                <a:lnTo>
                  <a:pt x="3403" y="1841"/>
                </a:lnTo>
                <a:lnTo>
                  <a:pt x="3574" y="1777"/>
                </a:lnTo>
                <a:lnTo>
                  <a:pt x="3638" y="1755"/>
                </a:lnTo>
                <a:lnTo>
                  <a:pt x="3681" y="1713"/>
                </a:lnTo>
                <a:lnTo>
                  <a:pt x="3702" y="1670"/>
                </a:lnTo>
                <a:lnTo>
                  <a:pt x="3724" y="1606"/>
                </a:lnTo>
                <a:lnTo>
                  <a:pt x="3724" y="1606"/>
                </a:lnTo>
                <a:lnTo>
                  <a:pt x="3702" y="1563"/>
                </a:lnTo>
                <a:lnTo>
                  <a:pt x="3659" y="1520"/>
                </a:lnTo>
                <a:lnTo>
                  <a:pt x="3617" y="1499"/>
                </a:lnTo>
                <a:lnTo>
                  <a:pt x="3574" y="1499"/>
                </a:lnTo>
                <a:lnTo>
                  <a:pt x="3467" y="1520"/>
                </a:lnTo>
                <a:lnTo>
                  <a:pt x="3317" y="1563"/>
                </a:lnTo>
                <a:lnTo>
                  <a:pt x="3060" y="1691"/>
                </a:lnTo>
                <a:lnTo>
                  <a:pt x="2953" y="1734"/>
                </a:lnTo>
                <a:lnTo>
                  <a:pt x="2889" y="1734"/>
                </a:lnTo>
                <a:lnTo>
                  <a:pt x="2889" y="1734"/>
                </a:lnTo>
                <a:lnTo>
                  <a:pt x="2846" y="1713"/>
                </a:lnTo>
                <a:lnTo>
                  <a:pt x="2846" y="1691"/>
                </a:lnTo>
                <a:lnTo>
                  <a:pt x="2846" y="1627"/>
                </a:lnTo>
                <a:lnTo>
                  <a:pt x="2868" y="1584"/>
                </a:lnTo>
                <a:lnTo>
                  <a:pt x="2932" y="1477"/>
                </a:lnTo>
                <a:lnTo>
                  <a:pt x="3039" y="1349"/>
                </a:lnTo>
                <a:lnTo>
                  <a:pt x="3274" y="1113"/>
                </a:lnTo>
                <a:lnTo>
                  <a:pt x="3424" y="964"/>
                </a:lnTo>
                <a:lnTo>
                  <a:pt x="3424" y="964"/>
                </a:lnTo>
                <a:lnTo>
                  <a:pt x="3595" y="857"/>
                </a:lnTo>
                <a:lnTo>
                  <a:pt x="3788" y="771"/>
                </a:lnTo>
                <a:lnTo>
                  <a:pt x="3959" y="707"/>
                </a:lnTo>
                <a:lnTo>
                  <a:pt x="4151" y="664"/>
                </a:lnTo>
                <a:lnTo>
                  <a:pt x="4558" y="579"/>
                </a:lnTo>
                <a:lnTo>
                  <a:pt x="4943" y="536"/>
                </a:lnTo>
                <a:lnTo>
                  <a:pt x="4943" y="536"/>
                </a:lnTo>
                <a:lnTo>
                  <a:pt x="5200" y="493"/>
                </a:lnTo>
                <a:lnTo>
                  <a:pt x="5350" y="472"/>
                </a:lnTo>
                <a:lnTo>
                  <a:pt x="5435" y="472"/>
                </a:lnTo>
                <a:lnTo>
                  <a:pt x="5435" y="472"/>
                </a:lnTo>
                <a:lnTo>
                  <a:pt x="5478" y="514"/>
                </a:lnTo>
                <a:lnTo>
                  <a:pt x="5521" y="557"/>
                </a:lnTo>
                <a:lnTo>
                  <a:pt x="5542" y="600"/>
                </a:lnTo>
                <a:lnTo>
                  <a:pt x="5585" y="643"/>
                </a:lnTo>
                <a:lnTo>
                  <a:pt x="5585" y="643"/>
                </a:lnTo>
                <a:lnTo>
                  <a:pt x="5692" y="707"/>
                </a:lnTo>
                <a:lnTo>
                  <a:pt x="5735" y="707"/>
                </a:lnTo>
                <a:lnTo>
                  <a:pt x="5735" y="686"/>
                </a:lnTo>
                <a:lnTo>
                  <a:pt x="5756" y="621"/>
                </a:lnTo>
                <a:lnTo>
                  <a:pt x="5778" y="536"/>
                </a:lnTo>
                <a:lnTo>
                  <a:pt x="5778" y="536"/>
                </a:lnTo>
                <a:lnTo>
                  <a:pt x="5820" y="493"/>
                </a:lnTo>
                <a:lnTo>
                  <a:pt x="5885" y="450"/>
                </a:lnTo>
                <a:lnTo>
                  <a:pt x="5949" y="450"/>
                </a:lnTo>
                <a:lnTo>
                  <a:pt x="6034" y="429"/>
                </a:lnTo>
                <a:lnTo>
                  <a:pt x="6355" y="450"/>
                </a:lnTo>
                <a:lnTo>
                  <a:pt x="6355" y="450"/>
                </a:lnTo>
                <a:lnTo>
                  <a:pt x="6569" y="472"/>
                </a:lnTo>
                <a:lnTo>
                  <a:pt x="6783" y="493"/>
                </a:lnTo>
                <a:lnTo>
                  <a:pt x="6976" y="514"/>
                </a:lnTo>
                <a:lnTo>
                  <a:pt x="7190" y="536"/>
                </a:lnTo>
                <a:lnTo>
                  <a:pt x="7190" y="536"/>
                </a:lnTo>
                <a:lnTo>
                  <a:pt x="7361" y="536"/>
                </a:lnTo>
                <a:lnTo>
                  <a:pt x="7532" y="557"/>
                </a:lnTo>
                <a:lnTo>
                  <a:pt x="7682" y="600"/>
                </a:lnTo>
                <a:lnTo>
                  <a:pt x="7832" y="664"/>
                </a:lnTo>
                <a:lnTo>
                  <a:pt x="7981" y="728"/>
                </a:lnTo>
                <a:lnTo>
                  <a:pt x="8110" y="814"/>
                </a:lnTo>
                <a:lnTo>
                  <a:pt x="8259" y="921"/>
                </a:lnTo>
                <a:lnTo>
                  <a:pt x="8366" y="1049"/>
                </a:lnTo>
                <a:lnTo>
                  <a:pt x="8366" y="1049"/>
                </a:lnTo>
                <a:lnTo>
                  <a:pt x="8495" y="1220"/>
                </a:lnTo>
                <a:lnTo>
                  <a:pt x="8580" y="1392"/>
                </a:lnTo>
                <a:lnTo>
                  <a:pt x="8666" y="1563"/>
                </a:lnTo>
                <a:lnTo>
                  <a:pt x="8709" y="1755"/>
                </a:lnTo>
                <a:lnTo>
                  <a:pt x="8709" y="1755"/>
                </a:lnTo>
                <a:lnTo>
                  <a:pt x="8730" y="1969"/>
                </a:lnTo>
                <a:lnTo>
                  <a:pt x="8730" y="2162"/>
                </a:lnTo>
                <a:lnTo>
                  <a:pt x="8730" y="2354"/>
                </a:lnTo>
                <a:lnTo>
                  <a:pt x="8730" y="2547"/>
                </a:lnTo>
                <a:lnTo>
                  <a:pt x="8730" y="2547"/>
                </a:lnTo>
                <a:lnTo>
                  <a:pt x="8666" y="2504"/>
                </a:lnTo>
                <a:lnTo>
                  <a:pt x="8580" y="2461"/>
                </a:lnTo>
                <a:lnTo>
                  <a:pt x="8516" y="2397"/>
                </a:lnTo>
                <a:lnTo>
                  <a:pt x="8431" y="2397"/>
                </a:lnTo>
                <a:lnTo>
                  <a:pt x="8431" y="2397"/>
                </a:lnTo>
                <a:lnTo>
                  <a:pt x="8388" y="2397"/>
                </a:lnTo>
                <a:lnTo>
                  <a:pt x="8345" y="2419"/>
                </a:lnTo>
                <a:lnTo>
                  <a:pt x="8324" y="2440"/>
                </a:lnTo>
                <a:lnTo>
                  <a:pt x="8324" y="2483"/>
                </a:lnTo>
                <a:lnTo>
                  <a:pt x="8366" y="2547"/>
                </a:lnTo>
                <a:lnTo>
                  <a:pt x="8409" y="2611"/>
                </a:lnTo>
                <a:lnTo>
                  <a:pt x="8409" y="2611"/>
                </a:lnTo>
                <a:lnTo>
                  <a:pt x="8452" y="2654"/>
                </a:lnTo>
                <a:lnTo>
                  <a:pt x="8495" y="2697"/>
                </a:lnTo>
                <a:lnTo>
                  <a:pt x="8580" y="2740"/>
                </a:lnTo>
                <a:lnTo>
                  <a:pt x="8645" y="2782"/>
                </a:lnTo>
                <a:lnTo>
                  <a:pt x="8666" y="2825"/>
                </a:lnTo>
                <a:lnTo>
                  <a:pt x="8687" y="2889"/>
                </a:lnTo>
                <a:lnTo>
                  <a:pt x="8687" y="2889"/>
                </a:lnTo>
                <a:lnTo>
                  <a:pt x="8709" y="3018"/>
                </a:lnTo>
                <a:lnTo>
                  <a:pt x="8666" y="3146"/>
                </a:lnTo>
                <a:lnTo>
                  <a:pt x="8602" y="3424"/>
                </a:lnTo>
                <a:lnTo>
                  <a:pt x="8602" y="3424"/>
                </a:lnTo>
                <a:lnTo>
                  <a:pt x="8473" y="4173"/>
                </a:lnTo>
                <a:lnTo>
                  <a:pt x="8473" y="4173"/>
                </a:lnTo>
                <a:lnTo>
                  <a:pt x="8366" y="4687"/>
                </a:lnTo>
                <a:lnTo>
                  <a:pt x="8259" y="5179"/>
                </a:lnTo>
                <a:lnTo>
                  <a:pt x="8152" y="5671"/>
                </a:lnTo>
                <a:lnTo>
                  <a:pt x="8045" y="6163"/>
                </a:lnTo>
                <a:lnTo>
                  <a:pt x="8045" y="6163"/>
                </a:lnTo>
                <a:lnTo>
                  <a:pt x="7960" y="6634"/>
                </a:lnTo>
                <a:lnTo>
                  <a:pt x="7832" y="7104"/>
                </a:lnTo>
                <a:lnTo>
                  <a:pt x="7832" y="7104"/>
                </a:lnTo>
                <a:lnTo>
                  <a:pt x="7789" y="7340"/>
                </a:lnTo>
                <a:lnTo>
                  <a:pt x="7746" y="7575"/>
                </a:lnTo>
                <a:lnTo>
                  <a:pt x="7703" y="8046"/>
                </a:lnTo>
                <a:lnTo>
                  <a:pt x="7703" y="8046"/>
                </a:lnTo>
                <a:lnTo>
                  <a:pt x="7682" y="8195"/>
                </a:lnTo>
                <a:lnTo>
                  <a:pt x="7639" y="8388"/>
                </a:lnTo>
                <a:lnTo>
                  <a:pt x="7639" y="8474"/>
                </a:lnTo>
                <a:lnTo>
                  <a:pt x="7660" y="8538"/>
                </a:lnTo>
                <a:lnTo>
                  <a:pt x="7725" y="8602"/>
                </a:lnTo>
                <a:lnTo>
                  <a:pt x="7789" y="8623"/>
                </a:lnTo>
                <a:lnTo>
                  <a:pt x="7789" y="8623"/>
                </a:lnTo>
                <a:lnTo>
                  <a:pt x="7896" y="8602"/>
                </a:lnTo>
                <a:lnTo>
                  <a:pt x="7981" y="8559"/>
                </a:lnTo>
                <a:lnTo>
                  <a:pt x="8088" y="8474"/>
                </a:lnTo>
                <a:lnTo>
                  <a:pt x="8174" y="8388"/>
                </a:lnTo>
                <a:lnTo>
                  <a:pt x="8366" y="8217"/>
                </a:lnTo>
                <a:lnTo>
                  <a:pt x="8538" y="8067"/>
                </a:lnTo>
                <a:lnTo>
                  <a:pt x="8538" y="8067"/>
                </a:lnTo>
                <a:lnTo>
                  <a:pt x="8709" y="7896"/>
                </a:lnTo>
                <a:lnTo>
                  <a:pt x="8816" y="7832"/>
                </a:lnTo>
                <a:lnTo>
                  <a:pt x="8859" y="7810"/>
                </a:lnTo>
                <a:lnTo>
                  <a:pt x="8880" y="7810"/>
                </a:lnTo>
                <a:lnTo>
                  <a:pt x="8880" y="7810"/>
                </a:lnTo>
                <a:lnTo>
                  <a:pt x="8901" y="7853"/>
                </a:lnTo>
                <a:lnTo>
                  <a:pt x="8880" y="7896"/>
                </a:lnTo>
                <a:lnTo>
                  <a:pt x="8837" y="8046"/>
                </a:lnTo>
                <a:lnTo>
                  <a:pt x="8730" y="8281"/>
                </a:lnTo>
                <a:lnTo>
                  <a:pt x="8730" y="8281"/>
                </a:lnTo>
                <a:lnTo>
                  <a:pt x="8730" y="8345"/>
                </a:lnTo>
                <a:lnTo>
                  <a:pt x="8752" y="8409"/>
                </a:lnTo>
                <a:lnTo>
                  <a:pt x="8773" y="8452"/>
                </a:lnTo>
                <a:lnTo>
                  <a:pt x="8816" y="8474"/>
                </a:lnTo>
                <a:lnTo>
                  <a:pt x="8923" y="8495"/>
                </a:lnTo>
                <a:lnTo>
                  <a:pt x="9051" y="8474"/>
                </a:lnTo>
                <a:lnTo>
                  <a:pt x="9201" y="8409"/>
                </a:lnTo>
                <a:lnTo>
                  <a:pt x="9329" y="8367"/>
                </a:lnTo>
                <a:lnTo>
                  <a:pt x="9565" y="8260"/>
                </a:lnTo>
                <a:lnTo>
                  <a:pt x="9565" y="8260"/>
                </a:lnTo>
                <a:lnTo>
                  <a:pt x="9693" y="8217"/>
                </a:lnTo>
                <a:lnTo>
                  <a:pt x="9821" y="8153"/>
                </a:lnTo>
                <a:lnTo>
                  <a:pt x="9886" y="8110"/>
                </a:lnTo>
                <a:lnTo>
                  <a:pt x="9907" y="8067"/>
                </a:lnTo>
                <a:lnTo>
                  <a:pt x="9886" y="8024"/>
                </a:lnTo>
                <a:lnTo>
                  <a:pt x="9843" y="7960"/>
                </a:lnTo>
                <a:lnTo>
                  <a:pt x="9843" y="7960"/>
                </a:lnTo>
                <a:close/>
                <a:moveTo>
                  <a:pt x="7639" y="1156"/>
                </a:moveTo>
                <a:lnTo>
                  <a:pt x="7639" y="1156"/>
                </a:lnTo>
                <a:lnTo>
                  <a:pt x="7639" y="1113"/>
                </a:lnTo>
                <a:lnTo>
                  <a:pt x="7618" y="1071"/>
                </a:lnTo>
                <a:lnTo>
                  <a:pt x="7553" y="1071"/>
                </a:lnTo>
                <a:lnTo>
                  <a:pt x="7468" y="1071"/>
                </a:lnTo>
                <a:lnTo>
                  <a:pt x="7382" y="1092"/>
                </a:lnTo>
                <a:lnTo>
                  <a:pt x="7318" y="1113"/>
                </a:lnTo>
                <a:lnTo>
                  <a:pt x="7254" y="1178"/>
                </a:lnTo>
                <a:lnTo>
                  <a:pt x="7211" y="1242"/>
                </a:lnTo>
                <a:lnTo>
                  <a:pt x="7211" y="1242"/>
                </a:lnTo>
                <a:lnTo>
                  <a:pt x="7211" y="1306"/>
                </a:lnTo>
                <a:lnTo>
                  <a:pt x="7254" y="1349"/>
                </a:lnTo>
                <a:lnTo>
                  <a:pt x="7318" y="1349"/>
                </a:lnTo>
                <a:lnTo>
                  <a:pt x="7382" y="1327"/>
                </a:lnTo>
                <a:lnTo>
                  <a:pt x="7532" y="1242"/>
                </a:lnTo>
                <a:lnTo>
                  <a:pt x="7596" y="1199"/>
                </a:lnTo>
                <a:lnTo>
                  <a:pt x="7639" y="1156"/>
                </a:lnTo>
                <a:lnTo>
                  <a:pt x="7639" y="1156"/>
                </a:lnTo>
                <a:close/>
                <a:moveTo>
                  <a:pt x="6077" y="1456"/>
                </a:moveTo>
                <a:lnTo>
                  <a:pt x="6077" y="1456"/>
                </a:lnTo>
                <a:lnTo>
                  <a:pt x="6098" y="1477"/>
                </a:lnTo>
                <a:lnTo>
                  <a:pt x="6120" y="1499"/>
                </a:lnTo>
                <a:lnTo>
                  <a:pt x="6227" y="1520"/>
                </a:lnTo>
                <a:lnTo>
                  <a:pt x="6355" y="1499"/>
                </a:lnTo>
                <a:lnTo>
                  <a:pt x="6505" y="1456"/>
                </a:lnTo>
                <a:lnTo>
                  <a:pt x="6633" y="1370"/>
                </a:lnTo>
                <a:lnTo>
                  <a:pt x="6740" y="1306"/>
                </a:lnTo>
                <a:lnTo>
                  <a:pt x="6826" y="1220"/>
                </a:lnTo>
                <a:lnTo>
                  <a:pt x="6826" y="1199"/>
                </a:lnTo>
                <a:lnTo>
                  <a:pt x="6826" y="1156"/>
                </a:lnTo>
                <a:lnTo>
                  <a:pt x="6826" y="1156"/>
                </a:lnTo>
                <a:lnTo>
                  <a:pt x="6805" y="1135"/>
                </a:lnTo>
                <a:lnTo>
                  <a:pt x="6762" y="1113"/>
                </a:lnTo>
                <a:lnTo>
                  <a:pt x="6655" y="1113"/>
                </a:lnTo>
                <a:lnTo>
                  <a:pt x="6526" y="1156"/>
                </a:lnTo>
                <a:lnTo>
                  <a:pt x="6398" y="1199"/>
                </a:lnTo>
                <a:lnTo>
                  <a:pt x="6270" y="1242"/>
                </a:lnTo>
                <a:lnTo>
                  <a:pt x="6163" y="1327"/>
                </a:lnTo>
                <a:lnTo>
                  <a:pt x="6098" y="1392"/>
                </a:lnTo>
                <a:lnTo>
                  <a:pt x="6077" y="1413"/>
                </a:lnTo>
                <a:lnTo>
                  <a:pt x="6077" y="1456"/>
                </a:lnTo>
                <a:lnTo>
                  <a:pt x="6077" y="1456"/>
                </a:lnTo>
                <a:close/>
                <a:moveTo>
                  <a:pt x="3595" y="4280"/>
                </a:moveTo>
                <a:lnTo>
                  <a:pt x="3595" y="4280"/>
                </a:lnTo>
                <a:lnTo>
                  <a:pt x="3638" y="4344"/>
                </a:lnTo>
                <a:lnTo>
                  <a:pt x="3659" y="4366"/>
                </a:lnTo>
                <a:lnTo>
                  <a:pt x="3702" y="4366"/>
                </a:lnTo>
                <a:lnTo>
                  <a:pt x="3724" y="4344"/>
                </a:lnTo>
                <a:lnTo>
                  <a:pt x="3766" y="4280"/>
                </a:lnTo>
                <a:lnTo>
                  <a:pt x="3809" y="4173"/>
                </a:lnTo>
                <a:lnTo>
                  <a:pt x="3873" y="4087"/>
                </a:lnTo>
                <a:lnTo>
                  <a:pt x="3938" y="4023"/>
                </a:lnTo>
                <a:lnTo>
                  <a:pt x="3959" y="4023"/>
                </a:lnTo>
                <a:lnTo>
                  <a:pt x="4023" y="4023"/>
                </a:lnTo>
                <a:lnTo>
                  <a:pt x="4066" y="4066"/>
                </a:lnTo>
                <a:lnTo>
                  <a:pt x="4130" y="4109"/>
                </a:lnTo>
                <a:lnTo>
                  <a:pt x="4130" y="4109"/>
                </a:lnTo>
                <a:lnTo>
                  <a:pt x="4216" y="4259"/>
                </a:lnTo>
                <a:lnTo>
                  <a:pt x="4344" y="4451"/>
                </a:lnTo>
                <a:lnTo>
                  <a:pt x="4408" y="4537"/>
                </a:lnTo>
                <a:lnTo>
                  <a:pt x="4494" y="4601"/>
                </a:lnTo>
                <a:lnTo>
                  <a:pt x="4558" y="4622"/>
                </a:lnTo>
                <a:lnTo>
                  <a:pt x="4601" y="4622"/>
                </a:lnTo>
                <a:lnTo>
                  <a:pt x="4622" y="4580"/>
                </a:lnTo>
                <a:lnTo>
                  <a:pt x="4622" y="4580"/>
                </a:lnTo>
                <a:lnTo>
                  <a:pt x="4644" y="4558"/>
                </a:lnTo>
                <a:lnTo>
                  <a:pt x="4644" y="4515"/>
                </a:lnTo>
                <a:lnTo>
                  <a:pt x="4644" y="4430"/>
                </a:lnTo>
                <a:lnTo>
                  <a:pt x="4579" y="4323"/>
                </a:lnTo>
                <a:lnTo>
                  <a:pt x="4515" y="4216"/>
                </a:lnTo>
                <a:lnTo>
                  <a:pt x="4365" y="4023"/>
                </a:lnTo>
                <a:lnTo>
                  <a:pt x="4301" y="3938"/>
                </a:lnTo>
                <a:lnTo>
                  <a:pt x="4301" y="3938"/>
                </a:lnTo>
                <a:lnTo>
                  <a:pt x="4408" y="3895"/>
                </a:lnTo>
                <a:lnTo>
                  <a:pt x="4515" y="3852"/>
                </a:lnTo>
                <a:lnTo>
                  <a:pt x="4601" y="3788"/>
                </a:lnTo>
                <a:lnTo>
                  <a:pt x="4686" y="3724"/>
                </a:lnTo>
                <a:lnTo>
                  <a:pt x="4751" y="3638"/>
                </a:lnTo>
                <a:lnTo>
                  <a:pt x="4793" y="3531"/>
                </a:lnTo>
                <a:lnTo>
                  <a:pt x="4815" y="3424"/>
                </a:lnTo>
                <a:lnTo>
                  <a:pt x="4793" y="3317"/>
                </a:lnTo>
                <a:lnTo>
                  <a:pt x="4793" y="3317"/>
                </a:lnTo>
                <a:lnTo>
                  <a:pt x="4729" y="3210"/>
                </a:lnTo>
                <a:lnTo>
                  <a:pt x="4644" y="3125"/>
                </a:lnTo>
                <a:lnTo>
                  <a:pt x="4537" y="3060"/>
                </a:lnTo>
                <a:lnTo>
                  <a:pt x="4408" y="3039"/>
                </a:lnTo>
                <a:lnTo>
                  <a:pt x="4280" y="3018"/>
                </a:lnTo>
                <a:lnTo>
                  <a:pt x="4151" y="2996"/>
                </a:lnTo>
                <a:lnTo>
                  <a:pt x="3895" y="3018"/>
                </a:lnTo>
                <a:lnTo>
                  <a:pt x="3895" y="3018"/>
                </a:lnTo>
                <a:lnTo>
                  <a:pt x="3788" y="3039"/>
                </a:lnTo>
                <a:lnTo>
                  <a:pt x="3702" y="3060"/>
                </a:lnTo>
                <a:lnTo>
                  <a:pt x="3659" y="3125"/>
                </a:lnTo>
                <a:lnTo>
                  <a:pt x="3617" y="3189"/>
                </a:lnTo>
                <a:lnTo>
                  <a:pt x="3617" y="3253"/>
                </a:lnTo>
                <a:lnTo>
                  <a:pt x="3617" y="3360"/>
                </a:lnTo>
                <a:lnTo>
                  <a:pt x="3617" y="3574"/>
                </a:lnTo>
                <a:lnTo>
                  <a:pt x="3617" y="3574"/>
                </a:lnTo>
                <a:lnTo>
                  <a:pt x="3574" y="3938"/>
                </a:lnTo>
                <a:lnTo>
                  <a:pt x="3552" y="4130"/>
                </a:lnTo>
                <a:lnTo>
                  <a:pt x="3574" y="4216"/>
                </a:lnTo>
                <a:lnTo>
                  <a:pt x="3595" y="4280"/>
                </a:lnTo>
                <a:lnTo>
                  <a:pt x="3595" y="4280"/>
                </a:lnTo>
                <a:close/>
                <a:moveTo>
                  <a:pt x="3809" y="3339"/>
                </a:moveTo>
                <a:lnTo>
                  <a:pt x="3809" y="3339"/>
                </a:lnTo>
                <a:lnTo>
                  <a:pt x="3873" y="3296"/>
                </a:lnTo>
                <a:lnTo>
                  <a:pt x="3959" y="3274"/>
                </a:lnTo>
                <a:lnTo>
                  <a:pt x="4087" y="3253"/>
                </a:lnTo>
                <a:lnTo>
                  <a:pt x="4216" y="3274"/>
                </a:lnTo>
                <a:lnTo>
                  <a:pt x="4344" y="3274"/>
                </a:lnTo>
                <a:lnTo>
                  <a:pt x="4451" y="3317"/>
                </a:lnTo>
                <a:lnTo>
                  <a:pt x="4537" y="3360"/>
                </a:lnTo>
                <a:lnTo>
                  <a:pt x="4558" y="3424"/>
                </a:lnTo>
                <a:lnTo>
                  <a:pt x="4558" y="3424"/>
                </a:lnTo>
                <a:lnTo>
                  <a:pt x="4558" y="3488"/>
                </a:lnTo>
                <a:lnTo>
                  <a:pt x="4515" y="3553"/>
                </a:lnTo>
                <a:lnTo>
                  <a:pt x="4451" y="3617"/>
                </a:lnTo>
                <a:lnTo>
                  <a:pt x="4365" y="3660"/>
                </a:lnTo>
                <a:lnTo>
                  <a:pt x="4173" y="3702"/>
                </a:lnTo>
                <a:lnTo>
                  <a:pt x="4023" y="3745"/>
                </a:lnTo>
                <a:lnTo>
                  <a:pt x="4023" y="3745"/>
                </a:lnTo>
                <a:lnTo>
                  <a:pt x="3916" y="3745"/>
                </a:lnTo>
                <a:lnTo>
                  <a:pt x="3873" y="3724"/>
                </a:lnTo>
                <a:lnTo>
                  <a:pt x="3873" y="3681"/>
                </a:lnTo>
                <a:lnTo>
                  <a:pt x="3852" y="3595"/>
                </a:lnTo>
                <a:lnTo>
                  <a:pt x="3852" y="3595"/>
                </a:lnTo>
                <a:lnTo>
                  <a:pt x="3809" y="3467"/>
                </a:lnTo>
                <a:lnTo>
                  <a:pt x="3809" y="3381"/>
                </a:lnTo>
                <a:lnTo>
                  <a:pt x="3809" y="3339"/>
                </a:lnTo>
                <a:lnTo>
                  <a:pt x="3809" y="3339"/>
                </a:lnTo>
                <a:close/>
                <a:moveTo>
                  <a:pt x="5542" y="4430"/>
                </a:moveTo>
                <a:lnTo>
                  <a:pt x="5542" y="4430"/>
                </a:lnTo>
                <a:lnTo>
                  <a:pt x="5414" y="4430"/>
                </a:lnTo>
                <a:lnTo>
                  <a:pt x="5414" y="4430"/>
                </a:lnTo>
                <a:lnTo>
                  <a:pt x="5350" y="4451"/>
                </a:lnTo>
                <a:lnTo>
                  <a:pt x="5307" y="4451"/>
                </a:lnTo>
                <a:lnTo>
                  <a:pt x="5285" y="4473"/>
                </a:lnTo>
                <a:lnTo>
                  <a:pt x="5285" y="4558"/>
                </a:lnTo>
                <a:lnTo>
                  <a:pt x="5285" y="4558"/>
                </a:lnTo>
                <a:lnTo>
                  <a:pt x="5328" y="4622"/>
                </a:lnTo>
                <a:lnTo>
                  <a:pt x="5414" y="4665"/>
                </a:lnTo>
                <a:lnTo>
                  <a:pt x="5499" y="4687"/>
                </a:lnTo>
                <a:lnTo>
                  <a:pt x="5606" y="4708"/>
                </a:lnTo>
                <a:lnTo>
                  <a:pt x="5713" y="4708"/>
                </a:lnTo>
                <a:lnTo>
                  <a:pt x="5799" y="4708"/>
                </a:lnTo>
                <a:lnTo>
                  <a:pt x="5885" y="4665"/>
                </a:lnTo>
                <a:lnTo>
                  <a:pt x="5927" y="4601"/>
                </a:lnTo>
                <a:lnTo>
                  <a:pt x="5927" y="4601"/>
                </a:lnTo>
                <a:lnTo>
                  <a:pt x="5927" y="4537"/>
                </a:lnTo>
                <a:lnTo>
                  <a:pt x="5906" y="4515"/>
                </a:lnTo>
                <a:lnTo>
                  <a:pt x="5863" y="4494"/>
                </a:lnTo>
                <a:lnTo>
                  <a:pt x="5842" y="4473"/>
                </a:lnTo>
                <a:lnTo>
                  <a:pt x="5842" y="4473"/>
                </a:lnTo>
                <a:lnTo>
                  <a:pt x="5820" y="4344"/>
                </a:lnTo>
                <a:lnTo>
                  <a:pt x="5820" y="4216"/>
                </a:lnTo>
                <a:lnTo>
                  <a:pt x="5820" y="4216"/>
                </a:lnTo>
                <a:lnTo>
                  <a:pt x="5885" y="3767"/>
                </a:lnTo>
                <a:lnTo>
                  <a:pt x="5885" y="3531"/>
                </a:lnTo>
                <a:lnTo>
                  <a:pt x="5885" y="3317"/>
                </a:lnTo>
                <a:lnTo>
                  <a:pt x="5885" y="3317"/>
                </a:lnTo>
                <a:lnTo>
                  <a:pt x="5992" y="3296"/>
                </a:lnTo>
                <a:lnTo>
                  <a:pt x="6056" y="3274"/>
                </a:lnTo>
                <a:lnTo>
                  <a:pt x="6077" y="3232"/>
                </a:lnTo>
                <a:lnTo>
                  <a:pt x="6077" y="3232"/>
                </a:lnTo>
                <a:lnTo>
                  <a:pt x="6077" y="3167"/>
                </a:lnTo>
                <a:lnTo>
                  <a:pt x="6034" y="3125"/>
                </a:lnTo>
                <a:lnTo>
                  <a:pt x="5949" y="3082"/>
                </a:lnTo>
                <a:lnTo>
                  <a:pt x="5863" y="3039"/>
                </a:lnTo>
                <a:lnTo>
                  <a:pt x="5756" y="3018"/>
                </a:lnTo>
                <a:lnTo>
                  <a:pt x="5671" y="2996"/>
                </a:lnTo>
                <a:lnTo>
                  <a:pt x="5585" y="3018"/>
                </a:lnTo>
                <a:lnTo>
                  <a:pt x="5521" y="3039"/>
                </a:lnTo>
                <a:lnTo>
                  <a:pt x="5521" y="3039"/>
                </a:lnTo>
                <a:lnTo>
                  <a:pt x="5478" y="3082"/>
                </a:lnTo>
                <a:lnTo>
                  <a:pt x="5499" y="3146"/>
                </a:lnTo>
                <a:lnTo>
                  <a:pt x="5585" y="3232"/>
                </a:lnTo>
                <a:lnTo>
                  <a:pt x="5585" y="3232"/>
                </a:lnTo>
                <a:lnTo>
                  <a:pt x="5606" y="3274"/>
                </a:lnTo>
                <a:lnTo>
                  <a:pt x="5628" y="3296"/>
                </a:lnTo>
                <a:lnTo>
                  <a:pt x="5649" y="3274"/>
                </a:lnTo>
                <a:lnTo>
                  <a:pt x="5649" y="3274"/>
                </a:lnTo>
                <a:lnTo>
                  <a:pt x="5649" y="3274"/>
                </a:lnTo>
                <a:lnTo>
                  <a:pt x="5692" y="3403"/>
                </a:lnTo>
                <a:lnTo>
                  <a:pt x="5692" y="3403"/>
                </a:lnTo>
                <a:lnTo>
                  <a:pt x="5692" y="3595"/>
                </a:lnTo>
                <a:lnTo>
                  <a:pt x="5671" y="3852"/>
                </a:lnTo>
                <a:lnTo>
                  <a:pt x="5628" y="4087"/>
                </a:lnTo>
                <a:lnTo>
                  <a:pt x="5585" y="4259"/>
                </a:lnTo>
                <a:lnTo>
                  <a:pt x="5585" y="4259"/>
                </a:lnTo>
                <a:lnTo>
                  <a:pt x="5542" y="4430"/>
                </a:lnTo>
                <a:lnTo>
                  <a:pt x="5542" y="4430"/>
                </a:lnTo>
                <a:close/>
                <a:moveTo>
                  <a:pt x="6805" y="4537"/>
                </a:moveTo>
                <a:lnTo>
                  <a:pt x="6805" y="4537"/>
                </a:lnTo>
                <a:lnTo>
                  <a:pt x="6826" y="4622"/>
                </a:lnTo>
                <a:lnTo>
                  <a:pt x="6847" y="4708"/>
                </a:lnTo>
                <a:lnTo>
                  <a:pt x="6890" y="4729"/>
                </a:lnTo>
                <a:lnTo>
                  <a:pt x="6933" y="4729"/>
                </a:lnTo>
                <a:lnTo>
                  <a:pt x="6976" y="4708"/>
                </a:lnTo>
                <a:lnTo>
                  <a:pt x="7019" y="4687"/>
                </a:lnTo>
                <a:lnTo>
                  <a:pt x="7019" y="4687"/>
                </a:lnTo>
                <a:lnTo>
                  <a:pt x="7061" y="4644"/>
                </a:lnTo>
                <a:lnTo>
                  <a:pt x="7083" y="4580"/>
                </a:lnTo>
                <a:lnTo>
                  <a:pt x="7104" y="4451"/>
                </a:lnTo>
                <a:lnTo>
                  <a:pt x="7083" y="4194"/>
                </a:lnTo>
                <a:lnTo>
                  <a:pt x="7083" y="4194"/>
                </a:lnTo>
                <a:lnTo>
                  <a:pt x="7168" y="4194"/>
                </a:lnTo>
                <a:lnTo>
                  <a:pt x="7339" y="4173"/>
                </a:lnTo>
                <a:lnTo>
                  <a:pt x="7511" y="4130"/>
                </a:lnTo>
                <a:lnTo>
                  <a:pt x="7639" y="4066"/>
                </a:lnTo>
                <a:lnTo>
                  <a:pt x="7639" y="4066"/>
                </a:lnTo>
                <a:lnTo>
                  <a:pt x="7767" y="3981"/>
                </a:lnTo>
                <a:lnTo>
                  <a:pt x="7810" y="3916"/>
                </a:lnTo>
                <a:lnTo>
                  <a:pt x="7853" y="3852"/>
                </a:lnTo>
                <a:lnTo>
                  <a:pt x="7874" y="3788"/>
                </a:lnTo>
                <a:lnTo>
                  <a:pt x="7874" y="3702"/>
                </a:lnTo>
                <a:lnTo>
                  <a:pt x="7874" y="3617"/>
                </a:lnTo>
                <a:lnTo>
                  <a:pt x="7853" y="3531"/>
                </a:lnTo>
                <a:lnTo>
                  <a:pt x="7853" y="3531"/>
                </a:lnTo>
                <a:lnTo>
                  <a:pt x="7789" y="3403"/>
                </a:lnTo>
                <a:lnTo>
                  <a:pt x="7682" y="3274"/>
                </a:lnTo>
                <a:lnTo>
                  <a:pt x="7532" y="3189"/>
                </a:lnTo>
                <a:lnTo>
                  <a:pt x="7382" y="3103"/>
                </a:lnTo>
                <a:lnTo>
                  <a:pt x="7211" y="3082"/>
                </a:lnTo>
                <a:lnTo>
                  <a:pt x="7147" y="3082"/>
                </a:lnTo>
                <a:lnTo>
                  <a:pt x="7083" y="3103"/>
                </a:lnTo>
                <a:lnTo>
                  <a:pt x="7019" y="3125"/>
                </a:lnTo>
                <a:lnTo>
                  <a:pt x="6954" y="3167"/>
                </a:lnTo>
                <a:lnTo>
                  <a:pt x="6912" y="3232"/>
                </a:lnTo>
                <a:lnTo>
                  <a:pt x="6869" y="3317"/>
                </a:lnTo>
                <a:lnTo>
                  <a:pt x="6869" y="3317"/>
                </a:lnTo>
                <a:lnTo>
                  <a:pt x="6847" y="3510"/>
                </a:lnTo>
                <a:lnTo>
                  <a:pt x="6826" y="3702"/>
                </a:lnTo>
                <a:lnTo>
                  <a:pt x="6826" y="4087"/>
                </a:lnTo>
                <a:lnTo>
                  <a:pt x="6826" y="4087"/>
                </a:lnTo>
                <a:lnTo>
                  <a:pt x="6805" y="4301"/>
                </a:lnTo>
                <a:lnTo>
                  <a:pt x="6805" y="4537"/>
                </a:lnTo>
                <a:lnTo>
                  <a:pt x="6805" y="4537"/>
                </a:lnTo>
                <a:close/>
                <a:moveTo>
                  <a:pt x="7168" y="3317"/>
                </a:moveTo>
                <a:lnTo>
                  <a:pt x="7168" y="3317"/>
                </a:lnTo>
                <a:lnTo>
                  <a:pt x="7361" y="3381"/>
                </a:lnTo>
                <a:lnTo>
                  <a:pt x="7468" y="3467"/>
                </a:lnTo>
                <a:lnTo>
                  <a:pt x="7553" y="3574"/>
                </a:lnTo>
                <a:lnTo>
                  <a:pt x="7575" y="3681"/>
                </a:lnTo>
                <a:lnTo>
                  <a:pt x="7553" y="3724"/>
                </a:lnTo>
                <a:lnTo>
                  <a:pt x="7532" y="3767"/>
                </a:lnTo>
                <a:lnTo>
                  <a:pt x="7489" y="3809"/>
                </a:lnTo>
                <a:lnTo>
                  <a:pt x="7446" y="3852"/>
                </a:lnTo>
                <a:lnTo>
                  <a:pt x="7318" y="3916"/>
                </a:lnTo>
                <a:lnTo>
                  <a:pt x="7125" y="3938"/>
                </a:lnTo>
                <a:lnTo>
                  <a:pt x="7125" y="3938"/>
                </a:lnTo>
                <a:lnTo>
                  <a:pt x="7104" y="3895"/>
                </a:lnTo>
                <a:lnTo>
                  <a:pt x="7104" y="3831"/>
                </a:lnTo>
                <a:lnTo>
                  <a:pt x="7125" y="3638"/>
                </a:lnTo>
                <a:lnTo>
                  <a:pt x="7168" y="3424"/>
                </a:lnTo>
                <a:lnTo>
                  <a:pt x="7190" y="3339"/>
                </a:lnTo>
                <a:lnTo>
                  <a:pt x="7168" y="3317"/>
                </a:lnTo>
                <a:lnTo>
                  <a:pt x="7168" y="3317"/>
                </a:lnTo>
                <a:close/>
                <a:moveTo>
                  <a:pt x="4729" y="4430"/>
                </a:moveTo>
                <a:lnTo>
                  <a:pt x="4729" y="4430"/>
                </a:lnTo>
                <a:lnTo>
                  <a:pt x="4729" y="4473"/>
                </a:lnTo>
                <a:lnTo>
                  <a:pt x="4751" y="4515"/>
                </a:lnTo>
                <a:lnTo>
                  <a:pt x="4793" y="4537"/>
                </a:lnTo>
                <a:lnTo>
                  <a:pt x="4836" y="4537"/>
                </a:lnTo>
                <a:lnTo>
                  <a:pt x="4900" y="4515"/>
                </a:lnTo>
                <a:lnTo>
                  <a:pt x="4922" y="4494"/>
                </a:lnTo>
                <a:lnTo>
                  <a:pt x="4943" y="4451"/>
                </a:lnTo>
                <a:lnTo>
                  <a:pt x="4943" y="4408"/>
                </a:lnTo>
                <a:lnTo>
                  <a:pt x="4943" y="4408"/>
                </a:lnTo>
                <a:lnTo>
                  <a:pt x="4943" y="4366"/>
                </a:lnTo>
                <a:lnTo>
                  <a:pt x="4900" y="4323"/>
                </a:lnTo>
                <a:lnTo>
                  <a:pt x="4858" y="4323"/>
                </a:lnTo>
                <a:lnTo>
                  <a:pt x="4836" y="4323"/>
                </a:lnTo>
                <a:lnTo>
                  <a:pt x="4793" y="4323"/>
                </a:lnTo>
                <a:lnTo>
                  <a:pt x="4751" y="4344"/>
                </a:lnTo>
                <a:lnTo>
                  <a:pt x="4729" y="4387"/>
                </a:lnTo>
                <a:lnTo>
                  <a:pt x="4729" y="4430"/>
                </a:lnTo>
                <a:lnTo>
                  <a:pt x="4729" y="4430"/>
                </a:lnTo>
                <a:close/>
                <a:moveTo>
                  <a:pt x="6013" y="4537"/>
                </a:moveTo>
                <a:lnTo>
                  <a:pt x="6013" y="4537"/>
                </a:lnTo>
                <a:lnTo>
                  <a:pt x="6013" y="4601"/>
                </a:lnTo>
                <a:lnTo>
                  <a:pt x="6034" y="4622"/>
                </a:lnTo>
                <a:lnTo>
                  <a:pt x="6077" y="4644"/>
                </a:lnTo>
                <a:lnTo>
                  <a:pt x="6141" y="4644"/>
                </a:lnTo>
                <a:lnTo>
                  <a:pt x="6184" y="4622"/>
                </a:lnTo>
                <a:lnTo>
                  <a:pt x="6205" y="4601"/>
                </a:lnTo>
                <a:lnTo>
                  <a:pt x="6227" y="4558"/>
                </a:lnTo>
                <a:lnTo>
                  <a:pt x="6227" y="4515"/>
                </a:lnTo>
                <a:lnTo>
                  <a:pt x="6227" y="4515"/>
                </a:lnTo>
                <a:lnTo>
                  <a:pt x="6205" y="4473"/>
                </a:lnTo>
                <a:lnTo>
                  <a:pt x="6184" y="4451"/>
                </a:lnTo>
                <a:lnTo>
                  <a:pt x="6141" y="4430"/>
                </a:lnTo>
                <a:lnTo>
                  <a:pt x="6098" y="4430"/>
                </a:lnTo>
                <a:lnTo>
                  <a:pt x="6034" y="4473"/>
                </a:lnTo>
                <a:lnTo>
                  <a:pt x="6013" y="4494"/>
                </a:lnTo>
                <a:lnTo>
                  <a:pt x="6013" y="4537"/>
                </a:lnTo>
                <a:lnTo>
                  <a:pt x="6013" y="4537"/>
                </a:lnTo>
                <a:close/>
                <a:moveTo>
                  <a:pt x="7553" y="4687"/>
                </a:moveTo>
                <a:lnTo>
                  <a:pt x="7553" y="4687"/>
                </a:lnTo>
                <a:lnTo>
                  <a:pt x="7532" y="4644"/>
                </a:lnTo>
                <a:lnTo>
                  <a:pt x="7511" y="4622"/>
                </a:lnTo>
                <a:lnTo>
                  <a:pt x="7425" y="4601"/>
                </a:lnTo>
                <a:lnTo>
                  <a:pt x="7382" y="4601"/>
                </a:lnTo>
                <a:lnTo>
                  <a:pt x="7339" y="4622"/>
                </a:lnTo>
                <a:lnTo>
                  <a:pt x="7318" y="4665"/>
                </a:lnTo>
                <a:lnTo>
                  <a:pt x="7318" y="4708"/>
                </a:lnTo>
                <a:lnTo>
                  <a:pt x="7318" y="4708"/>
                </a:lnTo>
                <a:lnTo>
                  <a:pt x="7339" y="4751"/>
                </a:lnTo>
                <a:lnTo>
                  <a:pt x="7361" y="4772"/>
                </a:lnTo>
                <a:lnTo>
                  <a:pt x="7446" y="4794"/>
                </a:lnTo>
                <a:lnTo>
                  <a:pt x="7489" y="4794"/>
                </a:lnTo>
                <a:lnTo>
                  <a:pt x="7511" y="4772"/>
                </a:lnTo>
                <a:lnTo>
                  <a:pt x="7532" y="4729"/>
                </a:lnTo>
                <a:lnTo>
                  <a:pt x="7553" y="4687"/>
                </a:lnTo>
                <a:lnTo>
                  <a:pt x="7553" y="4687"/>
                </a:lnTo>
                <a:close/>
                <a:moveTo>
                  <a:pt x="4815" y="5350"/>
                </a:moveTo>
                <a:lnTo>
                  <a:pt x="4815" y="5350"/>
                </a:lnTo>
                <a:lnTo>
                  <a:pt x="4793" y="5328"/>
                </a:lnTo>
                <a:lnTo>
                  <a:pt x="4772" y="5307"/>
                </a:lnTo>
                <a:lnTo>
                  <a:pt x="4729" y="5243"/>
                </a:lnTo>
                <a:lnTo>
                  <a:pt x="4708" y="5179"/>
                </a:lnTo>
                <a:lnTo>
                  <a:pt x="4665" y="5114"/>
                </a:lnTo>
                <a:lnTo>
                  <a:pt x="4665" y="5114"/>
                </a:lnTo>
                <a:lnTo>
                  <a:pt x="4579" y="5093"/>
                </a:lnTo>
                <a:lnTo>
                  <a:pt x="4494" y="5093"/>
                </a:lnTo>
                <a:lnTo>
                  <a:pt x="4430" y="5136"/>
                </a:lnTo>
                <a:lnTo>
                  <a:pt x="4365" y="5200"/>
                </a:lnTo>
                <a:lnTo>
                  <a:pt x="4365" y="5200"/>
                </a:lnTo>
                <a:lnTo>
                  <a:pt x="4301" y="5307"/>
                </a:lnTo>
                <a:lnTo>
                  <a:pt x="4280" y="5371"/>
                </a:lnTo>
                <a:lnTo>
                  <a:pt x="4280" y="5414"/>
                </a:lnTo>
                <a:lnTo>
                  <a:pt x="4301" y="5435"/>
                </a:lnTo>
                <a:lnTo>
                  <a:pt x="4301" y="5435"/>
                </a:lnTo>
                <a:lnTo>
                  <a:pt x="4344" y="5457"/>
                </a:lnTo>
                <a:lnTo>
                  <a:pt x="4365" y="5457"/>
                </a:lnTo>
                <a:lnTo>
                  <a:pt x="4430" y="5414"/>
                </a:lnTo>
                <a:lnTo>
                  <a:pt x="4494" y="5350"/>
                </a:lnTo>
                <a:lnTo>
                  <a:pt x="4537" y="5307"/>
                </a:lnTo>
                <a:lnTo>
                  <a:pt x="4537" y="5307"/>
                </a:lnTo>
                <a:lnTo>
                  <a:pt x="4601" y="5435"/>
                </a:lnTo>
                <a:lnTo>
                  <a:pt x="4708" y="5564"/>
                </a:lnTo>
                <a:lnTo>
                  <a:pt x="4708" y="5564"/>
                </a:lnTo>
                <a:lnTo>
                  <a:pt x="4793" y="5607"/>
                </a:lnTo>
                <a:lnTo>
                  <a:pt x="4858" y="5607"/>
                </a:lnTo>
                <a:lnTo>
                  <a:pt x="4922" y="5585"/>
                </a:lnTo>
                <a:lnTo>
                  <a:pt x="4965" y="5564"/>
                </a:lnTo>
                <a:lnTo>
                  <a:pt x="5071" y="5478"/>
                </a:lnTo>
                <a:lnTo>
                  <a:pt x="5136" y="5457"/>
                </a:lnTo>
                <a:lnTo>
                  <a:pt x="5200" y="5435"/>
                </a:lnTo>
                <a:lnTo>
                  <a:pt x="5200" y="5435"/>
                </a:lnTo>
                <a:lnTo>
                  <a:pt x="5264" y="5457"/>
                </a:lnTo>
                <a:lnTo>
                  <a:pt x="5328" y="5478"/>
                </a:lnTo>
                <a:lnTo>
                  <a:pt x="5414" y="5564"/>
                </a:lnTo>
                <a:lnTo>
                  <a:pt x="5521" y="5671"/>
                </a:lnTo>
                <a:lnTo>
                  <a:pt x="5564" y="5714"/>
                </a:lnTo>
                <a:lnTo>
                  <a:pt x="5628" y="5714"/>
                </a:lnTo>
                <a:lnTo>
                  <a:pt x="5628" y="5714"/>
                </a:lnTo>
                <a:lnTo>
                  <a:pt x="5735" y="5714"/>
                </a:lnTo>
                <a:lnTo>
                  <a:pt x="5799" y="5671"/>
                </a:lnTo>
                <a:lnTo>
                  <a:pt x="5885" y="5628"/>
                </a:lnTo>
                <a:lnTo>
                  <a:pt x="5970" y="5607"/>
                </a:lnTo>
                <a:lnTo>
                  <a:pt x="5970" y="5607"/>
                </a:lnTo>
                <a:lnTo>
                  <a:pt x="6034" y="5607"/>
                </a:lnTo>
                <a:lnTo>
                  <a:pt x="6098" y="5607"/>
                </a:lnTo>
                <a:lnTo>
                  <a:pt x="6184" y="5607"/>
                </a:lnTo>
                <a:lnTo>
                  <a:pt x="6248" y="5607"/>
                </a:lnTo>
                <a:lnTo>
                  <a:pt x="6248" y="5607"/>
                </a:lnTo>
                <a:lnTo>
                  <a:pt x="6312" y="5564"/>
                </a:lnTo>
                <a:lnTo>
                  <a:pt x="6355" y="5542"/>
                </a:lnTo>
                <a:lnTo>
                  <a:pt x="6377" y="5500"/>
                </a:lnTo>
                <a:lnTo>
                  <a:pt x="6355" y="5435"/>
                </a:lnTo>
                <a:lnTo>
                  <a:pt x="6334" y="5393"/>
                </a:lnTo>
                <a:lnTo>
                  <a:pt x="6291" y="5371"/>
                </a:lnTo>
                <a:lnTo>
                  <a:pt x="6227" y="5328"/>
                </a:lnTo>
                <a:lnTo>
                  <a:pt x="6163" y="5307"/>
                </a:lnTo>
                <a:lnTo>
                  <a:pt x="6163" y="5307"/>
                </a:lnTo>
                <a:lnTo>
                  <a:pt x="6098" y="5307"/>
                </a:lnTo>
                <a:lnTo>
                  <a:pt x="6034" y="5328"/>
                </a:lnTo>
                <a:lnTo>
                  <a:pt x="5885" y="5393"/>
                </a:lnTo>
                <a:lnTo>
                  <a:pt x="5756" y="5435"/>
                </a:lnTo>
                <a:lnTo>
                  <a:pt x="5692" y="5435"/>
                </a:lnTo>
                <a:lnTo>
                  <a:pt x="5649" y="5435"/>
                </a:lnTo>
                <a:lnTo>
                  <a:pt x="5649" y="5435"/>
                </a:lnTo>
                <a:lnTo>
                  <a:pt x="5585" y="5393"/>
                </a:lnTo>
                <a:lnTo>
                  <a:pt x="5542" y="5371"/>
                </a:lnTo>
                <a:lnTo>
                  <a:pt x="5457" y="5286"/>
                </a:lnTo>
                <a:lnTo>
                  <a:pt x="5371" y="5221"/>
                </a:lnTo>
                <a:lnTo>
                  <a:pt x="5307" y="5200"/>
                </a:lnTo>
                <a:lnTo>
                  <a:pt x="5221" y="5200"/>
                </a:lnTo>
                <a:lnTo>
                  <a:pt x="5221" y="5200"/>
                </a:lnTo>
                <a:lnTo>
                  <a:pt x="5178" y="5200"/>
                </a:lnTo>
                <a:lnTo>
                  <a:pt x="5114" y="5221"/>
                </a:lnTo>
                <a:lnTo>
                  <a:pt x="5007" y="5264"/>
                </a:lnTo>
                <a:lnTo>
                  <a:pt x="4922" y="5328"/>
                </a:lnTo>
                <a:lnTo>
                  <a:pt x="4858" y="5350"/>
                </a:lnTo>
                <a:lnTo>
                  <a:pt x="4815" y="5350"/>
                </a:lnTo>
                <a:lnTo>
                  <a:pt x="4815" y="5350"/>
                </a:lnTo>
                <a:close/>
                <a:moveTo>
                  <a:pt x="4237" y="5970"/>
                </a:moveTo>
                <a:lnTo>
                  <a:pt x="4237" y="5970"/>
                </a:lnTo>
                <a:lnTo>
                  <a:pt x="4130" y="5949"/>
                </a:lnTo>
                <a:lnTo>
                  <a:pt x="3959" y="5949"/>
                </a:lnTo>
                <a:lnTo>
                  <a:pt x="3895" y="5949"/>
                </a:lnTo>
                <a:lnTo>
                  <a:pt x="3831" y="5970"/>
                </a:lnTo>
                <a:lnTo>
                  <a:pt x="3809" y="5992"/>
                </a:lnTo>
                <a:lnTo>
                  <a:pt x="3809" y="6056"/>
                </a:lnTo>
                <a:lnTo>
                  <a:pt x="3809" y="6056"/>
                </a:lnTo>
                <a:lnTo>
                  <a:pt x="3831" y="6077"/>
                </a:lnTo>
                <a:lnTo>
                  <a:pt x="3852" y="6120"/>
                </a:lnTo>
                <a:lnTo>
                  <a:pt x="3980" y="6163"/>
                </a:lnTo>
                <a:lnTo>
                  <a:pt x="4151" y="6206"/>
                </a:lnTo>
                <a:lnTo>
                  <a:pt x="4344" y="6227"/>
                </a:lnTo>
                <a:lnTo>
                  <a:pt x="4515" y="6227"/>
                </a:lnTo>
                <a:lnTo>
                  <a:pt x="4665" y="6227"/>
                </a:lnTo>
                <a:lnTo>
                  <a:pt x="4751" y="6184"/>
                </a:lnTo>
                <a:lnTo>
                  <a:pt x="4772" y="6141"/>
                </a:lnTo>
                <a:lnTo>
                  <a:pt x="4772" y="6099"/>
                </a:lnTo>
                <a:lnTo>
                  <a:pt x="4772" y="6099"/>
                </a:lnTo>
                <a:lnTo>
                  <a:pt x="4751" y="6056"/>
                </a:lnTo>
                <a:lnTo>
                  <a:pt x="4686" y="6035"/>
                </a:lnTo>
                <a:lnTo>
                  <a:pt x="4537" y="5992"/>
                </a:lnTo>
                <a:lnTo>
                  <a:pt x="4237" y="5970"/>
                </a:lnTo>
                <a:lnTo>
                  <a:pt x="4237" y="5970"/>
                </a:lnTo>
                <a:close/>
                <a:moveTo>
                  <a:pt x="7939" y="6056"/>
                </a:moveTo>
                <a:lnTo>
                  <a:pt x="7939" y="6056"/>
                </a:lnTo>
                <a:lnTo>
                  <a:pt x="7917" y="6035"/>
                </a:lnTo>
                <a:lnTo>
                  <a:pt x="7853" y="6013"/>
                </a:lnTo>
                <a:lnTo>
                  <a:pt x="7703" y="6035"/>
                </a:lnTo>
                <a:lnTo>
                  <a:pt x="7575" y="6099"/>
                </a:lnTo>
                <a:lnTo>
                  <a:pt x="7532" y="6141"/>
                </a:lnTo>
                <a:lnTo>
                  <a:pt x="7511" y="6163"/>
                </a:lnTo>
                <a:lnTo>
                  <a:pt x="7511" y="6163"/>
                </a:lnTo>
                <a:lnTo>
                  <a:pt x="7532" y="6206"/>
                </a:lnTo>
                <a:lnTo>
                  <a:pt x="7575" y="6227"/>
                </a:lnTo>
                <a:lnTo>
                  <a:pt x="7660" y="6227"/>
                </a:lnTo>
                <a:lnTo>
                  <a:pt x="7746" y="6227"/>
                </a:lnTo>
                <a:lnTo>
                  <a:pt x="7832" y="6206"/>
                </a:lnTo>
                <a:lnTo>
                  <a:pt x="7917" y="6163"/>
                </a:lnTo>
                <a:lnTo>
                  <a:pt x="7939" y="6120"/>
                </a:lnTo>
                <a:lnTo>
                  <a:pt x="7939" y="6056"/>
                </a:lnTo>
                <a:lnTo>
                  <a:pt x="7939" y="6056"/>
                </a:lnTo>
                <a:close/>
                <a:moveTo>
                  <a:pt x="5457" y="6120"/>
                </a:moveTo>
                <a:lnTo>
                  <a:pt x="5457" y="6120"/>
                </a:lnTo>
                <a:lnTo>
                  <a:pt x="5414" y="6163"/>
                </a:lnTo>
                <a:lnTo>
                  <a:pt x="5414" y="6184"/>
                </a:lnTo>
                <a:lnTo>
                  <a:pt x="5435" y="6206"/>
                </a:lnTo>
                <a:lnTo>
                  <a:pt x="5478" y="6248"/>
                </a:lnTo>
                <a:lnTo>
                  <a:pt x="5564" y="6270"/>
                </a:lnTo>
                <a:lnTo>
                  <a:pt x="5756" y="6313"/>
                </a:lnTo>
                <a:lnTo>
                  <a:pt x="5863" y="6334"/>
                </a:lnTo>
                <a:lnTo>
                  <a:pt x="5863" y="6334"/>
                </a:lnTo>
                <a:lnTo>
                  <a:pt x="6227" y="6355"/>
                </a:lnTo>
                <a:lnTo>
                  <a:pt x="6441" y="6355"/>
                </a:lnTo>
                <a:lnTo>
                  <a:pt x="6505" y="6355"/>
                </a:lnTo>
                <a:lnTo>
                  <a:pt x="6548" y="6334"/>
                </a:lnTo>
                <a:lnTo>
                  <a:pt x="6548" y="6334"/>
                </a:lnTo>
                <a:lnTo>
                  <a:pt x="6419" y="6248"/>
                </a:lnTo>
                <a:lnTo>
                  <a:pt x="6270" y="6206"/>
                </a:lnTo>
                <a:lnTo>
                  <a:pt x="5970" y="6163"/>
                </a:lnTo>
                <a:lnTo>
                  <a:pt x="5970" y="6163"/>
                </a:lnTo>
                <a:lnTo>
                  <a:pt x="5713" y="6120"/>
                </a:lnTo>
                <a:lnTo>
                  <a:pt x="5564" y="6099"/>
                </a:lnTo>
                <a:lnTo>
                  <a:pt x="5499" y="6099"/>
                </a:lnTo>
                <a:lnTo>
                  <a:pt x="5457" y="6120"/>
                </a:lnTo>
                <a:lnTo>
                  <a:pt x="5457" y="6120"/>
                </a:lnTo>
                <a:close/>
                <a:moveTo>
                  <a:pt x="5200" y="7853"/>
                </a:moveTo>
                <a:lnTo>
                  <a:pt x="5200" y="7853"/>
                </a:lnTo>
                <a:lnTo>
                  <a:pt x="5114" y="7875"/>
                </a:lnTo>
                <a:lnTo>
                  <a:pt x="5093" y="7875"/>
                </a:lnTo>
                <a:lnTo>
                  <a:pt x="5093" y="7853"/>
                </a:lnTo>
                <a:lnTo>
                  <a:pt x="5178" y="7682"/>
                </a:lnTo>
                <a:lnTo>
                  <a:pt x="5178" y="7682"/>
                </a:lnTo>
                <a:lnTo>
                  <a:pt x="5221" y="7596"/>
                </a:lnTo>
                <a:lnTo>
                  <a:pt x="5264" y="7489"/>
                </a:lnTo>
                <a:lnTo>
                  <a:pt x="5264" y="7447"/>
                </a:lnTo>
                <a:lnTo>
                  <a:pt x="5264" y="7425"/>
                </a:lnTo>
                <a:lnTo>
                  <a:pt x="5243" y="7382"/>
                </a:lnTo>
                <a:lnTo>
                  <a:pt x="5178" y="7361"/>
                </a:lnTo>
                <a:lnTo>
                  <a:pt x="5178" y="7361"/>
                </a:lnTo>
                <a:lnTo>
                  <a:pt x="5093" y="7382"/>
                </a:lnTo>
                <a:lnTo>
                  <a:pt x="4986" y="7425"/>
                </a:lnTo>
                <a:lnTo>
                  <a:pt x="4879" y="7489"/>
                </a:lnTo>
                <a:lnTo>
                  <a:pt x="4751" y="7575"/>
                </a:lnTo>
                <a:lnTo>
                  <a:pt x="4558" y="7789"/>
                </a:lnTo>
                <a:lnTo>
                  <a:pt x="4430" y="7939"/>
                </a:lnTo>
                <a:lnTo>
                  <a:pt x="4430" y="7939"/>
                </a:lnTo>
                <a:lnTo>
                  <a:pt x="4430" y="7703"/>
                </a:lnTo>
                <a:lnTo>
                  <a:pt x="4451" y="7361"/>
                </a:lnTo>
                <a:lnTo>
                  <a:pt x="4430" y="7211"/>
                </a:lnTo>
                <a:lnTo>
                  <a:pt x="4387" y="7061"/>
                </a:lnTo>
                <a:lnTo>
                  <a:pt x="4365" y="7019"/>
                </a:lnTo>
                <a:lnTo>
                  <a:pt x="4323" y="6997"/>
                </a:lnTo>
                <a:lnTo>
                  <a:pt x="4280" y="6976"/>
                </a:lnTo>
                <a:lnTo>
                  <a:pt x="4216" y="6976"/>
                </a:lnTo>
                <a:lnTo>
                  <a:pt x="4216" y="6976"/>
                </a:lnTo>
                <a:lnTo>
                  <a:pt x="4109" y="7019"/>
                </a:lnTo>
                <a:lnTo>
                  <a:pt x="4023" y="7083"/>
                </a:lnTo>
                <a:lnTo>
                  <a:pt x="3938" y="7190"/>
                </a:lnTo>
                <a:lnTo>
                  <a:pt x="3852" y="7318"/>
                </a:lnTo>
                <a:lnTo>
                  <a:pt x="3702" y="7554"/>
                </a:lnTo>
                <a:lnTo>
                  <a:pt x="3595" y="7746"/>
                </a:lnTo>
                <a:lnTo>
                  <a:pt x="3595" y="7746"/>
                </a:lnTo>
                <a:lnTo>
                  <a:pt x="3488" y="7960"/>
                </a:lnTo>
                <a:lnTo>
                  <a:pt x="3445" y="8067"/>
                </a:lnTo>
                <a:lnTo>
                  <a:pt x="3424" y="8110"/>
                </a:lnTo>
                <a:lnTo>
                  <a:pt x="3445" y="8174"/>
                </a:lnTo>
                <a:lnTo>
                  <a:pt x="3445" y="8174"/>
                </a:lnTo>
                <a:lnTo>
                  <a:pt x="3467" y="8217"/>
                </a:lnTo>
                <a:lnTo>
                  <a:pt x="3488" y="8238"/>
                </a:lnTo>
                <a:lnTo>
                  <a:pt x="3531" y="8238"/>
                </a:lnTo>
                <a:lnTo>
                  <a:pt x="3552" y="8238"/>
                </a:lnTo>
                <a:lnTo>
                  <a:pt x="3638" y="8195"/>
                </a:lnTo>
                <a:lnTo>
                  <a:pt x="3702" y="8110"/>
                </a:lnTo>
                <a:lnTo>
                  <a:pt x="3702" y="8110"/>
                </a:lnTo>
                <a:lnTo>
                  <a:pt x="3788" y="7960"/>
                </a:lnTo>
                <a:lnTo>
                  <a:pt x="3895" y="7746"/>
                </a:lnTo>
                <a:lnTo>
                  <a:pt x="3959" y="7639"/>
                </a:lnTo>
                <a:lnTo>
                  <a:pt x="4023" y="7554"/>
                </a:lnTo>
                <a:lnTo>
                  <a:pt x="4087" y="7489"/>
                </a:lnTo>
                <a:lnTo>
                  <a:pt x="4173" y="7468"/>
                </a:lnTo>
                <a:lnTo>
                  <a:pt x="4173" y="7468"/>
                </a:lnTo>
                <a:lnTo>
                  <a:pt x="4151" y="7554"/>
                </a:lnTo>
                <a:lnTo>
                  <a:pt x="4130" y="7661"/>
                </a:lnTo>
                <a:lnTo>
                  <a:pt x="4130" y="7768"/>
                </a:lnTo>
                <a:lnTo>
                  <a:pt x="4130" y="7896"/>
                </a:lnTo>
                <a:lnTo>
                  <a:pt x="4151" y="8003"/>
                </a:lnTo>
                <a:lnTo>
                  <a:pt x="4216" y="8110"/>
                </a:lnTo>
                <a:lnTo>
                  <a:pt x="4280" y="8174"/>
                </a:lnTo>
                <a:lnTo>
                  <a:pt x="4387" y="8195"/>
                </a:lnTo>
                <a:lnTo>
                  <a:pt x="4387" y="8195"/>
                </a:lnTo>
                <a:lnTo>
                  <a:pt x="4472" y="8153"/>
                </a:lnTo>
                <a:lnTo>
                  <a:pt x="4622" y="8046"/>
                </a:lnTo>
                <a:lnTo>
                  <a:pt x="4836" y="7875"/>
                </a:lnTo>
                <a:lnTo>
                  <a:pt x="4836" y="7875"/>
                </a:lnTo>
                <a:lnTo>
                  <a:pt x="4815" y="7960"/>
                </a:lnTo>
                <a:lnTo>
                  <a:pt x="4793" y="8067"/>
                </a:lnTo>
                <a:lnTo>
                  <a:pt x="4815" y="8195"/>
                </a:lnTo>
                <a:lnTo>
                  <a:pt x="4836" y="8238"/>
                </a:lnTo>
                <a:lnTo>
                  <a:pt x="4879" y="8260"/>
                </a:lnTo>
                <a:lnTo>
                  <a:pt x="4879" y="8260"/>
                </a:lnTo>
                <a:lnTo>
                  <a:pt x="4922" y="8281"/>
                </a:lnTo>
                <a:lnTo>
                  <a:pt x="4965" y="8260"/>
                </a:lnTo>
                <a:lnTo>
                  <a:pt x="5029" y="8238"/>
                </a:lnTo>
                <a:lnTo>
                  <a:pt x="5114" y="8174"/>
                </a:lnTo>
                <a:lnTo>
                  <a:pt x="5178" y="8153"/>
                </a:lnTo>
                <a:lnTo>
                  <a:pt x="5178" y="8153"/>
                </a:lnTo>
                <a:lnTo>
                  <a:pt x="5178" y="8153"/>
                </a:lnTo>
                <a:lnTo>
                  <a:pt x="5157" y="8174"/>
                </a:lnTo>
                <a:lnTo>
                  <a:pt x="5157" y="8238"/>
                </a:lnTo>
                <a:lnTo>
                  <a:pt x="5157" y="8324"/>
                </a:lnTo>
                <a:lnTo>
                  <a:pt x="5200" y="8409"/>
                </a:lnTo>
                <a:lnTo>
                  <a:pt x="5243" y="8474"/>
                </a:lnTo>
                <a:lnTo>
                  <a:pt x="5264" y="8474"/>
                </a:lnTo>
                <a:lnTo>
                  <a:pt x="5307" y="8474"/>
                </a:lnTo>
                <a:lnTo>
                  <a:pt x="5328" y="8452"/>
                </a:lnTo>
                <a:lnTo>
                  <a:pt x="5350" y="8409"/>
                </a:lnTo>
                <a:lnTo>
                  <a:pt x="5414" y="8260"/>
                </a:lnTo>
                <a:lnTo>
                  <a:pt x="5414" y="8260"/>
                </a:lnTo>
                <a:lnTo>
                  <a:pt x="5478" y="8046"/>
                </a:lnTo>
                <a:lnTo>
                  <a:pt x="5499" y="7939"/>
                </a:lnTo>
                <a:lnTo>
                  <a:pt x="5499" y="7875"/>
                </a:lnTo>
                <a:lnTo>
                  <a:pt x="5478" y="7832"/>
                </a:lnTo>
                <a:lnTo>
                  <a:pt x="5478" y="7832"/>
                </a:lnTo>
                <a:lnTo>
                  <a:pt x="5457" y="7810"/>
                </a:lnTo>
                <a:lnTo>
                  <a:pt x="5414" y="7789"/>
                </a:lnTo>
                <a:lnTo>
                  <a:pt x="5392" y="7768"/>
                </a:lnTo>
                <a:lnTo>
                  <a:pt x="5350" y="7789"/>
                </a:lnTo>
                <a:lnTo>
                  <a:pt x="5200" y="7853"/>
                </a:lnTo>
                <a:lnTo>
                  <a:pt x="5200" y="7853"/>
                </a:lnTo>
                <a:close/>
                <a:moveTo>
                  <a:pt x="5842" y="7168"/>
                </a:moveTo>
                <a:lnTo>
                  <a:pt x="5842" y="7168"/>
                </a:lnTo>
                <a:lnTo>
                  <a:pt x="5820" y="7190"/>
                </a:lnTo>
                <a:lnTo>
                  <a:pt x="5820" y="7233"/>
                </a:lnTo>
                <a:lnTo>
                  <a:pt x="5842" y="7361"/>
                </a:lnTo>
                <a:lnTo>
                  <a:pt x="5885" y="7511"/>
                </a:lnTo>
                <a:lnTo>
                  <a:pt x="5970" y="7682"/>
                </a:lnTo>
                <a:lnTo>
                  <a:pt x="6141" y="8024"/>
                </a:lnTo>
                <a:lnTo>
                  <a:pt x="6205" y="8153"/>
                </a:lnTo>
                <a:lnTo>
                  <a:pt x="6227" y="8238"/>
                </a:lnTo>
                <a:lnTo>
                  <a:pt x="6227" y="8238"/>
                </a:lnTo>
                <a:lnTo>
                  <a:pt x="6227" y="8345"/>
                </a:lnTo>
                <a:lnTo>
                  <a:pt x="6205" y="8474"/>
                </a:lnTo>
                <a:lnTo>
                  <a:pt x="6205" y="8602"/>
                </a:lnTo>
                <a:lnTo>
                  <a:pt x="6205" y="8645"/>
                </a:lnTo>
                <a:lnTo>
                  <a:pt x="6227" y="8688"/>
                </a:lnTo>
                <a:lnTo>
                  <a:pt x="6227" y="8688"/>
                </a:lnTo>
                <a:lnTo>
                  <a:pt x="6291" y="8730"/>
                </a:lnTo>
                <a:lnTo>
                  <a:pt x="6355" y="8730"/>
                </a:lnTo>
                <a:lnTo>
                  <a:pt x="6419" y="8688"/>
                </a:lnTo>
                <a:lnTo>
                  <a:pt x="6462" y="8623"/>
                </a:lnTo>
                <a:lnTo>
                  <a:pt x="6462" y="8623"/>
                </a:lnTo>
                <a:lnTo>
                  <a:pt x="6484" y="8559"/>
                </a:lnTo>
                <a:lnTo>
                  <a:pt x="6505" y="8474"/>
                </a:lnTo>
                <a:lnTo>
                  <a:pt x="6484" y="8260"/>
                </a:lnTo>
                <a:lnTo>
                  <a:pt x="6419" y="7982"/>
                </a:lnTo>
                <a:lnTo>
                  <a:pt x="6312" y="7725"/>
                </a:lnTo>
                <a:lnTo>
                  <a:pt x="6184" y="7468"/>
                </a:lnTo>
                <a:lnTo>
                  <a:pt x="6056" y="7275"/>
                </a:lnTo>
                <a:lnTo>
                  <a:pt x="5992" y="7211"/>
                </a:lnTo>
                <a:lnTo>
                  <a:pt x="5949" y="7168"/>
                </a:lnTo>
                <a:lnTo>
                  <a:pt x="5885" y="7147"/>
                </a:lnTo>
                <a:lnTo>
                  <a:pt x="5842" y="7168"/>
                </a:lnTo>
                <a:lnTo>
                  <a:pt x="5842" y="7168"/>
                </a:lnTo>
                <a:close/>
                <a:moveTo>
                  <a:pt x="6869" y="8195"/>
                </a:moveTo>
                <a:lnTo>
                  <a:pt x="6869" y="8195"/>
                </a:lnTo>
                <a:lnTo>
                  <a:pt x="6890" y="8153"/>
                </a:lnTo>
                <a:lnTo>
                  <a:pt x="6869" y="8046"/>
                </a:lnTo>
                <a:lnTo>
                  <a:pt x="6847" y="7939"/>
                </a:lnTo>
                <a:lnTo>
                  <a:pt x="6805" y="7810"/>
                </a:lnTo>
                <a:lnTo>
                  <a:pt x="6740" y="7703"/>
                </a:lnTo>
                <a:lnTo>
                  <a:pt x="6676" y="7618"/>
                </a:lnTo>
                <a:lnTo>
                  <a:pt x="6612" y="7554"/>
                </a:lnTo>
                <a:lnTo>
                  <a:pt x="6569" y="7554"/>
                </a:lnTo>
                <a:lnTo>
                  <a:pt x="6548" y="7554"/>
                </a:lnTo>
                <a:lnTo>
                  <a:pt x="6548" y="7554"/>
                </a:lnTo>
                <a:lnTo>
                  <a:pt x="6505" y="7596"/>
                </a:lnTo>
                <a:lnTo>
                  <a:pt x="6505" y="7703"/>
                </a:lnTo>
                <a:lnTo>
                  <a:pt x="6548" y="7960"/>
                </a:lnTo>
                <a:lnTo>
                  <a:pt x="6633" y="8431"/>
                </a:lnTo>
                <a:lnTo>
                  <a:pt x="6633" y="8431"/>
                </a:lnTo>
                <a:lnTo>
                  <a:pt x="6633" y="8516"/>
                </a:lnTo>
                <a:lnTo>
                  <a:pt x="6655" y="8623"/>
                </a:lnTo>
                <a:lnTo>
                  <a:pt x="6676" y="8666"/>
                </a:lnTo>
                <a:lnTo>
                  <a:pt x="6698" y="8709"/>
                </a:lnTo>
                <a:lnTo>
                  <a:pt x="6740" y="8730"/>
                </a:lnTo>
                <a:lnTo>
                  <a:pt x="6805" y="8730"/>
                </a:lnTo>
                <a:lnTo>
                  <a:pt x="6805" y="8730"/>
                </a:lnTo>
                <a:lnTo>
                  <a:pt x="6847" y="8730"/>
                </a:lnTo>
                <a:lnTo>
                  <a:pt x="6890" y="8688"/>
                </a:lnTo>
                <a:lnTo>
                  <a:pt x="6976" y="8602"/>
                </a:lnTo>
                <a:lnTo>
                  <a:pt x="7040" y="8495"/>
                </a:lnTo>
                <a:lnTo>
                  <a:pt x="7083" y="8409"/>
                </a:lnTo>
                <a:lnTo>
                  <a:pt x="7083" y="8409"/>
                </a:lnTo>
                <a:lnTo>
                  <a:pt x="7125" y="8538"/>
                </a:lnTo>
                <a:lnTo>
                  <a:pt x="7147" y="8581"/>
                </a:lnTo>
                <a:lnTo>
                  <a:pt x="7190" y="8623"/>
                </a:lnTo>
                <a:lnTo>
                  <a:pt x="7211" y="8645"/>
                </a:lnTo>
                <a:lnTo>
                  <a:pt x="7254" y="8645"/>
                </a:lnTo>
                <a:lnTo>
                  <a:pt x="7297" y="8602"/>
                </a:lnTo>
                <a:lnTo>
                  <a:pt x="7339" y="8538"/>
                </a:lnTo>
                <a:lnTo>
                  <a:pt x="7339" y="8538"/>
                </a:lnTo>
                <a:lnTo>
                  <a:pt x="7361" y="8409"/>
                </a:lnTo>
                <a:lnTo>
                  <a:pt x="7361" y="8281"/>
                </a:lnTo>
                <a:lnTo>
                  <a:pt x="7297" y="8003"/>
                </a:lnTo>
                <a:lnTo>
                  <a:pt x="7297" y="8003"/>
                </a:lnTo>
                <a:lnTo>
                  <a:pt x="7254" y="7853"/>
                </a:lnTo>
                <a:lnTo>
                  <a:pt x="7211" y="7789"/>
                </a:lnTo>
                <a:lnTo>
                  <a:pt x="7168" y="7789"/>
                </a:lnTo>
                <a:lnTo>
                  <a:pt x="7147" y="7789"/>
                </a:lnTo>
                <a:lnTo>
                  <a:pt x="7083" y="7853"/>
                </a:lnTo>
                <a:lnTo>
                  <a:pt x="6976" y="8024"/>
                </a:lnTo>
                <a:lnTo>
                  <a:pt x="6869" y="8195"/>
                </a:lnTo>
                <a:lnTo>
                  <a:pt x="6869" y="8195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0"/>
          <p:cNvSpPr/>
          <p:nvPr/>
        </p:nvSpPr>
        <p:spPr>
          <a:xfrm>
            <a:off x="7420312" y="804140"/>
            <a:ext cx="590459" cy="542939"/>
          </a:xfrm>
          <a:custGeom>
            <a:rect b="b" l="l" r="r" t="t"/>
            <a:pathLst>
              <a:path extrusionOk="0" h="8773" w="8945">
                <a:moveTo>
                  <a:pt x="6205" y="385"/>
                </a:moveTo>
                <a:lnTo>
                  <a:pt x="6419" y="407"/>
                </a:lnTo>
                <a:lnTo>
                  <a:pt x="6633" y="449"/>
                </a:lnTo>
                <a:lnTo>
                  <a:pt x="6847" y="535"/>
                </a:lnTo>
                <a:lnTo>
                  <a:pt x="7040" y="663"/>
                </a:lnTo>
                <a:lnTo>
                  <a:pt x="7147" y="749"/>
                </a:lnTo>
                <a:lnTo>
                  <a:pt x="7232" y="834"/>
                </a:lnTo>
                <a:lnTo>
                  <a:pt x="7297" y="941"/>
                </a:lnTo>
                <a:lnTo>
                  <a:pt x="7361" y="1048"/>
                </a:lnTo>
                <a:lnTo>
                  <a:pt x="7404" y="1177"/>
                </a:lnTo>
                <a:lnTo>
                  <a:pt x="7425" y="1305"/>
                </a:lnTo>
                <a:lnTo>
                  <a:pt x="7425" y="1412"/>
                </a:lnTo>
                <a:lnTo>
                  <a:pt x="7382" y="1541"/>
                </a:lnTo>
                <a:lnTo>
                  <a:pt x="7339" y="1648"/>
                </a:lnTo>
                <a:lnTo>
                  <a:pt x="7254" y="1754"/>
                </a:lnTo>
                <a:lnTo>
                  <a:pt x="7061" y="1926"/>
                </a:lnTo>
                <a:lnTo>
                  <a:pt x="6890" y="2033"/>
                </a:lnTo>
                <a:lnTo>
                  <a:pt x="6805" y="2097"/>
                </a:lnTo>
                <a:lnTo>
                  <a:pt x="6740" y="2161"/>
                </a:lnTo>
                <a:lnTo>
                  <a:pt x="6719" y="2225"/>
                </a:lnTo>
                <a:lnTo>
                  <a:pt x="6719" y="2268"/>
                </a:lnTo>
                <a:lnTo>
                  <a:pt x="6719" y="2311"/>
                </a:lnTo>
                <a:lnTo>
                  <a:pt x="6762" y="2354"/>
                </a:lnTo>
                <a:lnTo>
                  <a:pt x="6847" y="2396"/>
                </a:lnTo>
                <a:lnTo>
                  <a:pt x="6954" y="2396"/>
                </a:lnTo>
                <a:lnTo>
                  <a:pt x="7061" y="2375"/>
                </a:lnTo>
                <a:lnTo>
                  <a:pt x="7147" y="2332"/>
                </a:lnTo>
                <a:lnTo>
                  <a:pt x="7318" y="2204"/>
                </a:lnTo>
                <a:lnTo>
                  <a:pt x="7446" y="2075"/>
                </a:lnTo>
                <a:lnTo>
                  <a:pt x="7532" y="2033"/>
                </a:lnTo>
                <a:lnTo>
                  <a:pt x="7596" y="2033"/>
                </a:lnTo>
                <a:lnTo>
                  <a:pt x="7639" y="2075"/>
                </a:lnTo>
                <a:lnTo>
                  <a:pt x="7660" y="2118"/>
                </a:lnTo>
                <a:lnTo>
                  <a:pt x="7660" y="2247"/>
                </a:lnTo>
                <a:lnTo>
                  <a:pt x="7660" y="2375"/>
                </a:lnTo>
                <a:lnTo>
                  <a:pt x="7660" y="2461"/>
                </a:lnTo>
                <a:lnTo>
                  <a:pt x="7618" y="2568"/>
                </a:lnTo>
                <a:lnTo>
                  <a:pt x="7553" y="2675"/>
                </a:lnTo>
                <a:lnTo>
                  <a:pt x="7468" y="2760"/>
                </a:lnTo>
                <a:lnTo>
                  <a:pt x="7382" y="2824"/>
                </a:lnTo>
                <a:lnTo>
                  <a:pt x="7254" y="2867"/>
                </a:lnTo>
                <a:lnTo>
                  <a:pt x="7147" y="2910"/>
                </a:lnTo>
                <a:lnTo>
                  <a:pt x="7019" y="2931"/>
                </a:lnTo>
                <a:lnTo>
                  <a:pt x="6826" y="2931"/>
                </a:lnTo>
                <a:lnTo>
                  <a:pt x="6698" y="2888"/>
                </a:lnTo>
                <a:lnTo>
                  <a:pt x="6462" y="2846"/>
                </a:lnTo>
                <a:lnTo>
                  <a:pt x="6334" y="2824"/>
                </a:lnTo>
                <a:lnTo>
                  <a:pt x="6248" y="2846"/>
                </a:lnTo>
                <a:lnTo>
                  <a:pt x="6227" y="2888"/>
                </a:lnTo>
                <a:lnTo>
                  <a:pt x="6205" y="2910"/>
                </a:lnTo>
                <a:lnTo>
                  <a:pt x="6205" y="2974"/>
                </a:lnTo>
                <a:lnTo>
                  <a:pt x="6205" y="3038"/>
                </a:lnTo>
                <a:lnTo>
                  <a:pt x="6227" y="3124"/>
                </a:lnTo>
                <a:lnTo>
                  <a:pt x="6270" y="3167"/>
                </a:lnTo>
                <a:lnTo>
                  <a:pt x="6270" y="3209"/>
                </a:lnTo>
                <a:lnTo>
                  <a:pt x="6227" y="3274"/>
                </a:lnTo>
                <a:lnTo>
                  <a:pt x="6163" y="3338"/>
                </a:lnTo>
                <a:lnTo>
                  <a:pt x="6056" y="3359"/>
                </a:lnTo>
                <a:lnTo>
                  <a:pt x="5970" y="3381"/>
                </a:lnTo>
                <a:lnTo>
                  <a:pt x="5863" y="3381"/>
                </a:lnTo>
                <a:lnTo>
                  <a:pt x="5778" y="3359"/>
                </a:lnTo>
                <a:lnTo>
                  <a:pt x="5692" y="3338"/>
                </a:lnTo>
                <a:lnTo>
                  <a:pt x="5649" y="3295"/>
                </a:lnTo>
                <a:lnTo>
                  <a:pt x="5628" y="3274"/>
                </a:lnTo>
                <a:lnTo>
                  <a:pt x="5606" y="3188"/>
                </a:lnTo>
                <a:lnTo>
                  <a:pt x="5606" y="3102"/>
                </a:lnTo>
                <a:lnTo>
                  <a:pt x="5564" y="3038"/>
                </a:lnTo>
                <a:lnTo>
                  <a:pt x="5499" y="2995"/>
                </a:lnTo>
                <a:lnTo>
                  <a:pt x="5414" y="2953"/>
                </a:lnTo>
                <a:lnTo>
                  <a:pt x="5307" y="2931"/>
                </a:lnTo>
                <a:lnTo>
                  <a:pt x="5221" y="2953"/>
                </a:lnTo>
                <a:lnTo>
                  <a:pt x="5178" y="2995"/>
                </a:lnTo>
                <a:lnTo>
                  <a:pt x="5136" y="3060"/>
                </a:lnTo>
                <a:lnTo>
                  <a:pt x="5093" y="3102"/>
                </a:lnTo>
                <a:lnTo>
                  <a:pt x="5050" y="3124"/>
                </a:lnTo>
                <a:lnTo>
                  <a:pt x="5007" y="3102"/>
                </a:lnTo>
                <a:lnTo>
                  <a:pt x="4965" y="3081"/>
                </a:lnTo>
                <a:lnTo>
                  <a:pt x="4943" y="3060"/>
                </a:lnTo>
                <a:lnTo>
                  <a:pt x="4922" y="2974"/>
                </a:lnTo>
                <a:lnTo>
                  <a:pt x="4900" y="2888"/>
                </a:lnTo>
                <a:lnTo>
                  <a:pt x="4879" y="2867"/>
                </a:lnTo>
                <a:lnTo>
                  <a:pt x="4815" y="2867"/>
                </a:lnTo>
                <a:lnTo>
                  <a:pt x="4793" y="2888"/>
                </a:lnTo>
                <a:lnTo>
                  <a:pt x="4772" y="2910"/>
                </a:lnTo>
                <a:lnTo>
                  <a:pt x="4751" y="2974"/>
                </a:lnTo>
                <a:lnTo>
                  <a:pt x="4729" y="3017"/>
                </a:lnTo>
                <a:lnTo>
                  <a:pt x="4708" y="3038"/>
                </a:lnTo>
                <a:lnTo>
                  <a:pt x="4665" y="3038"/>
                </a:lnTo>
                <a:lnTo>
                  <a:pt x="4644" y="3017"/>
                </a:lnTo>
                <a:lnTo>
                  <a:pt x="4622" y="2974"/>
                </a:lnTo>
                <a:lnTo>
                  <a:pt x="4622" y="2888"/>
                </a:lnTo>
                <a:lnTo>
                  <a:pt x="4622" y="2781"/>
                </a:lnTo>
                <a:lnTo>
                  <a:pt x="4622" y="2632"/>
                </a:lnTo>
                <a:lnTo>
                  <a:pt x="4622" y="2568"/>
                </a:lnTo>
                <a:lnTo>
                  <a:pt x="4601" y="2525"/>
                </a:lnTo>
                <a:lnTo>
                  <a:pt x="4558" y="2503"/>
                </a:lnTo>
                <a:lnTo>
                  <a:pt x="4515" y="2525"/>
                </a:lnTo>
                <a:lnTo>
                  <a:pt x="4451" y="2546"/>
                </a:lnTo>
                <a:lnTo>
                  <a:pt x="4430" y="2503"/>
                </a:lnTo>
                <a:lnTo>
                  <a:pt x="4430" y="2482"/>
                </a:lnTo>
                <a:lnTo>
                  <a:pt x="4451" y="2396"/>
                </a:lnTo>
                <a:lnTo>
                  <a:pt x="4451" y="2311"/>
                </a:lnTo>
                <a:lnTo>
                  <a:pt x="4451" y="2268"/>
                </a:lnTo>
                <a:lnTo>
                  <a:pt x="4430" y="2225"/>
                </a:lnTo>
                <a:lnTo>
                  <a:pt x="4344" y="2225"/>
                </a:lnTo>
                <a:lnTo>
                  <a:pt x="4301" y="2247"/>
                </a:lnTo>
                <a:lnTo>
                  <a:pt x="4280" y="2247"/>
                </a:lnTo>
                <a:lnTo>
                  <a:pt x="4237" y="2204"/>
                </a:lnTo>
                <a:lnTo>
                  <a:pt x="4258" y="2140"/>
                </a:lnTo>
                <a:lnTo>
                  <a:pt x="4258" y="2075"/>
                </a:lnTo>
                <a:lnTo>
                  <a:pt x="4258" y="2011"/>
                </a:lnTo>
                <a:lnTo>
                  <a:pt x="4216" y="1968"/>
                </a:lnTo>
                <a:lnTo>
                  <a:pt x="4194" y="1947"/>
                </a:lnTo>
                <a:lnTo>
                  <a:pt x="4109" y="1926"/>
                </a:lnTo>
                <a:lnTo>
                  <a:pt x="4087" y="1947"/>
                </a:lnTo>
                <a:lnTo>
                  <a:pt x="3873" y="1947"/>
                </a:lnTo>
                <a:lnTo>
                  <a:pt x="3809" y="1926"/>
                </a:lnTo>
                <a:lnTo>
                  <a:pt x="3788" y="1904"/>
                </a:lnTo>
                <a:lnTo>
                  <a:pt x="3745" y="1926"/>
                </a:lnTo>
                <a:lnTo>
                  <a:pt x="3724" y="1947"/>
                </a:lnTo>
                <a:lnTo>
                  <a:pt x="3724" y="1990"/>
                </a:lnTo>
                <a:lnTo>
                  <a:pt x="3724" y="2075"/>
                </a:lnTo>
                <a:lnTo>
                  <a:pt x="3681" y="2054"/>
                </a:lnTo>
                <a:lnTo>
                  <a:pt x="3659" y="2011"/>
                </a:lnTo>
                <a:lnTo>
                  <a:pt x="3659" y="1883"/>
                </a:lnTo>
                <a:lnTo>
                  <a:pt x="3638" y="1754"/>
                </a:lnTo>
                <a:lnTo>
                  <a:pt x="3638" y="1690"/>
                </a:lnTo>
                <a:lnTo>
                  <a:pt x="3595" y="1669"/>
                </a:lnTo>
                <a:lnTo>
                  <a:pt x="3552" y="1648"/>
                </a:lnTo>
                <a:lnTo>
                  <a:pt x="3510" y="1648"/>
                </a:lnTo>
                <a:lnTo>
                  <a:pt x="3488" y="1669"/>
                </a:lnTo>
                <a:lnTo>
                  <a:pt x="3467" y="1690"/>
                </a:lnTo>
                <a:lnTo>
                  <a:pt x="3424" y="1776"/>
                </a:lnTo>
                <a:lnTo>
                  <a:pt x="3381" y="1840"/>
                </a:lnTo>
                <a:lnTo>
                  <a:pt x="3381" y="1605"/>
                </a:lnTo>
                <a:lnTo>
                  <a:pt x="3360" y="1541"/>
                </a:lnTo>
                <a:lnTo>
                  <a:pt x="3338" y="1498"/>
                </a:lnTo>
                <a:lnTo>
                  <a:pt x="3317" y="1455"/>
                </a:lnTo>
                <a:lnTo>
                  <a:pt x="3253" y="1434"/>
                </a:lnTo>
                <a:lnTo>
                  <a:pt x="3189" y="1434"/>
                </a:lnTo>
                <a:lnTo>
                  <a:pt x="3124" y="1455"/>
                </a:lnTo>
                <a:lnTo>
                  <a:pt x="2996" y="1498"/>
                </a:lnTo>
                <a:lnTo>
                  <a:pt x="2632" y="1605"/>
                </a:lnTo>
                <a:lnTo>
                  <a:pt x="2525" y="1669"/>
                </a:lnTo>
                <a:lnTo>
                  <a:pt x="2418" y="1733"/>
                </a:lnTo>
                <a:lnTo>
                  <a:pt x="2290" y="1797"/>
                </a:lnTo>
                <a:lnTo>
                  <a:pt x="2204" y="1840"/>
                </a:lnTo>
                <a:lnTo>
                  <a:pt x="2162" y="1819"/>
                </a:lnTo>
                <a:lnTo>
                  <a:pt x="2140" y="1819"/>
                </a:lnTo>
                <a:lnTo>
                  <a:pt x="2076" y="1754"/>
                </a:lnTo>
                <a:lnTo>
                  <a:pt x="2076" y="1669"/>
                </a:lnTo>
                <a:lnTo>
                  <a:pt x="2076" y="1583"/>
                </a:lnTo>
                <a:lnTo>
                  <a:pt x="2119" y="1519"/>
                </a:lnTo>
                <a:lnTo>
                  <a:pt x="2162" y="1498"/>
                </a:lnTo>
                <a:lnTo>
                  <a:pt x="2226" y="1498"/>
                </a:lnTo>
                <a:lnTo>
                  <a:pt x="2290" y="1541"/>
                </a:lnTo>
                <a:lnTo>
                  <a:pt x="2376" y="1583"/>
                </a:lnTo>
                <a:lnTo>
                  <a:pt x="2483" y="1583"/>
                </a:lnTo>
                <a:lnTo>
                  <a:pt x="2525" y="1562"/>
                </a:lnTo>
                <a:lnTo>
                  <a:pt x="2547" y="1519"/>
                </a:lnTo>
                <a:lnTo>
                  <a:pt x="2568" y="1434"/>
                </a:lnTo>
                <a:lnTo>
                  <a:pt x="2590" y="1348"/>
                </a:lnTo>
                <a:lnTo>
                  <a:pt x="2611" y="1220"/>
                </a:lnTo>
                <a:lnTo>
                  <a:pt x="2632" y="1134"/>
                </a:lnTo>
                <a:lnTo>
                  <a:pt x="2675" y="1048"/>
                </a:lnTo>
                <a:lnTo>
                  <a:pt x="2761" y="963"/>
                </a:lnTo>
                <a:lnTo>
                  <a:pt x="2932" y="813"/>
                </a:lnTo>
                <a:lnTo>
                  <a:pt x="3146" y="685"/>
                </a:lnTo>
                <a:lnTo>
                  <a:pt x="3403" y="578"/>
                </a:lnTo>
                <a:lnTo>
                  <a:pt x="3659" y="535"/>
                </a:lnTo>
                <a:lnTo>
                  <a:pt x="3788" y="514"/>
                </a:lnTo>
                <a:lnTo>
                  <a:pt x="3916" y="535"/>
                </a:lnTo>
                <a:lnTo>
                  <a:pt x="4045" y="535"/>
                </a:lnTo>
                <a:lnTo>
                  <a:pt x="4173" y="578"/>
                </a:lnTo>
                <a:lnTo>
                  <a:pt x="4280" y="642"/>
                </a:lnTo>
                <a:lnTo>
                  <a:pt x="4365" y="706"/>
                </a:lnTo>
                <a:lnTo>
                  <a:pt x="4451" y="792"/>
                </a:lnTo>
                <a:lnTo>
                  <a:pt x="4537" y="920"/>
                </a:lnTo>
                <a:lnTo>
                  <a:pt x="4558" y="1006"/>
                </a:lnTo>
                <a:lnTo>
                  <a:pt x="4558" y="1113"/>
                </a:lnTo>
                <a:lnTo>
                  <a:pt x="4579" y="1220"/>
                </a:lnTo>
                <a:lnTo>
                  <a:pt x="4601" y="1262"/>
                </a:lnTo>
                <a:lnTo>
                  <a:pt x="4622" y="1284"/>
                </a:lnTo>
                <a:lnTo>
                  <a:pt x="4665" y="1305"/>
                </a:lnTo>
                <a:lnTo>
                  <a:pt x="4708" y="1305"/>
                </a:lnTo>
                <a:lnTo>
                  <a:pt x="4772" y="1284"/>
                </a:lnTo>
                <a:lnTo>
                  <a:pt x="4836" y="1220"/>
                </a:lnTo>
                <a:lnTo>
                  <a:pt x="4879" y="1155"/>
                </a:lnTo>
                <a:lnTo>
                  <a:pt x="5050" y="834"/>
                </a:lnTo>
                <a:lnTo>
                  <a:pt x="5093" y="749"/>
                </a:lnTo>
                <a:lnTo>
                  <a:pt x="5157" y="685"/>
                </a:lnTo>
                <a:lnTo>
                  <a:pt x="5221" y="642"/>
                </a:lnTo>
                <a:lnTo>
                  <a:pt x="5328" y="578"/>
                </a:lnTo>
                <a:lnTo>
                  <a:pt x="5542" y="492"/>
                </a:lnTo>
                <a:lnTo>
                  <a:pt x="5756" y="428"/>
                </a:lnTo>
                <a:lnTo>
                  <a:pt x="5970" y="385"/>
                </a:lnTo>
                <a:close/>
                <a:moveTo>
                  <a:pt x="6141" y="0"/>
                </a:moveTo>
                <a:lnTo>
                  <a:pt x="5885" y="21"/>
                </a:lnTo>
                <a:lnTo>
                  <a:pt x="5606" y="64"/>
                </a:lnTo>
                <a:lnTo>
                  <a:pt x="5478" y="107"/>
                </a:lnTo>
                <a:lnTo>
                  <a:pt x="5371" y="171"/>
                </a:lnTo>
                <a:lnTo>
                  <a:pt x="5264" y="235"/>
                </a:lnTo>
                <a:lnTo>
                  <a:pt x="5157" y="300"/>
                </a:lnTo>
                <a:lnTo>
                  <a:pt x="4986" y="492"/>
                </a:lnTo>
                <a:lnTo>
                  <a:pt x="4922" y="578"/>
                </a:lnTo>
                <a:lnTo>
                  <a:pt x="4879" y="621"/>
                </a:lnTo>
                <a:lnTo>
                  <a:pt x="4815" y="621"/>
                </a:lnTo>
                <a:lnTo>
                  <a:pt x="4729" y="599"/>
                </a:lnTo>
                <a:lnTo>
                  <a:pt x="4644" y="535"/>
                </a:lnTo>
                <a:lnTo>
                  <a:pt x="4558" y="471"/>
                </a:lnTo>
                <a:lnTo>
                  <a:pt x="4472" y="385"/>
                </a:lnTo>
                <a:lnTo>
                  <a:pt x="4365" y="321"/>
                </a:lnTo>
                <a:lnTo>
                  <a:pt x="4173" y="257"/>
                </a:lnTo>
                <a:lnTo>
                  <a:pt x="3980" y="214"/>
                </a:lnTo>
                <a:lnTo>
                  <a:pt x="3788" y="193"/>
                </a:lnTo>
                <a:lnTo>
                  <a:pt x="3595" y="193"/>
                </a:lnTo>
                <a:lnTo>
                  <a:pt x="3403" y="214"/>
                </a:lnTo>
                <a:lnTo>
                  <a:pt x="3231" y="257"/>
                </a:lnTo>
                <a:lnTo>
                  <a:pt x="3018" y="364"/>
                </a:lnTo>
                <a:lnTo>
                  <a:pt x="2825" y="492"/>
                </a:lnTo>
                <a:lnTo>
                  <a:pt x="2654" y="642"/>
                </a:lnTo>
                <a:lnTo>
                  <a:pt x="2504" y="792"/>
                </a:lnTo>
                <a:lnTo>
                  <a:pt x="2397" y="963"/>
                </a:lnTo>
                <a:lnTo>
                  <a:pt x="2354" y="1027"/>
                </a:lnTo>
                <a:lnTo>
                  <a:pt x="2269" y="1091"/>
                </a:lnTo>
                <a:lnTo>
                  <a:pt x="2204" y="1134"/>
                </a:lnTo>
                <a:lnTo>
                  <a:pt x="2119" y="1155"/>
                </a:lnTo>
                <a:lnTo>
                  <a:pt x="2033" y="1177"/>
                </a:lnTo>
                <a:lnTo>
                  <a:pt x="1948" y="1220"/>
                </a:lnTo>
                <a:lnTo>
                  <a:pt x="1862" y="1305"/>
                </a:lnTo>
                <a:lnTo>
                  <a:pt x="1798" y="1391"/>
                </a:lnTo>
                <a:lnTo>
                  <a:pt x="1755" y="1455"/>
                </a:lnTo>
                <a:lnTo>
                  <a:pt x="1712" y="1541"/>
                </a:lnTo>
                <a:lnTo>
                  <a:pt x="1712" y="1626"/>
                </a:lnTo>
                <a:lnTo>
                  <a:pt x="1712" y="1690"/>
                </a:lnTo>
                <a:lnTo>
                  <a:pt x="1734" y="1776"/>
                </a:lnTo>
                <a:lnTo>
                  <a:pt x="1777" y="1840"/>
                </a:lnTo>
                <a:lnTo>
                  <a:pt x="1819" y="1904"/>
                </a:lnTo>
                <a:lnTo>
                  <a:pt x="1884" y="1947"/>
                </a:lnTo>
                <a:lnTo>
                  <a:pt x="1948" y="1990"/>
                </a:lnTo>
                <a:lnTo>
                  <a:pt x="2033" y="2011"/>
                </a:lnTo>
                <a:lnTo>
                  <a:pt x="2119" y="2033"/>
                </a:lnTo>
                <a:lnTo>
                  <a:pt x="2311" y="2033"/>
                </a:lnTo>
                <a:lnTo>
                  <a:pt x="2418" y="2011"/>
                </a:lnTo>
                <a:lnTo>
                  <a:pt x="2632" y="1926"/>
                </a:lnTo>
                <a:lnTo>
                  <a:pt x="2761" y="1883"/>
                </a:lnTo>
                <a:lnTo>
                  <a:pt x="2846" y="1883"/>
                </a:lnTo>
                <a:lnTo>
                  <a:pt x="2889" y="1926"/>
                </a:lnTo>
                <a:lnTo>
                  <a:pt x="2932" y="2011"/>
                </a:lnTo>
                <a:lnTo>
                  <a:pt x="2975" y="2075"/>
                </a:lnTo>
                <a:lnTo>
                  <a:pt x="3018" y="2140"/>
                </a:lnTo>
                <a:lnTo>
                  <a:pt x="3189" y="2268"/>
                </a:lnTo>
                <a:lnTo>
                  <a:pt x="3403" y="2375"/>
                </a:lnTo>
                <a:lnTo>
                  <a:pt x="3510" y="2396"/>
                </a:lnTo>
                <a:lnTo>
                  <a:pt x="3766" y="2396"/>
                </a:lnTo>
                <a:lnTo>
                  <a:pt x="3873" y="2418"/>
                </a:lnTo>
                <a:lnTo>
                  <a:pt x="3916" y="2461"/>
                </a:lnTo>
                <a:lnTo>
                  <a:pt x="3938" y="2525"/>
                </a:lnTo>
                <a:lnTo>
                  <a:pt x="3980" y="2675"/>
                </a:lnTo>
                <a:lnTo>
                  <a:pt x="4023" y="2867"/>
                </a:lnTo>
                <a:lnTo>
                  <a:pt x="4066" y="2995"/>
                </a:lnTo>
                <a:lnTo>
                  <a:pt x="4173" y="3167"/>
                </a:lnTo>
                <a:lnTo>
                  <a:pt x="4323" y="3295"/>
                </a:lnTo>
                <a:lnTo>
                  <a:pt x="4472" y="3402"/>
                </a:lnTo>
                <a:lnTo>
                  <a:pt x="4665" y="3466"/>
                </a:lnTo>
                <a:lnTo>
                  <a:pt x="4793" y="3488"/>
                </a:lnTo>
                <a:lnTo>
                  <a:pt x="4922" y="3488"/>
                </a:lnTo>
                <a:lnTo>
                  <a:pt x="5050" y="3466"/>
                </a:lnTo>
                <a:lnTo>
                  <a:pt x="5178" y="3466"/>
                </a:lnTo>
                <a:lnTo>
                  <a:pt x="5264" y="3509"/>
                </a:lnTo>
                <a:lnTo>
                  <a:pt x="5350" y="3552"/>
                </a:lnTo>
                <a:lnTo>
                  <a:pt x="5521" y="3659"/>
                </a:lnTo>
                <a:lnTo>
                  <a:pt x="5735" y="3723"/>
                </a:lnTo>
                <a:lnTo>
                  <a:pt x="5949" y="3744"/>
                </a:lnTo>
                <a:lnTo>
                  <a:pt x="6056" y="3723"/>
                </a:lnTo>
                <a:lnTo>
                  <a:pt x="6163" y="3702"/>
                </a:lnTo>
                <a:lnTo>
                  <a:pt x="6270" y="3680"/>
                </a:lnTo>
                <a:lnTo>
                  <a:pt x="6377" y="3637"/>
                </a:lnTo>
                <a:lnTo>
                  <a:pt x="6441" y="3552"/>
                </a:lnTo>
                <a:lnTo>
                  <a:pt x="6526" y="3466"/>
                </a:lnTo>
                <a:lnTo>
                  <a:pt x="6591" y="3402"/>
                </a:lnTo>
                <a:lnTo>
                  <a:pt x="6676" y="3338"/>
                </a:lnTo>
                <a:lnTo>
                  <a:pt x="6762" y="3316"/>
                </a:lnTo>
                <a:lnTo>
                  <a:pt x="6869" y="3295"/>
                </a:lnTo>
                <a:lnTo>
                  <a:pt x="7083" y="3295"/>
                </a:lnTo>
                <a:lnTo>
                  <a:pt x="7297" y="3252"/>
                </a:lnTo>
                <a:lnTo>
                  <a:pt x="7468" y="3188"/>
                </a:lnTo>
                <a:lnTo>
                  <a:pt x="7639" y="3081"/>
                </a:lnTo>
                <a:lnTo>
                  <a:pt x="7810" y="2931"/>
                </a:lnTo>
                <a:lnTo>
                  <a:pt x="7874" y="2846"/>
                </a:lnTo>
                <a:lnTo>
                  <a:pt x="7939" y="2760"/>
                </a:lnTo>
                <a:lnTo>
                  <a:pt x="7981" y="2653"/>
                </a:lnTo>
                <a:lnTo>
                  <a:pt x="8003" y="2546"/>
                </a:lnTo>
                <a:lnTo>
                  <a:pt x="8003" y="2439"/>
                </a:lnTo>
                <a:lnTo>
                  <a:pt x="8003" y="2332"/>
                </a:lnTo>
                <a:lnTo>
                  <a:pt x="7981" y="2204"/>
                </a:lnTo>
                <a:lnTo>
                  <a:pt x="7960" y="2097"/>
                </a:lnTo>
                <a:lnTo>
                  <a:pt x="7896" y="2011"/>
                </a:lnTo>
                <a:lnTo>
                  <a:pt x="7832" y="1926"/>
                </a:lnTo>
                <a:lnTo>
                  <a:pt x="7767" y="1840"/>
                </a:lnTo>
                <a:lnTo>
                  <a:pt x="7746" y="1754"/>
                </a:lnTo>
                <a:lnTo>
                  <a:pt x="7746" y="1669"/>
                </a:lnTo>
                <a:lnTo>
                  <a:pt x="7767" y="1562"/>
                </a:lnTo>
                <a:lnTo>
                  <a:pt x="7810" y="1455"/>
                </a:lnTo>
                <a:lnTo>
                  <a:pt x="7810" y="1369"/>
                </a:lnTo>
                <a:lnTo>
                  <a:pt x="7810" y="1220"/>
                </a:lnTo>
                <a:lnTo>
                  <a:pt x="7789" y="1091"/>
                </a:lnTo>
                <a:lnTo>
                  <a:pt x="7746" y="963"/>
                </a:lnTo>
                <a:lnTo>
                  <a:pt x="7682" y="856"/>
                </a:lnTo>
                <a:lnTo>
                  <a:pt x="7618" y="727"/>
                </a:lnTo>
                <a:lnTo>
                  <a:pt x="7553" y="621"/>
                </a:lnTo>
                <a:lnTo>
                  <a:pt x="7361" y="449"/>
                </a:lnTo>
                <a:lnTo>
                  <a:pt x="7147" y="278"/>
                </a:lnTo>
                <a:lnTo>
                  <a:pt x="6912" y="150"/>
                </a:lnTo>
                <a:lnTo>
                  <a:pt x="6655" y="64"/>
                </a:lnTo>
                <a:lnTo>
                  <a:pt x="6398" y="21"/>
                </a:lnTo>
                <a:lnTo>
                  <a:pt x="6141" y="0"/>
                </a:lnTo>
                <a:close/>
                <a:moveTo>
                  <a:pt x="2311" y="2568"/>
                </a:moveTo>
                <a:lnTo>
                  <a:pt x="2397" y="2589"/>
                </a:lnTo>
                <a:lnTo>
                  <a:pt x="2483" y="2632"/>
                </a:lnTo>
                <a:lnTo>
                  <a:pt x="2525" y="2675"/>
                </a:lnTo>
                <a:lnTo>
                  <a:pt x="2547" y="2781"/>
                </a:lnTo>
                <a:lnTo>
                  <a:pt x="2568" y="2931"/>
                </a:lnTo>
                <a:lnTo>
                  <a:pt x="2590" y="3188"/>
                </a:lnTo>
                <a:lnTo>
                  <a:pt x="2697" y="3702"/>
                </a:lnTo>
                <a:lnTo>
                  <a:pt x="2804" y="4236"/>
                </a:lnTo>
                <a:lnTo>
                  <a:pt x="2846" y="4493"/>
                </a:lnTo>
                <a:lnTo>
                  <a:pt x="2889" y="4771"/>
                </a:lnTo>
                <a:lnTo>
                  <a:pt x="2889" y="4921"/>
                </a:lnTo>
                <a:lnTo>
                  <a:pt x="2868" y="5092"/>
                </a:lnTo>
                <a:lnTo>
                  <a:pt x="2846" y="5156"/>
                </a:lnTo>
                <a:lnTo>
                  <a:pt x="2804" y="5178"/>
                </a:lnTo>
                <a:lnTo>
                  <a:pt x="2761" y="5156"/>
                </a:lnTo>
                <a:lnTo>
                  <a:pt x="2675" y="5092"/>
                </a:lnTo>
                <a:lnTo>
                  <a:pt x="2697" y="5049"/>
                </a:lnTo>
                <a:lnTo>
                  <a:pt x="2697" y="4985"/>
                </a:lnTo>
                <a:lnTo>
                  <a:pt x="2654" y="4942"/>
                </a:lnTo>
                <a:lnTo>
                  <a:pt x="2611" y="4921"/>
                </a:lnTo>
                <a:lnTo>
                  <a:pt x="2547" y="4814"/>
                </a:lnTo>
                <a:lnTo>
                  <a:pt x="2525" y="4793"/>
                </a:lnTo>
                <a:lnTo>
                  <a:pt x="2461" y="4750"/>
                </a:lnTo>
                <a:lnTo>
                  <a:pt x="2440" y="4793"/>
                </a:lnTo>
                <a:lnTo>
                  <a:pt x="2440" y="4771"/>
                </a:lnTo>
                <a:lnTo>
                  <a:pt x="2440" y="4750"/>
                </a:lnTo>
                <a:lnTo>
                  <a:pt x="2461" y="4729"/>
                </a:lnTo>
                <a:lnTo>
                  <a:pt x="2461" y="4622"/>
                </a:lnTo>
                <a:lnTo>
                  <a:pt x="2440" y="4429"/>
                </a:lnTo>
                <a:lnTo>
                  <a:pt x="2440" y="4322"/>
                </a:lnTo>
                <a:lnTo>
                  <a:pt x="2440" y="4258"/>
                </a:lnTo>
                <a:lnTo>
                  <a:pt x="2397" y="4215"/>
                </a:lnTo>
                <a:lnTo>
                  <a:pt x="2376" y="4194"/>
                </a:lnTo>
                <a:lnTo>
                  <a:pt x="2290" y="4194"/>
                </a:lnTo>
                <a:lnTo>
                  <a:pt x="2247" y="4129"/>
                </a:lnTo>
                <a:lnTo>
                  <a:pt x="2247" y="4087"/>
                </a:lnTo>
                <a:lnTo>
                  <a:pt x="2269" y="4044"/>
                </a:lnTo>
                <a:lnTo>
                  <a:pt x="2290" y="4022"/>
                </a:lnTo>
                <a:lnTo>
                  <a:pt x="2376" y="3937"/>
                </a:lnTo>
                <a:lnTo>
                  <a:pt x="2418" y="3894"/>
                </a:lnTo>
                <a:lnTo>
                  <a:pt x="2440" y="3830"/>
                </a:lnTo>
                <a:lnTo>
                  <a:pt x="2418" y="3766"/>
                </a:lnTo>
                <a:lnTo>
                  <a:pt x="2397" y="3744"/>
                </a:lnTo>
                <a:lnTo>
                  <a:pt x="2333" y="3723"/>
                </a:lnTo>
                <a:lnTo>
                  <a:pt x="2269" y="3723"/>
                </a:lnTo>
                <a:lnTo>
                  <a:pt x="2290" y="3702"/>
                </a:lnTo>
                <a:lnTo>
                  <a:pt x="2333" y="3659"/>
                </a:lnTo>
                <a:lnTo>
                  <a:pt x="2397" y="3509"/>
                </a:lnTo>
                <a:lnTo>
                  <a:pt x="2440" y="3316"/>
                </a:lnTo>
                <a:lnTo>
                  <a:pt x="2418" y="3252"/>
                </a:lnTo>
                <a:lnTo>
                  <a:pt x="2397" y="3188"/>
                </a:lnTo>
                <a:lnTo>
                  <a:pt x="2354" y="3167"/>
                </a:lnTo>
                <a:lnTo>
                  <a:pt x="2311" y="3145"/>
                </a:lnTo>
                <a:lnTo>
                  <a:pt x="2226" y="3145"/>
                </a:lnTo>
                <a:lnTo>
                  <a:pt x="2140" y="3167"/>
                </a:lnTo>
                <a:lnTo>
                  <a:pt x="2097" y="3145"/>
                </a:lnTo>
                <a:lnTo>
                  <a:pt x="2055" y="3145"/>
                </a:lnTo>
                <a:lnTo>
                  <a:pt x="2033" y="3102"/>
                </a:lnTo>
                <a:lnTo>
                  <a:pt x="2033" y="3081"/>
                </a:lnTo>
                <a:lnTo>
                  <a:pt x="2076" y="3060"/>
                </a:lnTo>
                <a:lnTo>
                  <a:pt x="2140" y="3017"/>
                </a:lnTo>
                <a:lnTo>
                  <a:pt x="2183" y="2995"/>
                </a:lnTo>
                <a:lnTo>
                  <a:pt x="2226" y="2910"/>
                </a:lnTo>
                <a:lnTo>
                  <a:pt x="2226" y="2867"/>
                </a:lnTo>
                <a:lnTo>
                  <a:pt x="2183" y="2846"/>
                </a:lnTo>
                <a:lnTo>
                  <a:pt x="2140" y="2846"/>
                </a:lnTo>
                <a:lnTo>
                  <a:pt x="2076" y="2824"/>
                </a:lnTo>
                <a:lnTo>
                  <a:pt x="2033" y="2803"/>
                </a:lnTo>
                <a:lnTo>
                  <a:pt x="1991" y="2781"/>
                </a:lnTo>
                <a:lnTo>
                  <a:pt x="1991" y="2717"/>
                </a:lnTo>
                <a:lnTo>
                  <a:pt x="2012" y="2653"/>
                </a:lnTo>
                <a:lnTo>
                  <a:pt x="2055" y="2610"/>
                </a:lnTo>
                <a:lnTo>
                  <a:pt x="2140" y="2568"/>
                </a:lnTo>
                <a:close/>
                <a:moveTo>
                  <a:pt x="5906" y="4900"/>
                </a:moveTo>
                <a:lnTo>
                  <a:pt x="5949" y="4942"/>
                </a:lnTo>
                <a:lnTo>
                  <a:pt x="5970" y="4985"/>
                </a:lnTo>
                <a:lnTo>
                  <a:pt x="6013" y="5092"/>
                </a:lnTo>
                <a:lnTo>
                  <a:pt x="6013" y="5199"/>
                </a:lnTo>
                <a:lnTo>
                  <a:pt x="5992" y="5242"/>
                </a:lnTo>
                <a:lnTo>
                  <a:pt x="5949" y="5263"/>
                </a:lnTo>
                <a:lnTo>
                  <a:pt x="5885" y="5285"/>
                </a:lnTo>
                <a:lnTo>
                  <a:pt x="5542" y="5285"/>
                </a:lnTo>
                <a:lnTo>
                  <a:pt x="4900" y="5263"/>
                </a:lnTo>
                <a:lnTo>
                  <a:pt x="4579" y="5285"/>
                </a:lnTo>
                <a:lnTo>
                  <a:pt x="4430" y="5285"/>
                </a:lnTo>
                <a:lnTo>
                  <a:pt x="4344" y="5263"/>
                </a:lnTo>
                <a:lnTo>
                  <a:pt x="4301" y="5242"/>
                </a:lnTo>
                <a:lnTo>
                  <a:pt x="4194" y="5178"/>
                </a:lnTo>
                <a:lnTo>
                  <a:pt x="4194" y="5135"/>
                </a:lnTo>
                <a:lnTo>
                  <a:pt x="4194" y="5114"/>
                </a:lnTo>
                <a:lnTo>
                  <a:pt x="4258" y="5071"/>
                </a:lnTo>
                <a:lnTo>
                  <a:pt x="4387" y="5049"/>
                </a:lnTo>
                <a:lnTo>
                  <a:pt x="4644" y="5028"/>
                </a:lnTo>
                <a:lnTo>
                  <a:pt x="4815" y="5028"/>
                </a:lnTo>
                <a:lnTo>
                  <a:pt x="5136" y="5007"/>
                </a:lnTo>
                <a:lnTo>
                  <a:pt x="5457" y="4985"/>
                </a:lnTo>
                <a:lnTo>
                  <a:pt x="5692" y="4921"/>
                </a:lnTo>
                <a:lnTo>
                  <a:pt x="5820" y="4900"/>
                </a:lnTo>
                <a:close/>
                <a:moveTo>
                  <a:pt x="7211" y="5199"/>
                </a:moveTo>
                <a:lnTo>
                  <a:pt x="7275" y="5221"/>
                </a:lnTo>
                <a:lnTo>
                  <a:pt x="7361" y="5221"/>
                </a:lnTo>
                <a:lnTo>
                  <a:pt x="7404" y="5263"/>
                </a:lnTo>
                <a:lnTo>
                  <a:pt x="7318" y="5285"/>
                </a:lnTo>
                <a:lnTo>
                  <a:pt x="7232" y="5285"/>
                </a:lnTo>
                <a:lnTo>
                  <a:pt x="7147" y="5263"/>
                </a:lnTo>
                <a:lnTo>
                  <a:pt x="7125" y="5242"/>
                </a:lnTo>
                <a:lnTo>
                  <a:pt x="7125" y="5221"/>
                </a:lnTo>
                <a:lnTo>
                  <a:pt x="7168" y="5221"/>
                </a:lnTo>
                <a:lnTo>
                  <a:pt x="7211" y="5199"/>
                </a:lnTo>
                <a:close/>
                <a:moveTo>
                  <a:pt x="2911" y="5263"/>
                </a:moveTo>
                <a:lnTo>
                  <a:pt x="2932" y="5306"/>
                </a:lnTo>
                <a:lnTo>
                  <a:pt x="2889" y="5328"/>
                </a:lnTo>
                <a:lnTo>
                  <a:pt x="2868" y="5306"/>
                </a:lnTo>
                <a:lnTo>
                  <a:pt x="2889" y="5263"/>
                </a:lnTo>
                <a:close/>
                <a:moveTo>
                  <a:pt x="7019" y="6504"/>
                </a:moveTo>
                <a:lnTo>
                  <a:pt x="7061" y="6547"/>
                </a:lnTo>
                <a:lnTo>
                  <a:pt x="7083" y="6611"/>
                </a:lnTo>
                <a:lnTo>
                  <a:pt x="7104" y="6676"/>
                </a:lnTo>
                <a:lnTo>
                  <a:pt x="7083" y="6718"/>
                </a:lnTo>
                <a:lnTo>
                  <a:pt x="7061" y="6740"/>
                </a:lnTo>
                <a:lnTo>
                  <a:pt x="7040" y="6740"/>
                </a:lnTo>
                <a:lnTo>
                  <a:pt x="7019" y="6718"/>
                </a:lnTo>
                <a:lnTo>
                  <a:pt x="6997" y="6633"/>
                </a:lnTo>
                <a:lnTo>
                  <a:pt x="6997" y="6569"/>
                </a:lnTo>
                <a:lnTo>
                  <a:pt x="7019" y="6504"/>
                </a:lnTo>
                <a:close/>
                <a:moveTo>
                  <a:pt x="5949" y="6483"/>
                </a:moveTo>
                <a:lnTo>
                  <a:pt x="6013" y="6526"/>
                </a:lnTo>
                <a:lnTo>
                  <a:pt x="6034" y="6569"/>
                </a:lnTo>
                <a:lnTo>
                  <a:pt x="6056" y="6633"/>
                </a:lnTo>
                <a:lnTo>
                  <a:pt x="6056" y="6697"/>
                </a:lnTo>
                <a:lnTo>
                  <a:pt x="6034" y="6740"/>
                </a:lnTo>
                <a:lnTo>
                  <a:pt x="5992" y="6761"/>
                </a:lnTo>
                <a:lnTo>
                  <a:pt x="5927" y="6782"/>
                </a:lnTo>
                <a:lnTo>
                  <a:pt x="5863" y="6761"/>
                </a:lnTo>
                <a:lnTo>
                  <a:pt x="5799" y="6740"/>
                </a:lnTo>
                <a:lnTo>
                  <a:pt x="5778" y="6697"/>
                </a:lnTo>
                <a:lnTo>
                  <a:pt x="5756" y="6654"/>
                </a:lnTo>
                <a:lnTo>
                  <a:pt x="5756" y="6590"/>
                </a:lnTo>
                <a:lnTo>
                  <a:pt x="5778" y="6547"/>
                </a:lnTo>
                <a:lnTo>
                  <a:pt x="5820" y="6504"/>
                </a:lnTo>
                <a:lnTo>
                  <a:pt x="5885" y="6483"/>
                </a:lnTo>
                <a:close/>
                <a:moveTo>
                  <a:pt x="4708" y="6440"/>
                </a:moveTo>
                <a:lnTo>
                  <a:pt x="4772" y="6462"/>
                </a:lnTo>
                <a:lnTo>
                  <a:pt x="4793" y="6526"/>
                </a:lnTo>
                <a:lnTo>
                  <a:pt x="4772" y="6590"/>
                </a:lnTo>
                <a:lnTo>
                  <a:pt x="4729" y="6654"/>
                </a:lnTo>
                <a:lnTo>
                  <a:pt x="4601" y="6782"/>
                </a:lnTo>
                <a:lnTo>
                  <a:pt x="4558" y="6847"/>
                </a:lnTo>
                <a:lnTo>
                  <a:pt x="4537" y="6825"/>
                </a:lnTo>
                <a:lnTo>
                  <a:pt x="4537" y="6804"/>
                </a:lnTo>
                <a:lnTo>
                  <a:pt x="4558" y="6697"/>
                </a:lnTo>
                <a:lnTo>
                  <a:pt x="4601" y="6547"/>
                </a:lnTo>
                <a:lnTo>
                  <a:pt x="4622" y="6526"/>
                </a:lnTo>
                <a:lnTo>
                  <a:pt x="4622" y="6504"/>
                </a:lnTo>
                <a:lnTo>
                  <a:pt x="4601" y="6462"/>
                </a:lnTo>
                <a:lnTo>
                  <a:pt x="4601" y="6440"/>
                </a:lnTo>
                <a:close/>
                <a:moveTo>
                  <a:pt x="7019" y="6205"/>
                </a:moveTo>
                <a:lnTo>
                  <a:pt x="6783" y="6248"/>
                </a:lnTo>
                <a:lnTo>
                  <a:pt x="6698" y="6290"/>
                </a:lnTo>
                <a:lnTo>
                  <a:pt x="6655" y="6312"/>
                </a:lnTo>
                <a:lnTo>
                  <a:pt x="6633" y="6355"/>
                </a:lnTo>
                <a:lnTo>
                  <a:pt x="6612" y="6440"/>
                </a:lnTo>
                <a:lnTo>
                  <a:pt x="6633" y="6569"/>
                </a:lnTo>
                <a:lnTo>
                  <a:pt x="6676" y="6782"/>
                </a:lnTo>
                <a:lnTo>
                  <a:pt x="6698" y="6868"/>
                </a:lnTo>
                <a:lnTo>
                  <a:pt x="6762" y="6954"/>
                </a:lnTo>
                <a:lnTo>
                  <a:pt x="6826" y="7018"/>
                </a:lnTo>
                <a:lnTo>
                  <a:pt x="6912" y="7061"/>
                </a:lnTo>
                <a:lnTo>
                  <a:pt x="6997" y="7082"/>
                </a:lnTo>
                <a:lnTo>
                  <a:pt x="7104" y="7103"/>
                </a:lnTo>
                <a:lnTo>
                  <a:pt x="7211" y="7103"/>
                </a:lnTo>
                <a:lnTo>
                  <a:pt x="7297" y="7082"/>
                </a:lnTo>
                <a:lnTo>
                  <a:pt x="7382" y="7039"/>
                </a:lnTo>
                <a:lnTo>
                  <a:pt x="7446" y="6975"/>
                </a:lnTo>
                <a:lnTo>
                  <a:pt x="7468" y="6911"/>
                </a:lnTo>
                <a:lnTo>
                  <a:pt x="7468" y="6847"/>
                </a:lnTo>
                <a:lnTo>
                  <a:pt x="7446" y="6654"/>
                </a:lnTo>
                <a:lnTo>
                  <a:pt x="7382" y="6483"/>
                </a:lnTo>
                <a:lnTo>
                  <a:pt x="7339" y="6333"/>
                </a:lnTo>
                <a:lnTo>
                  <a:pt x="7318" y="6290"/>
                </a:lnTo>
                <a:lnTo>
                  <a:pt x="7275" y="6269"/>
                </a:lnTo>
                <a:lnTo>
                  <a:pt x="7168" y="6226"/>
                </a:lnTo>
                <a:lnTo>
                  <a:pt x="7019" y="6205"/>
                </a:lnTo>
                <a:close/>
                <a:moveTo>
                  <a:pt x="5842" y="6141"/>
                </a:moveTo>
                <a:lnTo>
                  <a:pt x="5735" y="6162"/>
                </a:lnTo>
                <a:lnTo>
                  <a:pt x="5606" y="6183"/>
                </a:lnTo>
                <a:lnTo>
                  <a:pt x="5499" y="6248"/>
                </a:lnTo>
                <a:lnTo>
                  <a:pt x="5414" y="6312"/>
                </a:lnTo>
                <a:lnTo>
                  <a:pt x="5371" y="6397"/>
                </a:lnTo>
                <a:lnTo>
                  <a:pt x="5371" y="6526"/>
                </a:lnTo>
                <a:lnTo>
                  <a:pt x="5414" y="6782"/>
                </a:lnTo>
                <a:lnTo>
                  <a:pt x="5457" y="6932"/>
                </a:lnTo>
                <a:lnTo>
                  <a:pt x="5499" y="7018"/>
                </a:lnTo>
                <a:lnTo>
                  <a:pt x="5542" y="7061"/>
                </a:lnTo>
                <a:lnTo>
                  <a:pt x="5585" y="7082"/>
                </a:lnTo>
                <a:lnTo>
                  <a:pt x="5713" y="7103"/>
                </a:lnTo>
                <a:lnTo>
                  <a:pt x="5949" y="7103"/>
                </a:lnTo>
                <a:lnTo>
                  <a:pt x="5992" y="7125"/>
                </a:lnTo>
                <a:lnTo>
                  <a:pt x="6120" y="7103"/>
                </a:lnTo>
                <a:lnTo>
                  <a:pt x="6227" y="7103"/>
                </a:lnTo>
                <a:lnTo>
                  <a:pt x="6312" y="7082"/>
                </a:lnTo>
                <a:lnTo>
                  <a:pt x="6377" y="7018"/>
                </a:lnTo>
                <a:lnTo>
                  <a:pt x="6419" y="6932"/>
                </a:lnTo>
                <a:lnTo>
                  <a:pt x="6419" y="6847"/>
                </a:lnTo>
                <a:lnTo>
                  <a:pt x="6419" y="6761"/>
                </a:lnTo>
                <a:lnTo>
                  <a:pt x="6398" y="6547"/>
                </a:lnTo>
                <a:lnTo>
                  <a:pt x="6355" y="6376"/>
                </a:lnTo>
                <a:lnTo>
                  <a:pt x="6312" y="6290"/>
                </a:lnTo>
                <a:lnTo>
                  <a:pt x="6248" y="6226"/>
                </a:lnTo>
                <a:lnTo>
                  <a:pt x="6184" y="6183"/>
                </a:lnTo>
                <a:lnTo>
                  <a:pt x="6077" y="6162"/>
                </a:lnTo>
                <a:lnTo>
                  <a:pt x="5842" y="6141"/>
                </a:lnTo>
                <a:close/>
                <a:moveTo>
                  <a:pt x="4622" y="6098"/>
                </a:moveTo>
                <a:lnTo>
                  <a:pt x="4494" y="6119"/>
                </a:lnTo>
                <a:lnTo>
                  <a:pt x="4387" y="6141"/>
                </a:lnTo>
                <a:lnTo>
                  <a:pt x="4280" y="6183"/>
                </a:lnTo>
                <a:lnTo>
                  <a:pt x="4194" y="6248"/>
                </a:lnTo>
                <a:lnTo>
                  <a:pt x="4130" y="6333"/>
                </a:lnTo>
                <a:lnTo>
                  <a:pt x="4087" y="6462"/>
                </a:lnTo>
                <a:lnTo>
                  <a:pt x="4087" y="6590"/>
                </a:lnTo>
                <a:lnTo>
                  <a:pt x="4109" y="6868"/>
                </a:lnTo>
                <a:lnTo>
                  <a:pt x="4130" y="6954"/>
                </a:lnTo>
                <a:lnTo>
                  <a:pt x="4173" y="7039"/>
                </a:lnTo>
                <a:lnTo>
                  <a:pt x="4237" y="7082"/>
                </a:lnTo>
                <a:lnTo>
                  <a:pt x="4323" y="7125"/>
                </a:lnTo>
                <a:lnTo>
                  <a:pt x="4430" y="7146"/>
                </a:lnTo>
                <a:lnTo>
                  <a:pt x="4579" y="7168"/>
                </a:lnTo>
                <a:lnTo>
                  <a:pt x="4601" y="7146"/>
                </a:lnTo>
                <a:lnTo>
                  <a:pt x="4644" y="7146"/>
                </a:lnTo>
                <a:lnTo>
                  <a:pt x="4793" y="7168"/>
                </a:lnTo>
                <a:lnTo>
                  <a:pt x="5072" y="7168"/>
                </a:lnTo>
                <a:lnTo>
                  <a:pt x="5114" y="7125"/>
                </a:lnTo>
                <a:lnTo>
                  <a:pt x="5136" y="7103"/>
                </a:lnTo>
                <a:lnTo>
                  <a:pt x="5178" y="6996"/>
                </a:lnTo>
                <a:lnTo>
                  <a:pt x="5178" y="6889"/>
                </a:lnTo>
                <a:lnTo>
                  <a:pt x="5157" y="6782"/>
                </a:lnTo>
                <a:lnTo>
                  <a:pt x="5136" y="6526"/>
                </a:lnTo>
                <a:lnTo>
                  <a:pt x="5136" y="6419"/>
                </a:lnTo>
                <a:lnTo>
                  <a:pt x="5093" y="6333"/>
                </a:lnTo>
                <a:lnTo>
                  <a:pt x="5050" y="6248"/>
                </a:lnTo>
                <a:lnTo>
                  <a:pt x="4986" y="6183"/>
                </a:lnTo>
                <a:lnTo>
                  <a:pt x="4879" y="6141"/>
                </a:lnTo>
                <a:lnTo>
                  <a:pt x="4751" y="6098"/>
                </a:lnTo>
                <a:close/>
                <a:moveTo>
                  <a:pt x="3510" y="6248"/>
                </a:moveTo>
                <a:lnTo>
                  <a:pt x="3231" y="6290"/>
                </a:lnTo>
                <a:lnTo>
                  <a:pt x="3082" y="6312"/>
                </a:lnTo>
                <a:lnTo>
                  <a:pt x="2975" y="6355"/>
                </a:lnTo>
                <a:lnTo>
                  <a:pt x="2911" y="6397"/>
                </a:lnTo>
                <a:lnTo>
                  <a:pt x="2868" y="6440"/>
                </a:lnTo>
                <a:lnTo>
                  <a:pt x="2846" y="6483"/>
                </a:lnTo>
                <a:lnTo>
                  <a:pt x="2846" y="6526"/>
                </a:lnTo>
                <a:lnTo>
                  <a:pt x="2825" y="6654"/>
                </a:lnTo>
                <a:lnTo>
                  <a:pt x="2846" y="6761"/>
                </a:lnTo>
                <a:lnTo>
                  <a:pt x="2825" y="6782"/>
                </a:lnTo>
                <a:lnTo>
                  <a:pt x="2825" y="6825"/>
                </a:lnTo>
                <a:lnTo>
                  <a:pt x="2825" y="6932"/>
                </a:lnTo>
                <a:lnTo>
                  <a:pt x="2889" y="7146"/>
                </a:lnTo>
                <a:lnTo>
                  <a:pt x="2975" y="7210"/>
                </a:lnTo>
                <a:lnTo>
                  <a:pt x="3060" y="7253"/>
                </a:lnTo>
                <a:lnTo>
                  <a:pt x="3274" y="7253"/>
                </a:lnTo>
                <a:lnTo>
                  <a:pt x="3403" y="7232"/>
                </a:lnTo>
                <a:lnTo>
                  <a:pt x="3574" y="7168"/>
                </a:lnTo>
                <a:lnTo>
                  <a:pt x="3724" y="7082"/>
                </a:lnTo>
                <a:lnTo>
                  <a:pt x="3766" y="7039"/>
                </a:lnTo>
                <a:lnTo>
                  <a:pt x="3788" y="6996"/>
                </a:lnTo>
                <a:lnTo>
                  <a:pt x="3809" y="6889"/>
                </a:lnTo>
                <a:lnTo>
                  <a:pt x="3788" y="6761"/>
                </a:lnTo>
                <a:lnTo>
                  <a:pt x="3745" y="6526"/>
                </a:lnTo>
                <a:lnTo>
                  <a:pt x="3724" y="6397"/>
                </a:lnTo>
                <a:lnTo>
                  <a:pt x="3702" y="6312"/>
                </a:lnTo>
                <a:lnTo>
                  <a:pt x="3638" y="6269"/>
                </a:lnTo>
                <a:lnTo>
                  <a:pt x="3510" y="6248"/>
                </a:lnTo>
                <a:close/>
                <a:moveTo>
                  <a:pt x="7446" y="5713"/>
                </a:moveTo>
                <a:lnTo>
                  <a:pt x="7575" y="5734"/>
                </a:lnTo>
                <a:lnTo>
                  <a:pt x="7660" y="5777"/>
                </a:lnTo>
                <a:lnTo>
                  <a:pt x="7725" y="5841"/>
                </a:lnTo>
                <a:lnTo>
                  <a:pt x="7746" y="5884"/>
                </a:lnTo>
                <a:lnTo>
                  <a:pt x="7746" y="5948"/>
                </a:lnTo>
                <a:lnTo>
                  <a:pt x="7746" y="6098"/>
                </a:lnTo>
                <a:lnTo>
                  <a:pt x="7703" y="6355"/>
                </a:lnTo>
                <a:lnTo>
                  <a:pt x="7682" y="6889"/>
                </a:lnTo>
                <a:lnTo>
                  <a:pt x="7703" y="7424"/>
                </a:lnTo>
                <a:lnTo>
                  <a:pt x="7703" y="7703"/>
                </a:lnTo>
                <a:lnTo>
                  <a:pt x="7703" y="7981"/>
                </a:lnTo>
                <a:lnTo>
                  <a:pt x="7682" y="8109"/>
                </a:lnTo>
                <a:lnTo>
                  <a:pt x="7660" y="8152"/>
                </a:lnTo>
                <a:lnTo>
                  <a:pt x="7639" y="8173"/>
                </a:lnTo>
                <a:lnTo>
                  <a:pt x="7553" y="8195"/>
                </a:lnTo>
                <a:lnTo>
                  <a:pt x="6013" y="8195"/>
                </a:lnTo>
                <a:lnTo>
                  <a:pt x="5863" y="8216"/>
                </a:lnTo>
                <a:lnTo>
                  <a:pt x="4194" y="8216"/>
                </a:lnTo>
                <a:lnTo>
                  <a:pt x="3809" y="8237"/>
                </a:lnTo>
                <a:lnTo>
                  <a:pt x="3424" y="8259"/>
                </a:lnTo>
                <a:lnTo>
                  <a:pt x="3338" y="8259"/>
                </a:lnTo>
                <a:lnTo>
                  <a:pt x="3231" y="8216"/>
                </a:lnTo>
                <a:lnTo>
                  <a:pt x="3189" y="8195"/>
                </a:lnTo>
                <a:lnTo>
                  <a:pt x="3167" y="8152"/>
                </a:lnTo>
                <a:lnTo>
                  <a:pt x="3146" y="8130"/>
                </a:lnTo>
                <a:lnTo>
                  <a:pt x="3082" y="8109"/>
                </a:lnTo>
                <a:lnTo>
                  <a:pt x="3060" y="8130"/>
                </a:lnTo>
                <a:lnTo>
                  <a:pt x="3018" y="8152"/>
                </a:lnTo>
                <a:lnTo>
                  <a:pt x="2932" y="8237"/>
                </a:lnTo>
                <a:lnTo>
                  <a:pt x="2889" y="8280"/>
                </a:lnTo>
                <a:lnTo>
                  <a:pt x="2846" y="8302"/>
                </a:lnTo>
                <a:lnTo>
                  <a:pt x="2804" y="8302"/>
                </a:lnTo>
                <a:lnTo>
                  <a:pt x="2761" y="8259"/>
                </a:lnTo>
                <a:lnTo>
                  <a:pt x="2761" y="8237"/>
                </a:lnTo>
                <a:lnTo>
                  <a:pt x="2782" y="8195"/>
                </a:lnTo>
                <a:lnTo>
                  <a:pt x="2846" y="8109"/>
                </a:lnTo>
                <a:lnTo>
                  <a:pt x="2868" y="8045"/>
                </a:lnTo>
                <a:lnTo>
                  <a:pt x="2889" y="8002"/>
                </a:lnTo>
                <a:lnTo>
                  <a:pt x="2868" y="7981"/>
                </a:lnTo>
                <a:lnTo>
                  <a:pt x="2804" y="7938"/>
                </a:lnTo>
                <a:lnTo>
                  <a:pt x="2418" y="8173"/>
                </a:lnTo>
                <a:lnTo>
                  <a:pt x="2290" y="8259"/>
                </a:lnTo>
                <a:lnTo>
                  <a:pt x="2162" y="8323"/>
                </a:lnTo>
                <a:lnTo>
                  <a:pt x="2076" y="8344"/>
                </a:lnTo>
                <a:lnTo>
                  <a:pt x="2055" y="8344"/>
                </a:lnTo>
                <a:lnTo>
                  <a:pt x="2033" y="8323"/>
                </a:lnTo>
                <a:lnTo>
                  <a:pt x="2055" y="8280"/>
                </a:lnTo>
                <a:lnTo>
                  <a:pt x="2076" y="8237"/>
                </a:lnTo>
                <a:lnTo>
                  <a:pt x="2162" y="8173"/>
                </a:lnTo>
                <a:lnTo>
                  <a:pt x="2226" y="8088"/>
                </a:lnTo>
                <a:lnTo>
                  <a:pt x="2247" y="8023"/>
                </a:lnTo>
                <a:lnTo>
                  <a:pt x="2247" y="7981"/>
                </a:lnTo>
                <a:lnTo>
                  <a:pt x="2226" y="7938"/>
                </a:lnTo>
                <a:lnTo>
                  <a:pt x="2204" y="7895"/>
                </a:lnTo>
                <a:lnTo>
                  <a:pt x="2119" y="7895"/>
                </a:lnTo>
                <a:lnTo>
                  <a:pt x="2033" y="7916"/>
                </a:lnTo>
                <a:lnTo>
                  <a:pt x="1948" y="7959"/>
                </a:lnTo>
                <a:lnTo>
                  <a:pt x="1798" y="8066"/>
                </a:lnTo>
                <a:lnTo>
                  <a:pt x="1584" y="8216"/>
                </a:lnTo>
                <a:lnTo>
                  <a:pt x="1477" y="8302"/>
                </a:lnTo>
                <a:lnTo>
                  <a:pt x="1391" y="8323"/>
                </a:lnTo>
                <a:lnTo>
                  <a:pt x="1349" y="8323"/>
                </a:lnTo>
                <a:lnTo>
                  <a:pt x="1349" y="8280"/>
                </a:lnTo>
                <a:lnTo>
                  <a:pt x="1349" y="8237"/>
                </a:lnTo>
                <a:lnTo>
                  <a:pt x="1370" y="8173"/>
                </a:lnTo>
                <a:lnTo>
                  <a:pt x="1477" y="8109"/>
                </a:lnTo>
                <a:lnTo>
                  <a:pt x="1691" y="7916"/>
                </a:lnTo>
                <a:lnTo>
                  <a:pt x="1798" y="7831"/>
                </a:lnTo>
                <a:lnTo>
                  <a:pt x="1862" y="7724"/>
                </a:lnTo>
                <a:lnTo>
                  <a:pt x="1862" y="7703"/>
                </a:lnTo>
                <a:lnTo>
                  <a:pt x="1862" y="7660"/>
                </a:lnTo>
                <a:lnTo>
                  <a:pt x="1819" y="7617"/>
                </a:lnTo>
                <a:lnTo>
                  <a:pt x="1777" y="7596"/>
                </a:lnTo>
                <a:lnTo>
                  <a:pt x="1712" y="7596"/>
                </a:lnTo>
                <a:lnTo>
                  <a:pt x="1627" y="7638"/>
                </a:lnTo>
                <a:lnTo>
                  <a:pt x="1391" y="7767"/>
                </a:lnTo>
                <a:lnTo>
                  <a:pt x="1284" y="7788"/>
                </a:lnTo>
                <a:lnTo>
                  <a:pt x="1199" y="7809"/>
                </a:lnTo>
                <a:lnTo>
                  <a:pt x="1177" y="7788"/>
                </a:lnTo>
                <a:lnTo>
                  <a:pt x="1156" y="7745"/>
                </a:lnTo>
                <a:lnTo>
                  <a:pt x="1199" y="7638"/>
                </a:lnTo>
                <a:lnTo>
                  <a:pt x="1242" y="7553"/>
                </a:lnTo>
                <a:lnTo>
                  <a:pt x="1327" y="7489"/>
                </a:lnTo>
                <a:lnTo>
                  <a:pt x="1541" y="7360"/>
                </a:lnTo>
                <a:lnTo>
                  <a:pt x="1648" y="7317"/>
                </a:lnTo>
                <a:lnTo>
                  <a:pt x="1734" y="7253"/>
                </a:lnTo>
                <a:lnTo>
                  <a:pt x="1819" y="7168"/>
                </a:lnTo>
                <a:lnTo>
                  <a:pt x="1884" y="7082"/>
                </a:lnTo>
                <a:lnTo>
                  <a:pt x="1905" y="6975"/>
                </a:lnTo>
                <a:lnTo>
                  <a:pt x="1884" y="6911"/>
                </a:lnTo>
                <a:lnTo>
                  <a:pt x="1841" y="6868"/>
                </a:lnTo>
                <a:lnTo>
                  <a:pt x="1691" y="6868"/>
                </a:lnTo>
                <a:lnTo>
                  <a:pt x="1605" y="6911"/>
                </a:lnTo>
                <a:lnTo>
                  <a:pt x="1456" y="6975"/>
                </a:lnTo>
                <a:lnTo>
                  <a:pt x="1306" y="7125"/>
                </a:lnTo>
                <a:lnTo>
                  <a:pt x="1199" y="7168"/>
                </a:lnTo>
                <a:lnTo>
                  <a:pt x="1177" y="7168"/>
                </a:lnTo>
                <a:lnTo>
                  <a:pt x="1135" y="7146"/>
                </a:lnTo>
                <a:lnTo>
                  <a:pt x="1113" y="7103"/>
                </a:lnTo>
                <a:lnTo>
                  <a:pt x="1113" y="7082"/>
                </a:lnTo>
                <a:lnTo>
                  <a:pt x="1156" y="7018"/>
                </a:lnTo>
                <a:lnTo>
                  <a:pt x="1284" y="6911"/>
                </a:lnTo>
                <a:lnTo>
                  <a:pt x="1391" y="6804"/>
                </a:lnTo>
                <a:lnTo>
                  <a:pt x="1520" y="6676"/>
                </a:lnTo>
                <a:lnTo>
                  <a:pt x="1563" y="6611"/>
                </a:lnTo>
                <a:lnTo>
                  <a:pt x="1584" y="6547"/>
                </a:lnTo>
                <a:lnTo>
                  <a:pt x="1563" y="6483"/>
                </a:lnTo>
                <a:lnTo>
                  <a:pt x="1498" y="6440"/>
                </a:lnTo>
                <a:lnTo>
                  <a:pt x="1413" y="6419"/>
                </a:lnTo>
                <a:lnTo>
                  <a:pt x="1327" y="6440"/>
                </a:lnTo>
                <a:lnTo>
                  <a:pt x="1199" y="6526"/>
                </a:lnTo>
                <a:lnTo>
                  <a:pt x="1156" y="6547"/>
                </a:lnTo>
                <a:lnTo>
                  <a:pt x="1113" y="6547"/>
                </a:lnTo>
                <a:lnTo>
                  <a:pt x="1071" y="6504"/>
                </a:lnTo>
                <a:lnTo>
                  <a:pt x="1028" y="6397"/>
                </a:lnTo>
                <a:lnTo>
                  <a:pt x="964" y="6141"/>
                </a:lnTo>
                <a:lnTo>
                  <a:pt x="942" y="6012"/>
                </a:lnTo>
                <a:lnTo>
                  <a:pt x="921" y="5905"/>
                </a:lnTo>
                <a:lnTo>
                  <a:pt x="942" y="5841"/>
                </a:lnTo>
                <a:lnTo>
                  <a:pt x="964" y="5798"/>
                </a:lnTo>
                <a:lnTo>
                  <a:pt x="1071" y="5777"/>
                </a:lnTo>
                <a:lnTo>
                  <a:pt x="1327" y="5756"/>
                </a:lnTo>
                <a:lnTo>
                  <a:pt x="1584" y="5777"/>
                </a:lnTo>
                <a:lnTo>
                  <a:pt x="1862" y="5798"/>
                </a:lnTo>
                <a:lnTo>
                  <a:pt x="2119" y="5798"/>
                </a:lnTo>
                <a:lnTo>
                  <a:pt x="2697" y="5777"/>
                </a:lnTo>
                <a:lnTo>
                  <a:pt x="3274" y="5734"/>
                </a:lnTo>
                <a:lnTo>
                  <a:pt x="3873" y="5713"/>
                </a:lnTo>
                <a:close/>
                <a:moveTo>
                  <a:pt x="2440" y="2161"/>
                </a:moveTo>
                <a:lnTo>
                  <a:pt x="2226" y="2182"/>
                </a:lnTo>
                <a:lnTo>
                  <a:pt x="2012" y="2225"/>
                </a:lnTo>
                <a:lnTo>
                  <a:pt x="1862" y="2289"/>
                </a:lnTo>
                <a:lnTo>
                  <a:pt x="1798" y="2332"/>
                </a:lnTo>
                <a:lnTo>
                  <a:pt x="1755" y="2418"/>
                </a:lnTo>
                <a:lnTo>
                  <a:pt x="1712" y="2482"/>
                </a:lnTo>
                <a:lnTo>
                  <a:pt x="1712" y="2589"/>
                </a:lnTo>
                <a:lnTo>
                  <a:pt x="1691" y="2781"/>
                </a:lnTo>
                <a:lnTo>
                  <a:pt x="1691" y="2931"/>
                </a:lnTo>
                <a:lnTo>
                  <a:pt x="1627" y="3851"/>
                </a:lnTo>
                <a:lnTo>
                  <a:pt x="1563" y="4771"/>
                </a:lnTo>
                <a:lnTo>
                  <a:pt x="1563" y="5092"/>
                </a:lnTo>
                <a:lnTo>
                  <a:pt x="1541" y="5263"/>
                </a:lnTo>
                <a:lnTo>
                  <a:pt x="1520" y="5328"/>
                </a:lnTo>
                <a:lnTo>
                  <a:pt x="1477" y="5392"/>
                </a:lnTo>
                <a:lnTo>
                  <a:pt x="1391" y="5435"/>
                </a:lnTo>
                <a:lnTo>
                  <a:pt x="1092" y="5435"/>
                </a:lnTo>
                <a:lnTo>
                  <a:pt x="857" y="5413"/>
                </a:lnTo>
                <a:lnTo>
                  <a:pt x="750" y="5435"/>
                </a:lnTo>
                <a:lnTo>
                  <a:pt x="664" y="5477"/>
                </a:lnTo>
                <a:lnTo>
                  <a:pt x="600" y="5520"/>
                </a:lnTo>
                <a:lnTo>
                  <a:pt x="578" y="5584"/>
                </a:lnTo>
                <a:lnTo>
                  <a:pt x="557" y="5670"/>
                </a:lnTo>
                <a:lnTo>
                  <a:pt x="578" y="5756"/>
                </a:lnTo>
                <a:lnTo>
                  <a:pt x="600" y="5927"/>
                </a:lnTo>
                <a:lnTo>
                  <a:pt x="643" y="6098"/>
                </a:lnTo>
                <a:lnTo>
                  <a:pt x="707" y="6504"/>
                </a:lnTo>
                <a:lnTo>
                  <a:pt x="750" y="6932"/>
                </a:lnTo>
                <a:lnTo>
                  <a:pt x="835" y="7874"/>
                </a:lnTo>
                <a:lnTo>
                  <a:pt x="878" y="8109"/>
                </a:lnTo>
                <a:lnTo>
                  <a:pt x="899" y="8237"/>
                </a:lnTo>
                <a:lnTo>
                  <a:pt x="899" y="8323"/>
                </a:lnTo>
                <a:lnTo>
                  <a:pt x="878" y="8387"/>
                </a:lnTo>
                <a:lnTo>
                  <a:pt x="857" y="8409"/>
                </a:lnTo>
                <a:lnTo>
                  <a:pt x="750" y="8430"/>
                </a:lnTo>
                <a:lnTo>
                  <a:pt x="600" y="8451"/>
                </a:lnTo>
                <a:lnTo>
                  <a:pt x="364" y="8473"/>
                </a:lnTo>
                <a:lnTo>
                  <a:pt x="150" y="8494"/>
                </a:lnTo>
                <a:lnTo>
                  <a:pt x="86" y="8516"/>
                </a:lnTo>
                <a:lnTo>
                  <a:pt x="44" y="8558"/>
                </a:lnTo>
                <a:lnTo>
                  <a:pt x="1" y="8644"/>
                </a:lnTo>
                <a:lnTo>
                  <a:pt x="22" y="8687"/>
                </a:lnTo>
                <a:lnTo>
                  <a:pt x="65" y="8730"/>
                </a:lnTo>
                <a:lnTo>
                  <a:pt x="150" y="8751"/>
                </a:lnTo>
                <a:lnTo>
                  <a:pt x="343" y="8772"/>
                </a:lnTo>
                <a:lnTo>
                  <a:pt x="493" y="8772"/>
                </a:lnTo>
                <a:lnTo>
                  <a:pt x="1349" y="8730"/>
                </a:lnTo>
                <a:lnTo>
                  <a:pt x="2204" y="8665"/>
                </a:lnTo>
                <a:lnTo>
                  <a:pt x="3082" y="8623"/>
                </a:lnTo>
                <a:lnTo>
                  <a:pt x="3938" y="8601"/>
                </a:lnTo>
                <a:lnTo>
                  <a:pt x="5799" y="8623"/>
                </a:lnTo>
                <a:lnTo>
                  <a:pt x="7660" y="8623"/>
                </a:lnTo>
                <a:lnTo>
                  <a:pt x="7917" y="8644"/>
                </a:lnTo>
                <a:lnTo>
                  <a:pt x="8431" y="8644"/>
                </a:lnTo>
                <a:lnTo>
                  <a:pt x="8687" y="8601"/>
                </a:lnTo>
                <a:lnTo>
                  <a:pt x="8794" y="8580"/>
                </a:lnTo>
                <a:lnTo>
                  <a:pt x="8880" y="8537"/>
                </a:lnTo>
                <a:lnTo>
                  <a:pt x="8923" y="8494"/>
                </a:lnTo>
                <a:lnTo>
                  <a:pt x="8944" y="8430"/>
                </a:lnTo>
                <a:lnTo>
                  <a:pt x="8923" y="8366"/>
                </a:lnTo>
                <a:lnTo>
                  <a:pt x="8859" y="8280"/>
                </a:lnTo>
                <a:lnTo>
                  <a:pt x="8794" y="8216"/>
                </a:lnTo>
                <a:lnTo>
                  <a:pt x="8709" y="8195"/>
                </a:lnTo>
                <a:lnTo>
                  <a:pt x="8602" y="8195"/>
                </a:lnTo>
                <a:lnTo>
                  <a:pt x="8495" y="8216"/>
                </a:lnTo>
                <a:lnTo>
                  <a:pt x="8302" y="8237"/>
                </a:lnTo>
                <a:lnTo>
                  <a:pt x="8217" y="8216"/>
                </a:lnTo>
                <a:lnTo>
                  <a:pt x="8152" y="8173"/>
                </a:lnTo>
                <a:lnTo>
                  <a:pt x="8110" y="8109"/>
                </a:lnTo>
                <a:lnTo>
                  <a:pt x="8088" y="8002"/>
                </a:lnTo>
                <a:lnTo>
                  <a:pt x="8088" y="7724"/>
                </a:lnTo>
                <a:lnTo>
                  <a:pt x="8110" y="7253"/>
                </a:lnTo>
                <a:lnTo>
                  <a:pt x="8131" y="6290"/>
                </a:lnTo>
                <a:lnTo>
                  <a:pt x="8174" y="5841"/>
                </a:lnTo>
                <a:lnTo>
                  <a:pt x="8174" y="5713"/>
                </a:lnTo>
                <a:lnTo>
                  <a:pt x="8174" y="5606"/>
                </a:lnTo>
                <a:lnTo>
                  <a:pt x="8131" y="5499"/>
                </a:lnTo>
                <a:lnTo>
                  <a:pt x="8088" y="5413"/>
                </a:lnTo>
                <a:lnTo>
                  <a:pt x="8003" y="5392"/>
                </a:lnTo>
                <a:lnTo>
                  <a:pt x="7939" y="5370"/>
                </a:lnTo>
                <a:lnTo>
                  <a:pt x="7853" y="5370"/>
                </a:lnTo>
                <a:lnTo>
                  <a:pt x="7789" y="5328"/>
                </a:lnTo>
                <a:lnTo>
                  <a:pt x="7746" y="5285"/>
                </a:lnTo>
                <a:lnTo>
                  <a:pt x="7746" y="5242"/>
                </a:lnTo>
                <a:lnTo>
                  <a:pt x="7725" y="5178"/>
                </a:lnTo>
                <a:lnTo>
                  <a:pt x="7725" y="5114"/>
                </a:lnTo>
                <a:lnTo>
                  <a:pt x="7682" y="5049"/>
                </a:lnTo>
                <a:lnTo>
                  <a:pt x="7639" y="5007"/>
                </a:lnTo>
                <a:lnTo>
                  <a:pt x="7575" y="4985"/>
                </a:lnTo>
                <a:lnTo>
                  <a:pt x="7532" y="4964"/>
                </a:lnTo>
                <a:lnTo>
                  <a:pt x="7404" y="4942"/>
                </a:lnTo>
                <a:lnTo>
                  <a:pt x="7254" y="4942"/>
                </a:lnTo>
                <a:lnTo>
                  <a:pt x="7061" y="4900"/>
                </a:lnTo>
                <a:lnTo>
                  <a:pt x="6954" y="4900"/>
                </a:lnTo>
                <a:lnTo>
                  <a:pt x="6869" y="4921"/>
                </a:lnTo>
                <a:lnTo>
                  <a:pt x="6805" y="4964"/>
                </a:lnTo>
                <a:lnTo>
                  <a:pt x="6783" y="5028"/>
                </a:lnTo>
                <a:lnTo>
                  <a:pt x="6805" y="5071"/>
                </a:lnTo>
                <a:lnTo>
                  <a:pt x="6805" y="5156"/>
                </a:lnTo>
                <a:lnTo>
                  <a:pt x="6783" y="5221"/>
                </a:lnTo>
                <a:lnTo>
                  <a:pt x="6805" y="5242"/>
                </a:lnTo>
                <a:lnTo>
                  <a:pt x="6698" y="5285"/>
                </a:lnTo>
                <a:lnTo>
                  <a:pt x="6398" y="5285"/>
                </a:lnTo>
                <a:lnTo>
                  <a:pt x="6312" y="5263"/>
                </a:lnTo>
                <a:lnTo>
                  <a:pt x="6270" y="5199"/>
                </a:lnTo>
                <a:lnTo>
                  <a:pt x="6270" y="5114"/>
                </a:lnTo>
                <a:lnTo>
                  <a:pt x="6270" y="4964"/>
                </a:lnTo>
                <a:lnTo>
                  <a:pt x="6291" y="4878"/>
                </a:lnTo>
                <a:lnTo>
                  <a:pt x="6270" y="4793"/>
                </a:lnTo>
                <a:lnTo>
                  <a:pt x="6248" y="4729"/>
                </a:lnTo>
                <a:lnTo>
                  <a:pt x="6184" y="4664"/>
                </a:lnTo>
                <a:lnTo>
                  <a:pt x="6120" y="4622"/>
                </a:lnTo>
                <a:lnTo>
                  <a:pt x="5820" y="4622"/>
                </a:lnTo>
                <a:lnTo>
                  <a:pt x="5457" y="4686"/>
                </a:lnTo>
                <a:lnTo>
                  <a:pt x="5243" y="4707"/>
                </a:lnTo>
                <a:lnTo>
                  <a:pt x="5029" y="4729"/>
                </a:lnTo>
                <a:lnTo>
                  <a:pt x="4601" y="4750"/>
                </a:lnTo>
                <a:lnTo>
                  <a:pt x="4280" y="4729"/>
                </a:lnTo>
                <a:lnTo>
                  <a:pt x="4087" y="4750"/>
                </a:lnTo>
                <a:lnTo>
                  <a:pt x="4023" y="4771"/>
                </a:lnTo>
                <a:lnTo>
                  <a:pt x="3980" y="4814"/>
                </a:lnTo>
                <a:lnTo>
                  <a:pt x="3938" y="4878"/>
                </a:lnTo>
                <a:lnTo>
                  <a:pt x="3938" y="4942"/>
                </a:lnTo>
                <a:lnTo>
                  <a:pt x="3959" y="5049"/>
                </a:lnTo>
                <a:lnTo>
                  <a:pt x="3959" y="5114"/>
                </a:lnTo>
                <a:lnTo>
                  <a:pt x="3959" y="5178"/>
                </a:lnTo>
                <a:lnTo>
                  <a:pt x="3938" y="5221"/>
                </a:lnTo>
                <a:lnTo>
                  <a:pt x="3873" y="5263"/>
                </a:lnTo>
                <a:lnTo>
                  <a:pt x="3766" y="5285"/>
                </a:lnTo>
                <a:lnTo>
                  <a:pt x="3595" y="5306"/>
                </a:lnTo>
                <a:lnTo>
                  <a:pt x="3424" y="5285"/>
                </a:lnTo>
                <a:lnTo>
                  <a:pt x="3360" y="5285"/>
                </a:lnTo>
                <a:lnTo>
                  <a:pt x="3317" y="5263"/>
                </a:lnTo>
                <a:lnTo>
                  <a:pt x="3274" y="5199"/>
                </a:lnTo>
                <a:lnTo>
                  <a:pt x="3253" y="5114"/>
                </a:lnTo>
                <a:lnTo>
                  <a:pt x="3231" y="4921"/>
                </a:lnTo>
                <a:lnTo>
                  <a:pt x="3231" y="4707"/>
                </a:lnTo>
                <a:lnTo>
                  <a:pt x="3231" y="4536"/>
                </a:lnTo>
                <a:lnTo>
                  <a:pt x="3167" y="4129"/>
                </a:lnTo>
                <a:lnTo>
                  <a:pt x="3082" y="3723"/>
                </a:lnTo>
                <a:lnTo>
                  <a:pt x="2868" y="2739"/>
                </a:lnTo>
                <a:lnTo>
                  <a:pt x="2825" y="2589"/>
                </a:lnTo>
                <a:lnTo>
                  <a:pt x="2804" y="2418"/>
                </a:lnTo>
                <a:lnTo>
                  <a:pt x="2761" y="2354"/>
                </a:lnTo>
                <a:lnTo>
                  <a:pt x="2718" y="2268"/>
                </a:lnTo>
                <a:lnTo>
                  <a:pt x="2675" y="2225"/>
                </a:lnTo>
                <a:lnTo>
                  <a:pt x="2611" y="2182"/>
                </a:lnTo>
                <a:lnTo>
                  <a:pt x="2525" y="2161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0"/>
          <p:cNvSpPr/>
          <p:nvPr/>
        </p:nvSpPr>
        <p:spPr>
          <a:xfrm>
            <a:off x="3810155" y="3633326"/>
            <a:ext cx="548700" cy="542925"/>
          </a:xfrm>
          <a:custGeom>
            <a:rect b="b" l="l" r="r" t="t"/>
            <a:pathLst>
              <a:path extrusionOk="0" h="7532" w="9008">
                <a:moveTo>
                  <a:pt x="7959" y="2867"/>
                </a:moveTo>
                <a:lnTo>
                  <a:pt x="7959" y="2867"/>
                </a:lnTo>
                <a:lnTo>
                  <a:pt x="7831" y="2867"/>
                </a:lnTo>
                <a:lnTo>
                  <a:pt x="7638" y="2889"/>
                </a:lnTo>
                <a:lnTo>
                  <a:pt x="7467" y="2910"/>
                </a:lnTo>
                <a:lnTo>
                  <a:pt x="7403" y="2910"/>
                </a:lnTo>
                <a:lnTo>
                  <a:pt x="7360" y="2889"/>
                </a:lnTo>
                <a:lnTo>
                  <a:pt x="7360" y="2889"/>
                </a:lnTo>
                <a:lnTo>
                  <a:pt x="7318" y="2846"/>
                </a:lnTo>
                <a:lnTo>
                  <a:pt x="7296" y="2782"/>
                </a:lnTo>
                <a:lnTo>
                  <a:pt x="7253" y="2589"/>
                </a:lnTo>
                <a:lnTo>
                  <a:pt x="7211" y="2247"/>
                </a:lnTo>
                <a:lnTo>
                  <a:pt x="7211" y="2247"/>
                </a:lnTo>
                <a:lnTo>
                  <a:pt x="7168" y="1969"/>
                </a:lnTo>
                <a:lnTo>
                  <a:pt x="7104" y="1712"/>
                </a:lnTo>
                <a:lnTo>
                  <a:pt x="7039" y="1455"/>
                </a:lnTo>
                <a:lnTo>
                  <a:pt x="6911" y="1198"/>
                </a:lnTo>
                <a:lnTo>
                  <a:pt x="6911" y="1198"/>
                </a:lnTo>
                <a:lnTo>
                  <a:pt x="6825" y="1049"/>
                </a:lnTo>
                <a:lnTo>
                  <a:pt x="6740" y="920"/>
                </a:lnTo>
                <a:lnTo>
                  <a:pt x="6526" y="685"/>
                </a:lnTo>
                <a:lnTo>
                  <a:pt x="6269" y="471"/>
                </a:lnTo>
                <a:lnTo>
                  <a:pt x="5991" y="300"/>
                </a:lnTo>
                <a:lnTo>
                  <a:pt x="5713" y="171"/>
                </a:lnTo>
                <a:lnTo>
                  <a:pt x="5392" y="86"/>
                </a:lnTo>
                <a:lnTo>
                  <a:pt x="5071" y="22"/>
                </a:lnTo>
                <a:lnTo>
                  <a:pt x="4750" y="0"/>
                </a:lnTo>
                <a:lnTo>
                  <a:pt x="4408" y="0"/>
                </a:lnTo>
                <a:lnTo>
                  <a:pt x="4087" y="43"/>
                </a:lnTo>
                <a:lnTo>
                  <a:pt x="3744" y="129"/>
                </a:lnTo>
                <a:lnTo>
                  <a:pt x="3423" y="214"/>
                </a:lnTo>
                <a:lnTo>
                  <a:pt x="3124" y="364"/>
                </a:lnTo>
                <a:lnTo>
                  <a:pt x="2846" y="514"/>
                </a:lnTo>
                <a:lnTo>
                  <a:pt x="2589" y="706"/>
                </a:lnTo>
                <a:lnTo>
                  <a:pt x="2354" y="899"/>
                </a:lnTo>
                <a:lnTo>
                  <a:pt x="2354" y="899"/>
                </a:lnTo>
                <a:lnTo>
                  <a:pt x="2225" y="1049"/>
                </a:lnTo>
                <a:lnTo>
                  <a:pt x="2118" y="1198"/>
                </a:lnTo>
                <a:lnTo>
                  <a:pt x="1926" y="1498"/>
                </a:lnTo>
                <a:lnTo>
                  <a:pt x="1776" y="1840"/>
                </a:lnTo>
                <a:lnTo>
                  <a:pt x="1648" y="2183"/>
                </a:lnTo>
                <a:lnTo>
                  <a:pt x="1648" y="2183"/>
                </a:lnTo>
                <a:lnTo>
                  <a:pt x="1541" y="2504"/>
                </a:lnTo>
                <a:lnTo>
                  <a:pt x="1455" y="2846"/>
                </a:lnTo>
                <a:lnTo>
                  <a:pt x="1455" y="2846"/>
                </a:lnTo>
                <a:lnTo>
                  <a:pt x="1434" y="3060"/>
                </a:lnTo>
                <a:lnTo>
                  <a:pt x="1391" y="3124"/>
                </a:lnTo>
                <a:lnTo>
                  <a:pt x="1305" y="3167"/>
                </a:lnTo>
                <a:lnTo>
                  <a:pt x="1305" y="3167"/>
                </a:lnTo>
                <a:lnTo>
                  <a:pt x="1220" y="3167"/>
                </a:lnTo>
                <a:lnTo>
                  <a:pt x="1113" y="3167"/>
                </a:lnTo>
                <a:lnTo>
                  <a:pt x="1027" y="3167"/>
                </a:lnTo>
                <a:lnTo>
                  <a:pt x="942" y="3167"/>
                </a:lnTo>
                <a:lnTo>
                  <a:pt x="942" y="3167"/>
                </a:lnTo>
                <a:lnTo>
                  <a:pt x="813" y="3231"/>
                </a:lnTo>
                <a:lnTo>
                  <a:pt x="706" y="3295"/>
                </a:lnTo>
                <a:lnTo>
                  <a:pt x="706" y="3295"/>
                </a:lnTo>
                <a:lnTo>
                  <a:pt x="471" y="3466"/>
                </a:lnTo>
                <a:lnTo>
                  <a:pt x="364" y="3573"/>
                </a:lnTo>
                <a:lnTo>
                  <a:pt x="278" y="3680"/>
                </a:lnTo>
                <a:lnTo>
                  <a:pt x="278" y="3680"/>
                </a:lnTo>
                <a:lnTo>
                  <a:pt x="171" y="3937"/>
                </a:lnTo>
                <a:lnTo>
                  <a:pt x="86" y="4215"/>
                </a:lnTo>
                <a:lnTo>
                  <a:pt x="22" y="4515"/>
                </a:lnTo>
                <a:lnTo>
                  <a:pt x="0" y="4793"/>
                </a:lnTo>
                <a:lnTo>
                  <a:pt x="0" y="4793"/>
                </a:lnTo>
                <a:lnTo>
                  <a:pt x="22" y="5114"/>
                </a:lnTo>
                <a:lnTo>
                  <a:pt x="86" y="5456"/>
                </a:lnTo>
                <a:lnTo>
                  <a:pt x="171" y="5777"/>
                </a:lnTo>
                <a:lnTo>
                  <a:pt x="236" y="5927"/>
                </a:lnTo>
                <a:lnTo>
                  <a:pt x="321" y="6077"/>
                </a:lnTo>
                <a:lnTo>
                  <a:pt x="407" y="6205"/>
                </a:lnTo>
                <a:lnTo>
                  <a:pt x="514" y="6312"/>
                </a:lnTo>
                <a:lnTo>
                  <a:pt x="621" y="6419"/>
                </a:lnTo>
                <a:lnTo>
                  <a:pt x="749" y="6505"/>
                </a:lnTo>
                <a:lnTo>
                  <a:pt x="899" y="6569"/>
                </a:lnTo>
                <a:lnTo>
                  <a:pt x="1049" y="6590"/>
                </a:lnTo>
                <a:lnTo>
                  <a:pt x="1220" y="6612"/>
                </a:lnTo>
                <a:lnTo>
                  <a:pt x="1391" y="6569"/>
                </a:lnTo>
                <a:lnTo>
                  <a:pt x="1391" y="6569"/>
                </a:lnTo>
                <a:lnTo>
                  <a:pt x="1583" y="6526"/>
                </a:lnTo>
                <a:lnTo>
                  <a:pt x="1712" y="6419"/>
                </a:lnTo>
                <a:lnTo>
                  <a:pt x="1797" y="6312"/>
                </a:lnTo>
                <a:lnTo>
                  <a:pt x="1862" y="6184"/>
                </a:lnTo>
                <a:lnTo>
                  <a:pt x="1904" y="6034"/>
                </a:lnTo>
                <a:lnTo>
                  <a:pt x="1904" y="5863"/>
                </a:lnTo>
                <a:lnTo>
                  <a:pt x="1926" y="5520"/>
                </a:lnTo>
                <a:lnTo>
                  <a:pt x="1926" y="5520"/>
                </a:lnTo>
                <a:lnTo>
                  <a:pt x="1926" y="4771"/>
                </a:lnTo>
                <a:lnTo>
                  <a:pt x="1926" y="4408"/>
                </a:lnTo>
                <a:lnTo>
                  <a:pt x="1904" y="4023"/>
                </a:lnTo>
                <a:lnTo>
                  <a:pt x="1904" y="4023"/>
                </a:lnTo>
                <a:lnTo>
                  <a:pt x="1883" y="3702"/>
                </a:lnTo>
                <a:lnTo>
                  <a:pt x="1883" y="3359"/>
                </a:lnTo>
                <a:lnTo>
                  <a:pt x="1904" y="3038"/>
                </a:lnTo>
                <a:lnTo>
                  <a:pt x="1947" y="2696"/>
                </a:lnTo>
                <a:lnTo>
                  <a:pt x="2011" y="2354"/>
                </a:lnTo>
                <a:lnTo>
                  <a:pt x="2118" y="2054"/>
                </a:lnTo>
                <a:lnTo>
                  <a:pt x="2268" y="1755"/>
                </a:lnTo>
                <a:lnTo>
                  <a:pt x="2439" y="1477"/>
                </a:lnTo>
                <a:lnTo>
                  <a:pt x="2439" y="1477"/>
                </a:lnTo>
                <a:lnTo>
                  <a:pt x="2568" y="1327"/>
                </a:lnTo>
                <a:lnTo>
                  <a:pt x="2696" y="1198"/>
                </a:lnTo>
                <a:lnTo>
                  <a:pt x="2846" y="1113"/>
                </a:lnTo>
                <a:lnTo>
                  <a:pt x="2996" y="1006"/>
                </a:lnTo>
                <a:lnTo>
                  <a:pt x="3167" y="942"/>
                </a:lnTo>
                <a:lnTo>
                  <a:pt x="3338" y="877"/>
                </a:lnTo>
                <a:lnTo>
                  <a:pt x="3680" y="770"/>
                </a:lnTo>
                <a:lnTo>
                  <a:pt x="3680" y="770"/>
                </a:lnTo>
                <a:lnTo>
                  <a:pt x="4001" y="728"/>
                </a:lnTo>
                <a:lnTo>
                  <a:pt x="4322" y="685"/>
                </a:lnTo>
                <a:lnTo>
                  <a:pt x="4322" y="685"/>
                </a:lnTo>
                <a:lnTo>
                  <a:pt x="4622" y="599"/>
                </a:lnTo>
                <a:lnTo>
                  <a:pt x="4771" y="578"/>
                </a:lnTo>
                <a:lnTo>
                  <a:pt x="4921" y="578"/>
                </a:lnTo>
                <a:lnTo>
                  <a:pt x="4921" y="578"/>
                </a:lnTo>
                <a:lnTo>
                  <a:pt x="5071" y="599"/>
                </a:lnTo>
                <a:lnTo>
                  <a:pt x="5221" y="621"/>
                </a:lnTo>
                <a:lnTo>
                  <a:pt x="5371" y="685"/>
                </a:lnTo>
                <a:lnTo>
                  <a:pt x="5520" y="749"/>
                </a:lnTo>
                <a:lnTo>
                  <a:pt x="5798" y="899"/>
                </a:lnTo>
                <a:lnTo>
                  <a:pt x="6055" y="1091"/>
                </a:lnTo>
                <a:lnTo>
                  <a:pt x="6269" y="1327"/>
                </a:lnTo>
                <a:lnTo>
                  <a:pt x="6462" y="1584"/>
                </a:lnTo>
                <a:lnTo>
                  <a:pt x="6633" y="1840"/>
                </a:lnTo>
                <a:lnTo>
                  <a:pt x="6740" y="2140"/>
                </a:lnTo>
                <a:lnTo>
                  <a:pt x="6740" y="2140"/>
                </a:lnTo>
                <a:lnTo>
                  <a:pt x="6825" y="2504"/>
                </a:lnTo>
                <a:lnTo>
                  <a:pt x="6890" y="2889"/>
                </a:lnTo>
                <a:lnTo>
                  <a:pt x="6954" y="3659"/>
                </a:lnTo>
                <a:lnTo>
                  <a:pt x="6954" y="3659"/>
                </a:lnTo>
                <a:lnTo>
                  <a:pt x="6997" y="4279"/>
                </a:lnTo>
                <a:lnTo>
                  <a:pt x="6997" y="4279"/>
                </a:lnTo>
                <a:lnTo>
                  <a:pt x="7018" y="4429"/>
                </a:lnTo>
                <a:lnTo>
                  <a:pt x="6997" y="4515"/>
                </a:lnTo>
                <a:lnTo>
                  <a:pt x="6932" y="4600"/>
                </a:lnTo>
                <a:lnTo>
                  <a:pt x="6804" y="4665"/>
                </a:lnTo>
                <a:lnTo>
                  <a:pt x="6804" y="4665"/>
                </a:lnTo>
                <a:lnTo>
                  <a:pt x="6654" y="4750"/>
                </a:lnTo>
                <a:lnTo>
                  <a:pt x="6547" y="4771"/>
                </a:lnTo>
                <a:lnTo>
                  <a:pt x="6504" y="4771"/>
                </a:lnTo>
                <a:lnTo>
                  <a:pt x="6483" y="4729"/>
                </a:lnTo>
                <a:lnTo>
                  <a:pt x="6462" y="4665"/>
                </a:lnTo>
                <a:lnTo>
                  <a:pt x="6462" y="4579"/>
                </a:lnTo>
                <a:lnTo>
                  <a:pt x="6462" y="4579"/>
                </a:lnTo>
                <a:lnTo>
                  <a:pt x="6398" y="3894"/>
                </a:lnTo>
                <a:lnTo>
                  <a:pt x="6398" y="3894"/>
                </a:lnTo>
                <a:lnTo>
                  <a:pt x="6376" y="3744"/>
                </a:lnTo>
                <a:lnTo>
                  <a:pt x="6376" y="3573"/>
                </a:lnTo>
                <a:lnTo>
                  <a:pt x="6398" y="3274"/>
                </a:lnTo>
                <a:lnTo>
                  <a:pt x="6419" y="2974"/>
                </a:lnTo>
                <a:lnTo>
                  <a:pt x="6419" y="2824"/>
                </a:lnTo>
                <a:lnTo>
                  <a:pt x="6419" y="2653"/>
                </a:lnTo>
                <a:lnTo>
                  <a:pt x="6419" y="2653"/>
                </a:lnTo>
                <a:lnTo>
                  <a:pt x="6333" y="2332"/>
                </a:lnTo>
                <a:lnTo>
                  <a:pt x="6269" y="2183"/>
                </a:lnTo>
                <a:lnTo>
                  <a:pt x="6205" y="2033"/>
                </a:lnTo>
                <a:lnTo>
                  <a:pt x="6141" y="1883"/>
                </a:lnTo>
                <a:lnTo>
                  <a:pt x="6034" y="1755"/>
                </a:lnTo>
                <a:lnTo>
                  <a:pt x="5927" y="1626"/>
                </a:lnTo>
                <a:lnTo>
                  <a:pt x="5820" y="1519"/>
                </a:lnTo>
                <a:lnTo>
                  <a:pt x="5820" y="1519"/>
                </a:lnTo>
                <a:lnTo>
                  <a:pt x="5584" y="1348"/>
                </a:lnTo>
                <a:lnTo>
                  <a:pt x="5328" y="1198"/>
                </a:lnTo>
                <a:lnTo>
                  <a:pt x="5328" y="1198"/>
                </a:lnTo>
                <a:lnTo>
                  <a:pt x="5178" y="1156"/>
                </a:lnTo>
                <a:lnTo>
                  <a:pt x="5028" y="1134"/>
                </a:lnTo>
                <a:lnTo>
                  <a:pt x="4878" y="1156"/>
                </a:lnTo>
                <a:lnTo>
                  <a:pt x="4707" y="1177"/>
                </a:lnTo>
                <a:lnTo>
                  <a:pt x="4707" y="1177"/>
                </a:lnTo>
                <a:lnTo>
                  <a:pt x="4065" y="1156"/>
                </a:lnTo>
                <a:lnTo>
                  <a:pt x="3916" y="1177"/>
                </a:lnTo>
                <a:lnTo>
                  <a:pt x="3744" y="1198"/>
                </a:lnTo>
                <a:lnTo>
                  <a:pt x="3595" y="1220"/>
                </a:lnTo>
                <a:lnTo>
                  <a:pt x="3445" y="1284"/>
                </a:lnTo>
                <a:lnTo>
                  <a:pt x="3445" y="1284"/>
                </a:lnTo>
                <a:lnTo>
                  <a:pt x="3145" y="1412"/>
                </a:lnTo>
                <a:lnTo>
                  <a:pt x="2889" y="1584"/>
                </a:lnTo>
                <a:lnTo>
                  <a:pt x="2782" y="1669"/>
                </a:lnTo>
                <a:lnTo>
                  <a:pt x="2675" y="1776"/>
                </a:lnTo>
                <a:lnTo>
                  <a:pt x="2568" y="1904"/>
                </a:lnTo>
                <a:lnTo>
                  <a:pt x="2482" y="2033"/>
                </a:lnTo>
                <a:lnTo>
                  <a:pt x="2482" y="2033"/>
                </a:lnTo>
                <a:lnTo>
                  <a:pt x="2311" y="2290"/>
                </a:lnTo>
                <a:lnTo>
                  <a:pt x="2247" y="2418"/>
                </a:lnTo>
                <a:lnTo>
                  <a:pt x="2225" y="2568"/>
                </a:lnTo>
                <a:lnTo>
                  <a:pt x="2225" y="2568"/>
                </a:lnTo>
                <a:lnTo>
                  <a:pt x="2204" y="2739"/>
                </a:lnTo>
                <a:lnTo>
                  <a:pt x="2225" y="2931"/>
                </a:lnTo>
                <a:lnTo>
                  <a:pt x="2290" y="3295"/>
                </a:lnTo>
                <a:lnTo>
                  <a:pt x="2290" y="3295"/>
                </a:lnTo>
                <a:lnTo>
                  <a:pt x="2290" y="3659"/>
                </a:lnTo>
                <a:lnTo>
                  <a:pt x="2290" y="4001"/>
                </a:lnTo>
                <a:lnTo>
                  <a:pt x="2225" y="4729"/>
                </a:lnTo>
                <a:lnTo>
                  <a:pt x="2225" y="4729"/>
                </a:lnTo>
                <a:lnTo>
                  <a:pt x="2225" y="4729"/>
                </a:lnTo>
                <a:lnTo>
                  <a:pt x="2204" y="4771"/>
                </a:lnTo>
                <a:lnTo>
                  <a:pt x="2225" y="4921"/>
                </a:lnTo>
                <a:lnTo>
                  <a:pt x="2290" y="5392"/>
                </a:lnTo>
                <a:lnTo>
                  <a:pt x="2375" y="5884"/>
                </a:lnTo>
                <a:lnTo>
                  <a:pt x="2439" y="6184"/>
                </a:lnTo>
                <a:lnTo>
                  <a:pt x="2439" y="6184"/>
                </a:lnTo>
                <a:lnTo>
                  <a:pt x="2568" y="6505"/>
                </a:lnTo>
                <a:lnTo>
                  <a:pt x="2653" y="6676"/>
                </a:lnTo>
                <a:lnTo>
                  <a:pt x="2739" y="6825"/>
                </a:lnTo>
                <a:lnTo>
                  <a:pt x="2867" y="6975"/>
                </a:lnTo>
                <a:lnTo>
                  <a:pt x="2974" y="7125"/>
                </a:lnTo>
                <a:lnTo>
                  <a:pt x="3124" y="7232"/>
                </a:lnTo>
                <a:lnTo>
                  <a:pt x="3274" y="7296"/>
                </a:lnTo>
                <a:lnTo>
                  <a:pt x="3274" y="7296"/>
                </a:lnTo>
                <a:lnTo>
                  <a:pt x="3616" y="7425"/>
                </a:lnTo>
                <a:lnTo>
                  <a:pt x="3809" y="7467"/>
                </a:lnTo>
                <a:lnTo>
                  <a:pt x="4001" y="7510"/>
                </a:lnTo>
                <a:lnTo>
                  <a:pt x="4194" y="7532"/>
                </a:lnTo>
                <a:lnTo>
                  <a:pt x="4386" y="7532"/>
                </a:lnTo>
                <a:lnTo>
                  <a:pt x="4579" y="7489"/>
                </a:lnTo>
                <a:lnTo>
                  <a:pt x="4750" y="7446"/>
                </a:lnTo>
                <a:lnTo>
                  <a:pt x="4750" y="7446"/>
                </a:lnTo>
                <a:lnTo>
                  <a:pt x="5114" y="7296"/>
                </a:lnTo>
                <a:lnTo>
                  <a:pt x="5456" y="7082"/>
                </a:lnTo>
                <a:lnTo>
                  <a:pt x="5627" y="6975"/>
                </a:lnTo>
                <a:lnTo>
                  <a:pt x="5777" y="6847"/>
                </a:lnTo>
                <a:lnTo>
                  <a:pt x="5927" y="6718"/>
                </a:lnTo>
                <a:lnTo>
                  <a:pt x="6034" y="6569"/>
                </a:lnTo>
                <a:lnTo>
                  <a:pt x="6034" y="6569"/>
                </a:lnTo>
                <a:lnTo>
                  <a:pt x="6226" y="6312"/>
                </a:lnTo>
                <a:lnTo>
                  <a:pt x="6291" y="6184"/>
                </a:lnTo>
                <a:lnTo>
                  <a:pt x="6355" y="6034"/>
                </a:lnTo>
                <a:lnTo>
                  <a:pt x="6355" y="6034"/>
                </a:lnTo>
                <a:lnTo>
                  <a:pt x="6376" y="5905"/>
                </a:lnTo>
                <a:lnTo>
                  <a:pt x="6398" y="5756"/>
                </a:lnTo>
                <a:lnTo>
                  <a:pt x="6440" y="5606"/>
                </a:lnTo>
                <a:lnTo>
                  <a:pt x="6462" y="5542"/>
                </a:lnTo>
                <a:lnTo>
                  <a:pt x="6483" y="5478"/>
                </a:lnTo>
                <a:lnTo>
                  <a:pt x="6483" y="5478"/>
                </a:lnTo>
                <a:lnTo>
                  <a:pt x="6590" y="5392"/>
                </a:lnTo>
                <a:lnTo>
                  <a:pt x="6761" y="5306"/>
                </a:lnTo>
                <a:lnTo>
                  <a:pt x="6932" y="5264"/>
                </a:lnTo>
                <a:lnTo>
                  <a:pt x="7018" y="5264"/>
                </a:lnTo>
                <a:lnTo>
                  <a:pt x="7061" y="5285"/>
                </a:lnTo>
                <a:lnTo>
                  <a:pt x="7061" y="5285"/>
                </a:lnTo>
                <a:lnTo>
                  <a:pt x="7082" y="5328"/>
                </a:lnTo>
                <a:lnTo>
                  <a:pt x="7082" y="5413"/>
                </a:lnTo>
                <a:lnTo>
                  <a:pt x="7082" y="5585"/>
                </a:lnTo>
                <a:lnTo>
                  <a:pt x="7082" y="5777"/>
                </a:lnTo>
                <a:lnTo>
                  <a:pt x="7104" y="5905"/>
                </a:lnTo>
                <a:lnTo>
                  <a:pt x="7104" y="5905"/>
                </a:lnTo>
                <a:lnTo>
                  <a:pt x="7125" y="5970"/>
                </a:lnTo>
                <a:lnTo>
                  <a:pt x="7168" y="6034"/>
                </a:lnTo>
                <a:lnTo>
                  <a:pt x="7232" y="6077"/>
                </a:lnTo>
                <a:lnTo>
                  <a:pt x="7296" y="6119"/>
                </a:lnTo>
                <a:lnTo>
                  <a:pt x="7446" y="6184"/>
                </a:lnTo>
                <a:lnTo>
                  <a:pt x="7617" y="6226"/>
                </a:lnTo>
                <a:lnTo>
                  <a:pt x="7788" y="6226"/>
                </a:lnTo>
                <a:lnTo>
                  <a:pt x="7959" y="6226"/>
                </a:lnTo>
                <a:lnTo>
                  <a:pt x="8131" y="6184"/>
                </a:lnTo>
                <a:lnTo>
                  <a:pt x="8259" y="6141"/>
                </a:lnTo>
                <a:lnTo>
                  <a:pt x="8259" y="6141"/>
                </a:lnTo>
                <a:lnTo>
                  <a:pt x="8387" y="6077"/>
                </a:lnTo>
                <a:lnTo>
                  <a:pt x="8516" y="5948"/>
                </a:lnTo>
                <a:lnTo>
                  <a:pt x="8623" y="5820"/>
                </a:lnTo>
                <a:lnTo>
                  <a:pt x="8730" y="5670"/>
                </a:lnTo>
                <a:lnTo>
                  <a:pt x="8815" y="5520"/>
                </a:lnTo>
                <a:lnTo>
                  <a:pt x="8879" y="5349"/>
                </a:lnTo>
                <a:lnTo>
                  <a:pt x="8965" y="5050"/>
                </a:lnTo>
                <a:lnTo>
                  <a:pt x="8965" y="5050"/>
                </a:lnTo>
                <a:lnTo>
                  <a:pt x="8986" y="4900"/>
                </a:lnTo>
                <a:lnTo>
                  <a:pt x="9008" y="4750"/>
                </a:lnTo>
                <a:lnTo>
                  <a:pt x="8986" y="4429"/>
                </a:lnTo>
                <a:lnTo>
                  <a:pt x="8944" y="4087"/>
                </a:lnTo>
                <a:lnTo>
                  <a:pt x="8837" y="3744"/>
                </a:lnTo>
                <a:lnTo>
                  <a:pt x="8772" y="3595"/>
                </a:lnTo>
                <a:lnTo>
                  <a:pt x="8687" y="3445"/>
                </a:lnTo>
                <a:lnTo>
                  <a:pt x="8601" y="3295"/>
                </a:lnTo>
                <a:lnTo>
                  <a:pt x="8494" y="3188"/>
                </a:lnTo>
                <a:lnTo>
                  <a:pt x="8366" y="3060"/>
                </a:lnTo>
                <a:lnTo>
                  <a:pt x="8259" y="2974"/>
                </a:lnTo>
                <a:lnTo>
                  <a:pt x="8109" y="2910"/>
                </a:lnTo>
                <a:lnTo>
                  <a:pt x="7959" y="2867"/>
                </a:lnTo>
                <a:lnTo>
                  <a:pt x="7959" y="2867"/>
                </a:lnTo>
                <a:close/>
                <a:moveTo>
                  <a:pt x="1434" y="6162"/>
                </a:moveTo>
                <a:lnTo>
                  <a:pt x="1434" y="6162"/>
                </a:lnTo>
                <a:lnTo>
                  <a:pt x="1305" y="6226"/>
                </a:lnTo>
                <a:lnTo>
                  <a:pt x="1284" y="6248"/>
                </a:lnTo>
                <a:lnTo>
                  <a:pt x="1241" y="6248"/>
                </a:lnTo>
                <a:lnTo>
                  <a:pt x="1220" y="6226"/>
                </a:lnTo>
                <a:lnTo>
                  <a:pt x="1220" y="6205"/>
                </a:lnTo>
                <a:lnTo>
                  <a:pt x="1220" y="6119"/>
                </a:lnTo>
                <a:lnTo>
                  <a:pt x="1263" y="5948"/>
                </a:lnTo>
                <a:lnTo>
                  <a:pt x="1305" y="5798"/>
                </a:lnTo>
                <a:lnTo>
                  <a:pt x="1305" y="5798"/>
                </a:lnTo>
                <a:lnTo>
                  <a:pt x="1305" y="5691"/>
                </a:lnTo>
                <a:lnTo>
                  <a:pt x="1263" y="5627"/>
                </a:lnTo>
                <a:lnTo>
                  <a:pt x="1241" y="5606"/>
                </a:lnTo>
                <a:lnTo>
                  <a:pt x="1198" y="5606"/>
                </a:lnTo>
                <a:lnTo>
                  <a:pt x="1091" y="5649"/>
                </a:lnTo>
                <a:lnTo>
                  <a:pt x="1091" y="5649"/>
                </a:lnTo>
                <a:lnTo>
                  <a:pt x="1049" y="5691"/>
                </a:lnTo>
                <a:lnTo>
                  <a:pt x="984" y="5798"/>
                </a:lnTo>
                <a:lnTo>
                  <a:pt x="920" y="5884"/>
                </a:lnTo>
                <a:lnTo>
                  <a:pt x="899" y="5905"/>
                </a:lnTo>
                <a:lnTo>
                  <a:pt x="856" y="5927"/>
                </a:lnTo>
                <a:lnTo>
                  <a:pt x="856" y="5927"/>
                </a:lnTo>
                <a:lnTo>
                  <a:pt x="856" y="5905"/>
                </a:lnTo>
                <a:lnTo>
                  <a:pt x="856" y="5884"/>
                </a:lnTo>
                <a:lnTo>
                  <a:pt x="877" y="5820"/>
                </a:lnTo>
                <a:lnTo>
                  <a:pt x="984" y="5563"/>
                </a:lnTo>
                <a:lnTo>
                  <a:pt x="1113" y="5328"/>
                </a:lnTo>
                <a:lnTo>
                  <a:pt x="1156" y="5221"/>
                </a:lnTo>
                <a:lnTo>
                  <a:pt x="1156" y="5178"/>
                </a:lnTo>
                <a:lnTo>
                  <a:pt x="1156" y="5178"/>
                </a:lnTo>
                <a:lnTo>
                  <a:pt x="1156" y="5135"/>
                </a:lnTo>
                <a:lnTo>
                  <a:pt x="1113" y="5114"/>
                </a:lnTo>
                <a:lnTo>
                  <a:pt x="1091" y="5114"/>
                </a:lnTo>
                <a:lnTo>
                  <a:pt x="1049" y="5114"/>
                </a:lnTo>
                <a:lnTo>
                  <a:pt x="963" y="5135"/>
                </a:lnTo>
                <a:lnTo>
                  <a:pt x="877" y="5221"/>
                </a:lnTo>
                <a:lnTo>
                  <a:pt x="706" y="5392"/>
                </a:lnTo>
                <a:lnTo>
                  <a:pt x="599" y="5520"/>
                </a:lnTo>
                <a:lnTo>
                  <a:pt x="599" y="5520"/>
                </a:lnTo>
                <a:lnTo>
                  <a:pt x="663" y="5392"/>
                </a:lnTo>
                <a:lnTo>
                  <a:pt x="728" y="5264"/>
                </a:lnTo>
                <a:lnTo>
                  <a:pt x="728" y="5264"/>
                </a:lnTo>
                <a:lnTo>
                  <a:pt x="899" y="4985"/>
                </a:lnTo>
                <a:lnTo>
                  <a:pt x="984" y="4857"/>
                </a:lnTo>
                <a:lnTo>
                  <a:pt x="1049" y="4707"/>
                </a:lnTo>
                <a:lnTo>
                  <a:pt x="1049" y="4707"/>
                </a:lnTo>
                <a:lnTo>
                  <a:pt x="1091" y="4600"/>
                </a:lnTo>
                <a:lnTo>
                  <a:pt x="1091" y="4515"/>
                </a:lnTo>
                <a:lnTo>
                  <a:pt x="1091" y="4493"/>
                </a:lnTo>
                <a:lnTo>
                  <a:pt x="1049" y="4472"/>
                </a:lnTo>
                <a:lnTo>
                  <a:pt x="1006" y="4472"/>
                </a:lnTo>
                <a:lnTo>
                  <a:pt x="942" y="4472"/>
                </a:lnTo>
                <a:lnTo>
                  <a:pt x="942" y="4472"/>
                </a:lnTo>
                <a:lnTo>
                  <a:pt x="856" y="4536"/>
                </a:lnTo>
                <a:lnTo>
                  <a:pt x="856" y="4536"/>
                </a:lnTo>
                <a:lnTo>
                  <a:pt x="835" y="4536"/>
                </a:lnTo>
                <a:lnTo>
                  <a:pt x="835" y="4536"/>
                </a:lnTo>
                <a:lnTo>
                  <a:pt x="813" y="4558"/>
                </a:lnTo>
                <a:lnTo>
                  <a:pt x="856" y="4536"/>
                </a:lnTo>
                <a:lnTo>
                  <a:pt x="856" y="4536"/>
                </a:lnTo>
                <a:lnTo>
                  <a:pt x="877" y="4472"/>
                </a:lnTo>
                <a:lnTo>
                  <a:pt x="920" y="4386"/>
                </a:lnTo>
                <a:lnTo>
                  <a:pt x="1049" y="4258"/>
                </a:lnTo>
                <a:lnTo>
                  <a:pt x="1113" y="4172"/>
                </a:lnTo>
                <a:lnTo>
                  <a:pt x="1156" y="4108"/>
                </a:lnTo>
                <a:lnTo>
                  <a:pt x="1177" y="4044"/>
                </a:lnTo>
                <a:lnTo>
                  <a:pt x="1156" y="3958"/>
                </a:lnTo>
                <a:lnTo>
                  <a:pt x="1156" y="3958"/>
                </a:lnTo>
                <a:lnTo>
                  <a:pt x="1134" y="3916"/>
                </a:lnTo>
                <a:lnTo>
                  <a:pt x="1091" y="3894"/>
                </a:lnTo>
                <a:lnTo>
                  <a:pt x="1049" y="3873"/>
                </a:lnTo>
                <a:lnTo>
                  <a:pt x="1027" y="3894"/>
                </a:lnTo>
                <a:lnTo>
                  <a:pt x="942" y="3916"/>
                </a:lnTo>
                <a:lnTo>
                  <a:pt x="856" y="3958"/>
                </a:lnTo>
                <a:lnTo>
                  <a:pt x="685" y="4087"/>
                </a:lnTo>
                <a:lnTo>
                  <a:pt x="621" y="4130"/>
                </a:lnTo>
                <a:lnTo>
                  <a:pt x="578" y="4108"/>
                </a:lnTo>
                <a:lnTo>
                  <a:pt x="578" y="4108"/>
                </a:lnTo>
                <a:lnTo>
                  <a:pt x="556" y="4087"/>
                </a:lnTo>
                <a:lnTo>
                  <a:pt x="556" y="4044"/>
                </a:lnTo>
                <a:lnTo>
                  <a:pt x="599" y="3980"/>
                </a:lnTo>
                <a:lnTo>
                  <a:pt x="663" y="3894"/>
                </a:lnTo>
                <a:lnTo>
                  <a:pt x="770" y="3809"/>
                </a:lnTo>
                <a:lnTo>
                  <a:pt x="984" y="3680"/>
                </a:lnTo>
                <a:lnTo>
                  <a:pt x="1070" y="3638"/>
                </a:lnTo>
                <a:lnTo>
                  <a:pt x="1134" y="3616"/>
                </a:lnTo>
                <a:lnTo>
                  <a:pt x="1134" y="3616"/>
                </a:lnTo>
                <a:lnTo>
                  <a:pt x="1241" y="3638"/>
                </a:lnTo>
                <a:lnTo>
                  <a:pt x="1327" y="3702"/>
                </a:lnTo>
                <a:lnTo>
                  <a:pt x="1391" y="3766"/>
                </a:lnTo>
                <a:lnTo>
                  <a:pt x="1434" y="3873"/>
                </a:lnTo>
                <a:lnTo>
                  <a:pt x="1455" y="3980"/>
                </a:lnTo>
                <a:lnTo>
                  <a:pt x="1455" y="4087"/>
                </a:lnTo>
                <a:lnTo>
                  <a:pt x="1455" y="4301"/>
                </a:lnTo>
                <a:lnTo>
                  <a:pt x="1455" y="4301"/>
                </a:lnTo>
                <a:lnTo>
                  <a:pt x="1476" y="4814"/>
                </a:lnTo>
                <a:lnTo>
                  <a:pt x="1498" y="5349"/>
                </a:lnTo>
                <a:lnTo>
                  <a:pt x="1498" y="5349"/>
                </a:lnTo>
                <a:lnTo>
                  <a:pt x="1541" y="5777"/>
                </a:lnTo>
                <a:lnTo>
                  <a:pt x="1541" y="5905"/>
                </a:lnTo>
                <a:lnTo>
                  <a:pt x="1519" y="6012"/>
                </a:lnTo>
                <a:lnTo>
                  <a:pt x="1476" y="6098"/>
                </a:lnTo>
                <a:lnTo>
                  <a:pt x="1434" y="6162"/>
                </a:lnTo>
                <a:lnTo>
                  <a:pt x="1434" y="6162"/>
                </a:lnTo>
                <a:close/>
                <a:moveTo>
                  <a:pt x="5413" y="1969"/>
                </a:moveTo>
                <a:lnTo>
                  <a:pt x="5413" y="1969"/>
                </a:lnTo>
                <a:lnTo>
                  <a:pt x="5499" y="1969"/>
                </a:lnTo>
                <a:lnTo>
                  <a:pt x="5584" y="2011"/>
                </a:lnTo>
                <a:lnTo>
                  <a:pt x="5649" y="2076"/>
                </a:lnTo>
                <a:lnTo>
                  <a:pt x="5691" y="2161"/>
                </a:lnTo>
                <a:lnTo>
                  <a:pt x="5691" y="2161"/>
                </a:lnTo>
                <a:lnTo>
                  <a:pt x="5670" y="2268"/>
                </a:lnTo>
                <a:lnTo>
                  <a:pt x="5670" y="2332"/>
                </a:lnTo>
                <a:lnTo>
                  <a:pt x="5649" y="2375"/>
                </a:lnTo>
                <a:lnTo>
                  <a:pt x="5649" y="2375"/>
                </a:lnTo>
                <a:lnTo>
                  <a:pt x="5606" y="2290"/>
                </a:lnTo>
                <a:lnTo>
                  <a:pt x="5584" y="2204"/>
                </a:lnTo>
                <a:lnTo>
                  <a:pt x="5563" y="2118"/>
                </a:lnTo>
                <a:lnTo>
                  <a:pt x="5520" y="2076"/>
                </a:lnTo>
                <a:lnTo>
                  <a:pt x="5499" y="2054"/>
                </a:lnTo>
                <a:lnTo>
                  <a:pt x="5499" y="2054"/>
                </a:lnTo>
                <a:lnTo>
                  <a:pt x="5456" y="2033"/>
                </a:lnTo>
                <a:lnTo>
                  <a:pt x="5413" y="2054"/>
                </a:lnTo>
                <a:lnTo>
                  <a:pt x="5392" y="2097"/>
                </a:lnTo>
                <a:lnTo>
                  <a:pt x="5371" y="2097"/>
                </a:lnTo>
                <a:lnTo>
                  <a:pt x="5371" y="2097"/>
                </a:lnTo>
                <a:lnTo>
                  <a:pt x="5328" y="2097"/>
                </a:lnTo>
                <a:lnTo>
                  <a:pt x="5328" y="2076"/>
                </a:lnTo>
                <a:lnTo>
                  <a:pt x="5349" y="2033"/>
                </a:lnTo>
                <a:lnTo>
                  <a:pt x="5392" y="1990"/>
                </a:lnTo>
                <a:lnTo>
                  <a:pt x="5413" y="1969"/>
                </a:lnTo>
                <a:lnTo>
                  <a:pt x="5413" y="1969"/>
                </a:lnTo>
                <a:close/>
                <a:moveTo>
                  <a:pt x="5007" y="1990"/>
                </a:moveTo>
                <a:lnTo>
                  <a:pt x="5007" y="1990"/>
                </a:lnTo>
                <a:lnTo>
                  <a:pt x="4985" y="1840"/>
                </a:lnTo>
                <a:lnTo>
                  <a:pt x="4985" y="1840"/>
                </a:lnTo>
                <a:lnTo>
                  <a:pt x="5007" y="1797"/>
                </a:lnTo>
                <a:lnTo>
                  <a:pt x="5028" y="1776"/>
                </a:lnTo>
                <a:lnTo>
                  <a:pt x="5050" y="1776"/>
                </a:lnTo>
                <a:lnTo>
                  <a:pt x="5050" y="1819"/>
                </a:lnTo>
                <a:lnTo>
                  <a:pt x="5071" y="1904"/>
                </a:lnTo>
                <a:lnTo>
                  <a:pt x="5050" y="1947"/>
                </a:lnTo>
                <a:lnTo>
                  <a:pt x="5007" y="1990"/>
                </a:lnTo>
                <a:lnTo>
                  <a:pt x="5007" y="1990"/>
                </a:lnTo>
                <a:close/>
                <a:moveTo>
                  <a:pt x="3851" y="2397"/>
                </a:moveTo>
                <a:lnTo>
                  <a:pt x="3851" y="2397"/>
                </a:lnTo>
                <a:lnTo>
                  <a:pt x="3873" y="2418"/>
                </a:lnTo>
                <a:lnTo>
                  <a:pt x="3873" y="2461"/>
                </a:lnTo>
                <a:lnTo>
                  <a:pt x="3873" y="2461"/>
                </a:lnTo>
                <a:lnTo>
                  <a:pt x="3851" y="2482"/>
                </a:lnTo>
                <a:lnTo>
                  <a:pt x="3830" y="2461"/>
                </a:lnTo>
                <a:lnTo>
                  <a:pt x="3851" y="2397"/>
                </a:lnTo>
                <a:lnTo>
                  <a:pt x="3851" y="2397"/>
                </a:lnTo>
                <a:close/>
                <a:moveTo>
                  <a:pt x="3103" y="2397"/>
                </a:moveTo>
                <a:lnTo>
                  <a:pt x="3103" y="2397"/>
                </a:lnTo>
                <a:lnTo>
                  <a:pt x="3124" y="2204"/>
                </a:lnTo>
                <a:lnTo>
                  <a:pt x="3145" y="2118"/>
                </a:lnTo>
                <a:lnTo>
                  <a:pt x="3145" y="2118"/>
                </a:lnTo>
                <a:lnTo>
                  <a:pt x="3167" y="2140"/>
                </a:lnTo>
                <a:lnTo>
                  <a:pt x="3188" y="2204"/>
                </a:lnTo>
                <a:lnTo>
                  <a:pt x="3252" y="2418"/>
                </a:lnTo>
                <a:lnTo>
                  <a:pt x="3295" y="2653"/>
                </a:lnTo>
                <a:lnTo>
                  <a:pt x="3295" y="2653"/>
                </a:lnTo>
                <a:lnTo>
                  <a:pt x="3295" y="2803"/>
                </a:lnTo>
                <a:lnTo>
                  <a:pt x="3274" y="2824"/>
                </a:lnTo>
                <a:lnTo>
                  <a:pt x="3274" y="2846"/>
                </a:lnTo>
                <a:lnTo>
                  <a:pt x="3231" y="2803"/>
                </a:lnTo>
                <a:lnTo>
                  <a:pt x="3188" y="2739"/>
                </a:lnTo>
                <a:lnTo>
                  <a:pt x="3124" y="2504"/>
                </a:lnTo>
                <a:lnTo>
                  <a:pt x="3103" y="2418"/>
                </a:lnTo>
                <a:lnTo>
                  <a:pt x="3103" y="2397"/>
                </a:lnTo>
                <a:lnTo>
                  <a:pt x="3103" y="2397"/>
                </a:lnTo>
                <a:close/>
                <a:moveTo>
                  <a:pt x="6077" y="3766"/>
                </a:moveTo>
                <a:lnTo>
                  <a:pt x="6077" y="3766"/>
                </a:lnTo>
                <a:lnTo>
                  <a:pt x="6055" y="4322"/>
                </a:lnTo>
                <a:lnTo>
                  <a:pt x="6034" y="4600"/>
                </a:lnTo>
                <a:lnTo>
                  <a:pt x="5991" y="4878"/>
                </a:lnTo>
                <a:lnTo>
                  <a:pt x="5991" y="4878"/>
                </a:lnTo>
                <a:lnTo>
                  <a:pt x="5970" y="4985"/>
                </a:lnTo>
                <a:lnTo>
                  <a:pt x="5884" y="5050"/>
                </a:lnTo>
                <a:lnTo>
                  <a:pt x="5798" y="5114"/>
                </a:lnTo>
                <a:lnTo>
                  <a:pt x="5713" y="5157"/>
                </a:lnTo>
                <a:lnTo>
                  <a:pt x="5477" y="5221"/>
                </a:lnTo>
                <a:lnTo>
                  <a:pt x="5264" y="5242"/>
                </a:lnTo>
                <a:lnTo>
                  <a:pt x="5264" y="5242"/>
                </a:lnTo>
                <a:lnTo>
                  <a:pt x="5028" y="5328"/>
                </a:lnTo>
                <a:lnTo>
                  <a:pt x="4921" y="5349"/>
                </a:lnTo>
                <a:lnTo>
                  <a:pt x="4814" y="5349"/>
                </a:lnTo>
                <a:lnTo>
                  <a:pt x="4814" y="5349"/>
                </a:lnTo>
                <a:lnTo>
                  <a:pt x="4707" y="5306"/>
                </a:lnTo>
                <a:lnTo>
                  <a:pt x="4622" y="5264"/>
                </a:lnTo>
                <a:lnTo>
                  <a:pt x="4515" y="5199"/>
                </a:lnTo>
                <a:lnTo>
                  <a:pt x="4408" y="5178"/>
                </a:lnTo>
                <a:lnTo>
                  <a:pt x="4408" y="5178"/>
                </a:lnTo>
                <a:lnTo>
                  <a:pt x="4301" y="5178"/>
                </a:lnTo>
                <a:lnTo>
                  <a:pt x="4194" y="5178"/>
                </a:lnTo>
                <a:lnTo>
                  <a:pt x="4087" y="5221"/>
                </a:lnTo>
                <a:lnTo>
                  <a:pt x="4001" y="5264"/>
                </a:lnTo>
                <a:lnTo>
                  <a:pt x="3916" y="5328"/>
                </a:lnTo>
                <a:lnTo>
                  <a:pt x="3830" y="5413"/>
                </a:lnTo>
                <a:lnTo>
                  <a:pt x="3766" y="5499"/>
                </a:lnTo>
                <a:lnTo>
                  <a:pt x="3723" y="5585"/>
                </a:lnTo>
                <a:lnTo>
                  <a:pt x="3723" y="5585"/>
                </a:lnTo>
                <a:lnTo>
                  <a:pt x="3702" y="5691"/>
                </a:lnTo>
                <a:lnTo>
                  <a:pt x="3702" y="5798"/>
                </a:lnTo>
                <a:lnTo>
                  <a:pt x="3723" y="5884"/>
                </a:lnTo>
                <a:lnTo>
                  <a:pt x="3744" y="5991"/>
                </a:lnTo>
                <a:lnTo>
                  <a:pt x="3809" y="6077"/>
                </a:lnTo>
                <a:lnTo>
                  <a:pt x="3873" y="6141"/>
                </a:lnTo>
                <a:lnTo>
                  <a:pt x="3937" y="6226"/>
                </a:lnTo>
                <a:lnTo>
                  <a:pt x="4023" y="6291"/>
                </a:lnTo>
                <a:lnTo>
                  <a:pt x="4108" y="6333"/>
                </a:lnTo>
                <a:lnTo>
                  <a:pt x="4194" y="6376"/>
                </a:lnTo>
                <a:lnTo>
                  <a:pt x="4301" y="6398"/>
                </a:lnTo>
                <a:lnTo>
                  <a:pt x="4386" y="6398"/>
                </a:lnTo>
                <a:lnTo>
                  <a:pt x="4493" y="6398"/>
                </a:lnTo>
                <a:lnTo>
                  <a:pt x="4579" y="6376"/>
                </a:lnTo>
                <a:lnTo>
                  <a:pt x="4664" y="6333"/>
                </a:lnTo>
                <a:lnTo>
                  <a:pt x="4750" y="6248"/>
                </a:lnTo>
                <a:lnTo>
                  <a:pt x="4750" y="6248"/>
                </a:lnTo>
                <a:lnTo>
                  <a:pt x="4814" y="6162"/>
                </a:lnTo>
                <a:lnTo>
                  <a:pt x="4857" y="6055"/>
                </a:lnTo>
                <a:lnTo>
                  <a:pt x="4900" y="5970"/>
                </a:lnTo>
                <a:lnTo>
                  <a:pt x="4943" y="5884"/>
                </a:lnTo>
                <a:lnTo>
                  <a:pt x="4943" y="5884"/>
                </a:lnTo>
                <a:lnTo>
                  <a:pt x="5007" y="5820"/>
                </a:lnTo>
                <a:lnTo>
                  <a:pt x="5092" y="5798"/>
                </a:lnTo>
                <a:lnTo>
                  <a:pt x="5285" y="5777"/>
                </a:lnTo>
                <a:lnTo>
                  <a:pt x="5285" y="5777"/>
                </a:lnTo>
                <a:lnTo>
                  <a:pt x="5435" y="5734"/>
                </a:lnTo>
                <a:lnTo>
                  <a:pt x="5649" y="5670"/>
                </a:lnTo>
                <a:lnTo>
                  <a:pt x="5756" y="5649"/>
                </a:lnTo>
                <a:lnTo>
                  <a:pt x="5841" y="5649"/>
                </a:lnTo>
                <a:lnTo>
                  <a:pt x="5927" y="5691"/>
                </a:lnTo>
                <a:lnTo>
                  <a:pt x="5927" y="5713"/>
                </a:lnTo>
                <a:lnTo>
                  <a:pt x="5948" y="5734"/>
                </a:lnTo>
                <a:lnTo>
                  <a:pt x="5948" y="5734"/>
                </a:lnTo>
                <a:lnTo>
                  <a:pt x="5948" y="5798"/>
                </a:lnTo>
                <a:lnTo>
                  <a:pt x="5927" y="5863"/>
                </a:lnTo>
                <a:lnTo>
                  <a:pt x="5841" y="6012"/>
                </a:lnTo>
                <a:lnTo>
                  <a:pt x="5670" y="6248"/>
                </a:lnTo>
                <a:lnTo>
                  <a:pt x="5670" y="6248"/>
                </a:lnTo>
                <a:lnTo>
                  <a:pt x="5520" y="6419"/>
                </a:lnTo>
                <a:lnTo>
                  <a:pt x="5349" y="6569"/>
                </a:lnTo>
                <a:lnTo>
                  <a:pt x="5349" y="6569"/>
                </a:lnTo>
                <a:lnTo>
                  <a:pt x="5157" y="6697"/>
                </a:lnTo>
                <a:lnTo>
                  <a:pt x="4964" y="6825"/>
                </a:lnTo>
                <a:lnTo>
                  <a:pt x="4750" y="6911"/>
                </a:lnTo>
                <a:lnTo>
                  <a:pt x="4536" y="6975"/>
                </a:lnTo>
                <a:lnTo>
                  <a:pt x="4536" y="6975"/>
                </a:lnTo>
                <a:lnTo>
                  <a:pt x="4408" y="6997"/>
                </a:lnTo>
                <a:lnTo>
                  <a:pt x="4301" y="6997"/>
                </a:lnTo>
                <a:lnTo>
                  <a:pt x="4065" y="6975"/>
                </a:lnTo>
                <a:lnTo>
                  <a:pt x="3851" y="6911"/>
                </a:lnTo>
                <a:lnTo>
                  <a:pt x="3680" y="6804"/>
                </a:lnTo>
                <a:lnTo>
                  <a:pt x="3509" y="6676"/>
                </a:lnTo>
                <a:lnTo>
                  <a:pt x="3359" y="6505"/>
                </a:lnTo>
                <a:lnTo>
                  <a:pt x="3210" y="6312"/>
                </a:lnTo>
                <a:lnTo>
                  <a:pt x="3103" y="6119"/>
                </a:lnTo>
                <a:lnTo>
                  <a:pt x="3103" y="6119"/>
                </a:lnTo>
                <a:lnTo>
                  <a:pt x="3017" y="5863"/>
                </a:lnTo>
                <a:lnTo>
                  <a:pt x="2931" y="5585"/>
                </a:lnTo>
                <a:lnTo>
                  <a:pt x="2867" y="5328"/>
                </a:lnTo>
                <a:lnTo>
                  <a:pt x="2824" y="5071"/>
                </a:lnTo>
                <a:lnTo>
                  <a:pt x="2782" y="4515"/>
                </a:lnTo>
                <a:lnTo>
                  <a:pt x="2717" y="3980"/>
                </a:lnTo>
                <a:lnTo>
                  <a:pt x="2717" y="3980"/>
                </a:lnTo>
                <a:lnTo>
                  <a:pt x="2696" y="3830"/>
                </a:lnTo>
                <a:lnTo>
                  <a:pt x="2696" y="3680"/>
                </a:lnTo>
                <a:lnTo>
                  <a:pt x="2696" y="3616"/>
                </a:lnTo>
                <a:lnTo>
                  <a:pt x="2717" y="3552"/>
                </a:lnTo>
                <a:lnTo>
                  <a:pt x="2760" y="3509"/>
                </a:lnTo>
                <a:lnTo>
                  <a:pt x="2803" y="3445"/>
                </a:lnTo>
                <a:lnTo>
                  <a:pt x="2803" y="3445"/>
                </a:lnTo>
                <a:lnTo>
                  <a:pt x="2889" y="3424"/>
                </a:lnTo>
                <a:lnTo>
                  <a:pt x="2974" y="3381"/>
                </a:lnTo>
                <a:lnTo>
                  <a:pt x="3167" y="3338"/>
                </a:lnTo>
                <a:lnTo>
                  <a:pt x="3167" y="3338"/>
                </a:lnTo>
                <a:lnTo>
                  <a:pt x="3381" y="3252"/>
                </a:lnTo>
                <a:lnTo>
                  <a:pt x="3595" y="3167"/>
                </a:lnTo>
                <a:lnTo>
                  <a:pt x="3595" y="3167"/>
                </a:lnTo>
                <a:lnTo>
                  <a:pt x="3830" y="3017"/>
                </a:lnTo>
                <a:lnTo>
                  <a:pt x="4044" y="2867"/>
                </a:lnTo>
                <a:lnTo>
                  <a:pt x="4237" y="2696"/>
                </a:lnTo>
                <a:lnTo>
                  <a:pt x="4429" y="2525"/>
                </a:lnTo>
                <a:lnTo>
                  <a:pt x="4429" y="2525"/>
                </a:lnTo>
                <a:lnTo>
                  <a:pt x="4515" y="2439"/>
                </a:lnTo>
                <a:lnTo>
                  <a:pt x="4557" y="2418"/>
                </a:lnTo>
                <a:lnTo>
                  <a:pt x="4600" y="2439"/>
                </a:lnTo>
                <a:lnTo>
                  <a:pt x="4664" y="2504"/>
                </a:lnTo>
                <a:lnTo>
                  <a:pt x="4664" y="2504"/>
                </a:lnTo>
                <a:lnTo>
                  <a:pt x="4750" y="2568"/>
                </a:lnTo>
                <a:lnTo>
                  <a:pt x="4814" y="2653"/>
                </a:lnTo>
                <a:lnTo>
                  <a:pt x="4900" y="2739"/>
                </a:lnTo>
                <a:lnTo>
                  <a:pt x="4985" y="2803"/>
                </a:lnTo>
                <a:lnTo>
                  <a:pt x="4985" y="2803"/>
                </a:lnTo>
                <a:lnTo>
                  <a:pt x="5071" y="2867"/>
                </a:lnTo>
                <a:lnTo>
                  <a:pt x="5178" y="2931"/>
                </a:lnTo>
                <a:lnTo>
                  <a:pt x="5413" y="3017"/>
                </a:lnTo>
                <a:lnTo>
                  <a:pt x="5863" y="3124"/>
                </a:lnTo>
                <a:lnTo>
                  <a:pt x="5863" y="3124"/>
                </a:lnTo>
                <a:lnTo>
                  <a:pt x="5948" y="3167"/>
                </a:lnTo>
                <a:lnTo>
                  <a:pt x="6012" y="3231"/>
                </a:lnTo>
                <a:lnTo>
                  <a:pt x="6055" y="3295"/>
                </a:lnTo>
                <a:lnTo>
                  <a:pt x="6077" y="3381"/>
                </a:lnTo>
                <a:lnTo>
                  <a:pt x="6077" y="3573"/>
                </a:lnTo>
                <a:lnTo>
                  <a:pt x="6077" y="3766"/>
                </a:lnTo>
                <a:lnTo>
                  <a:pt x="6077" y="3766"/>
                </a:lnTo>
                <a:close/>
                <a:moveTo>
                  <a:pt x="8473" y="5028"/>
                </a:moveTo>
                <a:lnTo>
                  <a:pt x="8473" y="5028"/>
                </a:lnTo>
                <a:lnTo>
                  <a:pt x="8451" y="5178"/>
                </a:lnTo>
                <a:lnTo>
                  <a:pt x="8409" y="5371"/>
                </a:lnTo>
                <a:lnTo>
                  <a:pt x="8387" y="5478"/>
                </a:lnTo>
                <a:lnTo>
                  <a:pt x="8345" y="5563"/>
                </a:lnTo>
                <a:lnTo>
                  <a:pt x="8280" y="5627"/>
                </a:lnTo>
                <a:lnTo>
                  <a:pt x="8216" y="5670"/>
                </a:lnTo>
                <a:lnTo>
                  <a:pt x="8216" y="5670"/>
                </a:lnTo>
                <a:lnTo>
                  <a:pt x="8173" y="5691"/>
                </a:lnTo>
                <a:lnTo>
                  <a:pt x="8109" y="5670"/>
                </a:lnTo>
                <a:lnTo>
                  <a:pt x="8045" y="5670"/>
                </a:lnTo>
                <a:lnTo>
                  <a:pt x="7981" y="5670"/>
                </a:lnTo>
                <a:lnTo>
                  <a:pt x="7981" y="5670"/>
                </a:lnTo>
                <a:lnTo>
                  <a:pt x="7917" y="5691"/>
                </a:lnTo>
                <a:lnTo>
                  <a:pt x="7874" y="5713"/>
                </a:lnTo>
                <a:lnTo>
                  <a:pt x="7831" y="5756"/>
                </a:lnTo>
                <a:lnTo>
                  <a:pt x="7767" y="5734"/>
                </a:lnTo>
                <a:lnTo>
                  <a:pt x="7767" y="5734"/>
                </a:lnTo>
                <a:lnTo>
                  <a:pt x="7745" y="5713"/>
                </a:lnTo>
                <a:lnTo>
                  <a:pt x="7745" y="5691"/>
                </a:lnTo>
                <a:lnTo>
                  <a:pt x="7745" y="5627"/>
                </a:lnTo>
                <a:lnTo>
                  <a:pt x="7788" y="5542"/>
                </a:lnTo>
                <a:lnTo>
                  <a:pt x="7831" y="5456"/>
                </a:lnTo>
                <a:lnTo>
                  <a:pt x="7959" y="5264"/>
                </a:lnTo>
                <a:lnTo>
                  <a:pt x="8002" y="5199"/>
                </a:lnTo>
                <a:lnTo>
                  <a:pt x="8024" y="5135"/>
                </a:lnTo>
                <a:lnTo>
                  <a:pt x="8024" y="5135"/>
                </a:lnTo>
                <a:lnTo>
                  <a:pt x="8024" y="5050"/>
                </a:lnTo>
                <a:lnTo>
                  <a:pt x="8002" y="5007"/>
                </a:lnTo>
                <a:lnTo>
                  <a:pt x="7959" y="4964"/>
                </a:lnTo>
                <a:lnTo>
                  <a:pt x="7895" y="4921"/>
                </a:lnTo>
                <a:lnTo>
                  <a:pt x="7895" y="4921"/>
                </a:lnTo>
                <a:lnTo>
                  <a:pt x="7831" y="4921"/>
                </a:lnTo>
                <a:lnTo>
                  <a:pt x="7788" y="4921"/>
                </a:lnTo>
                <a:lnTo>
                  <a:pt x="7724" y="4985"/>
                </a:lnTo>
                <a:lnTo>
                  <a:pt x="7681" y="5050"/>
                </a:lnTo>
                <a:lnTo>
                  <a:pt x="7638" y="5092"/>
                </a:lnTo>
                <a:lnTo>
                  <a:pt x="7638" y="5092"/>
                </a:lnTo>
                <a:lnTo>
                  <a:pt x="7574" y="5178"/>
                </a:lnTo>
                <a:lnTo>
                  <a:pt x="7553" y="5221"/>
                </a:lnTo>
                <a:lnTo>
                  <a:pt x="7510" y="5242"/>
                </a:lnTo>
                <a:lnTo>
                  <a:pt x="7510" y="5242"/>
                </a:lnTo>
                <a:lnTo>
                  <a:pt x="7531" y="5199"/>
                </a:lnTo>
                <a:lnTo>
                  <a:pt x="7574" y="5135"/>
                </a:lnTo>
                <a:lnTo>
                  <a:pt x="7660" y="5050"/>
                </a:lnTo>
                <a:lnTo>
                  <a:pt x="7660" y="5050"/>
                </a:lnTo>
                <a:lnTo>
                  <a:pt x="7917" y="4665"/>
                </a:lnTo>
                <a:lnTo>
                  <a:pt x="7917" y="4665"/>
                </a:lnTo>
                <a:lnTo>
                  <a:pt x="8024" y="4493"/>
                </a:lnTo>
                <a:lnTo>
                  <a:pt x="8066" y="4386"/>
                </a:lnTo>
                <a:lnTo>
                  <a:pt x="8045" y="4344"/>
                </a:lnTo>
                <a:lnTo>
                  <a:pt x="8045" y="4301"/>
                </a:lnTo>
                <a:lnTo>
                  <a:pt x="8045" y="4301"/>
                </a:lnTo>
                <a:lnTo>
                  <a:pt x="7981" y="4237"/>
                </a:lnTo>
                <a:lnTo>
                  <a:pt x="7917" y="4215"/>
                </a:lnTo>
                <a:lnTo>
                  <a:pt x="7831" y="4194"/>
                </a:lnTo>
                <a:lnTo>
                  <a:pt x="7810" y="4215"/>
                </a:lnTo>
                <a:lnTo>
                  <a:pt x="7788" y="4237"/>
                </a:lnTo>
                <a:lnTo>
                  <a:pt x="7788" y="4237"/>
                </a:lnTo>
                <a:lnTo>
                  <a:pt x="7852" y="4130"/>
                </a:lnTo>
                <a:lnTo>
                  <a:pt x="7938" y="4023"/>
                </a:lnTo>
                <a:lnTo>
                  <a:pt x="8002" y="3894"/>
                </a:lnTo>
                <a:lnTo>
                  <a:pt x="8024" y="3830"/>
                </a:lnTo>
                <a:lnTo>
                  <a:pt x="8024" y="3787"/>
                </a:lnTo>
                <a:lnTo>
                  <a:pt x="8024" y="3787"/>
                </a:lnTo>
                <a:lnTo>
                  <a:pt x="8002" y="3680"/>
                </a:lnTo>
                <a:lnTo>
                  <a:pt x="7981" y="3659"/>
                </a:lnTo>
                <a:lnTo>
                  <a:pt x="7938" y="3659"/>
                </a:lnTo>
                <a:lnTo>
                  <a:pt x="7874" y="3659"/>
                </a:lnTo>
                <a:lnTo>
                  <a:pt x="7788" y="3702"/>
                </a:lnTo>
                <a:lnTo>
                  <a:pt x="7617" y="3809"/>
                </a:lnTo>
                <a:lnTo>
                  <a:pt x="7489" y="3894"/>
                </a:lnTo>
                <a:lnTo>
                  <a:pt x="7489" y="3894"/>
                </a:lnTo>
                <a:lnTo>
                  <a:pt x="7467" y="3830"/>
                </a:lnTo>
                <a:lnTo>
                  <a:pt x="7467" y="3744"/>
                </a:lnTo>
                <a:lnTo>
                  <a:pt x="7510" y="3616"/>
                </a:lnTo>
                <a:lnTo>
                  <a:pt x="7596" y="3488"/>
                </a:lnTo>
                <a:lnTo>
                  <a:pt x="7703" y="3381"/>
                </a:lnTo>
                <a:lnTo>
                  <a:pt x="7703" y="3381"/>
                </a:lnTo>
                <a:lnTo>
                  <a:pt x="7767" y="3338"/>
                </a:lnTo>
                <a:lnTo>
                  <a:pt x="7831" y="3317"/>
                </a:lnTo>
                <a:lnTo>
                  <a:pt x="7895" y="3317"/>
                </a:lnTo>
                <a:lnTo>
                  <a:pt x="7981" y="3317"/>
                </a:lnTo>
                <a:lnTo>
                  <a:pt x="8045" y="3338"/>
                </a:lnTo>
                <a:lnTo>
                  <a:pt x="8109" y="3402"/>
                </a:lnTo>
                <a:lnTo>
                  <a:pt x="8152" y="3445"/>
                </a:lnTo>
                <a:lnTo>
                  <a:pt x="8216" y="3531"/>
                </a:lnTo>
                <a:lnTo>
                  <a:pt x="8216" y="3531"/>
                </a:lnTo>
                <a:lnTo>
                  <a:pt x="8280" y="3702"/>
                </a:lnTo>
                <a:lnTo>
                  <a:pt x="8345" y="3873"/>
                </a:lnTo>
                <a:lnTo>
                  <a:pt x="8387" y="4237"/>
                </a:lnTo>
                <a:lnTo>
                  <a:pt x="8387" y="4237"/>
                </a:lnTo>
                <a:lnTo>
                  <a:pt x="8473" y="4622"/>
                </a:lnTo>
                <a:lnTo>
                  <a:pt x="8473" y="4836"/>
                </a:lnTo>
                <a:lnTo>
                  <a:pt x="8473" y="5028"/>
                </a:lnTo>
                <a:lnTo>
                  <a:pt x="8473" y="5028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0"/>
          <p:cNvSpPr/>
          <p:nvPr/>
        </p:nvSpPr>
        <p:spPr>
          <a:xfrm>
            <a:off x="4938763" y="3379113"/>
            <a:ext cx="1118400" cy="10500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0"/>
          <p:cNvSpPr/>
          <p:nvPr/>
        </p:nvSpPr>
        <p:spPr>
          <a:xfrm>
            <a:off x="6335738" y="3379125"/>
            <a:ext cx="1118400" cy="1050000"/>
          </a:xfrm>
          <a:prstGeom prst="ellipse">
            <a:avLst/>
          </a:prstGeom>
          <a:solidFill>
            <a:srgbClr val="D9D9D9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0"/>
          <p:cNvSpPr/>
          <p:nvPr/>
        </p:nvSpPr>
        <p:spPr>
          <a:xfrm>
            <a:off x="5223630" y="3632649"/>
            <a:ext cx="548680" cy="542929"/>
          </a:xfrm>
          <a:custGeom>
            <a:rect b="b" l="l" r="r" t="t"/>
            <a:pathLst>
              <a:path extrusionOk="0" h="8067" w="8901">
                <a:moveTo>
                  <a:pt x="3637" y="1306"/>
                </a:moveTo>
                <a:lnTo>
                  <a:pt x="3637" y="1327"/>
                </a:lnTo>
                <a:lnTo>
                  <a:pt x="3595" y="1306"/>
                </a:lnTo>
                <a:close/>
                <a:moveTo>
                  <a:pt x="2354" y="1306"/>
                </a:moveTo>
                <a:lnTo>
                  <a:pt x="2375" y="1349"/>
                </a:lnTo>
                <a:lnTo>
                  <a:pt x="2354" y="1370"/>
                </a:lnTo>
                <a:lnTo>
                  <a:pt x="2332" y="1327"/>
                </a:lnTo>
                <a:lnTo>
                  <a:pt x="2354" y="1306"/>
                </a:lnTo>
                <a:close/>
                <a:moveTo>
                  <a:pt x="4707" y="1135"/>
                </a:moveTo>
                <a:lnTo>
                  <a:pt x="4643" y="1177"/>
                </a:lnTo>
                <a:lnTo>
                  <a:pt x="4557" y="1220"/>
                </a:lnTo>
                <a:lnTo>
                  <a:pt x="4536" y="1263"/>
                </a:lnTo>
                <a:lnTo>
                  <a:pt x="4536" y="1284"/>
                </a:lnTo>
                <a:lnTo>
                  <a:pt x="4557" y="1327"/>
                </a:lnTo>
                <a:lnTo>
                  <a:pt x="4600" y="1349"/>
                </a:lnTo>
                <a:lnTo>
                  <a:pt x="4964" y="1413"/>
                </a:lnTo>
                <a:lnTo>
                  <a:pt x="5306" y="1456"/>
                </a:lnTo>
                <a:lnTo>
                  <a:pt x="6034" y="1456"/>
                </a:lnTo>
                <a:lnTo>
                  <a:pt x="6376" y="1477"/>
                </a:lnTo>
                <a:lnTo>
                  <a:pt x="6547" y="1456"/>
                </a:lnTo>
                <a:lnTo>
                  <a:pt x="6718" y="1434"/>
                </a:lnTo>
                <a:lnTo>
                  <a:pt x="6783" y="1413"/>
                </a:lnTo>
                <a:lnTo>
                  <a:pt x="6825" y="1370"/>
                </a:lnTo>
                <a:lnTo>
                  <a:pt x="6847" y="1327"/>
                </a:lnTo>
                <a:lnTo>
                  <a:pt x="6847" y="1284"/>
                </a:lnTo>
                <a:lnTo>
                  <a:pt x="6804" y="1263"/>
                </a:lnTo>
                <a:lnTo>
                  <a:pt x="6761" y="1220"/>
                </a:lnTo>
                <a:lnTo>
                  <a:pt x="6697" y="1199"/>
                </a:lnTo>
                <a:lnTo>
                  <a:pt x="5991" y="1199"/>
                </a:lnTo>
                <a:lnTo>
                  <a:pt x="5670" y="1220"/>
                </a:lnTo>
                <a:lnTo>
                  <a:pt x="5349" y="1199"/>
                </a:lnTo>
                <a:lnTo>
                  <a:pt x="5028" y="1156"/>
                </a:lnTo>
                <a:lnTo>
                  <a:pt x="4857" y="1135"/>
                </a:lnTo>
                <a:close/>
                <a:moveTo>
                  <a:pt x="2675" y="1284"/>
                </a:moveTo>
                <a:lnTo>
                  <a:pt x="2696" y="1306"/>
                </a:lnTo>
                <a:lnTo>
                  <a:pt x="2696" y="1391"/>
                </a:lnTo>
                <a:lnTo>
                  <a:pt x="2653" y="1498"/>
                </a:lnTo>
                <a:lnTo>
                  <a:pt x="2610" y="1520"/>
                </a:lnTo>
                <a:lnTo>
                  <a:pt x="2568" y="1520"/>
                </a:lnTo>
                <a:lnTo>
                  <a:pt x="2568" y="1477"/>
                </a:lnTo>
                <a:lnTo>
                  <a:pt x="2589" y="1413"/>
                </a:lnTo>
                <a:lnTo>
                  <a:pt x="2653" y="1306"/>
                </a:lnTo>
                <a:lnTo>
                  <a:pt x="2675" y="1284"/>
                </a:lnTo>
                <a:close/>
                <a:moveTo>
                  <a:pt x="3038" y="1284"/>
                </a:moveTo>
                <a:lnTo>
                  <a:pt x="3102" y="1306"/>
                </a:lnTo>
                <a:lnTo>
                  <a:pt x="3124" y="1370"/>
                </a:lnTo>
                <a:lnTo>
                  <a:pt x="3102" y="1434"/>
                </a:lnTo>
                <a:lnTo>
                  <a:pt x="3038" y="1541"/>
                </a:lnTo>
                <a:lnTo>
                  <a:pt x="2974" y="1627"/>
                </a:lnTo>
                <a:lnTo>
                  <a:pt x="2910" y="1669"/>
                </a:lnTo>
                <a:lnTo>
                  <a:pt x="2889" y="1627"/>
                </a:lnTo>
                <a:lnTo>
                  <a:pt x="2910" y="1541"/>
                </a:lnTo>
                <a:lnTo>
                  <a:pt x="2953" y="1391"/>
                </a:lnTo>
                <a:lnTo>
                  <a:pt x="2995" y="1306"/>
                </a:lnTo>
                <a:lnTo>
                  <a:pt x="3038" y="1284"/>
                </a:lnTo>
                <a:close/>
                <a:moveTo>
                  <a:pt x="4900" y="1648"/>
                </a:moveTo>
                <a:lnTo>
                  <a:pt x="4750" y="1669"/>
                </a:lnTo>
                <a:lnTo>
                  <a:pt x="4664" y="1712"/>
                </a:lnTo>
                <a:lnTo>
                  <a:pt x="4643" y="1755"/>
                </a:lnTo>
                <a:lnTo>
                  <a:pt x="4643" y="1776"/>
                </a:lnTo>
                <a:lnTo>
                  <a:pt x="4664" y="1841"/>
                </a:lnTo>
                <a:lnTo>
                  <a:pt x="4750" y="1905"/>
                </a:lnTo>
                <a:lnTo>
                  <a:pt x="4878" y="1948"/>
                </a:lnTo>
                <a:lnTo>
                  <a:pt x="6654" y="1948"/>
                </a:lnTo>
                <a:lnTo>
                  <a:pt x="6783" y="1926"/>
                </a:lnTo>
                <a:lnTo>
                  <a:pt x="6847" y="1905"/>
                </a:lnTo>
                <a:lnTo>
                  <a:pt x="6890" y="1862"/>
                </a:lnTo>
                <a:lnTo>
                  <a:pt x="6911" y="1819"/>
                </a:lnTo>
                <a:lnTo>
                  <a:pt x="6890" y="1776"/>
                </a:lnTo>
                <a:lnTo>
                  <a:pt x="6868" y="1734"/>
                </a:lnTo>
                <a:lnTo>
                  <a:pt x="6825" y="1712"/>
                </a:lnTo>
                <a:lnTo>
                  <a:pt x="6654" y="1691"/>
                </a:lnTo>
                <a:lnTo>
                  <a:pt x="6483" y="1669"/>
                </a:lnTo>
                <a:lnTo>
                  <a:pt x="6119" y="1669"/>
                </a:lnTo>
                <a:lnTo>
                  <a:pt x="5413" y="1691"/>
                </a:lnTo>
                <a:lnTo>
                  <a:pt x="5071" y="1669"/>
                </a:lnTo>
                <a:lnTo>
                  <a:pt x="4900" y="1648"/>
                </a:lnTo>
                <a:close/>
                <a:moveTo>
                  <a:pt x="3038" y="2119"/>
                </a:moveTo>
                <a:lnTo>
                  <a:pt x="3209" y="2140"/>
                </a:lnTo>
                <a:lnTo>
                  <a:pt x="3381" y="2140"/>
                </a:lnTo>
                <a:lnTo>
                  <a:pt x="3488" y="2162"/>
                </a:lnTo>
                <a:lnTo>
                  <a:pt x="3509" y="2162"/>
                </a:lnTo>
                <a:lnTo>
                  <a:pt x="3509" y="2183"/>
                </a:lnTo>
                <a:lnTo>
                  <a:pt x="3466" y="2204"/>
                </a:lnTo>
                <a:lnTo>
                  <a:pt x="3423" y="2226"/>
                </a:lnTo>
                <a:lnTo>
                  <a:pt x="3338" y="2226"/>
                </a:lnTo>
                <a:lnTo>
                  <a:pt x="3145" y="2204"/>
                </a:lnTo>
                <a:lnTo>
                  <a:pt x="2931" y="2204"/>
                </a:lnTo>
                <a:lnTo>
                  <a:pt x="2824" y="2183"/>
                </a:lnTo>
                <a:lnTo>
                  <a:pt x="2824" y="2162"/>
                </a:lnTo>
                <a:lnTo>
                  <a:pt x="2846" y="2140"/>
                </a:lnTo>
                <a:lnTo>
                  <a:pt x="2953" y="2119"/>
                </a:lnTo>
                <a:close/>
                <a:moveTo>
                  <a:pt x="2525" y="2097"/>
                </a:moveTo>
                <a:lnTo>
                  <a:pt x="2589" y="2119"/>
                </a:lnTo>
                <a:lnTo>
                  <a:pt x="2653" y="2140"/>
                </a:lnTo>
                <a:lnTo>
                  <a:pt x="2653" y="2162"/>
                </a:lnTo>
                <a:lnTo>
                  <a:pt x="2653" y="2204"/>
                </a:lnTo>
                <a:lnTo>
                  <a:pt x="2610" y="2226"/>
                </a:lnTo>
                <a:lnTo>
                  <a:pt x="2546" y="2247"/>
                </a:lnTo>
                <a:lnTo>
                  <a:pt x="2418" y="2247"/>
                </a:lnTo>
                <a:lnTo>
                  <a:pt x="2354" y="2226"/>
                </a:lnTo>
                <a:lnTo>
                  <a:pt x="2332" y="2204"/>
                </a:lnTo>
                <a:lnTo>
                  <a:pt x="2375" y="2162"/>
                </a:lnTo>
                <a:lnTo>
                  <a:pt x="2461" y="2097"/>
                </a:lnTo>
                <a:close/>
                <a:moveTo>
                  <a:pt x="6312" y="2140"/>
                </a:moveTo>
                <a:lnTo>
                  <a:pt x="5969" y="2162"/>
                </a:lnTo>
                <a:lnTo>
                  <a:pt x="5627" y="2204"/>
                </a:lnTo>
                <a:lnTo>
                  <a:pt x="4707" y="2204"/>
                </a:lnTo>
                <a:lnTo>
                  <a:pt x="4600" y="2226"/>
                </a:lnTo>
                <a:lnTo>
                  <a:pt x="4536" y="2226"/>
                </a:lnTo>
                <a:lnTo>
                  <a:pt x="4515" y="2269"/>
                </a:lnTo>
                <a:lnTo>
                  <a:pt x="4493" y="2311"/>
                </a:lnTo>
                <a:lnTo>
                  <a:pt x="4515" y="2354"/>
                </a:lnTo>
                <a:lnTo>
                  <a:pt x="4557" y="2397"/>
                </a:lnTo>
                <a:lnTo>
                  <a:pt x="4600" y="2418"/>
                </a:lnTo>
                <a:lnTo>
                  <a:pt x="4964" y="2461"/>
                </a:lnTo>
                <a:lnTo>
                  <a:pt x="5328" y="2483"/>
                </a:lnTo>
                <a:lnTo>
                  <a:pt x="5691" y="2461"/>
                </a:lnTo>
                <a:lnTo>
                  <a:pt x="6055" y="2440"/>
                </a:lnTo>
                <a:lnTo>
                  <a:pt x="6376" y="2440"/>
                </a:lnTo>
                <a:lnTo>
                  <a:pt x="6547" y="2418"/>
                </a:lnTo>
                <a:lnTo>
                  <a:pt x="6697" y="2397"/>
                </a:lnTo>
                <a:lnTo>
                  <a:pt x="6783" y="2354"/>
                </a:lnTo>
                <a:lnTo>
                  <a:pt x="6825" y="2311"/>
                </a:lnTo>
                <a:lnTo>
                  <a:pt x="6825" y="2290"/>
                </a:lnTo>
                <a:lnTo>
                  <a:pt x="6825" y="2247"/>
                </a:lnTo>
                <a:lnTo>
                  <a:pt x="6804" y="2226"/>
                </a:lnTo>
                <a:lnTo>
                  <a:pt x="6761" y="2204"/>
                </a:lnTo>
                <a:lnTo>
                  <a:pt x="6633" y="2162"/>
                </a:lnTo>
                <a:lnTo>
                  <a:pt x="6483" y="2140"/>
                </a:lnTo>
                <a:close/>
                <a:moveTo>
                  <a:pt x="3316" y="1006"/>
                </a:moveTo>
                <a:lnTo>
                  <a:pt x="3081" y="1028"/>
                </a:lnTo>
                <a:lnTo>
                  <a:pt x="2396" y="1028"/>
                </a:lnTo>
                <a:lnTo>
                  <a:pt x="2289" y="1049"/>
                </a:lnTo>
                <a:lnTo>
                  <a:pt x="2225" y="1092"/>
                </a:lnTo>
                <a:lnTo>
                  <a:pt x="2161" y="1156"/>
                </a:lnTo>
                <a:lnTo>
                  <a:pt x="2118" y="1220"/>
                </a:lnTo>
                <a:lnTo>
                  <a:pt x="2097" y="1306"/>
                </a:lnTo>
                <a:lnTo>
                  <a:pt x="2075" y="1456"/>
                </a:lnTo>
                <a:lnTo>
                  <a:pt x="2075" y="1798"/>
                </a:lnTo>
                <a:lnTo>
                  <a:pt x="2075" y="1948"/>
                </a:lnTo>
                <a:lnTo>
                  <a:pt x="2054" y="2162"/>
                </a:lnTo>
                <a:lnTo>
                  <a:pt x="2075" y="2247"/>
                </a:lnTo>
                <a:lnTo>
                  <a:pt x="2097" y="2333"/>
                </a:lnTo>
                <a:lnTo>
                  <a:pt x="2140" y="2418"/>
                </a:lnTo>
                <a:lnTo>
                  <a:pt x="2182" y="2461"/>
                </a:lnTo>
                <a:lnTo>
                  <a:pt x="2268" y="2483"/>
                </a:lnTo>
                <a:lnTo>
                  <a:pt x="2354" y="2504"/>
                </a:lnTo>
                <a:lnTo>
                  <a:pt x="2568" y="2504"/>
                </a:lnTo>
                <a:lnTo>
                  <a:pt x="2953" y="2461"/>
                </a:lnTo>
                <a:lnTo>
                  <a:pt x="3231" y="2461"/>
                </a:lnTo>
                <a:lnTo>
                  <a:pt x="3488" y="2483"/>
                </a:lnTo>
                <a:lnTo>
                  <a:pt x="3616" y="2504"/>
                </a:lnTo>
                <a:lnTo>
                  <a:pt x="3702" y="2525"/>
                </a:lnTo>
                <a:lnTo>
                  <a:pt x="3766" y="2504"/>
                </a:lnTo>
                <a:lnTo>
                  <a:pt x="3851" y="2440"/>
                </a:lnTo>
                <a:lnTo>
                  <a:pt x="3894" y="2333"/>
                </a:lnTo>
                <a:lnTo>
                  <a:pt x="3916" y="2226"/>
                </a:lnTo>
                <a:lnTo>
                  <a:pt x="3916" y="2119"/>
                </a:lnTo>
                <a:lnTo>
                  <a:pt x="3894" y="1883"/>
                </a:lnTo>
                <a:lnTo>
                  <a:pt x="3894" y="1669"/>
                </a:lnTo>
                <a:lnTo>
                  <a:pt x="3916" y="1498"/>
                </a:lnTo>
                <a:lnTo>
                  <a:pt x="3937" y="1306"/>
                </a:lnTo>
                <a:lnTo>
                  <a:pt x="3916" y="1220"/>
                </a:lnTo>
                <a:lnTo>
                  <a:pt x="3894" y="1135"/>
                </a:lnTo>
                <a:lnTo>
                  <a:pt x="3830" y="1070"/>
                </a:lnTo>
                <a:lnTo>
                  <a:pt x="3766" y="1028"/>
                </a:lnTo>
                <a:lnTo>
                  <a:pt x="3659" y="1006"/>
                </a:lnTo>
                <a:close/>
                <a:moveTo>
                  <a:pt x="2268" y="2889"/>
                </a:moveTo>
                <a:lnTo>
                  <a:pt x="2182" y="2910"/>
                </a:lnTo>
                <a:lnTo>
                  <a:pt x="2097" y="2953"/>
                </a:lnTo>
                <a:lnTo>
                  <a:pt x="2075" y="2975"/>
                </a:lnTo>
                <a:lnTo>
                  <a:pt x="2054" y="3017"/>
                </a:lnTo>
                <a:lnTo>
                  <a:pt x="2075" y="3039"/>
                </a:lnTo>
                <a:lnTo>
                  <a:pt x="2140" y="3060"/>
                </a:lnTo>
                <a:lnTo>
                  <a:pt x="2247" y="3103"/>
                </a:lnTo>
                <a:lnTo>
                  <a:pt x="2375" y="3124"/>
                </a:lnTo>
                <a:lnTo>
                  <a:pt x="2653" y="3146"/>
                </a:lnTo>
                <a:lnTo>
                  <a:pt x="3359" y="3146"/>
                </a:lnTo>
                <a:lnTo>
                  <a:pt x="3637" y="3124"/>
                </a:lnTo>
                <a:lnTo>
                  <a:pt x="3766" y="3103"/>
                </a:lnTo>
                <a:lnTo>
                  <a:pt x="3851" y="3060"/>
                </a:lnTo>
                <a:lnTo>
                  <a:pt x="3851" y="3039"/>
                </a:lnTo>
                <a:lnTo>
                  <a:pt x="3851" y="3017"/>
                </a:lnTo>
                <a:lnTo>
                  <a:pt x="3830" y="2975"/>
                </a:lnTo>
                <a:lnTo>
                  <a:pt x="3787" y="2932"/>
                </a:lnTo>
                <a:lnTo>
                  <a:pt x="3702" y="2910"/>
                </a:lnTo>
                <a:lnTo>
                  <a:pt x="3595" y="2910"/>
                </a:lnTo>
                <a:lnTo>
                  <a:pt x="3381" y="2932"/>
                </a:lnTo>
                <a:lnTo>
                  <a:pt x="2824" y="2889"/>
                </a:lnTo>
                <a:close/>
                <a:moveTo>
                  <a:pt x="6141" y="3060"/>
                </a:moveTo>
                <a:lnTo>
                  <a:pt x="6183" y="3082"/>
                </a:lnTo>
                <a:lnTo>
                  <a:pt x="6205" y="3103"/>
                </a:lnTo>
                <a:lnTo>
                  <a:pt x="6076" y="3210"/>
                </a:lnTo>
                <a:lnTo>
                  <a:pt x="5969" y="3317"/>
                </a:lnTo>
                <a:lnTo>
                  <a:pt x="5969" y="3231"/>
                </a:lnTo>
                <a:lnTo>
                  <a:pt x="5991" y="3146"/>
                </a:lnTo>
                <a:lnTo>
                  <a:pt x="6034" y="3103"/>
                </a:lnTo>
                <a:lnTo>
                  <a:pt x="6055" y="3082"/>
                </a:lnTo>
                <a:lnTo>
                  <a:pt x="6141" y="3060"/>
                </a:lnTo>
                <a:close/>
                <a:moveTo>
                  <a:pt x="5007" y="3039"/>
                </a:moveTo>
                <a:lnTo>
                  <a:pt x="5049" y="3060"/>
                </a:lnTo>
                <a:lnTo>
                  <a:pt x="5049" y="3103"/>
                </a:lnTo>
                <a:lnTo>
                  <a:pt x="5007" y="3231"/>
                </a:lnTo>
                <a:lnTo>
                  <a:pt x="4964" y="3317"/>
                </a:lnTo>
                <a:lnTo>
                  <a:pt x="4921" y="3360"/>
                </a:lnTo>
                <a:lnTo>
                  <a:pt x="4900" y="3317"/>
                </a:lnTo>
                <a:lnTo>
                  <a:pt x="4900" y="3210"/>
                </a:lnTo>
                <a:lnTo>
                  <a:pt x="4900" y="3103"/>
                </a:lnTo>
                <a:lnTo>
                  <a:pt x="4900" y="3060"/>
                </a:lnTo>
                <a:lnTo>
                  <a:pt x="4921" y="3060"/>
                </a:lnTo>
                <a:lnTo>
                  <a:pt x="4964" y="3039"/>
                </a:lnTo>
                <a:close/>
                <a:moveTo>
                  <a:pt x="5370" y="3017"/>
                </a:moveTo>
                <a:lnTo>
                  <a:pt x="5435" y="3039"/>
                </a:lnTo>
                <a:lnTo>
                  <a:pt x="5435" y="3082"/>
                </a:lnTo>
                <a:lnTo>
                  <a:pt x="5435" y="3124"/>
                </a:lnTo>
                <a:lnTo>
                  <a:pt x="5328" y="3231"/>
                </a:lnTo>
                <a:lnTo>
                  <a:pt x="5221" y="3360"/>
                </a:lnTo>
                <a:lnTo>
                  <a:pt x="5135" y="3445"/>
                </a:lnTo>
                <a:lnTo>
                  <a:pt x="5135" y="3403"/>
                </a:lnTo>
                <a:lnTo>
                  <a:pt x="5156" y="3403"/>
                </a:lnTo>
                <a:lnTo>
                  <a:pt x="5178" y="3317"/>
                </a:lnTo>
                <a:lnTo>
                  <a:pt x="5242" y="3146"/>
                </a:lnTo>
                <a:lnTo>
                  <a:pt x="5285" y="3082"/>
                </a:lnTo>
                <a:lnTo>
                  <a:pt x="5328" y="3039"/>
                </a:lnTo>
                <a:lnTo>
                  <a:pt x="5370" y="3017"/>
                </a:lnTo>
                <a:close/>
                <a:moveTo>
                  <a:pt x="3680" y="3317"/>
                </a:moveTo>
                <a:lnTo>
                  <a:pt x="3488" y="3338"/>
                </a:lnTo>
                <a:lnTo>
                  <a:pt x="2910" y="3360"/>
                </a:lnTo>
                <a:lnTo>
                  <a:pt x="2696" y="3360"/>
                </a:lnTo>
                <a:lnTo>
                  <a:pt x="2396" y="3381"/>
                </a:lnTo>
                <a:lnTo>
                  <a:pt x="2247" y="3403"/>
                </a:lnTo>
                <a:lnTo>
                  <a:pt x="2140" y="3445"/>
                </a:lnTo>
                <a:lnTo>
                  <a:pt x="2118" y="3467"/>
                </a:lnTo>
                <a:lnTo>
                  <a:pt x="2097" y="3488"/>
                </a:lnTo>
                <a:lnTo>
                  <a:pt x="2097" y="3531"/>
                </a:lnTo>
                <a:lnTo>
                  <a:pt x="2118" y="3574"/>
                </a:lnTo>
                <a:lnTo>
                  <a:pt x="2161" y="3595"/>
                </a:lnTo>
                <a:lnTo>
                  <a:pt x="2225" y="3617"/>
                </a:lnTo>
                <a:lnTo>
                  <a:pt x="2653" y="3617"/>
                </a:lnTo>
                <a:lnTo>
                  <a:pt x="3231" y="3595"/>
                </a:lnTo>
                <a:lnTo>
                  <a:pt x="3402" y="3595"/>
                </a:lnTo>
                <a:lnTo>
                  <a:pt x="3702" y="3552"/>
                </a:lnTo>
                <a:lnTo>
                  <a:pt x="3830" y="3510"/>
                </a:lnTo>
                <a:lnTo>
                  <a:pt x="3916" y="3467"/>
                </a:lnTo>
                <a:lnTo>
                  <a:pt x="3937" y="3445"/>
                </a:lnTo>
                <a:lnTo>
                  <a:pt x="3937" y="3403"/>
                </a:lnTo>
                <a:lnTo>
                  <a:pt x="3916" y="3381"/>
                </a:lnTo>
                <a:lnTo>
                  <a:pt x="3873" y="3338"/>
                </a:lnTo>
                <a:lnTo>
                  <a:pt x="3787" y="3317"/>
                </a:lnTo>
                <a:close/>
                <a:moveTo>
                  <a:pt x="6462" y="3017"/>
                </a:moveTo>
                <a:lnTo>
                  <a:pt x="6504" y="3039"/>
                </a:lnTo>
                <a:lnTo>
                  <a:pt x="6526" y="3082"/>
                </a:lnTo>
                <a:lnTo>
                  <a:pt x="6526" y="3146"/>
                </a:lnTo>
                <a:lnTo>
                  <a:pt x="6526" y="3274"/>
                </a:lnTo>
                <a:lnTo>
                  <a:pt x="6504" y="3360"/>
                </a:lnTo>
                <a:lnTo>
                  <a:pt x="6483" y="3445"/>
                </a:lnTo>
                <a:lnTo>
                  <a:pt x="6462" y="3531"/>
                </a:lnTo>
                <a:lnTo>
                  <a:pt x="6419" y="3595"/>
                </a:lnTo>
                <a:lnTo>
                  <a:pt x="6355" y="3638"/>
                </a:lnTo>
                <a:lnTo>
                  <a:pt x="6312" y="3681"/>
                </a:lnTo>
                <a:lnTo>
                  <a:pt x="6290" y="3681"/>
                </a:lnTo>
                <a:lnTo>
                  <a:pt x="6269" y="3617"/>
                </a:lnTo>
                <a:lnTo>
                  <a:pt x="6290" y="3531"/>
                </a:lnTo>
                <a:lnTo>
                  <a:pt x="6333" y="3424"/>
                </a:lnTo>
                <a:lnTo>
                  <a:pt x="6376" y="3317"/>
                </a:lnTo>
                <a:lnTo>
                  <a:pt x="6419" y="3060"/>
                </a:lnTo>
                <a:lnTo>
                  <a:pt x="6462" y="3017"/>
                </a:lnTo>
                <a:close/>
                <a:moveTo>
                  <a:pt x="5456" y="3274"/>
                </a:moveTo>
                <a:lnTo>
                  <a:pt x="5435" y="3360"/>
                </a:lnTo>
                <a:lnTo>
                  <a:pt x="5413" y="3424"/>
                </a:lnTo>
                <a:lnTo>
                  <a:pt x="5370" y="3510"/>
                </a:lnTo>
                <a:lnTo>
                  <a:pt x="5370" y="3595"/>
                </a:lnTo>
                <a:lnTo>
                  <a:pt x="5370" y="3659"/>
                </a:lnTo>
                <a:lnTo>
                  <a:pt x="5413" y="3723"/>
                </a:lnTo>
                <a:lnTo>
                  <a:pt x="5499" y="3745"/>
                </a:lnTo>
                <a:lnTo>
                  <a:pt x="5563" y="3702"/>
                </a:lnTo>
                <a:lnTo>
                  <a:pt x="5649" y="3766"/>
                </a:lnTo>
                <a:lnTo>
                  <a:pt x="5691" y="3809"/>
                </a:lnTo>
                <a:lnTo>
                  <a:pt x="5734" y="3852"/>
                </a:lnTo>
                <a:lnTo>
                  <a:pt x="5863" y="3809"/>
                </a:lnTo>
                <a:lnTo>
                  <a:pt x="5927" y="3809"/>
                </a:lnTo>
                <a:lnTo>
                  <a:pt x="5927" y="3830"/>
                </a:lnTo>
                <a:lnTo>
                  <a:pt x="5863" y="3873"/>
                </a:lnTo>
                <a:lnTo>
                  <a:pt x="5777" y="3895"/>
                </a:lnTo>
                <a:lnTo>
                  <a:pt x="5542" y="3937"/>
                </a:lnTo>
                <a:lnTo>
                  <a:pt x="5199" y="3937"/>
                </a:lnTo>
                <a:lnTo>
                  <a:pt x="5156" y="3916"/>
                </a:lnTo>
                <a:lnTo>
                  <a:pt x="5156" y="3852"/>
                </a:lnTo>
                <a:lnTo>
                  <a:pt x="5156" y="3788"/>
                </a:lnTo>
                <a:lnTo>
                  <a:pt x="5242" y="3574"/>
                </a:lnTo>
                <a:lnTo>
                  <a:pt x="5349" y="3381"/>
                </a:lnTo>
                <a:lnTo>
                  <a:pt x="5392" y="3317"/>
                </a:lnTo>
                <a:lnTo>
                  <a:pt x="5456" y="3274"/>
                </a:lnTo>
                <a:close/>
                <a:moveTo>
                  <a:pt x="3466" y="3809"/>
                </a:moveTo>
                <a:lnTo>
                  <a:pt x="3167" y="3830"/>
                </a:lnTo>
                <a:lnTo>
                  <a:pt x="2568" y="3852"/>
                </a:lnTo>
                <a:lnTo>
                  <a:pt x="2332" y="3852"/>
                </a:lnTo>
                <a:lnTo>
                  <a:pt x="2204" y="3873"/>
                </a:lnTo>
                <a:lnTo>
                  <a:pt x="2161" y="3895"/>
                </a:lnTo>
                <a:lnTo>
                  <a:pt x="2118" y="3916"/>
                </a:lnTo>
                <a:lnTo>
                  <a:pt x="2097" y="3980"/>
                </a:lnTo>
                <a:lnTo>
                  <a:pt x="2118" y="4023"/>
                </a:lnTo>
                <a:lnTo>
                  <a:pt x="2140" y="4066"/>
                </a:lnTo>
                <a:lnTo>
                  <a:pt x="2204" y="4087"/>
                </a:lnTo>
                <a:lnTo>
                  <a:pt x="2311" y="4109"/>
                </a:lnTo>
                <a:lnTo>
                  <a:pt x="2910" y="4109"/>
                </a:lnTo>
                <a:lnTo>
                  <a:pt x="3423" y="4087"/>
                </a:lnTo>
                <a:lnTo>
                  <a:pt x="3787" y="4087"/>
                </a:lnTo>
                <a:lnTo>
                  <a:pt x="3894" y="4044"/>
                </a:lnTo>
                <a:lnTo>
                  <a:pt x="3958" y="4002"/>
                </a:lnTo>
                <a:lnTo>
                  <a:pt x="3980" y="3959"/>
                </a:lnTo>
                <a:lnTo>
                  <a:pt x="3980" y="3916"/>
                </a:lnTo>
                <a:lnTo>
                  <a:pt x="3958" y="3873"/>
                </a:lnTo>
                <a:lnTo>
                  <a:pt x="3873" y="3830"/>
                </a:lnTo>
                <a:lnTo>
                  <a:pt x="3744" y="3809"/>
                </a:lnTo>
                <a:close/>
                <a:moveTo>
                  <a:pt x="5156" y="2761"/>
                </a:moveTo>
                <a:lnTo>
                  <a:pt x="4900" y="2782"/>
                </a:lnTo>
                <a:lnTo>
                  <a:pt x="4793" y="2825"/>
                </a:lnTo>
                <a:lnTo>
                  <a:pt x="4729" y="2868"/>
                </a:lnTo>
                <a:lnTo>
                  <a:pt x="4686" y="2910"/>
                </a:lnTo>
                <a:lnTo>
                  <a:pt x="4664" y="2953"/>
                </a:lnTo>
                <a:lnTo>
                  <a:pt x="4643" y="3082"/>
                </a:lnTo>
                <a:lnTo>
                  <a:pt x="4664" y="3338"/>
                </a:lnTo>
                <a:lnTo>
                  <a:pt x="4643" y="3595"/>
                </a:lnTo>
                <a:lnTo>
                  <a:pt x="4622" y="3745"/>
                </a:lnTo>
                <a:lnTo>
                  <a:pt x="4643" y="3852"/>
                </a:lnTo>
                <a:lnTo>
                  <a:pt x="4750" y="4023"/>
                </a:lnTo>
                <a:lnTo>
                  <a:pt x="4814" y="4087"/>
                </a:lnTo>
                <a:lnTo>
                  <a:pt x="4878" y="4130"/>
                </a:lnTo>
                <a:lnTo>
                  <a:pt x="4964" y="4173"/>
                </a:lnTo>
                <a:lnTo>
                  <a:pt x="5049" y="4173"/>
                </a:lnTo>
                <a:lnTo>
                  <a:pt x="5242" y="4194"/>
                </a:lnTo>
                <a:lnTo>
                  <a:pt x="5627" y="4151"/>
                </a:lnTo>
                <a:lnTo>
                  <a:pt x="6119" y="4130"/>
                </a:lnTo>
                <a:lnTo>
                  <a:pt x="6504" y="4130"/>
                </a:lnTo>
                <a:lnTo>
                  <a:pt x="6569" y="4109"/>
                </a:lnTo>
                <a:lnTo>
                  <a:pt x="6611" y="4087"/>
                </a:lnTo>
                <a:lnTo>
                  <a:pt x="6676" y="4023"/>
                </a:lnTo>
                <a:lnTo>
                  <a:pt x="6740" y="3937"/>
                </a:lnTo>
                <a:lnTo>
                  <a:pt x="6761" y="3830"/>
                </a:lnTo>
                <a:lnTo>
                  <a:pt x="6761" y="3702"/>
                </a:lnTo>
                <a:lnTo>
                  <a:pt x="6761" y="3467"/>
                </a:lnTo>
                <a:lnTo>
                  <a:pt x="6761" y="3274"/>
                </a:lnTo>
                <a:lnTo>
                  <a:pt x="6783" y="3082"/>
                </a:lnTo>
                <a:lnTo>
                  <a:pt x="6804" y="2932"/>
                </a:lnTo>
                <a:lnTo>
                  <a:pt x="6783" y="2868"/>
                </a:lnTo>
                <a:lnTo>
                  <a:pt x="6740" y="2825"/>
                </a:lnTo>
                <a:lnTo>
                  <a:pt x="6676" y="2782"/>
                </a:lnTo>
                <a:lnTo>
                  <a:pt x="5606" y="2782"/>
                </a:lnTo>
                <a:lnTo>
                  <a:pt x="5156" y="2761"/>
                </a:lnTo>
                <a:close/>
                <a:moveTo>
                  <a:pt x="7018" y="407"/>
                </a:moveTo>
                <a:lnTo>
                  <a:pt x="7253" y="450"/>
                </a:lnTo>
                <a:lnTo>
                  <a:pt x="7360" y="493"/>
                </a:lnTo>
                <a:lnTo>
                  <a:pt x="7446" y="557"/>
                </a:lnTo>
                <a:lnTo>
                  <a:pt x="7531" y="621"/>
                </a:lnTo>
                <a:lnTo>
                  <a:pt x="7617" y="685"/>
                </a:lnTo>
                <a:lnTo>
                  <a:pt x="7681" y="771"/>
                </a:lnTo>
                <a:lnTo>
                  <a:pt x="7724" y="856"/>
                </a:lnTo>
                <a:lnTo>
                  <a:pt x="7767" y="1049"/>
                </a:lnTo>
                <a:lnTo>
                  <a:pt x="7788" y="1263"/>
                </a:lnTo>
                <a:lnTo>
                  <a:pt x="7788" y="1456"/>
                </a:lnTo>
                <a:lnTo>
                  <a:pt x="7788" y="2504"/>
                </a:lnTo>
                <a:lnTo>
                  <a:pt x="7788" y="2932"/>
                </a:lnTo>
                <a:lnTo>
                  <a:pt x="7810" y="3403"/>
                </a:lnTo>
                <a:lnTo>
                  <a:pt x="7788" y="3638"/>
                </a:lnTo>
                <a:lnTo>
                  <a:pt x="7767" y="3852"/>
                </a:lnTo>
                <a:lnTo>
                  <a:pt x="7703" y="4066"/>
                </a:lnTo>
                <a:lnTo>
                  <a:pt x="7617" y="4258"/>
                </a:lnTo>
                <a:lnTo>
                  <a:pt x="7531" y="4365"/>
                </a:lnTo>
                <a:lnTo>
                  <a:pt x="7467" y="4430"/>
                </a:lnTo>
                <a:lnTo>
                  <a:pt x="7360" y="4515"/>
                </a:lnTo>
                <a:lnTo>
                  <a:pt x="7275" y="4558"/>
                </a:lnTo>
                <a:lnTo>
                  <a:pt x="7082" y="4622"/>
                </a:lnTo>
                <a:lnTo>
                  <a:pt x="6868" y="4665"/>
                </a:lnTo>
                <a:lnTo>
                  <a:pt x="6397" y="4665"/>
                </a:lnTo>
                <a:lnTo>
                  <a:pt x="5948" y="4622"/>
                </a:lnTo>
                <a:lnTo>
                  <a:pt x="4942" y="4579"/>
                </a:lnTo>
                <a:lnTo>
                  <a:pt x="3958" y="4537"/>
                </a:lnTo>
                <a:lnTo>
                  <a:pt x="3338" y="4494"/>
                </a:lnTo>
                <a:lnTo>
                  <a:pt x="3017" y="4494"/>
                </a:lnTo>
                <a:lnTo>
                  <a:pt x="2717" y="4515"/>
                </a:lnTo>
                <a:lnTo>
                  <a:pt x="2439" y="4537"/>
                </a:lnTo>
                <a:lnTo>
                  <a:pt x="2161" y="4537"/>
                </a:lnTo>
                <a:lnTo>
                  <a:pt x="1883" y="4515"/>
                </a:lnTo>
                <a:lnTo>
                  <a:pt x="1755" y="4494"/>
                </a:lnTo>
                <a:lnTo>
                  <a:pt x="1626" y="4451"/>
                </a:lnTo>
                <a:lnTo>
                  <a:pt x="1498" y="4387"/>
                </a:lnTo>
                <a:lnTo>
                  <a:pt x="1412" y="4301"/>
                </a:lnTo>
                <a:lnTo>
                  <a:pt x="1348" y="4194"/>
                </a:lnTo>
                <a:lnTo>
                  <a:pt x="1305" y="4066"/>
                </a:lnTo>
                <a:lnTo>
                  <a:pt x="1305" y="3916"/>
                </a:lnTo>
                <a:lnTo>
                  <a:pt x="1305" y="3788"/>
                </a:lnTo>
                <a:lnTo>
                  <a:pt x="1305" y="3510"/>
                </a:lnTo>
                <a:lnTo>
                  <a:pt x="1305" y="2910"/>
                </a:lnTo>
                <a:lnTo>
                  <a:pt x="1327" y="2333"/>
                </a:lnTo>
                <a:lnTo>
                  <a:pt x="1305" y="1905"/>
                </a:lnTo>
                <a:lnTo>
                  <a:pt x="1305" y="1648"/>
                </a:lnTo>
                <a:lnTo>
                  <a:pt x="1327" y="1370"/>
                </a:lnTo>
                <a:lnTo>
                  <a:pt x="1348" y="1113"/>
                </a:lnTo>
                <a:lnTo>
                  <a:pt x="1434" y="899"/>
                </a:lnTo>
                <a:lnTo>
                  <a:pt x="1476" y="792"/>
                </a:lnTo>
                <a:lnTo>
                  <a:pt x="1519" y="707"/>
                </a:lnTo>
                <a:lnTo>
                  <a:pt x="1605" y="664"/>
                </a:lnTo>
                <a:lnTo>
                  <a:pt x="1690" y="621"/>
                </a:lnTo>
                <a:lnTo>
                  <a:pt x="1926" y="536"/>
                </a:lnTo>
                <a:lnTo>
                  <a:pt x="2161" y="514"/>
                </a:lnTo>
                <a:lnTo>
                  <a:pt x="2418" y="493"/>
                </a:lnTo>
                <a:lnTo>
                  <a:pt x="3680" y="493"/>
                </a:lnTo>
                <a:lnTo>
                  <a:pt x="4750" y="471"/>
                </a:lnTo>
                <a:lnTo>
                  <a:pt x="5820" y="450"/>
                </a:lnTo>
                <a:lnTo>
                  <a:pt x="6269" y="429"/>
                </a:lnTo>
                <a:lnTo>
                  <a:pt x="6526" y="407"/>
                </a:lnTo>
                <a:close/>
                <a:moveTo>
                  <a:pt x="4343" y="1"/>
                </a:moveTo>
                <a:lnTo>
                  <a:pt x="3766" y="22"/>
                </a:lnTo>
                <a:lnTo>
                  <a:pt x="3167" y="43"/>
                </a:lnTo>
                <a:lnTo>
                  <a:pt x="1968" y="108"/>
                </a:lnTo>
                <a:lnTo>
                  <a:pt x="1712" y="108"/>
                </a:lnTo>
                <a:lnTo>
                  <a:pt x="1476" y="129"/>
                </a:lnTo>
                <a:lnTo>
                  <a:pt x="1348" y="172"/>
                </a:lnTo>
                <a:lnTo>
                  <a:pt x="1241" y="215"/>
                </a:lnTo>
                <a:lnTo>
                  <a:pt x="1134" y="279"/>
                </a:lnTo>
                <a:lnTo>
                  <a:pt x="1048" y="386"/>
                </a:lnTo>
                <a:lnTo>
                  <a:pt x="963" y="493"/>
                </a:lnTo>
                <a:lnTo>
                  <a:pt x="920" y="621"/>
                </a:lnTo>
                <a:lnTo>
                  <a:pt x="877" y="749"/>
                </a:lnTo>
                <a:lnTo>
                  <a:pt x="856" y="899"/>
                </a:lnTo>
                <a:lnTo>
                  <a:pt x="856" y="1199"/>
                </a:lnTo>
                <a:lnTo>
                  <a:pt x="835" y="1477"/>
                </a:lnTo>
                <a:lnTo>
                  <a:pt x="813" y="2183"/>
                </a:lnTo>
                <a:lnTo>
                  <a:pt x="813" y="2910"/>
                </a:lnTo>
                <a:lnTo>
                  <a:pt x="835" y="3659"/>
                </a:lnTo>
                <a:lnTo>
                  <a:pt x="899" y="4365"/>
                </a:lnTo>
                <a:lnTo>
                  <a:pt x="920" y="4494"/>
                </a:lnTo>
                <a:lnTo>
                  <a:pt x="963" y="4601"/>
                </a:lnTo>
                <a:lnTo>
                  <a:pt x="1027" y="4708"/>
                </a:lnTo>
                <a:lnTo>
                  <a:pt x="1113" y="4772"/>
                </a:lnTo>
                <a:lnTo>
                  <a:pt x="1198" y="4836"/>
                </a:lnTo>
                <a:lnTo>
                  <a:pt x="1305" y="4900"/>
                </a:lnTo>
                <a:lnTo>
                  <a:pt x="1412" y="4922"/>
                </a:lnTo>
                <a:lnTo>
                  <a:pt x="1541" y="4964"/>
                </a:lnTo>
                <a:lnTo>
                  <a:pt x="1776" y="4986"/>
                </a:lnTo>
                <a:lnTo>
                  <a:pt x="2033" y="4986"/>
                </a:lnTo>
                <a:lnTo>
                  <a:pt x="2503" y="4943"/>
                </a:lnTo>
                <a:lnTo>
                  <a:pt x="2782" y="4922"/>
                </a:lnTo>
                <a:lnTo>
                  <a:pt x="3081" y="4922"/>
                </a:lnTo>
                <a:lnTo>
                  <a:pt x="3659" y="4943"/>
                </a:lnTo>
                <a:lnTo>
                  <a:pt x="4793" y="5007"/>
                </a:lnTo>
                <a:lnTo>
                  <a:pt x="5392" y="5029"/>
                </a:lnTo>
                <a:lnTo>
                  <a:pt x="5991" y="5050"/>
                </a:lnTo>
                <a:lnTo>
                  <a:pt x="6633" y="5114"/>
                </a:lnTo>
                <a:lnTo>
                  <a:pt x="6954" y="5114"/>
                </a:lnTo>
                <a:lnTo>
                  <a:pt x="7125" y="5093"/>
                </a:lnTo>
                <a:lnTo>
                  <a:pt x="7275" y="5071"/>
                </a:lnTo>
                <a:lnTo>
                  <a:pt x="7424" y="5029"/>
                </a:lnTo>
                <a:lnTo>
                  <a:pt x="7553" y="4964"/>
                </a:lnTo>
                <a:lnTo>
                  <a:pt x="7660" y="4922"/>
                </a:lnTo>
                <a:lnTo>
                  <a:pt x="7767" y="4836"/>
                </a:lnTo>
                <a:lnTo>
                  <a:pt x="7852" y="4750"/>
                </a:lnTo>
                <a:lnTo>
                  <a:pt x="7917" y="4665"/>
                </a:lnTo>
                <a:lnTo>
                  <a:pt x="7981" y="4558"/>
                </a:lnTo>
                <a:lnTo>
                  <a:pt x="8045" y="4451"/>
                </a:lnTo>
                <a:lnTo>
                  <a:pt x="8130" y="4237"/>
                </a:lnTo>
                <a:lnTo>
                  <a:pt x="8173" y="3980"/>
                </a:lnTo>
                <a:lnTo>
                  <a:pt x="8195" y="3723"/>
                </a:lnTo>
                <a:lnTo>
                  <a:pt x="8195" y="3445"/>
                </a:lnTo>
                <a:lnTo>
                  <a:pt x="8216" y="2354"/>
                </a:lnTo>
                <a:lnTo>
                  <a:pt x="8216" y="1798"/>
                </a:lnTo>
                <a:lnTo>
                  <a:pt x="8216" y="1242"/>
                </a:lnTo>
                <a:lnTo>
                  <a:pt x="8195" y="985"/>
                </a:lnTo>
                <a:lnTo>
                  <a:pt x="8152" y="728"/>
                </a:lnTo>
                <a:lnTo>
                  <a:pt x="8109" y="578"/>
                </a:lnTo>
                <a:lnTo>
                  <a:pt x="8066" y="450"/>
                </a:lnTo>
                <a:lnTo>
                  <a:pt x="8002" y="343"/>
                </a:lnTo>
                <a:lnTo>
                  <a:pt x="7917" y="236"/>
                </a:lnTo>
                <a:lnTo>
                  <a:pt x="7810" y="150"/>
                </a:lnTo>
                <a:lnTo>
                  <a:pt x="7703" y="86"/>
                </a:lnTo>
                <a:lnTo>
                  <a:pt x="7596" y="43"/>
                </a:lnTo>
                <a:lnTo>
                  <a:pt x="7467" y="22"/>
                </a:lnTo>
                <a:lnTo>
                  <a:pt x="7189" y="1"/>
                </a:lnTo>
                <a:lnTo>
                  <a:pt x="6932" y="1"/>
                </a:lnTo>
                <a:lnTo>
                  <a:pt x="6312" y="22"/>
                </a:lnTo>
                <a:lnTo>
                  <a:pt x="5670" y="43"/>
                </a:lnTo>
                <a:lnTo>
                  <a:pt x="5349" y="43"/>
                </a:lnTo>
                <a:lnTo>
                  <a:pt x="5007" y="22"/>
                </a:lnTo>
                <a:lnTo>
                  <a:pt x="4686" y="1"/>
                </a:lnTo>
                <a:close/>
                <a:moveTo>
                  <a:pt x="4942" y="6526"/>
                </a:moveTo>
                <a:lnTo>
                  <a:pt x="4985" y="6548"/>
                </a:lnTo>
                <a:lnTo>
                  <a:pt x="5028" y="6591"/>
                </a:lnTo>
                <a:lnTo>
                  <a:pt x="5049" y="6655"/>
                </a:lnTo>
                <a:lnTo>
                  <a:pt x="5049" y="6740"/>
                </a:lnTo>
                <a:lnTo>
                  <a:pt x="5028" y="6804"/>
                </a:lnTo>
                <a:lnTo>
                  <a:pt x="5007" y="6826"/>
                </a:lnTo>
                <a:lnTo>
                  <a:pt x="4729" y="6826"/>
                </a:lnTo>
                <a:lnTo>
                  <a:pt x="4472" y="6804"/>
                </a:lnTo>
                <a:lnTo>
                  <a:pt x="3980" y="6783"/>
                </a:lnTo>
                <a:lnTo>
                  <a:pt x="3916" y="6762"/>
                </a:lnTo>
                <a:lnTo>
                  <a:pt x="3851" y="6740"/>
                </a:lnTo>
                <a:lnTo>
                  <a:pt x="3809" y="6719"/>
                </a:lnTo>
                <a:lnTo>
                  <a:pt x="3787" y="6697"/>
                </a:lnTo>
                <a:lnTo>
                  <a:pt x="3787" y="6655"/>
                </a:lnTo>
                <a:lnTo>
                  <a:pt x="3809" y="6612"/>
                </a:lnTo>
                <a:lnTo>
                  <a:pt x="3873" y="6591"/>
                </a:lnTo>
                <a:lnTo>
                  <a:pt x="3937" y="6548"/>
                </a:lnTo>
                <a:lnTo>
                  <a:pt x="4108" y="6526"/>
                </a:lnTo>
                <a:close/>
                <a:moveTo>
                  <a:pt x="3980" y="6141"/>
                </a:moveTo>
                <a:lnTo>
                  <a:pt x="3809" y="6184"/>
                </a:lnTo>
                <a:lnTo>
                  <a:pt x="3637" y="6227"/>
                </a:lnTo>
                <a:lnTo>
                  <a:pt x="3573" y="6270"/>
                </a:lnTo>
                <a:lnTo>
                  <a:pt x="3530" y="6312"/>
                </a:lnTo>
                <a:lnTo>
                  <a:pt x="3445" y="6441"/>
                </a:lnTo>
                <a:lnTo>
                  <a:pt x="3402" y="6612"/>
                </a:lnTo>
                <a:lnTo>
                  <a:pt x="3402" y="6783"/>
                </a:lnTo>
                <a:lnTo>
                  <a:pt x="3423" y="6847"/>
                </a:lnTo>
                <a:lnTo>
                  <a:pt x="3445" y="6911"/>
                </a:lnTo>
                <a:lnTo>
                  <a:pt x="3488" y="6976"/>
                </a:lnTo>
                <a:lnTo>
                  <a:pt x="3552" y="7018"/>
                </a:lnTo>
                <a:lnTo>
                  <a:pt x="3680" y="7061"/>
                </a:lnTo>
                <a:lnTo>
                  <a:pt x="3851" y="7083"/>
                </a:lnTo>
                <a:lnTo>
                  <a:pt x="4044" y="7104"/>
                </a:lnTo>
                <a:lnTo>
                  <a:pt x="4408" y="7061"/>
                </a:lnTo>
                <a:lnTo>
                  <a:pt x="4707" y="7040"/>
                </a:lnTo>
                <a:lnTo>
                  <a:pt x="5049" y="7061"/>
                </a:lnTo>
                <a:lnTo>
                  <a:pt x="5221" y="7040"/>
                </a:lnTo>
                <a:lnTo>
                  <a:pt x="5306" y="7018"/>
                </a:lnTo>
                <a:lnTo>
                  <a:pt x="5349" y="6976"/>
                </a:lnTo>
                <a:lnTo>
                  <a:pt x="5392" y="6911"/>
                </a:lnTo>
                <a:lnTo>
                  <a:pt x="5392" y="6847"/>
                </a:lnTo>
                <a:lnTo>
                  <a:pt x="5392" y="6655"/>
                </a:lnTo>
                <a:lnTo>
                  <a:pt x="5349" y="6484"/>
                </a:lnTo>
                <a:lnTo>
                  <a:pt x="5306" y="6355"/>
                </a:lnTo>
                <a:lnTo>
                  <a:pt x="5263" y="6291"/>
                </a:lnTo>
                <a:lnTo>
                  <a:pt x="5199" y="6248"/>
                </a:lnTo>
                <a:lnTo>
                  <a:pt x="5156" y="6205"/>
                </a:lnTo>
                <a:lnTo>
                  <a:pt x="5092" y="6184"/>
                </a:lnTo>
                <a:lnTo>
                  <a:pt x="4814" y="6184"/>
                </a:lnTo>
                <a:lnTo>
                  <a:pt x="4472" y="6141"/>
                </a:lnTo>
                <a:close/>
                <a:moveTo>
                  <a:pt x="3188" y="5564"/>
                </a:moveTo>
                <a:lnTo>
                  <a:pt x="4001" y="5585"/>
                </a:lnTo>
                <a:lnTo>
                  <a:pt x="4472" y="5606"/>
                </a:lnTo>
                <a:lnTo>
                  <a:pt x="5413" y="5606"/>
                </a:lnTo>
                <a:lnTo>
                  <a:pt x="5863" y="5628"/>
                </a:lnTo>
                <a:lnTo>
                  <a:pt x="6397" y="5670"/>
                </a:lnTo>
                <a:lnTo>
                  <a:pt x="6932" y="5713"/>
                </a:lnTo>
                <a:lnTo>
                  <a:pt x="7360" y="5692"/>
                </a:lnTo>
                <a:lnTo>
                  <a:pt x="7574" y="5713"/>
                </a:lnTo>
                <a:lnTo>
                  <a:pt x="7681" y="5756"/>
                </a:lnTo>
                <a:lnTo>
                  <a:pt x="7767" y="5799"/>
                </a:lnTo>
                <a:lnTo>
                  <a:pt x="7852" y="5884"/>
                </a:lnTo>
                <a:lnTo>
                  <a:pt x="7981" y="6056"/>
                </a:lnTo>
                <a:lnTo>
                  <a:pt x="8088" y="6291"/>
                </a:lnTo>
                <a:lnTo>
                  <a:pt x="8216" y="6548"/>
                </a:lnTo>
                <a:lnTo>
                  <a:pt x="8323" y="6804"/>
                </a:lnTo>
                <a:lnTo>
                  <a:pt x="8387" y="7018"/>
                </a:lnTo>
                <a:lnTo>
                  <a:pt x="8409" y="7190"/>
                </a:lnTo>
                <a:lnTo>
                  <a:pt x="8387" y="7232"/>
                </a:lnTo>
                <a:lnTo>
                  <a:pt x="8366" y="7254"/>
                </a:lnTo>
                <a:lnTo>
                  <a:pt x="8130" y="7318"/>
                </a:lnTo>
                <a:lnTo>
                  <a:pt x="7874" y="7361"/>
                </a:lnTo>
                <a:lnTo>
                  <a:pt x="7638" y="7382"/>
                </a:lnTo>
                <a:lnTo>
                  <a:pt x="7382" y="7361"/>
                </a:lnTo>
                <a:lnTo>
                  <a:pt x="6890" y="7339"/>
                </a:lnTo>
                <a:lnTo>
                  <a:pt x="6419" y="7275"/>
                </a:lnTo>
                <a:lnTo>
                  <a:pt x="5927" y="7232"/>
                </a:lnTo>
                <a:lnTo>
                  <a:pt x="5435" y="7211"/>
                </a:lnTo>
                <a:lnTo>
                  <a:pt x="4942" y="7190"/>
                </a:lnTo>
                <a:lnTo>
                  <a:pt x="4450" y="7211"/>
                </a:lnTo>
                <a:lnTo>
                  <a:pt x="3916" y="7232"/>
                </a:lnTo>
                <a:lnTo>
                  <a:pt x="3402" y="7254"/>
                </a:lnTo>
                <a:lnTo>
                  <a:pt x="3167" y="7254"/>
                </a:lnTo>
                <a:lnTo>
                  <a:pt x="2953" y="7232"/>
                </a:lnTo>
                <a:lnTo>
                  <a:pt x="2717" y="7211"/>
                </a:lnTo>
                <a:lnTo>
                  <a:pt x="2503" y="7211"/>
                </a:lnTo>
                <a:lnTo>
                  <a:pt x="1626" y="7254"/>
                </a:lnTo>
                <a:lnTo>
                  <a:pt x="1134" y="7275"/>
                </a:lnTo>
                <a:lnTo>
                  <a:pt x="770" y="7275"/>
                </a:lnTo>
                <a:lnTo>
                  <a:pt x="663" y="7232"/>
                </a:lnTo>
                <a:lnTo>
                  <a:pt x="599" y="7190"/>
                </a:lnTo>
                <a:lnTo>
                  <a:pt x="556" y="7147"/>
                </a:lnTo>
                <a:lnTo>
                  <a:pt x="514" y="7083"/>
                </a:lnTo>
                <a:lnTo>
                  <a:pt x="514" y="7018"/>
                </a:lnTo>
                <a:lnTo>
                  <a:pt x="535" y="6847"/>
                </a:lnTo>
                <a:lnTo>
                  <a:pt x="599" y="6655"/>
                </a:lnTo>
                <a:lnTo>
                  <a:pt x="706" y="6484"/>
                </a:lnTo>
                <a:lnTo>
                  <a:pt x="792" y="6291"/>
                </a:lnTo>
                <a:lnTo>
                  <a:pt x="984" y="6034"/>
                </a:lnTo>
                <a:lnTo>
                  <a:pt x="1155" y="5799"/>
                </a:lnTo>
                <a:lnTo>
                  <a:pt x="1241" y="5692"/>
                </a:lnTo>
                <a:lnTo>
                  <a:pt x="1305" y="5649"/>
                </a:lnTo>
                <a:lnTo>
                  <a:pt x="1391" y="5628"/>
                </a:lnTo>
                <a:lnTo>
                  <a:pt x="1626" y="5585"/>
                </a:lnTo>
                <a:lnTo>
                  <a:pt x="2354" y="5585"/>
                </a:lnTo>
                <a:lnTo>
                  <a:pt x="2782" y="5564"/>
                </a:lnTo>
                <a:close/>
                <a:moveTo>
                  <a:pt x="2140" y="5029"/>
                </a:moveTo>
                <a:lnTo>
                  <a:pt x="1883" y="5050"/>
                </a:lnTo>
                <a:lnTo>
                  <a:pt x="1626" y="5093"/>
                </a:lnTo>
                <a:lnTo>
                  <a:pt x="1391" y="5157"/>
                </a:lnTo>
                <a:lnTo>
                  <a:pt x="1262" y="5200"/>
                </a:lnTo>
                <a:lnTo>
                  <a:pt x="1155" y="5264"/>
                </a:lnTo>
                <a:lnTo>
                  <a:pt x="1070" y="5307"/>
                </a:lnTo>
                <a:lnTo>
                  <a:pt x="984" y="5392"/>
                </a:lnTo>
                <a:lnTo>
                  <a:pt x="856" y="5564"/>
                </a:lnTo>
                <a:lnTo>
                  <a:pt x="728" y="5756"/>
                </a:lnTo>
                <a:lnTo>
                  <a:pt x="407" y="6205"/>
                </a:lnTo>
                <a:lnTo>
                  <a:pt x="257" y="6441"/>
                </a:lnTo>
                <a:lnTo>
                  <a:pt x="150" y="6697"/>
                </a:lnTo>
                <a:lnTo>
                  <a:pt x="64" y="6911"/>
                </a:lnTo>
                <a:lnTo>
                  <a:pt x="21" y="7125"/>
                </a:lnTo>
                <a:lnTo>
                  <a:pt x="0" y="7361"/>
                </a:lnTo>
                <a:lnTo>
                  <a:pt x="0" y="7575"/>
                </a:lnTo>
                <a:lnTo>
                  <a:pt x="43" y="7703"/>
                </a:lnTo>
                <a:lnTo>
                  <a:pt x="86" y="7810"/>
                </a:lnTo>
                <a:lnTo>
                  <a:pt x="171" y="7874"/>
                </a:lnTo>
                <a:lnTo>
                  <a:pt x="257" y="7917"/>
                </a:lnTo>
                <a:lnTo>
                  <a:pt x="342" y="7938"/>
                </a:lnTo>
                <a:lnTo>
                  <a:pt x="471" y="7960"/>
                </a:lnTo>
                <a:lnTo>
                  <a:pt x="706" y="8003"/>
                </a:lnTo>
                <a:lnTo>
                  <a:pt x="963" y="8024"/>
                </a:lnTo>
                <a:lnTo>
                  <a:pt x="1220" y="8045"/>
                </a:lnTo>
                <a:lnTo>
                  <a:pt x="1755" y="8024"/>
                </a:lnTo>
                <a:lnTo>
                  <a:pt x="2268" y="8003"/>
                </a:lnTo>
                <a:lnTo>
                  <a:pt x="2525" y="7981"/>
                </a:lnTo>
                <a:lnTo>
                  <a:pt x="2782" y="7981"/>
                </a:lnTo>
                <a:lnTo>
                  <a:pt x="3316" y="8024"/>
                </a:lnTo>
                <a:lnTo>
                  <a:pt x="3573" y="8045"/>
                </a:lnTo>
                <a:lnTo>
                  <a:pt x="3830" y="8045"/>
                </a:lnTo>
                <a:lnTo>
                  <a:pt x="4429" y="8024"/>
                </a:lnTo>
                <a:lnTo>
                  <a:pt x="6248" y="8024"/>
                </a:lnTo>
                <a:lnTo>
                  <a:pt x="6569" y="8045"/>
                </a:lnTo>
                <a:lnTo>
                  <a:pt x="7788" y="8045"/>
                </a:lnTo>
                <a:lnTo>
                  <a:pt x="8130" y="8067"/>
                </a:lnTo>
                <a:lnTo>
                  <a:pt x="8280" y="8045"/>
                </a:lnTo>
                <a:lnTo>
                  <a:pt x="8451" y="8024"/>
                </a:lnTo>
                <a:lnTo>
                  <a:pt x="8580" y="7981"/>
                </a:lnTo>
                <a:lnTo>
                  <a:pt x="8708" y="7896"/>
                </a:lnTo>
                <a:lnTo>
                  <a:pt x="8772" y="7810"/>
                </a:lnTo>
                <a:lnTo>
                  <a:pt x="8837" y="7703"/>
                </a:lnTo>
                <a:lnTo>
                  <a:pt x="8858" y="7575"/>
                </a:lnTo>
                <a:lnTo>
                  <a:pt x="8879" y="7446"/>
                </a:lnTo>
                <a:lnTo>
                  <a:pt x="8901" y="7318"/>
                </a:lnTo>
                <a:lnTo>
                  <a:pt x="8879" y="7190"/>
                </a:lnTo>
                <a:lnTo>
                  <a:pt x="8858" y="7061"/>
                </a:lnTo>
                <a:lnTo>
                  <a:pt x="8837" y="6954"/>
                </a:lnTo>
                <a:lnTo>
                  <a:pt x="8665" y="6505"/>
                </a:lnTo>
                <a:lnTo>
                  <a:pt x="8558" y="6270"/>
                </a:lnTo>
                <a:lnTo>
                  <a:pt x="8451" y="6056"/>
                </a:lnTo>
                <a:lnTo>
                  <a:pt x="8259" y="5692"/>
                </a:lnTo>
                <a:lnTo>
                  <a:pt x="8152" y="5499"/>
                </a:lnTo>
                <a:lnTo>
                  <a:pt x="8088" y="5435"/>
                </a:lnTo>
                <a:lnTo>
                  <a:pt x="8002" y="5371"/>
                </a:lnTo>
                <a:lnTo>
                  <a:pt x="7895" y="5307"/>
                </a:lnTo>
                <a:lnTo>
                  <a:pt x="7767" y="5264"/>
                </a:lnTo>
                <a:lnTo>
                  <a:pt x="7638" y="5264"/>
                </a:lnTo>
                <a:lnTo>
                  <a:pt x="7489" y="5243"/>
                </a:lnTo>
                <a:lnTo>
                  <a:pt x="6954" y="5243"/>
                </a:lnTo>
                <a:lnTo>
                  <a:pt x="6333" y="5221"/>
                </a:lnTo>
                <a:lnTo>
                  <a:pt x="5691" y="5178"/>
                </a:lnTo>
                <a:lnTo>
                  <a:pt x="4557" y="5136"/>
                </a:lnTo>
                <a:lnTo>
                  <a:pt x="3423" y="5071"/>
                </a:lnTo>
                <a:lnTo>
                  <a:pt x="2931" y="5050"/>
                </a:lnTo>
                <a:lnTo>
                  <a:pt x="2396" y="5029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0"/>
          <p:cNvSpPr/>
          <p:nvPr/>
        </p:nvSpPr>
        <p:spPr>
          <a:xfrm>
            <a:off x="6731911" y="3685915"/>
            <a:ext cx="326044" cy="437745"/>
          </a:xfrm>
          <a:custGeom>
            <a:rect b="b" l="l" r="r" t="t"/>
            <a:pathLst>
              <a:path extrusionOk="0" h="8859" w="5308">
                <a:moveTo>
                  <a:pt x="4152" y="942"/>
                </a:moveTo>
                <a:lnTo>
                  <a:pt x="4237" y="964"/>
                </a:lnTo>
                <a:lnTo>
                  <a:pt x="4344" y="985"/>
                </a:lnTo>
                <a:lnTo>
                  <a:pt x="4366" y="1071"/>
                </a:lnTo>
                <a:lnTo>
                  <a:pt x="4387" y="1156"/>
                </a:lnTo>
                <a:lnTo>
                  <a:pt x="4408" y="1242"/>
                </a:lnTo>
                <a:lnTo>
                  <a:pt x="4387" y="1413"/>
                </a:lnTo>
                <a:lnTo>
                  <a:pt x="4387" y="2376"/>
                </a:lnTo>
                <a:lnTo>
                  <a:pt x="4408" y="2804"/>
                </a:lnTo>
                <a:lnTo>
                  <a:pt x="4451" y="3232"/>
                </a:lnTo>
                <a:lnTo>
                  <a:pt x="4494" y="3660"/>
                </a:lnTo>
                <a:lnTo>
                  <a:pt x="4494" y="3874"/>
                </a:lnTo>
                <a:lnTo>
                  <a:pt x="4473" y="4088"/>
                </a:lnTo>
                <a:lnTo>
                  <a:pt x="4430" y="4601"/>
                </a:lnTo>
                <a:lnTo>
                  <a:pt x="4430" y="5136"/>
                </a:lnTo>
                <a:lnTo>
                  <a:pt x="4408" y="5649"/>
                </a:lnTo>
                <a:lnTo>
                  <a:pt x="4387" y="6184"/>
                </a:lnTo>
                <a:lnTo>
                  <a:pt x="4366" y="6291"/>
                </a:lnTo>
                <a:lnTo>
                  <a:pt x="4344" y="6377"/>
                </a:lnTo>
                <a:lnTo>
                  <a:pt x="4280" y="6462"/>
                </a:lnTo>
                <a:lnTo>
                  <a:pt x="4194" y="6527"/>
                </a:lnTo>
                <a:lnTo>
                  <a:pt x="4087" y="6569"/>
                </a:lnTo>
                <a:lnTo>
                  <a:pt x="4002" y="6591"/>
                </a:lnTo>
                <a:lnTo>
                  <a:pt x="3274" y="6591"/>
                </a:lnTo>
                <a:lnTo>
                  <a:pt x="2761" y="6612"/>
                </a:lnTo>
                <a:lnTo>
                  <a:pt x="1884" y="6655"/>
                </a:lnTo>
                <a:lnTo>
                  <a:pt x="1456" y="6698"/>
                </a:lnTo>
                <a:lnTo>
                  <a:pt x="1349" y="6676"/>
                </a:lnTo>
                <a:lnTo>
                  <a:pt x="1242" y="6676"/>
                </a:lnTo>
                <a:lnTo>
                  <a:pt x="1156" y="6655"/>
                </a:lnTo>
                <a:lnTo>
                  <a:pt x="1071" y="6591"/>
                </a:lnTo>
                <a:lnTo>
                  <a:pt x="985" y="6527"/>
                </a:lnTo>
                <a:lnTo>
                  <a:pt x="921" y="6420"/>
                </a:lnTo>
                <a:lnTo>
                  <a:pt x="878" y="6313"/>
                </a:lnTo>
                <a:lnTo>
                  <a:pt x="857" y="6206"/>
                </a:lnTo>
                <a:lnTo>
                  <a:pt x="835" y="5949"/>
                </a:lnTo>
                <a:lnTo>
                  <a:pt x="835" y="5735"/>
                </a:lnTo>
                <a:lnTo>
                  <a:pt x="814" y="5371"/>
                </a:lnTo>
                <a:lnTo>
                  <a:pt x="814" y="5008"/>
                </a:lnTo>
                <a:lnTo>
                  <a:pt x="793" y="4408"/>
                </a:lnTo>
                <a:lnTo>
                  <a:pt x="814" y="3788"/>
                </a:lnTo>
                <a:lnTo>
                  <a:pt x="814" y="3168"/>
                </a:lnTo>
                <a:lnTo>
                  <a:pt x="814" y="2547"/>
                </a:lnTo>
                <a:lnTo>
                  <a:pt x="835" y="2354"/>
                </a:lnTo>
                <a:lnTo>
                  <a:pt x="857" y="2183"/>
                </a:lnTo>
                <a:lnTo>
                  <a:pt x="900" y="2012"/>
                </a:lnTo>
                <a:lnTo>
                  <a:pt x="900" y="1820"/>
                </a:lnTo>
                <a:lnTo>
                  <a:pt x="921" y="1627"/>
                </a:lnTo>
                <a:lnTo>
                  <a:pt x="921" y="1413"/>
                </a:lnTo>
                <a:lnTo>
                  <a:pt x="921" y="1306"/>
                </a:lnTo>
                <a:lnTo>
                  <a:pt x="942" y="1199"/>
                </a:lnTo>
                <a:lnTo>
                  <a:pt x="985" y="1135"/>
                </a:lnTo>
                <a:lnTo>
                  <a:pt x="1006" y="1092"/>
                </a:lnTo>
                <a:lnTo>
                  <a:pt x="1113" y="1049"/>
                </a:lnTo>
                <a:lnTo>
                  <a:pt x="1242" y="1028"/>
                </a:lnTo>
                <a:lnTo>
                  <a:pt x="1370" y="1007"/>
                </a:lnTo>
                <a:lnTo>
                  <a:pt x="1627" y="985"/>
                </a:lnTo>
                <a:lnTo>
                  <a:pt x="2140" y="985"/>
                </a:lnTo>
                <a:lnTo>
                  <a:pt x="2376" y="964"/>
                </a:lnTo>
                <a:lnTo>
                  <a:pt x="3060" y="964"/>
                </a:lnTo>
                <a:lnTo>
                  <a:pt x="3467" y="942"/>
                </a:lnTo>
                <a:close/>
                <a:moveTo>
                  <a:pt x="1220" y="7147"/>
                </a:moveTo>
                <a:lnTo>
                  <a:pt x="1220" y="7169"/>
                </a:lnTo>
                <a:lnTo>
                  <a:pt x="1220" y="7190"/>
                </a:lnTo>
                <a:lnTo>
                  <a:pt x="1220" y="7233"/>
                </a:lnTo>
                <a:lnTo>
                  <a:pt x="1199" y="7211"/>
                </a:lnTo>
                <a:lnTo>
                  <a:pt x="1199" y="7190"/>
                </a:lnTo>
                <a:lnTo>
                  <a:pt x="1220" y="7147"/>
                </a:lnTo>
                <a:close/>
                <a:moveTo>
                  <a:pt x="343" y="7233"/>
                </a:moveTo>
                <a:lnTo>
                  <a:pt x="322" y="7254"/>
                </a:lnTo>
                <a:lnTo>
                  <a:pt x="300" y="7254"/>
                </a:lnTo>
                <a:lnTo>
                  <a:pt x="322" y="7233"/>
                </a:lnTo>
                <a:close/>
                <a:moveTo>
                  <a:pt x="1777" y="7169"/>
                </a:moveTo>
                <a:lnTo>
                  <a:pt x="1905" y="7190"/>
                </a:lnTo>
                <a:lnTo>
                  <a:pt x="1862" y="7233"/>
                </a:lnTo>
                <a:lnTo>
                  <a:pt x="1798" y="7254"/>
                </a:lnTo>
                <a:lnTo>
                  <a:pt x="1691" y="7275"/>
                </a:lnTo>
                <a:lnTo>
                  <a:pt x="1477" y="7340"/>
                </a:lnTo>
                <a:lnTo>
                  <a:pt x="1499" y="7275"/>
                </a:lnTo>
                <a:lnTo>
                  <a:pt x="1520" y="7233"/>
                </a:lnTo>
                <a:lnTo>
                  <a:pt x="1563" y="7190"/>
                </a:lnTo>
                <a:lnTo>
                  <a:pt x="1627" y="7169"/>
                </a:lnTo>
                <a:close/>
                <a:moveTo>
                  <a:pt x="4430" y="7297"/>
                </a:moveTo>
                <a:lnTo>
                  <a:pt x="4451" y="7318"/>
                </a:lnTo>
                <a:lnTo>
                  <a:pt x="4473" y="7340"/>
                </a:lnTo>
                <a:lnTo>
                  <a:pt x="4451" y="7382"/>
                </a:lnTo>
                <a:lnTo>
                  <a:pt x="4408" y="7382"/>
                </a:lnTo>
                <a:lnTo>
                  <a:pt x="4430" y="7297"/>
                </a:lnTo>
                <a:close/>
                <a:moveTo>
                  <a:pt x="1820" y="7425"/>
                </a:moveTo>
                <a:lnTo>
                  <a:pt x="1798" y="7447"/>
                </a:lnTo>
                <a:lnTo>
                  <a:pt x="1755" y="7447"/>
                </a:lnTo>
                <a:lnTo>
                  <a:pt x="1777" y="7425"/>
                </a:lnTo>
                <a:close/>
                <a:moveTo>
                  <a:pt x="258" y="7318"/>
                </a:moveTo>
                <a:lnTo>
                  <a:pt x="279" y="7404"/>
                </a:lnTo>
                <a:lnTo>
                  <a:pt x="279" y="7489"/>
                </a:lnTo>
                <a:lnTo>
                  <a:pt x="279" y="7596"/>
                </a:lnTo>
                <a:lnTo>
                  <a:pt x="279" y="7703"/>
                </a:lnTo>
                <a:lnTo>
                  <a:pt x="236" y="7682"/>
                </a:lnTo>
                <a:lnTo>
                  <a:pt x="193" y="7639"/>
                </a:lnTo>
                <a:lnTo>
                  <a:pt x="193" y="7596"/>
                </a:lnTo>
                <a:lnTo>
                  <a:pt x="193" y="7532"/>
                </a:lnTo>
                <a:lnTo>
                  <a:pt x="215" y="7425"/>
                </a:lnTo>
                <a:lnTo>
                  <a:pt x="258" y="7318"/>
                </a:lnTo>
                <a:close/>
                <a:moveTo>
                  <a:pt x="1541" y="7425"/>
                </a:moveTo>
                <a:lnTo>
                  <a:pt x="1499" y="7511"/>
                </a:lnTo>
                <a:lnTo>
                  <a:pt x="1434" y="7575"/>
                </a:lnTo>
                <a:lnTo>
                  <a:pt x="1392" y="7639"/>
                </a:lnTo>
                <a:lnTo>
                  <a:pt x="1370" y="7725"/>
                </a:lnTo>
                <a:lnTo>
                  <a:pt x="1349" y="7682"/>
                </a:lnTo>
                <a:lnTo>
                  <a:pt x="1349" y="7639"/>
                </a:lnTo>
                <a:lnTo>
                  <a:pt x="1392" y="7532"/>
                </a:lnTo>
                <a:lnTo>
                  <a:pt x="1456" y="7447"/>
                </a:lnTo>
                <a:lnTo>
                  <a:pt x="1499" y="7425"/>
                </a:lnTo>
                <a:close/>
                <a:moveTo>
                  <a:pt x="4002" y="7447"/>
                </a:moveTo>
                <a:lnTo>
                  <a:pt x="4066" y="7468"/>
                </a:lnTo>
                <a:lnTo>
                  <a:pt x="4045" y="7575"/>
                </a:lnTo>
                <a:lnTo>
                  <a:pt x="4002" y="7661"/>
                </a:lnTo>
                <a:lnTo>
                  <a:pt x="3959" y="7725"/>
                </a:lnTo>
                <a:lnTo>
                  <a:pt x="3916" y="7746"/>
                </a:lnTo>
                <a:lnTo>
                  <a:pt x="3852" y="7746"/>
                </a:lnTo>
                <a:lnTo>
                  <a:pt x="3852" y="7639"/>
                </a:lnTo>
                <a:lnTo>
                  <a:pt x="3874" y="7532"/>
                </a:lnTo>
                <a:lnTo>
                  <a:pt x="3916" y="7489"/>
                </a:lnTo>
                <a:lnTo>
                  <a:pt x="3959" y="7468"/>
                </a:lnTo>
                <a:lnTo>
                  <a:pt x="4002" y="7447"/>
                </a:lnTo>
                <a:close/>
                <a:moveTo>
                  <a:pt x="386" y="7746"/>
                </a:moveTo>
                <a:lnTo>
                  <a:pt x="429" y="7768"/>
                </a:lnTo>
                <a:lnTo>
                  <a:pt x="407" y="7789"/>
                </a:lnTo>
                <a:lnTo>
                  <a:pt x="386" y="7789"/>
                </a:lnTo>
                <a:lnTo>
                  <a:pt x="343" y="7746"/>
                </a:lnTo>
                <a:close/>
                <a:moveTo>
                  <a:pt x="1755" y="8024"/>
                </a:moveTo>
                <a:lnTo>
                  <a:pt x="1798" y="8046"/>
                </a:lnTo>
                <a:lnTo>
                  <a:pt x="1820" y="8089"/>
                </a:lnTo>
                <a:lnTo>
                  <a:pt x="1841" y="8110"/>
                </a:lnTo>
                <a:lnTo>
                  <a:pt x="1820" y="8153"/>
                </a:lnTo>
                <a:lnTo>
                  <a:pt x="1755" y="8217"/>
                </a:lnTo>
                <a:lnTo>
                  <a:pt x="1713" y="8238"/>
                </a:lnTo>
                <a:lnTo>
                  <a:pt x="1670" y="8260"/>
                </a:lnTo>
                <a:lnTo>
                  <a:pt x="1627" y="8174"/>
                </a:lnTo>
                <a:lnTo>
                  <a:pt x="1627" y="8110"/>
                </a:lnTo>
                <a:lnTo>
                  <a:pt x="1648" y="8067"/>
                </a:lnTo>
                <a:lnTo>
                  <a:pt x="1670" y="8046"/>
                </a:lnTo>
                <a:lnTo>
                  <a:pt x="1691" y="8024"/>
                </a:lnTo>
                <a:close/>
                <a:moveTo>
                  <a:pt x="2675" y="7233"/>
                </a:moveTo>
                <a:lnTo>
                  <a:pt x="2782" y="7254"/>
                </a:lnTo>
                <a:lnTo>
                  <a:pt x="2868" y="7318"/>
                </a:lnTo>
                <a:lnTo>
                  <a:pt x="2932" y="7404"/>
                </a:lnTo>
                <a:lnTo>
                  <a:pt x="2996" y="7511"/>
                </a:lnTo>
                <a:lnTo>
                  <a:pt x="3039" y="7639"/>
                </a:lnTo>
                <a:lnTo>
                  <a:pt x="3060" y="7746"/>
                </a:lnTo>
                <a:lnTo>
                  <a:pt x="3060" y="7875"/>
                </a:lnTo>
                <a:lnTo>
                  <a:pt x="3039" y="8003"/>
                </a:lnTo>
                <a:lnTo>
                  <a:pt x="2975" y="8089"/>
                </a:lnTo>
                <a:lnTo>
                  <a:pt x="2889" y="8174"/>
                </a:lnTo>
                <a:lnTo>
                  <a:pt x="2782" y="8217"/>
                </a:lnTo>
                <a:lnTo>
                  <a:pt x="2675" y="8238"/>
                </a:lnTo>
                <a:lnTo>
                  <a:pt x="2568" y="8260"/>
                </a:lnTo>
                <a:lnTo>
                  <a:pt x="2333" y="8260"/>
                </a:lnTo>
                <a:lnTo>
                  <a:pt x="2183" y="8131"/>
                </a:lnTo>
                <a:lnTo>
                  <a:pt x="2076" y="8024"/>
                </a:lnTo>
                <a:lnTo>
                  <a:pt x="2033" y="7960"/>
                </a:lnTo>
                <a:lnTo>
                  <a:pt x="2012" y="7875"/>
                </a:lnTo>
                <a:lnTo>
                  <a:pt x="2012" y="7789"/>
                </a:lnTo>
                <a:lnTo>
                  <a:pt x="2012" y="7682"/>
                </a:lnTo>
                <a:lnTo>
                  <a:pt x="2033" y="7596"/>
                </a:lnTo>
                <a:lnTo>
                  <a:pt x="2076" y="7511"/>
                </a:lnTo>
                <a:lnTo>
                  <a:pt x="2119" y="7425"/>
                </a:lnTo>
                <a:lnTo>
                  <a:pt x="2183" y="7382"/>
                </a:lnTo>
                <a:lnTo>
                  <a:pt x="2269" y="7340"/>
                </a:lnTo>
                <a:lnTo>
                  <a:pt x="2354" y="7297"/>
                </a:lnTo>
                <a:lnTo>
                  <a:pt x="2547" y="7233"/>
                </a:lnTo>
                <a:close/>
                <a:moveTo>
                  <a:pt x="835" y="8345"/>
                </a:moveTo>
                <a:lnTo>
                  <a:pt x="857" y="8367"/>
                </a:lnTo>
                <a:lnTo>
                  <a:pt x="857" y="8388"/>
                </a:lnTo>
                <a:lnTo>
                  <a:pt x="814" y="8474"/>
                </a:lnTo>
                <a:lnTo>
                  <a:pt x="793" y="8474"/>
                </a:lnTo>
                <a:lnTo>
                  <a:pt x="750" y="8452"/>
                </a:lnTo>
                <a:lnTo>
                  <a:pt x="728" y="8452"/>
                </a:lnTo>
                <a:lnTo>
                  <a:pt x="728" y="8409"/>
                </a:lnTo>
                <a:lnTo>
                  <a:pt x="728" y="8388"/>
                </a:lnTo>
                <a:lnTo>
                  <a:pt x="750" y="8345"/>
                </a:lnTo>
                <a:close/>
                <a:moveTo>
                  <a:pt x="2012" y="1"/>
                </a:moveTo>
                <a:lnTo>
                  <a:pt x="1413" y="44"/>
                </a:lnTo>
                <a:lnTo>
                  <a:pt x="1092" y="44"/>
                </a:lnTo>
                <a:lnTo>
                  <a:pt x="793" y="87"/>
                </a:lnTo>
                <a:lnTo>
                  <a:pt x="664" y="108"/>
                </a:lnTo>
                <a:lnTo>
                  <a:pt x="514" y="172"/>
                </a:lnTo>
                <a:lnTo>
                  <a:pt x="407" y="258"/>
                </a:lnTo>
                <a:lnTo>
                  <a:pt x="279" y="386"/>
                </a:lnTo>
                <a:lnTo>
                  <a:pt x="193" y="536"/>
                </a:lnTo>
                <a:lnTo>
                  <a:pt x="129" y="707"/>
                </a:lnTo>
                <a:lnTo>
                  <a:pt x="86" y="878"/>
                </a:lnTo>
                <a:lnTo>
                  <a:pt x="65" y="1049"/>
                </a:lnTo>
                <a:lnTo>
                  <a:pt x="44" y="1413"/>
                </a:lnTo>
                <a:lnTo>
                  <a:pt x="44" y="1777"/>
                </a:lnTo>
                <a:lnTo>
                  <a:pt x="1" y="2633"/>
                </a:lnTo>
                <a:lnTo>
                  <a:pt x="1" y="3488"/>
                </a:lnTo>
                <a:lnTo>
                  <a:pt x="22" y="4323"/>
                </a:lnTo>
                <a:lnTo>
                  <a:pt x="65" y="5179"/>
                </a:lnTo>
                <a:lnTo>
                  <a:pt x="22" y="5542"/>
                </a:lnTo>
                <a:lnTo>
                  <a:pt x="22" y="5928"/>
                </a:lnTo>
                <a:lnTo>
                  <a:pt x="22" y="6676"/>
                </a:lnTo>
                <a:lnTo>
                  <a:pt x="22" y="7361"/>
                </a:lnTo>
                <a:lnTo>
                  <a:pt x="44" y="7703"/>
                </a:lnTo>
                <a:lnTo>
                  <a:pt x="65" y="7875"/>
                </a:lnTo>
                <a:lnTo>
                  <a:pt x="108" y="8024"/>
                </a:lnTo>
                <a:lnTo>
                  <a:pt x="172" y="8174"/>
                </a:lnTo>
                <a:lnTo>
                  <a:pt x="236" y="8281"/>
                </a:lnTo>
                <a:lnTo>
                  <a:pt x="322" y="8388"/>
                </a:lnTo>
                <a:lnTo>
                  <a:pt x="429" y="8495"/>
                </a:lnTo>
                <a:lnTo>
                  <a:pt x="557" y="8559"/>
                </a:lnTo>
                <a:lnTo>
                  <a:pt x="664" y="8623"/>
                </a:lnTo>
                <a:lnTo>
                  <a:pt x="942" y="8709"/>
                </a:lnTo>
                <a:lnTo>
                  <a:pt x="1242" y="8773"/>
                </a:lnTo>
                <a:lnTo>
                  <a:pt x="1541" y="8816"/>
                </a:lnTo>
                <a:lnTo>
                  <a:pt x="2098" y="8837"/>
                </a:lnTo>
                <a:lnTo>
                  <a:pt x="2440" y="8859"/>
                </a:lnTo>
                <a:lnTo>
                  <a:pt x="2782" y="8859"/>
                </a:lnTo>
                <a:lnTo>
                  <a:pt x="3446" y="8816"/>
                </a:lnTo>
                <a:lnTo>
                  <a:pt x="3874" y="8816"/>
                </a:lnTo>
                <a:lnTo>
                  <a:pt x="4002" y="8795"/>
                </a:lnTo>
                <a:lnTo>
                  <a:pt x="4087" y="8773"/>
                </a:lnTo>
                <a:lnTo>
                  <a:pt x="4152" y="8730"/>
                </a:lnTo>
                <a:lnTo>
                  <a:pt x="4280" y="8645"/>
                </a:lnTo>
                <a:lnTo>
                  <a:pt x="4387" y="8623"/>
                </a:lnTo>
                <a:lnTo>
                  <a:pt x="4473" y="8581"/>
                </a:lnTo>
                <a:lnTo>
                  <a:pt x="4580" y="8559"/>
                </a:lnTo>
                <a:lnTo>
                  <a:pt x="4665" y="8516"/>
                </a:lnTo>
                <a:lnTo>
                  <a:pt x="4751" y="8452"/>
                </a:lnTo>
                <a:lnTo>
                  <a:pt x="4836" y="8345"/>
                </a:lnTo>
                <a:lnTo>
                  <a:pt x="5008" y="8153"/>
                </a:lnTo>
                <a:lnTo>
                  <a:pt x="5072" y="8024"/>
                </a:lnTo>
                <a:lnTo>
                  <a:pt x="5136" y="7875"/>
                </a:lnTo>
                <a:lnTo>
                  <a:pt x="5157" y="7725"/>
                </a:lnTo>
                <a:lnTo>
                  <a:pt x="5179" y="7532"/>
                </a:lnTo>
                <a:lnTo>
                  <a:pt x="5179" y="7190"/>
                </a:lnTo>
                <a:lnTo>
                  <a:pt x="5179" y="6869"/>
                </a:lnTo>
                <a:lnTo>
                  <a:pt x="5221" y="5435"/>
                </a:lnTo>
                <a:lnTo>
                  <a:pt x="5286" y="4002"/>
                </a:lnTo>
                <a:lnTo>
                  <a:pt x="5307" y="3660"/>
                </a:lnTo>
                <a:lnTo>
                  <a:pt x="5286" y="3296"/>
                </a:lnTo>
                <a:lnTo>
                  <a:pt x="5264" y="2590"/>
                </a:lnTo>
                <a:lnTo>
                  <a:pt x="5243" y="1905"/>
                </a:lnTo>
                <a:lnTo>
                  <a:pt x="5264" y="1541"/>
                </a:lnTo>
                <a:lnTo>
                  <a:pt x="5286" y="1199"/>
                </a:lnTo>
                <a:lnTo>
                  <a:pt x="5286" y="1071"/>
                </a:lnTo>
                <a:lnTo>
                  <a:pt x="5286" y="942"/>
                </a:lnTo>
                <a:lnTo>
                  <a:pt x="5264" y="793"/>
                </a:lnTo>
                <a:lnTo>
                  <a:pt x="5221" y="686"/>
                </a:lnTo>
                <a:lnTo>
                  <a:pt x="5157" y="557"/>
                </a:lnTo>
                <a:lnTo>
                  <a:pt x="5093" y="450"/>
                </a:lnTo>
                <a:lnTo>
                  <a:pt x="5008" y="343"/>
                </a:lnTo>
                <a:lnTo>
                  <a:pt x="4922" y="236"/>
                </a:lnTo>
                <a:lnTo>
                  <a:pt x="4794" y="151"/>
                </a:lnTo>
                <a:lnTo>
                  <a:pt x="4644" y="108"/>
                </a:lnTo>
                <a:lnTo>
                  <a:pt x="4494" y="65"/>
                </a:lnTo>
                <a:lnTo>
                  <a:pt x="3745" y="65"/>
                </a:lnTo>
                <a:lnTo>
                  <a:pt x="3167" y="22"/>
                </a:lnTo>
                <a:lnTo>
                  <a:pt x="259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0"/>
          <p:cNvSpPr/>
          <p:nvPr/>
        </p:nvSpPr>
        <p:spPr>
          <a:xfrm>
            <a:off x="2144813" y="3379113"/>
            <a:ext cx="1118400" cy="10500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0"/>
          <p:cNvSpPr/>
          <p:nvPr/>
        </p:nvSpPr>
        <p:spPr>
          <a:xfrm>
            <a:off x="2460512" y="3580741"/>
            <a:ext cx="487003" cy="542914"/>
          </a:xfrm>
          <a:custGeom>
            <a:rect b="b" l="l" r="r" t="t"/>
            <a:pathLst>
              <a:path extrusionOk="0" h="10357" w="5414">
                <a:moveTo>
                  <a:pt x="5414" y="7703"/>
                </a:moveTo>
                <a:lnTo>
                  <a:pt x="5414" y="7703"/>
                </a:lnTo>
                <a:lnTo>
                  <a:pt x="5371" y="7639"/>
                </a:lnTo>
                <a:lnTo>
                  <a:pt x="5328" y="7553"/>
                </a:lnTo>
                <a:lnTo>
                  <a:pt x="5243" y="7468"/>
                </a:lnTo>
                <a:lnTo>
                  <a:pt x="5136" y="7404"/>
                </a:lnTo>
                <a:lnTo>
                  <a:pt x="4772" y="7168"/>
                </a:lnTo>
                <a:lnTo>
                  <a:pt x="4772" y="7168"/>
                </a:lnTo>
                <a:lnTo>
                  <a:pt x="4408" y="6933"/>
                </a:lnTo>
                <a:lnTo>
                  <a:pt x="4044" y="6719"/>
                </a:lnTo>
                <a:lnTo>
                  <a:pt x="4044" y="6719"/>
                </a:lnTo>
                <a:lnTo>
                  <a:pt x="3980" y="6676"/>
                </a:lnTo>
                <a:lnTo>
                  <a:pt x="3916" y="6612"/>
                </a:lnTo>
                <a:lnTo>
                  <a:pt x="3809" y="6462"/>
                </a:lnTo>
                <a:lnTo>
                  <a:pt x="3702" y="6291"/>
                </a:lnTo>
                <a:lnTo>
                  <a:pt x="3638" y="6120"/>
                </a:lnTo>
                <a:lnTo>
                  <a:pt x="3638" y="6120"/>
                </a:lnTo>
                <a:lnTo>
                  <a:pt x="3616" y="6013"/>
                </a:lnTo>
                <a:lnTo>
                  <a:pt x="3595" y="5927"/>
                </a:lnTo>
                <a:lnTo>
                  <a:pt x="3616" y="5842"/>
                </a:lnTo>
                <a:lnTo>
                  <a:pt x="3638" y="5756"/>
                </a:lnTo>
                <a:lnTo>
                  <a:pt x="3723" y="5585"/>
                </a:lnTo>
                <a:lnTo>
                  <a:pt x="3809" y="5392"/>
                </a:lnTo>
                <a:lnTo>
                  <a:pt x="3809" y="5392"/>
                </a:lnTo>
                <a:lnTo>
                  <a:pt x="4002" y="4965"/>
                </a:lnTo>
                <a:lnTo>
                  <a:pt x="4173" y="4537"/>
                </a:lnTo>
                <a:lnTo>
                  <a:pt x="4173" y="4537"/>
                </a:lnTo>
                <a:lnTo>
                  <a:pt x="4258" y="4344"/>
                </a:lnTo>
                <a:lnTo>
                  <a:pt x="4365" y="4194"/>
                </a:lnTo>
                <a:lnTo>
                  <a:pt x="4601" y="3873"/>
                </a:lnTo>
                <a:lnTo>
                  <a:pt x="4601" y="3873"/>
                </a:lnTo>
                <a:lnTo>
                  <a:pt x="4708" y="3702"/>
                </a:lnTo>
                <a:lnTo>
                  <a:pt x="4836" y="3510"/>
                </a:lnTo>
                <a:lnTo>
                  <a:pt x="4943" y="3317"/>
                </a:lnTo>
                <a:lnTo>
                  <a:pt x="4964" y="3210"/>
                </a:lnTo>
                <a:lnTo>
                  <a:pt x="4964" y="3124"/>
                </a:lnTo>
                <a:lnTo>
                  <a:pt x="4964" y="3124"/>
                </a:lnTo>
                <a:lnTo>
                  <a:pt x="4943" y="3039"/>
                </a:lnTo>
                <a:lnTo>
                  <a:pt x="4900" y="2996"/>
                </a:lnTo>
                <a:lnTo>
                  <a:pt x="4857" y="2953"/>
                </a:lnTo>
                <a:lnTo>
                  <a:pt x="4793" y="2953"/>
                </a:lnTo>
                <a:lnTo>
                  <a:pt x="4643" y="2975"/>
                </a:lnTo>
                <a:lnTo>
                  <a:pt x="4494" y="2975"/>
                </a:lnTo>
                <a:lnTo>
                  <a:pt x="4494" y="2975"/>
                </a:lnTo>
                <a:lnTo>
                  <a:pt x="4408" y="2953"/>
                </a:lnTo>
                <a:lnTo>
                  <a:pt x="4387" y="2932"/>
                </a:lnTo>
                <a:lnTo>
                  <a:pt x="4365" y="2911"/>
                </a:lnTo>
                <a:lnTo>
                  <a:pt x="4387" y="2846"/>
                </a:lnTo>
                <a:lnTo>
                  <a:pt x="4408" y="2739"/>
                </a:lnTo>
                <a:lnTo>
                  <a:pt x="4408" y="2739"/>
                </a:lnTo>
                <a:lnTo>
                  <a:pt x="4515" y="2333"/>
                </a:lnTo>
                <a:lnTo>
                  <a:pt x="4515" y="2333"/>
                </a:lnTo>
                <a:lnTo>
                  <a:pt x="4536" y="2162"/>
                </a:lnTo>
                <a:lnTo>
                  <a:pt x="4558" y="1990"/>
                </a:lnTo>
                <a:lnTo>
                  <a:pt x="4558" y="1905"/>
                </a:lnTo>
                <a:lnTo>
                  <a:pt x="4536" y="1819"/>
                </a:lnTo>
                <a:lnTo>
                  <a:pt x="4472" y="1777"/>
                </a:lnTo>
                <a:lnTo>
                  <a:pt x="4408" y="1712"/>
                </a:lnTo>
                <a:lnTo>
                  <a:pt x="4408" y="1712"/>
                </a:lnTo>
                <a:lnTo>
                  <a:pt x="4323" y="1691"/>
                </a:lnTo>
                <a:lnTo>
                  <a:pt x="4237" y="1691"/>
                </a:lnTo>
                <a:lnTo>
                  <a:pt x="4044" y="1691"/>
                </a:lnTo>
                <a:lnTo>
                  <a:pt x="3959" y="1691"/>
                </a:lnTo>
                <a:lnTo>
                  <a:pt x="3873" y="1670"/>
                </a:lnTo>
                <a:lnTo>
                  <a:pt x="3788" y="1648"/>
                </a:lnTo>
                <a:lnTo>
                  <a:pt x="3723" y="1584"/>
                </a:lnTo>
                <a:lnTo>
                  <a:pt x="3723" y="1584"/>
                </a:lnTo>
                <a:lnTo>
                  <a:pt x="3702" y="1477"/>
                </a:lnTo>
                <a:lnTo>
                  <a:pt x="3681" y="1391"/>
                </a:lnTo>
                <a:lnTo>
                  <a:pt x="3659" y="1306"/>
                </a:lnTo>
                <a:lnTo>
                  <a:pt x="3638" y="1263"/>
                </a:lnTo>
                <a:lnTo>
                  <a:pt x="3595" y="1220"/>
                </a:lnTo>
                <a:lnTo>
                  <a:pt x="3595" y="1220"/>
                </a:lnTo>
                <a:lnTo>
                  <a:pt x="3531" y="1177"/>
                </a:lnTo>
                <a:lnTo>
                  <a:pt x="3467" y="1156"/>
                </a:lnTo>
                <a:lnTo>
                  <a:pt x="3317" y="1135"/>
                </a:lnTo>
                <a:lnTo>
                  <a:pt x="2953" y="1135"/>
                </a:lnTo>
                <a:lnTo>
                  <a:pt x="2782" y="1135"/>
                </a:lnTo>
                <a:lnTo>
                  <a:pt x="2632" y="1092"/>
                </a:lnTo>
                <a:lnTo>
                  <a:pt x="2568" y="1070"/>
                </a:lnTo>
                <a:lnTo>
                  <a:pt x="2525" y="1028"/>
                </a:lnTo>
                <a:lnTo>
                  <a:pt x="2504" y="964"/>
                </a:lnTo>
                <a:lnTo>
                  <a:pt x="2483" y="899"/>
                </a:lnTo>
                <a:lnTo>
                  <a:pt x="2483" y="899"/>
                </a:lnTo>
                <a:lnTo>
                  <a:pt x="2483" y="835"/>
                </a:lnTo>
                <a:lnTo>
                  <a:pt x="2504" y="750"/>
                </a:lnTo>
                <a:lnTo>
                  <a:pt x="2589" y="600"/>
                </a:lnTo>
                <a:lnTo>
                  <a:pt x="2589" y="600"/>
                </a:lnTo>
                <a:lnTo>
                  <a:pt x="2654" y="493"/>
                </a:lnTo>
                <a:lnTo>
                  <a:pt x="2696" y="450"/>
                </a:lnTo>
                <a:lnTo>
                  <a:pt x="2739" y="450"/>
                </a:lnTo>
                <a:lnTo>
                  <a:pt x="2825" y="450"/>
                </a:lnTo>
                <a:lnTo>
                  <a:pt x="2825" y="450"/>
                </a:lnTo>
                <a:lnTo>
                  <a:pt x="2953" y="386"/>
                </a:lnTo>
                <a:lnTo>
                  <a:pt x="3060" y="343"/>
                </a:lnTo>
                <a:lnTo>
                  <a:pt x="3103" y="300"/>
                </a:lnTo>
                <a:lnTo>
                  <a:pt x="3124" y="236"/>
                </a:lnTo>
                <a:lnTo>
                  <a:pt x="3103" y="172"/>
                </a:lnTo>
                <a:lnTo>
                  <a:pt x="3039" y="108"/>
                </a:lnTo>
                <a:lnTo>
                  <a:pt x="3039" y="108"/>
                </a:lnTo>
                <a:lnTo>
                  <a:pt x="2996" y="65"/>
                </a:lnTo>
                <a:lnTo>
                  <a:pt x="2932" y="43"/>
                </a:lnTo>
                <a:lnTo>
                  <a:pt x="2761" y="1"/>
                </a:lnTo>
                <a:lnTo>
                  <a:pt x="2589" y="1"/>
                </a:lnTo>
                <a:lnTo>
                  <a:pt x="2440" y="1"/>
                </a:lnTo>
                <a:lnTo>
                  <a:pt x="2440" y="1"/>
                </a:lnTo>
                <a:lnTo>
                  <a:pt x="2290" y="22"/>
                </a:lnTo>
                <a:lnTo>
                  <a:pt x="2162" y="86"/>
                </a:lnTo>
                <a:lnTo>
                  <a:pt x="2033" y="172"/>
                </a:lnTo>
                <a:lnTo>
                  <a:pt x="1905" y="257"/>
                </a:lnTo>
                <a:lnTo>
                  <a:pt x="1905" y="257"/>
                </a:lnTo>
                <a:lnTo>
                  <a:pt x="1798" y="386"/>
                </a:lnTo>
                <a:lnTo>
                  <a:pt x="1712" y="536"/>
                </a:lnTo>
                <a:lnTo>
                  <a:pt x="1669" y="685"/>
                </a:lnTo>
                <a:lnTo>
                  <a:pt x="1648" y="857"/>
                </a:lnTo>
                <a:lnTo>
                  <a:pt x="1648" y="857"/>
                </a:lnTo>
                <a:lnTo>
                  <a:pt x="1648" y="942"/>
                </a:lnTo>
                <a:lnTo>
                  <a:pt x="1669" y="1028"/>
                </a:lnTo>
                <a:lnTo>
                  <a:pt x="1712" y="1220"/>
                </a:lnTo>
                <a:lnTo>
                  <a:pt x="1755" y="1391"/>
                </a:lnTo>
                <a:lnTo>
                  <a:pt x="1755" y="1477"/>
                </a:lnTo>
                <a:lnTo>
                  <a:pt x="1755" y="1541"/>
                </a:lnTo>
                <a:lnTo>
                  <a:pt x="1755" y="1541"/>
                </a:lnTo>
                <a:lnTo>
                  <a:pt x="1776" y="1563"/>
                </a:lnTo>
                <a:lnTo>
                  <a:pt x="1776" y="1563"/>
                </a:lnTo>
                <a:lnTo>
                  <a:pt x="1776" y="1563"/>
                </a:lnTo>
                <a:lnTo>
                  <a:pt x="1712" y="1520"/>
                </a:lnTo>
                <a:lnTo>
                  <a:pt x="1669" y="1520"/>
                </a:lnTo>
                <a:lnTo>
                  <a:pt x="1605" y="1520"/>
                </a:lnTo>
                <a:lnTo>
                  <a:pt x="1520" y="1541"/>
                </a:lnTo>
                <a:lnTo>
                  <a:pt x="1391" y="1627"/>
                </a:lnTo>
                <a:lnTo>
                  <a:pt x="1284" y="1691"/>
                </a:lnTo>
                <a:lnTo>
                  <a:pt x="1284" y="1691"/>
                </a:lnTo>
                <a:lnTo>
                  <a:pt x="1156" y="1734"/>
                </a:lnTo>
                <a:lnTo>
                  <a:pt x="1049" y="1777"/>
                </a:lnTo>
                <a:lnTo>
                  <a:pt x="1028" y="1819"/>
                </a:lnTo>
                <a:lnTo>
                  <a:pt x="1006" y="1862"/>
                </a:lnTo>
                <a:lnTo>
                  <a:pt x="985" y="2012"/>
                </a:lnTo>
                <a:lnTo>
                  <a:pt x="985" y="2012"/>
                </a:lnTo>
                <a:lnTo>
                  <a:pt x="985" y="2247"/>
                </a:lnTo>
                <a:lnTo>
                  <a:pt x="1006" y="2483"/>
                </a:lnTo>
                <a:lnTo>
                  <a:pt x="1028" y="2718"/>
                </a:lnTo>
                <a:lnTo>
                  <a:pt x="1028" y="2932"/>
                </a:lnTo>
                <a:lnTo>
                  <a:pt x="1028" y="2932"/>
                </a:lnTo>
                <a:lnTo>
                  <a:pt x="1028" y="3103"/>
                </a:lnTo>
                <a:lnTo>
                  <a:pt x="1006" y="3146"/>
                </a:lnTo>
                <a:lnTo>
                  <a:pt x="985" y="3167"/>
                </a:lnTo>
                <a:lnTo>
                  <a:pt x="899" y="3189"/>
                </a:lnTo>
                <a:lnTo>
                  <a:pt x="835" y="3210"/>
                </a:lnTo>
                <a:lnTo>
                  <a:pt x="771" y="3253"/>
                </a:lnTo>
                <a:lnTo>
                  <a:pt x="771" y="3253"/>
                </a:lnTo>
                <a:lnTo>
                  <a:pt x="685" y="3317"/>
                </a:lnTo>
                <a:lnTo>
                  <a:pt x="642" y="3381"/>
                </a:lnTo>
                <a:lnTo>
                  <a:pt x="621" y="3467"/>
                </a:lnTo>
                <a:lnTo>
                  <a:pt x="600" y="3531"/>
                </a:lnTo>
                <a:lnTo>
                  <a:pt x="621" y="3617"/>
                </a:lnTo>
                <a:lnTo>
                  <a:pt x="642" y="3702"/>
                </a:lnTo>
                <a:lnTo>
                  <a:pt x="728" y="3873"/>
                </a:lnTo>
                <a:lnTo>
                  <a:pt x="835" y="4044"/>
                </a:lnTo>
                <a:lnTo>
                  <a:pt x="963" y="4216"/>
                </a:lnTo>
                <a:lnTo>
                  <a:pt x="1070" y="4365"/>
                </a:lnTo>
                <a:lnTo>
                  <a:pt x="1135" y="4494"/>
                </a:lnTo>
                <a:lnTo>
                  <a:pt x="1135" y="4494"/>
                </a:lnTo>
                <a:lnTo>
                  <a:pt x="1284" y="4858"/>
                </a:lnTo>
                <a:lnTo>
                  <a:pt x="1456" y="5221"/>
                </a:lnTo>
                <a:lnTo>
                  <a:pt x="1456" y="5221"/>
                </a:lnTo>
                <a:lnTo>
                  <a:pt x="1541" y="5392"/>
                </a:lnTo>
                <a:lnTo>
                  <a:pt x="1648" y="5585"/>
                </a:lnTo>
                <a:lnTo>
                  <a:pt x="1734" y="5778"/>
                </a:lnTo>
                <a:lnTo>
                  <a:pt x="1734" y="5885"/>
                </a:lnTo>
                <a:lnTo>
                  <a:pt x="1734" y="5970"/>
                </a:lnTo>
                <a:lnTo>
                  <a:pt x="1734" y="5970"/>
                </a:lnTo>
                <a:lnTo>
                  <a:pt x="1691" y="6184"/>
                </a:lnTo>
                <a:lnTo>
                  <a:pt x="1605" y="6355"/>
                </a:lnTo>
                <a:lnTo>
                  <a:pt x="1520" y="6548"/>
                </a:lnTo>
                <a:lnTo>
                  <a:pt x="1391" y="6740"/>
                </a:lnTo>
                <a:lnTo>
                  <a:pt x="1263" y="6912"/>
                </a:lnTo>
                <a:lnTo>
                  <a:pt x="1135" y="7061"/>
                </a:lnTo>
                <a:lnTo>
                  <a:pt x="985" y="7211"/>
                </a:lnTo>
                <a:lnTo>
                  <a:pt x="835" y="7339"/>
                </a:lnTo>
                <a:lnTo>
                  <a:pt x="835" y="7339"/>
                </a:lnTo>
                <a:lnTo>
                  <a:pt x="578" y="7532"/>
                </a:lnTo>
                <a:lnTo>
                  <a:pt x="300" y="7767"/>
                </a:lnTo>
                <a:lnTo>
                  <a:pt x="193" y="7874"/>
                </a:lnTo>
                <a:lnTo>
                  <a:pt x="86" y="8003"/>
                </a:lnTo>
                <a:lnTo>
                  <a:pt x="22" y="8152"/>
                </a:lnTo>
                <a:lnTo>
                  <a:pt x="1" y="8302"/>
                </a:lnTo>
                <a:lnTo>
                  <a:pt x="1" y="8302"/>
                </a:lnTo>
                <a:lnTo>
                  <a:pt x="86" y="8409"/>
                </a:lnTo>
                <a:lnTo>
                  <a:pt x="86" y="8409"/>
                </a:lnTo>
                <a:lnTo>
                  <a:pt x="108" y="8580"/>
                </a:lnTo>
                <a:lnTo>
                  <a:pt x="108" y="8580"/>
                </a:lnTo>
                <a:lnTo>
                  <a:pt x="108" y="8709"/>
                </a:lnTo>
                <a:lnTo>
                  <a:pt x="150" y="8752"/>
                </a:lnTo>
                <a:lnTo>
                  <a:pt x="215" y="8773"/>
                </a:lnTo>
                <a:lnTo>
                  <a:pt x="215" y="8773"/>
                </a:lnTo>
                <a:lnTo>
                  <a:pt x="257" y="8773"/>
                </a:lnTo>
                <a:lnTo>
                  <a:pt x="300" y="8773"/>
                </a:lnTo>
                <a:lnTo>
                  <a:pt x="343" y="8709"/>
                </a:lnTo>
                <a:lnTo>
                  <a:pt x="343" y="8645"/>
                </a:lnTo>
                <a:lnTo>
                  <a:pt x="364" y="8538"/>
                </a:lnTo>
                <a:lnTo>
                  <a:pt x="364" y="8452"/>
                </a:lnTo>
                <a:lnTo>
                  <a:pt x="364" y="8366"/>
                </a:lnTo>
                <a:lnTo>
                  <a:pt x="407" y="8324"/>
                </a:lnTo>
                <a:lnTo>
                  <a:pt x="429" y="8324"/>
                </a:lnTo>
                <a:lnTo>
                  <a:pt x="471" y="8324"/>
                </a:lnTo>
                <a:lnTo>
                  <a:pt x="471" y="8324"/>
                </a:lnTo>
                <a:lnTo>
                  <a:pt x="493" y="8345"/>
                </a:lnTo>
                <a:lnTo>
                  <a:pt x="514" y="8409"/>
                </a:lnTo>
                <a:lnTo>
                  <a:pt x="535" y="8580"/>
                </a:lnTo>
                <a:lnTo>
                  <a:pt x="557" y="8645"/>
                </a:lnTo>
                <a:lnTo>
                  <a:pt x="578" y="8687"/>
                </a:lnTo>
                <a:lnTo>
                  <a:pt x="621" y="8709"/>
                </a:lnTo>
                <a:lnTo>
                  <a:pt x="707" y="8666"/>
                </a:lnTo>
                <a:lnTo>
                  <a:pt x="707" y="8666"/>
                </a:lnTo>
                <a:lnTo>
                  <a:pt x="707" y="8623"/>
                </a:lnTo>
                <a:lnTo>
                  <a:pt x="728" y="8538"/>
                </a:lnTo>
                <a:lnTo>
                  <a:pt x="728" y="8324"/>
                </a:lnTo>
                <a:lnTo>
                  <a:pt x="749" y="8110"/>
                </a:lnTo>
                <a:lnTo>
                  <a:pt x="771" y="8045"/>
                </a:lnTo>
                <a:lnTo>
                  <a:pt x="771" y="8045"/>
                </a:lnTo>
                <a:lnTo>
                  <a:pt x="792" y="8024"/>
                </a:lnTo>
                <a:lnTo>
                  <a:pt x="792" y="8024"/>
                </a:lnTo>
                <a:lnTo>
                  <a:pt x="835" y="8067"/>
                </a:lnTo>
                <a:lnTo>
                  <a:pt x="856" y="8131"/>
                </a:lnTo>
                <a:lnTo>
                  <a:pt x="835" y="8324"/>
                </a:lnTo>
                <a:lnTo>
                  <a:pt x="835" y="8431"/>
                </a:lnTo>
                <a:lnTo>
                  <a:pt x="835" y="8538"/>
                </a:lnTo>
                <a:lnTo>
                  <a:pt x="878" y="8602"/>
                </a:lnTo>
                <a:lnTo>
                  <a:pt x="921" y="8645"/>
                </a:lnTo>
                <a:lnTo>
                  <a:pt x="921" y="8645"/>
                </a:lnTo>
                <a:lnTo>
                  <a:pt x="963" y="8666"/>
                </a:lnTo>
                <a:lnTo>
                  <a:pt x="1006" y="8666"/>
                </a:lnTo>
                <a:lnTo>
                  <a:pt x="1028" y="8645"/>
                </a:lnTo>
                <a:lnTo>
                  <a:pt x="1049" y="8602"/>
                </a:lnTo>
                <a:lnTo>
                  <a:pt x="1092" y="8516"/>
                </a:lnTo>
                <a:lnTo>
                  <a:pt x="1092" y="8409"/>
                </a:lnTo>
                <a:lnTo>
                  <a:pt x="1092" y="8152"/>
                </a:lnTo>
                <a:lnTo>
                  <a:pt x="1092" y="7981"/>
                </a:lnTo>
                <a:lnTo>
                  <a:pt x="1092" y="7981"/>
                </a:lnTo>
                <a:lnTo>
                  <a:pt x="1070" y="7832"/>
                </a:lnTo>
                <a:lnTo>
                  <a:pt x="1092" y="7746"/>
                </a:lnTo>
                <a:lnTo>
                  <a:pt x="1113" y="7725"/>
                </a:lnTo>
                <a:lnTo>
                  <a:pt x="1135" y="7703"/>
                </a:lnTo>
                <a:lnTo>
                  <a:pt x="1135" y="7703"/>
                </a:lnTo>
                <a:lnTo>
                  <a:pt x="1177" y="7682"/>
                </a:lnTo>
                <a:lnTo>
                  <a:pt x="1199" y="7703"/>
                </a:lnTo>
                <a:lnTo>
                  <a:pt x="1199" y="7746"/>
                </a:lnTo>
                <a:lnTo>
                  <a:pt x="1220" y="7789"/>
                </a:lnTo>
                <a:lnTo>
                  <a:pt x="1220" y="7789"/>
                </a:lnTo>
                <a:lnTo>
                  <a:pt x="1242" y="7832"/>
                </a:lnTo>
                <a:lnTo>
                  <a:pt x="1263" y="7874"/>
                </a:lnTo>
                <a:lnTo>
                  <a:pt x="1284" y="7896"/>
                </a:lnTo>
                <a:lnTo>
                  <a:pt x="1349" y="7896"/>
                </a:lnTo>
                <a:lnTo>
                  <a:pt x="1349" y="7896"/>
                </a:lnTo>
                <a:lnTo>
                  <a:pt x="1370" y="7874"/>
                </a:lnTo>
                <a:lnTo>
                  <a:pt x="1391" y="7853"/>
                </a:lnTo>
                <a:lnTo>
                  <a:pt x="1391" y="7746"/>
                </a:lnTo>
                <a:lnTo>
                  <a:pt x="1391" y="7596"/>
                </a:lnTo>
                <a:lnTo>
                  <a:pt x="1391" y="7596"/>
                </a:lnTo>
                <a:lnTo>
                  <a:pt x="1391" y="7511"/>
                </a:lnTo>
                <a:lnTo>
                  <a:pt x="1413" y="7425"/>
                </a:lnTo>
                <a:lnTo>
                  <a:pt x="1456" y="7339"/>
                </a:lnTo>
                <a:lnTo>
                  <a:pt x="1498" y="7318"/>
                </a:lnTo>
                <a:lnTo>
                  <a:pt x="1541" y="7297"/>
                </a:lnTo>
                <a:lnTo>
                  <a:pt x="1541" y="7297"/>
                </a:lnTo>
                <a:lnTo>
                  <a:pt x="1562" y="7297"/>
                </a:lnTo>
                <a:lnTo>
                  <a:pt x="1584" y="7318"/>
                </a:lnTo>
                <a:lnTo>
                  <a:pt x="1627" y="7404"/>
                </a:lnTo>
                <a:lnTo>
                  <a:pt x="1669" y="7553"/>
                </a:lnTo>
                <a:lnTo>
                  <a:pt x="1669" y="7553"/>
                </a:lnTo>
                <a:lnTo>
                  <a:pt x="1712" y="7618"/>
                </a:lnTo>
                <a:lnTo>
                  <a:pt x="1755" y="7660"/>
                </a:lnTo>
                <a:lnTo>
                  <a:pt x="1798" y="7682"/>
                </a:lnTo>
                <a:lnTo>
                  <a:pt x="1841" y="7682"/>
                </a:lnTo>
                <a:lnTo>
                  <a:pt x="1926" y="7660"/>
                </a:lnTo>
                <a:lnTo>
                  <a:pt x="1990" y="7660"/>
                </a:lnTo>
                <a:lnTo>
                  <a:pt x="2033" y="7682"/>
                </a:lnTo>
                <a:lnTo>
                  <a:pt x="2033" y="7682"/>
                </a:lnTo>
                <a:lnTo>
                  <a:pt x="2097" y="7725"/>
                </a:lnTo>
                <a:lnTo>
                  <a:pt x="2140" y="7810"/>
                </a:lnTo>
                <a:lnTo>
                  <a:pt x="2247" y="7960"/>
                </a:lnTo>
                <a:lnTo>
                  <a:pt x="2247" y="7960"/>
                </a:lnTo>
                <a:lnTo>
                  <a:pt x="2311" y="8067"/>
                </a:lnTo>
                <a:lnTo>
                  <a:pt x="2333" y="8131"/>
                </a:lnTo>
                <a:lnTo>
                  <a:pt x="2311" y="8238"/>
                </a:lnTo>
                <a:lnTo>
                  <a:pt x="2290" y="8366"/>
                </a:lnTo>
                <a:lnTo>
                  <a:pt x="2290" y="8366"/>
                </a:lnTo>
                <a:lnTo>
                  <a:pt x="2226" y="8602"/>
                </a:lnTo>
                <a:lnTo>
                  <a:pt x="2162" y="8837"/>
                </a:lnTo>
                <a:lnTo>
                  <a:pt x="2097" y="9308"/>
                </a:lnTo>
                <a:lnTo>
                  <a:pt x="2097" y="9308"/>
                </a:lnTo>
                <a:lnTo>
                  <a:pt x="2055" y="9543"/>
                </a:lnTo>
                <a:lnTo>
                  <a:pt x="2012" y="9693"/>
                </a:lnTo>
                <a:lnTo>
                  <a:pt x="2012" y="9800"/>
                </a:lnTo>
                <a:lnTo>
                  <a:pt x="2012" y="9800"/>
                </a:lnTo>
                <a:lnTo>
                  <a:pt x="2033" y="9886"/>
                </a:lnTo>
                <a:lnTo>
                  <a:pt x="2055" y="9928"/>
                </a:lnTo>
                <a:lnTo>
                  <a:pt x="2097" y="9950"/>
                </a:lnTo>
                <a:lnTo>
                  <a:pt x="2119" y="10014"/>
                </a:lnTo>
                <a:lnTo>
                  <a:pt x="2119" y="10014"/>
                </a:lnTo>
                <a:lnTo>
                  <a:pt x="2140" y="10078"/>
                </a:lnTo>
                <a:lnTo>
                  <a:pt x="2140" y="10142"/>
                </a:lnTo>
                <a:lnTo>
                  <a:pt x="2140" y="10271"/>
                </a:lnTo>
                <a:lnTo>
                  <a:pt x="2162" y="10313"/>
                </a:lnTo>
                <a:lnTo>
                  <a:pt x="2204" y="10335"/>
                </a:lnTo>
                <a:lnTo>
                  <a:pt x="2269" y="10356"/>
                </a:lnTo>
                <a:lnTo>
                  <a:pt x="2376" y="10356"/>
                </a:lnTo>
                <a:lnTo>
                  <a:pt x="2376" y="10356"/>
                </a:lnTo>
                <a:lnTo>
                  <a:pt x="2504" y="10313"/>
                </a:lnTo>
                <a:lnTo>
                  <a:pt x="2654" y="10292"/>
                </a:lnTo>
                <a:lnTo>
                  <a:pt x="2654" y="10292"/>
                </a:lnTo>
                <a:lnTo>
                  <a:pt x="2782" y="10271"/>
                </a:lnTo>
                <a:lnTo>
                  <a:pt x="2889" y="10206"/>
                </a:lnTo>
                <a:lnTo>
                  <a:pt x="2889" y="10206"/>
                </a:lnTo>
                <a:lnTo>
                  <a:pt x="3017" y="10142"/>
                </a:lnTo>
                <a:lnTo>
                  <a:pt x="3146" y="10057"/>
                </a:lnTo>
                <a:lnTo>
                  <a:pt x="3146" y="10057"/>
                </a:lnTo>
                <a:lnTo>
                  <a:pt x="3189" y="9993"/>
                </a:lnTo>
                <a:lnTo>
                  <a:pt x="3210" y="9928"/>
                </a:lnTo>
                <a:lnTo>
                  <a:pt x="3231" y="9864"/>
                </a:lnTo>
                <a:lnTo>
                  <a:pt x="3274" y="9800"/>
                </a:lnTo>
                <a:lnTo>
                  <a:pt x="3274" y="9800"/>
                </a:lnTo>
                <a:lnTo>
                  <a:pt x="3317" y="9779"/>
                </a:lnTo>
                <a:lnTo>
                  <a:pt x="3360" y="9779"/>
                </a:lnTo>
                <a:lnTo>
                  <a:pt x="3445" y="9757"/>
                </a:lnTo>
                <a:lnTo>
                  <a:pt x="3488" y="9757"/>
                </a:lnTo>
                <a:lnTo>
                  <a:pt x="3488" y="9714"/>
                </a:lnTo>
                <a:lnTo>
                  <a:pt x="3509" y="9650"/>
                </a:lnTo>
                <a:lnTo>
                  <a:pt x="3488" y="9565"/>
                </a:lnTo>
                <a:lnTo>
                  <a:pt x="3488" y="9565"/>
                </a:lnTo>
                <a:lnTo>
                  <a:pt x="3445" y="9372"/>
                </a:lnTo>
                <a:lnTo>
                  <a:pt x="3360" y="9179"/>
                </a:lnTo>
                <a:lnTo>
                  <a:pt x="3274" y="8987"/>
                </a:lnTo>
                <a:lnTo>
                  <a:pt x="3210" y="8794"/>
                </a:lnTo>
                <a:lnTo>
                  <a:pt x="3210" y="8794"/>
                </a:lnTo>
                <a:lnTo>
                  <a:pt x="3060" y="8388"/>
                </a:lnTo>
                <a:lnTo>
                  <a:pt x="2996" y="8174"/>
                </a:lnTo>
                <a:lnTo>
                  <a:pt x="2975" y="8067"/>
                </a:lnTo>
                <a:lnTo>
                  <a:pt x="2996" y="8003"/>
                </a:lnTo>
                <a:lnTo>
                  <a:pt x="2996" y="8003"/>
                </a:lnTo>
                <a:lnTo>
                  <a:pt x="3082" y="7853"/>
                </a:lnTo>
                <a:lnTo>
                  <a:pt x="3167" y="7767"/>
                </a:lnTo>
                <a:lnTo>
                  <a:pt x="3210" y="7725"/>
                </a:lnTo>
                <a:lnTo>
                  <a:pt x="3210" y="7725"/>
                </a:lnTo>
                <a:lnTo>
                  <a:pt x="3274" y="7725"/>
                </a:lnTo>
                <a:lnTo>
                  <a:pt x="3317" y="7725"/>
                </a:lnTo>
                <a:lnTo>
                  <a:pt x="3360" y="7725"/>
                </a:lnTo>
                <a:lnTo>
                  <a:pt x="3424" y="7725"/>
                </a:lnTo>
                <a:lnTo>
                  <a:pt x="3424" y="7725"/>
                </a:lnTo>
                <a:lnTo>
                  <a:pt x="3488" y="7660"/>
                </a:lnTo>
                <a:lnTo>
                  <a:pt x="3552" y="7596"/>
                </a:lnTo>
                <a:lnTo>
                  <a:pt x="3638" y="7404"/>
                </a:lnTo>
                <a:lnTo>
                  <a:pt x="3745" y="7211"/>
                </a:lnTo>
                <a:lnTo>
                  <a:pt x="3830" y="7061"/>
                </a:lnTo>
                <a:lnTo>
                  <a:pt x="3830" y="7061"/>
                </a:lnTo>
                <a:lnTo>
                  <a:pt x="3895" y="6997"/>
                </a:lnTo>
                <a:lnTo>
                  <a:pt x="3937" y="6976"/>
                </a:lnTo>
                <a:lnTo>
                  <a:pt x="4002" y="6954"/>
                </a:lnTo>
                <a:lnTo>
                  <a:pt x="4044" y="6976"/>
                </a:lnTo>
                <a:lnTo>
                  <a:pt x="4173" y="7061"/>
                </a:lnTo>
                <a:lnTo>
                  <a:pt x="4301" y="7168"/>
                </a:lnTo>
                <a:lnTo>
                  <a:pt x="4301" y="7168"/>
                </a:lnTo>
                <a:lnTo>
                  <a:pt x="4686" y="7425"/>
                </a:lnTo>
                <a:lnTo>
                  <a:pt x="4879" y="7553"/>
                </a:lnTo>
                <a:lnTo>
                  <a:pt x="5050" y="7703"/>
                </a:lnTo>
                <a:lnTo>
                  <a:pt x="5050" y="7703"/>
                </a:lnTo>
                <a:lnTo>
                  <a:pt x="5157" y="7789"/>
                </a:lnTo>
                <a:lnTo>
                  <a:pt x="5285" y="7853"/>
                </a:lnTo>
                <a:lnTo>
                  <a:pt x="5328" y="7853"/>
                </a:lnTo>
                <a:lnTo>
                  <a:pt x="5371" y="7832"/>
                </a:lnTo>
                <a:lnTo>
                  <a:pt x="5392" y="7789"/>
                </a:lnTo>
                <a:lnTo>
                  <a:pt x="5414" y="7703"/>
                </a:lnTo>
                <a:lnTo>
                  <a:pt x="5414" y="7703"/>
                </a:lnTo>
                <a:close/>
                <a:moveTo>
                  <a:pt x="4323" y="3231"/>
                </a:moveTo>
                <a:lnTo>
                  <a:pt x="4323" y="3231"/>
                </a:lnTo>
                <a:lnTo>
                  <a:pt x="4408" y="3189"/>
                </a:lnTo>
                <a:lnTo>
                  <a:pt x="4515" y="3167"/>
                </a:lnTo>
                <a:lnTo>
                  <a:pt x="4622" y="3189"/>
                </a:lnTo>
                <a:lnTo>
                  <a:pt x="4708" y="3210"/>
                </a:lnTo>
                <a:lnTo>
                  <a:pt x="4708" y="3210"/>
                </a:lnTo>
                <a:lnTo>
                  <a:pt x="4665" y="3360"/>
                </a:lnTo>
                <a:lnTo>
                  <a:pt x="4579" y="3510"/>
                </a:lnTo>
                <a:lnTo>
                  <a:pt x="4472" y="3659"/>
                </a:lnTo>
                <a:lnTo>
                  <a:pt x="4408" y="3724"/>
                </a:lnTo>
                <a:lnTo>
                  <a:pt x="4365" y="3745"/>
                </a:lnTo>
                <a:lnTo>
                  <a:pt x="4365" y="3745"/>
                </a:lnTo>
                <a:lnTo>
                  <a:pt x="4301" y="3488"/>
                </a:lnTo>
                <a:lnTo>
                  <a:pt x="4301" y="3317"/>
                </a:lnTo>
                <a:lnTo>
                  <a:pt x="4301" y="3274"/>
                </a:lnTo>
                <a:lnTo>
                  <a:pt x="4323" y="3231"/>
                </a:lnTo>
                <a:lnTo>
                  <a:pt x="4323" y="3231"/>
                </a:lnTo>
                <a:close/>
                <a:moveTo>
                  <a:pt x="1092" y="3659"/>
                </a:moveTo>
                <a:lnTo>
                  <a:pt x="1092" y="3659"/>
                </a:lnTo>
                <a:lnTo>
                  <a:pt x="1070" y="3745"/>
                </a:lnTo>
                <a:lnTo>
                  <a:pt x="1049" y="3788"/>
                </a:lnTo>
                <a:lnTo>
                  <a:pt x="1028" y="3809"/>
                </a:lnTo>
                <a:lnTo>
                  <a:pt x="985" y="3809"/>
                </a:lnTo>
                <a:lnTo>
                  <a:pt x="942" y="3788"/>
                </a:lnTo>
                <a:lnTo>
                  <a:pt x="921" y="3745"/>
                </a:lnTo>
                <a:lnTo>
                  <a:pt x="878" y="3681"/>
                </a:lnTo>
                <a:lnTo>
                  <a:pt x="878" y="3617"/>
                </a:lnTo>
                <a:lnTo>
                  <a:pt x="878" y="3617"/>
                </a:lnTo>
                <a:lnTo>
                  <a:pt x="878" y="3531"/>
                </a:lnTo>
                <a:lnTo>
                  <a:pt x="899" y="3445"/>
                </a:lnTo>
                <a:lnTo>
                  <a:pt x="921" y="3424"/>
                </a:lnTo>
                <a:lnTo>
                  <a:pt x="942" y="3403"/>
                </a:lnTo>
                <a:lnTo>
                  <a:pt x="985" y="3403"/>
                </a:lnTo>
                <a:lnTo>
                  <a:pt x="1028" y="3424"/>
                </a:lnTo>
                <a:lnTo>
                  <a:pt x="1028" y="3424"/>
                </a:lnTo>
                <a:lnTo>
                  <a:pt x="1070" y="3424"/>
                </a:lnTo>
                <a:lnTo>
                  <a:pt x="1092" y="3467"/>
                </a:lnTo>
                <a:lnTo>
                  <a:pt x="1092" y="3531"/>
                </a:lnTo>
                <a:lnTo>
                  <a:pt x="1092" y="3659"/>
                </a:lnTo>
                <a:lnTo>
                  <a:pt x="1092" y="3659"/>
                </a:lnTo>
                <a:close/>
                <a:moveTo>
                  <a:pt x="1734" y="5285"/>
                </a:moveTo>
                <a:lnTo>
                  <a:pt x="1734" y="5285"/>
                </a:lnTo>
                <a:lnTo>
                  <a:pt x="1562" y="4900"/>
                </a:lnTo>
                <a:lnTo>
                  <a:pt x="1477" y="4708"/>
                </a:lnTo>
                <a:lnTo>
                  <a:pt x="1413" y="4515"/>
                </a:lnTo>
                <a:lnTo>
                  <a:pt x="1349" y="4323"/>
                </a:lnTo>
                <a:lnTo>
                  <a:pt x="1327" y="4109"/>
                </a:lnTo>
                <a:lnTo>
                  <a:pt x="1327" y="3916"/>
                </a:lnTo>
                <a:lnTo>
                  <a:pt x="1370" y="3702"/>
                </a:lnTo>
                <a:lnTo>
                  <a:pt x="1370" y="3702"/>
                </a:lnTo>
                <a:lnTo>
                  <a:pt x="1456" y="3873"/>
                </a:lnTo>
                <a:lnTo>
                  <a:pt x="1477" y="3916"/>
                </a:lnTo>
                <a:lnTo>
                  <a:pt x="1520" y="3916"/>
                </a:lnTo>
                <a:lnTo>
                  <a:pt x="1541" y="3916"/>
                </a:lnTo>
                <a:lnTo>
                  <a:pt x="1562" y="3873"/>
                </a:lnTo>
                <a:lnTo>
                  <a:pt x="1605" y="3788"/>
                </a:lnTo>
                <a:lnTo>
                  <a:pt x="1648" y="3659"/>
                </a:lnTo>
                <a:lnTo>
                  <a:pt x="1648" y="3531"/>
                </a:lnTo>
                <a:lnTo>
                  <a:pt x="1669" y="3424"/>
                </a:lnTo>
                <a:lnTo>
                  <a:pt x="1648" y="3381"/>
                </a:lnTo>
                <a:lnTo>
                  <a:pt x="1648" y="3381"/>
                </a:lnTo>
                <a:lnTo>
                  <a:pt x="1648" y="3189"/>
                </a:lnTo>
                <a:lnTo>
                  <a:pt x="1669" y="2996"/>
                </a:lnTo>
                <a:lnTo>
                  <a:pt x="1712" y="2804"/>
                </a:lnTo>
                <a:lnTo>
                  <a:pt x="1776" y="2611"/>
                </a:lnTo>
                <a:lnTo>
                  <a:pt x="1776" y="2611"/>
                </a:lnTo>
                <a:lnTo>
                  <a:pt x="1948" y="2269"/>
                </a:lnTo>
                <a:lnTo>
                  <a:pt x="2076" y="2076"/>
                </a:lnTo>
                <a:lnTo>
                  <a:pt x="2140" y="2012"/>
                </a:lnTo>
                <a:lnTo>
                  <a:pt x="2183" y="1990"/>
                </a:lnTo>
                <a:lnTo>
                  <a:pt x="2183" y="1990"/>
                </a:lnTo>
                <a:lnTo>
                  <a:pt x="2247" y="2012"/>
                </a:lnTo>
                <a:lnTo>
                  <a:pt x="2290" y="2055"/>
                </a:lnTo>
                <a:lnTo>
                  <a:pt x="2376" y="2162"/>
                </a:lnTo>
                <a:lnTo>
                  <a:pt x="2418" y="2247"/>
                </a:lnTo>
                <a:lnTo>
                  <a:pt x="2483" y="2290"/>
                </a:lnTo>
                <a:lnTo>
                  <a:pt x="2547" y="2333"/>
                </a:lnTo>
                <a:lnTo>
                  <a:pt x="2632" y="2333"/>
                </a:lnTo>
                <a:lnTo>
                  <a:pt x="2632" y="2333"/>
                </a:lnTo>
                <a:lnTo>
                  <a:pt x="2718" y="2311"/>
                </a:lnTo>
                <a:lnTo>
                  <a:pt x="2803" y="2290"/>
                </a:lnTo>
                <a:lnTo>
                  <a:pt x="2932" y="2183"/>
                </a:lnTo>
                <a:lnTo>
                  <a:pt x="3146" y="1948"/>
                </a:lnTo>
                <a:lnTo>
                  <a:pt x="3146" y="1948"/>
                </a:lnTo>
                <a:lnTo>
                  <a:pt x="3210" y="1862"/>
                </a:lnTo>
                <a:lnTo>
                  <a:pt x="3274" y="1841"/>
                </a:lnTo>
                <a:lnTo>
                  <a:pt x="3317" y="1819"/>
                </a:lnTo>
                <a:lnTo>
                  <a:pt x="3360" y="1819"/>
                </a:lnTo>
                <a:lnTo>
                  <a:pt x="3403" y="1862"/>
                </a:lnTo>
                <a:lnTo>
                  <a:pt x="3445" y="1905"/>
                </a:lnTo>
                <a:lnTo>
                  <a:pt x="3552" y="2055"/>
                </a:lnTo>
                <a:lnTo>
                  <a:pt x="3552" y="2055"/>
                </a:lnTo>
                <a:lnTo>
                  <a:pt x="3638" y="2183"/>
                </a:lnTo>
                <a:lnTo>
                  <a:pt x="3702" y="2333"/>
                </a:lnTo>
                <a:lnTo>
                  <a:pt x="3766" y="2483"/>
                </a:lnTo>
                <a:lnTo>
                  <a:pt x="3809" y="2654"/>
                </a:lnTo>
                <a:lnTo>
                  <a:pt x="3809" y="2654"/>
                </a:lnTo>
                <a:lnTo>
                  <a:pt x="3830" y="2846"/>
                </a:lnTo>
                <a:lnTo>
                  <a:pt x="3830" y="3060"/>
                </a:lnTo>
                <a:lnTo>
                  <a:pt x="3830" y="3274"/>
                </a:lnTo>
                <a:lnTo>
                  <a:pt x="3852" y="3381"/>
                </a:lnTo>
                <a:lnTo>
                  <a:pt x="3873" y="3488"/>
                </a:lnTo>
                <a:lnTo>
                  <a:pt x="3873" y="3488"/>
                </a:lnTo>
                <a:lnTo>
                  <a:pt x="3895" y="3552"/>
                </a:lnTo>
                <a:lnTo>
                  <a:pt x="3937" y="3617"/>
                </a:lnTo>
                <a:lnTo>
                  <a:pt x="3959" y="3681"/>
                </a:lnTo>
                <a:lnTo>
                  <a:pt x="4002" y="3745"/>
                </a:lnTo>
                <a:lnTo>
                  <a:pt x="4002" y="3745"/>
                </a:lnTo>
                <a:lnTo>
                  <a:pt x="4002" y="3831"/>
                </a:lnTo>
                <a:lnTo>
                  <a:pt x="4002" y="3916"/>
                </a:lnTo>
                <a:lnTo>
                  <a:pt x="3959" y="4087"/>
                </a:lnTo>
                <a:lnTo>
                  <a:pt x="3959" y="4087"/>
                </a:lnTo>
                <a:lnTo>
                  <a:pt x="3916" y="4301"/>
                </a:lnTo>
                <a:lnTo>
                  <a:pt x="3852" y="4515"/>
                </a:lnTo>
                <a:lnTo>
                  <a:pt x="3702" y="4922"/>
                </a:lnTo>
                <a:lnTo>
                  <a:pt x="3509" y="5328"/>
                </a:lnTo>
                <a:lnTo>
                  <a:pt x="3360" y="5735"/>
                </a:lnTo>
                <a:lnTo>
                  <a:pt x="3360" y="5735"/>
                </a:lnTo>
                <a:lnTo>
                  <a:pt x="3231" y="5992"/>
                </a:lnTo>
                <a:lnTo>
                  <a:pt x="3146" y="6184"/>
                </a:lnTo>
                <a:lnTo>
                  <a:pt x="3060" y="6355"/>
                </a:lnTo>
                <a:lnTo>
                  <a:pt x="2953" y="6505"/>
                </a:lnTo>
                <a:lnTo>
                  <a:pt x="2825" y="6633"/>
                </a:lnTo>
                <a:lnTo>
                  <a:pt x="2761" y="6676"/>
                </a:lnTo>
                <a:lnTo>
                  <a:pt x="2696" y="6719"/>
                </a:lnTo>
                <a:lnTo>
                  <a:pt x="2632" y="6719"/>
                </a:lnTo>
                <a:lnTo>
                  <a:pt x="2568" y="6698"/>
                </a:lnTo>
                <a:lnTo>
                  <a:pt x="2568" y="6698"/>
                </a:lnTo>
                <a:lnTo>
                  <a:pt x="2483" y="6676"/>
                </a:lnTo>
                <a:lnTo>
                  <a:pt x="2418" y="6612"/>
                </a:lnTo>
                <a:lnTo>
                  <a:pt x="2311" y="6441"/>
                </a:lnTo>
                <a:lnTo>
                  <a:pt x="2140" y="6077"/>
                </a:lnTo>
                <a:lnTo>
                  <a:pt x="2140" y="6077"/>
                </a:lnTo>
                <a:lnTo>
                  <a:pt x="1734" y="5285"/>
                </a:lnTo>
                <a:lnTo>
                  <a:pt x="1734" y="5285"/>
                </a:lnTo>
                <a:close/>
                <a:moveTo>
                  <a:pt x="2803" y="8366"/>
                </a:moveTo>
                <a:lnTo>
                  <a:pt x="2803" y="8366"/>
                </a:lnTo>
                <a:lnTo>
                  <a:pt x="2782" y="8409"/>
                </a:lnTo>
                <a:lnTo>
                  <a:pt x="2739" y="8452"/>
                </a:lnTo>
                <a:lnTo>
                  <a:pt x="2632" y="8516"/>
                </a:lnTo>
                <a:lnTo>
                  <a:pt x="2589" y="8538"/>
                </a:lnTo>
                <a:lnTo>
                  <a:pt x="2547" y="8538"/>
                </a:lnTo>
                <a:lnTo>
                  <a:pt x="2525" y="8495"/>
                </a:lnTo>
                <a:lnTo>
                  <a:pt x="2504" y="8431"/>
                </a:lnTo>
                <a:lnTo>
                  <a:pt x="2504" y="8431"/>
                </a:lnTo>
                <a:lnTo>
                  <a:pt x="2525" y="8345"/>
                </a:lnTo>
                <a:lnTo>
                  <a:pt x="2547" y="8302"/>
                </a:lnTo>
                <a:lnTo>
                  <a:pt x="2589" y="8238"/>
                </a:lnTo>
                <a:lnTo>
                  <a:pt x="2654" y="8217"/>
                </a:lnTo>
                <a:lnTo>
                  <a:pt x="2696" y="8217"/>
                </a:lnTo>
                <a:lnTo>
                  <a:pt x="2739" y="8238"/>
                </a:lnTo>
                <a:lnTo>
                  <a:pt x="2782" y="8281"/>
                </a:lnTo>
                <a:lnTo>
                  <a:pt x="2803" y="8366"/>
                </a:lnTo>
                <a:lnTo>
                  <a:pt x="2803" y="8366"/>
                </a:lnTo>
                <a:close/>
                <a:moveTo>
                  <a:pt x="2269" y="7489"/>
                </a:moveTo>
                <a:lnTo>
                  <a:pt x="2269" y="7489"/>
                </a:lnTo>
                <a:lnTo>
                  <a:pt x="2226" y="7446"/>
                </a:lnTo>
                <a:lnTo>
                  <a:pt x="2226" y="7425"/>
                </a:lnTo>
                <a:lnTo>
                  <a:pt x="2290" y="7361"/>
                </a:lnTo>
                <a:lnTo>
                  <a:pt x="2290" y="7361"/>
                </a:lnTo>
                <a:lnTo>
                  <a:pt x="2311" y="7382"/>
                </a:lnTo>
                <a:lnTo>
                  <a:pt x="2311" y="7425"/>
                </a:lnTo>
                <a:lnTo>
                  <a:pt x="2290" y="7446"/>
                </a:lnTo>
                <a:lnTo>
                  <a:pt x="2269" y="7489"/>
                </a:lnTo>
                <a:lnTo>
                  <a:pt x="2269" y="7489"/>
                </a:lnTo>
                <a:close/>
                <a:moveTo>
                  <a:pt x="1926" y="7361"/>
                </a:moveTo>
                <a:lnTo>
                  <a:pt x="1926" y="7361"/>
                </a:lnTo>
                <a:lnTo>
                  <a:pt x="1883" y="7361"/>
                </a:lnTo>
                <a:lnTo>
                  <a:pt x="1862" y="7339"/>
                </a:lnTo>
                <a:lnTo>
                  <a:pt x="1798" y="7275"/>
                </a:lnTo>
                <a:lnTo>
                  <a:pt x="1755" y="7190"/>
                </a:lnTo>
                <a:lnTo>
                  <a:pt x="1734" y="7083"/>
                </a:lnTo>
                <a:lnTo>
                  <a:pt x="1712" y="6890"/>
                </a:lnTo>
                <a:lnTo>
                  <a:pt x="1712" y="6805"/>
                </a:lnTo>
                <a:lnTo>
                  <a:pt x="1712" y="6805"/>
                </a:lnTo>
                <a:lnTo>
                  <a:pt x="1755" y="6655"/>
                </a:lnTo>
                <a:lnTo>
                  <a:pt x="1819" y="6484"/>
                </a:lnTo>
                <a:lnTo>
                  <a:pt x="1862" y="6398"/>
                </a:lnTo>
                <a:lnTo>
                  <a:pt x="1905" y="6334"/>
                </a:lnTo>
                <a:lnTo>
                  <a:pt x="1969" y="6291"/>
                </a:lnTo>
                <a:lnTo>
                  <a:pt x="2012" y="6312"/>
                </a:lnTo>
                <a:lnTo>
                  <a:pt x="2012" y="6312"/>
                </a:lnTo>
                <a:lnTo>
                  <a:pt x="2076" y="6398"/>
                </a:lnTo>
                <a:lnTo>
                  <a:pt x="2204" y="6591"/>
                </a:lnTo>
                <a:lnTo>
                  <a:pt x="2376" y="6890"/>
                </a:lnTo>
                <a:lnTo>
                  <a:pt x="2376" y="6890"/>
                </a:lnTo>
                <a:lnTo>
                  <a:pt x="2354" y="6933"/>
                </a:lnTo>
                <a:lnTo>
                  <a:pt x="2311" y="6997"/>
                </a:lnTo>
                <a:lnTo>
                  <a:pt x="2183" y="7147"/>
                </a:lnTo>
                <a:lnTo>
                  <a:pt x="2033" y="7297"/>
                </a:lnTo>
                <a:lnTo>
                  <a:pt x="1969" y="7339"/>
                </a:lnTo>
                <a:lnTo>
                  <a:pt x="1926" y="7361"/>
                </a:lnTo>
                <a:lnTo>
                  <a:pt x="1926" y="7361"/>
                </a:lnTo>
                <a:close/>
                <a:moveTo>
                  <a:pt x="3146" y="9458"/>
                </a:moveTo>
                <a:lnTo>
                  <a:pt x="3146" y="9458"/>
                </a:lnTo>
                <a:lnTo>
                  <a:pt x="3103" y="9479"/>
                </a:lnTo>
                <a:lnTo>
                  <a:pt x="2996" y="9543"/>
                </a:lnTo>
                <a:lnTo>
                  <a:pt x="2718" y="9650"/>
                </a:lnTo>
                <a:lnTo>
                  <a:pt x="2440" y="9714"/>
                </a:lnTo>
                <a:lnTo>
                  <a:pt x="2354" y="9736"/>
                </a:lnTo>
                <a:lnTo>
                  <a:pt x="2290" y="9714"/>
                </a:lnTo>
                <a:lnTo>
                  <a:pt x="2290" y="9714"/>
                </a:lnTo>
                <a:lnTo>
                  <a:pt x="2269" y="9693"/>
                </a:lnTo>
                <a:lnTo>
                  <a:pt x="2269" y="9650"/>
                </a:lnTo>
                <a:lnTo>
                  <a:pt x="2311" y="9565"/>
                </a:lnTo>
                <a:lnTo>
                  <a:pt x="2397" y="9479"/>
                </a:lnTo>
                <a:lnTo>
                  <a:pt x="2504" y="9372"/>
                </a:lnTo>
                <a:lnTo>
                  <a:pt x="2739" y="9201"/>
                </a:lnTo>
                <a:lnTo>
                  <a:pt x="2910" y="9137"/>
                </a:lnTo>
                <a:lnTo>
                  <a:pt x="2910" y="9137"/>
                </a:lnTo>
                <a:lnTo>
                  <a:pt x="2953" y="9137"/>
                </a:lnTo>
                <a:lnTo>
                  <a:pt x="3017" y="9137"/>
                </a:lnTo>
                <a:lnTo>
                  <a:pt x="3039" y="9179"/>
                </a:lnTo>
                <a:lnTo>
                  <a:pt x="3082" y="9201"/>
                </a:lnTo>
                <a:lnTo>
                  <a:pt x="3124" y="9329"/>
                </a:lnTo>
                <a:lnTo>
                  <a:pt x="3146" y="9458"/>
                </a:lnTo>
                <a:lnTo>
                  <a:pt x="3146" y="9458"/>
                </a:lnTo>
                <a:close/>
                <a:moveTo>
                  <a:pt x="2718" y="7896"/>
                </a:moveTo>
                <a:lnTo>
                  <a:pt x="2718" y="7896"/>
                </a:lnTo>
                <a:lnTo>
                  <a:pt x="2718" y="7853"/>
                </a:lnTo>
                <a:lnTo>
                  <a:pt x="2718" y="7832"/>
                </a:lnTo>
                <a:lnTo>
                  <a:pt x="2739" y="7725"/>
                </a:lnTo>
                <a:lnTo>
                  <a:pt x="2761" y="7639"/>
                </a:lnTo>
                <a:lnTo>
                  <a:pt x="2782" y="7553"/>
                </a:lnTo>
                <a:lnTo>
                  <a:pt x="2782" y="7553"/>
                </a:lnTo>
                <a:lnTo>
                  <a:pt x="2739" y="7511"/>
                </a:lnTo>
                <a:lnTo>
                  <a:pt x="2696" y="7468"/>
                </a:lnTo>
                <a:lnTo>
                  <a:pt x="2696" y="7425"/>
                </a:lnTo>
                <a:lnTo>
                  <a:pt x="2696" y="7404"/>
                </a:lnTo>
                <a:lnTo>
                  <a:pt x="2696" y="7382"/>
                </a:lnTo>
                <a:lnTo>
                  <a:pt x="2739" y="7361"/>
                </a:lnTo>
                <a:lnTo>
                  <a:pt x="2739" y="7361"/>
                </a:lnTo>
                <a:lnTo>
                  <a:pt x="2803" y="7382"/>
                </a:lnTo>
                <a:lnTo>
                  <a:pt x="2910" y="7446"/>
                </a:lnTo>
                <a:lnTo>
                  <a:pt x="2975" y="7511"/>
                </a:lnTo>
                <a:lnTo>
                  <a:pt x="3017" y="7575"/>
                </a:lnTo>
                <a:lnTo>
                  <a:pt x="3017" y="7575"/>
                </a:lnTo>
                <a:lnTo>
                  <a:pt x="2996" y="7639"/>
                </a:lnTo>
                <a:lnTo>
                  <a:pt x="2889" y="7746"/>
                </a:lnTo>
                <a:lnTo>
                  <a:pt x="2782" y="7832"/>
                </a:lnTo>
                <a:lnTo>
                  <a:pt x="2718" y="7896"/>
                </a:lnTo>
                <a:lnTo>
                  <a:pt x="2718" y="7896"/>
                </a:lnTo>
                <a:close/>
                <a:moveTo>
                  <a:pt x="3317" y="7425"/>
                </a:moveTo>
                <a:lnTo>
                  <a:pt x="3317" y="7425"/>
                </a:lnTo>
                <a:lnTo>
                  <a:pt x="3253" y="7425"/>
                </a:lnTo>
                <a:lnTo>
                  <a:pt x="3167" y="7382"/>
                </a:lnTo>
                <a:lnTo>
                  <a:pt x="2953" y="7232"/>
                </a:lnTo>
                <a:lnTo>
                  <a:pt x="2761" y="7083"/>
                </a:lnTo>
                <a:lnTo>
                  <a:pt x="2654" y="6997"/>
                </a:lnTo>
                <a:lnTo>
                  <a:pt x="2654" y="6997"/>
                </a:lnTo>
                <a:lnTo>
                  <a:pt x="2782" y="6954"/>
                </a:lnTo>
                <a:lnTo>
                  <a:pt x="2910" y="6933"/>
                </a:lnTo>
                <a:lnTo>
                  <a:pt x="3017" y="6912"/>
                </a:lnTo>
                <a:lnTo>
                  <a:pt x="3146" y="6847"/>
                </a:lnTo>
                <a:lnTo>
                  <a:pt x="3146" y="6847"/>
                </a:lnTo>
                <a:lnTo>
                  <a:pt x="3210" y="6783"/>
                </a:lnTo>
                <a:lnTo>
                  <a:pt x="3231" y="6698"/>
                </a:lnTo>
                <a:lnTo>
                  <a:pt x="3253" y="6633"/>
                </a:lnTo>
                <a:lnTo>
                  <a:pt x="3274" y="6548"/>
                </a:lnTo>
                <a:lnTo>
                  <a:pt x="3274" y="6548"/>
                </a:lnTo>
                <a:lnTo>
                  <a:pt x="3338" y="6419"/>
                </a:lnTo>
                <a:lnTo>
                  <a:pt x="3403" y="6377"/>
                </a:lnTo>
                <a:lnTo>
                  <a:pt x="3445" y="6377"/>
                </a:lnTo>
                <a:lnTo>
                  <a:pt x="3445" y="6377"/>
                </a:lnTo>
                <a:lnTo>
                  <a:pt x="3509" y="6441"/>
                </a:lnTo>
                <a:lnTo>
                  <a:pt x="3595" y="6548"/>
                </a:lnTo>
                <a:lnTo>
                  <a:pt x="3723" y="6740"/>
                </a:lnTo>
                <a:lnTo>
                  <a:pt x="3723" y="6740"/>
                </a:lnTo>
                <a:lnTo>
                  <a:pt x="3659" y="6890"/>
                </a:lnTo>
                <a:lnTo>
                  <a:pt x="3552" y="7125"/>
                </a:lnTo>
                <a:lnTo>
                  <a:pt x="3424" y="7318"/>
                </a:lnTo>
                <a:lnTo>
                  <a:pt x="3360" y="7404"/>
                </a:lnTo>
                <a:lnTo>
                  <a:pt x="3317" y="7425"/>
                </a:lnTo>
                <a:lnTo>
                  <a:pt x="3317" y="7425"/>
                </a:lnTo>
                <a:close/>
                <a:moveTo>
                  <a:pt x="2910" y="4708"/>
                </a:moveTo>
                <a:lnTo>
                  <a:pt x="2910" y="4708"/>
                </a:lnTo>
                <a:lnTo>
                  <a:pt x="2975" y="4644"/>
                </a:lnTo>
                <a:lnTo>
                  <a:pt x="3060" y="4515"/>
                </a:lnTo>
                <a:lnTo>
                  <a:pt x="3082" y="4472"/>
                </a:lnTo>
                <a:lnTo>
                  <a:pt x="3082" y="4408"/>
                </a:lnTo>
                <a:lnTo>
                  <a:pt x="3060" y="4365"/>
                </a:lnTo>
                <a:lnTo>
                  <a:pt x="3017" y="4344"/>
                </a:lnTo>
                <a:lnTo>
                  <a:pt x="3017" y="4344"/>
                </a:lnTo>
                <a:lnTo>
                  <a:pt x="2975" y="4344"/>
                </a:lnTo>
                <a:lnTo>
                  <a:pt x="2932" y="4365"/>
                </a:lnTo>
                <a:lnTo>
                  <a:pt x="2846" y="4472"/>
                </a:lnTo>
                <a:lnTo>
                  <a:pt x="2782" y="4558"/>
                </a:lnTo>
                <a:lnTo>
                  <a:pt x="2761" y="4601"/>
                </a:lnTo>
                <a:lnTo>
                  <a:pt x="2718" y="4622"/>
                </a:lnTo>
                <a:lnTo>
                  <a:pt x="2718" y="4622"/>
                </a:lnTo>
                <a:lnTo>
                  <a:pt x="2675" y="4601"/>
                </a:lnTo>
                <a:lnTo>
                  <a:pt x="2654" y="4601"/>
                </a:lnTo>
                <a:lnTo>
                  <a:pt x="2611" y="4558"/>
                </a:lnTo>
                <a:lnTo>
                  <a:pt x="2611" y="4515"/>
                </a:lnTo>
                <a:lnTo>
                  <a:pt x="2589" y="4408"/>
                </a:lnTo>
                <a:lnTo>
                  <a:pt x="2589" y="4280"/>
                </a:lnTo>
                <a:lnTo>
                  <a:pt x="2654" y="4023"/>
                </a:lnTo>
                <a:lnTo>
                  <a:pt x="2696" y="3852"/>
                </a:lnTo>
                <a:lnTo>
                  <a:pt x="2696" y="3852"/>
                </a:lnTo>
                <a:lnTo>
                  <a:pt x="2675" y="3788"/>
                </a:lnTo>
                <a:lnTo>
                  <a:pt x="2654" y="3745"/>
                </a:lnTo>
                <a:lnTo>
                  <a:pt x="2611" y="3745"/>
                </a:lnTo>
                <a:lnTo>
                  <a:pt x="2547" y="3766"/>
                </a:lnTo>
                <a:lnTo>
                  <a:pt x="2547" y="3766"/>
                </a:lnTo>
                <a:lnTo>
                  <a:pt x="2504" y="3809"/>
                </a:lnTo>
                <a:lnTo>
                  <a:pt x="2483" y="3873"/>
                </a:lnTo>
                <a:lnTo>
                  <a:pt x="2418" y="4066"/>
                </a:lnTo>
                <a:lnTo>
                  <a:pt x="2397" y="4258"/>
                </a:lnTo>
                <a:lnTo>
                  <a:pt x="2376" y="4387"/>
                </a:lnTo>
                <a:lnTo>
                  <a:pt x="2376" y="4387"/>
                </a:lnTo>
                <a:lnTo>
                  <a:pt x="2397" y="4515"/>
                </a:lnTo>
                <a:lnTo>
                  <a:pt x="2418" y="4622"/>
                </a:lnTo>
                <a:lnTo>
                  <a:pt x="2483" y="4708"/>
                </a:lnTo>
                <a:lnTo>
                  <a:pt x="2547" y="4772"/>
                </a:lnTo>
                <a:lnTo>
                  <a:pt x="2632" y="4815"/>
                </a:lnTo>
                <a:lnTo>
                  <a:pt x="2718" y="4836"/>
                </a:lnTo>
                <a:lnTo>
                  <a:pt x="2825" y="4793"/>
                </a:lnTo>
                <a:lnTo>
                  <a:pt x="2910" y="4708"/>
                </a:lnTo>
                <a:lnTo>
                  <a:pt x="2910" y="4708"/>
                </a:lnTo>
                <a:close/>
                <a:moveTo>
                  <a:pt x="2376" y="3060"/>
                </a:moveTo>
                <a:lnTo>
                  <a:pt x="2376" y="3060"/>
                </a:lnTo>
                <a:lnTo>
                  <a:pt x="2397" y="2996"/>
                </a:lnTo>
                <a:lnTo>
                  <a:pt x="2376" y="2953"/>
                </a:lnTo>
                <a:lnTo>
                  <a:pt x="2354" y="2911"/>
                </a:lnTo>
                <a:lnTo>
                  <a:pt x="2311" y="2868"/>
                </a:lnTo>
                <a:lnTo>
                  <a:pt x="2204" y="2804"/>
                </a:lnTo>
                <a:lnTo>
                  <a:pt x="2097" y="2782"/>
                </a:lnTo>
                <a:lnTo>
                  <a:pt x="2097" y="2782"/>
                </a:lnTo>
                <a:lnTo>
                  <a:pt x="1990" y="2825"/>
                </a:lnTo>
                <a:lnTo>
                  <a:pt x="1883" y="2889"/>
                </a:lnTo>
                <a:lnTo>
                  <a:pt x="1798" y="2996"/>
                </a:lnTo>
                <a:lnTo>
                  <a:pt x="1776" y="3039"/>
                </a:lnTo>
                <a:lnTo>
                  <a:pt x="1776" y="3103"/>
                </a:lnTo>
                <a:lnTo>
                  <a:pt x="1776" y="3103"/>
                </a:lnTo>
                <a:lnTo>
                  <a:pt x="1776" y="3189"/>
                </a:lnTo>
                <a:lnTo>
                  <a:pt x="1819" y="3231"/>
                </a:lnTo>
                <a:lnTo>
                  <a:pt x="1841" y="3253"/>
                </a:lnTo>
                <a:lnTo>
                  <a:pt x="1905" y="3231"/>
                </a:lnTo>
                <a:lnTo>
                  <a:pt x="1990" y="3146"/>
                </a:lnTo>
                <a:lnTo>
                  <a:pt x="2076" y="3082"/>
                </a:lnTo>
                <a:lnTo>
                  <a:pt x="2076" y="3082"/>
                </a:lnTo>
                <a:lnTo>
                  <a:pt x="2119" y="3082"/>
                </a:lnTo>
                <a:lnTo>
                  <a:pt x="2162" y="3082"/>
                </a:lnTo>
                <a:lnTo>
                  <a:pt x="2226" y="3124"/>
                </a:lnTo>
                <a:lnTo>
                  <a:pt x="2269" y="3124"/>
                </a:lnTo>
                <a:lnTo>
                  <a:pt x="2311" y="3124"/>
                </a:lnTo>
                <a:lnTo>
                  <a:pt x="2354" y="3103"/>
                </a:lnTo>
                <a:lnTo>
                  <a:pt x="2376" y="3060"/>
                </a:lnTo>
                <a:lnTo>
                  <a:pt x="2376" y="3060"/>
                </a:lnTo>
                <a:close/>
                <a:moveTo>
                  <a:pt x="2975" y="3167"/>
                </a:moveTo>
                <a:lnTo>
                  <a:pt x="2975" y="3167"/>
                </a:lnTo>
                <a:lnTo>
                  <a:pt x="3017" y="3189"/>
                </a:lnTo>
                <a:lnTo>
                  <a:pt x="3039" y="3167"/>
                </a:lnTo>
                <a:lnTo>
                  <a:pt x="3124" y="3124"/>
                </a:lnTo>
                <a:lnTo>
                  <a:pt x="3210" y="3060"/>
                </a:lnTo>
                <a:lnTo>
                  <a:pt x="3253" y="3060"/>
                </a:lnTo>
                <a:lnTo>
                  <a:pt x="3317" y="3060"/>
                </a:lnTo>
                <a:lnTo>
                  <a:pt x="3317" y="3060"/>
                </a:lnTo>
                <a:lnTo>
                  <a:pt x="3403" y="3060"/>
                </a:lnTo>
                <a:lnTo>
                  <a:pt x="3424" y="3039"/>
                </a:lnTo>
                <a:lnTo>
                  <a:pt x="3445" y="3017"/>
                </a:lnTo>
                <a:lnTo>
                  <a:pt x="3467" y="2975"/>
                </a:lnTo>
                <a:lnTo>
                  <a:pt x="3424" y="2911"/>
                </a:lnTo>
                <a:lnTo>
                  <a:pt x="3381" y="2846"/>
                </a:lnTo>
                <a:lnTo>
                  <a:pt x="3296" y="2804"/>
                </a:lnTo>
                <a:lnTo>
                  <a:pt x="3189" y="2804"/>
                </a:lnTo>
                <a:lnTo>
                  <a:pt x="3146" y="2825"/>
                </a:lnTo>
                <a:lnTo>
                  <a:pt x="3082" y="2846"/>
                </a:lnTo>
                <a:lnTo>
                  <a:pt x="3082" y="2846"/>
                </a:lnTo>
                <a:lnTo>
                  <a:pt x="3017" y="2911"/>
                </a:lnTo>
                <a:lnTo>
                  <a:pt x="2953" y="2996"/>
                </a:lnTo>
                <a:lnTo>
                  <a:pt x="2932" y="3039"/>
                </a:lnTo>
                <a:lnTo>
                  <a:pt x="2932" y="3082"/>
                </a:lnTo>
                <a:lnTo>
                  <a:pt x="2932" y="3124"/>
                </a:lnTo>
                <a:lnTo>
                  <a:pt x="2975" y="3167"/>
                </a:lnTo>
                <a:lnTo>
                  <a:pt x="2975" y="3167"/>
                </a:lnTo>
                <a:close/>
                <a:moveTo>
                  <a:pt x="3103" y="3510"/>
                </a:moveTo>
                <a:lnTo>
                  <a:pt x="3103" y="3510"/>
                </a:lnTo>
                <a:lnTo>
                  <a:pt x="3103" y="3638"/>
                </a:lnTo>
                <a:lnTo>
                  <a:pt x="3124" y="3724"/>
                </a:lnTo>
                <a:lnTo>
                  <a:pt x="3167" y="3766"/>
                </a:lnTo>
                <a:lnTo>
                  <a:pt x="3210" y="3788"/>
                </a:lnTo>
                <a:lnTo>
                  <a:pt x="3253" y="3766"/>
                </a:lnTo>
                <a:lnTo>
                  <a:pt x="3296" y="3724"/>
                </a:lnTo>
                <a:lnTo>
                  <a:pt x="3338" y="3659"/>
                </a:lnTo>
                <a:lnTo>
                  <a:pt x="3360" y="3552"/>
                </a:lnTo>
                <a:lnTo>
                  <a:pt x="3360" y="3552"/>
                </a:lnTo>
                <a:lnTo>
                  <a:pt x="3360" y="3445"/>
                </a:lnTo>
                <a:lnTo>
                  <a:pt x="3317" y="3360"/>
                </a:lnTo>
                <a:lnTo>
                  <a:pt x="3274" y="3317"/>
                </a:lnTo>
                <a:lnTo>
                  <a:pt x="3231" y="3296"/>
                </a:lnTo>
                <a:lnTo>
                  <a:pt x="3189" y="3296"/>
                </a:lnTo>
                <a:lnTo>
                  <a:pt x="3146" y="3338"/>
                </a:lnTo>
                <a:lnTo>
                  <a:pt x="3103" y="3403"/>
                </a:lnTo>
                <a:lnTo>
                  <a:pt x="3103" y="3510"/>
                </a:lnTo>
                <a:lnTo>
                  <a:pt x="3103" y="3510"/>
                </a:lnTo>
                <a:close/>
                <a:moveTo>
                  <a:pt x="2269" y="3574"/>
                </a:moveTo>
                <a:lnTo>
                  <a:pt x="2269" y="3574"/>
                </a:lnTo>
                <a:lnTo>
                  <a:pt x="2247" y="3510"/>
                </a:lnTo>
                <a:lnTo>
                  <a:pt x="2226" y="3424"/>
                </a:lnTo>
                <a:lnTo>
                  <a:pt x="2183" y="3360"/>
                </a:lnTo>
                <a:lnTo>
                  <a:pt x="2140" y="3338"/>
                </a:lnTo>
                <a:lnTo>
                  <a:pt x="2097" y="3338"/>
                </a:lnTo>
                <a:lnTo>
                  <a:pt x="2097" y="3338"/>
                </a:lnTo>
                <a:lnTo>
                  <a:pt x="2076" y="3338"/>
                </a:lnTo>
                <a:lnTo>
                  <a:pt x="2033" y="3381"/>
                </a:lnTo>
                <a:lnTo>
                  <a:pt x="2012" y="3445"/>
                </a:lnTo>
                <a:lnTo>
                  <a:pt x="2012" y="3617"/>
                </a:lnTo>
                <a:lnTo>
                  <a:pt x="2012" y="3617"/>
                </a:lnTo>
                <a:lnTo>
                  <a:pt x="2012" y="3702"/>
                </a:lnTo>
                <a:lnTo>
                  <a:pt x="2012" y="3788"/>
                </a:lnTo>
                <a:lnTo>
                  <a:pt x="2033" y="3831"/>
                </a:lnTo>
                <a:lnTo>
                  <a:pt x="2055" y="3852"/>
                </a:lnTo>
                <a:lnTo>
                  <a:pt x="2097" y="3873"/>
                </a:lnTo>
                <a:lnTo>
                  <a:pt x="2140" y="3873"/>
                </a:lnTo>
                <a:lnTo>
                  <a:pt x="2140" y="3873"/>
                </a:lnTo>
                <a:lnTo>
                  <a:pt x="2183" y="3852"/>
                </a:lnTo>
                <a:lnTo>
                  <a:pt x="2226" y="3809"/>
                </a:lnTo>
                <a:lnTo>
                  <a:pt x="2247" y="3745"/>
                </a:lnTo>
                <a:lnTo>
                  <a:pt x="2269" y="3659"/>
                </a:lnTo>
                <a:lnTo>
                  <a:pt x="2269" y="3574"/>
                </a:lnTo>
                <a:lnTo>
                  <a:pt x="2269" y="3574"/>
                </a:lnTo>
                <a:close/>
                <a:moveTo>
                  <a:pt x="2696" y="5029"/>
                </a:moveTo>
                <a:lnTo>
                  <a:pt x="2696" y="5029"/>
                </a:lnTo>
                <a:lnTo>
                  <a:pt x="2611" y="5050"/>
                </a:lnTo>
                <a:lnTo>
                  <a:pt x="2525" y="5093"/>
                </a:lnTo>
                <a:lnTo>
                  <a:pt x="2461" y="5136"/>
                </a:lnTo>
                <a:lnTo>
                  <a:pt x="2440" y="5178"/>
                </a:lnTo>
                <a:lnTo>
                  <a:pt x="2440" y="5221"/>
                </a:lnTo>
                <a:lnTo>
                  <a:pt x="2440" y="5221"/>
                </a:lnTo>
                <a:lnTo>
                  <a:pt x="2461" y="5243"/>
                </a:lnTo>
                <a:lnTo>
                  <a:pt x="2483" y="5264"/>
                </a:lnTo>
                <a:lnTo>
                  <a:pt x="2589" y="5285"/>
                </a:lnTo>
                <a:lnTo>
                  <a:pt x="2782" y="5243"/>
                </a:lnTo>
                <a:lnTo>
                  <a:pt x="2782" y="5243"/>
                </a:lnTo>
                <a:lnTo>
                  <a:pt x="2803" y="5264"/>
                </a:lnTo>
                <a:lnTo>
                  <a:pt x="2889" y="5264"/>
                </a:lnTo>
                <a:lnTo>
                  <a:pt x="2953" y="5221"/>
                </a:lnTo>
                <a:lnTo>
                  <a:pt x="2975" y="5200"/>
                </a:lnTo>
                <a:lnTo>
                  <a:pt x="2975" y="5157"/>
                </a:lnTo>
                <a:lnTo>
                  <a:pt x="2975" y="5157"/>
                </a:lnTo>
                <a:lnTo>
                  <a:pt x="2953" y="5114"/>
                </a:lnTo>
                <a:lnTo>
                  <a:pt x="2932" y="5093"/>
                </a:lnTo>
                <a:lnTo>
                  <a:pt x="2868" y="5050"/>
                </a:lnTo>
                <a:lnTo>
                  <a:pt x="2761" y="5029"/>
                </a:lnTo>
                <a:lnTo>
                  <a:pt x="2696" y="5029"/>
                </a:lnTo>
                <a:lnTo>
                  <a:pt x="2696" y="5029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0"/>
          <p:cNvSpPr/>
          <p:nvPr/>
        </p:nvSpPr>
        <p:spPr>
          <a:xfrm>
            <a:off x="2742761" y="4016705"/>
            <a:ext cx="241712" cy="211660"/>
          </a:xfrm>
          <a:custGeom>
            <a:rect b="b" l="l" r="r" t="t"/>
            <a:pathLst>
              <a:path extrusionOk="0" h="7832" w="8944">
                <a:moveTo>
                  <a:pt x="5371" y="471"/>
                </a:moveTo>
                <a:lnTo>
                  <a:pt x="5478" y="492"/>
                </a:lnTo>
                <a:lnTo>
                  <a:pt x="5585" y="535"/>
                </a:lnTo>
                <a:lnTo>
                  <a:pt x="5627" y="599"/>
                </a:lnTo>
                <a:lnTo>
                  <a:pt x="5670" y="685"/>
                </a:lnTo>
                <a:lnTo>
                  <a:pt x="5670" y="792"/>
                </a:lnTo>
                <a:lnTo>
                  <a:pt x="5670" y="920"/>
                </a:lnTo>
                <a:lnTo>
                  <a:pt x="5649" y="963"/>
                </a:lnTo>
                <a:lnTo>
                  <a:pt x="5606" y="963"/>
                </a:lnTo>
                <a:lnTo>
                  <a:pt x="5499" y="985"/>
                </a:lnTo>
                <a:lnTo>
                  <a:pt x="5371" y="1006"/>
                </a:lnTo>
                <a:lnTo>
                  <a:pt x="5306" y="1027"/>
                </a:lnTo>
                <a:lnTo>
                  <a:pt x="5242" y="1070"/>
                </a:lnTo>
                <a:lnTo>
                  <a:pt x="5199" y="1113"/>
                </a:lnTo>
                <a:lnTo>
                  <a:pt x="5199" y="1156"/>
                </a:lnTo>
                <a:lnTo>
                  <a:pt x="5199" y="1220"/>
                </a:lnTo>
                <a:lnTo>
                  <a:pt x="5199" y="1241"/>
                </a:lnTo>
                <a:lnTo>
                  <a:pt x="5178" y="1241"/>
                </a:lnTo>
                <a:lnTo>
                  <a:pt x="5050" y="1284"/>
                </a:lnTo>
                <a:lnTo>
                  <a:pt x="4793" y="1327"/>
                </a:lnTo>
                <a:lnTo>
                  <a:pt x="4515" y="1327"/>
                </a:lnTo>
                <a:lnTo>
                  <a:pt x="4237" y="1305"/>
                </a:lnTo>
                <a:lnTo>
                  <a:pt x="3959" y="1305"/>
                </a:lnTo>
                <a:lnTo>
                  <a:pt x="3616" y="1348"/>
                </a:lnTo>
                <a:lnTo>
                  <a:pt x="3338" y="1348"/>
                </a:lnTo>
                <a:lnTo>
                  <a:pt x="3295" y="1305"/>
                </a:lnTo>
                <a:lnTo>
                  <a:pt x="3252" y="1263"/>
                </a:lnTo>
                <a:lnTo>
                  <a:pt x="3252" y="1220"/>
                </a:lnTo>
                <a:lnTo>
                  <a:pt x="3231" y="1177"/>
                </a:lnTo>
                <a:lnTo>
                  <a:pt x="3210" y="1113"/>
                </a:lnTo>
                <a:lnTo>
                  <a:pt x="3188" y="1092"/>
                </a:lnTo>
                <a:lnTo>
                  <a:pt x="2825" y="1092"/>
                </a:lnTo>
                <a:lnTo>
                  <a:pt x="2825" y="920"/>
                </a:lnTo>
                <a:lnTo>
                  <a:pt x="2825" y="813"/>
                </a:lnTo>
                <a:lnTo>
                  <a:pt x="2846" y="728"/>
                </a:lnTo>
                <a:lnTo>
                  <a:pt x="2996" y="664"/>
                </a:lnTo>
                <a:lnTo>
                  <a:pt x="3188" y="621"/>
                </a:lnTo>
                <a:lnTo>
                  <a:pt x="3552" y="578"/>
                </a:lnTo>
                <a:lnTo>
                  <a:pt x="3787" y="578"/>
                </a:lnTo>
                <a:lnTo>
                  <a:pt x="4044" y="557"/>
                </a:lnTo>
                <a:lnTo>
                  <a:pt x="4301" y="557"/>
                </a:lnTo>
                <a:lnTo>
                  <a:pt x="4536" y="535"/>
                </a:lnTo>
                <a:lnTo>
                  <a:pt x="5007" y="471"/>
                </a:lnTo>
                <a:close/>
                <a:moveTo>
                  <a:pt x="2354" y="4451"/>
                </a:moveTo>
                <a:lnTo>
                  <a:pt x="2397" y="4472"/>
                </a:lnTo>
                <a:lnTo>
                  <a:pt x="2397" y="4493"/>
                </a:lnTo>
                <a:lnTo>
                  <a:pt x="2397" y="4515"/>
                </a:lnTo>
                <a:lnTo>
                  <a:pt x="2354" y="4558"/>
                </a:lnTo>
                <a:lnTo>
                  <a:pt x="2290" y="4558"/>
                </a:lnTo>
                <a:lnTo>
                  <a:pt x="2290" y="4515"/>
                </a:lnTo>
                <a:lnTo>
                  <a:pt x="2311" y="4493"/>
                </a:lnTo>
                <a:lnTo>
                  <a:pt x="2354" y="4493"/>
                </a:lnTo>
                <a:lnTo>
                  <a:pt x="2354" y="4451"/>
                </a:lnTo>
                <a:close/>
                <a:moveTo>
                  <a:pt x="7981" y="1712"/>
                </a:moveTo>
                <a:lnTo>
                  <a:pt x="8024" y="1733"/>
                </a:lnTo>
                <a:lnTo>
                  <a:pt x="8066" y="1755"/>
                </a:lnTo>
                <a:lnTo>
                  <a:pt x="8088" y="1819"/>
                </a:lnTo>
                <a:lnTo>
                  <a:pt x="8131" y="2012"/>
                </a:lnTo>
                <a:lnTo>
                  <a:pt x="8195" y="2375"/>
                </a:lnTo>
                <a:lnTo>
                  <a:pt x="8238" y="2760"/>
                </a:lnTo>
                <a:lnTo>
                  <a:pt x="8259" y="3124"/>
                </a:lnTo>
                <a:lnTo>
                  <a:pt x="8323" y="3509"/>
                </a:lnTo>
                <a:lnTo>
                  <a:pt x="8345" y="3745"/>
                </a:lnTo>
                <a:lnTo>
                  <a:pt x="8366" y="3852"/>
                </a:lnTo>
                <a:lnTo>
                  <a:pt x="8345" y="3959"/>
                </a:lnTo>
                <a:lnTo>
                  <a:pt x="8323" y="4066"/>
                </a:lnTo>
                <a:lnTo>
                  <a:pt x="8280" y="4108"/>
                </a:lnTo>
                <a:lnTo>
                  <a:pt x="8216" y="4108"/>
                </a:lnTo>
                <a:lnTo>
                  <a:pt x="8109" y="4130"/>
                </a:lnTo>
                <a:lnTo>
                  <a:pt x="7211" y="4237"/>
                </a:lnTo>
                <a:lnTo>
                  <a:pt x="6761" y="4301"/>
                </a:lnTo>
                <a:lnTo>
                  <a:pt x="6312" y="4365"/>
                </a:lnTo>
                <a:lnTo>
                  <a:pt x="5820" y="4365"/>
                </a:lnTo>
                <a:lnTo>
                  <a:pt x="5777" y="4386"/>
                </a:lnTo>
                <a:lnTo>
                  <a:pt x="5713" y="4408"/>
                </a:lnTo>
                <a:lnTo>
                  <a:pt x="5649" y="4472"/>
                </a:lnTo>
                <a:lnTo>
                  <a:pt x="5606" y="4515"/>
                </a:lnTo>
                <a:lnTo>
                  <a:pt x="5542" y="4536"/>
                </a:lnTo>
                <a:lnTo>
                  <a:pt x="5520" y="4365"/>
                </a:lnTo>
                <a:lnTo>
                  <a:pt x="5499" y="4215"/>
                </a:lnTo>
                <a:lnTo>
                  <a:pt x="5435" y="4066"/>
                </a:lnTo>
                <a:lnTo>
                  <a:pt x="5392" y="4001"/>
                </a:lnTo>
                <a:lnTo>
                  <a:pt x="5328" y="3937"/>
                </a:lnTo>
                <a:lnTo>
                  <a:pt x="5199" y="3894"/>
                </a:lnTo>
                <a:lnTo>
                  <a:pt x="5050" y="3852"/>
                </a:lnTo>
                <a:lnTo>
                  <a:pt x="4900" y="3852"/>
                </a:lnTo>
                <a:lnTo>
                  <a:pt x="4772" y="3873"/>
                </a:lnTo>
                <a:lnTo>
                  <a:pt x="4579" y="3894"/>
                </a:lnTo>
                <a:lnTo>
                  <a:pt x="4386" y="3937"/>
                </a:lnTo>
                <a:lnTo>
                  <a:pt x="4215" y="3980"/>
                </a:lnTo>
                <a:lnTo>
                  <a:pt x="4023" y="4001"/>
                </a:lnTo>
                <a:lnTo>
                  <a:pt x="3723" y="3980"/>
                </a:lnTo>
                <a:lnTo>
                  <a:pt x="3573" y="3980"/>
                </a:lnTo>
                <a:lnTo>
                  <a:pt x="3509" y="4001"/>
                </a:lnTo>
                <a:lnTo>
                  <a:pt x="3424" y="4044"/>
                </a:lnTo>
                <a:lnTo>
                  <a:pt x="3359" y="4087"/>
                </a:lnTo>
                <a:lnTo>
                  <a:pt x="3338" y="4151"/>
                </a:lnTo>
                <a:lnTo>
                  <a:pt x="3317" y="4194"/>
                </a:lnTo>
                <a:lnTo>
                  <a:pt x="3317" y="4258"/>
                </a:lnTo>
                <a:lnTo>
                  <a:pt x="3338" y="4365"/>
                </a:lnTo>
                <a:lnTo>
                  <a:pt x="3338" y="4429"/>
                </a:lnTo>
                <a:lnTo>
                  <a:pt x="3317" y="4515"/>
                </a:lnTo>
                <a:lnTo>
                  <a:pt x="3274" y="4558"/>
                </a:lnTo>
                <a:lnTo>
                  <a:pt x="3231" y="4579"/>
                </a:lnTo>
                <a:lnTo>
                  <a:pt x="3081" y="4579"/>
                </a:lnTo>
                <a:lnTo>
                  <a:pt x="3060" y="4558"/>
                </a:lnTo>
                <a:lnTo>
                  <a:pt x="3038" y="4536"/>
                </a:lnTo>
                <a:lnTo>
                  <a:pt x="3017" y="4515"/>
                </a:lnTo>
                <a:lnTo>
                  <a:pt x="2932" y="4515"/>
                </a:lnTo>
                <a:lnTo>
                  <a:pt x="2846" y="4536"/>
                </a:lnTo>
                <a:lnTo>
                  <a:pt x="2782" y="4558"/>
                </a:lnTo>
                <a:lnTo>
                  <a:pt x="2696" y="4558"/>
                </a:lnTo>
                <a:lnTo>
                  <a:pt x="2653" y="4515"/>
                </a:lnTo>
                <a:lnTo>
                  <a:pt x="2611" y="4451"/>
                </a:lnTo>
                <a:lnTo>
                  <a:pt x="2589" y="4386"/>
                </a:lnTo>
                <a:lnTo>
                  <a:pt x="2546" y="4344"/>
                </a:lnTo>
                <a:lnTo>
                  <a:pt x="2504" y="4322"/>
                </a:lnTo>
                <a:lnTo>
                  <a:pt x="2439" y="4344"/>
                </a:lnTo>
                <a:lnTo>
                  <a:pt x="2332" y="4386"/>
                </a:lnTo>
                <a:lnTo>
                  <a:pt x="2332" y="4258"/>
                </a:lnTo>
                <a:lnTo>
                  <a:pt x="2311" y="4215"/>
                </a:lnTo>
                <a:lnTo>
                  <a:pt x="2268" y="4194"/>
                </a:lnTo>
                <a:lnTo>
                  <a:pt x="2204" y="4194"/>
                </a:lnTo>
                <a:lnTo>
                  <a:pt x="2118" y="4237"/>
                </a:lnTo>
                <a:lnTo>
                  <a:pt x="1905" y="4386"/>
                </a:lnTo>
                <a:lnTo>
                  <a:pt x="1798" y="4451"/>
                </a:lnTo>
                <a:lnTo>
                  <a:pt x="1733" y="4493"/>
                </a:lnTo>
                <a:lnTo>
                  <a:pt x="1755" y="4408"/>
                </a:lnTo>
                <a:lnTo>
                  <a:pt x="1798" y="4365"/>
                </a:lnTo>
                <a:lnTo>
                  <a:pt x="1733" y="4322"/>
                </a:lnTo>
                <a:lnTo>
                  <a:pt x="1712" y="4258"/>
                </a:lnTo>
                <a:lnTo>
                  <a:pt x="1733" y="4215"/>
                </a:lnTo>
                <a:lnTo>
                  <a:pt x="1755" y="4151"/>
                </a:lnTo>
                <a:lnTo>
                  <a:pt x="1712" y="4130"/>
                </a:lnTo>
                <a:lnTo>
                  <a:pt x="1691" y="4130"/>
                </a:lnTo>
                <a:lnTo>
                  <a:pt x="1626" y="4151"/>
                </a:lnTo>
                <a:lnTo>
                  <a:pt x="1562" y="4194"/>
                </a:lnTo>
                <a:lnTo>
                  <a:pt x="1498" y="4215"/>
                </a:lnTo>
                <a:lnTo>
                  <a:pt x="1498" y="4215"/>
                </a:lnTo>
                <a:lnTo>
                  <a:pt x="1562" y="4130"/>
                </a:lnTo>
                <a:lnTo>
                  <a:pt x="1584" y="4044"/>
                </a:lnTo>
                <a:lnTo>
                  <a:pt x="1605" y="3980"/>
                </a:lnTo>
                <a:lnTo>
                  <a:pt x="1584" y="3959"/>
                </a:lnTo>
                <a:lnTo>
                  <a:pt x="1562" y="3916"/>
                </a:lnTo>
                <a:lnTo>
                  <a:pt x="1519" y="3894"/>
                </a:lnTo>
                <a:lnTo>
                  <a:pt x="1455" y="3894"/>
                </a:lnTo>
                <a:lnTo>
                  <a:pt x="1412" y="3916"/>
                </a:lnTo>
                <a:lnTo>
                  <a:pt x="1327" y="3959"/>
                </a:lnTo>
                <a:lnTo>
                  <a:pt x="1263" y="4023"/>
                </a:lnTo>
                <a:lnTo>
                  <a:pt x="1156" y="4066"/>
                </a:lnTo>
                <a:lnTo>
                  <a:pt x="1156" y="3980"/>
                </a:lnTo>
                <a:lnTo>
                  <a:pt x="1134" y="3959"/>
                </a:lnTo>
                <a:lnTo>
                  <a:pt x="1091" y="3937"/>
                </a:lnTo>
                <a:lnTo>
                  <a:pt x="1070" y="3873"/>
                </a:lnTo>
                <a:lnTo>
                  <a:pt x="1049" y="3787"/>
                </a:lnTo>
                <a:lnTo>
                  <a:pt x="1070" y="3680"/>
                </a:lnTo>
                <a:lnTo>
                  <a:pt x="1091" y="3552"/>
                </a:lnTo>
                <a:lnTo>
                  <a:pt x="1091" y="3531"/>
                </a:lnTo>
                <a:lnTo>
                  <a:pt x="1070" y="3509"/>
                </a:lnTo>
                <a:lnTo>
                  <a:pt x="1027" y="3509"/>
                </a:lnTo>
                <a:lnTo>
                  <a:pt x="920" y="3466"/>
                </a:lnTo>
                <a:lnTo>
                  <a:pt x="963" y="3359"/>
                </a:lnTo>
                <a:lnTo>
                  <a:pt x="984" y="3231"/>
                </a:lnTo>
                <a:lnTo>
                  <a:pt x="1006" y="3188"/>
                </a:lnTo>
                <a:lnTo>
                  <a:pt x="984" y="3146"/>
                </a:lnTo>
                <a:lnTo>
                  <a:pt x="963" y="3103"/>
                </a:lnTo>
                <a:lnTo>
                  <a:pt x="899" y="3103"/>
                </a:lnTo>
                <a:lnTo>
                  <a:pt x="856" y="3124"/>
                </a:lnTo>
                <a:lnTo>
                  <a:pt x="813" y="3167"/>
                </a:lnTo>
                <a:lnTo>
                  <a:pt x="792" y="3231"/>
                </a:lnTo>
                <a:lnTo>
                  <a:pt x="749" y="3252"/>
                </a:lnTo>
                <a:lnTo>
                  <a:pt x="749" y="3210"/>
                </a:lnTo>
                <a:lnTo>
                  <a:pt x="813" y="3060"/>
                </a:lnTo>
                <a:lnTo>
                  <a:pt x="942" y="2825"/>
                </a:lnTo>
                <a:lnTo>
                  <a:pt x="942" y="2718"/>
                </a:lnTo>
                <a:lnTo>
                  <a:pt x="920" y="2696"/>
                </a:lnTo>
                <a:lnTo>
                  <a:pt x="856" y="2696"/>
                </a:lnTo>
                <a:lnTo>
                  <a:pt x="792" y="2739"/>
                </a:lnTo>
                <a:lnTo>
                  <a:pt x="685" y="2846"/>
                </a:lnTo>
                <a:lnTo>
                  <a:pt x="621" y="2889"/>
                </a:lnTo>
                <a:lnTo>
                  <a:pt x="599" y="2889"/>
                </a:lnTo>
                <a:lnTo>
                  <a:pt x="599" y="2846"/>
                </a:lnTo>
                <a:lnTo>
                  <a:pt x="642" y="2782"/>
                </a:lnTo>
                <a:lnTo>
                  <a:pt x="771" y="2525"/>
                </a:lnTo>
                <a:lnTo>
                  <a:pt x="856" y="2375"/>
                </a:lnTo>
                <a:lnTo>
                  <a:pt x="899" y="2268"/>
                </a:lnTo>
                <a:lnTo>
                  <a:pt x="920" y="2161"/>
                </a:lnTo>
                <a:lnTo>
                  <a:pt x="920" y="2119"/>
                </a:lnTo>
                <a:lnTo>
                  <a:pt x="899" y="2097"/>
                </a:lnTo>
                <a:lnTo>
                  <a:pt x="856" y="2097"/>
                </a:lnTo>
                <a:lnTo>
                  <a:pt x="792" y="2119"/>
                </a:lnTo>
                <a:lnTo>
                  <a:pt x="728" y="2140"/>
                </a:lnTo>
                <a:lnTo>
                  <a:pt x="685" y="2140"/>
                </a:lnTo>
                <a:lnTo>
                  <a:pt x="621" y="2119"/>
                </a:lnTo>
                <a:lnTo>
                  <a:pt x="599" y="2140"/>
                </a:lnTo>
                <a:lnTo>
                  <a:pt x="578" y="2161"/>
                </a:lnTo>
                <a:lnTo>
                  <a:pt x="535" y="2183"/>
                </a:lnTo>
                <a:lnTo>
                  <a:pt x="514" y="2183"/>
                </a:lnTo>
                <a:lnTo>
                  <a:pt x="514" y="2076"/>
                </a:lnTo>
                <a:lnTo>
                  <a:pt x="514" y="1990"/>
                </a:lnTo>
                <a:lnTo>
                  <a:pt x="578" y="1947"/>
                </a:lnTo>
                <a:lnTo>
                  <a:pt x="706" y="1926"/>
                </a:lnTo>
                <a:lnTo>
                  <a:pt x="899" y="1905"/>
                </a:lnTo>
                <a:lnTo>
                  <a:pt x="1091" y="1883"/>
                </a:lnTo>
                <a:lnTo>
                  <a:pt x="2974" y="1883"/>
                </a:lnTo>
                <a:lnTo>
                  <a:pt x="5799" y="1776"/>
                </a:lnTo>
                <a:lnTo>
                  <a:pt x="6697" y="1755"/>
                </a:lnTo>
                <a:lnTo>
                  <a:pt x="7574" y="1733"/>
                </a:lnTo>
                <a:lnTo>
                  <a:pt x="7917" y="1733"/>
                </a:lnTo>
                <a:lnTo>
                  <a:pt x="7981" y="1712"/>
                </a:lnTo>
                <a:close/>
                <a:moveTo>
                  <a:pt x="599" y="4558"/>
                </a:moveTo>
                <a:lnTo>
                  <a:pt x="599" y="4579"/>
                </a:lnTo>
                <a:lnTo>
                  <a:pt x="621" y="4579"/>
                </a:lnTo>
                <a:lnTo>
                  <a:pt x="621" y="4600"/>
                </a:lnTo>
                <a:lnTo>
                  <a:pt x="578" y="4600"/>
                </a:lnTo>
                <a:lnTo>
                  <a:pt x="578" y="4579"/>
                </a:lnTo>
                <a:lnTo>
                  <a:pt x="599" y="4558"/>
                </a:lnTo>
                <a:close/>
                <a:moveTo>
                  <a:pt x="963" y="4451"/>
                </a:moveTo>
                <a:lnTo>
                  <a:pt x="1006" y="4515"/>
                </a:lnTo>
                <a:lnTo>
                  <a:pt x="1027" y="4558"/>
                </a:lnTo>
                <a:lnTo>
                  <a:pt x="1027" y="4579"/>
                </a:lnTo>
                <a:lnTo>
                  <a:pt x="1027" y="4600"/>
                </a:lnTo>
                <a:lnTo>
                  <a:pt x="984" y="4622"/>
                </a:lnTo>
                <a:lnTo>
                  <a:pt x="942" y="4622"/>
                </a:lnTo>
                <a:lnTo>
                  <a:pt x="920" y="4600"/>
                </a:lnTo>
                <a:lnTo>
                  <a:pt x="899" y="4600"/>
                </a:lnTo>
                <a:lnTo>
                  <a:pt x="920" y="4558"/>
                </a:lnTo>
                <a:lnTo>
                  <a:pt x="963" y="4493"/>
                </a:lnTo>
                <a:lnTo>
                  <a:pt x="963" y="4451"/>
                </a:lnTo>
                <a:close/>
                <a:moveTo>
                  <a:pt x="4921" y="4344"/>
                </a:moveTo>
                <a:lnTo>
                  <a:pt x="5007" y="4365"/>
                </a:lnTo>
                <a:lnTo>
                  <a:pt x="5028" y="4386"/>
                </a:lnTo>
                <a:lnTo>
                  <a:pt x="5071" y="4408"/>
                </a:lnTo>
                <a:lnTo>
                  <a:pt x="5135" y="4536"/>
                </a:lnTo>
                <a:lnTo>
                  <a:pt x="5157" y="4643"/>
                </a:lnTo>
                <a:lnTo>
                  <a:pt x="5178" y="4750"/>
                </a:lnTo>
                <a:lnTo>
                  <a:pt x="5178" y="4879"/>
                </a:lnTo>
                <a:lnTo>
                  <a:pt x="5178" y="4921"/>
                </a:lnTo>
                <a:lnTo>
                  <a:pt x="5135" y="4964"/>
                </a:lnTo>
                <a:lnTo>
                  <a:pt x="5092" y="5007"/>
                </a:lnTo>
                <a:lnTo>
                  <a:pt x="5028" y="5028"/>
                </a:lnTo>
                <a:lnTo>
                  <a:pt x="4857" y="5071"/>
                </a:lnTo>
                <a:lnTo>
                  <a:pt x="4558" y="5114"/>
                </a:lnTo>
                <a:lnTo>
                  <a:pt x="4237" y="5178"/>
                </a:lnTo>
                <a:lnTo>
                  <a:pt x="4087" y="5199"/>
                </a:lnTo>
                <a:lnTo>
                  <a:pt x="4001" y="5178"/>
                </a:lnTo>
                <a:lnTo>
                  <a:pt x="3937" y="5157"/>
                </a:lnTo>
                <a:lnTo>
                  <a:pt x="3766" y="5028"/>
                </a:lnTo>
                <a:lnTo>
                  <a:pt x="3680" y="4921"/>
                </a:lnTo>
                <a:lnTo>
                  <a:pt x="3638" y="4857"/>
                </a:lnTo>
                <a:lnTo>
                  <a:pt x="3638" y="4772"/>
                </a:lnTo>
                <a:lnTo>
                  <a:pt x="3680" y="4643"/>
                </a:lnTo>
                <a:lnTo>
                  <a:pt x="3723" y="4536"/>
                </a:lnTo>
                <a:lnTo>
                  <a:pt x="3766" y="4451"/>
                </a:lnTo>
                <a:lnTo>
                  <a:pt x="3809" y="4451"/>
                </a:lnTo>
                <a:lnTo>
                  <a:pt x="3873" y="4429"/>
                </a:lnTo>
                <a:lnTo>
                  <a:pt x="4322" y="4429"/>
                </a:lnTo>
                <a:lnTo>
                  <a:pt x="4558" y="4408"/>
                </a:lnTo>
                <a:lnTo>
                  <a:pt x="4772" y="4365"/>
                </a:lnTo>
                <a:lnTo>
                  <a:pt x="4921" y="4344"/>
                </a:lnTo>
                <a:close/>
                <a:moveTo>
                  <a:pt x="8066" y="6526"/>
                </a:moveTo>
                <a:lnTo>
                  <a:pt x="8131" y="6547"/>
                </a:lnTo>
                <a:lnTo>
                  <a:pt x="8152" y="6590"/>
                </a:lnTo>
                <a:lnTo>
                  <a:pt x="8195" y="6676"/>
                </a:lnTo>
                <a:lnTo>
                  <a:pt x="8195" y="6761"/>
                </a:lnTo>
                <a:lnTo>
                  <a:pt x="8195" y="6890"/>
                </a:lnTo>
                <a:lnTo>
                  <a:pt x="8173" y="6997"/>
                </a:lnTo>
                <a:lnTo>
                  <a:pt x="8131" y="7082"/>
                </a:lnTo>
                <a:lnTo>
                  <a:pt x="8066" y="7125"/>
                </a:lnTo>
                <a:lnTo>
                  <a:pt x="7767" y="7125"/>
                </a:lnTo>
                <a:lnTo>
                  <a:pt x="7382" y="7104"/>
                </a:lnTo>
                <a:lnTo>
                  <a:pt x="7232" y="7104"/>
                </a:lnTo>
                <a:lnTo>
                  <a:pt x="7189" y="7061"/>
                </a:lnTo>
                <a:lnTo>
                  <a:pt x="7211" y="6954"/>
                </a:lnTo>
                <a:lnTo>
                  <a:pt x="7211" y="6890"/>
                </a:lnTo>
                <a:lnTo>
                  <a:pt x="7253" y="6826"/>
                </a:lnTo>
                <a:lnTo>
                  <a:pt x="7339" y="6719"/>
                </a:lnTo>
                <a:lnTo>
                  <a:pt x="7403" y="6654"/>
                </a:lnTo>
                <a:lnTo>
                  <a:pt x="7467" y="6612"/>
                </a:lnTo>
                <a:lnTo>
                  <a:pt x="7617" y="6547"/>
                </a:lnTo>
                <a:lnTo>
                  <a:pt x="7788" y="6526"/>
                </a:lnTo>
                <a:close/>
                <a:moveTo>
                  <a:pt x="8002" y="4814"/>
                </a:moveTo>
                <a:lnTo>
                  <a:pt x="8045" y="4857"/>
                </a:lnTo>
                <a:lnTo>
                  <a:pt x="8088" y="4900"/>
                </a:lnTo>
                <a:lnTo>
                  <a:pt x="8109" y="5028"/>
                </a:lnTo>
                <a:lnTo>
                  <a:pt x="8131" y="5285"/>
                </a:lnTo>
                <a:lnTo>
                  <a:pt x="8173" y="5649"/>
                </a:lnTo>
                <a:lnTo>
                  <a:pt x="8173" y="5841"/>
                </a:lnTo>
                <a:lnTo>
                  <a:pt x="8173" y="6013"/>
                </a:lnTo>
                <a:lnTo>
                  <a:pt x="8173" y="6098"/>
                </a:lnTo>
                <a:lnTo>
                  <a:pt x="8152" y="6141"/>
                </a:lnTo>
                <a:lnTo>
                  <a:pt x="7681" y="6141"/>
                </a:lnTo>
                <a:lnTo>
                  <a:pt x="7489" y="6184"/>
                </a:lnTo>
                <a:lnTo>
                  <a:pt x="7275" y="6269"/>
                </a:lnTo>
                <a:lnTo>
                  <a:pt x="7211" y="6312"/>
                </a:lnTo>
                <a:lnTo>
                  <a:pt x="7146" y="6376"/>
                </a:lnTo>
                <a:lnTo>
                  <a:pt x="7039" y="6505"/>
                </a:lnTo>
                <a:lnTo>
                  <a:pt x="6954" y="6633"/>
                </a:lnTo>
                <a:lnTo>
                  <a:pt x="6911" y="6697"/>
                </a:lnTo>
                <a:lnTo>
                  <a:pt x="6847" y="6740"/>
                </a:lnTo>
                <a:lnTo>
                  <a:pt x="6847" y="6933"/>
                </a:lnTo>
                <a:lnTo>
                  <a:pt x="6826" y="7040"/>
                </a:lnTo>
                <a:lnTo>
                  <a:pt x="6804" y="7125"/>
                </a:lnTo>
                <a:lnTo>
                  <a:pt x="6740" y="7147"/>
                </a:lnTo>
                <a:lnTo>
                  <a:pt x="6654" y="7147"/>
                </a:lnTo>
                <a:lnTo>
                  <a:pt x="6505" y="7125"/>
                </a:lnTo>
                <a:lnTo>
                  <a:pt x="6355" y="7125"/>
                </a:lnTo>
                <a:lnTo>
                  <a:pt x="6205" y="7147"/>
                </a:lnTo>
                <a:lnTo>
                  <a:pt x="5906" y="7189"/>
                </a:lnTo>
                <a:lnTo>
                  <a:pt x="5285" y="7211"/>
                </a:lnTo>
                <a:lnTo>
                  <a:pt x="3402" y="7211"/>
                </a:lnTo>
                <a:lnTo>
                  <a:pt x="2718" y="7232"/>
                </a:lnTo>
                <a:lnTo>
                  <a:pt x="2439" y="7275"/>
                </a:lnTo>
                <a:lnTo>
                  <a:pt x="2183" y="7318"/>
                </a:lnTo>
                <a:lnTo>
                  <a:pt x="2033" y="7339"/>
                </a:lnTo>
                <a:lnTo>
                  <a:pt x="1947" y="7360"/>
                </a:lnTo>
                <a:lnTo>
                  <a:pt x="1883" y="7339"/>
                </a:lnTo>
                <a:lnTo>
                  <a:pt x="1862" y="7296"/>
                </a:lnTo>
                <a:lnTo>
                  <a:pt x="1862" y="7232"/>
                </a:lnTo>
                <a:lnTo>
                  <a:pt x="1862" y="7104"/>
                </a:lnTo>
                <a:lnTo>
                  <a:pt x="1819" y="6954"/>
                </a:lnTo>
                <a:lnTo>
                  <a:pt x="1755" y="6826"/>
                </a:lnTo>
                <a:lnTo>
                  <a:pt x="1648" y="6719"/>
                </a:lnTo>
                <a:lnTo>
                  <a:pt x="1541" y="6612"/>
                </a:lnTo>
                <a:lnTo>
                  <a:pt x="1412" y="6526"/>
                </a:lnTo>
                <a:lnTo>
                  <a:pt x="1284" y="6462"/>
                </a:lnTo>
                <a:lnTo>
                  <a:pt x="1134" y="6440"/>
                </a:lnTo>
                <a:lnTo>
                  <a:pt x="984" y="6440"/>
                </a:lnTo>
                <a:lnTo>
                  <a:pt x="984" y="6098"/>
                </a:lnTo>
                <a:lnTo>
                  <a:pt x="984" y="5756"/>
                </a:lnTo>
                <a:lnTo>
                  <a:pt x="942" y="5435"/>
                </a:lnTo>
                <a:lnTo>
                  <a:pt x="899" y="5093"/>
                </a:lnTo>
                <a:lnTo>
                  <a:pt x="1263" y="5050"/>
                </a:lnTo>
                <a:lnTo>
                  <a:pt x="2033" y="5050"/>
                </a:lnTo>
                <a:lnTo>
                  <a:pt x="2397" y="5071"/>
                </a:lnTo>
                <a:lnTo>
                  <a:pt x="3103" y="5093"/>
                </a:lnTo>
                <a:lnTo>
                  <a:pt x="3295" y="5114"/>
                </a:lnTo>
                <a:lnTo>
                  <a:pt x="3359" y="5135"/>
                </a:lnTo>
                <a:lnTo>
                  <a:pt x="3445" y="5178"/>
                </a:lnTo>
                <a:lnTo>
                  <a:pt x="3488" y="5285"/>
                </a:lnTo>
                <a:lnTo>
                  <a:pt x="3531" y="5392"/>
                </a:lnTo>
                <a:lnTo>
                  <a:pt x="3595" y="5456"/>
                </a:lnTo>
                <a:lnTo>
                  <a:pt x="3638" y="5499"/>
                </a:lnTo>
                <a:lnTo>
                  <a:pt x="3702" y="5542"/>
                </a:lnTo>
                <a:lnTo>
                  <a:pt x="3766" y="5563"/>
                </a:lnTo>
                <a:lnTo>
                  <a:pt x="3916" y="5606"/>
                </a:lnTo>
                <a:lnTo>
                  <a:pt x="4729" y="5606"/>
                </a:lnTo>
                <a:lnTo>
                  <a:pt x="4943" y="5563"/>
                </a:lnTo>
                <a:lnTo>
                  <a:pt x="5092" y="5542"/>
                </a:lnTo>
                <a:lnTo>
                  <a:pt x="5221" y="5478"/>
                </a:lnTo>
                <a:lnTo>
                  <a:pt x="5349" y="5392"/>
                </a:lnTo>
                <a:lnTo>
                  <a:pt x="5456" y="5306"/>
                </a:lnTo>
                <a:lnTo>
                  <a:pt x="5520" y="5199"/>
                </a:lnTo>
                <a:lnTo>
                  <a:pt x="5563" y="5135"/>
                </a:lnTo>
                <a:lnTo>
                  <a:pt x="5606" y="5093"/>
                </a:lnTo>
                <a:lnTo>
                  <a:pt x="5692" y="5071"/>
                </a:lnTo>
                <a:lnTo>
                  <a:pt x="6012" y="5071"/>
                </a:lnTo>
                <a:lnTo>
                  <a:pt x="6398" y="5028"/>
                </a:lnTo>
                <a:lnTo>
                  <a:pt x="6783" y="4964"/>
                </a:lnTo>
                <a:lnTo>
                  <a:pt x="7168" y="4900"/>
                </a:lnTo>
                <a:lnTo>
                  <a:pt x="7553" y="4857"/>
                </a:lnTo>
                <a:lnTo>
                  <a:pt x="7767" y="4836"/>
                </a:lnTo>
                <a:lnTo>
                  <a:pt x="7895" y="4814"/>
                </a:lnTo>
                <a:close/>
                <a:moveTo>
                  <a:pt x="984" y="6826"/>
                </a:moveTo>
                <a:lnTo>
                  <a:pt x="1134" y="6847"/>
                </a:lnTo>
                <a:lnTo>
                  <a:pt x="1241" y="6890"/>
                </a:lnTo>
                <a:lnTo>
                  <a:pt x="1305" y="6933"/>
                </a:lnTo>
                <a:lnTo>
                  <a:pt x="1370" y="6997"/>
                </a:lnTo>
                <a:lnTo>
                  <a:pt x="1412" y="7082"/>
                </a:lnTo>
                <a:lnTo>
                  <a:pt x="1434" y="7189"/>
                </a:lnTo>
                <a:lnTo>
                  <a:pt x="1455" y="7403"/>
                </a:lnTo>
                <a:lnTo>
                  <a:pt x="1284" y="7425"/>
                </a:lnTo>
                <a:lnTo>
                  <a:pt x="1049" y="7446"/>
                </a:lnTo>
                <a:lnTo>
                  <a:pt x="942" y="7446"/>
                </a:lnTo>
                <a:lnTo>
                  <a:pt x="856" y="7425"/>
                </a:lnTo>
                <a:lnTo>
                  <a:pt x="813" y="7382"/>
                </a:lnTo>
                <a:lnTo>
                  <a:pt x="813" y="7339"/>
                </a:lnTo>
                <a:lnTo>
                  <a:pt x="813" y="7296"/>
                </a:lnTo>
                <a:lnTo>
                  <a:pt x="856" y="7253"/>
                </a:lnTo>
                <a:lnTo>
                  <a:pt x="899" y="7211"/>
                </a:lnTo>
                <a:lnTo>
                  <a:pt x="963" y="7168"/>
                </a:lnTo>
                <a:lnTo>
                  <a:pt x="984" y="7104"/>
                </a:lnTo>
                <a:lnTo>
                  <a:pt x="1006" y="6954"/>
                </a:lnTo>
                <a:lnTo>
                  <a:pt x="984" y="6826"/>
                </a:lnTo>
                <a:close/>
                <a:moveTo>
                  <a:pt x="5328" y="0"/>
                </a:moveTo>
                <a:lnTo>
                  <a:pt x="4943" y="22"/>
                </a:lnTo>
                <a:lnTo>
                  <a:pt x="4622" y="65"/>
                </a:lnTo>
                <a:lnTo>
                  <a:pt x="3916" y="86"/>
                </a:lnTo>
                <a:lnTo>
                  <a:pt x="3552" y="107"/>
                </a:lnTo>
                <a:lnTo>
                  <a:pt x="3210" y="150"/>
                </a:lnTo>
                <a:lnTo>
                  <a:pt x="2889" y="214"/>
                </a:lnTo>
                <a:lnTo>
                  <a:pt x="2718" y="278"/>
                </a:lnTo>
                <a:lnTo>
                  <a:pt x="2568" y="364"/>
                </a:lnTo>
                <a:lnTo>
                  <a:pt x="2504" y="428"/>
                </a:lnTo>
                <a:lnTo>
                  <a:pt x="2461" y="514"/>
                </a:lnTo>
                <a:lnTo>
                  <a:pt x="2418" y="578"/>
                </a:lnTo>
                <a:lnTo>
                  <a:pt x="2397" y="664"/>
                </a:lnTo>
                <a:lnTo>
                  <a:pt x="2375" y="835"/>
                </a:lnTo>
                <a:lnTo>
                  <a:pt x="2375" y="1027"/>
                </a:lnTo>
                <a:lnTo>
                  <a:pt x="2332" y="1006"/>
                </a:lnTo>
                <a:lnTo>
                  <a:pt x="2247" y="985"/>
                </a:lnTo>
                <a:lnTo>
                  <a:pt x="2183" y="985"/>
                </a:lnTo>
                <a:lnTo>
                  <a:pt x="2118" y="1006"/>
                </a:lnTo>
                <a:lnTo>
                  <a:pt x="2054" y="1027"/>
                </a:lnTo>
                <a:lnTo>
                  <a:pt x="1990" y="1070"/>
                </a:lnTo>
                <a:lnTo>
                  <a:pt x="1969" y="1113"/>
                </a:lnTo>
                <a:lnTo>
                  <a:pt x="1969" y="1198"/>
                </a:lnTo>
                <a:lnTo>
                  <a:pt x="1990" y="1241"/>
                </a:lnTo>
                <a:lnTo>
                  <a:pt x="2033" y="1263"/>
                </a:lnTo>
                <a:lnTo>
                  <a:pt x="2118" y="1305"/>
                </a:lnTo>
                <a:lnTo>
                  <a:pt x="2204" y="1327"/>
                </a:lnTo>
                <a:lnTo>
                  <a:pt x="2225" y="1348"/>
                </a:lnTo>
                <a:lnTo>
                  <a:pt x="2247" y="1370"/>
                </a:lnTo>
                <a:lnTo>
                  <a:pt x="1990" y="1391"/>
                </a:lnTo>
                <a:lnTo>
                  <a:pt x="1733" y="1391"/>
                </a:lnTo>
                <a:lnTo>
                  <a:pt x="1198" y="1348"/>
                </a:lnTo>
                <a:lnTo>
                  <a:pt x="942" y="1370"/>
                </a:lnTo>
                <a:lnTo>
                  <a:pt x="685" y="1412"/>
                </a:lnTo>
                <a:lnTo>
                  <a:pt x="557" y="1455"/>
                </a:lnTo>
                <a:lnTo>
                  <a:pt x="450" y="1498"/>
                </a:lnTo>
                <a:lnTo>
                  <a:pt x="343" y="1584"/>
                </a:lnTo>
                <a:lnTo>
                  <a:pt x="236" y="1669"/>
                </a:lnTo>
                <a:lnTo>
                  <a:pt x="171" y="1733"/>
                </a:lnTo>
                <a:lnTo>
                  <a:pt x="129" y="1819"/>
                </a:lnTo>
                <a:lnTo>
                  <a:pt x="86" y="1926"/>
                </a:lnTo>
                <a:lnTo>
                  <a:pt x="43" y="2033"/>
                </a:lnTo>
                <a:lnTo>
                  <a:pt x="22" y="2268"/>
                </a:lnTo>
                <a:lnTo>
                  <a:pt x="0" y="2504"/>
                </a:lnTo>
                <a:lnTo>
                  <a:pt x="22" y="2739"/>
                </a:lnTo>
                <a:lnTo>
                  <a:pt x="43" y="2996"/>
                </a:lnTo>
                <a:lnTo>
                  <a:pt x="86" y="3424"/>
                </a:lnTo>
                <a:lnTo>
                  <a:pt x="86" y="3659"/>
                </a:lnTo>
                <a:lnTo>
                  <a:pt x="86" y="3894"/>
                </a:lnTo>
                <a:lnTo>
                  <a:pt x="129" y="4087"/>
                </a:lnTo>
                <a:lnTo>
                  <a:pt x="150" y="4301"/>
                </a:lnTo>
                <a:lnTo>
                  <a:pt x="129" y="4600"/>
                </a:lnTo>
                <a:lnTo>
                  <a:pt x="129" y="4772"/>
                </a:lnTo>
                <a:lnTo>
                  <a:pt x="171" y="4900"/>
                </a:lnTo>
                <a:lnTo>
                  <a:pt x="214" y="5007"/>
                </a:lnTo>
                <a:lnTo>
                  <a:pt x="278" y="5050"/>
                </a:lnTo>
                <a:lnTo>
                  <a:pt x="343" y="5093"/>
                </a:lnTo>
                <a:lnTo>
                  <a:pt x="407" y="5157"/>
                </a:lnTo>
                <a:lnTo>
                  <a:pt x="428" y="5199"/>
                </a:lnTo>
                <a:lnTo>
                  <a:pt x="450" y="5242"/>
                </a:lnTo>
                <a:lnTo>
                  <a:pt x="450" y="5371"/>
                </a:lnTo>
                <a:lnTo>
                  <a:pt x="407" y="5627"/>
                </a:lnTo>
                <a:lnTo>
                  <a:pt x="407" y="5927"/>
                </a:lnTo>
                <a:lnTo>
                  <a:pt x="407" y="6226"/>
                </a:lnTo>
                <a:lnTo>
                  <a:pt x="428" y="6826"/>
                </a:lnTo>
                <a:lnTo>
                  <a:pt x="428" y="7082"/>
                </a:lnTo>
                <a:lnTo>
                  <a:pt x="428" y="7339"/>
                </a:lnTo>
                <a:lnTo>
                  <a:pt x="385" y="7510"/>
                </a:lnTo>
                <a:lnTo>
                  <a:pt x="385" y="7617"/>
                </a:lnTo>
                <a:lnTo>
                  <a:pt x="407" y="7703"/>
                </a:lnTo>
                <a:lnTo>
                  <a:pt x="471" y="7767"/>
                </a:lnTo>
                <a:lnTo>
                  <a:pt x="557" y="7810"/>
                </a:lnTo>
                <a:lnTo>
                  <a:pt x="685" y="7831"/>
                </a:lnTo>
                <a:lnTo>
                  <a:pt x="1477" y="7831"/>
                </a:lnTo>
                <a:lnTo>
                  <a:pt x="1712" y="7810"/>
                </a:lnTo>
                <a:lnTo>
                  <a:pt x="2183" y="7724"/>
                </a:lnTo>
                <a:lnTo>
                  <a:pt x="2504" y="7681"/>
                </a:lnTo>
                <a:lnTo>
                  <a:pt x="2803" y="7660"/>
                </a:lnTo>
                <a:lnTo>
                  <a:pt x="3402" y="7660"/>
                </a:lnTo>
                <a:lnTo>
                  <a:pt x="5713" y="7703"/>
                </a:lnTo>
                <a:lnTo>
                  <a:pt x="6890" y="7767"/>
                </a:lnTo>
                <a:lnTo>
                  <a:pt x="7489" y="7746"/>
                </a:lnTo>
                <a:lnTo>
                  <a:pt x="7788" y="7724"/>
                </a:lnTo>
                <a:lnTo>
                  <a:pt x="8066" y="7703"/>
                </a:lnTo>
                <a:lnTo>
                  <a:pt x="8195" y="7681"/>
                </a:lnTo>
                <a:lnTo>
                  <a:pt x="8323" y="7639"/>
                </a:lnTo>
                <a:lnTo>
                  <a:pt x="8430" y="7596"/>
                </a:lnTo>
                <a:lnTo>
                  <a:pt x="8473" y="7553"/>
                </a:lnTo>
                <a:lnTo>
                  <a:pt x="8516" y="7489"/>
                </a:lnTo>
                <a:lnTo>
                  <a:pt x="8537" y="7382"/>
                </a:lnTo>
                <a:lnTo>
                  <a:pt x="8559" y="7253"/>
                </a:lnTo>
                <a:lnTo>
                  <a:pt x="8580" y="6997"/>
                </a:lnTo>
                <a:lnTo>
                  <a:pt x="8601" y="6676"/>
                </a:lnTo>
                <a:lnTo>
                  <a:pt x="8601" y="6376"/>
                </a:lnTo>
                <a:lnTo>
                  <a:pt x="8580" y="5756"/>
                </a:lnTo>
                <a:lnTo>
                  <a:pt x="8559" y="5478"/>
                </a:lnTo>
                <a:lnTo>
                  <a:pt x="8516" y="5135"/>
                </a:lnTo>
                <a:lnTo>
                  <a:pt x="8516" y="4964"/>
                </a:lnTo>
                <a:lnTo>
                  <a:pt x="8516" y="4814"/>
                </a:lnTo>
                <a:lnTo>
                  <a:pt x="8559" y="4686"/>
                </a:lnTo>
                <a:lnTo>
                  <a:pt x="8580" y="4622"/>
                </a:lnTo>
                <a:lnTo>
                  <a:pt x="8623" y="4579"/>
                </a:lnTo>
                <a:lnTo>
                  <a:pt x="8687" y="4536"/>
                </a:lnTo>
                <a:lnTo>
                  <a:pt x="8773" y="4515"/>
                </a:lnTo>
                <a:lnTo>
                  <a:pt x="8858" y="4472"/>
                </a:lnTo>
                <a:lnTo>
                  <a:pt x="8922" y="4408"/>
                </a:lnTo>
                <a:lnTo>
                  <a:pt x="8944" y="4365"/>
                </a:lnTo>
                <a:lnTo>
                  <a:pt x="8944" y="4322"/>
                </a:lnTo>
                <a:lnTo>
                  <a:pt x="8922" y="4237"/>
                </a:lnTo>
                <a:lnTo>
                  <a:pt x="8880" y="4173"/>
                </a:lnTo>
                <a:lnTo>
                  <a:pt x="8858" y="4066"/>
                </a:lnTo>
                <a:lnTo>
                  <a:pt x="8837" y="3638"/>
                </a:lnTo>
                <a:lnTo>
                  <a:pt x="8815" y="3188"/>
                </a:lnTo>
                <a:lnTo>
                  <a:pt x="8773" y="2739"/>
                </a:lnTo>
                <a:lnTo>
                  <a:pt x="8730" y="2311"/>
                </a:lnTo>
                <a:lnTo>
                  <a:pt x="8666" y="2012"/>
                </a:lnTo>
                <a:lnTo>
                  <a:pt x="8623" y="1840"/>
                </a:lnTo>
                <a:lnTo>
                  <a:pt x="8580" y="1691"/>
                </a:lnTo>
                <a:lnTo>
                  <a:pt x="8516" y="1541"/>
                </a:lnTo>
                <a:lnTo>
                  <a:pt x="8430" y="1412"/>
                </a:lnTo>
                <a:lnTo>
                  <a:pt x="8323" y="1305"/>
                </a:lnTo>
                <a:lnTo>
                  <a:pt x="8195" y="1241"/>
                </a:lnTo>
                <a:lnTo>
                  <a:pt x="8088" y="1220"/>
                </a:lnTo>
                <a:lnTo>
                  <a:pt x="7981" y="1198"/>
                </a:lnTo>
                <a:lnTo>
                  <a:pt x="7767" y="1220"/>
                </a:lnTo>
                <a:lnTo>
                  <a:pt x="7532" y="1220"/>
                </a:lnTo>
                <a:lnTo>
                  <a:pt x="7318" y="1241"/>
                </a:lnTo>
                <a:lnTo>
                  <a:pt x="6911" y="1241"/>
                </a:lnTo>
                <a:lnTo>
                  <a:pt x="6526" y="1263"/>
                </a:lnTo>
                <a:lnTo>
                  <a:pt x="6355" y="1284"/>
                </a:lnTo>
                <a:lnTo>
                  <a:pt x="6269" y="1284"/>
                </a:lnTo>
                <a:lnTo>
                  <a:pt x="6205" y="1263"/>
                </a:lnTo>
                <a:lnTo>
                  <a:pt x="6184" y="1241"/>
                </a:lnTo>
                <a:lnTo>
                  <a:pt x="6162" y="1177"/>
                </a:lnTo>
                <a:lnTo>
                  <a:pt x="6162" y="1049"/>
                </a:lnTo>
                <a:lnTo>
                  <a:pt x="6162" y="835"/>
                </a:lnTo>
                <a:lnTo>
                  <a:pt x="6162" y="664"/>
                </a:lnTo>
                <a:lnTo>
                  <a:pt x="6141" y="471"/>
                </a:lnTo>
                <a:lnTo>
                  <a:pt x="6098" y="300"/>
                </a:lnTo>
                <a:lnTo>
                  <a:pt x="6055" y="236"/>
                </a:lnTo>
                <a:lnTo>
                  <a:pt x="5991" y="150"/>
                </a:lnTo>
                <a:lnTo>
                  <a:pt x="5927" y="107"/>
                </a:lnTo>
                <a:lnTo>
                  <a:pt x="5863" y="65"/>
                </a:lnTo>
                <a:lnTo>
                  <a:pt x="5713" y="22"/>
                </a:lnTo>
                <a:lnTo>
                  <a:pt x="5520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0"/>
          <p:cNvSpPr/>
          <p:nvPr/>
        </p:nvSpPr>
        <p:spPr>
          <a:xfrm>
            <a:off x="6965676" y="2073370"/>
            <a:ext cx="241144" cy="179851"/>
          </a:xfrm>
          <a:custGeom>
            <a:rect b="b" l="l" r="r" t="t"/>
            <a:pathLst>
              <a:path extrusionOk="0" h="6655" w="8923">
                <a:moveTo>
                  <a:pt x="6056" y="1969"/>
                </a:moveTo>
                <a:lnTo>
                  <a:pt x="6312" y="1991"/>
                </a:lnTo>
                <a:lnTo>
                  <a:pt x="6912" y="2012"/>
                </a:lnTo>
                <a:lnTo>
                  <a:pt x="6890" y="2525"/>
                </a:lnTo>
                <a:lnTo>
                  <a:pt x="6890" y="3060"/>
                </a:lnTo>
                <a:lnTo>
                  <a:pt x="6762" y="3082"/>
                </a:lnTo>
                <a:lnTo>
                  <a:pt x="6633" y="3082"/>
                </a:lnTo>
                <a:lnTo>
                  <a:pt x="6355" y="3060"/>
                </a:lnTo>
                <a:lnTo>
                  <a:pt x="6099" y="3039"/>
                </a:lnTo>
                <a:lnTo>
                  <a:pt x="5820" y="3060"/>
                </a:lnTo>
                <a:lnTo>
                  <a:pt x="5820" y="2782"/>
                </a:lnTo>
                <a:lnTo>
                  <a:pt x="5778" y="2525"/>
                </a:lnTo>
                <a:lnTo>
                  <a:pt x="5735" y="2226"/>
                </a:lnTo>
                <a:lnTo>
                  <a:pt x="5735" y="2098"/>
                </a:lnTo>
                <a:lnTo>
                  <a:pt x="5756" y="2033"/>
                </a:lnTo>
                <a:lnTo>
                  <a:pt x="5799" y="2012"/>
                </a:lnTo>
                <a:lnTo>
                  <a:pt x="5906" y="1969"/>
                </a:lnTo>
                <a:close/>
                <a:moveTo>
                  <a:pt x="5457" y="2012"/>
                </a:moveTo>
                <a:lnTo>
                  <a:pt x="5499" y="2440"/>
                </a:lnTo>
                <a:lnTo>
                  <a:pt x="5564" y="2889"/>
                </a:lnTo>
                <a:lnTo>
                  <a:pt x="5564" y="3018"/>
                </a:lnTo>
                <a:lnTo>
                  <a:pt x="5542" y="3039"/>
                </a:lnTo>
                <a:lnTo>
                  <a:pt x="5478" y="3060"/>
                </a:lnTo>
                <a:lnTo>
                  <a:pt x="5264" y="3060"/>
                </a:lnTo>
                <a:lnTo>
                  <a:pt x="4900" y="3082"/>
                </a:lnTo>
                <a:lnTo>
                  <a:pt x="4601" y="3125"/>
                </a:lnTo>
                <a:lnTo>
                  <a:pt x="4365" y="3125"/>
                </a:lnTo>
                <a:lnTo>
                  <a:pt x="4323" y="3103"/>
                </a:lnTo>
                <a:lnTo>
                  <a:pt x="4258" y="3018"/>
                </a:lnTo>
                <a:lnTo>
                  <a:pt x="4237" y="2868"/>
                </a:lnTo>
                <a:lnTo>
                  <a:pt x="4173" y="2632"/>
                </a:lnTo>
                <a:lnTo>
                  <a:pt x="4087" y="2311"/>
                </a:lnTo>
                <a:lnTo>
                  <a:pt x="4023" y="2012"/>
                </a:lnTo>
                <a:close/>
                <a:moveTo>
                  <a:pt x="2333" y="1926"/>
                </a:moveTo>
                <a:lnTo>
                  <a:pt x="2697" y="1969"/>
                </a:lnTo>
                <a:lnTo>
                  <a:pt x="3060" y="1991"/>
                </a:lnTo>
                <a:lnTo>
                  <a:pt x="3788" y="2012"/>
                </a:lnTo>
                <a:lnTo>
                  <a:pt x="3809" y="2162"/>
                </a:lnTo>
                <a:lnTo>
                  <a:pt x="3809" y="2290"/>
                </a:lnTo>
                <a:lnTo>
                  <a:pt x="3873" y="2590"/>
                </a:lnTo>
                <a:lnTo>
                  <a:pt x="3938" y="2889"/>
                </a:lnTo>
                <a:lnTo>
                  <a:pt x="3938" y="3060"/>
                </a:lnTo>
                <a:lnTo>
                  <a:pt x="3938" y="3125"/>
                </a:lnTo>
                <a:lnTo>
                  <a:pt x="3916" y="3167"/>
                </a:lnTo>
                <a:lnTo>
                  <a:pt x="3831" y="3210"/>
                </a:lnTo>
                <a:lnTo>
                  <a:pt x="3659" y="3210"/>
                </a:lnTo>
                <a:lnTo>
                  <a:pt x="3360" y="3232"/>
                </a:lnTo>
                <a:lnTo>
                  <a:pt x="3018" y="3317"/>
                </a:lnTo>
                <a:lnTo>
                  <a:pt x="2675" y="3424"/>
                </a:lnTo>
                <a:lnTo>
                  <a:pt x="2483" y="2675"/>
                </a:lnTo>
                <a:lnTo>
                  <a:pt x="2397" y="2311"/>
                </a:lnTo>
                <a:lnTo>
                  <a:pt x="2333" y="1926"/>
                </a:lnTo>
                <a:close/>
                <a:moveTo>
                  <a:pt x="7275" y="1991"/>
                </a:moveTo>
                <a:lnTo>
                  <a:pt x="7874" y="2033"/>
                </a:lnTo>
                <a:lnTo>
                  <a:pt x="8046" y="2033"/>
                </a:lnTo>
                <a:lnTo>
                  <a:pt x="8238" y="2055"/>
                </a:lnTo>
                <a:lnTo>
                  <a:pt x="8324" y="2076"/>
                </a:lnTo>
                <a:lnTo>
                  <a:pt x="8345" y="2098"/>
                </a:lnTo>
                <a:lnTo>
                  <a:pt x="8388" y="2205"/>
                </a:lnTo>
                <a:lnTo>
                  <a:pt x="8431" y="2333"/>
                </a:lnTo>
                <a:lnTo>
                  <a:pt x="8431" y="2483"/>
                </a:lnTo>
                <a:lnTo>
                  <a:pt x="8431" y="2782"/>
                </a:lnTo>
                <a:lnTo>
                  <a:pt x="8409" y="3103"/>
                </a:lnTo>
                <a:lnTo>
                  <a:pt x="8366" y="3381"/>
                </a:lnTo>
                <a:lnTo>
                  <a:pt x="8217" y="3617"/>
                </a:lnTo>
                <a:lnTo>
                  <a:pt x="8088" y="3916"/>
                </a:lnTo>
                <a:lnTo>
                  <a:pt x="8003" y="4216"/>
                </a:lnTo>
                <a:lnTo>
                  <a:pt x="7939" y="4472"/>
                </a:lnTo>
                <a:lnTo>
                  <a:pt x="7917" y="4793"/>
                </a:lnTo>
                <a:lnTo>
                  <a:pt x="7874" y="4922"/>
                </a:lnTo>
                <a:lnTo>
                  <a:pt x="7853" y="4986"/>
                </a:lnTo>
                <a:lnTo>
                  <a:pt x="7810" y="5007"/>
                </a:lnTo>
                <a:lnTo>
                  <a:pt x="7746" y="5029"/>
                </a:lnTo>
                <a:lnTo>
                  <a:pt x="7660" y="5029"/>
                </a:lnTo>
                <a:lnTo>
                  <a:pt x="7446" y="5007"/>
                </a:lnTo>
                <a:lnTo>
                  <a:pt x="7104" y="4965"/>
                </a:lnTo>
                <a:lnTo>
                  <a:pt x="7126" y="4815"/>
                </a:lnTo>
                <a:lnTo>
                  <a:pt x="7147" y="4644"/>
                </a:lnTo>
                <a:lnTo>
                  <a:pt x="7168" y="4323"/>
                </a:lnTo>
                <a:lnTo>
                  <a:pt x="7168" y="4002"/>
                </a:lnTo>
                <a:lnTo>
                  <a:pt x="7190" y="3852"/>
                </a:lnTo>
                <a:lnTo>
                  <a:pt x="7232" y="3681"/>
                </a:lnTo>
                <a:lnTo>
                  <a:pt x="7254" y="3617"/>
                </a:lnTo>
                <a:lnTo>
                  <a:pt x="7275" y="3595"/>
                </a:lnTo>
                <a:lnTo>
                  <a:pt x="7382" y="3552"/>
                </a:lnTo>
                <a:lnTo>
                  <a:pt x="7511" y="3531"/>
                </a:lnTo>
                <a:lnTo>
                  <a:pt x="7639" y="3531"/>
                </a:lnTo>
                <a:lnTo>
                  <a:pt x="7767" y="3510"/>
                </a:lnTo>
                <a:lnTo>
                  <a:pt x="7896" y="3488"/>
                </a:lnTo>
                <a:lnTo>
                  <a:pt x="8024" y="3424"/>
                </a:lnTo>
                <a:lnTo>
                  <a:pt x="8110" y="3360"/>
                </a:lnTo>
                <a:lnTo>
                  <a:pt x="8024" y="3296"/>
                </a:lnTo>
                <a:lnTo>
                  <a:pt x="7939" y="3253"/>
                </a:lnTo>
                <a:lnTo>
                  <a:pt x="7746" y="3189"/>
                </a:lnTo>
                <a:lnTo>
                  <a:pt x="7489" y="3189"/>
                </a:lnTo>
                <a:lnTo>
                  <a:pt x="7361" y="3167"/>
                </a:lnTo>
                <a:lnTo>
                  <a:pt x="7297" y="3167"/>
                </a:lnTo>
                <a:lnTo>
                  <a:pt x="7275" y="3146"/>
                </a:lnTo>
                <a:lnTo>
                  <a:pt x="7254" y="3103"/>
                </a:lnTo>
                <a:lnTo>
                  <a:pt x="7254" y="2996"/>
                </a:lnTo>
                <a:lnTo>
                  <a:pt x="7275" y="2846"/>
                </a:lnTo>
                <a:lnTo>
                  <a:pt x="7275" y="1991"/>
                </a:lnTo>
                <a:close/>
                <a:moveTo>
                  <a:pt x="6505" y="3531"/>
                </a:moveTo>
                <a:lnTo>
                  <a:pt x="6719" y="3552"/>
                </a:lnTo>
                <a:lnTo>
                  <a:pt x="6847" y="3552"/>
                </a:lnTo>
                <a:lnTo>
                  <a:pt x="6869" y="3617"/>
                </a:lnTo>
                <a:lnTo>
                  <a:pt x="6869" y="3724"/>
                </a:lnTo>
                <a:lnTo>
                  <a:pt x="6847" y="3916"/>
                </a:lnTo>
                <a:lnTo>
                  <a:pt x="6805" y="4451"/>
                </a:lnTo>
                <a:lnTo>
                  <a:pt x="6805" y="4729"/>
                </a:lnTo>
                <a:lnTo>
                  <a:pt x="6805" y="4986"/>
                </a:lnTo>
                <a:lnTo>
                  <a:pt x="6526" y="5029"/>
                </a:lnTo>
                <a:lnTo>
                  <a:pt x="6270" y="5050"/>
                </a:lnTo>
                <a:lnTo>
                  <a:pt x="6120" y="5072"/>
                </a:lnTo>
                <a:lnTo>
                  <a:pt x="5949" y="5072"/>
                </a:lnTo>
                <a:lnTo>
                  <a:pt x="5927" y="5007"/>
                </a:lnTo>
                <a:lnTo>
                  <a:pt x="5927" y="4922"/>
                </a:lnTo>
                <a:lnTo>
                  <a:pt x="5927" y="4751"/>
                </a:lnTo>
                <a:lnTo>
                  <a:pt x="5906" y="4152"/>
                </a:lnTo>
                <a:lnTo>
                  <a:pt x="5885" y="3552"/>
                </a:lnTo>
                <a:lnTo>
                  <a:pt x="6291" y="3531"/>
                </a:lnTo>
                <a:close/>
                <a:moveTo>
                  <a:pt x="5350" y="3531"/>
                </a:moveTo>
                <a:lnTo>
                  <a:pt x="5478" y="3552"/>
                </a:lnTo>
                <a:lnTo>
                  <a:pt x="5585" y="3574"/>
                </a:lnTo>
                <a:lnTo>
                  <a:pt x="5606" y="3681"/>
                </a:lnTo>
                <a:lnTo>
                  <a:pt x="5628" y="3809"/>
                </a:lnTo>
                <a:lnTo>
                  <a:pt x="5628" y="3938"/>
                </a:lnTo>
                <a:lnTo>
                  <a:pt x="5649" y="4494"/>
                </a:lnTo>
                <a:lnTo>
                  <a:pt x="5713" y="5072"/>
                </a:lnTo>
                <a:lnTo>
                  <a:pt x="4579" y="5179"/>
                </a:lnTo>
                <a:lnTo>
                  <a:pt x="3445" y="5264"/>
                </a:lnTo>
                <a:lnTo>
                  <a:pt x="3253" y="5307"/>
                </a:lnTo>
                <a:lnTo>
                  <a:pt x="3082" y="5350"/>
                </a:lnTo>
                <a:lnTo>
                  <a:pt x="2889" y="4515"/>
                </a:lnTo>
                <a:lnTo>
                  <a:pt x="2804" y="4087"/>
                </a:lnTo>
                <a:lnTo>
                  <a:pt x="2718" y="3681"/>
                </a:lnTo>
                <a:lnTo>
                  <a:pt x="2868" y="3702"/>
                </a:lnTo>
                <a:lnTo>
                  <a:pt x="2996" y="3724"/>
                </a:lnTo>
                <a:lnTo>
                  <a:pt x="3253" y="3724"/>
                </a:lnTo>
                <a:lnTo>
                  <a:pt x="3788" y="3681"/>
                </a:lnTo>
                <a:lnTo>
                  <a:pt x="3916" y="3681"/>
                </a:lnTo>
                <a:lnTo>
                  <a:pt x="3959" y="3702"/>
                </a:lnTo>
                <a:lnTo>
                  <a:pt x="3980" y="3724"/>
                </a:lnTo>
                <a:lnTo>
                  <a:pt x="4023" y="3788"/>
                </a:lnTo>
                <a:lnTo>
                  <a:pt x="4023" y="3916"/>
                </a:lnTo>
                <a:lnTo>
                  <a:pt x="4045" y="4152"/>
                </a:lnTo>
                <a:lnTo>
                  <a:pt x="4045" y="4365"/>
                </a:lnTo>
                <a:lnTo>
                  <a:pt x="4023" y="4558"/>
                </a:lnTo>
                <a:lnTo>
                  <a:pt x="4045" y="4793"/>
                </a:lnTo>
                <a:lnTo>
                  <a:pt x="4045" y="4922"/>
                </a:lnTo>
                <a:lnTo>
                  <a:pt x="4087" y="5007"/>
                </a:lnTo>
                <a:lnTo>
                  <a:pt x="4130" y="5093"/>
                </a:lnTo>
                <a:lnTo>
                  <a:pt x="4216" y="5136"/>
                </a:lnTo>
                <a:lnTo>
                  <a:pt x="4301" y="5157"/>
                </a:lnTo>
                <a:lnTo>
                  <a:pt x="4365" y="5136"/>
                </a:lnTo>
                <a:lnTo>
                  <a:pt x="4408" y="5114"/>
                </a:lnTo>
                <a:lnTo>
                  <a:pt x="4472" y="5072"/>
                </a:lnTo>
                <a:lnTo>
                  <a:pt x="4515" y="4922"/>
                </a:lnTo>
                <a:lnTo>
                  <a:pt x="4537" y="4793"/>
                </a:lnTo>
                <a:lnTo>
                  <a:pt x="4537" y="4451"/>
                </a:lnTo>
                <a:lnTo>
                  <a:pt x="4515" y="4130"/>
                </a:lnTo>
                <a:lnTo>
                  <a:pt x="4451" y="3916"/>
                </a:lnTo>
                <a:lnTo>
                  <a:pt x="4430" y="3788"/>
                </a:lnTo>
                <a:lnTo>
                  <a:pt x="4451" y="3681"/>
                </a:lnTo>
                <a:lnTo>
                  <a:pt x="4472" y="3638"/>
                </a:lnTo>
                <a:lnTo>
                  <a:pt x="4515" y="3617"/>
                </a:lnTo>
                <a:lnTo>
                  <a:pt x="4644" y="3595"/>
                </a:lnTo>
                <a:lnTo>
                  <a:pt x="4943" y="3574"/>
                </a:lnTo>
                <a:lnTo>
                  <a:pt x="5200" y="3552"/>
                </a:lnTo>
                <a:lnTo>
                  <a:pt x="5350" y="3531"/>
                </a:lnTo>
                <a:close/>
                <a:moveTo>
                  <a:pt x="1541" y="1"/>
                </a:moveTo>
                <a:lnTo>
                  <a:pt x="1370" y="44"/>
                </a:lnTo>
                <a:lnTo>
                  <a:pt x="1199" y="108"/>
                </a:lnTo>
                <a:lnTo>
                  <a:pt x="1006" y="193"/>
                </a:lnTo>
                <a:lnTo>
                  <a:pt x="685" y="343"/>
                </a:lnTo>
                <a:lnTo>
                  <a:pt x="514" y="407"/>
                </a:lnTo>
                <a:lnTo>
                  <a:pt x="343" y="450"/>
                </a:lnTo>
                <a:lnTo>
                  <a:pt x="257" y="493"/>
                </a:lnTo>
                <a:lnTo>
                  <a:pt x="172" y="536"/>
                </a:lnTo>
                <a:lnTo>
                  <a:pt x="108" y="600"/>
                </a:lnTo>
                <a:lnTo>
                  <a:pt x="44" y="664"/>
                </a:lnTo>
                <a:lnTo>
                  <a:pt x="22" y="750"/>
                </a:lnTo>
                <a:lnTo>
                  <a:pt x="1" y="835"/>
                </a:lnTo>
                <a:lnTo>
                  <a:pt x="1" y="921"/>
                </a:lnTo>
                <a:lnTo>
                  <a:pt x="22" y="1006"/>
                </a:lnTo>
                <a:lnTo>
                  <a:pt x="44" y="1092"/>
                </a:lnTo>
                <a:lnTo>
                  <a:pt x="86" y="1156"/>
                </a:lnTo>
                <a:lnTo>
                  <a:pt x="151" y="1220"/>
                </a:lnTo>
                <a:lnTo>
                  <a:pt x="215" y="1263"/>
                </a:lnTo>
                <a:lnTo>
                  <a:pt x="322" y="1306"/>
                </a:lnTo>
                <a:lnTo>
                  <a:pt x="407" y="1327"/>
                </a:lnTo>
                <a:lnTo>
                  <a:pt x="514" y="1327"/>
                </a:lnTo>
                <a:lnTo>
                  <a:pt x="600" y="1284"/>
                </a:lnTo>
                <a:lnTo>
                  <a:pt x="685" y="1242"/>
                </a:lnTo>
                <a:lnTo>
                  <a:pt x="750" y="1178"/>
                </a:lnTo>
                <a:lnTo>
                  <a:pt x="814" y="1092"/>
                </a:lnTo>
                <a:lnTo>
                  <a:pt x="835" y="985"/>
                </a:lnTo>
                <a:lnTo>
                  <a:pt x="835" y="899"/>
                </a:lnTo>
                <a:lnTo>
                  <a:pt x="835" y="792"/>
                </a:lnTo>
                <a:lnTo>
                  <a:pt x="857" y="707"/>
                </a:lnTo>
                <a:lnTo>
                  <a:pt x="942" y="664"/>
                </a:lnTo>
                <a:lnTo>
                  <a:pt x="1092" y="578"/>
                </a:lnTo>
                <a:lnTo>
                  <a:pt x="1284" y="493"/>
                </a:lnTo>
                <a:lnTo>
                  <a:pt x="1370" y="471"/>
                </a:lnTo>
                <a:lnTo>
                  <a:pt x="1520" y="471"/>
                </a:lnTo>
                <a:lnTo>
                  <a:pt x="1563" y="514"/>
                </a:lnTo>
                <a:lnTo>
                  <a:pt x="1627" y="643"/>
                </a:lnTo>
                <a:lnTo>
                  <a:pt x="1648" y="792"/>
                </a:lnTo>
                <a:lnTo>
                  <a:pt x="1691" y="1092"/>
                </a:lnTo>
                <a:lnTo>
                  <a:pt x="1798" y="1648"/>
                </a:lnTo>
                <a:lnTo>
                  <a:pt x="2055" y="2782"/>
                </a:lnTo>
                <a:lnTo>
                  <a:pt x="2290" y="4023"/>
                </a:lnTo>
                <a:lnTo>
                  <a:pt x="2547" y="5264"/>
                </a:lnTo>
                <a:lnTo>
                  <a:pt x="2418" y="5264"/>
                </a:lnTo>
                <a:lnTo>
                  <a:pt x="2247" y="5307"/>
                </a:lnTo>
                <a:lnTo>
                  <a:pt x="2098" y="5371"/>
                </a:lnTo>
                <a:lnTo>
                  <a:pt x="1948" y="5478"/>
                </a:lnTo>
                <a:lnTo>
                  <a:pt x="1819" y="5585"/>
                </a:lnTo>
                <a:lnTo>
                  <a:pt x="1691" y="5692"/>
                </a:lnTo>
                <a:lnTo>
                  <a:pt x="1605" y="5820"/>
                </a:lnTo>
                <a:lnTo>
                  <a:pt x="1563" y="5970"/>
                </a:lnTo>
                <a:lnTo>
                  <a:pt x="1541" y="6120"/>
                </a:lnTo>
                <a:lnTo>
                  <a:pt x="1584" y="6270"/>
                </a:lnTo>
                <a:lnTo>
                  <a:pt x="1648" y="6377"/>
                </a:lnTo>
                <a:lnTo>
                  <a:pt x="1734" y="6484"/>
                </a:lnTo>
                <a:lnTo>
                  <a:pt x="1841" y="6548"/>
                </a:lnTo>
                <a:lnTo>
                  <a:pt x="1969" y="6591"/>
                </a:lnTo>
                <a:lnTo>
                  <a:pt x="2119" y="6633"/>
                </a:lnTo>
                <a:lnTo>
                  <a:pt x="2269" y="6655"/>
                </a:lnTo>
                <a:lnTo>
                  <a:pt x="2718" y="6655"/>
                </a:lnTo>
                <a:lnTo>
                  <a:pt x="3167" y="6591"/>
                </a:lnTo>
                <a:lnTo>
                  <a:pt x="3617" y="6526"/>
                </a:lnTo>
                <a:lnTo>
                  <a:pt x="4045" y="6441"/>
                </a:lnTo>
                <a:lnTo>
                  <a:pt x="4280" y="6398"/>
                </a:lnTo>
                <a:lnTo>
                  <a:pt x="4986" y="6398"/>
                </a:lnTo>
                <a:lnTo>
                  <a:pt x="5906" y="6462"/>
                </a:lnTo>
                <a:lnTo>
                  <a:pt x="6740" y="6462"/>
                </a:lnTo>
                <a:lnTo>
                  <a:pt x="7168" y="6484"/>
                </a:lnTo>
                <a:lnTo>
                  <a:pt x="7575" y="6505"/>
                </a:lnTo>
                <a:lnTo>
                  <a:pt x="7939" y="6505"/>
                </a:lnTo>
                <a:lnTo>
                  <a:pt x="8067" y="6484"/>
                </a:lnTo>
                <a:lnTo>
                  <a:pt x="8174" y="6441"/>
                </a:lnTo>
                <a:lnTo>
                  <a:pt x="8259" y="6377"/>
                </a:lnTo>
                <a:lnTo>
                  <a:pt x="8281" y="6334"/>
                </a:lnTo>
                <a:lnTo>
                  <a:pt x="8281" y="6270"/>
                </a:lnTo>
                <a:lnTo>
                  <a:pt x="8259" y="6227"/>
                </a:lnTo>
                <a:lnTo>
                  <a:pt x="8238" y="6141"/>
                </a:lnTo>
                <a:lnTo>
                  <a:pt x="8195" y="6077"/>
                </a:lnTo>
                <a:lnTo>
                  <a:pt x="8131" y="6034"/>
                </a:lnTo>
                <a:lnTo>
                  <a:pt x="8067" y="6013"/>
                </a:lnTo>
                <a:lnTo>
                  <a:pt x="7981" y="6013"/>
                </a:lnTo>
                <a:lnTo>
                  <a:pt x="7832" y="5992"/>
                </a:lnTo>
                <a:lnTo>
                  <a:pt x="7682" y="6013"/>
                </a:lnTo>
                <a:lnTo>
                  <a:pt x="6719" y="5992"/>
                </a:lnTo>
                <a:lnTo>
                  <a:pt x="5863" y="5970"/>
                </a:lnTo>
                <a:lnTo>
                  <a:pt x="5007" y="5970"/>
                </a:lnTo>
                <a:lnTo>
                  <a:pt x="4579" y="5992"/>
                </a:lnTo>
                <a:lnTo>
                  <a:pt x="4152" y="6013"/>
                </a:lnTo>
                <a:lnTo>
                  <a:pt x="3724" y="6056"/>
                </a:lnTo>
                <a:lnTo>
                  <a:pt x="3296" y="6141"/>
                </a:lnTo>
                <a:lnTo>
                  <a:pt x="3018" y="6184"/>
                </a:lnTo>
                <a:lnTo>
                  <a:pt x="2568" y="6227"/>
                </a:lnTo>
                <a:lnTo>
                  <a:pt x="2333" y="6227"/>
                </a:lnTo>
                <a:lnTo>
                  <a:pt x="2162" y="6206"/>
                </a:lnTo>
                <a:lnTo>
                  <a:pt x="2098" y="6184"/>
                </a:lnTo>
                <a:lnTo>
                  <a:pt x="2055" y="6141"/>
                </a:lnTo>
                <a:lnTo>
                  <a:pt x="2033" y="6099"/>
                </a:lnTo>
                <a:lnTo>
                  <a:pt x="2055" y="6034"/>
                </a:lnTo>
                <a:lnTo>
                  <a:pt x="2076" y="5992"/>
                </a:lnTo>
                <a:lnTo>
                  <a:pt x="2119" y="5927"/>
                </a:lnTo>
                <a:lnTo>
                  <a:pt x="2247" y="5842"/>
                </a:lnTo>
                <a:lnTo>
                  <a:pt x="2483" y="5735"/>
                </a:lnTo>
                <a:lnTo>
                  <a:pt x="2654" y="5628"/>
                </a:lnTo>
                <a:lnTo>
                  <a:pt x="2718" y="5606"/>
                </a:lnTo>
                <a:lnTo>
                  <a:pt x="2825" y="5585"/>
                </a:lnTo>
                <a:lnTo>
                  <a:pt x="2953" y="5628"/>
                </a:lnTo>
                <a:lnTo>
                  <a:pt x="3060" y="5649"/>
                </a:lnTo>
                <a:lnTo>
                  <a:pt x="3189" y="5692"/>
                </a:lnTo>
                <a:lnTo>
                  <a:pt x="3360" y="5692"/>
                </a:lnTo>
                <a:lnTo>
                  <a:pt x="3873" y="5671"/>
                </a:lnTo>
                <a:lnTo>
                  <a:pt x="4387" y="5628"/>
                </a:lnTo>
                <a:lnTo>
                  <a:pt x="4900" y="5606"/>
                </a:lnTo>
                <a:lnTo>
                  <a:pt x="5392" y="5585"/>
                </a:lnTo>
                <a:lnTo>
                  <a:pt x="6377" y="5564"/>
                </a:lnTo>
                <a:lnTo>
                  <a:pt x="6655" y="5542"/>
                </a:lnTo>
                <a:lnTo>
                  <a:pt x="6933" y="5499"/>
                </a:lnTo>
                <a:lnTo>
                  <a:pt x="7211" y="5478"/>
                </a:lnTo>
                <a:lnTo>
                  <a:pt x="7489" y="5478"/>
                </a:lnTo>
                <a:lnTo>
                  <a:pt x="7660" y="5499"/>
                </a:lnTo>
                <a:lnTo>
                  <a:pt x="7853" y="5542"/>
                </a:lnTo>
                <a:lnTo>
                  <a:pt x="8024" y="5542"/>
                </a:lnTo>
                <a:lnTo>
                  <a:pt x="8110" y="5521"/>
                </a:lnTo>
                <a:lnTo>
                  <a:pt x="8195" y="5499"/>
                </a:lnTo>
                <a:lnTo>
                  <a:pt x="8238" y="5457"/>
                </a:lnTo>
                <a:lnTo>
                  <a:pt x="8281" y="5392"/>
                </a:lnTo>
                <a:lnTo>
                  <a:pt x="8345" y="5221"/>
                </a:lnTo>
                <a:lnTo>
                  <a:pt x="8409" y="4879"/>
                </a:lnTo>
                <a:lnTo>
                  <a:pt x="8495" y="4472"/>
                </a:lnTo>
                <a:lnTo>
                  <a:pt x="8538" y="4280"/>
                </a:lnTo>
                <a:lnTo>
                  <a:pt x="8602" y="4066"/>
                </a:lnTo>
                <a:lnTo>
                  <a:pt x="8752" y="3681"/>
                </a:lnTo>
                <a:lnTo>
                  <a:pt x="8816" y="3488"/>
                </a:lnTo>
                <a:lnTo>
                  <a:pt x="8859" y="3274"/>
                </a:lnTo>
                <a:lnTo>
                  <a:pt x="8923" y="2889"/>
                </a:lnTo>
                <a:lnTo>
                  <a:pt x="8923" y="2654"/>
                </a:lnTo>
                <a:lnTo>
                  <a:pt x="8923" y="2440"/>
                </a:lnTo>
                <a:lnTo>
                  <a:pt x="8901" y="2226"/>
                </a:lnTo>
                <a:lnTo>
                  <a:pt x="8837" y="2012"/>
                </a:lnTo>
                <a:lnTo>
                  <a:pt x="8773" y="1819"/>
                </a:lnTo>
                <a:lnTo>
                  <a:pt x="8666" y="1670"/>
                </a:lnTo>
                <a:lnTo>
                  <a:pt x="8580" y="1627"/>
                </a:lnTo>
                <a:lnTo>
                  <a:pt x="8473" y="1605"/>
                </a:lnTo>
                <a:lnTo>
                  <a:pt x="8281" y="1563"/>
                </a:lnTo>
                <a:lnTo>
                  <a:pt x="7874" y="1563"/>
                </a:lnTo>
                <a:lnTo>
                  <a:pt x="7382" y="1520"/>
                </a:lnTo>
                <a:lnTo>
                  <a:pt x="5842" y="1520"/>
                </a:lnTo>
                <a:lnTo>
                  <a:pt x="4772" y="1541"/>
                </a:lnTo>
                <a:lnTo>
                  <a:pt x="3724" y="1563"/>
                </a:lnTo>
                <a:lnTo>
                  <a:pt x="3189" y="1563"/>
                </a:lnTo>
                <a:lnTo>
                  <a:pt x="2654" y="1605"/>
                </a:lnTo>
                <a:lnTo>
                  <a:pt x="2418" y="1627"/>
                </a:lnTo>
                <a:lnTo>
                  <a:pt x="2311" y="1627"/>
                </a:lnTo>
                <a:lnTo>
                  <a:pt x="2269" y="1605"/>
                </a:lnTo>
                <a:lnTo>
                  <a:pt x="2247" y="1584"/>
                </a:lnTo>
                <a:lnTo>
                  <a:pt x="2183" y="1498"/>
                </a:lnTo>
                <a:lnTo>
                  <a:pt x="2162" y="1370"/>
                </a:lnTo>
                <a:lnTo>
                  <a:pt x="2119" y="1135"/>
                </a:lnTo>
                <a:lnTo>
                  <a:pt x="2076" y="707"/>
                </a:lnTo>
                <a:lnTo>
                  <a:pt x="2033" y="471"/>
                </a:lnTo>
                <a:lnTo>
                  <a:pt x="1969" y="279"/>
                </a:lnTo>
                <a:lnTo>
                  <a:pt x="1905" y="193"/>
                </a:lnTo>
                <a:lnTo>
                  <a:pt x="1841" y="108"/>
                </a:lnTo>
                <a:lnTo>
                  <a:pt x="1777" y="65"/>
                </a:lnTo>
                <a:lnTo>
                  <a:pt x="1712" y="22"/>
                </a:lnTo>
                <a:lnTo>
                  <a:pt x="1627" y="1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0"/>
          <p:cNvSpPr/>
          <p:nvPr/>
        </p:nvSpPr>
        <p:spPr>
          <a:xfrm>
            <a:off x="1850113" y="1950406"/>
            <a:ext cx="241144" cy="234793"/>
          </a:xfrm>
          <a:custGeom>
            <a:rect b="b" l="l" r="r" t="t"/>
            <a:pathLst>
              <a:path extrusionOk="0" h="8688" w="8923">
                <a:moveTo>
                  <a:pt x="2161" y="1113"/>
                </a:moveTo>
                <a:lnTo>
                  <a:pt x="2182" y="1134"/>
                </a:lnTo>
                <a:lnTo>
                  <a:pt x="2118" y="1134"/>
                </a:lnTo>
                <a:lnTo>
                  <a:pt x="2161" y="1113"/>
                </a:lnTo>
                <a:close/>
                <a:moveTo>
                  <a:pt x="2439" y="985"/>
                </a:moveTo>
                <a:lnTo>
                  <a:pt x="2461" y="1027"/>
                </a:lnTo>
                <a:lnTo>
                  <a:pt x="2525" y="1134"/>
                </a:lnTo>
                <a:lnTo>
                  <a:pt x="2418" y="1070"/>
                </a:lnTo>
                <a:lnTo>
                  <a:pt x="2396" y="1049"/>
                </a:lnTo>
                <a:lnTo>
                  <a:pt x="2418" y="985"/>
                </a:lnTo>
                <a:close/>
                <a:moveTo>
                  <a:pt x="6076" y="728"/>
                </a:moveTo>
                <a:lnTo>
                  <a:pt x="6119" y="749"/>
                </a:lnTo>
                <a:lnTo>
                  <a:pt x="6269" y="899"/>
                </a:lnTo>
                <a:lnTo>
                  <a:pt x="6419" y="1070"/>
                </a:lnTo>
                <a:lnTo>
                  <a:pt x="6526" y="1177"/>
                </a:lnTo>
                <a:lnTo>
                  <a:pt x="6504" y="1177"/>
                </a:lnTo>
                <a:lnTo>
                  <a:pt x="6483" y="1156"/>
                </a:lnTo>
                <a:lnTo>
                  <a:pt x="6440" y="1092"/>
                </a:lnTo>
                <a:lnTo>
                  <a:pt x="6312" y="1049"/>
                </a:lnTo>
                <a:lnTo>
                  <a:pt x="6183" y="985"/>
                </a:lnTo>
                <a:lnTo>
                  <a:pt x="6119" y="942"/>
                </a:lnTo>
                <a:lnTo>
                  <a:pt x="6076" y="878"/>
                </a:lnTo>
                <a:lnTo>
                  <a:pt x="6055" y="813"/>
                </a:lnTo>
                <a:lnTo>
                  <a:pt x="6055" y="749"/>
                </a:lnTo>
                <a:lnTo>
                  <a:pt x="6055" y="728"/>
                </a:lnTo>
                <a:close/>
                <a:moveTo>
                  <a:pt x="4878" y="450"/>
                </a:moveTo>
                <a:lnTo>
                  <a:pt x="5135" y="471"/>
                </a:lnTo>
                <a:lnTo>
                  <a:pt x="5370" y="492"/>
                </a:lnTo>
                <a:lnTo>
                  <a:pt x="5499" y="492"/>
                </a:lnTo>
                <a:lnTo>
                  <a:pt x="5563" y="514"/>
                </a:lnTo>
                <a:lnTo>
                  <a:pt x="5584" y="535"/>
                </a:lnTo>
                <a:lnTo>
                  <a:pt x="5606" y="578"/>
                </a:lnTo>
                <a:lnTo>
                  <a:pt x="5627" y="599"/>
                </a:lnTo>
                <a:lnTo>
                  <a:pt x="5627" y="685"/>
                </a:lnTo>
                <a:lnTo>
                  <a:pt x="5606" y="771"/>
                </a:lnTo>
                <a:lnTo>
                  <a:pt x="5584" y="835"/>
                </a:lnTo>
                <a:lnTo>
                  <a:pt x="5606" y="942"/>
                </a:lnTo>
                <a:lnTo>
                  <a:pt x="5627" y="1027"/>
                </a:lnTo>
                <a:lnTo>
                  <a:pt x="5649" y="1113"/>
                </a:lnTo>
                <a:lnTo>
                  <a:pt x="5670" y="1199"/>
                </a:lnTo>
                <a:lnTo>
                  <a:pt x="5670" y="1284"/>
                </a:lnTo>
                <a:lnTo>
                  <a:pt x="5649" y="1391"/>
                </a:lnTo>
                <a:lnTo>
                  <a:pt x="5627" y="1455"/>
                </a:lnTo>
                <a:lnTo>
                  <a:pt x="5563" y="1541"/>
                </a:lnTo>
                <a:lnTo>
                  <a:pt x="5435" y="1669"/>
                </a:lnTo>
                <a:lnTo>
                  <a:pt x="5349" y="1733"/>
                </a:lnTo>
                <a:lnTo>
                  <a:pt x="5285" y="1776"/>
                </a:lnTo>
                <a:lnTo>
                  <a:pt x="5178" y="1798"/>
                </a:lnTo>
                <a:lnTo>
                  <a:pt x="5071" y="1798"/>
                </a:lnTo>
                <a:lnTo>
                  <a:pt x="4835" y="1755"/>
                </a:lnTo>
                <a:lnTo>
                  <a:pt x="4600" y="1712"/>
                </a:lnTo>
                <a:lnTo>
                  <a:pt x="4386" y="1691"/>
                </a:lnTo>
                <a:lnTo>
                  <a:pt x="3787" y="1691"/>
                </a:lnTo>
                <a:lnTo>
                  <a:pt x="3701" y="1648"/>
                </a:lnTo>
                <a:lnTo>
                  <a:pt x="3595" y="1605"/>
                </a:lnTo>
                <a:lnTo>
                  <a:pt x="3423" y="1519"/>
                </a:lnTo>
                <a:lnTo>
                  <a:pt x="3252" y="1413"/>
                </a:lnTo>
                <a:lnTo>
                  <a:pt x="3188" y="1348"/>
                </a:lnTo>
                <a:lnTo>
                  <a:pt x="3124" y="1284"/>
                </a:lnTo>
                <a:lnTo>
                  <a:pt x="3124" y="1199"/>
                </a:lnTo>
                <a:lnTo>
                  <a:pt x="3145" y="1092"/>
                </a:lnTo>
                <a:lnTo>
                  <a:pt x="3231" y="899"/>
                </a:lnTo>
                <a:lnTo>
                  <a:pt x="3295" y="792"/>
                </a:lnTo>
                <a:lnTo>
                  <a:pt x="3338" y="685"/>
                </a:lnTo>
                <a:lnTo>
                  <a:pt x="3423" y="642"/>
                </a:lnTo>
                <a:lnTo>
                  <a:pt x="3509" y="621"/>
                </a:lnTo>
                <a:lnTo>
                  <a:pt x="3680" y="578"/>
                </a:lnTo>
                <a:lnTo>
                  <a:pt x="4151" y="492"/>
                </a:lnTo>
                <a:lnTo>
                  <a:pt x="4365" y="450"/>
                </a:lnTo>
                <a:close/>
                <a:moveTo>
                  <a:pt x="4087" y="2247"/>
                </a:moveTo>
                <a:lnTo>
                  <a:pt x="4129" y="2268"/>
                </a:lnTo>
                <a:lnTo>
                  <a:pt x="4151" y="2290"/>
                </a:lnTo>
                <a:lnTo>
                  <a:pt x="4129" y="2375"/>
                </a:lnTo>
                <a:lnTo>
                  <a:pt x="4087" y="2504"/>
                </a:lnTo>
                <a:lnTo>
                  <a:pt x="4022" y="2611"/>
                </a:lnTo>
                <a:lnTo>
                  <a:pt x="3851" y="2867"/>
                </a:lnTo>
                <a:lnTo>
                  <a:pt x="3787" y="2953"/>
                </a:lnTo>
                <a:lnTo>
                  <a:pt x="3766" y="3017"/>
                </a:lnTo>
                <a:lnTo>
                  <a:pt x="3744" y="3039"/>
                </a:lnTo>
                <a:lnTo>
                  <a:pt x="3744" y="3017"/>
                </a:lnTo>
                <a:lnTo>
                  <a:pt x="3766" y="2974"/>
                </a:lnTo>
                <a:lnTo>
                  <a:pt x="3808" y="2867"/>
                </a:lnTo>
                <a:lnTo>
                  <a:pt x="3851" y="2589"/>
                </a:lnTo>
                <a:lnTo>
                  <a:pt x="3894" y="2461"/>
                </a:lnTo>
                <a:lnTo>
                  <a:pt x="3937" y="2333"/>
                </a:lnTo>
                <a:lnTo>
                  <a:pt x="4001" y="2268"/>
                </a:lnTo>
                <a:lnTo>
                  <a:pt x="4044" y="2247"/>
                </a:lnTo>
                <a:close/>
                <a:moveTo>
                  <a:pt x="5156" y="2525"/>
                </a:moveTo>
                <a:lnTo>
                  <a:pt x="5156" y="2653"/>
                </a:lnTo>
                <a:lnTo>
                  <a:pt x="5156" y="2782"/>
                </a:lnTo>
                <a:lnTo>
                  <a:pt x="5221" y="3103"/>
                </a:lnTo>
                <a:lnTo>
                  <a:pt x="5199" y="3146"/>
                </a:lnTo>
                <a:lnTo>
                  <a:pt x="5135" y="3167"/>
                </a:lnTo>
                <a:lnTo>
                  <a:pt x="5028" y="3231"/>
                </a:lnTo>
                <a:lnTo>
                  <a:pt x="4921" y="3253"/>
                </a:lnTo>
                <a:lnTo>
                  <a:pt x="4878" y="3253"/>
                </a:lnTo>
                <a:lnTo>
                  <a:pt x="4878" y="3231"/>
                </a:lnTo>
                <a:lnTo>
                  <a:pt x="4985" y="2846"/>
                </a:lnTo>
                <a:lnTo>
                  <a:pt x="5049" y="2653"/>
                </a:lnTo>
                <a:lnTo>
                  <a:pt x="5092" y="2589"/>
                </a:lnTo>
                <a:lnTo>
                  <a:pt x="5156" y="2525"/>
                </a:lnTo>
                <a:close/>
                <a:moveTo>
                  <a:pt x="7189" y="1562"/>
                </a:moveTo>
                <a:lnTo>
                  <a:pt x="7275" y="1605"/>
                </a:lnTo>
                <a:lnTo>
                  <a:pt x="7360" y="1691"/>
                </a:lnTo>
                <a:lnTo>
                  <a:pt x="7510" y="1883"/>
                </a:lnTo>
                <a:lnTo>
                  <a:pt x="7638" y="2119"/>
                </a:lnTo>
                <a:lnTo>
                  <a:pt x="7724" y="2290"/>
                </a:lnTo>
                <a:lnTo>
                  <a:pt x="7874" y="2546"/>
                </a:lnTo>
                <a:lnTo>
                  <a:pt x="7959" y="2675"/>
                </a:lnTo>
                <a:lnTo>
                  <a:pt x="8002" y="2803"/>
                </a:lnTo>
                <a:lnTo>
                  <a:pt x="8023" y="2889"/>
                </a:lnTo>
                <a:lnTo>
                  <a:pt x="8023" y="2932"/>
                </a:lnTo>
                <a:lnTo>
                  <a:pt x="8002" y="2932"/>
                </a:lnTo>
                <a:lnTo>
                  <a:pt x="7916" y="2953"/>
                </a:lnTo>
                <a:lnTo>
                  <a:pt x="7809" y="2996"/>
                </a:lnTo>
                <a:lnTo>
                  <a:pt x="7724" y="3060"/>
                </a:lnTo>
                <a:lnTo>
                  <a:pt x="7638" y="3124"/>
                </a:lnTo>
                <a:lnTo>
                  <a:pt x="7446" y="3274"/>
                </a:lnTo>
                <a:lnTo>
                  <a:pt x="7275" y="3424"/>
                </a:lnTo>
                <a:lnTo>
                  <a:pt x="7168" y="3467"/>
                </a:lnTo>
                <a:lnTo>
                  <a:pt x="7082" y="3488"/>
                </a:lnTo>
                <a:lnTo>
                  <a:pt x="7018" y="3467"/>
                </a:lnTo>
                <a:lnTo>
                  <a:pt x="6911" y="3424"/>
                </a:lnTo>
                <a:lnTo>
                  <a:pt x="6740" y="3338"/>
                </a:lnTo>
                <a:lnTo>
                  <a:pt x="6205" y="3146"/>
                </a:lnTo>
                <a:lnTo>
                  <a:pt x="5991" y="3060"/>
                </a:lnTo>
                <a:lnTo>
                  <a:pt x="5841" y="2974"/>
                </a:lnTo>
                <a:lnTo>
                  <a:pt x="5777" y="2932"/>
                </a:lnTo>
                <a:lnTo>
                  <a:pt x="5713" y="2867"/>
                </a:lnTo>
                <a:lnTo>
                  <a:pt x="5670" y="2760"/>
                </a:lnTo>
                <a:lnTo>
                  <a:pt x="5627" y="2653"/>
                </a:lnTo>
                <a:lnTo>
                  <a:pt x="5563" y="2440"/>
                </a:lnTo>
                <a:lnTo>
                  <a:pt x="5563" y="2333"/>
                </a:lnTo>
                <a:lnTo>
                  <a:pt x="5563" y="2204"/>
                </a:lnTo>
                <a:lnTo>
                  <a:pt x="5563" y="2097"/>
                </a:lnTo>
                <a:lnTo>
                  <a:pt x="5606" y="1990"/>
                </a:lnTo>
                <a:lnTo>
                  <a:pt x="5649" y="1905"/>
                </a:lnTo>
                <a:lnTo>
                  <a:pt x="5734" y="1840"/>
                </a:lnTo>
                <a:lnTo>
                  <a:pt x="5798" y="1776"/>
                </a:lnTo>
                <a:lnTo>
                  <a:pt x="5862" y="1712"/>
                </a:lnTo>
                <a:lnTo>
                  <a:pt x="5927" y="1648"/>
                </a:lnTo>
                <a:lnTo>
                  <a:pt x="5991" y="1605"/>
                </a:lnTo>
                <a:lnTo>
                  <a:pt x="6098" y="1562"/>
                </a:lnTo>
                <a:lnTo>
                  <a:pt x="6397" y="1562"/>
                </a:lnTo>
                <a:lnTo>
                  <a:pt x="6611" y="1584"/>
                </a:lnTo>
                <a:lnTo>
                  <a:pt x="6740" y="1605"/>
                </a:lnTo>
                <a:lnTo>
                  <a:pt x="6847" y="1605"/>
                </a:lnTo>
                <a:lnTo>
                  <a:pt x="7018" y="1562"/>
                </a:lnTo>
                <a:close/>
                <a:moveTo>
                  <a:pt x="4900" y="2247"/>
                </a:moveTo>
                <a:lnTo>
                  <a:pt x="4921" y="2268"/>
                </a:lnTo>
                <a:lnTo>
                  <a:pt x="4921" y="2290"/>
                </a:lnTo>
                <a:lnTo>
                  <a:pt x="4921" y="2375"/>
                </a:lnTo>
                <a:lnTo>
                  <a:pt x="4878" y="2482"/>
                </a:lnTo>
                <a:lnTo>
                  <a:pt x="4707" y="2996"/>
                </a:lnTo>
                <a:lnTo>
                  <a:pt x="4536" y="3509"/>
                </a:lnTo>
                <a:lnTo>
                  <a:pt x="4515" y="3573"/>
                </a:lnTo>
                <a:lnTo>
                  <a:pt x="4472" y="3659"/>
                </a:lnTo>
                <a:lnTo>
                  <a:pt x="4429" y="3680"/>
                </a:lnTo>
                <a:lnTo>
                  <a:pt x="4408" y="3702"/>
                </a:lnTo>
                <a:lnTo>
                  <a:pt x="4365" y="3702"/>
                </a:lnTo>
                <a:lnTo>
                  <a:pt x="4322" y="3680"/>
                </a:lnTo>
                <a:lnTo>
                  <a:pt x="4279" y="3659"/>
                </a:lnTo>
                <a:lnTo>
                  <a:pt x="4258" y="3616"/>
                </a:lnTo>
                <a:lnTo>
                  <a:pt x="4279" y="3531"/>
                </a:lnTo>
                <a:lnTo>
                  <a:pt x="4343" y="3338"/>
                </a:lnTo>
                <a:lnTo>
                  <a:pt x="4536" y="2910"/>
                </a:lnTo>
                <a:lnTo>
                  <a:pt x="4728" y="2482"/>
                </a:lnTo>
                <a:lnTo>
                  <a:pt x="4814" y="2311"/>
                </a:lnTo>
                <a:lnTo>
                  <a:pt x="4857" y="2268"/>
                </a:lnTo>
                <a:lnTo>
                  <a:pt x="4900" y="2247"/>
                </a:lnTo>
                <a:close/>
                <a:moveTo>
                  <a:pt x="2760" y="1562"/>
                </a:moveTo>
                <a:lnTo>
                  <a:pt x="2867" y="1605"/>
                </a:lnTo>
                <a:lnTo>
                  <a:pt x="2953" y="1669"/>
                </a:lnTo>
                <a:lnTo>
                  <a:pt x="3017" y="1733"/>
                </a:lnTo>
                <a:lnTo>
                  <a:pt x="3167" y="1905"/>
                </a:lnTo>
                <a:lnTo>
                  <a:pt x="3316" y="2033"/>
                </a:lnTo>
                <a:lnTo>
                  <a:pt x="3381" y="2097"/>
                </a:lnTo>
                <a:lnTo>
                  <a:pt x="3423" y="2161"/>
                </a:lnTo>
                <a:lnTo>
                  <a:pt x="3402" y="2247"/>
                </a:lnTo>
                <a:lnTo>
                  <a:pt x="3359" y="2375"/>
                </a:lnTo>
                <a:lnTo>
                  <a:pt x="3252" y="2589"/>
                </a:lnTo>
                <a:lnTo>
                  <a:pt x="3209" y="2675"/>
                </a:lnTo>
                <a:lnTo>
                  <a:pt x="3145" y="2782"/>
                </a:lnTo>
                <a:lnTo>
                  <a:pt x="2974" y="2932"/>
                </a:lnTo>
                <a:lnTo>
                  <a:pt x="2739" y="3081"/>
                </a:lnTo>
                <a:lnTo>
                  <a:pt x="2503" y="3253"/>
                </a:lnTo>
                <a:lnTo>
                  <a:pt x="2033" y="3552"/>
                </a:lnTo>
                <a:lnTo>
                  <a:pt x="1819" y="3702"/>
                </a:lnTo>
                <a:lnTo>
                  <a:pt x="1712" y="3766"/>
                </a:lnTo>
                <a:lnTo>
                  <a:pt x="1605" y="3809"/>
                </a:lnTo>
                <a:lnTo>
                  <a:pt x="1498" y="3809"/>
                </a:lnTo>
                <a:lnTo>
                  <a:pt x="1412" y="3766"/>
                </a:lnTo>
                <a:lnTo>
                  <a:pt x="1262" y="3616"/>
                </a:lnTo>
                <a:lnTo>
                  <a:pt x="1134" y="3509"/>
                </a:lnTo>
                <a:lnTo>
                  <a:pt x="941" y="3381"/>
                </a:lnTo>
                <a:lnTo>
                  <a:pt x="877" y="3317"/>
                </a:lnTo>
                <a:lnTo>
                  <a:pt x="792" y="3253"/>
                </a:lnTo>
                <a:lnTo>
                  <a:pt x="770" y="3188"/>
                </a:lnTo>
                <a:lnTo>
                  <a:pt x="749" y="3124"/>
                </a:lnTo>
                <a:lnTo>
                  <a:pt x="834" y="2846"/>
                </a:lnTo>
                <a:lnTo>
                  <a:pt x="941" y="2589"/>
                </a:lnTo>
                <a:lnTo>
                  <a:pt x="1048" y="2311"/>
                </a:lnTo>
                <a:lnTo>
                  <a:pt x="1177" y="2076"/>
                </a:lnTo>
                <a:lnTo>
                  <a:pt x="1305" y="1819"/>
                </a:lnTo>
                <a:lnTo>
                  <a:pt x="1369" y="1712"/>
                </a:lnTo>
                <a:lnTo>
                  <a:pt x="1412" y="1669"/>
                </a:lnTo>
                <a:lnTo>
                  <a:pt x="1455" y="1648"/>
                </a:lnTo>
                <a:lnTo>
                  <a:pt x="1583" y="1605"/>
                </a:lnTo>
                <a:lnTo>
                  <a:pt x="1733" y="1584"/>
                </a:lnTo>
                <a:lnTo>
                  <a:pt x="2011" y="1605"/>
                </a:lnTo>
                <a:lnTo>
                  <a:pt x="2418" y="1584"/>
                </a:lnTo>
                <a:lnTo>
                  <a:pt x="2653" y="1562"/>
                </a:lnTo>
                <a:close/>
                <a:moveTo>
                  <a:pt x="8344" y="3638"/>
                </a:moveTo>
                <a:lnTo>
                  <a:pt x="8344" y="3659"/>
                </a:lnTo>
                <a:lnTo>
                  <a:pt x="8366" y="3680"/>
                </a:lnTo>
                <a:lnTo>
                  <a:pt x="8366" y="3787"/>
                </a:lnTo>
                <a:lnTo>
                  <a:pt x="8344" y="3959"/>
                </a:lnTo>
                <a:lnTo>
                  <a:pt x="8344" y="3980"/>
                </a:lnTo>
                <a:lnTo>
                  <a:pt x="8280" y="3980"/>
                </a:lnTo>
                <a:lnTo>
                  <a:pt x="8195" y="3894"/>
                </a:lnTo>
                <a:lnTo>
                  <a:pt x="8195" y="3830"/>
                </a:lnTo>
                <a:lnTo>
                  <a:pt x="8237" y="3745"/>
                </a:lnTo>
                <a:lnTo>
                  <a:pt x="8280" y="3680"/>
                </a:lnTo>
                <a:lnTo>
                  <a:pt x="8344" y="3638"/>
                </a:lnTo>
                <a:close/>
                <a:moveTo>
                  <a:pt x="663" y="3916"/>
                </a:moveTo>
                <a:lnTo>
                  <a:pt x="685" y="3937"/>
                </a:lnTo>
                <a:lnTo>
                  <a:pt x="663" y="4001"/>
                </a:lnTo>
                <a:lnTo>
                  <a:pt x="599" y="4066"/>
                </a:lnTo>
                <a:lnTo>
                  <a:pt x="578" y="4087"/>
                </a:lnTo>
                <a:lnTo>
                  <a:pt x="535" y="4087"/>
                </a:lnTo>
                <a:lnTo>
                  <a:pt x="514" y="4066"/>
                </a:lnTo>
                <a:lnTo>
                  <a:pt x="535" y="4001"/>
                </a:lnTo>
                <a:lnTo>
                  <a:pt x="578" y="3937"/>
                </a:lnTo>
                <a:lnTo>
                  <a:pt x="642" y="3916"/>
                </a:lnTo>
                <a:close/>
                <a:moveTo>
                  <a:pt x="8045" y="4066"/>
                </a:moveTo>
                <a:lnTo>
                  <a:pt x="8088" y="4087"/>
                </a:lnTo>
                <a:lnTo>
                  <a:pt x="8195" y="4173"/>
                </a:lnTo>
                <a:lnTo>
                  <a:pt x="8302" y="4301"/>
                </a:lnTo>
                <a:lnTo>
                  <a:pt x="8344" y="4387"/>
                </a:lnTo>
                <a:lnTo>
                  <a:pt x="8302" y="4408"/>
                </a:lnTo>
                <a:lnTo>
                  <a:pt x="8259" y="4408"/>
                </a:lnTo>
                <a:lnTo>
                  <a:pt x="8130" y="4301"/>
                </a:lnTo>
                <a:lnTo>
                  <a:pt x="8023" y="4173"/>
                </a:lnTo>
                <a:lnTo>
                  <a:pt x="8002" y="4108"/>
                </a:lnTo>
                <a:lnTo>
                  <a:pt x="8002" y="4087"/>
                </a:lnTo>
                <a:lnTo>
                  <a:pt x="8045" y="4066"/>
                </a:lnTo>
                <a:close/>
                <a:moveTo>
                  <a:pt x="1006" y="4194"/>
                </a:moveTo>
                <a:lnTo>
                  <a:pt x="1048" y="4215"/>
                </a:lnTo>
                <a:lnTo>
                  <a:pt x="1091" y="4237"/>
                </a:lnTo>
                <a:lnTo>
                  <a:pt x="1113" y="4280"/>
                </a:lnTo>
                <a:lnTo>
                  <a:pt x="1113" y="4322"/>
                </a:lnTo>
                <a:lnTo>
                  <a:pt x="1091" y="4344"/>
                </a:lnTo>
                <a:lnTo>
                  <a:pt x="1048" y="4387"/>
                </a:lnTo>
                <a:lnTo>
                  <a:pt x="899" y="4472"/>
                </a:lnTo>
                <a:lnTo>
                  <a:pt x="813" y="4558"/>
                </a:lnTo>
                <a:lnTo>
                  <a:pt x="727" y="4665"/>
                </a:lnTo>
                <a:lnTo>
                  <a:pt x="621" y="4772"/>
                </a:lnTo>
                <a:lnTo>
                  <a:pt x="535" y="4814"/>
                </a:lnTo>
                <a:lnTo>
                  <a:pt x="535" y="4750"/>
                </a:lnTo>
                <a:lnTo>
                  <a:pt x="578" y="4643"/>
                </a:lnTo>
                <a:lnTo>
                  <a:pt x="642" y="4515"/>
                </a:lnTo>
                <a:lnTo>
                  <a:pt x="727" y="4387"/>
                </a:lnTo>
                <a:lnTo>
                  <a:pt x="813" y="4280"/>
                </a:lnTo>
                <a:lnTo>
                  <a:pt x="920" y="4215"/>
                </a:lnTo>
                <a:lnTo>
                  <a:pt x="963" y="4194"/>
                </a:lnTo>
                <a:close/>
                <a:moveTo>
                  <a:pt x="7852" y="4301"/>
                </a:moveTo>
                <a:lnTo>
                  <a:pt x="7959" y="4344"/>
                </a:lnTo>
                <a:lnTo>
                  <a:pt x="8066" y="4429"/>
                </a:lnTo>
                <a:lnTo>
                  <a:pt x="8152" y="4536"/>
                </a:lnTo>
                <a:lnTo>
                  <a:pt x="8216" y="4643"/>
                </a:lnTo>
                <a:lnTo>
                  <a:pt x="8259" y="4729"/>
                </a:lnTo>
                <a:lnTo>
                  <a:pt x="8259" y="4772"/>
                </a:lnTo>
                <a:lnTo>
                  <a:pt x="8237" y="4814"/>
                </a:lnTo>
                <a:lnTo>
                  <a:pt x="8195" y="4836"/>
                </a:lnTo>
                <a:lnTo>
                  <a:pt x="8109" y="4793"/>
                </a:lnTo>
                <a:lnTo>
                  <a:pt x="7916" y="4686"/>
                </a:lnTo>
                <a:lnTo>
                  <a:pt x="7831" y="4600"/>
                </a:lnTo>
                <a:lnTo>
                  <a:pt x="7745" y="4515"/>
                </a:lnTo>
                <a:lnTo>
                  <a:pt x="7702" y="4451"/>
                </a:lnTo>
                <a:lnTo>
                  <a:pt x="7702" y="4387"/>
                </a:lnTo>
                <a:lnTo>
                  <a:pt x="7724" y="4344"/>
                </a:lnTo>
                <a:lnTo>
                  <a:pt x="7767" y="4322"/>
                </a:lnTo>
                <a:lnTo>
                  <a:pt x="7809" y="4301"/>
                </a:lnTo>
                <a:close/>
                <a:moveTo>
                  <a:pt x="7660" y="4793"/>
                </a:moveTo>
                <a:lnTo>
                  <a:pt x="7745" y="4836"/>
                </a:lnTo>
                <a:lnTo>
                  <a:pt x="7852" y="4900"/>
                </a:lnTo>
                <a:lnTo>
                  <a:pt x="7959" y="4986"/>
                </a:lnTo>
                <a:lnTo>
                  <a:pt x="8023" y="5071"/>
                </a:lnTo>
                <a:lnTo>
                  <a:pt x="8045" y="5135"/>
                </a:lnTo>
                <a:lnTo>
                  <a:pt x="8045" y="5178"/>
                </a:lnTo>
                <a:lnTo>
                  <a:pt x="8023" y="5242"/>
                </a:lnTo>
                <a:lnTo>
                  <a:pt x="7981" y="5264"/>
                </a:lnTo>
                <a:lnTo>
                  <a:pt x="7959" y="5285"/>
                </a:lnTo>
                <a:lnTo>
                  <a:pt x="7916" y="5285"/>
                </a:lnTo>
                <a:lnTo>
                  <a:pt x="7831" y="5264"/>
                </a:lnTo>
                <a:lnTo>
                  <a:pt x="7745" y="5178"/>
                </a:lnTo>
                <a:lnTo>
                  <a:pt x="7681" y="5093"/>
                </a:lnTo>
                <a:lnTo>
                  <a:pt x="7638" y="5007"/>
                </a:lnTo>
                <a:lnTo>
                  <a:pt x="7617" y="4900"/>
                </a:lnTo>
                <a:lnTo>
                  <a:pt x="7638" y="4836"/>
                </a:lnTo>
                <a:lnTo>
                  <a:pt x="7660" y="4793"/>
                </a:lnTo>
                <a:close/>
                <a:moveTo>
                  <a:pt x="1070" y="4707"/>
                </a:moveTo>
                <a:lnTo>
                  <a:pt x="1091" y="4729"/>
                </a:lnTo>
                <a:lnTo>
                  <a:pt x="1091" y="4750"/>
                </a:lnTo>
                <a:lnTo>
                  <a:pt x="1070" y="4814"/>
                </a:lnTo>
                <a:lnTo>
                  <a:pt x="1027" y="4900"/>
                </a:lnTo>
                <a:lnTo>
                  <a:pt x="941" y="5007"/>
                </a:lnTo>
                <a:lnTo>
                  <a:pt x="663" y="5328"/>
                </a:lnTo>
                <a:lnTo>
                  <a:pt x="621" y="5349"/>
                </a:lnTo>
                <a:lnTo>
                  <a:pt x="599" y="5328"/>
                </a:lnTo>
                <a:lnTo>
                  <a:pt x="599" y="5307"/>
                </a:lnTo>
                <a:lnTo>
                  <a:pt x="642" y="5221"/>
                </a:lnTo>
                <a:lnTo>
                  <a:pt x="685" y="5114"/>
                </a:lnTo>
                <a:lnTo>
                  <a:pt x="770" y="4986"/>
                </a:lnTo>
                <a:lnTo>
                  <a:pt x="941" y="4793"/>
                </a:lnTo>
                <a:lnTo>
                  <a:pt x="1027" y="4729"/>
                </a:lnTo>
                <a:lnTo>
                  <a:pt x="1070" y="4707"/>
                </a:lnTo>
                <a:close/>
                <a:moveTo>
                  <a:pt x="1134" y="5349"/>
                </a:moveTo>
                <a:lnTo>
                  <a:pt x="1155" y="5478"/>
                </a:lnTo>
                <a:lnTo>
                  <a:pt x="1134" y="5542"/>
                </a:lnTo>
                <a:lnTo>
                  <a:pt x="1113" y="5563"/>
                </a:lnTo>
                <a:lnTo>
                  <a:pt x="1048" y="5627"/>
                </a:lnTo>
                <a:lnTo>
                  <a:pt x="920" y="5670"/>
                </a:lnTo>
                <a:lnTo>
                  <a:pt x="899" y="5649"/>
                </a:lnTo>
                <a:lnTo>
                  <a:pt x="920" y="5627"/>
                </a:lnTo>
                <a:lnTo>
                  <a:pt x="963" y="5520"/>
                </a:lnTo>
                <a:lnTo>
                  <a:pt x="1048" y="5414"/>
                </a:lnTo>
                <a:lnTo>
                  <a:pt x="1134" y="5349"/>
                </a:lnTo>
                <a:close/>
                <a:moveTo>
                  <a:pt x="5948" y="3616"/>
                </a:moveTo>
                <a:lnTo>
                  <a:pt x="6076" y="3659"/>
                </a:lnTo>
                <a:lnTo>
                  <a:pt x="6355" y="3723"/>
                </a:lnTo>
                <a:lnTo>
                  <a:pt x="6526" y="3809"/>
                </a:lnTo>
                <a:lnTo>
                  <a:pt x="6718" y="3916"/>
                </a:lnTo>
                <a:lnTo>
                  <a:pt x="6804" y="3980"/>
                </a:lnTo>
                <a:lnTo>
                  <a:pt x="6868" y="4044"/>
                </a:lnTo>
                <a:lnTo>
                  <a:pt x="6932" y="4130"/>
                </a:lnTo>
                <a:lnTo>
                  <a:pt x="6954" y="4194"/>
                </a:lnTo>
                <a:lnTo>
                  <a:pt x="6975" y="4494"/>
                </a:lnTo>
                <a:lnTo>
                  <a:pt x="6975" y="4772"/>
                </a:lnTo>
                <a:lnTo>
                  <a:pt x="7018" y="5007"/>
                </a:lnTo>
                <a:lnTo>
                  <a:pt x="7018" y="5135"/>
                </a:lnTo>
                <a:lnTo>
                  <a:pt x="6996" y="5242"/>
                </a:lnTo>
                <a:lnTo>
                  <a:pt x="6954" y="5328"/>
                </a:lnTo>
                <a:lnTo>
                  <a:pt x="6868" y="5414"/>
                </a:lnTo>
                <a:lnTo>
                  <a:pt x="6761" y="5478"/>
                </a:lnTo>
                <a:lnTo>
                  <a:pt x="6633" y="5542"/>
                </a:lnTo>
                <a:lnTo>
                  <a:pt x="6376" y="5670"/>
                </a:lnTo>
                <a:lnTo>
                  <a:pt x="6269" y="5713"/>
                </a:lnTo>
                <a:lnTo>
                  <a:pt x="6162" y="5777"/>
                </a:lnTo>
                <a:lnTo>
                  <a:pt x="5991" y="5927"/>
                </a:lnTo>
                <a:lnTo>
                  <a:pt x="5798" y="6077"/>
                </a:lnTo>
                <a:lnTo>
                  <a:pt x="5713" y="6141"/>
                </a:lnTo>
                <a:lnTo>
                  <a:pt x="5606" y="6162"/>
                </a:lnTo>
                <a:lnTo>
                  <a:pt x="5477" y="6162"/>
                </a:lnTo>
                <a:lnTo>
                  <a:pt x="5349" y="6120"/>
                </a:lnTo>
                <a:lnTo>
                  <a:pt x="5178" y="6034"/>
                </a:lnTo>
                <a:lnTo>
                  <a:pt x="5007" y="5927"/>
                </a:lnTo>
                <a:lnTo>
                  <a:pt x="4942" y="5863"/>
                </a:lnTo>
                <a:lnTo>
                  <a:pt x="4878" y="5799"/>
                </a:lnTo>
                <a:lnTo>
                  <a:pt x="4835" y="5713"/>
                </a:lnTo>
                <a:lnTo>
                  <a:pt x="4793" y="5606"/>
                </a:lnTo>
                <a:lnTo>
                  <a:pt x="4771" y="5328"/>
                </a:lnTo>
                <a:lnTo>
                  <a:pt x="4771" y="5028"/>
                </a:lnTo>
                <a:lnTo>
                  <a:pt x="4771" y="4707"/>
                </a:lnTo>
                <a:lnTo>
                  <a:pt x="4771" y="4429"/>
                </a:lnTo>
                <a:lnTo>
                  <a:pt x="4771" y="4301"/>
                </a:lnTo>
                <a:lnTo>
                  <a:pt x="4793" y="4194"/>
                </a:lnTo>
                <a:lnTo>
                  <a:pt x="4857" y="4087"/>
                </a:lnTo>
                <a:lnTo>
                  <a:pt x="4921" y="4023"/>
                </a:lnTo>
                <a:lnTo>
                  <a:pt x="5092" y="3873"/>
                </a:lnTo>
                <a:lnTo>
                  <a:pt x="5306" y="3745"/>
                </a:lnTo>
                <a:lnTo>
                  <a:pt x="5413" y="3680"/>
                </a:lnTo>
                <a:lnTo>
                  <a:pt x="5542" y="3638"/>
                </a:lnTo>
                <a:lnTo>
                  <a:pt x="5670" y="3616"/>
                </a:lnTo>
                <a:close/>
                <a:moveTo>
                  <a:pt x="3167" y="3552"/>
                </a:moveTo>
                <a:lnTo>
                  <a:pt x="3209" y="3573"/>
                </a:lnTo>
                <a:lnTo>
                  <a:pt x="3252" y="3595"/>
                </a:lnTo>
                <a:lnTo>
                  <a:pt x="3338" y="3680"/>
                </a:lnTo>
                <a:lnTo>
                  <a:pt x="3423" y="3787"/>
                </a:lnTo>
                <a:lnTo>
                  <a:pt x="3616" y="3980"/>
                </a:lnTo>
                <a:lnTo>
                  <a:pt x="3808" y="4194"/>
                </a:lnTo>
                <a:lnTo>
                  <a:pt x="3894" y="4301"/>
                </a:lnTo>
                <a:lnTo>
                  <a:pt x="3958" y="4429"/>
                </a:lnTo>
                <a:lnTo>
                  <a:pt x="4022" y="4558"/>
                </a:lnTo>
                <a:lnTo>
                  <a:pt x="4065" y="4686"/>
                </a:lnTo>
                <a:lnTo>
                  <a:pt x="4108" y="4900"/>
                </a:lnTo>
                <a:lnTo>
                  <a:pt x="4194" y="5242"/>
                </a:lnTo>
                <a:lnTo>
                  <a:pt x="4215" y="5414"/>
                </a:lnTo>
                <a:lnTo>
                  <a:pt x="4215" y="5563"/>
                </a:lnTo>
                <a:lnTo>
                  <a:pt x="4215" y="5692"/>
                </a:lnTo>
                <a:lnTo>
                  <a:pt x="4194" y="5734"/>
                </a:lnTo>
                <a:lnTo>
                  <a:pt x="4172" y="5756"/>
                </a:lnTo>
                <a:lnTo>
                  <a:pt x="3958" y="5906"/>
                </a:lnTo>
                <a:lnTo>
                  <a:pt x="3701" y="6077"/>
                </a:lnTo>
                <a:lnTo>
                  <a:pt x="3595" y="6162"/>
                </a:lnTo>
                <a:lnTo>
                  <a:pt x="3466" y="6205"/>
                </a:lnTo>
                <a:lnTo>
                  <a:pt x="3338" y="6248"/>
                </a:lnTo>
                <a:lnTo>
                  <a:pt x="3209" y="6227"/>
                </a:lnTo>
                <a:lnTo>
                  <a:pt x="2931" y="6162"/>
                </a:lnTo>
                <a:lnTo>
                  <a:pt x="2781" y="6120"/>
                </a:lnTo>
                <a:lnTo>
                  <a:pt x="2632" y="6077"/>
                </a:lnTo>
                <a:lnTo>
                  <a:pt x="2375" y="6055"/>
                </a:lnTo>
                <a:lnTo>
                  <a:pt x="2247" y="6034"/>
                </a:lnTo>
                <a:lnTo>
                  <a:pt x="2140" y="5991"/>
                </a:lnTo>
                <a:lnTo>
                  <a:pt x="1968" y="5948"/>
                </a:lnTo>
                <a:lnTo>
                  <a:pt x="1776" y="5863"/>
                </a:lnTo>
                <a:lnTo>
                  <a:pt x="1712" y="5820"/>
                </a:lnTo>
                <a:lnTo>
                  <a:pt x="1648" y="5756"/>
                </a:lnTo>
                <a:lnTo>
                  <a:pt x="1583" y="5713"/>
                </a:lnTo>
                <a:lnTo>
                  <a:pt x="1562" y="5627"/>
                </a:lnTo>
                <a:lnTo>
                  <a:pt x="1541" y="5478"/>
                </a:lnTo>
                <a:lnTo>
                  <a:pt x="1541" y="5328"/>
                </a:lnTo>
                <a:lnTo>
                  <a:pt x="1519" y="5028"/>
                </a:lnTo>
                <a:lnTo>
                  <a:pt x="1519" y="4879"/>
                </a:lnTo>
                <a:lnTo>
                  <a:pt x="1498" y="4772"/>
                </a:lnTo>
                <a:lnTo>
                  <a:pt x="1519" y="4665"/>
                </a:lnTo>
                <a:lnTo>
                  <a:pt x="1605" y="4558"/>
                </a:lnTo>
                <a:lnTo>
                  <a:pt x="1797" y="4365"/>
                </a:lnTo>
                <a:lnTo>
                  <a:pt x="2054" y="4194"/>
                </a:lnTo>
                <a:lnTo>
                  <a:pt x="2546" y="3873"/>
                </a:lnTo>
                <a:lnTo>
                  <a:pt x="2781" y="3702"/>
                </a:lnTo>
                <a:lnTo>
                  <a:pt x="2910" y="3638"/>
                </a:lnTo>
                <a:lnTo>
                  <a:pt x="3038" y="3573"/>
                </a:lnTo>
                <a:lnTo>
                  <a:pt x="3102" y="3552"/>
                </a:lnTo>
                <a:close/>
                <a:moveTo>
                  <a:pt x="3808" y="6740"/>
                </a:moveTo>
                <a:lnTo>
                  <a:pt x="3808" y="6783"/>
                </a:lnTo>
                <a:lnTo>
                  <a:pt x="3766" y="6826"/>
                </a:lnTo>
                <a:lnTo>
                  <a:pt x="3766" y="6933"/>
                </a:lnTo>
                <a:lnTo>
                  <a:pt x="3744" y="6997"/>
                </a:lnTo>
                <a:lnTo>
                  <a:pt x="3701" y="6997"/>
                </a:lnTo>
                <a:lnTo>
                  <a:pt x="3701" y="6954"/>
                </a:lnTo>
                <a:lnTo>
                  <a:pt x="3723" y="6868"/>
                </a:lnTo>
                <a:lnTo>
                  <a:pt x="3808" y="6740"/>
                </a:lnTo>
                <a:close/>
                <a:moveTo>
                  <a:pt x="4728" y="6376"/>
                </a:moveTo>
                <a:lnTo>
                  <a:pt x="4750" y="6398"/>
                </a:lnTo>
                <a:lnTo>
                  <a:pt x="4750" y="6483"/>
                </a:lnTo>
                <a:lnTo>
                  <a:pt x="4728" y="6633"/>
                </a:lnTo>
                <a:lnTo>
                  <a:pt x="4536" y="7104"/>
                </a:lnTo>
                <a:lnTo>
                  <a:pt x="4343" y="7596"/>
                </a:lnTo>
                <a:lnTo>
                  <a:pt x="4258" y="7746"/>
                </a:lnTo>
                <a:lnTo>
                  <a:pt x="4258" y="7703"/>
                </a:lnTo>
                <a:lnTo>
                  <a:pt x="4279" y="7617"/>
                </a:lnTo>
                <a:lnTo>
                  <a:pt x="4301" y="7489"/>
                </a:lnTo>
                <a:lnTo>
                  <a:pt x="4365" y="7232"/>
                </a:lnTo>
                <a:lnTo>
                  <a:pt x="4429" y="6975"/>
                </a:lnTo>
                <a:lnTo>
                  <a:pt x="4515" y="6719"/>
                </a:lnTo>
                <a:lnTo>
                  <a:pt x="4600" y="6505"/>
                </a:lnTo>
                <a:lnTo>
                  <a:pt x="4664" y="6419"/>
                </a:lnTo>
                <a:lnTo>
                  <a:pt x="4707" y="6398"/>
                </a:lnTo>
                <a:lnTo>
                  <a:pt x="4728" y="6376"/>
                </a:lnTo>
                <a:close/>
                <a:moveTo>
                  <a:pt x="7382" y="5799"/>
                </a:moveTo>
                <a:lnTo>
                  <a:pt x="7467" y="5820"/>
                </a:lnTo>
                <a:lnTo>
                  <a:pt x="7553" y="5863"/>
                </a:lnTo>
                <a:lnTo>
                  <a:pt x="7617" y="5927"/>
                </a:lnTo>
                <a:lnTo>
                  <a:pt x="7660" y="5991"/>
                </a:lnTo>
                <a:lnTo>
                  <a:pt x="7702" y="6077"/>
                </a:lnTo>
                <a:lnTo>
                  <a:pt x="7702" y="6162"/>
                </a:lnTo>
                <a:lnTo>
                  <a:pt x="7702" y="6248"/>
                </a:lnTo>
                <a:lnTo>
                  <a:pt x="7660" y="6334"/>
                </a:lnTo>
                <a:lnTo>
                  <a:pt x="7446" y="6676"/>
                </a:lnTo>
                <a:lnTo>
                  <a:pt x="7339" y="6847"/>
                </a:lnTo>
                <a:lnTo>
                  <a:pt x="7210" y="6997"/>
                </a:lnTo>
                <a:lnTo>
                  <a:pt x="7061" y="7125"/>
                </a:lnTo>
                <a:lnTo>
                  <a:pt x="6932" y="7275"/>
                </a:lnTo>
                <a:lnTo>
                  <a:pt x="6761" y="7382"/>
                </a:lnTo>
                <a:lnTo>
                  <a:pt x="6590" y="7510"/>
                </a:lnTo>
                <a:lnTo>
                  <a:pt x="6419" y="7596"/>
                </a:lnTo>
                <a:lnTo>
                  <a:pt x="6248" y="7660"/>
                </a:lnTo>
                <a:lnTo>
                  <a:pt x="6076" y="7703"/>
                </a:lnTo>
                <a:lnTo>
                  <a:pt x="5905" y="7724"/>
                </a:lnTo>
                <a:lnTo>
                  <a:pt x="5777" y="7746"/>
                </a:lnTo>
                <a:lnTo>
                  <a:pt x="5734" y="7746"/>
                </a:lnTo>
                <a:lnTo>
                  <a:pt x="5713" y="7681"/>
                </a:lnTo>
                <a:lnTo>
                  <a:pt x="5691" y="7574"/>
                </a:lnTo>
                <a:lnTo>
                  <a:pt x="5691" y="7339"/>
                </a:lnTo>
                <a:lnTo>
                  <a:pt x="5670" y="7082"/>
                </a:lnTo>
                <a:lnTo>
                  <a:pt x="5670" y="6868"/>
                </a:lnTo>
                <a:lnTo>
                  <a:pt x="5670" y="6761"/>
                </a:lnTo>
                <a:lnTo>
                  <a:pt x="5713" y="6676"/>
                </a:lnTo>
                <a:lnTo>
                  <a:pt x="5777" y="6612"/>
                </a:lnTo>
                <a:lnTo>
                  <a:pt x="5862" y="6569"/>
                </a:lnTo>
                <a:lnTo>
                  <a:pt x="6034" y="6483"/>
                </a:lnTo>
                <a:lnTo>
                  <a:pt x="6376" y="6227"/>
                </a:lnTo>
                <a:lnTo>
                  <a:pt x="6526" y="6120"/>
                </a:lnTo>
                <a:lnTo>
                  <a:pt x="6718" y="6013"/>
                </a:lnTo>
                <a:lnTo>
                  <a:pt x="7039" y="5863"/>
                </a:lnTo>
                <a:lnTo>
                  <a:pt x="7210" y="5799"/>
                </a:lnTo>
                <a:close/>
                <a:moveTo>
                  <a:pt x="1241" y="6227"/>
                </a:moveTo>
                <a:lnTo>
                  <a:pt x="1348" y="6248"/>
                </a:lnTo>
                <a:lnTo>
                  <a:pt x="1562" y="6312"/>
                </a:lnTo>
                <a:lnTo>
                  <a:pt x="1947" y="6462"/>
                </a:lnTo>
                <a:lnTo>
                  <a:pt x="2375" y="6590"/>
                </a:lnTo>
                <a:lnTo>
                  <a:pt x="2589" y="6654"/>
                </a:lnTo>
                <a:lnTo>
                  <a:pt x="2824" y="6719"/>
                </a:lnTo>
                <a:lnTo>
                  <a:pt x="2974" y="6719"/>
                </a:lnTo>
                <a:lnTo>
                  <a:pt x="3017" y="6740"/>
                </a:lnTo>
                <a:lnTo>
                  <a:pt x="3060" y="6804"/>
                </a:lnTo>
                <a:lnTo>
                  <a:pt x="3081" y="6890"/>
                </a:lnTo>
                <a:lnTo>
                  <a:pt x="3102" y="6997"/>
                </a:lnTo>
                <a:lnTo>
                  <a:pt x="3102" y="7211"/>
                </a:lnTo>
                <a:lnTo>
                  <a:pt x="3209" y="7617"/>
                </a:lnTo>
                <a:lnTo>
                  <a:pt x="3252" y="7853"/>
                </a:lnTo>
                <a:lnTo>
                  <a:pt x="3274" y="7938"/>
                </a:lnTo>
                <a:lnTo>
                  <a:pt x="3252" y="7960"/>
                </a:lnTo>
                <a:lnTo>
                  <a:pt x="3081" y="7917"/>
                </a:lnTo>
                <a:lnTo>
                  <a:pt x="2888" y="7853"/>
                </a:lnTo>
                <a:lnTo>
                  <a:pt x="2717" y="7767"/>
                </a:lnTo>
                <a:lnTo>
                  <a:pt x="2525" y="7681"/>
                </a:lnTo>
                <a:lnTo>
                  <a:pt x="2204" y="7468"/>
                </a:lnTo>
                <a:lnTo>
                  <a:pt x="1883" y="7232"/>
                </a:lnTo>
                <a:lnTo>
                  <a:pt x="1605" y="6975"/>
                </a:lnTo>
                <a:lnTo>
                  <a:pt x="1455" y="6847"/>
                </a:lnTo>
                <a:lnTo>
                  <a:pt x="1327" y="6719"/>
                </a:lnTo>
                <a:lnTo>
                  <a:pt x="1198" y="6612"/>
                </a:lnTo>
                <a:lnTo>
                  <a:pt x="1091" y="6462"/>
                </a:lnTo>
                <a:lnTo>
                  <a:pt x="1048" y="6398"/>
                </a:lnTo>
                <a:lnTo>
                  <a:pt x="1048" y="6334"/>
                </a:lnTo>
                <a:lnTo>
                  <a:pt x="1070" y="6269"/>
                </a:lnTo>
                <a:lnTo>
                  <a:pt x="1155" y="6227"/>
                </a:lnTo>
                <a:close/>
                <a:moveTo>
                  <a:pt x="4151" y="8131"/>
                </a:moveTo>
                <a:lnTo>
                  <a:pt x="4108" y="8152"/>
                </a:lnTo>
                <a:lnTo>
                  <a:pt x="4087" y="8152"/>
                </a:lnTo>
                <a:lnTo>
                  <a:pt x="4108" y="8131"/>
                </a:lnTo>
                <a:close/>
                <a:moveTo>
                  <a:pt x="5135" y="7724"/>
                </a:moveTo>
                <a:lnTo>
                  <a:pt x="5199" y="7853"/>
                </a:lnTo>
                <a:lnTo>
                  <a:pt x="5221" y="7981"/>
                </a:lnTo>
                <a:lnTo>
                  <a:pt x="5221" y="8045"/>
                </a:lnTo>
                <a:lnTo>
                  <a:pt x="5199" y="8109"/>
                </a:lnTo>
                <a:lnTo>
                  <a:pt x="5156" y="8152"/>
                </a:lnTo>
                <a:lnTo>
                  <a:pt x="5071" y="8174"/>
                </a:lnTo>
                <a:lnTo>
                  <a:pt x="5007" y="8152"/>
                </a:lnTo>
                <a:lnTo>
                  <a:pt x="4985" y="8109"/>
                </a:lnTo>
                <a:lnTo>
                  <a:pt x="5007" y="8067"/>
                </a:lnTo>
                <a:lnTo>
                  <a:pt x="5028" y="7981"/>
                </a:lnTo>
                <a:lnTo>
                  <a:pt x="5092" y="7831"/>
                </a:lnTo>
                <a:lnTo>
                  <a:pt x="5135" y="7724"/>
                </a:lnTo>
                <a:close/>
                <a:moveTo>
                  <a:pt x="5114" y="6569"/>
                </a:moveTo>
                <a:lnTo>
                  <a:pt x="5178" y="6612"/>
                </a:lnTo>
                <a:lnTo>
                  <a:pt x="5221" y="6654"/>
                </a:lnTo>
                <a:lnTo>
                  <a:pt x="5263" y="6740"/>
                </a:lnTo>
                <a:lnTo>
                  <a:pt x="5263" y="6804"/>
                </a:lnTo>
                <a:lnTo>
                  <a:pt x="5242" y="6890"/>
                </a:lnTo>
                <a:lnTo>
                  <a:pt x="5199" y="6954"/>
                </a:lnTo>
                <a:lnTo>
                  <a:pt x="5092" y="7040"/>
                </a:lnTo>
                <a:lnTo>
                  <a:pt x="5028" y="7147"/>
                </a:lnTo>
                <a:lnTo>
                  <a:pt x="4964" y="7275"/>
                </a:lnTo>
                <a:lnTo>
                  <a:pt x="4921" y="7425"/>
                </a:lnTo>
                <a:lnTo>
                  <a:pt x="4835" y="7703"/>
                </a:lnTo>
                <a:lnTo>
                  <a:pt x="4750" y="7960"/>
                </a:lnTo>
                <a:lnTo>
                  <a:pt x="4707" y="8024"/>
                </a:lnTo>
                <a:lnTo>
                  <a:pt x="4664" y="8131"/>
                </a:lnTo>
                <a:lnTo>
                  <a:pt x="4622" y="8174"/>
                </a:lnTo>
                <a:lnTo>
                  <a:pt x="4600" y="8195"/>
                </a:lnTo>
                <a:lnTo>
                  <a:pt x="4557" y="8174"/>
                </a:lnTo>
                <a:lnTo>
                  <a:pt x="4493" y="8131"/>
                </a:lnTo>
                <a:lnTo>
                  <a:pt x="4493" y="8109"/>
                </a:lnTo>
                <a:lnTo>
                  <a:pt x="4493" y="8045"/>
                </a:lnTo>
                <a:lnTo>
                  <a:pt x="4536" y="7917"/>
                </a:lnTo>
                <a:lnTo>
                  <a:pt x="4643" y="7681"/>
                </a:lnTo>
                <a:lnTo>
                  <a:pt x="4814" y="7189"/>
                </a:lnTo>
                <a:lnTo>
                  <a:pt x="4878" y="6890"/>
                </a:lnTo>
                <a:lnTo>
                  <a:pt x="4921" y="6740"/>
                </a:lnTo>
                <a:lnTo>
                  <a:pt x="4985" y="6633"/>
                </a:lnTo>
                <a:lnTo>
                  <a:pt x="5049" y="6590"/>
                </a:lnTo>
                <a:lnTo>
                  <a:pt x="5114" y="6569"/>
                </a:lnTo>
                <a:close/>
                <a:moveTo>
                  <a:pt x="4065" y="0"/>
                </a:moveTo>
                <a:lnTo>
                  <a:pt x="3701" y="22"/>
                </a:lnTo>
                <a:lnTo>
                  <a:pt x="3338" y="65"/>
                </a:lnTo>
                <a:lnTo>
                  <a:pt x="2995" y="129"/>
                </a:lnTo>
                <a:lnTo>
                  <a:pt x="2653" y="236"/>
                </a:lnTo>
                <a:lnTo>
                  <a:pt x="2311" y="364"/>
                </a:lnTo>
                <a:lnTo>
                  <a:pt x="2011" y="535"/>
                </a:lnTo>
                <a:lnTo>
                  <a:pt x="1733" y="728"/>
                </a:lnTo>
                <a:lnTo>
                  <a:pt x="1498" y="942"/>
                </a:lnTo>
                <a:lnTo>
                  <a:pt x="1262" y="1177"/>
                </a:lnTo>
                <a:lnTo>
                  <a:pt x="1048" y="1455"/>
                </a:lnTo>
                <a:lnTo>
                  <a:pt x="856" y="1712"/>
                </a:lnTo>
                <a:lnTo>
                  <a:pt x="685" y="2012"/>
                </a:lnTo>
                <a:lnTo>
                  <a:pt x="535" y="2311"/>
                </a:lnTo>
                <a:lnTo>
                  <a:pt x="407" y="2611"/>
                </a:lnTo>
                <a:lnTo>
                  <a:pt x="300" y="2889"/>
                </a:lnTo>
                <a:lnTo>
                  <a:pt x="214" y="3210"/>
                </a:lnTo>
                <a:lnTo>
                  <a:pt x="128" y="3531"/>
                </a:lnTo>
                <a:lnTo>
                  <a:pt x="64" y="3852"/>
                </a:lnTo>
                <a:lnTo>
                  <a:pt x="21" y="4173"/>
                </a:lnTo>
                <a:lnTo>
                  <a:pt x="0" y="4515"/>
                </a:lnTo>
                <a:lnTo>
                  <a:pt x="21" y="4836"/>
                </a:lnTo>
                <a:lnTo>
                  <a:pt x="64" y="5135"/>
                </a:lnTo>
                <a:lnTo>
                  <a:pt x="128" y="5478"/>
                </a:lnTo>
                <a:lnTo>
                  <a:pt x="235" y="5799"/>
                </a:lnTo>
                <a:lnTo>
                  <a:pt x="364" y="6098"/>
                </a:lnTo>
                <a:lnTo>
                  <a:pt x="514" y="6376"/>
                </a:lnTo>
                <a:lnTo>
                  <a:pt x="706" y="6654"/>
                </a:lnTo>
                <a:lnTo>
                  <a:pt x="899" y="6911"/>
                </a:lnTo>
                <a:lnTo>
                  <a:pt x="1134" y="7147"/>
                </a:lnTo>
                <a:lnTo>
                  <a:pt x="1391" y="7382"/>
                </a:lnTo>
                <a:lnTo>
                  <a:pt x="1648" y="7574"/>
                </a:lnTo>
                <a:lnTo>
                  <a:pt x="1904" y="7767"/>
                </a:lnTo>
                <a:lnTo>
                  <a:pt x="2182" y="7960"/>
                </a:lnTo>
                <a:lnTo>
                  <a:pt x="2482" y="8131"/>
                </a:lnTo>
                <a:lnTo>
                  <a:pt x="2781" y="8302"/>
                </a:lnTo>
                <a:lnTo>
                  <a:pt x="3081" y="8430"/>
                </a:lnTo>
                <a:lnTo>
                  <a:pt x="3381" y="8537"/>
                </a:lnTo>
                <a:lnTo>
                  <a:pt x="3701" y="8623"/>
                </a:lnTo>
                <a:lnTo>
                  <a:pt x="4022" y="8666"/>
                </a:lnTo>
                <a:lnTo>
                  <a:pt x="4343" y="8687"/>
                </a:lnTo>
                <a:lnTo>
                  <a:pt x="4964" y="8687"/>
                </a:lnTo>
                <a:lnTo>
                  <a:pt x="5328" y="8666"/>
                </a:lnTo>
                <a:lnTo>
                  <a:pt x="5627" y="8601"/>
                </a:lnTo>
                <a:lnTo>
                  <a:pt x="5927" y="8495"/>
                </a:lnTo>
                <a:lnTo>
                  <a:pt x="6248" y="8345"/>
                </a:lnTo>
                <a:lnTo>
                  <a:pt x="6569" y="8195"/>
                </a:lnTo>
                <a:lnTo>
                  <a:pt x="6718" y="8109"/>
                </a:lnTo>
                <a:lnTo>
                  <a:pt x="6868" y="8002"/>
                </a:lnTo>
                <a:lnTo>
                  <a:pt x="7018" y="7874"/>
                </a:lnTo>
                <a:lnTo>
                  <a:pt x="7146" y="7724"/>
                </a:lnTo>
                <a:lnTo>
                  <a:pt x="7424" y="7425"/>
                </a:lnTo>
                <a:lnTo>
                  <a:pt x="7702" y="7147"/>
                </a:lnTo>
                <a:lnTo>
                  <a:pt x="7981" y="6847"/>
                </a:lnTo>
                <a:lnTo>
                  <a:pt x="8216" y="6547"/>
                </a:lnTo>
                <a:lnTo>
                  <a:pt x="8323" y="6376"/>
                </a:lnTo>
                <a:lnTo>
                  <a:pt x="8430" y="6205"/>
                </a:lnTo>
                <a:lnTo>
                  <a:pt x="8580" y="5841"/>
                </a:lnTo>
                <a:lnTo>
                  <a:pt x="8729" y="5478"/>
                </a:lnTo>
                <a:lnTo>
                  <a:pt x="8815" y="5093"/>
                </a:lnTo>
                <a:lnTo>
                  <a:pt x="8879" y="4707"/>
                </a:lnTo>
                <a:lnTo>
                  <a:pt x="8922" y="4301"/>
                </a:lnTo>
                <a:lnTo>
                  <a:pt x="8901" y="3916"/>
                </a:lnTo>
                <a:lnTo>
                  <a:pt x="8836" y="3531"/>
                </a:lnTo>
                <a:lnTo>
                  <a:pt x="8794" y="3338"/>
                </a:lnTo>
                <a:lnTo>
                  <a:pt x="8729" y="3146"/>
                </a:lnTo>
                <a:lnTo>
                  <a:pt x="8623" y="2825"/>
                </a:lnTo>
                <a:lnTo>
                  <a:pt x="8494" y="2504"/>
                </a:lnTo>
                <a:lnTo>
                  <a:pt x="8344" y="2204"/>
                </a:lnTo>
                <a:lnTo>
                  <a:pt x="8195" y="1926"/>
                </a:lnTo>
                <a:lnTo>
                  <a:pt x="7981" y="1626"/>
                </a:lnTo>
                <a:lnTo>
                  <a:pt x="7745" y="1391"/>
                </a:lnTo>
                <a:lnTo>
                  <a:pt x="7467" y="1156"/>
                </a:lnTo>
                <a:lnTo>
                  <a:pt x="7210" y="920"/>
                </a:lnTo>
                <a:lnTo>
                  <a:pt x="6954" y="728"/>
                </a:lnTo>
                <a:lnTo>
                  <a:pt x="6697" y="557"/>
                </a:lnTo>
                <a:lnTo>
                  <a:pt x="6419" y="386"/>
                </a:lnTo>
                <a:lnTo>
                  <a:pt x="6141" y="236"/>
                </a:lnTo>
                <a:lnTo>
                  <a:pt x="5969" y="172"/>
                </a:lnTo>
                <a:lnTo>
                  <a:pt x="5820" y="129"/>
                </a:lnTo>
                <a:lnTo>
                  <a:pt x="5477" y="65"/>
                </a:lnTo>
                <a:lnTo>
                  <a:pt x="5135" y="43"/>
                </a:lnTo>
                <a:lnTo>
                  <a:pt x="4771" y="22"/>
                </a:lnTo>
                <a:lnTo>
                  <a:pt x="4429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0"/>
          <p:cNvSpPr/>
          <p:nvPr/>
        </p:nvSpPr>
        <p:spPr>
          <a:xfrm>
            <a:off x="4601832" y="2124932"/>
            <a:ext cx="182743" cy="240577"/>
          </a:xfrm>
          <a:custGeom>
            <a:rect b="b" l="l" r="r" t="t"/>
            <a:pathLst>
              <a:path extrusionOk="0" h="8902" w="6762">
                <a:moveTo>
                  <a:pt x="1305" y="1092"/>
                </a:moveTo>
                <a:lnTo>
                  <a:pt x="1348" y="1135"/>
                </a:lnTo>
                <a:lnTo>
                  <a:pt x="1477" y="1263"/>
                </a:lnTo>
                <a:lnTo>
                  <a:pt x="1562" y="1434"/>
                </a:lnTo>
                <a:lnTo>
                  <a:pt x="1584" y="1499"/>
                </a:lnTo>
                <a:lnTo>
                  <a:pt x="1562" y="1541"/>
                </a:lnTo>
                <a:lnTo>
                  <a:pt x="1541" y="1541"/>
                </a:lnTo>
                <a:lnTo>
                  <a:pt x="1477" y="1520"/>
                </a:lnTo>
                <a:lnTo>
                  <a:pt x="1348" y="1370"/>
                </a:lnTo>
                <a:lnTo>
                  <a:pt x="1284" y="1306"/>
                </a:lnTo>
                <a:lnTo>
                  <a:pt x="1241" y="1220"/>
                </a:lnTo>
                <a:lnTo>
                  <a:pt x="1241" y="1156"/>
                </a:lnTo>
                <a:lnTo>
                  <a:pt x="1241" y="1113"/>
                </a:lnTo>
                <a:lnTo>
                  <a:pt x="1263" y="1092"/>
                </a:lnTo>
                <a:close/>
                <a:moveTo>
                  <a:pt x="792" y="1734"/>
                </a:moveTo>
                <a:lnTo>
                  <a:pt x="856" y="1755"/>
                </a:lnTo>
                <a:lnTo>
                  <a:pt x="878" y="1798"/>
                </a:lnTo>
                <a:lnTo>
                  <a:pt x="899" y="1841"/>
                </a:lnTo>
                <a:lnTo>
                  <a:pt x="878" y="1862"/>
                </a:lnTo>
                <a:lnTo>
                  <a:pt x="856" y="1905"/>
                </a:lnTo>
                <a:lnTo>
                  <a:pt x="813" y="1905"/>
                </a:lnTo>
                <a:lnTo>
                  <a:pt x="749" y="1926"/>
                </a:lnTo>
                <a:lnTo>
                  <a:pt x="706" y="1905"/>
                </a:lnTo>
                <a:lnTo>
                  <a:pt x="685" y="1884"/>
                </a:lnTo>
                <a:lnTo>
                  <a:pt x="685" y="1841"/>
                </a:lnTo>
                <a:lnTo>
                  <a:pt x="728" y="1777"/>
                </a:lnTo>
                <a:lnTo>
                  <a:pt x="749" y="1755"/>
                </a:lnTo>
                <a:lnTo>
                  <a:pt x="792" y="1734"/>
                </a:lnTo>
                <a:close/>
                <a:moveTo>
                  <a:pt x="2910" y="1670"/>
                </a:moveTo>
                <a:lnTo>
                  <a:pt x="2846" y="1712"/>
                </a:lnTo>
                <a:lnTo>
                  <a:pt x="2760" y="1755"/>
                </a:lnTo>
                <a:lnTo>
                  <a:pt x="2718" y="1819"/>
                </a:lnTo>
                <a:lnTo>
                  <a:pt x="2675" y="1884"/>
                </a:lnTo>
                <a:lnTo>
                  <a:pt x="2675" y="1926"/>
                </a:lnTo>
                <a:lnTo>
                  <a:pt x="2696" y="1969"/>
                </a:lnTo>
                <a:lnTo>
                  <a:pt x="2932" y="1969"/>
                </a:lnTo>
                <a:lnTo>
                  <a:pt x="3081" y="1991"/>
                </a:lnTo>
                <a:lnTo>
                  <a:pt x="3231" y="2033"/>
                </a:lnTo>
                <a:lnTo>
                  <a:pt x="3317" y="2033"/>
                </a:lnTo>
                <a:lnTo>
                  <a:pt x="3381" y="2012"/>
                </a:lnTo>
                <a:lnTo>
                  <a:pt x="3702" y="1969"/>
                </a:lnTo>
                <a:lnTo>
                  <a:pt x="4023" y="1948"/>
                </a:lnTo>
                <a:lnTo>
                  <a:pt x="4237" y="1948"/>
                </a:lnTo>
                <a:lnTo>
                  <a:pt x="4451" y="1926"/>
                </a:lnTo>
                <a:lnTo>
                  <a:pt x="4879" y="1905"/>
                </a:lnTo>
                <a:lnTo>
                  <a:pt x="5135" y="1905"/>
                </a:lnTo>
                <a:lnTo>
                  <a:pt x="5199" y="1884"/>
                </a:lnTo>
                <a:lnTo>
                  <a:pt x="5242" y="1862"/>
                </a:lnTo>
                <a:lnTo>
                  <a:pt x="5242" y="1819"/>
                </a:lnTo>
                <a:lnTo>
                  <a:pt x="5199" y="1755"/>
                </a:lnTo>
                <a:lnTo>
                  <a:pt x="5135" y="1712"/>
                </a:lnTo>
                <a:lnTo>
                  <a:pt x="5050" y="1691"/>
                </a:lnTo>
                <a:lnTo>
                  <a:pt x="4836" y="1691"/>
                </a:lnTo>
                <a:lnTo>
                  <a:pt x="4451" y="1734"/>
                </a:lnTo>
                <a:lnTo>
                  <a:pt x="4237" y="1755"/>
                </a:lnTo>
                <a:lnTo>
                  <a:pt x="4044" y="1755"/>
                </a:lnTo>
                <a:lnTo>
                  <a:pt x="3616" y="1734"/>
                </a:lnTo>
                <a:lnTo>
                  <a:pt x="3531" y="1755"/>
                </a:lnTo>
                <a:lnTo>
                  <a:pt x="3424" y="1777"/>
                </a:lnTo>
                <a:lnTo>
                  <a:pt x="3317" y="1798"/>
                </a:lnTo>
                <a:lnTo>
                  <a:pt x="3231" y="1798"/>
                </a:lnTo>
                <a:lnTo>
                  <a:pt x="3167" y="1777"/>
                </a:lnTo>
                <a:lnTo>
                  <a:pt x="3103" y="1734"/>
                </a:lnTo>
                <a:lnTo>
                  <a:pt x="3060" y="1691"/>
                </a:lnTo>
                <a:lnTo>
                  <a:pt x="2996" y="1670"/>
                </a:lnTo>
                <a:close/>
                <a:moveTo>
                  <a:pt x="4707" y="2654"/>
                </a:moveTo>
                <a:lnTo>
                  <a:pt x="4451" y="2675"/>
                </a:lnTo>
                <a:lnTo>
                  <a:pt x="4279" y="2697"/>
                </a:lnTo>
                <a:lnTo>
                  <a:pt x="3809" y="2739"/>
                </a:lnTo>
                <a:lnTo>
                  <a:pt x="3573" y="2761"/>
                </a:lnTo>
                <a:lnTo>
                  <a:pt x="3359" y="2761"/>
                </a:lnTo>
                <a:lnTo>
                  <a:pt x="3124" y="2739"/>
                </a:lnTo>
                <a:lnTo>
                  <a:pt x="2910" y="2697"/>
                </a:lnTo>
                <a:lnTo>
                  <a:pt x="2803" y="2675"/>
                </a:lnTo>
                <a:lnTo>
                  <a:pt x="2696" y="2697"/>
                </a:lnTo>
                <a:lnTo>
                  <a:pt x="2482" y="2718"/>
                </a:lnTo>
                <a:lnTo>
                  <a:pt x="2397" y="2697"/>
                </a:lnTo>
                <a:lnTo>
                  <a:pt x="2290" y="2675"/>
                </a:lnTo>
                <a:lnTo>
                  <a:pt x="2097" y="2675"/>
                </a:lnTo>
                <a:lnTo>
                  <a:pt x="2033" y="2718"/>
                </a:lnTo>
                <a:lnTo>
                  <a:pt x="1990" y="2761"/>
                </a:lnTo>
                <a:lnTo>
                  <a:pt x="1969" y="2825"/>
                </a:lnTo>
                <a:lnTo>
                  <a:pt x="1990" y="2846"/>
                </a:lnTo>
                <a:lnTo>
                  <a:pt x="2012" y="2868"/>
                </a:lnTo>
                <a:lnTo>
                  <a:pt x="2140" y="2889"/>
                </a:lnTo>
                <a:lnTo>
                  <a:pt x="2247" y="2911"/>
                </a:lnTo>
                <a:lnTo>
                  <a:pt x="2504" y="2932"/>
                </a:lnTo>
                <a:lnTo>
                  <a:pt x="2974" y="2932"/>
                </a:lnTo>
                <a:lnTo>
                  <a:pt x="3210" y="2953"/>
                </a:lnTo>
                <a:lnTo>
                  <a:pt x="3424" y="2953"/>
                </a:lnTo>
                <a:lnTo>
                  <a:pt x="3873" y="2932"/>
                </a:lnTo>
                <a:lnTo>
                  <a:pt x="4322" y="2889"/>
                </a:lnTo>
                <a:lnTo>
                  <a:pt x="5028" y="2889"/>
                </a:lnTo>
                <a:lnTo>
                  <a:pt x="5093" y="2868"/>
                </a:lnTo>
                <a:lnTo>
                  <a:pt x="5135" y="2846"/>
                </a:lnTo>
                <a:lnTo>
                  <a:pt x="5135" y="2804"/>
                </a:lnTo>
                <a:lnTo>
                  <a:pt x="5114" y="2739"/>
                </a:lnTo>
                <a:lnTo>
                  <a:pt x="5050" y="2697"/>
                </a:lnTo>
                <a:lnTo>
                  <a:pt x="4943" y="2675"/>
                </a:lnTo>
                <a:lnTo>
                  <a:pt x="4707" y="2654"/>
                </a:lnTo>
                <a:close/>
                <a:moveTo>
                  <a:pt x="3295" y="3424"/>
                </a:moveTo>
                <a:lnTo>
                  <a:pt x="3060" y="3467"/>
                </a:lnTo>
                <a:lnTo>
                  <a:pt x="2825" y="3531"/>
                </a:lnTo>
                <a:lnTo>
                  <a:pt x="2568" y="3574"/>
                </a:lnTo>
                <a:lnTo>
                  <a:pt x="2461" y="3595"/>
                </a:lnTo>
                <a:lnTo>
                  <a:pt x="2332" y="3574"/>
                </a:lnTo>
                <a:lnTo>
                  <a:pt x="2119" y="3531"/>
                </a:lnTo>
                <a:lnTo>
                  <a:pt x="1905" y="3531"/>
                </a:lnTo>
                <a:lnTo>
                  <a:pt x="1840" y="3553"/>
                </a:lnTo>
                <a:lnTo>
                  <a:pt x="1776" y="3595"/>
                </a:lnTo>
                <a:lnTo>
                  <a:pt x="1755" y="3617"/>
                </a:lnTo>
                <a:lnTo>
                  <a:pt x="1755" y="3638"/>
                </a:lnTo>
                <a:lnTo>
                  <a:pt x="1776" y="3681"/>
                </a:lnTo>
                <a:lnTo>
                  <a:pt x="1819" y="3702"/>
                </a:lnTo>
                <a:lnTo>
                  <a:pt x="1926" y="3766"/>
                </a:lnTo>
                <a:lnTo>
                  <a:pt x="2033" y="3788"/>
                </a:lnTo>
                <a:lnTo>
                  <a:pt x="2140" y="3831"/>
                </a:lnTo>
                <a:lnTo>
                  <a:pt x="2482" y="3831"/>
                </a:lnTo>
                <a:lnTo>
                  <a:pt x="2718" y="3788"/>
                </a:lnTo>
                <a:lnTo>
                  <a:pt x="3167" y="3681"/>
                </a:lnTo>
                <a:lnTo>
                  <a:pt x="3402" y="3659"/>
                </a:lnTo>
                <a:lnTo>
                  <a:pt x="3638" y="3638"/>
                </a:lnTo>
                <a:lnTo>
                  <a:pt x="3894" y="3659"/>
                </a:lnTo>
                <a:lnTo>
                  <a:pt x="4001" y="3681"/>
                </a:lnTo>
                <a:lnTo>
                  <a:pt x="4130" y="3681"/>
                </a:lnTo>
                <a:lnTo>
                  <a:pt x="4365" y="3638"/>
                </a:lnTo>
                <a:lnTo>
                  <a:pt x="4472" y="3638"/>
                </a:lnTo>
                <a:lnTo>
                  <a:pt x="4579" y="3659"/>
                </a:lnTo>
                <a:lnTo>
                  <a:pt x="4814" y="3745"/>
                </a:lnTo>
                <a:lnTo>
                  <a:pt x="4986" y="3745"/>
                </a:lnTo>
                <a:lnTo>
                  <a:pt x="5050" y="3702"/>
                </a:lnTo>
                <a:lnTo>
                  <a:pt x="5093" y="3659"/>
                </a:lnTo>
                <a:lnTo>
                  <a:pt x="5114" y="3595"/>
                </a:lnTo>
                <a:lnTo>
                  <a:pt x="5114" y="3553"/>
                </a:lnTo>
                <a:lnTo>
                  <a:pt x="5071" y="3488"/>
                </a:lnTo>
                <a:lnTo>
                  <a:pt x="4986" y="3467"/>
                </a:lnTo>
                <a:lnTo>
                  <a:pt x="4729" y="3467"/>
                </a:lnTo>
                <a:lnTo>
                  <a:pt x="4515" y="3424"/>
                </a:lnTo>
                <a:lnTo>
                  <a:pt x="4301" y="3424"/>
                </a:lnTo>
                <a:lnTo>
                  <a:pt x="4044" y="3446"/>
                </a:lnTo>
                <a:lnTo>
                  <a:pt x="3809" y="3424"/>
                </a:lnTo>
                <a:close/>
                <a:moveTo>
                  <a:pt x="2632" y="4237"/>
                </a:moveTo>
                <a:lnTo>
                  <a:pt x="2397" y="4259"/>
                </a:lnTo>
                <a:lnTo>
                  <a:pt x="1947" y="4366"/>
                </a:lnTo>
                <a:lnTo>
                  <a:pt x="1776" y="4430"/>
                </a:lnTo>
                <a:lnTo>
                  <a:pt x="1648" y="4515"/>
                </a:lnTo>
                <a:lnTo>
                  <a:pt x="1626" y="4558"/>
                </a:lnTo>
                <a:lnTo>
                  <a:pt x="1626" y="4580"/>
                </a:lnTo>
                <a:lnTo>
                  <a:pt x="1712" y="4601"/>
                </a:lnTo>
                <a:lnTo>
                  <a:pt x="1840" y="4601"/>
                </a:lnTo>
                <a:lnTo>
                  <a:pt x="2119" y="4580"/>
                </a:lnTo>
                <a:lnTo>
                  <a:pt x="2375" y="4537"/>
                </a:lnTo>
                <a:lnTo>
                  <a:pt x="2653" y="4494"/>
                </a:lnTo>
                <a:lnTo>
                  <a:pt x="2932" y="4494"/>
                </a:lnTo>
                <a:lnTo>
                  <a:pt x="3188" y="4537"/>
                </a:lnTo>
                <a:lnTo>
                  <a:pt x="3295" y="4558"/>
                </a:lnTo>
                <a:lnTo>
                  <a:pt x="3424" y="4558"/>
                </a:lnTo>
                <a:lnTo>
                  <a:pt x="3680" y="4494"/>
                </a:lnTo>
                <a:lnTo>
                  <a:pt x="3809" y="4473"/>
                </a:lnTo>
                <a:lnTo>
                  <a:pt x="3937" y="4515"/>
                </a:lnTo>
                <a:lnTo>
                  <a:pt x="4108" y="4558"/>
                </a:lnTo>
                <a:lnTo>
                  <a:pt x="4536" y="4558"/>
                </a:lnTo>
                <a:lnTo>
                  <a:pt x="4729" y="4537"/>
                </a:lnTo>
                <a:lnTo>
                  <a:pt x="4814" y="4515"/>
                </a:lnTo>
                <a:lnTo>
                  <a:pt x="4921" y="4494"/>
                </a:lnTo>
                <a:lnTo>
                  <a:pt x="4964" y="4473"/>
                </a:lnTo>
                <a:lnTo>
                  <a:pt x="5007" y="4451"/>
                </a:lnTo>
                <a:lnTo>
                  <a:pt x="5007" y="4408"/>
                </a:lnTo>
                <a:lnTo>
                  <a:pt x="5007" y="4366"/>
                </a:lnTo>
                <a:lnTo>
                  <a:pt x="4986" y="4323"/>
                </a:lnTo>
                <a:lnTo>
                  <a:pt x="4943" y="4301"/>
                </a:lnTo>
                <a:lnTo>
                  <a:pt x="4836" y="4280"/>
                </a:lnTo>
                <a:lnTo>
                  <a:pt x="4386" y="4280"/>
                </a:lnTo>
                <a:lnTo>
                  <a:pt x="4151" y="4259"/>
                </a:lnTo>
                <a:lnTo>
                  <a:pt x="3937" y="4237"/>
                </a:lnTo>
                <a:lnTo>
                  <a:pt x="3702" y="4237"/>
                </a:lnTo>
                <a:lnTo>
                  <a:pt x="3488" y="4280"/>
                </a:lnTo>
                <a:lnTo>
                  <a:pt x="3402" y="4323"/>
                </a:lnTo>
                <a:lnTo>
                  <a:pt x="3188" y="4323"/>
                </a:lnTo>
                <a:lnTo>
                  <a:pt x="3081" y="4301"/>
                </a:lnTo>
                <a:lnTo>
                  <a:pt x="2867" y="4237"/>
                </a:lnTo>
                <a:close/>
                <a:moveTo>
                  <a:pt x="2268" y="5050"/>
                </a:moveTo>
                <a:lnTo>
                  <a:pt x="2140" y="5072"/>
                </a:lnTo>
                <a:lnTo>
                  <a:pt x="2033" y="5114"/>
                </a:lnTo>
                <a:lnTo>
                  <a:pt x="1926" y="5157"/>
                </a:lnTo>
                <a:lnTo>
                  <a:pt x="1819" y="5200"/>
                </a:lnTo>
                <a:lnTo>
                  <a:pt x="1584" y="5200"/>
                </a:lnTo>
                <a:lnTo>
                  <a:pt x="1562" y="5221"/>
                </a:lnTo>
                <a:lnTo>
                  <a:pt x="1562" y="5243"/>
                </a:lnTo>
                <a:lnTo>
                  <a:pt x="1584" y="5264"/>
                </a:lnTo>
                <a:lnTo>
                  <a:pt x="1605" y="5307"/>
                </a:lnTo>
                <a:lnTo>
                  <a:pt x="1691" y="5328"/>
                </a:lnTo>
                <a:lnTo>
                  <a:pt x="1798" y="5328"/>
                </a:lnTo>
                <a:lnTo>
                  <a:pt x="1926" y="5307"/>
                </a:lnTo>
                <a:lnTo>
                  <a:pt x="2161" y="5243"/>
                </a:lnTo>
                <a:lnTo>
                  <a:pt x="2268" y="5221"/>
                </a:lnTo>
                <a:lnTo>
                  <a:pt x="2332" y="5221"/>
                </a:lnTo>
                <a:lnTo>
                  <a:pt x="2546" y="5264"/>
                </a:lnTo>
                <a:lnTo>
                  <a:pt x="2653" y="5286"/>
                </a:lnTo>
                <a:lnTo>
                  <a:pt x="2760" y="5286"/>
                </a:lnTo>
                <a:lnTo>
                  <a:pt x="2974" y="5243"/>
                </a:lnTo>
                <a:lnTo>
                  <a:pt x="3124" y="5200"/>
                </a:lnTo>
                <a:lnTo>
                  <a:pt x="3188" y="5179"/>
                </a:lnTo>
                <a:lnTo>
                  <a:pt x="3146" y="5136"/>
                </a:lnTo>
                <a:lnTo>
                  <a:pt x="3081" y="5093"/>
                </a:lnTo>
                <a:lnTo>
                  <a:pt x="2910" y="5093"/>
                </a:lnTo>
                <a:lnTo>
                  <a:pt x="2782" y="5114"/>
                </a:lnTo>
                <a:lnTo>
                  <a:pt x="2653" y="5136"/>
                </a:lnTo>
                <a:lnTo>
                  <a:pt x="2568" y="5114"/>
                </a:lnTo>
                <a:lnTo>
                  <a:pt x="2461" y="5093"/>
                </a:lnTo>
                <a:lnTo>
                  <a:pt x="2375" y="5072"/>
                </a:lnTo>
                <a:lnTo>
                  <a:pt x="2268" y="5050"/>
                </a:lnTo>
                <a:close/>
                <a:moveTo>
                  <a:pt x="4515" y="6034"/>
                </a:moveTo>
                <a:lnTo>
                  <a:pt x="4558" y="6120"/>
                </a:lnTo>
                <a:lnTo>
                  <a:pt x="4579" y="6270"/>
                </a:lnTo>
                <a:lnTo>
                  <a:pt x="4579" y="6313"/>
                </a:lnTo>
                <a:lnTo>
                  <a:pt x="4558" y="6377"/>
                </a:lnTo>
                <a:lnTo>
                  <a:pt x="4536" y="6398"/>
                </a:lnTo>
                <a:lnTo>
                  <a:pt x="4451" y="6398"/>
                </a:lnTo>
                <a:lnTo>
                  <a:pt x="4429" y="6377"/>
                </a:lnTo>
                <a:lnTo>
                  <a:pt x="4408" y="6334"/>
                </a:lnTo>
                <a:lnTo>
                  <a:pt x="4451" y="6206"/>
                </a:lnTo>
                <a:lnTo>
                  <a:pt x="4493" y="6077"/>
                </a:lnTo>
                <a:lnTo>
                  <a:pt x="4515" y="6034"/>
                </a:lnTo>
                <a:close/>
                <a:moveTo>
                  <a:pt x="5627" y="5478"/>
                </a:moveTo>
                <a:lnTo>
                  <a:pt x="5585" y="5500"/>
                </a:lnTo>
                <a:lnTo>
                  <a:pt x="5520" y="5542"/>
                </a:lnTo>
                <a:lnTo>
                  <a:pt x="5478" y="5606"/>
                </a:lnTo>
                <a:lnTo>
                  <a:pt x="5478" y="5692"/>
                </a:lnTo>
                <a:lnTo>
                  <a:pt x="5478" y="5756"/>
                </a:lnTo>
                <a:lnTo>
                  <a:pt x="5478" y="5842"/>
                </a:lnTo>
                <a:lnTo>
                  <a:pt x="5499" y="5992"/>
                </a:lnTo>
                <a:lnTo>
                  <a:pt x="5499" y="6077"/>
                </a:lnTo>
                <a:lnTo>
                  <a:pt x="5478" y="6141"/>
                </a:lnTo>
                <a:lnTo>
                  <a:pt x="5435" y="6184"/>
                </a:lnTo>
                <a:lnTo>
                  <a:pt x="5392" y="6227"/>
                </a:lnTo>
                <a:lnTo>
                  <a:pt x="5306" y="6291"/>
                </a:lnTo>
                <a:lnTo>
                  <a:pt x="5264" y="6313"/>
                </a:lnTo>
                <a:lnTo>
                  <a:pt x="5242" y="6355"/>
                </a:lnTo>
                <a:lnTo>
                  <a:pt x="5242" y="6420"/>
                </a:lnTo>
                <a:lnTo>
                  <a:pt x="5264" y="6484"/>
                </a:lnTo>
                <a:lnTo>
                  <a:pt x="5306" y="6527"/>
                </a:lnTo>
                <a:lnTo>
                  <a:pt x="5371" y="6548"/>
                </a:lnTo>
                <a:lnTo>
                  <a:pt x="5435" y="6569"/>
                </a:lnTo>
                <a:lnTo>
                  <a:pt x="5499" y="6591"/>
                </a:lnTo>
                <a:lnTo>
                  <a:pt x="5542" y="6655"/>
                </a:lnTo>
                <a:lnTo>
                  <a:pt x="5563" y="6698"/>
                </a:lnTo>
                <a:lnTo>
                  <a:pt x="5563" y="6762"/>
                </a:lnTo>
                <a:lnTo>
                  <a:pt x="5606" y="6826"/>
                </a:lnTo>
                <a:lnTo>
                  <a:pt x="5649" y="6869"/>
                </a:lnTo>
                <a:lnTo>
                  <a:pt x="5692" y="6890"/>
                </a:lnTo>
                <a:lnTo>
                  <a:pt x="5734" y="6912"/>
                </a:lnTo>
                <a:lnTo>
                  <a:pt x="5820" y="6912"/>
                </a:lnTo>
                <a:lnTo>
                  <a:pt x="5863" y="6869"/>
                </a:lnTo>
                <a:lnTo>
                  <a:pt x="5906" y="6826"/>
                </a:lnTo>
                <a:lnTo>
                  <a:pt x="5927" y="6783"/>
                </a:lnTo>
                <a:lnTo>
                  <a:pt x="5948" y="6698"/>
                </a:lnTo>
                <a:lnTo>
                  <a:pt x="5927" y="6633"/>
                </a:lnTo>
                <a:lnTo>
                  <a:pt x="5927" y="6548"/>
                </a:lnTo>
                <a:lnTo>
                  <a:pt x="5927" y="6462"/>
                </a:lnTo>
                <a:lnTo>
                  <a:pt x="5970" y="6441"/>
                </a:lnTo>
                <a:lnTo>
                  <a:pt x="5991" y="6398"/>
                </a:lnTo>
                <a:lnTo>
                  <a:pt x="6077" y="6355"/>
                </a:lnTo>
                <a:lnTo>
                  <a:pt x="6141" y="6248"/>
                </a:lnTo>
                <a:lnTo>
                  <a:pt x="6162" y="6206"/>
                </a:lnTo>
                <a:lnTo>
                  <a:pt x="6162" y="6141"/>
                </a:lnTo>
                <a:lnTo>
                  <a:pt x="6141" y="6099"/>
                </a:lnTo>
                <a:lnTo>
                  <a:pt x="6120" y="6056"/>
                </a:lnTo>
                <a:lnTo>
                  <a:pt x="6055" y="6034"/>
                </a:lnTo>
                <a:lnTo>
                  <a:pt x="5991" y="6013"/>
                </a:lnTo>
                <a:lnTo>
                  <a:pt x="5884" y="5970"/>
                </a:lnTo>
                <a:lnTo>
                  <a:pt x="5863" y="5949"/>
                </a:lnTo>
                <a:lnTo>
                  <a:pt x="5841" y="5927"/>
                </a:lnTo>
                <a:lnTo>
                  <a:pt x="5820" y="5713"/>
                </a:lnTo>
                <a:lnTo>
                  <a:pt x="5777" y="5585"/>
                </a:lnTo>
                <a:lnTo>
                  <a:pt x="5713" y="5500"/>
                </a:lnTo>
                <a:lnTo>
                  <a:pt x="5670" y="5478"/>
                </a:lnTo>
                <a:close/>
                <a:moveTo>
                  <a:pt x="4408" y="5307"/>
                </a:moveTo>
                <a:lnTo>
                  <a:pt x="4344" y="5328"/>
                </a:lnTo>
                <a:lnTo>
                  <a:pt x="4301" y="5371"/>
                </a:lnTo>
                <a:lnTo>
                  <a:pt x="4258" y="5435"/>
                </a:lnTo>
                <a:lnTo>
                  <a:pt x="4194" y="5564"/>
                </a:lnTo>
                <a:lnTo>
                  <a:pt x="4151" y="5735"/>
                </a:lnTo>
                <a:lnTo>
                  <a:pt x="4108" y="6120"/>
                </a:lnTo>
                <a:lnTo>
                  <a:pt x="4087" y="6270"/>
                </a:lnTo>
                <a:lnTo>
                  <a:pt x="4066" y="6398"/>
                </a:lnTo>
                <a:lnTo>
                  <a:pt x="4023" y="6462"/>
                </a:lnTo>
                <a:lnTo>
                  <a:pt x="3980" y="6527"/>
                </a:lnTo>
                <a:lnTo>
                  <a:pt x="3894" y="6591"/>
                </a:lnTo>
                <a:lnTo>
                  <a:pt x="3787" y="6633"/>
                </a:lnTo>
                <a:lnTo>
                  <a:pt x="3723" y="6676"/>
                </a:lnTo>
                <a:lnTo>
                  <a:pt x="3680" y="6740"/>
                </a:lnTo>
                <a:lnTo>
                  <a:pt x="3659" y="6783"/>
                </a:lnTo>
                <a:lnTo>
                  <a:pt x="3638" y="6826"/>
                </a:lnTo>
                <a:lnTo>
                  <a:pt x="3638" y="6869"/>
                </a:lnTo>
                <a:lnTo>
                  <a:pt x="3659" y="6890"/>
                </a:lnTo>
                <a:lnTo>
                  <a:pt x="3723" y="6933"/>
                </a:lnTo>
                <a:lnTo>
                  <a:pt x="3787" y="6976"/>
                </a:lnTo>
                <a:lnTo>
                  <a:pt x="3852" y="7061"/>
                </a:lnTo>
                <a:lnTo>
                  <a:pt x="3873" y="7126"/>
                </a:lnTo>
                <a:lnTo>
                  <a:pt x="3873" y="7190"/>
                </a:lnTo>
                <a:lnTo>
                  <a:pt x="3830" y="7318"/>
                </a:lnTo>
                <a:lnTo>
                  <a:pt x="3809" y="7425"/>
                </a:lnTo>
                <a:lnTo>
                  <a:pt x="3787" y="7554"/>
                </a:lnTo>
                <a:lnTo>
                  <a:pt x="3787" y="7618"/>
                </a:lnTo>
                <a:lnTo>
                  <a:pt x="3787" y="7682"/>
                </a:lnTo>
                <a:lnTo>
                  <a:pt x="3830" y="7725"/>
                </a:lnTo>
                <a:lnTo>
                  <a:pt x="3873" y="7746"/>
                </a:lnTo>
                <a:lnTo>
                  <a:pt x="3980" y="7746"/>
                </a:lnTo>
                <a:lnTo>
                  <a:pt x="4087" y="7682"/>
                </a:lnTo>
                <a:lnTo>
                  <a:pt x="4172" y="7596"/>
                </a:lnTo>
                <a:lnTo>
                  <a:pt x="4237" y="7532"/>
                </a:lnTo>
                <a:lnTo>
                  <a:pt x="4279" y="7468"/>
                </a:lnTo>
                <a:lnTo>
                  <a:pt x="4279" y="7382"/>
                </a:lnTo>
                <a:lnTo>
                  <a:pt x="4301" y="7233"/>
                </a:lnTo>
                <a:lnTo>
                  <a:pt x="4301" y="7061"/>
                </a:lnTo>
                <a:lnTo>
                  <a:pt x="4322" y="6976"/>
                </a:lnTo>
                <a:lnTo>
                  <a:pt x="4365" y="6912"/>
                </a:lnTo>
                <a:lnTo>
                  <a:pt x="4451" y="6826"/>
                </a:lnTo>
                <a:lnTo>
                  <a:pt x="4558" y="6762"/>
                </a:lnTo>
                <a:lnTo>
                  <a:pt x="4600" y="6740"/>
                </a:lnTo>
                <a:lnTo>
                  <a:pt x="4665" y="6740"/>
                </a:lnTo>
                <a:lnTo>
                  <a:pt x="4707" y="6762"/>
                </a:lnTo>
                <a:lnTo>
                  <a:pt x="4772" y="6805"/>
                </a:lnTo>
                <a:lnTo>
                  <a:pt x="4793" y="6847"/>
                </a:lnTo>
                <a:lnTo>
                  <a:pt x="4836" y="6912"/>
                </a:lnTo>
                <a:lnTo>
                  <a:pt x="4857" y="7083"/>
                </a:lnTo>
                <a:lnTo>
                  <a:pt x="4900" y="7233"/>
                </a:lnTo>
                <a:lnTo>
                  <a:pt x="4943" y="7382"/>
                </a:lnTo>
                <a:lnTo>
                  <a:pt x="5007" y="7489"/>
                </a:lnTo>
                <a:lnTo>
                  <a:pt x="5028" y="7511"/>
                </a:lnTo>
                <a:lnTo>
                  <a:pt x="5071" y="7532"/>
                </a:lnTo>
                <a:lnTo>
                  <a:pt x="5135" y="7532"/>
                </a:lnTo>
                <a:lnTo>
                  <a:pt x="5264" y="7447"/>
                </a:lnTo>
                <a:lnTo>
                  <a:pt x="5328" y="7361"/>
                </a:lnTo>
                <a:lnTo>
                  <a:pt x="5371" y="7275"/>
                </a:lnTo>
                <a:lnTo>
                  <a:pt x="5371" y="7168"/>
                </a:lnTo>
                <a:lnTo>
                  <a:pt x="5328" y="7040"/>
                </a:lnTo>
                <a:lnTo>
                  <a:pt x="5285" y="6912"/>
                </a:lnTo>
                <a:lnTo>
                  <a:pt x="5242" y="6783"/>
                </a:lnTo>
                <a:lnTo>
                  <a:pt x="5178" y="6676"/>
                </a:lnTo>
                <a:lnTo>
                  <a:pt x="5135" y="6548"/>
                </a:lnTo>
                <a:lnTo>
                  <a:pt x="5135" y="6398"/>
                </a:lnTo>
                <a:lnTo>
                  <a:pt x="5114" y="6334"/>
                </a:lnTo>
                <a:lnTo>
                  <a:pt x="5093" y="6248"/>
                </a:lnTo>
                <a:lnTo>
                  <a:pt x="5050" y="6206"/>
                </a:lnTo>
                <a:lnTo>
                  <a:pt x="4986" y="6141"/>
                </a:lnTo>
                <a:lnTo>
                  <a:pt x="4943" y="6034"/>
                </a:lnTo>
                <a:lnTo>
                  <a:pt x="4900" y="5927"/>
                </a:lnTo>
                <a:lnTo>
                  <a:pt x="4793" y="5649"/>
                </a:lnTo>
                <a:lnTo>
                  <a:pt x="4750" y="5521"/>
                </a:lnTo>
                <a:lnTo>
                  <a:pt x="4665" y="5414"/>
                </a:lnTo>
                <a:lnTo>
                  <a:pt x="4579" y="5328"/>
                </a:lnTo>
                <a:lnTo>
                  <a:pt x="4536" y="5307"/>
                </a:lnTo>
                <a:close/>
                <a:moveTo>
                  <a:pt x="2632" y="429"/>
                </a:moveTo>
                <a:lnTo>
                  <a:pt x="2889" y="450"/>
                </a:lnTo>
                <a:lnTo>
                  <a:pt x="3124" y="472"/>
                </a:lnTo>
                <a:lnTo>
                  <a:pt x="3702" y="472"/>
                </a:lnTo>
                <a:lnTo>
                  <a:pt x="4258" y="514"/>
                </a:lnTo>
                <a:lnTo>
                  <a:pt x="4793" y="536"/>
                </a:lnTo>
                <a:lnTo>
                  <a:pt x="5306" y="557"/>
                </a:lnTo>
                <a:lnTo>
                  <a:pt x="5820" y="600"/>
                </a:lnTo>
                <a:lnTo>
                  <a:pt x="5970" y="600"/>
                </a:lnTo>
                <a:lnTo>
                  <a:pt x="6077" y="621"/>
                </a:lnTo>
                <a:lnTo>
                  <a:pt x="6098" y="621"/>
                </a:lnTo>
                <a:lnTo>
                  <a:pt x="6141" y="664"/>
                </a:lnTo>
                <a:lnTo>
                  <a:pt x="6162" y="707"/>
                </a:lnTo>
                <a:lnTo>
                  <a:pt x="6184" y="771"/>
                </a:lnTo>
                <a:lnTo>
                  <a:pt x="6205" y="1006"/>
                </a:lnTo>
                <a:lnTo>
                  <a:pt x="6226" y="1263"/>
                </a:lnTo>
                <a:lnTo>
                  <a:pt x="6205" y="1777"/>
                </a:lnTo>
                <a:lnTo>
                  <a:pt x="6226" y="2354"/>
                </a:lnTo>
                <a:lnTo>
                  <a:pt x="6248" y="2932"/>
                </a:lnTo>
                <a:lnTo>
                  <a:pt x="6248" y="5542"/>
                </a:lnTo>
                <a:lnTo>
                  <a:pt x="6269" y="6869"/>
                </a:lnTo>
                <a:lnTo>
                  <a:pt x="6291" y="7511"/>
                </a:lnTo>
                <a:lnTo>
                  <a:pt x="6269" y="7832"/>
                </a:lnTo>
                <a:lnTo>
                  <a:pt x="6248" y="7981"/>
                </a:lnTo>
                <a:lnTo>
                  <a:pt x="6205" y="8153"/>
                </a:lnTo>
                <a:lnTo>
                  <a:pt x="6184" y="8174"/>
                </a:lnTo>
                <a:lnTo>
                  <a:pt x="6141" y="8195"/>
                </a:lnTo>
                <a:lnTo>
                  <a:pt x="6055" y="8238"/>
                </a:lnTo>
                <a:lnTo>
                  <a:pt x="5906" y="8260"/>
                </a:lnTo>
                <a:lnTo>
                  <a:pt x="5413" y="8260"/>
                </a:lnTo>
                <a:lnTo>
                  <a:pt x="5199" y="8238"/>
                </a:lnTo>
                <a:lnTo>
                  <a:pt x="4857" y="8217"/>
                </a:lnTo>
                <a:lnTo>
                  <a:pt x="4515" y="8217"/>
                </a:lnTo>
                <a:lnTo>
                  <a:pt x="3830" y="8260"/>
                </a:lnTo>
                <a:lnTo>
                  <a:pt x="3167" y="8281"/>
                </a:lnTo>
                <a:lnTo>
                  <a:pt x="2504" y="8302"/>
                </a:lnTo>
                <a:lnTo>
                  <a:pt x="2268" y="8324"/>
                </a:lnTo>
                <a:lnTo>
                  <a:pt x="2119" y="8324"/>
                </a:lnTo>
                <a:lnTo>
                  <a:pt x="2076" y="8302"/>
                </a:lnTo>
                <a:lnTo>
                  <a:pt x="2033" y="8281"/>
                </a:lnTo>
                <a:lnTo>
                  <a:pt x="2012" y="8217"/>
                </a:lnTo>
                <a:lnTo>
                  <a:pt x="2012" y="8153"/>
                </a:lnTo>
                <a:lnTo>
                  <a:pt x="1990" y="8110"/>
                </a:lnTo>
                <a:lnTo>
                  <a:pt x="1969" y="8088"/>
                </a:lnTo>
                <a:lnTo>
                  <a:pt x="1883" y="8088"/>
                </a:lnTo>
                <a:lnTo>
                  <a:pt x="1798" y="8153"/>
                </a:lnTo>
                <a:lnTo>
                  <a:pt x="1626" y="8302"/>
                </a:lnTo>
                <a:lnTo>
                  <a:pt x="1541" y="8367"/>
                </a:lnTo>
                <a:lnTo>
                  <a:pt x="1455" y="8388"/>
                </a:lnTo>
                <a:lnTo>
                  <a:pt x="1412" y="8388"/>
                </a:lnTo>
                <a:lnTo>
                  <a:pt x="1391" y="8367"/>
                </a:lnTo>
                <a:lnTo>
                  <a:pt x="1348" y="8345"/>
                </a:lnTo>
                <a:lnTo>
                  <a:pt x="1327" y="8281"/>
                </a:lnTo>
                <a:lnTo>
                  <a:pt x="1327" y="8217"/>
                </a:lnTo>
                <a:lnTo>
                  <a:pt x="1348" y="8131"/>
                </a:lnTo>
                <a:lnTo>
                  <a:pt x="1348" y="8110"/>
                </a:lnTo>
                <a:lnTo>
                  <a:pt x="1348" y="8067"/>
                </a:lnTo>
                <a:lnTo>
                  <a:pt x="1327" y="8067"/>
                </a:lnTo>
                <a:lnTo>
                  <a:pt x="1263" y="8046"/>
                </a:lnTo>
                <a:lnTo>
                  <a:pt x="1220" y="8067"/>
                </a:lnTo>
                <a:lnTo>
                  <a:pt x="1177" y="8110"/>
                </a:lnTo>
                <a:lnTo>
                  <a:pt x="1092" y="8217"/>
                </a:lnTo>
                <a:lnTo>
                  <a:pt x="1006" y="8324"/>
                </a:lnTo>
                <a:lnTo>
                  <a:pt x="963" y="8367"/>
                </a:lnTo>
                <a:lnTo>
                  <a:pt x="920" y="8409"/>
                </a:lnTo>
                <a:lnTo>
                  <a:pt x="856" y="8431"/>
                </a:lnTo>
                <a:lnTo>
                  <a:pt x="792" y="8431"/>
                </a:lnTo>
                <a:lnTo>
                  <a:pt x="771" y="8409"/>
                </a:lnTo>
                <a:lnTo>
                  <a:pt x="771" y="8367"/>
                </a:lnTo>
                <a:lnTo>
                  <a:pt x="792" y="8281"/>
                </a:lnTo>
                <a:lnTo>
                  <a:pt x="856" y="8153"/>
                </a:lnTo>
                <a:lnTo>
                  <a:pt x="1049" y="7917"/>
                </a:lnTo>
                <a:lnTo>
                  <a:pt x="1156" y="7767"/>
                </a:lnTo>
                <a:lnTo>
                  <a:pt x="1156" y="7682"/>
                </a:lnTo>
                <a:lnTo>
                  <a:pt x="1134" y="7639"/>
                </a:lnTo>
                <a:lnTo>
                  <a:pt x="1070" y="7618"/>
                </a:lnTo>
                <a:lnTo>
                  <a:pt x="942" y="7618"/>
                </a:lnTo>
                <a:lnTo>
                  <a:pt x="856" y="7660"/>
                </a:lnTo>
                <a:lnTo>
                  <a:pt x="792" y="7703"/>
                </a:lnTo>
                <a:lnTo>
                  <a:pt x="749" y="7746"/>
                </a:lnTo>
                <a:lnTo>
                  <a:pt x="835" y="7575"/>
                </a:lnTo>
                <a:lnTo>
                  <a:pt x="878" y="7468"/>
                </a:lnTo>
                <a:lnTo>
                  <a:pt x="899" y="7404"/>
                </a:lnTo>
                <a:lnTo>
                  <a:pt x="899" y="7297"/>
                </a:lnTo>
                <a:lnTo>
                  <a:pt x="856" y="7275"/>
                </a:lnTo>
                <a:lnTo>
                  <a:pt x="835" y="7254"/>
                </a:lnTo>
                <a:lnTo>
                  <a:pt x="792" y="7297"/>
                </a:lnTo>
                <a:lnTo>
                  <a:pt x="685" y="7382"/>
                </a:lnTo>
                <a:lnTo>
                  <a:pt x="578" y="7468"/>
                </a:lnTo>
                <a:lnTo>
                  <a:pt x="557" y="7361"/>
                </a:lnTo>
                <a:lnTo>
                  <a:pt x="578" y="7254"/>
                </a:lnTo>
                <a:lnTo>
                  <a:pt x="621" y="7147"/>
                </a:lnTo>
                <a:lnTo>
                  <a:pt x="685" y="7040"/>
                </a:lnTo>
                <a:lnTo>
                  <a:pt x="835" y="6826"/>
                </a:lnTo>
                <a:lnTo>
                  <a:pt x="899" y="6719"/>
                </a:lnTo>
                <a:lnTo>
                  <a:pt x="942" y="6633"/>
                </a:lnTo>
                <a:lnTo>
                  <a:pt x="963" y="6484"/>
                </a:lnTo>
                <a:lnTo>
                  <a:pt x="942" y="6441"/>
                </a:lnTo>
                <a:lnTo>
                  <a:pt x="920" y="6420"/>
                </a:lnTo>
                <a:lnTo>
                  <a:pt x="899" y="6441"/>
                </a:lnTo>
                <a:lnTo>
                  <a:pt x="835" y="6462"/>
                </a:lnTo>
                <a:lnTo>
                  <a:pt x="706" y="6591"/>
                </a:lnTo>
                <a:lnTo>
                  <a:pt x="599" y="6655"/>
                </a:lnTo>
                <a:lnTo>
                  <a:pt x="599" y="6633"/>
                </a:lnTo>
                <a:lnTo>
                  <a:pt x="578" y="6591"/>
                </a:lnTo>
                <a:lnTo>
                  <a:pt x="557" y="6377"/>
                </a:lnTo>
                <a:lnTo>
                  <a:pt x="535" y="5713"/>
                </a:lnTo>
                <a:lnTo>
                  <a:pt x="578" y="4601"/>
                </a:lnTo>
                <a:lnTo>
                  <a:pt x="599" y="3446"/>
                </a:lnTo>
                <a:lnTo>
                  <a:pt x="599" y="2889"/>
                </a:lnTo>
                <a:lnTo>
                  <a:pt x="578" y="2632"/>
                </a:lnTo>
                <a:lnTo>
                  <a:pt x="557" y="2504"/>
                </a:lnTo>
                <a:lnTo>
                  <a:pt x="578" y="2397"/>
                </a:lnTo>
                <a:lnTo>
                  <a:pt x="599" y="2333"/>
                </a:lnTo>
                <a:lnTo>
                  <a:pt x="642" y="2290"/>
                </a:lnTo>
                <a:lnTo>
                  <a:pt x="728" y="2269"/>
                </a:lnTo>
                <a:lnTo>
                  <a:pt x="792" y="2269"/>
                </a:lnTo>
                <a:lnTo>
                  <a:pt x="1134" y="2247"/>
                </a:lnTo>
                <a:lnTo>
                  <a:pt x="1370" y="2226"/>
                </a:lnTo>
                <a:lnTo>
                  <a:pt x="1648" y="2226"/>
                </a:lnTo>
                <a:lnTo>
                  <a:pt x="1776" y="2205"/>
                </a:lnTo>
                <a:lnTo>
                  <a:pt x="1905" y="2162"/>
                </a:lnTo>
                <a:lnTo>
                  <a:pt x="2012" y="2119"/>
                </a:lnTo>
                <a:lnTo>
                  <a:pt x="2076" y="2033"/>
                </a:lnTo>
                <a:lnTo>
                  <a:pt x="2119" y="1948"/>
                </a:lnTo>
                <a:lnTo>
                  <a:pt x="2140" y="1819"/>
                </a:lnTo>
                <a:lnTo>
                  <a:pt x="2119" y="1691"/>
                </a:lnTo>
                <a:lnTo>
                  <a:pt x="2119" y="1563"/>
                </a:lnTo>
                <a:lnTo>
                  <a:pt x="2054" y="1285"/>
                </a:lnTo>
                <a:lnTo>
                  <a:pt x="2012" y="1071"/>
                </a:lnTo>
                <a:lnTo>
                  <a:pt x="1947" y="857"/>
                </a:lnTo>
                <a:lnTo>
                  <a:pt x="1926" y="750"/>
                </a:lnTo>
                <a:lnTo>
                  <a:pt x="1905" y="664"/>
                </a:lnTo>
                <a:lnTo>
                  <a:pt x="1926" y="600"/>
                </a:lnTo>
                <a:lnTo>
                  <a:pt x="1947" y="536"/>
                </a:lnTo>
                <a:lnTo>
                  <a:pt x="2033" y="472"/>
                </a:lnTo>
                <a:lnTo>
                  <a:pt x="2140" y="450"/>
                </a:lnTo>
                <a:lnTo>
                  <a:pt x="2397" y="429"/>
                </a:lnTo>
                <a:close/>
                <a:moveTo>
                  <a:pt x="6120" y="1"/>
                </a:moveTo>
                <a:lnTo>
                  <a:pt x="5863" y="44"/>
                </a:lnTo>
                <a:lnTo>
                  <a:pt x="5627" y="86"/>
                </a:lnTo>
                <a:lnTo>
                  <a:pt x="5413" y="108"/>
                </a:lnTo>
                <a:lnTo>
                  <a:pt x="5221" y="129"/>
                </a:lnTo>
                <a:lnTo>
                  <a:pt x="4814" y="129"/>
                </a:lnTo>
                <a:lnTo>
                  <a:pt x="4408" y="86"/>
                </a:lnTo>
                <a:lnTo>
                  <a:pt x="2589" y="86"/>
                </a:lnTo>
                <a:lnTo>
                  <a:pt x="2225" y="65"/>
                </a:lnTo>
                <a:lnTo>
                  <a:pt x="1691" y="65"/>
                </a:lnTo>
                <a:lnTo>
                  <a:pt x="1541" y="108"/>
                </a:lnTo>
                <a:lnTo>
                  <a:pt x="1391" y="193"/>
                </a:lnTo>
                <a:lnTo>
                  <a:pt x="1348" y="258"/>
                </a:lnTo>
                <a:lnTo>
                  <a:pt x="1284" y="322"/>
                </a:lnTo>
                <a:lnTo>
                  <a:pt x="878" y="857"/>
                </a:lnTo>
                <a:lnTo>
                  <a:pt x="664" y="1135"/>
                </a:lnTo>
                <a:lnTo>
                  <a:pt x="492" y="1413"/>
                </a:lnTo>
                <a:lnTo>
                  <a:pt x="343" y="1670"/>
                </a:lnTo>
                <a:lnTo>
                  <a:pt x="171" y="1926"/>
                </a:lnTo>
                <a:lnTo>
                  <a:pt x="65" y="2076"/>
                </a:lnTo>
                <a:lnTo>
                  <a:pt x="43" y="2162"/>
                </a:lnTo>
                <a:lnTo>
                  <a:pt x="22" y="2247"/>
                </a:lnTo>
                <a:lnTo>
                  <a:pt x="0" y="2376"/>
                </a:lnTo>
                <a:lnTo>
                  <a:pt x="0" y="2504"/>
                </a:lnTo>
                <a:lnTo>
                  <a:pt x="22" y="2739"/>
                </a:lnTo>
                <a:lnTo>
                  <a:pt x="43" y="3403"/>
                </a:lnTo>
                <a:lnTo>
                  <a:pt x="65" y="3724"/>
                </a:lnTo>
                <a:lnTo>
                  <a:pt x="65" y="4066"/>
                </a:lnTo>
                <a:lnTo>
                  <a:pt x="22" y="4900"/>
                </a:lnTo>
                <a:lnTo>
                  <a:pt x="22" y="5735"/>
                </a:lnTo>
                <a:lnTo>
                  <a:pt x="22" y="7254"/>
                </a:lnTo>
                <a:lnTo>
                  <a:pt x="22" y="7939"/>
                </a:lnTo>
                <a:lnTo>
                  <a:pt x="22" y="8367"/>
                </a:lnTo>
                <a:lnTo>
                  <a:pt x="0" y="8559"/>
                </a:lnTo>
                <a:lnTo>
                  <a:pt x="0" y="8666"/>
                </a:lnTo>
                <a:lnTo>
                  <a:pt x="0" y="8730"/>
                </a:lnTo>
                <a:lnTo>
                  <a:pt x="22" y="8794"/>
                </a:lnTo>
                <a:lnTo>
                  <a:pt x="65" y="8837"/>
                </a:lnTo>
                <a:lnTo>
                  <a:pt x="107" y="8859"/>
                </a:lnTo>
                <a:lnTo>
                  <a:pt x="171" y="8880"/>
                </a:lnTo>
                <a:lnTo>
                  <a:pt x="321" y="8901"/>
                </a:lnTo>
                <a:lnTo>
                  <a:pt x="471" y="8901"/>
                </a:lnTo>
                <a:lnTo>
                  <a:pt x="792" y="8837"/>
                </a:lnTo>
                <a:lnTo>
                  <a:pt x="1027" y="8794"/>
                </a:lnTo>
                <a:lnTo>
                  <a:pt x="1434" y="8773"/>
                </a:lnTo>
                <a:lnTo>
                  <a:pt x="1840" y="8773"/>
                </a:lnTo>
                <a:lnTo>
                  <a:pt x="2653" y="8794"/>
                </a:lnTo>
                <a:lnTo>
                  <a:pt x="3081" y="8773"/>
                </a:lnTo>
                <a:lnTo>
                  <a:pt x="3509" y="8752"/>
                </a:lnTo>
                <a:lnTo>
                  <a:pt x="3937" y="8709"/>
                </a:lnTo>
                <a:lnTo>
                  <a:pt x="4344" y="8687"/>
                </a:lnTo>
                <a:lnTo>
                  <a:pt x="4750" y="8687"/>
                </a:lnTo>
                <a:lnTo>
                  <a:pt x="5178" y="8709"/>
                </a:lnTo>
                <a:lnTo>
                  <a:pt x="5991" y="8773"/>
                </a:lnTo>
                <a:lnTo>
                  <a:pt x="6162" y="8794"/>
                </a:lnTo>
                <a:lnTo>
                  <a:pt x="6398" y="8794"/>
                </a:lnTo>
                <a:lnTo>
                  <a:pt x="6483" y="8773"/>
                </a:lnTo>
                <a:lnTo>
                  <a:pt x="6547" y="8730"/>
                </a:lnTo>
                <a:lnTo>
                  <a:pt x="6612" y="8666"/>
                </a:lnTo>
                <a:lnTo>
                  <a:pt x="6654" y="8581"/>
                </a:lnTo>
                <a:lnTo>
                  <a:pt x="6697" y="8495"/>
                </a:lnTo>
                <a:lnTo>
                  <a:pt x="6740" y="8260"/>
                </a:lnTo>
                <a:lnTo>
                  <a:pt x="6761" y="8046"/>
                </a:lnTo>
                <a:lnTo>
                  <a:pt x="6740" y="7832"/>
                </a:lnTo>
                <a:lnTo>
                  <a:pt x="6740" y="6013"/>
                </a:lnTo>
                <a:lnTo>
                  <a:pt x="6719" y="5264"/>
                </a:lnTo>
                <a:lnTo>
                  <a:pt x="6676" y="4494"/>
                </a:lnTo>
                <a:lnTo>
                  <a:pt x="6654" y="4109"/>
                </a:lnTo>
                <a:lnTo>
                  <a:pt x="6654" y="3702"/>
                </a:lnTo>
                <a:lnTo>
                  <a:pt x="6676" y="2932"/>
                </a:lnTo>
                <a:lnTo>
                  <a:pt x="6697" y="2183"/>
                </a:lnTo>
                <a:lnTo>
                  <a:pt x="6697" y="1456"/>
                </a:lnTo>
                <a:lnTo>
                  <a:pt x="6676" y="792"/>
                </a:lnTo>
                <a:lnTo>
                  <a:pt x="6697" y="472"/>
                </a:lnTo>
                <a:lnTo>
                  <a:pt x="6654" y="300"/>
                </a:lnTo>
                <a:lnTo>
                  <a:pt x="6633" y="236"/>
                </a:lnTo>
                <a:lnTo>
                  <a:pt x="6590" y="172"/>
                </a:lnTo>
                <a:lnTo>
                  <a:pt x="6483" y="65"/>
                </a:lnTo>
                <a:lnTo>
                  <a:pt x="6376" y="22"/>
                </a:lnTo>
                <a:lnTo>
                  <a:pt x="6248" y="1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0"/>
          <p:cNvSpPr/>
          <p:nvPr/>
        </p:nvSpPr>
        <p:spPr>
          <a:xfrm>
            <a:off x="4998987" y="2167563"/>
            <a:ext cx="209903" cy="231902"/>
          </a:xfrm>
          <a:custGeom>
            <a:rect b="b" l="l" r="r" t="t"/>
            <a:pathLst>
              <a:path extrusionOk="0" h="8581" w="7767">
                <a:moveTo>
                  <a:pt x="6569" y="5071"/>
                </a:moveTo>
                <a:lnTo>
                  <a:pt x="6569" y="5071"/>
                </a:lnTo>
                <a:lnTo>
                  <a:pt x="6376" y="5007"/>
                </a:lnTo>
                <a:lnTo>
                  <a:pt x="6162" y="4943"/>
                </a:lnTo>
                <a:lnTo>
                  <a:pt x="5927" y="4922"/>
                </a:lnTo>
                <a:lnTo>
                  <a:pt x="5692" y="4922"/>
                </a:lnTo>
                <a:lnTo>
                  <a:pt x="5242" y="4964"/>
                </a:lnTo>
                <a:lnTo>
                  <a:pt x="4793" y="4986"/>
                </a:lnTo>
                <a:lnTo>
                  <a:pt x="4793" y="4986"/>
                </a:lnTo>
                <a:lnTo>
                  <a:pt x="4215" y="4986"/>
                </a:lnTo>
                <a:lnTo>
                  <a:pt x="4215" y="4986"/>
                </a:lnTo>
                <a:lnTo>
                  <a:pt x="3980" y="4986"/>
                </a:lnTo>
                <a:lnTo>
                  <a:pt x="3873" y="4986"/>
                </a:lnTo>
                <a:lnTo>
                  <a:pt x="3766" y="4986"/>
                </a:lnTo>
                <a:lnTo>
                  <a:pt x="3766" y="4986"/>
                </a:lnTo>
                <a:lnTo>
                  <a:pt x="3680" y="5029"/>
                </a:lnTo>
                <a:lnTo>
                  <a:pt x="3616" y="5071"/>
                </a:lnTo>
                <a:lnTo>
                  <a:pt x="3595" y="5136"/>
                </a:lnTo>
                <a:lnTo>
                  <a:pt x="3573" y="5221"/>
                </a:lnTo>
                <a:lnTo>
                  <a:pt x="3552" y="5414"/>
                </a:lnTo>
                <a:lnTo>
                  <a:pt x="3552" y="5606"/>
                </a:lnTo>
                <a:lnTo>
                  <a:pt x="3552" y="5606"/>
                </a:lnTo>
                <a:lnTo>
                  <a:pt x="3552" y="5735"/>
                </a:lnTo>
                <a:lnTo>
                  <a:pt x="3531" y="5820"/>
                </a:lnTo>
                <a:lnTo>
                  <a:pt x="3466" y="5863"/>
                </a:lnTo>
                <a:lnTo>
                  <a:pt x="3338" y="5906"/>
                </a:lnTo>
                <a:lnTo>
                  <a:pt x="3338" y="5906"/>
                </a:lnTo>
                <a:lnTo>
                  <a:pt x="3103" y="5927"/>
                </a:lnTo>
                <a:lnTo>
                  <a:pt x="2846" y="5949"/>
                </a:lnTo>
                <a:lnTo>
                  <a:pt x="2846" y="5949"/>
                </a:lnTo>
                <a:lnTo>
                  <a:pt x="2632" y="5949"/>
                </a:lnTo>
                <a:lnTo>
                  <a:pt x="2375" y="5949"/>
                </a:lnTo>
                <a:lnTo>
                  <a:pt x="2140" y="5970"/>
                </a:lnTo>
                <a:lnTo>
                  <a:pt x="2033" y="6013"/>
                </a:lnTo>
                <a:lnTo>
                  <a:pt x="1947" y="6034"/>
                </a:lnTo>
                <a:lnTo>
                  <a:pt x="1947" y="6034"/>
                </a:lnTo>
                <a:lnTo>
                  <a:pt x="1883" y="6077"/>
                </a:lnTo>
                <a:lnTo>
                  <a:pt x="1840" y="6141"/>
                </a:lnTo>
                <a:lnTo>
                  <a:pt x="1798" y="6270"/>
                </a:lnTo>
                <a:lnTo>
                  <a:pt x="1776" y="6398"/>
                </a:lnTo>
                <a:lnTo>
                  <a:pt x="1755" y="6548"/>
                </a:lnTo>
                <a:lnTo>
                  <a:pt x="1755" y="6548"/>
                </a:lnTo>
                <a:lnTo>
                  <a:pt x="1755" y="6740"/>
                </a:lnTo>
                <a:lnTo>
                  <a:pt x="1733" y="6847"/>
                </a:lnTo>
                <a:lnTo>
                  <a:pt x="1712" y="6911"/>
                </a:lnTo>
                <a:lnTo>
                  <a:pt x="1712" y="6911"/>
                </a:lnTo>
                <a:lnTo>
                  <a:pt x="1648" y="6954"/>
                </a:lnTo>
                <a:lnTo>
                  <a:pt x="1562" y="6976"/>
                </a:lnTo>
                <a:lnTo>
                  <a:pt x="1348" y="6997"/>
                </a:lnTo>
                <a:lnTo>
                  <a:pt x="963" y="6976"/>
                </a:lnTo>
                <a:lnTo>
                  <a:pt x="963" y="6976"/>
                </a:lnTo>
                <a:lnTo>
                  <a:pt x="835" y="6954"/>
                </a:lnTo>
                <a:lnTo>
                  <a:pt x="535" y="6954"/>
                </a:lnTo>
                <a:lnTo>
                  <a:pt x="214" y="6997"/>
                </a:lnTo>
                <a:lnTo>
                  <a:pt x="107" y="7040"/>
                </a:lnTo>
                <a:lnTo>
                  <a:pt x="22" y="7083"/>
                </a:lnTo>
                <a:lnTo>
                  <a:pt x="22" y="7083"/>
                </a:lnTo>
                <a:lnTo>
                  <a:pt x="0" y="7168"/>
                </a:lnTo>
                <a:lnTo>
                  <a:pt x="0" y="7275"/>
                </a:lnTo>
                <a:lnTo>
                  <a:pt x="22" y="7468"/>
                </a:lnTo>
                <a:lnTo>
                  <a:pt x="22" y="7468"/>
                </a:lnTo>
                <a:lnTo>
                  <a:pt x="43" y="8110"/>
                </a:lnTo>
                <a:lnTo>
                  <a:pt x="43" y="8110"/>
                </a:lnTo>
                <a:lnTo>
                  <a:pt x="64" y="8281"/>
                </a:lnTo>
                <a:lnTo>
                  <a:pt x="107" y="8388"/>
                </a:lnTo>
                <a:lnTo>
                  <a:pt x="150" y="8473"/>
                </a:lnTo>
                <a:lnTo>
                  <a:pt x="214" y="8538"/>
                </a:lnTo>
                <a:lnTo>
                  <a:pt x="278" y="8559"/>
                </a:lnTo>
                <a:lnTo>
                  <a:pt x="385" y="8580"/>
                </a:lnTo>
                <a:lnTo>
                  <a:pt x="664" y="8559"/>
                </a:lnTo>
                <a:lnTo>
                  <a:pt x="664" y="8559"/>
                </a:lnTo>
                <a:lnTo>
                  <a:pt x="1284" y="8538"/>
                </a:lnTo>
                <a:lnTo>
                  <a:pt x="1905" y="8516"/>
                </a:lnTo>
                <a:lnTo>
                  <a:pt x="1905" y="8516"/>
                </a:lnTo>
                <a:lnTo>
                  <a:pt x="2996" y="8452"/>
                </a:lnTo>
                <a:lnTo>
                  <a:pt x="4087" y="8431"/>
                </a:lnTo>
                <a:lnTo>
                  <a:pt x="4087" y="8431"/>
                </a:lnTo>
                <a:lnTo>
                  <a:pt x="4579" y="8409"/>
                </a:lnTo>
                <a:lnTo>
                  <a:pt x="5071" y="8388"/>
                </a:lnTo>
                <a:lnTo>
                  <a:pt x="5585" y="8345"/>
                </a:lnTo>
                <a:lnTo>
                  <a:pt x="6077" y="8324"/>
                </a:lnTo>
                <a:lnTo>
                  <a:pt x="6077" y="8324"/>
                </a:lnTo>
                <a:lnTo>
                  <a:pt x="6205" y="8324"/>
                </a:lnTo>
                <a:lnTo>
                  <a:pt x="6312" y="8302"/>
                </a:lnTo>
                <a:lnTo>
                  <a:pt x="6398" y="8259"/>
                </a:lnTo>
                <a:lnTo>
                  <a:pt x="6483" y="8217"/>
                </a:lnTo>
                <a:lnTo>
                  <a:pt x="6526" y="8152"/>
                </a:lnTo>
                <a:lnTo>
                  <a:pt x="6569" y="8067"/>
                </a:lnTo>
                <a:lnTo>
                  <a:pt x="6590" y="7938"/>
                </a:lnTo>
                <a:lnTo>
                  <a:pt x="6612" y="7810"/>
                </a:lnTo>
                <a:lnTo>
                  <a:pt x="6612" y="7810"/>
                </a:lnTo>
                <a:lnTo>
                  <a:pt x="6654" y="7339"/>
                </a:lnTo>
                <a:lnTo>
                  <a:pt x="6654" y="6869"/>
                </a:lnTo>
                <a:lnTo>
                  <a:pt x="6654" y="6869"/>
                </a:lnTo>
                <a:lnTo>
                  <a:pt x="6697" y="6312"/>
                </a:lnTo>
                <a:lnTo>
                  <a:pt x="6740" y="5777"/>
                </a:lnTo>
                <a:lnTo>
                  <a:pt x="6740" y="5777"/>
                </a:lnTo>
                <a:lnTo>
                  <a:pt x="6761" y="5542"/>
                </a:lnTo>
                <a:lnTo>
                  <a:pt x="6761" y="5307"/>
                </a:lnTo>
                <a:lnTo>
                  <a:pt x="6761" y="5307"/>
                </a:lnTo>
                <a:lnTo>
                  <a:pt x="6740" y="5200"/>
                </a:lnTo>
                <a:lnTo>
                  <a:pt x="6719" y="5157"/>
                </a:lnTo>
                <a:lnTo>
                  <a:pt x="6569" y="5071"/>
                </a:lnTo>
                <a:lnTo>
                  <a:pt x="6569" y="5071"/>
                </a:lnTo>
                <a:close/>
                <a:moveTo>
                  <a:pt x="6355" y="5863"/>
                </a:moveTo>
                <a:lnTo>
                  <a:pt x="6355" y="5863"/>
                </a:lnTo>
                <a:lnTo>
                  <a:pt x="6312" y="6355"/>
                </a:lnTo>
                <a:lnTo>
                  <a:pt x="6269" y="6826"/>
                </a:lnTo>
                <a:lnTo>
                  <a:pt x="6269" y="6826"/>
                </a:lnTo>
                <a:lnTo>
                  <a:pt x="6269" y="7018"/>
                </a:lnTo>
                <a:lnTo>
                  <a:pt x="6291" y="7275"/>
                </a:lnTo>
                <a:lnTo>
                  <a:pt x="6291" y="7511"/>
                </a:lnTo>
                <a:lnTo>
                  <a:pt x="6269" y="7618"/>
                </a:lnTo>
                <a:lnTo>
                  <a:pt x="6248" y="7703"/>
                </a:lnTo>
                <a:lnTo>
                  <a:pt x="6248" y="7703"/>
                </a:lnTo>
                <a:lnTo>
                  <a:pt x="6205" y="7724"/>
                </a:lnTo>
                <a:lnTo>
                  <a:pt x="6162" y="7746"/>
                </a:lnTo>
                <a:lnTo>
                  <a:pt x="5970" y="7789"/>
                </a:lnTo>
                <a:lnTo>
                  <a:pt x="5734" y="7831"/>
                </a:lnTo>
                <a:lnTo>
                  <a:pt x="5456" y="7853"/>
                </a:lnTo>
                <a:lnTo>
                  <a:pt x="4985" y="7874"/>
                </a:lnTo>
                <a:lnTo>
                  <a:pt x="4750" y="7896"/>
                </a:lnTo>
                <a:lnTo>
                  <a:pt x="4750" y="7896"/>
                </a:lnTo>
                <a:lnTo>
                  <a:pt x="4493" y="7917"/>
                </a:lnTo>
                <a:lnTo>
                  <a:pt x="4344" y="7896"/>
                </a:lnTo>
                <a:lnTo>
                  <a:pt x="4279" y="7896"/>
                </a:lnTo>
                <a:lnTo>
                  <a:pt x="4237" y="7853"/>
                </a:lnTo>
                <a:lnTo>
                  <a:pt x="4237" y="7853"/>
                </a:lnTo>
                <a:lnTo>
                  <a:pt x="4301" y="7724"/>
                </a:lnTo>
                <a:lnTo>
                  <a:pt x="4322" y="7575"/>
                </a:lnTo>
                <a:lnTo>
                  <a:pt x="4322" y="7532"/>
                </a:lnTo>
                <a:lnTo>
                  <a:pt x="4301" y="7511"/>
                </a:lnTo>
                <a:lnTo>
                  <a:pt x="4258" y="7532"/>
                </a:lnTo>
                <a:lnTo>
                  <a:pt x="4172" y="7618"/>
                </a:lnTo>
                <a:lnTo>
                  <a:pt x="4172" y="7618"/>
                </a:lnTo>
                <a:lnTo>
                  <a:pt x="4065" y="7746"/>
                </a:lnTo>
                <a:lnTo>
                  <a:pt x="3980" y="7853"/>
                </a:lnTo>
                <a:lnTo>
                  <a:pt x="3916" y="7874"/>
                </a:lnTo>
                <a:lnTo>
                  <a:pt x="3852" y="7917"/>
                </a:lnTo>
                <a:lnTo>
                  <a:pt x="3787" y="7917"/>
                </a:lnTo>
                <a:lnTo>
                  <a:pt x="3702" y="7917"/>
                </a:lnTo>
                <a:lnTo>
                  <a:pt x="3702" y="7917"/>
                </a:lnTo>
                <a:lnTo>
                  <a:pt x="3595" y="7917"/>
                </a:lnTo>
                <a:lnTo>
                  <a:pt x="3552" y="7917"/>
                </a:lnTo>
                <a:lnTo>
                  <a:pt x="3552" y="7853"/>
                </a:lnTo>
                <a:lnTo>
                  <a:pt x="3552" y="7853"/>
                </a:lnTo>
                <a:lnTo>
                  <a:pt x="3573" y="7789"/>
                </a:lnTo>
                <a:lnTo>
                  <a:pt x="3616" y="7703"/>
                </a:lnTo>
                <a:lnTo>
                  <a:pt x="3723" y="7553"/>
                </a:lnTo>
                <a:lnTo>
                  <a:pt x="3723" y="7553"/>
                </a:lnTo>
                <a:lnTo>
                  <a:pt x="3766" y="7468"/>
                </a:lnTo>
                <a:lnTo>
                  <a:pt x="3809" y="7361"/>
                </a:lnTo>
                <a:lnTo>
                  <a:pt x="3809" y="7318"/>
                </a:lnTo>
                <a:lnTo>
                  <a:pt x="3787" y="7275"/>
                </a:lnTo>
                <a:lnTo>
                  <a:pt x="3745" y="7232"/>
                </a:lnTo>
                <a:lnTo>
                  <a:pt x="3680" y="7211"/>
                </a:lnTo>
                <a:lnTo>
                  <a:pt x="3680" y="7211"/>
                </a:lnTo>
                <a:lnTo>
                  <a:pt x="3638" y="7211"/>
                </a:lnTo>
                <a:lnTo>
                  <a:pt x="3573" y="7254"/>
                </a:lnTo>
                <a:lnTo>
                  <a:pt x="3445" y="7382"/>
                </a:lnTo>
                <a:lnTo>
                  <a:pt x="3252" y="7618"/>
                </a:lnTo>
                <a:lnTo>
                  <a:pt x="3252" y="7618"/>
                </a:lnTo>
                <a:lnTo>
                  <a:pt x="3167" y="7724"/>
                </a:lnTo>
                <a:lnTo>
                  <a:pt x="3060" y="7853"/>
                </a:lnTo>
                <a:lnTo>
                  <a:pt x="3017" y="7896"/>
                </a:lnTo>
                <a:lnTo>
                  <a:pt x="2953" y="7938"/>
                </a:lnTo>
                <a:lnTo>
                  <a:pt x="2867" y="7960"/>
                </a:lnTo>
                <a:lnTo>
                  <a:pt x="2803" y="7938"/>
                </a:lnTo>
                <a:lnTo>
                  <a:pt x="2803" y="7938"/>
                </a:lnTo>
                <a:lnTo>
                  <a:pt x="2718" y="7917"/>
                </a:lnTo>
                <a:lnTo>
                  <a:pt x="2696" y="7896"/>
                </a:lnTo>
                <a:lnTo>
                  <a:pt x="2696" y="7853"/>
                </a:lnTo>
                <a:lnTo>
                  <a:pt x="2718" y="7831"/>
                </a:lnTo>
                <a:lnTo>
                  <a:pt x="2782" y="7724"/>
                </a:lnTo>
                <a:lnTo>
                  <a:pt x="2803" y="7682"/>
                </a:lnTo>
                <a:lnTo>
                  <a:pt x="2803" y="7596"/>
                </a:lnTo>
                <a:lnTo>
                  <a:pt x="2803" y="7596"/>
                </a:lnTo>
                <a:lnTo>
                  <a:pt x="2782" y="7532"/>
                </a:lnTo>
                <a:lnTo>
                  <a:pt x="2739" y="7489"/>
                </a:lnTo>
                <a:lnTo>
                  <a:pt x="2675" y="7489"/>
                </a:lnTo>
                <a:lnTo>
                  <a:pt x="2632" y="7511"/>
                </a:lnTo>
                <a:lnTo>
                  <a:pt x="2504" y="7618"/>
                </a:lnTo>
                <a:lnTo>
                  <a:pt x="2418" y="7724"/>
                </a:lnTo>
                <a:lnTo>
                  <a:pt x="2418" y="7724"/>
                </a:lnTo>
                <a:lnTo>
                  <a:pt x="2311" y="7896"/>
                </a:lnTo>
                <a:lnTo>
                  <a:pt x="2225" y="7960"/>
                </a:lnTo>
                <a:lnTo>
                  <a:pt x="2183" y="7960"/>
                </a:lnTo>
                <a:lnTo>
                  <a:pt x="2161" y="7938"/>
                </a:lnTo>
                <a:lnTo>
                  <a:pt x="2161" y="7938"/>
                </a:lnTo>
                <a:lnTo>
                  <a:pt x="2161" y="7896"/>
                </a:lnTo>
                <a:lnTo>
                  <a:pt x="2183" y="7853"/>
                </a:lnTo>
                <a:lnTo>
                  <a:pt x="2225" y="7724"/>
                </a:lnTo>
                <a:lnTo>
                  <a:pt x="2247" y="7682"/>
                </a:lnTo>
                <a:lnTo>
                  <a:pt x="2247" y="7618"/>
                </a:lnTo>
                <a:lnTo>
                  <a:pt x="2204" y="7596"/>
                </a:lnTo>
                <a:lnTo>
                  <a:pt x="2140" y="7553"/>
                </a:lnTo>
                <a:lnTo>
                  <a:pt x="2140" y="7553"/>
                </a:lnTo>
                <a:lnTo>
                  <a:pt x="2076" y="7575"/>
                </a:lnTo>
                <a:lnTo>
                  <a:pt x="2011" y="7596"/>
                </a:lnTo>
                <a:lnTo>
                  <a:pt x="1947" y="7639"/>
                </a:lnTo>
                <a:lnTo>
                  <a:pt x="1905" y="7724"/>
                </a:lnTo>
                <a:lnTo>
                  <a:pt x="1819" y="7853"/>
                </a:lnTo>
                <a:lnTo>
                  <a:pt x="1733" y="7960"/>
                </a:lnTo>
                <a:lnTo>
                  <a:pt x="1733" y="7960"/>
                </a:lnTo>
                <a:lnTo>
                  <a:pt x="1626" y="8024"/>
                </a:lnTo>
                <a:lnTo>
                  <a:pt x="1584" y="8024"/>
                </a:lnTo>
                <a:lnTo>
                  <a:pt x="1519" y="8024"/>
                </a:lnTo>
                <a:lnTo>
                  <a:pt x="1519" y="8024"/>
                </a:lnTo>
                <a:lnTo>
                  <a:pt x="1477" y="7981"/>
                </a:lnTo>
                <a:lnTo>
                  <a:pt x="1477" y="7960"/>
                </a:lnTo>
                <a:lnTo>
                  <a:pt x="1498" y="7917"/>
                </a:lnTo>
                <a:lnTo>
                  <a:pt x="1519" y="7874"/>
                </a:lnTo>
                <a:lnTo>
                  <a:pt x="1519" y="7874"/>
                </a:lnTo>
                <a:lnTo>
                  <a:pt x="1519" y="7767"/>
                </a:lnTo>
                <a:lnTo>
                  <a:pt x="1498" y="7703"/>
                </a:lnTo>
                <a:lnTo>
                  <a:pt x="1477" y="7660"/>
                </a:lnTo>
                <a:lnTo>
                  <a:pt x="1455" y="7639"/>
                </a:lnTo>
                <a:lnTo>
                  <a:pt x="1412" y="7660"/>
                </a:lnTo>
                <a:lnTo>
                  <a:pt x="1370" y="7682"/>
                </a:lnTo>
                <a:lnTo>
                  <a:pt x="1263" y="7789"/>
                </a:lnTo>
                <a:lnTo>
                  <a:pt x="1070" y="8003"/>
                </a:lnTo>
                <a:lnTo>
                  <a:pt x="963" y="8067"/>
                </a:lnTo>
                <a:lnTo>
                  <a:pt x="942" y="8067"/>
                </a:lnTo>
                <a:lnTo>
                  <a:pt x="899" y="8045"/>
                </a:lnTo>
                <a:lnTo>
                  <a:pt x="899" y="8045"/>
                </a:lnTo>
                <a:lnTo>
                  <a:pt x="899" y="8024"/>
                </a:lnTo>
                <a:lnTo>
                  <a:pt x="899" y="7960"/>
                </a:lnTo>
                <a:lnTo>
                  <a:pt x="963" y="7853"/>
                </a:lnTo>
                <a:lnTo>
                  <a:pt x="1027" y="7746"/>
                </a:lnTo>
                <a:lnTo>
                  <a:pt x="1049" y="7703"/>
                </a:lnTo>
                <a:lnTo>
                  <a:pt x="1049" y="7660"/>
                </a:lnTo>
                <a:lnTo>
                  <a:pt x="1049" y="7660"/>
                </a:lnTo>
                <a:lnTo>
                  <a:pt x="1006" y="7553"/>
                </a:lnTo>
                <a:lnTo>
                  <a:pt x="963" y="7532"/>
                </a:lnTo>
                <a:lnTo>
                  <a:pt x="899" y="7553"/>
                </a:lnTo>
                <a:lnTo>
                  <a:pt x="856" y="7596"/>
                </a:lnTo>
                <a:lnTo>
                  <a:pt x="749" y="7703"/>
                </a:lnTo>
                <a:lnTo>
                  <a:pt x="728" y="7746"/>
                </a:lnTo>
                <a:lnTo>
                  <a:pt x="706" y="7746"/>
                </a:lnTo>
                <a:lnTo>
                  <a:pt x="706" y="7746"/>
                </a:lnTo>
                <a:lnTo>
                  <a:pt x="664" y="7703"/>
                </a:lnTo>
                <a:lnTo>
                  <a:pt x="642" y="7660"/>
                </a:lnTo>
                <a:lnTo>
                  <a:pt x="664" y="7553"/>
                </a:lnTo>
                <a:lnTo>
                  <a:pt x="685" y="7468"/>
                </a:lnTo>
                <a:lnTo>
                  <a:pt x="749" y="7404"/>
                </a:lnTo>
                <a:lnTo>
                  <a:pt x="749" y="7404"/>
                </a:lnTo>
                <a:lnTo>
                  <a:pt x="899" y="7339"/>
                </a:lnTo>
                <a:lnTo>
                  <a:pt x="1070" y="7318"/>
                </a:lnTo>
                <a:lnTo>
                  <a:pt x="1412" y="7275"/>
                </a:lnTo>
                <a:lnTo>
                  <a:pt x="1412" y="7275"/>
                </a:lnTo>
                <a:lnTo>
                  <a:pt x="1562" y="7297"/>
                </a:lnTo>
                <a:lnTo>
                  <a:pt x="1733" y="7318"/>
                </a:lnTo>
                <a:lnTo>
                  <a:pt x="1883" y="7339"/>
                </a:lnTo>
                <a:lnTo>
                  <a:pt x="1969" y="7339"/>
                </a:lnTo>
                <a:lnTo>
                  <a:pt x="2033" y="7318"/>
                </a:lnTo>
                <a:lnTo>
                  <a:pt x="2033" y="7318"/>
                </a:lnTo>
                <a:lnTo>
                  <a:pt x="2140" y="7275"/>
                </a:lnTo>
                <a:lnTo>
                  <a:pt x="2204" y="7211"/>
                </a:lnTo>
                <a:lnTo>
                  <a:pt x="2247" y="7147"/>
                </a:lnTo>
                <a:lnTo>
                  <a:pt x="2290" y="7061"/>
                </a:lnTo>
                <a:lnTo>
                  <a:pt x="2290" y="6976"/>
                </a:lnTo>
                <a:lnTo>
                  <a:pt x="2290" y="6869"/>
                </a:lnTo>
                <a:lnTo>
                  <a:pt x="2268" y="6676"/>
                </a:lnTo>
                <a:lnTo>
                  <a:pt x="2268" y="6676"/>
                </a:lnTo>
                <a:lnTo>
                  <a:pt x="2247" y="6505"/>
                </a:lnTo>
                <a:lnTo>
                  <a:pt x="2247" y="6441"/>
                </a:lnTo>
                <a:lnTo>
                  <a:pt x="2268" y="6398"/>
                </a:lnTo>
                <a:lnTo>
                  <a:pt x="2290" y="6377"/>
                </a:lnTo>
                <a:lnTo>
                  <a:pt x="2332" y="6355"/>
                </a:lnTo>
                <a:lnTo>
                  <a:pt x="2504" y="6355"/>
                </a:lnTo>
                <a:lnTo>
                  <a:pt x="2504" y="6355"/>
                </a:lnTo>
                <a:lnTo>
                  <a:pt x="2910" y="6334"/>
                </a:lnTo>
                <a:lnTo>
                  <a:pt x="3338" y="6312"/>
                </a:lnTo>
                <a:lnTo>
                  <a:pt x="3338" y="6312"/>
                </a:lnTo>
                <a:lnTo>
                  <a:pt x="3488" y="6312"/>
                </a:lnTo>
                <a:lnTo>
                  <a:pt x="3638" y="6312"/>
                </a:lnTo>
                <a:lnTo>
                  <a:pt x="3787" y="6312"/>
                </a:lnTo>
                <a:lnTo>
                  <a:pt x="3873" y="6291"/>
                </a:lnTo>
                <a:lnTo>
                  <a:pt x="3916" y="6270"/>
                </a:lnTo>
                <a:lnTo>
                  <a:pt x="3916" y="6270"/>
                </a:lnTo>
                <a:lnTo>
                  <a:pt x="3980" y="6205"/>
                </a:lnTo>
                <a:lnTo>
                  <a:pt x="4023" y="6120"/>
                </a:lnTo>
                <a:lnTo>
                  <a:pt x="4065" y="6034"/>
                </a:lnTo>
                <a:lnTo>
                  <a:pt x="4065" y="5949"/>
                </a:lnTo>
                <a:lnTo>
                  <a:pt x="4087" y="5756"/>
                </a:lnTo>
                <a:lnTo>
                  <a:pt x="4087" y="5606"/>
                </a:lnTo>
                <a:lnTo>
                  <a:pt x="4087" y="5606"/>
                </a:lnTo>
                <a:lnTo>
                  <a:pt x="4108" y="5392"/>
                </a:lnTo>
                <a:lnTo>
                  <a:pt x="4130" y="5350"/>
                </a:lnTo>
                <a:lnTo>
                  <a:pt x="4151" y="5307"/>
                </a:lnTo>
                <a:lnTo>
                  <a:pt x="4194" y="5285"/>
                </a:lnTo>
                <a:lnTo>
                  <a:pt x="4258" y="5285"/>
                </a:lnTo>
                <a:lnTo>
                  <a:pt x="4472" y="5285"/>
                </a:lnTo>
                <a:lnTo>
                  <a:pt x="4472" y="5285"/>
                </a:lnTo>
                <a:lnTo>
                  <a:pt x="5413" y="5307"/>
                </a:lnTo>
                <a:lnTo>
                  <a:pt x="5413" y="5307"/>
                </a:lnTo>
                <a:lnTo>
                  <a:pt x="5820" y="5328"/>
                </a:lnTo>
                <a:lnTo>
                  <a:pt x="5820" y="5328"/>
                </a:lnTo>
                <a:lnTo>
                  <a:pt x="6077" y="5307"/>
                </a:lnTo>
                <a:lnTo>
                  <a:pt x="6205" y="5307"/>
                </a:lnTo>
                <a:lnTo>
                  <a:pt x="6312" y="5350"/>
                </a:lnTo>
                <a:lnTo>
                  <a:pt x="6312" y="5350"/>
                </a:lnTo>
                <a:lnTo>
                  <a:pt x="6376" y="5392"/>
                </a:lnTo>
                <a:lnTo>
                  <a:pt x="6398" y="5435"/>
                </a:lnTo>
                <a:lnTo>
                  <a:pt x="6419" y="5499"/>
                </a:lnTo>
                <a:lnTo>
                  <a:pt x="6419" y="5564"/>
                </a:lnTo>
                <a:lnTo>
                  <a:pt x="6376" y="5713"/>
                </a:lnTo>
                <a:lnTo>
                  <a:pt x="6355" y="5863"/>
                </a:lnTo>
                <a:lnTo>
                  <a:pt x="6355" y="5863"/>
                </a:lnTo>
                <a:close/>
                <a:moveTo>
                  <a:pt x="7660" y="642"/>
                </a:moveTo>
                <a:lnTo>
                  <a:pt x="7660" y="642"/>
                </a:lnTo>
                <a:lnTo>
                  <a:pt x="7574" y="536"/>
                </a:lnTo>
                <a:lnTo>
                  <a:pt x="7446" y="471"/>
                </a:lnTo>
                <a:lnTo>
                  <a:pt x="7318" y="450"/>
                </a:lnTo>
                <a:lnTo>
                  <a:pt x="7189" y="450"/>
                </a:lnTo>
                <a:lnTo>
                  <a:pt x="7189" y="450"/>
                </a:lnTo>
                <a:lnTo>
                  <a:pt x="7082" y="493"/>
                </a:lnTo>
                <a:lnTo>
                  <a:pt x="6954" y="536"/>
                </a:lnTo>
                <a:lnTo>
                  <a:pt x="6847" y="578"/>
                </a:lnTo>
                <a:lnTo>
                  <a:pt x="6740" y="600"/>
                </a:lnTo>
                <a:lnTo>
                  <a:pt x="6740" y="600"/>
                </a:lnTo>
                <a:lnTo>
                  <a:pt x="6676" y="578"/>
                </a:lnTo>
                <a:lnTo>
                  <a:pt x="6633" y="536"/>
                </a:lnTo>
                <a:lnTo>
                  <a:pt x="6612" y="471"/>
                </a:lnTo>
                <a:lnTo>
                  <a:pt x="6612" y="407"/>
                </a:lnTo>
                <a:lnTo>
                  <a:pt x="6612" y="236"/>
                </a:lnTo>
                <a:lnTo>
                  <a:pt x="6590" y="172"/>
                </a:lnTo>
                <a:lnTo>
                  <a:pt x="6526" y="108"/>
                </a:lnTo>
                <a:lnTo>
                  <a:pt x="6526" y="108"/>
                </a:lnTo>
                <a:lnTo>
                  <a:pt x="6440" y="43"/>
                </a:lnTo>
                <a:lnTo>
                  <a:pt x="6312" y="22"/>
                </a:lnTo>
                <a:lnTo>
                  <a:pt x="6162" y="1"/>
                </a:lnTo>
                <a:lnTo>
                  <a:pt x="6012" y="22"/>
                </a:lnTo>
                <a:lnTo>
                  <a:pt x="5713" y="65"/>
                </a:lnTo>
                <a:lnTo>
                  <a:pt x="5478" y="108"/>
                </a:lnTo>
                <a:lnTo>
                  <a:pt x="5478" y="108"/>
                </a:lnTo>
                <a:lnTo>
                  <a:pt x="5199" y="129"/>
                </a:lnTo>
                <a:lnTo>
                  <a:pt x="4900" y="150"/>
                </a:lnTo>
                <a:lnTo>
                  <a:pt x="4344" y="193"/>
                </a:lnTo>
                <a:lnTo>
                  <a:pt x="4344" y="193"/>
                </a:lnTo>
                <a:lnTo>
                  <a:pt x="4023" y="193"/>
                </a:lnTo>
                <a:lnTo>
                  <a:pt x="3873" y="215"/>
                </a:lnTo>
                <a:lnTo>
                  <a:pt x="3809" y="236"/>
                </a:lnTo>
                <a:lnTo>
                  <a:pt x="3745" y="279"/>
                </a:lnTo>
                <a:lnTo>
                  <a:pt x="3745" y="279"/>
                </a:lnTo>
                <a:lnTo>
                  <a:pt x="3723" y="322"/>
                </a:lnTo>
                <a:lnTo>
                  <a:pt x="3723" y="364"/>
                </a:lnTo>
                <a:lnTo>
                  <a:pt x="3723" y="471"/>
                </a:lnTo>
                <a:lnTo>
                  <a:pt x="3723" y="578"/>
                </a:lnTo>
                <a:lnTo>
                  <a:pt x="3702" y="621"/>
                </a:lnTo>
                <a:lnTo>
                  <a:pt x="3680" y="664"/>
                </a:lnTo>
                <a:lnTo>
                  <a:pt x="3680" y="664"/>
                </a:lnTo>
                <a:lnTo>
                  <a:pt x="3616" y="685"/>
                </a:lnTo>
                <a:lnTo>
                  <a:pt x="3488" y="664"/>
                </a:lnTo>
                <a:lnTo>
                  <a:pt x="3381" y="642"/>
                </a:lnTo>
                <a:lnTo>
                  <a:pt x="3274" y="642"/>
                </a:lnTo>
                <a:lnTo>
                  <a:pt x="3274" y="642"/>
                </a:lnTo>
                <a:lnTo>
                  <a:pt x="3188" y="685"/>
                </a:lnTo>
                <a:lnTo>
                  <a:pt x="3081" y="749"/>
                </a:lnTo>
                <a:lnTo>
                  <a:pt x="2910" y="899"/>
                </a:lnTo>
                <a:lnTo>
                  <a:pt x="2910" y="899"/>
                </a:lnTo>
                <a:lnTo>
                  <a:pt x="2825" y="985"/>
                </a:lnTo>
                <a:lnTo>
                  <a:pt x="2739" y="1092"/>
                </a:lnTo>
                <a:lnTo>
                  <a:pt x="2675" y="1177"/>
                </a:lnTo>
                <a:lnTo>
                  <a:pt x="2653" y="1284"/>
                </a:lnTo>
                <a:lnTo>
                  <a:pt x="2653" y="1370"/>
                </a:lnTo>
                <a:lnTo>
                  <a:pt x="2696" y="1456"/>
                </a:lnTo>
                <a:lnTo>
                  <a:pt x="2782" y="1563"/>
                </a:lnTo>
                <a:lnTo>
                  <a:pt x="2910" y="1648"/>
                </a:lnTo>
                <a:lnTo>
                  <a:pt x="2910" y="1648"/>
                </a:lnTo>
                <a:lnTo>
                  <a:pt x="2996" y="1712"/>
                </a:lnTo>
                <a:lnTo>
                  <a:pt x="3103" y="1734"/>
                </a:lnTo>
                <a:lnTo>
                  <a:pt x="3317" y="1798"/>
                </a:lnTo>
                <a:lnTo>
                  <a:pt x="3531" y="1883"/>
                </a:lnTo>
                <a:lnTo>
                  <a:pt x="3616" y="1948"/>
                </a:lnTo>
                <a:lnTo>
                  <a:pt x="3680" y="2012"/>
                </a:lnTo>
                <a:lnTo>
                  <a:pt x="3680" y="2012"/>
                </a:lnTo>
                <a:lnTo>
                  <a:pt x="3723" y="2076"/>
                </a:lnTo>
                <a:lnTo>
                  <a:pt x="3745" y="2140"/>
                </a:lnTo>
                <a:lnTo>
                  <a:pt x="3745" y="2183"/>
                </a:lnTo>
                <a:lnTo>
                  <a:pt x="3723" y="2226"/>
                </a:lnTo>
                <a:lnTo>
                  <a:pt x="3638" y="2311"/>
                </a:lnTo>
                <a:lnTo>
                  <a:pt x="3531" y="2376"/>
                </a:lnTo>
                <a:lnTo>
                  <a:pt x="3531" y="2376"/>
                </a:lnTo>
                <a:lnTo>
                  <a:pt x="3445" y="2397"/>
                </a:lnTo>
                <a:lnTo>
                  <a:pt x="3338" y="2418"/>
                </a:lnTo>
                <a:lnTo>
                  <a:pt x="3231" y="2418"/>
                </a:lnTo>
                <a:lnTo>
                  <a:pt x="3167" y="2461"/>
                </a:lnTo>
                <a:lnTo>
                  <a:pt x="3167" y="2461"/>
                </a:lnTo>
                <a:lnTo>
                  <a:pt x="3081" y="2547"/>
                </a:lnTo>
                <a:lnTo>
                  <a:pt x="3081" y="2611"/>
                </a:lnTo>
                <a:lnTo>
                  <a:pt x="3103" y="2675"/>
                </a:lnTo>
                <a:lnTo>
                  <a:pt x="3167" y="2718"/>
                </a:lnTo>
                <a:lnTo>
                  <a:pt x="3274" y="2761"/>
                </a:lnTo>
                <a:lnTo>
                  <a:pt x="3359" y="2761"/>
                </a:lnTo>
                <a:lnTo>
                  <a:pt x="3445" y="2782"/>
                </a:lnTo>
                <a:lnTo>
                  <a:pt x="3531" y="2761"/>
                </a:lnTo>
                <a:lnTo>
                  <a:pt x="3531" y="2761"/>
                </a:lnTo>
                <a:lnTo>
                  <a:pt x="3638" y="2718"/>
                </a:lnTo>
                <a:lnTo>
                  <a:pt x="3766" y="2632"/>
                </a:lnTo>
                <a:lnTo>
                  <a:pt x="3894" y="2547"/>
                </a:lnTo>
                <a:lnTo>
                  <a:pt x="3980" y="2525"/>
                </a:lnTo>
                <a:lnTo>
                  <a:pt x="3980" y="2525"/>
                </a:lnTo>
                <a:lnTo>
                  <a:pt x="4023" y="2525"/>
                </a:lnTo>
                <a:lnTo>
                  <a:pt x="4065" y="2568"/>
                </a:lnTo>
                <a:lnTo>
                  <a:pt x="4130" y="2654"/>
                </a:lnTo>
                <a:lnTo>
                  <a:pt x="4237" y="2825"/>
                </a:lnTo>
                <a:lnTo>
                  <a:pt x="4237" y="2825"/>
                </a:lnTo>
                <a:lnTo>
                  <a:pt x="4365" y="2975"/>
                </a:lnTo>
                <a:lnTo>
                  <a:pt x="4515" y="3103"/>
                </a:lnTo>
                <a:lnTo>
                  <a:pt x="4515" y="3103"/>
                </a:lnTo>
                <a:lnTo>
                  <a:pt x="4686" y="3210"/>
                </a:lnTo>
                <a:lnTo>
                  <a:pt x="4772" y="3274"/>
                </a:lnTo>
                <a:lnTo>
                  <a:pt x="4836" y="3338"/>
                </a:lnTo>
                <a:lnTo>
                  <a:pt x="4836" y="3338"/>
                </a:lnTo>
                <a:lnTo>
                  <a:pt x="4836" y="3403"/>
                </a:lnTo>
                <a:lnTo>
                  <a:pt x="4814" y="3488"/>
                </a:lnTo>
                <a:lnTo>
                  <a:pt x="4793" y="3574"/>
                </a:lnTo>
                <a:lnTo>
                  <a:pt x="4814" y="3659"/>
                </a:lnTo>
                <a:lnTo>
                  <a:pt x="4814" y="3659"/>
                </a:lnTo>
                <a:lnTo>
                  <a:pt x="4857" y="3723"/>
                </a:lnTo>
                <a:lnTo>
                  <a:pt x="4921" y="3788"/>
                </a:lnTo>
                <a:lnTo>
                  <a:pt x="4985" y="3852"/>
                </a:lnTo>
                <a:lnTo>
                  <a:pt x="5007" y="3895"/>
                </a:lnTo>
                <a:lnTo>
                  <a:pt x="5007" y="3937"/>
                </a:lnTo>
                <a:lnTo>
                  <a:pt x="5007" y="3937"/>
                </a:lnTo>
                <a:lnTo>
                  <a:pt x="5007" y="4023"/>
                </a:lnTo>
                <a:lnTo>
                  <a:pt x="4943" y="4109"/>
                </a:lnTo>
                <a:lnTo>
                  <a:pt x="4857" y="4173"/>
                </a:lnTo>
                <a:lnTo>
                  <a:pt x="4772" y="4237"/>
                </a:lnTo>
                <a:lnTo>
                  <a:pt x="4558" y="4323"/>
                </a:lnTo>
                <a:lnTo>
                  <a:pt x="4386" y="4365"/>
                </a:lnTo>
                <a:lnTo>
                  <a:pt x="4386" y="4365"/>
                </a:lnTo>
                <a:lnTo>
                  <a:pt x="4194" y="4451"/>
                </a:lnTo>
                <a:lnTo>
                  <a:pt x="4087" y="4515"/>
                </a:lnTo>
                <a:lnTo>
                  <a:pt x="4001" y="4579"/>
                </a:lnTo>
                <a:lnTo>
                  <a:pt x="3916" y="4644"/>
                </a:lnTo>
                <a:lnTo>
                  <a:pt x="3916" y="4686"/>
                </a:lnTo>
                <a:lnTo>
                  <a:pt x="3894" y="4708"/>
                </a:lnTo>
                <a:lnTo>
                  <a:pt x="3916" y="4750"/>
                </a:lnTo>
                <a:lnTo>
                  <a:pt x="3937" y="4772"/>
                </a:lnTo>
                <a:lnTo>
                  <a:pt x="4065" y="4836"/>
                </a:lnTo>
                <a:lnTo>
                  <a:pt x="4065" y="4836"/>
                </a:lnTo>
                <a:lnTo>
                  <a:pt x="4194" y="4857"/>
                </a:lnTo>
                <a:lnTo>
                  <a:pt x="4344" y="4879"/>
                </a:lnTo>
                <a:lnTo>
                  <a:pt x="4643" y="4857"/>
                </a:lnTo>
                <a:lnTo>
                  <a:pt x="5199" y="4836"/>
                </a:lnTo>
                <a:lnTo>
                  <a:pt x="5199" y="4836"/>
                </a:lnTo>
                <a:lnTo>
                  <a:pt x="5264" y="4815"/>
                </a:lnTo>
                <a:lnTo>
                  <a:pt x="5413" y="4815"/>
                </a:lnTo>
                <a:lnTo>
                  <a:pt x="5841" y="4857"/>
                </a:lnTo>
                <a:lnTo>
                  <a:pt x="6098" y="4857"/>
                </a:lnTo>
                <a:lnTo>
                  <a:pt x="6291" y="4836"/>
                </a:lnTo>
                <a:lnTo>
                  <a:pt x="6376" y="4793"/>
                </a:lnTo>
                <a:lnTo>
                  <a:pt x="6440" y="4772"/>
                </a:lnTo>
                <a:lnTo>
                  <a:pt x="6483" y="4729"/>
                </a:lnTo>
                <a:lnTo>
                  <a:pt x="6483" y="4665"/>
                </a:lnTo>
                <a:lnTo>
                  <a:pt x="6483" y="4665"/>
                </a:lnTo>
                <a:lnTo>
                  <a:pt x="6483" y="4601"/>
                </a:lnTo>
                <a:lnTo>
                  <a:pt x="6440" y="4558"/>
                </a:lnTo>
                <a:lnTo>
                  <a:pt x="6376" y="4515"/>
                </a:lnTo>
                <a:lnTo>
                  <a:pt x="6291" y="4494"/>
                </a:lnTo>
                <a:lnTo>
                  <a:pt x="5991" y="4430"/>
                </a:lnTo>
                <a:lnTo>
                  <a:pt x="5991" y="4430"/>
                </a:lnTo>
                <a:lnTo>
                  <a:pt x="5820" y="4365"/>
                </a:lnTo>
                <a:lnTo>
                  <a:pt x="5692" y="4301"/>
                </a:lnTo>
                <a:lnTo>
                  <a:pt x="5585" y="4216"/>
                </a:lnTo>
                <a:lnTo>
                  <a:pt x="5478" y="4109"/>
                </a:lnTo>
                <a:lnTo>
                  <a:pt x="5478" y="4109"/>
                </a:lnTo>
                <a:lnTo>
                  <a:pt x="5392" y="3959"/>
                </a:lnTo>
                <a:lnTo>
                  <a:pt x="5392" y="3916"/>
                </a:lnTo>
                <a:lnTo>
                  <a:pt x="5413" y="3873"/>
                </a:lnTo>
                <a:lnTo>
                  <a:pt x="5456" y="3809"/>
                </a:lnTo>
                <a:lnTo>
                  <a:pt x="5499" y="3745"/>
                </a:lnTo>
                <a:lnTo>
                  <a:pt x="5542" y="3659"/>
                </a:lnTo>
                <a:lnTo>
                  <a:pt x="5542" y="3659"/>
                </a:lnTo>
                <a:lnTo>
                  <a:pt x="5585" y="3531"/>
                </a:lnTo>
                <a:lnTo>
                  <a:pt x="5585" y="3445"/>
                </a:lnTo>
                <a:lnTo>
                  <a:pt x="5627" y="3360"/>
                </a:lnTo>
                <a:lnTo>
                  <a:pt x="5713" y="3274"/>
                </a:lnTo>
                <a:lnTo>
                  <a:pt x="5713" y="3274"/>
                </a:lnTo>
                <a:lnTo>
                  <a:pt x="5863" y="3167"/>
                </a:lnTo>
                <a:lnTo>
                  <a:pt x="5970" y="3039"/>
                </a:lnTo>
                <a:lnTo>
                  <a:pt x="6077" y="2910"/>
                </a:lnTo>
                <a:lnTo>
                  <a:pt x="6162" y="2761"/>
                </a:lnTo>
                <a:lnTo>
                  <a:pt x="6162" y="2761"/>
                </a:lnTo>
                <a:lnTo>
                  <a:pt x="6248" y="2611"/>
                </a:lnTo>
                <a:lnTo>
                  <a:pt x="6312" y="2440"/>
                </a:lnTo>
                <a:lnTo>
                  <a:pt x="6398" y="2269"/>
                </a:lnTo>
                <a:lnTo>
                  <a:pt x="6483" y="2119"/>
                </a:lnTo>
                <a:lnTo>
                  <a:pt x="6483" y="2119"/>
                </a:lnTo>
                <a:lnTo>
                  <a:pt x="6505" y="2247"/>
                </a:lnTo>
                <a:lnTo>
                  <a:pt x="6505" y="2376"/>
                </a:lnTo>
                <a:lnTo>
                  <a:pt x="6526" y="2504"/>
                </a:lnTo>
                <a:lnTo>
                  <a:pt x="6547" y="2568"/>
                </a:lnTo>
                <a:lnTo>
                  <a:pt x="6569" y="2611"/>
                </a:lnTo>
                <a:lnTo>
                  <a:pt x="6569" y="2611"/>
                </a:lnTo>
                <a:lnTo>
                  <a:pt x="6654" y="2696"/>
                </a:lnTo>
                <a:lnTo>
                  <a:pt x="6761" y="2761"/>
                </a:lnTo>
                <a:lnTo>
                  <a:pt x="6868" y="2803"/>
                </a:lnTo>
                <a:lnTo>
                  <a:pt x="6933" y="2803"/>
                </a:lnTo>
                <a:lnTo>
                  <a:pt x="6975" y="2782"/>
                </a:lnTo>
                <a:lnTo>
                  <a:pt x="6975" y="2782"/>
                </a:lnTo>
                <a:lnTo>
                  <a:pt x="7039" y="2739"/>
                </a:lnTo>
                <a:lnTo>
                  <a:pt x="7061" y="2696"/>
                </a:lnTo>
                <a:lnTo>
                  <a:pt x="7061" y="2654"/>
                </a:lnTo>
                <a:lnTo>
                  <a:pt x="7039" y="2611"/>
                </a:lnTo>
                <a:lnTo>
                  <a:pt x="6975" y="2525"/>
                </a:lnTo>
                <a:lnTo>
                  <a:pt x="6890" y="2461"/>
                </a:lnTo>
                <a:lnTo>
                  <a:pt x="6890" y="2461"/>
                </a:lnTo>
                <a:lnTo>
                  <a:pt x="6826" y="2376"/>
                </a:lnTo>
                <a:lnTo>
                  <a:pt x="6783" y="2290"/>
                </a:lnTo>
                <a:lnTo>
                  <a:pt x="6761" y="2204"/>
                </a:lnTo>
                <a:lnTo>
                  <a:pt x="6761" y="2097"/>
                </a:lnTo>
                <a:lnTo>
                  <a:pt x="6761" y="2097"/>
                </a:lnTo>
                <a:lnTo>
                  <a:pt x="6804" y="1948"/>
                </a:lnTo>
                <a:lnTo>
                  <a:pt x="6868" y="1841"/>
                </a:lnTo>
                <a:lnTo>
                  <a:pt x="6954" y="1776"/>
                </a:lnTo>
                <a:lnTo>
                  <a:pt x="7039" y="1734"/>
                </a:lnTo>
                <a:lnTo>
                  <a:pt x="7275" y="1648"/>
                </a:lnTo>
                <a:lnTo>
                  <a:pt x="7382" y="1605"/>
                </a:lnTo>
                <a:lnTo>
                  <a:pt x="7489" y="1520"/>
                </a:lnTo>
                <a:lnTo>
                  <a:pt x="7489" y="1520"/>
                </a:lnTo>
                <a:lnTo>
                  <a:pt x="7574" y="1434"/>
                </a:lnTo>
                <a:lnTo>
                  <a:pt x="7660" y="1349"/>
                </a:lnTo>
                <a:lnTo>
                  <a:pt x="7724" y="1242"/>
                </a:lnTo>
                <a:lnTo>
                  <a:pt x="7767" y="1113"/>
                </a:lnTo>
                <a:lnTo>
                  <a:pt x="7767" y="985"/>
                </a:lnTo>
                <a:lnTo>
                  <a:pt x="7767" y="878"/>
                </a:lnTo>
                <a:lnTo>
                  <a:pt x="7724" y="749"/>
                </a:lnTo>
                <a:lnTo>
                  <a:pt x="7660" y="642"/>
                </a:lnTo>
                <a:lnTo>
                  <a:pt x="7660" y="642"/>
                </a:lnTo>
                <a:close/>
                <a:moveTo>
                  <a:pt x="3445" y="1541"/>
                </a:moveTo>
                <a:lnTo>
                  <a:pt x="3445" y="1541"/>
                </a:lnTo>
                <a:lnTo>
                  <a:pt x="3317" y="1520"/>
                </a:lnTo>
                <a:lnTo>
                  <a:pt x="3188" y="1477"/>
                </a:lnTo>
                <a:lnTo>
                  <a:pt x="3145" y="1434"/>
                </a:lnTo>
                <a:lnTo>
                  <a:pt x="3103" y="1391"/>
                </a:lnTo>
                <a:lnTo>
                  <a:pt x="3081" y="1327"/>
                </a:lnTo>
                <a:lnTo>
                  <a:pt x="3081" y="1242"/>
                </a:lnTo>
                <a:lnTo>
                  <a:pt x="3081" y="1242"/>
                </a:lnTo>
                <a:lnTo>
                  <a:pt x="3103" y="1177"/>
                </a:lnTo>
                <a:lnTo>
                  <a:pt x="3124" y="1135"/>
                </a:lnTo>
                <a:lnTo>
                  <a:pt x="3210" y="1028"/>
                </a:lnTo>
                <a:lnTo>
                  <a:pt x="3317" y="963"/>
                </a:lnTo>
                <a:lnTo>
                  <a:pt x="3445" y="942"/>
                </a:lnTo>
                <a:lnTo>
                  <a:pt x="3445" y="942"/>
                </a:lnTo>
                <a:lnTo>
                  <a:pt x="3509" y="942"/>
                </a:lnTo>
                <a:lnTo>
                  <a:pt x="3573" y="963"/>
                </a:lnTo>
                <a:lnTo>
                  <a:pt x="3616" y="985"/>
                </a:lnTo>
                <a:lnTo>
                  <a:pt x="3638" y="1028"/>
                </a:lnTo>
                <a:lnTo>
                  <a:pt x="3659" y="1135"/>
                </a:lnTo>
                <a:lnTo>
                  <a:pt x="3659" y="1263"/>
                </a:lnTo>
                <a:lnTo>
                  <a:pt x="3659" y="1263"/>
                </a:lnTo>
                <a:lnTo>
                  <a:pt x="3680" y="1434"/>
                </a:lnTo>
                <a:lnTo>
                  <a:pt x="3659" y="1520"/>
                </a:lnTo>
                <a:lnTo>
                  <a:pt x="3638" y="1563"/>
                </a:lnTo>
                <a:lnTo>
                  <a:pt x="3595" y="1563"/>
                </a:lnTo>
                <a:lnTo>
                  <a:pt x="3445" y="1541"/>
                </a:lnTo>
                <a:lnTo>
                  <a:pt x="3445" y="1541"/>
                </a:lnTo>
                <a:close/>
                <a:moveTo>
                  <a:pt x="6291" y="771"/>
                </a:moveTo>
                <a:lnTo>
                  <a:pt x="6291" y="771"/>
                </a:lnTo>
                <a:lnTo>
                  <a:pt x="6248" y="1242"/>
                </a:lnTo>
                <a:lnTo>
                  <a:pt x="6184" y="1691"/>
                </a:lnTo>
                <a:lnTo>
                  <a:pt x="6141" y="1905"/>
                </a:lnTo>
                <a:lnTo>
                  <a:pt x="6098" y="2119"/>
                </a:lnTo>
                <a:lnTo>
                  <a:pt x="6012" y="2333"/>
                </a:lnTo>
                <a:lnTo>
                  <a:pt x="5906" y="2547"/>
                </a:lnTo>
                <a:lnTo>
                  <a:pt x="5906" y="2547"/>
                </a:lnTo>
                <a:lnTo>
                  <a:pt x="5841" y="2654"/>
                </a:lnTo>
                <a:lnTo>
                  <a:pt x="5734" y="2782"/>
                </a:lnTo>
                <a:lnTo>
                  <a:pt x="5606" y="2910"/>
                </a:lnTo>
                <a:lnTo>
                  <a:pt x="5478" y="3039"/>
                </a:lnTo>
                <a:lnTo>
                  <a:pt x="5349" y="3103"/>
                </a:lnTo>
                <a:lnTo>
                  <a:pt x="5306" y="3103"/>
                </a:lnTo>
                <a:lnTo>
                  <a:pt x="5264" y="3103"/>
                </a:lnTo>
                <a:lnTo>
                  <a:pt x="5221" y="3060"/>
                </a:lnTo>
                <a:lnTo>
                  <a:pt x="5199" y="3017"/>
                </a:lnTo>
                <a:lnTo>
                  <a:pt x="5199" y="2932"/>
                </a:lnTo>
                <a:lnTo>
                  <a:pt x="5199" y="2825"/>
                </a:lnTo>
                <a:lnTo>
                  <a:pt x="5199" y="2825"/>
                </a:lnTo>
                <a:lnTo>
                  <a:pt x="5242" y="2696"/>
                </a:lnTo>
                <a:lnTo>
                  <a:pt x="5306" y="2547"/>
                </a:lnTo>
                <a:lnTo>
                  <a:pt x="5306" y="2461"/>
                </a:lnTo>
                <a:lnTo>
                  <a:pt x="5306" y="2418"/>
                </a:lnTo>
                <a:lnTo>
                  <a:pt x="5264" y="2376"/>
                </a:lnTo>
                <a:lnTo>
                  <a:pt x="5199" y="2376"/>
                </a:lnTo>
                <a:lnTo>
                  <a:pt x="5199" y="2376"/>
                </a:lnTo>
                <a:lnTo>
                  <a:pt x="5157" y="2397"/>
                </a:lnTo>
                <a:lnTo>
                  <a:pt x="5114" y="2461"/>
                </a:lnTo>
                <a:lnTo>
                  <a:pt x="5007" y="2590"/>
                </a:lnTo>
                <a:lnTo>
                  <a:pt x="4964" y="2654"/>
                </a:lnTo>
                <a:lnTo>
                  <a:pt x="4921" y="2675"/>
                </a:lnTo>
                <a:lnTo>
                  <a:pt x="4900" y="2675"/>
                </a:lnTo>
                <a:lnTo>
                  <a:pt x="4879" y="2675"/>
                </a:lnTo>
                <a:lnTo>
                  <a:pt x="4836" y="2590"/>
                </a:lnTo>
                <a:lnTo>
                  <a:pt x="4836" y="2590"/>
                </a:lnTo>
                <a:lnTo>
                  <a:pt x="4814" y="2547"/>
                </a:lnTo>
                <a:lnTo>
                  <a:pt x="4836" y="2483"/>
                </a:lnTo>
                <a:lnTo>
                  <a:pt x="4879" y="2354"/>
                </a:lnTo>
                <a:lnTo>
                  <a:pt x="4985" y="2097"/>
                </a:lnTo>
                <a:lnTo>
                  <a:pt x="4985" y="2097"/>
                </a:lnTo>
                <a:lnTo>
                  <a:pt x="5028" y="1969"/>
                </a:lnTo>
                <a:lnTo>
                  <a:pt x="5071" y="1883"/>
                </a:lnTo>
                <a:lnTo>
                  <a:pt x="5071" y="1819"/>
                </a:lnTo>
                <a:lnTo>
                  <a:pt x="5071" y="1819"/>
                </a:lnTo>
                <a:lnTo>
                  <a:pt x="5028" y="1755"/>
                </a:lnTo>
                <a:lnTo>
                  <a:pt x="4964" y="1734"/>
                </a:lnTo>
                <a:lnTo>
                  <a:pt x="4921" y="1755"/>
                </a:lnTo>
                <a:lnTo>
                  <a:pt x="4857" y="1798"/>
                </a:lnTo>
                <a:lnTo>
                  <a:pt x="4750" y="1926"/>
                </a:lnTo>
                <a:lnTo>
                  <a:pt x="4686" y="1990"/>
                </a:lnTo>
                <a:lnTo>
                  <a:pt x="4643" y="2012"/>
                </a:lnTo>
                <a:lnTo>
                  <a:pt x="4643" y="2012"/>
                </a:lnTo>
                <a:lnTo>
                  <a:pt x="4643" y="1926"/>
                </a:lnTo>
                <a:lnTo>
                  <a:pt x="4665" y="1841"/>
                </a:lnTo>
                <a:lnTo>
                  <a:pt x="4750" y="1669"/>
                </a:lnTo>
                <a:lnTo>
                  <a:pt x="4814" y="1477"/>
                </a:lnTo>
                <a:lnTo>
                  <a:pt x="4836" y="1413"/>
                </a:lnTo>
                <a:lnTo>
                  <a:pt x="4836" y="1327"/>
                </a:lnTo>
                <a:lnTo>
                  <a:pt x="4836" y="1327"/>
                </a:lnTo>
                <a:lnTo>
                  <a:pt x="4793" y="1263"/>
                </a:lnTo>
                <a:lnTo>
                  <a:pt x="4750" y="1242"/>
                </a:lnTo>
                <a:lnTo>
                  <a:pt x="4707" y="1242"/>
                </a:lnTo>
                <a:lnTo>
                  <a:pt x="4665" y="1284"/>
                </a:lnTo>
                <a:lnTo>
                  <a:pt x="4579" y="1391"/>
                </a:lnTo>
                <a:lnTo>
                  <a:pt x="4493" y="1477"/>
                </a:lnTo>
                <a:lnTo>
                  <a:pt x="4493" y="1477"/>
                </a:lnTo>
                <a:lnTo>
                  <a:pt x="4472" y="1413"/>
                </a:lnTo>
                <a:lnTo>
                  <a:pt x="4493" y="1327"/>
                </a:lnTo>
                <a:lnTo>
                  <a:pt x="4558" y="1156"/>
                </a:lnTo>
                <a:lnTo>
                  <a:pt x="4622" y="985"/>
                </a:lnTo>
                <a:lnTo>
                  <a:pt x="4643" y="899"/>
                </a:lnTo>
                <a:lnTo>
                  <a:pt x="4665" y="835"/>
                </a:lnTo>
                <a:lnTo>
                  <a:pt x="4665" y="835"/>
                </a:lnTo>
                <a:lnTo>
                  <a:pt x="4643" y="728"/>
                </a:lnTo>
                <a:lnTo>
                  <a:pt x="4622" y="685"/>
                </a:lnTo>
                <a:lnTo>
                  <a:pt x="4579" y="685"/>
                </a:lnTo>
                <a:lnTo>
                  <a:pt x="4536" y="707"/>
                </a:lnTo>
                <a:lnTo>
                  <a:pt x="4451" y="771"/>
                </a:lnTo>
                <a:lnTo>
                  <a:pt x="4408" y="792"/>
                </a:lnTo>
                <a:lnTo>
                  <a:pt x="4386" y="792"/>
                </a:lnTo>
                <a:lnTo>
                  <a:pt x="4386" y="792"/>
                </a:lnTo>
                <a:lnTo>
                  <a:pt x="4344" y="728"/>
                </a:lnTo>
                <a:lnTo>
                  <a:pt x="4322" y="707"/>
                </a:lnTo>
                <a:lnTo>
                  <a:pt x="4344" y="664"/>
                </a:lnTo>
                <a:lnTo>
                  <a:pt x="4386" y="642"/>
                </a:lnTo>
                <a:lnTo>
                  <a:pt x="4451" y="600"/>
                </a:lnTo>
                <a:lnTo>
                  <a:pt x="4622" y="557"/>
                </a:lnTo>
                <a:lnTo>
                  <a:pt x="4729" y="557"/>
                </a:lnTo>
                <a:lnTo>
                  <a:pt x="4729" y="557"/>
                </a:lnTo>
                <a:lnTo>
                  <a:pt x="5649" y="471"/>
                </a:lnTo>
                <a:lnTo>
                  <a:pt x="5649" y="471"/>
                </a:lnTo>
                <a:lnTo>
                  <a:pt x="5948" y="429"/>
                </a:lnTo>
                <a:lnTo>
                  <a:pt x="6098" y="407"/>
                </a:lnTo>
                <a:lnTo>
                  <a:pt x="6184" y="429"/>
                </a:lnTo>
                <a:lnTo>
                  <a:pt x="6226" y="429"/>
                </a:lnTo>
                <a:lnTo>
                  <a:pt x="6226" y="429"/>
                </a:lnTo>
                <a:lnTo>
                  <a:pt x="6269" y="471"/>
                </a:lnTo>
                <a:lnTo>
                  <a:pt x="6291" y="514"/>
                </a:lnTo>
                <a:lnTo>
                  <a:pt x="6312" y="600"/>
                </a:lnTo>
                <a:lnTo>
                  <a:pt x="6291" y="771"/>
                </a:lnTo>
                <a:lnTo>
                  <a:pt x="6291" y="771"/>
                </a:lnTo>
                <a:close/>
                <a:moveTo>
                  <a:pt x="6612" y="1520"/>
                </a:moveTo>
                <a:lnTo>
                  <a:pt x="6612" y="1520"/>
                </a:lnTo>
                <a:lnTo>
                  <a:pt x="6612" y="1349"/>
                </a:lnTo>
                <a:lnTo>
                  <a:pt x="6633" y="1199"/>
                </a:lnTo>
                <a:lnTo>
                  <a:pt x="6633" y="1135"/>
                </a:lnTo>
                <a:lnTo>
                  <a:pt x="6676" y="1070"/>
                </a:lnTo>
                <a:lnTo>
                  <a:pt x="6719" y="1006"/>
                </a:lnTo>
                <a:lnTo>
                  <a:pt x="6783" y="963"/>
                </a:lnTo>
                <a:lnTo>
                  <a:pt x="6783" y="963"/>
                </a:lnTo>
                <a:lnTo>
                  <a:pt x="6890" y="899"/>
                </a:lnTo>
                <a:lnTo>
                  <a:pt x="7039" y="878"/>
                </a:lnTo>
                <a:lnTo>
                  <a:pt x="7104" y="878"/>
                </a:lnTo>
                <a:lnTo>
                  <a:pt x="7168" y="921"/>
                </a:lnTo>
                <a:lnTo>
                  <a:pt x="7211" y="963"/>
                </a:lnTo>
                <a:lnTo>
                  <a:pt x="7232" y="1028"/>
                </a:lnTo>
                <a:lnTo>
                  <a:pt x="7232" y="1028"/>
                </a:lnTo>
                <a:lnTo>
                  <a:pt x="7253" y="1070"/>
                </a:lnTo>
                <a:lnTo>
                  <a:pt x="7232" y="1135"/>
                </a:lnTo>
                <a:lnTo>
                  <a:pt x="7168" y="1220"/>
                </a:lnTo>
                <a:lnTo>
                  <a:pt x="7082" y="1327"/>
                </a:lnTo>
                <a:lnTo>
                  <a:pt x="6954" y="1413"/>
                </a:lnTo>
                <a:lnTo>
                  <a:pt x="6826" y="1477"/>
                </a:lnTo>
                <a:lnTo>
                  <a:pt x="6719" y="1520"/>
                </a:lnTo>
                <a:lnTo>
                  <a:pt x="6633" y="1541"/>
                </a:lnTo>
                <a:lnTo>
                  <a:pt x="6612" y="1541"/>
                </a:lnTo>
                <a:lnTo>
                  <a:pt x="6612" y="1520"/>
                </a:lnTo>
                <a:lnTo>
                  <a:pt x="6612" y="152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0"/>
          <p:cNvSpPr/>
          <p:nvPr/>
        </p:nvSpPr>
        <p:spPr>
          <a:xfrm>
            <a:off x="7543479" y="2134047"/>
            <a:ext cx="303875" cy="300092"/>
          </a:xfrm>
          <a:custGeom>
            <a:rect b="b" l="l" r="r" t="t"/>
            <a:pathLst>
              <a:path extrusionOk="0" h="17374" w="17593">
                <a:moveTo>
                  <a:pt x="14673" y="1266"/>
                </a:moveTo>
                <a:lnTo>
                  <a:pt x="14624" y="1314"/>
                </a:lnTo>
                <a:lnTo>
                  <a:pt x="14600" y="1363"/>
                </a:lnTo>
                <a:lnTo>
                  <a:pt x="14575" y="1412"/>
                </a:lnTo>
                <a:lnTo>
                  <a:pt x="14575" y="1485"/>
                </a:lnTo>
                <a:lnTo>
                  <a:pt x="14600" y="1533"/>
                </a:lnTo>
                <a:lnTo>
                  <a:pt x="14648" y="1606"/>
                </a:lnTo>
                <a:lnTo>
                  <a:pt x="14697" y="1631"/>
                </a:lnTo>
                <a:lnTo>
                  <a:pt x="14940" y="1728"/>
                </a:lnTo>
                <a:lnTo>
                  <a:pt x="15159" y="1825"/>
                </a:lnTo>
                <a:lnTo>
                  <a:pt x="15354" y="1971"/>
                </a:lnTo>
                <a:lnTo>
                  <a:pt x="15524" y="2166"/>
                </a:lnTo>
                <a:lnTo>
                  <a:pt x="15597" y="2263"/>
                </a:lnTo>
                <a:lnTo>
                  <a:pt x="15646" y="2360"/>
                </a:lnTo>
                <a:lnTo>
                  <a:pt x="15695" y="2579"/>
                </a:lnTo>
                <a:lnTo>
                  <a:pt x="15792" y="3017"/>
                </a:lnTo>
                <a:lnTo>
                  <a:pt x="15816" y="3090"/>
                </a:lnTo>
                <a:lnTo>
                  <a:pt x="15865" y="3139"/>
                </a:lnTo>
                <a:lnTo>
                  <a:pt x="15938" y="3163"/>
                </a:lnTo>
                <a:lnTo>
                  <a:pt x="15987" y="3188"/>
                </a:lnTo>
                <a:lnTo>
                  <a:pt x="16060" y="3163"/>
                </a:lnTo>
                <a:lnTo>
                  <a:pt x="16133" y="3139"/>
                </a:lnTo>
                <a:lnTo>
                  <a:pt x="16181" y="3090"/>
                </a:lnTo>
                <a:lnTo>
                  <a:pt x="16206" y="3017"/>
                </a:lnTo>
                <a:lnTo>
                  <a:pt x="16254" y="2871"/>
                </a:lnTo>
                <a:lnTo>
                  <a:pt x="16254" y="2725"/>
                </a:lnTo>
                <a:lnTo>
                  <a:pt x="16230" y="2579"/>
                </a:lnTo>
                <a:lnTo>
                  <a:pt x="16181" y="2409"/>
                </a:lnTo>
                <a:lnTo>
                  <a:pt x="16133" y="2263"/>
                </a:lnTo>
                <a:lnTo>
                  <a:pt x="16060" y="2117"/>
                </a:lnTo>
                <a:lnTo>
                  <a:pt x="15889" y="1874"/>
                </a:lnTo>
                <a:lnTo>
                  <a:pt x="15670" y="1631"/>
                </a:lnTo>
                <a:lnTo>
                  <a:pt x="15524" y="1509"/>
                </a:lnTo>
                <a:lnTo>
                  <a:pt x="15378" y="1436"/>
                </a:lnTo>
                <a:lnTo>
                  <a:pt x="15232" y="1363"/>
                </a:lnTo>
                <a:lnTo>
                  <a:pt x="15086" y="1290"/>
                </a:lnTo>
                <a:lnTo>
                  <a:pt x="14916" y="1266"/>
                </a:lnTo>
                <a:close/>
                <a:moveTo>
                  <a:pt x="2458" y="2263"/>
                </a:moveTo>
                <a:lnTo>
                  <a:pt x="2725" y="2433"/>
                </a:lnTo>
                <a:lnTo>
                  <a:pt x="2993" y="2604"/>
                </a:lnTo>
                <a:lnTo>
                  <a:pt x="3553" y="2896"/>
                </a:lnTo>
                <a:lnTo>
                  <a:pt x="4550" y="3480"/>
                </a:lnTo>
                <a:lnTo>
                  <a:pt x="4477" y="3528"/>
                </a:lnTo>
                <a:lnTo>
                  <a:pt x="4137" y="3942"/>
                </a:lnTo>
                <a:lnTo>
                  <a:pt x="4015" y="4088"/>
                </a:lnTo>
                <a:lnTo>
                  <a:pt x="3918" y="4210"/>
                </a:lnTo>
                <a:lnTo>
                  <a:pt x="3261" y="3723"/>
                </a:lnTo>
                <a:lnTo>
                  <a:pt x="2969" y="3480"/>
                </a:lnTo>
                <a:lnTo>
                  <a:pt x="2677" y="3212"/>
                </a:lnTo>
                <a:lnTo>
                  <a:pt x="2360" y="2969"/>
                </a:lnTo>
                <a:lnTo>
                  <a:pt x="2044" y="2725"/>
                </a:lnTo>
                <a:lnTo>
                  <a:pt x="2239" y="2482"/>
                </a:lnTo>
                <a:lnTo>
                  <a:pt x="2458" y="2263"/>
                </a:lnTo>
                <a:close/>
                <a:moveTo>
                  <a:pt x="4721" y="3577"/>
                </a:moveTo>
                <a:lnTo>
                  <a:pt x="5232" y="3869"/>
                </a:lnTo>
                <a:lnTo>
                  <a:pt x="6278" y="4477"/>
                </a:lnTo>
                <a:lnTo>
                  <a:pt x="6132" y="4648"/>
                </a:lnTo>
                <a:lnTo>
                  <a:pt x="6010" y="4842"/>
                </a:lnTo>
                <a:lnTo>
                  <a:pt x="5840" y="5086"/>
                </a:lnTo>
                <a:lnTo>
                  <a:pt x="5694" y="5329"/>
                </a:lnTo>
                <a:lnTo>
                  <a:pt x="5256" y="5086"/>
                </a:lnTo>
                <a:lnTo>
                  <a:pt x="4842" y="4842"/>
                </a:lnTo>
                <a:lnTo>
                  <a:pt x="4137" y="4380"/>
                </a:lnTo>
                <a:lnTo>
                  <a:pt x="4258" y="4283"/>
                </a:lnTo>
                <a:lnTo>
                  <a:pt x="4356" y="4161"/>
                </a:lnTo>
                <a:lnTo>
                  <a:pt x="4696" y="3747"/>
                </a:lnTo>
                <a:lnTo>
                  <a:pt x="4721" y="3650"/>
                </a:lnTo>
                <a:lnTo>
                  <a:pt x="4721" y="3577"/>
                </a:lnTo>
                <a:close/>
                <a:moveTo>
                  <a:pt x="9271" y="9101"/>
                </a:moveTo>
                <a:lnTo>
                  <a:pt x="9247" y="9149"/>
                </a:lnTo>
                <a:lnTo>
                  <a:pt x="9125" y="9563"/>
                </a:lnTo>
                <a:lnTo>
                  <a:pt x="9028" y="9977"/>
                </a:lnTo>
                <a:lnTo>
                  <a:pt x="8979" y="10171"/>
                </a:lnTo>
                <a:lnTo>
                  <a:pt x="8955" y="10366"/>
                </a:lnTo>
                <a:lnTo>
                  <a:pt x="8955" y="10585"/>
                </a:lnTo>
                <a:lnTo>
                  <a:pt x="9003" y="10755"/>
                </a:lnTo>
                <a:lnTo>
                  <a:pt x="9003" y="10779"/>
                </a:lnTo>
                <a:lnTo>
                  <a:pt x="9028" y="10804"/>
                </a:lnTo>
                <a:lnTo>
                  <a:pt x="9052" y="10804"/>
                </a:lnTo>
                <a:lnTo>
                  <a:pt x="9076" y="10779"/>
                </a:lnTo>
                <a:lnTo>
                  <a:pt x="9149" y="10633"/>
                </a:lnTo>
                <a:lnTo>
                  <a:pt x="9174" y="10463"/>
                </a:lnTo>
                <a:lnTo>
                  <a:pt x="9222" y="10123"/>
                </a:lnTo>
                <a:lnTo>
                  <a:pt x="9271" y="9660"/>
                </a:lnTo>
                <a:lnTo>
                  <a:pt x="9320" y="9174"/>
                </a:lnTo>
                <a:lnTo>
                  <a:pt x="9320" y="9125"/>
                </a:lnTo>
                <a:lnTo>
                  <a:pt x="9295" y="9101"/>
                </a:lnTo>
                <a:close/>
                <a:moveTo>
                  <a:pt x="11874" y="9149"/>
                </a:moveTo>
                <a:lnTo>
                  <a:pt x="11899" y="9295"/>
                </a:lnTo>
                <a:lnTo>
                  <a:pt x="11947" y="9417"/>
                </a:lnTo>
                <a:lnTo>
                  <a:pt x="12093" y="9709"/>
                </a:lnTo>
                <a:lnTo>
                  <a:pt x="12239" y="9977"/>
                </a:lnTo>
                <a:lnTo>
                  <a:pt x="12385" y="10244"/>
                </a:lnTo>
                <a:lnTo>
                  <a:pt x="12556" y="10560"/>
                </a:lnTo>
                <a:lnTo>
                  <a:pt x="12385" y="10658"/>
                </a:lnTo>
                <a:lnTo>
                  <a:pt x="12264" y="10755"/>
                </a:lnTo>
                <a:lnTo>
                  <a:pt x="12045" y="10925"/>
                </a:lnTo>
                <a:lnTo>
                  <a:pt x="11923" y="10998"/>
                </a:lnTo>
                <a:lnTo>
                  <a:pt x="11826" y="11096"/>
                </a:lnTo>
                <a:lnTo>
                  <a:pt x="11582" y="10706"/>
                </a:lnTo>
                <a:lnTo>
                  <a:pt x="11461" y="10487"/>
                </a:lnTo>
                <a:lnTo>
                  <a:pt x="11315" y="10220"/>
                </a:lnTo>
                <a:lnTo>
                  <a:pt x="11169" y="9977"/>
                </a:lnTo>
                <a:lnTo>
                  <a:pt x="11071" y="9879"/>
                </a:lnTo>
                <a:lnTo>
                  <a:pt x="10974" y="9782"/>
                </a:lnTo>
                <a:lnTo>
                  <a:pt x="11412" y="9466"/>
                </a:lnTo>
                <a:lnTo>
                  <a:pt x="11850" y="9174"/>
                </a:lnTo>
                <a:lnTo>
                  <a:pt x="11874" y="9149"/>
                </a:lnTo>
                <a:close/>
                <a:moveTo>
                  <a:pt x="8492" y="9685"/>
                </a:moveTo>
                <a:lnTo>
                  <a:pt x="8492" y="9709"/>
                </a:lnTo>
                <a:lnTo>
                  <a:pt x="8395" y="10439"/>
                </a:lnTo>
                <a:lnTo>
                  <a:pt x="8346" y="10852"/>
                </a:lnTo>
                <a:lnTo>
                  <a:pt x="8346" y="11047"/>
                </a:lnTo>
                <a:lnTo>
                  <a:pt x="8346" y="11169"/>
                </a:lnTo>
                <a:lnTo>
                  <a:pt x="8371" y="11242"/>
                </a:lnTo>
                <a:lnTo>
                  <a:pt x="8419" y="11290"/>
                </a:lnTo>
                <a:lnTo>
                  <a:pt x="8444" y="11290"/>
                </a:lnTo>
                <a:lnTo>
                  <a:pt x="8468" y="11266"/>
                </a:lnTo>
                <a:lnTo>
                  <a:pt x="8517" y="11120"/>
                </a:lnTo>
                <a:lnTo>
                  <a:pt x="8541" y="10974"/>
                </a:lnTo>
                <a:lnTo>
                  <a:pt x="8565" y="10658"/>
                </a:lnTo>
                <a:lnTo>
                  <a:pt x="8565" y="10195"/>
                </a:lnTo>
                <a:lnTo>
                  <a:pt x="8565" y="9733"/>
                </a:lnTo>
                <a:lnTo>
                  <a:pt x="8541" y="9709"/>
                </a:lnTo>
                <a:lnTo>
                  <a:pt x="8517" y="9685"/>
                </a:lnTo>
                <a:close/>
                <a:moveTo>
                  <a:pt x="12702" y="10852"/>
                </a:moveTo>
                <a:lnTo>
                  <a:pt x="13286" y="11972"/>
                </a:lnTo>
                <a:lnTo>
                  <a:pt x="13578" y="12556"/>
                </a:lnTo>
                <a:lnTo>
                  <a:pt x="13505" y="12580"/>
                </a:lnTo>
                <a:lnTo>
                  <a:pt x="13407" y="12629"/>
                </a:lnTo>
                <a:lnTo>
                  <a:pt x="13286" y="12726"/>
                </a:lnTo>
                <a:lnTo>
                  <a:pt x="13018" y="12945"/>
                </a:lnTo>
                <a:lnTo>
                  <a:pt x="12677" y="12410"/>
                </a:lnTo>
                <a:lnTo>
                  <a:pt x="11947" y="11315"/>
                </a:lnTo>
                <a:lnTo>
                  <a:pt x="12069" y="11242"/>
                </a:lnTo>
                <a:lnTo>
                  <a:pt x="12191" y="11169"/>
                </a:lnTo>
                <a:lnTo>
                  <a:pt x="12410" y="11023"/>
                </a:lnTo>
                <a:lnTo>
                  <a:pt x="12556" y="10950"/>
                </a:lnTo>
                <a:lnTo>
                  <a:pt x="12702" y="10852"/>
                </a:lnTo>
                <a:close/>
                <a:moveTo>
                  <a:pt x="13724" y="12823"/>
                </a:moveTo>
                <a:lnTo>
                  <a:pt x="14965" y="15232"/>
                </a:lnTo>
                <a:lnTo>
                  <a:pt x="14770" y="15378"/>
                </a:lnTo>
                <a:lnTo>
                  <a:pt x="13991" y="14283"/>
                </a:lnTo>
                <a:lnTo>
                  <a:pt x="13188" y="13164"/>
                </a:lnTo>
                <a:lnTo>
                  <a:pt x="13334" y="13091"/>
                </a:lnTo>
                <a:lnTo>
                  <a:pt x="13456" y="13018"/>
                </a:lnTo>
                <a:lnTo>
                  <a:pt x="13578" y="12921"/>
                </a:lnTo>
                <a:lnTo>
                  <a:pt x="13724" y="12823"/>
                </a:lnTo>
                <a:close/>
                <a:moveTo>
                  <a:pt x="584" y="11534"/>
                </a:moveTo>
                <a:lnTo>
                  <a:pt x="925" y="11704"/>
                </a:lnTo>
                <a:lnTo>
                  <a:pt x="1290" y="11874"/>
                </a:lnTo>
                <a:lnTo>
                  <a:pt x="1655" y="12020"/>
                </a:lnTo>
                <a:lnTo>
                  <a:pt x="2020" y="12166"/>
                </a:lnTo>
                <a:lnTo>
                  <a:pt x="2847" y="12556"/>
                </a:lnTo>
                <a:lnTo>
                  <a:pt x="3261" y="12775"/>
                </a:lnTo>
                <a:lnTo>
                  <a:pt x="3674" y="13018"/>
                </a:lnTo>
                <a:lnTo>
                  <a:pt x="3869" y="13164"/>
                </a:lnTo>
                <a:lnTo>
                  <a:pt x="4064" y="13359"/>
                </a:lnTo>
                <a:lnTo>
                  <a:pt x="4258" y="13529"/>
                </a:lnTo>
                <a:lnTo>
                  <a:pt x="4404" y="13748"/>
                </a:lnTo>
                <a:lnTo>
                  <a:pt x="4550" y="13967"/>
                </a:lnTo>
                <a:lnTo>
                  <a:pt x="4696" y="14186"/>
                </a:lnTo>
                <a:lnTo>
                  <a:pt x="4940" y="14648"/>
                </a:lnTo>
                <a:lnTo>
                  <a:pt x="5159" y="15135"/>
                </a:lnTo>
                <a:lnTo>
                  <a:pt x="5378" y="15622"/>
                </a:lnTo>
                <a:lnTo>
                  <a:pt x="5572" y="16133"/>
                </a:lnTo>
                <a:lnTo>
                  <a:pt x="5816" y="16595"/>
                </a:lnTo>
                <a:lnTo>
                  <a:pt x="5621" y="16327"/>
                </a:lnTo>
                <a:lnTo>
                  <a:pt x="5305" y="15841"/>
                </a:lnTo>
                <a:lnTo>
                  <a:pt x="5037" y="15330"/>
                </a:lnTo>
                <a:lnTo>
                  <a:pt x="4842" y="14916"/>
                </a:lnTo>
                <a:lnTo>
                  <a:pt x="4648" y="14454"/>
                </a:lnTo>
                <a:lnTo>
                  <a:pt x="4550" y="14259"/>
                </a:lnTo>
                <a:lnTo>
                  <a:pt x="4429" y="14040"/>
                </a:lnTo>
                <a:lnTo>
                  <a:pt x="4283" y="13870"/>
                </a:lnTo>
                <a:lnTo>
                  <a:pt x="4112" y="13699"/>
                </a:lnTo>
                <a:lnTo>
                  <a:pt x="4137" y="13602"/>
                </a:lnTo>
                <a:lnTo>
                  <a:pt x="4112" y="13529"/>
                </a:lnTo>
                <a:lnTo>
                  <a:pt x="4039" y="13456"/>
                </a:lnTo>
                <a:lnTo>
                  <a:pt x="3918" y="13407"/>
                </a:lnTo>
                <a:lnTo>
                  <a:pt x="3820" y="13383"/>
                </a:lnTo>
                <a:lnTo>
                  <a:pt x="3747" y="13334"/>
                </a:lnTo>
                <a:lnTo>
                  <a:pt x="3553" y="13237"/>
                </a:lnTo>
                <a:lnTo>
                  <a:pt x="3382" y="13091"/>
                </a:lnTo>
                <a:lnTo>
                  <a:pt x="3212" y="12994"/>
                </a:lnTo>
                <a:lnTo>
                  <a:pt x="2774" y="12750"/>
                </a:lnTo>
                <a:lnTo>
                  <a:pt x="2312" y="12531"/>
                </a:lnTo>
                <a:lnTo>
                  <a:pt x="1144" y="11996"/>
                </a:lnTo>
                <a:lnTo>
                  <a:pt x="828" y="11850"/>
                </a:lnTo>
                <a:lnTo>
                  <a:pt x="682" y="11777"/>
                </a:lnTo>
                <a:lnTo>
                  <a:pt x="511" y="11704"/>
                </a:lnTo>
                <a:lnTo>
                  <a:pt x="584" y="11534"/>
                </a:lnTo>
                <a:close/>
                <a:moveTo>
                  <a:pt x="16011" y="438"/>
                </a:moveTo>
                <a:lnTo>
                  <a:pt x="16230" y="487"/>
                </a:lnTo>
                <a:lnTo>
                  <a:pt x="16449" y="560"/>
                </a:lnTo>
                <a:lnTo>
                  <a:pt x="16644" y="657"/>
                </a:lnTo>
                <a:lnTo>
                  <a:pt x="16838" y="803"/>
                </a:lnTo>
                <a:lnTo>
                  <a:pt x="16936" y="901"/>
                </a:lnTo>
                <a:lnTo>
                  <a:pt x="17009" y="1022"/>
                </a:lnTo>
                <a:lnTo>
                  <a:pt x="17082" y="1144"/>
                </a:lnTo>
                <a:lnTo>
                  <a:pt x="17130" y="1266"/>
                </a:lnTo>
                <a:lnTo>
                  <a:pt x="17057" y="1168"/>
                </a:lnTo>
                <a:lnTo>
                  <a:pt x="16960" y="1095"/>
                </a:lnTo>
                <a:lnTo>
                  <a:pt x="16936" y="1120"/>
                </a:lnTo>
                <a:lnTo>
                  <a:pt x="16911" y="1168"/>
                </a:lnTo>
                <a:lnTo>
                  <a:pt x="16911" y="1217"/>
                </a:lnTo>
                <a:lnTo>
                  <a:pt x="16911" y="1339"/>
                </a:lnTo>
                <a:lnTo>
                  <a:pt x="16984" y="1582"/>
                </a:lnTo>
                <a:lnTo>
                  <a:pt x="17033" y="1825"/>
                </a:lnTo>
                <a:lnTo>
                  <a:pt x="17057" y="1947"/>
                </a:lnTo>
                <a:lnTo>
                  <a:pt x="17106" y="2069"/>
                </a:lnTo>
                <a:lnTo>
                  <a:pt x="17033" y="2336"/>
                </a:lnTo>
                <a:lnTo>
                  <a:pt x="16911" y="2628"/>
                </a:lnTo>
                <a:lnTo>
                  <a:pt x="16887" y="2214"/>
                </a:lnTo>
                <a:lnTo>
                  <a:pt x="16838" y="2020"/>
                </a:lnTo>
                <a:lnTo>
                  <a:pt x="16741" y="1825"/>
                </a:lnTo>
                <a:lnTo>
                  <a:pt x="16717" y="1801"/>
                </a:lnTo>
                <a:lnTo>
                  <a:pt x="16668" y="1801"/>
                </a:lnTo>
                <a:lnTo>
                  <a:pt x="16644" y="1825"/>
                </a:lnTo>
                <a:lnTo>
                  <a:pt x="16595" y="2020"/>
                </a:lnTo>
                <a:lnTo>
                  <a:pt x="16571" y="2239"/>
                </a:lnTo>
                <a:lnTo>
                  <a:pt x="16571" y="2628"/>
                </a:lnTo>
                <a:lnTo>
                  <a:pt x="16571" y="2920"/>
                </a:lnTo>
                <a:lnTo>
                  <a:pt x="16595" y="3090"/>
                </a:lnTo>
                <a:lnTo>
                  <a:pt x="16619" y="3212"/>
                </a:lnTo>
                <a:lnTo>
                  <a:pt x="16522" y="3382"/>
                </a:lnTo>
                <a:lnTo>
                  <a:pt x="16473" y="3212"/>
                </a:lnTo>
                <a:lnTo>
                  <a:pt x="16473" y="2871"/>
                </a:lnTo>
                <a:lnTo>
                  <a:pt x="16473" y="2531"/>
                </a:lnTo>
                <a:lnTo>
                  <a:pt x="16449" y="2506"/>
                </a:lnTo>
                <a:lnTo>
                  <a:pt x="16425" y="2482"/>
                </a:lnTo>
                <a:lnTo>
                  <a:pt x="16400" y="2482"/>
                </a:lnTo>
                <a:lnTo>
                  <a:pt x="16400" y="2506"/>
                </a:lnTo>
                <a:lnTo>
                  <a:pt x="16327" y="2652"/>
                </a:lnTo>
                <a:lnTo>
                  <a:pt x="16303" y="2798"/>
                </a:lnTo>
                <a:lnTo>
                  <a:pt x="16279" y="2969"/>
                </a:lnTo>
                <a:lnTo>
                  <a:pt x="16254" y="3115"/>
                </a:lnTo>
                <a:lnTo>
                  <a:pt x="16279" y="3382"/>
                </a:lnTo>
                <a:lnTo>
                  <a:pt x="16303" y="3528"/>
                </a:lnTo>
                <a:lnTo>
                  <a:pt x="16352" y="3650"/>
                </a:lnTo>
                <a:lnTo>
                  <a:pt x="16133" y="3966"/>
                </a:lnTo>
                <a:lnTo>
                  <a:pt x="16084" y="4015"/>
                </a:lnTo>
                <a:lnTo>
                  <a:pt x="16035" y="3699"/>
                </a:lnTo>
                <a:lnTo>
                  <a:pt x="16011" y="3358"/>
                </a:lnTo>
                <a:lnTo>
                  <a:pt x="16011" y="3334"/>
                </a:lnTo>
                <a:lnTo>
                  <a:pt x="15962" y="3334"/>
                </a:lnTo>
                <a:lnTo>
                  <a:pt x="15938" y="3358"/>
                </a:lnTo>
                <a:lnTo>
                  <a:pt x="15889" y="3528"/>
                </a:lnTo>
                <a:lnTo>
                  <a:pt x="15841" y="3723"/>
                </a:lnTo>
                <a:lnTo>
                  <a:pt x="15841" y="3893"/>
                </a:lnTo>
                <a:lnTo>
                  <a:pt x="15841" y="4088"/>
                </a:lnTo>
                <a:lnTo>
                  <a:pt x="15865" y="4307"/>
                </a:lnTo>
                <a:lnTo>
                  <a:pt x="15719" y="4477"/>
                </a:lnTo>
                <a:lnTo>
                  <a:pt x="15695" y="4112"/>
                </a:lnTo>
                <a:lnTo>
                  <a:pt x="15646" y="3747"/>
                </a:lnTo>
                <a:lnTo>
                  <a:pt x="15646" y="3723"/>
                </a:lnTo>
                <a:lnTo>
                  <a:pt x="15597" y="3723"/>
                </a:lnTo>
                <a:lnTo>
                  <a:pt x="15573" y="3747"/>
                </a:lnTo>
                <a:lnTo>
                  <a:pt x="15524" y="4210"/>
                </a:lnTo>
                <a:lnTo>
                  <a:pt x="15500" y="4453"/>
                </a:lnTo>
                <a:lnTo>
                  <a:pt x="15524" y="4696"/>
                </a:lnTo>
                <a:lnTo>
                  <a:pt x="15257" y="4940"/>
                </a:lnTo>
                <a:lnTo>
                  <a:pt x="15281" y="4721"/>
                </a:lnTo>
                <a:lnTo>
                  <a:pt x="15281" y="4477"/>
                </a:lnTo>
                <a:lnTo>
                  <a:pt x="15257" y="3699"/>
                </a:lnTo>
                <a:lnTo>
                  <a:pt x="15232" y="3650"/>
                </a:lnTo>
                <a:lnTo>
                  <a:pt x="15159" y="3650"/>
                </a:lnTo>
                <a:lnTo>
                  <a:pt x="15135" y="3699"/>
                </a:lnTo>
                <a:lnTo>
                  <a:pt x="15086" y="4477"/>
                </a:lnTo>
                <a:lnTo>
                  <a:pt x="15062" y="4794"/>
                </a:lnTo>
                <a:lnTo>
                  <a:pt x="15062" y="4964"/>
                </a:lnTo>
                <a:lnTo>
                  <a:pt x="15086" y="5110"/>
                </a:lnTo>
                <a:lnTo>
                  <a:pt x="14916" y="5256"/>
                </a:lnTo>
                <a:lnTo>
                  <a:pt x="14916" y="5134"/>
                </a:lnTo>
                <a:lnTo>
                  <a:pt x="14867" y="4672"/>
                </a:lnTo>
                <a:lnTo>
                  <a:pt x="14819" y="4185"/>
                </a:lnTo>
                <a:lnTo>
                  <a:pt x="14794" y="4161"/>
                </a:lnTo>
                <a:lnTo>
                  <a:pt x="14770" y="4161"/>
                </a:lnTo>
                <a:lnTo>
                  <a:pt x="14770" y="4185"/>
                </a:lnTo>
                <a:lnTo>
                  <a:pt x="14697" y="4599"/>
                </a:lnTo>
                <a:lnTo>
                  <a:pt x="14648" y="5013"/>
                </a:lnTo>
                <a:lnTo>
                  <a:pt x="14624" y="5256"/>
                </a:lnTo>
                <a:lnTo>
                  <a:pt x="14624" y="5475"/>
                </a:lnTo>
                <a:lnTo>
                  <a:pt x="14186" y="5791"/>
                </a:lnTo>
                <a:lnTo>
                  <a:pt x="14162" y="5621"/>
                </a:lnTo>
                <a:lnTo>
                  <a:pt x="14113" y="4721"/>
                </a:lnTo>
                <a:lnTo>
                  <a:pt x="14089" y="4696"/>
                </a:lnTo>
                <a:lnTo>
                  <a:pt x="14064" y="4672"/>
                </a:lnTo>
                <a:lnTo>
                  <a:pt x="14016" y="4672"/>
                </a:lnTo>
                <a:lnTo>
                  <a:pt x="13991" y="4696"/>
                </a:lnTo>
                <a:lnTo>
                  <a:pt x="13943" y="4940"/>
                </a:lnTo>
                <a:lnTo>
                  <a:pt x="13894" y="5159"/>
                </a:lnTo>
                <a:lnTo>
                  <a:pt x="13870" y="5378"/>
                </a:lnTo>
                <a:lnTo>
                  <a:pt x="13870" y="5621"/>
                </a:lnTo>
                <a:lnTo>
                  <a:pt x="13870" y="5791"/>
                </a:lnTo>
                <a:lnTo>
                  <a:pt x="13870" y="5986"/>
                </a:lnTo>
                <a:lnTo>
                  <a:pt x="13529" y="6181"/>
                </a:lnTo>
                <a:lnTo>
                  <a:pt x="13480" y="6205"/>
                </a:lnTo>
                <a:lnTo>
                  <a:pt x="13505" y="6083"/>
                </a:lnTo>
                <a:lnTo>
                  <a:pt x="13505" y="5986"/>
                </a:lnTo>
                <a:lnTo>
                  <a:pt x="13480" y="5791"/>
                </a:lnTo>
                <a:lnTo>
                  <a:pt x="13456" y="5524"/>
                </a:lnTo>
                <a:lnTo>
                  <a:pt x="13383" y="5256"/>
                </a:lnTo>
                <a:lnTo>
                  <a:pt x="13359" y="5232"/>
                </a:lnTo>
                <a:lnTo>
                  <a:pt x="13334" y="5256"/>
                </a:lnTo>
                <a:lnTo>
                  <a:pt x="13286" y="5524"/>
                </a:lnTo>
                <a:lnTo>
                  <a:pt x="13286" y="5791"/>
                </a:lnTo>
                <a:lnTo>
                  <a:pt x="13286" y="6035"/>
                </a:lnTo>
                <a:lnTo>
                  <a:pt x="13310" y="6156"/>
                </a:lnTo>
                <a:lnTo>
                  <a:pt x="13359" y="6254"/>
                </a:lnTo>
                <a:lnTo>
                  <a:pt x="13383" y="6278"/>
                </a:lnTo>
                <a:lnTo>
                  <a:pt x="13407" y="6278"/>
                </a:lnTo>
                <a:lnTo>
                  <a:pt x="13407" y="6375"/>
                </a:lnTo>
                <a:lnTo>
                  <a:pt x="13432" y="6448"/>
                </a:lnTo>
                <a:lnTo>
                  <a:pt x="13480" y="6521"/>
                </a:lnTo>
                <a:lnTo>
                  <a:pt x="13553" y="6594"/>
                </a:lnTo>
                <a:lnTo>
                  <a:pt x="13553" y="6789"/>
                </a:lnTo>
                <a:lnTo>
                  <a:pt x="13578" y="6984"/>
                </a:lnTo>
                <a:lnTo>
                  <a:pt x="13699" y="7397"/>
                </a:lnTo>
                <a:lnTo>
                  <a:pt x="13821" y="7787"/>
                </a:lnTo>
                <a:lnTo>
                  <a:pt x="13967" y="8176"/>
                </a:lnTo>
                <a:lnTo>
                  <a:pt x="14575" y="10195"/>
                </a:lnTo>
                <a:lnTo>
                  <a:pt x="15184" y="12312"/>
                </a:lnTo>
                <a:lnTo>
                  <a:pt x="15500" y="13359"/>
                </a:lnTo>
                <a:lnTo>
                  <a:pt x="15865" y="14381"/>
                </a:lnTo>
                <a:lnTo>
                  <a:pt x="15695" y="14575"/>
                </a:lnTo>
                <a:lnTo>
                  <a:pt x="15524" y="14746"/>
                </a:lnTo>
                <a:lnTo>
                  <a:pt x="15208" y="15038"/>
                </a:lnTo>
                <a:lnTo>
                  <a:pt x="13553" y="11801"/>
                </a:lnTo>
                <a:lnTo>
                  <a:pt x="12653" y="10074"/>
                </a:lnTo>
                <a:lnTo>
                  <a:pt x="12531" y="9782"/>
                </a:lnTo>
                <a:lnTo>
                  <a:pt x="12361" y="9441"/>
                </a:lnTo>
                <a:lnTo>
                  <a:pt x="12288" y="9295"/>
                </a:lnTo>
                <a:lnTo>
                  <a:pt x="12191" y="9149"/>
                </a:lnTo>
                <a:lnTo>
                  <a:pt x="12069" y="9028"/>
                </a:lnTo>
                <a:lnTo>
                  <a:pt x="11947" y="8955"/>
                </a:lnTo>
                <a:lnTo>
                  <a:pt x="11899" y="8857"/>
                </a:lnTo>
                <a:lnTo>
                  <a:pt x="11826" y="8809"/>
                </a:lnTo>
                <a:lnTo>
                  <a:pt x="11753" y="8784"/>
                </a:lnTo>
                <a:lnTo>
                  <a:pt x="11704" y="8809"/>
                </a:lnTo>
                <a:lnTo>
                  <a:pt x="11655" y="8833"/>
                </a:lnTo>
                <a:lnTo>
                  <a:pt x="11534" y="8906"/>
                </a:lnTo>
                <a:lnTo>
                  <a:pt x="11534" y="8736"/>
                </a:lnTo>
                <a:lnTo>
                  <a:pt x="11534" y="8419"/>
                </a:lnTo>
                <a:lnTo>
                  <a:pt x="11534" y="8273"/>
                </a:lnTo>
                <a:lnTo>
                  <a:pt x="11509" y="8127"/>
                </a:lnTo>
                <a:lnTo>
                  <a:pt x="11485" y="8103"/>
                </a:lnTo>
                <a:lnTo>
                  <a:pt x="11461" y="8079"/>
                </a:lnTo>
                <a:lnTo>
                  <a:pt x="11436" y="8103"/>
                </a:lnTo>
                <a:lnTo>
                  <a:pt x="11412" y="8127"/>
                </a:lnTo>
                <a:lnTo>
                  <a:pt x="11388" y="8249"/>
                </a:lnTo>
                <a:lnTo>
                  <a:pt x="11363" y="8371"/>
                </a:lnTo>
                <a:lnTo>
                  <a:pt x="11363" y="8638"/>
                </a:lnTo>
                <a:lnTo>
                  <a:pt x="11339" y="8833"/>
                </a:lnTo>
                <a:lnTo>
                  <a:pt x="11363" y="9052"/>
                </a:lnTo>
                <a:lnTo>
                  <a:pt x="10925" y="9368"/>
                </a:lnTo>
                <a:lnTo>
                  <a:pt x="10950" y="9198"/>
                </a:lnTo>
                <a:lnTo>
                  <a:pt x="10974" y="9028"/>
                </a:lnTo>
                <a:lnTo>
                  <a:pt x="10974" y="8687"/>
                </a:lnTo>
                <a:lnTo>
                  <a:pt x="10998" y="8200"/>
                </a:lnTo>
                <a:lnTo>
                  <a:pt x="10974" y="7957"/>
                </a:lnTo>
                <a:lnTo>
                  <a:pt x="10925" y="7714"/>
                </a:lnTo>
                <a:lnTo>
                  <a:pt x="10925" y="7689"/>
                </a:lnTo>
                <a:lnTo>
                  <a:pt x="10852" y="7689"/>
                </a:lnTo>
                <a:lnTo>
                  <a:pt x="10828" y="7714"/>
                </a:lnTo>
                <a:lnTo>
                  <a:pt x="10779" y="7933"/>
                </a:lnTo>
                <a:lnTo>
                  <a:pt x="10731" y="8127"/>
                </a:lnTo>
                <a:lnTo>
                  <a:pt x="10682" y="8541"/>
                </a:lnTo>
                <a:lnTo>
                  <a:pt x="10633" y="9028"/>
                </a:lnTo>
                <a:lnTo>
                  <a:pt x="10633" y="9271"/>
                </a:lnTo>
                <a:lnTo>
                  <a:pt x="10658" y="9393"/>
                </a:lnTo>
                <a:lnTo>
                  <a:pt x="10682" y="9514"/>
                </a:lnTo>
                <a:lnTo>
                  <a:pt x="10706" y="9539"/>
                </a:lnTo>
                <a:lnTo>
                  <a:pt x="10560" y="9660"/>
                </a:lnTo>
                <a:lnTo>
                  <a:pt x="10487" y="9685"/>
                </a:lnTo>
                <a:lnTo>
                  <a:pt x="10439" y="9733"/>
                </a:lnTo>
                <a:lnTo>
                  <a:pt x="10463" y="9466"/>
                </a:lnTo>
                <a:lnTo>
                  <a:pt x="10487" y="9174"/>
                </a:lnTo>
                <a:lnTo>
                  <a:pt x="10536" y="8614"/>
                </a:lnTo>
                <a:lnTo>
                  <a:pt x="10512" y="8346"/>
                </a:lnTo>
                <a:lnTo>
                  <a:pt x="10487" y="8079"/>
                </a:lnTo>
                <a:lnTo>
                  <a:pt x="10463" y="8054"/>
                </a:lnTo>
                <a:lnTo>
                  <a:pt x="10439" y="8030"/>
                </a:lnTo>
                <a:lnTo>
                  <a:pt x="10414" y="8030"/>
                </a:lnTo>
                <a:lnTo>
                  <a:pt x="10414" y="8054"/>
                </a:lnTo>
                <a:lnTo>
                  <a:pt x="10317" y="8298"/>
                </a:lnTo>
                <a:lnTo>
                  <a:pt x="10268" y="8541"/>
                </a:lnTo>
                <a:lnTo>
                  <a:pt x="10195" y="9028"/>
                </a:lnTo>
                <a:lnTo>
                  <a:pt x="10147" y="9514"/>
                </a:lnTo>
                <a:lnTo>
                  <a:pt x="10122" y="9782"/>
                </a:lnTo>
                <a:lnTo>
                  <a:pt x="10147" y="10025"/>
                </a:lnTo>
                <a:lnTo>
                  <a:pt x="9685" y="10414"/>
                </a:lnTo>
                <a:lnTo>
                  <a:pt x="9733" y="10220"/>
                </a:lnTo>
                <a:lnTo>
                  <a:pt x="9733" y="10025"/>
                </a:lnTo>
                <a:lnTo>
                  <a:pt x="9758" y="9612"/>
                </a:lnTo>
                <a:lnTo>
                  <a:pt x="9782" y="8565"/>
                </a:lnTo>
                <a:lnTo>
                  <a:pt x="9782" y="8541"/>
                </a:lnTo>
                <a:lnTo>
                  <a:pt x="9733" y="8541"/>
                </a:lnTo>
                <a:lnTo>
                  <a:pt x="9733" y="8565"/>
                </a:lnTo>
                <a:lnTo>
                  <a:pt x="9612" y="9466"/>
                </a:lnTo>
                <a:lnTo>
                  <a:pt x="9539" y="10001"/>
                </a:lnTo>
                <a:lnTo>
                  <a:pt x="9514" y="10268"/>
                </a:lnTo>
                <a:lnTo>
                  <a:pt x="9539" y="10512"/>
                </a:lnTo>
                <a:lnTo>
                  <a:pt x="9003" y="10901"/>
                </a:lnTo>
                <a:lnTo>
                  <a:pt x="8444" y="11290"/>
                </a:lnTo>
                <a:lnTo>
                  <a:pt x="8371" y="11339"/>
                </a:lnTo>
                <a:lnTo>
                  <a:pt x="7762" y="11704"/>
                </a:lnTo>
                <a:lnTo>
                  <a:pt x="7762" y="11704"/>
                </a:lnTo>
                <a:lnTo>
                  <a:pt x="7811" y="11558"/>
                </a:lnTo>
                <a:lnTo>
                  <a:pt x="7835" y="11388"/>
                </a:lnTo>
                <a:lnTo>
                  <a:pt x="7884" y="11071"/>
                </a:lnTo>
                <a:lnTo>
                  <a:pt x="7981" y="10268"/>
                </a:lnTo>
                <a:lnTo>
                  <a:pt x="7957" y="10244"/>
                </a:lnTo>
                <a:lnTo>
                  <a:pt x="7933" y="10244"/>
                </a:lnTo>
                <a:lnTo>
                  <a:pt x="7908" y="10268"/>
                </a:lnTo>
                <a:lnTo>
                  <a:pt x="7738" y="11023"/>
                </a:lnTo>
                <a:lnTo>
                  <a:pt x="7665" y="11388"/>
                </a:lnTo>
                <a:lnTo>
                  <a:pt x="7641" y="11558"/>
                </a:lnTo>
                <a:lnTo>
                  <a:pt x="7665" y="11728"/>
                </a:lnTo>
                <a:lnTo>
                  <a:pt x="7665" y="11753"/>
                </a:lnTo>
                <a:lnTo>
                  <a:pt x="7178" y="12069"/>
                </a:lnTo>
                <a:lnTo>
                  <a:pt x="7227" y="11753"/>
                </a:lnTo>
                <a:lnTo>
                  <a:pt x="7227" y="11436"/>
                </a:lnTo>
                <a:lnTo>
                  <a:pt x="7203" y="10804"/>
                </a:lnTo>
                <a:lnTo>
                  <a:pt x="7203" y="10779"/>
                </a:lnTo>
                <a:lnTo>
                  <a:pt x="7178" y="10779"/>
                </a:lnTo>
                <a:lnTo>
                  <a:pt x="7154" y="10804"/>
                </a:lnTo>
                <a:lnTo>
                  <a:pt x="7105" y="11461"/>
                </a:lnTo>
                <a:lnTo>
                  <a:pt x="7081" y="11777"/>
                </a:lnTo>
                <a:lnTo>
                  <a:pt x="7105" y="12118"/>
                </a:lnTo>
                <a:lnTo>
                  <a:pt x="6886" y="12239"/>
                </a:lnTo>
                <a:lnTo>
                  <a:pt x="6667" y="12385"/>
                </a:lnTo>
                <a:lnTo>
                  <a:pt x="6692" y="12191"/>
                </a:lnTo>
                <a:lnTo>
                  <a:pt x="6716" y="11728"/>
                </a:lnTo>
                <a:lnTo>
                  <a:pt x="6716" y="11290"/>
                </a:lnTo>
                <a:lnTo>
                  <a:pt x="6692" y="11266"/>
                </a:lnTo>
                <a:lnTo>
                  <a:pt x="6667" y="11242"/>
                </a:lnTo>
                <a:lnTo>
                  <a:pt x="6643" y="11242"/>
                </a:lnTo>
                <a:lnTo>
                  <a:pt x="6619" y="11266"/>
                </a:lnTo>
                <a:lnTo>
                  <a:pt x="6546" y="11655"/>
                </a:lnTo>
                <a:lnTo>
                  <a:pt x="6497" y="12045"/>
                </a:lnTo>
                <a:lnTo>
                  <a:pt x="6448" y="12337"/>
                </a:lnTo>
                <a:lnTo>
                  <a:pt x="6424" y="12458"/>
                </a:lnTo>
                <a:lnTo>
                  <a:pt x="6424" y="12604"/>
                </a:lnTo>
                <a:lnTo>
                  <a:pt x="6375" y="12580"/>
                </a:lnTo>
                <a:lnTo>
                  <a:pt x="6302" y="12580"/>
                </a:lnTo>
                <a:lnTo>
                  <a:pt x="6254" y="12604"/>
                </a:lnTo>
                <a:lnTo>
                  <a:pt x="6229" y="12677"/>
                </a:lnTo>
                <a:lnTo>
                  <a:pt x="6181" y="12848"/>
                </a:lnTo>
                <a:lnTo>
                  <a:pt x="6181" y="12994"/>
                </a:lnTo>
                <a:lnTo>
                  <a:pt x="6205" y="13140"/>
                </a:lnTo>
                <a:lnTo>
                  <a:pt x="6229" y="13310"/>
                </a:lnTo>
                <a:lnTo>
                  <a:pt x="6473" y="14429"/>
                </a:lnTo>
                <a:lnTo>
                  <a:pt x="6692" y="15549"/>
                </a:lnTo>
                <a:lnTo>
                  <a:pt x="6740" y="15914"/>
                </a:lnTo>
                <a:lnTo>
                  <a:pt x="6765" y="16108"/>
                </a:lnTo>
                <a:lnTo>
                  <a:pt x="6838" y="16303"/>
                </a:lnTo>
                <a:lnTo>
                  <a:pt x="6716" y="16352"/>
                </a:lnTo>
                <a:lnTo>
                  <a:pt x="6594" y="16449"/>
                </a:lnTo>
                <a:lnTo>
                  <a:pt x="6351" y="16619"/>
                </a:lnTo>
                <a:lnTo>
                  <a:pt x="6132" y="16084"/>
                </a:lnTo>
                <a:lnTo>
                  <a:pt x="5889" y="15549"/>
                </a:lnTo>
                <a:lnTo>
                  <a:pt x="5353" y="14502"/>
                </a:lnTo>
                <a:lnTo>
                  <a:pt x="5110" y="14040"/>
                </a:lnTo>
                <a:lnTo>
                  <a:pt x="4867" y="13602"/>
                </a:lnTo>
                <a:lnTo>
                  <a:pt x="4721" y="13383"/>
                </a:lnTo>
                <a:lnTo>
                  <a:pt x="4550" y="13188"/>
                </a:lnTo>
                <a:lnTo>
                  <a:pt x="4380" y="12994"/>
                </a:lnTo>
                <a:lnTo>
                  <a:pt x="4185" y="12799"/>
                </a:lnTo>
                <a:lnTo>
                  <a:pt x="4015" y="12653"/>
                </a:lnTo>
                <a:lnTo>
                  <a:pt x="3820" y="12531"/>
                </a:lnTo>
                <a:lnTo>
                  <a:pt x="3431" y="12312"/>
                </a:lnTo>
                <a:lnTo>
                  <a:pt x="3017" y="12118"/>
                </a:lnTo>
                <a:lnTo>
                  <a:pt x="2579" y="11923"/>
                </a:lnTo>
                <a:lnTo>
                  <a:pt x="2093" y="11777"/>
                </a:lnTo>
                <a:lnTo>
                  <a:pt x="1606" y="11607"/>
                </a:lnTo>
                <a:lnTo>
                  <a:pt x="1168" y="11412"/>
                </a:lnTo>
                <a:lnTo>
                  <a:pt x="730" y="11217"/>
                </a:lnTo>
                <a:lnTo>
                  <a:pt x="779" y="11144"/>
                </a:lnTo>
                <a:lnTo>
                  <a:pt x="901" y="10974"/>
                </a:lnTo>
                <a:lnTo>
                  <a:pt x="1047" y="10804"/>
                </a:lnTo>
                <a:lnTo>
                  <a:pt x="1120" y="10828"/>
                </a:lnTo>
                <a:lnTo>
                  <a:pt x="1582" y="10877"/>
                </a:lnTo>
                <a:lnTo>
                  <a:pt x="2068" y="10925"/>
                </a:lnTo>
                <a:lnTo>
                  <a:pt x="2531" y="10950"/>
                </a:lnTo>
                <a:lnTo>
                  <a:pt x="2993" y="11023"/>
                </a:lnTo>
                <a:lnTo>
                  <a:pt x="3431" y="11120"/>
                </a:lnTo>
                <a:lnTo>
                  <a:pt x="3845" y="11242"/>
                </a:lnTo>
                <a:lnTo>
                  <a:pt x="4258" y="11363"/>
                </a:lnTo>
                <a:lnTo>
                  <a:pt x="4696" y="11485"/>
                </a:lnTo>
                <a:lnTo>
                  <a:pt x="4769" y="11485"/>
                </a:lnTo>
                <a:lnTo>
                  <a:pt x="4842" y="11461"/>
                </a:lnTo>
                <a:lnTo>
                  <a:pt x="4915" y="11412"/>
                </a:lnTo>
                <a:lnTo>
                  <a:pt x="4940" y="11339"/>
                </a:lnTo>
                <a:lnTo>
                  <a:pt x="4964" y="11290"/>
                </a:lnTo>
                <a:lnTo>
                  <a:pt x="4964" y="11217"/>
                </a:lnTo>
                <a:lnTo>
                  <a:pt x="4915" y="11144"/>
                </a:lnTo>
                <a:lnTo>
                  <a:pt x="4867" y="11096"/>
                </a:lnTo>
                <a:lnTo>
                  <a:pt x="4794" y="11071"/>
                </a:lnTo>
                <a:lnTo>
                  <a:pt x="4891" y="10974"/>
                </a:lnTo>
                <a:lnTo>
                  <a:pt x="4988" y="10852"/>
                </a:lnTo>
                <a:lnTo>
                  <a:pt x="5134" y="10609"/>
                </a:lnTo>
                <a:lnTo>
                  <a:pt x="6059" y="9393"/>
                </a:lnTo>
                <a:lnTo>
                  <a:pt x="7081" y="8079"/>
                </a:lnTo>
                <a:lnTo>
                  <a:pt x="7519" y="7543"/>
                </a:lnTo>
                <a:lnTo>
                  <a:pt x="7738" y="7276"/>
                </a:lnTo>
                <a:lnTo>
                  <a:pt x="7811" y="7130"/>
                </a:lnTo>
                <a:lnTo>
                  <a:pt x="7884" y="6959"/>
                </a:lnTo>
                <a:lnTo>
                  <a:pt x="7908" y="6959"/>
                </a:lnTo>
                <a:lnTo>
                  <a:pt x="7981" y="6935"/>
                </a:lnTo>
                <a:lnTo>
                  <a:pt x="8030" y="6911"/>
                </a:lnTo>
                <a:lnTo>
                  <a:pt x="8103" y="6886"/>
                </a:lnTo>
                <a:lnTo>
                  <a:pt x="8152" y="6813"/>
                </a:lnTo>
                <a:lnTo>
                  <a:pt x="8176" y="6740"/>
                </a:lnTo>
                <a:lnTo>
                  <a:pt x="8176" y="6667"/>
                </a:lnTo>
                <a:lnTo>
                  <a:pt x="8176" y="6594"/>
                </a:lnTo>
                <a:lnTo>
                  <a:pt x="8127" y="6546"/>
                </a:lnTo>
                <a:lnTo>
                  <a:pt x="8298" y="6327"/>
                </a:lnTo>
                <a:lnTo>
                  <a:pt x="8419" y="6181"/>
                </a:lnTo>
                <a:lnTo>
                  <a:pt x="8541" y="6035"/>
                </a:lnTo>
                <a:lnTo>
                  <a:pt x="8590" y="5962"/>
                </a:lnTo>
                <a:lnTo>
                  <a:pt x="8638" y="5889"/>
                </a:lnTo>
                <a:lnTo>
                  <a:pt x="8638" y="5791"/>
                </a:lnTo>
                <a:lnTo>
                  <a:pt x="8638" y="5718"/>
                </a:lnTo>
                <a:lnTo>
                  <a:pt x="8614" y="5718"/>
                </a:lnTo>
                <a:lnTo>
                  <a:pt x="8541" y="5694"/>
                </a:lnTo>
                <a:lnTo>
                  <a:pt x="8468" y="5718"/>
                </a:lnTo>
                <a:lnTo>
                  <a:pt x="8395" y="5767"/>
                </a:lnTo>
                <a:lnTo>
                  <a:pt x="8322" y="5840"/>
                </a:lnTo>
                <a:lnTo>
                  <a:pt x="8200" y="5962"/>
                </a:lnTo>
                <a:lnTo>
                  <a:pt x="8079" y="6083"/>
                </a:lnTo>
                <a:lnTo>
                  <a:pt x="7811" y="6375"/>
                </a:lnTo>
                <a:lnTo>
                  <a:pt x="6838" y="5913"/>
                </a:lnTo>
                <a:lnTo>
                  <a:pt x="5864" y="5426"/>
                </a:lnTo>
                <a:lnTo>
                  <a:pt x="6010" y="5280"/>
                </a:lnTo>
                <a:lnTo>
                  <a:pt x="6132" y="5110"/>
                </a:lnTo>
                <a:lnTo>
                  <a:pt x="6327" y="4842"/>
                </a:lnTo>
                <a:lnTo>
                  <a:pt x="6400" y="4721"/>
                </a:lnTo>
                <a:lnTo>
                  <a:pt x="6473" y="4575"/>
                </a:lnTo>
                <a:lnTo>
                  <a:pt x="6911" y="4818"/>
                </a:lnTo>
                <a:lnTo>
                  <a:pt x="7689" y="5280"/>
                </a:lnTo>
                <a:lnTo>
                  <a:pt x="7884" y="5402"/>
                </a:lnTo>
                <a:lnTo>
                  <a:pt x="8103" y="5475"/>
                </a:lnTo>
                <a:lnTo>
                  <a:pt x="8298" y="5572"/>
                </a:lnTo>
                <a:lnTo>
                  <a:pt x="8517" y="5621"/>
                </a:lnTo>
                <a:lnTo>
                  <a:pt x="8590" y="5597"/>
                </a:lnTo>
                <a:lnTo>
                  <a:pt x="8638" y="5572"/>
                </a:lnTo>
                <a:lnTo>
                  <a:pt x="8638" y="5499"/>
                </a:lnTo>
                <a:lnTo>
                  <a:pt x="8614" y="5426"/>
                </a:lnTo>
                <a:lnTo>
                  <a:pt x="8468" y="5305"/>
                </a:lnTo>
                <a:lnTo>
                  <a:pt x="8322" y="5183"/>
                </a:lnTo>
                <a:lnTo>
                  <a:pt x="7981" y="4964"/>
                </a:lnTo>
                <a:lnTo>
                  <a:pt x="7276" y="4599"/>
                </a:lnTo>
                <a:lnTo>
                  <a:pt x="5572" y="3674"/>
                </a:lnTo>
                <a:lnTo>
                  <a:pt x="4721" y="3236"/>
                </a:lnTo>
                <a:lnTo>
                  <a:pt x="3845" y="2798"/>
                </a:lnTo>
                <a:lnTo>
                  <a:pt x="3236" y="2433"/>
                </a:lnTo>
                <a:lnTo>
                  <a:pt x="2920" y="2263"/>
                </a:lnTo>
                <a:lnTo>
                  <a:pt x="2579" y="2117"/>
                </a:lnTo>
                <a:lnTo>
                  <a:pt x="2896" y="1850"/>
                </a:lnTo>
                <a:lnTo>
                  <a:pt x="3090" y="1704"/>
                </a:lnTo>
                <a:lnTo>
                  <a:pt x="3139" y="1606"/>
                </a:lnTo>
                <a:lnTo>
                  <a:pt x="3188" y="1509"/>
                </a:lnTo>
                <a:lnTo>
                  <a:pt x="3358" y="1606"/>
                </a:lnTo>
                <a:lnTo>
                  <a:pt x="3528" y="1704"/>
                </a:lnTo>
                <a:lnTo>
                  <a:pt x="3869" y="1874"/>
                </a:lnTo>
                <a:lnTo>
                  <a:pt x="4234" y="1996"/>
                </a:lnTo>
                <a:lnTo>
                  <a:pt x="4623" y="2117"/>
                </a:lnTo>
                <a:lnTo>
                  <a:pt x="5718" y="2433"/>
                </a:lnTo>
                <a:lnTo>
                  <a:pt x="6813" y="2750"/>
                </a:lnTo>
                <a:lnTo>
                  <a:pt x="8906" y="3334"/>
                </a:lnTo>
                <a:lnTo>
                  <a:pt x="9952" y="3601"/>
                </a:lnTo>
                <a:lnTo>
                  <a:pt x="11023" y="3820"/>
                </a:lnTo>
                <a:lnTo>
                  <a:pt x="11071" y="3845"/>
                </a:lnTo>
                <a:lnTo>
                  <a:pt x="11120" y="3869"/>
                </a:lnTo>
                <a:lnTo>
                  <a:pt x="11193" y="3845"/>
                </a:lnTo>
                <a:lnTo>
                  <a:pt x="11242" y="3820"/>
                </a:lnTo>
                <a:lnTo>
                  <a:pt x="11509" y="3553"/>
                </a:lnTo>
                <a:lnTo>
                  <a:pt x="11753" y="3236"/>
                </a:lnTo>
                <a:lnTo>
                  <a:pt x="11972" y="2920"/>
                </a:lnTo>
                <a:lnTo>
                  <a:pt x="12215" y="2628"/>
                </a:lnTo>
                <a:lnTo>
                  <a:pt x="12507" y="2336"/>
                </a:lnTo>
                <a:lnTo>
                  <a:pt x="12799" y="2044"/>
                </a:lnTo>
                <a:lnTo>
                  <a:pt x="13115" y="1777"/>
                </a:lnTo>
                <a:lnTo>
                  <a:pt x="13432" y="1533"/>
                </a:lnTo>
                <a:lnTo>
                  <a:pt x="13797" y="1266"/>
                </a:lnTo>
                <a:lnTo>
                  <a:pt x="14186" y="1022"/>
                </a:lnTo>
                <a:lnTo>
                  <a:pt x="14624" y="779"/>
                </a:lnTo>
                <a:lnTo>
                  <a:pt x="14867" y="682"/>
                </a:lnTo>
                <a:lnTo>
                  <a:pt x="15086" y="584"/>
                </a:lnTo>
                <a:lnTo>
                  <a:pt x="15330" y="511"/>
                </a:lnTo>
                <a:lnTo>
                  <a:pt x="15549" y="463"/>
                </a:lnTo>
                <a:lnTo>
                  <a:pt x="15792" y="438"/>
                </a:lnTo>
                <a:close/>
                <a:moveTo>
                  <a:pt x="15987" y="0"/>
                </a:moveTo>
                <a:lnTo>
                  <a:pt x="15743" y="25"/>
                </a:lnTo>
                <a:lnTo>
                  <a:pt x="15500" y="49"/>
                </a:lnTo>
                <a:lnTo>
                  <a:pt x="15281" y="98"/>
                </a:lnTo>
                <a:lnTo>
                  <a:pt x="15038" y="171"/>
                </a:lnTo>
                <a:lnTo>
                  <a:pt x="14575" y="341"/>
                </a:lnTo>
                <a:lnTo>
                  <a:pt x="14137" y="560"/>
                </a:lnTo>
                <a:lnTo>
                  <a:pt x="13724" y="803"/>
                </a:lnTo>
                <a:lnTo>
                  <a:pt x="13286" y="1095"/>
                </a:lnTo>
                <a:lnTo>
                  <a:pt x="12896" y="1387"/>
                </a:lnTo>
                <a:lnTo>
                  <a:pt x="12483" y="1728"/>
                </a:lnTo>
                <a:lnTo>
                  <a:pt x="12118" y="2093"/>
                </a:lnTo>
                <a:lnTo>
                  <a:pt x="11850" y="2360"/>
                </a:lnTo>
                <a:lnTo>
                  <a:pt x="11582" y="2677"/>
                </a:lnTo>
                <a:lnTo>
                  <a:pt x="11315" y="2993"/>
                </a:lnTo>
                <a:lnTo>
                  <a:pt x="11193" y="3163"/>
                </a:lnTo>
                <a:lnTo>
                  <a:pt x="11096" y="3358"/>
                </a:lnTo>
                <a:lnTo>
                  <a:pt x="10122" y="3066"/>
                </a:lnTo>
                <a:lnTo>
                  <a:pt x="9125" y="2798"/>
                </a:lnTo>
                <a:lnTo>
                  <a:pt x="8127" y="2555"/>
                </a:lnTo>
                <a:lnTo>
                  <a:pt x="7130" y="2287"/>
                </a:lnTo>
                <a:lnTo>
                  <a:pt x="5134" y="1704"/>
                </a:lnTo>
                <a:lnTo>
                  <a:pt x="4623" y="1558"/>
                </a:lnTo>
                <a:lnTo>
                  <a:pt x="4137" y="1412"/>
                </a:lnTo>
                <a:lnTo>
                  <a:pt x="3893" y="1363"/>
                </a:lnTo>
                <a:lnTo>
                  <a:pt x="3626" y="1314"/>
                </a:lnTo>
                <a:lnTo>
                  <a:pt x="3382" y="1290"/>
                </a:lnTo>
                <a:lnTo>
                  <a:pt x="3115" y="1314"/>
                </a:lnTo>
                <a:lnTo>
                  <a:pt x="3066" y="1290"/>
                </a:lnTo>
                <a:lnTo>
                  <a:pt x="2993" y="1266"/>
                </a:lnTo>
                <a:lnTo>
                  <a:pt x="2920" y="1266"/>
                </a:lnTo>
                <a:lnTo>
                  <a:pt x="2774" y="1314"/>
                </a:lnTo>
                <a:lnTo>
                  <a:pt x="2677" y="1387"/>
                </a:lnTo>
                <a:lnTo>
                  <a:pt x="2555" y="1485"/>
                </a:lnTo>
                <a:lnTo>
                  <a:pt x="2287" y="1728"/>
                </a:lnTo>
                <a:lnTo>
                  <a:pt x="2044" y="1971"/>
                </a:lnTo>
                <a:lnTo>
                  <a:pt x="1825" y="2239"/>
                </a:lnTo>
                <a:lnTo>
                  <a:pt x="1704" y="2433"/>
                </a:lnTo>
                <a:lnTo>
                  <a:pt x="1606" y="2628"/>
                </a:lnTo>
                <a:lnTo>
                  <a:pt x="1582" y="2652"/>
                </a:lnTo>
                <a:lnTo>
                  <a:pt x="1558" y="2701"/>
                </a:lnTo>
                <a:lnTo>
                  <a:pt x="1558" y="2750"/>
                </a:lnTo>
                <a:lnTo>
                  <a:pt x="1582" y="2823"/>
                </a:lnTo>
                <a:lnTo>
                  <a:pt x="1704" y="2993"/>
                </a:lnTo>
                <a:lnTo>
                  <a:pt x="1850" y="3188"/>
                </a:lnTo>
                <a:lnTo>
                  <a:pt x="1995" y="3358"/>
                </a:lnTo>
                <a:lnTo>
                  <a:pt x="2166" y="3528"/>
                </a:lnTo>
                <a:lnTo>
                  <a:pt x="2531" y="3820"/>
                </a:lnTo>
                <a:lnTo>
                  <a:pt x="2896" y="4112"/>
                </a:lnTo>
                <a:lnTo>
                  <a:pt x="3261" y="4404"/>
                </a:lnTo>
                <a:lnTo>
                  <a:pt x="3650" y="4672"/>
                </a:lnTo>
                <a:lnTo>
                  <a:pt x="4429" y="5207"/>
                </a:lnTo>
                <a:lnTo>
                  <a:pt x="5159" y="5645"/>
                </a:lnTo>
                <a:lnTo>
                  <a:pt x="5913" y="6083"/>
                </a:lnTo>
                <a:lnTo>
                  <a:pt x="6692" y="6448"/>
                </a:lnTo>
                <a:lnTo>
                  <a:pt x="7470" y="6789"/>
                </a:lnTo>
                <a:lnTo>
                  <a:pt x="7470" y="6813"/>
                </a:lnTo>
                <a:lnTo>
                  <a:pt x="7446" y="6862"/>
                </a:lnTo>
                <a:lnTo>
                  <a:pt x="7446" y="6911"/>
                </a:lnTo>
                <a:lnTo>
                  <a:pt x="7251" y="7105"/>
                </a:lnTo>
                <a:lnTo>
                  <a:pt x="7081" y="7324"/>
                </a:lnTo>
                <a:lnTo>
                  <a:pt x="6740" y="7762"/>
                </a:lnTo>
                <a:lnTo>
                  <a:pt x="5913" y="8857"/>
                </a:lnTo>
                <a:lnTo>
                  <a:pt x="4988" y="10074"/>
                </a:lnTo>
                <a:lnTo>
                  <a:pt x="4672" y="10463"/>
                </a:lnTo>
                <a:lnTo>
                  <a:pt x="4526" y="10682"/>
                </a:lnTo>
                <a:lnTo>
                  <a:pt x="4477" y="10779"/>
                </a:lnTo>
                <a:lnTo>
                  <a:pt x="4453" y="10901"/>
                </a:lnTo>
                <a:lnTo>
                  <a:pt x="4088" y="10779"/>
                </a:lnTo>
                <a:lnTo>
                  <a:pt x="3699" y="10682"/>
                </a:lnTo>
                <a:lnTo>
                  <a:pt x="2944" y="10536"/>
                </a:lnTo>
                <a:lnTo>
                  <a:pt x="2506" y="10463"/>
                </a:lnTo>
                <a:lnTo>
                  <a:pt x="2044" y="10439"/>
                </a:lnTo>
                <a:lnTo>
                  <a:pt x="1582" y="10414"/>
                </a:lnTo>
                <a:lnTo>
                  <a:pt x="1144" y="10439"/>
                </a:lnTo>
                <a:lnTo>
                  <a:pt x="1095" y="10414"/>
                </a:lnTo>
                <a:lnTo>
                  <a:pt x="1047" y="10414"/>
                </a:lnTo>
                <a:lnTo>
                  <a:pt x="949" y="10439"/>
                </a:lnTo>
                <a:lnTo>
                  <a:pt x="876" y="10463"/>
                </a:lnTo>
                <a:lnTo>
                  <a:pt x="682" y="10560"/>
                </a:lnTo>
                <a:lnTo>
                  <a:pt x="536" y="10706"/>
                </a:lnTo>
                <a:lnTo>
                  <a:pt x="390" y="10901"/>
                </a:lnTo>
                <a:lnTo>
                  <a:pt x="268" y="11096"/>
                </a:lnTo>
                <a:lnTo>
                  <a:pt x="171" y="11290"/>
                </a:lnTo>
                <a:lnTo>
                  <a:pt x="73" y="11485"/>
                </a:lnTo>
                <a:lnTo>
                  <a:pt x="25" y="11655"/>
                </a:lnTo>
                <a:lnTo>
                  <a:pt x="0" y="11728"/>
                </a:lnTo>
                <a:lnTo>
                  <a:pt x="0" y="11777"/>
                </a:lnTo>
                <a:lnTo>
                  <a:pt x="25" y="11850"/>
                </a:lnTo>
                <a:lnTo>
                  <a:pt x="73" y="11874"/>
                </a:lnTo>
                <a:lnTo>
                  <a:pt x="146" y="11947"/>
                </a:lnTo>
                <a:lnTo>
                  <a:pt x="268" y="11947"/>
                </a:lnTo>
                <a:lnTo>
                  <a:pt x="414" y="12069"/>
                </a:lnTo>
                <a:lnTo>
                  <a:pt x="584" y="12166"/>
                </a:lnTo>
                <a:lnTo>
                  <a:pt x="949" y="12361"/>
                </a:lnTo>
                <a:lnTo>
                  <a:pt x="1509" y="12653"/>
                </a:lnTo>
                <a:lnTo>
                  <a:pt x="2093" y="12921"/>
                </a:lnTo>
                <a:lnTo>
                  <a:pt x="2604" y="13188"/>
                </a:lnTo>
                <a:lnTo>
                  <a:pt x="3115" y="13480"/>
                </a:lnTo>
                <a:lnTo>
                  <a:pt x="3309" y="13578"/>
                </a:lnTo>
                <a:lnTo>
                  <a:pt x="3455" y="13724"/>
                </a:lnTo>
                <a:lnTo>
                  <a:pt x="3650" y="13821"/>
                </a:lnTo>
                <a:lnTo>
                  <a:pt x="3747" y="13845"/>
                </a:lnTo>
                <a:lnTo>
                  <a:pt x="3845" y="13870"/>
                </a:lnTo>
                <a:lnTo>
                  <a:pt x="3845" y="13967"/>
                </a:lnTo>
                <a:lnTo>
                  <a:pt x="3869" y="14089"/>
                </a:lnTo>
                <a:lnTo>
                  <a:pt x="3942" y="14186"/>
                </a:lnTo>
                <a:lnTo>
                  <a:pt x="4015" y="14283"/>
                </a:lnTo>
                <a:lnTo>
                  <a:pt x="4112" y="14381"/>
                </a:lnTo>
                <a:lnTo>
                  <a:pt x="4185" y="14527"/>
                </a:lnTo>
                <a:lnTo>
                  <a:pt x="4307" y="14819"/>
                </a:lnTo>
                <a:lnTo>
                  <a:pt x="4429" y="15135"/>
                </a:lnTo>
                <a:lnTo>
                  <a:pt x="4526" y="15427"/>
                </a:lnTo>
                <a:lnTo>
                  <a:pt x="4818" y="15938"/>
                </a:lnTo>
                <a:lnTo>
                  <a:pt x="5110" y="16449"/>
                </a:lnTo>
                <a:lnTo>
                  <a:pt x="5378" y="16887"/>
                </a:lnTo>
                <a:lnTo>
                  <a:pt x="5548" y="17082"/>
                </a:lnTo>
                <a:lnTo>
                  <a:pt x="5645" y="17179"/>
                </a:lnTo>
                <a:lnTo>
                  <a:pt x="5743" y="17252"/>
                </a:lnTo>
                <a:lnTo>
                  <a:pt x="5743" y="17325"/>
                </a:lnTo>
                <a:lnTo>
                  <a:pt x="5767" y="17349"/>
                </a:lnTo>
                <a:lnTo>
                  <a:pt x="5864" y="17374"/>
                </a:lnTo>
                <a:lnTo>
                  <a:pt x="5937" y="17374"/>
                </a:lnTo>
                <a:lnTo>
                  <a:pt x="6010" y="17349"/>
                </a:lnTo>
                <a:lnTo>
                  <a:pt x="6108" y="17301"/>
                </a:lnTo>
                <a:lnTo>
                  <a:pt x="6254" y="17228"/>
                </a:lnTo>
                <a:lnTo>
                  <a:pt x="6400" y="17106"/>
                </a:lnTo>
                <a:lnTo>
                  <a:pt x="6789" y="16863"/>
                </a:lnTo>
                <a:lnTo>
                  <a:pt x="6984" y="16741"/>
                </a:lnTo>
                <a:lnTo>
                  <a:pt x="7057" y="16644"/>
                </a:lnTo>
                <a:lnTo>
                  <a:pt x="7130" y="16571"/>
                </a:lnTo>
                <a:lnTo>
                  <a:pt x="7203" y="16522"/>
                </a:lnTo>
                <a:lnTo>
                  <a:pt x="7251" y="16449"/>
                </a:lnTo>
                <a:lnTo>
                  <a:pt x="7276" y="16230"/>
                </a:lnTo>
                <a:lnTo>
                  <a:pt x="7276" y="16011"/>
                </a:lnTo>
                <a:lnTo>
                  <a:pt x="7203" y="15597"/>
                </a:lnTo>
                <a:lnTo>
                  <a:pt x="7008" y="14478"/>
                </a:lnTo>
                <a:lnTo>
                  <a:pt x="6886" y="13918"/>
                </a:lnTo>
                <a:lnTo>
                  <a:pt x="6765" y="13359"/>
                </a:lnTo>
                <a:lnTo>
                  <a:pt x="6692" y="13091"/>
                </a:lnTo>
                <a:lnTo>
                  <a:pt x="6667" y="12969"/>
                </a:lnTo>
                <a:lnTo>
                  <a:pt x="6594" y="12848"/>
                </a:lnTo>
                <a:lnTo>
                  <a:pt x="6813" y="12799"/>
                </a:lnTo>
                <a:lnTo>
                  <a:pt x="6984" y="12702"/>
                </a:lnTo>
                <a:lnTo>
                  <a:pt x="7373" y="12483"/>
                </a:lnTo>
                <a:lnTo>
                  <a:pt x="8614" y="11753"/>
                </a:lnTo>
                <a:lnTo>
                  <a:pt x="9149" y="11412"/>
                </a:lnTo>
                <a:lnTo>
                  <a:pt x="9660" y="11047"/>
                </a:lnTo>
                <a:lnTo>
                  <a:pt x="10171" y="10658"/>
                </a:lnTo>
                <a:lnTo>
                  <a:pt x="10414" y="10439"/>
                </a:lnTo>
                <a:lnTo>
                  <a:pt x="10633" y="10220"/>
                </a:lnTo>
                <a:lnTo>
                  <a:pt x="10755" y="10414"/>
                </a:lnTo>
                <a:lnTo>
                  <a:pt x="10877" y="10633"/>
                </a:lnTo>
                <a:lnTo>
                  <a:pt x="11120" y="10998"/>
                </a:lnTo>
                <a:lnTo>
                  <a:pt x="11655" y="11850"/>
                </a:lnTo>
                <a:lnTo>
                  <a:pt x="12191" y="12677"/>
                </a:lnTo>
                <a:lnTo>
                  <a:pt x="12750" y="13505"/>
                </a:lnTo>
                <a:lnTo>
                  <a:pt x="13286" y="14308"/>
                </a:lnTo>
                <a:lnTo>
                  <a:pt x="13870" y="15086"/>
                </a:lnTo>
                <a:lnTo>
                  <a:pt x="14478" y="15865"/>
                </a:lnTo>
                <a:lnTo>
                  <a:pt x="14551" y="15914"/>
                </a:lnTo>
                <a:lnTo>
                  <a:pt x="14624" y="15938"/>
                </a:lnTo>
                <a:lnTo>
                  <a:pt x="14721" y="15914"/>
                </a:lnTo>
                <a:lnTo>
                  <a:pt x="14794" y="15889"/>
                </a:lnTo>
                <a:lnTo>
                  <a:pt x="14867" y="15865"/>
                </a:lnTo>
                <a:lnTo>
                  <a:pt x="15086" y="15743"/>
                </a:lnTo>
                <a:lnTo>
                  <a:pt x="15281" y="15597"/>
                </a:lnTo>
                <a:lnTo>
                  <a:pt x="15646" y="15281"/>
                </a:lnTo>
                <a:lnTo>
                  <a:pt x="15841" y="15135"/>
                </a:lnTo>
                <a:lnTo>
                  <a:pt x="16011" y="14965"/>
                </a:lnTo>
                <a:lnTo>
                  <a:pt x="16157" y="14770"/>
                </a:lnTo>
                <a:lnTo>
                  <a:pt x="16254" y="14575"/>
                </a:lnTo>
                <a:lnTo>
                  <a:pt x="16279" y="14527"/>
                </a:lnTo>
                <a:lnTo>
                  <a:pt x="16327" y="14478"/>
                </a:lnTo>
                <a:lnTo>
                  <a:pt x="16352" y="14429"/>
                </a:lnTo>
                <a:lnTo>
                  <a:pt x="16352" y="14356"/>
                </a:lnTo>
                <a:lnTo>
                  <a:pt x="16352" y="14283"/>
                </a:lnTo>
                <a:lnTo>
                  <a:pt x="16084" y="13261"/>
                </a:lnTo>
                <a:lnTo>
                  <a:pt x="15768" y="12264"/>
                </a:lnTo>
                <a:lnTo>
                  <a:pt x="15111" y="10244"/>
                </a:lnTo>
                <a:lnTo>
                  <a:pt x="14478" y="8225"/>
                </a:lnTo>
                <a:lnTo>
                  <a:pt x="14113" y="7130"/>
                </a:lnTo>
                <a:lnTo>
                  <a:pt x="14016" y="6813"/>
                </a:lnTo>
                <a:lnTo>
                  <a:pt x="13943" y="6643"/>
                </a:lnTo>
                <a:lnTo>
                  <a:pt x="13870" y="6521"/>
                </a:lnTo>
                <a:lnTo>
                  <a:pt x="14186" y="6327"/>
                </a:lnTo>
                <a:lnTo>
                  <a:pt x="14478" y="6132"/>
                </a:lnTo>
                <a:lnTo>
                  <a:pt x="14794" y="5913"/>
                </a:lnTo>
                <a:lnTo>
                  <a:pt x="15062" y="5694"/>
                </a:lnTo>
                <a:lnTo>
                  <a:pt x="15330" y="5475"/>
                </a:lnTo>
                <a:lnTo>
                  <a:pt x="15597" y="5232"/>
                </a:lnTo>
                <a:lnTo>
                  <a:pt x="15865" y="4964"/>
                </a:lnTo>
                <a:lnTo>
                  <a:pt x="16108" y="4696"/>
                </a:lnTo>
                <a:lnTo>
                  <a:pt x="16157" y="4696"/>
                </a:lnTo>
                <a:lnTo>
                  <a:pt x="16181" y="4648"/>
                </a:lnTo>
                <a:lnTo>
                  <a:pt x="16181" y="4599"/>
                </a:lnTo>
                <a:lnTo>
                  <a:pt x="16449" y="4283"/>
                </a:lnTo>
                <a:lnTo>
                  <a:pt x="16692" y="3942"/>
                </a:lnTo>
                <a:lnTo>
                  <a:pt x="16911" y="3601"/>
                </a:lnTo>
                <a:lnTo>
                  <a:pt x="17130" y="3188"/>
                </a:lnTo>
                <a:lnTo>
                  <a:pt x="17325" y="2774"/>
                </a:lnTo>
                <a:lnTo>
                  <a:pt x="17422" y="2531"/>
                </a:lnTo>
                <a:lnTo>
                  <a:pt x="17495" y="2312"/>
                </a:lnTo>
                <a:lnTo>
                  <a:pt x="17544" y="2093"/>
                </a:lnTo>
                <a:lnTo>
                  <a:pt x="17568" y="1850"/>
                </a:lnTo>
                <a:lnTo>
                  <a:pt x="17593" y="1631"/>
                </a:lnTo>
                <a:lnTo>
                  <a:pt x="17568" y="1412"/>
                </a:lnTo>
                <a:lnTo>
                  <a:pt x="17544" y="1193"/>
                </a:lnTo>
                <a:lnTo>
                  <a:pt x="17471" y="998"/>
                </a:lnTo>
                <a:lnTo>
                  <a:pt x="17374" y="779"/>
                </a:lnTo>
                <a:lnTo>
                  <a:pt x="17228" y="609"/>
                </a:lnTo>
                <a:lnTo>
                  <a:pt x="17057" y="414"/>
                </a:lnTo>
                <a:lnTo>
                  <a:pt x="16863" y="268"/>
                </a:lnTo>
                <a:lnTo>
                  <a:pt x="16644" y="146"/>
                </a:lnTo>
                <a:lnTo>
                  <a:pt x="16425" y="73"/>
                </a:lnTo>
                <a:lnTo>
                  <a:pt x="16206" y="25"/>
                </a:lnTo>
                <a:lnTo>
                  <a:pt x="15987" y="0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0"/>
          <p:cNvSpPr/>
          <p:nvPr/>
        </p:nvSpPr>
        <p:spPr>
          <a:xfrm>
            <a:off x="1949139" y="2083193"/>
            <a:ext cx="374900" cy="211415"/>
          </a:xfrm>
          <a:custGeom>
            <a:rect b="b" l="l" r="r" t="t"/>
            <a:pathLst>
              <a:path extrusionOk="0" h="12240" w="21705">
                <a:moveTo>
                  <a:pt x="17544" y="4258"/>
                </a:moveTo>
                <a:lnTo>
                  <a:pt x="17811" y="4307"/>
                </a:lnTo>
                <a:lnTo>
                  <a:pt x="18055" y="4356"/>
                </a:lnTo>
                <a:lnTo>
                  <a:pt x="17957" y="4575"/>
                </a:lnTo>
                <a:lnTo>
                  <a:pt x="17860" y="4769"/>
                </a:lnTo>
                <a:lnTo>
                  <a:pt x="17714" y="5207"/>
                </a:lnTo>
                <a:lnTo>
                  <a:pt x="17617" y="5669"/>
                </a:lnTo>
                <a:lnTo>
                  <a:pt x="17495" y="6083"/>
                </a:lnTo>
                <a:lnTo>
                  <a:pt x="17373" y="6618"/>
                </a:lnTo>
                <a:lnTo>
                  <a:pt x="17276" y="7129"/>
                </a:lnTo>
                <a:lnTo>
                  <a:pt x="17130" y="7129"/>
                </a:lnTo>
                <a:lnTo>
                  <a:pt x="16570" y="5840"/>
                </a:lnTo>
                <a:lnTo>
                  <a:pt x="16011" y="4526"/>
                </a:lnTo>
                <a:lnTo>
                  <a:pt x="16278" y="4429"/>
                </a:lnTo>
                <a:lnTo>
                  <a:pt x="16522" y="4331"/>
                </a:lnTo>
                <a:lnTo>
                  <a:pt x="16789" y="4283"/>
                </a:lnTo>
                <a:lnTo>
                  <a:pt x="17033" y="4258"/>
                </a:lnTo>
                <a:close/>
                <a:moveTo>
                  <a:pt x="15451" y="4599"/>
                </a:moveTo>
                <a:lnTo>
                  <a:pt x="15962" y="5888"/>
                </a:lnTo>
                <a:lnTo>
                  <a:pt x="16497" y="7178"/>
                </a:lnTo>
                <a:lnTo>
                  <a:pt x="16205" y="6935"/>
                </a:lnTo>
                <a:lnTo>
                  <a:pt x="15938" y="6691"/>
                </a:lnTo>
                <a:lnTo>
                  <a:pt x="15597" y="6326"/>
                </a:lnTo>
                <a:lnTo>
                  <a:pt x="15281" y="5937"/>
                </a:lnTo>
                <a:lnTo>
                  <a:pt x="14940" y="5548"/>
                </a:lnTo>
                <a:lnTo>
                  <a:pt x="14745" y="5402"/>
                </a:lnTo>
                <a:lnTo>
                  <a:pt x="14551" y="5256"/>
                </a:lnTo>
                <a:lnTo>
                  <a:pt x="14770" y="5061"/>
                </a:lnTo>
                <a:lnTo>
                  <a:pt x="14989" y="4891"/>
                </a:lnTo>
                <a:lnTo>
                  <a:pt x="15208" y="4745"/>
                </a:lnTo>
                <a:lnTo>
                  <a:pt x="15451" y="4599"/>
                </a:lnTo>
                <a:close/>
                <a:moveTo>
                  <a:pt x="5012" y="4307"/>
                </a:moveTo>
                <a:lnTo>
                  <a:pt x="5353" y="4404"/>
                </a:lnTo>
                <a:lnTo>
                  <a:pt x="5669" y="4526"/>
                </a:lnTo>
                <a:lnTo>
                  <a:pt x="5986" y="4696"/>
                </a:lnTo>
                <a:lnTo>
                  <a:pt x="6302" y="4866"/>
                </a:lnTo>
                <a:lnTo>
                  <a:pt x="6059" y="5183"/>
                </a:lnTo>
                <a:lnTo>
                  <a:pt x="5304" y="6180"/>
                </a:lnTo>
                <a:lnTo>
                  <a:pt x="4550" y="7202"/>
                </a:lnTo>
                <a:lnTo>
                  <a:pt x="4501" y="7129"/>
                </a:lnTo>
                <a:lnTo>
                  <a:pt x="4453" y="7081"/>
                </a:lnTo>
                <a:lnTo>
                  <a:pt x="4599" y="6156"/>
                </a:lnTo>
                <a:lnTo>
                  <a:pt x="4793" y="5231"/>
                </a:lnTo>
                <a:lnTo>
                  <a:pt x="5012" y="4307"/>
                </a:lnTo>
                <a:close/>
                <a:moveTo>
                  <a:pt x="4234" y="4210"/>
                </a:moveTo>
                <a:lnTo>
                  <a:pt x="4720" y="4258"/>
                </a:lnTo>
                <a:lnTo>
                  <a:pt x="4477" y="5158"/>
                </a:lnTo>
                <a:lnTo>
                  <a:pt x="4282" y="6083"/>
                </a:lnTo>
                <a:lnTo>
                  <a:pt x="4185" y="6545"/>
                </a:lnTo>
                <a:lnTo>
                  <a:pt x="4112" y="7008"/>
                </a:lnTo>
                <a:lnTo>
                  <a:pt x="4088" y="7008"/>
                </a:lnTo>
                <a:lnTo>
                  <a:pt x="3991" y="6618"/>
                </a:lnTo>
                <a:lnTo>
                  <a:pt x="3869" y="6253"/>
                </a:lnTo>
                <a:lnTo>
                  <a:pt x="3747" y="5767"/>
                </a:lnTo>
                <a:lnTo>
                  <a:pt x="3577" y="5304"/>
                </a:lnTo>
                <a:lnTo>
                  <a:pt x="3358" y="4842"/>
                </a:lnTo>
                <a:lnTo>
                  <a:pt x="3139" y="4404"/>
                </a:lnTo>
                <a:lnTo>
                  <a:pt x="3090" y="4380"/>
                </a:lnTo>
                <a:lnTo>
                  <a:pt x="3066" y="4356"/>
                </a:lnTo>
                <a:lnTo>
                  <a:pt x="2993" y="4380"/>
                </a:lnTo>
                <a:lnTo>
                  <a:pt x="2944" y="4429"/>
                </a:lnTo>
                <a:lnTo>
                  <a:pt x="2920" y="4453"/>
                </a:lnTo>
                <a:lnTo>
                  <a:pt x="2920" y="4502"/>
                </a:lnTo>
                <a:lnTo>
                  <a:pt x="3261" y="5329"/>
                </a:lnTo>
                <a:lnTo>
                  <a:pt x="3407" y="5742"/>
                </a:lnTo>
                <a:lnTo>
                  <a:pt x="3553" y="6156"/>
                </a:lnTo>
                <a:lnTo>
                  <a:pt x="3674" y="6594"/>
                </a:lnTo>
                <a:lnTo>
                  <a:pt x="3796" y="7081"/>
                </a:lnTo>
                <a:lnTo>
                  <a:pt x="3601" y="7202"/>
                </a:lnTo>
                <a:lnTo>
                  <a:pt x="3431" y="7373"/>
                </a:lnTo>
                <a:lnTo>
                  <a:pt x="2944" y="7056"/>
                </a:lnTo>
                <a:lnTo>
                  <a:pt x="2701" y="6886"/>
                </a:lnTo>
                <a:lnTo>
                  <a:pt x="2482" y="6691"/>
                </a:lnTo>
                <a:lnTo>
                  <a:pt x="2190" y="6399"/>
                </a:lnTo>
                <a:lnTo>
                  <a:pt x="1922" y="6083"/>
                </a:lnTo>
                <a:lnTo>
                  <a:pt x="1630" y="5791"/>
                </a:lnTo>
                <a:lnTo>
                  <a:pt x="1484" y="5645"/>
                </a:lnTo>
                <a:lnTo>
                  <a:pt x="1314" y="5523"/>
                </a:lnTo>
                <a:lnTo>
                  <a:pt x="1484" y="5329"/>
                </a:lnTo>
                <a:lnTo>
                  <a:pt x="1655" y="5158"/>
                </a:lnTo>
                <a:lnTo>
                  <a:pt x="1849" y="4988"/>
                </a:lnTo>
                <a:lnTo>
                  <a:pt x="2044" y="4842"/>
                </a:lnTo>
                <a:lnTo>
                  <a:pt x="2239" y="4721"/>
                </a:lnTo>
                <a:lnTo>
                  <a:pt x="2433" y="4599"/>
                </a:lnTo>
                <a:lnTo>
                  <a:pt x="2652" y="4502"/>
                </a:lnTo>
                <a:lnTo>
                  <a:pt x="2871" y="4404"/>
                </a:lnTo>
                <a:lnTo>
                  <a:pt x="3090" y="4331"/>
                </a:lnTo>
                <a:lnTo>
                  <a:pt x="3309" y="4283"/>
                </a:lnTo>
                <a:lnTo>
                  <a:pt x="3553" y="4234"/>
                </a:lnTo>
                <a:lnTo>
                  <a:pt x="3772" y="4210"/>
                </a:lnTo>
                <a:close/>
                <a:moveTo>
                  <a:pt x="18152" y="4404"/>
                </a:moveTo>
                <a:lnTo>
                  <a:pt x="18395" y="4477"/>
                </a:lnTo>
                <a:lnTo>
                  <a:pt x="18639" y="4575"/>
                </a:lnTo>
                <a:lnTo>
                  <a:pt x="18858" y="4672"/>
                </a:lnTo>
                <a:lnTo>
                  <a:pt x="19077" y="4793"/>
                </a:lnTo>
                <a:lnTo>
                  <a:pt x="19515" y="5085"/>
                </a:lnTo>
                <a:lnTo>
                  <a:pt x="19904" y="5426"/>
                </a:lnTo>
                <a:lnTo>
                  <a:pt x="19588" y="5742"/>
                </a:lnTo>
                <a:lnTo>
                  <a:pt x="19247" y="6083"/>
                </a:lnTo>
                <a:lnTo>
                  <a:pt x="18931" y="6424"/>
                </a:lnTo>
                <a:lnTo>
                  <a:pt x="18614" y="6740"/>
                </a:lnTo>
                <a:lnTo>
                  <a:pt x="18201" y="7081"/>
                </a:lnTo>
                <a:lnTo>
                  <a:pt x="17787" y="7421"/>
                </a:lnTo>
                <a:lnTo>
                  <a:pt x="17665" y="7275"/>
                </a:lnTo>
                <a:lnTo>
                  <a:pt x="17495" y="7178"/>
                </a:lnTo>
                <a:lnTo>
                  <a:pt x="17592" y="6667"/>
                </a:lnTo>
                <a:lnTo>
                  <a:pt x="17690" y="6156"/>
                </a:lnTo>
                <a:lnTo>
                  <a:pt x="17811" y="5718"/>
                </a:lnTo>
                <a:lnTo>
                  <a:pt x="17933" y="5280"/>
                </a:lnTo>
                <a:lnTo>
                  <a:pt x="18055" y="4842"/>
                </a:lnTo>
                <a:lnTo>
                  <a:pt x="18152" y="4404"/>
                </a:lnTo>
                <a:close/>
                <a:moveTo>
                  <a:pt x="6691" y="5183"/>
                </a:moveTo>
                <a:lnTo>
                  <a:pt x="7056" y="5645"/>
                </a:lnTo>
                <a:lnTo>
                  <a:pt x="7227" y="5888"/>
                </a:lnTo>
                <a:lnTo>
                  <a:pt x="7373" y="6132"/>
                </a:lnTo>
                <a:lnTo>
                  <a:pt x="7227" y="6205"/>
                </a:lnTo>
                <a:lnTo>
                  <a:pt x="7056" y="6302"/>
                </a:lnTo>
                <a:lnTo>
                  <a:pt x="6764" y="6521"/>
                </a:lnTo>
                <a:lnTo>
                  <a:pt x="6326" y="6789"/>
                </a:lnTo>
                <a:lnTo>
                  <a:pt x="5864" y="7081"/>
                </a:lnTo>
                <a:lnTo>
                  <a:pt x="5621" y="7202"/>
                </a:lnTo>
                <a:lnTo>
                  <a:pt x="5377" y="7324"/>
                </a:lnTo>
                <a:lnTo>
                  <a:pt x="4891" y="7567"/>
                </a:lnTo>
                <a:lnTo>
                  <a:pt x="5645" y="6570"/>
                </a:lnTo>
                <a:lnTo>
                  <a:pt x="6375" y="5596"/>
                </a:lnTo>
                <a:lnTo>
                  <a:pt x="6691" y="5183"/>
                </a:lnTo>
                <a:close/>
                <a:moveTo>
                  <a:pt x="14526" y="5280"/>
                </a:moveTo>
                <a:lnTo>
                  <a:pt x="14599" y="5499"/>
                </a:lnTo>
                <a:lnTo>
                  <a:pt x="14721" y="5718"/>
                </a:lnTo>
                <a:lnTo>
                  <a:pt x="14867" y="5937"/>
                </a:lnTo>
                <a:lnTo>
                  <a:pt x="15037" y="6132"/>
                </a:lnTo>
                <a:lnTo>
                  <a:pt x="15402" y="6521"/>
                </a:lnTo>
                <a:lnTo>
                  <a:pt x="15743" y="6862"/>
                </a:lnTo>
                <a:lnTo>
                  <a:pt x="16084" y="7178"/>
                </a:lnTo>
                <a:lnTo>
                  <a:pt x="16424" y="7494"/>
                </a:lnTo>
                <a:lnTo>
                  <a:pt x="16327" y="7689"/>
                </a:lnTo>
                <a:lnTo>
                  <a:pt x="15719" y="7494"/>
                </a:lnTo>
                <a:lnTo>
                  <a:pt x="15402" y="7373"/>
                </a:lnTo>
                <a:lnTo>
                  <a:pt x="15110" y="7251"/>
                </a:lnTo>
                <a:lnTo>
                  <a:pt x="14745" y="7081"/>
                </a:lnTo>
                <a:lnTo>
                  <a:pt x="14380" y="6862"/>
                </a:lnTo>
                <a:lnTo>
                  <a:pt x="14015" y="6667"/>
                </a:lnTo>
                <a:lnTo>
                  <a:pt x="13821" y="6594"/>
                </a:lnTo>
                <a:lnTo>
                  <a:pt x="13626" y="6545"/>
                </a:lnTo>
                <a:lnTo>
                  <a:pt x="13796" y="6205"/>
                </a:lnTo>
                <a:lnTo>
                  <a:pt x="14015" y="5864"/>
                </a:lnTo>
                <a:lnTo>
                  <a:pt x="14259" y="5572"/>
                </a:lnTo>
                <a:lnTo>
                  <a:pt x="14526" y="5280"/>
                </a:lnTo>
                <a:close/>
                <a:moveTo>
                  <a:pt x="8395" y="3163"/>
                </a:moveTo>
                <a:lnTo>
                  <a:pt x="8735" y="3188"/>
                </a:lnTo>
                <a:lnTo>
                  <a:pt x="11461" y="3188"/>
                </a:lnTo>
                <a:lnTo>
                  <a:pt x="14332" y="3212"/>
                </a:lnTo>
                <a:lnTo>
                  <a:pt x="13407" y="4404"/>
                </a:lnTo>
                <a:lnTo>
                  <a:pt x="12434" y="5572"/>
                </a:lnTo>
                <a:lnTo>
                  <a:pt x="11363" y="6813"/>
                </a:lnTo>
                <a:lnTo>
                  <a:pt x="10925" y="7300"/>
                </a:lnTo>
                <a:lnTo>
                  <a:pt x="10706" y="7519"/>
                </a:lnTo>
                <a:lnTo>
                  <a:pt x="10512" y="7786"/>
                </a:lnTo>
                <a:lnTo>
                  <a:pt x="10098" y="6935"/>
                </a:lnTo>
                <a:lnTo>
                  <a:pt x="9684" y="6083"/>
                </a:lnTo>
                <a:lnTo>
                  <a:pt x="8930" y="4356"/>
                </a:lnTo>
                <a:lnTo>
                  <a:pt x="8395" y="3163"/>
                </a:lnTo>
                <a:close/>
                <a:moveTo>
                  <a:pt x="20171" y="5669"/>
                </a:moveTo>
                <a:lnTo>
                  <a:pt x="20366" y="5913"/>
                </a:lnTo>
                <a:lnTo>
                  <a:pt x="20561" y="6156"/>
                </a:lnTo>
                <a:lnTo>
                  <a:pt x="20755" y="6424"/>
                </a:lnTo>
                <a:lnTo>
                  <a:pt x="20901" y="6691"/>
                </a:lnTo>
                <a:lnTo>
                  <a:pt x="20999" y="6886"/>
                </a:lnTo>
                <a:lnTo>
                  <a:pt x="21096" y="7105"/>
                </a:lnTo>
                <a:lnTo>
                  <a:pt x="20658" y="7178"/>
                </a:lnTo>
                <a:lnTo>
                  <a:pt x="20244" y="7275"/>
                </a:lnTo>
                <a:lnTo>
                  <a:pt x="19393" y="7494"/>
                </a:lnTo>
                <a:lnTo>
                  <a:pt x="18687" y="7665"/>
                </a:lnTo>
                <a:lnTo>
                  <a:pt x="17982" y="7835"/>
                </a:lnTo>
                <a:lnTo>
                  <a:pt x="17957" y="7762"/>
                </a:lnTo>
                <a:lnTo>
                  <a:pt x="18420" y="7373"/>
                </a:lnTo>
                <a:lnTo>
                  <a:pt x="18858" y="6983"/>
                </a:lnTo>
                <a:lnTo>
                  <a:pt x="19198" y="6691"/>
                </a:lnTo>
                <a:lnTo>
                  <a:pt x="19539" y="6375"/>
                </a:lnTo>
                <a:lnTo>
                  <a:pt x="19880" y="6034"/>
                </a:lnTo>
                <a:lnTo>
                  <a:pt x="20171" y="5669"/>
                </a:lnTo>
                <a:close/>
                <a:moveTo>
                  <a:pt x="3942" y="7543"/>
                </a:moveTo>
                <a:lnTo>
                  <a:pt x="4015" y="7689"/>
                </a:lnTo>
                <a:lnTo>
                  <a:pt x="4088" y="7835"/>
                </a:lnTo>
                <a:lnTo>
                  <a:pt x="4088" y="7859"/>
                </a:lnTo>
                <a:lnTo>
                  <a:pt x="3820" y="7640"/>
                </a:lnTo>
                <a:lnTo>
                  <a:pt x="3942" y="7543"/>
                </a:lnTo>
                <a:close/>
                <a:moveTo>
                  <a:pt x="16741" y="7762"/>
                </a:moveTo>
                <a:lnTo>
                  <a:pt x="16765" y="7786"/>
                </a:lnTo>
                <a:lnTo>
                  <a:pt x="16814" y="7884"/>
                </a:lnTo>
                <a:lnTo>
                  <a:pt x="16692" y="7835"/>
                </a:lnTo>
                <a:lnTo>
                  <a:pt x="16741" y="7762"/>
                </a:lnTo>
                <a:close/>
                <a:moveTo>
                  <a:pt x="7957" y="3504"/>
                </a:moveTo>
                <a:lnTo>
                  <a:pt x="8297" y="4283"/>
                </a:lnTo>
                <a:lnTo>
                  <a:pt x="8711" y="5183"/>
                </a:lnTo>
                <a:lnTo>
                  <a:pt x="9125" y="6083"/>
                </a:lnTo>
                <a:lnTo>
                  <a:pt x="10001" y="7859"/>
                </a:lnTo>
                <a:lnTo>
                  <a:pt x="8443" y="7908"/>
                </a:lnTo>
                <a:lnTo>
                  <a:pt x="8443" y="7446"/>
                </a:lnTo>
                <a:lnTo>
                  <a:pt x="8395" y="6983"/>
                </a:lnTo>
                <a:lnTo>
                  <a:pt x="8297" y="6545"/>
                </a:lnTo>
                <a:lnTo>
                  <a:pt x="8151" y="6107"/>
                </a:lnTo>
                <a:lnTo>
                  <a:pt x="8054" y="5913"/>
                </a:lnTo>
                <a:lnTo>
                  <a:pt x="7957" y="5718"/>
                </a:lnTo>
                <a:lnTo>
                  <a:pt x="7835" y="5523"/>
                </a:lnTo>
                <a:lnTo>
                  <a:pt x="7689" y="5329"/>
                </a:lnTo>
                <a:lnTo>
                  <a:pt x="7567" y="5158"/>
                </a:lnTo>
                <a:lnTo>
                  <a:pt x="7397" y="5012"/>
                </a:lnTo>
                <a:lnTo>
                  <a:pt x="7227" y="4866"/>
                </a:lnTo>
                <a:lnTo>
                  <a:pt x="7056" y="4721"/>
                </a:lnTo>
                <a:lnTo>
                  <a:pt x="7324" y="4356"/>
                </a:lnTo>
                <a:lnTo>
                  <a:pt x="7665" y="3942"/>
                </a:lnTo>
                <a:lnTo>
                  <a:pt x="7835" y="3747"/>
                </a:lnTo>
                <a:lnTo>
                  <a:pt x="7957" y="3504"/>
                </a:lnTo>
                <a:close/>
                <a:moveTo>
                  <a:pt x="3699" y="7811"/>
                </a:moveTo>
                <a:lnTo>
                  <a:pt x="4063" y="7932"/>
                </a:lnTo>
                <a:lnTo>
                  <a:pt x="4063" y="7957"/>
                </a:lnTo>
                <a:lnTo>
                  <a:pt x="3869" y="7908"/>
                </a:lnTo>
                <a:lnTo>
                  <a:pt x="3650" y="7884"/>
                </a:lnTo>
                <a:lnTo>
                  <a:pt x="3699" y="7811"/>
                </a:lnTo>
                <a:close/>
                <a:moveTo>
                  <a:pt x="7543" y="6424"/>
                </a:moveTo>
                <a:lnTo>
                  <a:pt x="7640" y="6643"/>
                </a:lnTo>
                <a:lnTo>
                  <a:pt x="7713" y="6862"/>
                </a:lnTo>
                <a:lnTo>
                  <a:pt x="7786" y="7129"/>
                </a:lnTo>
                <a:lnTo>
                  <a:pt x="7835" y="7397"/>
                </a:lnTo>
                <a:lnTo>
                  <a:pt x="7884" y="7932"/>
                </a:lnTo>
                <a:lnTo>
                  <a:pt x="7300" y="7932"/>
                </a:lnTo>
                <a:lnTo>
                  <a:pt x="5742" y="7957"/>
                </a:lnTo>
                <a:lnTo>
                  <a:pt x="4988" y="7932"/>
                </a:lnTo>
                <a:lnTo>
                  <a:pt x="4988" y="7884"/>
                </a:lnTo>
                <a:lnTo>
                  <a:pt x="5256" y="7762"/>
                </a:lnTo>
                <a:lnTo>
                  <a:pt x="5523" y="7616"/>
                </a:lnTo>
                <a:lnTo>
                  <a:pt x="6034" y="7348"/>
                </a:lnTo>
                <a:lnTo>
                  <a:pt x="6399" y="7178"/>
                </a:lnTo>
                <a:lnTo>
                  <a:pt x="6813" y="6959"/>
                </a:lnTo>
                <a:lnTo>
                  <a:pt x="7202" y="6716"/>
                </a:lnTo>
                <a:lnTo>
                  <a:pt x="7373" y="6570"/>
                </a:lnTo>
                <a:lnTo>
                  <a:pt x="7543" y="6424"/>
                </a:lnTo>
                <a:close/>
                <a:moveTo>
                  <a:pt x="3845" y="8127"/>
                </a:moveTo>
                <a:lnTo>
                  <a:pt x="3674" y="8224"/>
                </a:lnTo>
                <a:lnTo>
                  <a:pt x="3650" y="8200"/>
                </a:lnTo>
                <a:lnTo>
                  <a:pt x="3845" y="8127"/>
                </a:lnTo>
                <a:close/>
                <a:moveTo>
                  <a:pt x="1144" y="5767"/>
                </a:moveTo>
                <a:lnTo>
                  <a:pt x="1338" y="5913"/>
                </a:lnTo>
                <a:lnTo>
                  <a:pt x="1509" y="6059"/>
                </a:lnTo>
                <a:lnTo>
                  <a:pt x="1849" y="6424"/>
                </a:lnTo>
                <a:lnTo>
                  <a:pt x="2166" y="6764"/>
                </a:lnTo>
                <a:lnTo>
                  <a:pt x="2336" y="6935"/>
                </a:lnTo>
                <a:lnTo>
                  <a:pt x="2506" y="7105"/>
                </a:lnTo>
                <a:lnTo>
                  <a:pt x="2871" y="7373"/>
                </a:lnTo>
                <a:lnTo>
                  <a:pt x="3261" y="7616"/>
                </a:lnTo>
                <a:lnTo>
                  <a:pt x="3188" y="7786"/>
                </a:lnTo>
                <a:lnTo>
                  <a:pt x="3163" y="7932"/>
                </a:lnTo>
                <a:lnTo>
                  <a:pt x="2725" y="8030"/>
                </a:lnTo>
                <a:lnTo>
                  <a:pt x="2312" y="8103"/>
                </a:lnTo>
                <a:lnTo>
                  <a:pt x="1411" y="8224"/>
                </a:lnTo>
                <a:lnTo>
                  <a:pt x="973" y="8273"/>
                </a:lnTo>
                <a:lnTo>
                  <a:pt x="535" y="8370"/>
                </a:lnTo>
                <a:lnTo>
                  <a:pt x="511" y="8030"/>
                </a:lnTo>
                <a:lnTo>
                  <a:pt x="535" y="7665"/>
                </a:lnTo>
                <a:lnTo>
                  <a:pt x="560" y="7324"/>
                </a:lnTo>
                <a:lnTo>
                  <a:pt x="633" y="7008"/>
                </a:lnTo>
                <a:lnTo>
                  <a:pt x="730" y="6667"/>
                </a:lnTo>
                <a:lnTo>
                  <a:pt x="852" y="6351"/>
                </a:lnTo>
                <a:lnTo>
                  <a:pt x="973" y="6034"/>
                </a:lnTo>
                <a:lnTo>
                  <a:pt x="1144" y="5767"/>
                </a:lnTo>
                <a:close/>
                <a:moveTo>
                  <a:pt x="4477" y="8273"/>
                </a:moveTo>
                <a:lnTo>
                  <a:pt x="4526" y="8322"/>
                </a:lnTo>
                <a:lnTo>
                  <a:pt x="4501" y="8370"/>
                </a:lnTo>
                <a:lnTo>
                  <a:pt x="4453" y="8273"/>
                </a:lnTo>
                <a:close/>
                <a:moveTo>
                  <a:pt x="3942" y="8176"/>
                </a:moveTo>
                <a:lnTo>
                  <a:pt x="3820" y="8395"/>
                </a:lnTo>
                <a:lnTo>
                  <a:pt x="3747" y="8346"/>
                </a:lnTo>
                <a:lnTo>
                  <a:pt x="3942" y="8176"/>
                </a:lnTo>
                <a:close/>
                <a:moveTo>
                  <a:pt x="4112" y="8151"/>
                </a:moveTo>
                <a:lnTo>
                  <a:pt x="4136" y="8176"/>
                </a:lnTo>
                <a:lnTo>
                  <a:pt x="4063" y="8492"/>
                </a:lnTo>
                <a:lnTo>
                  <a:pt x="4039" y="8492"/>
                </a:lnTo>
                <a:lnTo>
                  <a:pt x="4112" y="8151"/>
                </a:lnTo>
                <a:close/>
                <a:moveTo>
                  <a:pt x="4234" y="8224"/>
                </a:moveTo>
                <a:lnTo>
                  <a:pt x="4380" y="8249"/>
                </a:lnTo>
                <a:lnTo>
                  <a:pt x="4428" y="8443"/>
                </a:lnTo>
                <a:lnTo>
                  <a:pt x="4355" y="8468"/>
                </a:lnTo>
                <a:lnTo>
                  <a:pt x="4282" y="8492"/>
                </a:lnTo>
                <a:lnTo>
                  <a:pt x="4234" y="8224"/>
                </a:lnTo>
                <a:close/>
                <a:moveTo>
                  <a:pt x="17349" y="8370"/>
                </a:moveTo>
                <a:lnTo>
                  <a:pt x="17422" y="8395"/>
                </a:lnTo>
                <a:lnTo>
                  <a:pt x="17446" y="8443"/>
                </a:lnTo>
                <a:lnTo>
                  <a:pt x="17373" y="8492"/>
                </a:lnTo>
                <a:lnTo>
                  <a:pt x="17349" y="8370"/>
                </a:lnTo>
                <a:close/>
                <a:moveTo>
                  <a:pt x="16984" y="8273"/>
                </a:moveTo>
                <a:lnTo>
                  <a:pt x="17008" y="8322"/>
                </a:lnTo>
                <a:lnTo>
                  <a:pt x="16887" y="8516"/>
                </a:lnTo>
                <a:lnTo>
                  <a:pt x="16789" y="8443"/>
                </a:lnTo>
                <a:lnTo>
                  <a:pt x="16984" y="8273"/>
                </a:lnTo>
                <a:close/>
                <a:moveTo>
                  <a:pt x="13577" y="6667"/>
                </a:moveTo>
                <a:lnTo>
                  <a:pt x="13699" y="6813"/>
                </a:lnTo>
                <a:lnTo>
                  <a:pt x="13845" y="6935"/>
                </a:lnTo>
                <a:lnTo>
                  <a:pt x="14015" y="7056"/>
                </a:lnTo>
                <a:lnTo>
                  <a:pt x="14210" y="7178"/>
                </a:lnTo>
                <a:lnTo>
                  <a:pt x="14599" y="7348"/>
                </a:lnTo>
                <a:lnTo>
                  <a:pt x="14964" y="7519"/>
                </a:lnTo>
                <a:lnTo>
                  <a:pt x="15597" y="7786"/>
                </a:lnTo>
                <a:lnTo>
                  <a:pt x="15913" y="7932"/>
                </a:lnTo>
                <a:lnTo>
                  <a:pt x="16254" y="8030"/>
                </a:lnTo>
                <a:lnTo>
                  <a:pt x="16254" y="8054"/>
                </a:lnTo>
                <a:lnTo>
                  <a:pt x="15816" y="8151"/>
                </a:lnTo>
                <a:lnTo>
                  <a:pt x="15402" y="8224"/>
                </a:lnTo>
                <a:lnTo>
                  <a:pt x="14891" y="8297"/>
                </a:lnTo>
                <a:lnTo>
                  <a:pt x="14356" y="8346"/>
                </a:lnTo>
                <a:lnTo>
                  <a:pt x="13845" y="8419"/>
                </a:lnTo>
                <a:lnTo>
                  <a:pt x="13602" y="8468"/>
                </a:lnTo>
                <a:lnTo>
                  <a:pt x="13334" y="8541"/>
                </a:lnTo>
                <a:lnTo>
                  <a:pt x="13310" y="8297"/>
                </a:lnTo>
                <a:lnTo>
                  <a:pt x="13310" y="8054"/>
                </a:lnTo>
                <a:lnTo>
                  <a:pt x="13310" y="7811"/>
                </a:lnTo>
                <a:lnTo>
                  <a:pt x="13334" y="7567"/>
                </a:lnTo>
                <a:lnTo>
                  <a:pt x="13358" y="7348"/>
                </a:lnTo>
                <a:lnTo>
                  <a:pt x="13407" y="7105"/>
                </a:lnTo>
                <a:lnTo>
                  <a:pt x="13480" y="6886"/>
                </a:lnTo>
                <a:lnTo>
                  <a:pt x="13577" y="6667"/>
                </a:lnTo>
                <a:close/>
                <a:moveTo>
                  <a:pt x="21169" y="7324"/>
                </a:moveTo>
                <a:lnTo>
                  <a:pt x="21193" y="7543"/>
                </a:lnTo>
                <a:lnTo>
                  <a:pt x="21218" y="7762"/>
                </a:lnTo>
                <a:lnTo>
                  <a:pt x="21218" y="7981"/>
                </a:lnTo>
                <a:lnTo>
                  <a:pt x="21218" y="8200"/>
                </a:lnTo>
                <a:lnTo>
                  <a:pt x="21169" y="8419"/>
                </a:lnTo>
                <a:lnTo>
                  <a:pt x="21120" y="8638"/>
                </a:lnTo>
                <a:lnTo>
                  <a:pt x="21072" y="8857"/>
                </a:lnTo>
                <a:lnTo>
                  <a:pt x="20974" y="9052"/>
                </a:lnTo>
                <a:lnTo>
                  <a:pt x="20828" y="8979"/>
                </a:lnTo>
                <a:lnTo>
                  <a:pt x="20682" y="8906"/>
                </a:lnTo>
                <a:lnTo>
                  <a:pt x="20317" y="8833"/>
                </a:lnTo>
                <a:lnTo>
                  <a:pt x="19223" y="8565"/>
                </a:lnTo>
                <a:lnTo>
                  <a:pt x="18614" y="8395"/>
                </a:lnTo>
                <a:lnTo>
                  <a:pt x="17982" y="8224"/>
                </a:lnTo>
                <a:lnTo>
                  <a:pt x="17982" y="8103"/>
                </a:lnTo>
                <a:lnTo>
                  <a:pt x="19077" y="7835"/>
                </a:lnTo>
                <a:lnTo>
                  <a:pt x="20123" y="7616"/>
                </a:lnTo>
                <a:lnTo>
                  <a:pt x="20658" y="7494"/>
                </a:lnTo>
                <a:lnTo>
                  <a:pt x="21169" y="7324"/>
                </a:lnTo>
                <a:close/>
                <a:moveTo>
                  <a:pt x="16303" y="8419"/>
                </a:moveTo>
                <a:lnTo>
                  <a:pt x="15962" y="8662"/>
                </a:lnTo>
                <a:lnTo>
                  <a:pt x="15670" y="8906"/>
                </a:lnTo>
                <a:lnTo>
                  <a:pt x="14794" y="9465"/>
                </a:lnTo>
                <a:lnTo>
                  <a:pt x="13942" y="10049"/>
                </a:lnTo>
                <a:lnTo>
                  <a:pt x="13723" y="9684"/>
                </a:lnTo>
                <a:lnTo>
                  <a:pt x="13529" y="9271"/>
                </a:lnTo>
                <a:lnTo>
                  <a:pt x="13456" y="9003"/>
                </a:lnTo>
                <a:lnTo>
                  <a:pt x="13383" y="8735"/>
                </a:lnTo>
                <a:lnTo>
                  <a:pt x="13626" y="8760"/>
                </a:lnTo>
                <a:lnTo>
                  <a:pt x="13869" y="8760"/>
                </a:lnTo>
                <a:lnTo>
                  <a:pt x="14356" y="8711"/>
                </a:lnTo>
                <a:lnTo>
                  <a:pt x="14843" y="8638"/>
                </a:lnTo>
                <a:lnTo>
                  <a:pt x="15305" y="8565"/>
                </a:lnTo>
                <a:lnTo>
                  <a:pt x="16303" y="8419"/>
                </a:lnTo>
                <a:close/>
                <a:moveTo>
                  <a:pt x="4988" y="8370"/>
                </a:moveTo>
                <a:lnTo>
                  <a:pt x="5499" y="8395"/>
                </a:lnTo>
                <a:lnTo>
                  <a:pt x="6034" y="8419"/>
                </a:lnTo>
                <a:lnTo>
                  <a:pt x="7105" y="8395"/>
                </a:lnTo>
                <a:lnTo>
                  <a:pt x="7932" y="8395"/>
                </a:lnTo>
                <a:lnTo>
                  <a:pt x="7957" y="8589"/>
                </a:lnTo>
                <a:lnTo>
                  <a:pt x="7859" y="8930"/>
                </a:lnTo>
                <a:lnTo>
                  <a:pt x="7713" y="9246"/>
                </a:lnTo>
                <a:lnTo>
                  <a:pt x="7567" y="9563"/>
                </a:lnTo>
                <a:lnTo>
                  <a:pt x="7421" y="9855"/>
                </a:lnTo>
                <a:lnTo>
                  <a:pt x="7300" y="10074"/>
                </a:lnTo>
                <a:lnTo>
                  <a:pt x="7154" y="10268"/>
                </a:lnTo>
                <a:lnTo>
                  <a:pt x="7032" y="10122"/>
                </a:lnTo>
                <a:lnTo>
                  <a:pt x="6886" y="10001"/>
                </a:lnTo>
                <a:lnTo>
                  <a:pt x="6570" y="9757"/>
                </a:lnTo>
                <a:lnTo>
                  <a:pt x="5961" y="9319"/>
                </a:lnTo>
                <a:lnTo>
                  <a:pt x="4915" y="8541"/>
                </a:lnTo>
                <a:lnTo>
                  <a:pt x="4988" y="8370"/>
                </a:lnTo>
                <a:close/>
                <a:moveTo>
                  <a:pt x="3212" y="8297"/>
                </a:moveTo>
                <a:lnTo>
                  <a:pt x="3236" y="8395"/>
                </a:lnTo>
                <a:lnTo>
                  <a:pt x="3309" y="8516"/>
                </a:lnTo>
                <a:lnTo>
                  <a:pt x="2677" y="9003"/>
                </a:lnTo>
                <a:lnTo>
                  <a:pt x="1922" y="9611"/>
                </a:lnTo>
                <a:lnTo>
                  <a:pt x="1557" y="9952"/>
                </a:lnTo>
                <a:lnTo>
                  <a:pt x="1192" y="10317"/>
                </a:lnTo>
                <a:lnTo>
                  <a:pt x="973" y="9952"/>
                </a:lnTo>
                <a:lnTo>
                  <a:pt x="803" y="9538"/>
                </a:lnTo>
                <a:lnTo>
                  <a:pt x="657" y="9125"/>
                </a:lnTo>
                <a:lnTo>
                  <a:pt x="560" y="8687"/>
                </a:lnTo>
                <a:lnTo>
                  <a:pt x="973" y="8638"/>
                </a:lnTo>
                <a:lnTo>
                  <a:pt x="1387" y="8565"/>
                </a:lnTo>
                <a:lnTo>
                  <a:pt x="2190" y="8419"/>
                </a:lnTo>
                <a:lnTo>
                  <a:pt x="2677" y="8346"/>
                </a:lnTo>
                <a:lnTo>
                  <a:pt x="3212" y="8297"/>
                </a:lnTo>
                <a:close/>
                <a:moveTo>
                  <a:pt x="18006" y="8614"/>
                </a:moveTo>
                <a:lnTo>
                  <a:pt x="18590" y="8760"/>
                </a:lnTo>
                <a:lnTo>
                  <a:pt x="19125" y="8881"/>
                </a:lnTo>
                <a:lnTo>
                  <a:pt x="20220" y="9149"/>
                </a:lnTo>
                <a:lnTo>
                  <a:pt x="20585" y="9222"/>
                </a:lnTo>
                <a:lnTo>
                  <a:pt x="20731" y="9246"/>
                </a:lnTo>
                <a:lnTo>
                  <a:pt x="20901" y="9222"/>
                </a:lnTo>
                <a:lnTo>
                  <a:pt x="20682" y="9611"/>
                </a:lnTo>
                <a:lnTo>
                  <a:pt x="20439" y="9976"/>
                </a:lnTo>
                <a:lnTo>
                  <a:pt x="20123" y="10317"/>
                </a:lnTo>
                <a:lnTo>
                  <a:pt x="19807" y="10609"/>
                </a:lnTo>
                <a:lnTo>
                  <a:pt x="19320" y="10074"/>
                </a:lnTo>
                <a:lnTo>
                  <a:pt x="18809" y="9563"/>
                </a:lnTo>
                <a:lnTo>
                  <a:pt x="18079" y="8711"/>
                </a:lnTo>
                <a:lnTo>
                  <a:pt x="18006" y="8614"/>
                </a:lnTo>
                <a:close/>
                <a:moveTo>
                  <a:pt x="16449" y="8687"/>
                </a:moveTo>
                <a:lnTo>
                  <a:pt x="16570" y="8808"/>
                </a:lnTo>
                <a:lnTo>
                  <a:pt x="16692" y="8906"/>
                </a:lnTo>
                <a:lnTo>
                  <a:pt x="16546" y="9246"/>
                </a:lnTo>
                <a:lnTo>
                  <a:pt x="16400" y="9563"/>
                </a:lnTo>
                <a:lnTo>
                  <a:pt x="16157" y="10001"/>
                </a:lnTo>
                <a:lnTo>
                  <a:pt x="15865" y="10414"/>
                </a:lnTo>
                <a:lnTo>
                  <a:pt x="15597" y="10828"/>
                </a:lnTo>
                <a:lnTo>
                  <a:pt x="15354" y="11266"/>
                </a:lnTo>
                <a:lnTo>
                  <a:pt x="15329" y="11315"/>
                </a:lnTo>
                <a:lnTo>
                  <a:pt x="14989" y="11096"/>
                </a:lnTo>
                <a:lnTo>
                  <a:pt x="14648" y="10852"/>
                </a:lnTo>
                <a:lnTo>
                  <a:pt x="14332" y="10560"/>
                </a:lnTo>
                <a:lnTo>
                  <a:pt x="14064" y="10244"/>
                </a:lnTo>
                <a:lnTo>
                  <a:pt x="14916" y="9684"/>
                </a:lnTo>
                <a:lnTo>
                  <a:pt x="15767" y="9100"/>
                </a:lnTo>
                <a:lnTo>
                  <a:pt x="16108" y="8906"/>
                </a:lnTo>
                <a:lnTo>
                  <a:pt x="16449" y="8687"/>
                </a:lnTo>
                <a:close/>
                <a:moveTo>
                  <a:pt x="4842" y="8662"/>
                </a:moveTo>
                <a:lnTo>
                  <a:pt x="5329" y="9100"/>
                </a:lnTo>
                <a:lnTo>
                  <a:pt x="5791" y="9538"/>
                </a:lnTo>
                <a:lnTo>
                  <a:pt x="6375" y="10025"/>
                </a:lnTo>
                <a:lnTo>
                  <a:pt x="6691" y="10244"/>
                </a:lnTo>
                <a:lnTo>
                  <a:pt x="6862" y="10341"/>
                </a:lnTo>
                <a:lnTo>
                  <a:pt x="7032" y="10414"/>
                </a:lnTo>
                <a:lnTo>
                  <a:pt x="6886" y="10585"/>
                </a:lnTo>
                <a:lnTo>
                  <a:pt x="6716" y="10731"/>
                </a:lnTo>
                <a:lnTo>
                  <a:pt x="6375" y="10998"/>
                </a:lnTo>
                <a:lnTo>
                  <a:pt x="6010" y="11193"/>
                </a:lnTo>
                <a:lnTo>
                  <a:pt x="5621" y="11363"/>
                </a:lnTo>
                <a:lnTo>
                  <a:pt x="5450" y="10706"/>
                </a:lnTo>
                <a:lnTo>
                  <a:pt x="5231" y="10074"/>
                </a:lnTo>
                <a:lnTo>
                  <a:pt x="4964" y="9441"/>
                </a:lnTo>
                <a:lnTo>
                  <a:pt x="4696" y="8808"/>
                </a:lnTo>
                <a:lnTo>
                  <a:pt x="4720" y="8784"/>
                </a:lnTo>
                <a:lnTo>
                  <a:pt x="4842" y="8662"/>
                </a:lnTo>
                <a:close/>
                <a:moveTo>
                  <a:pt x="3382" y="8614"/>
                </a:moveTo>
                <a:lnTo>
                  <a:pt x="3480" y="8735"/>
                </a:lnTo>
                <a:lnTo>
                  <a:pt x="3626" y="8833"/>
                </a:lnTo>
                <a:lnTo>
                  <a:pt x="3334" y="9636"/>
                </a:lnTo>
                <a:lnTo>
                  <a:pt x="2993" y="10536"/>
                </a:lnTo>
                <a:lnTo>
                  <a:pt x="2871" y="11023"/>
                </a:lnTo>
                <a:lnTo>
                  <a:pt x="2823" y="11242"/>
                </a:lnTo>
                <a:lnTo>
                  <a:pt x="2798" y="11485"/>
                </a:lnTo>
                <a:lnTo>
                  <a:pt x="2531" y="11388"/>
                </a:lnTo>
                <a:lnTo>
                  <a:pt x="2263" y="11266"/>
                </a:lnTo>
                <a:lnTo>
                  <a:pt x="2020" y="11120"/>
                </a:lnTo>
                <a:lnTo>
                  <a:pt x="1776" y="10950"/>
                </a:lnTo>
                <a:lnTo>
                  <a:pt x="1509" y="10706"/>
                </a:lnTo>
                <a:lnTo>
                  <a:pt x="1265" y="10414"/>
                </a:lnTo>
                <a:lnTo>
                  <a:pt x="1606" y="10122"/>
                </a:lnTo>
                <a:lnTo>
                  <a:pt x="1971" y="9806"/>
                </a:lnTo>
                <a:lnTo>
                  <a:pt x="2652" y="9198"/>
                </a:lnTo>
                <a:lnTo>
                  <a:pt x="3017" y="8906"/>
                </a:lnTo>
                <a:lnTo>
                  <a:pt x="3382" y="8614"/>
                </a:lnTo>
                <a:close/>
                <a:moveTo>
                  <a:pt x="4574" y="8881"/>
                </a:moveTo>
                <a:lnTo>
                  <a:pt x="4939" y="10171"/>
                </a:lnTo>
                <a:lnTo>
                  <a:pt x="5280" y="11461"/>
                </a:lnTo>
                <a:lnTo>
                  <a:pt x="5012" y="11534"/>
                </a:lnTo>
                <a:lnTo>
                  <a:pt x="4623" y="11582"/>
                </a:lnTo>
                <a:lnTo>
                  <a:pt x="4234" y="11607"/>
                </a:lnTo>
                <a:lnTo>
                  <a:pt x="4234" y="11607"/>
                </a:lnTo>
                <a:lnTo>
                  <a:pt x="4258" y="11193"/>
                </a:lnTo>
                <a:lnTo>
                  <a:pt x="4258" y="10755"/>
                </a:lnTo>
                <a:lnTo>
                  <a:pt x="4258" y="9928"/>
                </a:lnTo>
                <a:lnTo>
                  <a:pt x="4307" y="8979"/>
                </a:lnTo>
                <a:lnTo>
                  <a:pt x="4428" y="8930"/>
                </a:lnTo>
                <a:lnTo>
                  <a:pt x="4574" y="8881"/>
                </a:lnTo>
                <a:close/>
                <a:moveTo>
                  <a:pt x="3918" y="8954"/>
                </a:moveTo>
                <a:lnTo>
                  <a:pt x="4039" y="8979"/>
                </a:lnTo>
                <a:lnTo>
                  <a:pt x="4039" y="9733"/>
                </a:lnTo>
                <a:lnTo>
                  <a:pt x="3991" y="10682"/>
                </a:lnTo>
                <a:lnTo>
                  <a:pt x="3991" y="11144"/>
                </a:lnTo>
                <a:lnTo>
                  <a:pt x="3991" y="11631"/>
                </a:lnTo>
                <a:lnTo>
                  <a:pt x="3480" y="11607"/>
                </a:lnTo>
                <a:lnTo>
                  <a:pt x="3212" y="11558"/>
                </a:lnTo>
                <a:lnTo>
                  <a:pt x="2969" y="11509"/>
                </a:lnTo>
                <a:lnTo>
                  <a:pt x="3066" y="11339"/>
                </a:lnTo>
                <a:lnTo>
                  <a:pt x="3139" y="11120"/>
                </a:lnTo>
                <a:lnTo>
                  <a:pt x="3261" y="10706"/>
                </a:lnTo>
                <a:lnTo>
                  <a:pt x="3382" y="10293"/>
                </a:lnTo>
                <a:lnTo>
                  <a:pt x="3504" y="9879"/>
                </a:lnTo>
                <a:lnTo>
                  <a:pt x="3699" y="9417"/>
                </a:lnTo>
                <a:lnTo>
                  <a:pt x="3893" y="8954"/>
                </a:lnTo>
                <a:close/>
                <a:moveTo>
                  <a:pt x="17690" y="8784"/>
                </a:moveTo>
                <a:lnTo>
                  <a:pt x="18079" y="9222"/>
                </a:lnTo>
                <a:lnTo>
                  <a:pt x="18468" y="9636"/>
                </a:lnTo>
                <a:lnTo>
                  <a:pt x="18979" y="10268"/>
                </a:lnTo>
                <a:lnTo>
                  <a:pt x="19247" y="10560"/>
                </a:lnTo>
                <a:lnTo>
                  <a:pt x="19539" y="10828"/>
                </a:lnTo>
                <a:lnTo>
                  <a:pt x="19247" y="11023"/>
                </a:lnTo>
                <a:lnTo>
                  <a:pt x="18955" y="11217"/>
                </a:lnTo>
                <a:lnTo>
                  <a:pt x="18663" y="11363"/>
                </a:lnTo>
                <a:lnTo>
                  <a:pt x="18371" y="11485"/>
                </a:lnTo>
                <a:lnTo>
                  <a:pt x="18103" y="11582"/>
                </a:lnTo>
                <a:lnTo>
                  <a:pt x="17860" y="11631"/>
                </a:lnTo>
                <a:lnTo>
                  <a:pt x="17811" y="11217"/>
                </a:lnTo>
                <a:lnTo>
                  <a:pt x="17738" y="10779"/>
                </a:lnTo>
                <a:lnTo>
                  <a:pt x="17592" y="9928"/>
                </a:lnTo>
                <a:lnTo>
                  <a:pt x="17519" y="9441"/>
                </a:lnTo>
                <a:lnTo>
                  <a:pt x="17471" y="8930"/>
                </a:lnTo>
                <a:lnTo>
                  <a:pt x="17519" y="8906"/>
                </a:lnTo>
                <a:lnTo>
                  <a:pt x="17617" y="8857"/>
                </a:lnTo>
                <a:lnTo>
                  <a:pt x="17690" y="8784"/>
                </a:lnTo>
                <a:close/>
                <a:moveTo>
                  <a:pt x="17154" y="9003"/>
                </a:moveTo>
                <a:lnTo>
                  <a:pt x="17227" y="9490"/>
                </a:lnTo>
                <a:lnTo>
                  <a:pt x="17300" y="9976"/>
                </a:lnTo>
                <a:lnTo>
                  <a:pt x="17422" y="10828"/>
                </a:lnTo>
                <a:lnTo>
                  <a:pt x="17471" y="11266"/>
                </a:lnTo>
                <a:lnTo>
                  <a:pt x="17544" y="11704"/>
                </a:lnTo>
                <a:lnTo>
                  <a:pt x="17300" y="11728"/>
                </a:lnTo>
                <a:lnTo>
                  <a:pt x="17033" y="11728"/>
                </a:lnTo>
                <a:lnTo>
                  <a:pt x="16765" y="11704"/>
                </a:lnTo>
                <a:lnTo>
                  <a:pt x="16522" y="11680"/>
                </a:lnTo>
                <a:lnTo>
                  <a:pt x="16254" y="11631"/>
                </a:lnTo>
                <a:lnTo>
                  <a:pt x="16011" y="11582"/>
                </a:lnTo>
                <a:lnTo>
                  <a:pt x="15767" y="11485"/>
                </a:lnTo>
                <a:lnTo>
                  <a:pt x="15524" y="11388"/>
                </a:lnTo>
                <a:lnTo>
                  <a:pt x="15694" y="11242"/>
                </a:lnTo>
                <a:lnTo>
                  <a:pt x="15840" y="11071"/>
                </a:lnTo>
                <a:lnTo>
                  <a:pt x="16108" y="10682"/>
                </a:lnTo>
                <a:lnTo>
                  <a:pt x="16351" y="10268"/>
                </a:lnTo>
                <a:lnTo>
                  <a:pt x="16570" y="9855"/>
                </a:lnTo>
                <a:lnTo>
                  <a:pt x="16789" y="9465"/>
                </a:lnTo>
                <a:lnTo>
                  <a:pt x="17008" y="9003"/>
                </a:lnTo>
                <a:close/>
                <a:moveTo>
                  <a:pt x="14624" y="0"/>
                </a:moveTo>
                <a:lnTo>
                  <a:pt x="14478" y="24"/>
                </a:lnTo>
                <a:lnTo>
                  <a:pt x="14332" y="73"/>
                </a:lnTo>
                <a:lnTo>
                  <a:pt x="14186" y="122"/>
                </a:lnTo>
                <a:lnTo>
                  <a:pt x="14064" y="219"/>
                </a:lnTo>
                <a:lnTo>
                  <a:pt x="14040" y="268"/>
                </a:lnTo>
                <a:lnTo>
                  <a:pt x="14015" y="292"/>
                </a:lnTo>
                <a:lnTo>
                  <a:pt x="14015" y="389"/>
                </a:lnTo>
                <a:lnTo>
                  <a:pt x="14064" y="487"/>
                </a:lnTo>
                <a:lnTo>
                  <a:pt x="14161" y="535"/>
                </a:lnTo>
                <a:lnTo>
                  <a:pt x="14161" y="779"/>
                </a:lnTo>
                <a:lnTo>
                  <a:pt x="14210" y="998"/>
                </a:lnTo>
                <a:lnTo>
                  <a:pt x="14259" y="1241"/>
                </a:lnTo>
                <a:lnTo>
                  <a:pt x="14332" y="1460"/>
                </a:lnTo>
                <a:lnTo>
                  <a:pt x="14648" y="2336"/>
                </a:lnTo>
                <a:lnTo>
                  <a:pt x="14745" y="2652"/>
                </a:lnTo>
                <a:lnTo>
                  <a:pt x="11655" y="2652"/>
                </a:lnTo>
                <a:lnTo>
                  <a:pt x="9928" y="2628"/>
                </a:lnTo>
                <a:lnTo>
                  <a:pt x="8614" y="2628"/>
                </a:lnTo>
                <a:lnTo>
                  <a:pt x="8419" y="2652"/>
                </a:lnTo>
                <a:lnTo>
                  <a:pt x="8200" y="2677"/>
                </a:lnTo>
                <a:lnTo>
                  <a:pt x="8054" y="2360"/>
                </a:lnTo>
                <a:lnTo>
                  <a:pt x="7665" y="1436"/>
                </a:lnTo>
                <a:lnTo>
                  <a:pt x="7567" y="1144"/>
                </a:lnTo>
                <a:lnTo>
                  <a:pt x="7494" y="1022"/>
                </a:lnTo>
                <a:lnTo>
                  <a:pt x="7397" y="900"/>
                </a:lnTo>
                <a:lnTo>
                  <a:pt x="7421" y="900"/>
                </a:lnTo>
                <a:lnTo>
                  <a:pt x="7835" y="973"/>
                </a:lnTo>
                <a:lnTo>
                  <a:pt x="8249" y="1071"/>
                </a:lnTo>
                <a:lnTo>
                  <a:pt x="8468" y="1095"/>
                </a:lnTo>
                <a:lnTo>
                  <a:pt x="8881" y="1095"/>
                </a:lnTo>
                <a:lnTo>
                  <a:pt x="9076" y="1046"/>
                </a:lnTo>
                <a:lnTo>
                  <a:pt x="9149" y="1022"/>
                </a:lnTo>
                <a:lnTo>
                  <a:pt x="9198" y="973"/>
                </a:lnTo>
                <a:lnTo>
                  <a:pt x="9246" y="925"/>
                </a:lnTo>
                <a:lnTo>
                  <a:pt x="9246" y="852"/>
                </a:lnTo>
                <a:lnTo>
                  <a:pt x="9246" y="779"/>
                </a:lnTo>
                <a:lnTo>
                  <a:pt x="9246" y="730"/>
                </a:lnTo>
                <a:lnTo>
                  <a:pt x="9198" y="657"/>
                </a:lnTo>
                <a:lnTo>
                  <a:pt x="9149" y="608"/>
                </a:lnTo>
                <a:lnTo>
                  <a:pt x="8954" y="535"/>
                </a:lnTo>
                <a:lnTo>
                  <a:pt x="8760" y="462"/>
                </a:lnTo>
                <a:lnTo>
                  <a:pt x="8541" y="389"/>
                </a:lnTo>
                <a:lnTo>
                  <a:pt x="8297" y="365"/>
                </a:lnTo>
                <a:lnTo>
                  <a:pt x="7835" y="316"/>
                </a:lnTo>
                <a:lnTo>
                  <a:pt x="7397" y="268"/>
                </a:lnTo>
                <a:lnTo>
                  <a:pt x="6570" y="146"/>
                </a:lnTo>
                <a:lnTo>
                  <a:pt x="6351" y="122"/>
                </a:lnTo>
                <a:lnTo>
                  <a:pt x="6132" y="97"/>
                </a:lnTo>
                <a:lnTo>
                  <a:pt x="5937" y="122"/>
                </a:lnTo>
                <a:lnTo>
                  <a:pt x="5742" y="146"/>
                </a:lnTo>
                <a:lnTo>
                  <a:pt x="5669" y="195"/>
                </a:lnTo>
                <a:lnTo>
                  <a:pt x="5621" y="219"/>
                </a:lnTo>
                <a:lnTo>
                  <a:pt x="5596" y="268"/>
                </a:lnTo>
                <a:lnTo>
                  <a:pt x="5572" y="341"/>
                </a:lnTo>
                <a:lnTo>
                  <a:pt x="5572" y="389"/>
                </a:lnTo>
                <a:lnTo>
                  <a:pt x="5596" y="438"/>
                </a:lnTo>
                <a:lnTo>
                  <a:pt x="5621" y="511"/>
                </a:lnTo>
                <a:lnTo>
                  <a:pt x="5694" y="535"/>
                </a:lnTo>
                <a:lnTo>
                  <a:pt x="5840" y="633"/>
                </a:lnTo>
                <a:lnTo>
                  <a:pt x="5986" y="681"/>
                </a:lnTo>
                <a:lnTo>
                  <a:pt x="6351" y="779"/>
                </a:lnTo>
                <a:lnTo>
                  <a:pt x="6716" y="827"/>
                </a:lnTo>
                <a:lnTo>
                  <a:pt x="7081" y="876"/>
                </a:lnTo>
                <a:lnTo>
                  <a:pt x="7056" y="1046"/>
                </a:lnTo>
                <a:lnTo>
                  <a:pt x="7056" y="1241"/>
                </a:lnTo>
                <a:lnTo>
                  <a:pt x="7105" y="1411"/>
                </a:lnTo>
                <a:lnTo>
                  <a:pt x="7154" y="1606"/>
                </a:lnTo>
                <a:lnTo>
                  <a:pt x="7324" y="1995"/>
                </a:lnTo>
                <a:lnTo>
                  <a:pt x="7470" y="2312"/>
                </a:lnTo>
                <a:lnTo>
                  <a:pt x="7762" y="3042"/>
                </a:lnTo>
                <a:lnTo>
                  <a:pt x="7665" y="3115"/>
                </a:lnTo>
                <a:lnTo>
                  <a:pt x="7567" y="3188"/>
                </a:lnTo>
                <a:lnTo>
                  <a:pt x="7397" y="3382"/>
                </a:lnTo>
                <a:lnTo>
                  <a:pt x="7105" y="3796"/>
                </a:lnTo>
                <a:lnTo>
                  <a:pt x="6594" y="4477"/>
                </a:lnTo>
                <a:lnTo>
                  <a:pt x="6521" y="4429"/>
                </a:lnTo>
                <a:lnTo>
                  <a:pt x="6448" y="4404"/>
                </a:lnTo>
                <a:lnTo>
                  <a:pt x="6375" y="4429"/>
                </a:lnTo>
                <a:lnTo>
                  <a:pt x="6059" y="4234"/>
                </a:lnTo>
                <a:lnTo>
                  <a:pt x="5718" y="4064"/>
                </a:lnTo>
                <a:lnTo>
                  <a:pt x="5353" y="3918"/>
                </a:lnTo>
                <a:lnTo>
                  <a:pt x="5012" y="3820"/>
                </a:lnTo>
                <a:lnTo>
                  <a:pt x="4647" y="3772"/>
                </a:lnTo>
                <a:lnTo>
                  <a:pt x="4282" y="3747"/>
                </a:lnTo>
                <a:lnTo>
                  <a:pt x="3893" y="3747"/>
                </a:lnTo>
                <a:lnTo>
                  <a:pt x="3528" y="3772"/>
                </a:lnTo>
                <a:lnTo>
                  <a:pt x="3188" y="3845"/>
                </a:lnTo>
                <a:lnTo>
                  <a:pt x="2823" y="3966"/>
                </a:lnTo>
                <a:lnTo>
                  <a:pt x="2482" y="4088"/>
                </a:lnTo>
                <a:lnTo>
                  <a:pt x="2141" y="4258"/>
                </a:lnTo>
                <a:lnTo>
                  <a:pt x="1825" y="4453"/>
                </a:lnTo>
                <a:lnTo>
                  <a:pt x="1509" y="4672"/>
                </a:lnTo>
                <a:lnTo>
                  <a:pt x="1241" y="4915"/>
                </a:lnTo>
                <a:lnTo>
                  <a:pt x="973" y="5207"/>
                </a:lnTo>
                <a:lnTo>
                  <a:pt x="706" y="5548"/>
                </a:lnTo>
                <a:lnTo>
                  <a:pt x="487" y="5913"/>
                </a:lnTo>
                <a:lnTo>
                  <a:pt x="316" y="6302"/>
                </a:lnTo>
                <a:lnTo>
                  <a:pt x="195" y="6716"/>
                </a:lnTo>
                <a:lnTo>
                  <a:pt x="73" y="7129"/>
                </a:lnTo>
                <a:lnTo>
                  <a:pt x="24" y="7567"/>
                </a:lnTo>
                <a:lnTo>
                  <a:pt x="0" y="8005"/>
                </a:lnTo>
                <a:lnTo>
                  <a:pt x="24" y="8443"/>
                </a:lnTo>
                <a:lnTo>
                  <a:pt x="73" y="8881"/>
                </a:lnTo>
                <a:lnTo>
                  <a:pt x="170" y="9295"/>
                </a:lnTo>
                <a:lnTo>
                  <a:pt x="292" y="9709"/>
                </a:lnTo>
                <a:lnTo>
                  <a:pt x="462" y="10122"/>
                </a:lnTo>
                <a:lnTo>
                  <a:pt x="657" y="10487"/>
                </a:lnTo>
                <a:lnTo>
                  <a:pt x="900" y="10852"/>
                </a:lnTo>
                <a:lnTo>
                  <a:pt x="1192" y="11169"/>
                </a:lnTo>
                <a:lnTo>
                  <a:pt x="1484" y="11461"/>
                </a:lnTo>
                <a:lnTo>
                  <a:pt x="1679" y="11607"/>
                </a:lnTo>
                <a:lnTo>
                  <a:pt x="1874" y="11728"/>
                </a:lnTo>
                <a:lnTo>
                  <a:pt x="2068" y="11826"/>
                </a:lnTo>
                <a:lnTo>
                  <a:pt x="2287" y="11923"/>
                </a:lnTo>
                <a:lnTo>
                  <a:pt x="2506" y="11996"/>
                </a:lnTo>
                <a:lnTo>
                  <a:pt x="2725" y="12045"/>
                </a:lnTo>
                <a:lnTo>
                  <a:pt x="3163" y="12142"/>
                </a:lnTo>
                <a:lnTo>
                  <a:pt x="3626" y="12166"/>
                </a:lnTo>
                <a:lnTo>
                  <a:pt x="4088" y="12166"/>
                </a:lnTo>
                <a:lnTo>
                  <a:pt x="4550" y="12142"/>
                </a:lnTo>
                <a:lnTo>
                  <a:pt x="4988" y="12093"/>
                </a:lnTo>
                <a:lnTo>
                  <a:pt x="5450" y="11996"/>
                </a:lnTo>
                <a:lnTo>
                  <a:pt x="5840" y="11874"/>
                </a:lnTo>
                <a:lnTo>
                  <a:pt x="6229" y="11704"/>
                </a:lnTo>
                <a:lnTo>
                  <a:pt x="6594" y="11485"/>
                </a:lnTo>
                <a:lnTo>
                  <a:pt x="6910" y="11217"/>
                </a:lnTo>
                <a:lnTo>
                  <a:pt x="7202" y="10925"/>
                </a:lnTo>
                <a:lnTo>
                  <a:pt x="7494" y="10585"/>
                </a:lnTo>
                <a:lnTo>
                  <a:pt x="7738" y="10220"/>
                </a:lnTo>
                <a:lnTo>
                  <a:pt x="7981" y="9806"/>
                </a:lnTo>
                <a:lnTo>
                  <a:pt x="8151" y="9368"/>
                </a:lnTo>
                <a:lnTo>
                  <a:pt x="8297" y="8881"/>
                </a:lnTo>
                <a:lnTo>
                  <a:pt x="8395" y="8395"/>
                </a:lnTo>
                <a:lnTo>
                  <a:pt x="10244" y="8346"/>
                </a:lnTo>
                <a:lnTo>
                  <a:pt x="10293" y="8419"/>
                </a:lnTo>
                <a:lnTo>
                  <a:pt x="10366" y="8443"/>
                </a:lnTo>
                <a:lnTo>
                  <a:pt x="10439" y="8468"/>
                </a:lnTo>
                <a:lnTo>
                  <a:pt x="10512" y="8443"/>
                </a:lnTo>
                <a:lnTo>
                  <a:pt x="10585" y="8395"/>
                </a:lnTo>
                <a:lnTo>
                  <a:pt x="10633" y="8346"/>
                </a:lnTo>
                <a:lnTo>
                  <a:pt x="10682" y="8273"/>
                </a:lnTo>
                <a:lnTo>
                  <a:pt x="10682" y="8200"/>
                </a:lnTo>
                <a:lnTo>
                  <a:pt x="10925" y="7981"/>
                </a:lnTo>
                <a:lnTo>
                  <a:pt x="11169" y="7762"/>
                </a:lnTo>
                <a:lnTo>
                  <a:pt x="11582" y="7300"/>
                </a:lnTo>
                <a:lnTo>
                  <a:pt x="12190" y="6618"/>
                </a:lnTo>
                <a:lnTo>
                  <a:pt x="12799" y="5913"/>
                </a:lnTo>
                <a:lnTo>
                  <a:pt x="13894" y="4623"/>
                </a:lnTo>
                <a:lnTo>
                  <a:pt x="14964" y="3285"/>
                </a:lnTo>
                <a:lnTo>
                  <a:pt x="15329" y="4258"/>
                </a:lnTo>
                <a:lnTo>
                  <a:pt x="14964" y="4429"/>
                </a:lnTo>
                <a:lnTo>
                  <a:pt x="14648" y="4623"/>
                </a:lnTo>
                <a:lnTo>
                  <a:pt x="14332" y="4866"/>
                </a:lnTo>
                <a:lnTo>
                  <a:pt x="14040" y="5110"/>
                </a:lnTo>
                <a:lnTo>
                  <a:pt x="13796" y="5402"/>
                </a:lnTo>
                <a:lnTo>
                  <a:pt x="13553" y="5718"/>
                </a:lnTo>
                <a:lnTo>
                  <a:pt x="13358" y="6034"/>
                </a:lnTo>
                <a:lnTo>
                  <a:pt x="13188" y="6375"/>
                </a:lnTo>
                <a:lnTo>
                  <a:pt x="13042" y="6740"/>
                </a:lnTo>
                <a:lnTo>
                  <a:pt x="12945" y="7105"/>
                </a:lnTo>
                <a:lnTo>
                  <a:pt x="12872" y="7494"/>
                </a:lnTo>
                <a:lnTo>
                  <a:pt x="12823" y="7859"/>
                </a:lnTo>
                <a:lnTo>
                  <a:pt x="12823" y="8249"/>
                </a:lnTo>
                <a:lnTo>
                  <a:pt x="12847" y="8638"/>
                </a:lnTo>
                <a:lnTo>
                  <a:pt x="12920" y="9027"/>
                </a:lnTo>
                <a:lnTo>
                  <a:pt x="13018" y="9417"/>
                </a:lnTo>
                <a:lnTo>
                  <a:pt x="13188" y="9830"/>
                </a:lnTo>
                <a:lnTo>
                  <a:pt x="13383" y="10244"/>
                </a:lnTo>
                <a:lnTo>
                  <a:pt x="13626" y="10585"/>
                </a:lnTo>
                <a:lnTo>
                  <a:pt x="13918" y="10925"/>
                </a:lnTo>
                <a:lnTo>
                  <a:pt x="14210" y="11217"/>
                </a:lnTo>
                <a:lnTo>
                  <a:pt x="14551" y="11485"/>
                </a:lnTo>
                <a:lnTo>
                  <a:pt x="14916" y="11704"/>
                </a:lnTo>
                <a:lnTo>
                  <a:pt x="15305" y="11874"/>
                </a:lnTo>
                <a:lnTo>
                  <a:pt x="15694" y="12020"/>
                </a:lnTo>
                <a:lnTo>
                  <a:pt x="16108" y="12142"/>
                </a:lnTo>
                <a:lnTo>
                  <a:pt x="16522" y="12215"/>
                </a:lnTo>
                <a:lnTo>
                  <a:pt x="16960" y="12239"/>
                </a:lnTo>
                <a:lnTo>
                  <a:pt x="17398" y="12239"/>
                </a:lnTo>
                <a:lnTo>
                  <a:pt x="17836" y="12191"/>
                </a:lnTo>
                <a:lnTo>
                  <a:pt x="18249" y="12093"/>
                </a:lnTo>
                <a:lnTo>
                  <a:pt x="18687" y="11947"/>
                </a:lnTo>
                <a:lnTo>
                  <a:pt x="19052" y="11777"/>
                </a:lnTo>
                <a:lnTo>
                  <a:pt x="19442" y="11582"/>
                </a:lnTo>
                <a:lnTo>
                  <a:pt x="19782" y="11339"/>
                </a:lnTo>
                <a:lnTo>
                  <a:pt x="20123" y="11096"/>
                </a:lnTo>
                <a:lnTo>
                  <a:pt x="20439" y="10804"/>
                </a:lnTo>
                <a:lnTo>
                  <a:pt x="20707" y="10487"/>
                </a:lnTo>
                <a:lnTo>
                  <a:pt x="20974" y="10147"/>
                </a:lnTo>
                <a:lnTo>
                  <a:pt x="21193" y="9782"/>
                </a:lnTo>
                <a:lnTo>
                  <a:pt x="21388" y="9417"/>
                </a:lnTo>
                <a:lnTo>
                  <a:pt x="21534" y="9027"/>
                </a:lnTo>
                <a:lnTo>
                  <a:pt x="21631" y="8614"/>
                </a:lnTo>
                <a:lnTo>
                  <a:pt x="21680" y="8224"/>
                </a:lnTo>
                <a:lnTo>
                  <a:pt x="21704" y="7811"/>
                </a:lnTo>
                <a:lnTo>
                  <a:pt x="21656" y="7397"/>
                </a:lnTo>
                <a:lnTo>
                  <a:pt x="21583" y="6983"/>
                </a:lnTo>
                <a:lnTo>
                  <a:pt x="21412" y="6570"/>
                </a:lnTo>
                <a:lnTo>
                  <a:pt x="21218" y="6180"/>
                </a:lnTo>
                <a:lnTo>
                  <a:pt x="20974" y="5791"/>
                </a:lnTo>
                <a:lnTo>
                  <a:pt x="20682" y="5450"/>
                </a:lnTo>
                <a:lnTo>
                  <a:pt x="20342" y="5110"/>
                </a:lnTo>
                <a:lnTo>
                  <a:pt x="20001" y="4818"/>
                </a:lnTo>
                <a:lnTo>
                  <a:pt x="19636" y="4526"/>
                </a:lnTo>
                <a:lnTo>
                  <a:pt x="19247" y="4307"/>
                </a:lnTo>
                <a:lnTo>
                  <a:pt x="18858" y="4088"/>
                </a:lnTo>
                <a:lnTo>
                  <a:pt x="18493" y="3942"/>
                </a:lnTo>
                <a:lnTo>
                  <a:pt x="18103" y="3845"/>
                </a:lnTo>
                <a:lnTo>
                  <a:pt x="17738" y="3772"/>
                </a:lnTo>
                <a:lnTo>
                  <a:pt x="17349" y="3747"/>
                </a:lnTo>
                <a:lnTo>
                  <a:pt x="16960" y="3747"/>
                </a:lnTo>
                <a:lnTo>
                  <a:pt x="16570" y="3820"/>
                </a:lnTo>
                <a:lnTo>
                  <a:pt x="16205" y="3918"/>
                </a:lnTo>
                <a:lnTo>
                  <a:pt x="15840" y="4039"/>
                </a:lnTo>
                <a:lnTo>
                  <a:pt x="15159" y="2214"/>
                </a:lnTo>
                <a:lnTo>
                  <a:pt x="15013" y="1801"/>
                </a:lnTo>
                <a:lnTo>
                  <a:pt x="14891" y="1387"/>
                </a:lnTo>
                <a:lnTo>
                  <a:pt x="14721" y="973"/>
                </a:lnTo>
                <a:lnTo>
                  <a:pt x="14648" y="779"/>
                </a:lnTo>
                <a:lnTo>
                  <a:pt x="14526" y="584"/>
                </a:lnTo>
                <a:lnTo>
                  <a:pt x="14794" y="560"/>
                </a:lnTo>
                <a:lnTo>
                  <a:pt x="15256" y="560"/>
                </a:lnTo>
                <a:lnTo>
                  <a:pt x="15475" y="584"/>
                </a:lnTo>
                <a:lnTo>
                  <a:pt x="15694" y="633"/>
                </a:lnTo>
                <a:lnTo>
                  <a:pt x="15816" y="657"/>
                </a:lnTo>
                <a:lnTo>
                  <a:pt x="15840" y="706"/>
                </a:lnTo>
                <a:lnTo>
                  <a:pt x="15865" y="730"/>
                </a:lnTo>
                <a:lnTo>
                  <a:pt x="15865" y="852"/>
                </a:lnTo>
                <a:lnTo>
                  <a:pt x="15840" y="1022"/>
                </a:lnTo>
                <a:lnTo>
                  <a:pt x="15743" y="1119"/>
                </a:lnTo>
                <a:lnTo>
                  <a:pt x="15646" y="1217"/>
                </a:lnTo>
                <a:lnTo>
                  <a:pt x="15621" y="1314"/>
                </a:lnTo>
                <a:lnTo>
                  <a:pt x="15621" y="1387"/>
                </a:lnTo>
                <a:lnTo>
                  <a:pt x="15646" y="1411"/>
                </a:lnTo>
                <a:lnTo>
                  <a:pt x="15670" y="1436"/>
                </a:lnTo>
                <a:lnTo>
                  <a:pt x="15743" y="1484"/>
                </a:lnTo>
                <a:lnTo>
                  <a:pt x="15840" y="1484"/>
                </a:lnTo>
                <a:lnTo>
                  <a:pt x="16011" y="1387"/>
                </a:lnTo>
                <a:lnTo>
                  <a:pt x="16157" y="1265"/>
                </a:lnTo>
                <a:lnTo>
                  <a:pt x="16278" y="1119"/>
                </a:lnTo>
                <a:lnTo>
                  <a:pt x="16376" y="949"/>
                </a:lnTo>
                <a:lnTo>
                  <a:pt x="16424" y="779"/>
                </a:lnTo>
                <a:lnTo>
                  <a:pt x="16424" y="681"/>
                </a:lnTo>
                <a:lnTo>
                  <a:pt x="16400" y="584"/>
                </a:lnTo>
                <a:lnTo>
                  <a:pt x="16376" y="511"/>
                </a:lnTo>
                <a:lnTo>
                  <a:pt x="16327" y="414"/>
                </a:lnTo>
                <a:lnTo>
                  <a:pt x="16254" y="341"/>
                </a:lnTo>
                <a:lnTo>
                  <a:pt x="16157" y="268"/>
                </a:lnTo>
                <a:lnTo>
                  <a:pt x="15938" y="170"/>
                </a:lnTo>
                <a:lnTo>
                  <a:pt x="15719" y="97"/>
                </a:lnTo>
                <a:lnTo>
                  <a:pt x="15475" y="49"/>
                </a:lnTo>
                <a:lnTo>
                  <a:pt x="15232" y="24"/>
                </a:lnTo>
                <a:lnTo>
                  <a:pt x="14940" y="0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0"/>
          <p:cNvSpPr/>
          <p:nvPr/>
        </p:nvSpPr>
        <p:spPr>
          <a:xfrm>
            <a:off x="1751605" y="2591382"/>
            <a:ext cx="333722" cy="282025"/>
          </a:xfrm>
          <a:custGeom>
            <a:rect b="b" l="l" r="r" t="t"/>
            <a:pathLst>
              <a:path extrusionOk="0" h="16328" w="19321">
                <a:moveTo>
                  <a:pt x="15403" y="1996"/>
                </a:moveTo>
                <a:lnTo>
                  <a:pt x="15573" y="2215"/>
                </a:lnTo>
                <a:lnTo>
                  <a:pt x="15695" y="2458"/>
                </a:lnTo>
                <a:lnTo>
                  <a:pt x="15500" y="2531"/>
                </a:lnTo>
                <a:lnTo>
                  <a:pt x="15306" y="2629"/>
                </a:lnTo>
                <a:lnTo>
                  <a:pt x="14916" y="2799"/>
                </a:lnTo>
                <a:lnTo>
                  <a:pt x="14819" y="2483"/>
                </a:lnTo>
                <a:lnTo>
                  <a:pt x="14673" y="2215"/>
                </a:lnTo>
                <a:lnTo>
                  <a:pt x="14965" y="2118"/>
                </a:lnTo>
                <a:lnTo>
                  <a:pt x="15403" y="1996"/>
                </a:lnTo>
                <a:close/>
                <a:moveTo>
                  <a:pt x="15817" y="2702"/>
                </a:moveTo>
                <a:lnTo>
                  <a:pt x="16011" y="3140"/>
                </a:lnTo>
                <a:lnTo>
                  <a:pt x="15646" y="3286"/>
                </a:lnTo>
                <a:lnTo>
                  <a:pt x="15379" y="3407"/>
                </a:lnTo>
                <a:lnTo>
                  <a:pt x="15111" y="3553"/>
                </a:lnTo>
                <a:lnTo>
                  <a:pt x="14989" y="3042"/>
                </a:lnTo>
                <a:lnTo>
                  <a:pt x="15306" y="2921"/>
                </a:lnTo>
                <a:lnTo>
                  <a:pt x="15573" y="2823"/>
                </a:lnTo>
                <a:lnTo>
                  <a:pt x="15817" y="2702"/>
                </a:lnTo>
                <a:close/>
                <a:moveTo>
                  <a:pt x="16084" y="3286"/>
                </a:moveTo>
                <a:lnTo>
                  <a:pt x="16206" y="3602"/>
                </a:lnTo>
                <a:lnTo>
                  <a:pt x="15817" y="3772"/>
                </a:lnTo>
                <a:lnTo>
                  <a:pt x="15500" y="3894"/>
                </a:lnTo>
                <a:lnTo>
                  <a:pt x="15354" y="3943"/>
                </a:lnTo>
                <a:lnTo>
                  <a:pt x="15208" y="4040"/>
                </a:lnTo>
                <a:lnTo>
                  <a:pt x="15135" y="3699"/>
                </a:lnTo>
                <a:lnTo>
                  <a:pt x="15427" y="3578"/>
                </a:lnTo>
                <a:lnTo>
                  <a:pt x="15719" y="3456"/>
                </a:lnTo>
                <a:lnTo>
                  <a:pt x="16084" y="3286"/>
                </a:lnTo>
                <a:close/>
                <a:moveTo>
                  <a:pt x="16303" y="3894"/>
                </a:moveTo>
                <a:lnTo>
                  <a:pt x="16449" y="4283"/>
                </a:lnTo>
                <a:lnTo>
                  <a:pt x="16376" y="4259"/>
                </a:lnTo>
                <a:lnTo>
                  <a:pt x="16279" y="4259"/>
                </a:lnTo>
                <a:lnTo>
                  <a:pt x="16133" y="4308"/>
                </a:lnTo>
                <a:lnTo>
                  <a:pt x="15841" y="4454"/>
                </a:lnTo>
                <a:lnTo>
                  <a:pt x="15598" y="4575"/>
                </a:lnTo>
                <a:lnTo>
                  <a:pt x="15379" y="4697"/>
                </a:lnTo>
                <a:lnTo>
                  <a:pt x="15257" y="4259"/>
                </a:lnTo>
                <a:lnTo>
                  <a:pt x="15427" y="4210"/>
                </a:lnTo>
                <a:lnTo>
                  <a:pt x="15573" y="4162"/>
                </a:lnTo>
                <a:lnTo>
                  <a:pt x="15890" y="4040"/>
                </a:lnTo>
                <a:lnTo>
                  <a:pt x="16303" y="3894"/>
                </a:lnTo>
                <a:close/>
                <a:moveTo>
                  <a:pt x="16498" y="4405"/>
                </a:moveTo>
                <a:lnTo>
                  <a:pt x="16498" y="4454"/>
                </a:lnTo>
                <a:lnTo>
                  <a:pt x="16595" y="4721"/>
                </a:lnTo>
                <a:lnTo>
                  <a:pt x="16449" y="4770"/>
                </a:lnTo>
                <a:lnTo>
                  <a:pt x="16303" y="4819"/>
                </a:lnTo>
                <a:lnTo>
                  <a:pt x="16011" y="4965"/>
                </a:lnTo>
                <a:lnTo>
                  <a:pt x="15768" y="5086"/>
                </a:lnTo>
                <a:lnTo>
                  <a:pt x="15622" y="5184"/>
                </a:lnTo>
                <a:lnTo>
                  <a:pt x="15549" y="5232"/>
                </a:lnTo>
                <a:lnTo>
                  <a:pt x="15525" y="5305"/>
                </a:lnTo>
                <a:lnTo>
                  <a:pt x="15427" y="4892"/>
                </a:lnTo>
                <a:lnTo>
                  <a:pt x="15695" y="4819"/>
                </a:lnTo>
                <a:lnTo>
                  <a:pt x="15938" y="4721"/>
                </a:lnTo>
                <a:lnTo>
                  <a:pt x="16255" y="4624"/>
                </a:lnTo>
                <a:lnTo>
                  <a:pt x="16401" y="4527"/>
                </a:lnTo>
                <a:lnTo>
                  <a:pt x="16449" y="4478"/>
                </a:lnTo>
                <a:lnTo>
                  <a:pt x="16498" y="4405"/>
                </a:lnTo>
                <a:close/>
                <a:moveTo>
                  <a:pt x="16717" y="5062"/>
                </a:moveTo>
                <a:lnTo>
                  <a:pt x="16814" y="5305"/>
                </a:lnTo>
                <a:lnTo>
                  <a:pt x="16547" y="5403"/>
                </a:lnTo>
                <a:lnTo>
                  <a:pt x="16303" y="5524"/>
                </a:lnTo>
                <a:lnTo>
                  <a:pt x="15987" y="5670"/>
                </a:lnTo>
                <a:lnTo>
                  <a:pt x="15817" y="5743"/>
                </a:lnTo>
                <a:lnTo>
                  <a:pt x="15671" y="5816"/>
                </a:lnTo>
                <a:lnTo>
                  <a:pt x="15549" y="5354"/>
                </a:lnTo>
                <a:lnTo>
                  <a:pt x="15622" y="5403"/>
                </a:lnTo>
                <a:lnTo>
                  <a:pt x="15719" y="5427"/>
                </a:lnTo>
                <a:lnTo>
                  <a:pt x="15792" y="5403"/>
                </a:lnTo>
                <a:lnTo>
                  <a:pt x="15890" y="5378"/>
                </a:lnTo>
                <a:lnTo>
                  <a:pt x="16084" y="5305"/>
                </a:lnTo>
                <a:lnTo>
                  <a:pt x="16255" y="5257"/>
                </a:lnTo>
                <a:lnTo>
                  <a:pt x="16498" y="5159"/>
                </a:lnTo>
                <a:lnTo>
                  <a:pt x="16620" y="5111"/>
                </a:lnTo>
                <a:lnTo>
                  <a:pt x="16717" y="5062"/>
                </a:lnTo>
                <a:close/>
                <a:moveTo>
                  <a:pt x="17082" y="4551"/>
                </a:moveTo>
                <a:lnTo>
                  <a:pt x="17106" y="4575"/>
                </a:lnTo>
                <a:lnTo>
                  <a:pt x="17228" y="4673"/>
                </a:lnTo>
                <a:lnTo>
                  <a:pt x="17350" y="4746"/>
                </a:lnTo>
                <a:lnTo>
                  <a:pt x="17496" y="4794"/>
                </a:lnTo>
                <a:lnTo>
                  <a:pt x="17666" y="4819"/>
                </a:lnTo>
                <a:lnTo>
                  <a:pt x="17885" y="4867"/>
                </a:lnTo>
                <a:lnTo>
                  <a:pt x="18128" y="4965"/>
                </a:lnTo>
                <a:lnTo>
                  <a:pt x="18323" y="5062"/>
                </a:lnTo>
                <a:lnTo>
                  <a:pt x="18518" y="5208"/>
                </a:lnTo>
                <a:lnTo>
                  <a:pt x="18591" y="5281"/>
                </a:lnTo>
                <a:lnTo>
                  <a:pt x="18664" y="5354"/>
                </a:lnTo>
                <a:lnTo>
                  <a:pt x="18785" y="5573"/>
                </a:lnTo>
                <a:lnTo>
                  <a:pt x="18810" y="5670"/>
                </a:lnTo>
                <a:lnTo>
                  <a:pt x="18834" y="5768"/>
                </a:lnTo>
                <a:lnTo>
                  <a:pt x="18834" y="5889"/>
                </a:lnTo>
                <a:lnTo>
                  <a:pt x="18810" y="6011"/>
                </a:lnTo>
                <a:lnTo>
                  <a:pt x="18761" y="6108"/>
                </a:lnTo>
                <a:lnTo>
                  <a:pt x="18664" y="6181"/>
                </a:lnTo>
                <a:lnTo>
                  <a:pt x="18542" y="6254"/>
                </a:lnTo>
                <a:lnTo>
                  <a:pt x="18396" y="6303"/>
                </a:lnTo>
                <a:lnTo>
                  <a:pt x="18080" y="6376"/>
                </a:lnTo>
                <a:lnTo>
                  <a:pt x="17812" y="6400"/>
                </a:lnTo>
                <a:lnTo>
                  <a:pt x="17447" y="5476"/>
                </a:lnTo>
                <a:lnTo>
                  <a:pt x="17082" y="4551"/>
                </a:lnTo>
                <a:close/>
                <a:moveTo>
                  <a:pt x="16936" y="5622"/>
                </a:moveTo>
                <a:lnTo>
                  <a:pt x="17033" y="5889"/>
                </a:lnTo>
                <a:lnTo>
                  <a:pt x="16863" y="5938"/>
                </a:lnTo>
                <a:lnTo>
                  <a:pt x="16717" y="6011"/>
                </a:lnTo>
                <a:lnTo>
                  <a:pt x="16401" y="6157"/>
                </a:lnTo>
                <a:lnTo>
                  <a:pt x="16084" y="6303"/>
                </a:lnTo>
                <a:lnTo>
                  <a:pt x="15768" y="6425"/>
                </a:lnTo>
                <a:lnTo>
                  <a:pt x="15768" y="6376"/>
                </a:lnTo>
                <a:lnTo>
                  <a:pt x="15719" y="6303"/>
                </a:lnTo>
                <a:lnTo>
                  <a:pt x="15719" y="6157"/>
                </a:lnTo>
                <a:lnTo>
                  <a:pt x="15719" y="6011"/>
                </a:lnTo>
                <a:lnTo>
                  <a:pt x="15890" y="5987"/>
                </a:lnTo>
                <a:lnTo>
                  <a:pt x="16084" y="5938"/>
                </a:lnTo>
                <a:lnTo>
                  <a:pt x="16425" y="5816"/>
                </a:lnTo>
                <a:lnTo>
                  <a:pt x="16668" y="5719"/>
                </a:lnTo>
                <a:lnTo>
                  <a:pt x="16936" y="5622"/>
                </a:lnTo>
                <a:close/>
                <a:moveTo>
                  <a:pt x="2142" y="4770"/>
                </a:moveTo>
                <a:lnTo>
                  <a:pt x="1607" y="6303"/>
                </a:lnTo>
                <a:lnTo>
                  <a:pt x="1534" y="6473"/>
                </a:lnTo>
                <a:lnTo>
                  <a:pt x="1436" y="6449"/>
                </a:lnTo>
                <a:lnTo>
                  <a:pt x="877" y="6449"/>
                </a:lnTo>
                <a:lnTo>
                  <a:pt x="779" y="6400"/>
                </a:lnTo>
                <a:lnTo>
                  <a:pt x="706" y="6327"/>
                </a:lnTo>
                <a:lnTo>
                  <a:pt x="609" y="6230"/>
                </a:lnTo>
                <a:lnTo>
                  <a:pt x="536" y="6084"/>
                </a:lnTo>
                <a:lnTo>
                  <a:pt x="512" y="5938"/>
                </a:lnTo>
                <a:lnTo>
                  <a:pt x="536" y="5816"/>
                </a:lnTo>
                <a:lnTo>
                  <a:pt x="560" y="5670"/>
                </a:lnTo>
                <a:lnTo>
                  <a:pt x="633" y="5524"/>
                </a:lnTo>
                <a:lnTo>
                  <a:pt x="706" y="5403"/>
                </a:lnTo>
                <a:lnTo>
                  <a:pt x="804" y="5305"/>
                </a:lnTo>
                <a:lnTo>
                  <a:pt x="901" y="5208"/>
                </a:lnTo>
                <a:lnTo>
                  <a:pt x="998" y="5111"/>
                </a:lnTo>
                <a:lnTo>
                  <a:pt x="1144" y="5038"/>
                </a:lnTo>
                <a:lnTo>
                  <a:pt x="1266" y="4965"/>
                </a:lnTo>
                <a:lnTo>
                  <a:pt x="1412" y="4916"/>
                </a:lnTo>
                <a:lnTo>
                  <a:pt x="1704" y="4867"/>
                </a:lnTo>
                <a:lnTo>
                  <a:pt x="1996" y="4819"/>
                </a:lnTo>
                <a:lnTo>
                  <a:pt x="2142" y="4770"/>
                </a:lnTo>
                <a:close/>
                <a:moveTo>
                  <a:pt x="10342" y="1899"/>
                </a:moveTo>
                <a:lnTo>
                  <a:pt x="10926" y="1923"/>
                </a:lnTo>
                <a:lnTo>
                  <a:pt x="11510" y="1972"/>
                </a:lnTo>
                <a:lnTo>
                  <a:pt x="12094" y="2045"/>
                </a:lnTo>
                <a:lnTo>
                  <a:pt x="12702" y="2118"/>
                </a:lnTo>
                <a:lnTo>
                  <a:pt x="13286" y="2239"/>
                </a:lnTo>
                <a:lnTo>
                  <a:pt x="13797" y="2361"/>
                </a:lnTo>
                <a:lnTo>
                  <a:pt x="14065" y="2410"/>
                </a:lnTo>
                <a:lnTo>
                  <a:pt x="14308" y="2434"/>
                </a:lnTo>
                <a:lnTo>
                  <a:pt x="14332" y="2653"/>
                </a:lnTo>
                <a:lnTo>
                  <a:pt x="14357" y="2872"/>
                </a:lnTo>
                <a:lnTo>
                  <a:pt x="14478" y="3334"/>
                </a:lnTo>
                <a:lnTo>
                  <a:pt x="14600" y="3772"/>
                </a:lnTo>
                <a:lnTo>
                  <a:pt x="14722" y="4186"/>
                </a:lnTo>
                <a:lnTo>
                  <a:pt x="14989" y="5305"/>
                </a:lnTo>
                <a:lnTo>
                  <a:pt x="15111" y="5816"/>
                </a:lnTo>
                <a:lnTo>
                  <a:pt x="15184" y="6084"/>
                </a:lnTo>
                <a:lnTo>
                  <a:pt x="15281" y="6327"/>
                </a:lnTo>
                <a:lnTo>
                  <a:pt x="15014" y="6449"/>
                </a:lnTo>
                <a:lnTo>
                  <a:pt x="14722" y="6571"/>
                </a:lnTo>
                <a:lnTo>
                  <a:pt x="14162" y="6814"/>
                </a:lnTo>
                <a:lnTo>
                  <a:pt x="13457" y="7033"/>
                </a:lnTo>
                <a:lnTo>
                  <a:pt x="12751" y="7228"/>
                </a:lnTo>
                <a:lnTo>
                  <a:pt x="11972" y="7398"/>
                </a:lnTo>
                <a:lnTo>
                  <a:pt x="11169" y="7520"/>
                </a:lnTo>
                <a:lnTo>
                  <a:pt x="10366" y="7593"/>
                </a:lnTo>
                <a:lnTo>
                  <a:pt x="9588" y="7617"/>
                </a:lnTo>
                <a:lnTo>
                  <a:pt x="8809" y="7617"/>
                </a:lnTo>
                <a:lnTo>
                  <a:pt x="8055" y="7568"/>
                </a:lnTo>
                <a:lnTo>
                  <a:pt x="7300" y="7471"/>
                </a:lnTo>
                <a:lnTo>
                  <a:pt x="6546" y="7325"/>
                </a:lnTo>
                <a:lnTo>
                  <a:pt x="5840" y="7155"/>
                </a:lnTo>
                <a:lnTo>
                  <a:pt x="5135" y="6960"/>
                </a:lnTo>
                <a:lnTo>
                  <a:pt x="4794" y="6838"/>
                </a:lnTo>
                <a:lnTo>
                  <a:pt x="4478" y="6717"/>
                </a:lnTo>
                <a:lnTo>
                  <a:pt x="4137" y="6595"/>
                </a:lnTo>
                <a:lnTo>
                  <a:pt x="3821" y="6498"/>
                </a:lnTo>
                <a:lnTo>
                  <a:pt x="3821" y="6449"/>
                </a:lnTo>
                <a:lnTo>
                  <a:pt x="3943" y="5914"/>
                </a:lnTo>
                <a:lnTo>
                  <a:pt x="4064" y="5378"/>
                </a:lnTo>
                <a:lnTo>
                  <a:pt x="4186" y="4867"/>
                </a:lnTo>
                <a:lnTo>
                  <a:pt x="4356" y="4332"/>
                </a:lnTo>
                <a:lnTo>
                  <a:pt x="4527" y="3821"/>
                </a:lnTo>
                <a:lnTo>
                  <a:pt x="4697" y="3310"/>
                </a:lnTo>
                <a:lnTo>
                  <a:pt x="4843" y="2896"/>
                </a:lnTo>
                <a:lnTo>
                  <a:pt x="4916" y="2702"/>
                </a:lnTo>
                <a:lnTo>
                  <a:pt x="4965" y="2483"/>
                </a:lnTo>
                <a:lnTo>
                  <a:pt x="5038" y="2507"/>
                </a:lnTo>
                <a:lnTo>
                  <a:pt x="5111" y="2507"/>
                </a:lnTo>
                <a:lnTo>
                  <a:pt x="6254" y="2264"/>
                </a:lnTo>
                <a:lnTo>
                  <a:pt x="6838" y="2142"/>
                </a:lnTo>
                <a:lnTo>
                  <a:pt x="7398" y="2069"/>
                </a:lnTo>
                <a:lnTo>
                  <a:pt x="7982" y="1996"/>
                </a:lnTo>
                <a:lnTo>
                  <a:pt x="8566" y="1947"/>
                </a:lnTo>
                <a:lnTo>
                  <a:pt x="9150" y="1923"/>
                </a:lnTo>
                <a:lnTo>
                  <a:pt x="9734" y="1899"/>
                </a:lnTo>
                <a:close/>
                <a:moveTo>
                  <a:pt x="16863" y="7933"/>
                </a:moveTo>
                <a:lnTo>
                  <a:pt x="16011" y="8177"/>
                </a:lnTo>
                <a:lnTo>
                  <a:pt x="15160" y="8371"/>
                </a:lnTo>
                <a:lnTo>
                  <a:pt x="14308" y="8566"/>
                </a:lnTo>
                <a:lnTo>
                  <a:pt x="13432" y="8736"/>
                </a:lnTo>
                <a:lnTo>
                  <a:pt x="12581" y="8882"/>
                </a:lnTo>
                <a:lnTo>
                  <a:pt x="11705" y="9004"/>
                </a:lnTo>
                <a:lnTo>
                  <a:pt x="10829" y="9077"/>
                </a:lnTo>
                <a:lnTo>
                  <a:pt x="9953" y="9126"/>
                </a:lnTo>
                <a:lnTo>
                  <a:pt x="9052" y="9126"/>
                </a:lnTo>
                <a:lnTo>
                  <a:pt x="8176" y="9101"/>
                </a:lnTo>
                <a:lnTo>
                  <a:pt x="7276" y="9053"/>
                </a:lnTo>
                <a:lnTo>
                  <a:pt x="6400" y="8955"/>
                </a:lnTo>
                <a:lnTo>
                  <a:pt x="5476" y="8834"/>
                </a:lnTo>
                <a:lnTo>
                  <a:pt x="4575" y="8663"/>
                </a:lnTo>
                <a:lnTo>
                  <a:pt x="3675" y="8469"/>
                </a:lnTo>
                <a:lnTo>
                  <a:pt x="2775" y="8323"/>
                </a:lnTo>
                <a:lnTo>
                  <a:pt x="2702" y="8347"/>
                </a:lnTo>
                <a:lnTo>
                  <a:pt x="2677" y="8371"/>
                </a:lnTo>
                <a:lnTo>
                  <a:pt x="2677" y="8420"/>
                </a:lnTo>
                <a:lnTo>
                  <a:pt x="2726" y="8469"/>
                </a:lnTo>
                <a:lnTo>
                  <a:pt x="3140" y="8615"/>
                </a:lnTo>
                <a:lnTo>
                  <a:pt x="3553" y="8761"/>
                </a:lnTo>
                <a:lnTo>
                  <a:pt x="3991" y="8882"/>
                </a:lnTo>
                <a:lnTo>
                  <a:pt x="4429" y="8980"/>
                </a:lnTo>
                <a:lnTo>
                  <a:pt x="5305" y="9126"/>
                </a:lnTo>
                <a:lnTo>
                  <a:pt x="6181" y="9272"/>
                </a:lnTo>
                <a:lnTo>
                  <a:pt x="7081" y="9369"/>
                </a:lnTo>
                <a:lnTo>
                  <a:pt x="7957" y="9442"/>
                </a:lnTo>
                <a:lnTo>
                  <a:pt x="8858" y="9466"/>
                </a:lnTo>
                <a:lnTo>
                  <a:pt x="9758" y="9466"/>
                </a:lnTo>
                <a:lnTo>
                  <a:pt x="10658" y="9442"/>
                </a:lnTo>
                <a:lnTo>
                  <a:pt x="11583" y="9393"/>
                </a:lnTo>
                <a:lnTo>
                  <a:pt x="12508" y="9296"/>
                </a:lnTo>
                <a:lnTo>
                  <a:pt x="13408" y="9174"/>
                </a:lnTo>
                <a:lnTo>
                  <a:pt x="14308" y="9004"/>
                </a:lnTo>
                <a:lnTo>
                  <a:pt x="15208" y="8785"/>
                </a:lnTo>
                <a:lnTo>
                  <a:pt x="16084" y="8542"/>
                </a:lnTo>
                <a:lnTo>
                  <a:pt x="16960" y="8250"/>
                </a:lnTo>
                <a:lnTo>
                  <a:pt x="17009" y="8225"/>
                </a:lnTo>
                <a:lnTo>
                  <a:pt x="17058" y="8177"/>
                </a:lnTo>
                <a:lnTo>
                  <a:pt x="17058" y="8104"/>
                </a:lnTo>
                <a:lnTo>
                  <a:pt x="17058" y="8055"/>
                </a:lnTo>
                <a:lnTo>
                  <a:pt x="17033" y="8006"/>
                </a:lnTo>
                <a:lnTo>
                  <a:pt x="16985" y="7958"/>
                </a:lnTo>
                <a:lnTo>
                  <a:pt x="16936" y="7933"/>
                </a:lnTo>
                <a:close/>
                <a:moveTo>
                  <a:pt x="9320" y="9953"/>
                </a:moveTo>
                <a:lnTo>
                  <a:pt x="8639" y="9977"/>
                </a:lnTo>
                <a:lnTo>
                  <a:pt x="7714" y="9977"/>
                </a:lnTo>
                <a:lnTo>
                  <a:pt x="7446" y="10001"/>
                </a:lnTo>
                <a:lnTo>
                  <a:pt x="7300" y="10026"/>
                </a:lnTo>
                <a:lnTo>
                  <a:pt x="7179" y="10050"/>
                </a:lnTo>
                <a:lnTo>
                  <a:pt x="7081" y="10123"/>
                </a:lnTo>
                <a:lnTo>
                  <a:pt x="6984" y="10220"/>
                </a:lnTo>
                <a:lnTo>
                  <a:pt x="6960" y="10269"/>
                </a:lnTo>
                <a:lnTo>
                  <a:pt x="6984" y="10293"/>
                </a:lnTo>
                <a:lnTo>
                  <a:pt x="7057" y="10366"/>
                </a:lnTo>
                <a:lnTo>
                  <a:pt x="7154" y="10415"/>
                </a:lnTo>
                <a:lnTo>
                  <a:pt x="7252" y="10464"/>
                </a:lnTo>
                <a:lnTo>
                  <a:pt x="7349" y="10488"/>
                </a:lnTo>
                <a:lnTo>
                  <a:pt x="7568" y="10512"/>
                </a:lnTo>
                <a:lnTo>
                  <a:pt x="10585" y="10512"/>
                </a:lnTo>
                <a:lnTo>
                  <a:pt x="12021" y="10561"/>
                </a:lnTo>
                <a:lnTo>
                  <a:pt x="12143" y="10537"/>
                </a:lnTo>
                <a:lnTo>
                  <a:pt x="12216" y="10488"/>
                </a:lnTo>
                <a:lnTo>
                  <a:pt x="12264" y="10391"/>
                </a:lnTo>
                <a:lnTo>
                  <a:pt x="12289" y="10293"/>
                </a:lnTo>
                <a:lnTo>
                  <a:pt x="12264" y="10196"/>
                </a:lnTo>
                <a:lnTo>
                  <a:pt x="12216" y="10099"/>
                </a:lnTo>
                <a:lnTo>
                  <a:pt x="12143" y="10050"/>
                </a:lnTo>
                <a:lnTo>
                  <a:pt x="12021" y="10001"/>
                </a:lnTo>
                <a:lnTo>
                  <a:pt x="10683" y="9977"/>
                </a:lnTo>
                <a:lnTo>
                  <a:pt x="9320" y="9953"/>
                </a:lnTo>
                <a:close/>
                <a:moveTo>
                  <a:pt x="10950" y="10975"/>
                </a:moveTo>
                <a:lnTo>
                  <a:pt x="10683" y="10999"/>
                </a:lnTo>
                <a:lnTo>
                  <a:pt x="10123" y="11023"/>
                </a:lnTo>
                <a:lnTo>
                  <a:pt x="9612" y="11048"/>
                </a:lnTo>
                <a:lnTo>
                  <a:pt x="9028" y="11023"/>
                </a:lnTo>
                <a:lnTo>
                  <a:pt x="8152" y="11023"/>
                </a:lnTo>
                <a:lnTo>
                  <a:pt x="7860" y="11048"/>
                </a:lnTo>
                <a:lnTo>
                  <a:pt x="7568" y="11096"/>
                </a:lnTo>
                <a:lnTo>
                  <a:pt x="7300" y="11169"/>
                </a:lnTo>
                <a:lnTo>
                  <a:pt x="7252" y="11194"/>
                </a:lnTo>
                <a:lnTo>
                  <a:pt x="7227" y="11218"/>
                </a:lnTo>
                <a:lnTo>
                  <a:pt x="7203" y="11315"/>
                </a:lnTo>
                <a:lnTo>
                  <a:pt x="7227" y="11413"/>
                </a:lnTo>
                <a:lnTo>
                  <a:pt x="7252" y="11437"/>
                </a:lnTo>
                <a:lnTo>
                  <a:pt x="7300" y="11461"/>
                </a:lnTo>
                <a:lnTo>
                  <a:pt x="7568" y="11534"/>
                </a:lnTo>
                <a:lnTo>
                  <a:pt x="7811" y="11559"/>
                </a:lnTo>
                <a:lnTo>
                  <a:pt x="8079" y="11583"/>
                </a:lnTo>
                <a:lnTo>
                  <a:pt x="8347" y="11607"/>
                </a:lnTo>
                <a:lnTo>
                  <a:pt x="9417" y="11559"/>
                </a:lnTo>
                <a:lnTo>
                  <a:pt x="10561" y="11559"/>
                </a:lnTo>
                <a:lnTo>
                  <a:pt x="11145" y="11583"/>
                </a:lnTo>
                <a:lnTo>
                  <a:pt x="11437" y="11559"/>
                </a:lnTo>
                <a:lnTo>
                  <a:pt x="11583" y="11534"/>
                </a:lnTo>
                <a:lnTo>
                  <a:pt x="11729" y="11486"/>
                </a:lnTo>
                <a:lnTo>
                  <a:pt x="11802" y="11461"/>
                </a:lnTo>
                <a:lnTo>
                  <a:pt x="11851" y="11413"/>
                </a:lnTo>
                <a:lnTo>
                  <a:pt x="11875" y="11364"/>
                </a:lnTo>
                <a:lnTo>
                  <a:pt x="11875" y="11291"/>
                </a:lnTo>
                <a:lnTo>
                  <a:pt x="11875" y="11218"/>
                </a:lnTo>
                <a:lnTo>
                  <a:pt x="11851" y="11169"/>
                </a:lnTo>
                <a:lnTo>
                  <a:pt x="11802" y="11121"/>
                </a:lnTo>
                <a:lnTo>
                  <a:pt x="11729" y="11096"/>
                </a:lnTo>
                <a:lnTo>
                  <a:pt x="11486" y="11023"/>
                </a:lnTo>
                <a:lnTo>
                  <a:pt x="11218" y="10999"/>
                </a:lnTo>
                <a:lnTo>
                  <a:pt x="10950" y="10975"/>
                </a:lnTo>
                <a:close/>
                <a:moveTo>
                  <a:pt x="4210" y="9734"/>
                </a:moveTo>
                <a:lnTo>
                  <a:pt x="4356" y="9758"/>
                </a:lnTo>
                <a:lnTo>
                  <a:pt x="4478" y="9783"/>
                </a:lnTo>
                <a:lnTo>
                  <a:pt x="4600" y="9807"/>
                </a:lnTo>
                <a:lnTo>
                  <a:pt x="4819" y="9928"/>
                </a:lnTo>
                <a:lnTo>
                  <a:pt x="5013" y="10074"/>
                </a:lnTo>
                <a:lnTo>
                  <a:pt x="5184" y="10269"/>
                </a:lnTo>
                <a:lnTo>
                  <a:pt x="5330" y="10488"/>
                </a:lnTo>
                <a:lnTo>
                  <a:pt x="5451" y="10756"/>
                </a:lnTo>
                <a:lnTo>
                  <a:pt x="5524" y="10902"/>
                </a:lnTo>
                <a:lnTo>
                  <a:pt x="5549" y="11048"/>
                </a:lnTo>
                <a:lnTo>
                  <a:pt x="5549" y="11194"/>
                </a:lnTo>
                <a:lnTo>
                  <a:pt x="5524" y="11315"/>
                </a:lnTo>
                <a:lnTo>
                  <a:pt x="5476" y="11437"/>
                </a:lnTo>
                <a:lnTo>
                  <a:pt x="5427" y="11534"/>
                </a:lnTo>
                <a:lnTo>
                  <a:pt x="5330" y="11607"/>
                </a:lnTo>
                <a:lnTo>
                  <a:pt x="5232" y="11680"/>
                </a:lnTo>
                <a:lnTo>
                  <a:pt x="5135" y="11753"/>
                </a:lnTo>
                <a:lnTo>
                  <a:pt x="5013" y="11802"/>
                </a:lnTo>
                <a:lnTo>
                  <a:pt x="4770" y="11875"/>
                </a:lnTo>
                <a:lnTo>
                  <a:pt x="4478" y="11924"/>
                </a:lnTo>
                <a:lnTo>
                  <a:pt x="4210" y="11924"/>
                </a:lnTo>
                <a:lnTo>
                  <a:pt x="3967" y="11899"/>
                </a:lnTo>
                <a:lnTo>
                  <a:pt x="3699" y="11851"/>
                </a:lnTo>
                <a:lnTo>
                  <a:pt x="3456" y="11753"/>
                </a:lnTo>
                <a:lnTo>
                  <a:pt x="3213" y="11656"/>
                </a:lnTo>
                <a:lnTo>
                  <a:pt x="3018" y="11510"/>
                </a:lnTo>
                <a:lnTo>
                  <a:pt x="2921" y="11413"/>
                </a:lnTo>
                <a:lnTo>
                  <a:pt x="2848" y="11315"/>
                </a:lnTo>
                <a:lnTo>
                  <a:pt x="2799" y="11194"/>
                </a:lnTo>
                <a:lnTo>
                  <a:pt x="2750" y="11096"/>
                </a:lnTo>
                <a:lnTo>
                  <a:pt x="2702" y="10950"/>
                </a:lnTo>
                <a:lnTo>
                  <a:pt x="2677" y="10829"/>
                </a:lnTo>
                <a:lnTo>
                  <a:pt x="2702" y="10707"/>
                </a:lnTo>
                <a:lnTo>
                  <a:pt x="2702" y="10610"/>
                </a:lnTo>
                <a:lnTo>
                  <a:pt x="2726" y="10512"/>
                </a:lnTo>
                <a:lnTo>
                  <a:pt x="2775" y="10415"/>
                </a:lnTo>
                <a:lnTo>
                  <a:pt x="2896" y="10269"/>
                </a:lnTo>
                <a:lnTo>
                  <a:pt x="3042" y="10147"/>
                </a:lnTo>
                <a:lnTo>
                  <a:pt x="3213" y="10050"/>
                </a:lnTo>
                <a:lnTo>
                  <a:pt x="3383" y="9977"/>
                </a:lnTo>
                <a:lnTo>
                  <a:pt x="3772" y="9807"/>
                </a:lnTo>
                <a:lnTo>
                  <a:pt x="3797" y="9807"/>
                </a:lnTo>
                <a:lnTo>
                  <a:pt x="3943" y="9758"/>
                </a:lnTo>
                <a:lnTo>
                  <a:pt x="4089" y="9758"/>
                </a:lnTo>
                <a:lnTo>
                  <a:pt x="4210" y="9734"/>
                </a:lnTo>
                <a:close/>
                <a:moveTo>
                  <a:pt x="15208" y="9612"/>
                </a:moveTo>
                <a:lnTo>
                  <a:pt x="15476" y="9637"/>
                </a:lnTo>
                <a:lnTo>
                  <a:pt x="15622" y="9685"/>
                </a:lnTo>
                <a:lnTo>
                  <a:pt x="15719" y="9734"/>
                </a:lnTo>
                <a:lnTo>
                  <a:pt x="15914" y="9880"/>
                </a:lnTo>
                <a:lnTo>
                  <a:pt x="16084" y="10050"/>
                </a:lnTo>
                <a:lnTo>
                  <a:pt x="16279" y="10220"/>
                </a:lnTo>
                <a:lnTo>
                  <a:pt x="16401" y="10342"/>
                </a:lnTo>
                <a:lnTo>
                  <a:pt x="16498" y="10464"/>
                </a:lnTo>
                <a:lnTo>
                  <a:pt x="16547" y="10585"/>
                </a:lnTo>
                <a:lnTo>
                  <a:pt x="16571" y="10731"/>
                </a:lnTo>
                <a:lnTo>
                  <a:pt x="16571" y="10877"/>
                </a:lnTo>
                <a:lnTo>
                  <a:pt x="16547" y="11023"/>
                </a:lnTo>
                <a:lnTo>
                  <a:pt x="16498" y="11169"/>
                </a:lnTo>
                <a:lnTo>
                  <a:pt x="16425" y="11315"/>
                </a:lnTo>
                <a:lnTo>
                  <a:pt x="16352" y="11437"/>
                </a:lnTo>
                <a:lnTo>
                  <a:pt x="16255" y="11534"/>
                </a:lnTo>
                <a:lnTo>
                  <a:pt x="16133" y="11632"/>
                </a:lnTo>
                <a:lnTo>
                  <a:pt x="16011" y="11705"/>
                </a:lnTo>
                <a:lnTo>
                  <a:pt x="15768" y="11826"/>
                </a:lnTo>
                <a:lnTo>
                  <a:pt x="15500" y="11899"/>
                </a:lnTo>
                <a:lnTo>
                  <a:pt x="15208" y="11948"/>
                </a:lnTo>
                <a:lnTo>
                  <a:pt x="14916" y="11972"/>
                </a:lnTo>
                <a:lnTo>
                  <a:pt x="14624" y="11972"/>
                </a:lnTo>
                <a:lnTo>
                  <a:pt x="14357" y="11924"/>
                </a:lnTo>
                <a:lnTo>
                  <a:pt x="14235" y="11875"/>
                </a:lnTo>
                <a:lnTo>
                  <a:pt x="14113" y="11802"/>
                </a:lnTo>
                <a:lnTo>
                  <a:pt x="14016" y="11729"/>
                </a:lnTo>
                <a:lnTo>
                  <a:pt x="13919" y="11632"/>
                </a:lnTo>
                <a:lnTo>
                  <a:pt x="13846" y="11534"/>
                </a:lnTo>
                <a:lnTo>
                  <a:pt x="13797" y="11413"/>
                </a:lnTo>
                <a:lnTo>
                  <a:pt x="13773" y="11267"/>
                </a:lnTo>
                <a:lnTo>
                  <a:pt x="13748" y="11096"/>
                </a:lnTo>
                <a:lnTo>
                  <a:pt x="13773" y="10902"/>
                </a:lnTo>
                <a:lnTo>
                  <a:pt x="13821" y="10707"/>
                </a:lnTo>
                <a:lnTo>
                  <a:pt x="13919" y="10537"/>
                </a:lnTo>
                <a:lnTo>
                  <a:pt x="14040" y="10391"/>
                </a:lnTo>
                <a:lnTo>
                  <a:pt x="14284" y="10074"/>
                </a:lnTo>
                <a:lnTo>
                  <a:pt x="14405" y="9928"/>
                </a:lnTo>
                <a:lnTo>
                  <a:pt x="14503" y="9758"/>
                </a:lnTo>
                <a:lnTo>
                  <a:pt x="14746" y="9685"/>
                </a:lnTo>
                <a:lnTo>
                  <a:pt x="14989" y="9637"/>
                </a:lnTo>
                <a:lnTo>
                  <a:pt x="15208" y="9612"/>
                </a:lnTo>
                <a:close/>
                <a:moveTo>
                  <a:pt x="4064" y="9247"/>
                </a:moveTo>
                <a:lnTo>
                  <a:pt x="3870" y="9296"/>
                </a:lnTo>
                <a:lnTo>
                  <a:pt x="3675" y="9345"/>
                </a:lnTo>
                <a:lnTo>
                  <a:pt x="3626" y="9393"/>
                </a:lnTo>
                <a:lnTo>
                  <a:pt x="3578" y="9418"/>
                </a:lnTo>
                <a:lnTo>
                  <a:pt x="3334" y="9491"/>
                </a:lnTo>
                <a:lnTo>
                  <a:pt x="3091" y="9612"/>
                </a:lnTo>
                <a:lnTo>
                  <a:pt x="2848" y="9758"/>
                </a:lnTo>
                <a:lnTo>
                  <a:pt x="2653" y="9928"/>
                </a:lnTo>
                <a:lnTo>
                  <a:pt x="2458" y="10123"/>
                </a:lnTo>
                <a:lnTo>
                  <a:pt x="2337" y="10342"/>
                </a:lnTo>
                <a:lnTo>
                  <a:pt x="2239" y="10585"/>
                </a:lnTo>
                <a:lnTo>
                  <a:pt x="2215" y="10707"/>
                </a:lnTo>
                <a:lnTo>
                  <a:pt x="2215" y="10829"/>
                </a:lnTo>
                <a:lnTo>
                  <a:pt x="2239" y="11023"/>
                </a:lnTo>
                <a:lnTo>
                  <a:pt x="2264" y="11218"/>
                </a:lnTo>
                <a:lnTo>
                  <a:pt x="2337" y="11388"/>
                </a:lnTo>
                <a:lnTo>
                  <a:pt x="2434" y="11559"/>
                </a:lnTo>
                <a:lnTo>
                  <a:pt x="2531" y="11705"/>
                </a:lnTo>
                <a:lnTo>
                  <a:pt x="2653" y="11826"/>
                </a:lnTo>
                <a:lnTo>
                  <a:pt x="2775" y="11948"/>
                </a:lnTo>
                <a:lnTo>
                  <a:pt x="2945" y="12045"/>
                </a:lnTo>
                <a:lnTo>
                  <a:pt x="3091" y="12118"/>
                </a:lnTo>
                <a:lnTo>
                  <a:pt x="3261" y="12216"/>
                </a:lnTo>
                <a:lnTo>
                  <a:pt x="3626" y="12313"/>
                </a:lnTo>
                <a:lnTo>
                  <a:pt x="4016" y="12386"/>
                </a:lnTo>
                <a:lnTo>
                  <a:pt x="4381" y="12435"/>
                </a:lnTo>
                <a:lnTo>
                  <a:pt x="4575" y="12435"/>
                </a:lnTo>
                <a:lnTo>
                  <a:pt x="4746" y="12410"/>
                </a:lnTo>
                <a:lnTo>
                  <a:pt x="4916" y="12386"/>
                </a:lnTo>
                <a:lnTo>
                  <a:pt x="5086" y="12337"/>
                </a:lnTo>
                <a:lnTo>
                  <a:pt x="5232" y="12264"/>
                </a:lnTo>
                <a:lnTo>
                  <a:pt x="5378" y="12191"/>
                </a:lnTo>
                <a:lnTo>
                  <a:pt x="5500" y="12118"/>
                </a:lnTo>
                <a:lnTo>
                  <a:pt x="5622" y="11997"/>
                </a:lnTo>
                <a:lnTo>
                  <a:pt x="5719" y="11875"/>
                </a:lnTo>
                <a:lnTo>
                  <a:pt x="5816" y="11753"/>
                </a:lnTo>
                <a:lnTo>
                  <a:pt x="5889" y="11607"/>
                </a:lnTo>
                <a:lnTo>
                  <a:pt x="5938" y="11461"/>
                </a:lnTo>
                <a:lnTo>
                  <a:pt x="5986" y="11315"/>
                </a:lnTo>
                <a:lnTo>
                  <a:pt x="5986" y="11145"/>
                </a:lnTo>
                <a:lnTo>
                  <a:pt x="5986" y="10950"/>
                </a:lnTo>
                <a:lnTo>
                  <a:pt x="5962" y="10780"/>
                </a:lnTo>
                <a:lnTo>
                  <a:pt x="5913" y="10585"/>
                </a:lnTo>
                <a:lnTo>
                  <a:pt x="5865" y="10415"/>
                </a:lnTo>
                <a:lnTo>
                  <a:pt x="5768" y="10245"/>
                </a:lnTo>
                <a:lnTo>
                  <a:pt x="5670" y="10074"/>
                </a:lnTo>
                <a:lnTo>
                  <a:pt x="5549" y="9928"/>
                </a:lnTo>
                <a:lnTo>
                  <a:pt x="5427" y="9783"/>
                </a:lnTo>
                <a:lnTo>
                  <a:pt x="5281" y="9661"/>
                </a:lnTo>
                <a:lnTo>
                  <a:pt x="5111" y="9539"/>
                </a:lnTo>
                <a:lnTo>
                  <a:pt x="4965" y="9442"/>
                </a:lnTo>
                <a:lnTo>
                  <a:pt x="4794" y="9369"/>
                </a:lnTo>
                <a:lnTo>
                  <a:pt x="4600" y="9296"/>
                </a:lnTo>
                <a:lnTo>
                  <a:pt x="4429" y="9272"/>
                </a:lnTo>
                <a:lnTo>
                  <a:pt x="4235" y="9247"/>
                </a:lnTo>
                <a:close/>
                <a:moveTo>
                  <a:pt x="14916" y="9150"/>
                </a:moveTo>
                <a:lnTo>
                  <a:pt x="14746" y="9199"/>
                </a:lnTo>
                <a:lnTo>
                  <a:pt x="14576" y="9247"/>
                </a:lnTo>
                <a:lnTo>
                  <a:pt x="14405" y="9320"/>
                </a:lnTo>
                <a:lnTo>
                  <a:pt x="14259" y="9418"/>
                </a:lnTo>
                <a:lnTo>
                  <a:pt x="14113" y="9539"/>
                </a:lnTo>
                <a:lnTo>
                  <a:pt x="14065" y="9612"/>
                </a:lnTo>
                <a:lnTo>
                  <a:pt x="14065" y="9710"/>
                </a:lnTo>
                <a:lnTo>
                  <a:pt x="13846" y="9904"/>
                </a:lnTo>
                <a:lnTo>
                  <a:pt x="13676" y="10123"/>
                </a:lnTo>
                <a:lnTo>
                  <a:pt x="13505" y="10366"/>
                </a:lnTo>
                <a:lnTo>
                  <a:pt x="13408" y="10634"/>
                </a:lnTo>
                <a:lnTo>
                  <a:pt x="13335" y="10926"/>
                </a:lnTo>
                <a:lnTo>
                  <a:pt x="13311" y="11194"/>
                </a:lnTo>
                <a:lnTo>
                  <a:pt x="13335" y="11461"/>
                </a:lnTo>
                <a:lnTo>
                  <a:pt x="13359" y="11583"/>
                </a:lnTo>
                <a:lnTo>
                  <a:pt x="13408" y="11705"/>
                </a:lnTo>
                <a:lnTo>
                  <a:pt x="13505" y="11875"/>
                </a:lnTo>
                <a:lnTo>
                  <a:pt x="13627" y="12021"/>
                </a:lnTo>
                <a:lnTo>
                  <a:pt x="13773" y="12143"/>
                </a:lnTo>
                <a:lnTo>
                  <a:pt x="13919" y="12240"/>
                </a:lnTo>
                <a:lnTo>
                  <a:pt x="14089" y="12337"/>
                </a:lnTo>
                <a:lnTo>
                  <a:pt x="14259" y="12386"/>
                </a:lnTo>
                <a:lnTo>
                  <a:pt x="14454" y="12410"/>
                </a:lnTo>
                <a:lnTo>
                  <a:pt x="14649" y="12435"/>
                </a:lnTo>
                <a:lnTo>
                  <a:pt x="14843" y="12459"/>
                </a:lnTo>
                <a:lnTo>
                  <a:pt x="15038" y="12435"/>
                </a:lnTo>
                <a:lnTo>
                  <a:pt x="15452" y="12386"/>
                </a:lnTo>
                <a:lnTo>
                  <a:pt x="15817" y="12289"/>
                </a:lnTo>
                <a:lnTo>
                  <a:pt x="16157" y="12143"/>
                </a:lnTo>
                <a:lnTo>
                  <a:pt x="16303" y="12070"/>
                </a:lnTo>
                <a:lnTo>
                  <a:pt x="16449" y="11972"/>
                </a:lnTo>
                <a:lnTo>
                  <a:pt x="16571" y="11875"/>
                </a:lnTo>
                <a:lnTo>
                  <a:pt x="16693" y="11753"/>
                </a:lnTo>
                <a:lnTo>
                  <a:pt x="16790" y="11607"/>
                </a:lnTo>
                <a:lnTo>
                  <a:pt x="16887" y="11461"/>
                </a:lnTo>
                <a:lnTo>
                  <a:pt x="16936" y="11315"/>
                </a:lnTo>
                <a:lnTo>
                  <a:pt x="16985" y="11169"/>
                </a:lnTo>
                <a:lnTo>
                  <a:pt x="17033" y="10999"/>
                </a:lnTo>
                <a:lnTo>
                  <a:pt x="17033" y="10853"/>
                </a:lnTo>
                <a:lnTo>
                  <a:pt x="17033" y="10683"/>
                </a:lnTo>
                <a:lnTo>
                  <a:pt x="17009" y="10512"/>
                </a:lnTo>
                <a:lnTo>
                  <a:pt x="16936" y="10366"/>
                </a:lnTo>
                <a:lnTo>
                  <a:pt x="16863" y="10220"/>
                </a:lnTo>
                <a:lnTo>
                  <a:pt x="16790" y="10074"/>
                </a:lnTo>
                <a:lnTo>
                  <a:pt x="16668" y="9953"/>
                </a:lnTo>
                <a:lnTo>
                  <a:pt x="16401" y="9685"/>
                </a:lnTo>
                <a:lnTo>
                  <a:pt x="16109" y="9466"/>
                </a:lnTo>
                <a:lnTo>
                  <a:pt x="15963" y="9369"/>
                </a:lnTo>
                <a:lnTo>
                  <a:pt x="15817" y="9296"/>
                </a:lnTo>
                <a:lnTo>
                  <a:pt x="15646" y="9223"/>
                </a:lnTo>
                <a:lnTo>
                  <a:pt x="15452" y="9174"/>
                </a:lnTo>
                <a:lnTo>
                  <a:pt x="15281" y="9150"/>
                </a:lnTo>
                <a:close/>
                <a:moveTo>
                  <a:pt x="12337" y="561"/>
                </a:moveTo>
                <a:lnTo>
                  <a:pt x="12751" y="585"/>
                </a:lnTo>
                <a:lnTo>
                  <a:pt x="13213" y="658"/>
                </a:lnTo>
                <a:lnTo>
                  <a:pt x="13676" y="780"/>
                </a:lnTo>
                <a:lnTo>
                  <a:pt x="14113" y="974"/>
                </a:lnTo>
                <a:lnTo>
                  <a:pt x="14527" y="1193"/>
                </a:lnTo>
                <a:lnTo>
                  <a:pt x="14478" y="1218"/>
                </a:lnTo>
                <a:lnTo>
                  <a:pt x="14211" y="1315"/>
                </a:lnTo>
                <a:lnTo>
                  <a:pt x="14089" y="1412"/>
                </a:lnTo>
                <a:lnTo>
                  <a:pt x="13992" y="1534"/>
                </a:lnTo>
                <a:lnTo>
                  <a:pt x="13967" y="1558"/>
                </a:lnTo>
                <a:lnTo>
                  <a:pt x="13992" y="1607"/>
                </a:lnTo>
                <a:lnTo>
                  <a:pt x="14016" y="1631"/>
                </a:lnTo>
                <a:lnTo>
                  <a:pt x="14211" y="1631"/>
                </a:lnTo>
                <a:lnTo>
                  <a:pt x="14357" y="1583"/>
                </a:lnTo>
                <a:lnTo>
                  <a:pt x="14649" y="1461"/>
                </a:lnTo>
                <a:lnTo>
                  <a:pt x="14819" y="1412"/>
                </a:lnTo>
                <a:lnTo>
                  <a:pt x="15014" y="1558"/>
                </a:lnTo>
                <a:lnTo>
                  <a:pt x="15184" y="1729"/>
                </a:lnTo>
                <a:lnTo>
                  <a:pt x="14892" y="1850"/>
                </a:lnTo>
                <a:lnTo>
                  <a:pt x="14527" y="1996"/>
                </a:lnTo>
                <a:lnTo>
                  <a:pt x="14454" y="1972"/>
                </a:lnTo>
                <a:lnTo>
                  <a:pt x="14381" y="2020"/>
                </a:lnTo>
                <a:lnTo>
                  <a:pt x="14138" y="1923"/>
                </a:lnTo>
                <a:lnTo>
                  <a:pt x="13894" y="1826"/>
                </a:lnTo>
                <a:lnTo>
                  <a:pt x="13651" y="1777"/>
                </a:lnTo>
                <a:lnTo>
                  <a:pt x="13384" y="1729"/>
                </a:lnTo>
                <a:lnTo>
                  <a:pt x="12848" y="1656"/>
                </a:lnTo>
                <a:lnTo>
                  <a:pt x="12337" y="1583"/>
                </a:lnTo>
                <a:lnTo>
                  <a:pt x="11753" y="1510"/>
                </a:lnTo>
                <a:lnTo>
                  <a:pt x="11145" y="1461"/>
                </a:lnTo>
                <a:lnTo>
                  <a:pt x="10537" y="1437"/>
                </a:lnTo>
                <a:lnTo>
                  <a:pt x="9928" y="1412"/>
                </a:lnTo>
                <a:lnTo>
                  <a:pt x="9296" y="1412"/>
                </a:lnTo>
                <a:lnTo>
                  <a:pt x="8663" y="1437"/>
                </a:lnTo>
                <a:lnTo>
                  <a:pt x="8055" y="1485"/>
                </a:lnTo>
                <a:lnTo>
                  <a:pt x="7422" y="1534"/>
                </a:lnTo>
                <a:lnTo>
                  <a:pt x="6814" y="1631"/>
                </a:lnTo>
                <a:lnTo>
                  <a:pt x="6205" y="1729"/>
                </a:lnTo>
                <a:lnTo>
                  <a:pt x="5597" y="1874"/>
                </a:lnTo>
                <a:lnTo>
                  <a:pt x="4989" y="2020"/>
                </a:lnTo>
                <a:lnTo>
                  <a:pt x="4916" y="2069"/>
                </a:lnTo>
                <a:lnTo>
                  <a:pt x="4867" y="2118"/>
                </a:lnTo>
                <a:lnTo>
                  <a:pt x="4819" y="2166"/>
                </a:lnTo>
                <a:lnTo>
                  <a:pt x="4819" y="2239"/>
                </a:lnTo>
                <a:lnTo>
                  <a:pt x="4648" y="2410"/>
                </a:lnTo>
                <a:lnTo>
                  <a:pt x="4527" y="2580"/>
                </a:lnTo>
                <a:lnTo>
                  <a:pt x="4405" y="2799"/>
                </a:lnTo>
                <a:lnTo>
                  <a:pt x="4308" y="2994"/>
                </a:lnTo>
                <a:lnTo>
                  <a:pt x="4162" y="3456"/>
                </a:lnTo>
                <a:lnTo>
                  <a:pt x="4016" y="3870"/>
                </a:lnTo>
                <a:lnTo>
                  <a:pt x="3821" y="4478"/>
                </a:lnTo>
                <a:lnTo>
                  <a:pt x="3651" y="5086"/>
                </a:lnTo>
                <a:lnTo>
                  <a:pt x="3505" y="5695"/>
                </a:lnTo>
                <a:lnTo>
                  <a:pt x="3383" y="6303"/>
                </a:lnTo>
                <a:lnTo>
                  <a:pt x="3383" y="6376"/>
                </a:lnTo>
                <a:lnTo>
                  <a:pt x="3383" y="6425"/>
                </a:lnTo>
                <a:lnTo>
                  <a:pt x="3432" y="6522"/>
                </a:lnTo>
                <a:lnTo>
                  <a:pt x="3432" y="6595"/>
                </a:lnTo>
                <a:lnTo>
                  <a:pt x="3480" y="6644"/>
                </a:lnTo>
                <a:lnTo>
                  <a:pt x="3772" y="6863"/>
                </a:lnTo>
                <a:lnTo>
                  <a:pt x="4089" y="7057"/>
                </a:lnTo>
                <a:lnTo>
                  <a:pt x="4454" y="7203"/>
                </a:lnTo>
                <a:lnTo>
                  <a:pt x="4819" y="7349"/>
                </a:lnTo>
                <a:lnTo>
                  <a:pt x="5184" y="7471"/>
                </a:lnTo>
                <a:lnTo>
                  <a:pt x="5549" y="7568"/>
                </a:lnTo>
                <a:lnTo>
                  <a:pt x="6278" y="7763"/>
                </a:lnTo>
                <a:lnTo>
                  <a:pt x="7057" y="7933"/>
                </a:lnTo>
                <a:lnTo>
                  <a:pt x="7836" y="8031"/>
                </a:lnTo>
                <a:lnTo>
                  <a:pt x="8614" y="8104"/>
                </a:lnTo>
                <a:lnTo>
                  <a:pt x="9417" y="8128"/>
                </a:lnTo>
                <a:lnTo>
                  <a:pt x="10196" y="8128"/>
                </a:lnTo>
                <a:lnTo>
                  <a:pt x="10999" y="8055"/>
                </a:lnTo>
                <a:lnTo>
                  <a:pt x="11778" y="7933"/>
                </a:lnTo>
                <a:lnTo>
                  <a:pt x="12556" y="7787"/>
                </a:lnTo>
                <a:lnTo>
                  <a:pt x="12970" y="7714"/>
                </a:lnTo>
                <a:lnTo>
                  <a:pt x="13359" y="7593"/>
                </a:lnTo>
                <a:lnTo>
                  <a:pt x="14138" y="7349"/>
                </a:lnTo>
                <a:lnTo>
                  <a:pt x="14795" y="7106"/>
                </a:lnTo>
                <a:lnTo>
                  <a:pt x="15135" y="6984"/>
                </a:lnTo>
                <a:lnTo>
                  <a:pt x="15452" y="6814"/>
                </a:lnTo>
                <a:lnTo>
                  <a:pt x="15695" y="6814"/>
                </a:lnTo>
                <a:lnTo>
                  <a:pt x="15914" y="6765"/>
                </a:lnTo>
                <a:lnTo>
                  <a:pt x="16133" y="6668"/>
                </a:lnTo>
                <a:lnTo>
                  <a:pt x="16352" y="6595"/>
                </a:lnTo>
                <a:lnTo>
                  <a:pt x="16766" y="6425"/>
                </a:lnTo>
                <a:lnTo>
                  <a:pt x="16960" y="6327"/>
                </a:lnTo>
                <a:lnTo>
                  <a:pt x="17131" y="6206"/>
                </a:lnTo>
                <a:lnTo>
                  <a:pt x="17301" y="6619"/>
                </a:lnTo>
                <a:lnTo>
                  <a:pt x="17082" y="6692"/>
                </a:lnTo>
                <a:lnTo>
                  <a:pt x="16863" y="6790"/>
                </a:lnTo>
                <a:lnTo>
                  <a:pt x="16425" y="6984"/>
                </a:lnTo>
                <a:lnTo>
                  <a:pt x="15719" y="7252"/>
                </a:lnTo>
                <a:lnTo>
                  <a:pt x="15354" y="7422"/>
                </a:lnTo>
                <a:lnTo>
                  <a:pt x="15038" y="7593"/>
                </a:lnTo>
                <a:lnTo>
                  <a:pt x="15014" y="7617"/>
                </a:lnTo>
                <a:lnTo>
                  <a:pt x="15014" y="7666"/>
                </a:lnTo>
                <a:lnTo>
                  <a:pt x="15014" y="7690"/>
                </a:lnTo>
                <a:lnTo>
                  <a:pt x="15062" y="7690"/>
                </a:lnTo>
                <a:lnTo>
                  <a:pt x="15427" y="7641"/>
                </a:lnTo>
                <a:lnTo>
                  <a:pt x="15792" y="7544"/>
                </a:lnTo>
                <a:lnTo>
                  <a:pt x="16157" y="7422"/>
                </a:lnTo>
                <a:lnTo>
                  <a:pt x="16498" y="7301"/>
                </a:lnTo>
                <a:lnTo>
                  <a:pt x="16960" y="7130"/>
                </a:lnTo>
                <a:lnTo>
                  <a:pt x="17204" y="7033"/>
                </a:lnTo>
                <a:lnTo>
                  <a:pt x="17423" y="6911"/>
                </a:lnTo>
                <a:lnTo>
                  <a:pt x="17569" y="7252"/>
                </a:lnTo>
                <a:lnTo>
                  <a:pt x="17325" y="7276"/>
                </a:lnTo>
                <a:lnTo>
                  <a:pt x="17082" y="7349"/>
                </a:lnTo>
                <a:lnTo>
                  <a:pt x="16595" y="7520"/>
                </a:lnTo>
                <a:lnTo>
                  <a:pt x="16084" y="7690"/>
                </a:lnTo>
                <a:lnTo>
                  <a:pt x="15841" y="7812"/>
                </a:lnTo>
                <a:lnTo>
                  <a:pt x="15719" y="7885"/>
                </a:lnTo>
                <a:lnTo>
                  <a:pt x="15622" y="7958"/>
                </a:lnTo>
                <a:lnTo>
                  <a:pt x="15622" y="7982"/>
                </a:lnTo>
                <a:lnTo>
                  <a:pt x="15622" y="8006"/>
                </a:lnTo>
                <a:lnTo>
                  <a:pt x="15768" y="8031"/>
                </a:lnTo>
                <a:lnTo>
                  <a:pt x="15890" y="8031"/>
                </a:lnTo>
                <a:lnTo>
                  <a:pt x="16182" y="8006"/>
                </a:lnTo>
                <a:lnTo>
                  <a:pt x="16449" y="7933"/>
                </a:lnTo>
                <a:lnTo>
                  <a:pt x="16693" y="7860"/>
                </a:lnTo>
                <a:lnTo>
                  <a:pt x="16960" y="7787"/>
                </a:lnTo>
                <a:lnTo>
                  <a:pt x="17204" y="7690"/>
                </a:lnTo>
                <a:lnTo>
                  <a:pt x="17447" y="7568"/>
                </a:lnTo>
                <a:lnTo>
                  <a:pt x="17642" y="7422"/>
                </a:lnTo>
                <a:lnTo>
                  <a:pt x="17666" y="7471"/>
                </a:lnTo>
                <a:lnTo>
                  <a:pt x="17715" y="7544"/>
                </a:lnTo>
                <a:lnTo>
                  <a:pt x="17788" y="7568"/>
                </a:lnTo>
                <a:lnTo>
                  <a:pt x="17812" y="7763"/>
                </a:lnTo>
                <a:lnTo>
                  <a:pt x="17836" y="7958"/>
                </a:lnTo>
                <a:lnTo>
                  <a:pt x="17934" y="8347"/>
                </a:lnTo>
                <a:lnTo>
                  <a:pt x="17763" y="8396"/>
                </a:lnTo>
                <a:lnTo>
                  <a:pt x="17593" y="8444"/>
                </a:lnTo>
                <a:lnTo>
                  <a:pt x="17252" y="8590"/>
                </a:lnTo>
                <a:lnTo>
                  <a:pt x="16790" y="8761"/>
                </a:lnTo>
                <a:lnTo>
                  <a:pt x="16547" y="8834"/>
                </a:lnTo>
                <a:lnTo>
                  <a:pt x="16328" y="8955"/>
                </a:lnTo>
                <a:lnTo>
                  <a:pt x="16303" y="8955"/>
                </a:lnTo>
                <a:lnTo>
                  <a:pt x="16303" y="8980"/>
                </a:lnTo>
                <a:lnTo>
                  <a:pt x="16328" y="9004"/>
                </a:lnTo>
                <a:lnTo>
                  <a:pt x="16328" y="9028"/>
                </a:lnTo>
                <a:lnTo>
                  <a:pt x="16595" y="9028"/>
                </a:lnTo>
                <a:lnTo>
                  <a:pt x="16839" y="9004"/>
                </a:lnTo>
                <a:lnTo>
                  <a:pt x="17106" y="8955"/>
                </a:lnTo>
                <a:lnTo>
                  <a:pt x="17350" y="8882"/>
                </a:lnTo>
                <a:lnTo>
                  <a:pt x="17666" y="8785"/>
                </a:lnTo>
                <a:lnTo>
                  <a:pt x="17836" y="8712"/>
                </a:lnTo>
                <a:lnTo>
                  <a:pt x="18007" y="8639"/>
                </a:lnTo>
                <a:lnTo>
                  <a:pt x="18031" y="8809"/>
                </a:lnTo>
                <a:lnTo>
                  <a:pt x="17812" y="8907"/>
                </a:lnTo>
                <a:lnTo>
                  <a:pt x="17617" y="9004"/>
                </a:lnTo>
                <a:lnTo>
                  <a:pt x="17398" y="9077"/>
                </a:lnTo>
                <a:lnTo>
                  <a:pt x="17155" y="9174"/>
                </a:lnTo>
                <a:lnTo>
                  <a:pt x="16936" y="9247"/>
                </a:lnTo>
                <a:lnTo>
                  <a:pt x="16741" y="9369"/>
                </a:lnTo>
                <a:lnTo>
                  <a:pt x="16717" y="9418"/>
                </a:lnTo>
                <a:lnTo>
                  <a:pt x="16717" y="9466"/>
                </a:lnTo>
                <a:lnTo>
                  <a:pt x="16741" y="9515"/>
                </a:lnTo>
                <a:lnTo>
                  <a:pt x="16790" y="9539"/>
                </a:lnTo>
                <a:lnTo>
                  <a:pt x="16887" y="9564"/>
                </a:lnTo>
                <a:lnTo>
                  <a:pt x="17228" y="9564"/>
                </a:lnTo>
                <a:lnTo>
                  <a:pt x="17471" y="9491"/>
                </a:lnTo>
                <a:lnTo>
                  <a:pt x="17690" y="9442"/>
                </a:lnTo>
                <a:lnTo>
                  <a:pt x="17885" y="9369"/>
                </a:lnTo>
                <a:lnTo>
                  <a:pt x="18080" y="9272"/>
                </a:lnTo>
                <a:lnTo>
                  <a:pt x="18128" y="9564"/>
                </a:lnTo>
                <a:lnTo>
                  <a:pt x="17958" y="9612"/>
                </a:lnTo>
                <a:lnTo>
                  <a:pt x="17812" y="9661"/>
                </a:lnTo>
                <a:lnTo>
                  <a:pt x="17301" y="9880"/>
                </a:lnTo>
                <a:lnTo>
                  <a:pt x="17228" y="9928"/>
                </a:lnTo>
                <a:lnTo>
                  <a:pt x="17155" y="10001"/>
                </a:lnTo>
                <a:lnTo>
                  <a:pt x="17106" y="10074"/>
                </a:lnTo>
                <a:lnTo>
                  <a:pt x="17033" y="10147"/>
                </a:lnTo>
                <a:lnTo>
                  <a:pt x="17009" y="10172"/>
                </a:lnTo>
                <a:lnTo>
                  <a:pt x="17033" y="10172"/>
                </a:lnTo>
                <a:lnTo>
                  <a:pt x="17106" y="10196"/>
                </a:lnTo>
                <a:lnTo>
                  <a:pt x="17204" y="10220"/>
                </a:lnTo>
                <a:lnTo>
                  <a:pt x="17277" y="10245"/>
                </a:lnTo>
                <a:lnTo>
                  <a:pt x="17471" y="10245"/>
                </a:lnTo>
                <a:lnTo>
                  <a:pt x="17593" y="10196"/>
                </a:lnTo>
                <a:lnTo>
                  <a:pt x="17812" y="10123"/>
                </a:lnTo>
                <a:lnTo>
                  <a:pt x="17982" y="10074"/>
                </a:lnTo>
                <a:lnTo>
                  <a:pt x="18153" y="9977"/>
                </a:lnTo>
                <a:lnTo>
                  <a:pt x="18153" y="10220"/>
                </a:lnTo>
                <a:lnTo>
                  <a:pt x="18031" y="10269"/>
                </a:lnTo>
                <a:lnTo>
                  <a:pt x="17909" y="10318"/>
                </a:lnTo>
                <a:lnTo>
                  <a:pt x="17690" y="10415"/>
                </a:lnTo>
                <a:lnTo>
                  <a:pt x="17471" y="10512"/>
                </a:lnTo>
                <a:lnTo>
                  <a:pt x="17301" y="10634"/>
                </a:lnTo>
                <a:lnTo>
                  <a:pt x="17204" y="10731"/>
                </a:lnTo>
                <a:lnTo>
                  <a:pt x="17131" y="10829"/>
                </a:lnTo>
                <a:lnTo>
                  <a:pt x="17131" y="10853"/>
                </a:lnTo>
                <a:lnTo>
                  <a:pt x="17155" y="10902"/>
                </a:lnTo>
                <a:lnTo>
                  <a:pt x="17374" y="10902"/>
                </a:lnTo>
                <a:lnTo>
                  <a:pt x="17593" y="10877"/>
                </a:lnTo>
                <a:lnTo>
                  <a:pt x="17788" y="10804"/>
                </a:lnTo>
                <a:lnTo>
                  <a:pt x="17982" y="10731"/>
                </a:lnTo>
                <a:lnTo>
                  <a:pt x="18153" y="10683"/>
                </a:lnTo>
                <a:lnTo>
                  <a:pt x="18128" y="11169"/>
                </a:lnTo>
                <a:lnTo>
                  <a:pt x="17861" y="11267"/>
                </a:lnTo>
                <a:lnTo>
                  <a:pt x="17617" y="11364"/>
                </a:lnTo>
                <a:lnTo>
                  <a:pt x="17447" y="11413"/>
                </a:lnTo>
                <a:lnTo>
                  <a:pt x="17277" y="11461"/>
                </a:lnTo>
                <a:lnTo>
                  <a:pt x="17106" y="11510"/>
                </a:lnTo>
                <a:lnTo>
                  <a:pt x="16960" y="11607"/>
                </a:lnTo>
                <a:lnTo>
                  <a:pt x="16936" y="11632"/>
                </a:lnTo>
                <a:lnTo>
                  <a:pt x="16936" y="11680"/>
                </a:lnTo>
                <a:lnTo>
                  <a:pt x="16960" y="11729"/>
                </a:lnTo>
                <a:lnTo>
                  <a:pt x="16985" y="11753"/>
                </a:lnTo>
                <a:lnTo>
                  <a:pt x="17106" y="11802"/>
                </a:lnTo>
                <a:lnTo>
                  <a:pt x="17228" y="11826"/>
                </a:lnTo>
                <a:lnTo>
                  <a:pt x="17374" y="11826"/>
                </a:lnTo>
                <a:lnTo>
                  <a:pt x="17544" y="11778"/>
                </a:lnTo>
                <a:lnTo>
                  <a:pt x="17690" y="11753"/>
                </a:lnTo>
                <a:lnTo>
                  <a:pt x="17836" y="11680"/>
                </a:lnTo>
                <a:lnTo>
                  <a:pt x="17982" y="11607"/>
                </a:lnTo>
                <a:lnTo>
                  <a:pt x="18104" y="11510"/>
                </a:lnTo>
                <a:lnTo>
                  <a:pt x="18080" y="11656"/>
                </a:lnTo>
                <a:lnTo>
                  <a:pt x="17934" y="11705"/>
                </a:lnTo>
                <a:lnTo>
                  <a:pt x="17763" y="11753"/>
                </a:lnTo>
                <a:lnTo>
                  <a:pt x="17471" y="11899"/>
                </a:lnTo>
                <a:lnTo>
                  <a:pt x="17301" y="11948"/>
                </a:lnTo>
                <a:lnTo>
                  <a:pt x="17106" y="11972"/>
                </a:lnTo>
                <a:lnTo>
                  <a:pt x="16936" y="12021"/>
                </a:lnTo>
                <a:lnTo>
                  <a:pt x="16839" y="12045"/>
                </a:lnTo>
                <a:lnTo>
                  <a:pt x="16766" y="12094"/>
                </a:lnTo>
                <a:lnTo>
                  <a:pt x="16741" y="12143"/>
                </a:lnTo>
                <a:lnTo>
                  <a:pt x="16741" y="12167"/>
                </a:lnTo>
                <a:lnTo>
                  <a:pt x="16766" y="12240"/>
                </a:lnTo>
                <a:lnTo>
                  <a:pt x="16863" y="12289"/>
                </a:lnTo>
                <a:lnTo>
                  <a:pt x="16960" y="12337"/>
                </a:lnTo>
                <a:lnTo>
                  <a:pt x="17058" y="12362"/>
                </a:lnTo>
                <a:lnTo>
                  <a:pt x="17155" y="12362"/>
                </a:lnTo>
                <a:lnTo>
                  <a:pt x="17374" y="12313"/>
                </a:lnTo>
                <a:lnTo>
                  <a:pt x="17569" y="12289"/>
                </a:lnTo>
                <a:lnTo>
                  <a:pt x="17812" y="12216"/>
                </a:lnTo>
                <a:lnTo>
                  <a:pt x="18007" y="12094"/>
                </a:lnTo>
                <a:lnTo>
                  <a:pt x="17934" y="12435"/>
                </a:lnTo>
                <a:lnTo>
                  <a:pt x="17788" y="12459"/>
                </a:lnTo>
                <a:lnTo>
                  <a:pt x="17642" y="12508"/>
                </a:lnTo>
                <a:lnTo>
                  <a:pt x="17325" y="12629"/>
                </a:lnTo>
                <a:lnTo>
                  <a:pt x="16839" y="12751"/>
                </a:lnTo>
                <a:lnTo>
                  <a:pt x="16328" y="12897"/>
                </a:lnTo>
                <a:lnTo>
                  <a:pt x="16303" y="12897"/>
                </a:lnTo>
                <a:lnTo>
                  <a:pt x="16303" y="12946"/>
                </a:lnTo>
                <a:lnTo>
                  <a:pt x="16303" y="12970"/>
                </a:lnTo>
                <a:lnTo>
                  <a:pt x="16328" y="12970"/>
                </a:lnTo>
                <a:lnTo>
                  <a:pt x="16571" y="13019"/>
                </a:lnTo>
                <a:lnTo>
                  <a:pt x="16814" y="13019"/>
                </a:lnTo>
                <a:lnTo>
                  <a:pt x="17058" y="12994"/>
                </a:lnTo>
                <a:lnTo>
                  <a:pt x="17277" y="12946"/>
                </a:lnTo>
                <a:lnTo>
                  <a:pt x="17569" y="12897"/>
                </a:lnTo>
                <a:lnTo>
                  <a:pt x="17861" y="12824"/>
                </a:lnTo>
                <a:lnTo>
                  <a:pt x="17739" y="13286"/>
                </a:lnTo>
                <a:lnTo>
                  <a:pt x="15671" y="13286"/>
                </a:lnTo>
                <a:lnTo>
                  <a:pt x="13627" y="13311"/>
                </a:lnTo>
                <a:lnTo>
                  <a:pt x="9515" y="13359"/>
                </a:lnTo>
                <a:lnTo>
                  <a:pt x="5232" y="13408"/>
                </a:lnTo>
                <a:lnTo>
                  <a:pt x="3115" y="13432"/>
                </a:lnTo>
                <a:lnTo>
                  <a:pt x="1509" y="13432"/>
                </a:lnTo>
                <a:lnTo>
                  <a:pt x="1388" y="12654"/>
                </a:lnTo>
                <a:lnTo>
                  <a:pt x="1290" y="11851"/>
                </a:lnTo>
                <a:lnTo>
                  <a:pt x="1266" y="11048"/>
                </a:lnTo>
                <a:lnTo>
                  <a:pt x="1266" y="10245"/>
                </a:lnTo>
                <a:lnTo>
                  <a:pt x="1290" y="9442"/>
                </a:lnTo>
                <a:lnTo>
                  <a:pt x="1363" y="8615"/>
                </a:lnTo>
                <a:lnTo>
                  <a:pt x="1436" y="8152"/>
                </a:lnTo>
                <a:lnTo>
                  <a:pt x="1485" y="7690"/>
                </a:lnTo>
                <a:lnTo>
                  <a:pt x="1777" y="6936"/>
                </a:lnTo>
                <a:lnTo>
                  <a:pt x="2385" y="5305"/>
                </a:lnTo>
                <a:lnTo>
                  <a:pt x="2653" y="4575"/>
                </a:lnTo>
                <a:lnTo>
                  <a:pt x="2921" y="3821"/>
                </a:lnTo>
                <a:lnTo>
                  <a:pt x="3067" y="3456"/>
                </a:lnTo>
                <a:lnTo>
                  <a:pt x="3237" y="3091"/>
                </a:lnTo>
                <a:lnTo>
                  <a:pt x="3407" y="2750"/>
                </a:lnTo>
                <a:lnTo>
                  <a:pt x="3602" y="2410"/>
                </a:lnTo>
                <a:lnTo>
                  <a:pt x="3748" y="2215"/>
                </a:lnTo>
                <a:lnTo>
                  <a:pt x="3894" y="2045"/>
                </a:lnTo>
                <a:lnTo>
                  <a:pt x="4064" y="1899"/>
                </a:lnTo>
                <a:lnTo>
                  <a:pt x="4283" y="1753"/>
                </a:lnTo>
                <a:lnTo>
                  <a:pt x="4502" y="1607"/>
                </a:lnTo>
                <a:lnTo>
                  <a:pt x="4721" y="1485"/>
                </a:lnTo>
                <a:lnTo>
                  <a:pt x="4989" y="1388"/>
                </a:lnTo>
                <a:lnTo>
                  <a:pt x="5232" y="1291"/>
                </a:lnTo>
                <a:lnTo>
                  <a:pt x="5816" y="1096"/>
                </a:lnTo>
                <a:lnTo>
                  <a:pt x="6400" y="950"/>
                </a:lnTo>
                <a:lnTo>
                  <a:pt x="7033" y="853"/>
                </a:lnTo>
                <a:lnTo>
                  <a:pt x="7641" y="755"/>
                </a:lnTo>
                <a:lnTo>
                  <a:pt x="8249" y="707"/>
                </a:lnTo>
                <a:lnTo>
                  <a:pt x="8858" y="658"/>
                </a:lnTo>
                <a:lnTo>
                  <a:pt x="9904" y="609"/>
                </a:lnTo>
                <a:lnTo>
                  <a:pt x="10707" y="609"/>
                </a:lnTo>
                <a:lnTo>
                  <a:pt x="11121" y="585"/>
                </a:lnTo>
                <a:lnTo>
                  <a:pt x="11534" y="561"/>
                </a:lnTo>
                <a:close/>
                <a:moveTo>
                  <a:pt x="2410" y="13919"/>
                </a:moveTo>
                <a:lnTo>
                  <a:pt x="2239" y="14089"/>
                </a:lnTo>
                <a:lnTo>
                  <a:pt x="2093" y="14260"/>
                </a:lnTo>
                <a:lnTo>
                  <a:pt x="1850" y="14649"/>
                </a:lnTo>
                <a:lnTo>
                  <a:pt x="1826" y="14479"/>
                </a:lnTo>
                <a:lnTo>
                  <a:pt x="1850" y="14308"/>
                </a:lnTo>
                <a:lnTo>
                  <a:pt x="1899" y="14114"/>
                </a:lnTo>
                <a:lnTo>
                  <a:pt x="1972" y="13919"/>
                </a:lnTo>
                <a:close/>
                <a:moveTo>
                  <a:pt x="14746" y="13846"/>
                </a:moveTo>
                <a:lnTo>
                  <a:pt x="14649" y="13992"/>
                </a:lnTo>
                <a:lnTo>
                  <a:pt x="14551" y="14138"/>
                </a:lnTo>
                <a:lnTo>
                  <a:pt x="14405" y="14430"/>
                </a:lnTo>
                <a:lnTo>
                  <a:pt x="14235" y="14771"/>
                </a:lnTo>
                <a:lnTo>
                  <a:pt x="14235" y="14527"/>
                </a:lnTo>
                <a:lnTo>
                  <a:pt x="14259" y="14284"/>
                </a:lnTo>
                <a:lnTo>
                  <a:pt x="14235" y="14065"/>
                </a:lnTo>
                <a:lnTo>
                  <a:pt x="14211" y="13943"/>
                </a:lnTo>
                <a:lnTo>
                  <a:pt x="14186" y="13846"/>
                </a:lnTo>
                <a:close/>
                <a:moveTo>
                  <a:pt x="2994" y="13919"/>
                </a:moveTo>
                <a:lnTo>
                  <a:pt x="2848" y="14065"/>
                </a:lnTo>
                <a:lnTo>
                  <a:pt x="2702" y="14211"/>
                </a:lnTo>
                <a:lnTo>
                  <a:pt x="2458" y="14552"/>
                </a:lnTo>
                <a:lnTo>
                  <a:pt x="2288" y="14819"/>
                </a:lnTo>
                <a:lnTo>
                  <a:pt x="2191" y="15014"/>
                </a:lnTo>
                <a:lnTo>
                  <a:pt x="2142" y="15184"/>
                </a:lnTo>
                <a:lnTo>
                  <a:pt x="2045" y="15087"/>
                </a:lnTo>
                <a:lnTo>
                  <a:pt x="2239" y="14771"/>
                </a:lnTo>
                <a:lnTo>
                  <a:pt x="2434" y="14479"/>
                </a:lnTo>
                <a:lnTo>
                  <a:pt x="2629" y="14211"/>
                </a:lnTo>
                <a:lnTo>
                  <a:pt x="2799" y="13919"/>
                </a:lnTo>
                <a:close/>
                <a:moveTo>
                  <a:pt x="4405" y="14381"/>
                </a:moveTo>
                <a:lnTo>
                  <a:pt x="4381" y="14649"/>
                </a:lnTo>
                <a:lnTo>
                  <a:pt x="4308" y="14941"/>
                </a:lnTo>
                <a:lnTo>
                  <a:pt x="4259" y="15087"/>
                </a:lnTo>
                <a:lnTo>
                  <a:pt x="4162" y="15209"/>
                </a:lnTo>
                <a:lnTo>
                  <a:pt x="4040" y="15330"/>
                </a:lnTo>
                <a:lnTo>
                  <a:pt x="3894" y="15403"/>
                </a:lnTo>
                <a:lnTo>
                  <a:pt x="3894" y="15403"/>
                </a:lnTo>
                <a:lnTo>
                  <a:pt x="4016" y="15160"/>
                </a:lnTo>
                <a:lnTo>
                  <a:pt x="4235" y="14771"/>
                </a:lnTo>
                <a:lnTo>
                  <a:pt x="4308" y="14576"/>
                </a:lnTo>
                <a:lnTo>
                  <a:pt x="4405" y="14381"/>
                </a:lnTo>
                <a:close/>
                <a:moveTo>
                  <a:pt x="3845" y="13895"/>
                </a:moveTo>
                <a:lnTo>
                  <a:pt x="3651" y="14041"/>
                </a:lnTo>
                <a:lnTo>
                  <a:pt x="3456" y="14211"/>
                </a:lnTo>
                <a:lnTo>
                  <a:pt x="3286" y="14406"/>
                </a:lnTo>
                <a:lnTo>
                  <a:pt x="3140" y="14625"/>
                </a:lnTo>
                <a:lnTo>
                  <a:pt x="2848" y="15038"/>
                </a:lnTo>
                <a:lnTo>
                  <a:pt x="2629" y="15476"/>
                </a:lnTo>
                <a:lnTo>
                  <a:pt x="2629" y="15501"/>
                </a:lnTo>
                <a:lnTo>
                  <a:pt x="2458" y="15428"/>
                </a:lnTo>
                <a:lnTo>
                  <a:pt x="2556" y="15306"/>
                </a:lnTo>
                <a:lnTo>
                  <a:pt x="2629" y="15160"/>
                </a:lnTo>
                <a:lnTo>
                  <a:pt x="2726" y="14941"/>
                </a:lnTo>
                <a:lnTo>
                  <a:pt x="2896" y="14673"/>
                </a:lnTo>
                <a:lnTo>
                  <a:pt x="3067" y="14406"/>
                </a:lnTo>
                <a:lnTo>
                  <a:pt x="3261" y="14162"/>
                </a:lnTo>
                <a:lnTo>
                  <a:pt x="3432" y="13919"/>
                </a:lnTo>
                <a:lnTo>
                  <a:pt x="3845" y="13895"/>
                </a:lnTo>
                <a:close/>
                <a:moveTo>
                  <a:pt x="4381" y="13895"/>
                </a:moveTo>
                <a:lnTo>
                  <a:pt x="4381" y="14065"/>
                </a:lnTo>
                <a:lnTo>
                  <a:pt x="4186" y="14260"/>
                </a:lnTo>
                <a:lnTo>
                  <a:pt x="4016" y="14503"/>
                </a:lnTo>
                <a:lnTo>
                  <a:pt x="3724" y="14990"/>
                </a:lnTo>
                <a:lnTo>
                  <a:pt x="3529" y="15257"/>
                </a:lnTo>
                <a:lnTo>
                  <a:pt x="3359" y="15549"/>
                </a:lnTo>
                <a:lnTo>
                  <a:pt x="3261" y="15574"/>
                </a:lnTo>
                <a:lnTo>
                  <a:pt x="2994" y="15574"/>
                </a:lnTo>
                <a:lnTo>
                  <a:pt x="3237" y="15160"/>
                </a:lnTo>
                <a:lnTo>
                  <a:pt x="3505" y="14746"/>
                </a:lnTo>
                <a:lnTo>
                  <a:pt x="3821" y="14333"/>
                </a:lnTo>
                <a:lnTo>
                  <a:pt x="3967" y="14114"/>
                </a:lnTo>
                <a:lnTo>
                  <a:pt x="4113" y="13895"/>
                </a:lnTo>
                <a:close/>
                <a:moveTo>
                  <a:pt x="15865" y="13846"/>
                </a:moveTo>
                <a:lnTo>
                  <a:pt x="15695" y="13968"/>
                </a:lnTo>
                <a:lnTo>
                  <a:pt x="15525" y="14089"/>
                </a:lnTo>
                <a:lnTo>
                  <a:pt x="15403" y="14211"/>
                </a:lnTo>
                <a:lnTo>
                  <a:pt x="15306" y="14333"/>
                </a:lnTo>
                <a:lnTo>
                  <a:pt x="15111" y="14625"/>
                </a:lnTo>
                <a:lnTo>
                  <a:pt x="14965" y="14844"/>
                </a:lnTo>
                <a:lnTo>
                  <a:pt x="14819" y="15063"/>
                </a:lnTo>
                <a:lnTo>
                  <a:pt x="14746" y="15184"/>
                </a:lnTo>
                <a:lnTo>
                  <a:pt x="14697" y="15306"/>
                </a:lnTo>
                <a:lnTo>
                  <a:pt x="14673" y="15452"/>
                </a:lnTo>
                <a:lnTo>
                  <a:pt x="14673" y="15574"/>
                </a:lnTo>
                <a:lnTo>
                  <a:pt x="14503" y="15428"/>
                </a:lnTo>
                <a:lnTo>
                  <a:pt x="14381" y="15257"/>
                </a:lnTo>
                <a:lnTo>
                  <a:pt x="14478" y="15111"/>
                </a:lnTo>
                <a:lnTo>
                  <a:pt x="14551" y="14965"/>
                </a:lnTo>
                <a:lnTo>
                  <a:pt x="14673" y="14673"/>
                </a:lnTo>
                <a:lnTo>
                  <a:pt x="14819" y="14284"/>
                </a:lnTo>
                <a:lnTo>
                  <a:pt x="14868" y="14065"/>
                </a:lnTo>
                <a:lnTo>
                  <a:pt x="14892" y="13870"/>
                </a:lnTo>
                <a:lnTo>
                  <a:pt x="14868" y="13846"/>
                </a:lnTo>
                <a:close/>
                <a:moveTo>
                  <a:pt x="16790" y="14625"/>
                </a:moveTo>
                <a:lnTo>
                  <a:pt x="16766" y="14917"/>
                </a:lnTo>
                <a:lnTo>
                  <a:pt x="16717" y="15184"/>
                </a:lnTo>
                <a:lnTo>
                  <a:pt x="16644" y="15330"/>
                </a:lnTo>
                <a:lnTo>
                  <a:pt x="16571" y="15452"/>
                </a:lnTo>
                <a:lnTo>
                  <a:pt x="16449" y="15574"/>
                </a:lnTo>
                <a:lnTo>
                  <a:pt x="16352" y="15647"/>
                </a:lnTo>
                <a:lnTo>
                  <a:pt x="16352" y="15647"/>
                </a:lnTo>
                <a:lnTo>
                  <a:pt x="16571" y="15111"/>
                </a:lnTo>
                <a:lnTo>
                  <a:pt x="16693" y="14868"/>
                </a:lnTo>
                <a:lnTo>
                  <a:pt x="16790" y="14625"/>
                </a:lnTo>
                <a:close/>
                <a:moveTo>
                  <a:pt x="16498" y="13846"/>
                </a:moveTo>
                <a:lnTo>
                  <a:pt x="16328" y="14041"/>
                </a:lnTo>
                <a:lnTo>
                  <a:pt x="16133" y="14260"/>
                </a:lnTo>
                <a:lnTo>
                  <a:pt x="15987" y="14479"/>
                </a:lnTo>
                <a:lnTo>
                  <a:pt x="15817" y="14746"/>
                </a:lnTo>
                <a:lnTo>
                  <a:pt x="15525" y="15257"/>
                </a:lnTo>
                <a:lnTo>
                  <a:pt x="15379" y="15549"/>
                </a:lnTo>
                <a:lnTo>
                  <a:pt x="15257" y="15817"/>
                </a:lnTo>
                <a:lnTo>
                  <a:pt x="15062" y="15768"/>
                </a:lnTo>
                <a:lnTo>
                  <a:pt x="14868" y="15695"/>
                </a:lnTo>
                <a:lnTo>
                  <a:pt x="14965" y="15622"/>
                </a:lnTo>
                <a:lnTo>
                  <a:pt x="15038" y="15549"/>
                </a:lnTo>
                <a:lnTo>
                  <a:pt x="15160" y="15355"/>
                </a:lnTo>
                <a:lnTo>
                  <a:pt x="15379" y="14941"/>
                </a:lnTo>
                <a:lnTo>
                  <a:pt x="15719" y="14381"/>
                </a:lnTo>
                <a:lnTo>
                  <a:pt x="15817" y="14260"/>
                </a:lnTo>
                <a:lnTo>
                  <a:pt x="15865" y="14114"/>
                </a:lnTo>
                <a:lnTo>
                  <a:pt x="16011" y="13846"/>
                </a:lnTo>
                <a:close/>
                <a:moveTo>
                  <a:pt x="16717" y="13846"/>
                </a:moveTo>
                <a:lnTo>
                  <a:pt x="16766" y="14235"/>
                </a:lnTo>
                <a:lnTo>
                  <a:pt x="16620" y="14430"/>
                </a:lnTo>
                <a:lnTo>
                  <a:pt x="16474" y="14625"/>
                </a:lnTo>
                <a:lnTo>
                  <a:pt x="16255" y="15063"/>
                </a:lnTo>
                <a:lnTo>
                  <a:pt x="16084" y="15428"/>
                </a:lnTo>
                <a:lnTo>
                  <a:pt x="15987" y="15622"/>
                </a:lnTo>
                <a:lnTo>
                  <a:pt x="15938" y="15817"/>
                </a:lnTo>
                <a:lnTo>
                  <a:pt x="15646" y="15841"/>
                </a:lnTo>
                <a:lnTo>
                  <a:pt x="15890" y="15379"/>
                </a:lnTo>
                <a:lnTo>
                  <a:pt x="16133" y="14917"/>
                </a:lnTo>
                <a:lnTo>
                  <a:pt x="16401" y="14381"/>
                </a:lnTo>
                <a:lnTo>
                  <a:pt x="16644" y="13846"/>
                </a:lnTo>
                <a:close/>
                <a:moveTo>
                  <a:pt x="8493" y="1"/>
                </a:moveTo>
                <a:lnTo>
                  <a:pt x="7884" y="25"/>
                </a:lnTo>
                <a:lnTo>
                  <a:pt x="7252" y="98"/>
                </a:lnTo>
                <a:lnTo>
                  <a:pt x="6619" y="171"/>
                </a:lnTo>
                <a:lnTo>
                  <a:pt x="6011" y="317"/>
                </a:lnTo>
                <a:lnTo>
                  <a:pt x="5427" y="488"/>
                </a:lnTo>
                <a:lnTo>
                  <a:pt x="5135" y="585"/>
                </a:lnTo>
                <a:lnTo>
                  <a:pt x="4867" y="707"/>
                </a:lnTo>
                <a:lnTo>
                  <a:pt x="4600" y="853"/>
                </a:lnTo>
                <a:lnTo>
                  <a:pt x="4356" y="999"/>
                </a:lnTo>
                <a:lnTo>
                  <a:pt x="4113" y="1169"/>
                </a:lnTo>
                <a:lnTo>
                  <a:pt x="3894" y="1339"/>
                </a:lnTo>
                <a:lnTo>
                  <a:pt x="3699" y="1534"/>
                </a:lnTo>
                <a:lnTo>
                  <a:pt x="3529" y="1753"/>
                </a:lnTo>
                <a:lnTo>
                  <a:pt x="3310" y="2045"/>
                </a:lnTo>
                <a:lnTo>
                  <a:pt x="3115" y="2385"/>
                </a:lnTo>
                <a:lnTo>
                  <a:pt x="2945" y="2702"/>
                </a:lnTo>
                <a:lnTo>
                  <a:pt x="2799" y="3042"/>
                </a:lnTo>
                <a:lnTo>
                  <a:pt x="2507" y="3748"/>
                </a:lnTo>
                <a:lnTo>
                  <a:pt x="2264" y="4454"/>
                </a:lnTo>
                <a:lnTo>
                  <a:pt x="2142" y="4405"/>
                </a:lnTo>
                <a:lnTo>
                  <a:pt x="2020" y="4356"/>
                </a:lnTo>
                <a:lnTo>
                  <a:pt x="1728" y="4356"/>
                </a:lnTo>
                <a:lnTo>
                  <a:pt x="1412" y="4405"/>
                </a:lnTo>
                <a:lnTo>
                  <a:pt x="1193" y="4478"/>
                </a:lnTo>
                <a:lnTo>
                  <a:pt x="998" y="4551"/>
                </a:lnTo>
                <a:lnTo>
                  <a:pt x="804" y="4624"/>
                </a:lnTo>
                <a:lnTo>
                  <a:pt x="633" y="4746"/>
                </a:lnTo>
                <a:lnTo>
                  <a:pt x="487" y="4867"/>
                </a:lnTo>
                <a:lnTo>
                  <a:pt x="366" y="5013"/>
                </a:lnTo>
                <a:lnTo>
                  <a:pt x="244" y="5159"/>
                </a:lnTo>
                <a:lnTo>
                  <a:pt x="147" y="5354"/>
                </a:lnTo>
                <a:lnTo>
                  <a:pt x="49" y="5524"/>
                </a:lnTo>
                <a:lnTo>
                  <a:pt x="25" y="5695"/>
                </a:lnTo>
                <a:lnTo>
                  <a:pt x="1" y="5865"/>
                </a:lnTo>
                <a:lnTo>
                  <a:pt x="25" y="6060"/>
                </a:lnTo>
                <a:lnTo>
                  <a:pt x="49" y="6230"/>
                </a:lnTo>
                <a:lnTo>
                  <a:pt x="122" y="6400"/>
                </a:lnTo>
                <a:lnTo>
                  <a:pt x="220" y="6571"/>
                </a:lnTo>
                <a:lnTo>
                  <a:pt x="317" y="6692"/>
                </a:lnTo>
                <a:lnTo>
                  <a:pt x="463" y="6814"/>
                </a:lnTo>
                <a:lnTo>
                  <a:pt x="658" y="6911"/>
                </a:lnTo>
                <a:lnTo>
                  <a:pt x="901" y="6984"/>
                </a:lnTo>
                <a:lnTo>
                  <a:pt x="1023" y="6984"/>
                </a:lnTo>
                <a:lnTo>
                  <a:pt x="1120" y="7009"/>
                </a:lnTo>
                <a:lnTo>
                  <a:pt x="1242" y="6984"/>
                </a:lnTo>
                <a:lnTo>
                  <a:pt x="1363" y="6960"/>
                </a:lnTo>
                <a:lnTo>
                  <a:pt x="1169" y="7495"/>
                </a:lnTo>
                <a:lnTo>
                  <a:pt x="1071" y="7739"/>
                </a:lnTo>
                <a:lnTo>
                  <a:pt x="998" y="8006"/>
                </a:lnTo>
                <a:lnTo>
                  <a:pt x="901" y="8542"/>
                </a:lnTo>
                <a:lnTo>
                  <a:pt x="779" y="9393"/>
                </a:lnTo>
                <a:lnTo>
                  <a:pt x="731" y="10245"/>
                </a:lnTo>
                <a:lnTo>
                  <a:pt x="731" y="11072"/>
                </a:lnTo>
                <a:lnTo>
                  <a:pt x="755" y="11875"/>
                </a:lnTo>
                <a:lnTo>
                  <a:pt x="852" y="12702"/>
                </a:lnTo>
                <a:lnTo>
                  <a:pt x="974" y="13505"/>
                </a:lnTo>
                <a:lnTo>
                  <a:pt x="925" y="13505"/>
                </a:lnTo>
                <a:lnTo>
                  <a:pt x="877" y="13530"/>
                </a:lnTo>
                <a:lnTo>
                  <a:pt x="828" y="13578"/>
                </a:lnTo>
                <a:lnTo>
                  <a:pt x="804" y="13627"/>
                </a:lnTo>
                <a:lnTo>
                  <a:pt x="804" y="13676"/>
                </a:lnTo>
                <a:lnTo>
                  <a:pt x="804" y="13749"/>
                </a:lnTo>
                <a:lnTo>
                  <a:pt x="828" y="13797"/>
                </a:lnTo>
                <a:lnTo>
                  <a:pt x="877" y="13846"/>
                </a:lnTo>
                <a:lnTo>
                  <a:pt x="925" y="13870"/>
                </a:lnTo>
                <a:lnTo>
                  <a:pt x="1193" y="13895"/>
                </a:lnTo>
                <a:lnTo>
                  <a:pt x="1461" y="13919"/>
                </a:lnTo>
                <a:lnTo>
                  <a:pt x="1412" y="14041"/>
                </a:lnTo>
                <a:lnTo>
                  <a:pt x="1363" y="14187"/>
                </a:lnTo>
                <a:lnTo>
                  <a:pt x="1315" y="14333"/>
                </a:lnTo>
                <a:lnTo>
                  <a:pt x="1315" y="14479"/>
                </a:lnTo>
                <a:lnTo>
                  <a:pt x="1315" y="14649"/>
                </a:lnTo>
                <a:lnTo>
                  <a:pt x="1339" y="14795"/>
                </a:lnTo>
                <a:lnTo>
                  <a:pt x="1363" y="14941"/>
                </a:lnTo>
                <a:lnTo>
                  <a:pt x="1412" y="15063"/>
                </a:lnTo>
                <a:lnTo>
                  <a:pt x="1534" y="15282"/>
                </a:lnTo>
                <a:lnTo>
                  <a:pt x="1680" y="15476"/>
                </a:lnTo>
                <a:lnTo>
                  <a:pt x="1850" y="15647"/>
                </a:lnTo>
                <a:lnTo>
                  <a:pt x="2020" y="15768"/>
                </a:lnTo>
                <a:lnTo>
                  <a:pt x="2215" y="15890"/>
                </a:lnTo>
                <a:lnTo>
                  <a:pt x="2434" y="15987"/>
                </a:lnTo>
                <a:lnTo>
                  <a:pt x="2677" y="16036"/>
                </a:lnTo>
                <a:lnTo>
                  <a:pt x="2921" y="16085"/>
                </a:lnTo>
                <a:lnTo>
                  <a:pt x="3115" y="16109"/>
                </a:lnTo>
                <a:lnTo>
                  <a:pt x="3334" y="16109"/>
                </a:lnTo>
                <a:lnTo>
                  <a:pt x="3529" y="16085"/>
                </a:lnTo>
                <a:lnTo>
                  <a:pt x="3748" y="16036"/>
                </a:lnTo>
                <a:lnTo>
                  <a:pt x="3943" y="15963"/>
                </a:lnTo>
                <a:lnTo>
                  <a:pt x="4137" y="15890"/>
                </a:lnTo>
                <a:lnTo>
                  <a:pt x="4308" y="15793"/>
                </a:lnTo>
                <a:lnTo>
                  <a:pt x="4478" y="15647"/>
                </a:lnTo>
                <a:lnTo>
                  <a:pt x="4648" y="15476"/>
                </a:lnTo>
                <a:lnTo>
                  <a:pt x="4770" y="15282"/>
                </a:lnTo>
                <a:lnTo>
                  <a:pt x="4843" y="15063"/>
                </a:lnTo>
                <a:lnTo>
                  <a:pt x="4892" y="14844"/>
                </a:lnTo>
                <a:lnTo>
                  <a:pt x="4940" y="14600"/>
                </a:lnTo>
                <a:lnTo>
                  <a:pt x="4940" y="14357"/>
                </a:lnTo>
                <a:lnTo>
                  <a:pt x="4916" y="13895"/>
                </a:lnTo>
                <a:lnTo>
                  <a:pt x="5062" y="13895"/>
                </a:lnTo>
                <a:lnTo>
                  <a:pt x="9515" y="13870"/>
                </a:lnTo>
                <a:lnTo>
                  <a:pt x="14040" y="13846"/>
                </a:lnTo>
                <a:lnTo>
                  <a:pt x="13967" y="13919"/>
                </a:lnTo>
                <a:lnTo>
                  <a:pt x="13919" y="13992"/>
                </a:lnTo>
                <a:lnTo>
                  <a:pt x="13846" y="14162"/>
                </a:lnTo>
                <a:lnTo>
                  <a:pt x="13797" y="14357"/>
                </a:lnTo>
                <a:lnTo>
                  <a:pt x="13797" y="14576"/>
                </a:lnTo>
                <a:lnTo>
                  <a:pt x="13821" y="14795"/>
                </a:lnTo>
                <a:lnTo>
                  <a:pt x="13846" y="14990"/>
                </a:lnTo>
                <a:lnTo>
                  <a:pt x="13943" y="15355"/>
                </a:lnTo>
                <a:lnTo>
                  <a:pt x="13967" y="15476"/>
                </a:lnTo>
                <a:lnTo>
                  <a:pt x="14016" y="15574"/>
                </a:lnTo>
                <a:lnTo>
                  <a:pt x="14162" y="15768"/>
                </a:lnTo>
                <a:lnTo>
                  <a:pt x="14357" y="15914"/>
                </a:lnTo>
                <a:lnTo>
                  <a:pt x="14551" y="16060"/>
                </a:lnTo>
                <a:lnTo>
                  <a:pt x="14795" y="16158"/>
                </a:lnTo>
                <a:lnTo>
                  <a:pt x="15038" y="16231"/>
                </a:lnTo>
                <a:lnTo>
                  <a:pt x="15281" y="16279"/>
                </a:lnTo>
                <a:lnTo>
                  <a:pt x="15500" y="16328"/>
                </a:lnTo>
                <a:lnTo>
                  <a:pt x="15744" y="16328"/>
                </a:lnTo>
                <a:lnTo>
                  <a:pt x="15963" y="16304"/>
                </a:lnTo>
                <a:lnTo>
                  <a:pt x="16157" y="16255"/>
                </a:lnTo>
                <a:lnTo>
                  <a:pt x="16352" y="16182"/>
                </a:lnTo>
                <a:lnTo>
                  <a:pt x="16547" y="16060"/>
                </a:lnTo>
                <a:lnTo>
                  <a:pt x="16717" y="15939"/>
                </a:lnTo>
                <a:lnTo>
                  <a:pt x="16887" y="15793"/>
                </a:lnTo>
                <a:lnTo>
                  <a:pt x="17033" y="15622"/>
                </a:lnTo>
                <a:lnTo>
                  <a:pt x="17131" y="15428"/>
                </a:lnTo>
                <a:lnTo>
                  <a:pt x="17204" y="15209"/>
                </a:lnTo>
                <a:lnTo>
                  <a:pt x="17252" y="14990"/>
                </a:lnTo>
                <a:lnTo>
                  <a:pt x="17277" y="14746"/>
                </a:lnTo>
                <a:lnTo>
                  <a:pt x="17277" y="14527"/>
                </a:lnTo>
                <a:lnTo>
                  <a:pt x="17277" y="14284"/>
                </a:lnTo>
                <a:lnTo>
                  <a:pt x="17204" y="13822"/>
                </a:lnTo>
                <a:lnTo>
                  <a:pt x="18250" y="13797"/>
                </a:lnTo>
                <a:lnTo>
                  <a:pt x="18372" y="13773"/>
                </a:lnTo>
                <a:lnTo>
                  <a:pt x="18445" y="13724"/>
                </a:lnTo>
                <a:lnTo>
                  <a:pt x="18493" y="13627"/>
                </a:lnTo>
                <a:lnTo>
                  <a:pt x="18493" y="13530"/>
                </a:lnTo>
                <a:lnTo>
                  <a:pt x="18493" y="13457"/>
                </a:lnTo>
                <a:lnTo>
                  <a:pt x="18445" y="13359"/>
                </a:lnTo>
                <a:lnTo>
                  <a:pt x="18372" y="13311"/>
                </a:lnTo>
                <a:lnTo>
                  <a:pt x="18250" y="13286"/>
                </a:lnTo>
                <a:lnTo>
                  <a:pt x="18445" y="12556"/>
                </a:lnTo>
                <a:lnTo>
                  <a:pt x="18566" y="11802"/>
                </a:lnTo>
                <a:lnTo>
                  <a:pt x="18639" y="11048"/>
                </a:lnTo>
                <a:lnTo>
                  <a:pt x="18664" y="10293"/>
                </a:lnTo>
                <a:lnTo>
                  <a:pt x="18639" y="9880"/>
                </a:lnTo>
                <a:lnTo>
                  <a:pt x="18615" y="9466"/>
                </a:lnTo>
                <a:lnTo>
                  <a:pt x="18493" y="8639"/>
                </a:lnTo>
                <a:lnTo>
                  <a:pt x="18445" y="8323"/>
                </a:lnTo>
                <a:lnTo>
                  <a:pt x="18372" y="7982"/>
                </a:lnTo>
                <a:lnTo>
                  <a:pt x="18250" y="7666"/>
                </a:lnTo>
                <a:lnTo>
                  <a:pt x="18177" y="7520"/>
                </a:lnTo>
                <a:lnTo>
                  <a:pt x="18104" y="7374"/>
                </a:lnTo>
                <a:lnTo>
                  <a:pt x="18080" y="7276"/>
                </a:lnTo>
                <a:lnTo>
                  <a:pt x="17982" y="6887"/>
                </a:lnTo>
                <a:lnTo>
                  <a:pt x="18274" y="6838"/>
                </a:lnTo>
                <a:lnTo>
                  <a:pt x="18542" y="6741"/>
                </a:lnTo>
                <a:lnTo>
                  <a:pt x="18834" y="6644"/>
                </a:lnTo>
                <a:lnTo>
                  <a:pt x="19102" y="6498"/>
                </a:lnTo>
                <a:lnTo>
                  <a:pt x="19199" y="6400"/>
                </a:lnTo>
                <a:lnTo>
                  <a:pt x="19272" y="6279"/>
                </a:lnTo>
                <a:lnTo>
                  <a:pt x="19321" y="6157"/>
                </a:lnTo>
                <a:lnTo>
                  <a:pt x="19321" y="6011"/>
                </a:lnTo>
                <a:lnTo>
                  <a:pt x="19321" y="5841"/>
                </a:lnTo>
                <a:lnTo>
                  <a:pt x="19321" y="5695"/>
                </a:lnTo>
                <a:lnTo>
                  <a:pt x="19272" y="5451"/>
                </a:lnTo>
                <a:lnTo>
                  <a:pt x="19199" y="5281"/>
                </a:lnTo>
                <a:lnTo>
                  <a:pt x="19126" y="5135"/>
                </a:lnTo>
                <a:lnTo>
                  <a:pt x="19029" y="5013"/>
                </a:lnTo>
                <a:lnTo>
                  <a:pt x="18907" y="4892"/>
                </a:lnTo>
                <a:lnTo>
                  <a:pt x="18785" y="4794"/>
                </a:lnTo>
                <a:lnTo>
                  <a:pt x="18664" y="4697"/>
                </a:lnTo>
                <a:lnTo>
                  <a:pt x="18372" y="4527"/>
                </a:lnTo>
                <a:lnTo>
                  <a:pt x="18080" y="4429"/>
                </a:lnTo>
                <a:lnTo>
                  <a:pt x="17934" y="4356"/>
                </a:lnTo>
                <a:lnTo>
                  <a:pt x="17763" y="4332"/>
                </a:lnTo>
                <a:lnTo>
                  <a:pt x="17593" y="4308"/>
                </a:lnTo>
                <a:lnTo>
                  <a:pt x="17423" y="4308"/>
                </a:lnTo>
                <a:lnTo>
                  <a:pt x="17252" y="4356"/>
                </a:lnTo>
                <a:lnTo>
                  <a:pt x="17131" y="4405"/>
                </a:lnTo>
                <a:lnTo>
                  <a:pt x="17082" y="4478"/>
                </a:lnTo>
                <a:lnTo>
                  <a:pt x="17082" y="4527"/>
                </a:lnTo>
                <a:lnTo>
                  <a:pt x="16863" y="3967"/>
                </a:lnTo>
                <a:lnTo>
                  <a:pt x="16595" y="3261"/>
                </a:lnTo>
                <a:lnTo>
                  <a:pt x="16303" y="2580"/>
                </a:lnTo>
                <a:lnTo>
                  <a:pt x="16133" y="2239"/>
                </a:lnTo>
                <a:lnTo>
                  <a:pt x="15938" y="1923"/>
                </a:lnTo>
                <a:lnTo>
                  <a:pt x="15719" y="1607"/>
                </a:lnTo>
                <a:lnTo>
                  <a:pt x="15476" y="1315"/>
                </a:lnTo>
                <a:lnTo>
                  <a:pt x="15354" y="1193"/>
                </a:lnTo>
                <a:lnTo>
                  <a:pt x="15379" y="1145"/>
                </a:lnTo>
                <a:lnTo>
                  <a:pt x="15403" y="1120"/>
                </a:lnTo>
                <a:lnTo>
                  <a:pt x="15379" y="1023"/>
                </a:lnTo>
                <a:lnTo>
                  <a:pt x="15306" y="974"/>
                </a:lnTo>
                <a:lnTo>
                  <a:pt x="15257" y="950"/>
                </a:lnTo>
                <a:lnTo>
                  <a:pt x="15208" y="950"/>
                </a:lnTo>
                <a:lnTo>
                  <a:pt x="15111" y="974"/>
                </a:lnTo>
                <a:lnTo>
                  <a:pt x="14892" y="804"/>
                </a:lnTo>
                <a:lnTo>
                  <a:pt x="14624" y="658"/>
                </a:lnTo>
                <a:lnTo>
                  <a:pt x="14381" y="536"/>
                </a:lnTo>
                <a:lnTo>
                  <a:pt x="14113" y="415"/>
                </a:lnTo>
                <a:lnTo>
                  <a:pt x="13821" y="317"/>
                </a:lnTo>
                <a:lnTo>
                  <a:pt x="13530" y="244"/>
                </a:lnTo>
                <a:lnTo>
                  <a:pt x="12970" y="123"/>
                </a:lnTo>
                <a:lnTo>
                  <a:pt x="12556" y="74"/>
                </a:lnTo>
                <a:lnTo>
                  <a:pt x="12143" y="50"/>
                </a:lnTo>
                <a:lnTo>
                  <a:pt x="11729" y="50"/>
                </a:lnTo>
                <a:lnTo>
                  <a:pt x="11291" y="74"/>
                </a:lnTo>
                <a:lnTo>
                  <a:pt x="10902" y="50"/>
                </a:lnTo>
                <a:lnTo>
                  <a:pt x="10123" y="25"/>
                </a:lnTo>
                <a:lnTo>
                  <a:pt x="9077" y="1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0"/>
          <p:cNvSpPr/>
          <p:nvPr/>
        </p:nvSpPr>
        <p:spPr>
          <a:xfrm>
            <a:off x="2382050" y="2591648"/>
            <a:ext cx="387526" cy="218566"/>
          </a:xfrm>
          <a:custGeom>
            <a:rect b="b" l="l" r="r" t="t"/>
            <a:pathLst>
              <a:path extrusionOk="0" h="12654" w="18640">
                <a:moveTo>
                  <a:pt x="11486" y="512"/>
                </a:moveTo>
                <a:lnTo>
                  <a:pt x="14089" y="536"/>
                </a:lnTo>
                <a:lnTo>
                  <a:pt x="16206" y="585"/>
                </a:lnTo>
                <a:lnTo>
                  <a:pt x="17106" y="585"/>
                </a:lnTo>
                <a:lnTo>
                  <a:pt x="17374" y="633"/>
                </a:lnTo>
                <a:lnTo>
                  <a:pt x="17617" y="706"/>
                </a:lnTo>
                <a:lnTo>
                  <a:pt x="17715" y="755"/>
                </a:lnTo>
                <a:lnTo>
                  <a:pt x="17812" y="828"/>
                </a:lnTo>
                <a:lnTo>
                  <a:pt x="17885" y="925"/>
                </a:lnTo>
                <a:lnTo>
                  <a:pt x="17958" y="1047"/>
                </a:lnTo>
                <a:lnTo>
                  <a:pt x="17982" y="1169"/>
                </a:lnTo>
                <a:lnTo>
                  <a:pt x="18007" y="1315"/>
                </a:lnTo>
                <a:lnTo>
                  <a:pt x="17982" y="1607"/>
                </a:lnTo>
                <a:lnTo>
                  <a:pt x="17958" y="1753"/>
                </a:lnTo>
                <a:lnTo>
                  <a:pt x="17958" y="1923"/>
                </a:lnTo>
                <a:lnTo>
                  <a:pt x="17958" y="2264"/>
                </a:lnTo>
                <a:lnTo>
                  <a:pt x="18007" y="2604"/>
                </a:lnTo>
                <a:lnTo>
                  <a:pt x="18031" y="2945"/>
                </a:lnTo>
                <a:lnTo>
                  <a:pt x="18031" y="3115"/>
                </a:lnTo>
                <a:lnTo>
                  <a:pt x="17520" y="3164"/>
                </a:lnTo>
                <a:lnTo>
                  <a:pt x="17009" y="3188"/>
                </a:lnTo>
                <a:lnTo>
                  <a:pt x="15963" y="3212"/>
                </a:lnTo>
                <a:lnTo>
                  <a:pt x="14917" y="3188"/>
                </a:lnTo>
                <a:lnTo>
                  <a:pt x="13870" y="3164"/>
                </a:lnTo>
                <a:lnTo>
                  <a:pt x="12751" y="3139"/>
                </a:lnTo>
                <a:lnTo>
                  <a:pt x="11607" y="3115"/>
                </a:lnTo>
                <a:lnTo>
                  <a:pt x="11023" y="3139"/>
                </a:lnTo>
                <a:lnTo>
                  <a:pt x="10439" y="3188"/>
                </a:lnTo>
                <a:lnTo>
                  <a:pt x="9855" y="3237"/>
                </a:lnTo>
                <a:lnTo>
                  <a:pt x="9271" y="3261"/>
                </a:lnTo>
                <a:lnTo>
                  <a:pt x="8712" y="3261"/>
                </a:lnTo>
                <a:lnTo>
                  <a:pt x="8152" y="3237"/>
                </a:lnTo>
                <a:lnTo>
                  <a:pt x="7057" y="3164"/>
                </a:lnTo>
                <a:lnTo>
                  <a:pt x="5938" y="3091"/>
                </a:lnTo>
                <a:lnTo>
                  <a:pt x="5403" y="3091"/>
                </a:lnTo>
                <a:lnTo>
                  <a:pt x="4843" y="3066"/>
                </a:lnTo>
                <a:lnTo>
                  <a:pt x="3651" y="3091"/>
                </a:lnTo>
                <a:lnTo>
                  <a:pt x="2483" y="3139"/>
                </a:lnTo>
                <a:lnTo>
                  <a:pt x="1412" y="3164"/>
                </a:lnTo>
                <a:lnTo>
                  <a:pt x="950" y="3164"/>
                </a:lnTo>
                <a:lnTo>
                  <a:pt x="731" y="3188"/>
                </a:lnTo>
                <a:lnTo>
                  <a:pt x="487" y="3212"/>
                </a:lnTo>
                <a:lnTo>
                  <a:pt x="487" y="3212"/>
                </a:lnTo>
                <a:lnTo>
                  <a:pt x="512" y="2799"/>
                </a:lnTo>
                <a:lnTo>
                  <a:pt x="560" y="2410"/>
                </a:lnTo>
                <a:lnTo>
                  <a:pt x="633" y="1996"/>
                </a:lnTo>
                <a:lnTo>
                  <a:pt x="731" y="1607"/>
                </a:lnTo>
                <a:lnTo>
                  <a:pt x="828" y="1363"/>
                </a:lnTo>
                <a:lnTo>
                  <a:pt x="925" y="1169"/>
                </a:lnTo>
                <a:lnTo>
                  <a:pt x="1071" y="998"/>
                </a:lnTo>
                <a:lnTo>
                  <a:pt x="1217" y="852"/>
                </a:lnTo>
                <a:lnTo>
                  <a:pt x="1388" y="731"/>
                </a:lnTo>
                <a:lnTo>
                  <a:pt x="1582" y="658"/>
                </a:lnTo>
                <a:lnTo>
                  <a:pt x="1777" y="585"/>
                </a:lnTo>
                <a:lnTo>
                  <a:pt x="1996" y="512"/>
                </a:lnTo>
                <a:lnTo>
                  <a:pt x="2118" y="560"/>
                </a:lnTo>
                <a:lnTo>
                  <a:pt x="2239" y="560"/>
                </a:lnTo>
                <a:lnTo>
                  <a:pt x="2483" y="585"/>
                </a:lnTo>
                <a:lnTo>
                  <a:pt x="2969" y="536"/>
                </a:lnTo>
                <a:lnTo>
                  <a:pt x="4016" y="512"/>
                </a:lnTo>
                <a:lnTo>
                  <a:pt x="5062" y="512"/>
                </a:lnTo>
                <a:lnTo>
                  <a:pt x="6084" y="536"/>
                </a:lnTo>
                <a:lnTo>
                  <a:pt x="7106" y="560"/>
                </a:lnTo>
                <a:lnTo>
                  <a:pt x="8128" y="585"/>
                </a:lnTo>
                <a:lnTo>
                  <a:pt x="8639" y="585"/>
                </a:lnTo>
                <a:lnTo>
                  <a:pt x="9150" y="560"/>
                </a:lnTo>
                <a:lnTo>
                  <a:pt x="10220" y="512"/>
                </a:lnTo>
                <a:close/>
                <a:moveTo>
                  <a:pt x="487" y="3650"/>
                </a:moveTo>
                <a:lnTo>
                  <a:pt x="560" y="3675"/>
                </a:lnTo>
                <a:lnTo>
                  <a:pt x="512" y="3748"/>
                </a:lnTo>
                <a:lnTo>
                  <a:pt x="487" y="3772"/>
                </a:lnTo>
                <a:lnTo>
                  <a:pt x="487" y="3650"/>
                </a:lnTo>
                <a:close/>
                <a:moveTo>
                  <a:pt x="10147" y="3748"/>
                </a:moveTo>
                <a:lnTo>
                  <a:pt x="9782" y="4137"/>
                </a:lnTo>
                <a:lnTo>
                  <a:pt x="9612" y="4356"/>
                </a:lnTo>
                <a:lnTo>
                  <a:pt x="9466" y="4575"/>
                </a:lnTo>
                <a:lnTo>
                  <a:pt x="9344" y="4745"/>
                </a:lnTo>
                <a:lnTo>
                  <a:pt x="9344" y="4745"/>
                </a:lnTo>
                <a:lnTo>
                  <a:pt x="9515" y="4356"/>
                </a:lnTo>
                <a:lnTo>
                  <a:pt x="9685" y="3967"/>
                </a:lnTo>
                <a:lnTo>
                  <a:pt x="9782" y="3796"/>
                </a:lnTo>
                <a:lnTo>
                  <a:pt x="9807" y="3772"/>
                </a:lnTo>
                <a:lnTo>
                  <a:pt x="10147" y="3748"/>
                </a:lnTo>
                <a:close/>
                <a:moveTo>
                  <a:pt x="1509" y="3699"/>
                </a:moveTo>
                <a:lnTo>
                  <a:pt x="1339" y="3845"/>
                </a:lnTo>
                <a:lnTo>
                  <a:pt x="1217" y="3991"/>
                </a:lnTo>
                <a:lnTo>
                  <a:pt x="950" y="4332"/>
                </a:lnTo>
                <a:lnTo>
                  <a:pt x="731" y="4648"/>
                </a:lnTo>
                <a:lnTo>
                  <a:pt x="512" y="4989"/>
                </a:lnTo>
                <a:lnTo>
                  <a:pt x="512" y="4697"/>
                </a:lnTo>
                <a:lnTo>
                  <a:pt x="633" y="4380"/>
                </a:lnTo>
                <a:lnTo>
                  <a:pt x="779" y="4040"/>
                </a:lnTo>
                <a:lnTo>
                  <a:pt x="877" y="3869"/>
                </a:lnTo>
                <a:lnTo>
                  <a:pt x="998" y="3723"/>
                </a:lnTo>
                <a:lnTo>
                  <a:pt x="1509" y="3699"/>
                </a:lnTo>
                <a:close/>
                <a:moveTo>
                  <a:pt x="15452" y="3723"/>
                </a:moveTo>
                <a:lnTo>
                  <a:pt x="15111" y="4186"/>
                </a:lnTo>
                <a:lnTo>
                  <a:pt x="14746" y="4648"/>
                </a:lnTo>
                <a:lnTo>
                  <a:pt x="14454" y="5013"/>
                </a:lnTo>
                <a:lnTo>
                  <a:pt x="14333" y="5208"/>
                </a:lnTo>
                <a:lnTo>
                  <a:pt x="14235" y="5402"/>
                </a:lnTo>
                <a:lnTo>
                  <a:pt x="13846" y="5402"/>
                </a:lnTo>
                <a:lnTo>
                  <a:pt x="13919" y="5305"/>
                </a:lnTo>
                <a:lnTo>
                  <a:pt x="13992" y="5159"/>
                </a:lnTo>
                <a:lnTo>
                  <a:pt x="14089" y="4964"/>
                </a:lnTo>
                <a:lnTo>
                  <a:pt x="14479" y="4356"/>
                </a:lnTo>
                <a:lnTo>
                  <a:pt x="14673" y="4040"/>
                </a:lnTo>
                <a:lnTo>
                  <a:pt x="14722" y="3869"/>
                </a:lnTo>
                <a:lnTo>
                  <a:pt x="14771" y="3723"/>
                </a:lnTo>
                <a:close/>
                <a:moveTo>
                  <a:pt x="14503" y="3699"/>
                </a:moveTo>
                <a:lnTo>
                  <a:pt x="14187" y="4161"/>
                </a:lnTo>
                <a:lnTo>
                  <a:pt x="13919" y="4599"/>
                </a:lnTo>
                <a:lnTo>
                  <a:pt x="13651" y="4989"/>
                </a:lnTo>
                <a:lnTo>
                  <a:pt x="13530" y="5183"/>
                </a:lnTo>
                <a:lnTo>
                  <a:pt x="13505" y="5281"/>
                </a:lnTo>
                <a:lnTo>
                  <a:pt x="13481" y="5402"/>
                </a:lnTo>
                <a:lnTo>
                  <a:pt x="13481" y="5427"/>
                </a:lnTo>
                <a:lnTo>
                  <a:pt x="13019" y="5427"/>
                </a:lnTo>
                <a:lnTo>
                  <a:pt x="13116" y="5183"/>
                </a:lnTo>
                <a:lnTo>
                  <a:pt x="13238" y="4940"/>
                </a:lnTo>
                <a:lnTo>
                  <a:pt x="13432" y="4648"/>
                </a:lnTo>
                <a:lnTo>
                  <a:pt x="13627" y="4332"/>
                </a:lnTo>
                <a:lnTo>
                  <a:pt x="13822" y="4015"/>
                </a:lnTo>
                <a:lnTo>
                  <a:pt x="13968" y="3699"/>
                </a:lnTo>
                <a:close/>
                <a:moveTo>
                  <a:pt x="16255" y="3723"/>
                </a:moveTo>
                <a:lnTo>
                  <a:pt x="15914" y="4210"/>
                </a:lnTo>
                <a:lnTo>
                  <a:pt x="15573" y="4672"/>
                </a:lnTo>
                <a:lnTo>
                  <a:pt x="15282" y="5037"/>
                </a:lnTo>
                <a:lnTo>
                  <a:pt x="15160" y="5208"/>
                </a:lnTo>
                <a:lnTo>
                  <a:pt x="15111" y="5329"/>
                </a:lnTo>
                <a:lnTo>
                  <a:pt x="15087" y="5427"/>
                </a:lnTo>
                <a:lnTo>
                  <a:pt x="14722" y="5427"/>
                </a:lnTo>
                <a:lnTo>
                  <a:pt x="14795" y="5329"/>
                </a:lnTo>
                <a:lnTo>
                  <a:pt x="15257" y="4697"/>
                </a:lnTo>
                <a:lnTo>
                  <a:pt x="15403" y="4478"/>
                </a:lnTo>
                <a:lnTo>
                  <a:pt x="15525" y="4234"/>
                </a:lnTo>
                <a:lnTo>
                  <a:pt x="15622" y="3991"/>
                </a:lnTo>
                <a:lnTo>
                  <a:pt x="15646" y="3845"/>
                </a:lnTo>
                <a:lnTo>
                  <a:pt x="15671" y="3723"/>
                </a:lnTo>
                <a:close/>
                <a:moveTo>
                  <a:pt x="3748" y="3626"/>
                </a:moveTo>
                <a:lnTo>
                  <a:pt x="3602" y="3772"/>
                </a:lnTo>
                <a:lnTo>
                  <a:pt x="3480" y="3967"/>
                </a:lnTo>
                <a:lnTo>
                  <a:pt x="3286" y="4307"/>
                </a:lnTo>
                <a:lnTo>
                  <a:pt x="3091" y="4599"/>
                </a:lnTo>
                <a:lnTo>
                  <a:pt x="2872" y="4867"/>
                </a:lnTo>
                <a:lnTo>
                  <a:pt x="2677" y="5159"/>
                </a:lnTo>
                <a:lnTo>
                  <a:pt x="2580" y="5305"/>
                </a:lnTo>
                <a:lnTo>
                  <a:pt x="2507" y="5451"/>
                </a:lnTo>
                <a:lnTo>
                  <a:pt x="2191" y="5451"/>
                </a:lnTo>
                <a:lnTo>
                  <a:pt x="2312" y="5305"/>
                </a:lnTo>
                <a:lnTo>
                  <a:pt x="2410" y="5135"/>
                </a:lnTo>
                <a:lnTo>
                  <a:pt x="2604" y="4867"/>
                </a:lnTo>
                <a:lnTo>
                  <a:pt x="2799" y="4599"/>
                </a:lnTo>
                <a:lnTo>
                  <a:pt x="2945" y="4307"/>
                </a:lnTo>
                <a:lnTo>
                  <a:pt x="3091" y="4040"/>
                </a:lnTo>
                <a:lnTo>
                  <a:pt x="3213" y="3748"/>
                </a:lnTo>
                <a:lnTo>
                  <a:pt x="3213" y="3699"/>
                </a:lnTo>
                <a:lnTo>
                  <a:pt x="3164" y="3675"/>
                </a:lnTo>
                <a:lnTo>
                  <a:pt x="3115" y="3650"/>
                </a:lnTo>
                <a:lnTo>
                  <a:pt x="3091" y="3699"/>
                </a:lnTo>
                <a:lnTo>
                  <a:pt x="2872" y="3942"/>
                </a:lnTo>
                <a:lnTo>
                  <a:pt x="2653" y="4210"/>
                </a:lnTo>
                <a:lnTo>
                  <a:pt x="2434" y="4453"/>
                </a:lnTo>
                <a:lnTo>
                  <a:pt x="2215" y="4721"/>
                </a:lnTo>
                <a:lnTo>
                  <a:pt x="1947" y="5062"/>
                </a:lnTo>
                <a:lnTo>
                  <a:pt x="1826" y="5232"/>
                </a:lnTo>
                <a:lnTo>
                  <a:pt x="1777" y="5329"/>
                </a:lnTo>
                <a:lnTo>
                  <a:pt x="1753" y="5427"/>
                </a:lnTo>
                <a:lnTo>
                  <a:pt x="1388" y="5427"/>
                </a:lnTo>
                <a:lnTo>
                  <a:pt x="1461" y="5305"/>
                </a:lnTo>
                <a:lnTo>
                  <a:pt x="1534" y="5159"/>
                </a:lnTo>
                <a:lnTo>
                  <a:pt x="1631" y="5013"/>
                </a:lnTo>
                <a:lnTo>
                  <a:pt x="1728" y="4867"/>
                </a:lnTo>
                <a:lnTo>
                  <a:pt x="1972" y="4575"/>
                </a:lnTo>
                <a:lnTo>
                  <a:pt x="2142" y="4356"/>
                </a:lnTo>
                <a:lnTo>
                  <a:pt x="2288" y="4137"/>
                </a:lnTo>
                <a:lnTo>
                  <a:pt x="2410" y="3894"/>
                </a:lnTo>
                <a:lnTo>
                  <a:pt x="2507" y="3650"/>
                </a:lnTo>
                <a:lnTo>
                  <a:pt x="3748" y="3626"/>
                </a:lnTo>
                <a:close/>
                <a:moveTo>
                  <a:pt x="4551" y="3602"/>
                </a:moveTo>
                <a:lnTo>
                  <a:pt x="4356" y="3796"/>
                </a:lnTo>
                <a:lnTo>
                  <a:pt x="4186" y="4015"/>
                </a:lnTo>
                <a:lnTo>
                  <a:pt x="3894" y="4478"/>
                </a:lnTo>
                <a:lnTo>
                  <a:pt x="3699" y="4697"/>
                </a:lnTo>
                <a:lnTo>
                  <a:pt x="3505" y="4940"/>
                </a:lnTo>
                <a:lnTo>
                  <a:pt x="3407" y="5062"/>
                </a:lnTo>
                <a:lnTo>
                  <a:pt x="3334" y="5183"/>
                </a:lnTo>
                <a:lnTo>
                  <a:pt x="3286" y="5329"/>
                </a:lnTo>
                <a:lnTo>
                  <a:pt x="3261" y="5451"/>
                </a:lnTo>
                <a:lnTo>
                  <a:pt x="2921" y="5451"/>
                </a:lnTo>
                <a:lnTo>
                  <a:pt x="3067" y="5281"/>
                </a:lnTo>
                <a:lnTo>
                  <a:pt x="3213" y="5062"/>
                </a:lnTo>
                <a:lnTo>
                  <a:pt x="3432" y="4672"/>
                </a:lnTo>
                <a:lnTo>
                  <a:pt x="3724" y="4161"/>
                </a:lnTo>
                <a:lnTo>
                  <a:pt x="4016" y="3602"/>
                </a:lnTo>
                <a:close/>
                <a:moveTo>
                  <a:pt x="13140" y="3675"/>
                </a:moveTo>
                <a:lnTo>
                  <a:pt x="13724" y="3699"/>
                </a:lnTo>
                <a:lnTo>
                  <a:pt x="13505" y="3894"/>
                </a:lnTo>
                <a:lnTo>
                  <a:pt x="13335" y="4137"/>
                </a:lnTo>
                <a:lnTo>
                  <a:pt x="12994" y="4624"/>
                </a:lnTo>
                <a:lnTo>
                  <a:pt x="12751" y="5013"/>
                </a:lnTo>
                <a:lnTo>
                  <a:pt x="12605" y="5232"/>
                </a:lnTo>
                <a:lnTo>
                  <a:pt x="12483" y="5451"/>
                </a:lnTo>
                <a:lnTo>
                  <a:pt x="12313" y="5451"/>
                </a:lnTo>
                <a:lnTo>
                  <a:pt x="12459" y="5256"/>
                </a:lnTo>
                <a:lnTo>
                  <a:pt x="12556" y="5037"/>
                </a:lnTo>
                <a:lnTo>
                  <a:pt x="12775" y="4624"/>
                </a:lnTo>
                <a:lnTo>
                  <a:pt x="12873" y="4405"/>
                </a:lnTo>
                <a:lnTo>
                  <a:pt x="12946" y="4161"/>
                </a:lnTo>
                <a:lnTo>
                  <a:pt x="13043" y="3918"/>
                </a:lnTo>
                <a:lnTo>
                  <a:pt x="13140" y="3675"/>
                </a:lnTo>
                <a:close/>
                <a:moveTo>
                  <a:pt x="16912" y="3723"/>
                </a:moveTo>
                <a:lnTo>
                  <a:pt x="16547" y="4283"/>
                </a:lnTo>
                <a:lnTo>
                  <a:pt x="16328" y="4575"/>
                </a:lnTo>
                <a:lnTo>
                  <a:pt x="16109" y="4818"/>
                </a:lnTo>
                <a:lnTo>
                  <a:pt x="15841" y="5086"/>
                </a:lnTo>
                <a:lnTo>
                  <a:pt x="15695" y="5281"/>
                </a:lnTo>
                <a:lnTo>
                  <a:pt x="15573" y="5451"/>
                </a:lnTo>
                <a:lnTo>
                  <a:pt x="15501" y="5451"/>
                </a:lnTo>
                <a:lnTo>
                  <a:pt x="15695" y="5135"/>
                </a:lnTo>
                <a:lnTo>
                  <a:pt x="15914" y="4843"/>
                </a:lnTo>
                <a:lnTo>
                  <a:pt x="16084" y="4575"/>
                </a:lnTo>
                <a:lnTo>
                  <a:pt x="16230" y="4307"/>
                </a:lnTo>
                <a:lnTo>
                  <a:pt x="16474" y="3723"/>
                </a:lnTo>
                <a:close/>
                <a:moveTo>
                  <a:pt x="12921" y="3650"/>
                </a:moveTo>
                <a:lnTo>
                  <a:pt x="12800" y="3821"/>
                </a:lnTo>
                <a:lnTo>
                  <a:pt x="12702" y="3991"/>
                </a:lnTo>
                <a:lnTo>
                  <a:pt x="12532" y="4332"/>
                </a:lnTo>
                <a:lnTo>
                  <a:pt x="12362" y="4599"/>
                </a:lnTo>
                <a:lnTo>
                  <a:pt x="12167" y="4891"/>
                </a:lnTo>
                <a:lnTo>
                  <a:pt x="11997" y="5159"/>
                </a:lnTo>
                <a:lnTo>
                  <a:pt x="11948" y="5305"/>
                </a:lnTo>
                <a:lnTo>
                  <a:pt x="11899" y="5451"/>
                </a:lnTo>
                <a:lnTo>
                  <a:pt x="11583" y="5475"/>
                </a:lnTo>
                <a:lnTo>
                  <a:pt x="11583" y="5475"/>
                </a:lnTo>
                <a:lnTo>
                  <a:pt x="11729" y="5232"/>
                </a:lnTo>
                <a:lnTo>
                  <a:pt x="11826" y="4964"/>
                </a:lnTo>
                <a:lnTo>
                  <a:pt x="12045" y="4453"/>
                </a:lnTo>
                <a:lnTo>
                  <a:pt x="12216" y="4064"/>
                </a:lnTo>
                <a:lnTo>
                  <a:pt x="12289" y="3869"/>
                </a:lnTo>
                <a:lnTo>
                  <a:pt x="12337" y="3650"/>
                </a:lnTo>
                <a:close/>
                <a:moveTo>
                  <a:pt x="4746" y="3602"/>
                </a:moveTo>
                <a:lnTo>
                  <a:pt x="5792" y="3626"/>
                </a:lnTo>
                <a:lnTo>
                  <a:pt x="6814" y="3675"/>
                </a:lnTo>
                <a:lnTo>
                  <a:pt x="6571" y="3845"/>
                </a:lnTo>
                <a:lnTo>
                  <a:pt x="6352" y="4064"/>
                </a:lnTo>
                <a:lnTo>
                  <a:pt x="6157" y="4283"/>
                </a:lnTo>
                <a:lnTo>
                  <a:pt x="5987" y="4526"/>
                </a:lnTo>
                <a:lnTo>
                  <a:pt x="5573" y="5135"/>
                </a:lnTo>
                <a:lnTo>
                  <a:pt x="5427" y="5305"/>
                </a:lnTo>
                <a:lnTo>
                  <a:pt x="5403" y="5402"/>
                </a:lnTo>
                <a:lnTo>
                  <a:pt x="5378" y="5500"/>
                </a:lnTo>
                <a:lnTo>
                  <a:pt x="5013" y="5500"/>
                </a:lnTo>
                <a:lnTo>
                  <a:pt x="5232" y="5232"/>
                </a:lnTo>
                <a:lnTo>
                  <a:pt x="5427" y="4940"/>
                </a:lnTo>
                <a:lnTo>
                  <a:pt x="6206" y="3748"/>
                </a:lnTo>
                <a:lnTo>
                  <a:pt x="6230" y="3699"/>
                </a:lnTo>
                <a:lnTo>
                  <a:pt x="6206" y="3675"/>
                </a:lnTo>
                <a:lnTo>
                  <a:pt x="6108" y="3675"/>
                </a:lnTo>
                <a:lnTo>
                  <a:pt x="5865" y="3894"/>
                </a:lnTo>
                <a:lnTo>
                  <a:pt x="5646" y="4113"/>
                </a:lnTo>
                <a:lnTo>
                  <a:pt x="5427" y="4356"/>
                </a:lnTo>
                <a:lnTo>
                  <a:pt x="5208" y="4599"/>
                </a:lnTo>
                <a:lnTo>
                  <a:pt x="4892" y="5013"/>
                </a:lnTo>
                <a:lnTo>
                  <a:pt x="4770" y="5256"/>
                </a:lnTo>
                <a:lnTo>
                  <a:pt x="4648" y="5500"/>
                </a:lnTo>
                <a:lnTo>
                  <a:pt x="4429" y="5475"/>
                </a:lnTo>
                <a:lnTo>
                  <a:pt x="4746" y="5037"/>
                </a:lnTo>
                <a:lnTo>
                  <a:pt x="4989" y="4745"/>
                </a:lnTo>
                <a:lnTo>
                  <a:pt x="5208" y="4405"/>
                </a:lnTo>
                <a:lnTo>
                  <a:pt x="5403" y="4088"/>
                </a:lnTo>
                <a:lnTo>
                  <a:pt x="5476" y="3894"/>
                </a:lnTo>
                <a:lnTo>
                  <a:pt x="5549" y="3723"/>
                </a:lnTo>
                <a:lnTo>
                  <a:pt x="5549" y="3675"/>
                </a:lnTo>
                <a:lnTo>
                  <a:pt x="5500" y="3650"/>
                </a:lnTo>
                <a:lnTo>
                  <a:pt x="5476" y="3626"/>
                </a:lnTo>
                <a:lnTo>
                  <a:pt x="5427" y="3650"/>
                </a:lnTo>
                <a:lnTo>
                  <a:pt x="5159" y="3918"/>
                </a:lnTo>
                <a:lnTo>
                  <a:pt x="4916" y="4210"/>
                </a:lnTo>
                <a:lnTo>
                  <a:pt x="4429" y="4794"/>
                </a:lnTo>
                <a:lnTo>
                  <a:pt x="4162" y="5110"/>
                </a:lnTo>
                <a:lnTo>
                  <a:pt x="4016" y="5281"/>
                </a:lnTo>
                <a:lnTo>
                  <a:pt x="3894" y="5475"/>
                </a:lnTo>
                <a:lnTo>
                  <a:pt x="3529" y="5451"/>
                </a:lnTo>
                <a:lnTo>
                  <a:pt x="3821" y="5086"/>
                </a:lnTo>
                <a:lnTo>
                  <a:pt x="4064" y="4721"/>
                </a:lnTo>
                <a:lnTo>
                  <a:pt x="4405" y="4161"/>
                </a:lnTo>
                <a:lnTo>
                  <a:pt x="4575" y="3869"/>
                </a:lnTo>
                <a:lnTo>
                  <a:pt x="4746" y="3602"/>
                </a:lnTo>
                <a:close/>
                <a:moveTo>
                  <a:pt x="11997" y="3650"/>
                </a:moveTo>
                <a:lnTo>
                  <a:pt x="11875" y="3869"/>
                </a:lnTo>
                <a:lnTo>
                  <a:pt x="11778" y="4088"/>
                </a:lnTo>
                <a:lnTo>
                  <a:pt x="11559" y="4551"/>
                </a:lnTo>
                <a:lnTo>
                  <a:pt x="11315" y="4989"/>
                </a:lnTo>
                <a:lnTo>
                  <a:pt x="11218" y="5232"/>
                </a:lnTo>
                <a:lnTo>
                  <a:pt x="11194" y="5378"/>
                </a:lnTo>
                <a:lnTo>
                  <a:pt x="11169" y="5500"/>
                </a:lnTo>
                <a:lnTo>
                  <a:pt x="10756" y="5500"/>
                </a:lnTo>
                <a:lnTo>
                  <a:pt x="10950" y="5256"/>
                </a:lnTo>
                <a:lnTo>
                  <a:pt x="11121" y="4989"/>
                </a:lnTo>
                <a:lnTo>
                  <a:pt x="11291" y="4672"/>
                </a:lnTo>
                <a:lnTo>
                  <a:pt x="11437" y="4332"/>
                </a:lnTo>
                <a:lnTo>
                  <a:pt x="11705" y="3650"/>
                </a:lnTo>
                <a:close/>
                <a:moveTo>
                  <a:pt x="17593" y="3699"/>
                </a:moveTo>
                <a:lnTo>
                  <a:pt x="17471" y="3894"/>
                </a:lnTo>
                <a:lnTo>
                  <a:pt x="17325" y="4088"/>
                </a:lnTo>
                <a:lnTo>
                  <a:pt x="17082" y="4502"/>
                </a:lnTo>
                <a:lnTo>
                  <a:pt x="16887" y="4745"/>
                </a:lnTo>
                <a:lnTo>
                  <a:pt x="16668" y="4989"/>
                </a:lnTo>
                <a:lnTo>
                  <a:pt x="16474" y="5232"/>
                </a:lnTo>
                <a:lnTo>
                  <a:pt x="16376" y="5378"/>
                </a:lnTo>
                <a:lnTo>
                  <a:pt x="16303" y="5500"/>
                </a:lnTo>
                <a:lnTo>
                  <a:pt x="16133" y="5475"/>
                </a:lnTo>
                <a:lnTo>
                  <a:pt x="16620" y="4867"/>
                </a:lnTo>
                <a:lnTo>
                  <a:pt x="16790" y="4599"/>
                </a:lnTo>
                <a:lnTo>
                  <a:pt x="16936" y="4307"/>
                </a:lnTo>
                <a:lnTo>
                  <a:pt x="17033" y="4015"/>
                </a:lnTo>
                <a:lnTo>
                  <a:pt x="17131" y="3723"/>
                </a:lnTo>
                <a:lnTo>
                  <a:pt x="17593" y="3699"/>
                </a:lnTo>
                <a:close/>
                <a:moveTo>
                  <a:pt x="2337" y="3650"/>
                </a:moveTo>
                <a:lnTo>
                  <a:pt x="1947" y="4064"/>
                </a:lnTo>
                <a:lnTo>
                  <a:pt x="1558" y="4478"/>
                </a:lnTo>
                <a:lnTo>
                  <a:pt x="1363" y="4697"/>
                </a:lnTo>
                <a:lnTo>
                  <a:pt x="1193" y="4940"/>
                </a:lnTo>
                <a:lnTo>
                  <a:pt x="1096" y="5062"/>
                </a:lnTo>
                <a:lnTo>
                  <a:pt x="1047" y="5183"/>
                </a:lnTo>
                <a:lnTo>
                  <a:pt x="1023" y="5329"/>
                </a:lnTo>
                <a:lnTo>
                  <a:pt x="1023" y="5451"/>
                </a:lnTo>
                <a:lnTo>
                  <a:pt x="804" y="5475"/>
                </a:lnTo>
                <a:lnTo>
                  <a:pt x="609" y="5524"/>
                </a:lnTo>
                <a:lnTo>
                  <a:pt x="609" y="5524"/>
                </a:lnTo>
                <a:lnTo>
                  <a:pt x="682" y="5451"/>
                </a:lnTo>
                <a:lnTo>
                  <a:pt x="755" y="5354"/>
                </a:lnTo>
                <a:lnTo>
                  <a:pt x="901" y="5135"/>
                </a:lnTo>
                <a:lnTo>
                  <a:pt x="1023" y="4891"/>
                </a:lnTo>
                <a:lnTo>
                  <a:pt x="1120" y="4697"/>
                </a:lnTo>
                <a:lnTo>
                  <a:pt x="1485" y="4186"/>
                </a:lnTo>
                <a:lnTo>
                  <a:pt x="1874" y="3675"/>
                </a:lnTo>
                <a:lnTo>
                  <a:pt x="2288" y="3650"/>
                </a:lnTo>
                <a:close/>
                <a:moveTo>
                  <a:pt x="11510" y="3650"/>
                </a:moveTo>
                <a:lnTo>
                  <a:pt x="11291" y="3967"/>
                </a:lnTo>
                <a:lnTo>
                  <a:pt x="11096" y="4283"/>
                </a:lnTo>
                <a:lnTo>
                  <a:pt x="10902" y="4599"/>
                </a:lnTo>
                <a:lnTo>
                  <a:pt x="10707" y="4891"/>
                </a:lnTo>
                <a:lnTo>
                  <a:pt x="10464" y="5208"/>
                </a:lnTo>
                <a:lnTo>
                  <a:pt x="10366" y="5354"/>
                </a:lnTo>
                <a:lnTo>
                  <a:pt x="10269" y="5524"/>
                </a:lnTo>
                <a:lnTo>
                  <a:pt x="10001" y="5524"/>
                </a:lnTo>
                <a:lnTo>
                  <a:pt x="10269" y="5208"/>
                </a:lnTo>
                <a:lnTo>
                  <a:pt x="10488" y="4891"/>
                </a:lnTo>
                <a:lnTo>
                  <a:pt x="10683" y="4599"/>
                </a:lnTo>
                <a:lnTo>
                  <a:pt x="10853" y="4307"/>
                </a:lnTo>
                <a:lnTo>
                  <a:pt x="11023" y="3991"/>
                </a:lnTo>
                <a:lnTo>
                  <a:pt x="11145" y="3675"/>
                </a:lnTo>
                <a:lnTo>
                  <a:pt x="11437" y="3650"/>
                </a:lnTo>
                <a:close/>
                <a:moveTo>
                  <a:pt x="6936" y="3699"/>
                </a:moveTo>
                <a:lnTo>
                  <a:pt x="7325" y="3723"/>
                </a:lnTo>
                <a:lnTo>
                  <a:pt x="7057" y="4015"/>
                </a:lnTo>
                <a:lnTo>
                  <a:pt x="6814" y="4356"/>
                </a:lnTo>
                <a:lnTo>
                  <a:pt x="6619" y="4599"/>
                </a:lnTo>
                <a:lnTo>
                  <a:pt x="6400" y="4867"/>
                </a:lnTo>
                <a:lnTo>
                  <a:pt x="6327" y="5013"/>
                </a:lnTo>
                <a:lnTo>
                  <a:pt x="6254" y="5159"/>
                </a:lnTo>
                <a:lnTo>
                  <a:pt x="6206" y="5329"/>
                </a:lnTo>
                <a:lnTo>
                  <a:pt x="6206" y="5475"/>
                </a:lnTo>
                <a:lnTo>
                  <a:pt x="6206" y="5500"/>
                </a:lnTo>
                <a:lnTo>
                  <a:pt x="6230" y="5548"/>
                </a:lnTo>
                <a:lnTo>
                  <a:pt x="5768" y="5524"/>
                </a:lnTo>
                <a:lnTo>
                  <a:pt x="5889" y="5378"/>
                </a:lnTo>
                <a:lnTo>
                  <a:pt x="5987" y="5208"/>
                </a:lnTo>
                <a:lnTo>
                  <a:pt x="6157" y="4916"/>
                </a:lnTo>
                <a:lnTo>
                  <a:pt x="6546" y="4332"/>
                </a:lnTo>
                <a:lnTo>
                  <a:pt x="6936" y="3723"/>
                </a:lnTo>
                <a:lnTo>
                  <a:pt x="6936" y="3699"/>
                </a:lnTo>
                <a:close/>
                <a:moveTo>
                  <a:pt x="7568" y="3723"/>
                </a:moveTo>
                <a:lnTo>
                  <a:pt x="8103" y="3748"/>
                </a:lnTo>
                <a:lnTo>
                  <a:pt x="7933" y="3991"/>
                </a:lnTo>
                <a:lnTo>
                  <a:pt x="7763" y="4234"/>
                </a:lnTo>
                <a:lnTo>
                  <a:pt x="7592" y="4478"/>
                </a:lnTo>
                <a:lnTo>
                  <a:pt x="7422" y="4721"/>
                </a:lnTo>
                <a:lnTo>
                  <a:pt x="7057" y="5110"/>
                </a:lnTo>
                <a:lnTo>
                  <a:pt x="6887" y="5329"/>
                </a:lnTo>
                <a:lnTo>
                  <a:pt x="6838" y="5427"/>
                </a:lnTo>
                <a:lnTo>
                  <a:pt x="6814" y="5548"/>
                </a:lnTo>
                <a:lnTo>
                  <a:pt x="6327" y="5548"/>
                </a:lnTo>
                <a:lnTo>
                  <a:pt x="6449" y="5451"/>
                </a:lnTo>
                <a:lnTo>
                  <a:pt x="6546" y="5354"/>
                </a:lnTo>
                <a:lnTo>
                  <a:pt x="6717" y="5110"/>
                </a:lnTo>
                <a:lnTo>
                  <a:pt x="7009" y="4624"/>
                </a:lnTo>
                <a:lnTo>
                  <a:pt x="7325" y="4186"/>
                </a:lnTo>
                <a:lnTo>
                  <a:pt x="7447" y="3967"/>
                </a:lnTo>
                <a:lnTo>
                  <a:pt x="7568" y="3723"/>
                </a:lnTo>
                <a:close/>
                <a:moveTo>
                  <a:pt x="10902" y="3675"/>
                </a:moveTo>
                <a:lnTo>
                  <a:pt x="10172" y="4721"/>
                </a:lnTo>
                <a:lnTo>
                  <a:pt x="10026" y="4916"/>
                </a:lnTo>
                <a:lnTo>
                  <a:pt x="9855" y="5110"/>
                </a:lnTo>
                <a:lnTo>
                  <a:pt x="9709" y="5329"/>
                </a:lnTo>
                <a:lnTo>
                  <a:pt x="9661" y="5427"/>
                </a:lnTo>
                <a:lnTo>
                  <a:pt x="9612" y="5548"/>
                </a:lnTo>
                <a:lnTo>
                  <a:pt x="9320" y="5548"/>
                </a:lnTo>
                <a:lnTo>
                  <a:pt x="9515" y="5208"/>
                </a:lnTo>
                <a:lnTo>
                  <a:pt x="9661" y="4867"/>
                </a:lnTo>
                <a:lnTo>
                  <a:pt x="10026" y="4307"/>
                </a:lnTo>
                <a:lnTo>
                  <a:pt x="10391" y="3723"/>
                </a:lnTo>
                <a:lnTo>
                  <a:pt x="10902" y="3675"/>
                </a:lnTo>
                <a:close/>
                <a:moveTo>
                  <a:pt x="9150" y="5062"/>
                </a:moveTo>
                <a:lnTo>
                  <a:pt x="9004" y="5305"/>
                </a:lnTo>
                <a:lnTo>
                  <a:pt x="8979" y="5427"/>
                </a:lnTo>
                <a:lnTo>
                  <a:pt x="8931" y="5548"/>
                </a:lnTo>
                <a:lnTo>
                  <a:pt x="8736" y="5573"/>
                </a:lnTo>
                <a:lnTo>
                  <a:pt x="8736" y="5573"/>
                </a:lnTo>
                <a:lnTo>
                  <a:pt x="8955" y="5281"/>
                </a:lnTo>
                <a:lnTo>
                  <a:pt x="9150" y="5062"/>
                </a:lnTo>
                <a:close/>
                <a:moveTo>
                  <a:pt x="8785" y="3772"/>
                </a:moveTo>
                <a:lnTo>
                  <a:pt x="8663" y="3918"/>
                </a:lnTo>
                <a:lnTo>
                  <a:pt x="8541" y="4064"/>
                </a:lnTo>
                <a:lnTo>
                  <a:pt x="8322" y="4380"/>
                </a:lnTo>
                <a:lnTo>
                  <a:pt x="8103" y="4672"/>
                </a:lnTo>
                <a:lnTo>
                  <a:pt x="7884" y="4940"/>
                </a:lnTo>
                <a:lnTo>
                  <a:pt x="7690" y="5256"/>
                </a:lnTo>
                <a:lnTo>
                  <a:pt x="7617" y="5402"/>
                </a:lnTo>
                <a:lnTo>
                  <a:pt x="7544" y="5573"/>
                </a:lnTo>
                <a:lnTo>
                  <a:pt x="7228" y="5573"/>
                </a:lnTo>
                <a:lnTo>
                  <a:pt x="7374" y="5402"/>
                </a:lnTo>
                <a:lnTo>
                  <a:pt x="7495" y="5256"/>
                </a:lnTo>
                <a:lnTo>
                  <a:pt x="7714" y="4940"/>
                </a:lnTo>
                <a:lnTo>
                  <a:pt x="7909" y="4672"/>
                </a:lnTo>
                <a:lnTo>
                  <a:pt x="8079" y="4380"/>
                </a:lnTo>
                <a:lnTo>
                  <a:pt x="8225" y="4088"/>
                </a:lnTo>
                <a:lnTo>
                  <a:pt x="8347" y="3772"/>
                </a:lnTo>
                <a:close/>
                <a:moveTo>
                  <a:pt x="9515" y="3772"/>
                </a:moveTo>
                <a:lnTo>
                  <a:pt x="9490" y="3821"/>
                </a:lnTo>
                <a:lnTo>
                  <a:pt x="9393" y="3918"/>
                </a:lnTo>
                <a:lnTo>
                  <a:pt x="9320" y="4040"/>
                </a:lnTo>
                <a:lnTo>
                  <a:pt x="9150" y="4332"/>
                </a:lnTo>
                <a:lnTo>
                  <a:pt x="9028" y="4624"/>
                </a:lnTo>
                <a:lnTo>
                  <a:pt x="8833" y="4843"/>
                </a:lnTo>
                <a:lnTo>
                  <a:pt x="8614" y="5086"/>
                </a:lnTo>
                <a:lnTo>
                  <a:pt x="8541" y="5183"/>
                </a:lnTo>
                <a:lnTo>
                  <a:pt x="8444" y="5305"/>
                </a:lnTo>
                <a:lnTo>
                  <a:pt x="8395" y="5427"/>
                </a:lnTo>
                <a:lnTo>
                  <a:pt x="8347" y="5573"/>
                </a:lnTo>
                <a:lnTo>
                  <a:pt x="7884" y="5573"/>
                </a:lnTo>
                <a:lnTo>
                  <a:pt x="8055" y="5378"/>
                </a:lnTo>
                <a:lnTo>
                  <a:pt x="8201" y="5183"/>
                </a:lnTo>
                <a:lnTo>
                  <a:pt x="8444" y="4794"/>
                </a:lnTo>
                <a:lnTo>
                  <a:pt x="8614" y="4551"/>
                </a:lnTo>
                <a:lnTo>
                  <a:pt x="8760" y="4307"/>
                </a:lnTo>
                <a:lnTo>
                  <a:pt x="9028" y="3796"/>
                </a:lnTo>
                <a:lnTo>
                  <a:pt x="9271" y="3796"/>
                </a:lnTo>
                <a:lnTo>
                  <a:pt x="9515" y="3772"/>
                </a:lnTo>
                <a:close/>
                <a:moveTo>
                  <a:pt x="18031" y="3650"/>
                </a:moveTo>
                <a:lnTo>
                  <a:pt x="18031" y="4015"/>
                </a:lnTo>
                <a:lnTo>
                  <a:pt x="17934" y="4186"/>
                </a:lnTo>
                <a:lnTo>
                  <a:pt x="17836" y="4380"/>
                </a:lnTo>
                <a:lnTo>
                  <a:pt x="17642" y="4745"/>
                </a:lnTo>
                <a:lnTo>
                  <a:pt x="17350" y="5159"/>
                </a:lnTo>
                <a:lnTo>
                  <a:pt x="17228" y="5354"/>
                </a:lnTo>
                <a:lnTo>
                  <a:pt x="17131" y="5573"/>
                </a:lnTo>
                <a:lnTo>
                  <a:pt x="16766" y="5548"/>
                </a:lnTo>
                <a:lnTo>
                  <a:pt x="16912" y="5378"/>
                </a:lnTo>
                <a:lnTo>
                  <a:pt x="17058" y="5183"/>
                </a:lnTo>
                <a:lnTo>
                  <a:pt x="17325" y="4818"/>
                </a:lnTo>
                <a:lnTo>
                  <a:pt x="17471" y="4551"/>
                </a:lnTo>
                <a:lnTo>
                  <a:pt x="17569" y="4259"/>
                </a:lnTo>
                <a:lnTo>
                  <a:pt x="17739" y="3699"/>
                </a:lnTo>
                <a:lnTo>
                  <a:pt x="18031" y="3650"/>
                </a:lnTo>
                <a:close/>
                <a:moveTo>
                  <a:pt x="18007" y="4818"/>
                </a:moveTo>
                <a:lnTo>
                  <a:pt x="18007" y="5597"/>
                </a:lnTo>
                <a:lnTo>
                  <a:pt x="17544" y="5597"/>
                </a:lnTo>
                <a:lnTo>
                  <a:pt x="17642" y="5378"/>
                </a:lnTo>
                <a:lnTo>
                  <a:pt x="17812" y="5110"/>
                </a:lnTo>
                <a:lnTo>
                  <a:pt x="18007" y="4818"/>
                </a:lnTo>
                <a:close/>
                <a:moveTo>
                  <a:pt x="560" y="5913"/>
                </a:moveTo>
                <a:lnTo>
                  <a:pt x="537" y="5960"/>
                </a:lnTo>
                <a:lnTo>
                  <a:pt x="537" y="5960"/>
                </a:lnTo>
                <a:lnTo>
                  <a:pt x="536" y="5938"/>
                </a:lnTo>
                <a:lnTo>
                  <a:pt x="560" y="5913"/>
                </a:lnTo>
                <a:close/>
                <a:moveTo>
                  <a:pt x="4673" y="6692"/>
                </a:moveTo>
                <a:lnTo>
                  <a:pt x="4600" y="6716"/>
                </a:lnTo>
                <a:lnTo>
                  <a:pt x="4527" y="6765"/>
                </a:lnTo>
                <a:lnTo>
                  <a:pt x="4405" y="6838"/>
                </a:lnTo>
                <a:lnTo>
                  <a:pt x="4283" y="6911"/>
                </a:lnTo>
                <a:lnTo>
                  <a:pt x="4089" y="6984"/>
                </a:lnTo>
                <a:lnTo>
                  <a:pt x="4016" y="7008"/>
                </a:lnTo>
                <a:lnTo>
                  <a:pt x="4016" y="6935"/>
                </a:lnTo>
                <a:lnTo>
                  <a:pt x="3991" y="6862"/>
                </a:lnTo>
                <a:lnTo>
                  <a:pt x="3967" y="6789"/>
                </a:lnTo>
                <a:lnTo>
                  <a:pt x="3918" y="6741"/>
                </a:lnTo>
                <a:lnTo>
                  <a:pt x="3870" y="6716"/>
                </a:lnTo>
                <a:lnTo>
                  <a:pt x="3797" y="6716"/>
                </a:lnTo>
                <a:lnTo>
                  <a:pt x="3724" y="6741"/>
                </a:lnTo>
                <a:lnTo>
                  <a:pt x="3675" y="6789"/>
                </a:lnTo>
                <a:lnTo>
                  <a:pt x="3578" y="6887"/>
                </a:lnTo>
                <a:lnTo>
                  <a:pt x="3456" y="6984"/>
                </a:lnTo>
                <a:lnTo>
                  <a:pt x="3213" y="7130"/>
                </a:lnTo>
                <a:lnTo>
                  <a:pt x="3042" y="7227"/>
                </a:lnTo>
                <a:lnTo>
                  <a:pt x="2848" y="7252"/>
                </a:lnTo>
                <a:lnTo>
                  <a:pt x="2799" y="7252"/>
                </a:lnTo>
                <a:lnTo>
                  <a:pt x="2799" y="7227"/>
                </a:lnTo>
                <a:lnTo>
                  <a:pt x="2799" y="7106"/>
                </a:lnTo>
                <a:lnTo>
                  <a:pt x="2848" y="6984"/>
                </a:lnTo>
                <a:lnTo>
                  <a:pt x="2896" y="6887"/>
                </a:lnTo>
                <a:lnTo>
                  <a:pt x="2896" y="6838"/>
                </a:lnTo>
                <a:lnTo>
                  <a:pt x="2872" y="6789"/>
                </a:lnTo>
                <a:lnTo>
                  <a:pt x="2823" y="6741"/>
                </a:lnTo>
                <a:lnTo>
                  <a:pt x="2775" y="6741"/>
                </a:lnTo>
                <a:lnTo>
                  <a:pt x="2702" y="6765"/>
                </a:lnTo>
                <a:lnTo>
                  <a:pt x="2629" y="6789"/>
                </a:lnTo>
                <a:lnTo>
                  <a:pt x="2531" y="6887"/>
                </a:lnTo>
                <a:lnTo>
                  <a:pt x="2458" y="7008"/>
                </a:lnTo>
                <a:lnTo>
                  <a:pt x="2434" y="7130"/>
                </a:lnTo>
                <a:lnTo>
                  <a:pt x="2434" y="7276"/>
                </a:lnTo>
                <a:lnTo>
                  <a:pt x="2483" y="7422"/>
                </a:lnTo>
                <a:lnTo>
                  <a:pt x="2556" y="7519"/>
                </a:lnTo>
                <a:lnTo>
                  <a:pt x="2677" y="7617"/>
                </a:lnTo>
                <a:lnTo>
                  <a:pt x="2799" y="7641"/>
                </a:lnTo>
                <a:lnTo>
                  <a:pt x="2921" y="7665"/>
                </a:lnTo>
                <a:lnTo>
                  <a:pt x="3042" y="7641"/>
                </a:lnTo>
                <a:lnTo>
                  <a:pt x="3188" y="7617"/>
                </a:lnTo>
                <a:lnTo>
                  <a:pt x="3432" y="7495"/>
                </a:lnTo>
                <a:lnTo>
                  <a:pt x="3675" y="7349"/>
                </a:lnTo>
                <a:lnTo>
                  <a:pt x="3748" y="7373"/>
                </a:lnTo>
                <a:lnTo>
                  <a:pt x="3845" y="7398"/>
                </a:lnTo>
                <a:lnTo>
                  <a:pt x="4040" y="7398"/>
                </a:lnTo>
                <a:lnTo>
                  <a:pt x="4259" y="7349"/>
                </a:lnTo>
                <a:lnTo>
                  <a:pt x="4478" y="7276"/>
                </a:lnTo>
                <a:lnTo>
                  <a:pt x="4551" y="7373"/>
                </a:lnTo>
                <a:lnTo>
                  <a:pt x="4673" y="7446"/>
                </a:lnTo>
                <a:lnTo>
                  <a:pt x="4819" y="7495"/>
                </a:lnTo>
                <a:lnTo>
                  <a:pt x="4989" y="7519"/>
                </a:lnTo>
                <a:lnTo>
                  <a:pt x="5159" y="7519"/>
                </a:lnTo>
                <a:lnTo>
                  <a:pt x="5354" y="7495"/>
                </a:lnTo>
                <a:lnTo>
                  <a:pt x="5524" y="7446"/>
                </a:lnTo>
                <a:lnTo>
                  <a:pt x="5695" y="7373"/>
                </a:lnTo>
                <a:lnTo>
                  <a:pt x="5792" y="7446"/>
                </a:lnTo>
                <a:lnTo>
                  <a:pt x="5914" y="7495"/>
                </a:lnTo>
                <a:lnTo>
                  <a:pt x="6060" y="7519"/>
                </a:lnTo>
                <a:lnTo>
                  <a:pt x="6230" y="7519"/>
                </a:lnTo>
                <a:lnTo>
                  <a:pt x="6400" y="7495"/>
                </a:lnTo>
                <a:lnTo>
                  <a:pt x="6571" y="7422"/>
                </a:lnTo>
                <a:lnTo>
                  <a:pt x="6741" y="7373"/>
                </a:lnTo>
                <a:lnTo>
                  <a:pt x="6911" y="7276"/>
                </a:lnTo>
                <a:lnTo>
                  <a:pt x="7009" y="7373"/>
                </a:lnTo>
                <a:lnTo>
                  <a:pt x="7106" y="7422"/>
                </a:lnTo>
                <a:lnTo>
                  <a:pt x="7252" y="7446"/>
                </a:lnTo>
                <a:lnTo>
                  <a:pt x="7544" y="7446"/>
                </a:lnTo>
                <a:lnTo>
                  <a:pt x="7690" y="7398"/>
                </a:lnTo>
                <a:lnTo>
                  <a:pt x="7982" y="7300"/>
                </a:lnTo>
                <a:lnTo>
                  <a:pt x="8055" y="7398"/>
                </a:lnTo>
                <a:lnTo>
                  <a:pt x="8152" y="7471"/>
                </a:lnTo>
                <a:lnTo>
                  <a:pt x="8249" y="7519"/>
                </a:lnTo>
                <a:lnTo>
                  <a:pt x="8347" y="7544"/>
                </a:lnTo>
                <a:lnTo>
                  <a:pt x="8468" y="7519"/>
                </a:lnTo>
                <a:lnTo>
                  <a:pt x="8566" y="7471"/>
                </a:lnTo>
                <a:lnTo>
                  <a:pt x="8687" y="7422"/>
                </a:lnTo>
                <a:lnTo>
                  <a:pt x="8785" y="7325"/>
                </a:lnTo>
                <a:lnTo>
                  <a:pt x="8906" y="7373"/>
                </a:lnTo>
                <a:lnTo>
                  <a:pt x="9077" y="7422"/>
                </a:lnTo>
                <a:lnTo>
                  <a:pt x="9223" y="7446"/>
                </a:lnTo>
                <a:lnTo>
                  <a:pt x="9369" y="7471"/>
                </a:lnTo>
                <a:lnTo>
                  <a:pt x="9539" y="7446"/>
                </a:lnTo>
                <a:lnTo>
                  <a:pt x="9685" y="7422"/>
                </a:lnTo>
                <a:lnTo>
                  <a:pt x="9807" y="7373"/>
                </a:lnTo>
                <a:lnTo>
                  <a:pt x="9928" y="7276"/>
                </a:lnTo>
                <a:lnTo>
                  <a:pt x="9977" y="7227"/>
                </a:lnTo>
                <a:lnTo>
                  <a:pt x="9977" y="7154"/>
                </a:lnTo>
                <a:lnTo>
                  <a:pt x="9928" y="7081"/>
                </a:lnTo>
                <a:lnTo>
                  <a:pt x="9880" y="7033"/>
                </a:lnTo>
                <a:lnTo>
                  <a:pt x="9734" y="7008"/>
                </a:lnTo>
                <a:lnTo>
                  <a:pt x="9101" y="7008"/>
                </a:lnTo>
                <a:lnTo>
                  <a:pt x="8979" y="6960"/>
                </a:lnTo>
                <a:lnTo>
                  <a:pt x="8858" y="6887"/>
                </a:lnTo>
                <a:lnTo>
                  <a:pt x="8785" y="6838"/>
                </a:lnTo>
                <a:lnTo>
                  <a:pt x="8687" y="6814"/>
                </a:lnTo>
                <a:lnTo>
                  <a:pt x="8590" y="6862"/>
                </a:lnTo>
                <a:lnTo>
                  <a:pt x="8541" y="6935"/>
                </a:lnTo>
                <a:lnTo>
                  <a:pt x="8493" y="7008"/>
                </a:lnTo>
                <a:lnTo>
                  <a:pt x="8468" y="7033"/>
                </a:lnTo>
                <a:lnTo>
                  <a:pt x="8395" y="7033"/>
                </a:lnTo>
                <a:lnTo>
                  <a:pt x="8322" y="6984"/>
                </a:lnTo>
                <a:lnTo>
                  <a:pt x="8274" y="6887"/>
                </a:lnTo>
                <a:lnTo>
                  <a:pt x="8201" y="6789"/>
                </a:lnTo>
                <a:lnTo>
                  <a:pt x="8152" y="6765"/>
                </a:lnTo>
                <a:lnTo>
                  <a:pt x="8055" y="6765"/>
                </a:lnTo>
                <a:lnTo>
                  <a:pt x="8006" y="6789"/>
                </a:lnTo>
                <a:lnTo>
                  <a:pt x="7836" y="6887"/>
                </a:lnTo>
                <a:lnTo>
                  <a:pt x="7568" y="7008"/>
                </a:lnTo>
                <a:lnTo>
                  <a:pt x="7447" y="7033"/>
                </a:lnTo>
                <a:lnTo>
                  <a:pt x="7349" y="7033"/>
                </a:lnTo>
                <a:lnTo>
                  <a:pt x="7301" y="7008"/>
                </a:lnTo>
                <a:lnTo>
                  <a:pt x="7276" y="6984"/>
                </a:lnTo>
                <a:lnTo>
                  <a:pt x="7252" y="6960"/>
                </a:lnTo>
                <a:lnTo>
                  <a:pt x="7252" y="6911"/>
                </a:lnTo>
                <a:lnTo>
                  <a:pt x="7228" y="6838"/>
                </a:lnTo>
                <a:lnTo>
                  <a:pt x="7203" y="6765"/>
                </a:lnTo>
                <a:lnTo>
                  <a:pt x="7155" y="6741"/>
                </a:lnTo>
                <a:lnTo>
                  <a:pt x="7106" y="6716"/>
                </a:lnTo>
                <a:lnTo>
                  <a:pt x="6960" y="6716"/>
                </a:lnTo>
                <a:lnTo>
                  <a:pt x="6887" y="6741"/>
                </a:lnTo>
                <a:lnTo>
                  <a:pt x="6838" y="6814"/>
                </a:lnTo>
                <a:lnTo>
                  <a:pt x="6790" y="6862"/>
                </a:lnTo>
                <a:lnTo>
                  <a:pt x="6668" y="6935"/>
                </a:lnTo>
                <a:lnTo>
                  <a:pt x="6522" y="7008"/>
                </a:lnTo>
                <a:lnTo>
                  <a:pt x="6376" y="7057"/>
                </a:lnTo>
                <a:lnTo>
                  <a:pt x="6254" y="7106"/>
                </a:lnTo>
                <a:lnTo>
                  <a:pt x="6133" y="7106"/>
                </a:lnTo>
                <a:lnTo>
                  <a:pt x="6108" y="7081"/>
                </a:lnTo>
                <a:lnTo>
                  <a:pt x="6084" y="7057"/>
                </a:lnTo>
                <a:lnTo>
                  <a:pt x="6060" y="7033"/>
                </a:lnTo>
                <a:lnTo>
                  <a:pt x="6084" y="6960"/>
                </a:lnTo>
                <a:lnTo>
                  <a:pt x="6084" y="6887"/>
                </a:lnTo>
                <a:lnTo>
                  <a:pt x="6060" y="6814"/>
                </a:lnTo>
                <a:lnTo>
                  <a:pt x="6011" y="6741"/>
                </a:lnTo>
                <a:lnTo>
                  <a:pt x="5938" y="6716"/>
                </a:lnTo>
                <a:lnTo>
                  <a:pt x="5865" y="6692"/>
                </a:lnTo>
                <a:lnTo>
                  <a:pt x="5792" y="6692"/>
                </a:lnTo>
                <a:lnTo>
                  <a:pt x="5719" y="6741"/>
                </a:lnTo>
                <a:lnTo>
                  <a:pt x="5670" y="6789"/>
                </a:lnTo>
                <a:lnTo>
                  <a:pt x="5597" y="6911"/>
                </a:lnTo>
                <a:lnTo>
                  <a:pt x="5500" y="6984"/>
                </a:lnTo>
                <a:lnTo>
                  <a:pt x="5403" y="7057"/>
                </a:lnTo>
                <a:lnTo>
                  <a:pt x="5281" y="7106"/>
                </a:lnTo>
                <a:lnTo>
                  <a:pt x="5038" y="7106"/>
                </a:lnTo>
                <a:lnTo>
                  <a:pt x="4892" y="7081"/>
                </a:lnTo>
                <a:lnTo>
                  <a:pt x="4867" y="7057"/>
                </a:lnTo>
                <a:lnTo>
                  <a:pt x="4867" y="7008"/>
                </a:lnTo>
                <a:lnTo>
                  <a:pt x="4892" y="6935"/>
                </a:lnTo>
                <a:lnTo>
                  <a:pt x="4867" y="6862"/>
                </a:lnTo>
                <a:lnTo>
                  <a:pt x="4843" y="6789"/>
                </a:lnTo>
                <a:lnTo>
                  <a:pt x="4794" y="6741"/>
                </a:lnTo>
                <a:lnTo>
                  <a:pt x="4746" y="6716"/>
                </a:lnTo>
                <a:lnTo>
                  <a:pt x="4673" y="6692"/>
                </a:lnTo>
                <a:close/>
                <a:moveTo>
                  <a:pt x="14649" y="7690"/>
                </a:moveTo>
                <a:lnTo>
                  <a:pt x="14941" y="7714"/>
                </a:lnTo>
                <a:lnTo>
                  <a:pt x="15233" y="7763"/>
                </a:lnTo>
                <a:lnTo>
                  <a:pt x="15501" y="7860"/>
                </a:lnTo>
                <a:lnTo>
                  <a:pt x="15598" y="7909"/>
                </a:lnTo>
                <a:lnTo>
                  <a:pt x="15695" y="8006"/>
                </a:lnTo>
                <a:lnTo>
                  <a:pt x="15768" y="8103"/>
                </a:lnTo>
                <a:lnTo>
                  <a:pt x="15817" y="8225"/>
                </a:lnTo>
                <a:lnTo>
                  <a:pt x="15865" y="8347"/>
                </a:lnTo>
                <a:lnTo>
                  <a:pt x="15865" y="8468"/>
                </a:lnTo>
                <a:lnTo>
                  <a:pt x="15841" y="8590"/>
                </a:lnTo>
                <a:lnTo>
                  <a:pt x="15792" y="8712"/>
                </a:lnTo>
                <a:lnTo>
                  <a:pt x="15719" y="8785"/>
                </a:lnTo>
                <a:lnTo>
                  <a:pt x="15622" y="8858"/>
                </a:lnTo>
                <a:lnTo>
                  <a:pt x="15428" y="8955"/>
                </a:lnTo>
                <a:lnTo>
                  <a:pt x="15209" y="9004"/>
                </a:lnTo>
                <a:lnTo>
                  <a:pt x="14990" y="9052"/>
                </a:lnTo>
                <a:lnTo>
                  <a:pt x="14600" y="9077"/>
                </a:lnTo>
                <a:lnTo>
                  <a:pt x="14406" y="9077"/>
                </a:lnTo>
                <a:lnTo>
                  <a:pt x="14211" y="9028"/>
                </a:lnTo>
                <a:lnTo>
                  <a:pt x="14041" y="8979"/>
                </a:lnTo>
                <a:lnTo>
                  <a:pt x="13870" y="8882"/>
                </a:lnTo>
                <a:lnTo>
                  <a:pt x="13822" y="8809"/>
                </a:lnTo>
                <a:lnTo>
                  <a:pt x="13773" y="8736"/>
                </a:lnTo>
                <a:lnTo>
                  <a:pt x="13724" y="8639"/>
                </a:lnTo>
                <a:lnTo>
                  <a:pt x="13700" y="8541"/>
                </a:lnTo>
                <a:lnTo>
                  <a:pt x="13651" y="8347"/>
                </a:lnTo>
                <a:lnTo>
                  <a:pt x="13651" y="8128"/>
                </a:lnTo>
                <a:lnTo>
                  <a:pt x="13676" y="8006"/>
                </a:lnTo>
                <a:lnTo>
                  <a:pt x="13700" y="7909"/>
                </a:lnTo>
                <a:lnTo>
                  <a:pt x="13749" y="7811"/>
                </a:lnTo>
                <a:lnTo>
                  <a:pt x="13822" y="7738"/>
                </a:lnTo>
                <a:lnTo>
                  <a:pt x="13870" y="7714"/>
                </a:lnTo>
                <a:lnTo>
                  <a:pt x="14381" y="7714"/>
                </a:lnTo>
                <a:lnTo>
                  <a:pt x="14649" y="7690"/>
                </a:lnTo>
                <a:close/>
                <a:moveTo>
                  <a:pt x="5451" y="8493"/>
                </a:moveTo>
                <a:lnTo>
                  <a:pt x="5403" y="8517"/>
                </a:lnTo>
                <a:lnTo>
                  <a:pt x="5354" y="8541"/>
                </a:lnTo>
                <a:lnTo>
                  <a:pt x="5232" y="8663"/>
                </a:lnTo>
                <a:lnTo>
                  <a:pt x="5062" y="8785"/>
                </a:lnTo>
                <a:lnTo>
                  <a:pt x="4965" y="8833"/>
                </a:lnTo>
                <a:lnTo>
                  <a:pt x="4892" y="8858"/>
                </a:lnTo>
                <a:lnTo>
                  <a:pt x="4843" y="8833"/>
                </a:lnTo>
                <a:lnTo>
                  <a:pt x="4843" y="8760"/>
                </a:lnTo>
                <a:lnTo>
                  <a:pt x="4819" y="8687"/>
                </a:lnTo>
                <a:lnTo>
                  <a:pt x="4794" y="8639"/>
                </a:lnTo>
                <a:lnTo>
                  <a:pt x="4746" y="8590"/>
                </a:lnTo>
                <a:lnTo>
                  <a:pt x="4697" y="8566"/>
                </a:lnTo>
                <a:lnTo>
                  <a:pt x="4600" y="8566"/>
                </a:lnTo>
                <a:lnTo>
                  <a:pt x="4527" y="8590"/>
                </a:lnTo>
                <a:lnTo>
                  <a:pt x="4478" y="8614"/>
                </a:lnTo>
                <a:lnTo>
                  <a:pt x="4332" y="8712"/>
                </a:lnTo>
                <a:lnTo>
                  <a:pt x="4162" y="8785"/>
                </a:lnTo>
                <a:lnTo>
                  <a:pt x="4064" y="8809"/>
                </a:lnTo>
                <a:lnTo>
                  <a:pt x="3967" y="8809"/>
                </a:lnTo>
                <a:lnTo>
                  <a:pt x="3894" y="8785"/>
                </a:lnTo>
                <a:lnTo>
                  <a:pt x="3845" y="8712"/>
                </a:lnTo>
                <a:lnTo>
                  <a:pt x="3797" y="8614"/>
                </a:lnTo>
                <a:lnTo>
                  <a:pt x="3724" y="8566"/>
                </a:lnTo>
                <a:lnTo>
                  <a:pt x="3651" y="8566"/>
                </a:lnTo>
                <a:lnTo>
                  <a:pt x="3553" y="8590"/>
                </a:lnTo>
                <a:lnTo>
                  <a:pt x="3359" y="8687"/>
                </a:lnTo>
                <a:lnTo>
                  <a:pt x="3140" y="8736"/>
                </a:lnTo>
                <a:lnTo>
                  <a:pt x="2896" y="8809"/>
                </a:lnTo>
                <a:lnTo>
                  <a:pt x="2775" y="8809"/>
                </a:lnTo>
                <a:lnTo>
                  <a:pt x="2799" y="8663"/>
                </a:lnTo>
                <a:lnTo>
                  <a:pt x="2799" y="8639"/>
                </a:lnTo>
                <a:lnTo>
                  <a:pt x="2775" y="8639"/>
                </a:lnTo>
                <a:lnTo>
                  <a:pt x="2677" y="8663"/>
                </a:lnTo>
                <a:lnTo>
                  <a:pt x="2604" y="8736"/>
                </a:lnTo>
                <a:lnTo>
                  <a:pt x="2556" y="8809"/>
                </a:lnTo>
                <a:lnTo>
                  <a:pt x="2507" y="8882"/>
                </a:lnTo>
                <a:lnTo>
                  <a:pt x="2483" y="8955"/>
                </a:lnTo>
                <a:lnTo>
                  <a:pt x="2507" y="9028"/>
                </a:lnTo>
                <a:lnTo>
                  <a:pt x="2556" y="9101"/>
                </a:lnTo>
                <a:lnTo>
                  <a:pt x="2653" y="9150"/>
                </a:lnTo>
                <a:lnTo>
                  <a:pt x="2750" y="9174"/>
                </a:lnTo>
                <a:lnTo>
                  <a:pt x="2872" y="9198"/>
                </a:lnTo>
                <a:lnTo>
                  <a:pt x="3115" y="9174"/>
                </a:lnTo>
                <a:lnTo>
                  <a:pt x="3359" y="9125"/>
                </a:lnTo>
                <a:lnTo>
                  <a:pt x="3578" y="9028"/>
                </a:lnTo>
                <a:lnTo>
                  <a:pt x="3675" y="9101"/>
                </a:lnTo>
                <a:lnTo>
                  <a:pt x="3772" y="9174"/>
                </a:lnTo>
                <a:lnTo>
                  <a:pt x="3894" y="9198"/>
                </a:lnTo>
                <a:lnTo>
                  <a:pt x="3991" y="9223"/>
                </a:lnTo>
                <a:lnTo>
                  <a:pt x="4113" y="9198"/>
                </a:lnTo>
                <a:lnTo>
                  <a:pt x="4235" y="9174"/>
                </a:lnTo>
                <a:lnTo>
                  <a:pt x="4502" y="9077"/>
                </a:lnTo>
                <a:lnTo>
                  <a:pt x="4575" y="9174"/>
                </a:lnTo>
                <a:lnTo>
                  <a:pt x="4673" y="9247"/>
                </a:lnTo>
                <a:lnTo>
                  <a:pt x="4770" y="9271"/>
                </a:lnTo>
                <a:lnTo>
                  <a:pt x="4916" y="9271"/>
                </a:lnTo>
                <a:lnTo>
                  <a:pt x="5038" y="9247"/>
                </a:lnTo>
                <a:lnTo>
                  <a:pt x="5184" y="9174"/>
                </a:lnTo>
                <a:lnTo>
                  <a:pt x="5305" y="9101"/>
                </a:lnTo>
                <a:lnTo>
                  <a:pt x="5427" y="9028"/>
                </a:lnTo>
                <a:lnTo>
                  <a:pt x="5524" y="9125"/>
                </a:lnTo>
                <a:lnTo>
                  <a:pt x="5646" y="9198"/>
                </a:lnTo>
                <a:lnTo>
                  <a:pt x="5768" y="9223"/>
                </a:lnTo>
                <a:lnTo>
                  <a:pt x="5914" y="9247"/>
                </a:lnTo>
                <a:lnTo>
                  <a:pt x="6060" y="9247"/>
                </a:lnTo>
                <a:lnTo>
                  <a:pt x="6181" y="9223"/>
                </a:lnTo>
                <a:lnTo>
                  <a:pt x="6327" y="9174"/>
                </a:lnTo>
                <a:lnTo>
                  <a:pt x="6473" y="9125"/>
                </a:lnTo>
                <a:lnTo>
                  <a:pt x="6546" y="9198"/>
                </a:lnTo>
                <a:lnTo>
                  <a:pt x="6644" y="9247"/>
                </a:lnTo>
                <a:lnTo>
                  <a:pt x="6741" y="9271"/>
                </a:lnTo>
                <a:lnTo>
                  <a:pt x="6838" y="9296"/>
                </a:lnTo>
                <a:lnTo>
                  <a:pt x="6960" y="9271"/>
                </a:lnTo>
                <a:lnTo>
                  <a:pt x="7057" y="9247"/>
                </a:lnTo>
                <a:lnTo>
                  <a:pt x="7155" y="9223"/>
                </a:lnTo>
                <a:lnTo>
                  <a:pt x="7252" y="9150"/>
                </a:lnTo>
                <a:lnTo>
                  <a:pt x="7325" y="9174"/>
                </a:lnTo>
                <a:lnTo>
                  <a:pt x="7398" y="9150"/>
                </a:lnTo>
                <a:lnTo>
                  <a:pt x="7447" y="9125"/>
                </a:lnTo>
                <a:lnTo>
                  <a:pt x="7471" y="9077"/>
                </a:lnTo>
                <a:lnTo>
                  <a:pt x="7520" y="9028"/>
                </a:lnTo>
                <a:lnTo>
                  <a:pt x="7520" y="8979"/>
                </a:lnTo>
                <a:lnTo>
                  <a:pt x="7495" y="8906"/>
                </a:lnTo>
                <a:lnTo>
                  <a:pt x="7471" y="8833"/>
                </a:lnTo>
                <a:lnTo>
                  <a:pt x="7398" y="8760"/>
                </a:lnTo>
                <a:lnTo>
                  <a:pt x="7325" y="8712"/>
                </a:lnTo>
                <a:lnTo>
                  <a:pt x="7179" y="8712"/>
                </a:lnTo>
                <a:lnTo>
                  <a:pt x="7106" y="8760"/>
                </a:lnTo>
                <a:lnTo>
                  <a:pt x="7009" y="8858"/>
                </a:lnTo>
                <a:lnTo>
                  <a:pt x="6960" y="8882"/>
                </a:lnTo>
                <a:lnTo>
                  <a:pt x="6911" y="8882"/>
                </a:lnTo>
                <a:lnTo>
                  <a:pt x="6814" y="8858"/>
                </a:lnTo>
                <a:lnTo>
                  <a:pt x="6692" y="8760"/>
                </a:lnTo>
                <a:lnTo>
                  <a:pt x="6619" y="8687"/>
                </a:lnTo>
                <a:lnTo>
                  <a:pt x="6546" y="8663"/>
                </a:lnTo>
                <a:lnTo>
                  <a:pt x="6473" y="8663"/>
                </a:lnTo>
                <a:lnTo>
                  <a:pt x="6376" y="8712"/>
                </a:lnTo>
                <a:lnTo>
                  <a:pt x="6303" y="8760"/>
                </a:lnTo>
                <a:lnTo>
                  <a:pt x="6206" y="8809"/>
                </a:lnTo>
                <a:lnTo>
                  <a:pt x="6084" y="8858"/>
                </a:lnTo>
                <a:lnTo>
                  <a:pt x="5889" y="8858"/>
                </a:lnTo>
                <a:lnTo>
                  <a:pt x="5792" y="8809"/>
                </a:lnTo>
                <a:lnTo>
                  <a:pt x="5743" y="8736"/>
                </a:lnTo>
                <a:lnTo>
                  <a:pt x="5695" y="8639"/>
                </a:lnTo>
                <a:lnTo>
                  <a:pt x="5670" y="8590"/>
                </a:lnTo>
                <a:lnTo>
                  <a:pt x="5646" y="8541"/>
                </a:lnTo>
                <a:lnTo>
                  <a:pt x="5549" y="8493"/>
                </a:lnTo>
                <a:close/>
                <a:moveTo>
                  <a:pt x="13943" y="7276"/>
                </a:moveTo>
                <a:lnTo>
                  <a:pt x="13773" y="7325"/>
                </a:lnTo>
                <a:lnTo>
                  <a:pt x="13603" y="7373"/>
                </a:lnTo>
                <a:lnTo>
                  <a:pt x="13578" y="7398"/>
                </a:lnTo>
                <a:lnTo>
                  <a:pt x="13554" y="7422"/>
                </a:lnTo>
                <a:lnTo>
                  <a:pt x="13432" y="7544"/>
                </a:lnTo>
                <a:lnTo>
                  <a:pt x="13359" y="7714"/>
                </a:lnTo>
                <a:lnTo>
                  <a:pt x="13286" y="7884"/>
                </a:lnTo>
                <a:lnTo>
                  <a:pt x="13262" y="8079"/>
                </a:lnTo>
                <a:lnTo>
                  <a:pt x="13262" y="8298"/>
                </a:lnTo>
                <a:lnTo>
                  <a:pt x="13262" y="8493"/>
                </a:lnTo>
                <a:lnTo>
                  <a:pt x="13286" y="8663"/>
                </a:lnTo>
                <a:lnTo>
                  <a:pt x="13311" y="8809"/>
                </a:lnTo>
                <a:lnTo>
                  <a:pt x="13359" y="8955"/>
                </a:lnTo>
                <a:lnTo>
                  <a:pt x="13432" y="9077"/>
                </a:lnTo>
                <a:lnTo>
                  <a:pt x="13530" y="9174"/>
                </a:lnTo>
                <a:lnTo>
                  <a:pt x="13627" y="9247"/>
                </a:lnTo>
                <a:lnTo>
                  <a:pt x="13724" y="9320"/>
                </a:lnTo>
                <a:lnTo>
                  <a:pt x="13846" y="9393"/>
                </a:lnTo>
                <a:lnTo>
                  <a:pt x="14114" y="9466"/>
                </a:lnTo>
                <a:lnTo>
                  <a:pt x="14406" y="9490"/>
                </a:lnTo>
                <a:lnTo>
                  <a:pt x="14698" y="9515"/>
                </a:lnTo>
                <a:lnTo>
                  <a:pt x="14965" y="9490"/>
                </a:lnTo>
                <a:lnTo>
                  <a:pt x="15233" y="9442"/>
                </a:lnTo>
                <a:lnTo>
                  <a:pt x="15501" y="9369"/>
                </a:lnTo>
                <a:lnTo>
                  <a:pt x="15744" y="9247"/>
                </a:lnTo>
                <a:lnTo>
                  <a:pt x="15938" y="9101"/>
                </a:lnTo>
                <a:lnTo>
                  <a:pt x="16036" y="9004"/>
                </a:lnTo>
                <a:lnTo>
                  <a:pt x="16109" y="8906"/>
                </a:lnTo>
                <a:lnTo>
                  <a:pt x="16157" y="8809"/>
                </a:lnTo>
                <a:lnTo>
                  <a:pt x="16206" y="8687"/>
                </a:lnTo>
                <a:lnTo>
                  <a:pt x="16230" y="8566"/>
                </a:lnTo>
                <a:lnTo>
                  <a:pt x="16230" y="8444"/>
                </a:lnTo>
                <a:lnTo>
                  <a:pt x="16230" y="8322"/>
                </a:lnTo>
                <a:lnTo>
                  <a:pt x="16206" y="8176"/>
                </a:lnTo>
                <a:lnTo>
                  <a:pt x="16157" y="8030"/>
                </a:lnTo>
                <a:lnTo>
                  <a:pt x="16109" y="7909"/>
                </a:lnTo>
                <a:lnTo>
                  <a:pt x="16011" y="7763"/>
                </a:lnTo>
                <a:lnTo>
                  <a:pt x="15890" y="7665"/>
                </a:lnTo>
                <a:lnTo>
                  <a:pt x="15768" y="7568"/>
                </a:lnTo>
                <a:lnTo>
                  <a:pt x="15622" y="7495"/>
                </a:lnTo>
                <a:lnTo>
                  <a:pt x="15476" y="7422"/>
                </a:lnTo>
                <a:lnTo>
                  <a:pt x="15330" y="7398"/>
                </a:lnTo>
                <a:lnTo>
                  <a:pt x="15014" y="7325"/>
                </a:lnTo>
                <a:lnTo>
                  <a:pt x="14673" y="7300"/>
                </a:lnTo>
                <a:lnTo>
                  <a:pt x="14308" y="7276"/>
                </a:lnTo>
                <a:close/>
                <a:moveTo>
                  <a:pt x="15038" y="5889"/>
                </a:moveTo>
                <a:lnTo>
                  <a:pt x="15549" y="5913"/>
                </a:lnTo>
                <a:lnTo>
                  <a:pt x="16084" y="5962"/>
                </a:lnTo>
                <a:lnTo>
                  <a:pt x="16620" y="6011"/>
                </a:lnTo>
                <a:lnTo>
                  <a:pt x="17131" y="6059"/>
                </a:lnTo>
                <a:lnTo>
                  <a:pt x="17179" y="6084"/>
                </a:lnTo>
                <a:lnTo>
                  <a:pt x="17301" y="6084"/>
                </a:lnTo>
                <a:lnTo>
                  <a:pt x="17350" y="6059"/>
                </a:lnTo>
                <a:lnTo>
                  <a:pt x="18031" y="6059"/>
                </a:lnTo>
                <a:lnTo>
                  <a:pt x="18080" y="7130"/>
                </a:lnTo>
                <a:lnTo>
                  <a:pt x="18080" y="7665"/>
                </a:lnTo>
                <a:lnTo>
                  <a:pt x="18055" y="8201"/>
                </a:lnTo>
                <a:lnTo>
                  <a:pt x="17958" y="9369"/>
                </a:lnTo>
                <a:lnTo>
                  <a:pt x="17885" y="9928"/>
                </a:lnTo>
                <a:lnTo>
                  <a:pt x="17788" y="10512"/>
                </a:lnTo>
                <a:lnTo>
                  <a:pt x="17715" y="10780"/>
                </a:lnTo>
                <a:lnTo>
                  <a:pt x="17617" y="11047"/>
                </a:lnTo>
                <a:lnTo>
                  <a:pt x="17496" y="11291"/>
                </a:lnTo>
                <a:lnTo>
                  <a:pt x="17350" y="11534"/>
                </a:lnTo>
                <a:lnTo>
                  <a:pt x="17204" y="11680"/>
                </a:lnTo>
                <a:lnTo>
                  <a:pt x="17058" y="11826"/>
                </a:lnTo>
                <a:lnTo>
                  <a:pt x="16912" y="11923"/>
                </a:lnTo>
                <a:lnTo>
                  <a:pt x="16741" y="12021"/>
                </a:lnTo>
                <a:lnTo>
                  <a:pt x="16644" y="11996"/>
                </a:lnTo>
                <a:lnTo>
                  <a:pt x="16547" y="12021"/>
                </a:lnTo>
                <a:lnTo>
                  <a:pt x="16352" y="12069"/>
                </a:lnTo>
                <a:lnTo>
                  <a:pt x="16133" y="12118"/>
                </a:lnTo>
                <a:lnTo>
                  <a:pt x="15914" y="12142"/>
                </a:lnTo>
                <a:lnTo>
                  <a:pt x="15282" y="12142"/>
                </a:lnTo>
                <a:lnTo>
                  <a:pt x="14844" y="12118"/>
                </a:lnTo>
                <a:lnTo>
                  <a:pt x="14333" y="12069"/>
                </a:lnTo>
                <a:lnTo>
                  <a:pt x="10366" y="12069"/>
                </a:lnTo>
                <a:lnTo>
                  <a:pt x="7982" y="12094"/>
                </a:lnTo>
                <a:lnTo>
                  <a:pt x="5695" y="12069"/>
                </a:lnTo>
                <a:lnTo>
                  <a:pt x="2896" y="12069"/>
                </a:lnTo>
                <a:lnTo>
                  <a:pt x="2337" y="12045"/>
                </a:lnTo>
                <a:lnTo>
                  <a:pt x="2069" y="11996"/>
                </a:lnTo>
                <a:lnTo>
                  <a:pt x="1801" y="11948"/>
                </a:lnTo>
                <a:lnTo>
                  <a:pt x="1558" y="11875"/>
                </a:lnTo>
                <a:lnTo>
                  <a:pt x="1315" y="11753"/>
                </a:lnTo>
                <a:lnTo>
                  <a:pt x="1193" y="11656"/>
                </a:lnTo>
                <a:lnTo>
                  <a:pt x="1071" y="11558"/>
                </a:lnTo>
                <a:lnTo>
                  <a:pt x="974" y="11437"/>
                </a:lnTo>
                <a:lnTo>
                  <a:pt x="877" y="11315"/>
                </a:lnTo>
                <a:lnTo>
                  <a:pt x="755" y="11023"/>
                </a:lnTo>
                <a:lnTo>
                  <a:pt x="658" y="10707"/>
                </a:lnTo>
                <a:lnTo>
                  <a:pt x="682" y="10634"/>
                </a:lnTo>
                <a:lnTo>
                  <a:pt x="658" y="10536"/>
                </a:lnTo>
                <a:lnTo>
                  <a:pt x="609" y="10342"/>
                </a:lnTo>
                <a:lnTo>
                  <a:pt x="585" y="10123"/>
                </a:lnTo>
                <a:lnTo>
                  <a:pt x="560" y="9709"/>
                </a:lnTo>
                <a:lnTo>
                  <a:pt x="560" y="9296"/>
                </a:lnTo>
                <a:lnTo>
                  <a:pt x="585" y="8882"/>
                </a:lnTo>
                <a:lnTo>
                  <a:pt x="609" y="8395"/>
                </a:lnTo>
                <a:lnTo>
                  <a:pt x="609" y="7909"/>
                </a:lnTo>
                <a:lnTo>
                  <a:pt x="585" y="6960"/>
                </a:lnTo>
                <a:lnTo>
                  <a:pt x="537" y="5963"/>
                </a:lnTo>
                <a:lnTo>
                  <a:pt x="537" y="5963"/>
                </a:lnTo>
                <a:lnTo>
                  <a:pt x="560" y="5986"/>
                </a:lnTo>
                <a:lnTo>
                  <a:pt x="731" y="5962"/>
                </a:lnTo>
                <a:lnTo>
                  <a:pt x="1315" y="5913"/>
                </a:lnTo>
                <a:lnTo>
                  <a:pt x="3067" y="5913"/>
                </a:lnTo>
                <a:lnTo>
                  <a:pt x="4892" y="5962"/>
                </a:lnTo>
                <a:lnTo>
                  <a:pt x="6741" y="6011"/>
                </a:lnTo>
                <a:lnTo>
                  <a:pt x="7909" y="6035"/>
                </a:lnTo>
                <a:lnTo>
                  <a:pt x="9101" y="6035"/>
                </a:lnTo>
                <a:lnTo>
                  <a:pt x="10269" y="5986"/>
                </a:lnTo>
                <a:lnTo>
                  <a:pt x="11437" y="5938"/>
                </a:lnTo>
                <a:lnTo>
                  <a:pt x="12410" y="5913"/>
                </a:lnTo>
                <a:lnTo>
                  <a:pt x="12435" y="5938"/>
                </a:lnTo>
                <a:lnTo>
                  <a:pt x="12459" y="5962"/>
                </a:lnTo>
                <a:lnTo>
                  <a:pt x="12508" y="5986"/>
                </a:lnTo>
                <a:lnTo>
                  <a:pt x="12532" y="5986"/>
                </a:lnTo>
                <a:lnTo>
                  <a:pt x="12654" y="5913"/>
                </a:lnTo>
                <a:lnTo>
                  <a:pt x="13846" y="5889"/>
                </a:lnTo>
                <a:close/>
                <a:moveTo>
                  <a:pt x="5062" y="1"/>
                </a:moveTo>
                <a:lnTo>
                  <a:pt x="4210" y="25"/>
                </a:lnTo>
                <a:lnTo>
                  <a:pt x="3359" y="49"/>
                </a:lnTo>
                <a:lnTo>
                  <a:pt x="2507" y="98"/>
                </a:lnTo>
                <a:lnTo>
                  <a:pt x="2458" y="74"/>
                </a:lnTo>
                <a:lnTo>
                  <a:pt x="2118" y="49"/>
                </a:lnTo>
                <a:lnTo>
                  <a:pt x="1801" y="49"/>
                </a:lnTo>
                <a:lnTo>
                  <a:pt x="1534" y="122"/>
                </a:lnTo>
                <a:lnTo>
                  <a:pt x="1290" y="220"/>
                </a:lnTo>
                <a:lnTo>
                  <a:pt x="1071" y="366"/>
                </a:lnTo>
                <a:lnTo>
                  <a:pt x="852" y="536"/>
                </a:lnTo>
                <a:lnTo>
                  <a:pt x="682" y="731"/>
                </a:lnTo>
                <a:lnTo>
                  <a:pt x="536" y="974"/>
                </a:lnTo>
                <a:lnTo>
                  <a:pt x="414" y="1217"/>
                </a:lnTo>
                <a:lnTo>
                  <a:pt x="317" y="1485"/>
                </a:lnTo>
                <a:lnTo>
                  <a:pt x="220" y="1777"/>
                </a:lnTo>
                <a:lnTo>
                  <a:pt x="147" y="2069"/>
                </a:lnTo>
                <a:lnTo>
                  <a:pt x="98" y="2361"/>
                </a:lnTo>
                <a:lnTo>
                  <a:pt x="49" y="2653"/>
                </a:lnTo>
                <a:lnTo>
                  <a:pt x="25" y="3212"/>
                </a:lnTo>
                <a:lnTo>
                  <a:pt x="1" y="3991"/>
                </a:lnTo>
                <a:lnTo>
                  <a:pt x="1" y="4794"/>
                </a:lnTo>
                <a:lnTo>
                  <a:pt x="1" y="4818"/>
                </a:lnTo>
                <a:lnTo>
                  <a:pt x="1" y="4891"/>
                </a:lnTo>
                <a:lnTo>
                  <a:pt x="25" y="4940"/>
                </a:lnTo>
                <a:lnTo>
                  <a:pt x="49" y="6376"/>
                </a:lnTo>
                <a:lnTo>
                  <a:pt x="98" y="7544"/>
                </a:lnTo>
                <a:lnTo>
                  <a:pt x="98" y="8128"/>
                </a:lnTo>
                <a:lnTo>
                  <a:pt x="98" y="8712"/>
                </a:lnTo>
                <a:lnTo>
                  <a:pt x="49" y="9198"/>
                </a:lnTo>
                <a:lnTo>
                  <a:pt x="49" y="9709"/>
                </a:lnTo>
                <a:lnTo>
                  <a:pt x="74" y="10196"/>
                </a:lnTo>
                <a:lnTo>
                  <a:pt x="98" y="10439"/>
                </a:lnTo>
                <a:lnTo>
                  <a:pt x="171" y="10682"/>
                </a:lnTo>
                <a:lnTo>
                  <a:pt x="171" y="10707"/>
                </a:lnTo>
                <a:lnTo>
                  <a:pt x="220" y="10999"/>
                </a:lnTo>
                <a:lnTo>
                  <a:pt x="293" y="11291"/>
                </a:lnTo>
                <a:lnTo>
                  <a:pt x="414" y="11558"/>
                </a:lnTo>
                <a:lnTo>
                  <a:pt x="487" y="11704"/>
                </a:lnTo>
                <a:lnTo>
                  <a:pt x="585" y="11826"/>
                </a:lnTo>
                <a:lnTo>
                  <a:pt x="731" y="11972"/>
                </a:lnTo>
                <a:lnTo>
                  <a:pt x="877" y="12094"/>
                </a:lnTo>
                <a:lnTo>
                  <a:pt x="1023" y="12191"/>
                </a:lnTo>
                <a:lnTo>
                  <a:pt x="1193" y="12288"/>
                </a:lnTo>
                <a:lnTo>
                  <a:pt x="1363" y="12337"/>
                </a:lnTo>
                <a:lnTo>
                  <a:pt x="1558" y="12386"/>
                </a:lnTo>
                <a:lnTo>
                  <a:pt x="1947" y="12459"/>
                </a:lnTo>
                <a:lnTo>
                  <a:pt x="2580" y="12507"/>
                </a:lnTo>
                <a:lnTo>
                  <a:pt x="3237" y="12532"/>
                </a:lnTo>
                <a:lnTo>
                  <a:pt x="4527" y="12507"/>
                </a:lnTo>
                <a:lnTo>
                  <a:pt x="5865" y="12532"/>
                </a:lnTo>
                <a:lnTo>
                  <a:pt x="7203" y="12556"/>
                </a:lnTo>
                <a:lnTo>
                  <a:pt x="13773" y="12556"/>
                </a:lnTo>
                <a:lnTo>
                  <a:pt x="14381" y="12580"/>
                </a:lnTo>
                <a:lnTo>
                  <a:pt x="14990" y="12605"/>
                </a:lnTo>
                <a:lnTo>
                  <a:pt x="15330" y="12629"/>
                </a:lnTo>
                <a:lnTo>
                  <a:pt x="15671" y="12653"/>
                </a:lnTo>
                <a:lnTo>
                  <a:pt x="16036" y="12653"/>
                </a:lnTo>
                <a:lnTo>
                  <a:pt x="16206" y="12629"/>
                </a:lnTo>
                <a:lnTo>
                  <a:pt x="16376" y="12580"/>
                </a:lnTo>
                <a:lnTo>
                  <a:pt x="16449" y="12605"/>
                </a:lnTo>
                <a:lnTo>
                  <a:pt x="16595" y="12605"/>
                </a:lnTo>
                <a:lnTo>
                  <a:pt x="16741" y="12580"/>
                </a:lnTo>
                <a:lnTo>
                  <a:pt x="16985" y="12507"/>
                </a:lnTo>
                <a:lnTo>
                  <a:pt x="17228" y="12386"/>
                </a:lnTo>
                <a:lnTo>
                  <a:pt x="17447" y="12215"/>
                </a:lnTo>
                <a:lnTo>
                  <a:pt x="17642" y="12021"/>
                </a:lnTo>
                <a:lnTo>
                  <a:pt x="17812" y="11802"/>
                </a:lnTo>
                <a:lnTo>
                  <a:pt x="17982" y="11583"/>
                </a:lnTo>
                <a:lnTo>
                  <a:pt x="18104" y="11364"/>
                </a:lnTo>
                <a:lnTo>
                  <a:pt x="18201" y="11096"/>
                </a:lnTo>
                <a:lnTo>
                  <a:pt x="18299" y="10804"/>
                </a:lnTo>
                <a:lnTo>
                  <a:pt x="18347" y="10512"/>
                </a:lnTo>
                <a:lnTo>
                  <a:pt x="18420" y="10245"/>
                </a:lnTo>
                <a:lnTo>
                  <a:pt x="18469" y="9661"/>
                </a:lnTo>
                <a:lnTo>
                  <a:pt x="18542" y="9077"/>
                </a:lnTo>
                <a:lnTo>
                  <a:pt x="18591" y="8371"/>
                </a:lnTo>
                <a:lnTo>
                  <a:pt x="18615" y="8030"/>
                </a:lnTo>
                <a:lnTo>
                  <a:pt x="18639" y="7665"/>
                </a:lnTo>
                <a:lnTo>
                  <a:pt x="18639" y="7179"/>
                </a:lnTo>
                <a:lnTo>
                  <a:pt x="18615" y="6692"/>
                </a:lnTo>
                <a:lnTo>
                  <a:pt x="18566" y="5719"/>
                </a:lnTo>
                <a:lnTo>
                  <a:pt x="18542" y="5208"/>
                </a:lnTo>
                <a:lnTo>
                  <a:pt x="18542" y="4697"/>
                </a:lnTo>
                <a:lnTo>
                  <a:pt x="18566" y="3675"/>
                </a:lnTo>
                <a:lnTo>
                  <a:pt x="18566" y="2750"/>
                </a:lnTo>
                <a:lnTo>
                  <a:pt x="18518" y="1680"/>
                </a:lnTo>
                <a:lnTo>
                  <a:pt x="18493" y="1582"/>
                </a:lnTo>
                <a:lnTo>
                  <a:pt x="18493" y="1436"/>
                </a:lnTo>
                <a:lnTo>
                  <a:pt x="18493" y="1242"/>
                </a:lnTo>
                <a:lnTo>
                  <a:pt x="18445" y="1047"/>
                </a:lnTo>
                <a:lnTo>
                  <a:pt x="18396" y="852"/>
                </a:lnTo>
                <a:lnTo>
                  <a:pt x="18299" y="682"/>
                </a:lnTo>
                <a:lnTo>
                  <a:pt x="18201" y="560"/>
                </a:lnTo>
                <a:lnTo>
                  <a:pt x="18080" y="439"/>
                </a:lnTo>
                <a:lnTo>
                  <a:pt x="17909" y="341"/>
                </a:lnTo>
                <a:lnTo>
                  <a:pt x="17739" y="268"/>
                </a:lnTo>
                <a:lnTo>
                  <a:pt x="17569" y="195"/>
                </a:lnTo>
                <a:lnTo>
                  <a:pt x="17398" y="171"/>
                </a:lnTo>
                <a:lnTo>
                  <a:pt x="17204" y="171"/>
                </a:lnTo>
                <a:lnTo>
                  <a:pt x="17033" y="195"/>
                </a:lnTo>
                <a:lnTo>
                  <a:pt x="16985" y="171"/>
                </a:lnTo>
                <a:lnTo>
                  <a:pt x="16912" y="171"/>
                </a:lnTo>
                <a:lnTo>
                  <a:pt x="15963" y="147"/>
                </a:lnTo>
                <a:lnTo>
                  <a:pt x="15014" y="122"/>
                </a:lnTo>
                <a:lnTo>
                  <a:pt x="13116" y="74"/>
                </a:lnTo>
                <a:lnTo>
                  <a:pt x="11218" y="25"/>
                </a:lnTo>
                <a:lnTo>
                  <a:pt x="10293" y="25"/>
                </a:lnTo>
                <a:lnTo>
                  <a:pt x="9344" y="49"/>
                </a:lnTo>
                <a:lnTo>
                  <a:pt x="8493" y="74"/>
                </a:lnTo>
                <a:lnTo>
                  <a:pt x="7641" y="74"/>
                </a:lnTo>
                <a:lnTo>
                  <a:pt x="5914" y="25"/>
                </a:lnTo>
                <a:lnTo>
                  <a:pt x="5062" y="1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0"/>
          <p:cNvSpPr/>
          <p:nvPr/>
        </p:nvSpPr>
        <p:spPr>
          <a:xfrm>
            <a:off x="2534605" y="2741318"/>
            <a:ext cx="377900" cy="231175"/>
          </a:xfrm>
          <a:custGeom>
            <a:rect b="b" l="l" r="r" t="t"/>
            <a:pathLst>
              <a:path extrusionOk="0" h="13384" w="18177">
                <a:moveTo>
                  <a:pt x="10877" y="4039"/>
                </a:moveTo>
                <a:lnTo>
                  <a:pt x="10755" y="4064"/>
                </a:lnTo>
                <a:lnTo>
                  <a:pt x="10707" y="4088"/>
                </a:lnTo>
                <a:lnTo>
                  <a:pt x="10634" y="4112"/>
                </a:lnTo>
                <a:lnTo>
                  <a:pt x="10609" y="4185"/>
                </a:lnTo>
                <a:lnTo>
                  <a:pt x="10561" y="4258"/>
                </a:lnTo>
                <a:lnTo>
                  <a:pt x="10536" y="4331"/>
                </a:lnTo>
                <a:lnTo>
                  <a:pt x="10536" y="4429"/>
                </a:lnTo>
                <a:lnTo>
                  <a:pt x="10561" y="4575"/>
                </a:lnTo>
                <a:lnTo>
                  <a:pt x="10585" y="4623"/>
                </a:lnTo>
                <a:lnTo>
                  <a:pt x="10634" y="4696"/>
                </a:lnTo>
                <a:lnTo>
                  <a:pt x="10707" y="4745"/>
                </a:lnTo>
                <a:lnTo>
                  <a:pt x="10780" y="4769"/>
                </a:lnTo>
                <a:lnTo>
                  <a:pt x="10828" y="4794"/>
                </a:lnTo>
                <a:lnTo>
                  <a:pt x="10999" y="4794"/>
                </a:lnTo>
                <a:lnTo>
                  <a:pt x="11047" y="4769"/>
                </a:lnTo>
                <a:lnTo>
                  <a:pt x="11169" y="4696"/>
                </a:lnTo>
                <a:lnTo>
                  <a:pt x="11266" y="4575"/>
                </a:lnTo>
                <a:lnTo>
                  <a:pt x="11291" y="4502"/>
                </a:lnTo>
                <a:lnTo>
                  <a:pt x="11291" y="4429"/>
                </a:lnTo>
                <a:lnTo>
                  <a:pt x="11291" y="4356"/>
                </a:lnTo>
                <a:lnTo>
                  <a:pt x="11266" y="4283"/>
                </a:lnTo>
                <a:lnTo>
                  <a:pt x="11169" y="4161"/>
                </a:lnTo>
                <a:lnTo>
                  <a:pt x="11120" y="4088"/>
                </a:lnTo>
                <a:lnTo>
                  <a:pt x="11047" y="4064"/>
                </a:lnTo>
                <a:lnTo>
                  <a:pt x="10950" y="4039"/>
                </a:lnTo>
                <a:close/>
                <a:moveTo>
                  <a:pt x="12361" y="3942"/>
                </a:moveTo>
                <a:lnTo>
                  <a:pt x="12288" y="3966"/>
                </a:lnTo>
                <a:lnTo>
                  <a:pt x="12215" y="4015"/>
                </a:lnTo>
                <a:lnTo>
                  <a:pt x="12142" y="4064"/>
                </a:lnTo>
                <a:lnTo>
                  <a:pt x="12093" y="4137"/>
                </a:lnTo>
                <a:lnTo>
                  <a:pt x="12045" y="4210"/>
                </a:lnTo>
                <a:lnTo>
                  <a:pt x="12020" y="4307"/>
                </a:lnTo>
                <a:lnTo>
                  <a:pt x="11996" y="4380"/>
                </a:lnTo>
                <a:lnTo>
                  <a:pt x="12020" y="4477"/>
                </a:lnTo>
                <a:lnTo>
                  <a:pt x="12045" y="4550"/>
                </a:lnTo>
                <a:lnTo>
                  <a:pt x="12093" y="4623"/>
                </a:lnTo>
                <a:lnTo>
                  <a:pt x="12142" y="4696"/>
                </a:lnTo>
                <a:lnTo>
                  <a:pt x="12215" y="4745"/>
                </a:lnTo>
                <a:lnTo>
                  <a:pt x="12288" y="4794"/>
                </a:lnTo>
                <a:lnTo>
                  <a:pt x="12361" y="4818"/>
                </a:lnTo>
                <a:lnTo>
                  <a:pt x="12531" y="4818"/>
                </a:lnTo>
                <a:lnTo>
                  <a:pt x="12629" y="4794"/>
                </a:lnTo>
                <a:lnTo>
                  <a:pt x="12702" y="4745"/>
                </a:lnTo>
                <a:lnTo>
                  <a:pt x="12750" y="4696"/>
                </a:lnTo>
                <a:lnTo>
                  <a:pt x="12823" y="4623"/>
                </a:lnTo>
                <a:lnTo>
                  <a:pt x="12848" y="4550"/>
                </a:lnTo>
                <a:lnTo>
                  <a:pt x="12872" y="4477"/>
                </a:lnTo>
                <a:lnTo>
                  <a:pt x="12896" y="4380"/>
                </a:lnTo>
                <a:lnTo>
                  <a:pt x="12872" y="4307"/>
                </a:lnTo>
                <a:lnTo>
                  <a:pt x="12848" y="4210"/>
                </a:lnTo>
                <a:lnTo>
                  <a:pt x="12823" y="4137"/>
                </a:lnTo>
                <a:lnTo>
                  <a:pt x="12750" y="4064"/>
                </a:lnTo>
                <a:lnTo>
                  <a:pt x="12702" y="4015"/>
                </a:lnTo>
                <a:lnTo>
                  <a:pt x="12629" y="3966"/>
                </a:lnTo>
                <a:lnTo>
                  <a:pt x="12531" y="3942"/>
                </a:lnTo>
                <a:close/>
                <a:moveTo>
                  <a:pt x="11534" y="5013"/>
                </a:moveTo>
                <a:lnTo>
                  <a:pt x="11412" y="5061"/>
                </a:lnTo>
                <a:lnTo>
                  <a:pt x="11315" y="5110"/>
                </a:lnTo>
                <a:lnTo>
                  <a:pt x="11242" y="5232"/>
                </a:lnTo>
                <a:lnTo>
                  <a:pt x="11218" y="5353"/>
                </a:lnTo>
                <a:lnTo>
                  <a:pt x="11242" y="5475"/>
                </a:lnTo>
                <a:lnTo>
                  <a:pt x="11315" y="5572"/>
                </a:lnTo>
                <a:lnTo>
                  <a:pt x="11412" y="5645"/>
                </a:lnTo>
                <a:lnTo>
                  <a:pt x="11534" y="5670"/>
                </a:lnTo>
                <a:lnTo>
                  <a:pt x="11655" y="5645"/>
                </a:lnTo>
                <a:lnTo>
                  <a:pt x="11753" y="5572"/>
                </a:lnTo>
                <a:lnTo>
                  <a:pt x="11826" y="5475"/>
                </a:lnTo>
                <a:lnTo>
                  <a:pt x="11850" y="5353"/>
                </a:lnTo>
                <a:lnTo>
                  <a:pt x="11826" y="5232"/>
                </a:lnTo>
                <a:lnTo>
                  <a:pt x="11753" y="5110"/>
                </a:lnTo>
                <a:lnTo>
                  <a:pt x="11655" y="5061"/>
                </a:lnTo>
                <a:lnTo>
                  <a:pt x="11534" y="5013"/>
                </a:lnTo>
                <a:close/>
                <a:moveTo>
                  <a:pt x="12312" y="5889"/>
                </a:moveTo>
                <a:lnTo>
                  <a:pt x="12239" y="5913"/>
                </a:lnTo>
                <a:lnTo>
                  <a:pt x="12166" y="5937"/>
                </a:lnTo>
                <a:lnTo>
                  <a:pt x="12093" y="5986"/>
                </a:lnTo>
                <a:lnTo>
                  <a:pt x="12045" y="6059"/>
                </a:lnTo>
                <a:lnTo>
                  <a:pt x="12020" y="6132"/>
                </a:lnTo>
                <a:lnTo>
                  <a:pt x="11996" y="6205"/>
                </a:lnTo>
                <a:lnTo>
                  <a:pt x="11996" y="6278"/>
                </a:lnTo>
                <a:lnTo>
                  <a:pt x="11996" y="6351"/>
                </a:lnTo>
                <a:lnTo>
                  <a:pt x="12020" y="6424"/>
                </a:lnTo>
                <a:lnTo>
                  <a:pt x="12045" y="6497"/>
                </a:lnTo>
                <a:lnTo>
                  <a:pt x="12093" y="6570"/>
                </a:lnTo>
                <a:lnTo>
                  <a:pt x="12166" y="6619"/>
                </a:lnTo>
                <a:lnTo>
                  <a:pt x="12239" y="6643"/>
                </a:lnTo>
                <a:lnTo>
                  <a:pt x="12312" y="6667"/>
                </a:lnTo>
                <a:lnTo>
                  <a:pt x="12458" y="6667"/>
                </a:lnTo>
                <a:lnTo>
                  <a:pt x="12531" y="6643"/>
                </a:lnTo>
                <a:lnTo>
                  <a:pt x="12604" y="6619"/>
                </a:lnTo>
                <a:lnTo>
                  <a:pt x="12677" y="6570"/>
                </a:lnTo>
                <a:lnTo>
                  <a:pt x="12726" y="6497"/>
                </a:lnTo>
                <a:lnTo>
                  <a:pt x="12750" y="6424"/>
                </a:lnTo>
                <a:lnTo>
                  <a:pt x="12775" y="6351"/>
                </a:lnTo>
                <a:lnTo>
                  <a:pt x="12799" y="6278"/>
                </a:lnTo>
                <a:lnTo>
                  <a:pt x="12775" y="6205"/>
                </a:lnTo>
                <a:lnTo>
                  <a:pt x="12750" y="6132"/>
                </a:lnTo>
                <a:lnTo>
                  <a:pt x="12726" y="6059"/>
                </a:lnTo>
                <a:lnTo>
                  <a:pt x="12677" y="5986"/>
                </a:lnTo>
                <a:lnTo>
                  <a:pt x="12604" y="5937"/>
                </a:lnTo>
                <a:lnTo>
                  <a:pt x="12531" y="5913"/>
                </a:lnTo>
                <a:lnTo>
                  <a:pt x="12458" y="5889"/>
                </a:lnTo>
                <a:close/>
                <a:moveTo>
                  <a:pt x="10950" y="5889"/>
                </a:moveTo>
                <a:lnTo>
                  <a:pt x="10853" y="5913"/>
                </a:lnTo>
                <a:lnTo>
                  <a:pt x="10780" y="5937"/>
                </a:lnTo>
                <a:lnTo>
                  <a:pt x="10707" y="5986"/>
                </a:lnTo>
                <a:lnTo>
                  <a:pt x="10634" y="6035"/>
                </a:lnTo>
                <a:lnTo>
                  <a:pt x="10585" y="6108"/>
                </a:lnTo>
                <a:lnTo>
                  <a:pt x="10536" y="6181"/>
                </a:lnTo>
                <a:lnTo>
                  <a:pt x="10512" y="6254"/>
                </a:lnTo>
                <a:lnTo>
                  <a:pt x="10488" y="6351"/>
                </a:lnTo>
                <a:lnTo>
                  <a:pt x="10512" y="6424"/>
                </a:lnTo>
                <a:lnTo>
                  <a:pt x="10536" y="6521"/>
                </a:lnTo>
                <a:lnTo>
                  <a:pt x="10585" y="6594"/>
                </a:lnTo>
                <a:lnTo>
                  <a:pt x="10634" y="6643"/>
                </a:lnTo>
                <a:lnTo>
                  <a:pt x="10707" y="6716"/>
                </a:lnTo>
                <a:lnTo>
                  <a:pt x="10780" y="6740"/>
                </a:lnTo>
                <a:lnTo>
                  <a:pt x="10853" y="6765"/>
                </a:lnTo>
                <a:lnTo>
                  <a:pt x="10950" y="6789"/>
                </a:lnTo>
                <a:lnTo>
                  <a:pt x="11023" y="6765"/>
                </a:lnTo>
                <a:lnTo>
                  <a:pt x="11120" y="6740"/>
                </a:lnTo>
                <a:lnTo>
                  <a:pt x="11193" y="6716"/>
                </a:lnTo>
                <a:lnTo>
                  <a:pt x="11242" y="6643"/>
                </a:lnTo>
                <a:lnTo>
                  <a:pt x="11315" y="6594"/>
                </a:lnTo>
                <a:lnTo>
                  <a:pt x="11339" y="6521"/>
                </a:lnTo>
                <a:lnTo>
                  <a:pt x="11364" y="6424"/>
                </a:lnTo>
                <a:lnTo>
                  <a:pt x="11388" y="6351"/>
                </a:lnTo>
                <a:lnTo>
                  <a:pt x="11364" y="6254"/>
                </a:lnTo>
                <a:lnTo>
                  <a:pt x="11339" y="6181"/>
                </a:lnTo>
                <a:lnTo>
                  <a:pt x="11315" y="6108"/>
                </a:lnTo>
                <a:lnTo>
                  <a:pt x="11242" y="6035"/>
                </a:lnTo>
                <a:lnTo>
                  <a:pt x="11193" y="5986"/>
                </a:lnTo>
                <a:lnTo>
                  <a:pt x="11120" y="5937"/>
                </a:lnTo>
                <a:lnTo>
                  <a:pt x="11023" y="5913"/>
                </a:lnTo>
                <a:lnTo>
                  <a:pt x="10950" y="5889"/>
                </a:lnTo>
                <a:close/>
                <a:moveTo>
                  <a:pt x="2799" y="6351"/>
                </a:moveTo>
                <a:lnTo>
                  <a:pt x="2628" y="6546"/>
                </a:lnTo>
                <a:lnTo>
                  <a:pt x="2507" y="6692"/>
                </a:lnTo>
                <a:lnTo>
                  <a:pt x="2166" y="7057"/>
                </a:lnTo>
                <a:lnTo>
                  <a:pt x="2117" y="6740"/>
                </a:lnTo>
                <a:lnTo>
                  <a:pt x="2093" y="6570"/>
                </a:lnTo>
                <a:lnTo>
                  <a:pt x="2044" y="6424"/>
                </a:lnTo>
                <a:lnTo>
                  <a:pt x="2799" y="6351"/>
                </a:lnTo>
                <a:close/>
                <a:moveTo>
                  <a:pt x="11558" y="6813"/>
                </a:moveTo>
                <a:lnTo>
                  <a:pt x="11461" y="6838"/>
                </a:lnTo>
                <a:lnTo>
                  <a:pt x="11388" y="6862"/>
                </a:lnTo>
                <a:lnTo>
                  <a:pt x="11315" y="6911"/>
                </a:lnTo>
                <a:lnTo>
                  <a:pt x="11242" y="6959"/>
                </a:lnTo>
                <a:lnTo>
                  <a:pt x="11169" y="7032"/>
                </a:lnTo>
                <a:lnTo>
                  <a:pt x="11145" y="7105"/>
                </a:lnTo>
                <a:lnTo>
                  <a:pt x="11120" y="7203"/>
                </a:lnTo>
                <a:lnTo>
                  <a:pt x="11096" y="7276"/>
                </a:lnTo>
                <a:lnTo>
                  <a:pt x="11120" y="7373"/>
                </a:lnTo>
                <a:lnTo>
                  <a:pt x="11145" y="7470"/>
                </a:lnTo>
                <a:lnTo>
                  <a:pt x="11169" y="7543"/>
                </a:lnTo>
                <a:lnTo>
                  <a:pt x="11242" y="7616"/>
                </a:lnTo>
                <a:lnTo>
                  <a:pt x="11315" y="7665"/>
                </a:lnTo>
                <a:lnTo>
                  <a:pt x="11388" y="7714"/>
                </a:lnTo>
                <a:lnTo>
                  <a:pt x="11461" y="7738"/>
                </a:lnTo>
                <a:lnTo>
                  <a:pt x="11655" y="7738"/>
                </a:lnTo>
                <a:lnTo>
                  <a:pt x="11728" y="7714"/>
                </a:lnTo>
                <a:lnTo>
                  <a:pt x="11801" y="7665"/>
                </a:lnTo>
                <a:lnTo>
                  <a:pt x="11874" y="7616"/>
                </a:lnTo>
                <a:lnTo>
                  <a:pt x="11947" y="7543"/>
                </a:lnTo>
                <a:lnTo>
                  <a:pt x="11972" y="7470"/>
                </a:lnTo>
                <a:lnTo>
                  <a:pt x="11996" y="7373"/>
                </a:lnTo>
                <a:lnTo>
                  <a:pt x="12020" y="7276"/>
                </a:lnTo>
                <a:lnTo>
                  <a:pt x="11996" y="7203"/>
                </a:lnTo>
                <a:lnTo>
                  <a:pt x="11972" y="7105"/>
                </a:lnTo>
                <a:lnTo>
                  <a:pt x="11947" y="7032"/>
                </a:lnTo>
                <a:lnTo>
                  <a:pt x="11874" y="6959"/>
                </a:lnTo>
                <a:lnTo>
                  <a:pt x="11801" y="6911"/>
                </a:lnTo>
                <a:lnTo>
                  <a:pt x="11728" y="6862"/>
                </a:lnTo>
                <a:lnTo>
                  <a:pt x="11655" y="6838"/>
                </a:lnTo>
                <a:lnTo>
                  <a:pt x="11558" y="6813"/>
                </a:lnTo>
                <a:close/>
                <a:moveTo>
                  <a:pt x="3918" y="6327"/>
                </a:moveTo>
                <a:lnTo>
                  <a:pt x="3845" y="6375"/>
                </a:lnTo>
                <a:lnTo>
                  <a:pt x="3553" y="6667"/>
                </a:lnTo>
                <a:lnTo>
                  <a:pt x="3285" y="6959"/>
                </a:lnTo>
                <a:lnTo>
                  <a:pt x="2726" y="7592"/>
                </a:lnTo>
                <a:lnTo>
                  <a:pt x="2434" y="7908"/>
                </a:lnTo>
                <a:lnTo>
                  <a:pt x="2263" y="8103"/>
                </a:lnTo>
                <a:lnTo>
                  <a:pt x="2117" y="8298"/>
                </a:lnTo>
                <a:lnTo>
                  <a:pt x="2166" y="7543"/>
                </a:lnTo>
                <a:lnTo>
                  <a:pt x="2239" y="7519"/>
                </a:lnTo>
                <a:lnTo>
                  <a:pt x="2312" y="7470"/>
                </a:lnTo>
                <a:lnTo>
                  <a:pt x="2482" y="7349"/>
                </a:lnTo>
                <a:lnTo>
                  <a:pt x="2726" y="7081"/>
                </a:lnTo>
                <a:lnTo>
                  <a:pt x="3066" y="6716"/>
                </a:lnTo>
                <a:lnTo>
                  <a:pt x="3212" y="6594"/>
                </a:lnTo>
                <a:lnTo>
                  <a:pt x="3310" y="6448"/>
                </a:lnTo>
                <a:lnTo>
                  <a:pt x="3358" y="6400"/>
                </a:lnTo>
                <a:lnTo>
                  <a:pt x="3358" y="6327"/>
                </a:lnTo>
                <a:close/>
                <a:moveTo>
                  <a:pt x="12312" y="7860"/>
                </a:moveTo>
                <a:lnTo>
                  <a:pt x="12239" y="7884"/>
                </a:lnTo>
                <a:lnTo>
                  <a:pt x="12166" y="7908"/>
                </a:lnTo>
                <a:lnTo>
                  <a:pt x="12093" y="7957"/>
                </a:lnTo>
                <a:lnTo>
                  <a:pt x="12045" y="8006"/>
                </a:lnTo>
                <a:lnTo>
                  <a:pt x="11996" y="8079"/>
                </a:lnTo>
                <a:lnTo>
                  <a:pt x="11972" y="8152"/>
                </a:lnTo>
                <a:lnTo>
                  <a:pt x="11947" y="8273"/>
                </a:lnTo>
                <a:lnTo>
                  <a:pt x="11972" y="8395"/>
                </a:lnTo>
                <a:lnTo>
                  <a:pt x="12045" y="8517"/>
                </a:lnTo>
                <a:lnTo>
                  <a:pt x="12142" y="8590"/>
                </a:lnTo>
                <a:lnTo>
                  <a:pt x="12215" y="8638"/>
                </a:lnTo>
                <a:lnTo>
                  <a:pt x="12458" y="8638"/>
                </a:lnTo>
                <a:lnTo>
                  <a:pt x="12556" y="8590"/>
                </a:lnTo>
                <a:lnTo>
                  <a:pt x="12629" y="8541"/>
                </a:lnTo>
                <a:lnTo>
                  <a:pt x="12653" y="8517"/>
                </a:lnTo>
                <a:lnTo>
                  <a:pt x="12726" y="8444"/>
                </a:lnTo>
                <a:lnTo>
                  <a:pt x="12750" y="8346"/>
                </a:lnTo>
                <a:lnTo>
                  <a:pt x="12775" y="8225"/>
                </a:lnTo>
                <a:lnTo>
                  <a:pt x="12726" y="8103"/>
                </a:lnTo>
                <a:lnTo>
                  <a:pt x="12653" y="7981"/>
                </a:lnTo>
                <a:lnTo>
                  <a:pt x="12556" y="7908"/>
                </a:lnTo>
                <a:lnTo>
                  <a:pt x="12483" y="7860"/>
                </a:lnTo>
                <a:close/>
                <a:moveTo>
                  <a:pt x="10974" y="7981"/>
                </a:moveTo>
                <a:lnTo>
                  <a:pt x="10877" y="8006"/>
                </a:lnTo>
                <a:lnTo>
                  <a:pt x="10804" y="8030"/>
                </a:lnTo>
                <a:lnTo>
                  <a:pt x="10682" y="8127"/>
                </a:lnTo>
                <a:lnTo>
                  <a:pt x="10609" y="8225"/>
                </a:lnTo>
                <a:lnTo>
                  <a:pt x="10561" y="8346"/>
                </a:lnTo>
                <a:lnTo>
                  <a:pt x="10585" y="8492"/>
                </a:lnTo>
                <a:lnTo>
                  <a:pt x="10609" y="8590"/>
                </a:lnTo>
                <a:lnTo>
                  <a:pt x="10682" y="8663"/>
                </a:lnTo>
                <a:lnTo>
                  <a:pt x="10755" y="8711"/>
                </a:lnTo>
                <a:lnTo>
                  <a:pt x="10853" y="8736"/>
                </a:lnTo>
                <a:lnTo>
                  <a:pt x="10853" y="8760"/>
                </a:lnTo>
                <a:lnTo>
                  <a:pt x="10999" y="8760"/>
                </a:lnTo>
                <a:lnTo>
                  <a:pt x="11145" y="8736"/>
                </a:lnTo>
                <a:lnTo>
                  <a:pt x="11218" y="8711"/>
                </a:lnTo>
                <a:lnTo>
                  <a:pt x="11266" y="8638"/>
                </a:lnTo>
                <a:lnTo>
                  <a:pt x="11339" y="8565"/>
                </a:lnTo>
                <a:lnTo>
                  <a:pt x="11364" y="8468"/>
                </a:lnTo>
                <a:lnTo>
                  <a:pt x="11388" y="8371"/>
                </a:lnTo>
                <a:lnTo>
                  <a:pt x="11364" y="8273"/>
                </a:lnTo>
                <a:lnTo>
                  <a:pt x="11339" y="8176"/>
                </a:lnTo>
                <a:lnTo>
                  <a:pt x="11291" y="8127"/>
                </a:lnTo>
                <a:lnTo>
                  <a:pt x="11218" y="8054"/>
                </a:lnTo>
                <a:lnTo>
                  <a:pt x="11145" y="8006"/>
                </a:lnTo>
                <a:lnTo>
                  <a:pt x="11047" y="7981"/>
                </a:lnTo>
                <a:close/>
                <a:moveTo>
                  <a:pt x="11704" y="8882"/>
                </a:moveTo>
                <a:lnTo>
                  <a:pt x="11631" y="8906"/>
                </a:lnTo>
                <a:lnTo>
                  <a:pt x="11558" y="8930"/>
                </a:lnTo>
                <a:lnTo>
                  <a:pt x="11485" y="8955"/>
                </a:lnTo>
                <a:lnTo>
                  <a:pt x="11437" y="9003"/>
                </a:lnTo>
                <a:lnTo>
                  <a:pt x="11364" y="9101"/>
                </a:lnTo>
                <a:lnTo>
                  <a:pt x="11339" y="9198"/>
                </a:lnTo>
                <a:lnTo>
                  <a:pt x="11315" y="9295"/>
                </a:lnTo>
                <a:lnTo>
                  <a:pt x="11315" y="9393"/>
                </a:lnTo>
                <a:lnTo>
                  <a:pt x="11364" y="9490"/>
                </a:lnTo>
                <a:lnTo>
                  <a:pt x="11437" y="9587"/>
                </a:lnTo>
                <a:lnTo>
                  <a:pt x="11510" y="9636"/>
                </a:lnTo>
                <a:lnTo>
                  <a:pt x="11607" y="9685"/>
                </a:lnTo>
                <a:lnTo>
                  <a:pt x="11850" y="9685"/>
                </a:lnTo>
                <a:lnTo>
                  <a:pt x="11899" y="9636"/>
                </a:lnTo>
                <a:lnTo>
                  <a:pt x="11996" y="9587"/>
                </a:lnTo>
                <a:lnTo>
                  <a:pt x="12045" y="9514"/>
                </a:lnTo>
                <a:lnTo>
                  <a:pt x="12093" y="9393"/>
                </a:lnTo>
                <a:lnTo>
                  <a:pt x="12093" y="9295"/>
                </a:lnTo>
                <a:lnTo>
                  <a:pt x="12093" y="9222"/>
                </a:lnTo>
                <a:lnTo>
                  <a:pt x="12069" y="9125"/>
                </a:lnTo>
                <a:lnTo>
                  <a:pt x="11996" y="9003"/>
                </a:lnTo>
                <a:lnTo>
                  <a:pt x="11923" y="8955"/>
                </a:lnTo>
                <a:lnTo>
                  <a:pt x="11850" y="8930"/>
                </a:lnTo>
                <a:lnTo>
                  <a:pt x="11777" y="8906"/>
                </a:lnTo>
                <a:lnTo>
                  <a:pt x="11704" y="8882"/>
                </a:lnTo>
                <a:close/>
                <a:moveTo>
                  <a:pt x="4112" y="6327"/>
                </a:moveTo>
                <a:lnTo>
                  <a:pt x="4745" y="6375"/>
                </a:lnTo>
                <a:lnTo>
                  <a:pt x="4721" y="6619"/>
                </a:lnTo>
                <a:lnTo>
                  <a:pt x="4721" y="6886"/>
                </a:lnTo>
                <a:lnTo>
                  <a:pt x="4648" y="6886"/>
                </a:lnTo>
                <a:lnTo>
                  <a:pt x="4477" y="6959"/>
                </a:lnTo>
                <a:lnTo>
                  <a:pt x="4380" y="7081"/>
                </a:lnTo>
                <a:lnTo>
                  <a:pt x="4161" y="7349"/>
                </a:lnTo>
                <a:lnTo>
                  <a:pt x="3431" y="8249"/>
                </a:lnTo>
                <a:lnTo>
                  <a:pt x="3091" y="8590"/>
                </a:lnTo>
                <a:lnTo>
                  <a:pt x="2750" y="8955"/>
                </a:lnTo>
                <a:lnTo>
                  <a:pt x="2409" y="9344"/>
                </a:lnTo>
                <a:lnTo>
                  <a:pt x="2239" y="9539"/>
                </a:lnTo>
                <a:lnTo>
                  <a:pt x="2117" y="9733"/>
                </a:lnTo>
                <a:lnTo>
                  <a:pt x="2117" y="8736"/>
                </a:lnTo>
                <a:lnTo>
                  <a:pt x="2239" y="8687"/>
                </a:lnTo>
                <a:lnTo>
                  <a:pt x="2385" y="8614"/>
                </a:lnTo>
                <a:lnTo>
                  <a:pt x="2507" y="8517"/>
                </a:lnTo>
                <a:lnTo>
                  <a:pt x="2628" y="8371"/>
                </a:lnTo>
                <a:lnTo>
                  <a:pt x="2823" y="8127"/>
                </a:lnTo>
                <a:lnTo>
                  <a:pt x="3018" y="7884"/>
                </a:lnTo>
                <a:lnTo>
                  <a:pt x="3577" y="7276"/>
                </a:lnTo>
                <a:lnTo>
                  <a:pt x="3869" y="6959"/>
                </a:lnTo>
                <a:lnTo>
                  <a:pt x="4161" y="6667"/>
                </a:lnTo>
                <a:lnTo>
                  <a:pt x="4210" y="6619"/>
                </a:lnTo>
                <a:lnTo>
                  <a:pt x="4234" y="6570"/>
                </a:lnTo>
                <a:lnTo>
                  <a:pt x="4234" y="6521"/>
                </a:lnTo>
                <a:lnTo>
                  <a:pt x="4210" y="6448"/>
                </a:lnTo>
                <a:lnTo>
                  <a:pt x="4185" y="6375"/>
                </a:lnTo>
                <a:lnTo>
                  <a:pt x="4112" y="6327"/>
                </a:lnTo>
                <a:close/>
                <a:moveTo>
                  <a:pt x="12239" y="9709"/>
                </a:moveTo>
                <a:lnTo>
                  <a:pt x="12166" y="9733"/>
                </a:lnTo>
                <a:lnTo>
                  <a:pt x="12093" y="9782"/>
                </a:lnTo>
                <a:lnTo>
                  <a:pt x="12020" y="9831"/>
                </a:lnTo>
                <a:lnTo>
                  <a:pt x="11972" y="9879"/>
                </a:lnTo>
                <a:lnTo>
                  <a:pt x="11947" y="9952"/>
                </a:lnTo>
                <a:lnTo>
                  <a:pt x="11923" y="10025"/>
                </a:lnTo>
                <a:lnTo>
                  <a:pt x="11923" y="10098"/>
                </a:lnTo>
                <a:lnTo>
                  <a:pt x="11923" y="10196"/>
                </a:lnTo>
                <a:lnTo>
                  <a:pt x="11947" y="10269"/>
                </a:lnTo>
                <a:lnTo>
                  <a:pt x="11972" y="10342"/>
                </a:lnTo>
                <a:lnTo>
                  <a:pt x="12020" y="10390"/>
                </a:lnTo>
                <a:lnTo>
                  <a:pt x="12093" y="10439"/>
                </a:lnTo>
                <a:lnTo>
                  <a:pt x="12166" y="10488"/>
                </a:lnTo>
                <a:lnTo>
                  <a:pt x="12239" y="10512"/>
                </a:lnTo>
                <a:lnTo>
                  <a:pt x="12385" y="10512"/>
                </a:lnTo>
                <a:lnTo>
                  <a:pt x="12483" y="10488"/>
                </a:lnTo>
                <a:lnTo>
                  <a:pt x="12531" y="10439"/>
                </a:lnTo>
                <a:lnTo>
                  <a:pt x="12604" y="10390"/>
                </a:lnTo>
                <a:lnTo>
                  <a:pt x="12653" y="10342"/>
                </a:lnTo>
                <a:lnTo>
                  <a:pt x="12677" y="10269"/>
                </a:lnTo>
                <a:lnTo>
                  <a:pt x="12702" y="10196"/>
                </a:lnTo>
                <a:lnTo>
                  <a:pt x="12726" y="10098"/>
                </a:lnTo>
                <a:lnTo>
                  <a:pt x="12702" y="10025"/>
                </a:lnTo>
                <a:lnTo>
                  <a:pt x="12677" y="9952"/>
                </a:lnTo>
                <a:lnTo>
                  <a:pt x="12653" y="9879"/>
                </a:lnTo>
                <a:lnTo>
                  <a:pt x="12604" y="9831"/>
                </a:lnTo>
                <a:lnTo>
                  <a:pt x="12531" y="9782"/>
                </a:lnTo>
                <a:lnTo>
                  <a:pt x="12483" y="9733"/>
                </a:lnTo>
                <a:lnTo>
                  <a:pt x="12385" y="9709"/>
                </a:lnTo>
                <a:close/>
                <a:moveTo>
                  <a:pt x="10950" y="9831"/>
                </a:moveTo>
                <a:lnTo>
                  <a:pt x="10853" y="9855"/>
                </a:lnTo>
                <a:lnTo>
                  <a:pt x="10755" y="9879"/>
                </a:lnTo>
                <a:lnTo>
                  <a:pt x="10658" y="9952"/>
                </a:lnTo>
                <a:lnTo>
                  <a:pt x="10609" y="10025"/>
                </a:lnTo>
                <a:lnTo>
                  <a:pt x="10561" y="10123"/>
                </a:lnTo>
                <a:lnTo>
                  <a:pt x="10561" y="10220"/>
                </a:lnTo>
                <a:lnTo>
                  <a:pt x="10561" y="10342"/>
                </a:lnTo>
                <a:lnTo>
                  <a:pt x="10585" y="10415"/>
                </a:lnTo>
                <a:lnTo>
                  <a:pt x="10634" y="10463"/>
                </a:lnTo>
                <a:lnTo>
                  <a:pt x="10755" y="10560"/>
                </a:lnTo>
                <a:lnTo>
                  <a:pt x="10828" y="10609"/>
                </a:lnTo>
                <a:lnTo>
                  <a:pt x="10950" y="10633"/>
                </a:lnTo>
                <a:lnTo>
                  <a:pt x="11047" y="10609"/>
                </a:lnTo>
                <a:lnTo>
                  <a:pt x="11145" y="10560"/>
                </a:lnTo>
                <a:lnTo>
                  <a:pt x="11266" y="10463"/>
                </a:lnTo>
                <a:lnTo>
                  <a:pt x="11291" y="10415"/>
                </a:lnTo>
                <a:lnTo>
                  <a:pt x="11315" y="10342"/>
                </a:lnTo>
                <a:lnTo>
                  <a:pt x="11339" y="10220"/>
                </a:lnTo>
                <a:lnTo>
                  <a:pt x="11315" y="10123"/>
                </a:lnTo>
                <a:lnTo>
                  <a:pt x="11291" y="10025"/>
                </a:lnTo>
                <a:lnTo>
                  <a:pt x="11218" y="9952"/>
                </a:lnTo>
                <a:lnTo>
                  <a:pt x="11145" y="9879"/>
                </a:lnTo>
                <a:lnTo>
                  <a:pt x="11047" y="9855"/>
                </a:lnTo>
                <a:lnTo>
                  <a:pt x="10950" y="9831"/>
                </a:lnTo>
                <a:close/>
                <a:moveTo>
                  <a:pt x="4696" y="7373"/>
                </a:moveTo>
                <a:lnTo>
                  <a:pt x="4672" y="8079"/>
                </a:lnTo>
                <a:lnTo>
                  <a:pt x="4575" y="8127"/>
                </a:lnTo>
                <a:lnTo>
                  <a:pt x="4477" y="8176"/>
                </a:lnTo>
                <a:lnTo>
                  <a:pt x="4404" y="8273"/>
                </a:lnTo>
                <a:lnTo>
                  <a:pt x="4331" y="8346"/>
                </a:lnTo>
                <a:lnTo>
                  <a:pt x="4088" y="8760"/>
                </a:lnTo>
                <a:lnTo>
                  <a:pt x="3723" y="9320"/>
                </a:lnTo>
                <a:lnTo>
                  <a:pt x="3529" y="9587"/>
                </a:lnTo>
                <a:lnTo>
                  <a:pt x="3310" y="9855"/>
                </a:lnTo>
                <a:lnTo>
                  <a:pt x="3139" y="9977"/>
                </a:lnTo>
                <a:lnTo>
                  <a:pt x="2969" y="10098"/>
                </a:lnTo>
                <a:lnTo>
                  <a:pt x="2604" y="10390"/>
                </a:lnTo>
                <a:lnTo>
                  <a:pt x="2434" y="10560"/>
                </a:lnTo>
                <a:lnTo>
                  <a:pt x="2263" y="10706"/>
                </a:lnTo>
                <a:lnTo>
                  <a:pt x="2142" y="10901"/>
                </a:lnTo>
                <a:lnTo>
                  <a:pt x="2069" y="11071"/>
                </a:lnTo>
                <a:lnTo>
                  <a:pt x="2117" y="10536"/>
                </a:lnTo>
                <a:lnTo>
                  <a:pt x="2117" y="10001"/>
                </a:lnTo>
                <a:lnTo>
                  <a:pt x="2336" y="9904"/>
                </a:lnTo>
                <a:lnTo>
                  <a:pt x="2555" y="9782"/>
                </a:lnTo>
                <a:lnTo>
                  <a:pt x="2750" y="9612"/>
                </a:lnTo>
                <a:lnTo>
                  <a:pt x="2945" y="9441"/>
                </a:lnTo>
                <a:lnTo>
                  <a:pt x="3310" y="9052"/>
                </a:lnTo>
                <a:lnTo>
                  <a:pt x="3626" y="8687"/>
                </a:lnTo>
                <a:lnTo>
                  <a:pt x="4015" y="8249"/>
                </a:lnTo>
                <a:lnTo>
                  <a:pt x="4380" y="7787"/>
                </a:lnTo>
                <a:lnTo>
                  <a:pt x="4550" y="7592"/>
                </a:lnTo>
                <a:lnTo>
                  <a:pt x="4696" y="7373"/>
                </a:lnTo>
                <a:close/>
                <a:moveTo>
                  <a:pt x="17033" y="6254"/>
                </a:moveTo>
                <a:lnTo>
                  <a:pt x="17009" y="6473"/>
                </a:lnTo>
                <a:lnTo>
                  <a:pt x="17009" y="6692"/>
                </a:lnTo>
                <a:lnTo>
                  <a:pt x="17033" y="7154"/>
                </a:lnTo>
                <a:lnTo>
                  <a:pt x="17009" y="7884"/>
                </a:lnTo>
                <a:lnTo>
                  <a:pt x="16984" y="8614"/>
                </a:lnTo>
                <a:lnTo>
                  <a:pt x="16936" y="9247"/>
                </a:lnTo>
                <a:lnTo>
                  <a:pt x="16911" y="9879"/>
                </a:lnTo>
                <a:lnTo>
                  <a:pt x="16911" y="10488"/>
                </a:lnTo>
                <a:lnTo>
                  <a:pt x="16936" y="11120"/>
                </a:lnTo>
                <a:lnTo>
                  <a:pt x="16376" y="11193"/>
                </a:lnTo>
                <a:lnTo>
                  <a:pt x="16425" y="10488"/>
                </a:lnTo>
                <a:lnTo>
                  <a:pt x="16449" y="9758"/>
                </a:lnTo>
                <a:lnTo>
                  <a:pt x="16473" y="8298"/>
                </a:lnTo>
                <a:lnTo>
                  <a:pt x="16473" y="7592"/>
                </a:lnTo>
                <a:lnTo>
                  <a:pt x="16449" y="6886"/>
                </a:lnTo>
                <a:lnTo>
                  <a:pt x="16449" y="6594"/>
                </a:lnTo>
                <a:lnTo>
                  <a:pt x="16425" y="6448"/>
                </a:lnTo>
                <a:lnTo>
                  <a:pt x="16400" y="6302"/>
                </a:lnTo>
                <a:lnTo>
                  <a:pt x="16717" y="6278"/>
                </a:lnTo>
                <a:lnTo>
                  <a:pt x="17033" y="6254"/>
                </a:lnTo>
                <a:close/>
                <a:moveTo>
                  <a:pt x="10147" y="3334"/>
                </a:moveTo>
                <a:lnTo>
                  <a:pt x="10415" y="3407"/>
                </a:lnTo>
                <a:lnTo>
                  <a:pt x="10682" y="3431"/>
                </a:lnTo>
                <a:lnTo>
                  <a:pt x="10950" y="3407"/>
                </a:lnTo>
                <a:lnTo>
                  <a:pt x="11242" y="3407"/>
                </a:lnTo>
                <a:lnTo>
                  <a:pt x="11218" y="3455"/>
                </a:lnTo>
                <a:lnTo>
                  <a:pt x="11218" y="3528"/>
                </a:lnTo>
                <a:lnTo>
                  <a:pt x="11242" y="3626"/>
                </a:lnTo>
                <a:lnTo>
                  <a:pt x="11266" y="3699"/>
                </a:lnTo>
                <a:lnTo>
                  <a:pt x="11315" y="3772"/>
                </a:lnTo>
                <a:lnTo>
                  <a:pt x="11388" y="3820"/>
                </a:lnTo>
                <a:lnTo>
                  <a:pt x="11485" y="3869"/>
                </a:lnTo>
                <a:lnTo>
                  <a:pt x="11607" y="3869"/>
                </a:lnTo>
                <a:lnTo>
                  <a:pt x="11704" y="3820"/>
                </a:lnTo>
                <a:lnTo>
                  <a:pt x="11801" y="3772"/>
                </a:lnTo>
                <a:lnTo>
                  <a:pt x="11850" y="3723"/>
                </a:lnTo>
                <a:lnTo>
                  <a:pt x="11874" y="3650"/>
                </a:lnTo>
                <a:lnTo>
                  <a:pt x="11899" y="3528"/>
                </a:lnTo>
                <a:lnTo>
                  <a:pt x="11874" y="3431"/>
                </a:lnTo>
                <a:lnTo>
                  <a:pt x="11874" y="3382"/>
                </a:lnTo>
                <a:lnTo>
                  <a:pt x="12823" y="3382"/>
                </a:lnTo>
                <a:lnTo>
                  <a:pt x="12823" y="3626"/>
                </a:lnTo>
                <a:lnTo>
                  <a:pt x="12848" y="3820"/>
                </a:lnTo>
                <a:lnTo>
                  <a:pt x="12896" y="4380"/>
                </a:lnTo>
                <a:lnTo>
                  <a:pt x="12969" y="4940"/>
                </a:lnTo>
                <a:lnTo>
                  <a:pt x="12994" y="5499"/>
                </a:lnTo>
                <a:lnTo>
                  <a:pt x="12994" y="6059"/>
                </a:lnTo>
                <a:lnTo>
                  <a:pt x="12945" y="7397"/>
                </a:lnTo>
                <a:lnTo>
                  <a:pt x="12896" y="8711"/>
                </a:lnTo>
                <a:lnTo>
                  <a:pt x="12896" y="9320"/>
                </a:lnTo>
                <a:lnTo>
                  <a:pt x="12896" y="9928"/>
                </a:lnTo>
                <a:lnTo>
                  <a:pt x="12896" y="11120"/>
                </a:lnTo>
                <a:lnTo>
                  <a:pt x="12458" y="11096"/>
                </a:lnTo>
                <a:lnTo>
                  <a:pt x="12020" y="11096"/>
                </a:lnTo>
                <a:lnTo>
                  <a:pt x="12020" y="11023"/>
                </a:lnTo>
                <a:lnTo>
                  <a:pt x="12020" y="10925"/>
                </a:lnTo>
                <a:lnTo>
                  <a:pt x="11996" y="10852"/>
                </a:lnTo>
                <a:lnTo>
                  <a:pt x="11947" y="10779"/>
                </a:lnTo>
                <a:lnTo>
                  <a:pt x="11899" y="10731"/>
                </a:lnTo>
                <a:lnTo>
                  <a:pt x="11850" y="10682"/>
                </a:lnTo>
                <a:lnTo>
                  <a:pt x="11777" y="10633"/>
                </a:lnTo>
                <a:lnTo>
                  <a:pt x="11704" y="10609"/>
                </a:lnTo>
                <a:lnTo>
                  <a:pt x="11534" y="10609"/>
                </a:lnTo>
                <a:lnTo>
                  <a:pt x="11461" y="10633"/>
                </a:lnTo>
                <a:lnTo>
                  <a:pt x="11388" y="10682"/>
                </a:lnTo>
                <a:lnTo>
                  <a:pt x="11339" y="10731"/>
                </a:lnTo>
                <a:lnTo>
                  <a:pt x="11291" y="10779"/>
                </a:lnTo>
                <a:lnTo>
                  <a:pt x="11242" y="10852"/>
                </a:lnTo>
                <a:lnTo>
                  <a:pt x="11218" y="10925"/>
                </a:lnTo>
                <a:lnTo>
                  <a:pt x="11218" y="11023"/>
                </a:lnTo>
                <a:lnTo>
                  <a:pt x="11242" y="11120"/>
                </a:lnTo>
                <a:lnTo>
                  <a:pt x="10853" y="11144"/>
                </a:lnTo>
                <a:lnTo>
                  <a:pt x="10463" y="11217"/>
                </a:lnTo>
                <a:lnTo>
                  <a:pt x="10415" y="10852"/>
                </a:lnTo>
                <a:lnTo>
                  <a:pt x="10366" y="10488"/>
                </a:lnTo>
                <a:lnTo>
                  <a:pt x="10342" y="9758"/>
                </a:lnTo>
                <a:lnTo>
                  <a:pt x="10317" y="8322"/>
                </a:lnTo>
                <a:lnTo>
                  <a:pt x="10317" y="7251"/>
                </a:lnTo>
                <a:lnTo>
                  <a:pt x="10293" y="6716"/>
                </a:lnTo>
                <a:lnTo>
                  <a:pt x="10269" y="6205"/>
                </a:lnTo>
                <a:lnTo>
                  <a:pt x="10171" y="4502"/>
                </a:lnTo>
                <a:lnTo>
                  <a:pt x="10147" y="3699"/>
                </a:lnTo>
                <a:lnTo>
                  <a:pt x="10147" y="3334"/>
                </a:lnTo>
                <a:close/>
                <a:moveTo>
                  <a:pt x="16035" y="6302"/>
                </a:moveTo>
                <a:lnTo>
                  <a:pt x="16035" y="6448"/>
                </a:lnTo>
                <a:lnTo>
                  <a:pt x="16035" y="6594"/>
                </a:lnTo>
                <a:lnTo>
                  <a:pt x="16060" y="6886"/>
                </a:lnTo>
                <a:lnTo>
                  <a:pt x="16060" y="7592"/>
                </a:lnTo>
                <a:lnTo>
                  <a:pt x="16035" y="8298"/>
                </a:lnTo>
                <a:lnTo>
                  <a:pt x="16011" y="9028"/>
                </a:lnTo>
                <a:lnTo>
                  <a:pt x="15962" y="9758"/>
                </a:lnTo>
                <a:lnTo>
                  <a:pt x="15938" y="10488"/>
                </a:lnTo>
                <a:lnTo>
                  <a:pt x="15938" y="10852"/>
                </a:lnTo>
                <a:lnTo>
                  <a:pt x="15962" y="11217"/>
                </a:lnTo>
                <a:lnTo>
                  <a:pt x="15719" y="11217"/>
                </a:lnTo>
                <a:lnTo>
                  <a:pt x="15743" y="11169"/>
                </a:lnTo>
                <a:lnTo>
                  <a:pt x="15768" y="10852"/>
                </a:lnTo>
                <a:lnTo>
                  <a:pt x="15768" y="10536"/>
                </a:lnTo>
                <a:lnTo>
                  <a:pt x="15743" y="10220"/>
                </a:lnTo>
                <a:lnTo>
                  <a:pt x="15743" y="9904"/>
                </a:lnTo>
                <a:lnTo>
                  <a:pt x="15743" y="9198"/>
                </a:lnTo>
                <a:lnTo>
                  <a:pt x="15743" y="8517"/>
                </a:lnTo>
                <a:lnTo>
                  <a:pt x="15695" y="7884"/>
                </a:lnTo>
                <a:lnTo>
                  <a:pt x="15622" y="7251"/>
                </a:lnTo>
                <a:lnTo>
                  <a:pt x="15622" y="7008"/>
                </a:lnTo>
                <a:lnTo>
                  <a:pt x="15622" y="6765"/>
                </a:lnTo>
                <a:lnTo>
                  <a:pt x="15670" y="6302"/>
                </a:lnTo>
                <a:close/>
                <a:moveTo>
                  <a:pt x="15354" y="6302"/>
                </a:moveTo>
                <a:lnTo>
                  <a:pt x="15281" y="6546"/>
                </a:lnTo>
                <a:lnTo>
                  <a:pt x="15257" y="6813"/>
                </a:lnTo>
                <a:lnTo>
                  <a:pt x="15232" y="7081"/>
                </a:lnTo>
                <a:lnTo>
                  <a:pt x="15232" y="7349"/>
                </a:lnTo>
                <a:lnTo>
                  <a:pt x="15305" y="7884"/>
                </a:lnTo>
                <a:lnTo>
                  <a:pt x="15354" y="8395"/>
                </a:lnTo>
                <a:lnTo>
                  <a:pt x="15354" y="8760"/>
                </a:lnTo>
                <a:lnTo>
                  <a:pt x="15354" y="9149"/>
                </a:lnTo>
                <a:lnTo>
                  <a:pt x="15330" y="9904"/>
                </a:lnTo>
                <a:lnTo>
                  <a:pt x="15305" y="10220"/>
                </a:lnTo>
                <a:lnTo>
                  <a:pt x="15305" y="10585"/>
                </a:lnTo>
                <a:lnTo>
                  <a:pt x="15330" y="10925"/>
                </a:lnTo>
                <a:lnTo>
                  <a:pt x="15378" y="11071"/>
                </a:lnTo>
                <a:lnTo>
                  <a:pt x="15427" y="11242"/>
                </a:lnTo>
                <a:lnTo>
                  <a:pt x="15208" y="11242"/>
                </a:lnTo>
                <a:lnTo>
                  <a:pt x="15232" y="11193"/>
                </a:lnTo>
                <a:lnTo>
                  <a:pt x="15232" y="11120"/>
                </a:lnTo>
                <a:lnTo>
                  <a:pt x="15184" y="10755"/>
                </a:lnTo>
                <a:lnTo>
                  <a:pt x="15135" y="10366"/>
                </a:lnTo>
                <a:lnTo>
                  <a:pt x="15086" y="9636"/>
                </a:lnTo>
                <a:lnTo>
                  <a:pt x="15062" y="8882"/>
                </a:lnTo>
                <a:lnTo>
                  <a:pt x="15013" y="8127"/>
                </a:lnTo>
                <a:lnTo>
                  <a:pt x="14989" y="7543"/>
                </a:lnTo>
                <a:lnTo>
                  <a:pt x="14989" y="6959"/>
                </a:lnTo>
                <a:lnTo>
                  <a:pt x="14989" y="6789"/>
                </a:lnTo>
                <a:lnTo>
                  <a:pt x="15013" y="6619"/>
                </a:lnTo>
                <a:lnTo>
                  <a:pt x="15038" y="6473"/>
                </a:lnTo>
                <a:lnTo>
                  <a:pt x="15038" y="6302"/>
                </a:lnTo>
                <a:close/>
                <a:moveTo>
                  <a:pt x="4575" y="10633"/>
                </a:moveTo>
                <a:lnTo>
                  <a:pt x="4575" y="10950"/>
                </a:lnTo>
                <a:lnTo>
                  <a:pt x="4599" y="11290"/>
                </a:lnTo>
                <a:lnTo>
                  <a:pt x="4429" y="11242"/>
                </a:lnTo>
                <a:lnTo>
                  <a:pt x="4258" y="11217"/>
                </a:lnTo>
                <a:lnTo>
                  <a:pt x="3893" y="11217"/>
                </a:lnTo>
                <a:lnTo>
                  <a:pt x="4088" y="11047"/>
                </a:lnTo>
                <a:lnTo>
                  <a:pt x="4283" y="10852"/>
                </a:lnTo>
                <a:lnTo>
                  <a:pt x="4575" y="10633"/>
                </a:lnTo>
                <a:close/>
                <a:moveTo>
                  <a:pt x="4648" y="8711"/>
                </a:moveTo>
                <a:lnTo>
                  <a:pt x="4648" y="8882"/>
                </a:lnTo>
                <a:lnTo>
                  <a:pt x="4599" y="9952"/>
                </a:lnTo>
                <a:lnTo>
                  <a:pt x="4550" y="9952"/>
                </a:lnTo>
                <a:lnTo>
                  <a:pt x="4477" y="10001"/>
                </a:lnTo>
                <a:lnTo>
                  <a:pt x="4404" y="10074"/>
                </a:lnTo>
                <a:lnTo>
                  <a:pt x="4283" y="10196"/>
                </a:lnTo>
                <a:lnTo>
                  <a:pt x="3942" y="10536"/>
                </a:lnTo>
                <a:lnTo>
                  <a:pt x="3626" y="10828"/>
                </a:lnTo>
                <a:lnTo>
                  <a:pt x="3480" y="10974"/>
                </a:lnTo>
                <a:lnTo>
                  <a:pt x="3358" y="11169"/>
                </a:lnTo>
                <a:lnTo>
                  <a:pt x="3334" y="11242"/>
                </a:lnTo>
                <a:lnTo>
                  <a:pt x="3237" y="11242"/>
                </a:lnTo>
                <a:lnTo>
                  <a:pt x="2653" y="11266"/>
                </a:lnTo>
                <a:lnTo>
                  <a:pt x="2044" y="11315"/>
                </a:lnTo>
                <a:lnTo>
                  <a:pt x="2044" y="11315"/>
                </a:lnTo>
                <a:lnTo>
                  <a:pt x="2069" y="11144"/>
                </a:lnTo>
                <a:lnTo>
                  <a:pt x="2093" y="11193"/>
                </a:lnTo>
                <a:lnTo>
                  <a:pt x="2142" y="11217"/>
                </a:lnTo>
                <a:lnTo>
                  <a:pt x="2190" y="11242"/>
                </a:lnTo>
                <a:lnTo>
                  <a:pt x="2239" y="11217"/>
                </a:lnTo>
                <a:lnTo>
                  <a:pt x="2409" y="11120"/>
                </a:lnTo>
                <a:lnTo>
                  <a:pt x="2555" y="11023"/>
                </a:lnTo>
                <a:lnTo>
                  <a:pt x="2823" y="10779"/>
                </a:lnTo>
                <a:lnTo>
                  <a:pt x="3261" y="10415"/>
                </a:lnTo>
                <a:lnTo>
                  <a:pt x="3650" y="10050"/>
                </a:lnTo>
                <a:lnTo>
                  <a:pt x="3845" y="9831"/>
                </a:lnTo>
                <a:lnTo>
                  <a:pt x="4039" y="9612"/>
                </a:lnTo>
                <a:lnTo>
                  <a:pt x="4356" y="9125"/>
                </a:lnTo>
                <a:lnTo>
                  <a:pt x="4648" y="8711"/>
                </a:lnTo>
                <a:close/>
                <a:moveTo>
                  <a:pt x="6035" y="536"/>
                </a:moveTo>
                <a:lnTo>
                  <a:pt x="6327" y="560"/>
                </a:lnTo>
                <a:lnTo>
                  <a:pt x="6619" y="584"/>
                </a:lnTo>
                <a:lnTo>
                  <a:pt x="7203" y="584"/>
                </a:lnTo>
                <a:lnTo>
                  <a:pt x="7592" y="609"/>
                </a:lnTo>
                <a:lnTo>
                  <a:pt x="8346" y="609"/>
                </a:lnTo>
                <a:lnTo>
                  <a:pt x="8736" y="560"/>
                </a:lnTo>
                <a:lnTo>
                  <a:pt x="8663" y="803"/>
                </a:lnTo>
                <a:lnTo>
                  <a:pt x="8638" y="1047"/>
                </a:lnTo>
                <a:lnTo>
                  <a:pt x="8638" y="1436"/>
                </a:lnTo>
                <a:lnTo>
                  <a:pt x="8638" y="1971"/>
                </a:lnTo>
                <a:lnTo>
                  <a:pt x="8687" y="2531"/>
                </a:lnTo>
                <a:lnTo>
                  <a:pt x="8711" y="3066"/>
                </a:lnTo>
                <a:lnTo>
                  <a:pt x="8711" y="3626"/>
                </a:lnTo>
                <a:lnTo>
                  <a:pt x="8687" y="4575"/>
                </a:lnTo>
                <a:lnTo>
                  <a:pt x="8711" y="5499"/>
                </a:lnTo>
                <a:lnTo>
                  <a:pt x="8760" y="7373"/>
                </a:lnTo>
                <a:lnTo>
                  <a:pt x="8833" y="9271"/>
                </a:lnTo>
                <a:lnTo>
                  <a:pt x="8857" y="11144"/>
                </a:lnTo>
                <a:lnTo>
                  <a:pt x="7178" y="11144"/>
                </a:lnTo>
                <a:lnTo>
                  <a:pt x="6911" y="11169"/>
                </a:lnTo>
                <a:lnTo>
                  <a:pt x="6643" y="11169"/>
                </a:lnTo>
                <a:lnTo>
                  <a:pt x="6400" y="11217"/>
                </a:lnTo>
                <a:lnTo>
                  <a:pt x="6156" y="11315"/>
                </a:lnTo>
                <a:lnTo>
                  <a:pt x="6132" y="11023"/>
                </a:lnTo>
                <a:lnTo>
                  <a:pt x="6132" y="10731"/>
                </a:lnTo>
                <a:lnTo>
                  <a:pt x="6132" y="10147"/>
                </a:lnTo>
                <a:lnTo>
                  <a:pt x="6059" y="8711"/>
                </a:lnTo>
                <a:lnTo>
                  <a:pt x="6035" y="7933"/>
                </a:lnTo>
                <a:lnTo>
                  <a:pt x="6035" y="7178"/>
                </a:lnTo>
                <a:lnTo>
                  <a:pt x="6083" y="6424"/>
                </a:lnTo>
                <a:lnTo>
                  <a:pt x="6132" y="5645"/>
                </a:lnTo>
                <a:lnTo>
                  <a:pt x="6229" y="4210"/>
                </a:lnTo>
                <a:lnTo>
                  <a:pt x="6254" y="3480"/>
                </a:lnTo>
                <a:lnTo>
                  <a:pt x="6254" y="3115"/>
                </a:lnTo>
                <a:lnTo>
                  <a:pt x="6229" y="2750"/>
                </a:lnTo>
                <a:lnTo>
                  <a:pt x="6035" y="1485"/>
                </a:lnTo>
                <a:lnTo>
                  <a:pt x="6035" y="1241"/>
                </a:lnTo>
                <a:lnTo>
                  <a:pt x="6035" y="1022"/>
                </a:lnTo>
                <a:lnTo>
                  <a:pt x="6035" y="536"/>
                </a:lnTo>
                <a:close/>
                <a:moveTo>
                  <a:pt x="14721" y="6327"/>
                </a:moveTo>
                <a:lnTo>
                  <a:pt x="14624" y="6497"/>
                </a:lnTo>
                <a:lnTo>
                  <a:pt x="14600" y="6716"/>
                </a:lnTo>
                <a:lnTo>
                  <a:pt x="14575" y="6959"/>
                </a:lnTo>
                <a:lnTo>
                  <a:pt x="14551" y="7203"/>
                </a:lnTo>
                <a:lnTo>
                  <a:pt x="14575" y="7665"/>
                </a:lnTo>
                <a:lnTo>
                  <a:pt x="14600" y="8006"/>
                </a:lnTo>
                <a:lnTo>
                  <a:pt x="14673" y="9612"/>
                </a:lnTo>
                <a:lnTo>
                  <a:pt x="14721" y="10439"/>
                </a:lnTo>
                <a:lnTo>
                  <a:pt x="14770" y="10828"/>
                </a:lnTo>
                <a:lnTo>
                  <a:pt x="14843" y="11242"/>
                </a:lnTo>
                <a:lnTo>
                  <a:pt x="14843" y="11266"/>
                </a:lnTo>
                <a:lnTo>
                  <a:pt x="14600" y="11290"/>
                </a:lnTo>
                <a:lnTo>
                  <a:pt x="14381" y="11339"/>
                </a:lnTo>
                <a:lnTo>
                  <a:pt x="14454" y="10755"/>
                </a:lnTo>
                <a:lnTo>
                  <a:pt x="14502" y="10171"/>
                </a:lnTo>
                <a:lnTo>
                  <a:pt x="14502" y="9587"/>
                </a:lnTo>
                <a:lnTo>
                  <a:pt x="14478" y="9003"/>
                </a:lnTo>
                <a:lnTo>
                  <a:pt x="14429" y="7689"/>
                </a:lnTo>
                <a:lnTo>
                  <a:pt x="14405" y="7008"/>
                </a:lnTo>
                <a:lnTo>
                  <a:pt x="14356" y="6375"/>
                </a:lnTo>
                <a:lnTo>
                  <a:pt x="14721" y="6327"/>
                </a:lnTo>
                <a:close/>
                <a:moveTo>
                  <a:pt x="12361" y="2871"/>
                </a:moveTo>
                <a:lnTo>
                  <a:pt x="11680" y="2920"/>
                </a:lnTo>
                <a:lnTo>
                  <a:pt x="10901" y="2944"/>
                </a:lnTo>
                <a:lnTo>
                  <a:pt x="10512" y="2944"/>
                </a:lnTo>
                <a:lnTo>
                  <a:pt x="10147" y="2993"/>
                </a:lnTo>
                <a:lnTo>
                  <a:pt x="10074" y="3042"/>
                </a:lnTo>
                <a:lnTo>
                  <a:pt x="10025" y="3090"/>
                </a:lnTo>
                <a:lnTo>
                  <a:pt x="10001" y="3090"/>
                </a:lnTo>
                <a:lnTo>
                  <a:pt x="9904" y="3139"/>
                </a:lnTo>
                <a:lnTo>
                  <a:pt x="9831" y="3212"/>
                </a:lnTo>
                <a:lnTo>
                  <a:pt x="9806" y="3334"/>
                </a:lnTo>
                <a:lnTo>
                  <a:pt x="9782" y="3455"/>
                </a:lnTo>
                <a:lnTo>
                  <a:pt x="9758" y="3723"/>
                </a:lnTo>
                <a:lnTo>
                  <a:pt x="9782" y="3918"/>
                </a:lnTo>
                <a:lnTo>
                  <a:pt x="9782" y="4429"/>
                </a:lnTo>
                <a:lnTo>
                  <a:pt x="9806" y="4940"/>
                </a:lnTo>
                <a:lnTo>
                  <a:pt x="9855" y="5937"/>
                </a:lnTo>
                <a:lnTo>
                  <a:pt x="9879" y="7032"/>
                </a:lnTo>
                <a:lnTo>
                  <a:pt x="9904" y="8127"/>
                </a:lnTo>
                <a:lnTo>
                  <a:pt x="9928" y="9758"/>
                </a:lnTo>
                <a:lnTo>
                  <a:pt x="9952" y="10560"/>
                </a:lnTo>
                <a:lnTo>
                  <a:pt x="10001" y="10974"/>
                </a:lnTo>
                <a:lnTo>
                  <a:pt x="10050" y="11363"/>
                </a:lnTo>
                <a:lnTo>
                  <a:pt x="10025" y="11388"/>
                </a:lnTo>
                <a:lnTo>
                  <a:pt x="10001" y="11436"/>
                </a:lnTo>
                <a:lnTo>
                  <a:pt x="10001" y="11534"/>
                </a:lnTo>
                <a:lnTo>
                  <a:pt x="10025" y="11631"/>
                </a:lnTo>
                <a:lnTo>
                  <a:pt x="10074" y="11655"/>
                </a:lnTo>
                <a:lnTo>
                  <a:pt x="10123" y="11680"/>
                </a:lnTo>
                <a:lnTo>
                  <a:pt x="10171" y="11680"/>
                </a:lnTo>
                <a:lnTo>
                  <a:pt x="10244" y="11704"/>
                </a:lnTo>
                <a:lnTo>
                  <a:pt x="10317" y="11704"/>
                </a:lnTo>
                <a:lnTo>
                  <a:pt x="10585" y="11728"/>
                </a:lnTo>
                <a:lnTo>
                  <a:pt x="10853" y="11704"/>
                </a:lnTo>
                <a:lnTo>
                  <a:pt x="11364" y="11655"/>
                </a:lnTo>
                <a:lnTo>
                  <a:pt x="12142" y="11631"/>
                </a:lnTo>
                <a:lnTo>
                  <a:pt x="12921" y="11607"/>
                </a:lnTo>
                <a:lnTo>
                  <a:pt x="12969" y="11655"/>
                </a:lnTo>
                <a:lnTo>
                  <a:pt x="13042" y="11680"/>
                </a:lnTo>
                <a:lnTo>
                  <a:pt x="13091" y="11704"/>
                </a:lnTo>
                <a:lnTo>
                  <a:pt x="13164" y="11680"/>
                </a:lnTo>
                <a:lnTo>
                  <a:pt x="13237" y="11655"/>
                </a:lnTo>
                <a:lnTo>
                  <a:pt x="13286" y="11607"/>
                </a:lnTo>
                <a:lnTo>
                  <a:pt x="13334" y="11558"/>
                </a:lnTo>
                <a:lnTo>
                  <a:pt x="13359" y="11461"/>
                </a:lnTo>
                <a:lnTo>
                  <a:pt x="13383" y="10877"/>
                </a:lnTo>
                <a:lnTo>
                  <a:pt x="13383" y="10293"/>
                </a:lnTo>
                <a:lnTo>
                  <a:pt x="13359" y="9685"/>
                </a:lnTo>
                <a:lnTo>
                  <a:pt x="13359" y="9101"/>
                </a:lnTo>
                <a:lnTo>
                  <a:pt x="13432" y="6619"/>
                </a:lnTo>
                <a:lnTo>
                  <a:pt x="13432" y="6059"/>
                </a:lnTo>
                <a:lnTo>
                  <a:pt x="13432" y="5524"/>
                </a:lnTo>
                <a:lnTo>
                  <a:pt x="13407" y="4964"/>
                </a:lnTo>
                <a:lnTo>
                  <a:pt x="13334" y="4404"/>
                </a:lnTo>
                <a:lnTo>
                  <a:pt x="13213" y="3723"/>
                </a:lnTo>
                <a:lnTo>
                  <a:pt x="13188" y="3480"/>
                </a:lnTo>
                <a:lnTo>
                  <a:pt x="13188" y="3212"/>
                </a:lnTo>
                <a:lnTo>
                  <a:pt x="13213" y="3139"/>
                </a:lnTo>
                <a:lnTo>
                  <a:pt x="13188" y="3042"/>
                </a:lnTo>
                <a:lnTo>
                  <a:pt x="13140" y="2969"/>
                </a:lnTo>
                <a:lnTo>
                  <a:pt x="13042" y="2920"/>
                </a:lnTo>
                <a:lnTo>
                  <a:pt x="12896" y="2871"/>
                </a:lnTo>
                <a:close/>
                <a:moveTo>
                  <a:pt x="3188" y="5816"/>
                </a:moveTo>
                <a:lnTo>
                  <a:pt x="2823" y="5840"/>
                </a:lnTo>
                <a:lnTo>
                  <a:pt x="2458" y="5864"/>
                </a:lnTo>
                <a:lnTo>
                  <a:pt x="2093" y="5937"/>
                </a:lnTo>
                <a:lnTo>
                  <a:pt x="1923" y="5986"/>
                </a:lnTo>
                <a:lnTo>
                  <a:pt x="1752" y="6035"/>
                </a:lnTo>
                <a:lnTo>
                  <a:pt x="1679" y="6059"/>
                </a:lnTo>
                <a:lnTo>
                  <a:pt x="1631" y="6083"/>
                </a:lnTo>
                <a:lnTo>
                  <a:pt x="1631" y="6108"/>
                </a:lnTo>
                <a:lnTo>
                  <a:pt x="1582" y="6181"/>
                </a:lnTo>
                <a:lnTo>
                  <a:pt x="1582" y="6278"/>
                </a:lnTo>
                <a:lnTo>
                  <a:pt x="1606" y="6351"/>
                </a:lnTo>
                <a:lnTo>
                  <a:pt x="1655" y="6400"/>
                </a:lnTo>
                <a:lnTo>
                  <a:pt x="1704" y="7032"/>
                </a:lnTo>
                <a:lnTo>
                  <a:pt x="1704" y="7665"/>
                </a:lnTo>
                <a:lnTo>
                  <a:pt x="1704" y="8930"/>
                </a:lnTo>
                <a:lnTo>
                  <a:pt x="1606" y="11461"/>
                </a:lnTo>
                <a:lnTo>
                  <a:pt x="1631" y="11558"/>
                </a:lnTo>
                <a:lnTo>
                  <a:pt x="1655" y="11631"/>
                </a:lnTo>
                <a:lnTo>
                  <a:pt x="1728" y="11655"/>
                </a:lnTo>
                <a:lnTo>
                  <a:pt x="1801" y="11680"/>
                </a:lnTo>
                <a:lnTo>
                  <a:pt x="1947" y="11728"/>
                </a:lnTo>
                <a:lnTo>
                  <a:pt x="2117" y="11753"/>
                </a:lnTo>
                <a:lnTo>
                  <a:pt x="2434" y="11753"/>
                </a:lnTo>
                <a:lnTo>
                  <a:pt x="2750" y="11728"/>
                </a:lnTo>
                <a:lnTo>
                  <a:pt x="3066" y="11704"/>
                </a:lnTo>
                <a:lnTo>
                  <a:pt x="3942" y="11704"/>
                </a:lnTo>
                <a:lnTo>
                  <a:pt x="4356" y="11728"/>
                </a:lnTo>
                <a:lnTo>
                  <a:pt x="4575" y="11728"/>
                </a:lnTo>
                <a:lnTo>
                  <a:pt x="4794" y="11704"/>
                </a:lnTo>
                <a:lnTo>
                  <a:pt x="4891" y="11680"/>
                </a:lnTo>
                <a:lnTo>
                  <a:pt x="4964" y="11655"/>
                </a:lnTo>
                <a:lnTo>
                  <a:pt x="5013" y="11582"/>
                </a:lnTo>
                <a:lnTo>
                  <a:pt x="5013" y="11509"/>
                </a:lnTo>
                <a:lnTo>
                  <a:pt x="4988" y="11169"/>
                </a:lnTo>
                <a:lnTo>
                  <a:pt x="4964" y="10852"/>
                </a:lnTo>
                <a:lnTo>
                  <a:pt x="4988" y="10196"/>
                </a:lnTo>
                <a:lnTo>
                  <a:pt x="5037" y="8882"/>
                </a:lnTo>
                <a:lnTo>
                  <a:pt x="5086" y="7178"/>
                </a:lnTo>
                <a:lnTo>
                  <a:pt x="5110" y="6692"/>
                </a:lnTo>
                <a:lnTo>
                  <a:pt x="5110" y="6448"/>
                </a:lnTo>
                <a:lnTo>
                  <a:pt x="5086" y="6205"/>
                </a:lnTo>
                <a:lnTo>
                  <a:pt x="5061" y="6132"/>
                </a:lnTo>
                <a:lnTo>
                  <a:pt x="5037" y="6035"/>
                </a:lnTo>
                <a:lnTo>
                  <a:pt x="4988" y="5962"/>
                </a:lnTo>
                <a:lnTo>
                  <a:pt x="4915" y="5889"/>
                </a:lnTo>
                <a:lnTo>
                  <a:pt x="4818" y="5864"/>
                </a:lnTo>
                <a:lnTo>
                  <a:pt x="3991" y="5816"/>
                </a:lnTo>
                <a:close/>
                <a:moveTo>
                  <a:pt x="5889" y="25"/>
                </a:moveTo>
                <a:lnTo>
                  <a:pt x="5816" y="49"/>
                </a:lnTo>
                <a:lnTo>
                  <a:pt x="5743" y="98"/>
                </a:lnTo>
                <a:lnTo>
                  <a:pt x="5670" y="219"/>
                </a:lnTo>
                <a:lnTo>
                  <a:pt x="5621" y="341"/>
                </a:lnTo>
                <a:lnTo>
                  <a:pt x="5548" y="609"/>
                </a:lnTo>
                <a:lnTo>
                  <a:pt x="5524" y="901"/>
                </a:lnTo>
                <a:lnTo>
                  <a:pt x="5524" y="1193"/>
                </a:lnTo>
                <a:lnTo>
                  <a:pt x="5548" y="1509"/>
                </a:lnTo>
                <a:lnTo>
                  <a:pt x="5572" y="1801"/>
                </a:lnTo>
                <a:lnTo>
                  <a:pt x="5670" y="2361"/>
                </a:lnTo>
                <a:lnTo>
                  <a:pt x="5718" y="2750"/>
                </a:lnTo>
                <a:lnTo>
                  <a:pt x="5743" y="3139"/>
                </a:lnTo>
                <a:lnTo>
                  <a:pt x="5743" y="3528"/>
                </a:lnTo>
                <a:lnTo>
                  <a:pt x="5718" y="3918"/>
                </a:lnTo>
                <a:lnTo>
                  <a:pt x="5694" y="4672"/>
                </a:lnTo>
                <a:lnTo>
                  <a:pt x="5621" y="5475"/>
                </a:lnTo>
                <a:lnTo>
                  <a:pt x="5572" y="6278"/>
                </a:lnTo>
                <a:lnTo>
                  <a:pt x="5548" y="7081"/>
                </a:lnTo>
                <a:lnTo>
                  <a:pt x="5524" y="7908"/>
                </a:lnTo>
                <a:lnTo>
                  <a:pt x="5548" y="8711"/>
                </a:lnTo>
                <a:lnTo>
                  <a:pt x="5645" y="10293"/>
                </a:lnTo>
                <a:lnTo>
                  <a:pt x="5645" y="10925"/>
                </a:lnTo>
                <a:lnTo>
                  <a:pt x="5670" y="11242"/>
                </a:lnTo>
                <a:lnTo>
                  <a:pt x="5718" y="11558"/>
                </a:lnTo>
                <a:lnTo>
                  <a:pt x="5743" y="11631"/>
                </a:lnTo>
                <a:lnTo>
                  <a:pt x="5767" y="11680"/>
                </a:lnTo>
                <a:lnTo>
                  <a:pt x="5816" y="11728"/>
                </a:lnTo>
                <a:lnTo>
                  <a:pt x="5986" y="11728"/>
                </a:lnTo>
                <a:lnTo>
                  <a:pt x="6108" y="11680"/>
                </a:lnTo>
                <a:lnTo>
                  <a:pt x="6351" y="11728"/>
                </a:lnTo>
                <a:lnTo>
                  <a:pt x="6619" y="11753"/>
                </a:lnTo>
                <a:lnTo>
                  <a:pt x="8030" y="11753"/>
                </a:lnTo>
                <a:lnTo>
                  <a:pt x="8857" y="11728"/>
                </a:lnTo>
                <a:lnTo>
                  <a:pt x="8955" y="11704"/>
                </a:lnTo>
                <a:lnTo>
                  <a:pt x="9028" y="11680"/>
                </a:lnTo>
                <a:lnTo>
                  <a:pt x="9149" y="11680"/>
                </a:lnTo>
                <a:lnTo>
                  <a:pt x="9271" y="11655"/>
                </a:lnTo>
                <a:lnTo>
                  <a:pt x="9320" y="11607"/>
                </a:lnTo>
                <a:lnTo>
                  <a:pt x="9344" y="11582"/>
                </a:lnTo>
                <a:lnTo>
                  <a:pt x="9368" y="11509"/>
                </a:lnTo>
                <a:lnTo>
                  <a:pt x="9393" y="11436"/>
                </a:lnTo>
                <a:lnTo>
                  <a:pt x="9368" y="9563"/>
                </a:lnTo>
                <a:lnTo>
                  <a:pt x="9295" y="7714"/>
                </a:lnTo>
                <a:lnTo>
                  <a:pt x="9222" y="5840"/>
                </a:lnTo>
                <a:lnTo>
                  <a:pt x="9198" y="4915"/>
                </a:lnTo>
                <a:lnTo>
                  <a:pt x="9198" y="3991"/>
                </a:lnTo>
                <a:lnTo>
                  <a:pt x="9198" y="3431"/>
                </a:lnTo>
                <a:lnTo>
                  <a:pt x="9174" y="2871"/>
                </a:lnTo>
                <a:lnTo>
                  <a:pt x="9125" y="2312"/>
                </a:lnTo>
                <a:lnTo>
                  <a:pt x="9076" y="1752"/>
                </a:lnTo>
                <a:lnTo>
                  <a:pt x="9052" y="1266"/>
                </a:lnTo>
                <a:lnTo>
                  <a:pt x="9052" y="803"/>
                </a:lnTo>
                <a:lnTo>
                  <a:pt x="9076" y="609"/>
                </a:lnTo>
                <a:lnTo>
                  <a:pt x="9076" y="487"/>
                </a:lnTo>
                <a:lnTo>
                  <a:pt x="9076" y="463"/>
                </a:lnTo>
                <a:lnTo>
                  <a:pt x="9052" y="414"/>
                </a:lnTo>
                <a:lnTo>
                  <a:pt x="9076" y="341"/>
                </a:lnTo>
                <a:lnTo>
                  <a:pt x="9076" y="268"/>
                </a:lnTo>
                <a:lnTo>
                  <a:pt x="9052" y="195"/>
                </a:lnTo>
                <a:lnTo>
                  <a:pt x="9003" y="146"/>
                </a:lnTo>
                <a:lnTo>
                  <a:pt x="8955" y="73"/>
                </a:lnTo>
                <a:lnTo>
                  <a:pt x="8906" y="25"/>
                </a:lnTo>
                <a:lnTo>
                  <a:pt x="8736" y="25"/>
                </a:lnTo>
                <a:lnTo>
                  <a:pt x="8298" y="73"/>
                </a:lnTo>
                <a:lnTo>
                  <a:pt x="7884" y="73"/>
                </a:lnTo>
                <a:lnTo>
                  <a:pt x="7032" y="49"/>
                </a:lnTo>
                <a:lnTo>
                  <a:pt x="6521" y="49"/>
                </a:lnTo>
                <a:lnTo>
                  <a:pt x="6278" y="73"/>
                </a:lnTo>
                <a:lnTo>
                  <a:pt x="6010" y="98"/>
                </a:lnTo>
                <a:lnTo>
                  <a:pt x="5962" y="49"/>
                </a:lnTo>
                <a:lnTo>
                  <a:pt x="5889" y="25"/>
                </a:lnTo>
                <a:close/>
                <a:moveTo>
                  <a:pt x="16619" y="5791"/>
                </a:moveTo>
                <a:lnTo>
                  <a:pt x="16108" y="5816"/>
                </a:lnTo>
                <a:lnTo>
                  <a:pt x="15622" y="5864"/>
                </a:lnTo>
                <a:lnTo>
                  <a:pt x="15111" y="5889"/>
                </a:lnTo>
                <a:lnTo>
                  <a:pt x="14697" y="5889"/>
                </a:lnTo>
                <a:lnTo>
                  <a:pt x="14478" y="5937"/>
                </a:lnTo>
                <a:lnTo>
                  <a:pt x="14283" y="6010"/>
                </a:lnTo>
                <a:lnTo>
                  <a:pt x="14210" y="5937"/>
                </a:lnTo>
                <a:lnTo>
                  <a:pt x="14113" y="5913"/>
                </a:lnTo>
                <a:lnTo>
                  <a:pt x="14089" y="5913"/>
                </a:lnTo>
                <a:lnTo>
                  <a:pt x="14040" y="5937"/>
                </a:lnTo>
                <a:lnTo>
                  <a:pt x="14016" y="5986"/>
                </a:lnTo>
                <a:lnTo>
                  <a:pt x="13991" y="6035"/>
                </a:lnTo>
                <a:lnTo>
                  <a:pt x="13943" y="6351"/>
                </a:lnTo>
                <a:lnTo>
                  <a:pt x="13918" y="6667"/>
                </a:lnTo>
                <a:lnTo>
                  <a:pt x="13918" y="7008"/>
                </a:lnTo>
                <a:lnTo>
                  <a:pt x="13918" y="7324"/>
                </a:lnTo>
                <a:lnTo>
                  <a:pt x="13967" y="7981"/>
                </a:lnTo>
                <a:lnTo>
                  <a:pt x="14016" y="8614"/>
                </a:lnTo>
                <a:lnTo>
                  <a:pt x="14040" y="9344"/>
                </a:lnTo>
                <a:lnTo>
                  <a:pt x="14040" y="10050"/>
                </a:lnTo>
                <a:lnTo>
                  <a:pt x="14016" y="10755"/>
                </a:lnTo>
                <a:lnTo>
                  <a:pt x="13967" y="11120"/>
                </a:lnTo>
                <a:lnTo>
                  <a:pt x="13894" y="11461"/>
                </a:lnTo>
                <a:lnTo>
                  <a:pt x="13894" y="11558"/>
                </a:lnTo>
                <a:lnTo>
                  <a:pt x="13918" y="11631"/>
                </a:lnTo>
                <a:lnTo>
                  <a:pt x="13967" y="11704"/>
                </a:lnTo>
                <a:lnTo>
                  <a:pt x="14040" y="11728"/>
                </a:lnTo>
                <a:lnTo>
                  <a:pt x="14089" y="11753"/>
                </a:lnTo>
                <a:lnTo>
                  <a:pt x="14235" y="11753"/>
                </a:lnTo>
                <a:lnTo>
                  <a:pt x="14308" y="11704"/>
                </a:lnTo>
                <a:lnTo>
                  <a:pt x="14624" y="11728"/>
                </a:lnTo>
                <a:lnTo>
                  <a:pt x="15597" y="11728"/>
                </a:lnTo>
                <a:lnTo>
                  <a:pt x="16327" y="11704"/>
                </a:lnTo>
                <a:lnTo>
                  <a:pt x="16668" y="11655"/>
                </a:lnTo>
                <a:lnTo>
                  <a:pt x="17033" y="11607"/>
                </a:lnTo>
                <a:lnTo>
                  <a:pt x="17082" y="11655"/>
                </a:lnTo>
                <a:lnTo>
                  <a:pt x="17130" y="11680"/>
                </a:lnTo>
                <a:lnTo>
                  <a:pt x="17203" y="11704"/>
                </a:lnTo>
                <a:lnTo>
                  <a:pt x="17276" y="11704"/>
                </a:lnTo>
                <a:lnTo>
                  <a:pt x="17349" y="11680"/>
                </a:lnTo>
                <a:lnTo>
                  <a:pt x="17398" y="11631"/>
                </a:lnTo>
                <a:lnTo>
                  <a:pt x="17422" y="11582"/>
                </a:lnTo>
                <a:lnTo>
                  <a:pt x="17422" y="11509"/>
                </a:lnTo>
                <a:lnTo>
                  <a:pt x="17374" y="11144"/>
                </a:lnTo>
                <a:lnTo>
                  <a:pt x="17349" y="10779"/>
                </a:lnTo>
                <a:lnTo>
                  <a:pt x="17349" y="10050"/>
                </a:lnTo>
                <a:lnTo>
                  <a:pt x="17349" y="9344"/>
                </a:lnTo>
                <a:lnTo>
                  <a:pt x="17398" y="8614"/>
                </a:lnTo>
                <a:lnTo>
                  <a:pt x="17422" y="7884"/>
                </a:lnTo>
                <a:lnTo>
                  <a:pt x="17447" y="7154"/>
                </a:lnTo>
                <a:lnTo>
                  <a:pt x="17447" y="6911"/>
                </a:lnTo>
                <a:lnTo>
                  <a:pt x="17422" y="6643"/>
                </a:lnTo>
                <a:lnTo>
                  <a:pt x="17398" y="6375"/>
                </a:lnTo>
                <a:lnTo>
                  <a:pt x="17349" y="6254"/>
                </a:lnTo>
                <a:lnTo>
                  <a:pt x="17301" y="6156"/>
                </a:lnTo>
                <a:lnTo>
                  <a:pt x="17325" y="6083"/>
                </a:lnTo>
                <a:lnTo>
                  <a:pt x="17325" y="6035"/>
                </a:lnTo>
                <a:lnTo>
                  <a:pt x="17301" y="5937"/>
                </a:lnTo>
                <a:lnTo>
                  <a:pt x="17228" y="5840"/>
                </a:lnTo>
                <a:lnTo>
                  <a:pt x="17179" y="5816"/>
                </a:lnTo>
                <a:lnTo>
                  <a:pt x="17106" y="5791"/>
                </a:lnTo>
                <a:close/>
                <a:moveTo>
                  <a:pt x="195" y="0"/>
                </a:moveTo>
                <a:lnTo>
                  <a:pt x="146" y="49"/>
                </a:lnTo>
                <a:lnTo>
                  <a:pt x="98" y="73"/>
                </a:lnTo>
                <a:lnTo>
                  <a:pt x="49" y="195"/>
                </a:lnTo>
                <a:lnTo>
                  <a:pt x="25" y="317"/>
                </a:lnTo>
                <a:lnTo>
                  <a:pt x="0" y="438"/>
                </a:lnTo>
                <a:lnTo>
                  <a:pt x="0" y="584"/>
                </a:lnTo>
                <a:lnTo>
                  <a:pt x="49" y="876"/>
                </a:lnTo>
                <a:lnTo>
                  <a:pt x="73" y="1120"/>
                </a:lnTo>
                <a:lnTo>
                  <a:pt x="49" y="1947"/>
                </a:lnTo>
                <a:lnTo>
                  <a:pt x="49" y="2774"/>
                </a:lnTo>
                <a:lnTo>
                  <a:pt x="49" y="3601"/>
                </a:lnTo>
                <a:lnTo>
                  <a:pt x="49" y="4429"/>
                </a:lnTo>
                <a:lnTo>
                  <a:pt x="0" y="6108"/>
                </a:lnTo>
                <a:lnTo>
                  <a:pt x="0" y="6984"/>
                </a:lnTo>
                <a:lnTo>
                  <a:pt x="25" y="7860"/>
                </a:lnTo>
                <a:lnTo>
                  <a:pt x="73" y="9587"/>
                </a:lnTo>
                <a:lnTo>
                  <a:pt x="146" y="11315"/>
                </a:lnTo>
                <a:lnTo>
                  <a:pt x="171" y="12191"/>
                </a:lnTo>
                <a:lnTo>
                  <a:pt x="195" y="13067"/>
                </a:lnTo>
                <a:lnTo>
                  <a:pt x="219" y="13188"/>
                </a:lnTo>
                <a:lnTo>
                  <a:pt x="292" y="13261"/>
                </a:lnTo>
                <a:lnTo>
                  <a:pt x="341" y="13310"/>
                </a:lnTo>
                <a:lnTo>
                  <a:pt x="390" y="13310"/>
                </a:lnTo>
                <a:lnTo>
                  <a:pt x="901" y="13383"/>
                </a:lnTo>
                <a:lnTo>
                  <a:pt x="1923" y="13383"/>
                </a:lnTo>
                <a:lnTo>
                  <a:pt x="2409" y="13334"/>
                </a:lnTo>
                <a:lnTo>
                  <a:pt x="3431" y="13261"/>
                </a:lnTo>
                <a:lnTo>
                  <a:pt x="3942" y="13213"/>
                </a:lnTo>
                <a:lnTo>
                  <a:pt x="4453" y="13188"/>
                </a:lnTo>
                <a:lnTo>
                  <a:pt x="10050" y="13188"/>
                </a:lnTo>
                <a:lnTo>
                  <a:pt x="11169" y="13164"/>
                </a:lnTo>
                <a:lnTo>
                  <a:pt x="13432" y="13091"/>
                </a:lnTo>
                <a:lnTo>
                  <a:pt x="14575" y="13067"/>
                </a:lnTo>
                <a:lnTo>
                  <a:pt x="16765" y="13067"/>
                </a:lnTo>
                <a:lnTo>
                  <a:pt x="17301" y="13091"/>
                </a:lnTo>
                <a:lnTo>
                  <a:pt x="17544" y="13140"/>
                </a:lnTo>
                <a:lnTo>
                  <a:pt x="17812" y="13164"/>
                </a:lnTo>
                <a:lnTo>
                  <a:pt x="17933" y="13164"/>
                </a:lnTo>
                <a:lnTo>
                  <a:pt x="18031" y="13115"/>
                </a:lnTo>
                <a:lnTo>
                  <a:pt x="18104" y="13042"/>
                </a:lnTo>
                <a:lnTo>
                  <a:pt x="18152" y="12945"/>
                </a:lnTo>
                <a:lnTo>
                  <a:pt x="18177" y="12848"/>
                </a:lnTo>
                <a:lnTo>
                  <a:pt x="18152" y="12750"/>
                </a:lnTo>
                <a:lnTo>
                  <a:pt x="18079" y="12677"/>
                </a:lnTo>
                <a:lnTo>
                  <a:pt x="17958" y="12629"/>
                </a:lnTo>
                <a:lnTo>
                  <a:pt x="17495" y="12556"/>
                </a:lnTo>
                <a:lnTo>
                  <a:pt x="17033" y="12531"/>
                </a:lnTo>
                <a:lnTo>
                  <a:pt x="16084" y="12507"/>
                </a:lnTo>
                <a:lnTo>
                  <a:pt x="14940" y="12483"/>
                </a:lnTo>
                <a:lnTo>
                  <a:pt x="13821" y="12507"/>
                </a:lnTo>
                <a:lnTo>
                  <a:pt x="11558" y="12580"/>
                </a:lnTo>
                <a:lnTo>
                  <a:pt x="10415" y="12604"/>
                </a:lnTo>
                <a:lnTo>
                  <a:pt x="9271" y="12629"/>
                </a:lnTo>
                <a:lnTo>
                  <a:pt x="7057" y="12604"/>
                </a:lnTo>
                <a:lnTo>
                  <a:pt x="5937" y="12604"/>
                </a:lnTo>
                <a:lnTo>
                  <a:pt x="4818" y="12629"/>
                </a:lnTo>
                <a:lnTo>
                  <a:pt x="3796" y="12677"/>
                </a:lnTo>
                <a:lnTo>
                  <a:pt x="2774" y="12726"/>
                </a:lnTo>
                <a:lnTo>
                  <a:pt x="1752" y="12799"/>
                </a:lnTo>
                <a:lnTo>
                  <a:pt x="730" y="12848"/>
                </a:lnTo>
                <a:lnTo>
                  <a:pt x="682" y="11169"/>
                </a:lnTo>
                <a:lnTo>
                  <a:pt x="609" y="9490"/>
                </a:lnTo>
                <a:lnTo>
                  <a:pt x="560" y="7787"/>
                </a:lnTo>
                <a:lnTo>
                  <a:pt x="536" y="6959"/>
                </a:lnTo>
                <a:lnTo>
                  <a:pt x="560" y="6108"/>
                </a:lnTo>
                <a:lnTo>
                  <a:pt x="584" y="4356"/>
                </a:lnTo>
                <a:lnTo>
                  <a:pt x="560" y="2579"/>
                </a:lnTo>
                <a:lnTo>
                  <a:pt x="584" y="1752"/>
                </a:lnTo>
                <a:lnTo>
                  <a:pt x="584" y="1363"/>
                </a:lnTo>
                <a:lnTo>
                  <a:pt x="584" y="949"/>
                </a:lnTo>
                <a:lnTo>
                  <a:pt x="560" y="706"/>
                </a:lnTo>
                <a:lnTo>
                  <a:pt x="536" y="438"/>
                </a:lnTo>
                <a:lnTo>
                  <a:pt x="511" y="317"/>
                </a:lnTo>
                <a:lnTo>
                  <a:pt x="463" y="219"/>
                </a:lnTo>
                <a:lnTo>
                  <a:pt x="390" y="98"/>
                </a:lnTo>
                <a:lnTo>
                  <a:pt x="317" y="25"/>
                </a:lnTo>
                <a:lnTo>
                  <a:pt x="268" y="0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0"/>
          <p:cNvSpPr/>
          <p:nvPr/>
        </p:nvSpPr>
        <p:spPr>
          <a:xfrm>
            <a:off x="4556381" y="2552090"/>
            <a:ext cx="273631" cy="275289"/>
          </a:xfrm>
          <a:custGeom>
            <a:rect b="b" l="l" r="r" t="t"/>
            <a:pathLst>
              <a:path extrusionOk="0" h="15938" w="15842">
                <a:moveTo>
                  <a:pt x="4794" y="7470"/>
                </a:moveTo>
                <a:lnTo>
                  <a:pt x="4867" y="7495"/>
                </a:lnTo>
                <a:lnTo>
                  <a:pt x="4940" y="7543"/>
                </a:lnTo>
                <a:lnTo>
                  <a:pt x="4989" y="7616"/>
                </a:lnTo>
                <a:lnTo>
                  <a:pt x="5013" y="7714"/>
                </a:lnTo>
                <a:lnTo>
                  <a:pt x="5013" y="7787"/>
                </a:lnTo>
                <a:lnTo>
                  <a:pt x="4989" y="7908"/>
                </a:lnTo>
                <a:lnTo>
                  <a:pt x="4916" y="7981"/>
                </a:lnTo>
                <a:lnTo>
                  <a:pt x="4843" y="8054"/>
                </a:lnTo>
                <a:lnTo>
                  <a:pt x="4721" y="8079"/>
                </a:lnTo>
                <a:lnTo>
                  <a:pt x="4600" y="8054"/>
                </a:lnTo>
                <a:lnTo>
                  <a:pt x="4527" y="7981"/>
                </a:lnTo>
                <a:lnTo>
                  <a:pt x="4454" y="7908"/>
                </a:lnTo>
                <a:lnTo>
                  <a:pt x="4429" y="7787"/>
                </a:lnTo>
                <a:lnTo>
                  <a:pt x="4454" y="7665"/>
                </a:lnTo>
                <a:lnTo>
                  <a:pt x="4527" y="7543"/>
                </a:lnTo>
                <a:lnTo>
                  <a:pt x="4600" y="7495"/>
                </a:lnTo>
                <a:lnTo>
                  <a:pt x="4697" y="7470"/>
                </a:lnTo>
                <a:close/>
                <a:moveTo>
                  <a:pt x="11169" y="7470"/>
                </a:moveTo>
                <a:lnTo>
                  <a:pt x="11242" y="7495"/>
                </a:lnTo>
                <a:lnTo>
                  <a:pt x="11315" y="7543"/>
                </a:lnTo>
                <a:lnTo>
                  <a:pt x="11364" y="7616"/>
                </a:lnTo>
                <a:lnTo>
                  <a:pt x="11388" y="7714"/>
                </a:lnTo>
                <a:lnTo>
                  <a:pt x="11388" y="7787"/>
                </a:lnTo>
                <a:lnTo>
                  <a:pt x="11364" y="7908"/>
                </a:lnTo>
                <a:lnTo>
                  <a:pt x="11291" y="7981"/>
                </a:lnTo>
                <a:lnTo>
                  <a:pt x="11218" y="8054"/>
                </a:lnTo>
                <a:lnTo>
                  <a:pt x="11096" y="8079"/>
                </a:lnTo>
                <a:lnTo>
                  <a:pt x="10975" y="8054"/>
                </a:lnTo>
                <a:lnTo>
                  <a:pt x="10902" y="7981"/>
                </a:lnTo>
                <a:lnTo>
                  <a:pt x="10829" y="7908"/>
                </a:lnTo>
                <a:lnTo>
                  <a:pt x="10804" y="7787"/>
                </a:lnTo>
                <a:lnTo>
                  <a:pt x="10829" y="7665"/>
                </a:lnTo>
                <a:lnTo>
                  <a:pt x="10902" y="7543"/>
                </a:lnTo>
                <a:lnTo>
                  <a:pt x="10975" y="7495"/>
                </a:lnTo>
                <a:lnTo>
                  <a:pt x="11072" y="7470"/>
                </a:lnTo>
                <a:close/>
                <a:moveTo>
                  <a:pt x="4770" y="7081"/>
                </a:moveTo>
                <a:lnTo>
                  <a:pt x="4600" y="7105"/>
                </a:lnTo>
                <a:lnTo>
                  <a:pt x="4429" y="7178"/>
                </a:lnTo>
                <a:lnTo>
                  <a:pt x="4308" y="7300"/>
                </a:lnTo>
                <a:lnTo>
                  <a:pt x="4186" y="7446"/>
                </a:lnTo>
                <a:lnTo>
                  <a:pt x="4113" y="7568"/>
                </a:lnTo>
                <a:lnTo>
                  <a:pt x="4064" y="7714"/>
                </a:lnTo>
                <a:lnTo>
                  <a:pt x="4016" y="7835"/>
                </a:lnTo>
                <a:lnTo>
                  <a:pt x="4016" y="7981"/>
                </a:lnTo>
                <a:lnTo>
                  <a:pt x="3967" y="8225"/>
                </a:lnTo>
                <a:lnTo>
                  <a:pt x="3967" y="8395"/>
                </a:lnTo>
                <a:lnTo>
                  <a:pt x="4016" y="8565"/>
                </a:lnTo>
                <a:lnTo>
                  <a:pt x="4064" y="8711"/>
                </a:lnTo>
                <a:lnTo>
                  <a:pt x="4162" y="8833"/>
                </a:lnTo>
                <a:lnTo>
                  <a:pt x="4259" y="8955"/>
                </a:lnTo>
                <a:lnTo>
                  <a:pt x="4381" y="9028"/>
                </a:lnTo>
                <a:lnTo>
                  <a:pt x="4527" y="9101"/>
                </a:lnTo>
                <a:lnTo>
                  <a:pt x="4697" y="9149"/>
                </a:lnTo>
                <a:lnTo>
                  <a:pt x="4892" y="9174"/>
                </a:lnTo>
                <a:lnTo>
                  <a:pt x="5062" y="9149"/>
                </a:lnTo>
                <a:lnTo>
                  <a:pt x="5232" y="9101"/>
                </a:lnTo>
                <a:lnTo>
                  <a:pt x="5378" y="9028"/>
                </a:lnTo>
                <a:lnTo>
                  <a:pt x="5500" y="8930"/>
                </a:lnTo>
                <a:lnTo>
                  <a:pt x="5622" y="8809"/>
                </a:lnTo>
                <a:lnTo>
                  <a:pt x="5719" y="8663"/>
                </a:lnTo>
                <a:lnTo>
                  <a:pt x="5792" y="8517"/>
                </a:lnTo>
                <a:lnTo>
                  <a:pt x="5841" y="8346"/>
                </a:lnTo>
                <a:lnTo>
                  <a:pt x="5865" y="8176"/>
                </a:lnTo>
                <a:lnTo>
                  <a:pt x="5841" y="8006"/>
                </a:lnTo>
                <a:lnTo>
                  <a:pt x="5816" y="7835"/>
                </a:lnTo>
                <a:lnTo>
                  <a:pt x="5768" y="7689"/>
                </a:lnTo>
                <a:lnTo>
                  <a:pt x="5695" y="7519"/>
                </a:lnTo>
                <a:lnTo>
                  <a:pt x="5573" y="7397"/>
                </a:lnTo>
                <a:lnTo>
                  <a:pt x="5427" y="7251"/>
                </a:lnTo>
                <a:lnTo>
                  <a:pt x="5281" y="7154"/>
                </a:lnTo>
                <a:lnTo>
                  <a:pt x="5111" y="7105"/>
                </a:lnTo>
                <a:lnTo>
                  <a:pt x="4940" y="7081"/>
                </a:lnTo>
                <a:close/>
                <a:moveTo>
                  <a:pt x="11145" y="7081"/>
                </a:moveTo>
                <a:lnTo>
                  <a:pt x="10975" y="7105"/>
                </a:lnTo>
                <a:lnTo>
                  <a:pt x="10804" y="7178"/>
                </a:lnTo>
                <a:lnTo>
                  <a:pt x="10683" y="7300"/>
                </a:lnTo>
                <a:lnTo>
                  <a:pt x="10561" y="7446"/>
                </a:lnTo>
                <a:lnTo>
                  <a:pt x="10488" y="7568"/>
                </a:lnTo>
                <a:lnTo>
                  <a:pt x="10439" y="7714"/>
                </a:lnTo>
                <a:lnTo>
                  <a:pt x="10391" y="7835"/>
                </a:lnTo>
                <a:lnTo>
                  <a:pt x="10391" y="7981"/>
                </a:lnTo>
                <a:lnTo>
                  <a:pt x="10342" y="8225"/>
                </a:lnTo>
                <a:lnTo>
                  <a:pt x="10342" y="8395"/>
                </a:lnTo>
                <a:lnTo>
                  <a:pt x="10391" y="8565"/>
                </a:lnTo>
                <a:lnTo>
                  <a:pt x="10439" y="8711"/>
                </a:lnTo>
                <a:lnTo>
                  <a:pt x="10537" y="8833"/>
                </a:lnTo>
                <a:lnTo>
                  <a:pt x="10634" y="8955"/>
                </a:lnTo>
                <a:lnTo>
                  <a:pt x="10756" y="9028"/>
                </a:lnTo>
                <a:lnTo>
                  <a:pt x="10902" y="9101"/>
                </a:lnTo>
                <a:lnTo>
                  <a:pt x="11072" y="9149"/>
                </a:lnTo>
                <a:lnTo>
                  <a:pt x="11267" y="9174"/>
                </a:lnTo>
                <a:lnTo>
                  <a:pt x="11437" y="9149"/>
                </a:lnTo>
                <a:lnTo>
                  <a:pt x="11607" y="9101"/>
                </a:lnTo>
                <a:lnTo>
                  <a:pt x="11753" y="9028"/>
                </a:lnTo>
                <a:lnTo>
                  <a:pt x="11875" y="8930"/>
                </a:lnTo>
                <a:lnTo>
                  <a:pt x="11997" y="8809"/>
                </a:lnTo>
                <a:lnTo>
                  <a:pt x="12094" y="8663"/>
                </a:lnTo>
                <a:lnTo>
                  <a:pt x="12167" y="8517"/>
                </a:lnTo>
                <a:lnTo>
                  <a:pt x="12216" y="8346"/>
                </a:lnTo>
                <a:lnTo>
                  <a:pt x="12240" y="8176"/>
                </a:lnTo>
                <a:lnTo>
                  <a:pt x="12216" y="8006"/>
                </a:lnTo>
                <a:lnTo>
                  <a:pt x="12191" y="7835"/>
                </a:lnTo>
                <a:lnTo>
                  <a:pt x="12143" y="7689"/>
                </a:lnTo>
                <a:lnTo>
                  <a:pt x="12070" y="7519"/>
                </a:lnTo>
                <a:lnTo>
                  <a:pt x="11948" y="7397"/>
                </a:lnTo>
                <a:lnTo>
                  <a:pt x="11802" y="7251"/>
                </a:lnTo>
                <a:lnTo>
                  <a:pt x="11656" y="7154"/>
                </a:lnTo>
                <a:lnTo>
                  <a:pt x="11486" y="7105"/>
                </a:lnTo>
                <a:lnTo>
                  <a:pt x="11315" y="7081"/>
                </a:lnTo>
                <a:close/>
                <a:moveTo>
                  <a:pt x="11972" y="10925"/>
                </a:moveTo>
                <a:lnTo>
                  <a:pt x="11875" y="10974"/>
                </a:lnTo>
                <a:lnTo>
                  <a:pt x="11778" y="11047"/>
                </a:lnTo>
                <a:lnTo>
                  <a:pt x="11607" y="11290"/>
                </a:lnTo>
                <a:lnTo>
                  <a:pt x="11413" y="11485"/>
                </a:lnTo>
                <a:lnTo>
                  <a:pt x="11194" y="11680"/>
                </a:lnTo>
                <a:lnTo>
                  <a:pt x="10950" y="11850"/>
                </a:lnTo>
                <a:lnTo>
                  <a:pt x="10707" y="11996"/>
                </a:lnTo>
                <a:lnTo>
                  <a:pt x="10439" y="12118"/>
                </a:lnTo>
                <a:lnTo>
                  <a:pt x="10172" y="12215"/>
                </a:lnTo>
                <a:lnTo>
                  <a:pt x="9880" y="12312"/>
                </a:lnTo>
                <a:lnTo>
                  <a:pt x="9588" y="12385"/>
                </a:lnTo>
                <a:lnTo>
                  <a:pt x="9296" y="12434"/>
                </a:lnTo>
                <a:lnTo>
                  <a:pt x="8712" y="12507"/>
                </a:lnTo>
                <a:lnTo>
                  <a:pt x="8128" y="12531"/>
                </a:lnTo>
                <a:lnTo>
                  <a:pt x="7568" y="12507"/>
                </a:lnTo>
                <a:lnTo>
                  <a:pt x="7325" y="12483"/>
                </a:lnTo>
                <a:lnTo>
                  <a:pt x="7106" y="12434"/>
                </a:lnTo>
                <a:lnTo>
                  <a:pt x="6668" y="12312"/>
                </a:lnTo>
                <a:lnTo>
                  <a:pt x="6230" y="12166"/>
                </a:lnTo>
                <a:lnTo>
                  <a:pt x="5816" y="11996"/>
                </a:lnTo>
                <a:lnTo>
                  <a:pt x="5427" y="11826"/>
                </a:lnTo>
                <a:lnTo>
                  <a:pt x="5013" y="11631"/>
                </a:lnTo>
                <a:lnTo>
                  <a:pt x="4794" y="11509"/>
                </a:lnTo>
                <a:lnTo>
                  <a:pt x="4600" y="11388"/>
                </a:lnTo>
                <a:lnTo>
                  <a:pt x="4454" y="11242"/>
                </a:lnTo>
                <a:lnTo>
                  <a:pt x="4308" y="11096"/>
                </a:lnTo>
                <a:lnTo>
                  <a:pt x="4259" y="11047"/>
                </a:lnTo>
                <a:lnTo>
                  <a:pt x="4210" y="11023"/>
                </a:lnTo>
                <a:lnTo>
                  <a:pt x="4089" y="11023"/>
                </a:lnTo>
                <a:lnTo>
                  <a:pt x="4040" y="11071"/>
                </a:lnTo>
                <a:lnTo>
                  <a:pt x="3991" y="11096"/>
                </a:lnTo>
                <a:lnTo>
                  <a:pt x="3991" y="11169"/>
                </a:lnTo>
                <a:lnTo>
                  <a:pt x="3991" y="11242"/>
                </a:lnTo>
                <a:lnTo>
                  <a:pt x="4016" y="11339"/>
                </a:lnTo>
                <a:lnTo>
                  <a:pt x="4064" y="11436"/>
                </a:lnTo>
                <a:lnTo>
                  <a:pt x="4210" y="11631"/>
                </a:lnTo>
                <a:lnTo>
                  <a:pt x="4381" y="11801"/>
                </a:lnTo>
                <a:lnTo>
                  <a:pt x="4575" y="11947"/>
                </a:lnTo>
                <a:lnTo>
                  <a:pt x="4794" y="12069"/>
                </a:lnTo>
                <a:lnTo>
                  <a:pt x="5038" y="12191"/>
                </a:lnTo>
                <a:lnTo>
                  <a:pt x="5451" y="12385"/>
                </a:lnTo>
                <a:lnTo>
                  <a:pt x="5938" y="12604"/>
                </a:lnTo>
                <a:lnTo>
                  <a:pt x="6424" y="12799"/>
                </a:lnTo>
                <a:lnTo>
                  <a:pt x="6935" y="12945"/>
                </a:lnTo>
                <a:lnTo>
                  <a:pt x="7446" y="13042"/>
                </a:lnTo>
                <a:lnTo>
                  <a:pt x="7763" y="13067"/>
                </a:lnTo>
                <a:lnTo>
                  <a:pt x="8079" y="13091"/>
                </a:lnTo>
                <a:lnTo>
                  <a:pt x="8420" y="13091"/>
                </a:lnTo>
                <a:lnTo>
                  <a:pt x="8760" y="13067"/>
                </a:lnTo>
                <a:lnTo>
                  <a:pt x="9101" y="13042"/>
                </a:lnTo>
                <a:lnTo>
                  <a:pt x="9442" y="12969"/>
                </a:lnTo>
                <a:lnTo>
                  <a:pt x="9758" y="12896"/>
                </a:lnTo>
                <a:lnTo>
                  <a:pt x="10099" y="12799"/>
                </a:lnTo>
                <a:lnTo>
                  <a:pt x="10415" y="12702"/>
                </a:lnTo>
                <a:lnTo>
                  <a:pt x="10731" y="12556"/>
                </a:lnTo>
                <a:lnTo>
                  <a:pt x="11023" y="12410"/>
                </a:lnTo>
                <a:lnTo>
                  <a:pt x="11315" y="12239"/>
                </a:lnTo>
                <a:lnTo>
                  <a:pt x="11583" y="12045"/>
                </a:lnTo>
                <a:lnTo>
                  <a:pt x="11826" y="11826"/>
                </a:lnTo>
                <a:lnTo>
                  <a:pt x="12045" y="11582"/>
                </a:lnTo>
                <a:lnTo>
                  <a:pt x="12264" y="11339"/>
                </a:lnTo>
                <a:lnTo>
                  <a:pt x="12313" y="11217"/>
                </a:lnTo>
                <a:lnTo>
                  <a:pt x="12289" y="11120"/>
                </a:lnTo>
                <a:lnTo>
                  <a:pt x="12240" y="11047"/>
                </a:lnTo>
                <a:lnTo>
                  <a:pt x="12167" y="10974"/>
                </a:lnTo>
                <a:lnTo>
                  <a:pt x="12070" y="10950"/>
                </a:lnTo>
                <a:lnTo>
                  <a:pt x="11972" y="10925"/>
                </a:lnTo>
                <a:close/>
                <a:moveTo>
                  <a:pt x="8493" y="682"/>
                </a:moveTo>
                <a:lnTo>
                  <a:pt x="8663" y="706"/>
                </a:lnTo>
                <a:lnTo>
                  <a:pt x="9101" y="755"/>
                </a:lnTo>
                <a:lnTo>
                  <a:pt x="9539" y="803"/>
                </a:lnTo>
                <a:lnTo>
                  <a:pt x="10001" y="901"/>
                </a:lnTo>
                <a:lnTo>
                  <a:pt x="10439" y="1022"/>
                </a:lnTo>
                <a:lnTo>
                  <a:pt x="10780" y="1120"/>
                </a:lnTo>
                <a:lnTo>
                  <a:pt x="11121" y="1241"/>
                </a:lnTo>
                <a:lnTo>
                  <a:pt x="11437" y="1411"/>
                </a:lnTo>
                <a:lnTo>
                  <a:pt x="11753" y="1557"/>
                </a:lnTo>
                <a:lnTo>
                  <a:pt x="11753" y="1582"/>
                </a:lnTo>
                <a:lnTo>
                  <a:pt x="11729" y="1655"/>
                </a:lnTo>
                <a:lnTo>
                  <a:pt x="11729" y="1752"/>
                </a:lnTo>
                <a:lnTo>
                  <a:pt x="11753" y="1801"/>
                </a:lnTo>
                <a:lnTo>
                  <a:pt x="11826" y="1825"/>
                </a:lnTo>
                <a:lnTo>
                  <a:pt x="11899" y="1825"/>
                </a:lnTo>
                <a:lnTo>
                  <a:pt x="11948" y="1776"/>
                </a:lnTo>
                <a:lnTo>
                  <a:pt x="11972" y="1752"/>
                </a:lnTo>
                <a:lnTo>
                  <a:pt x="11997" y="1752"/>
                </a:lnTo>
                <a:lnTo>
                  <a:pt x="11997" y="1728"/>
                </a:lnTo>
                <a:lnTo>
                  <a:pt x="12021" y="1728"/>
                </a:lnTo>
                <a:lnTo>
                  <a:pt x="12143" y="1801"/>
                </a:lnTo>
                <a:lnTo>
                  <a:pt x="12094" y="1874"/>
                </a:lnTo>
                <a:lnTo>
                  <a:pt x="12094" y="1947"/>
                </a:lnTo>
                <a:lnTo>
                  <a:pt x="12094" y="1995"/>
                </a:lnTo>
                <a:lnTo>
                  <a:pt x="12143" y="2020"/>
                </a:lnTo>
                <a:lnTo>
                  <a:pt x="12167" y="2044"/>
                </a:lnTo>
                <a:lnTo>
                  <a:pt x="12216" y="2020"/>
                </a:lnTo>
                <a:lnTo>
                  <a:pt x="12240" y="1995"/>
                </a:lnTo>
                <a:lnTo>
                  <a:pt x="12313" y="1922"/>
                </a:lnTo>
                <a:lnTo>
                  <a:pt x="12337" y="1922"/>
                </a:lnTo>
                <a:lnTo>
                  <a:pt x="12532" y="2068"/>
                </a:lnTo>
                <a:lnTo>
                  <a:pt x="12483" y="2190"/>
                </a:lnTo>
                <a:lnTo>
                  <a:pt x="12483" y="2239"/>
                </a:lnTo>
                <a:lnTo>
                  <a:pt x="12508" y="2336"/>
                </a:lnTo>
                <a:lnTo>
                  <a:pt x="12532" y="2385"/>
                </a:lnTo>
                <a:lnTo>
                  <a:pt x="12556" y="2409"/>
                </a:lnTo>
                <a:lnTo>
                  <a:pt x="12581" y="2409"/>
                </a:lnTo>
                <a:lnTo>
                  <a:pt x="12629" y="2385"/>
                </a:lnTo>
                <a:lnTo>
                  <a:pt x="12678" y="2360"/>
                </a:lnTo>
                <a:lnTo>
                  <a:pt x="12751" y="2287"/>
                </a:lnTo>
                <a:lnTo>
                  <a:pt x="12775" y="2239"/>
                </a:lnTo>
                <a:lnTo>
                  <a:pt x="12970" y="2409"/>
                </a:lnTo>
                <a:lnTo>
                  <a:pt x="12873" y="2531"/>
                </a:lnTo>
                <a:lnTo>
                  <a:pt x="12848" y="2604"/>
                </a:lnTo>
                <a:lnTo>
                  <a:pt x="12824" y="2677"/>
                </a:lnTo>
                <a:lnTo>
                  <a:pt x="12824" y="2725"/>
                </a:lnTo>
                <a:lnTo>
                  <a:pt x="12873" y="2750"/>
                </a:lnTo>
                <a:lnTo>
                  <a:pt x="12921" y="2774"/>
                </a:lnTo>
                <a:lnTo>
                  <a:pt x="12946" y="2774"/>
                </a:lnTo>
                <a:lnTo>
                  <a:pt x="13067" y="2701"/>
                </a:lnTo>
                <a:lnTo>
                  <a:pt x="13189" y="2604"/>
                </a:lnTo>
                <a:lnTo>
                  <a:pt x="13311" y="2725"/>
                </a:lnTo>
                <a:lnTo>
                  <a:pt x="13384" y="2823"/>
                </a:lnTo>
                <a:lnTo>
                  <a:pt x="13262" y="3017"/>
                </a:lnTo>
                <a:lnTo>
                  <a:pt x="13213" y="3066"/>
                </a:lnTo>
                <a:lnTo>
                  <a:pt x="13189" y="3163"/>
                </a:lnTo>
                <a:lnTo>
                  <a:pt x="13165" y="3236"/>
                </a:lnTo>
                <a:lnTo>
                  <a:pt x="13189" y="3285"/>
                </a:lnTo>
                <a:lnTo>
                  <a:pt x="13238" y="3309"/>
                </a:lnTo>
                <a:lnTo>
                  <a:pt x="13335" y="3285"/>
                </a:lnTo>
                <a:lnTo>
                  <a:pt x="13408" y="3236"/>
                </a:lnTo>
                <a:lnTo>
                  <a:pt x="13554" y="3115"/>
                </a:lnTo>
                <a:lnTo>
                  <a:pt x="13578" y="3042"/>
                </a:lnTo>
                <a:lnTo>
                  <a:pt x="13773" y="3309"/>
                </a:lnTo>
                <a:lnTo>
                  <a:pt x="13676" y="3407"/>
                </a:lnTo>
                <a:lnTo>
                  <a:pt x="13554" y="3504"/>
                </a:lnTo>
                <a:lnTo>
                  <a:pt x="13505" y="3577"/>
                </a:lnTo>
                <a:lnTo>
                  <a:pt x="13481" y="3650"/>
                </a:lnTo>
                <a:lnTo>
                  <a:pt x="13481" y="3699"/>
                </a:lnTo>
                <a:lnTo>
                  <a:pt x="13505" y="3723"/>
                </a:lnTo>
                <a:lnTo>
                  <a:pt x="13603" y="3747"/>
                </a:lnTo>
                <a:lnTo>
                  <a:pt x="13700" y="3723"/>
                </a:lnTo>
                <a:lnTo>
                  <a:pt x="13773" y="3674"/>
                </a:lnTo>
                <a:lnTo>
                  <a:pt x="13870" y="3626"/>
                </a:lnTo>
                <a:lnTo>
                  <a:pt x="13968" y="3577"/>
                </a:lnTo>
                <a:lnTo>
                  <a:pt x="14162" y="3918"/>
                </a:lnTo>
                <a:lnTo>
                  <a:pt x="14065" y="3991"/>
                </a:lnTo>
                <a:lnTo>
                  <a:pt x="13870" y="4161"/>
                </a:lnTo>
                <a:lnTo>
                  <a:pt x="13773" y="4234"/>
                </a:lnTo>
                <a:lnTo>
                  <a:pt x="13700" y="4331"/>
                </a:lnTo>
                <a:lnTo>
                  <a:pt x="13700" y="4356"/>
                </a:lnTo>
                <a:lnTo>
                  <a:pt x="13724" y="4380"/>
                </a:lnTo>
                <a:lnTo>
                  <a:pt x="13846" y="4380"/>
                </a:lnTo>
                <a:lnTo>
                  <a:pt x="13943" y="4356"/>
                </a:lnTo>
                <a:lnTo>
                  <a:pt x="14065" y="4307"/>
                </a:lnTo>
                <a:lnTo>
                  <a:pt x="14162" y="4234"/>
                </a:lnTo>
                <a:lnTo>
                  <a:pt x="14284" y="4161"/>
                </a:lnTo>
                <a:lnTo>
                  <a:pt x="14503" y="4696"/>
                </a:lnTo>
                <a:lnTo>
                  <a:pt x="14332" y="4769"/>
                </a:lnTo>
                <a:lnTo>
                  <a:pt x="14211" y="4842"/>
                </a:lnTo>
                <a:lnTo>
                  <a:pt x="14065" y="4940"/>
                </a:lnTo>
                <a:lnTo>
                  <a:pt x="13968" y="5061"/>
                </a:lnTo>
                <a:lnTo>
                  <a:pt x="13919" y="5134"/>
                </a:lnTo>
                <a:lnTo>
                  <a:pt x="13895" y="5207"/>
                </a:lnTo>
                <a:lnTo>
                  <a:pt x="13895" y="5256"/>
                </a:lnTo>
                <a:lnTo>
                  <a:pt x="13919" y="5280"/>
                </a:lnTo>
                <a:lnTo>
                  <a:pt x="13968" y="5305"/>
                </a:lnTo>
                <a:lnTo>
                  <a:pt x="14016" y="5305"/>
                </a:lnTo>
                <a:lnTo>
                  <a:pt x="14114" y="5256"/>
                </a:lnTo>
                <a:lnTo>
                  <a:pt x="14235" y="5183"/>
                </a:lnTo>
                <a:lnTo>
                  <a:pt x="14551" y="5037"/>
                </a:lnTo>
                <a:lnTo>
                  <a:pt x="14600" y="5013"/>
                </a:lnTo>
                <a:lnTo>
                  <a:pt x="14770" y="5524"/>
                </a:lnTo>
                <a:lnTo>
                  <a:pt x="14430" y="5670"/>
                </a:lnTo>
                <a:lnTo>
                  <a:pt x="14162" y="5791"/>
                </a:lnTo>
                <a:lnTo>
                  <a:pt x="13919" y="5937"/>
                </a:lnTo>
                <a:lnTo>
                  <a:pt x="13919" y="5986"/>
                </a:lnTo>
                <a:lnTo>
                  <a:pt x="13943" y="6010"/>
                </a:lnTo>
                <a:lnTo>
                  <a:pt x="14089" y="6035"/>
                </a:lnTo>
                <a:lnTo>
                  <a:pt x="14235" y="6059"/>
                </a:lnTo>
                <a:lnTo>
                  <a:pt x="14381" y="6035"/>
                </a:lnTo>
                <a:lnTo>
                  <a:pt x="14527" y="6010"/>
                </a:lnTo>
                <a:lnTo>
                  <a:pt x="14843" y="5889"/>
                </a:lnTo>
                <a:lnTo>
                  <a:pt x="14965" y="6424"/>
                </a:lnTo>
                <a:lnTo>
                  <a:pt x="14795" y="6497"/>
                </a:lnTo>
                <a:lnTo>
                  <a:pt x="14405" y="6619"/>
                </a:lnTo>
                <a:lnTo>
                  <a:pt x="14041" y="6740"/>
                </a:lnTo>
                <a:lnTo>
                  <a:pt x="13992" y="6789"/>
                </a:lnTo>
                <a:lnTo>
                  <a:pt x="13992" y="6813"/>
                </a:lnTo>
                <a:lnTo>
                  <a:pt x="13992" y="6862"/>
                </a:lnTo>
                <a:lnTo>
                  <a:pt x="14041" y="6886"/>
                </a:lnTo>
                <a:lnTo>
                  <a:pt x="14235" y="6886"/>
                </a:lnTo>
                <a:lnTo>
                  <a:pt x="14430" y="6862"/>
                </a:lnTo>
                <a:lnTo>
                  <a:pt x="14795" y="6813"/>
                </a:lnTo>
                <a:lnTo>
                  <a:pt x="15038" y="6740"/>
                </a:lnTo>
                <a:lnTo>
                  <a:pt x="15111" y="7178"/>
                </a:lnTo>
                <a:lnTo>
                  <a:pt x="14843" y="7227"/>
                </a:lnTo>
                <a:lnTo>
                  <a:pt x="14430" y="7349"/>
                </a:lnTo>
                <a:lnTo>
                  <a:pt x="14235" y="7422"/>
                </a:lnTo>
                <a:lnTo>
                  <a:pt x="14065" y="7543"/>
                </a:lnTo>
                <a:lnTo>
                  <a:pt x="14041" y="7592"/>
                </a:lnTo>
                <a:lnTo>
                  <a:pt x="14041" y="7665"/>
                </a:lnTo>
                <a:lnTo>
                  <a:pt x="14089" y="7714"/>
                </a:lnTo>
                <a:lnTo>
                  <a:pt x="14138" y="7738"/>
                </a:lnTo>
                <a:lnTo>
                  <a:pt x="14357" y="7714"/>
                </a:lnTo>
                <a:lnTo>
                  <a:pt x="14551" y="7665"/>
                </a:lnTo>
                <a:lnTo>
                  <a:pt x="14941" y="7568"/>
                </a:lnTo>
                <a:lnTo>
                  <a:pt x="15135" y="7519"/>
                </a:lnTo>
                <a:lnTo>
                  <a:pt x="15184" y="7981"/>
                </a:lnTo>
                <a:lnTo>
                  <a:pt x="14868" y="8030"/>
                </a:lnTo>
                <a:lnTo>
                  <a:pt x="14624" y="8054"/>
                </a:lnTo>
                <a:lnTo>
                  <a:pt x="14381" y="8079"/>
                </a:lnTo>
                <a:lnTo>
                  <a:pt x="14235" y="8103"/>
                </a:lnTo>
                <a:lnTo>
                  <a:pt x="14138" y="8152"/>
                </a:lnTo>
                <a:lnTo>
                  <a:pt x="14016" y="8200"/>
                </a:lnTo>
                <a:lnTo>
                  <a:pt x="13943" y="8298"/>
                </a:lnTo>
                <a:lnTo>
                  <a:pt x="13919" y="8322"/>
                </a:lnTo>
                <a:lnTo>
                  <a:pt x="13919" y="8346"/>
                </a:lnTo>
                <a:lnTo>
                  <a:pt x="13943" y="8395"/>
                </a:lnTo>
                <a:lnTo>
                  <a:pt x="13968" y="8395"/>
                </a:lnTo>
                <a:lnTo>
                  <a:pt x="14089" y="8419"/>
                </a:lnTo>
                <a:lnTo>
                  <a:pt x="14211" y="8444"/>
                </a:lnTo>
                <a:lnTo>
                  <a:pt x="14478" y="8444"/>
                </a:lnTo>
                <a:lnTo>
                  <a:pt x="14989" y="8395"/>
                </a:lnTo>
                <a:lnTo>
                  <a:pt x="15208" y="8395"/>
                </a:lnTo>
                <a:lnTo>
                  <a:pt x="15208" y="8857"/>
                </a:lnTo>
                <a:lnTo>
                  <a:pt x="14722" y="8882"/>
                </a:lnTo>
                <a:lnTo>
                  <a:pt x="14503" y="8882"/>
                </a:lnTo>
                <a:lnTo>
                  <a:pt x="14284" y="8906"/>
                </a:lnTo>
                <a:lnTo>
                  <a:pt x="14065" y="8955"/>
                </a:lnTo>
                <a:lnTo>
                  <a:pt x="13968" y="8979"/>
                </a:lnTo>
                <a:lnTo>
                  <a:pt x="13870" y="9028"/>
                </a:lnTo>
                <a:lnTo>
                  <a:pt x="13870" y="9052"/>
                </a:lnTo>
                <a:lnTo>
                  <a:pt x="13870" y="9076"/>
                </a:lnTo>
                <a:lnTo>
                  <a:pt x="13968" y="9125"/>
                </a:lnTo>
                <a:lnTo>
                  <a:pt x="14065" y="9174"/>
                </a:lnTo>
                <a:lnTo>
                  <a:pt x="14284" y="9222"/>
                </a:lnTo>
                <a:lnTo>
                  <a:pt x="14722" y="9222"/>
                </a:lnTo>
                <a:lnTo>
                  <a:pt x="14941" y="9247"/>
                </a:lnTo>
                <a:lnTo>
                  <a:pt x="15184" y="9247"/>
                </a:lnTo>
                <a:lnTo>
                  <a:pt x="15160" y="9465"/>
                </a:lnTo>
                <a:lnTo>
                  <a:pt x="14965" y="9514"/>
                </a:lnTo>
                <a:lnTo>
                  <a:pt x="14722" y="9563"/>
                </a:lnTo>
                <a:lnTo>
                  <a:pt x="14503" y="9660"/>
                </a:lnTo>
                <a:lnTo>
                  <a:pt x="14260" y="9757"/>
                </a:lnTo>
                <a:lnTo>
                  <a:pt x="14041" y="9879"/>
                </a:lnTo>
                <a:lnTo>
                  <a:pt x="14016" y="9903"/>
                </a:lnTo>
                <a:lnTo>
                  <a:pt x="14016" y="9952"/>
                </a:lnTo>
                <a:lnTo>
                  <a:pt x="14041" y="9976"/>
                </a:lnTo>
                <a:lnTo>
                  <a:pt x="14089" y="9976"/>
                </a:lnTo>
                <a:lnTo>
                  <a:pt x="14308" y="10001"/>
                </a:lnTo>
                <a:lnTo>
                  <a:pt x="14527" y="9976"/>
                </a:lnTo>
                <a:lnTo>
                  <a:pt x="14965" y="9903"/>
                </a:lnTo>
                <a:lnTo>
                  <a:pt x="15087" y="9879"/>
                </a:lnTo>
                <a:lnTo>
                  <a:pt x="14989" y="10390"/>
                </a:lnTo>
                <a:lnTo>
                  <a:pt x="14527" y="10463"/>
                </a:lnTo>
                <a:lnTo>
                  <a:pt x="14357" y="10487"/>
                </a:lnTo>
                <a:lnTo>
                  <a:pt x="14162" y="10512"/>
                </a:lnTo>
                <a:lnTo>
                  <a:pt x="13992" y="10560"/>
                </a:lnTo>
                <a:lnTo>
                  <a:pt x="13919" y="10609"/>
                </a:lnTo>
                <a:lnTo>
                  <a:pt x="13870" y="10682"/>
                </a:lnTo>
                <a:lnTo>
                  <a:pt x="13846" y="10731"/>
                </a:lnTo>
                <a:lnTo>
                  <a:pt x="13846" y="10804"/>
                </a:lnTo>
                <a:lnTo>
                  <a:pt x="13870" y="10852"/>
                </a:lnTo>
                <a:lnTo>
                  <a:pt x="13919" y="10901"/>
                </a:lnTo>
                <a:lnTo>
                  <a:pt x="13992" y="10925"/>
                </a:lnTo>
                <a:lnTo>
                  <a:pt x="14065" y="10950"/>
                </a:lnTo>
                <a:lnTo>
                  <a:pt x="14235" y="10950"/>
                </a:lnTo>
                <a:lnTo>
                  <a:pt x="14600" y="10901"/>
                </a:lnTo>
                <a:lnTo>
                  <a:pt x="14819" y="10877"/>
                </a:lnTo>
                <a:lnTo>
                  <a:pt x="14819" y="10877"/>
                </a:lnTo>
                <a:lnTo>
                  <a:pt x="14624" y="11339"/>
                </a:lnTo>
                <a:lnTo>
                  <a:pt x="14478" y="11339"/>
                </a:lnTo>
                <a:lnTo>
                  <a:pt x="14308" y="11315"/>
                </a:lnTo>
                <a:lnTo>
                  <a:pt x="14114" y="11339"/>
                </a:lnTo>
                <a:lnTo>
                  <a:pt x="13919" y="11363"/>
                </a:lnTo>
                <a:lnTo>
                  <a:pt x="13749" y="11436"/>
                </a:lnTo>
                <a:lnTo>
                  <a:pt x="13724" y="11461"/>
                </a:lnTo>
                <a:lnTo>
                  <a:pt x="13749" y="11485"/>
                </a:lnTo>
                <a:lnTo>
                  <a:pt x="13919" y="11558"/>
                </a:lnTo>
                <a:lnTo>
                  <a:pt x="14089" y="11607"/>
                </a:lnTo>
                <a:lnTo>
                  <a:pt x="14430" y="11655"/>
                </a:lnTo>
                <a:lnTo>
                  <a:pt x="14454" y="11655"/>
                </a:lnTo>
                <a:lnTo>
                  <a:pt x="14211" y="12069"/>
                </a:lnTo>
                <a:lnTo>
                  <a:pt x="13968" y="12069"/>
                </a:lnTo>
                <a:lnTo>
                  <a:pt x="13724" y="12093"/>
                </a:lnTo>
                <a:lnTo>
                  <a:pt x="13603" y="12069"/>
                </a:lnTo>
                <a:lnTo>
                  <a:pt x="13481" y="12045"/>
                </a:lnTo>
                <a:lnTo>
                  <a:pt x="13335" y="12020"/>
                </a:lnTo>
                <a:lnTo>
                  <a:pt x="13213" y="12020"/>
                </a:lnTo>
                <a:lnTo>
                  <a:pt x="13189" y="12045"/>
                </a:lnTo>
                <a:lnTo>
                  <a:pt x="13189" y="12069"/>
                </a:lnTo>
                <a:lnTo>
                  <a:pt x="13189" y="12166"/>
                </a:lnTo>
                <a:lnTo>
                  <a:pt x="13238" y="12239"/>
                </a:lnTo>
                <a:lnTo>
                  <a:pt x="13311" y="12312"/>
                </a:lnTo>
                <a:lnTo>
                  <a:pt x="13408" y="12361"/>
                </a:lnTo>
                <a:lnTo>
                  <a:pt x="13530" y="12385"/>
                </a:lnTo>
                <a:lnTo>
                  <a:pt x="13651" y="12410"/>
                </a:lnTo>
                <a:lnTo>
                  <a:pt x="13943" y="12434"/>
                </a:lnTo>
                <a:lnTo>
                  <a:pt x="13603" y="12823"/>
                </a:lnTo>
                <a:lnTo>
                  <a:pt x="13067" y="12726"/>
                </a:lnTo>
                <a:lnTo>
                  <a:pt x="12848" y="12677"/>
                </a:lnTo>
                <a:lnTo>
                  <a:pt x="12727" y="12677"/>
                </a:lnTo>
                <a:lnTo>
                  <a:pt x="12629" y="12702"/>
                </a:lnTo>
                <a:lnTo>
                  <a:pt x="12605" y="12726"/>
                </a:lnTo>
                <a:lnTo>
                  <a:pt x="12605" y="12775"/>
                </a:lnTo>
                <a:lnTo>
                  <a:pt x="12629" y="12848"/>
                </a:lnTo>
                <a:lnTo>
                  <a:pt x="12678" y="12921"/>
                </a:lnTo>
                <a:lnTo>
                  <a:pt x="12751" y="12969"/>
                </a:lnTo>
                <a:lnTo>
                  <a:pt x="12824" y="13018"/>
                </a:lnTo>
                <a:lnTo>
                  <a:pt x="13043" y="13115"/>
                </a:lnTo>
                <a:lnTo>
                  <a:pt x="13262" y="13164"/>
                </a:lnTo>
                <a:lnTo>
                  <a:pt x="13116" y="13286"/>
                </a:lnTo>
                <a:lnTo>
                  <a:pt x="13067" y="13286"/>
                </a:lnTo>
                <a:lnTo>
                  <a:pt x="12605" y="13261"/>
                </a:lnTo>
                <a:lnTo>
                  <a:pt x="12362" y="13213"/>
                </a:lnTo>
                <a:lnTo>
                  <a:pt x="12240" y="13188"/>
                </a:lnTo>
                <a:lnTo>
                  <a:pt x="12094" y="13188"/>
                </a:lnTo>
                <a:lnTo>
                  <a:pt x="12021" y="13213"/>
                </a:lnTo>
                <a:lnTo>
                  <a:pt x="11997" y="13261"/>
                </a:lnTo>
                <a:lnTo>
                  <a:pt x="11972" y="13334"/>
                </a:lnTo>
                <a:lnTo>
                  <a:pt x="12021" y="13383"/>
                </a:lnTo>
                <a:lnTo>
                  <a:pt x="12143" y="13505"/>
                </a:lnTo>
                <a:lnTo>
                  <a:pt x="12289" y="13578"/>
                </a:lnTo>
                <a:lnTo>
                  <a:pt x="12483" y="13626"/>
                </a:lnTo>
                <a:lnTo>
                  <a:pt x="12654" y="13651"/>
                </a:lnTo>
                <a:lnTo>
                  <a:pt x="12240" y="13943"/>
                </a:lnTo>
                <a:lnTo>
                  <a:pt x="12143" y="13918"/>
                </a:lnTo>
                <a:lnTo>
                  <a:pt x="11680" y="13821"/>
                </a:lnTo>
                <a:lnTo>
                  <a:pt x="11461" y="13772"/>
                </a:lnTo>
                <a:lnTo>
                  <a:pt x="11267" y="13724"/>
                </a:lnTo>
                <a:lnTo>
                  <a:pt x="11218" y="13748"/>
                </a:lnTo>
                <a:lnTo>
                  <a:pt x="11218" y="13821"/>
                </a:lnTo>
                <a:lnTo>
                  <a:pt x="11242" y="13894"/>
                </a:lnTo>
                <a:lnTo>
                  <a:pt x="11315" y="13967"/>
                </a:lnTo>
                <a:lnTo>
                  <a:pt x="11437" y="14064"/>
                </a:lnTo>
                <a:lnTo>
                  <a:pt x="11607" y="14137"/>
                </a:lnTo>
                <a:lnTo>
                  <a:pt x="11802" y="14210"/>
                </a:lnTo>
                <a:lnTo>
                  <a:pt x="11437" y="14381"/>
                </a:lnTo>
                <a:lnTo>
                  <a:pt x="11388" y="14332"/>
                </a:lnTo>
                <a:lnTo>
                  <a:pt x="11315" y="14308"/>
                </a:lnTo>
                <a:lnTo>
                  <a:pt x="11194" y="14259"/>
                </a:lnTo>
                <a:lnTo>
                  <a:pt x="10902" y="14235"/>
                </a:lnTo>
                <a:lnTo>
                  <a:pt x="10634" y="14210"/>
                </a:lnTo>
                <a:lnTo>
                  <a:pt x="10512" y="14210"/>
                </a:lnTo>
                <a:lnTo>
                  <a:pt x="10391" y="14235"/>
                </a:lnTo>
                <a:lnTo>
                  <a:pt x="10366" y="14235"/>
                </a:lnTo>
                <a:lnTo>
                  <a:pt x="10366" y="14283"/>
                </a:lnTo>
                <a:lnTo>
                  <a:pt x="10366" y="14332"/>
                </a:lnTo>
                <a:lnTo>
                  <a:pt x="10391" y="14381"/>
                </a:lnTo>
                <a:lnTo>
                  <a:pt x="10488" y="14478"/>
                </a:lnTo>
                <a:lnTo>
                  <a:pt x="10610" y="14551"/>
                </a:lnTo>
                <a:lnTo>
                  <a:pt x="10731" y="14575"/>
                </a:lnTo>
                <a:lnTo>
                  <a:pt x="10877" y="14624"/>
                </a:lnTo>
                <a:lnTo>
                  <a:pt x="10512" y="14746"/>
                </a:lnTo>
                <a:lnTo>
                  <a:pt x="10318" y="14673"/>
                </a:lnTo>
                <a:lnTo>
                  <a:pt x="10123" y="14624"/>
                </a:lnTo>
                <a:lnTo>
                  <a:pt x="9904" y="14600"/>
                </a:lnTo>
                <a:lnTo>
                  <a:pt x="9807" y="14600"/>
                </a:lnTo>
                <a:lnTo>
                  <a:pt x="9709" y="14648"/>
                </a:lnTo>
                <a:lnTo>
                  <a:pt x="9661" y="14673"/>
                </a:lnTo>
                <a:lnTo>
                  <a:pt x="9685" y="14721"/>
                </a:lnTo>
                <a:lnTo>
                  <a:pt x="9734" y="14794"/>
                </a:lnTo>
                <a:lnTo>
                  <a:pt x="9807" y="14843"/>
                </a:lnTo>
                <a:lnTo>
                  <a:pt x="9928" y="14916"/>
                </a:lnTo>
                <a:lnTo>
                  <a:pt x="9612" y="14989"/>
                </a:lnTo>
                <a:lnTo>
                  <a:pt x="9588" y="14940"/>
                </a:lnTo>
                <a:lnTo>
                  <a:pt x="9539" y="14916"/>
                </a:lnTo>
                <a:lnTo>
                  <a:pt x="9417" y="14867"/>
                </a:lnTo>
                <a:lnTo>
                  <a:pt x="9223" y="14843"/>
                </a:lnTo>
                <a:lnTo>
                  <a:pt x="9150" y="14843"/>
                </a:lnTo>
                <a:lnTo>
                  <a:pt x="9052" y="14867"/>
                </a:lnTo>
                <a:lnTo>
                  <a:pt x="9004" y="14916"/>
                </a:lnTo>
                <a:lnTo>
                  <a:pt x="8979" y="14965"/>
                </a:lnTo>
                <a:lnTo>
                  <a:pt x="8979" y="15013"/>
                </a:lnTo>
                <a:lnTo>
                  <a:pt x="9004" y="15062"/>
                </a:lnTo>
                <a:lnTo>
                  <a:pt x="9004" y="15086"/>
                </a:lnTo>
                <a:lnTo>
                  <a:pt x="8663" y="15135"/>
                </a:lnTo>
                <a:lnTo>
                  <a:pt x="8298" y="15159"/>
                </a:lnTo>
                <a:lnTo>
                  <a:pt x="7227" y="15159"/>
                </a:lnTo>
                <a:lnTo>
                  <a:pt x="6862" y="15111"/>
                </a:lnTo>
                <a:lnTo>
                  <a:pt x="6497" y="15062"/>
                </a:lnTo>
                <a:lnTo>
                  <a:pt x="6157" y="14989"/>
                </a:lnTo>
                <a:lnTo>
                  <a:pt x="5816" y="14916"/>
                </a:lnTo>
                <a:lnTo>
                  <a:pt x="5451" y="14819"/>
                </a:lnTo>
                <a:lnTo>
                  <a:pt x="5135" y="14697"/>
                </a:lnTo>
                <a:lnTo>
                  <a:pt x="4794" y="14575"/>
                </a:lnTo>
                <a:lnTo>
                  <a:pt x="4478" y="14405"/>
                </a:lnTo>
                <a:lnTo>
                  <a:pt x="4162" y="14259"/>
                </a:lnTo>
                <a:lnTo>
                  <a:pt x="3845" y="14064"/>
                </a:lnTo>
                <a:lnTo>
                  <a:pt x="3553" y="13870"/>
                </a:lnTo>
                <a:lnTo>
                  <a:pt x="3286" y="13675"/>
                </a:lnTo>
                <a:lnTo>
                  <a:pt x="3018" y="13456"/>
                </a:lnTo>
                <a:lnTo>
                  <a:pt x="2775" y="13237"/>
                </a:lnTo>
                <a:lnTo>
                  <a:pt x="2531" y="12994"/>
                </a:lnTo>
                <a:lnTo>
                  <a:pt x="2312" y="12775"/>
                </a:lnTo>
                <a:lnTo>
                  <a:pt x="2118" y="12507"/>
                </a:lnTo>
                <a:lnTo>
                  <a:pt x="1899" y="12239"/>
                </a:lnTo>
                <a:lnTo>
                  <a:pt x="1728" y="11972"/>
                </a:lnTo>
                <a:lnTo>
                  <a:pt x="1558" y="11704"/>
                </a:lnTo>
                <a:lnTo>
                  <a:pt x="1412" y="11412"/>
                </a:lnTo>
                <a:lnTo>
                  <a:pt x="1266" y="11120"/>
                </a:lnTo>
                <a:lnTo>
                  <a:pt x="1144" y="10828"/>
                </a:lnTo>
                <a:lnTo>
                  <a:pt x="1047" y="10512"/>
                </a:lnTo>
                <a:lnTo>
                  <a:pt x="950" y="10195"/>
                </a:lnTo>
                <a:lnTo>
                  <a:pt x="877" y="9879"/>
                </a:lnTo>
                <a:lnTo>
                  <a:pt x="828" y="9538"/>
                </a:lnTo>
                <a:lnTo>
                  <a:pt x="779" y="9003"/>
                </a:lnTo>
                <a:lnTo>
                  <a:pt x="755" y="8468"/>
                </a:lnTo>
                <a:lnTo>
                  <a:pt x="755" y="7933"/>
                </a:lnTo>
                <a:lnTo>
                  <a:pt x="779" y="7397"/>
                </a:lnTo>
                <a:lnTo>
                  <a:pt x="852" y="6862"/>
                </a:lnTo>
                <a:lnTo>
                  <a:pt x="950" y="6351"/>
                </a:lnTo>
                <a:lnTo>
                  <a:pt x="1096" y="5840"/>
                </a:lnTo>
                <a:lnTo>
                  <a:pt x="1266" y="5353"/>
                </a:lnTo>
                <a:lnTo>
                  <a:pt x="1388" y="5061"/>
                </a:lnTo>
                <a:lnTo>
                  <a:pt x="1558" y="4745"/>
                </a:lnTo>
                <a:lnTo>
                  <a:pt x="1753" y="4404"/>
                </a:lnTo>
                <a:lnTo>
                  <a:pt x="1996" y="4064"/>
                </a:lnTo>
                <a:lnTo>
                  <a:pt x="2264" y="3699"/>
                </a:lnTo>
                <a:lnTo>
                  <a:pt x="2556" y="3334"/>
                </a:lnTo>
                <a:lnTo>
                  <a:pt x="2896" y="2944"/>
                </a:lnTo>
                <a:lnTo>
                  <a:pt x="3261" y="2604"/>
                </a:lnTo>
                <a:lnTo>
                  <a:pt x="3651" y="2263"/>
                </a:lnTo>
                <a:lnTo>
                  <a:pt x="4089" y="1922"/>
                </a:lnTo>
                <a:lnTo>
                  <a:pt x="4527" y="1630"/>
                </a:lnTo>
                <a:lnTo>
                  <a:pt x="5013" y="1363"/>
                </a:lnTo>
                <a:lnTo>
                  <a:pt x="5524" y="1144"/>
                </a:lnTo>
                <a:lnTo>
                  <a:pt x="6035" y="974"/>
                </a:lnTo>
                <a:lnTo>
                  <a:pt x="6327" y="925"/>
                </a:lnTo>
                <a:lnTo>
                  <a:pt x="6595" y="876"/>
                </a:lnTo>
                <a:lnTo>
                  <a:pt x="6887" y="828"/>
                </a:lnTo>
                <a:lnTo>
                  <a:pt x="7179" y="803"/>
                </a:lnTo>
                <a:lnTo>
                  <a:pt x="7544" y="779"/>
                </a:lnTo>
                <a:lnTo>
                  <a:pt x="7933" y="730"/>
                </a:lnTo>
                <a:lnTo>
                  <a:pt x="8322" y="682"/>
                </a:lnTo>
                <a:close/>
                <a:moveTo>
                  <a:pt x="8152" y="0"/>
                </a:moveTo>
                <a:lnTo>
                  <a:pt x="7763" y="25"/>
                </a:lnTo>
                <a:lnTo>
                  <a:pt x="7373" y="73"/>
                </a:lnTo>
                <a:lnTo>
                  <a:pt x="7081" y="49"/>
                </a:lnTo>
                <a:lnTo>
                  <a:pt x="6789" y="49"/>
                </a:lnTo>
                <a:lnTo>
                  <a:pt x="6473" y="73"/>
                </a:lnTo>
                <a:lnTo>
                  <a:pt x="6157" y="146"/>
                </a:lnTo>
                <a:lnTo>
                  <a:pt x="5841" y="219"/>
                </a:lnTo>
                <a:lnTo>
                  <a:pt x="5549" y="317"/>
                </a:lnTo>
                <a:lnTo>
                  <a:pt x="5232" y="438"/>
                </a:lnTo>
                <a:lnTo>
                  <a:pt x="4916" y="560"/>
                </a:lnTo>
                <a:lnTo>
                  <a:pt x="4332" y="876"/>
                </a:lnTo>
                <a:lnTo>
                  <a:pt x="3748" y="1217"/>
                </a:lnTo>
                <a:lnTo>
                  <a:pt x="3237" y="1606"/>
                </a:lnTo>
                <a:lnTo>
                  <a:pt x="2775" y="1995"/>
                </a:lnTo>
                <a:lnTo>
                  <a:pt x="2507" y="2239"/>
                </a:lnTo>
                <a:lnTo>
                  <a:pt x="2264" y="2482"/>
                </a:lnTo>
                <a:lnTo>
                  <a:pt x="2045" y="2725"/>
                </a:lnTo>
                <a:lnTo>
                  <a:pt x="1826" y="2993"/>
                </a:lnTo>
                <a:lnTo>
                  <a:pt x="1631" y="3261"/>
                </a:lnTo>
                <a:lnTo>
                  <a:pt x="1461" y="3528"/>
                </a:lnTo>
                <a:lnTo>
                  <a:pt x="1120" y="4088"/>
                </a:lnTo>
                <a:lnTo>
                  <a:pt x="852" y="4696"/>
                </a:lnTo>
                <a:lnTo>
                  <a:pt x="609" y="5305"/>
                </a:lnTo>
                <a:lnTo>
                  <a:pt x="414" y="5962"/>
                </a:lnTo>
                <a:lnTo>
                  <a:pt x="220" y="6643"/>
                </a:lnTo>
                <a:lnTo>
                  <a:pt x="122" y="7008"/>
                </a:lnTo>
                <a:lnTo>
                  <a:pt x="74" y="7373"/>
                </a:lnTo>
                <a:lnTo>
                  <a:pt x="25" y="7738"/>
                </a:lnTo>
                <a:lnTo>
                  <a:pt x="1" y="8103"/>
                </a:lnTo>
                <a:lnTo>
                  <a:pt x="1" y="8468"/>
                </a:lnTo>
                <a:lnTo>
                  <a:pt x="25" y="8809"/>
                </a:lnTo>
                <a:lnTo>
                  <a:pt x="49" y="9174"/>
                </a:lnTo>
                <a:lnTo>
                  <a:pt x="98" y="9514"/>
                </a:lnTo>
                <a:lnTo>
                  <a:pt x="195" y="9879"/>
                </a:lnTo>
                <a:lnTo>
                  <a:pt x="268" y="10220"/>
                </a:lnTo>
                <a:lnTo>
                  <a:pt x="390" y="10560"/>
                </a:lnTo>
                <a:lnTo>
                  <a:pt x="512" y="10901"/>
                </a:lnTo>
                <a:lnTo>
                  <a:pt x="658" y="11242"/>
                </a:lnTo>
                <a:lnTo>
                  <a:pt x="804" y="11582"/>
                </a:lnTo>
                <a:lnTo>
                  <a:pt x="1169" y="12264"/>
                </a:lnTo>
                <a:lnTo>
                  <a:pt x="1388" y="12629"/>
                </a:lnTo>
                <a:lnTo>
                  <a:pt x="1631" y="12994"/>
                </a:lnTo>
                <a:lnTo>
                  <a:pt x="1899" y="13334"/>
                </a:lnTo>
                <a:lnTo>
                  <a:pt x="2166" y="13651"/>
                </a:lnTo>
                <a:lnTo>
                  <a:pt x="2434" y="13943"/>
                </a:lnTo>
                <a:lnTo>
                  <a:pt x="2750" y="14235"/>
                </a:lnTo>
                <a:lnTo>
                  <a:pt x="3042" y="14502"/>
                </a:lnTo>
                <a:lnTo>
                  <a:pt x="3383" y="14746"/>
                </a:lnTo>
                <a:lnTo>
                  <a:pt x="3699" y="14965"/>
                </a:lnTo>
                <a:lnTo>
                  <a:pt x="4064" y="15159"/>
                </a:lnTo>
                <a:lnTo>
                  <a:pt x="4429" y="15354"/>
                </a:lnTo>
                <a:lnTo>
                  <a:pt x="4794" y="15500"/>
                </a:lnTo>
                <a:lnTo>
                  <a:pt x="5184" y="15622"/>
                </a:lnTo>
                <a:lnTo>
                  <a:pt x="5597" y="15743"/>
                </a:lnTo>
                <a:lnTo>
                  <a:pt x="6011" y="15816"/>
                </a:lnTo>
                <a:lnTo>
                  <a:pt x="6424" y="15889"/>
                </a:lnTo>
                <a:lnTo>
                  <a:pt x="6862" y="15914"/>
                </a:lnTo>
                <a:lnTo>
                  <a:pt x="7300" y="15938"/>
                </a:lnTo>
                <a:lnTo>
                  <a:pt x="7738" y="15938"/>
                </a:lnTo>
                <a:lnTo>
                  <a:pt x="8152" y="15914"/>
                </a:lnTo>
                <a:lnTo>
                  <a:pt x="8590" y="15889"/>
                </a:lnTo>
                <a:lnTo>
                  <a:pt x="9004" y="15841"/>
                </a:lnTo>
                <a:lnTo>
                  <a:pt x="9442" y="15768"/>
                </a:lnTo>
                <a:lnTo>
                  <a:pt x="9855" y="15670"/>
                </a:lnTo>
                <a:lnTo>
                  <a:pt x="10245" y="15573"/>
                </a:lnTo>
                <a:lnTo>
                  <a:pt x="10658" y="15451"/>
                </a:lnTo>
                <a:lnTo>
                  <a:pt x="11048" y="15305"/>
                </a:lnTo>
                <a:lnTo>
                  <a:pt x="11461" y="15135"/>
                </a:lnTo>
                <a:lnTo>
                  <a:pt x="11826" y="14940"/>
                </a:lnTo>
                <a:lnTo>
                  <a:pt x="12216" y="14721"/>
                </a:lnTo>
                <a:lnTo>
                  <a:pt x="12581" y="14478"/>
                </a:lnTo>
                <a:lnTo>
                  <a:pt x="12921" y="14235"/>
                </a:lnTo>
                <a:lnTo>
                  <a:pt x="13286" y="13943"/>
                </a:lnTo>
                <a:lnTo>
                  <a:pt x="13603" y="13651"/>
                </a:lnTo>
                <a:lnTo>
                  <a:pt x="13895" y="13334"/>
                </a:lnTo>
                <a:lnTo>
                  <a:pt x="14187" y="13018"/>
                </a:lnTo>
                <a:lnTo>
                  <a:pt x="14454" y="12702"/>
                </a:lnTo>
                <a:lnTo>
                  <a:pt x="14697" y="12361"/>
                </a:lnTo>
                <a:lnTo>
                  <a:pt x="14916" y="11996"/>
                </a:lnTo>
                <a:lnTo>
                  <a:pt x="15111" y="11631"/>
                </a:lnTo>
                <a:lnTo>
                  <a:pt x="15135" y="11631"/>
                </a:lnTo>
                <a:lnTo>
                  <a:pt x="15160" y="11582"/>
                </a:lnTo>
                <a:lnTo>
                  <a:pt x="15160" y="11534"/>
                </a:lnTo>
                <a:lnTo>
                  <a:pt x="15330" y="11096"/>
                </a:lnTo>
                <a:lnTo>
                  <a:pt x="15500" y="10658"/>
                </a:lnTo>
                <a:lnTo>
                  <a:pt x="15622" y="10195"/>
                </a:lnTo>
                <a:lnTo>
                  <a:pt x="15719" y="9733"/>
                </a:lnTo>
                <a:lnTo>
                  <a:pt x="15744" y="9709"/>
                </a:lnTo>
                <a:lnTo>
                  <a:pt x="15768" y="9684"/>
                </a:lnTo>
                <a:lnTo>
                  <a:pt x="15792" y="9636"/>
                </a:lnTo>
                <a:lnTo>
                  <a:pt x="15768" y="9611"/>
                </a:lnTo>
                <a:lnTo>
                  <a:pt x="15744" y="9563"/>
                </a:lnTo>
                <a:lnTo>
                  <a:pt x="15792" y="9174"/>
                </a:lnTo>
                <a:lnTo>
                  <a:pt x="15841" y="8760"/>
                </a:lnTo>
                <a:lnTo>
                  <a:pt x="15841" y="8371"/>
                </a:lnTo>
                <a:lnTo>
                  <a:pt x="15817" y="7957"/>
                </a:lnTo>
                <a:lnTo>
                  <a:pt x="15744" y="7105"/>
                </a:lnTo>
                <a:lnTo>
                  <a:pt x="15671" y="6667"/>
                </a:lnTo>
                <a:lnTo>
                  <a:pt x="15598" y="6254"/>
                </a:lnTo>
                <a:lnTo>
                  <a:pt x="15525" y="5840"/>
                </a:lnTo>
                <a:lnTo>
                  <a:pt x="15403" y="5426"/>
                </a:lnTo>
                <a:lnTo>
                  <a:pt x="15281" y="5013"/>
                </a:lnTo>
                <a:lnTo>
                  <a:pt x="15160" y="4623"/>
                </a:lnTo>
                <a:lnTo>
                  <a:pt x="14989" y="4234"/>
                </a:lnTo>
                <a:lnTo>
                  <a:pt x="14819" y="3845"/>
                </a:lnTo>
                <a:lnTo>
                  <a:pt x="14624" y="3480"/>
                </a:lnTo>
                <a:lnTo>
                  <a:pt x="14405" y="3115"/>
                </a:lnTo>
                <a:lnTo>
                  <a:pt x="14162" y="2774"/>
                </a:lnTo>
                <a:lnTo>
                  <a:pt x="13895" y="2458"/>
                </a:lnTo>
                <a:lnTo>
                  <a:pt x="13603" y="2141"/>
                </a:lnTo>
                <a:lnTo>
                  <a:pt x="13286" y="1849"/>
                </a:lnTo>
                <a:lnTo>
                  <a:pt x="12970" y="1582"/>
                </a:lnTo>
                <a:lnTo>
                  <a:pt x="12654" y="1363"/>
                </a:lnTo>
                <a:lnTo>
                  <a:pt x="12313" y="1144"/>
                </a:lnTo>
                <a:lnTo>
                  <a:pt x="11948" y="949"/>
                </a:lnTo>
                <a:lnTo>
                  <a:pt x="11607" y="779"/>
                </a:lnTo>
                <a:lnTo>
                  <a:pt x="11218" y="609"/>
                </a:lnTo>
                <a:lnTo>
                  <a:pt x="10853" y="487"/>
                </a:lnTo>
                <a:lnTo>
                  <a:pt x="10464" y="365"/>
                </a:lnTo>
                <a:lnTo>
                  <a:pt x="10099" y="268"/>
                </a:lnTo>
                <a:lnTo>
                  <a:pt x="9709" y="171"/>
                </a:lnTo>
                <a:lnTo>
                  <a:pt x="9320" y="98"/>
                </a:lnTo>
                <a:lnTo>
                  <a:pt x="8931" y="49"/>
                </a:lnTo>
                <a:lnTo>
                  <a:pt x="8541" y="25"/>
                </a:lnTo>
                <a:lnTo>
                  <a:pt x="8152" y="0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9" name="Google Shape;32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2795" y="2009634"/>
            <a:ext cx="226075" cy="449084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0"/>
          <p:cNvSpPr/>
          <p:nvPr/>
        </p:nvSpPr>
        <p:spPr>
          <a:xfrm>
            <a:off x="7128062" y="2000225"/>
            <a:ext cx="118928" cy="136275"/>
          </a:xfrm>
          <a:custGeom>
            <a:rect b="b" l="l" r="r" t="t"/>
            <a:pathLst>
              <a:path extrusionOk="0" h="4109" w="2676">
                <a:moveTo>
                  <a:pt x="1028" y="835"/>
                </a:moveTo>
                <a:lnTo>
                  <a:pt x="1049" y="856"/>
                </a:lnTo>
                <a:lnTo>
                  <a:pt x="1092" y="942"/>
                </a:lnTo>
                <a:lnTo>
                  <a:pt x="1156" y="1156"/>
                </a:lnTo>
                <a:lnTo>
                  <a:pt x="1199" y="1412"/>
                </a:lnTo>
                <a:lnTo>
                  <a:pt x="1221" y="1562"/>
                </a:lnTo>
                <a:lnTo>
                  <a:pt x="1114" y="1562"/>
                </a:lnTo>
                <a:lnTo>
                  <a:pt x="1049" y="1519"/>
                </a:lnTo>
                <a:lnTo>
                  <a:pt x="1028" y="1455"/>
                </a:lnTo>
                <a:lnTo>
                  <a:pt x="1007" y="1348"/>
                </a:lnTo>
                <a:lnTo>
                  <a:pt x="942" y="1198"/>
                </a:lnTo>
                <a:lnTo>
                  <a:pt x="921" y="1113"/>
                </a:lnTo>
                <a:lnTo>
                  <a:pt x="900" y="1027"/>
                </a:lnTo>
                <a:lnTo>
                  <a:pt x="921" y="942"/>
                </a:lnTo>
                <a:lnTo>
                  <a:pt x="942" y="920"/>
                </a:lnTo>
                <a:lnTo>
                  <a:pt x="964" y="899"/>
                </a:lnTo>
                <a:lnTo>
                  <a:pt x="1028" y="835"/>
                </a:lnTo>
                <a:close/>
                <a:moveTo>
                  <a:pt x="1798" y="2140"/>
                </a:moveTo>
                <a:lnTo>
                  <a:pt x="1948" y="2183"/>
                </a:lnTo>
                <a:lnTo>
                  <a:pt x="2076" y="2225"/>
                </a:lnTo>
                <a:lnTo>
                  <a:pt x="2141" y="2247"/>
                </a:lnTo>
                <a:lnTo>
                  <a:pt x="2205" y="2290"/>
                </a:lnTo>
                <a:lnTo>
                  <a:pt x="2248" y="2354"/>
                </a:lnTo>
                <a:lnTo>
                  <a:pt x="2269" y="2418"/>
                </a:lnTo>
                <a:lnTo>
                  <a:pt x="2248" y="2525"/>
                </a:lnTo>
                <a:lnTo>
                  <a:pt x="2226" y="2675"/>
                </a:lnTo>
                <a:lnTo>
                  <a:pt x="2162" y="2803"/>
                </a:lnTo>
                <a:lnTo>
                  <a:pt x="2119" y="2825"/>
                </a:lnTo>
                <a:lnTo>
                  <a:pt x="2076" y="2846"/>
                </a:lnTo>
                <a:lnTo>
                  <a:pt x="2012" y="2803"/>
                </a:lnTo>
                <a:lnTo>
                  <a:pt x="1969" y="2718"/>
                </a:lnTo>
                <a:lnTo>
                  <a:pt x="1884" y="2482"/>
                </a:lnTo>
                <a:lnTo>
                  <a:pt x="1820" y="2247"/>
                </a:lnTo>
                <a:lnTo>
                  <a:pt x="1798" y="2140"/>
                </a:lnTo>
                <a:close/>
                <a:moveTo>
                  <a:pt x="1221" y="2033"/>
                </a:moveTo>
                <a:lnTo>
                  <a:pt x="1306" y="2054"/>
                </a:lnTo>
                <a:lnTo>
                  <a:pt x="1392" y="2076"/>
                </a:lnTo>
                <a:lnTo>
                  <a:pt x="1563" y="2546"/>
                </a:lnTo>
                <a:lnTo>
                  <a:pt x="1713" y="3017"/>
                </a:lnTo>
                <a:lnTo>
                  <a:pt x="1627" y="3039"/>
                </a:lnTo>
                <a:lnTo>
                  <a:pt x="1584" y="3039"/>
                </a:lnTo>
                <a:lnTo>
                  <a:pt x="1541" y="2996"/>
                </a:lnTo>
                <a:lnTo>
                  <a:pt x="1499" y="2910"/>
                </a:lnTo>
                <a:lnTo>
                  <a:pt x="1434" y="2760"/>
                </a:lnTo>
                <a:lnTo>
                  <a:pt x="1392" y="2611"/>
                </a:lnTo>
                <a:lnTo>
                  <a:pt x="1285" y="2332"/>
                </a:lnTo>
                <a:lnTo>
                  <a:pt x="1242" y="2183"/>
                </a:lnTo>
                <a:lnTo>
                  <a:pt x="1221" y="2033"/>
                </a:lnTo>
                <a:close/>
                <a:moveTo>
                  <a:pt x="1007" y="0"/>
                </a:moveTo>
                <a:lnTo>
                  <a:pt x="964" y="22"/>
                </a:lnTo>
                <a:lnTo>
                  <a:pt x="942" y="43"/>
                </a:lnTo>
                <a:lnTo>
                  <a:pt x="942" y="86"/>
                </a:lnTo>
                <a:lnTo>
                  <a:pt x="921" y="171"/>
                </a:lnTo>
                <a:lnTo>
                  <a:pt x="921" y="278"/>
                </a:lnTo>
                <a:lnTo>
                  <a:pt x="921" y="343"/>
                </a:lnTo>
                <a:lnTo>
                  <a:pt x="942" y="385"/>
                </a:lnTo>
                <a:lnTo>
                  <a:pt x="921" y="407"/>
                </a:lnTo>
                <a:lnTo>
                  <a:pt x="857" y="450"/>
                </a:lnTo>
                <a:lnTo>
                  <a:pt x="771" y="450"/>
                </a:lnTo>
                <a:lnTo>
                  <a:pt x="728" y="364"/>
                </a:lnTo>
                <a:lnTo>
                  <a:pt x="707" y="278"/>
                </a:lnTo>
                <a:lnTo>
                  <a:pt x="686" y="193"/>
                </a:lnTo>
                <a:lnTo>
                  <a:pt x="643" y="107"/>
                </a:lnTo>
                <a:lnTo>
                  <a:pt x="621" y="86"/>
                </a:lnTo>
                <a:lnTo>
                  <a:pt x="579" y="65"/>
                </a:lnTo>
                <a:lnTo>
                  <a:pt x="514" y="65"/>
                </a:lnTo>
                <a:lnTo>
                  <a:pt x="472" y="107"/>
                </a:lnTo>
                <a:lnTo>
                  <a:pt x="450" y="150"/>
                </a:lnTo>
                <a:lnTo>
                  <a:pt x="429" y="193"/>
                </a:lnTo>
                <a:lnTo>
                  <a:pt x="429" y="300"/>
                </a:lnTo>
                <a:lnTo>
                  <a:pt x="450" y="407"/>
                </a:lnTo>
                <a:lnTo>
                  <a:pt x="450" y="535"/>
                </a:lnTo>
                <a:lnTo>
                  <a:pt x="450" y="578"/>
                </a:lnTo>
                <a:lnTo>
                  <a:pt x="407" y="642"/>
                </a:lnTo>
                <a:lnTo>
                  <a:pt x="365" y="685"/>
                </a:lnTo>
                <a:lnTo>
                  <a:pt x="301" y="728"/>
                </a:lnTo>
                <a:lnTo>
                  <a:pt x="215" y="813"/>
                </a:lnTo>
                <a:lnTo>
                  <a:pt x="108" y="985"/>
                </a:lnTo>
                <a:lnTo>
                  <a:pt x="22" y="1156"/>
                </a:lnTo>
                <a:lnTo>
                  <a:pt x="1" y="1391"/>
                </a:lnTo>
                <a:lnTo>
                  <a:pt x="22" y="1498"/>
                </a:lnTo>
                <a:lnTo>
                  <a:pt x="65" y="1605"/>
                </a:lnTo>
                <a:lnTo>
                  <a:pt x="108" y="1691"/>
                </a:lnTo>
                <a:lnTo>
                  <a:pt x="172" y="1733"/>
                </a:lnTo>
                <a:lnTo>
                  <a:pt x="236" y="1798"/>
                </a:lnTo>
                <a:lnTo>
                  <a:pt x="322" y="1819"/>
                </a:lnTo>
                <a:lnTo>
                  <a:pt x="450" y="1862"/>
                </a:lnTo>
                <a:lnTo>
                  <a:pt x="600" y="1883"/>
                </a:lnTo>
                <a:lnTo>
                  <a:pt x="750" y="1905"/>
                </a:lnTo>
                <a:lnTo>
                  <a:pt x="793" y="1926"/>
                </a:lnTo>
                <a:lnTo>
                  <a:pt x="835" y="1947"/>
                </a:lnTo>
                <a:lnTo>
                  <a:pt x="900" y="2033"/>
                </a:lnTo>
                <a:lnTo>
                  <a:pt x="942" y="2161"/>
                </a:lnTo>
                <a:lnTo>
                  <a:pt x="1007" y="2418"/>
                </a:lnTo>
                <a:lnTo>
                  <a:pt x="1178" y="2910"/>
                </a:lnTo>
                <a:lnTo>
                  <a:pt x="1221" y="3039"/>
                </a:lnTo>
                <a:lnTo>
                  <a:pt x="1221" y="3103"/>
                </a:lnTo>
                <a:lnTo>
                  <a:pt x="1221" y="3145"/>
                </a:lnTo>
                <a:lnTo>
                  <a:pt x="1199" y="3167"/>
                </a:lnTo>
                <a:lnTo>
                  <a:pt x="1156" y="3188"/>
                </a:lnTo>
                <a:lnTo>
                  <a:pt x="1007" y="3210"/>
                </a:lnTo>
                <a:lnTo>
                  <a:pt x="878" y="3188"/>
                </a:lnTo>
                <a:lnTo>
                  <a:pt x="707" y="3167"/>
                </a:lnTo>
                <a:lnTo>
                  <a:pt x="514" y="3145"/>
                </a:lnTo>
                <a:lnTo>
                  <a:pt x="407" y="3145"/>
                </a:lnTo>
                <a:lnTo>
                  <a:pt x="386" y="3167"/>
                </a:lnTo>
                <a:lnTo>
                  <a:pt x="386" y="3210"/>
                </a:lnTo>
                <a:lnTo>
                  <a:pt x="365" y="3317"/>
                </a:lnTo>
                <a:lnTo>
                  <a:pt x="386" y="3424"/>
                </a:lnTo>
                <a:lnTo>
                  <a:pt x="407" y="3488"/>
                </a:lnTo>
                <a:lnTo>
                  <a:pt x="472" y="3552"/>
                </a:lnTo>
                <a:lnTo>
                  <a:pt x="536" y="3595"/>
                </a:lnTo>
                <a:lnTo>
                  <a:pt x="686" y="3659"/>
                </a:lnTo>
                <a:lnTo>
                  <a:pt x="878" y="3680"/>
                </a:lnTo>
                <a:lnTo>
                  <a:pt x="1049" y="3680"/>
                </a:lnTo>
                <a:lnTo>
                  <a:pt x="1242" y="3638"/>
                </a:lnTo>
                <a:lnTo>
                  <a:pt x="1413" y="3638"/>
                </a:lnTo>
                <a:lnTo>
                  <a:pt x="1456" y="3680"/>
                </a:lnTo>
                <a:lnTo>
                  <a:pt x="1499" y="3723"/>
                </a:lnTo>
                <a:lnTo>
                  <a:pt x="1541" y="3787"/>
                </a:lnTo>
                <a:lnTo>
                  <a:pt x="1584" y="3809"/>
                </a:lnTo>
                <a:lnTo>
                  <a:pt x="1648" y="3787"/>
                </a:lnTo>
                <a:lnTo>
                  <a:pt x="1670" y="3787"/>
                </a:lnTo>
                <a:lnTo>
                  <a:pt x="1691" y="3723"/>
                </a:lnTo>
                <a:lnTo>
                  <a:pt x="1691" y="3659"/>
                </a:lnTo>
                <a:lnTo>
                  <a:pt x="1713" y="3595"/>
                </a:lnTo>
                <a:lnTo>
                  <a:pt x="1777" y="3509"/>
                </a:lnTo>
                <a:lnTo>
                  <a:pt x="1820" y="3488"/>
                </a:lnTo>
                <a:lnTo>
                  <a:pt x="1841" y="3488"/>
                </a:lnTo>
                <a:lnTo>
                  <a:pt x="1884" y="3509"/>
                </a:lnTo>
                <a:lnTo>
                  <a:pt x="1927" y="3595"/>
                </a:lnTo>
                <a:lnTo>
                  <a:pt x="2012" y="3787"/>
                </a:lnTo>
                <a:lnTo>
                  <a:pt x="2055" y="3937"/>
                </a:lnTo>
                <a:lnTo>
                  <a:pt x="2098" y="4044"/>
                </a:lnTo>
                <a:lnTo>
                  <a:pt x="2162" y="4108"/>
                </a:lnTo>
                <a:lnTo>
                  <a:pt x="2226" y="4108"/>
                </a:lnTo>
                <a:lnTo>
                  <a:pt x="2248" y="4087"/>
                </a:lnTo>
                <a:lnTo>
                  <a:pt x="2290" y="4023"/>
                </a:lnTo>
                <a:lnTo>
                  <a:pt x="2312" y="3916"/>
                </a:lnTo>
                <a:lnTo>
                  <a:pt x="2290" y="3809"/>
                </a:lnTo>
                <a:lnTo>
                  <a:pt x="2248" y="3595"/>
                </a:lnTo>
                <a:lnTo>
                  <a:pt x="2205" y="3509"/>
                </a:lnTo>
                <a:lnTo>
                  <a:pt x="2183" y="3402"/>
                </a:lnTo>
                <a:lnTo>
                  <a:pt x="2205" y="3295"/>
                </a:lnTo>
                <a:lnTo>
                  <a:pt x="2226" y="3274"/>
                </a:lnTo>
                <a:lnTo>
                  <a:pt x="2269" y="3231"/>
                </a:lnTo>
                <a:lnTo>
                  <a:pt x="2354" y="3124"/>
                </a:lnTo>
                <a:lnTo>
                  <a:pt x="2461" y="3039"/>
                </a:lnTo>
                <a:lnTo>
                  <a:pt x="2547" y="2953"/>
                </a:lnTo>
                <a:lnTo>
                  <a:pt x="2633" y="2825"/>
                </a:lnTo>
                <a:lnTo>
                  <a:pt x="2654" y="2718"/>
                </a:lnTo>
                <a:lnTo>
                  <a:pt x="2675" y="2611"/>
                </a:lnTo>
                <a:lnTo>
                  <a:pt x="2654" y="2418"/>
                </a:lnTo>
                <a:lnTo>
                  <a:pt x="2611" y="2225"/>
                </a:lnTo>
                <a:lnTo>
                  <a:pt x="2526" y="2054"/>
                </a:lnTo>
                <a:lnTo>
                  <a:pt x="2397" y="1905"/>
                </a:lnTo>
                <a:lnTo>
                  <a:pt x="2248" y="1755"/>
                </a:lnTo>
                <a:lnTo>
                  <a:pt x="2076" y="1669"/>
                </a:lnTo>
                <a:lnTo>
                  <a:pt x="1884" y="1584"/>
                </a:lnTo>
                <a:lnTo>
                  <a:pt x="1713" y="1562"/>
                </a:lnTo>
                <a:lnTo>
                  <a:pt x="1627" y="1562"/>
                </a:lnTo>
                <a:lnTo>
                  <a:pt x="1563" y="1541"/>
                </a:lnTo>
                <a:lnTo>
                  <a:pt x="1541" y="1477"/>
                </a:lnTo>
                <a:lnTo>
                  <a:pt x="1520" y="1370"/>
                </a:lnTo>
                <a:lnTo>
                  <a:pt x="1477" y="1156"/>
                </a:lnTo>
                <a:lnTo>
                  <a:pt x="1392" y="942"/>
                </a:lnTo>
                <a:lnTo>
                  <a:pt x="1349" y="813"/>
                </a:lnTo>
                <a:lnTo>
                  <a:pt x="1349" y="771"/>
                </a:lnTo>
                <a:lnTo>
                  <a:pt x="1392" y="728"/>
                </a:lnTo>
                <a:lnTo>
                  <a:pt x="1499" y="685"/>
                </a:lnTo>
                <a:lnTo>
                  <a:pt x="1648" y="685"/>
                </a:lnTo>
                <a:lnTo>
                  <a:pt x="1798" y="664"/>
                </a:lnTo>
                <a:lnTo>
                  <a:pt x="1884" y="664"/>
                </a:lnTo>
                <a:lnTo>
                  <a:pt x="1948" y="621"/>
                </a:lnTo>
                <a:lnTo>
                  <a:pt x="2012" y="578"/>
                </a:lnTo>
                <a:lnTo>
                  <a:pt x="2055" y="514"/>
                </a:lnTo>
                <a:lnTo>
                  <a:pt x="2076" y="428"/>
                </a:lnTo>
                <a:lnTo>
                  <a:pt x="2055" y="364"/>
                </a:lnTo>
                <a:lnTo>
                  <a:pt x="2012" y="300"/>
                </a:lnTo>
                <a:lnTo>
                  <a:pt x="1927" y="278"/>
                </a:lnTo>
                <a:lnTo>
                  <a:pt x="1777" y="236"/>
                </a:lnTo>
                <a:lnTo>
                  <a:pt x="1606" y="236"/>
                </a:lnTo>
                <a:lnTo>
                  <a:pt x="1413" y="257"/>
                </a:lnTo>
                <a:lnTo>
                  <a:pt x="1306" y="278"/>
                </a:lnTo>
                <a:lnTo>
                  <a:pt x="1221" y="278"/>
                </a:lnTo>
                <a:lnTo>
                  <a:pt x="1199" y="257"/>
                </a:lnTo>
                <a:lnTo>
                  <a:pt x="1178" y="236"/>
                </a:lnTo>
                <a:lnTo>
                  <a:pt x="1156" y="150"/>
                </a:lnTo>
                <a:lnTo>
                  <a:pt x="1135" y="86"/>
                </a:lnTo>
                <a:lnTo>
                  <a:pt x="1114" y="43"/>
                </a:lnTo>
                <a:lnTo>
                  <a:pt x="1071" y="22"/>
                </a:lnTo>
                <a:lnTo>
                  <a:pt x="1007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0"/>
          <p:cNvSpPr/>
          <p:nvPr/>
        </p:nvSpPr>
        <p:spPr>
          <a:xfrm>
            <a:off x="6731900" y="2446725"/>
            <a:ext cx="486900" cy="4377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0"/>
          <p:cNvSpPr/>
          <p:nvPr/>
        </p:nvSpPr>
        <p:spPr>
          <a:xfrm>
            <a:off x="6814267" y="2514570"/>
            <a:ext cx="333307" cy="315240"/>
          </a:xfrm>
          <a:custGeom>
            <a:rect b="b" l="l" r="r" t="t"/>
            <a:pathLst>
              <a:path extrusionOk="0" h="18251" w="19297">
                <a:moveTo>
                  <a:pt x="18396" y="828"/>
                </a:moveTo>
                <a:lnTo>
                  <a:pt x="18761" y="877"/>
                </a:lnTo>
                <a:lnTo>
                  <a:pt x="18737" y="1242"/>
                </a:lnTo>
                <a:lnTo>
                  <a:pt x="18615" y="1266"/>
                </a:lnTo>
                <a:lnTo>
                  <a:pt x="18493" y="1315"/>
                </a:lnTo>
                <a:lnTo>
                  <a:pt x="18274" y="1436"/>
                </a:lnTo>
                <a:lnTo>
                  <a:pt x="18007" y="1582"/>
                </a:lnTo>
                <a:lnTo>
                  <a:pt x="17739" y="1777"/>
                </a:lnTo>
                <a:lnTo>
                  <a:pt x="17642" y="1850"/>
                </a:lnTo>
                <a:lnTo>
                  <a:pt x="17618" y="1801"/>
                </a:lnTo>
                <a:lnTo>
                  <a:pt x="17545" y="1704"/>
                </a:lnTo>
                <a:lnTo>
                  <a:pt x="17496" y="1680"/>
                </a:lnTo>
                <a:lnTo>
                  <a:pt x="17423" y="1655"/>
                </a:lnTo>
                <a:lnTo>
                  <a:pt x="17131" y="1631"/>
                </a:lnTo>
                <a:lnTo>
                  <a:pt x="17301" y="1509"/>
                </a:lnTo>
                <a:lnTo>
                  <a:pt x="17472" y="1388"/>
                </a:lnTo>
                <a:lnTo>
                  <a:pt x="17837" y="1144"/>
                </a:lnTo>
                <a:lnTo>
                  <a:pt x="18104" y="974"/>
                </a:lnTo>
                <a:lnTo>
                  <a:pt x="18250" y="901"/>
                </a:lnTo>
                <a:lnTo>
                  <a:pt x="18396" y="828"/>
                </a:lnTo>
                <a:close/>
                <a:moveTo>
                  <a:pt x="18712" y="1582"/>
                </a:moveTo>
                <a:lnTo>
                  <a:pt x="18688" y="2385"/>
                </a:lnTo>
                <a:lnTo>
                  <a:pt x="18688" y="3164"/>
                </a:lnTo>
                <a:lnTo>
                  <a:pt x="18469" y="3334"/>
                </a:lnTo>
                <a:lnTo>
                  <a:pt x="18250" y="3529"/>
                </a:lnTo>
                <a:lnTo>
                  <a:pt x="17982" y="3748"/>
                </a:lnTo>
                <a:lnTo>
                  <a:pt x="17861" y="3870"/>
                </a:lnTo>
                <a:lnTo>
                  <a:pt x="17764" y="4016"/>
                </a:lnTo>
                <a:lnTo>
                  <a:pt x="17739" y="3407"/>
                </a:lnTo>
                <a:lnTo>
                  <a:pt x="17739" y="3334"/>
                </a:lnTo>
                <a:lnTo>
                  <a:pt x="17958" y="3140"/>
                </a:lnTo>
                <a:lnTo>
                  <a:pt x="18177" y="2945"/>
                </a:lnTo>
                <a:lnTo>
                  <a:pt x="18493" y="2653"/>
                </a:lnTo>
                <a:lnTo>
                  <a:pt x="18615" y="2531"/>
                </a:lnTo>
                <a:lnTo>
                  <a:pt x="18664" y="2458"/>
                </a:lnTo>
                <a:lnTo>
                  <a:pt x="18688" y="2361"/>
                </a:lnTo>
                <a:lnTo>
                  <a:pt x="18664" y="2312"/>
                </a:lnTo>
                <a:lnTo>
                  <a:pt x="18615" y="2288"/>
                </a:lnTo>
                <a:lnTo>
                  <a:pt x="18518" y="2264"/>
                </a:lnTo>
                <a:lnTo>
                  <a:pt x="18445" y="2288"/>
                </a:lnTo>
                <a:lnTo>
                  <a:pt x="18347" y="2312"/>
                </a:lnTo>
                <a:lnTo>
                  <a:pt x="18274" y="2385"/>
                </a:lnTo>
                <a:lnTo>
                  <a:pt x="18128" y="2531"/>
                </a:lnTo>
                <a:lnTo>
                  <a:pt x="18007" y="2653"/>
                </a:lnTo>
                <a:lnTo>
                  <a:pt x="17739" y="2945"/>
                </a:lnTo>
                <a:lnTo>
                  <a:pt x="17739" y="2531"/>
                </a:lnTo>
                <a:lnTo>
                  <a:pt x="17691" y="2118"/>
                </a:lnTo>
                <a:lnTo>
                  <a:pt x="17788" y="2069"/>
                </a:lnTo>
                <a:lnTo>
                  <a:pt x="18055" y="1947"/>
                </a:lnTo>
                <a:lnTo>
                  <a:pt x="18323" y="1777"/>
                </a:lnTo>
                <a:lnTo>
                  <a:pt x="18518" y="1680"/>
                </a:lnTo>
                <a:lnTo>
                  <a:pt x="18712" y="1582"/>
                </a:lnTo>
                <a:close/>
                <a:moveTo>
                  <a:pt x="18688" y="3529"/>
                </a:moveTo>
                <a:lnTo>
                  <a:pt x="18688" y="3894"/>
                </a:lnTo>
                <a:lnTo>
                  <a:pt x="18664" y="4843"/>
                </a:lnTo>
                <a:lnTo>
                  <a:pt x="18639" y="4843"/>
                </a:lnTo>
                <a:lnTo>
                  <a:pt x="18518" y="4916"/>
                </a:lnTo>
                <a:lnTo>
                  <a:pt x="18396" y="5038"/>
                </a:lnTo>
                <a:lnTo>
                  <a:pt x="18177" y="5305"/>
                </a:lnTo>
                <a:lnTo>
                  <a:pt x="17982" y="5451"/>
                </a:lnTo>
                <a:lnTo>
                  <a:pt x="17788" y="5597"/>
                </a:lnTo>
                <a:lnTo>
                  <a:pt x="17788" y="5013"/>
                </a:lnTo>
                <a:lnTo>
                  <a:pt x="18128" y="4819"/>
                </a:lnTo>
                <a:lnTo>
                  <a:pt x="18274" y="4746"/>
                </a:lnTo>
                <a:lnTo>
                  <a:pt x="18445" y="4673"/>
                </a:lnTo>
                <a:lnTo>
                  <a:pt x="18591" y="4575"/>
                </a:lnTo>
                <a:lnTo>
                  <a:pt x="18639" y="4527"/>
                </a:lnTo>
                <a:lnTo>
                  <a:pt x="18664" y="4454"/>
                </a:lnTo>
                <a:lnTo>
                  <a:pt x="18664" y="4429"/>
                </a:lnTo>
                <a:lnTo>
                  <a:pt x="18639" y="4381"/>
                </a:lnTo>
                <a:lnTo>
                  <a:pt x="18566" y="4332"/>
                </a:lnTo>
                <a:lnTo>
                  <a:pt x="18420" y="4332"/>
                </a:lnTo>
                <a:lnTo>
                  <a:pt x="18347" y="4356"/>
                </a:lnTo>
                <a:lnTo>
                  <a:pt x="18177" y="4429"/>
                </a:lnTo>
                <a:lnTo>
                  <a:pt x="18031" y="4502"/>
                </a:lnTo>
                <a:lnTo>
                  <a:pt x="17788" y="4673"/>
                </a:lnTo>
                <a:lnTo>
                  <a:pt x="17764" y="4137"/>
                </a:lnTo>
                <a:lnTo>
                  <a:pt x="17958" y="4040"/>
                </a:lnTo>
                <a:lnTo>
                  <a:pt x="18128" y="3943"/>
                </a:lnTo>
                <a:lnTo>
                  <a:pt x="18445" y="3699"/>
                </a:lnTo>
                <a:lnTo>
                  <a:pt x="18688" y="3529"/>
                </a:lnTo>
                <a:close/>
                <a:moveTo>
                  <a:pt x="18664" y="5305"/>
                </a:moveTo>
                <a:lnTo>
                  <a:pt x="18639" y="6011"/>
                </a:lnTo>
                <a:lnTo>
                  <a:pt x="18396" y="6108"/>
                </a:lnTo>
                <a:lnTo>
                  <a:pt x="18177" y="6230"/>
                </a:lnTo>
                <a:lnTo>
                  <a:pt x="17982" y="6376"/>
                </a:lnTo>
                <a:lnTo>
                  <a:pt x="17764" y="6522"/>
                </a:lnTo>
                <a:lnTo>
                  <a:pt x="17764" y="6522"/>
                </a:lnTo>
                <a:lnTo>
                  <a:pt x="17788" y="5865"/>
                </a:lnTo>
                <a:lnTo>
                  <a:pt x="17934" y="5816"/>
                </a:lnTo>
                <a:lnTo>
                  <a:pt x="18080" y="5743"/>
                </a:lnTo>
                <a:lnTo>
                  <a:pt x="18201" y="5670"/>
                </a:lnTo>
                <a:lnTo>
                  <a:pt x="18323" y="5597"/>
                </a:lnTo>
                <a:lnTo>
                  <a:pt x="18493" y="5476"/>
                </a:lnTo>
                <a:lnTo>
                  <a:pt x="18664" y="5305"/>
                </a:lnTo>
                <a:close/>
                <a:moveTo>
                  <a:pt x="18615" y="6425"/>
                </a:moveTo>
                <a:lnTo>
                  <a:pt x="18615" y="6473"/>
                </a:lnTo>
                <a:lnTo>
                  <a:pt x="18518" y="6498"/>
                </a:lnTo>
                <a:lnTo>
                  <a:pt x="18420" y="6546"/>
                </a:lnTo>
                <a:lnTo>
                  <a:pt x="18250" y="6668"/>
                </a:lnTo>
                <a:lnTo>
                  <a:pt x="18104" y="6765"/>
                </a:lnTo>
                <a:lnTo>
                  <a:pt x="17982" y="6887"/>
                </a:lnTo>
                <a:lnTo>
                  <a:pt x="17739" y="7155"/>
                </a:lnTo>
                <a:lnTo>
                  <a:pt x="17764" y="6717"/>
                </a:lnTo>
                <a:lnTo>
                  <a:pt x="17982" y="6668"/>
                </a:lnTo>
                <a:lnTo>
                  <a:pt x="18201" y="6595"/>
                </a:lnTo>
                <a:lnTo>
                  <a:pt x="18615" y="6425"/>
                </a:lnTo>
                <a:close/>
                <a:moveTo>
                  <a:pt x="18615" y="6838"/>
                </a:moveTo>
                <a:lnTo>
                  <a:pt x="18591" y="7349"/>
                </a:lnTo>
                <a:lnTo>
                  <a:pt x="18591" y="7666"/>
                </a:lnTo>
                <a:lnTo>
                  <a:pt x="18420" y="7787"/>
                </a:lnTo>
                <a:lnTo>
                  <a:pt x="18250" y="7909"/>
                </a:lnTo>
                <a:lnTo>
                  <a:pt x="17958" y="8103"/>
                </a:lnTo>
                <a:lnTo>
                  <a:pt x="17666" y="8322"/>
                </a:lnTo>
                <a:lnTo>
                  <a:pt x="17715" y="7739"/>
                </a:lnTo>
                <a:lnTo>
                  <a:pt x="17739" y="7349"/>
                </a:lnTo>
                <a:lnTo>
                  <a:pt x="18080" y="7155"/>
                </a:lnTo>
                <a:lnTo>
                  <a:pt x="18420" y="6960"/>
                </a:lnTo>
                <a:lnTo>
                  <a:pt x="18615" y="6838"/>
                </a:lnTo>
                <a:close/>
                <a:moveTo>
                  <a:pt x="18566" y="8103"/>
                </a:moveTo>
                <a:lnTo>
                  <a:pt x="18542" y="8420"/>
                </a:lnTo>
                <a:lnTo>
                  <a:pt x="18420" y="8493"/>
                </a:lnTo>
                <a:lnTo>
                  <a:pt x="18274" y="8566"/>
                </a:lnTo>
                <a:lnTo>
                  <a:pt x="18055" y="8785"/>
                </a:lnTo>
                <a:lnTo>
                  <a:pt x="17812" y="9004"/>
                </a:lnTo>
                <a:lnTo>
                  <a:pt x="17593" y="9247"/>
                </a:lnTo>
                <a:lnTo>
                  <a:pt x="17642" y="8566"/>
                </a:lnTo>
                <a:lnTo>
                  <a:pt x="18031" y="8395"/>
                </a:lnTo>
                <a:lnTo>
                  <a:pt x="18420" y="8201"/>
                </a:lnTo>
                <a:lnTo>
                  <a:pt x="18566" y="8103"/>
                </a:lnTo>
                <a:close/>
                <a:moveTo>
                  <a:pt x="18542" y="8809"/>
                </a:moveTo>
                <a:lnTo>
                  <a:pt x="18542" y="9077"/>
                </a:lnTo>
                <a:lnTo>
                  <a:pt x="18299" y="9271"/>
                </a:lnTo>
                <a:lnTo>
                  <a:pt x="17934" y="9588"/>
                </a:lnTo>
                <a:lnTo>
                  <a:pt x="17593" y="9928"/>
                </a:lnTo>
                <a:lnTo>
                  <a:pt x="17569" y="9953"/>
                </a:lnTo>
                <a:lnTo>
                  <a:pt x="17569" y="9977"/>
                </a:lnTo>
                <a:lnTo>
                  <a:pt x="17593" y="10001"/>
                </a:lnTo>
                <a:lnTo>
                  <a:pt x="17642" y="10001"/>
                </a:lnTo>
                <a:lnTo>
                  <a:pt x="18080" y="9831"/>
                </a:lnTo>
                <a:lnTo>
                  <a:pt x="18274" y="9709"/>
                </a:lnTo>
                <a:lnTo>
                  <a:pt x="18493" y="9588"/>
                </a:lnTo>
                <a:lnTo>
                  <a:pt x="18518" y="9563"/>
                </a:lnTo>
                <a:lnTo>
                  <a:pt x="18518" y="9977"/>
                </a:lnTo>
                <a:lnTo>
                  <a:pt x="18396" y="10026"/>
                </a:lnTo>
                <a:lnTo>
                  <a:pt x="18274" y="10074"/>
                </a:lnTo>
                <a:lnTo>
                  <a:pt x="18080" y="10220"/>
                </a:lnTo>
                <a:lnTo>
                  <a:pt x="17788" y="10464"/>
                </a:lnTo>
                <a:lnTo>
                  <a:pt x="17520" y="10731"/>
                </a:lnTo>
                <a:lnTo>
                  <a:pt x="17520" y="10245"/>
                </a:lnTo>
                <a:lnTo>
                  <a:pt x="17569" y="9490"/>
                </a:lnTo>
                <a:lnTo>
                  <a:pt x="17837" y="9344"/>
                </a:lnTo>
                <a:lnTo>
                  <a:pt x="18104" y="9150"/>
                </a:lnTo>
                <a:lnTo>
                  <a:pt x="18274" y="8979"/>
                </a:lnTo>
                <a:lnTo>
                  <a:pt x="18469" y="8833"/>
                </a:lnTo>
                <a:lnTo>
                  <a:pt x="18542" y="8809"/>
                </a:lnTo>
                <a:close/>
                <a:moveTo>
                  <a:pt x="18518" y="10342"/>
                </a:moveTo>
                <a:lnTo>
                  <a:pt x="18518" y="10975"/>
                </a:lnTo>
                <a:lnTo>
                  <a:pt x="18347" y="11096"/>
                </a:lnTo>
                <a:lnTo>
                  <a:pt x="18201" y="11194"/>
                </a:lnTo>
                <a:lnTo>
                  <a:pt x="17861" y="11486"/>
                </a:lnTo>
                <a:lnTo>
                  <a:pt x="17715" y="11632"/>
                </a:lnTo>
                <a:lnTo>
                  <a:pt x="17569" y="11802"/>
                </a:lnTo>
                <a:lnTo>
                  <a:pt x="17545" y="11559"/>
                </a:lnTo>
                <a:lnTo>
                  <a:pt x="17520" y="11048"/>
                </a:lnTo>
                <a:lnTo>
                  <a:pt x="17691" y="10975"/>
                </a:lnTo>
                <a:lnTo>
                  <a:pt x="17837" y="10877"/>
                </a:lnTo>
                <a:lnTo>
                  <a:pt x="18128" y="10634"/>
                </a:lnTo>
                <a:lnTo>
                  <a:pt x="18518" y="10342"/>
                </a:lnTo>
                <a:close/>
                <a:moveTo>
                  <a:pt x="18518" y="11413"/>
                </a:moveTo>
                <a:lnTo>
                  <a:pt x="18542" y="11802"/>
                </a:lnTo>
                <a:lnTo>
                  <a:pt x="18347" y="11899"/>
                </a:lnTo>
                <a:lnTo>
                  <a:pt x="18177" y="12021"/>
                </a:lnTo>
                <a:lnTo>
                  <a:pt x="17837" y="12289"/>
                </a:lnTo>
                <a:lnTo>
                  <a:pt x="17764" y="12240"/>
                </a:lnTo>
                <a:lnTo>
                  <a:pt x="17642" y="12240"/>
                </a:lnTo>
                <a:lnTo>
                  <a:pt x="17593" y="12021"/>
                </a:lnTo>
                <a:lnTo>
                  <a:pt x="18299" y="11559"/>
                </a:lnTo>
                <a:lnTo>
                  <a:pt x="18518" y="11413"/>
                </a:lnTo>
                <a:close/>
                <a:moveTo>
                  <a:pt x="2093" y="1899"/>
                </a:moveTo>
                <a:lnTo>
                  <a:pt x="2385" y="1972"/>
                </a:lnTo>
                <a:lnTo>
                  <a:pt x="2702" y="1996"/>
                </a:lnTo>
                <a:lnTo>
                  <a:pt x="3334" y="2045"/>
                </a:lnTo>
                <a:lnTo>
                  <a:pt x="4356" y="2093"/>
                </a:lnTo>
                <a:lnTo>
                  <a:pt x="5354" y="2118"/>
                </a:lnTo>
                <a:lnTo>
                  <a:pt x="6376" y="2118"/>
                </a:lnTo>
                <a:lnTo>
                  <a:pt x="7398" y="2093"/>
                </a:lnTo>
                <a:lnTo>
                  <a:pt x="9466" y="2020"/>
                </a:lnTo>
                <a:lnTo>
                  <a:pt x="11413" y="1972"/>
                </a:lnTo>
                <a:lnTo>
                  <a:pt x="13359" y="1947"/>
                </a:lnTo>
                <a:lnTo>
                  <a:pt x="14357" y="1947"/>
                </a:lnTo>
                <a:lnTo>
                  <a:pt x="15330" y="1996"/>
                </a:lnTo>
                <a:lnTo>
                  <a:pt x="16304" y="2045"/>
                </a:lnTo>
                <a:lnTo>
                  <a:pt x="17277" y="2142"/>
                </a:lnTo>
                <a:lnTo>
                  <a:pt x="17253" y="2483"/>
                </a:lnTo>
                <a:lnTo>
                  <a:pt x="17228" y="2823"/>
                </a:lnTo>
                <a:lnTo>
                  <a:pt x="17228" y="3529"/>
                </a:lnTo>
                <a:lnTo>
                  <a:pt x="17277" y="4210"/>
                </a:lnTo>
                <a:lnTo>
                  <a:pt x="17301" y="4892"/>
                </a:lnTo>
                <a:lnTo>
                  <a:pt x="17301" y="5646"/>
                </a:lnTo>
                <a:lnTo>
                  <a:pt x="17277" y="6376"/>
                </a:lnTo>
                <a:lnTo>
                  <a:pt x="17180" y="7885"/>
                </a:lnTo>
                <a:lnTo>
                  <a:pt x="17082" y="9125"/>
                </a:lnTo>
                <a:lnTo>
                  <a:pt x="17034" y="9758"/>
                </a:lnTo>
                <a:lnTo>
                  <a:pt x="17009" y="10391"/>
                </a:lnTo>
                <a:lnTo>
                  <a:pt x="16985" y="10829"/>
                </a:lnTo>
                <a:lnTo>
                  <a:pt x="16961" y="11291"/>
                </a:lnTo>
                <a:lnTo>
                  <a:pt x="16985" y="11778"/>
                </a:lnTo>
                <a:lnTo>
                  <a:pt x="17009" y="12021"/>
                </a:lnTo>
                <a:lnTo>
                  <a:pt x="17058" y="12240"/>
                </a:lnTo>
                <a:lnTo>
                  <a:pt x="9539" y="12240"/>
                </a:lnTo>
                <a:lnTo>
                  <a:pt x="8566" y="12264"/>
                </a:lnTo>
                <a:lnTo>
                  <a:pt x="7568" y="12289"/>
                </a:lnTo>
                <a:lnTo>
                  <a:pt x="5622" y="12386"/>
                </a:lnTo>
                <a:lnTo>
                  <a:pt x="5086" y="12410"/>
                </a:lnTo>
                <a:lnTo>
                  <a:pt x="4551" y="12410"/>
                </a:lnTo>
                <a:lnTo>
                  <a:pt x="4040" y="12362"/>
                </a:lnTo>
                <a:lnTo>
                  <a:pt x="3529" y="12313"/>
                </a:lnTo>
                <a:lnTo>
                  <a:pt x="2994" y="12216"/>
                </a:lnTo>
                <a:lnTo>
                  <a:pt x="2702" y="12191"/>
                </a:lnTo>
                <a:lnTo>
                  <a:pt x="2434" y="12216"/>
                </a:lnTo>
                <a:lnTo>
                  <a:pt x="2385" y="11997"/>
                </a:lnTo>
                <a:lnTo>
                  <a:pt x="2361" y="11753"/>
                </a:lnTo>
                <a:lnTo>
                  <a:pt x="2337" y="11267"/>
                </a:lnTo>
                <a:lnTo>
                  <a:pt x="2361" y="10318"/>
                </a:lnTo>
                <a:lnTo>
                  <a:pt x="2361" y="9661"/>
                </a:lnTo>
                <a:lnTo>
                  <a:pt x="2337" y="8979"/>
                </a:lnTo>
                <a:lnTo>
                  <a:pt x="2312" y="7666"/>
                </a:lnTo>
                <a:lnTo>
                  <a:pt x="2312" y="6887"/>
                </a:lnTo>
                <a:lnTo>
                  <a:pt x="2288" y="6084"/>
                </a:lnTo>
                <a:lnTo>
                  <a:pt x="2239" y="4527"/>
                </a:lnTo>
                <a:lnTo>
                  <a:pt x="2215" y="2896"/>
                </a:lnTo>
                <a:lnTo>
                  <a:pt x="2215" y="2385"/>
                </a:lnTo>
                <a:lnTo>
                  <a:pt x="2166" y="2118"/>
                </a:lnTo>
                <a:lnTo>
                  <a:pt x="2142" y="2020"/>
                </a:lnTo>
                <a:lnTo>
                  <a:pt x="2093" y="1899"/>
                </a:lnTo>
                <a:close/>
                <a:moveTo>
                  <a:pt x="18566" y="12118"/>
                </a:moveTo>
                <a:lnTo>
                  <a:pt x="18591" y="12264"/>
                </a:lnTo>
                <a:lnTo>
                  <a:pt x="18420" y="12313"/>
                </a:lnTo>
                <a:lnTo>
                  <a:pt x="18274" y="12410"/>
                </a:lnTo>
                <a:lnTo>
                  <a:pt x="17958" y="12581"/>
                </a:lnTo>
                <a:lnTo>
                  <a:pt x="17885" y="12629"/>
                </a:lnTo>
                <a:lnTo>
                  <a:pt x="17909" y="12532"/>
                </a:lnTo>
                <a:lnTo>
                  <a:pt x="17909" y="12435"/>
                </a:lnTo>
                <a:lnTo>
                  <a:pt x="18250" y="12264"/>
                </a:lnTo>
                <a:lnTo>
                  <a:pt x="18566" y="12118"/>
                </a:lnTo>
                <a:close/>
                <a:moveTo>
                  <a:pt x="8761" y="512"/>
                </a:moveTo>
                <a:lnTo>
                  <a:pt x="10318" y="585"/>
                </a:lnTo>
                <a:lnTo>
                  <a:pt x="13432" y="755"/>
                </a:lnTo>
                <a:lnTo>
                  <a:pt x="14138" y="779"/>
                </a:lnTo>
                <a:lnTo>
                  <a:pt x="14844" y="804"/>
                </a:lnTo>
                <a:lnTo>
                  <a:pt x="16279" y="779"/>
                </a:lnTo>
                <a:lnTo>
                  <a:pt x="17034" y="755"/>
                </a:lnTo>
                <a:lnTo>
                  <a:pt x="17034" y="755"/>
                </a:lnTo>
                <a:lnTo>
                  <a:pt x="16912" y="852"/>
                </a:lnTo>
                <a:lnTo>
                  <a:pt x="16790" y="950"/>
                </a:lnTo>
                <a:lnTo>
                  <a:pt x="16790" y="998"/>
                </a:lnTo>
                <a:lnTo>
                  <a:pt x="16790" y="1023"/>
                </a:lnTo>
                <a:lnTo>
                  <a:pt x="16815" y="1047"/>
                </a:lnTo>
                <a:lnTo>
                  <a:pt x="16863" y="1047"/>
                </a:lnTo>
                <a:lnTo>
                  <a:pt x="17131" y="901"/>
                </a:lnTo>
                <a:lnTo>
                  <a:pt x="17399" y="755"/>
                </a:lnTo>
                <a:lnTo>
                  <a:pt x="17837" y="779"/>
                </a:lnTo>
                <a:lnTo>
                  <a:pt x="17593" y="925"/>
                </a:lnTo>
                <a:lnTo>
                  <a:pt x="17399" y="1071"/>
                </a:lnTo>
                <a:lnTo>
                  <a:pt x="17228" y="1217"/>
                </a:lnTo>
                <a:lnTo>
                  <a:pt x="17082" y="1412"/>
                </a:lnTo>
                <a:lnTo>
                  <a:pt x="17034" y="1509"/>
                </a:lnTo>
                <a:lnTo>
                  <a:pt x="17009" y="1631"/>
                </a:lnTo>
                <a:lnTo>
                  <a:pt x="16060" y="1558"/>
                </a:lnTo>
                <a:lnTo>
                  <a:pt x="15111" y="1509"/>
                </a:lnTo>
                <a:lnTo>
                  <a:pt x="14162" y="1461"/>
                </a:lnTo>
                <a:lnTo>
                  <a:pt x="13238" y="1461"/>
                </a:lnTo>
                <a:lnTo>
                  <a:pt x="11340" y="1485"/>
                </a:lnTo>
                <a:lnTo>
                  <a:pt x="9466" y="1558"/>
                </a:lnTo>
                <a:lnTo>
                  <a:pt x="7495" y="1631"/>
                </a:lnTo>
                <a:lnTo>
                  <a:pt x="5549" y="1655"/>
                </a:lnTo>
                <a:lnTo>
                  <a:pt x="4527" y="1631"/>
                </a:lnTo>
                <a:lnTo>
                  <a:pt x="3505" y="1607"/>
                </a:lnTo>
                <a:lnTo>
                  <a:pt x="3140" y="1558"/>
                </a:lnTo>
                <a:lnTo>
                  <a:pt x="2726" y="1509"/>
                </a:lnTo>
                <a:lnTo>
                  <a:pt x="2312" y="1509"/>
                </a:lnTo>
                <a:lnTo>
                  <a:pt x="2118" y="1534"/>
                </a:lnTo>
                <a:lnTo>
                  <a:pt x="1948" y="1582"/>
                </a:lnTo>
                <a:lnTo>
                  <a:pt x="1899" y="1607"/>
                </a:lnTo>
                <a:lnTo>
                  <a:pt x="1850" y="1631"/>
                </a:lnTo>
                <a:lnTo>
                  <a:pt x="1850" y="1704"/>
                </a:lnTo>
                <a:lnTo>
                  <a:pt x="1850" y="1777"/>
                </a:lnTo>
                <a:lnTo>
                  <a:pt x="1899" y="1826"/>
                </a:lnTo>
                <a:lnTo>
                  <a:pt x="1850" y="1947"/>
                </a:lnTo>
                <a:lnTo>
                  <a:pt x="1802" y="2069"/>
                </a:lnTo>
                <a:lnTo>
                  <a:pt x="1777" y="2215"/>
                </a:lnTo>
                <a:lnTo>
                  <a:pt x="1753" y="2337"/>
                </a:lnTo>
                <a:lnTo>
                  <a:pt x="1753" y="2604"/>
                </a:lnTo>
                <a:lnTo>
                  <a:pt x="1753" y="2896"/>
                </a:lnTo>
                <a:lnTo>
                  <a:pt x="1753" y="4527"/>
                </a:lnTo>
                <a:lnTo>
                  <a:pt x="1802" y="6181"/>
                </a:lnTo>
                <a:lnTo>
                  <a:pt x="1826" y="7009"/>
                </a:lnTo>
                <a:lnTo>
                  <a:pt x="1826" y="7836"/>
                </a:lnTo>
                <a:lnTo>
                  <a:pt x="1875" y="9223"/>
                </a:lnTo>
                <a:lnTo>
                  <a:pt x="1875" y="9904"/>
                </a:lnTo>
                <a:lnTo>
                  <a:pt x="1875" y="10585"/>
                </a:lnTo>
                <a:lnTo>
                  <a:pt x="1850" y="11048"/>
                </a:lnTo>
                <a:lnTo>
                  <a:pt x="1826" y="11583"/>
                </a:lnTo>
                <a:lnTo>
                  <a:pt x="1826" y="11851"/>
                </a:lnTo>
                <a:lnTo>
                  <a:pt x="1875" y="12094"/>
                </a:lnTo>
                <a:lnTo>
                  <a:pt x="1948" y="12337"/>
                </a:lnTo>
                <a:lnTo>
                  <a:pt x="2045" y="12532"/>
                </a:lnTo>
                <a:lnTo>
                  <a:pt x="2118" y="12605"/>
                </a:lnTo>
                <a:lnTo>
                  <a:pt x="2215" y="12654"/>
                </a:lnTo>
                <a:lnTo>
                  <a:pt x="2312" y="12629"/>
                </a:lnTo>
                <a:lnTo>
                  <a:pt x="2385" y="12581"/>
                </a:lnTo>
                <a:lnTo>
                  <a:pt x="2677" y="12654"/>
                </a:lnTo>
                <a:lnTo>
                  <a:pt x="2969" y="12678"/>
                </a:lnTo>
                <a:lnTo>
                  <a:pt x="3553" y="12775"/>
                </a:lnTo>
                <a:lnTo>
                  <a:pt x="4040" y="12824"/>
                </a:lnTo>
                <a:lnTo>
                  <a:pt x="4502" y="12873"/>
                </a:lnTo>
                <a:lnTo>
                  <a:pt x="5427" y="12873"/>
                </a:lnTo>
                <a:lnTo>
                  <a:pt x="6449" y="12848"/>
                </a:lnTo>
                <a:lnTo>
                  <a:pt x="7495" y="12800"/>
                </a:lnTo>
                <a:lnTo>
                  <a:pt x="8517" y="12751"/>
                </a:lnTo>
                <a:lnTo>
                  <a:pt x="9539" y="12727"/>
                </a:lnTo>
                <a:lnTo>
                  <a:pt x="17277" y="12727"/>
                </a:lnTo>
                <a:lnTo>
                  <a:pt x="17350" y="12775"/>
                </a:lnTo>
                <a:lnTo>
                  <a:pt x="17496" y="12775"/>
                </a:lnTo>
                <a:lnTo>
                  <a:pt x="17569" y="12727"/>
                </a:lnTo>
                <a:lnTo>
                  <a:pt x="17715" y="12727"/>
                </a:lnTo>
                <a:lnTo>
                  <a:pt x="17569" y="12824"/>
                </a:lnTo>
                <a:lnTo>
                  <a:pt x="17423" y="12946"/>
                </a:lnTo>
                <a:lnTo>
                  <a:pt x="17301" y="13092"/>
                </a:lnTo>
                <a:lnTo>
                  <a:pt x="17180" y="13238"/>
                </a:lnTo>
                <a:lnTo>
                  <a:pt x="17180" y="13262"/>
                </a:lnTo>
                <a:lnTo>
                  <a:pt x="17180" y="13286"/>
                </a:lnTo>
                <a:lnTo>
                  <a:pt x="17204" y="13311"/>
                </a:lnTo>
                <a:lnTo>
                  <a:pt x="17253" y="13311"/>
                </a:lnTo>
                <a:lnTo>
                  <a:pt x="17472" y="13262"/>
                </a:lnTo>
                <a:lnTo>
                  <a:pt x="17666" y="13189"/>
                </a:lnTo>
                <a:lnTo>
                  <a:pt x="18055" y="12994"/>
                </a:lnTo>
                <a:lnTo>
                  <a:pt x="18347" y="12848"/>
                </a:lnTo>
                <a:lnTo>
                  <a:pt x="18615" y="12727"/>
                </a:lnTo>
                <a:lnTo>
                  <a:pt x="18664" y="12946"/>
                </a:lnTo>
                <a:lnTo>
                  <a:pt x="18396" y="13092"/>
                </a:lnTo>
                <a:lnTo>
                  <a:pt x="17982" y="13335"/>
                </a:lnTo>
                <a:lnTo>
                  <a:pt x="17593" y="13603"/>
                </a:lnTo>
                <a:lnTo>
                  <a:pt x="17545" y="13627"/>
                </a:lnTo>
                <a:lnTo>
                  <a:pt x="17545" y="13676"/>
                </a:lnTo>
                <a:lnTo>
                  <a:pt x="17569" y="13700"/>
                </a:lnTo>
                <a:lnTo>
                  <a:pt x="17618" y="13724"/>
                </a:lnTo>
                <a:lnTo>
                  <a:pt x="17861" y="13700"/>
                </a:lnTo>
                <a:lnTo>
                  <a:pt x="18080" y="13651"/>
                </a:lnTo>
                <a:lnTo>
                  <a:pt x="18274" y="13578"/>
                </a:lnTo>
                <a:lnTo>
                  <a:pt x="18493" y="13457"/>
                </a:lnTo>
                <a:lnTo>
                  <a:pt x="18712" y="13335"/>
                </a:lnTo>
                <a:lnTo>
                  <a:pt x="18785" y="13724"/>
                </a:lnTo>
                <a:lnTo>
                  <a:pt x="18250" y="13773"/>
                </a:lnTo>
                <a:lnTo>
                  <a:pt x="17739" y="13797"/>
                </a:lnTo>
                <a:lnTo>
                  <a:pt x="17204" y="13773"/>
                </a:lnTo>
                <a:lnTo>
                  <a:pt x="16669" y="13724"/>
                </a:lnTo>
                <a:lnTo>
                  <a:pt x="15622" y="13603"/>
                </a:lnTo>
                <a:lnTo>
                  <a:pt x="15087" y="13554"/>
                </a:lnTo>
                <a:lnTo>
                  <a:pt x="14576" y="13530"/>
                </a:lnTo>
                <a:lnTo>
                  <a:pt x="12118" y="13530"/>
                </a:lnTo>
                <a:lnTo>
                  <a:pt x="9661" y="13554"/>
                </a:lnTo>
                <a:lnTo>
                  <a:pt x="8469" y="13578"/>
                </a:lnTo>
                <a:lnTo>
                  <a:pt x="7301" y="13627"/>
                </a:lnTo>
                <a:lnTo>
                  <a:pt x="4916" y="13773"/>
                </a:lnTo>
                <a:lnTo>
                  <a:pt x="3772" y="13822"/>
                </a:lnTo>
                <a:lnTo>
                  <a:pt x="2629" y="13846"/>
                </a:lnTo>
                <a:lnTo>
                  <a:pt x="2020" y="13822"/>
                </a:lnTo>
                <a:lnTo>
                  <a:pt x="1412" y="13797"/>
                </a:lnTo>
                <a:lnTo>
                  <a:pt x="1145" y="13773"/>
                </a:lnTo>
                <a:lnTo>
                  <a:pt x="853" y="13749"/>
                </a:lnTo>
                <a:lnTo>
                  <a:pt x="853" y="13724"/>
                </a:lnTo>
                <a:lnTo>
                  <a:pt x="731" y="13408"/>
                </a:lnTo>
                <a:lnTo>
                  <a:pt x="658" y="13092"/>
                </a:lnTo>
                <a:lnTo>
                  <a:pt x="585" y="12775"/>
                </a:lnTo>
                <a:lnTo>
                  <a:pt x="561" y="12435"/>
                </a:lnTo>
                <a:lnTo>
                  <a:pt x="561" y="11753"/>
                </a:lnTo>
                <a:lnTo>
                  <a:pt x="561" y="11121"/>
                </a:lnTo>
                <a:lnTo>
                  <a:pt x="561" y="9320"/>
                </a:lnTo>
                <a:lnTo>
                  <a:pt x="561" y="8420"/>
                </a:lnTo>
                <a:lnTo>
                  <a:pt x="585" y="7495"/>
                </a:lnTo>
                <a:lnTo>
                  <a:pt x="658" y="5792"/>
                </a:lnTo>
                <a:lnTo>
                  <a:pt x="731" y="4064"/>
                </a:lnTo>
                <a:lnTo>
                  <a:pt x="755" y="3188"/>
                </a:lnTo>
                <a:lnTo>
                  <a:pt x="755" y="2337"/>
                </a:lnTo>
                <a:lnTo>
                  <a:pt x="731" y="1485"/>
                </a:lnTo>
                <a:lnTo>
                  <a:pt x="707" y="609"/>
                </a:lnTo>
                <a:lnTo>
                  <a:pt x="804" y="682"/>
                </a:lnTo>
                <a:lnTo>
                  <a:pt x="950" y="755"/>
                </a:lnTo>
                <a:lnTo>
                  <a:pt x="1072" y="804"/>
                </a:lnTo>
                <a:lnTo>
                  <a:pt x="1242" y="852"/>
                </a:lnTo>
                <a:lnTo>
                  <a:pt x="1583" y="901"/>
                </a:lnTo>
                <a:lnTo>
                  <a:pt x="1948" y="925"/>
                </a:lnTo>
                <a:lnTo>
                  <a:pt x="2312" y="901"/>
                </a:lnTo>
                <a:lnTo>
                  <a:pt x="2653" y="901"/>
                </a:lnTo>
                <a:lnTo>
                  <a:pt x="3164" y="852"/>
                </a:lnTo>
                <a:lnTo>
                  <a:pt x="4162" y="755"/>
                </a:lnTo>
                <a:lnTo>
                  <a:pt x="5184" y="633"/>
                </a:lnTo>
                <a:lnTo>
                  <a:pt x="6181" y="560"/>
                </a:lnTo>
                <a:lnTo>
                  <a:pt x="6692" y="512"/>
                </a:lnTo>
                <a:close/>
                <a:moveTo>
                  <a:pt x="11096" y="14016"/>
                </a:moveTo>
                <a:lnTo>
                  <a:pt x="11096" y="14187"/>
                </a:lnTo>
                <a:lnTo>
                  <a:pt x="10926" y="14260"/>
                </a:lnTo>
                <a:lnTo>
                  <a:pt x="10780" y="14357"/>
                </a:lnTo>
                <a:lnTo>
                  <a:pt x="10488" y="14552"/>
                </a:lnTo>
                <a:lnTo>
                  <a:pt x="10293" y="14698"/>
                </a:lnTo>
                <a:lnTo>
                  <a:pt x="10123" y="14868"/>
                </a:lnTo>
                <a:lnTo>
                  <a:pt x="9953" y="15038"/>
                </a:lnTo>
                <a:lnTo>
                  <a:pt x="9807" y="15233"/>
                </a:lnTo>
                <a:lnTo>
                  <a:pt x="9807" y="15282"/>
                </a:lnTo>
                <a:lnTo>
                  <a:pt x="9831" y="15330"/>
                </a:lnTo>
                <a:lnTo>
                  <a:pt x="9856" y="15379"/>
                </a:lnTo>
                <a:lnTo>
                  <a:pt x="9929" y="15379"/>
                </a:lnTo>
                <a:lnTo>
                  <a:pt x="10099" y="15282"/>
                </a:lnTo>
                <a:lnTo>
                  <a:pt x="10245" y="15184"/>
                </a:lnTo>
                <a:lnTo>
                  <a:pt x="10537" y="14941"/>
                </a:lnTo>
                <a:lnTo>
                  <a:pt x="10804" y="14771"/>
                </a:lnTo>
                <a:lnTo>
                  <a:pt x="11072" y="14600"/>
                </a:lnTo>
                <a:lnTo>
                  <a:pt x="11072" y="14600"/>
                </a:lnTo>
                <a:lnTo>
                  <a:pt x="11048" y="15087"/>
                </a:lnTo>
                <a:lnTo>
                  <a:pt x="10926" y="15136"/>
                </a:lnTo>
                <a:lnTo>
                  <a:pt x="10804" y="15209"/>
                </a:lnTo>
                <a:lnTo>
                  <a:pt x="10585" y="15330"/>
                </a:lnTo>
                <a:lnTo>
                  <a:pt x="10439" y="15403"/>
                </a:lnTo>
                <a:lnTo>
                  <a:pt x="10269" y="15525"/>
                </a:lnTo>
                <a:lnTo>
                  <a:pt x="10123" y="15647"/>
                </a:lnTo>
                <a:lnTo>
                  <a:pt x="10074" y="15695"/>
                </a:lnTo>
                <a:lnTo>
                  <a:pt x="10050" y="15793"/>
                </a:lnTo>
                <a:lnTo>
                  <a:pt x="10050" y="15817"/>
                </a:lnTo>
                <a:lnTo>
                  <a:pt x="10074" y="15841"/>
                </a:lnTo>
                <a:lnTo>
                  <a:pt x="10245" y="15841"/>
                </a:lnTo>
                <a:lnTo>
                  <a:pt x="10391" y="15817"/>
                </a:lnTo>
                <a:lnTo>
                  <a:pt x="10683" y="15671"/>
                </a:lnTo>
                <a:lnTo>
                  <a:pt x="11023" y="15501"/>
                </a:lnTo>
                <a:lnTo>
                  <a:pt x="10999" y="15841"/>
                </a:lnTo>
                <a:lnTo>
                  <a:pt x="10756" y="15987"/>
                </a:lnTo>
                <a:lnTo>
                  <a:pt x="10610" y="16085"/>
                </a:lnTo>
                <a:lnTo>
                  <a:pt x="10464" y="16206"/>
                </a:lnTo>
                <a:lnTo>
                  <a:pt x="10342" y="16352"/>
                </a:lnTo>
                <a:lnTo>
                  <a:pt x="10196" y="16474"/>
                </a:lnTo>
                <a:lnTo>
                  <a:pt x="10172" y="16498"/>
                </a:lnTo>
                <a:lnTo>
                  <a:pt x="10172" y="16522"/>
                </a:lnTo>
                <a:lnTo>
                  <a:pt x="10196" y="16547"/>
                </a:lnTo>
                <a:lnTo>
                  <a:pt x="10245" y="16547"/>
                </a:lnTo>
                <a:lnTo>
                  <a:pt x="10537" y="16425"/>
                </a:lnTo>
                <a:lnTo>
                  <a:pt x="10804" y="16303"/>
                </a:lnTo>
                <a:lnTo>
                  <a:pt x="10975" y="16230"/>
                </a:lnTo>
                <a:lnTo>
                  <a:pt x="10975" y="16449"/>
                </a:lnTo>
                <a:lnTo>
                  <a:pt x="10902" y="16474"/>
                </a:lnTo>
                <a:lnTo>
                  <a:pt x="10756" y="16547"/>
                </a:lnTo>
                <a:lnTo>
                  <a:pt x="10634" y="16620"/>
                </a:lnTo>
                <a:lnTo>
                  <a:pt x="10415" y="16814"/>
                </a:lnTo>
                <a:lnTo>
                  <a:pt x="10391" y="16863"/>
                </a:lnTo>
                <a:lnTo>
                  <a:pt x="10391" y="16887"/>
                </a:lnTo>
                <a:lnTo>
                  <a:pt x="10391" y="16960"/>
                </a:lnTo>
                <a:lnTo>
                  <a:pt x="10464" y="16985"/>
                </a:lnTo>
                <a:lnTo>
                  <a:pt x="10537" y="16985"/>
                </a:lnTo>
                <a:lnTo>
                  <a:pt x="10780" y="16887"/>
                </a:lnTo>
                <a:lnTo>
                  <a:pt x="11023" y="16790"/>
                </a:lnTo>
                <a:lnTo>
                  <a:pt x="11048" y="16887"/>
                </a:lnTo>
                <a:lnTo>
                  <a:pt x="10926" y="16960"/>
                </a:lnTo>
                <a:lnTo>
                  <a:pt x="10829" y="17058"/>
                </a:lnTo>
                <a:lnTo>
                  <a:pt x="10585" y="17252"/>
                </a:lnTo>
                <a:lnTo>
                  <a:pt x="10561" y="17277"/>
                </a:lnTo>
                <a:lnTo>
                  <a:pt x="10561" y="17301"/>
                </a:lnTo>
                <a:lnTo>
                  <a:pt x="10585" y="17325"/>
                </a:lnTo>
                <a:lnTo>
                  <a:pt x="10610" y="17325"/>
                </a:lnTo>
                <a:lnTo>
                  <a:pt x="10780" y="17301"/>
                </a:lnTo>
                <a:lnTo>
                  <a:pt x="10950" y="17252"/>
                </a:lnTo>
                <a:lnTo>
                  <a:pt x="11096" y="17179"/>
                </a:lnTo>
                <a:lnTo>
                  <a:pt x="11242" y="17082"/>
                </a:lnTo>
                <a:lnTo>
                  <a:pt x="11388" y="17155"/>
                </a:lnTo>
                <a:lnTo>
                  <a:pt x="11534" y="17179"/>
                </a:lnTo>
                <a:lnTo>
                  <a:pt x="11705" y="17204"/>
                </a:lnTo>
                <a:lnTo>
                  <a:pt x="11875" y="17204"/>
                </a:lnTo>
                <a:lnTo>
                  <a:pt x="12216" y="17179"/>
                </a:lnTo>
                <a:lnTo>
                  <a:pt x="12508" y="17155"/>
                </a:lnTo>
                <a:lnTo>
                  <a:pt x="12897" y="17179"/>
                </a:lnTo>
                <a:lnTo>
                  <a:pt x="13067" y="17179"/>
                </a:lnTo>
                <a:lnTo>
                  <a:pt x="13262" y="17228"/>
                </a:lnTo>
                <a:lnTo>
                  <a:pt x="13432" y="17277"/>
                </a:lnTo>
                <a:lnTo>
                  <a:pt x="13554" y="17374"/>
                </a:lnTo>
                <a:lnTo>
                  <a:pt x="13676" y="17496"/>
                </a:lnTo>
                <a:lnTo>
                  <a:pt x="13773" y="17617"/>
                </a:lnTo>
                <a:lnTo>
                  <a:pt x="13530" y="17593"/>
                </a:lnTo>
                <a:lnTo>
                  <a:pt x="12556" y="17593"/>
                </a:lnTo>
                <a:lnTo>
                  <a:pt x="11826" y="17642"/>
                </a:lnTo>
                <a:lnTo>
                  <a:pt x="10366" y="17715"/>
                </a:lnTo>
                <a:lnTo>
                  <a:pt x="9637" y="17739"/>
                </a:lnTo>
                <a:lnTo>
                  <a:pt x="8907" y="17763"/>
                </a:lnTo>
                <a:lnTo>
                  <a:pt x="7763" y="17788"/>
                </a:lnTo>
                <a:lnTo>
                  <a:pt x="6644" y="17788"/>
                </a:lnTo>
                <a:lnTo>
                  <a:pt x="6181" y="17739"/>
                </a:lnTo>
                <a:lnTo>
                  <a:pt x="5816" y="17715"/>
                </a:lnTo>
                <a:lnTo>
                  <a:pt x="5500" y="17690"/>
                </a:lnTo>
                <a:lnTo>
                  <a:pt x="5597" y="17544"/>
                </a:lnTo>
                <a:lnTo>
                  <a:pt x="5743" y="17447"/>
                </a:lnTo>
                <a:lnTo>
                  <a:pt x="5865" y="17350"/>
                </a:lnTo>
                <a:lnTo>
                  <a:pt x="6035" y="17277"/>
                </a:lnTo>
                <a:lnTo>
                  <a:pt x="6206" y="17228"/>
                </a:lnTo>
                <a:lnTo>
                  <a:pt x="6376" y="17179"/>
                </a:lnTo>
                <a:lnTo>
                  <a:pt x="6765" y="17155"/>
                </a:lnTo>
                <a:lnTo>
                  <a:pt x="7057" y="17179"/>
                </a:lnTo>
                <a:lnTo>
                  <a:pt x="7374" y="17204"/>
                </a:lnTo>
                <a:lnTo>
                  <a:pt x="7544" y="17179"/>
                </a:lnTo>
                <a:lnTo>
                  <a:pt x="7690" y="17179"/>
                </a:lnTo>
                <a:lnTo>
                  <a:pt x="7836" y="17131"/>
                </a:lnTo>
                <a:lnTo>
                  <a:pt x="7958" y="17058"/>
                </a:lnTo>
                <a:lnTo>
                  <a:pt x="7982" y="17009"/>
                </a:lnTo>
                <a:lnTo>
                  <a:pt x="8055" y="17033"/>
                </a:lnTo>
                <a:lnTo>
                  <a:pt x="8128" y="17033"/>
                </a:lnTo>
                <a:lnTo>
                  <a:pt x="8177" y="17009"/>
                </a:lnTo>
                <a:lnTo>
                  <a:pt x="8225" y="16960"/>
                </a:lnTo>
                <a:lnTo>
                  <a:pt x="8274" y="16887"/>
                </a:lnTo>
                <a:lnTo>
                  <a:pt x="8298" y="16766"/>
                </a:lnTo>
                <a:lnTo>
                  <a:pt x="8298" y="16668"/>
                </a:lnTo>
                <a:lnTo>
                  <a:pt x="8298" y="16620"/>
                </a:lnTo>
                <a:lnTo>
                  <a:pt x="8274" y="16595"/>
                </a:lnTo>
                <a:lnTo>
                  <a:pt x="8298" y="16303"/>
                </a:lnTo>
                <a:lnTo>
                  <a:pt x="8298" y="15768"/>
                </a:lnTo>
                <a:lnTo>
                  <a:pt x="8298" y="15233"/>
                </a:lnTo>
                <a:lnTo>
                  <a:pt x="8298" y="14965"/>
                </a:lnTo>
                <a:lnTo>
                  <a:pt x="8323" y="14649"/>
                </a:lnTo>
                <a:lnTo>
                  <a:pt x="8323" y="14333"/>
                </a:lnTo>
                <a:lnTo>
                  <a:pt x="8323" y="14187"/>
                </a:lnTo>
                <a:lnTo>
                  <a:pt x="8298" y="14065"/>
                </a:lnTo>
                <a:lnTo>
                  <a:pt x="9101" y="14041"/>
                </a:lnTo>
                <a:lnTo>
                  <a:pt x="9101" y="14041"/>
                </a:lnTo>
                <a:lnTo>
                  <a:pt x="8980" y="14138"/>
                </a:lnTo>
                <a:lnTo>
                  <a:pt x="8834" y="14260"/>
                </a:lnTo>
                <a:lnTo>
                  <a:pt x="8688" y="14406"/>
                </a:lnTo>
                <a:lnTo>
                  <a:pt x="8663" y="14454"/>
                </a:lnTo>
                <a:lnTo>
                  <a:pt x="8639" y="14503"/>
                </a:lnTo>
                <a:lnTo>
                  <a:pt x="8615" y="14600"/>
                </a:lnTo>
                <a:lnTo>
                  <a:pt x="8615" y="14649"/>
                </a:lnTo>
                <a:lnTo>
                  <a:pt x="8639" y="14673"/>
                </a:lnTo>
                <a:lnTo>
                  <a:pt x="8761" y="14673"/>
                </a:lnTo>
                <a:lnTo>
                  <a:pt x="8858" y="14649"/>
                </a:lnTo>
                <a:lnTo>
                  <a:pt x="9028" y="14527"/>
                </a:lnTo>
                <a:lnTo>
                  <a:pt x="9199" y="14406"/>
                </a:lnTo>
                <a:lnTo>
                  <a:pt x="9466" y="14235"/>
                </a:lnTo>
                <a:lnTo>
                  <a:pt x="9710" y="14016"/>
                </a:lnTo>
                <a:lnTo>
                  <a:pt x="9953" y="14016"/>
                </a:lnTo>
                <a:lnTo>
                  <a:pt x="9734" y="14211"/>
                </a:lnTo>
                <a:lnTo>
                  <a:pt x="9539" y="14406"/>
                </a:lnTo>
                <a:lnTo>
                  <a:pt x="9345" y="14625"/>
                </a:lnTo>
                <a:lnTo>
                  <a:pt x="9199" y="14868"/>
                </a:lnTo>
                <a:lnTo>
                  <a:pt x="9199" y="14892"/>
                </a:lnTo>
                <a:lnTo>
                  <a:pt x="9199" y="14917"/>
                </a:lnTo>
                <a:lnTo>
                  <a:pt x="9223" y="14941"/>
                </a:lnTo>
                <a:lnTo>
                  <a:pt x="9272" y="14941"/>
                </a:lnTo>
                <a:lnTo>
                  <a:pt x="9393" y="14892"/>
                </a:lnTo>
                <a:lnTo>
                  <a:pt x="9515" y="14844"/>
                </a:lnTo>
                <a:lnTo>
                  <a:pt x="9758" y="14698"/>
                </a:lnTo>
                <a:lnTo>
                  <a:pt x="10196" y="14357"/>
                </a:lnTo>
                <a:lnTo>
                  <a:pt x="10464" y="14235"/>
                </a:lnTo>
                <a:lnTo>
                  <a:pt x="10658" y="14138"/>
                </a:lnTo>
                <a:lnTo>
                  <a:pt x="10804" y="14016"/>
                </a:lnTo>
                <a:close/>
                <a:moveTo>
                  <a:pt x="6936" y="1"/>
                </a:moveTo>
                <a:lnTo>
                  <a:pt x="5914" y="74"/>
                </a:lnTo>
                <a:lnTo>
                  <a:pt x="4892" y="147"/>
                </a:lnTo>
                <a:lnTo>
                  <a:pt x="3870" y="268"/>
                </a:lnTo>
                <a:lnTo>
                  <a:pt x="2945" y="366"/>
                </a:lnTo>
                <a:lnTo>
                  <a:pt x="2483" y="390"/>
                </a:lnTo>
                <a:lnTo>
                  <a:pt x="1680" y="390"/>
                </a:lnTo>
                <a:lnTo>
                  <a:pt x="1339" y="317"/>
                </a:lnTo>
                <a:lnTo>
                  <a:pt x="658" y="195"/>
                </a:lnTo>
                <a:lnTo>
                  <a:pt x="634" y="147"/>
                </a:lnTo>
                <a:lnTo>
                  <a:pt x="585" y="122"/>
                </a:lnTo>
                <a:lnTo>
                  <a:pt x="512" y="98"/>
                </a:lnTo>
                <a:lnTo>
                  <a:pt x="463" y="98"/>
                </a:lnTo>
                <a:lnTo>
                  <a:pt x="390" y="122"/>
                </a:lnTo>
                <a:lnTo>
                  <a:pt x="342" y="147"/>
                </a:lnTo>
                <a:lnTo>
                  <a:pt x="317" y="220"/>
                </a:lnTo>
                <a:lnTo>
                  <a:pt x="293" y="293"/>
                </a:lnTo>
                <a:lnTo>
                  <a:pt x="244" y="1169"/>
                </a:lnTo>
                <a:lnTo>
                  <a:pt x="220" y="2069"/>
                </a:lnTo>
                <a:lnTo>
                  <a:pt x="196" y="3821"/>
                </a:lnTo>
                <a:lnTo>
                  <a:pt x="171" y="4794"/>
                </a:lnTo>
                <a:lnTo>
                  <a:pt x="123" y="5768"/>
                </a:lnTo>
                <a:lnTo>
                  <a:pt x="25" y="7690"/>
                </a:lnTo>
                <a:lnTo>
                  <a:pt x="1" y="8614"/>
                </a:lnTo>
                <a:lnTo>
                  <a:pt x="1" y="9539"/>
                </a:lnTo>
                <a:lnTo>
                  <a:pt x="25" y="11364"/>
                </a:lnTo>
                <a:lnTo>
                  <a:pt x="1" y="11997"/>
                </a:lnTo>
                <a:lnTo>
                  <a:pt x="1" y="12362"/>
                </a:lnTo>
                <a:lnTo>
                  <a:pt x="25" y="12702"/>
                </a:lnTo>
                <a:lnTo>
                  <a:pt x="50" y="13067"/>
                </a:lnTo>
                <a:lnTo>
                  <a:pt x="123" y="13408"/>
                </a:lnTo>
                <a:lnTo>
                  <a:pt x="244" y="13700"/>
                </a:lnTo>
                <a:lnTo>
                  <a:pt x="317" y="13846"/>
                </a:lnTo>
                <a:lnTo>
                  <a:pt x="390" y="13968"/>
                </a:lnTo>
                <a:lnTo>
                  <a:pt x="463" y="14065"/>
                </a:lnTo>
                <a:lnTo>
                  <a:pt x="561" y="14089"/>
                </a:lnTo>
                <a:lnTo>
                  <a:pt x="634" y="14089"/>
                </a:lnTo>
                <a:lnTo>
                  <a:pt x="731" y="14065"/>
                </a:lnTo>
                <a:lnTo>
                  <a:pt x="901" y="14138"/>
                </a:lnTo>
                <a:lnTo>
                  <a:pt x="1072" y="14162"/>
                </a:lnTo>
                <a:lnTo>
                  <a:pt x="1412" y="14211"/>
                </a:lnTo>
                <a:lnTo>
                  <a:pt x="2093" y="14260"/>
                </a:lnTo>
                <a:lnTo>
                  <a:pt x="2726" y="14308"/>
                </a:lnTo>
                <a:lnTo>
                  <a:pt x="3334" y="14308"/>
                </a:lnTo>
                <a:lnTo>
                  <a:pt x="3943" y="14284"/>
                </a:lnTo>
                <a:lnTo>
                  <a:pt x="4551" y="14260"/>
                </a:lnTo>
                <a:lnTo>
                  <a:pt x="7958" y="14089"/>
                </a:lnTo>
                <a:lnTo>
                  <a:pt x="7958" y="14089"/>
                </a:lnTo>
                <a:lnTo>
                  <a:pt x="7909" y="14211"/>
                </a:lnTo>
                <a:lnTo>
                  <a:pt x="7885" y="14357"/>
                </a:lnTo>
                <a:lnTo>
                  <a:pt x="7860" y="14673"/>
                </a:lnTo>
                <a:lnTo>
                  <a:pt x="7860" y="15233"/>
                </a:lnTo>
                <a:lnTo>
                  <a:pt x="7860" y="15768"/>
                </a:lnTo>
                <a:lnTo>
                  <a:pt x="7836" y="16303"/>
                </a:lnTo>
                <a:lnTo>
                  <a:pt x="7812" y="16547"/>
                </a:lnTo>
                <a:lnTo>
                  <a:pt x="7812" y="16668"/>
                </a:lnTo>
                <a:lnTo>
                  <a:pt x="7812" y="16790"/>
                </a:lnTo>
                <a:lnTo>
                  <a:pt x="7666" y="16741"/>
                </a:lnTo>
                <a:lnTo>
                  <a:pt x="7471" y="16693"/>
                </a:lnTo>
                <a:lnTo>
                  <a:pt x="7276" y="16693"/>
                </a:lnTo>
                <a:lnTo>
                  <a:pt x="7057" y="16668"/>
                </a:lnTo>
                <a:lnTo>
                  <a:pt x="6644" y="16693"/>
                </a:lnTo>
                <a:lnTo>
                  <a:pt x="6303" y="16741"/>
                </a:lnTo>
                <a:lnTo>
                  <a:pt x="6060" y="16790"/>
                </a:lnTo>
                <a:lnTo>
                  <a:pt x="5841" y="16863"/>
                </a:lnTo>
                <a:lnTo>
                  <a:pt x="5646" y="16936"/>
                </a:lnTo>
                <a:lnTo>
                  <a:pt x="5451" y="17058"/>
                </a:lnTo>
                <a:lnTo>
                  <a:pt x="5281" y="17204"/>
                </a:lnTo>
                <a:lnTo>
                  <a:pt x="5135" y="17374"/>
                </a:lnTo>
                <a:lnTo>
                  <a:pt x="5038" y="17569"/>
                </a:lnTo>
                <a:lnTo>
                  <a:pt x="4940" y="17812"/>
                </a:lnTo>
                <a:lnTo>
                  <a:pt x="4940" y="17885"/>
                </a:lnTo>
                <a:lnTo>
                  <a:pt x="4940" y="17958"/>
                </a:lnTo>
                <a:lnTo>
                  <a:pt x="4989" y="18031"/>
                </a:lnTo>
                <a:lnTo>
                  <a:pt x="5038" y="18055"/>
                </a:lnTo>
                <a:lnTo>
                  <a:pt x="5111" y="18080"/>
                </a:lnTo>
                <a:lnTo>
                  <a:pt x="5184" y="18080"/>
                </a:lnTo>
                <a:lnTo>
                  <a:pt x="5257" y="18055"/>
                </a:lnTo>
                <a:lnTo>
                  <a:pt x="5330" y="18007"/>
                </a:lnTo>
                <a:lnTo>
                  <a:pt x="5451" y="18080"/>
                </a:lnTo>
                <a:lnTo>
                  <a:pt x="5597" y="18128"/>
                </a:lnTo>
                <a:lnTo>
                  <a:pt x="5743" y="18177"/>
                </a:lnTo>
                <a:lnTo>
                  <a:pt x="5914" y="18201"/>
                </a:lnTo>
                <a:lnTo>
                  <a:pt x="6254" y="18226"/>
                </a:lnTo>
                <a:lnTo>
                  <a:pt x="6498" y="18226"/>
                </a:lnTo>
                <a:lnTo>
                  <a:pt x="7082" y="18250"/>
                </a:lnTo>
                <a:lnTo>
                  <a:pt x="7641" y="18250"/>
                </a:lnTo>
                <a:lnTo>
                  <a:pt x="8785" y="18226"/>
                </a:lnTo>
                <a:lnTo>
                  <a:pt x="10147" y="18201"/>
                </a:lnTo>
                <a:lnTo>
                  <a:pt x="11486" y="18128"/>
                </a:lnTo>
                <a:lnTo>
                  <a:pt x="12994" y="18080"/>
                </a:lnTo>
                <a:lnTo>
                  <a:pt x="13238" y="18080"/>
                </a:lnTo>
                <a:lnTo>
                  <a:pt x="13505" y="18104"/>
                </a:lnTo>
                <a:lnTo>
                  <a:pt x="13773" y="18080"/>
                </a:lnTo>
                <a:lnTo>
                  <a:pt x="13919" y="18080"/>
                </a:lnTo>
                <a:lnTo>
                  <a:pt x="14016" y="18031"/>
                </a:lnTo>
                <a:lnTo>
                  <a:pt x="14089" y="18080"/>
                </a:lnTo>
                <a:lnTo>
                  <a:pt x="14235" y="18080"/>
                </a:lnTo>
                <a:lnTo>
                  <a:pt x="14284" y="18055"/>
                </a:lnTo>
                <a:lnTo>
                  <a:pt x="14333" y="18007"/>
                </a:lnTo>
                <a:lnTo>
                  <a:pt x="14381" y="17958"/>
                </a:lnTo>
                <a:lnTo>
                  <a:pt x="14406" y="17885"/>
                </a:lnTo>
                <a:lnTo>
                  <a:pt x="14381" y="17812"/>
                </a:lnTo>
                <a:lnTo>
                  <a:pt x="14308" y="17569"/>
                </a:lnTo>
                <a:lnTo>
                  <a:pt x="14211" y="17374"/>
                </a:lnTo>
                <a:lnTo>
                  <a:pt x="14065" y="17179"/>
                </a:lnTo>
                <a:lnTo>
                  <a:pt x="13895" y="17033"/>
                </a:lnTo>
                <a:lnTo>
                  <a:pt x="13700" y="16912"/>
                </a:lnTo>
                <a:lnTo>
                  <a:pt x="13505" y="16814"/>
                </a:lnTo>
                <a:lnTo>
                  <a:pt x="13262" y="16741"/>
                </a:lnTo>
                <a:lnTo>
                  <a:pt x="13043" y="16693"/>
                </a:lnTo>
                <a:lnTo>
                  <a:pt x="12581" y="16693"/>
                </a:lnTo>
                <a:lnTo>
                  <a:pt x="12118" y="16766"/>
                </a:lnTo>
                <a:lnTo>
                  <a:pt x="11802" y="16790"/>
                </a:lnTo>
                <a:lnTo>
                  <a:pt x="11486" y="16814"/>
                </a:lnTo>
                <a:lnTo>
                  <a:pt x="11461" y="16620"/>
                </a:lnTo>
                <a:lnTo>
                  <a:pt x="11510" y="16571"/>
                </a:lnTo>
                <a:lnTo>
                  <a:pt x="11534" y="16498"/>
                </a:lnTo>
                <a:lnTo>
                  <a:pt x="11534" y="16449"/>
                </a:lnTo>
                <a:lnTo>
                  <a:pt x="11486" y="16425"/>
                </a:lnTo>
                <a:lnTo>
                  <a:pt x="11437" y="16401"/>
                </a:lnTo>
                <a:lnTo>
                  <a:pt x="11437" y="15939"/>
                </a:lnTo>
                <a:lnTo>
                  <a:pt x="11461" y="15501"/>
                </a:lnTo>
                <a:lnTo>
                  <a:pt x="11534" y="14746"/>
                </a:lnTo>
                <a:lnTo>
                  <a:pt x="11534" y="14381"/>
                </a:lnTo>
                <a:lnTo>
                  <a:pt x="11510" y="14187"/>
                </a:lnTo>
                <a:lnTo>
                  <a:pt x="11461" y="14016"/>
                </a:lnTo>
                <a:lnTo>
                  <a:pt x="14576" y="14016"/>
                </a:lnTo>
                <a:lnTo>
                  <a:pt x="15136" y="14041"/>
                </a:lnTo>
                <a:lnTo>
                  <a:pt x="15720" y="14089"/>
                </a:lnTo>
                <a:lnTo>
                  <a:pt x="16839" y="14211"/>
                </a:lnTo>
                <a:lnTo>
                  <a:pt x="17423" y="14260"/>
                </a:lnTo>
                <a:lnTo>
                  <a:pt x="17982" y="14260"/>
                </a:lnTo>
                <a:lnTo>
                  <a:pt x="18542" y="14235"/>
                </a:lnTo>
                <a:lnTo>
                  <a:pt x="18834" y="14211"/>
                </a:lnTo>
                <a:lnTo>
                  <a:pt x="19102" y="14138"/>
                </a:lnTo>
                <a:lnTo>
                  <a:pt x="19199" y="14114"/>
                </a:lnTo>
                <a:lnTo>
                  <a:pt x="19272" y="14041"/>
                </a:lnTo>
                <a:lnTo>
                  <a:pt x="19296" y="13968"/>
                </a:lnTo>
                <a:lnTo>
                  <a:pt x="19272" y="13870"/>
                </a:lnTo>
                <a:lnTo>
                  <a:pt x="19272" y="13773"/>
                </a:lnTo>
                <a:lnTo>
                  <a:pt x="19150" y="13043"/>
                </a:lnTo>
                <a:lnTo>
                  <a:pt x="19248" y="12921"/>
                </a:lnTo>
                <a:lnTo>
                  <a:pt x="19248" y="12873"/>
                </a:lnTo>
                <a:lnTo>
                  <a:pt x="19248" y="12824"/>
                </a:lnTo>
                <a:lnTo>
                  <a:pt x="19223" y="12800"/>
                </a:lnTo>
                <a:lnTo>
                  <a:pt x="19102" y="12800"/>
                </a:lnTo>
                <a:lnTo>
                  <a:pt x="19053" y="12337"/>
                </a:lnTo>
                <a:lnTo>
                  <a:pt x="19029" y="11875"/>
                </a:lnTo>
                <a:lnTo>
                  <a:pt x="18980" y="10926"/>
                </a:lnTo>
                <a:lnTo>
                  <a:pt x="18980" y="10001"/>
                </a:lnTo>
                <a:lnTo>
                  <a:pt x="19004" y="9052"/>
                </a:lnTo>
                <a:lnTo>
                  <a:pt x="19004" y="8955"/>
                </a:lnTo>
                <a:lnTo>
                  <a:pt x="19077" y="7203"/>
                </a:lnTo>
                <a:lnTo>
                  <a:pt x="19150" y="5549"/>
                </a:lnTo>
                <a:lnTo>
                  <a:pt x="19175" y="3894"/>
                </a:lnTo>
                <a:lnTo>
                  <a:pt x="19223" y="2385"/>
                </a:lnTo>
                <a:lnTo>
                  <a:pt x="19248" y="1607"/>
                </a:lnTo>
                <a:lnTo>
                  <a:pt x="19223" y="1242"/>
                </a:lnTo>
                <a:lnTo>
                  <a:pt x="19199" y="852"/>
                </a:lnTo>
                <a:lnTo>
                  <a:pt x="19248" y="804"/>
                </a:lnTo>
                <a:lnTo>
                  <a:pt x="19272" y="755"/>
                </a:lnTo>
                <a:lnTo>
                  <a:pt x="19296" y="682"/>
                </a:lnTo>
                <a:lnTo>
                  <a:pt x="19296" y="609"/>
                </a:lnTo>
                <a:lnTo>
                  <a:pt x="19272" y="560"/>
                </a:lnTo>
                <a:lnTo>
                  <a:pt x="19223" y="512"/>
                </a:lnTo>
                <a:lnTo>
                  <a:pt x="19175" y="463"/>
                </a:lnTo>
                <a:lnTo>
                  <a:pt x="19102" y="439"/>
                </a:lnTo>
                <a:lnTo>
                  <a:pt x="18493" y="317"/>
                </a:lnTo>
                <a:lnTo>
                  <a:pt x="17885" y="268"/>
                </a:lnTo>
                <a:lnTo>
                  <a:pt x="17277" y="244"/>
                </a:lnTo>
                <a:lnTo>
                  <a:pt x="16644" y="244"/>
                </a:lnTo>
                <a:lnTo>
                  <a:pt x="15403" y="293"/>
                </a:lnTo>
                <a:lnTo>
                  <a:pt x="14187" y="293"/>
                </a:lnTo>
                <a:lnTo>
                  <a:pt x="12629" y="220"/>
                </a:lnTo>
                <a:lnTo>
                  <a:pt x="11072" y="122"/>
                </a:lnTo>
                <a:lnTo>
                  <a:pt x="9515" y="49"/>
                </a:lnTo>
                <a:lnTo>
                  <a:pt x="7958" y="1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0"/>
          <p:cNvSpPr/>
          <p:nvPr/>
        </p:nvSpPr>
        <p:spPr>
          <a:xfrm>
            <a:off x="6882769" y="2564325"/>
            <a:ext cx="182738" cy="136250"/>
          </a:xfrm>
          <a:custGeom>
            <a:rect b="b" l="l" r="r" t="t"/>
            <a:pathLst>
              <a:path extrusionOk="0" h="13822" w="17690">
                <a:moveTo>
                  <a:pt x="4867" y="2166"/>
                </a:moveTo>
                <a:lnTo>
                  <a:pt x="5694" y="2215"/>
                </a:lnTo>
                <a:lnTo>
                  <a:pt x="6497" y="2263"/>
                </a:lnTo>
                <a:lnTo>
                  <a:pt x="7568" y="2288"/>
                </a:lnTo>
                <a:lnTo>
                  <a:pt x="8638" y="2312"/>
                </a:lnTo>
                <a:lnTo>
                  <a:pt x="10755" y="2312"/>
                </a:lnTo>
                <a:lnTo>
                  <a:pt x="11826" y="2361"/>
                </a:lnTo>
                <a:lnTo>
                  <a:pt x="12896" y="2434"/>
                </a:lnTo>
                <a:lnTo>
                  <a:pt x="13967" y="2507"/>
                </a:lnTo>
                <a:lnTo>
                  <a:pt x="15013" y="2555"/>
                </a:lnTo>
                <a:lnTo>
                  <a:pt x="15841" y="2531"/>
                </a:lnTo>
                <a:lnTo>
                  <a:pt x="16644" y="2531"/>
                </a:lnTo>
                <a:lnTo>
                  <a:pt x="16838" y="2555"/>
                </a:lnTo>
                <a:lnTo>
                  <a:pt x="17033" y="2604"/>
                </a:lnTo>
                <a:lnTo>
                  <a:pt x="17106" y="2628"/>
                </a:lnTo>
                <a:lnTo>
                  <a:pt x="17179" y="2701"/>
                </a:lnTo>
                <a:lnTo>
                  <a:pt x="17228" y="2774"/>
                </a:lnTo>
                <a:lnTo>
                  <a:pt x="17252" y="2872"/>
                </a:lnTo>
                <a:lnTo>
                  <a:pt x="17252" y="2872"/>
                </a:lnTo>
                <a:lnTo>
                  <a:pt x="16863" y="2799"/>
                </a:lnTo>
                <a:lnTo>
                  <a:pt x="16473" y="2774"/>
                </a:lnTo>
                <a:lnTo>
                  <a:pt x="16084" y="2750"/>
                </a:lnTo>
                <a:lnTo>
                  <a:pt x="15695" y="2726"/>
                </a:lnTo>
                <a:lnTo>
                  <a:pt x="14892" y="2726"/>
                </a:lnTo>
                <a:lnTo>
                  <a:pt x="14113" y="2750"/>
                </a:lnTo>
                <a:lnTo>
                  <a:pt x="12239" y="2750"/>
                </a:lnTo>
                <a:lnTo>
                  <a:pt x="10390" y="2726"/>
                </a:lnTo>
                <a:lnTo>
                  <a:pt x="9466" y="2677"/>
                </a:lnTo>
                <a:lnTo>
                  <a:pt x="8541" y="2653"/>
                </a:lnTo>
                <a:lnTo>
                  <a:pt x="7641" y="2604"/>
                </a:lnTo>
                <a:lnTo>
                  <a:pt x="6716" y="2580"/>
                </a:lnTo>
                <a:lnTo>
                  <a:pt x="5207" y="2555"/>
                </a:lnTo>
                <a:lnTo>
                  <a:pt x="5013" y="2555"/>
                </a:lnTo>
                <a:lnTo>
                  <a:pt x="4818" y="2580"/>
                </a:lnTo>
                <a:lnTo>
                  <a:pt x="4648" y="2628"/>
                </a:lnTo>
                <a:lnTo>
                  <a:pt x="4477" y="2701"/>
                </a:lnTo>
                <a:lnTo>
                  <a:pt x="4356" y="2239"/>
                </a:lnTo>
                <a:lnTo>
                  <a:pt x="4380" y="2215"/>
                </a:lnTo>
                <a:lnTo>
                  <a:pt x="4404" y="2215"/>
                </a:lnTo>
                <a:lnTo>
                  <a:pt x="4550" y="2166"/>
                </a:lnTo>
                <a:close/>
                <a:moveTo>
                  <a:pt x="15330" y="3163"/>
                </a:moveTo>
                <a:lnTo>
                  <a:pt x="16230" y="3188"/>
                </a:lnTo>
                <a:lnTo>
                  <a:pt x="16035" y="3577"/>
                </a:lnTo>
                <a:lnTo>
                  <a:pt x="15524" y="3577"/>
                </a:lnTo>
                <a:lnTo>
                  <a:pt x="15135" y="3601"/>
                </a:lnTo>
                <a:lnTo>
                  <a:pt x="15232" y="3334"/>
                </a:lnTo>
                <a:lnTo>
                  <a:pt x="15330" y="3163"/>
                </a:lnTo>
                <a:close/>
                <a:moveTo>
                  <a:pt x="16425" y="3212"/>
                </a:moveTo>
                <a:lnTo>
                  <a:pt x="17179" y="3261"/>
                </a:lnTo>
                <a:lnTo>
                  <a:pt x="17155" y="3285"/>
                </a:lnTo>
                <a:lnTo>
                  <a:pt x="17106" y="3382"/>
                </a:lnTo>
                <a:lnTo>
                  <a:pt x="16984" y="3577"/>
                </a:lnTo>
                <a:lnTo>
                  <a:pt x="16522" y="3601"/>
                </a:lnTo>
                <a:lnTo>
                  <a:pt x="16352" y="3577"/>
                </a:lnTo>
                <a:lnTo>
                  <a:pt x="16400" y="3382"/>
                </a:lnTo>
                <a:lnTo>
                  <a:pt x="16425" y="3212"/>
                </a:lnTo>
                <a:close/>
                <a:moveTo>
                  <a:pt x="15038" y="3139"/>
                </a:moveTo>
                <a:lnTo>
                  <a:pt x="14940" y="3334"/>
                </a:lnTo>
                <a:lnTo>
                  <a:pt x="14843" y="3504"/>
                </a:lnTo>
                <a:lnTo>
                  <a:pt x="14794" y="3601"/>
                </a:lnTo>
                <a:lnTo>
                  <a:pt x="13894" y="3650"/>
                </a:lnTo>
                <a:lnTo>
                  <a:pt x="13943" y="3407"/>
                </a:lnTo>
                <a:lnTo>
                  <a:pt x="13943" y="3139"/>
                </a:lnTo>
                <a:close/>
                <a:moveTo>
                  <a:pt x="14575" y="4064"/>
                </a:moveTo>
                <a:lnTo>
                  <a:pt x="14308" y="4623"/>
                </a:lnTo>
                <a:lnTo>
                  <a:pt x="13602" y="4623"/>
                </a:lnTo>
                <a:lnTo>
                  <a:pt x="13724" y="4356"/>
                </a:lnTo>
                <a:lnTo>
                  <a:pt x="13797" y="4064"/>
                </a:lnTo>
                <a:close/>
                <a:moveTo>
                  <a:pt x="15524" y="3991"/>
                </a:moveTo>
                <a:lnTo>
                  <a:pt x="15816" y="4015"/>
                </a:lnTo>
                <a:lnTo>
                  <a:pt x="15670" y="4283"/>
                </a:lnTo>
                <a:lnTo>
                  <a:pt x="15451" y="4648"/>
                </a:lnTo>
                <a:lnTo>
                  <a:pt x="14916" y="4648"/>
                </a:lnTo>
                <a:lnTo>
                  <a:pt x="14673" y="4623"/>
                </a:lnTo>
                <a:lnTo>
                  <a:pt x="14965" y="4039"/>
                </a:lnTo>
                <a:lnTo>
                  <a:pt x="15524" y="3991"/>
                </a:lnTo>
                <a:close/>
                <a:moveTo>
                  <a:pt x="16741" y="4039"/>
                </a:moveTo>
                <a:lnTo>
                  <a:pt x="16425" y="4648"/>
                </a:lnTo>
                <a:lnTo>
                  <a:pt x="15816" y="4648"/>
                </a:lnTo>
                <a:lnTo>
                  <a:pt x="16011" y="4307"/>
                </a:lnTo>
                <a:lnTo>
                  <a:pt x="16157" y="4039"/>
                </a:lnTo>
                <a:lnTo>
                  <a:pt x="16449" y="4064"/>
                </a:lnTo>
                <a:lnTo>
                  <a:pt x="16741" y="4039"/>
                </a:lnTo>
                <a:close/>
                <a:moveTo>
                  <a:pt x="14916" y="4988"/>
                </a:moveTo>
                <a:lnTo>
                  <a:pt x="15208" y="5013"/>
                </a:lnTo>
                <a:lnTo>
                  <a:pt x="14965" y="5426"/>
                </a:lnTo>
                <a:lnTo>
                  <a:pt x="14259" y="5426"/>
                </a:lnTo>
                <a:lnTo>
                  <a:pt x="14502" y="4988"/>
                </a:lnTo>
                <a:close/>
                <a:moveTo>
                  <a:pt x="13480" y="4964"/>
                </a:moveTo>
                <a:lnTo>
                  <a:pt x="14113" y="4988"/>
                </a:lnTo>
                <a:lnTo>
                  <a:pt x="13918" y="5378"/>
                </a:lnTo>
                <a:lnTo>
                  <a:pt x="13894" y="5426"/>
                </a:lnTo>
                <a:lnTo>
                  <a:pt x="13578" y="5426"/>
                </a:lnTo>
                <a:lnTo>
                  <a:pt x="13261" y="5451"/>
                </a:lnTo>
                <a:lnTo>
                  <a:pt x="13261" y="5451"/>
                </a:lnTo>
                <a:lnTo>
                  <a:pt x="13480" y="4964"/>
                </a:lnTo>
                <a:close/>
                <a:moveTo>
                  <a:pt x="16206" y="5037"/>
                </a:moveTo>
                <a:lnTo>
                  <a:pt x="15987" y="5451"/>
                </a:lnTo>
                <a:lnTo>
                  <a:pt x="15670" y="5402"/>
                </a:lnTo>
                <a:lnTo>
                  <a:pt x="15354" y="5402"/>
                </a:lnTo>
                <a:lnTo>
                  <a:pt x="15573" y="5037"/>
                </a:lnTo>
                <a:close/>
                <a:moveTo>
                  <a:pt x="15135" y="5816"/>
                </a:moveTo>
                <a:lnTo>
                  <a:pt x="15768" y="5840"/>
                </a:lnTo>
                <a:lnTo>
                  <a:pt x="15549" y="6278"/>
                </a:lnTo>
                <a:lnTo>
                  <a:pt x="15208" y="6278"/>
                </a:lnTo>
                <a:lnTo>
                  <a:pt x="14892" y="6327"/>
                </a:lnTo>
                <a:lnTo>
                  <a:pt x="15135" y="5816"/>
                </a:lnTo>
                <a:close/>
                <a:moveTo>
                  <a:pt x="14259" y="5791"/>
                </a:moveTo>
                <a:lnTo>
                  <a:pt x="14770" y="5816"/>
                </a:lnTo>
                <a:lnTo>
                  <a:pt x="14478" y="6351"/>
                </a:lnTo>
                <a:lnTo>
                  <a:pt x="13845" y="6351"/>
                </a:lnTo>
                <a:lnTo>
                  <a:pt x="13943" y="6083"/>
                </a:lnTo>
                <a:lnTo>
                  <a:pt x="14064" y="5840"/>
                </a:lnTo>
                <a:lnTo>
                  <a:pt x="14089" y="5791"/>
                </a:lnTo>
                <a:close/>
                <a:moveTo>
                  <a:pt x="13164" y="5694"/>
                </a:moveTo>
                <a:lnTo>
                  <a:pt x="13432" y="5743"/>
                </a:lnTo>
                <a:lnTo>
                  <a:pt x="13724" y="5767"/>
                </a:lnTo>
                <a:lnTo>
                  <a:pt x="13456" y="6327"/>
                </a:lnTo>
                <a:lnTo>
                  <a:pt x="13188" y="6351"/>
                </a:lnTo>
                <a:lnTo>
                  <a:pt x="12896" y="6400"/>
                </a:lnTo>
                <a:lnTo>
                  <a:pt x="13164" y="5694"/>
                </a:lnTo>
                <a:close/>
                <a:moveTo>
                  <a:pt x="15378" y="6594"/>
                </a:moveTo>
                <a:lnTo>
                  <a:pt x="15257" y="6838"/>
                </a:lnTo>
                <a:lnTo>
                  <a:pt x="15159" y="6862"/>
                </a:lnTo>
                <a:lnTo>
                  <a:pt x="14892" y="6911"/>
                </a:lnTo>
                <a:lnTo>
                  <a:pt x="14624" y="6935"/>
                </a:lnTo>
                <a:lnTo>
                  <a:pt x="14600" y="6935"/>
                </a:lnTo>
                <a:lnTo>
                  <a:pt x="14746" y="6643"/>
                </a:lnTo>
                <a:lnTo>
                  <a:pt x="15208" y="6594"/>
                </a:lnTo>
                <a:close/>
                <a:moveTo>
                  <a:pt x="15038" y="7349"/>
                </a:moveTo>
                <a:lnTo>
                  <a:pt x="14916" y="7592"/>
                </a:lnTo>
                <a:lnTo>
                  <a:pt x="14794" y="7811"/>
                </a:lnTo>
                <a:lnTo>
                  <a:pt x="14162" y="7811"/>
                </a:lnTo>
                <a:lnTo>
                  <a:pt x="14356" y="7397"/>
                </a:lnTo>
                <a:lnTo>
                  <a:pt x="14697" y="7397"/>
                </a:lnTo>
                <a:lnTo>
                  <a:pt x="15038" y="7349"/>
                </a:lnTo>
                <a:close/>
                <a:moveTo>
                  <a:pt x="14040" y="8030"/>
                </a:moveTo>
                <a:lnTo>
                  <a:pt x="14283" y="8079"/>
                </a:lnTo>
                <a:lnTo>
                  <a:pt x="14575" y="8103"/>
                </a:lnTo>
                <a:lnTo>
                  <a:pt x="14405" y="8273"/>
                </a:lnTo>
                <a:lnTo>
                  <a:pt x="14210" y="8395"/>
                </a:lnTo>
                <a:lnTo>
                  <a:pt x="14016" y="8492"/>
                </a:lnTo>
                <a:lnTo>
                  <a:pt x="13772" y="8565"/>
                </a:lnTo>
                <a:lnTo>
                  <a:pt x="14040" y="8030"/>
                </a:lnTo>
                <a:close/>
                <a:moveTo>
                  <a:pt x="13748" y="6619"/>
                </a:moveTo>
                <a:lnTo>
                  <a:pt x="14332" y="6643"/>
                </a:lnTo>
                <a:lnTo>
                  <a:pt x="14162" y="6935"/>
                </a:lnTo>
                <a:lnTo>
                  <a:pt x="13967" y="6935"/>
                </a:lnTo>
                <a:lnTo>
                  <a:pt x="13772" y="6959"/>
                </a:lnTo>
                <a:lnTo>
                  <a:pt x="13724" y="6984"/>
                </a:lnTo>
                <a:lnTo>
                  <a:pt x="13699" y="7008"/>
                </a:lnTo>
                <a:lnTo>
                  <a:pt x="13675" y="7057"/>
                </a:lnTo>
                <a:lnTo>
                  <a:pt x="13675" y="7130"/>
                </a:lnTo>
                <a:lnTo>
                  <a:pt x="13724" y="7203"/>
                </a:lnTo>
                <a:lnTo>
                  <a:pt x="13845" y="7276"/>
                </a:lnTo>
                <a:lnTo>
                  <a:pt x="13967" y="7324"/>
                </a:lnTo>
                <a:lnTo>
                  <a:pt x="13724" y="7811"/>
                </a:lnTo>
                <a:lnTo>
                  <a:pt x="13456" y="7811"/>
                </a:lnTo>
                <a:lnTo>
                  <a:pt x="13432" y="7835"/>
                </a:lnTo>
                <a:lnTo>
                  <a:pt x="13456" y="7860"/>
                </a:lnTo>
                <a:lnTo>
                  <a:pt x="13480" y="7884"/>
                </a:lnTo>
                <a:lnTo>
                  <a:pt x="13651" y="7933"/>
                </a:lnTo>
                <a:lnTo>
                  <a:pt x="13310" y="8614"/>
                </a:lnTo>
                <a:lnTo>
                  <a:pt x="12896" y="8638"/>
                </a:lnTo>
                <a:lnTo>
                  <a:pt x="12872" y="8638"/>
                </a:lnTo>
                <a:lnTo>
                  <a:pt x="13018" y="8419"/>
                </a:lnTo>
                <a:lnTo>
                  <a:pt x="13140" y="8176"/>
                </a:lnTo>
                <a:lnTo>
                  <a:pt x="13359" y="7665"/>
                </a:lnTo>
                <a:lnTo>
                  <a:pt x="13553" y="7130"/>
                </a:lnTo>
                <a:lnTo>
                  <a:pt x="13748" y="6619"/>
                </a:lnTo>
                <a:close/>
                <a:moveTo>
                  <a:pt x="12872" y="6473"/>
                </a:moveTo>
                <a:lnTo>
                  <a:pt x="13359" y="6570"/>
                </a:lnTo>
                <a:lnTo>
                  <a:pt x="12945" y="7616"/>
                </a:lnTo>
                <a:lnTo>
                  <a:pt x="12702" y="8152"/>
                </a:lnTo>
                <a:lnTo>
                  <a:pt x="12434" y="8638"/>
                </a:lnTo>
                <a:lnTo>
                  <a:pt x="12434" y="8687"/>
                </a:lnTo>
                <a:lnTo>
                  <a:pt x="12166" y="8687"/>
                </a:lnTo>
                <a:lnTo>
                  <a:pt x="12264" y="8395"/>
                </a:lnTo>
                <a:lnTo>
                  <a:pt x="12507" y="7641"/>
                </a:lnTo>
                <a:lnTo>
                  <a:pt x="12750" y="6886"/>
                </a:lnTo>
                <a:lnTo>
                  <a:pt x="12872" y="6473"/>
                </a:lnTo>
                <a:close/>
                <a:moveTo>
                  <a:pt x="13821" y="3115"/>
                </a:moveTo>
                <a:lnTo>
                  <a:pt x="13578" y="3674"/>
                </a:lnTo>
                <a:lnTo>
                  <a:pt x="12921" y="3650"/>
                </a:lnTo>
                <a:lnTo>
                  <a:pt x="12872" y="3674"/>
                </a:lnTo>
                <a:lnTo>
                  <a:pt x="12823" y="3723"/>
                </a:lnTo>
                <a:lnTo>
                  <a:pt x="12823" y="3796"/>
                </a:lnTo>
                <a:lnTo>
                  <a:pt x="12872" y="3820"/>
                </a:lnTo>
                <a:lnTo>
                  <a:pt x="13140" y="3942"/>
                </a:lnTo>
                <a:lnTo>
                  <a:pt x="13432" y="4015"/>
                </a:lnTo>
                <a:lnTo>
                  <a:pt x="13164" y="4672"/>
                </a:lnTo>
                <a:lnTo>
                  <a:pt x="12872" y="4696"/>
                </a:lnTo>
                <a:lnTo>
                  <a:pt x="12823" y="4745"/>
                </a:lnTo>
                <a:lnTo>
                  <a:pt x="12799" y="4794"/>
                </a:lnTo>
                <a:lnTo>
                  <a:pt x="12823" y="4842"/>
                </a:lnTo>
                <a:lnTo>
                  <a:pt x="12872" y="4867"/>
                </a:lnTo>
                <a:lnTo>
                  <a:pt x="13042" y="4891"/>
                </a:lnTo>
                <a:lnTo>
                  <a:pt x="12750" y="5670"/>
                </a:lnTo>
                <a:lnTo>
                  <a:pt x="12483" y="6448"/>
                </a:lnTo>
                <a:lnTo>
                  <a:pt x="12045" y="7860"/>
                </a:lnTo>
                <a:lnTo>
                  <a:pt x="11826" y="8444"/>
                </a:lnTo>
                <a:lnTo>
                  <a:pt x="11753" y="8638"/>
                </a:lnTo>
                <a:lnTo>
                  <a:pt x="11704" y="8711"/>
                </a:lnTo>
                <a:lnTo>
                  <a:pt x="11777" y="8663"/>
                </a:lnTo>
                <a:lnTo>
                  <a:pt x="11729" y="8736"/>
                </a:lnTo>
                <a:lnTo>
                  <a:pt x="10999" y="8784"/>
                </a:lnTo>
                <a:lnTo>
                  <a:pt x="11120" y="8517"/>
                </a:lnTo>
                <a:lnTo>
                  <a:pt x="11218" y="8225"/>
                </a:lnTo>
                <a:lnTo>
                  <a:pt x="11364" y="7689"/>
                </a:lnTo>
                <a:lnTo>
                  <a:pt x="11607" y="6789"/>
                </a:lnTo>
                <a:lnTo>
                  <a:pt x="11753" y="6351"/>
                </a:lnTo>
                <a:lnTo>
                  <a:pt x="11899" y="5889"/>
                </a:lnTo>
                <a:lnTo>
                  <a:pt x="12118" y="5207"/>
                </a:lnTo>
                <a:lnTo>
                  <a:pt x="12337" y="4502"/>
                </a:lnTo>
                <a:lnTo>
                  <a:pt x="12556" y="3820"/>
                </a:lnTo>
                <a:lnTo>
                  <a:pt x="12799" y="3115"/>
                </a:lnTo>
                <a:close/>
                <a:moveTo>
                  <a:pt x="12434" y="3115"/>
                </a:moveTo>
                <a:lnTo>
                  <a:pt x="12288" y="3382"/>
                </a:lnTo>
                <a:lnTo>
                  <a:pt x="12142" y="3674"/>
                </a:lnTo>
                <a:lnTo>
                  <a:pt x="12045" y="3991"/>
                </a:lnTo>
                <a:lnTo>
                  <a:pt x="11948" y="4307"/>
                </a:lnTo>
                <a:lnTo>
                  <a:pt x="11777" y="4964"/>
                </a:lnTo>
                <a:lnTo>
                  <a:pt x="11607" y="5572"/>
                </a:lnTo>
                <a:lnTo>
                  <a:pt x="10536" y="8809"/>
                </a:lnTo>
                <a:lnTo>
                  <a:pt x="10342" y="8833"/>
                </a:lnTo>
                <a:lnTo>
                  <a:pt x="10488" y="8249"/>
                </a:lnTo>
                <a:lnTo>
                  <a:pt x="10585" y="7665"/>
                </a:lnTo>
                <a:lnTo>
                  <a:pt x="10950" y="6132"/>
                </a:lnTo>
                <a:lnTo>
                  <a:pt x="11120" y="5402"/>
                </a:lnTo>
                <a:lnTo>
                  <a:pt x="11315" y="4648"/>
                </a:lnTo>
                <a:lnTo>
                  <a:pt x="11388" y="4258"/>
                </a:lnTo>
                <a:lnTo>
                  <a:pt x="11437" y="3869"/>
                </a:lnTo>
                <a:lnTo>
                  <a:pt x="11485" y="3480"/>
                </a:lnTo>
                <a:lnTo>
                  <a:pt x="11485" y="3115"/>
                </a:lnTo>
                <a:close/>
                <a:moveTo>
                  <a:pt x="11169" y="3090"/>
                </a:moveTo>
                <a:lnTo>
                  <a:pt x="11072" y="3455"/>
                </a:lnTo>
                <a:lnTo>
                  <a:pt x="10974" y="3820"/>
                </a:lnTo>
                <a:lnTo>
                  <a:pt x="10804" y="4550"/>
                </a:lnTo>
                <a:lnTo>
                  <a:pt x="10658" y="5305"/>
                </a:lnTo>
                <a:lnTo>
                  <a:pt x="10512" y="6035"/>
                </a:lnTo>
                <a:lnTo>
                  <a:pt x="10342" y="6716"/>
                </a:lnTo>
                <a:lnTo>
                  <a:pt x="10147" y="7422"/>
                </a:lnTo>
                <a:lnTo>
                  <a:pt x="9977" y="8152"/>
                </a:lnTo>
                <a:lnTo>
                  <a:pt x="9904" y="8517"/>
                </a:lnTo>
                <a:lnTo>
                  <a:pt x="9855" y="8857"/>
                </a:lnTo>
                <a:lnTo>
                  <a:pt x="9490" y="8906"/>
                </a:lnTo>
                <a:lnTo>
                  <a:pt x="9539" y="8687"/>
                </a:lnTo>
                <a:lnTo>
                  <a:pt x="9539" y="8468"/>
                </a:lnTo>
                <a:lnTo>
                  <a:pt x="9514" y="8054"/>
                </a:lnTo>
                <a:lnTo>
                  <a:pt x="9539" y="7616"/>
                </a:lnTo>
                <a:lnTo>
                  <a:pt x="9563" y="7178"/>
                </a:lnTo>
                <a:lnTo>
                  <a:pt x="9685" y="6327"/>
                </a:lnTo>
                <a:lnTo>
                  <a:pt x="9758" y="5816"/>
                </a:lnTo>
                <a:lnTo>
                  <a:pt x="9855" y="5353"/>
                </a:lnTo>
                <a:lnTo>
                  <a:pt x="9977" y="4867"/>
                </a:lnTo>
                <a:lnTo>
                  <a:pt x="10098" y="4380"/>
                </a:lnTo>
                <a:lnTo>
                  <a:pt x="10171" y="4088"/>
                </a:lnTo>
                <a:lnTo>
                  <a:pt x="10244" y="3747"/>
                </a:lnTo>
                <a:lnTo>
                  <a:pt x="10293" y="3407"/>
                </a:lnTo>
                <a:lnTo>
                  <a:pt x="10293" y="3236"/>
                </a:lnTo>
                <a:lnTo>
                  <a:pt x="10269" y="3090"/>
                </a:lnTo>
                <a:close/>
                <a:moveTo>
                  <a:pt x="9149" y="3042"/>
                </a:moveTo>
                <a:lnTo>
                  <a:pt x="9952" y="3066"/>
                </a:lnTo>
                <a:lnTo>
                  <a:pt x="9879" y="3382"/>
                </a:lnTo>
                <a:lnTo>
                  <a:pt x="9831" y="3674"/>
                </a:lnTo>
                <a:lnTo>
                  <a:pt x="9782" y="3991"/>
                </a:lnTo>
                <a:lnTo>
                  <a:pt x="9709" y="4283"/>
                </a:lnTo>
                <a:lnTo>
                  <a:pt x="9490" y="5110"/>
                </a:lnTo>
                <a:lnTo>
                  <a:pt x="9393" y="5548"/>
                </a:lnTo>
                <a:lnTo>
                  <a:pt x="9320" y="5962"/>
                </a:lnTo>
                <a:lnTo>
                  <a:pt x="9222" y="6789"/>
                </a:lnTo>
                <a:lnTo>
                  <a:pt x="9125" y="7592"/>
                </a:lnTo>
                <a:lnTo>
                  <a:pt x="9125" y="7738"/>
                </a:lnTo>
                <a:lnTo>
                  <a:pt x="9125" y="7908"/>
                </a:lnTo>
                <a:lnTo>
                  <a:pt x="9149" y="8273"/>
                </a:lnTo>
                <a:lnTo>
                  <a:pt x="9149" y="8614"/>
                </a:lnTo>
                <a:lnTo>
                  <a:pt x="9125" y="8784"/>
                </a:lnTo>
                <a:lnTo>
                  <a:pt x="9076" y="8930"/>
                </a:lnTo>
                <a:lnTo>
                  <a:pt x="9052" y="8955"/>
                </a:lnTo>
                <a:lnTo>
                  <a:pt x="8906" y="8955"/>
                </a:lnTo>
                <a:lnTo>
                  <a:pt x="8517" y="9003"/>
                </a:lnTo>
                <a:lnTo>
                  <a:pt x="8638" y="8273"/>
                </a:lnTo>
                <a:lnTo>
                  <a:pt x="8736" y="7519"/>
                </a:lnTo>
                <a:lnTo>
                  <a:pt x="8857" y="6035"/>
                </a:lnTo>
                <a:lnTo>
                  <a:pt x="8955" y="5280"/>
                </a:lnTo>
                <a:lnTo>
                  <a:pt x="9052" y="4550"/>
                </a:lnTo>
                <a:lnTo>
                  <a:pt x="9149" y="3796"/>
                </a:lnTo>
                <a:lnTo>
                  <a:pt x="9149" y="3407"/>
                </a:lnTo>
                <a:lnTo>
                  <a:pt x="9149" y="3042"/>
                </a:lnTo>
                <a:close/>
                <a:moveTo>
                  <a:pt x="8006" y="2993"/>
                </a:moveTo>
                <a:lnTo>
                  <a:pt x="8809" y="3017"/>
                </a:lnTo>
                <a:lnTo>
                  <a:pt x="8784" y="3139"/>
                </a:lnTo>
                <a:lnTo>
                  <a:pt x="8784" y="3261"/>
                </a:lnTo>
                <a:lnTo>
                  <a:pt x="8784" y="3504"/>
                </a:lnTo>
                <a:lnTo>
                  <a:pt x="8784" y="3747"/>
                </a:lnTo>
                <a:lnTo>
                  <a:pt x="8760" y="3991"/>
                </a:lnTo>
                <a:lnTo>
                  <a:pt x="8687" y="4502"/>
                </a:lnTo>
                <a:lnTo>
                  <a:pt x="8590" y="4988"/>
                </a:lnTo>
                <a:lnTo>
                  <a:pt x="8517" y="5475"/>
                </a:lnTo>
                <a:lnTo>
                  <a:pt x="8395" y="6375"/>
                </a:lnTo>
                <a:lnTo>
                  <a:pt x="8298" y="7251"/>
                </a:lnTo>
                <a:lnTo>
                  <a:pt x="8200" y="8152"/>
                </a:lnTo>
                <a:lnTo>
                  <a:pt x="8079" y="9028"/>
                </a:lnTo>
                <a:lnTo>
                  <a:pt x="7957" y="9028"/>
                </a:lnTo>
                <a:lnTo>
                  <a:pt x="7981" y="8273"/>
                </a:lnTo>
                <a:lnTo>
                  <a:pt x="8006" y="7495"/>
                </a:lnTo>
                <a:lnTo>
                  <a:pt x="8103" y="5962"/>
                </a:lnTo>
                <a:lnTo>
                  <a:pt x="8127" y="5572"/>
                </a:lnTo>
                <a:lnTo>
                  <a:pt x="8103" y="5159"/>
                </a:lnTo>
                <a:lnTo>
                  <a:pt x="8054" y="4380"/>
                </a:lnTo>
                <a:lnTo>
                  <a:pt x="8030" y="3674"/>
                </a:lnTo>
                <a:lnTo>
                  <a:pt x="8030" y="3334"/>
                </a:lnTo>
                <a:lnTo>
                  <a:pt x="8006" y="2993"/>
                </a:lnTo>
                <a:close/>
                <a:moveTo>
                  <a:pt x="6959" y="2945"/>
                </a:moveTo>
                <a:lnTo>
                  <a:pt x="7081" y="2969"/>
                </a:lnTo>
                <a:lnTo>
                  <a:pt x="7714" y="2969"/>
                </a:lnTo>
                <a:lnTo>
                  <a:pt x="7641" y="3285"/>
                </a:lnTo>
                <a:lnTo>
                  <a:pt x="7592" y="3626"/>
                </a:lnTo>
                <a:lnTo>
                  <a:pt x="7592" y="3966"/>
                </a:lnTo>
                <a:lnTo>
                  <a:pt x="7616" y="4307"/>
                </a:lnTo>
                <a:lnTo>
                  <a:pt x="7665" y="5013"/>
                </a:lnTo>
                <a:lnTo>
                  <a:pt x="7689" y="5329"/>
                </a:lnTo>
                <a:lnTo>
                  <a:pt x="7689" y="5670"/>
                </a:lnTo>
                <a:lnTo>
                  <a:pt x="7665" y="6497"/>
                </a:lnTo>
                <a:lnTo>
                  <a:pt x="7592" y="7349"/>
                </a:lnTo>
                <a:lnTo>
                  <a:pt x="7543" y="8200"/>
                </a:lnTo>
                <a:lnTo>
                  <a:pt x="7543" y="8638"/>
                </a:lnTo>
                <a:lnTo>
                  <a:pt x="7543" y="9052"/>
                </a:lnTo>
                <a:lnTo>
                  <a:pt x="7081" y="9052"/>
                </a:lnTo>
                <a:lnTo>
                  <a:pt x="7130" y="8614"/>
                </a:lnTo>
                <a:lnTo>
                  <a:pt x="7178" y="8152"/>
                </a:lnTo>
                <a:lnTo>
                  <a:pt x="7178" y="7689"/>
                </a:lnTo>
                <a:lnTo>
                  <a:pt x="7178" y="7227"/>
                </a:lnTo>
                <a:lnTo>
                  <a:pt x="7154" y="6302"/>
                </a:lnTo>
                <a:lnTo>
                  <a:pt x="7081" y="5402"/>
                </a:lnTo>
                <a:lnTo>
                  <a:pt x="7008" y="4648"/>
                </a:lnTo>
                <a:lnTo>
                  <a:pt x="6935" y="3893"/>
                </a:lnTo>
                <a:lnTo>
                  <a:pt x="6935" y="3674"/>
                </a:lnTo>
                <a:lnTo>
                  <a:pt x="6959" y="3431"/>
                </a:lnTo>
                <a:lnTo>
                  <a:pt x="6959" y="3188"/>
                </a:lnTo>
                <a:lnTo>
                  <a:pt x="6959" y="2945"/>
                </a:lnTo>
                <a:close/>
                <a:moveTo>
                  <a:pt x="6570" y="2945"/>
                </a:moveTo>
                <a:lnTo>
                  <a:pt x="6546" y="3163"/>
                </a:lnTo>
                <a:lnTo>
                  <a:pt x="6521" y="3382"/>
                </a:lnTo>
                <a:lnTo>
                  <a:pt x="6497" y="3796"/>
                </a:lnTo>
                <a:lnTo>
                  <a:pt x="6521" y="4210"/>
                </a:lnTo>
                <a:lnTo>
                  <a:pt x="6619" y="5061"/>
                </a:lnTo>
                <a:lnTo>
                  <a:pt x="6716" y="6059"/>
                </a:lnTo>
                <a:lnTo>
                  <a:pt x="6740" y="6546"/>
                </a:lnTo>
                <a:lnTo>
                  <a:pt x="6765" y="7057"/>
                </a:lnTo>
                <a:lnTo>
                  <a:pt x="6765" y="7568"/>
                </a:lnTo>
                <a:lnTo>
                  <a:pt x="6765" y="8079"/>
                </a:lnTo>
                <a:lnTo>
                  <a:pt x="6716" y="8590"/>
                </a:lnTo>
                <a:lnTo>
                  <a:pt x="6643" y="9076"/>
                </a:lnTo>
                <a:lnTo>
                  <a:pt x="6473" y="9076"/>
                </a:lnTo>
                <a:lnTo>
                  <a:pt x="6473" y="8979"/>
                </a:lnTo>
                <a:lnTo>
                  <a:pt x="6448" y="8882"/>
                </a:lnTo>
                <a:lnTo>
                  <a:pt x="6400" y="8711"/>
                </a:lnTo>
                <a:lnTo>
                  <a:pt x="6351" y="8298"/>
                </a:lnTo>
                <a:lnTo>
                  <a:pt x="6302" y="7884"/>
                </a:lnTo>
                <a:lnTo>
                  <a:pt x="6229" y="7081"/>
                </a:lnTo>
                <a:lnTo>
                  <a:pt x="6181" y="6424"/>
                </a:lnTo>
                <a:lnTo>
                  <a:pt x="6108" y="5767"/>
                </a:lnTo>
                <a:lnTo>
                  <a:pt x="5913" y="4137"/>
                </a:lnTo>
                <a:lnTo>
                  <a:pt x="5864" y="3820"/>
                </a:lnTo>
                <a:lnTo>
                  <a:pt x="5816" y="3528"/>
                </a:lnTo>
                <a:lnTo>
                  <a:pt x="5743" y="3212"/>
                </a:lnTo>
                <a:lnTo>
                  <a:pt x="5645" y="2945"/>
                </a:lnTo>
                <a:close/>
                <a:moveTo>
                  <a:pt x="5013" y="2920"/>
                </a:moveTo>
                <a:lnTo>
                  <a:pt x="5475" y="2945"/>
                </a:lnTo>
                <a:lnTo>
                  <a:pt x="5451" y="3236"/>
                </a:lnTo>
                <a:lnTo>
                  <a:pt x="5475" y="3528"/>
                </a:lnTo>
                <a:lnTo>
                  <a:pt x="5524" y="4137"/>
                </a:lnTo>
                <a:lnTo>
                  <a:pt x="5718" y="5767"/>
                </a:lnTo>
                <a:lnTo>
                  <a:pt x="5791" y="6424"/>
                </a:lnTo>
                <a:lnTo>
                  <a:pt x="5840" y="7081"/>
                </a:lnTo>
                <a:lnTo>
                  <a:pt x="5889" y="7860"/>
                </a:lnTo>
                <a:lnTo>
                  <a:pt x="5986" y="8663"/>
                </a:lnTo>
                <a:lnTo>
                  <a:pt x="6010" y="8857"/>
                </a:lnTo>
                <a:lnTo>
                  <a:pt x="6035" y="9003"/>
                </a:lnTo>
                <a:lnTo>
                  <a:pt x="6083" y="9125"/>
                </a:lnTo>
                <a:lnTo>
                  <a:pt x="5913" y="9149"/>
                </a:lnTo>
                <a:lnTo>
                  <a:pt x="5962" y="9052"/>
                </a:lnTo>
                <a:lnTo>
                  <a:pt x="5962" y="8906"/>
                </a:lnTo>
                <a:lnTo>
                  <a:pt x="5864" y="8395"/>
                </a:lnTo>
                <a:lnTo>
                  <a:pt x="5718" y="7860"/>
                </a:lnTo>
                <a:lnTo>
                  <a:pt x="5572" y="7349"/>
                </a:lnTo>
                <a:lnTo>
                  <a:pt x="5451" y="6838"/>
                </a:lnTo>
                <a:lnTo>
                  <a:pt x="5207" y="5670"/>
                </a:lnTo>
                <a:lnTo>
                  <a:pt x="5086" y="5110"/>
                </a:lnTo>
                <a:lnTo>
                  <a:pt x="4940" y="4550"/>
                </a:lnTo>
                <a:lnTo>
                  <a:pt x="4721" y="3723"/>
                </a:lnTo>
                <a:lnTo>
                  <a:pt x="4526" y="2920"/>
                </a:lnTo>
                <a:close/>
                <a:moveTo>
                  <a:pt x="5572" y="9612"/>
                </a:moveTo>
                <a:lnTo>
                  <a:pt x="5791" y="9660"/>
                </a:lnTo>
                <a:lnTo>
                  <a:pt x="5621" y="9904"/>
                </a:lnTo>
                <a:lnTo>
                  <a:pt x="5499" y="10147"/>
                </a:lnTo>
                <a:lnTo>
                  <a:pt x="5426" y="10293"/>
                </a:lnTo>
                <a:lnTo>
                  <a:pt x="5378" y="10439"/>
                </a:lnTo>
                <a:lnTo>
                  <a:pt x="5329" y="10609"/>
                </a:lnTo>
                <a:lnTo>
                  <a:pt x="5353" y="10755"/>
                </a:lnTo>
                <a:lnTo>
                  <a:pt x="5378" y="10804"/>
                </a:lnTo>
                <a:lnTo>
                  <a:pt x="5402" y="10853"/>
                </a:lnTo>
                <a:lnTo>
                  <a:pt x="5402" y="10926"/>
                </a:lnTo>
                <a:lnTo>
                  <a:pt x="5426" y="10999"/>
                </a:lnTo>
                <a:lnTo>
                  <a:pt x="5451" y="11120"/>
                </a:lnTo>
                <a:lnTo>
                  <a:pt x="5499" y="11217"/>
                </a:lnTo>
                <a:lnTo>
                  <a:pt x="5305" y="11242"/>
                </a:lnTo>
                <a:lnTo>
                  <a:pt x="5110" y="11290"/>
                </a:lnTo>
                <a:lnTo>
                  <a:pt x="4988" y="11193"/>
                </a:lnTo>
                <a:lnTo>
                  <a:pt x="4940" y="11144"/>
                </a:lnTo>
                <a:lnTo>
                  <a:pt x="4867" y="11071"/>
                </a:lnTo>
                <a:lnTo>
                  <a:pt x="5037" y="10853"/>
                </a:lnTo>
                <a:lnTo>
                  <a:pt x="5159" y="10585"/>
                </a:lnTo>
                <a:lnTo>
                  <a:pt x="5353" y="10074"/>
                </a:lnTo>
                <a:lnTo>
                  <a:pt x="5451" y="9831"/>
                </a:lnTo>
                <a:lnTo>
                  <a:pt x="5572" y="9612"/>
                </a:lnTo>
                <a:close/>
                <a:moveTo>
                  <a:pt x="14016" y="11193"/>
                </a:moveTo>
                <a:lnTo>
                  <a:pt x="14040" y="11290"/>
                </a:lnTo>
                <a:lnTo>
                  <a:pt x="13845" y="11290"/>
                </a:lnTo>
                <a:lnTo>
                  <a:pt x="13724" y="11315"/>
                </a:lnTo>
                <a:lnTo>
                  <a:pt x="13651" y="11217"/>
                </a:lnTo>
                <a:lnTo>
                  <a:pt x="13772" y="11217"/>
                </a:lnTo>
                <a:lnTo>
                  <a:pt x="14016" y="11193"/>
                </a:lnTo>
                <a:close/>
                <a:moveTo>
                  <a:pt x="5864" y="10950"/>
                </a:moveTo>
                <a:lnTo>
                  <a:pt x="6083" y="11023"/>
                </a:lnTo>
                <a:lnTo>
                  <a:pt x="6302" y="11047"/>
                </a:lnTo>
                <a:lnTo>
                  <a:pt x="6692" y="11071"/>
                </a:lnTo>
                <a:lnTo>
                  <a:pt x="7397" y="11096"/>
                </a:lnTo>
                <a:lnTo>
                  <a:pt x="8079" y="11120"/>
                </a:lnTo>
                <a:lnTo>
                  <a:pt x="9490" y="11120"/>
                </a:lnTo>
                <a:lnTo>
                  <a:pt x="10877" y="11169"/>
                </a:lnTo>
                <a:lnTo>
                  <a:pt x="12288" y="11217"/>
                </a:lnTo>
                <a:lnTo>
                  <a:pt x="13188" y="11217"/>
                </a:lnTo>
                <a:lnTo>
                  <a:pt x="13261" y="11315"/>
                </a:lnTo>
                <a:lnTo>
                  <a:pt x="13310" y="11388"/>
                </a:lnTo>
                <a:lnTo>
                  <a:pt x="12872" y="11339"/>
                </a:lnTo>
                <a:lnTo>
                  <a:pt x="12434" y="11315"/>
                </a:lnTo>
                <a:lnTo>
                  <a:pt x="11534" y="11315"/>
                </a:lnTo>
                <a:lnTo>
                  <a:pt x="10634" y="11363"/>
                </a:lnTo>
                <a:lnTo>
                  <a:pt x="9733" y="11363"/>
                </a:lnTo>
                <a:lnTo>
                  <a:pt x="9247" y="11339"/>
                </a:lnTo>
                <a:lnTo>
                  <a:pt x="8736" y="11290"/>
                </a:lnTo>
                <a:lnTo>
                  <a:pt x="8225" y="11242"/>
                </a:lnTo>
                <a:lnTo>
                  <a:pt x="7738" y="11193"/>
                </a:lnTo>
                <a:lnTo>
                  <a:pt x="6862" y="11120"/>
                </a:lnTo>
                <a:lnTo>
                  <a:pt x="6424" y="11120"/>
                </a:lnTo>
                <a:lnTo>
                  <a:pt x="6205" y="11144"/>
                </a:lnTo>
                <a:lnTo>
                  <a:pt x="6010" y="11193"/>
                </a:lnTo>
                <a:lnTo>
                  <a:pt x="5986" y="11169"/>
                </a:lnTo>
                <a:lnTo>
                  <a:pt x="5864" y="10950"/>
                </a:lnTo>
                <a:close/>
                <a:moveTo>
                  <a:pt x="5572" y="12191"/>
                </a:moveTo>
                <a:lnTo>
                  <a:pt x="5499" y="12215"/>
                </a:lnTo>
                <a:lnTo>
                  <a:pt x="5402" y="12264"/>
                </a:lnTo>
                <a:lnTo>
                  <a:pt x="5329" y="12312"/>
                </a:lnTo>
                <a:lnTo>
                  <a:pt x="5256" y="12361"/>
                </a:lnTo>
                <a:lnTo>
                  <a:pt x="5232" y="12434"/>
                </a:lnTo>
                <a:lnTo>
                  <a:pt x="5183" y="12507"/>
                </a:lnTo>
                <a:lnTo>
                  <a:pt x="5183" y="12580"/>
                </a:lnTo>
                <a:lnTo>
                  <a:pt x="5207" y="12629"/>
                </a:lnTo>
                <a:lnTo>
                  <a:pt x="5232" y="12726"/>
                </a:lnTo>
                <a:lnTo>
                  <a:pt x="5305" y="12799"/>
                </a:lnTo>
                <a:lnTo>
                  <a:pt x="5378" y="12823"/>
                </a:lnTo>
                <a:lnTo>
                  <a:pt x="5475" y="12848"/>
                </a:lnTo>
                <a:lnTo>
                  <a:pt x="5572" y="12823"/>
                </a:lnTo>
                <a:lnTo>
                  <a:pt x="5670" y="12799"/>
                </a:lnTo>
                <a:lnTo>
                  <a:pt x="5767" y="12750"/>
                </a:lnTo>
                <a:lnTo>
                  <a:pt x="5840" y="12653"/>
                </a:lnTo>
                <a:lnTo>
                  <a:pt x="5864" y="12580"/>
                </a:lnTo>
                <a:lnTo>
                  <a:pt x="5889" y="12483"/>
                </a:lnTo>
                <a:lnTo>
                  <a:pt x="5864" y="12410"/>
                </a:lnTo>
                <a:lnTo>
                  <a:pt x="5816" y="12312"/>
                </a:lnTo>
                <a:lnTo>
                  <a:pt x="5743" y="12264"/>
                </a:lnTo>
                <a:lnTo>
                  <a:pt x="5670" y="12215"/>
                </a:lnTo>
                <a:lnTo>
                  <a:pt x="5572" y="12191"/>
                </a:lnTo>
                <a:close/>
                <a:moveTo>
                  <a:pt x="14040" y="12239"/>
                </a:moveTo>
                <a:lnTo>
                  <a:pt x="13967" y="12264"/>
                </a:lnTo>
                <a:lnTo>
                  <a:pt x="13918" y="12288"/>
                </a:lnTo>
                <a:lnTo>
                  <a:pt x="13797" y="12361"/>
                </a:lnTo>
                <a:lnTo>
                  <a:pt x="13724" y="12458"/>
                </a:lnTo>
                <a:lnTo>
                  <a:pt x="13699" y="12531"/>
                </a:lnTo>
                <a:lnTo>
                  <a:pt x="13675" y="12604"/>
                </a:lnTo>
                <a:lnTo>
                  <a:pt x="13699" y="12677"/>
                </a:lnTo>
                <a:lnTo>
                  <a:pt x="13724" y="12750"/>
                </a:lnTo>
                <a:lnTo>
                  <a:pt x="13797" y="12872"/>
                </a:lnTo>
                <a:lnTo>
                  <a:pt x="13918" y="12945"/>
                </a:lnTo>
                <a:lnTo>
                  <a:pt x="13967" y="12969"/>
                </a:lnTo>
                <a:lnTo>
                  <a:pt x="14113" y="12969"/>
                </a:lnTo>
                <a:lnTo>
                  <a:pt x="14186" y="12945"/>
                </a:lnTo>
                <a:lnTo>
                  <a:pt x="14308" y="12872"/>
                </a:lnTo>
                <a:lnTo>
                  <a:pt x="14381" y="12750"/>
                </a:lnTo>
                <a:lnTo>
                  <a:pt x="14405" y="12677"/>
                </a:lnTo>
                <a:lnTo>
                  <a:pt x="14405" y="12604"/>
                </a:lnTo>
                <a:lnTo>
                  <a:pt x="14405" y="12531"/>
                </a:lnTo>
                <a:lnTo>
                  <a:pt x="14381" y="12458"/>
                </a:lnTo>
                <a:lnTo>
                  <a:pt x="14308" y="12361"/>
                </a:lnTo>
                <a:lnTo>
                  <a:pt x="14186" y="12288"/>
                </a:lnTo>
                <a:lnTo>
                  <a:pt x="14113" y="12264"/>
                </a:lnTo>
                <a:lnTo>
                  <a:pt x="14040" y="12239"/>
                </a:lnTo>
                <a:close/>
                <a:moveTo>
                  <a:pt x="14089" y="11753"/>
                </a:moveTo>
                <a:lnTo>
                  <a:pt x="14235" y="11777"/>
                </a:lnTo>
                <a:lnTo>
                  <a:pt x="14381" y="11801"/>
                </a:lnTo>
                <a:lnTo>
                  <a:pt x="14502" y="11874"/>
                </a:lnTo>
                <a:lnTo>
                  <a:pt x="14600" y="11972"/>
                </a:lnTo>
                <a:lnTo>
                  <a:pt x="14673" y="12093"/>
                </a:lnTo>
                <a:lnTo>
                  <a:pt x="14746" y="12215"/>
                </a:lnTo>
                <a:lnTo>
                  <a:pt x="14770" y="12385"/>
                </a:lnTo>
                <a:lnTo>
                  <a:pt x="14794" y="12580"/>
                </a:lnTo>
                <a:lnTo>
                  <a:pt x="14770" y="12750"/>
                </a:lnTo>
                <a:lnTo>
                  <a:pt x="14721" y="12896"/>
                </a:lnTo>
                <a:lnTo>
                  <a:pt x="14648" y="13042"/>
                </a:lnTo>
                <a:lnTo>
                  <a:pt x="14551" y="13164"/>
                </a:lnTo>
                <a:lnTo>
                  <a:pt x="14405" y="13261"/>
                </a:lnTo>
                <a:lnTo>
                  <a:pt x="14259" y="13334"/>
                </a:lnTo>
                <a:lnTo>
                  <a:pt x="14089" y="13383"/>
                </a:lnTo>
                <a:lnTo>
                  <a:pt x="13870" y="13383"/>
                </a:lnTo>
                <a:lnTo>
                  <a:pt x="13651" y="13334"/>
                </a:lnTo>
                <a:lnTo>
                  <a:pt x="13480" y="13261"/>
                </a:lnTo>
                <a:lnTo>
                  <a:pt x="13334" y="13164"/>
                </a:lnTo>
                <a:lnTo>
                  <a:pt x="13237" y="13018"/>
                </a:lnTo>
                <a:lnTo>
                  <a:pt x="13164" y="12848"/>
                </a:lnTo>
                <a:lnTo>
                  <a:pt x="13164" y="12653"/>
                </a:lnTo>
                <a:lnTo>
                  <a:pt x="13213" y="12434"/>
                </a:lnTo>
                <a:lnTo>
                  <a:pt x="13286" y="12264"/>
                </a:lnTo>
                <a:lnTo>
                  <a:pt x="13359" y="12118"/>
                </a:lnTo>
                <a:lnTo>
                  <a:pt x="13480" y="11972"/>
                </a:lnTo>
                <a:lnTo>
                  <a:pt x="13602" y="11850"/>
                </a:lnTo>
                <a:lnTo>
                  <a:pt x="13602" y="11826"/>
                </a:lnTo>
                <a:lnTo>
                  <a:pt x="13675" y="11850"/>
                </a:lnTo>
                <a:lnTo>
                  <a:pt x="13748" y="11850"/>
                </a:lnTo>
                <a:lnTo>
                  <a:pt x="13797" y="11826"/>
                </a:lnTo>
                <a:lnTo>
                  <a:pt x="13845" y="11777"/>
                </a:lnTo>
                <a:lnTo>
                  <a:pt x="13918" y="11777"/>
                </a:lnTo>
                <a:lnTo>
                  <a:pt x="14089" y="11753"/>
                </a:lnTo>
                <a:close/>
                <a:moveTo>
                  <a:pt x="5475" y="11631"/>
                </a:moveTo>
                <a:lnTo>
                  <a:pt x="5524" y="11704"/>
                </a:lnTo>
                <a:lnTo>
                  <a:pt x="5597" y="11728"/>
                </a:lnTo>
                <a:lnTo>
                  <a:pt x="5645" y="11753"/>
                </a:lnTo>
                <a:lnTo>
                  <a:pt x="5743" y="11753"/>
                </a:lnTo>
                <a:lnTo>
                  <a:pt x="5840" y="11728"/>
                </a:lnTo>
                <a:lnTo>
                  <a:pt x="5937" y="11753"/>
                </a:lnTo>
                <a:lnTo>
                  <a:pt x="6010" y="11801"/>
                </a:lnTo>
                <a:lnTo>
                  <a:pt x="6083" y="11874"/>
                </a:lnTo>
                <a:lnTo>
                  <a:pt x="6132" y="11972"/>
                </a:lnTo>
                <a:lnTo>
                  <a:pt x="6181" y="12093"/>
                </a:lnTo>
                <a:lnTo>
                  <a:pt x="6229" y="12361"/>
                </a:lnTo>
                <a:lnTo>
                  <a:pt x="6229" y="12653"/>
                </a:lnTo>
                <a:lnTo>
                  <a:pt x="6181" y="12945"/>
                </a:lnTo>
                <a:lnTo>
                  <a:pt x="6132" y="13067"/>
                </a:lnTo>
                <a:lnTo>
                  <a:pt x="6083" y="13164"/>
                </a:lnTo>
                <a:lnTo>
                  <a:pt x="6010" y="13261"/>
                </a:lnTo>
                <a:lnTo>
                  <a:pt x="5937" y="13310"/>
                </a:lnTo>
                <a:lnTo>
                  <a:pt x="5840" y="13359"/>
                </a:lnTo>
                <a:lnTo>
                  <a:pt x="5743" y="13383"/>
                </a:lnTo>
                <a:lnTo>
                  <a:pt x="5645" y="13407"/>
                </a:lnTo>
                <a:lnTo>
                  <a:pt x="5548" y="13407"/>
                </a:lnTo>
                <a:lnTo>
                  <a:pt x="5353" y="13359"/>
                </a:lnTo>
                <a:lnTo>
                  <a:pt x="5159" y="13286"/>
                </a:lnTo>
                <a:lnTo>
                  <a:pt x="5013" y="13140"/>
                </a:lnTo>
                <a:lnTo>
                  <a:pt x="4867" y="12994"/>
                </a:lnTo>
                <a:lnTo>
                  <a:pt x="4769" y="12823"/>
                </a:lnTo>
                <a:lnTo>
                  <a:pt x="4721" y="12629"/>
                </a:lnTo>
                <a:lnTo>
                  <a:pt x="4721" y="12434"/>
                </a:lnTo>
                <a:lnTo>
                  <a:pt x="4745" y="12264"/>
                </a:lnTo>
                <a:lnTo>
                  <a:pt x="4818" y="12118"/>
                </a:lnTo>
                <a:lnTo>
                  <a:pt x="4915" y="11972"/>
                </a:lnTo>
                <a:lnTo>
                  <a:pt x="5037" y="11850"/>
                </a:lnTo>
                <a:lnTo>
                  <a:pt x="5159" y="11753"/>
                </a:lnTo>
                <a:lnTo>
                  <a:pt x="5329" y="11680"/>
                </a:lnTo>
                <a:lnTo>
                  <a:pt x="5475" y="11631"/>
                </a:lnTo>
                <a:close/>
                <a:moveTo>
                  <a:pt x="706" y="0"/>
                </a:moveTo>
                <a:lnTo>
                  <a:pt x="511" y="25"/>
                </a:lnTo>
                <a:lnTo>
                  <a:pt x="317" y="49"/>
                </a:lnTo>
                <a:lnTo>
                  <a:pt x="146" y="122"/>
                </a:lnTo>
                <a:lnTo>
                  <a:pt x="73" y="171"/>
                </a:lnTo>
                <a:lnTo>
                  <a:pt x="25" y="268"/>
                </a:lnTo>
                <a:lnTo>
                  <a:pt x="0" y="341"/>
                </a:lnTo>
                <a:lnTo>
                  <a:pt x="25" y="438"/>
                </a:lnTo>
                <a:lnTo>
                  <a:pt x="49" y="536"/>
                </a:lnTo>
                <a:lnTo>
                  <a:pt x="122" y="609"/>
                </a:lnTo>
                <a:lnTo>
                  <a:pt x="195" y="633"/>
                </a:lnTo>
                <a:lnTo>
                  <a:pt x="292" y="657"/>
                </a:lnTo>
                <a:lnTo>
                  <a:pt x="657" y="657"/>
                </a:lnTo>
                <a:lnTo>
                  <a:pt x="1047" y="682"/>
                </a:lnTo>
                <a:lnTo>
                  <a:pt x="1412" y="730"/>
                </a:lnTo>
                <a:lnTo>
                  <a:pt x="1777" y="755"/>
                </a:lnTo>
                <a:lnTo>
                  <a:pt x="3188" y="828"/>
                </a:lnTo>
                <a:lnTo>
                  <a:pt x="3212" y="998"/>
                </a:lnTo>
                <a:lnTo>
                  <a:pt x="3237" y="1144"/>
                </a:lnTo>
                <a:lnTo>
                  <a:pt x="3358" y="1460"/>
                </a:lnTo>
                <a:lnTo>
                  <a:pt x="3480" y="1777"/>
                </a:lnTo>
                <a:lnTo>
                  <a:pt x="3602" y="2069"/>
                </a:lnTo>
                <a:lnTo>
                  <a:pt x="3772" y="2701"/>
                </a:lnTo>
                <a:lnTo>
                  <a:pt x="3918" y="3309"/>
                </a:lnTo>
                <a:lnTo>
                  <a:pt x="4210" y="4550"/>
                </a:lnTo>
                <a:lnTo>
                  <a:pt x="5329" y="9076"/>
                </a:lnTo>
                <a:lnTo>
                  <a:pt x="5329" y="9101"/>
                </a:lnTo>
                <a:lnTo>
                  <a:pt x="5159" y="9344"/>
                </a:lnTo>
                <a:lnTo>
                  <a:pt x="5037" y="9563"/>
                </a:lnTo>
                <a:lnTo>
                  <a:pt x="4842" y="9928"/>
                </a:lnTo>
                <a:lnTo>
                  <a:pt x="4696" y="10317"/>
                </a:lnTo>
                <a:lnTo>
                  <a:pt x="4526" y="10634"/>
                </a:lnTo>
                <a:lnTo>
                  <a:pt x="4453" y="10780"/>
                </a:lnTo>
                <a:lnTo>
                  <a:pt x="4380" y="10950"/>
                </a:lnTo>
                <a:lnTo>
                  <a:pt x="4356" y="10999"/>
                </a:lnTo>
                <a:lnTo>
                  <a:pt x="4380" y="11047"/>
                </a:lnTo>
                <a:lnTo>
                  <a:pt x="4404" y="11144"/>
                </a:lnTo>
                <a:lnTo>
                  <a:pt x="4429" y="11217"/>
                </a:lnTo>
                <a:lnTo>
                  <a:pt x="4453" y="11315"/>
                </a:lnTo>
                <a:lnTo>
                  <a:pt x="4526" y="11412"/>
                </a:lnTo>
                <a:lnTo>
                  <a:pt x="4672" y="11607"/>
                </a:lnTo>
                <a:lnTo>
                  <a:pt x="4502" y="11801"/>
                </a:lnTo>
                <a:lnTo>
                  <a:pt x="4380" y="12045"/>
                </a:lnTo>
                <a:lnTo>
                  <a:pt x="4307" y="12288"/>
                </a:lnTo>
                <a:lnTo>
                  <a:pt x="4283" y="12556"/>
                </a:lnTo>
                <a:lnTo>
                  <a:pt x="4283" y="12726"/>
                </a:lnTo>
                <a:lnTo>
                  <a:pt x="4307" y="12872"/>
                </a:lnTo>
                <a:lnTo>
                  <a:pt x="4356" y="13018"/>
                </a:lnTo>
                <a:lnTo>
                  <a:pt x="4429" y="13140"/>
                </a:lnTo>
                <a:lnTo>
                  <a:pt x="4502" y="13261"/>
                </a:lnTo>
                <a:lnTo>
                  <a:pt x="4575" y="13383"/>
                </a:lnTo>
                <a:lnTo>
                  <a:pt x="4696" y="13480"/>
                </a:lnTo>
                <a:lnTo>
                  <a:pt x="4818" y="13578"/>
                </a:lnTo>
                <a:lnTo>
                  <a:pt x="4940" y="13651"/>
                </a:lnTo>
                <a:lnTo>
                  <a:pt x="5061" y="13724"/>
                </a:lnTo>
                <a:lnTo>
                  <a:pt x="5207" y="13772"/>
                </a:lnTo>
                <a:lnTo>
                  <a:pt x="5353" y="13797"/>
                </a:lnTo>
                <a:lnTo>
                  <a:pt x="5499" y="13821"/>
                </a:lnTo>
                <a:lnTo>
                  <a:pt x="5791" y="13821"/>
                </a:lnTo>
                <a:lnTo>
                  <a:pt x="5937" y="13797"/>
                </a:lnTo>
                <a:lnTo>
                  <a:pt x="6108" y="13748"/>
                </a:lnTo>
                <a:lnTo>
                  <a:pt x="6254" y="13675"/>
                </a:lnTo>
                <a:lnTo>
                  <a:pt x="6375" y="13553"/>
                </a:lnTo>
                <a:lnTo>
                  <a:pt x="6473" y="13432"/>
                </a:lnTo>
                <a:lnTo>
                  <a:pt x="6570" y="13286"/>
                </a:lnTo>
                <a:lnTo>
                  <a:pt x="6619" y="13140"/>
                </a:lnTo>
                <a:lnTo>
                  <a:pt x="6667" y="12969"/>
                </a:lnTo>
                <a:lnTo>
                  <a:pt x="6692" y="12799"/>
                </a:lnTo>
                <a:lnTo>
                  <a:pt x="6692" y="12629"/>
                </a:lnTo>
                <a:lnTo>
                  <a:pt x="6692" y="12434"/>
                </a:lnTo>
                <a:lnTo>
                  <a:pt x="6667" y="12264"/>
                </a:lnTo>
                <a:lnTo>
                  <a:pt x="6619" y="12093"/>
                </a:lnTo>
                <a:lnTo>
                  <a:pt x="6570" y="11923"/>
                </a:lnTo>
                <a:lnTo>
                  <a:pt x="6497" y="11777"/>
                </a:lnTo>
                <a:lnTo>
                  <a:pt x="6424" y="11631"/>
                </a:lnTo>
                <a:lnTo>
                  <a:pt x="6327" y="11509"/>
                </a:lnTo>
                <a:lnTo>
                  <a:pt x="6862" y="11534"/>
                </a:lnTo>
                <a:lnTo>
                  <a:pt x="7373" y="11534"/>
                </a:lnTo>
                <a:lnTo>
                  <a:pt x="8371" y="11631"/>
                </a:lnTo>
                <a:lnTo>
                  <a:pt x="9368" y="11728"/>
                </a:lnTo>
                <a:lnTo>
                  <a:pt x="9831" y="11753"/>
                </a:lnTo>
                <a:lnTo>
                  <a:pt x="10293" y="11753"/>
                </a:lnTo>
                <a:lnTo>
                  <a:pt x="11218" y="11704"/>
                </a:lnTo>
                <a:lnTo>
                  <a:pt x="11704" y="11680"/>
                </a:lnTo>
                <a:lnTo>
                  <a:pt x="12166" y="11680"/>
                </a:lnTo>
                <a:lnTo>
                  <a:pt x="12629" y="11704"/>
                </a:lnTo>
                <a:lnTo>
                  <a:pt x="13091" y="11753"/>
                </a:lnTo>
                <a:lnTo>
                  <a:pt x="12921" y="11996"/>
                </a:lnTo>
                <a:lnTo>
                  <a:pt x="12799" y="12264"/>
                </a:lnTo>
                <a:lnTo>
                  <a:pt x="12750" y="12434"/>
                </a:lnTo>
                <a:lnTo>
                  <a:pt x="12702" y="12580"/>
                </a:lnTo>
                <a:lnTo>
                  <a:pt x="12702" y="12726"/>
                </a:lnTo>
                <a:lnTo>
                  <a:pt x="12702" y="12872"/>
                </a:lnTo>
                <a:lnTo>
                  <a:pt x="12750" y="13018"/>
                </a:lnTo>
                <a:lnTo>
                  <a:pt x="12799" y="13140"/>
                </a:lnTo>
                <a:lnTo>
                  <a:pt x="12848" y="13261"/>
                </a:lnTo>
                <a:lnTo>
                  <a:pt x="12945" y="13383"/>
                </a:lnTo>
                <a:lnTo>
                  <a:pt x="13042" y="13480"/>
                </a:lnTo>
                <a:lnTo>
                  <a:pt x="13140" y="13553"/>
                </a:lnTo>
                <a:lnTo>
                  <a:pt x="13261" y="13626"/>
                </a:lnTo>
                <a:lnTo>
                  <a:pt x="13407" y="13699"/>
                </a:lnTo>
                <a:lnTo>
                  <a:pt x="13553" y="13748"/>
                </a:lnTo>
                <a:lnTo>
                  <a:pt x="13699" y="13797"/>
                </a:lnTo>
                <a:lnTo>
                  <a:pt x="13845" y="13821"/>
                </a:lnTo>
                <a:lnTo>
                  <a:pt x="14016" y="13821"/>
                </a:lnTo>
                <a:lnTo>
                  <a:pt x="14283" y="13797"/>
                </a:lnTo>
                <a:lnTo>
                  <a:pt x="14502" y="13748"/>
                </a:lnTo>
                <a:lnTo>
                  <a:pt x="14697" y="13651"/>
                </a:lnTo>
                <a:lnTo>
                  <a:pt x="14867" y="13505"/>
                </a:lnTo>
                <a:lnTo>
                  <a:pt x="14989" y="13359"/>
                </a:lnTo>
                <a:lnTo>
                  <a:pt x="15086" y="13164"/>
                </a:lnTo>
                <a:lnTo>
                  <a:pt x="15159" y="12969"/>
                </a:lnTo>
                <a:lnTo>
                  <a:pt x="15208" y="12750"/>
                </a:lnTo>
                <a:lnTo>
                  <a:pt x="15208" y="12531"/>
                </a:lnTo>
                <a:lnTo>
                  <a:pt x="15184" y="12337"/>
                </a:lnTo>
                <a:lnTo>
                  <a:pt x="15159" y="12118"/>
                </a:lnTo>
                <a:lnTo>
                  <a:pt x="15086" y="11923"/>
                </a:lnTo>
                <a:lnTo>
                  <a:pt x="14989" y="11728"/>
                </a:lnTo>
                <a:lnTo>
                  <a:pt x="14867" y="11582"/>
                </a:lnTo>
                <a:lnTo>
                  <a:pt x="14721" y="11436"/>
                </a:lnTo>
                <a:lnTo>
                  <a:pt x="14551" y="11339"/>
                </a:lnTo>
                <a:lnTo>
                  <a:pt x="14405" y="11144"/>
                </a:lnTo>
                <a:lnTo>
                  <a:pt x="14648" y="11120"/>
                </a:lnTo>
                <a:lnTo>
                  <a:pt x="14989" y="11120"/>
                </a:lnTo>
                <a:lnTo>
                  <a:pt x="15062" y="11071"/>
                </a:lnTo>
                <a:lnTo>
                  <a:pt x="15086" y="10999"/>
                </a:lnTo>
                <a:lnTo>
                  <a:pt x="15111" y="10926"/>
                </a:lnTo>
                <a:lnTo>
                  <a:pt x="15086" y="10853"/>
                </a:lnTo>
                <a:lnTo>
                  <a:pt x="15062" y="10780"/>
                </a:lnTo>
                <a:lnTo>
                  <a:pt x="14989" y="10707"/>
                </a:lnTo>
                <a:lnTo>
                  <a:pt x="14892" y="10682"/>
                </a:lnTo>
                <a:lnTo>
                  <a:pt x="14648" y="10682"/>
                </a:lnTo>
                <a:lnTo>
                  <a:pt x="14429" y="10707"/>
                </a:lnTo>
                <a:lnTo>
                  <a:pt x="13967" y="10780"/>
                </a:lnTo>
                <a:lnTo>
                  <a:pt x="12653" y="10780"/>
                </a:lnTo>
                <a:lnTo>
                  <a:pt x="11339" y="10755"/>
                </a:lnTo>
                <a:lnTo>
                  <a:pt x="10050" y="10707"/>
                </a:lnTo>
                <a:lnTo>
                  <a:pt x="8760" y="10707"/>
                </a:lnTo>
                <a:lnTo>
                  <a:pt x="7495" y="10731"/>
                </a:lnTo>
                <a:lnTo>
                  <a:pt x="7081" y="10707"/>
                </a:lnTo>
                <a:lnTo>
                  <a:pt x="6643" y="10682"/>
                </a:lnTo>
                <a:lnTo>
                  <a:pt x="6229" y="10634"/>
                </a:lnTo>
                <a:lnTo>
                  <a:pt x="5816" y="10634"/>
                </a:lnTo>
                <a:lnTo>
                  <a:pt x="5864" y="10439"/>
                </a:lnTo>
                <a:lnTo>
                  <a:pt x="5913" y="10269"/>
                </a:lnTo>
                <a:lnTo>
                  <a:pt x="6035" y="9977"/>
                </a:lnTo>
                <a:lnTo>
                  <a:pt x="6059" y="9831"/>
                </a:lnTo>
                <a:lnTo>
                  <a:pt x="6083" y="9709"/>
                </a:lnTo>
                <a:lnTo>
                  <a:pt x="6400" y="9709"/>
                </a:lnTo>
                <a:lnTo>
                  <a:pt x="6716" y="9685"/>
                </a:lnTo>
                <a:lnTo>
                  <a:pt x="7300" y="9660"/>
                </a:lnTo>
                <a:lnTo>
                  <a:pt x="7860" y="9636"/>
                </a:lnTo>
                <a:lnTo>
                  <a:pt x="8395" y="9612"/>
                </a:lnTo>
                <a:lnTo>
                  <a:pt x="9466" y="9514"/>
                </a:lnTo>
                <a:lnTo>
                  <a:pt x="10512" y="9417"/>
                </a:lnTo>
                <a:lnTo>
                  <a:pt x="11558" y="9368"/>
                </a:lnTo>
                <a:lnTo>
                  <a:pt x="12604" y="9295"/>
                </a:lnTo>
                <a:lnTo>
                  <a:pt x="13140" y="9247"/>
                </a:lnTo>
                <a:lnTo>
                  <a:pt x="13651" y="9174"/>
                </a:lnTo>
                <a:lnTo>
                  <a:pt x="13991" y="9125"/>
                </a:lnTo>
                <a:lnTo>
                  <a:pt x="14332" y="9003"/>
                </a:lnTo>
                <a:lnTo>
                  <a:pt x="14624" y="8833"/>
                </a:lnTo>
                <a:lnTo>
                  <a:pt x="14916" y="8614"/>
                </a:lnTo>
                <a:lnTo>
                  <a:pt x="15062" y="8492"/>
                </a:lnTo>
                <a:lnTo>
                  <a:pt x="15159" y="8322"/>
                </a:lnTo>
                <a:lnTo>
                  <a:pt x="15257" y="8152"/>
                </a:lnTo>
                <a:lnTo>
                  <a:pt x="15354" y="7957"/>
                </a:lnTo>
                <a:lnTo>
                  <a:pt x="15500" y="7592"/>
                </a:lnTo>
                <a:lnTo>
                  <a:pt x="15646" y="7227"/>
                </a:lnTo>
                <a:lnTo>
                  <a:pt x="15914" y="6546"/>
                </a:lnTo>
                <a:lnTo>
                  <a:pt x="15987" y="6546"/>
                </a:lnTo>
                <a:lnTo>
                  <a:pt x="16011" y="6521"/>
                </a:lnTo>
                <a:lnTo>
                  <a:pt x="16035" y="6497"/>
                </a:lnTo>
                <a:lnTo>
                  <a:pt x="16035" y="6473"/>
                </a:lnTo>
                <a:lnTo>
                  <a:pt x="16011" y="6424"/>
                </a:lnTo>
                <a:lnTo>
                  <a:pt x="15987" y="6424"/>
                </a:lnTo>
                <a:lnTo>
                  <a:pt x="16303" y="5816"/>
                </a:lnTo>
                <a:lnTo>
                  <a:pt x="16327" y="5767"/>
                </a:lnTo>
                <a:lnTo>
                  <a:pt x="16352" y="5743"/>
                </a:lnTo>
                <a:lnTo>
                  <a:pt x="16376" y="5670"/>
                </a:lnTo>
                <a:lnTo>
                  <a:pt x="17009" y="4550"/>
                </a:lnTo>
                <a:lnTo>
                  <a:pt x="17325" y="3991"/>
                </a:lnTo>
                <a:lnTo>
                  <a:pt x="17641" y="3431"/>
                </a:lnTo>
                <a:lnTo>
                  <a:pt x="17666" y="3334"/>
                </a:lnTo>
                <a:lnTo>
                  <a:pt x="17641" y="3236"/>
                </a:lnTo>
                <a:lnTo>
                  <a:pt x="17690" y="2945"/>
                </a:lnTo>
                <a:lnTo>
                  <a:pt x="17690" y="2799"/>
                </a:lnTo>
                <a:lnTo>
                  <a:pt x="17690" y="2677"/>
                </a:lnTo>
                <a:lnTo>
                  <a:pt x="17641" y="2555"/>
                </a:lnTo>
                <a:lnTo>
                  <a:pt x="17568" y="2458"/>
                </a:lnTo>
                <a:lnTo>
                  <a:pt x="17495" y="2361"/>
                </a:lnTo>
                <a:lnTo>
                  <a:pt x="17398" y="2288"/>
                </a:lnTo>
                <a:lnTo>
                  <a:pt x="17301" y="2215"/>
                </a:lnTo>
                <a:lnTo>
                  <a:pt x="17155" y="2166"/>
                </a:lnTo>
                <a:lnTo>
                  <a:pt x="16984" y="2117"/>
                </a:lnTo>
                <a:lnTo>
                  <a:pt x="16790" y="2069"/>
                </a:lnTo>
                <a:lnTo>
                  <a:pt x="16376" y="2069"/>
                </a:lnTo>
                <a:lnTo>
                  <a:pt x="15597" y="2093"/>
                </a:lnTo>
                <a:lnTo>
                  <a:pt x="14283" y="2093"/>
                </a:lnTo>
                <a:lnTo>
                  <a:pt x="13651" y="2069"/>
                </a:lnTo>
                <a:lnTo>
                  <a:pt x="12994" y="2020"/>
                </a:lnTo>
                <a:lnTo>
                  <a:pt x="11753" y="1923"/>
                </a:lnTo>
                <a:lnTo>
                  <a:pt x="10488" y="1898"/>
                </a:lnTo>
                <a:lnTo>
                  <a:pt x="9222" y="1874"/>
                </a:lnTo>
                <a:lnTo>
                  <a:pt x="7981" y="1874"/>
                </a:lnTo>
                <a:lnTo>
                  <a:pt x="7032" y="1850"/>
                </a:lnTo>
                <a:lnTo>
                  <a:pt x="6083" y="1825"/>
                </a:lnTo>
                <a:lnTo>
                  <a:pt x="5159" y="1801"/>
                </a:lnTo>
                <a:lnTo>
                  <a:pt x="4210" y="1801"/>
                </a:lnTo>
                <a:lnTo>
                  <a:pt x="4112" y="1509"/>
                </a:lnTo>
                <a:lnTo>
                  <a:pt x="3991" y="1241"/>
                </a:lnTo>
                <a:lnTo>
                  <a:pt x="3942" y="998"/>
                </a:lnTo>
                <a:lnTo>
                  <a:pt x="3845" y="633"/>
                </a:lnTo>
                <a:lnTo>
                  <a:pt x="3796" y="463"/>
                </a:lnTo>
                <a:lnTo>
                  <a:pt x="3723" y="292"/>
                </a:lnTo>
                <a:lnTo>
                  <a:pt x="3650" y="195"/>
                </a:lnTo>
                <a:lnTo>
                  <a:pt x="3577" y="146"/>
                </a:lnTo>
                <a:lnTo>
                  <a:pt x="3529" y="146"/>
                </a:lnTo>
                <a:lnTo>
                  <a:pt x="2604" y="122"/>
                </a:lnTo>
                <a:lnTo>
                  <a:pt x="1655" y="73"/>
                </a:lnTo>
                <a:lnTo>
                  <a:pt x="901" y="0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0"/>
          <p:cNvSpPr/>
          <p:nvPr/>
        </p:nvSpPr>
        <p:spPr>
          <a:xfrm>
            <a:off x="7599857" y="2569837"/>
            <a:ext cx="302200" cy="318177"/>
          </a:xfrm>
          <a:custGeom>
            <a:rect b="b" l="l" r="r" t="t"/>
            <a:pathLst>
              <a:path extrusionOk="0" h="18421" w="17496">
                <a:moveTo>
                  <a:pt x="7421" y="1047"/>
                </a:moveTo>
                <a:lnTo>
                  <a:pt x="7373" y="1071"/>
                </a:lnTo>
                <a:lnTo>
                  <a:pt x="7348" y="1120"/>
                </a:lnTo>
                <a:lnTo>
                  <a:pt x="7324" y="1169"/>
                </a:lnTo>
                <a:lnTo>
                  <a:pt x="7348" y="1315"/>
                </a:lnTo>
                <a:lnTo>
                  <a:pt x="7348" y="1461"/>
                </a:lnTo>
                <a:lnTo>
                  <a:pt x="7324" y="1582"/>
                </a:lnTo>
                <a:lnTo>
                  <a:pt x="7300" y="1704"/>
                </a:lnTo>
                <a:lnTo>
                  <a:pt x="7178" y="1923"/>
                </a:lnTo>
                <a:lnTo>
                  <a:pt x="7008" y="2142"/>
                </a:lnTo>
                <a:lnTo>
                  <a:pt x="6862" y="2385"/>
                </a:lnTo>
                <a:lnTo>
                  <a:pt x="6813" y="2483"/>
                </a:lnTo>
                <a:lnTo>
                  <a:pt x="6765" y="2604"/>
                </a:lnTo>
                <a:lnTo>
                  <a:pt x="6740" y="2750"/>
                </a:lnTo>
                <a:lnTo>
                  <a:pt x="6740" y="2872"/>
                </a:lnTo>
                <a:lnTo>
                  <a:pt x="6740" y="3018"/>
                </a:lnTo>
                <a:lnTo>
                  <a:pt x="6789" y="3164"/>
                </a:lnTo>
                <a:lnTo>
                  <a:pt x="6862" y="3286"/>
                </a:lnTo>
                <a:lnTo>
                  <a:pt x="6959" y="3432"/>
                </a:lnTo>
                <a:lnTo>
                  <a:pt x="7154" y="3699"/>
                </a:lnTo>
                <a:lnTo>
                  <a:pt x="7251" y="3845"/>
                </a:lnTo>
                <a:lnTo>
                  <a:pt x="7275" y="3991"/>
                </a:lnTo>
                <a:lnTo>
                  <a:pt x="7275" y="4064"/>
                </a:lnTo>
                <a:lnTo>
                  <a:pt x="7275" y="4137"/>
                </a:lnTo>
                <a:lnTo>
                  <a:pt x="7251" y="4186"/>
                </a:lnTo>
                <a:lnTo>
                  <a:pt x="7178" y="4259"/>
                </a:lnTo>
                <a:lnTo>
                  <a:pt x="7154" y="4332"/>
                </a:lnTo>
                <a:lnTo>
                  <a:pt x="7129" y="4405"/>
                </a:lnTo>
                <a:lnTo>
                  <a:pt x="7129" y="4478"/>
                </a:lnTo>
                <a:lnTo>
                  <a:pt x="7178" y="4527"/>
                </a:lnTo>
                <a:lnTo>
                  <a:pt x="7251" y="4575"/>
                </a:lnTo>
                <a:lnTo>
                  <a:pt x="7324" y="4600"/>
                </a:lnTo>
                <a:lnTo>
                  <a:pt x="7397" y="4575"/>
                </a:lnTo>
                <a:lnTo>
                  <a:pt x="7470" y="4527"/>
                </a:lnTo>
                <a:lnTo>
                  <a:pt x="7567" y="4429"/>
                </a:lnTo>
                <a:lnTo>
                  <a:pt x="7616" y="4332"/>
                </a:lnTo>
                <a:lnTo>
                  <a:pt x="7665" y="4235"/>
                </a:lnTo>
                <a:lnTo>
                  <a:pt x="7689" y="4113"/>
                </a:lnTo>
                <a:lnTo>
                  <a:pt x="7689" y="4016"/>
                </a:lnTo>
                <a:lnTo>
                  <a:pt x="7665" y="3918"/>
                </a:lnTo>
                <a:lnTo>
                  <a:pt x="7592" y="3724"/>
                </a:lnTo>
                <a:lnTo>
                  <a:pt x="7470" y="3505"/>
                </a:lnTo>
                <a:lnTo>
                  <a:pt x="7324" y="3310"/>
                </a:lnTo>
                <a:lnTo>
                  <a:pt x="7202" y="3115"/>
                </a:lnTo>
                <a:lnTo>
                  <a:pt x="7105" y="2921"/>
                </a:lnTo>
                <a:lnTo>
                  <a:pt x="7081" y="2823"/>
                </a:lnTo>
                <a:lnTo>
                  <a:pt x="7105" y="2726"/>
                </a:lnTo>
                <a:lnTo>
                  <a:pt x="7154" y="2604"/>
                </a:lnTo>
                <a:lnTo>
                  <a:pt x="7202" y="2483"/>
                </a:lnTo>
                <a:lnTo>
                  <a:pt x="7373" y="2239"/>
                </a:lnTo>
                <a:lnTo>
                  <a:pt x="7543" y="1972"/>
                </a:lnTo>
                <a:lnTo>
                  <a:pt x="7689" y="1728"/>
                </a:lnTo>
                <a:lnTo>
                  <a:pt x="7738" y="1607"/>
                </a:lnTo>
                <a:lnTo>
                  <a:pt x="7762" y="1485"/>
                </a:lnTo>
                <a:lnTo>
                  <a:pt x="7762" y="1363"/>
                </a:lnTo>
                <a:lnTo>
                  <a:pt x="7713" y="1242"/>
                </a:lnTo>
                <a:lnTo>
                  <a:pt x="7616" y="1144"/>
                </a:lnTo>
                <a:lnTo>
                  <a:pt x="7494" y="1071"/>
                </a:lnTo>
                <a:lnTo>
                  <a:pt x="7421" y="1047"/>
                </a:lnTo>
                <a:close/>
                <a:moveTo>
                  <a:pt x="10293" y="1242"/>
                </a:moveTo>
                <a:lnTo>
                  <a:pt x="10268" y="1266"/>
                </a:lnTo>
                <a:lnTo>
                  <a:pt x="10244" y="1363"/>
                </a:lnTo>
                <a:lnTo>
                  <a:pt x="10220" y="1485"/>
                </a:lnTo>
                <a:lnTo>
                  <a:pt x="10195" y="1607"/>
                </a:lnTo>
                <a:lnTo>
                  <a:pt x="10171" y="1680"/>
                </a:lnTo>
                <a:lnTo>
                  <a:pt x="10098" y="1826"/>
                </a:lnTo>
                <a:lnTo>
                  <a:pt x="10001" y="1923"/>
                </a:lnTo>
                <a:lnTo>
                  <a:pt x="9782" y="2166"/>
                </a:lnTo>
                <a:lnTo>
                  <a:pt x="9684" y="2288"/>
                </a:lnTo>
                <a:lnTo>
                  <a:pt x="9611" y="2434"/>
                </a:lnTo>
                <a:lnTo>
                  <a:pt x="9587" y="2604"/>
                </a:lnTo>
                <a:lnTo>
                  <a:pt x="9587" y="2775"/>
                </a:lnTo>
                <a:lnTo>
                  <a:pt x="9636" y="2921"/>
                </a:lnTo>
                <a:lnTo>
                  <a:pt x="9709" y="3042"/>
                </a:lnTo>
                <a:lnTo>
                  <a:pt x="9879" y="3286"/>
                </a:lnTo>
                <a:lnTo>
                  <a:pt x="10001" y="3456"/>
                </a:lnTo>
                <a:lnTo>
                  <a:pt x="10074" y="3626"/>
                </a:lnTo>
                <a:lnTo>
                  <a:pt x="10098" y="3724"/>
                </a:lnTo>
                <a:lnTo>
                  <a:pt x="10098" y="3821"/>
                </a:lnTo>
                <a:lnTo>
                  <a:pt x="10074" y="3918"/>
                </a:lnTo>
                <a:lnTo>
                  <a:pt x="10025" y="4016"/>
                </a:lnTo>
                <a:lnTo>
                  <a:pt x="9952" y="4137"/>
                </a:lnTo>
                <a:lnTo>
                  <a:pt x="9855" y="4235"/>
                </a:lnTo>
                <a:lnTo>
                  <a:pt x="9782" y="4332"/>
                </a:lnTo>
                <a:lnTo>
                  <a:pt x="9709" y="4454"/>
                </a:lnTo>
                <a:lnTo>
                  <a:pt x="9684" y="4502"/>
                </a:lnTo>
                <a:lnTo>
                  <a:pt x="9684" y="4575"/>
                </a:lnTo>
                <a:lnTo>
                  <a:pt x="9733" y="4673"/>
                </a:lnTo>
                <a:lnTo>
                  <a:pt x="9757" y="4721"/>
                </a:lnTo>
                <a:lnTo>
                  <a:pt x="9806" y="4746"/>
                </a:lnTo>
                <a:lnTo>
                  <a:pt x="9855" y="4770"/>
                </a:lnTo>
                <a:lnTo>
                  <a:pt x="9928" y="4746"/>
                </a:lnTo>
                <a:lnTo>
                  <a:pt x="10122" y="4648"/>
                </a:lnTo>
                <a:lnTo>
                  <a:pt x="10268" y="4502"/>
                </a:lnTo>
                <a:lnTo>
                  <a:pt x="10414" y="4332"/>
                </a:lnTo>
                <a:lnTo>
                  <a:pt x="10487" y="4137"/>
                </a:lnTo>
                <a:lnTo>
                  <a:pt x="10536" y="3943"/>
                </a:lnTo>
                <a:lnTo>
                  <a:pt x="10536" y="3724"/>
                </a:lnTo>
                <a:lnTo>
                  <a:pt x="10487" y="3505"/>
                </a:lnTo>
                <a:lnTo>
                  <a:pt x="10414" y="3310"/>
                </a:lnTo>
                <a:lnTo>
                  <a:pt x="10293" y="3140"/>
                </a:lnTo>
                <a:lnTo>
                  <a:pt x="10171" y="2994"/>
                </a:lnTo>
                <a:lnTo>
                  <a:pt x="10074" y="2872"/>
                </a:lnTo>
                <a:lnTo>
                  <a:pt x="10025" y="2775"/>
                </a:lnTo>
                <a:lnTo>
                  <a:pt x="10001" y="2653"/>
                </a:lnTo>
                <a:lnTo>
                  <a:pt x="10025" y="2556"/>
                </a:lnTo>
                <a:lnTo>
                  <a:pt x="10074" y="2434"/>
                </a:lnTo>
                <a:lnTo>
                  <a:pt x="10122" y="2337"/>
                </a:lnTo>
                <a:lnTo>
                  <a:pt x="10293" y="2118"/>
                </a:lnTo>
                <a:lnTo>
                  <a:pt x="10414" y="1947"/>
                </a:lnTo>
                <a:lnTo>
                  <a:pt x="10512" y="1753"/>
                </a:lnTo>
                <a:lnTo>
                  <a:pt x="10512" y="1655"/>
                </a:lnTo>
                <a:lnTo>
                  <a:pt x="10536" y="1558"/>
                </a:lnTo>
                <a:lnTo>
                  <a:pt x="10512" y="1461"/>
                </a:lnTo>
                <a:lnTo>
                  <a:pt x="10487" y="1363"/>
                </a:lnTo>
                <a:lnTo>
                  <a:pt x="10463" y="1290"/>
                </a:lnTo>
                <a:lnTo>
                  <a:pt x="10390" y="1266"/>
                </a:lnTo>
                <a:lnTo>
                  <a:pt x="10317" y="1242"/>
                </a:lnTo>
                <a:close/>
                <a:moveTo>
                  <a:pt x="8322" y="1"/>
                </a:moveTo>
                <a:lnTo>
                  <a:pt x="8273" y="49"/>
                </a:lnTo>
                <a:lnTo>
                  <a:pt x="8249" y="98"/>
                </a:lnTo>
                <a:lnTo>
                  <a:pt x="8273" y="171"/>
                </a:lnTo>
                <a:lnTo>
                  <a:pt x="8492" y="512"/>
                </a:lnTo>
                <a:lnTo>
                  <a:pt x="8614" y="682"/>
                </a:lnTo>
                <a:lnTo>
                  <a:pt x="8687" y="877"/>
                </a:lnTo>
                <a:lnTo>
                  <a:pt x="8711" y="1023"/>
                </a:lnTo>
                <a:lnTo>
                  <a:pt x="8735" y="1144"/>
                </a:lnTo>
                <a:lnTo>
                  <a:pt x="8711" y="1266"/>
                </a:lnTo>
                <a:lnTo>
                  <a:pt x="8687" y="1388"/>
                </a:lnTo>
                <a:lnTo>
                  <a:pt x="8614" y="1631"/>
                </a:lnTo>
                <a:lnTo>
                  <a:pt x="8492" y="1850"/>
                </a:lnTo>
                <a:lnTo>
                  <a:pt x="8322" y="2166"/>
                </a:lnTo>
                <a:lnTo>
                  <a:pt x="8249" y="2312"/>
                </a:lnTo>
                <a:lnTo>
                  <a:pt x="8200" y="2458"/>
                </a:lnTo>
                <a:lnTo>
                  <a:pt x="8200" y="2604"/>
                </a:lnTo>
                <a:lnTo>
                  <a:pt x="8200" y="2775"/>
                </a:lnTo>
                <a:lnTo>
                  <a:pt x="8249" y="2921"/>
                </a:lnTo>
                <a:lnTo>
                  <a:pt x="8322" y="3091"/>
                </a:lnTo>
                <a:lnTo>
                  <a:pt x="8419" y="3213"/>
                </a:lnTo>
                <a:lnTo>
                  <a:pt x="8516" y="3334"/>
                </a:lnTo>
                <a:lnTo>
                  <a:pt x="8589" y="3432"/>
                </a:lnTo>
                <a:lnTo>
                  <a:pt x="8638" y="3529"/>
                </a:lnTo>
                <a:lnTo>
                  <a:pt x="8662" y="3651"/>
                </a:lnTo>
                <a:lnTo>
                  <a:pt x="8662" y="3748"/>
                </a:lnTo>
                <a:lnTo>
                  <a:pt x="8638" y="3845"/>
                </a:lnTo>
                <a:lnTo>
                  <a:pt x="8614" y="3967"/>
                </a:lnTo>
                <a:lnTo>
                  <a:pt x="8516" y="4162"/>
                </a:lnTo>
                <a:lnTo>
                  <a:pt x="8297" y="4551"/>
                </a:lnTo>
                <a:lnTo>
                  <a:pt x="8200" y="4746"/>
                </a:lnTo>
                <a:lnTo>
                  <a:pt x="8103" y="4940"/>
                </a:lnTo>
                <a:lnTo>
                  <a:pt x="8054" y="5062"/>
                </a:lnTo>
                <a:lnTo>
                  <a:pt x="8054" y="5208"/>
                </a:lnTo>
                <a:lnTo>
                  <a:pt x="8054" y="5354"/>
                </a:lnTo>
                <a:lnTo>
                  <a:pt x="8078" y="5476"/>
                </a:lnTo>
                <a:lnTo>
                  <a:pt x="8127" y="5622"/>
                </a:lnTo>
                <a:lnTo>
                  <a:pt x="8224" y="5719"/>
                </a:lnTo>
                <a:lnTo>
                  <a:pt x="8297" y="5816"/>
                </a:lnTo>
                <a:lnTo>
                  <a:pt x="8419" y="5889"/>
                </a:lnTo>
                <a:lnTo>
                  <a:pt x="8492" y="5914"/>
                </a:lnTo>
                <a:lnTo>
                  <a:pt x="8565" y="5914"/>
                </a:lnTo>
                <a:lnTo>
                  <a:pt x="8614" y="5889"/>
                </a:lnTo>
                <a:lnTo>
                  <a:pt x="8662" y="5841"/>
                </a:lnTo>
                <a:lnTo>
                  <a:pt x="8711" y="5792"/>
                </a:lnTo>
                <a:lnTo>
                  <a:pt x="8711" y="5719"/>
                </a:lnTo>
                <a:lnTo>
                  <a:pt x="8687" y="5670"/>
                </a:lnTo>
                <a:lnTo>
                  <a:pt x="8662" y="5597"/>
                </a:lnTo>
                <a:lnTo>
                  <a:pt x="8589" y="5476"/>
                </a:lnTo>
                <a:lnTo>
                  <a:pt x="8541" y="5378"/>
                </a:lnTo>
                <a:lnTo>
                  <a:pt x="8516" y="5257"/>
                </a:lnTo>
                <a:lnTo>
                  <a:pt x="8516" y="5159"/>
                </a:lnTo>
                <a:lnTo>
                  <a:pt x="8541" y="5038"/>
                </a:lnTo>
                <a:lnTo>
                  <a:pt x="8565" y="4940"/>
                </a:lnTo>
                <a:lnTo>
                  <a:pt x="8687" y="4721"/>
                </a:lnTo>
                <a:lnTo>
                  <a:pt x="8954" y="4283"/>
                </a:lnTo>
                <a:lnTo>
                  <a:pt x="9076" y="4040"/>
                </a:lnTo>
                <a:lnTo>
                  <a:pt x="9100" y="3943"/>
                </a:lnTo>
                <a:lnTo>
                  <a:pt x="9125" y="3821"/>
                </a:lnTo>
                <a:lnTo>
                  <a:pt x="9125" y="3626"/>
                </a:lnTo>
                <a:lnTo>
                  <a:pt x="9076" y="3480"/>
                </a:lnTo>
                <a:lnTo>
                  <a:pt x="9027" y="3310"/>
                </a:lnTo>
                <a:lnTo>
                  <a:pt x="8930" y="3164"/>
                </a:lnTo>
                <a:lnTo>
                  <a:pt x="8784" y="2921"/>
                </a:lnTo>
                <a:lnTo>
                  <a:pt x="8711" y="2823"/>
                </a:lnTo>
                <a:lnTo>
                  <a:pt x="8662" y="2726"/>
                </a:lnTo>
                <a:lnTo>
                  <a:pt x="8662" y="2604"/>
                </a:lnTo>
                <a:lnTo>
                  <a:pt x="8662" y="2507"/>
                </a:lnTo>
                <a:lnTo>
                  <a:pt x="8711" y="2361"/>
                </a:lnTo>
                <a:lnTo>
                  <a:pt x="8784" y="2215"/>
                </a:lnTo>
                <a:lnTo>
                  <a:pt x="8954" y="1899"/>
                </a:lnTo>
                <a:lnTo>
                  <a:pt x="9076" y="1582"/>
                </a:lnTo>
                <a:lnTo>
                  <a:pt x="9125" y="1436"/>
                </a:lnTo>
                <a:lnTo>
                  <a:pt x="9149" y="1266"/>
                </a:lnTo>
                <a:lnTo>
                  <a:pt x="9149" y="1096"/>
                </a:lnTo>
                <a:lnTo>
                  <a:pt x="9125" y="901"/>
                </a:lnTo>
                <a:lnTo>
                  <a:pt x="9100" y="755"/>
                </a:lnTo>
                <a:lnTo>
                  <a:pt x="9052" y="609"/>
                </a:lnTo>
                <a:lnTo>
                  <a:pt x="8979" y="463"/>
                </a:lnTo>
                <a:lnTo>
                  <a:pt x="8881" y="341"/>
                </a:lnTo>
                <a:lnTo>
                  <a:pt x="8784" y="220"/>
                </a:lnTo>
                <a:lnTo>
                  <a:pt x="8662" y="122"/>
                </a:lnTo>
                <a:lnTo>
                  <a:pt x="8541" y="49"/>
                </a:lnTo>
                <a:lnTo>
                  <a:pt x="8395" y="1"/>
                </a:lnTo>
                <a:close/>
                <a:moveTo>
                  <a:pt x="6497" y="7982"/>
                </a:moveTo>
                <a:lnTo>
                  <a:pt x="6424" y="8079"/>
                </a:lnTo>
                <a:lnTo>
                  <a:pt x="6229" y="8055"/>
                </a:lnTo>
                <a:lnTo>
                  <a:pt x="5791" y="8030"/>
                </a:lnTo>
                <a:lnTo>
                  <a:pt x="6156" y="8006"/>
                </a:lnTo>
                <a:lnTo>
                  <a:pt x="6497" y="7982"/>
                </a:lnTo>
                <a:close/>
                <a:moveTo>
                  <a:pt x="10512" y="6911"/>
                </a:moveTo>
                <a:lnTo>
                  <a:pt x="11242" y="6960"/>
                </a:lnTo>
                <a:lnTo>
                  <a:pt x="11972" y="7009"/>
                </a:lnTo>
                <a:lnTo>
                  <a:pt x="12677" y="7106"/>
                </a:lnTo>
                <a:lnTo>
                  <a:pt x="13407" y="7228"/>
                </a:lnTo>
                <a:lnTo>
                  <a:pt x="14089" y="7374"/>
                </a:lnTo>
                <a:lnTo>
                  <a:pt x="14186" y="7422"/>
                </a:lnTo>
                <a:lnTo>
                  <a:pt x="14259" y="7471"/>
                </a:lnTo>
                <a:lnTo>
                  <a:pt x="14283" y="7520"/>
                </a:lnTo>
                <a:lnTo>
                  <a:pt x="14283" y="7593"/>
                </a:lnTo>
                <a:lnTo>
                  <a:pt x="14259" y="7666"/>
                </a:lnTo>
                <a:lnTo>
                  <a:pt x="14210" y="7714"/>
                </a:lnTo>
                <a:lnTo>
                  <a:pt x="14162" y="7787"/>
                </a:lnTo>
                <a:lnTo>
                  <a:pt x="14089" y="7836"/>
                </a:lnTo>
                <a:lnTo>
                  <a:pt x="13894" y="7909"/>
                </a:lnTo>
                <a:lnTo>
                  <a:pt x="13699" y="7958"/>
                </a:lnTo>
                <a:lnTo>
                  <a:pt x="13310" y="8030"/>
                </a:lnTo>
                <a:lnTo>
                  <a:pt x="12775" y="8079"/>
                </a:lnTo>
                <a:lnTo>
                  <a:pt x="12750" y="8006"/>
                </a:lnTo>
                <a:lnTo>
                  <a:pt x="12677" y="7982"/>
                </a:lnTo>
                <a:lnTo>
                  <a:pt x="12215" y="7860"/>
                </a:lnTo>
                <a:lnTo>
                  <a:pt x="11753" y="7787"/>
                </a:lnTo>
                <a:lnTo>
                  <a:pt x="11290" y="7714"/>
                </a:lnTo>
                <a:lnTo>
                  <a:pt x="10804" y="7666"/>
                </a:lnTo>
                <a:lnTo>
                  <a:pt x="9855" y="7617"/>
                </a:lnTo>
                <a:lnTo>
                  <a:pt x="8906" y="7593"/>
                </a:lnTo>
                <a:lnTo>
                  <a:pt x="7884" y="7593"/>
                </a:lnTo>
                <a:lnTo>
                  <a:pt x="6862" y="7641"/>
                </a:lnTo>
                <a:lnTo>
                  <a:pt x="6424" y="7666"/>
                </a:lnTo>
                <a:lnTo>
                  <a:pt x="5986" y="7714"/>
                </a:lnTo>
                <a:lnTo>
                  <a:pt x="5767" y="7739"/>
                </a:lnTo>
                <a:lnTo>
                  <a:pt x="5548" y="7787"/>
                </a:lnTo>
                <a:lnTo>
                  <a:pt x="5353" y="7860"/>
                </a:lnTo>
                <a:lnTo>
                  <a:pt x="5159" y="7933"/>
                </a:lnTo>
                <a:lnTo>
                  <a:pt x="5159" y="7958"/>
                </a:lnTo>
                <a:lnTo>
                  <a:pt x="5159" y="7982"/>
                </a:lnTo>
                <a:lnTo>
                  <a:pt x="5207" y="8006"/>
                </a:lnTo>
                <a:lnTo>
                  <a:pt x="5207" y="8006"/>
                </a:lnTo>
                <a:lnTo>
                  <a:pt x="4696" y="7958"/>
                </a:lnTo>
                <a:lnTo>
                  <a:pt x="4331" y="7933"/>
                </a:lnTo>
                <a:lnTo>
                  <a:pt x="3869" y="7909"/>
                </a:lnTo>
                <a:lnTo>
                  <a:pt x="3626" y="7860"/>
                </a:lnTo>
                <a:lnTo>
                  <a:pt x="3431" y="7787"/>
                </a:lnTo>
                <a:lnTo>
                  <a:pt x="3334" y="7739"/>
                </a:lnTo>
                <a:lnTo>
                  <a:pt x="3261" y="7666"/>
                </a:lnTo>
                <a:lnTo>
                  <a:pt x="3212" y="7617"/>
                </a:lnTo>
                <a:lnTo>
                  <a:pt x="3163" y="7520"/>
                </a:lnTo>
                <a:lnTo>
                  <a:pt x="3261" y="7471"/>
                </a:lnTo>
                <a:lnTo>
                  <a:pt x="3358" y="7398"/>
                </a:lnTo>
                <a:lnTo>
                  <a:pt x="3577" y="7325"/>
                </a:lnTo>
                <a:lnTo>
                  <a:pt x="3820" y="7301"/>
                </a:lnTo>
                <a:lnTo>
                  <a:pt x="4064" y="7276"/>
                </a:lnTo>
                <a:lnTo>
                  <a:pt x="5548" y="7130"/>
                </a:lnTo>
                <a:lnTo>
                  <a:pt x="6935" y="7009"/>
                </a:lnTo>
                <a:lnTo>
                  <a:pt x="8322" y="6936"/>
                </a:lnTo>
                <a:lnTo>
                  <a:pt x="9052" y="6911"/>
                </a:lnTo>
                <a:close/>
                <a:moveTo>
                  <a:pt x="7032" y="7933"/>
                </a:moveTo>
                <a:lnTo>
                  <a:pt x="6935" y="8079"/>
                </a:lnTo>
                <a:lnTo>
                  <a:pt x="6935" y="8103"/>
                </a:lnTo>
                <a:lnTo>
                  <a:pt x="6765" y="8079"/>
                </a:lnTo>
                <a:lnTo>
                  <a:pt x="6789" y="8030"/>
                </a:lnTo>
                <a:lnTo>
                  <a:pt x="6862" y="7958"/>
                </a:lnTo>
                <a:lnTo>
                  <a:pt x="6862" y="7933"/>
                </a:lnTo>
                <a:close/>
                <a:moveTo>
                  <a:pt x="7519" y="7909"/>
                </a:moveTo>
                <a:lnTo>
                  <a:pt x="7470" y="8006"/>
                </a:lnTo>
                <a:lnTo>
                  <a:pt x="7421" y="8103"/>
                </a:lnTo>
                <a:lnTo>
                  <a:pt x="7275" y="8103"/>
                </a:lnTo>
                <a:lnTo>
                  <a:pt x="7348" y="8006"/>
                </a:lnTo>
                <a:lnTo>
                  <a:pt x="7421" y="7909"/>
                </a:lnTo>
                <a:close/>
                <a:moveTo>
                  <a:pt x="8054" y="7909"/>
                </a:moveTo>
                <a:lnTo>
                  <a:pt x="7981" y="8006"/>
                </a:lnTo>
                <a:lnTo>
                  <a:pt x="7908" y="8103"/>
                </a:lnTo>
                <a:lnTo>
                  <a:pt x="7908" y="8128"/>
                </a:lnTo>
                <a:lnTo>
                  <a:pt x="7665" y="8128"/>
                </a:lnTo>
                <a:lnTo>
                  <a:pt x="7689" y="8030"/>
                </a:lnTo>
                <a:lnTo>
                  <a:pt x="7786" y="7909"/>
                </a:lnTo>
                <a:close/>
                <a:moveTo>
                  <a:pt x="8468" y="7909"/>
                </a:moveTo>
                <a:lnTo>
                  <a:pt x="8395" y="8006"/>
                </a:lnTo>
                <a:lnTo>
                  <a:pt x="8322" y="8128"/>
                </a:lnTo>
                <a:lnTo>
                  <a:pt x="8224" y="8128"/>
                </a:lnTo>
                <a:lnTo>
                  <a:pt x="8322" y="7909"/>
                </a:lnTo>
                <a:close/>
                <a:moveTo>
                  <a:pt x="8784" y="7909"/>
                </a:moveTo>
                <a:lnTo>
                  <a:pt x="8662" y="8128"/>
                </a:lnTo>
                <a:lnTo>
                  <a:pt x="8541" y="8128"/>
                </a:lnTo>
                <a:lnTo>
                  <a:pt x="8589" y="7909"/>
                </a:lnTo>
                <a:close/>
                <a:moveTo>
                  <a:pt x="10171" y="7958"/>
                </a:moveTo>
                <a:lnTo>
                  <a:pt x="10122" y="8006"/>
                </a:lnTo>
                <a:lnTo>
                  <a:pt x="10001" y="8128"/>
                </a:lnTo>
                <a:lnTo>
                  <a:pt x="9976" y="8128"/>
                </a:lnTo>
                <a:lnTo>
                  <a:pt x="10049" y="7958"/>
                </a:lnTo>
                <a:close/>
                <a:moveTo>
                  <a:pt x="10414" y="7982"/>
                </a:moveTo>
                <a:lnTo>
                  <a:pt x="10585" y="8006"/>
                </a:lnTo>
                <a:lnTo>
                  <a:pt x="10585" y="8055"/>
                </a:lnTo>
                <a:lnTo>
                  <a:pt x="10560" y="8128"/>
                </a:lnTo>
                <a:lnTo>
                  <a:pt x="10341" y="8128"/>
                </a:lnTo>
                <a:lnTo>
                  <a:pt x="10414" y="7982"/>
                </a:lnTo>
                <a:close/>
                <a:moveTo>
                  <a:pt x="10779" y="8006"/>
                </a:moveTo>
                <a:lnTo>
                  <a:pt x="11485" y="8103"/>
                </a:lnTo>
                <a:lnTo>
                  <a:pt x="10804" y="8128"/>
                </a:lnTo>
                <a:lnTo>
                  <a:pt x="10779" y="8055"/>
                </a:lnTo>
                <a:lnTo>
                  <a:pt x="10779" y="8006"/>
                </a:lnTo>
                <a:close/>
                <a:moveTo>
                  <a:pt x="9319" y="7909"/>
                </a:moveTo>
                <a:lnTo>
                  <a:pt x="9222" y="8030"/>
                </a:lnTo>
                <a:lnTo>
                  <a:pt x="9125" y="8152"/>
                </a:lnTo>
                <a:lnTo>
                  <a:pt x="8979" y="8152"/>
                </a:lnTo>
                <a:lnTo>
                  <a:pt x="9027" y="7909"/>
                </a:lnTo>
                <a:close/>
                <a:moveTo>
                  <a:pt x="9417" y="7909"/>
                </a:moveTo>
                <a:lnTo>
                  <a:pt x="9952" y="7958"/>
                </a:lnTo>
                <a:lnTo>
                  <a:pt x="9855" y="8103"/>
                </a:lnTo>
                <a:lnTo>
                  <a:pt x="9855" y="8128"/>
                </a:lnTo>
                <a:lnTo>
                  <a:pt x="9611" y="8128"/>
                </a:lnTo>
                <a:lnTo>
                  <a:pt x="9660" y="8030"/>
                </a:lnTo>
                <a:lnTo>
                  <a:pt x="9660" y="7982"/>
                </a:lnTo>
                <a:lnTo>
                  <a:pt x="9636" y="7958"/>
                </a:lnTo>
                <a:lnTo>
                  <a:pt x="9611" y="7933"/>
                </a:lnTo>
                <a:lnTo>
                  <a:pt x="9563" y="7958"/>
                </a:lnTo>
                <a:lnTo>
                  <a:pt x="9441" y="8103"/>
                </a:lnTo>
                <a:lnTo>
                  <a:pt x="9417" y="8152"/>
                </a:lnTo>
                <a:lnTo>
                  <a:pt x="9344" y="8152"/>
                </a:lnTo>
                <a:lnTo>
                  <a:pt x="9417" y="7933"/>
                </a:lnTo>
                <a:lnTo>
                  <a:pt x="9417" y="7909"/>
                </a:lnTo>
                <a:close/>
                <a:moveTo>
                  <a:pt x="1874" y="8955"/>
                </a:moveTo>
                <a:lnTo>
                  <a:pt x="2117" y="9004"/>
                </a:lnTo>
                <a:lnTo>
                  <a:pt x="2360" y="9052"/>
                </a:lnTo>
                <a:lnTo>
                  <a:pt x="2604" y="9052"/>
                </a:lnTo>
                <a:lnTo>
                  <a:pt x="2823" y="10342"/>
                </a:lnTo>
                <a:lnTo>
                  <a:pt x="3115" y="11607"/>
                </a:lnTo>
                <a:lnTo>
                  <a:pt x="3309" y="12362"/>
                </a:lnTo>
                <a:lnTo>
                  <a:pt x="3309" y="12362"/>
                </a:lnTo>
                <a:lnTo>
                  <a:pt x="3163" y="12167"/>
                </a:lnTo>
                <a:lnTo>
                  <a:pt x="2993" y="11997"/>
                </a:lnTo>
                <a:lnTo>
                  <a:pt x="2823" y="11826"/>
                </a:lnTo>
                <a:lnTo>
                  <a:pt x="2628" y="11656"/>
                </a:lnTo>
                <a:lnTo>
                  <a:pt x="2385" y="11486"/>
                </a:lnTo>
                <a:lnTo>
                  <a:pt x="2117" y="11315"/>
                </a:lnTo>
                <a:lnTo>
                  <a:pt x="1825" y="11145"/>
                </a:lnTo>
                <a:lnTo>
                  <a:pt x="1557" y="10950"/>
                </a:lnTo>
                <a:lnTo>
                  <a:pt x="1338" y="10731"/>
                </a:lnTo>
                <a:lnTo>
                  <a:pt x="1217" y="10610"/>
                </a:lnTo>
                <a:lnTo>
                  <a:pt x="1144" y="10464"/>
                </a:lnTo>
                <a:lnTo>
                  <a:pt x="1071" y="10342"/>
                </a:lnTo>
                <a:lnTo>
                  <a:pt x="998" y="10196"/>
                </a:lnTo>
                <a:lnTo>
                  <a:pt x="973" y="10050"/>
                </a:lnTo>
                <a:lnTo>
                  <a:pt x="949" y="9880"/>
                </a:lnTo>
                <a:lnTo>
                  <a:pt x="949" y="9734"/>
                </a:lnTo>
                <a:lnTo>
                  <a:pt x="998" y="9563"/>
                </a:lnTo>
                <a:lnTo>
                  <a:pt x="1046" y="9442"/>
                </a:lnTo>
                <a:lnTo>
                  <a:pt x="1119" y="9320"/>
                </a:lnTo>
                <a:lnTo>
                  <a:pt x="1241" y="9198"/>
                </a:lnTo>
                <a:lnTo>
                  <a:pt x="1338" y="9101"/>
                </a:lnTo>
                <a:lnTo>
                  <a:pt x="1484" y="9028"/>
                </a:lnTo>
                <a:lnTo>
                  <a:pt x="1630" y="8979"/>
                </a:lnTo>
                <a:lnTo>
                  <a:pt x="1752" y="8955"/>
                </a:lnTo>
                <a:close/>
                <a:moveTo>
                  <a:pt x="14137" y="15525"/>
                </a:moveTo>
                <a:lnTo>
                  <a:pt x="14405" y="15598"/>
                </a:lnTo>
                <a:lnTo>
                  <a:pt x="14405" y="15720"/>
                </a:lnTo>
                <a:lnTo>
                  <a:pt x="14405" y="15841"/>
                </a:lnTo>
                <a:lnTo>
                  <a:pt x="14381" y="15939"/>
                </a:lnTo>
                <a:lnTo>
                  <a:pt x="14356" y="16012"/>
                </a:lnTo>
                <a:lnTo>
                  <a:pt x="14283" y="16060"/>
                </a:lnTo>
                <a:lnTo>
                  <a:pt x="14235" y="16085"/>
                </a:lnTo>
                <a:lnTo>
                  <a:pt x="14137" y="16109"/>
                </a:lnTo>
                <a:lnTo>
                  <a:pt x="14040" y="16109"/>
                </a:lnTo>
                <a:lnTo>
                  <a:pt x="13529" y="16133"/>
                </a:lnTo>
                <a:lnTo>
                  <a:pt x="13018" y="16133"/>
                </a:lnTo>
                <a:lnTo>
                  <a:pt x="13213" y="15866"/>
                </a:lnTo>
                <a:lnTo>
                  <a:pt x="13383" y="15549"/>
                </a:lnTo>
                <a:lnTo>
                  <a:pt x="13797" y="15549"/>
                </a:lnTo>
                <a:lnTo>
                  <a:pt x="14137" y="15525"/>
                </a:lnTo>
                <a:close/>
                <a:moveTo>
                  <a:pt x="4623" y="15379"/>
                </a:moveTo>
                <a:lnTo>
                  <a:pt x="4891" y="15768"/>
                </a:lnTo>
                <a:lnTo>
                  <a:pt x="5183" y="16157"/>
                </a:lnTo>
                <a:lnTo>
                  <a:pt x="5183" y="16157"/>
                </a:lnTo>
                <a:lnTo>
                  <a:pt x="3796" y="16085"/>
                </a:lnTo>
                <a:lnTo>
                  <a:pt x="3674" y="16109"/>
                </a:lnTo>
                <a:lnTo>
                  <a:pt x="3577" y="16060"/>
                </a:lnTo>
                <a:lnTo>
                  <a:pt x="3504" y="15987"/>
                </a:lnTo>
                <a:lnTo>
                  <a:pt x="3455" y="15841"/>
                </a:lnTo>
                <a:lnTo>
                  <a:pt x="3772" y="15695"/>
                </a:lnTo>
                <a:lnTo>
                  <a:pt x="4185" y="15525"/>
                </a:lnTo>
                <a:lnTo>
                  <a:pt x="4623" y="15379"/>
                </a:lnTo>
                <a:close/>
                <a:moveTo>
                  <a:pt x="3017" y="7982"/>
                </a:moveTo>
                <a:lnTo>
                  <a:pt x="3163" y="8079"/>
                </a:lnTo>
                <a:lnTo>
                  <a:pt x="3309" y="8152"/>
                </a:lnTo>
                <a:lnTo>
                  <a:pt x="3480" y="8201"/>
                </a:lnTo>
                <a:lnTo>
                  <a:pt x="3650" y="8249"/>
                </a:lnTo>
                <a:lnTo>
                  <a:pt x="3991" y="8298"/>
                </a:lnTo>
                <a:lnTo>
                  <a:pt x="4331" y="8322"/>
                </a:lnTo>
                <a:lnTo>
                  <a:pt x="5329" y="8420"/>
                </a:lnTo>
                <a:lnTo>
                  <a:pt x="6302" y="8493"/>
                </a:lnTo>
                <a:lnTo>
                  <a:pt x="7300" y="8541"/>
                </a:lnTo>
                <a:lnTo>
                  <a:pt x="8297" y="8566"/>
                </a:lnTo>
                <a:lnTo>
                  <a:pt x="10293" y="8566"/>
                </a:lnTo>
                <a:lnTo>
                  <a:pt x="12288" y="8517"/>
                </a:lnTo>
                <a:lnTo>
                  <a:pt x="13067" y="8493"/>
                </a:lnTo>
                <a:lnTo>
                  <a:pt x="13432" y="8468"/>
                </a:lnTo>
                <a:lnTo>
                  <a:pt x="13821" y="8395"/>
                </a:lnTo>
                <a:lnTo>
                  <a:pt x="14016" y="8347"/>
                </a:lnTo>
                <a:lnTo>
                  <a:pt x="14235" y="8249"/>
                </a:lnTo>
                <a:lnTo>
                  <a:pt x="14454" y="8152"/>
                </a:lnTo>
                <a:lnTo>
                  <a:pt x="14648" y="8006"/>
                </a:lnTo>
                <a:lnTo>
                  <a:pt x="14648" y="8931"/>
                </a:lnTo>
                <a:lnTo>
                  <a:pt x="14478" y="8931"/>
                </a:lnTo>
                <a:lnTo>
                  <a:pt x="14308" y="8955"/>
                </a:lnTo>
                <a:lnTo>
                  <a:pt x="13943" y="9052"/>
                </a:lnTo>
                <a:lnTo>
                  <a:pt x="13334" y="9174"/>
                </a:lnTo>
                <a:lnTo>
                  <a:pt x="12726" y="9247"/>
                </a:lnTo>
                <a:lnTo>
                  <a:pt x="12458" y="9271"/>
                </a:lnTo>
                <a:lnTo>
                  <a:pt x="12191" y="9271"/>
                </a:lnTo>
                <a:lnTo>
                  <a:pt x="11655" y="9247"/>
                </a:lnTo>
                <a:lnTo>
                  <a:pt x="10585" y="9247"/>
                </a:lnTo>
                <a:lnTo>
                  <a:pt x="10536" y="9271"/>
                </a:lnTo>
                <a:lnTo>
                  <a:pt x="10536" y="9296"/>
                </a:lnTo>
                <a:lnTo>
                  <a:pt x="10536" y="9344"/>
                </a:lnTo>
                <a:lnTo>
                  <a:pt x="10560" y="9369"/>
                </a:lnTo>
                <a:lnTo>
                  <a:pt x="10828" y="9442"/>
                </a:lnTo>
                <a:lnTo>
                  <a:pt x="11096" y="9490"/>
                </a:lnTo>
                <a:lnTo>
                  <a:pt x="11363" y="9539"/>
                </a:lnTo>
                <a:lnTo>
                  <a:pt x="11631" y="9563"/>
                </a:lnTo>
                <a:lnTo>
                  <a:pt x="12191" y="9539"/>
                </a:lnTo>
                <a:lnTo>
                  <a:pt x="12726" y="9515"/>
                </a:lnTo>
                <a:lnTo>
                  <a:pt x="13213" y="9490"/>
                </a:lnTo>
                <a:lnTo>
                  <a:pt x="13724" y="9417"/>
                </a:lnTo>
                <a:lnTo>
                  <a:pt x="13967" y="9369"/>
                </a:lnTo>
                <a:lnTo>
                  <a:pt x="14210" y="9320"/>
                </a:lnTo>
                <a:lnTo>
                  <a:pt x="14429" y="9223"/>
                </a:lnTo>
                <a:lnTo>
                  <a:pt x="14648" y="9125"/>
                </a:lnTo>
                <a:lnTo>
                  <a:pt x="14648" y="9125"/>
                </a:lnTo>
                <a:lnTo>
                  <a:pt x="14600" y="9612"/>
                </a:lnTo>
                <a:lnTo>
                  <a:pt x="13748" y="9855"/>
                </a:lnTo>
                <a:lnTo>
                  <a:pt x="13310" y="9977"/>
                </a:lnTo>
                <a:lnTo>
                  <a:pt x="12872" y="10050"/>
                </a:lnTo>
                <a:lnTo>
                  <a:pt x="12410" y="10050"/>
                </a:lnTo>
                <a:lnTo>
                  <a:pt x="11947" y="10026"/>
                </a:lnTo>
                <a:lnTo>
                  <a:pt x="11485" y="9977"/>
                </a:lnTo>
                <a:lnTo>
                  <a:pt x="11266" y="9977"/>
                </a:lnTo>
                <a:lnTo>
                  <a:pt x="11047" y="10001"/>
                </a:lnTo>
                <a:lnTo>
                  <a:pt x="10974" y="10026"/>
                </a:lnTo>
                <a:lnTo>
                  <a:pt x="10950" y="10074"/>
                </a:lnTo>
                <a:lnTo>
                  <a:pt x="10950" y="10123"/>
                </a:lnTo>
                <a:lnTo>
                  <a:pt x="10998" y="10172"/>
                </a:lnTo>
                <a:lnTo>
                  <a:pt x="11217" y="10293"/>
                </a:lnTo>
                <a:lnTo>
                  <a:pt x="11461" y="10366"/>
                </a:lnTo>
                <a:lnTo>
                  <a:pt x="11704" y="10439"/>
                </a:lnTo>
                <a:lnTo>
                  <a:pt x="11996" y="10464"/>
                </a:lnTo>
                <a:lnTo>
                  <a:pt x="12264" y="10464"/>
                </a:lnTo>
                <a:lnTo>
                  <a:pt x="12531" y="10439"/>
                </a:lnTo>
                <a:lnTo>
                  <a:pt x="13042" y="10415"/>
                </a:lnTo>
                <a:lnTo>
                  <a:pt x="13432" y="10342"/>
                </a:lnTo>
                <a:lnTo>
                  <a:pt x="13821" y="10269"/>
                </a:lnTo>
                <a:lnTo>
                  <a:pt x="14210" y="10123"/>
                </a:lnTo>
                <a:lnTo>
                  <a:pt x="14551" y="9953"/>
                </a:lnTo>
                <a:lnTo>
                  <a:pt x="14551" y="10074"/>
                </a:lnTo>
                <a:lnTo>
                  <a:pt x="14454" y="10537"/>
                </a:lnTo>
                <a:lnTo>
                  <a:pt x="14113" y="10585"/>
                </a:lnTo>
                <a:lnTo>
                  <a:pt x="13772" y="10658"/>
                </a:lnTo>
                <a:lnTo>
                  <a:pt x="13456" y="10756"/>
                </a:lnTo>
                <a:lnTo>
                  <a:pt x="13140" y="10829"/>
                </a:lnTo>
                <a:lnTo>
                  <a:pt x="12702" y="10853"/>
                </a:lnTo>
                <a:lnTo>
                  <a:pt x="12264" y="10902"/>
                </a:lnTo>
                <a:lnTo>
                  <a:pt x="11826" y="10950"/>
                </a:lnTo>
                <a:lnTo>
                  <a:pt x="11607" y="10999"/>
                </a:lnTo>
                <a:lnTo>
                  <a:pt x="11412" y="11072"/>
                </a:lnTo>
                <a:lnTo>
                  <a:pt x="11388" y="11096"/>
                </a:lnTo>
                <a:lnTo>
                  <a:pt x="11412" y="11121"/>
                </a:lnTo>
                <a:lnTo>
                  <a:pt x="11607" y="11218"/>
                </a:lnTo>
                <a:lnTo>
                  <a:pt x="11826" y="11267"/>
                </a:lnTo>
                <a:lnTo>
                  <a:pt x="12045" y="11291"/>
                </a:lnTo>
                <a:lnTo>
                  <a:pt x="12288" y="11291"/>
                </a:lnTo>
                <a:lnTo>
                  <a:pt x="12750" y="11242"/>
                </a:lnTo>
                <a:lnTo>
                  <a:pt x="13188" y="11194"/>
                </a:lnTo>
                <a:lnTo>
                  <a:pt x="13748" y="11121"/>
                </a:lnTo>
                <a:lnTo>
                  <a:pt x="14064" y="11048"/>
                </a:lnTo>
                <a:lnTo>
                  <a:pt x="14356" y="10950"/>
                </a:lnTo>
                <a:lnTo>
                  <a:pt x="14162" y="11729"/>
                </a:lnTo>
                <a:lnTo>
                  <a:pt x="13845" y="11753"/>
                </a:lnTo>
                <a:lnTo>
                  <a:pt x="13553" y="11778"/>
                </a:lnTo>
                <a:lnTo>
                  <a:pt x="12921" y="11875"/>
                </a:lnTo>
                <a:lnTo>
                  <a:pt x="12653" y="11875"/>
                </a:lnTo>
                <a:lnTo>
                  <a:pt x="12337" y="11899"/>
                </a:lnTo>
                <a:lnTo>
                  <a:pt x="12191" y="11899"/>
                </a:lnTo>
                <a:lnTo>
                  <a:pt x="12069" y="11948"/>
                </a:lnTo>
                <a:lnTo>
                  <a:pt x="11923" y="11997"/>
                </a:lnTo>
                <a:lnTo>
                  <a:pt x="11801" y="12070"/>
                </a:lnTo>
                <a:lnTo>
                  <a:pt x="11801" y="12094"/>
                </a:lnTo>
                <a:lnTo>
                  <a:pt x="11801" y="12118"/>
                </a:lnTo>
                <a:lnTo>
                  <a:pt x="11923" y="12191"/>
                </a:lnTo>
                <a:lnTo>
                  <a:pt x="12069" y="12240"/>
                </a:lnTo>
                <a:lnTo>
                  <a:pt x="12191" y="12264"/>
                </a:lnTo>
                <a:lnTo>
                  <a:pt x="12653" y="12264"/>
                </a:lnTo>
                <a:lnTo>
                  <a:pt x="12921" y="12216"/>
                </a:lnTo>
                <a:lnTo>
                  <a:pt x="13505" y="12167"/>
                </a:lnTo>
                <a:lnTo>
                  <a:pt x="13772" y="12143"/>
                </a:lnTo>
                <a:lnTo>
                  <a:pt x="14064" y="12070"/>
                </a:lnTo>
                <a:lnTo>
                  <a:pt x="14064" y="12070"/>
                </a:lnTo>
                <a:lnTo>
                  <a:pt x="13943" y="12483"/>
                </a:lnTo>
                <a:lnTo>
                  <a:pt x="13845" y="12848"/>
                </a:lnTo>
                <a:lnTo>
                  <a:pt x="13724" y="12800"/>
                </a:lnTo>
                <a:lnTo>
                  <a:pt x="13626" y="12775"/>
                </a:lnTo>
                <a:lnTo>
                  <a:pt x="13383" y="12775"/>
                </a:lnTo>
                <a:lnTo>
                  <a:pt x="12896" y="12848"/>
                </a:lnTo>
                <a:lnTo>
                  <a:pt x="12337" y="12897"/>
                </a:lnTo>
                <a:lnTo>
                  <a:pt x="12069" y="12946"/>
                </a:lnTo>
                <a:lnTo>
                  <a:pt x="11777" y="13043"/>
                </a:lnTo>
                <a:lnTo>
                  <a:pt x="11753" y="13067"/>
                </a:lnTo>
                <a:lnTo>
                  <a:pt x="11753" y="13116"/>
                </a:lnTo>
                <a:lnTo>
                  <a:pt x="11777" y="13165"/>
                </a:lnTo>
                <a:lnTo>
                  <a:pt x="11801" y="13189"/>
                </a:lnTo>
                <a:lnTo>
                  <a:pt x="12069" y="13238"/>
                </a:lnTo>
                <a:lnTo>
                  <a:pt x="12361" y="13238"/>
                </a:lnTo>
                <a:lnTo>
                  <a:pt x="12896" y="13213"/>
                </a:lnTo>
                <a:lnTo>
                  <a:pt x="13334" y="13189"/>
                </a:lnTo>
                <a:lnTo>
                  <a:pt x="13578" y="13165"/>
                </a:lnTo>
                <a:lnTo>
                  <a:pt x="13675" y="13140"/>
                </a:lnTo>
                <a:lnTo>
                  <a:pt x="13772" y="13092"/>
                </a:lnTo>
                <a:lnTo>
                  <a:pt x="13772" y="13092"/>
                </a:lnTo>
                <a:lnTo>
                  <a:pt x="13505" y="13870"/>
                </a:lnTo>
                <a:lnTo>
                  <a:pt x="13310" y="13870"/>
                </a:lnTo>
                <a:lnTo>
                  <a:pt x="13115" y="13895"/>
                </a:lnTo>
                <a:lnTo>
                  <a:pt x="12896" y="13919"/>
                </a:lnTo>
                <a:lnTo>
                  <a:pt x="12702" y="13943"/>
                </a:lnTo>
                <a:lnTo>
                  <a:pt x="12483" y="13943"/>
                </a:lnTo>
                <a:lnTo>
                  <a:pt x="12239" y="13919"/>
                </a:lnTo>
                <a:lnTo>
                  <a:pt x="11777" y="13870"/>
                </a:lnTo>
                <a:lnTo>
                  <a:pt x="11753" y="13895"/>
                </a:lnTo>
                <a:lnTo>
                  <a:pt x="11753" y="13919"/>
                </a:lnTo>
                <a:lnTo>
                  <a:pt x="11947" y="14041"/>
                </a:lnTo>
                <a:lnTo>
                  <a:pt x="12142" y="14138"/>
                </a:lnTo>
                <a:lnTo>
                  <a:pt x="12361" y="14187"/>
                </a:lnTo>
                <a:lnTo>
                  <a:pt x="12604" y="14211"/>
                </a:lnTo>
                <a:lnTo>
                  <a:pt x="12775" y="14235"/>
                </a:lnTo>
                <a:lnTo>
                  <a:pt x="13188" y="14235"/>
                </a:lnTo>
                <a:lnTo>
                  <a:pt x="13383" y="14187"/>
                </a:lnTo>
                <a:lnTo>
                  <a:pt x="13383" y="14187"/>
                </a:lnTo>
                <a:lnTo>
                  <a:pt x="13286" y="14430"/>
                </a:lnTo>
                <a:lnTo>
                  <a:pt x="13261" y="14454"/>
                </a:lnTo>
                <a:lnTo>
                  <a:pt x="13237" y="14479"/>
                </a:lnTo>
                <a:lnTo>
                  <a:pt x="13213" y="14576"/>
                </a:lnTo>
                <a:lnTo>
                  <a:pt x="13140" y="14527"/>
                </a:lnTo>
                <a:lnTo>
                  <a:pt x="12872" y="14527"/>
                </a:lnTo>
                <a:lnTo>
                  <a:pt x="12507" y="14552"/>
                </a:lnTo>
                <a:lnTo>
                  <a:pt x="12288" y="14552"/>
                </a:lnTo>
                <a:lnTo>
                  <a:pt x="12069" y="14503"/>
                </a:lnTo>
                <a:lnTo>
                  <a:pt x="11850" y="14479"/>
                </a:lnTo>
                <a:lnTo>
                  <a:pt x="11631" y="14454"/>
                </a:lnTo>
                <a:lnTo>
                  <a:pt x="11582" y="14479"/>
                </a:lnTo>
                <a:lnTo>
                  <a:pt x="11558" y="14503"/>
                </a:lnTo>
                <a:lnTo>
                  <a:pt x="11558" y="14552"/>
                </a:lnTo>
                <a:lnTo>
                  <a:pt x="11582" y="14600"/>
                </a:lnTo>
                <a:lnTo>
                  <a:pt x="11655" y="14673"/>
                </a:lnTo>
                <a:lnTo>
                  <a:pt x="11753" y="14746"/>
                </a:lnTo>
                <a:lnTo>
                  <a:pt x="11947" y="14844"/>
                </a:lnTo>
                <a:lnTo>
                  <a:pt x="12166" y="14917"/>
                </a:lnTo>
                <a:lnTo>
                  <a:pt x="12410" y="14941"/>
                </a:lnTo>
                <a:lnTo>
                  <a:pt x="12750" y="14941"/>
                </a:lnTo>
                <a:lnTo>
                  <a:pt x="12945" y="14892"/>
                </a:lnTo>
                <a:lnTo>
                  <a:pt x="13115" y="14819"/>
                </a:lnTo>
                <a:lnTo>
                  <a:pt x="12872" y="15257"/>
                </a:lnTo>
                <a:lnTo>
                  <a:pt x="12750" y="15233"/>
                </a:lnTo>
                <a:lnTo>
                  <a:pt x="12629" y="15257"/>
                </a:lnTo>
                <a:lnTo>
                  <a:pt x="12385" y="15257"/>
                </a:lnTo>
                <a:lnTo>
                  <a:pt x="12191" y="15233"/>
                </a:lnTo>
                <a:lnTo>
                  <a:pt x="11996" y="15209"/>
                </a:lnTo>
                <a:lnTo>
                  <a:pt x="11801" y="15184"/>
                </a:lnTo>
                <a:lnTo>
                  <a:pt x="11631" y="15184"/>
                </a:lnTo>
                <a:lnTo>
                  <a:pt x="11582" y="15209"/>
                </a:lnTo>
                <a:lnTo>
                  <a:pt x="11607" y="15257"/>
                </a:lnTo>
                <a:lnTo>
                  <a:pt x="11655" y="15330"/>
                </a:lnTo>
                <a:lnTo>
                  <a:pt x="11728" y="15403"/>
                </a:lnTo>
                <a:lnTo>
                  <a:pt x="11801" y="15476"/>
                </a:lnTo>
                <a:lnTo>
                  <a:pt x="11899" y="15525"/>
                </a:lnTo>
                <a:lnTo>
                  <a:pt x="12093" y="15574"/>
                </a:lnTo>
                <a:lnTo>
                  <a:pt x="12288" y="15598"/>
                </a:lnTo>
                <a:lnTo>
                  <a:pt x="12458" y="15622"/>
                </a:lnTo>
                <a:lnTo>
                  <a:pt x="12653" y="15622"/>
                </a:lnTo>
                <a:lnTo>
                  <a:pt x="12458" y="15890"/>
                </a:lnTo>
                <a:lnTo>
                  <a:pt x="12264" y="15866"/>
                </a:lnTo>
                <a:lnTo>
                  <a:pt x="12045" y="15890"/>
                </a:lnTo>
                <a:lnTo>
                  <a:pt x="11826" y="15866"/>
                </a:lnTo>
                <a:lnTo>
                  <a:pt x="11631" y="15841"/>
                </a:lnTo>
                <a:lnTo>
                  <a:pt x="11558" y="15841"/>
                </a:lnTo>
                <a:lnTo>
                  <a:pt x="11461" y="15890"/>
                </a:lnTo>
                <a:lnTo>
                  <a:pt x="11509" y="15987"/>
                </a:lnTo>
                <a:lnTo>
                  <a:pt x="11607" y="16060"/>
                </a:lnTo>
                <a:lnTo>
                  <a:pt x="11728" y="16133"/>
                </a:lnTo>
                <a:lnTo>
                  <a:pt x="11850" y="16157"/>
                </a:lnTo>
                <a:lnTo>
                  <a:pt x="8930" y="16206"/>
                </a:lnTo>
                <a:lnTo>
                  <a:pt x="7324" y="16206"/>
                </a:lnTo>
                <a:lnTo>
                  <a:pt x="5694" y="16182"/>
                </a:lnTo>
                <a:lnTo>
                  <a:pt x="5718" y="16109"/>
                </a:lnTo>
                <a:lnTo>
                  <a:pt x="5718" y="16036"/>
                </a:lnTo>
                <a:lnTo>
                  <a:pt x="5694" y="15963"/>
                </a:lnTo>
                <a:lnTo>
                  <a:pt x="5645" y="15890"/>
                </a:lnTo>
                <a:lnTo>
                  <a:pt x="5305" y="15428"/>
                </a:lnTo>
                <a:lnTo>
                  <a:pt x="5013" y="14965"/>
                </a:lnTo>
                <a:lnTo>
                  <a:pt x="4721" y="14454"/>
                </a:lnTo>
                <a:lnTo>
                  <a:pt x="4477" y="13968"/>
                </a:lnTo>
                <a:lnTo>
                  <a:pt x="4258" y="13432"/>
                </a:lnTo>
                <a:lnTo>
                  <a:pt x="4064" y="12897"/>
                </a:lnTo>
                <a:lnTo>
                  <a:pt x="3869" y="12362"/>
                </a:lnTo>
                <a:lnTo>
                  <a:pt x="3723" y="11826"/>
                </a:lnTo>
                <a:lnTo>
                  <a:pt x="3553" y="11267"/>
                </a:lnTo>
                <a:lnTo>
                  <a:pt x="3431" y="10683"/>
                </a:lnTo>
                <a:lnTo>
                  <a:pt x="3163" y="9539"/>
                </a:lnTo>
                <a:lnTo>
                  <a:pt x="3090" y="9125"/>
                </a:lnTo>
                <a:lnTo>
                  <a:pt x="3042" y="8736"/>
                </a:lnTo>
                <a:lnTo>
                  <a:pt x="3017" y="8371"/>
                </a:lnTo>
                <a:lnTo>
                  <a:pt x="3017" y="7982"/>
                </a:lnTo>
                <a:close/>
                <a:moveTo>
                  <a:pt x="4258" y="14746"/>
                </a:moveTo>
                <a:lnTo>
                  <a:pt x="4502" y="15209"/>
                </a:lnTo>
                <a:lnTo>
                  <a:pt x="4064" y="15257"/>
                </a:lnTo>
                <a:lnTo>
                  <a:pt x="3626" y="15379"/>
                </a:lnTo>
                <a:lnTo>
                  <a:pt x="3455" y="15428"/>
                </a:lnTo>
                <a:lnTo>
                  <a:pt x="3285" y="15501"/>
                </a:lnTo>
                <a:lnTo>
                  <a:pt x="3115" y="15622"/>
                </a:lnTo>
                <a:lnTo>
                  <a:pt x="3042" y="15671"/>
                </a:lnTo>
                <a:lnTo>
                  <a:pt x="2993" y="15744"/>
                </a:lnTo>
                <a:lnTo>
                  <a:pt x="2944" y="15914"/>
                </a:lnTo>
                <a:lnTo>
                  <a:pt x="2944" y="16060"/>
                </a:lnTo>
                <a:lnTo>
                  <a:pt x="2993" y="16182"/>
                </a:lnTo>
                <a:lnTo>
                  <a:pt x="3066" y="16279"/>
                </a:lnTo>
                <a:lnTo>
                  <a:pt x="3163" y="16352"/>
                </a:lnTo>
                <a:lnTo>
                  <a:pt x="3309" y="16401"/>
                </a:lnTo>
                <a:lnTo>
                  <a:pt x="3455" y="16449"/>
                </a:lnTo>
                <a:lnTo>
                  <a:pt x="3601" y="16474"/>
                </a:lnTo>
                <a:lnTo>
                  <a:pt x="4283" y="16547"/>
                </a:lnTo>
                <a:lnTo>
                  <a:pt x="4988" y="16571"/>
                </a:lnTo>
                <a:lnTo>
                  <a:pt x="6375" y="16620"/>
                </a:lnTo>
                <a:lnTo>
                  <a:pt x="9125" y="16620"/>
                </a:lnTo>
                <a:lnTo>
                  <a:pt x="11801" y="16571"/>
                </a:lnTo>
                <a:lnTo>
                  <a:pt x="13018" y="16571"/>
                </a:lnTo>
                <a:lnTo>
                  <a:pt x="13626" y="16547"/>
                </a:lnTo>
                <a:lnTo>
                  <a:pt x="13943" y="16522"/>
                </a:lnTo>
                <a:lnTo>
                  <a:pt x="14235" y="16498"/>
                </a:lnTo>
                <a:lnTo>
                  <a:pt x="14381" y="16449"/>
                </a:lnTo>
                <a:lnTo>
                  <a:pt x="14527" y="16376"/>
                </a:lnTo>
                <a:lnTo>
                  <a:pt x="14673" y="16303"/>
                </a:lnTo>
                <a:lnTo>
                  <a:pt x="14819" y="16182"/>
                </a:lnTo>
                <a:lnTo>
                  <a:pt x="14916" y="16060"/>
                </a:lnTo>
                <a:lnTo>
                  <a:pt x="14965" y="15914"/>
                </a:lnTo>
                <a:lnTo>
                  <a:pt x="14965" y="15841"/>
                </a:lnTo>
                <a:lnTo>
                  <a:pt x="14965" y="15744"/>
                </a:lnTo>
                <a:lnTo>
                  <a:pt x="14940" y="15671"/>
                </a:lnTo>
                <a:lnTo>
                  <a:pt x="14916" y="15574"/>
                </a:lnTo>
                <a:lnTo>
                  <a:pt x="14794" y="15403"/>
                </a:lnTo>
                <a:lnTo>
                  <a:pt x="14648" y="15282"/>
                </a:lnTo>
                <a:lnTo>
                  <a:pt x="14478" y="15209"/>
                </a:lnTo>
                <a:lnTo>
                  <a:pt x="14308" y="15184"/>
                </a:lnTo>
                <a:lnTo>
                  <a:pt x="14137" y="15160"/>
                </a:lnTo>
                <a:lnTo>
                  <a:pt x="13553" y="15160"/>
                </a:lnTo>
                <a:lnTo>
                  <a:pt x="13699" y="14819"/>
                </a:lnTo>
                <a:lnTo>
                  <a:pt x="13724" y="14771"/>
                </a:lnTo>
                <a:lnTo>
                  <a:pt x="14454" y="14844"/>
                </a:lnTo>
                <a:lnTo>
                  <a:pt x="14794" y="14917"/>
                </a:lnTo>
                <a:lnTo>
                  <a:pt x="15135" y="14990"/>
                </a:lnTo>
                <a:lnTo>
                  <a:pt x="15500" y="15087"/>
                </a:lnTo>
                <a:lnTo>
                  <a:pt x="15816" y="15184"/>
                </a:lnTo>
                <a:lnTo>
                  <a:pt x="16157" y="15330"/>
                </a:lnTo>
                <a:lnTo>
                  <a:pt x="16497" y="15452"/>
                </a:lnTo>
                <a:lnTo>
                  <a:pt x="16741" y="15598"/>
                </a:lnTo>
                <a:lnTo>
                  <a:pt x="16911" y="15744"/>
                </a:lnTo>
                <a:lnTo>
                  <a:pt x="17033" y="15914"/>
                </a:lnTo>
                <a:lnTo>
                  <a:pt x="17081" y="16060"/>
                </a:lnTo>
                <a:lnTo>
                  <a:pt x="17081" y="16230"/>
                </a:lnTo>
                <a:lnTo>
                  <a:pt x="17008" y="16401"/>
                </a:lnTo>
                <a:lnTo>
                  <a:pt x="16911" y="16547"/>
                </a:lnTo>
                <a:lnTo>
                  <a:pt x="16789" y="16717"/>
                </a:lnTo>
                <a:lnTo>
                  <a:pt x="16643" y="16863"/>
                </a:lnTo>
                <a:lnTo>
                  <a:pt x="16449" y="17009"/>
                </a:lnTo>
                <a:lnTo>
                  <a:pt x="16059" y="17277"/>
                </a:lnTo>
                <a:lnTo>
                  <a:pt x="15670" y="17496"/>
                </a:lnTo>
                <a:lnTo>
                  <a:pt x="15305" y="17642"/>
                </a:lnTo>
                <a:lnTo>
                  <a:pt x="14965" y="17763"/>
                </a:lnTo>
                <a:lnTo>
                  <a:pt x="14600" y="17836"/>
                </a:lnTo>
                <a:lnTo>
                  <a:pt x="14259" y="17909"/>
                </a:lnTo>
                <a:lnTo>
                  <a:pt x="13894" y="17958"/>
                </a:lnTo>
                <a:lnTo>
                  <a:pt x="13140" y="18007"/>
                </a:lnTo>
                <a:lnTo>
                  <a:pt x="12410" y="18055"/>
                </a:lnTo>
                <a:lnTo>
                  <a:pt x="11558" y="18080"/>
                </a:lnTo>
                <a:lnTo>
                  <a:pt x="10706" y="18080"/>
                </a:lnTo>
                <a:lnTo>
                  <a:pt x="9027" y="18055"/>
                </a:lnTo>
                <a:lnTo>
                  <a:pt x="7324" y="18031"/>
                </a:lnTo>
                <a:lnTo>
                  <a:pt x="6473" y="18007"/>
                </a:lnTo>
                <a:lnTo>
                  <a:pt x="5645" y="17982"/>
                </a:lnTo>
                <a:lnTo>
                  <a:pt x="4794" y="17934"/>
                </a:lnTo>
                <a:lnTo>
                  <a:pt x="3942" y="17861"/>
                </a:lnTo>
                <a:lnTo>
                  <a:pt x="3115" y="17739"/>
                </a:lnTo>
                <a:lnTo>
                  <a:pt x="2287" y="17593"/>
                </a:lnTo>
                <a:lnTo>
                  <a:pt x="1898" y="17496"/>
                </a:lnTo>
                <a:lnTo>
                  <a:pt x="1509" y="17350"/>
                </a:lnTo>
                <a:lnTo>
                  <a:pt x="1168" y="17179"/>
                </a:lnTo>
                <a:lnTo>
                  <a:pt x="827" y="16985"/>
                </a:lnTo>
                <a:lnTo>
                  <a:pt x="633" y="16839"/>
                </a:lnTo>
                <a:lnTo>
                  <a:pt x="487" y="16668"/>
                </a:lnTo>
                <a:lnTo>
                  <a:pt x="365" y="16449"/>
                </a:lnTo>
                <a:lnTo>
                  <a:pt x="316" y="16328"/>
                </a:lnTo>
                <a:lnTo>
                  <a:pt x="316" y="16230"/>
                </a:lnTo>
                <a:lnTo>
                  <a:pt x="316" y="16085"/>
                </a:lnTo>
                <a:lnTo>
                  <a:pt x="341" y="15963"/>
                </a:lnTo>
                <a:lnTo>
                  <a:pt x="414" y="15866"/>
                </a:lnTo>
                <a:lnTo>
                  <a:pt x="511" y="15768"/>
                </a:lnTo>
                <a:lnTo>
                  <a:pt x="730" y="15622"/>
                </a:lnTo>
                <a:lnTo>
                  <a:pt x="949" y="15501"/>
                </a:lnTo>
                <a:lnTo>
                  <a:pt x="1314" y="15330"/>
                </a:lnTo>
                <a:lnTo>
                  <a:pt x="1728" y="15184"/>
                </a:lnTo>
                <a:lnTo>
                  <a:pt x="2141" y="15063"/>
                </a:lnTo>
                <a:lnTo>
                  <a:pt x="2555" y="14965"/>
                </a:lnTo>
                <a:lnTo>
                  <a:pt x="2993" y="14892"/>
                </a:lnTo>
                <a:lnTo>
                  <a:pt x="3407" y="14844"/>
                </a:lnTo>
                <a:lnTo>
                  <a:pt x="4258" y="14746"/>
                </a:lnTo>
                <a:close/>
                <a:moveTo>
                  <a:pt x="9076" y="6498"/>
                </a:moveTo>
                <a:lnTo>
                  <a:pt x="8103" y="6522"/>
                </a:lnTo>
                <a:lnTo>
                  <a:pt x="7129" y="6571"/>
                </a:lnTo>
                <a:lnTo>
                  <a:pt x="6156" y="6644"/>
                </a:lnTo>
                <a:lnTo>
                  <a:pt x="5183" y="6717"/>
                </a:lnTo>
                <a:lnTo>
                  <a:pt x="4526" y="6765"/>
                </a:lnTo>
                <a:lnTo>
                  <a:pt x="4161" y="6790"/>
                </a:lnTo>
                <a:lnTo>
                  <a:pt x="3796" y="6838"/>
                </a:lnTo>
                <a:lnTo>
                  <a:pt x="3431" y="6911"/>
                </a:lnTo>
                <a:lnTo>
                  <a:pt x="3285" y="6960"/>
                </a:lnTo>
                <a:lnTo>
                  <a:pt x="3115" y="7033"/>
                </a:lnTo>
                <a:lnTo>
                  <a:pt x="2993" y="7106"/>
                </a:lnTo>
                <a:lnTo>
                  <a:pt x="2847" y="7228"/>
                </a:lnTo>
                <a:lnTo>
                  <a:pt x="2750" y="7325"/>
                </a:lnTo>
                <a:lnTo>
                  <a:pt x="2652" y="7471"/>
                </a:lnTo>
                <a:lnTo>
                  <a:pt x="2628" y="7520"/>
                </a:lnTo>
                <a:lnTo>
                  <a:pt x="2628" y="7593"/>
                </a:lnTo>
                <a:lnTo>
                  <a:pt x="2652" y="7666"/>
                </a:lnTo>
                <a:lnTo>
                  <a:pt x="2579" y="7812"/>
                </a:lnTo>
                <a:lnTo>
                  <a:pt x="2555" y="7982"/>
                </a:lnTo>
                <a:lnTo>
                  <a:pt x="2531" y="8152"/>
                </a:lnTo>
                <a:lnTo>
                  <a:pt x="2506" y="8298"/>
                </a:lnTo>
                <a:lnTo>
                  <a:pt x="2360" y="8249"/>
                </a:lnTo>
                <a:lnTo>
                  <a:pt x="2214" y="8201"/>
                </a:lnTo>
                <a:lnTo>
                  <a:pt x="2044" y="8176"/>
                </a:lnTo>
                <a:lnTo>
                  <a:pt x="1874" y="8176"/>
                </a:lnTo>
                <a:lnTo>
                  <a:pt x="1557" y="8201"/>
                </a:lnTo>
                <a:lnTo>
                  <a:pt x="1265" y="8249"/>
                </a:lnTo>
                <a:lnTo>
                  <a:pt x="1046" y="8347"/>
                </a:lnTo>
                <a:lnTo>
                  <a:pt x="827" y="8468"/>
                </a:lnTo>
                <a:lnTo>
                  <a:pt x="657" y="8639"/>
                </a:lnTo>
                <a:lnTo>
                  <a:pt x="487" y="8833"/>
                </a:lnTo>
                <a:lnTo>
                  <a:pt x="365" y="9052"/>
                </a:lnTo>
                <a:lnTo>
                  <a:pt x="268" y="9271"/>
                </a:lnTo>
                <a:lnTo>
                  <a:pt x="195" y="9515"/>
                </a:lnTo>
                <a:lnTo>
                  <a:pt x="170" y="9758"/>
                </a:lnTo>
                <a:lnTo>
                  <a:pt x="170" y="10026"/>
                </a:lnTo>
                <a:lnTo>
                  <a:pt x="219" y="10293"/>
                </a:lnTo>
                <a:lnTo>
                  <a:pt x="292" y="10537"/>
                </a:lnTo>
                <a:lnTo>
                  <a:pt x="389" y="10780"/>
                </a:lnTo>
                <a:lnTo>
                  <a:pt x="535" y="10999"/>
                </a:lnTo>
                <a:lnTo>
                  <a:pt x="706" y="11194"/>
                </a:lnTo>
                <a:lnTo>
                  <a:pt x="900" y="11388"/>
                </a:lnTo>
                <a:lnTo>
                  <a:pt x="1095" y="11559"/>
                </a:lnTo>
                <a:lnTo>
                  <a:pt x="1363" y="11729"/>
                </a:lnTo>
                <a:lnTo>
                  <a:pt x="1606" y="11899"/>
                </a:lnTo>
                <a:lnTo>
                  <a:pt x="2117" y="12240"/>
                </a:lnTo>
                <a:lnTo>
                  <a:pt x="2409" y="12459"/>
                </a:lnTo>
                <a:lnTo>
                  <a:pt x="2531" y="12581"/>
                </a:lnTo>
                <a:lnTo>
                  <a:pt x="2652" y="12727"/>
                </a:lnTo>
                <a:lnTo>
                  <a:pt x="2725" y="12873"/>
                </a:lnTo>
                <a:lnTo>
                  <a:pt x="2774" y="13043"/>
                </a:lnTo>
                <a:lnTo>
                  <a:pt x="2750" y="13165"/>
                </a:lnTo>
                <a:lnTo>
                  <a:pt x="2725" y="13238"/>
                </a:lnTo>
                <a:lnTo>
                  <a:pt x="2677" y="13262"/>
                </a:lnTo>
                <a:lnTo>
                  <a:pt x="2604" y="13262"/>
                </a:lnTo>
                <a:lnTo>
                  <a:pt x="2531" y="13213"/>
                </a:lnTo>
                <a:lnTo>
                  <a:pt x="2458" y="13189"/>
                </a:lnTo>
                <a:lnTo>
                  <a:pt x="2312" y="13165"/>
                </a:lnTo>
                <a:lnTo>
                  <a:pt x="2190" y="13213"/>
                </a:lnTo>
                <a:lnTo>
                  <a:pt x="2068" y="13286"/>
                </a:lnTo>
                <a:lnTo>
                  <a:pt x="1995" y="13408"/>
                </a:lnTo>
                <a:lnTo>
                  <a:pt x="1971" y="13530"/>
                </a:lnTo>
                <a:lnTo>
                  <a:pt x="1971" y="13603"/>
                </a:lnTo>
                <a:lnTo>
                  <a:pt x="1995" y="13651"/>
                </a:lnTo>
                <a:lnTo>
                  <a:pt x="2020" y="13724"/>
                </a:lnTo>
                <a:lnTo>
                  <a:pt x="2093" y="13773"/>
                </a:lnTo>
                <a:lnTo>
                  <a:pt x="2263" y="13895"/>
                </a:lnTo>
                <a:lnTo>
                  <a:pt x="2458" y="13968"/>
                </a:lnTo>
                <a:lnTo>
                  <a:pt x="2677" y="13992"/>
                </a:lnTo>
                <a:lnTo>
                  <a:pt x="2871" y="13968"/>
                </a:lnTo>
                <a:lnTo>
                  <a:pt x="3066" y="13895"/>
                </a:lnTo>
                <a:lnTo>
                  <a:pt x="3236" y="13773"/>
                </a:lnTo>
                <a:lnTo>
                  <a:pt x="3309" y="13700"/>
                </a:lnTo>
                <a:lnTo>
                  <a:pt x="3358" y="13603"/>
                </a:lnTo>
                <a:lnTo>
                  <a:pt x="3431" y="13505"/>
                </a:lnTo>
                <a:lnTo>
                  <a:pt x="3455" y="13408"/>
                </a:lnTo>
                <a:lnTo>
                  <a:pt x="3504" y="13213"/>
                </a:lnTo>
                <a:lnTo>
                  <a:pt x="3504" y="13019"/>
                </a:lnTo>
                <a:lnTo>
                  <a:pt x="3650" y="13432"/>
                </a:lnTo>
                <a:lnTo>
                  <a:pt x="3820" y="13822"/>
                </a:lnTo>
                <a:lnTo>
                  <a:pt x="3991" y="14211"/>
                </a:lnTo>
                <a:lnTo>
                  <a:pt x="4185" y="14600"/>
                </a:lnTo>
                <a:lnTo>
                  <a:pt x="3723" y="14600"/>
                </a:lnTo>
                <a:lnTo>
                  <a:pt x="3285" y="14625"/>
                </a:lnTo>
                <a:lnTo>
                  <a:pt x="2823" y="14673"/>
                </a:lnTo>
                <a:lnTo>
                  <a:pt x="2385" y="14746"/>
                </a:lnTo>
                <a:lnTo>
                  <a:pt x="1922" y="14819"/>
                </a:lnTo>
                <a:lnTo>
                  <a:pt x="1484" y="14941"/>
                </a:lnTo>
                <a:lnTo>
                  <a:pt x="1071" y="15087"/>
                </a:lnTo>
                <a:lnTo>
                  <a:pt x="657" y="15282"/>
                </a:lnTo>
                <a:lnTo>
                  <a:pt x="487" y="15379"/>
                </a:lnTo>
                <a:lnTo>
                  <a:pt x="341" y="15476"/>
                </a:lnTo>
                <a:lnTo>
                  <a:pt x="219" y="15574"/>
                </a:lnTo>
                <a:lnTo>
                  <a:pt x="122" y="15695"/>
                </a:lnTo>
                <a:lnTo>
                  <a:pt x="49" y="15841"/>
                </a:lnTo>
                <a:lnTo>
                  <a:pt x="24" y="15963"/>
                </a:lnTo>
                <a:lnTo>
                  <a:pt x="0" y="16109"/>
                </a:lnTo>
                <a:lnTo>
                  <a:pt x="0" y="16255"/>
                </a:lnTo>
                <a:lnTo>
                  <a:pt x="24" y="16376"/>
                </a:lnTo>
                <a:lnTo>
                  <a:pt x="49" y="16522"/>
                </a:lnTo>
                <a:lnTo>
                  <a:pt x="122" y="16668"/>
                </a:lnTo>
                <a:lnTo>
                  <a:pt x="195" y="16790"/>
                </a:lnTo>
                <a:lnTo>
                  <a:pt x="292" y="16936"/>
                </a:lnTo>
                <a:lnTo>
                  <a:pt x="389" y="17058"/>
                </a:lnTo>
                <a:lnTo>
                  <a:pt x="511" y="17179"/>
                </a:lnTo>
                <a:lnTo>
                  <a:pt x="633" y="17301"/>
                </a:lnTo>
                <a:lnTo>
                  <a:pt x="827" y="17423"/>
                </a:lnTo>
                <a:lnTo>
                  <a:pt x="1046" y="17544"/>
                </a:lnTo>
                <a:lnTo>
                  <a:pt x="1241" y="17642"/>
                </a:lnTo>
                <a:lnTo>
                  <a:pt x="1460" y="17739"/>
                </a:lnTo>
                <a:lnTo>
                  <a:pt x="1922" y="17885"/>
                </a:lnTo>
                <a:lnTo>
                  <a:pt x="2409" y="18007"/>
                </a:lnTo>
                <a:lnTo>
                  <a:pt x="2896" y="18080"/>
                </a:lnTo>
                <a:lnTo>
                  <a:pt x="3382" y="18128"/>
                </a:lnTo>
                <a:lnTo>
                  <a:pt x="4331" y="18226"/>
                </a:lnTo>
                <a:lnTo>
                  <a:pt x="5451" y="18299"/>
                </a:lnTo>
                <a:lnTo>
                  <a:pt x="6570" y="18347"/>
                </a:lnTo>
                <a:lnTo>
                  <a:pt x="8833" y="18396"/>
                </a:lnTo>
                <a:lnTo>
                  <a:pt x="9928" y="18420"/>
                </a:lnTo>
                <a:lnTo>
                  <a:pt x="11047" y="18420"/>
                </a:lnTo>
                <a:lnTo>
                  <a:pt x="12142" y="18396"/>
                </a:lnTo>
                <a:lnTo>
                  <a:pt x="13261" y="18347"/>
                </a:lnTo>
                <a:lnTo>
                  <a:pt x="13675" y="18323"/>
                </a:lnTo>
                <a:lnTo>
                  <a:pt x="14113" y="18274"/>
                </a:lnTo>
                <a:lnTo>
                  <a:pt x="14527" y="18201"/>
                </a:lnTo>
                <a:lnTo>
                  <a:pt x="14965" y="18128"/>
                </a:lnTo>
                <a:lnTo>
                  <a:pt x="15378" y="18007"/>
                </a:lnTo>
                <a:lnTo>
                  <a:pt x="15767" y="17861"/>
                </a:lnTo>
                <a:lnTo>
                  <a:pt x="16157" y="17690"/>
                </a:lnTo>
                <a:lnTo>
                  <a:pt x="16546" y="17471"/>
                </a:lnTo>
                <a:lnTo>
                  <a:pt x="16814" y="17277"/>
                </a:lnTo>
                <a:lnTo>
                  <a:pt x="17057" y="17033"/>
                </a:lnTo>
                <a:lnTo>
                  <a:pt x="17276" y="16766"/>
                </a:lnTo>
                <a:lnTo>
                  <a:pt x="17349" y="16620"/>
                </a:lnTo>
                <a:lnTo>
                  <a:pt x="17422" y="16474"/>
                </a:lnTo>
                <a:lnTo>
                  <a:pt x="17471" y="16328"/>
                </a:lnTo>
                <a:lnTo>
                  <a:pt x="17495" y="16157"/>
                </a:lnTo>
                <a:lnTo>
                  <a:pt x="17495" y="16012"/>
                </a:lnTo>
                <a:lnTo>
                  <a:pt x="17471" y="15866"/>
                </a:lnTo>
                <a:lnTo>
                  <a:pt x="17398" y="15720"/>
                </a:lnTo>
                <a:lnTo>
                  <a:pt x="17325" y="15598"/>
                </a:lnTo>
                <a:lnTo>
                  <a:pt x="17179" y="15452"/>
                </a:lnTo>
                <a:lnTo>
                  <a:pt x="17033" y="15330"/>
                </a:lnTo>
                <a:lnTo>
                  <a:pt x="16692" y="15111"/>
                </a:lnTo>
                <a:lnTo>
                  <a:pt x="16327" y="14941"/>
                </a:lnTo>
                <a:lnTo>
                  <a:pt x="15938" y="14795"/>
                </a:lnTo>
                <a:lnTo>
                  <a:pt x="15524" y="14673"/>
                </a:lnTo>
                <a:lnTo>
                  <a:pt x="15110" y="14576"/>
                </a:lnTo>
                <a:lnTo>
                  <a:pt x="14697" y="14503"/>
                </a:lnTo>
                <a:lnTo>
                  <a:pt x="14283" y="14454"/>
                </a:lnTo>
                <a:lnTo>
                  <a:pt x="13870" y="14406"/>
                </a:lnTo>
                <a:lnTo>
                  <a:pt x="14040" y="13968"/>
                </a:lnTo>
                <a:lnTo>
                  <a:pt x="14186" y="13530"/>
                </a:lnTo>
                <a:lnTo>
                  <a:pt x="14454" y="12629"/>
                </a:lnTo>
                <a:lnTo>
                  <a:pt x="14794" y="11340"/>
                </a:lnTo>
                <a:lnTo>
                  <a:pt x="14916" y="10683"/>
                </a:lnTo>
                <a:lnTo>
                  <a:pt x="15038" y="10026"/>
                </a:lnTo>
                <a:lnTo>
                  <a:pt x="15135" y="9417"/>
                </a:lnTo>
                <a:lnTo>
                  <a:pt x="15159" y="9077"/>
                </a:lnTo>
                <a:lnTo>
                  <a:pt x="15159" y="8760"/>
                </a:lnTo>
                <a:lnTo>
                  <a:pt x="15159" y="8444"/>
                </a:lnTo>
                <a:lnTo>
                  <a:pt x="15110" y="8128"/>
                </a:lnTo>
                <a:lnTo>
                  <a:pt x="15038" y="7836"/>
                </a:lnTo>
                <a:lnTo>
                  <a:pt x="14940" y="7544"/>
                </a:lnTo>
                <a:lnTo>
                  <a:pt x="14916" y="7495"/>
                </a:lnTo>
                <a:lnTo>
                  <a:pt x="14892" y="7471"/>
                </a:lnTo>
                <a:lnTo>
                  <a:pt x="14794" y="7447"/>
                </a:lnTo>
                <a:lnTo>
                  <a:pt x="14746" y="7325"/>
                </a:lnTo>
                <a:lnTo>
                  <a:pt x="14673" y="7228"/>
                </a:lnTo>
                <a:lnTo>
                  <a:pt x="14600" y="7130"/>
                </a:lnTo>
                <a:lnTo>
                  <a:pt x="14478" y="7057"/>
                </a:lnTo>
                <a:lnTo>
                  <a:pt x="14235" y="6936"/>
                </a:lnTo>
                <a:lnTo>
                  <a:pt x="13943" y="6863"/>
                </a:lnTo>
                <a:lnTo>
                  <a:pt x="13626" y="6790"/>
                </a:lnTo>
                <a:lnTo>
                  <a:pt x="13310" y="6765"/>
                </a:lnTo>
                <a:lnTo>
                  <a:pt x="12823" y="6717"/>
                </a:lnTo>
                <a:lnTo>
                  <a:pt x="11899" y="6595"/>
                </a:lnTo>
                <a:lnTo>
                  <a:pt x="10950" y="6522"/>
                </a:lnTo>
                <a:lnTo>
                  <a:pt x="10025" y="6498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0"/>
          <p:cNvSpPr/>
          <p:nvPr/>
        </p:nvSpPr>
        <p:spPr>
          <a:xfrm>
            <a:off x="7356123" y="2736319"/>
            <a:ext cx="293373" cy="297156"/>
          </a:xfrm>
          <a:custGeom>
            <a:rect b="b" l="l" r="r" t="t"/>
            <a:pathLst>
              <a:path extrusionOk="0" h="17204" w="16985">
                <a:moveTo>
                  <a:pt x="8906" y="7252"/>
                </a:moveTo>
                <a:lnTo>
                  <a:pt x="8833" y="7349"/>
                </a:lnTo>
                <a:lnTo>
                  <a:pt x="8784" y="7446"/>
                </a:lnTo>
                <a:lnTo>
                  <a:pt x="8760" y="7616"/>
                </a:lnTo>
                <a:lnTo>
                  <a:pt x="8784" y="7689"/>
                </a:lnTo>
                <a:lnTo>
                  <a:pt x="8809" y="7762"/>
                </a:lnTo>
                <a:lnTo>
                  <a:pt x="8833" y="7787"/>
                </a:lnTo>
                <a:lnTo>
                  <a:pt x="8882" y="7811"/>
                </a:lnTo>
                <a:lnTo>
                  <a:pt x="8955" y="7811"/>
                </a:lnTo>
                <a:lnTo>
                  <a:pt x="9028" y="7738"/>
                </a:lnTo>
                <a:lnTo>
                  <a:pt x="9052" y="7714"/>
                </a:lnTo>
                <a:lnTo>
                  <a:pt x="9028" y="7665"/>
                </a:lnTo>
                <a:lnTo>
                  <a:pt x="8979" y="7470"/>
                </a:lnTo>
                <a:lnTo>
                  <a:pt x="8979" y="7397"/>
                </a:lnTo>
                <a:lnTo>
                  <a:pt x="8979" y="7300"/>
                </a:lnTo>
                <a:lnTo>
                  <a:pt x="8979" y="7276"/>
                </a:lnTo>
                <a:lnTo>
                  <a:pt x="8955" y="7252"/>
                </a:lnTo>
                <a:close/>
                <a:moveTo>
                  <a:pt x="1363" y="414"/>
                </a:moveTo>
                <a:lnTo>
                  <a:pt x="1533" y="463"/>
                </a:lnTo>
                <a:lnTo>
                  <a:pt x="1728" y="560"/>
                </a:lnTo>
                <a:lnTo>
                  <a:pt x="1898" y="657"/>
                </a:lnTo>
                <a:lnTo>
                  <a:pt x="2190" y="876"/>
                </a:lnTo>
                <a:lnTo>
                  <a:pt x="2750" y="1363"/>
                </a:lnTo>
                <a:lnTo>
                  <a:pt x="3261" y="1874"/>
                </a:lnTo>
                <a:lnTo>
                  <a:pt x="4283" y="2945"/>
                </a:lnTo>
                <a:lnTo>
                  <a:pt x="6327" y="5013"/>
                </a:lnTo>
                <a:lnTo>
                  <a:pt x="8395" y="7106"/>
                </a:lnTo>
                <a:lnTo>
                  <a:pt x="6984" y="8395"/>
                </a:lnTo>
                <a:lnTo>
                  <a:pt x="6887" y="8298"/>
                </a:lnTo>
                <a:lnTo>
                  <a:pt x="6765" y="8225"/>
                </a:lnTo>
                <a:lnTo>
                  <a:pt x="6668" y="8176"/>
                </a:lnTo>
                <a:lnTo>
                  <a:pt x="6570" y="8152"/>
                </a:lnTo>
                <a:lnTo>
                  <a:pt x="6497" y="8127"/>
                </a:lnTo>
                <a:lnTo>
                  <a:pt x="6424" y="8054"/>
                </a:lnTo>
                <a:lnTo>
                  <a:pt x="6351" y="8030"/>
                </a:lnTo>
                <a:lnTo>
                  <a:pt x="6303" y="8030"/>
                </a:lnTo>
                <a:lnTo>
                  <a:pt x="6230" y="8054"/>
                </a:lnTo>
                <a:lnTo>
                  <a:pt x="6181" y="8103"/>
                </a:lnTo>
                <a:lnTo>
                  <a:pt x="6084" y="8200"/>
                </a:lnTo>
                <a:lnTo>
                  <a:pt x="6011" y="8249"/>
                </a:lnTo>
                <a:lnTo>
                  <a:pt x="5938" y="8225"/>
                </a:lnTo>
                <a:lnTo>
                  <a:pt x="5889" y="8152"/>
                </a:lnTo>
                <a:lnTo>
                  <a:pt x="5816" y="7981"/>
                </a:lnTo>
                <a:lnTo>
                  <a:pt x="5767" y="7835"/>
                </a:lnTo>
                <a:lnTo>
                  <a:pt x="5694" y="7787"/>
                </a:lnTo>
                <a:lnTo>
                  <a:pt x="5646" y="7787"/>
                </a:lnTo>
                <a:lnTo>
                  <a:pt x="5500" y="7860"/>
                </a:lnTo>
                <a:lnTo>
                  <a:pt x="5402" y="7981"/>
                </a:lnTo>
                <a:lnTo>
                  <a:pt x="5305" y="7787"/>
                </a:lnTo>
                <a:lnTo>
                  <a:pt x="5232" y="7616"/>
                </a:lnTo>
                <a:lnTo>
                  <a:pt x="5208" y="7568"/>
                </a:lnTo>
                <a:lnTo>
                  <a:pt x="5159" y="7543"/>
                </a:lnTo>
                <a:lnTo>
                  <a:pt x="5086" y="7543"/>
                </a:lnTo>
                <a:lnTo>
                  <a:pt x="5013" y="7568"/>
                </a:lnTo>
                <a:lnTo>
                  <a:pt x="4964" y="7641"/>
                </a:lnTo>
                <a:lnTo>
                  <a:pt x="4672" y="7616"/>
                </a:lnTo>
                <a:lnTo>
                  <a:pt x="4672" y="7495"/>
                </a:lnTo>
                <a:lnTo>
                  <a:pt x="4648" y="7422"/>
                </a:lnTo>
                <a:lnTo>
                  <a:pt x="4575" y="7373"/>
                </a:lnTo>
                <a:lnTo>
                  <a:pt x="4526" y="7349"/>
                </a:lnTo>
                <a:lnTo>
                  <a:pt x="4453" y="7373"/>
                </a:lnTo>
                <a:lnTo>
                  <a:pt x="4332" y="7446"/>
                </a:lnTo>
                <a:lnTo>
                  <a:pt x="4283" y="7470"/>
                </a:lnTo>
                <a:lnTo>
                  <a:pt x="4210" y="7495"/>
                </a:lnTo>
                <a:lnTo>
                  <a:pt x="4161" y="7470"/>
                </a:lnTo>
                <a:lnTo>
                  <a:pt x="4161" y="7422"/>
                </a:lnTo>
                <a:lnTo>
                  <a:pt x="4161" y="7276"/>
                </a:lnTo>
                <a:lnTo>
                  <a:pt x="4210" y="7081"/>
                </a:lnTo>
                <a:lnTo>
                  <a:pt x="4210" y="7008"/>
                </a:lnTo>
                <a:lnTo>
                  <a:pt x="4161" y="6960"/>
                </a:lnTo>
                <a:lnTo>
                  <a:pt x="4113" y="6935"/>
                </a:lnTo>
                <a:lnTo>
                  <a:pt x="4064" y="6960"/>
                </a:lnTo>
                <a:lnTo>
                  <a:pt x="3967" y="7008"/>
                </a:lnTo>
                <a:lnTo>
                  <a:pt x="3845" y="7081"/>
                </a:lnTo>
                <a:lnTo>
                  <a:pt x="3748" y="7081"/>
                </a:lnTo>
                <a:lnTo>
                  <a:pt x="3699" y="7033"/>
                </a:lnTo>
                <a:lnTo>
                  <a:pt x="3699" y="6960"/>
                </a:lnTo>
                <a:lnTo>
                  <a:pt x="3723" y="6838"/>
                </a:lnTo>
                <a:lnTo>
                  <a:pt x="3675" y="6741"/>
                </a:lnTo>
                <a:lnTo>
                  <a:pt x="3650" y="6716"/>
                </a:lnTo>
                <a:lnTo>
                  <a:pt x="3602" y="6716"/>
                </a:lnTo>
                <a:lnTo>
                  <a:pt x="3456" y="6765"/>
                </a:lnTo>
                <a:lnTo>
                  <a:pt x="3334" y="6741"/>
                </a:lnTo>
                <a:lnTo>
                  <a:pt x="3237" y="6692"/>
                </a:lnTo>
                <a:lnTo>
                  <a:pt x="3164" y="6619"/>
                </a:lnTo>
                <a:lnTo>
                  <a:pt x="3115" y="6522"/>
                </a:lnTo>
                <a:lnTo>
                  <a:pt x="3091" y="6424"/>
                </a:lnTo>
                <a:lnTo>
                  <a:pt x="3091" y="6303"/>
                </a:lnTo>
                <a:lnTo>
                  <a:pt x="3115" y="6205"/>
                </a:lnTo>
                <a:lnTo>
                  <a:pt x="3139" y="6132"/>
                </a:lnTo>
                <a:lnTo>
                  <a:pt x="3091" y="6059"/>
                </a:lnTo>
                <a:lnTo>
                  <a:pt x="3018" y="6035"/>
                </a:lnTo>
                <a:lnTo>
                  <a:pt x="2945" y="6035"/>
                </a:lnTo>
                <a:lnTo>
                  <a:pt x="2823" y="6084"/>
                </a:lnTo>
                <a:lnTo>
                  <a:pt x="2701" y="6132"/>
                </a:lnTo>
                <a:lnTo>
                  <a:pt x="2653" y="6059"/>
                </a:lnTo>
                <a:lnTo>
                  <a:pt x="2604" y="5962"/>
                </a:lnTo>
                <a:lnTo>
                  <a:pt x="2604" y="5767"/>
                </a:lnTo>
                <a:lnTo>
                  <a:pt x="2580" y="5573"/>
                </a:lnTo>
                <a:lnTo>
                  <a:pt x="2531" y="5524"/>
                </a:lnTo>
                <a:lnTo>
                  <a:pt x="2482" y="5500"/>
                </a:lnTo>
                <a:lnTo>
                  <a:pt x="2409" y="5500"/>
                </a:lnTo>
                <a:lnTo>
                  <a:pt x="2361" y="5524"/>
                </a:lnTo>
                <a:lnTo>
                  <a:pt x="2263" y="5427"/>
                </a:lnTo>
                <a:lnTo>
                  <a:pt x="2190" y="5305"/>
                </a:lnTo>
                <a:lnTo>
                  <a:pt x="2190" y="5183"/>
                </a:lnTo>
                <a:lnTo>
                  <a:pt x="2215" y="5062"/>
                </a:lnTo>
                <a:lnTo>
                  <a:pt x="2215" y="4989"/>
                </a:lnTo>
                <a:lnTo>
                  <a:pt x="2190" y="4916"/>
                </a:lnTo>
                <a:lnTo>
                  <a:pt x="2117" y="4867"/>
                </a:lnTo>
                <a:lnTo>
                  <a:pt x="2020" y="4867"/>
                </a:lnTo>
                <a:lnTo>
                  <a:pt x="1898" y="4891"/>
                </a:lnTo>
                <a:lnTo>
                  <a:pt x="1801" y="4867"/>
                </a:lnTo>
                <a:lnTo>
                  <a:pt x="1752" y="4794"/>
                </a:lnTo>
                <a:lnTo>
                  <a:pt x="1704" y="4697"/>
                </a:lnTo>
                <a:lnTo>
                  <a:pt x="1655" y="4575"/>
                </a:lnTo>
                <a:lnTo>
                  <a:pt x="1655" y="4453"/>
                </a:lnTo>
                <a:lnTo>
                  <a:pt x="1655" y="4234"/>
                </a:lnTo>
                <a:lnTo>
                  <a:pt x="1655" y="4186"/>
                </a:lnTo>
                <a:lnTo>
                  <a:pt x="1631" y="4137"/>
                </a:lnTo>
                <a:lnTo>
                  <a:pt x="1582" y="4088"/>
                </a:lnTo>
                <a:lnTo>
                  <a:pt x="1558" y="4088"/>
                </a:lnTo>
                <a:lnTo>
                  <a:pt x="1460" y="4064"/>
                </a:lnTo>
                <a:lnTo>
                  <a:pt x="1363" y="4113"/>
                </a:lnTo>
                <a:lnTo>
                  <a:pt x="1266" y="4186"/>
                </a:lnTo>
                <a:lnTo>
                  <a:pt x="1217" y="3942"/>
                </a:lnTo>
                <a:lnTo>
                  <a:pt x="1193" y="3699"/>
                </a:lnTo>
                <a:lnTo>
                  <a:pt x="1193" y="3650"/>
                </a:lnTo>
                <a:lnTo>
                  <a:pt x="1144" y="3626"/>
                </a:lnTo>
                <a:lnTo>
                  <a:pt x="1095" y="3602"/>
                </a:lnTo>
                <a:lnTo>
                  <a:pt x="974" y="3602"/>
                </a:lnTo>
                <a:lnTo>
                  <a:pt x="925" y="3529"/>
                </a:lnTo>
                <a:lnTo>
                  <a:pt x="925" y="3431"/>
                </a:lnTo>
                <a:lnTo>
                  <a:pt x="925" y="3310"/>
                </a:lnTo>
                <a:lnTo>
                  <a:pt x="949" y="3042"/>
                </a:lnTo>
                <a:lnTo>
                  <a:pt x="974" y="2896"/>
                </a:lnTo>
                <a:lnTo>
                  <a:pt x="974" y="2823"/>
                </a:lnTo>
                <a:lnTo>
                  <a:pt x="949" y="2774"/>
                </a:lnTo>
                <a:lnTo>
                  <a:pt x="925" y="2726"/>
                </a:lnTo>
                <a:lnTo>
                  <a:pt x="852" y="2701"/>
                </a:lnTo>
                <a:lnTo>
                  <a:pt x="658" y="2701"/>
                </a:lnTo>
                <a:lnTo>
                  <a:pt x="682" y="2044"/>
                </a:lnTo>
                <a:lnTo>
                  <a:pt x="658" y="1971"/>
                </a:lnTo>
                <a:lnTo>
                  <a:pt x="633" y="1923"/>
                </a:lnTo>
                <a:lnTo>
                  <a:pt x="585" y="1898"/>
                </a:lnTo>
                <a:lnTo>
                  <a:pt x="512" y="1874"/>
                </a:lnTo>
                <a:lnTo>
                  <a:pt x="317" y="1898"/>
                </a:lnTo>
                <a:lnTo>
                  <a:pt x="317" y="1704"/>
                </a:lnTo>
                <a:lnTo>
                  <a:pt x="293" y="1509"/>
                </a:lnTo>
                <a:lnTo>
                  <a:pt x="317" y="1460"/>
                </a:lnTo>
                <a:lnTo>
                  <a:pt x="366" y="1193"/>
                </a:lnTo>
                <a:lnTo>
                  <a:pt x="463" y="949"/>
                </a:lnTo>
                <a:lnTo>
                  <a:pt x="536" y="828"/>
                </a:lnTo>
                <a:lnTo>
                  <a:pt x="609" y="730"/>
                </a:lnTo>
                <a:lnTo>
                  <a:pt x="706" y="633"/>
                </a:lnTo>
                <a:lnTo>
                  <a:pt x="828" y="536"/>
                </a:lnTo>
                <a:lnTo>
                  <a:pt x="998" y="463"/>
                </a:lnTo>
                <a:lnTo>
                  <a:pt x="1168" y="414"/>
                </a:lnTo>
                <a:close/>
                <a:moveTo>
                  <a:pt x="1241" y="14357"/>
                </a:moveTo>
                <a:lnTo>
                  <a:pt x="1266" y="14527"/>
                </a:lnTo>
                <a:lnTo>
                  <a:pt x="1339" y="14770"/>
                </a:lnTo>
                <a:lnTo>
                  <a:pt x="1266" y="14795"/>
                </a:lnTo>
                <a:lnTo>
                  <a:pt x="1193" y="14843"/>
                </a:lnTo>
                <a:lnTo>
                  <a:pt x="1071" y="14624"/>
                </a:lnTo>
                <a:lnTo>
                  <a:pt x="1047" y="14576"/>
                </a:lnTo>
                <a:lnTo>
                  <a:pt x="1241" y="14357"/>
                </a:lnTo>
                <a:close/>
                <a:moveTo>
                  <a:pt x="12970" y="1631"/>
                </a:moveTo>
                <a:lnTo>
                  <a:pt x="12629" y="2093"/>
                </a:lnTo>
                <a:lnTo>
                  <a:pt x="12313" y="2580"/>
                </a:lnTo>
                <a:lnTo>
                  <a:pt x="11996" y="3066"/>
                </a:lnTo>
                <a:lnTo>
                  <a:pt x="11729" y="3577"/>
                </a:lnTo>
                <a:lnTo>
                  <a:pt x="11680" y="3650"/>
                </a:lnTo>
                <a:lnTo>
                  <a:pt x="11680" y="3723"/>
                </a:lnTo>
                <a:lnTo>
                  <a:pt x="11680" y="3772"/>
                </a:lnTo>
                <a:lnTo>
                  <a:pt x="11704" y="3821"/>
                </a:lnTo>
                <a:lnTo>
                  <a:pt x="11802" y="3918"/>
                </a:lnTo>
                <a:lnTo>
                  <a:pt x="11899" y="3967"/>
                </a:lnTo>
                <a:lnTo>
                  <a:pt x="11875" y="4015"/>
                </a:lnTo>
                <a:lnTo>
                  <a:pt x="11899" y="4040"/>
                </a:lnTo>
                <a:lnTo>
                  <a:pt x="11899" y="4064"/>
                </a:lnTo>
                <a:lnTo>
                  <a:pt x="11948" y="4064"/>
                </a:lnTo>
                <a:lnTo>
                  <a:pt x="12215" y="4015"/>
                </a:lnTo>
                <a:lnTo>
                  <a:pt x="12483" y="3918"/>
                </a:lnTo>
                <a:lnTo>
                  <a:pt x="12751" y="3796"/>
                </a:lnTo>
                <a:lnTo>
                  <a:pt x="13018" y="3626"/>
                </a:lnTo>
                <a:lnTo>
                  <a:pt x="13505" y="3261"/>
                </a:lnTo>
                <a:lnTo>
                  <a:pt x="13943" y="2920"/>
                </a:lnTo>
                <a:lnTo>
                  <a:pt x="14722" y="2288"/>
                </a:lnTo>
                <a:lnTo>
                  <a:pt x="14722" y="2288"/>
                </a:lnTo>
                <a:lnTo>
                  <a:pt x="14430" y="2726"/>
                </a:lnTo>
                <a:lnTo>
                  <a:pt x="13675" y="3796"/>
                </a:lnTo>
                <a:lnTo>
                  <a:pt x="12945" y="4891"/>
                </a:lnTo>
                <a:lnTo>
                  <a:pt x="12897" y="4989"/>
                </a:lnTo>
                <a:lnTo>
                  <a:pt x="12921" y="5062"/>
                </a:lnTo>
                <a:lnTo>
                  <a:pt x="12945" y="5135"/>
                </a:lnTo>
                <a:lnTo>
                  <a:pt x="13018" y="5208"/>
                </a:lnTo>
                <a:lnTo>
                  <a:pt x="13091" y="5232"/>
                </a:lnTo>
                <a:lnTo>
                  <a:pt x="13164" y="5256"/>
                </a:lnTo>
                <a:lnTo>
                  <a:pt x="13262" y="5232"/>
                </a:lnTo>
                <a:lnTo>
                  <a:pt x="13335" y="5183"/>
                </a:lnTo>
                <a:lnTo>
                  <a:pt x="13481" y="5135"/>
                </a:lnTo>
                <a:lnTo>
                  <a:pt x="13602" y="5086"/>
                </a:lnTo>
                <a:lnTo>
                  <a:pt x="13846" y="4916"/>
                </a:lnTo>
                <a:lnTo>
                  <a:pt x="14381" y="4575"/>
                </a:lnTo>
                <a:lnTo>
                  <a:pt x="14892" y="4234"/>
                </a:lnTo>
                <a:lnTo>
                  <a:pt x="15476" y="3796"/>
                </a:lnTo>
                <a:lnTo>
                  <a:pt x="16084" y="3358"/>
                </a:lnTo>
                <a:lnTo>
                  <a:pt x="16084" y="3358"/>
                </a:lnTo>
                <a:lnTo>
                  <a:pt x="15646" y="4161"/>
                </a:lnTo>
                <a:lnTo>
                  <a:pt x="15208" y="4964"/>
                </a:lnTo>
                <a:lnTo>
                  <a:pt x="14965" y="5329"/>
                </a:lnTo>
                <a:lnTo>
                  <a:pt x="14697" y="5719"/>
                </a:lnTo>
                <a:lnTo>
                  <a:pt x="14430" y="6084"/>
                </a:lnTo>
                <a:lnTo>
                  <a:pt x="14138" y="6424"/>
                </a:lnTo>
                <a:lnTo>
                  <a:pt x="13967" y="6619"/>
                </a:lnTo>
                <a:lnTo>
                  <a:pt x="13797" y="6814"/>
                </a:lnTo>
                <a:lnTo>
                  <a:pt x="13602" y="6984"/>
                </a:lnTo>
                <a:lnTo>
                  <a:pt x="13383" y="7130"/>
                </a:lnTo>
                <a:lnTo>
                  <a:pt x="13164" y="7276"/>
                </a:lnTo>
                <a:lnTo>
                  <a:pt x="12945" y="7397"/>
                </a:lnTo>
                <a:lnTo>
                  <a:pt x="12702" y="7495"/>
                </a:lnTo>
                <a:lnTo>
                  <a:pt x="12459" y="7568"/>
                </a:lnTo>
                <a:lnTo>
                  <a:pt x="12240" y="7592"/>
                </a:lnTo>
                <a:lnTo>
                  <a:pt x="12021" y="7616"/>
                </a:lnTo>
                <a:lnTo>
                  <a:pt x="11826" y="7592"/>
                </a:lnTo>
                <a:lnTo>
                  <a:pt x="11607" y="7543"/>
                </a:lnTo>
                <a:lnTo>
                  <a:pt x="11242" y="7422"/>
                </a:lnTo>
                <a:lnTo>
                  <a:pt x="10828" y="7276"/>
                </a:lnTo>
                <a:lnTo>
                  <a:pt x="10780" y="7179"/>
                </a:lnTo>
                <a:lnTo>
                  <a:pt x="10682" y="7106"/>
                </a:lnTo>
                <a:lnTo>
                  <a:pt x="10561" y="7106"/>
                </a:lnTo>
                <a:lnTo>
                  <a:pt x="10512" y="7130"/>
                </a:lnTo>
                <a:lnTo>
                  <a:pt x="10463" y="7179"/>
                </a:lnTo>
                <a:lnTo>
                  <a:pt x="9393" y="8492"/>
                </a:lnTo>
                <a:lnTo>
                  <a:pt x="8322" y="9782"/>
                </a:lnTo>
                <a:lnTo>
                  <a:pt x="7227" y="11047"/>
                </a:lnTo>
                <a:lnTo>
                  <a:pt x="6108" y="12313"/>
                </a:lnTo>
                <a:lnTo>
                  <a:pt x="4916" y="13578"/>
                </a:lnTo>
                <a:lnTo>
                  <a:pt x="3723" y="14819"/>
                </a:lnTo>
                <a:lnTo>
                  <a:pt x="3139" y="15427"/>
                </a:lnTo>
                <a:lnTo>
                  <a:pt x="2823" y="15743"/>
                </a:lnTo>
                <a:lnTo>
                  <a:pt x="2507" y="16011"/>
                </a:lnTo>
                <a:lnTo>
                  <a:pt x="2312" y="16133"/>
                </a:lnTo>
                <a:lnTo>
                  <a:pt x="2142" y="16230"/>
                </a:lnTo>
                <a:lnTo>
                  <a:pt x="1947" y="16303"/>
                </a:lnTo>
                <a:lnTo>
                  <a:pt x="1752" y="16352"/>
                </a:lnTo>
                <a:lnTo>
                  <a:pt x="1558" y="16376"/>
                </a:lnTo>
                <a:lnTo>
                  <a:pt x="1363" y="16376"/>
                </a:lnTo>
                <a:lnTo>
                  <a:pt x="1168" y="16303"/>
                </a:lnTo>
                <a:lnTo>
                  <a:pt x="949" y="16230"/>
                </a:lnTo>
                <a:lnTo>
                  <a:pt x="876" y="16206"/>
                </a:lnTo>
                <a:lnTo>
                  <a:pt x="828" y="16206"/>
                </a:lnTo>
                <a:lnTo>
                  <a:pt x="779" y="16011"/>
                </a:lnTo>
                <a:lnTo>
                  <a:pt x="828" y="16060"/>
                </a:lnTo>
                <a:lnTo>
                  <a:pt x="901" y="16084"/>
                </a:lnTo>
                <a:lnTo>
                  <a:pt x="949" y="16084"/>
                </a:lnTo>
                <a:lnTo>
                  <a:pt x="998" y="16035"/>
                </a:lnTo>
                <a:lnTo>
                  <a:pt x="998" y="15962"/>
                </a:lnTo>
                <a:lnTo>
                  <a:pt x="925" y="15792"/>
                </a:lnTo>
                <a:lnTo>
                  <a:pt x="852" y="15646"/>
                </a:lnTo>
                <a:lnTo>
                  <a:pt x="779" y="15476"/>
                </a:lnTo>
                <a:lnTo>
                  <a:pt x="706" y="15330"/>
                </a:lnTo>
                <a:lnTo>
                  <a:pt x="779" y="15087"/>
                </a:lnTo>
                <a:lnTo>
                  <a:pt x="852" y="14892"/>
                </a:lnTo>
                <a:lnTo>
                  <a:pt x="876" y="14989"/>
                </a:lnTo>
                <a:lnTo>
                  <a:pt x="974" y="15257"/>
                </a:lnTo>
                <a:lnTo>
                  <a:pt x="1120" y="15500"/>
                </a:lnTo>
                <a:lnTo>
                  <a:pt x="1168" y="15549"/>
                </a:lnTo>
                <a:lnTo>
                  <a:pt x="1266" y="15646"/>
                </a:lnTo>
                <a:lnTo>
                  <a:pt x="1363" y="15719"/>
                </a:lnTo>
                <a:lnTo>
                  <a:pt x="1509" y="15743"/>
                </a:lnTo>
                <a:lnTo>
                  <a:pt x="1655" y="15768"/>
                </a:lnTo>
                <a:lnTo>
                  <a:pt x="1801" y="15743"/>
                </a:lnTo>
                <a:lnTo>
                  <a:pt x="1947" y="15719"/>
                </a:lnTo>
                <a:lnTo>
                  <a:pt x="2215" y="15646"/>
                </a:lnTo>
                <a:lnTo>
                  <a:pt x="2458" y="15500"/>
                </a:lnTo>
                <a:lnTo>
                  <a:pt x="2677" y="15354"/>
                </a:lnTo>
                <a:lnTo>
                  <a:pt x="2896" y="15184"/>
                </a:lnTo>
                <a:lnTo>
                  <a:pt x="3115" y="15014"/>
                </a:lnTo>
                <a:lnTo>
                  <a:pt x="3553" y="14624"/>
                </a:lnTo>
                <a:lnTo>
                  <a:pt x="3918" y="14259"/>
                </a:lnTo>
                <a:lnTo>
                  <a:pt x="4259" y="13870"/>
                </a:lnTo>
                <a:lnTo>
                  <a:pt x="4599" y="13481"/>
                </a:lnTo>
                <a:lnTo>
                  <a:pt x="4745" y="13262"/>
                </a:lnTo>
                <a:lnTo>
                  <a:pt x="4916" y="13067"/>
                </a:lnTo>
                <a:lnTo>
                  <a:pt x="4989" y="12945"/>
                </a:lnTo>
                <a:lnTo>
                  <a:pt x="5037" y="12824"/>
                </a:lnTo>
                <a:lnTo>
                  <a:pt x="5086" y="12702"/>
                </a:lnTo>
                <a:lnTo>
                  <a:pt x="5086" y="12580"/>
                </a:lnTo>
                <a:lnTo>
                  <a:pt x="5086" y="12532"/>
                </a:lnTo>
                <a:lnTo>
                  <a:pt x="5037" y="12507"/>
                </a:lnTo>
                <a:lnTo>
                  <a:pt x="4964" y="12507"/>
                </a:lnTo>
                <a:lnTo>
                  <a:pt x="4867" y="12580"/>
                </a:lnTo>
                <a:lnTo>
                  <a:pt x="4770" y="12653"/>
                </a:lnTo>
                <a:lnTo>
                  <a:pt x="4599" y="12848"/>
                </a:lnTo>
                <a:lnTo>
                  <a:pt x="4453" y="13067"/>
                </a:lnTo>
                <a:lnTo>
                  <a:pt x="4307" y="13262"/>
                </a:lnTo>
                <a:lnTo>
                  <a:pt x="3942" y="13700"/>
                </a:lnTo>
                <a:lnTo>
                  <a:pt x="3529" y="14089"/>
                </a:lnTo>
                <a:lnTo>
                  <a:pt x="3066" y="14503"/>
                </a:lnTo>
                <a:lnTo>
                  <a:pt x="2604" y="14892"/>
                </a:lnTo>
                <a:lnTo>
                  <a:pt x="2312" y="15111"/>
                </a:lnTo>
                <a:lnTo>
                  <a:pt x="2020" y="15306"/>
                </a:lnTo>
                <a:lnTo>
                  <a:pt x="1898" y="15354"/>
                </a:lnTo>
                <a:lnTo>
                  <a:pt x="1777" y="15379"/>
                </a:lnTo>
                <a:lnTo>
                  <a:pt x="1655" y="15379"/>
                </a:lnTo>
                <a:lnTo>
                  <a:pt x="1558" y="15330"/>
                </a:lnTo>
                <a:lnTo>
                  <a:pt x="1485" y="15281"/>
                </a:lnTo>
                <a:lnTo>
                  <a:pt x="1436" y="15184"/>
                </a:lnTo>
                <a:lnTo>
                  <a:pt x="1460" y="15087"/>
                </a:lnTo>
                <a:lnTo>
                  <a:pt x="1533" y="14941"/>
                </a:lnTo>
                <a:lnTo>
                  <a:pt x="1631" y="14941"/>
                </a:lnTo>
                <a:lnTo>
                  <a:pt x="1704" y="14892"/>
                </a:lnTo>
                <a:lnTo>
                  <a:pt x="1728" y="14819"/>
                </a:lnTo>
                <a:lnTo>
                  <a:pt x="1728" y="14770"/>
                </a:lnTo>
                <a:lnTo>
                  <a:pt x="1704" y="14673"/>
                </a:lnTo>
                <a:lnTo>
                  <a:pt x="1655" y="14551"/>
                </a:lnTo>
                <a:lnTo>
                  <a:pt x="1606" y="14454"/>
                </a:lnTo>
                <a:lnTo>
                  <a:pt x="1509" y="14308"/>
                </a:lnTo>
                <a:lnTo>
                  <a:pt x="1412" y="14162"/>
                </a:lnTo>
                <a:lnTo>
                  <a:pt x="1679" y="13919"/>
                </a:lnTo>
                <a:lnTo>
                  <a:pt x="1801" y="14405"/>
                </a:lnTo>
                <a:lnTo>
                  <a:pt x="1825" y="14478"/>
                </a:lnTo>
                <a:lnTo>
                  <a:pt x="1898" y="14527"/>
                </a:lnTo>
                <a:lnTo>
                  <a:pt x="2020" y="14527"/>
                </a:lnTo>
                <a:lnTo>
                  <a:pt x="2069" y="14503"/>
                </a:lnTo>
                <a:lnTo>
                  <a:pt x="2117" y="14454"/>
                </a:lnTo>
                <a:lnTo>
                  <a:pt x="2142" y="14381"/>
                </a:lnTo>
                <a:lnTo>
                  <a:pt x="2142" y="14308"/>
                </a:lnTo>
                <a:lnTo>
                  <a:pt x="2044" y="13992"/>
                </a:lnTo>
                <a:lnTo>
                  <a:pt x="1923" y="13675"/>
                </a:lnTo>
                <a:lnTo>
                  <a:pt x="2093" y="13529"/>
                </a:lnTo>
                <a:lnTo>
                  <a:pt x="2117" y="13748"/>
                </a:lnTo>
                <a:lnTo>
                  <a:pt x="2117" y="13870"/>
                </a:lnTo>
                <a:lnTo>
                  <a:pt x="2142" y="13967"/>
                </a:lnTo>
                <a:lnTo>
                  <a:pt x="2190" y="14065"/>
                </a:lnTo>
                <a:lnTo>
                  <a:pt x="2239" y="14089"/>
                </a:lnTo>
                <a:lnTo>
                  <a:pt x="2288" y="14113"/>
                </a:lnTo>
                <a:lnTo>
                  <a:pt x="2336" y="14113"/>
                </a:lnTo>
                <a:lnTo>
                  <a:pt x="2385" y="14089"/>
                </a:lnTo>
                <a:lnTo>
                  <a:pt x="2434" y="14016"/>
                </a:lnTo>
                <a:lnTo>
                  <a:pt x="2434" y="13919"/>
                </a:lnTo>
                <a:lnTo>
                  <a:pt x="2385" y="13724"/>
                </a:lnTo>
                <a:lnTo>
                  <a:pt x="2263" y="13359"/>
                </a:lnTo>
                <a:lnTo>
                  <a:pt x="2385" y="13262"/>
                </a:lnTo>
                <a:lnTo>
                  <a:pt x="2458" y="13554"/>
                </a:lnTo>
                <a:lnTo>
                  <a:pt x="2531" y="13846"/>
                </a:lnTo>
                <a:lnTo>
                  <a:pt x="2555" y="13894"/>
                </a:lnTo>
                <a:lnTo>
                  <a:pt x="2580" y="13943"/>
                </a:lnTo>
                <a:lnTo>
                  <a:pt x="2628" y="13967"/>
                </a:lnTo>
                <a:lnTo>
                  <a:pt x="2677" y="13967"/>
                </a:lnTo>
                <a:lnTo>
                  <a:pt x="2774" y="13943"/>
                </a:lnTo>
                <a:lnTo>
                  <a:pt x="2823" y="13919"/>
                </a:lnTo>
                <a:lnTo>
                  <a:pt x="2847" y="13870"/>
                </a:lnTo>
                <a:lnTo>
                  <a:pt x="2872" y="13797"/>
                </a:lnTo>
                <a:lnTo>
                  <a:pt x="2847" y="13748"/>
                </a:lnTo>
                <a:lnTo>
                  <a:pt x="2750" y="13408"/>
                </a:lnTo>
                <a:lnTo>
                  <a:pt x="2604" y="13067"/>
                </a:lnTo>
                <a:lnTo>
                  <a:pt x="2823" y="12848"/>
                </a:lnTo>
                <a:lnTo>
                  <a:pt x="2920" y="13164"/>
                </a:lnTo>
                <a:lnTo>
                  <a:pt x="2969" y="13286"/>
                </a:lnTo>
                <a:lnTo>
                  <a:pt x="3018" y="13383"/>
                </a:lnTo>
                <a:lnTo>
                  <a:pt x="3066" y="13481"/>
                </a:lnTo>
                <a:lnTo>
                  <a:pt x="3115" y="13529"/>
                </a:lnTo>
                <a:lnTo>
                  <a:pt x="3212" y="13529"/>
                </a:lnTo>
                <a:lnTo>
                  <a:pt x="3237" y="13505"/>
                </a:lnTo>
                <a:lnTo>
                  <a:pt x="3261" y="13456"/>
                </a:lnTo>
                <a:lnTo>
                  <a:pt x="3285" y="13408"/>
                </a:lnTo>
                <a:lnTo>
                  <a:pt x="3261" y="13310"/>
                </a:lnTo>
                <a:lnTo>
                  <a:pt x="3188" y="13116"/>
                </a:lnTo>
                <a:lnTo>
                  <a:pt x="3091" y="12921"/>
                </a:lnTo>
                <a:lnTo>
                  <a:pt x="2969" y="12726"/>
                </a:lnTo>
                <a:lnTo>
                  <a:pt x="3261" y="12459"/>
                </a:lnTo>
                <a:lnTo>
                  <a:pt x="3285" y="12678"/>
                </a:lnTo>
                <a:lnTo>
                  <a:pt x="3334" y="12897"/>
                </a:lnTo>
                <a:lnTo>
                  <a:pt x="3383" y="12994"/>
                </a:lnTo>
                <a:lnTo>
                  <a:pt x="3480" y="13067"/>
                </a:lnTo>
                <a:lnTo>
                  <a:pt x="3529" y="13067"/>
                </a:lnTo>
                <a:lnTo>
                  <a:pt x="3577" y="13043"/>
                </a:lnTo>
                <a:lnTo>
                  <a:pt x="3626" y="12945"/>
                </a:lnTo>
                <a:lnTo>
                  <a:pt x="3626" y="12848"/>
                </a:lnTo>
                <a:lnTo>
                  <a:pt x="3577" y="12678"/>
                </a:lnTo>
                <a:lnTo>
                  <a:pt x="3529" y="12483"/>
                </a:lnTo>
                <a:lnTo>
                  <a:pt x="3431" y="12288"/>
                </a:lnTo>
                <a:lnTo>
                  <a:pt x="3650" y="12094"/>
                </a:lnTo>
                <a:lnTo>
                  <a:pt x="3699" y="12313"/>
                </a:lnTo>
                <a:lnTo>
                  <a:pt x="3748" y="12483"/>
                </a:lnTo>
                <a:lnTo>
                  <a:pt x="3796" y="12556"/>
                </a:lnTo>
                <a:lnTo>
                  <a:pt x="3845" y="12605"/>
                </a:lnTo>
                <a:lnTo>
                  <a:pt x="3942" y="12605"/>
                </a:lnTo>
                <a:lnTo>
                  <a:pt x="4015" y="12580"/>
                </a:lnTo>
                <a:lnTo>
                  <a:pt x="4040" y="12532"/>
                </a:lnTo>
                <a:lnTo>
                  <a:pt x="4064" y="12483"/>
                </a:lnTo>
                <a:lnTo>
                  <a:pt x="4064" y="12410"/>
                </a:lnTo>
                <a:lnTo>
                  <a:pt x="4015" y="12142"/>
                </a:lnTo>
                <a:lnTo>
                  <a:pt x="3967" y="11996"/>
                </a:lnTo>
                <a:lnTo>
                  <a:pt x="3894" y="11875"/>
                </a:lnTo>
                <a:lnTo>
                  <a:pt x="4161" y="11607"/>
                </a:lnTo>
                <a:lnTo>
                  <a:pt x="4210" y="11729"/>
                </a:lnTo>
                <a:lnTo>
                  <a:pt x="4283" y="11923"/>
                </a:lnTo>
                <a:lnTo>
                  <a:pt x="4332" y="11996"/>
                </a:lnTo>
                <a:lnTo>
                  <a:pt x="4380" y="12021"/>
                </a:lnTo>
                <a:lnTo>
                  <a:pt x="4429" y="12045"/>
                </a:lnTo>
                <a:lnTo>
                  <a:pt x="4478" y="12045"/>
                </a:lnTo>
                <a:lnTo>
                  <a:pt x="4526" y="11996"/>
                </a:lnTo>
                <a:lnTo>
                  <a:pt x="4551" y="11923"/>
                </a:lnTo>
                <a:lnTo>
                  <a:pt x="4551" y="11826"/>
                </a:lnTo>
                <a:lnTo>
                  <a:pt x="4478" y="11680"/>
                </a:lnTo>
                <a:lnTo>
                  <a:pt x="4356" y="11437"/>
                </a:lnTo>
                <a:lnTo>
                  <a:pt x="4405" y="11388"/>
                </a:lnTo>
                <a:lnTo>
                  <a:pt x="4672" y="11169"/>
                </a:lnTo>
                <a:lnTo>
                  <a:pt x="4745" y="11364"/>
                </a:lnTo>
                <a:lnTo>
                  <a:pt x="4818" y="11607"/>
                </a:lnTo>
                <a:lnTo>
                  <a:pt x="4867" y="11729"/>
                </a:lnTo>
                <a:lnTo>
                  <a:pt x="4916" y="11777"/>
                </a:lnTo>
                <a:lnTo>
                  <a:pt x="4964" y="11826"/>
                </a:lnTo>
                <a:lnTo>
                  <a:pt x="5013" y="11826"/>
                </a:lnTo>
                <a:lnTo>
                  <a:pt x="5037" y="11802"/>
                </a:lnTo>
                <a:lnTo>
                  <a:pt x="5062" y="11729"/>
                </a:lnTo>
                <a:lnTo>
                  <a:pt x="5086" y="11680"/>
                </a:lnTo>
                <a:lnTo>
                  <a:pt x="5062" y="11558"/>
                </a:lnTo>
                <a:lnTo>
                  <a:pt x="4964" y="11339"/>
                </a:lnTo>
                <a:lnTo>
                  <a:pt x="4794" y="11023"/>
                </a:lnTo>
                <a:lnTo>
                  <a:pt x="5135" y="10731"/>
                </a:lnTo>
                <a:lnTo>
                  <a:pt x="5135" y="10755"/>
                </a:lnTo>
                <a:lnTo>
                  <a:pt x="5208" y="10950"/>
                </a:lnTo>
                <a:lnTo>
                  <a:pt x="5281" y="11145"/>
                </a:lnTo>
                <a:lnTo>
                  <a:pt x="5329" y="11218"/>
                </a:lnTo>
                <a:lnTo>
                  <a:pt x="5378" y="11242"/>
                </a:lnTo>
                <a:lnTo>
                  <a:pt x="5427" y="11242"/>
                </a:lnTo>
                <a:lnTo>
                  <a:pt x="5475" y="11218"/>
                </a:lnTo>
                <a:lnTo>
                  <a:pt x="5524" y="11193"/>
                </a:lnTo>
                <a:lnTo>
                  <a:pt x="5573" y="11145"/>
                </a:lnTo>
                <a:lnTo>
                  <a:pt x="5597" y="11096"/>
                </a:lnTo>
                <a:lnTo>
                  <a:pt x="5597" y="11023"/>
                </a:lnTo>
                <a:lnTo>
                  <a:pt x="5524" y="10828"/>
                </a:lnTo>
                <a:lnTo>
                  <a:pt x="5475" y="10658"/>
                </a:lnTo>
                <a:lnTo>
                  <a:pt x="5378" y="10488"/>
                </a:lnTo>
                <a:lnTo>
                  <a:pt x="5670" y="10244"/>
                </a:lnTo>
                <a:lnTo>
                  <a:pt x="5670" y="10366"/>
                </a:lnTo>
                <a:lnTo>
                  <a:pt x="5694" y="10512"/>
                </a:lnTo>
                <a:lnTo>
                  <a:pt x="5743" y="10707"/>
                </a:lnTo>
                <a:lnTo>
                  <a:pt x="5792" y="10780"/>
                </a:lnTo>
                <a:lnTo>
                  <a:pt x="5816" y="10804"/>
                </a:lnTo>
                <a:lnTo>
                  <a:pt x="5865" y="10828"/>
                </a:lnTo>
                <a:lnTo>
                  <a:pt x="5913" y="10828"/>
                </a:lnTo>
                <a:lnTo>
                  <a:pt x="5938" y="10804"/>
                </a:lnTo>
                <a:lnTo>
                  <a:pt x="5986" y="10731"/>
                </a:lnTo>
                <a:lnTo>
                  <a:pt x="5986" y="10658"/>
                </a:lnTo>
                <a:lnTo>
                  <a:pt x="5938" y="10488"/>
                </a:lnTo>
                <a:lnTo>
                  <a:pt x="5865" y="10293"/>
                </a:lnTo>
                <a:lnTo>
                  <a:pt x="5767" y="10123"/>
                </a:lnTo>
                <a:lnTo>
                  <a:pt x="5986" y="9928"/>
                </a:lnTo>
                <a:lnTo>
                  <a:pt x="6011" y="10050"/>
                </a:lnTo>
                <a:lnTo>
                  <a:pt x="6035" y="10147"/>
                </a:lnTo>
                <a:lnTo>
                  <a:pt x="6108" y="10244"/>
                </a:lnTo>
                <a:lnTo>
                  <a:pt x="6181" y="10317"/>
                </a:lnTo>
                <a:lnTo>
                  <a:pt x="6230" y="10366"/>
                </a:lnTo>
                <a:lnTo>
                  <a:pt x="6303" y="10366"/>
                </a:lnTo>
                <a:lnTo>
                  <a:pt x="6376" y="10317"/>
                </a:lnTo>
                <a:lnTo>
                  <a:pt x="6400" y="10269"/>
                </a:lnTo>
                <a:lnTo>
                  <a:pt x="6400" y="10220"/>
                </a:lnTo>
                <a:lnTo>
                  <a:pt x="6376" y="10171"/>
                </a:lnTo>
                <a:lnTo>
                  <a:pt x="6327" y="10074"/>
                </a:lnTo>
                <a:lnTo>
                  <a:pt x="6205" y="9952"/>
                </a:lnTo>
                <a:lnTo>
                  <a:pt x="6084" y="9855"/>
                </a:lnTo>
                <a:lnTo>
                  <a:pt x="6376" y="9587"/>
                </a:lnTo>
                <a:lnTo>
                  <a:pt x="6400" y="9758"/>
                </a:lnTo>
                <a:lnTo>
                  <a:pt x="6449" y="9952"/>
                </a:lnTo>
                <a:lnTo>
                  <a:pt x="6473" y="10025"/>
                </a:lnTo>
                <a:lnTo>
                  <a:pt x="6522" y="10050"/>
                </a:lnTo>
                <a:lnTo>
                  <a:pt x="6595" y="10074"/>
                </a:lnTo>
                <a:lnTo>
                  <a:pt x="6643" y="10074"/>
                </a:lnTo>
                <a:lnTo>
                  <a:pt x="6716" y="10025"/>
                </a:lnTo>
                <a:lnTo>
                  <a:pt x="6741" y="10001"/>
                </a:lnTo>
                <a:lnTo>
                  <a:pt x="6765" y="9928"/>
                </a:lnTo>
                <a:lnTo>
                  <a:pt x="6765" y="9855"/>
                </a:lnTo>
                <a:lnTo>
                  <a:pt x="6692" y="9612"/>
                </a:lnTo>
                <a:lnTo>
                  <a:pt x="6643" y="9490"/>
                </a:lnTo>
                <a:lnTo>
                  <a:pt x="6595" y="9393"/>
                </a:lnTo>
                <a:lnTo>
                  <a:pt x="6765" y="9222"/>
                </a:lnTo>
                <a:lnTo>
                  <a:pt x="6814" y="9417"/>
                </a:lnTo>
                <a:lnTo>
                  <a:pt x="6887" y="9587"/>
                </a:lnTo>
                <a:lnTo>
                  <a:pt x="6911" y="9636"/>
                </a:lnTo>
                <a:lnTo>
                  <a:pt x="6960" y="9660"/>
                </a:lnTo>
                <a:lnTo>
                  <a:pt x="7033" y="9660"/>
                </a:lnTo>
                <a:lnTo>
                  <a:pt x="7081" y="9636"/>
                </a:lnTo>
                <a:lnTo>
                  <a:pt x="7130" y="9612"/>
                </a:lnTo>
                <a:lnTo>
                  <a:pt x="7179" y="9563"/>
                </a:lnTo>
                <a:lnTo>
                  <a:pt x="7179" y="9514"/>
                </a:lnTo>
                <a:lnTo>
                  <a:pt x="7179" y="9441"/>
                </a:lnTo>
                <a:lnTo>
                  <a:pt x="7057" y="9174"/>
                </a:lnTo>
                <a:lnTo>
                  <a:pt x="6984" y="9003"/>
                </a:lnTo>
                <a:lnTo>
                  <a:pt x="7106" y="8906"/>
                </a:lnTo>
                <a:lnTo>
                  <a:pt x="7106" y="8955"/>
                </a:lnTo>
                <a:lnTo>
                  <a:pt x="7106" y="9125"/>
                </a:lnTo>
                <a:lnTo>
                  <a:pt x="7130" y="9198"/>
                </a:lnTo>
                <a:lnTo>
                  <a:pt x="7179" y="9271"/>
                </a:lnTo>
                <a:lnTo>
                  <a:pt x="7227" y="9271"/>
                </a:lnTo>
                <a:lnTo>
                  <a:pt x="7276" y="9247"/>
                </a:lnTo>
                <a:lnTo>
                  <a:pt x="7325" y="9198"/>
                </a:lnTo>
                <a:lnTo>
                  <a:pt x="7349" y="9125"/>
                </a:lnTo>
                <a:lnTo>
                  <a:pt x="7325" y="8955"/>
                </a:lnTo>
                <a:lnTo>
                  <a:pt x="7276" y="8736"/>
                </a:lnTo>
                <a:lnTo>
                  <a:pt x="7519" y="8517"/>
                </a:lnTo>
                <a:lnTo>
                  <a:pt x="7544" y="8638"/>
                </a:lnTo>
                <a:lnTo>
                  <a:pt x="7617" y="8760"/>
                </a:lnTo>
                <a:lnTo>
                  <a:pt x="7665" y="8784"/>
                </a:lnTo>
                <a:lnTo>
                  <a:pt x="7714" y="8784"/>
                </a:lnTo>
                <a:lnTo>
                  <a:pt x="7763" y="8736"/>
                </a:lnTo>
                <a:lnTo>
                  <a:pt x="7787" y="8687"/>
                </a:lnTo>
                <a:lnTo>
                  <a:pt x="7763" y="8638"/>
                </a:lnTo>
                <a:lnTo>
                  <a:pt x="7738" y="8590"/>
                </a:lnTo>
                <a:lnTo>
                  <a:pt x="7690" y="8492"/>
                </a:lnTo>
                <a:lnTo>
                  <a:pt x="7641" y="8419"/>
                </a:lnTo>
                <a:lnTo>
                  <a:pt x="7884" y="8176"/>
                </a:lnTo>
                <a:lnTo>
                  <a:pt x="7909" y="8298"/>
                </a:lnTo>
                <a:lnTo>
                  <a:pt x="7933" y="8419"/>
                </a:lnTo>
                <a:lnTo>
                  <a:pt x="7957" y="8468"/>
                </a:lnTo>
                <a:lnTo>
                  <a:pt x="8006" y="8517"/>
                </a:lnTo>
                <a:lnTo>
                  <a:pt x="8152" y="8517"/>
                </a:lnTo>
                <a:lnTo>
                  <a:pt x="8201" y="8492"/>
                </a:lnTo>
                <a:lnTo>
                  <a:pt x="8225" y="8444"/>
                </a:lnTo>
                <a:lnTo>
                  <a:pt x="8249" y="8371"/>
                </a:lnTo>
                <a:lnTo>
                  <a:pt x="8201" y="8152"/>
                </a:lnTo>
                <a:lnTo>
                  <a:pt x="8128" y="7957"/>
                </a:lnTo>
                <a:lnTo>
                  <a:pt x="8468" y="7641"/>
                </a:lnTo>
                <a:lnTo>
                  <a:pt x="8444" y="7762"/>
                </a:lnTo>
                <a:lnTo>
                  <a:pt x="8444" y="7884"/>
                </a:lnTo>
                <a:lnTo>
                  <a:pt x="8493" y="7981"/>
                </a:lnTo>
                <a:lnTo>
                  <a:pt x="8517" y="8030"/>
                </a:lnTo>
                <a:lnTo>
                  <a:pt x="8566" y="8054"/>
                </a:lnTo>
                <a:lnTo>
                  <a:pt x="8590" y="8054"/>
                </a:lnTo>
                <a:lnTo>
                  <a:pt x="8614" y="8030"/>
                </a:lnTo>
                <a:lnTo>
                  <a:pt x="8639" y="7981"/>
                </a:lnTo>
                <a:lnTo>
                  <a:pt x="8639" y="7933"/>
                </a:lnTo>
                <a:lnTo>
                  <a:pt x="8614" y="7835"/>
                </a:lnTo>
                <a:lnTo>
                  <a:pt x="8566" y="7714"/>
                </a:lnTo>
                <a:lnTo>
                  <a:pt x="8541" y="7568"/>
                </a:lnTo>
                <a:lnTo>
                  <a:pt x="9125" y="7033"/>
                </a:lnTo>
                <a:lnTo>
                  <a:pt x="9125" y="7179"/>
                </a:lnTo>
                <a:lnTo>
                  <a:pt x="9149" y="7325"/>
                </a:lnTo>
                <a:lnTo>
                  <a:pt x="9198" y="7373"/>
                </a:lnTo>
                <a:lnTo>
                  <a:pt x="9222" y="7397"/>
                </a:lnTo>
                <a:lnTo>
                  <a:pt x="9271" y="7422"/>
                </a:lnTo>
                <a:lnTo>
                  <a:pt x="9320" y="7397"/>
                </a:lnTo>
                <a:lnTo>
                  <a:pt x="9368" y="7397"/>
                </a:lnTo>
                <a:lnTo>
                  <a:pt x="9393" y="7349"/>
                </a:lnTo>
                <a:lnTo>
                  <a:pt x="9417" y="7300"/>
                </a:lnTo>
                <a:lnTo>
                  <a:pt x="9417" y="7252"/>
                </a:lnTo>
                <a:lnTo>
                  <a:pt x="9393" y="7154"/>
                </a:lnTo>
                <a:lnTo>
                  <a:pt x="9393" y="7033"/>
                </a:lnTo>
                <a:lnTo>
                  <a:pt x="9417" y="6935"/>
                </a:lnTo>
                <a:lnTo>
                  <a:pt x="9417" y="6838"/>
                </a:lnTo>
                <a:lnTo>
                  <a:pt x="9393" y="6789"/>
                </a:lnTo>
                <a:lnTo>
                  <a:pt x="9466" y="6716"/>
                </a:lnTo>
                <a:lnTo>
                  <a:pt x="9490" y="6838"/>
                </a:lnTo>
                <a:lnTo>
                  <a:pt x="9514" y="6960"/>
                </a:lnTo>
                <a:lnTo>
                  <a:pt x="9539" y="7008"/>
                </a:lnTo>
                <a:lnTo>
                  <a:pt x="9587" y="7033"/>
                </a:lnTo>
                <a:lnTo>
                  <a:pt x="9636" y="7057"/>
                </a:lnTo>
                <a:lnTo>
                  <a:pt x="9660" y="7057"/>
                </a:lnTo>
                <a:lnTo>
                  <a:pt x="9709" y="7033"/>
                </a:lnTo>
                <a:lnTo>
                  <a:pt x="9733" y="7008"/>
                </a:lnTo>
                <a:lnTo>
                  <a:pt x="9782" y="6984"/>
                </a:lnTo>
                <a:lnTo>
                  <a:pt x="9782" y="6935"/>
                </a:lnTo>
                <a:lnTo>
                  <a:pt x="9782" y="6741"/>
                </a:lnTo>
                <a:lnTo>
                  <a:pt x="9733" y="6619"/>
                </a:lnTo>
                <a:lnTo>
                  <a:pt x="9709" y="6522"/>
                </a:lnTo>
                <a:lnTo>
                  <a:pt x="9831" y="6376"/>
                </a:lnTo>
                <a:lnTo>
                  <a:pt x="9879" y="6327"/>
                </a:lnTo>
                <a:lnTo>
                  <a:pt x="9904" y="6278"/>
                </a:lnTo>
                <a:lnTo>
                  <a:pt x="9904" y="6205"/>
                </a:lnTo>
                <a:lnTo>
                  <a:pt x="9928" y="6132"/>
                </a:lnTo>
                <a:lnTo>
                  <a:pt x="9952" y="6059"/>
                </a:lnTo>
                <a:lnTo>
                  <a:pt x="9855" y="5670"/>
                </a:lnTo>
                <a:lnTo>
                  <a:pt x="9831" y="5475"/>
                </a:lnTo>
                <a:lnTo>
                  <a:pt x="9806" y="5281"/>
                </a:lnTo>
                <a:lnTo>
                  <a:pt x="9806" y="5037"/>
                </a:lnTo>
                <a:lnTo>
                  <a:pt x="9855" y="4794"/>
                </a:lnTo>
                <a:lnTo>
                  <a:pt x="9904" y="4575"/>
                </a:lnTo>
                <a:lnTo>
                  <a:pt x="9977" y="4332"/>
                </a:lnTo>
                <a:lnTo>
                  <a:pt x="10074" y="4088"/>
                </a:lnTo>
                <a:lnTo>
                  <a:pt x="10196" y="3869"/>
                </a:lnTo>
                <a:lnTo>
                  <a:pt x="10317" y="3650"/>
                </a:lnTo>
                <a:lnTo>
                  <a:pt x="10488" y="3456"/>
                </a:lnTo>
                <a:lnTo>
                  <a:pt x="10658" y="3261"/>
                </a:lnTo>
                <a:lnTo>
                  <a:pt x="10853" y="3091"/>
                </a:lnTo>
                <a:lnTo>
                  <a:pt x="11242" y="2750"/>
                </a:lnTo>
                <a:lnTo>
                  <a:pt x="11680" y="2458"/>
                </a:lnTo>
                <a:lnTo>
                  <a:pt x="12094" y="2166"/>
                </a:lnTo>
                <a:lnTo>
                  <a:pt x="12970" y="1631"/>
                </a:lnTo>
                <a:close/>
                <a:moveTo>
                  <a:pt x="10755" y="11631"/>
                </a:moveTo>
                <a:lnTo>
                  <a:pt x="10755" y="11680"/>
                </a:lnTo>
                <a:lnTo>
                  <a:pt x="10853" y="11850"/>
                </a:lnTo>
                <a:lnTo>
                  <a:pt x="10974" y="12021"/>
                </a:lnTo>
                <a:lnTo>
                  <a:pt x="11266" y="12361"/>
                </a:lnTo>
                <a:lnTo>
                  <a:pt x="11875" y="12970"/>
                </a:lnTo>
                <a:lnTo>
                  <a:pt x="13286" y="14503"/>
                </a:lnTo>
                <a:lnTo>
                  <a:pt x="13943" y="15184"/>
                </a:lnTo>
                <a:lnTo>
                  <a:pt x="14259" y="15549"/>
                </a:lnTo>
                <a:lnTo>
                  <a:pt x="14430" y="15719"/>
                </a:lnTo>
                <a:lnTo>
                  <a:pt x="14503" y="15792"/>
                </a:lnTo>
                <a:lnTo>
                  <a:pt x="14600" y="15841"/>
                </a:lnTo>
                <a:lnTo>
                  <a:pt x="14916" y="16035"/>
                </a:lnTo>
                <a:lnTo>
                  <a:pt x="15208" y="16206"/>
                </a:lnTo>
                <a:lnTo>
                  <a:pt x="15354" y="16279"/>
                </a:lnTo>
                <a:lnTo>
                  <a:pt x="15500" y="16352"/>
                </a:lnTo>
                <a:lnTo>
                  <a:pt x="15671" y="16376"/>
                </a:lnTo>
                <a:lnTo>
                  <a:pt x="15890" y="16376"/>
                </a:lnTo>
                <a:lnTo>
                  <a:pt x="15914" y="16352"/>
                </a:lnTo>
                <a:lnTo>
                  <a:pt x="15938" y="16279"/>
                </a:lnTo>
                <a:lnTo>
                  <a:pt x="15914" y="16230"/>
                </a:lnTo>
                <a:lnTo>
                  <a:pt x="15890" y="16206"/>
                </a:lnTo>
                <a:lnTo>
                  <a:pt x="15865" y="16206"/>
                </a:lnTo>
                <a:lnTo>
                  <a:pt x="15622" y="16157"/>
                </a:lnTo>
                <a:lnTo>
                  <a:pt x="15403" y="16084"/>
                </a:lnTo>
                <a:lnTo>
                  <a:pt x="15233" y="15987"/>
                </a:lnTo>
                <a:lnTo>
                  <a:pt x="15062" y="15865"/>
                </a:lnTo>
                <a:lnTo>
                  <a:pt x="14892" y="15743"/>
                </a:lnTo>
                <a:lnTo>
                  <a:pt x="14746" y="15573"/>
                </a:lnTo>
                <a:lnTo>
                  <a:pt x="14454" y="15233"/>
                </a:lnTo>
                <a:lnTo>
                  <a:pt x="13846" y="14624"/>
                </a:lnTo>
                <a:lnTo>
                  <a:pt x="13262" y="14016"/>
                </a:lnTo>
                <a:lnTo>
                  <a:pt x="12045" y="12799"/>
                </a:lnTo>
                <a:lnTo>
                  <a:pt x="11461" y="12167"/>
                </a:lnTo>
                <a:lnTo>
                  <a:pt x="11145" y="11875"/>
                </a:lnTo>
                <a:lnTo>
                  <a:pt x="10974" y="11729"/>
                </a:lnTo>
                <a:lnTo>
                  <a:pt x="10804" y="11631"/>
                </a:lnTo>
                <a:close/>
                <a:moveTo>
                  <a:pt x="9904" y="8638"/>
                </a:moveTo>
                <a:lnTo>
                  <a:pt x="10123" y="8882"/>
                </a:lnTo>
                <a:lnTo>
                  <a:pt x="9977" y="9003"/>
                </a:lnTo>
                <a:lnTo>
                  <a:pt x="9709" y="9271"/>
                </a:lnTo>
                <a:lnTo>
                  <a:pt x="9587" y="9417"/>
                </a:lnTo>
                <a:lnTo>
                  <a:pt x="9466" y="9587"/>
                </a:lnTo>
                <a:lnTo>
                  <a:pt x="9466" y="9612"/>
                </a:lnTo>
                <a:lnTo>
                  <a:pt x="9490" y="9660"/>
                </a:lnTo>
                <a:lnTo>
                  <a:pt x="9539" y="9660"/>
                </a:lnTo>
                <a:lnTo>
                  <a:pt x="9685" y="9612"/>
                </a:lnTo>
                <a:lnTo>
                  <a:pt x="9831" y="9539"/>
                </a:lnTo>
                <a:lnTo>
                  <a:pt x="10098" y="9320"/>
                </a:lnTo>
                <a:lnTo>
                  <a:pt x="10366" y="9101"/>
                </a:lnTo>
                <a:lnTo>
                  <a:pt x="10536" y="9247"/>
                </a:lnTo>
                <a:lnTo>
                  <a:pt x="10244" y="9466"/>
                </a:lnTo>
                <a:lnTo>
                  <a:pt x="10025" y="9636"/>
                </a:lnTo>
                <a:lnTo>
                  <a:pt x="9928" y="9733"/>
                </a:lnTo>
                <a:lnTo>
                  <a:pt x="9831" y="9855"/>
                </a:lnTo>
                <a:lnTo>
                  <a:pt x="9831" y="9928"/>
                </a:lnTo>
                <a:lnTo>
                  <a:pt x="9855" y="9977"/>
                </a:lnTo>
                <a:lnTo>
                  <a:pt x="9904" y="10025"/>
                </a:lnTo>
                <a:lnTo>
                  <a:pt x="9977" y="10025"/>
                </a:lnTo>
                <a:lnTo>
                  <a:pt x="10098" y="9977"/>
                </a:lnTo>
                <a:lnTo>
                  <a:pt x="10196" y="9904"/>
                </a:lnTo>
                <a:lnTo>
                  <a:pt x="10390" y="9758"/>
                </a:lnTo>
                <a:lnTo>
                  <a:pt x="10780" y="9490"/>
                </a:lnTo>
                <a:lnTo>
                  <a:pt x="10950" y="9660"/>
                </a:lnTo>
                <a:lnTo>
                  <a:pt x="10780" y="9733"/>
                </a:lnTo>
                <a:lnTo>
                  <a:pt x="10609" y="9855"/>
                </a:lnTo>
                <a:lnTo>
                  <a:pt x="10390" y="10001"/>
                </a:lnTo>
                <a:lnTo>
                  <a:pt x="10293" y="10098"/>
                </a:lnTo>
                <a:lnTo>
                  <a:pt x="10220" y="10220"/>
                </a:lnTo>
                <a:lnTo>
                  <a:pt x="10220" y="10269"/>
                </a:lnTo>
                <a:lnTo>
                  <a:pt x="10244" y="10293"/>
                </a:lnTo>
                <a:lnTo>
                  <a:pt x="10293" y="10317"/>
                </a:lnTo>
                <a:lnTo>
                  <a:pt x="10439" y="10317"/>
                </a:lnTo>
                <a:lnTo>
                  <a:pt x="10585" y="10244"/>
                </a:lnTo>
                <a:lnTo>
                  <a:pt x="10828" y="10074"/>
                </a:lnTo>
                <a:lnTo>
                  <a:pt x="10999" y="9977"/>
                </a:lnTo>
                <a:lnTo>
                  <a:pt x="11072" y="9904"/>
                </a:lnTo>
                <a:lnTo>
                  <a:pt x="11145" y="9831"/>
                </a:lnTo>
                <a:lnTo>
                  <a:pt x="11364" y="10025"/>
                </a:lnTo>
                <a:lnTo>
                  <a:pt x="11193" y="10123"/>
                </a:lnTo>
                <a:lnTo>
                  <a:pt x="11072" y="10244"/>
                </a:lnTo>
                <a:lnTo>
                  <a:pt x="10974" y="10342"/>
                </a:lnTo>
                <a:lnTo>
                  <a:pt x="10901" y="10439"/>
                </a:lnTo>
                <a:lnTo>
                  <a:pt x="10853" y="10561"/>
                </a:lnTo>
                <a:lnTo>
                  <a:pt x="10853" y="10634"/>
                </a:lnTo>
                <a:lnTo>
                  <a:pt x="10853" y="10682"/>
                </a:lnTo>
                <a:lnTo>
                  <a:pt x="10877" y="10707"/>
                </a:lnTo>
                <a:lnTo>
                  <a:pt x="10974" y="10682"/>
                </a:lnTo>
                <a:lnTo>
                  <a:pt x="11072" y="10634"/>
                </a:lnTo>
                <a:lnTo>
                  <a:pt x="11218" y="10536"/>
                </a:lnTo>
                <a:lnTo>
                  <a:pt x="11437" y="10366"/>
                </a:lnTo>
                <a:lnTo>
                  <a:pt x="11607" y="10269"/>
                </a:lnTo>
                <a:lnTo>
                  <a:pt x="11753" y="10415"/>
                </a:lnTo>
                <a:lnTo>
                  <a:pt x="11656" y="10488"/>
                </a:lnTo>
                <a:lnTo>
                  <a:pt x="11364" y="10731"/>
                </a:lnTo>
                <a:lnTo>
                  <a:pt x="11242" y="10877"/>
                </a:lnTo>
                <a:lnTo>
                  <a:pt x="11218" y="10950"/>
                </a:lnTo>
                <a:lnTo>
                  <a:pt x="11169" y="11023"/>
                </a:lnTo>
                <a:lnTo>
                  <a:pt x="11193" y="11072"/>
                </a:lnTo>
                <a:lnTo>
                  <a:pt x="11242" y="11096"/>
                </a:lnTo>
                <a:lnTo>
                  <a:pt x="11388" y="11047"/>
                </a:lnTo>
                <a:lnTo>
                  <a:pt x="11510" y="10974"/>
                </a:lnTo>
                <a:lnTo>
                  <a:pt x="11777" y="10780"/>
                </a:lnTo>
                <a:lnTo>
                  <a:pt x="11972" y="10634"/>
                </a:lnTo>
                <a:lnTo>
                  <a:pt x="12191" y="10828"/>
                </a:lnTo>
                <a:lnTo>
                  <a:pt x="12069" y="10926"/>
                </a:lnTo>
                <a:lnTo>
                  <a:pt x="11923" y="11023"/>
                </a:lnTo>
                <a:lnTo>
                  <a:pt x="11777" y="11169"/>
                </a:lnTo>
                <a:lnTo>
                  <a:pt x="11729" y="11242"/>
                </a:lnTo>
                <a:lnTo>
                  <a:pt x="11680" y="11315"/>
                </a:lnTo>
                <a:lnTo>
                  <a:pt x="11656" y="11388"/>
                </a:lnTo>
                <a:lnTo>
                  <a:pt x="11656" y="11485"/>
                </a:lnTo>
                <a:lnTo>
                  <a:pt x="11680" y="11534"/>
                </a:lnTo>
                <a:lnTo>
                  <a:pt x="11704" y="11558"/>
                </a:lnTo>
                <a:lnTo>
                  <a:pt x="11729" y="11558"/>
                </a:lnTo>
                <a:lnTo>
                  <a:pt x="11826" y="11534"/>
                </a:lnTo>
                <a:lnTo>
                  <a:pt x="11899" y="11510"/>
                </a:lnTo>
                <a:lnTo>
                  <a:pt x="12021" y="11412"/>
                </a:lnTo>
                <a:lnTo>
                  <a:pt x="12288" y="11193"/>
                </a:lnTo>
                <a:lnTo>
                  <a:pt x="12459" y="11072"/>
                </a:lnTo>
                <a:lnTo>
                  <a:pt x="12726" y="11315"/>
                </a:lnTo>
                <a:lnTo>
                  <a:pt x="12483" y="11534"/>
                </a:lnTo>
                <a:lnTo>
                  <a:pt x="12361" y="11656"/>
                </a:lnTo>
                <a:lnTo>
                  <a:pt x="12264" y="11777"/>
                </a:lnTo>
                <a:lnTo>
                  <a:pt x="12264" y="11826"/>
                </a:lnTo>
                <a:lnTo>
                  <a:pt x="12264" y="11850"/>
                </a:lnTo>
                <a:lnTo>
                  <a:pt x="12288" y="11948"/>
                </a:lnTo>
                <a:lnTo>
                  <a:pt x="12361" y="11972"/>
                </a:lnTo>
                <a:lnTo>
                  <a:pt x="12459" y="11972"/>
                </a:lnTo>
                <a:lnTo>
                  <a:pt x="12605" y="11875"/>
                </a:lnTo>
                <a:lnTo>
                  <a:pt x="12726" y="11777"/>
                </a:lnTo>
                <a:lnTo>
                  <a:pt x="12970" y="11558"/>
                </a:lnTo>
                <a:lnTo>
                  <a:pt x="12970" y="11534"/>
                </a:lnTo>
                <a:lnTo>
                  <a:pt x="13262" y="11802"/>
                </a:lnTo>
                <a:lnTo>
                  <a:pt x="13116" y="11923"/>
                </a:lnTo>
                <a:lnTo>
                  <a:pt x="12994" y="12021"/>
                </a:lnTo>
                <a:lnTo>
                  <a:pt x="12872" y="12142"/>
                </a:lnTo>
                <a:lnTo>
                  <a:pt x="12799" y="12288"/>
                </a:lnTo>
                <a:lnTo>
                  <a:pt x="12775" y="12361"/>
                </a:lnTo>
                <a:lnTo>
                  <a:pt x="12775" y="12434"/>
                </a:lnTo>
                <a:lnTo>
                  <a:pt x="12799" y="12507"/>
                </a:lnTo>
                <a:lnTo>
                  <a:pt x="12824" y="12532"/>
                </a:lnTo>
                <a:lnTo>
                  <a:pt x="12872" y="12532"/>
                </a:lnTo>
                <a:lnTo>
                  <a:pt x="12994" y="12483"/>
                </a:lnTo>
                <a:lnTo>
                  <a:pt x="13116" y="12434"/>
                </a:lnTo>
                <a:lnTo>
                  <a:pt x="13310" y="12264"/>
                </a:lnTo>
                <a:lnTo>
                  <a:pt x="13554" y="12094"/>
                </a:lnTo>
                <a:lnTo>
                  <a:pt x="13700" y="12215"/>
                </a:lnTo>
                <a:lnTo>
                  <a:pt x="13627" y="12264"/>
                </a:lnTo>
                <a:lnTo>
                  <a:pt x="13432" y="12434"/>
                </a:lnTo>
                <a:lnTo>
                  <a:pt x="13262" y="12653"/>
                </a:lnTo>
                <a:lnTo>
                  <a:pt x="13237" y="12702"/>
                </a:lnTo>
                <a:lnTo>
                  <a:pt x="13262" y="12751"/>
                </a:lnTo>
                <a:lnTo>
                  <a:pt x="13310" y="12799"/>
                </a:lnTo>
                <a:lnTo>
                  <a:pt x="13383" y="12799"/>
                </a:lnTo>
                <a:lnTo>
                  <a:pt x="13602" y="12702"/>
                </a:lnTo>
                <a:lnTo>
                  <a:pt x="13797" y="12556"/>
                </a:lnTo>
                <a:lnTo>
                  <a:pt x="13919" y="12459"/>
                </a:lnTo>
                <a:lnTo>
                  <a:pt x="14162" y="12702"/>
                </a:lnTo>
                <a:lnTo>
                  <a:pt x="13992" y="12848"/>
                </a:lnTo>
                <a:lnTo>
                  <a:pt x="13894" y="12945"/>
                </a:lnTo>
                <a:lnTo>
                  <a:pt x="13797" y="13043"/>
                </a:lnTo>
                <a:lnTo>
                  <a:pt x="13724" y="13164"/>
                </a:lnTo>
                <a:lnTo>
                  <a:pt x="13700" y="13237"/>
                </a:lnTo>
                <a:lnTo>
                  <a:pt x="13700" y="13310"/>
                </a:lnTo>
                <a:lnTo>
                  <a:pt x="13700" y="13359"/>
                </a:lnTo>
                <a:lnTo>
                  <a:pt x="13748" y="13359"/>
                </a:lnTo>
                <a:lnTo>
                  <a:pt x="13870" y="13335"/>
                </a:lnTo>
                <a:lnTo>
                  <a:pt x="13992" y="13286"/>
                </a:lnTo>
                <a:lnTo>
                  <a:pt x="14089" y="13189"/>
                </a:lnTo>
                <a:lnTo>
                  <a:pt x="14186" y="13116"/>
                </a:lnTo>
                <a:lnTo>
                  <a:pt x="14381" y="12921"/>
                </a:lnTo>
                <a:lnTo>
                  <a:pt x="14746" y="13335"/>
                </a:lnTo>
                <a:lnTo>
                  <a:pt x="14624" y="13408"/>
                </a:lnTo>
                <a:lnTo>
                  <a:pt x="14503" y="13505"/>
                </a:lnTo>
                <a:lnTo>
                  <a:pt x="14284" y="13651"/>
                </a:lnTo>
                <a:lnTo>
                  <a:pt x="14186" y="13748"/>
                </a:lnTo>
                <a:lnTo>
                  <a:pt x="14138" y="13870"/>
                </a:lnTo>
                <a:lnTo>
                  <a:pt x="14138" y="13919"/>
                </a:lnTo>
                <a:lnTo>
                  <a:pt x="14162" y="13992"/>
                </a:lnTo>
                <a:lnTo>
                  <a:pt x="14211" y="14016"/>
                </a:lnTo>
                <a:lnTo>
                  <a:pt x="14259" y="14040"/>
                </a:lnTo>
                <a:lnTo>
                  <a:pt x="14381" y="14016"/>
                </a:lnTo>
                <a:lnTo>
                  <a:pt x="14503" y="13943"/>
                </a:lnTo>
                <a:lnTo>
                  <a:pt x="14697" y="13773"/>
                </a:lnTo>
                <a:lnTo>
                  <a:pt x="14819" y="13651"/>
                </a:lnTo>
                <a:lnTo>
                  <a:pt x="14941" y="13529"/>
                </a:lnTo>
                <a:lnTo>
                  <a:pt x="15160" y="13748"/>
                </a:lnTo>
                <a:lnTo>
                  <a:pt x="14989" y="13919"/>
                </a:lnTo>
                <a:lnTo>
                  <a:pt x="14795" y="14065"/>
                </a:lnTo>
                <a:lnTo>
                  <a:pt x="14722" y="14138"/>
                </a:lnTo>
                <a:lnTo>
                  <a:pt x="14673" y="14259"/>
                </a:lnTo>
                <a:lnTo>
                  <a:pt x="14673" y="14284"/>
                </a:lnTo>
                <a:lnTo>
                  <a:pt x="14697" y="14284"/>
                </a:lnTo>
                <a:lnTo>
                  <a:pt x="14770" y="14308"/>
                </a:lnTo>
                <a:lnTo>
                  <a:pt x="14819" y="14308"/>
                </a:lnTo>
                <a:lnTo>
                  <a:pt x="14941" y="14284"/>
                </a:lnTo>
                <a:lnTo>
                  <a:pt x="15062" y="14235"/>
                </a:lnTo>
                <a:lnTo>
                  <a:pt x="15184" y="14162"/>
                </a:lnTo>
                <a:lnTo>
                  <a:pt x="15281" y="14089"/>
                </a:lnTo>
                <a:lnTo>
                  <a:pt x="15379" y="13992"/>
                </a:lnTo>
                <a:lnTo>
                  <a:pt x="15573" y="14186"/>
                </a:lnTo>
                <a:lnTo>
                  <a:pt x="15452" y="14284"/>
                </a:lnTo>
                <a:lnTo>
                  <a:pt x="15330" y="14381"/>
                </a:lnTo>
                <a:lnTo>
                  <a:pt x="15184" y="14503"/>
                </a:lnTo>
                <a:lnTo>
                  <a:pt x="15111" y="14576"/>
                </a:lnTo>
                <a:lnTo>
                  <a:pt x="15038" y="14673"/>
                </a:lnTo>
                <a:lnTo>
                  <a:pt x="15038" y="14746"/>
                </a:lnTo>
                <a:lnTo>
                  <a:pt x="15062" y="14795"/>
                </a:lnTo>
                <a:lnTo>
                  <a:pt x="15111" y="14843"/>
                </a:lnTo>
                <a:lnTo>
                  <a:pt x="15184" y="14843"/>
                </a:lnTo>
                <a:lnTo>
                  <a:pt x="15257" y="14819"/>
                </a:lnTo>
                <a:lnTo>
                  <a:pt x="15354" y="14770"/>
                </a:lnTo>
                <a:lnTo>
                  <a:pt x="15500" y="14649"/>
                </a:lnTo>
                <a:lnTo>
                  <a:pt x="15646" y="14527"/>
                </a:lnTo>
                <a:lnTo>
                  <a:pt x="15792" y="14405"/>
                </a:lnTo>
                <a:lnTo>
                  <a:pt x="15987" y="14649"/>
                </a:lnTo>
                <a:lnTo>
                  <a:pt x="15890" y="14722"/>
                </a:lnTo>
                <a:lnTo>
                  <a:pt x="15744" y="14892"/>
                </a:lnTo>
                <a:lnTo>
                  <a:pt x="15598" y="15087"/>
                </a:lnTo>
                <a:lnTo>
                  <a:pt x="15573" y="15111"/>
                </a:lnTo>
                <a:lnTo>
                  <a:pt x="15598" y="15135"/>
                </a:lnTo>
                <a:lnTo>
                  <a:pt x="15622" y="15160"/>
                </a:lnTo>
                <a:lnTo>
                  <a:pt x="15646" y="15160"/>
                </a:lnTo>
                <a:lnTo>
                  <a:pt x="15865" y="15038"/>
                </a:lnTo>
                <a:lnTo>
                  <a:pt x="16036" y="14916"/>
                </a:lnTo>
                <a:lnTo>
                  <a:pt x="16133" y="14868"/>
                </a:lnTo>
                <a:lnTo>
                  <a:pt x="16230" y="15014"/>
                </a:lnTo>
                <a:lnTo>
                  <a:pt x="16084" y="15135"/>
                </a:lnTo>
                <a:lnTo>
                  <a:pt x="15914" y="15306"/>
                </a:lnTo>
                <a:lnTo>
                  <a:pt x="15768" y="15476"/>
                </a:lnTo>
                <a:lnTo>
                  <a:pt x="15744" y="15524"/>
                </a:lnTo>
                <a:lnTo>
                  <a:pt x="15744" y="15573"/>
                </a:lnTo>
                <a:lnTo>
                  <a:pt x="15792" y="15622"/>
                </a:lnTo>
                <a:lnTo>
                  <a:pt x="15865" y="15670"/>
                </a:lnTo>
                <a:lnTo>
                  <a:pt x="15938" y="15646"/>
                </a:lnTo>
                <a:lnTo>
                  <a:pt x="16109" y="15524"/>
                </a:lnTo>
                <a:lnTo>
                  <a:pt x="16303" y="15403"/>
                </a:lnTo>
                <a:lnTo>
                  <a:pt x="16376" y="15330"/>
                </a:lnTo>
                <a:lnTo>
                  <a:pt x="16425" y="15500"/>
                </a:lnTo>
                <a:lnTo>
                  <a:pt x="16449" y="15695"/>
                </a:lnTo>
                <a:lnTo>
                  <a:pt x="16376" y="15719"/>
                </a:lnTo>
                <a:lnTo>
                  <a:pt x="16255" y="15841"/>
                </a:lnTo>
                <a:lnTo>
                  <a:pt x="16206" y="15938"/>
                </a:lnTo>
                <a:lnTo>
                  <a:pt x="16182" y="16011"/>
                </a:lnTo>
                <a:lnTo>
                  <a:pt x="16157" y="16060"/>
                </a:lnTo>
                <a:lnTo>
                  <a:pt x="16206" y="16108"/>
                </a:lnTo>
                <a:lnTo>
                  <a:pt x="16255" y="16133"/>
                </a:lnTo>
                <a:lnTo>
                  <a:pt x="16303" y="16133"/>
                </a:lnTo>
                <a:lnTo>
                  <a:pt x="16401" y="16108"/>
                </a:lnTo>
                <a:lnTo>
                  <a:pt x="16401" y="16108"/>
                </a:lnTo>
                <a:lnTo>
                  <a:pt x="16328" y="16327"/>
                </a:lnTo>
                <a:lnTo>
                  <a:pt x="16255" y="16449"/>
                </a:lnTo>
                <a:lnTo>
                  <a:pt x="16157" y="16546"/>
                </a:lnTo>
                <a:lnTo>
                  <a:pt x="16060" y="16619"/>
                </a:lnTo>
                <a:lnTo>
                  <a:pt x="15963" y="16668"/>
                </a:lnTo>
                <a:lnTo>
                  <a:pt x="15841" y="16692"/>
                </a:lnTo>
                <a:lnTo>
                  <a:pt x="15719" y="16692"/>
                </a:lnTo>
                <a:lnTo>
                  <a:pt x="15598" y="16668"/>
                </a:lnTo>
                <a:lnTo>
                  <a:pt x="15452" y="16644"/>
                </a:lnTo>
                <a:lnTo>
                  <a:pt x="15160" y="16522"/>
                </a:lnTo>
                <a:lnTo>
                  <a:pt x="14843" y="16327"/>
                </a:lnTo>
                <a:lnTo>
                  <a:pt x="14527" y="16108"/>
                </a:lnTo>
                <a:lnTo>
                  <a:pt x="14186" y="15841"/>
                </a:lnTo>
                <a:lnTo>
                  <a:pt x="13870" y="15549"/>
                </a:lnTo>
                <a:lnTo>
                  <a:pt x="13554" y="15257"/>
                </a:lnTo>
                <a:lnTo>
                  <a:pt x="12970" y="14649"/>
                </a:lnTo>
                <a:lnTo>
                  <a:pt x="12167" y="13797"/>
                </a:lnTo>
                <a:lnTo>
                  <a:pt x="11291" y="12897"/>
                </a:lnTo>
                <a:lnTo>
                  <a:pt x="10439" y="11972"/>
                </a:lnTo>
                <a:lnTo>
                  <a:pt x="10001" y="11534"/>
                </a:lnTo>
                <a:lnTo>
                  <a:pt x="9539" y="11096"/>
                </a:lnTo>
                <a:lnTo>
                  <a:pt x="9076" y="10658"/>
                </a:lnTo>
                <a:lnTo>
                  <a:pt x="8614" y="10269"/>
                </a:lnTo>
                <a:lnTo>
                  <a:pt x="8566" y="10244"/>
                </a:lnTo>
                <a:lnTo>
                  <a:pt x="9904" y="8638"/>
                </a:lnTo>
                <a:close/>
                <a:moveTo>
                  <a:pt x="1071" y="0"/>
                </a:moveTo>
                <a:lnTo>
                  <a:pt x="828" y="73"/>
                </a:lnTo>
                <a:lnTo>
                  <a:pt x="609" y="171"/>
                </a:lnTo>
                <a:lnTo>
                  <a:pt x="414" y="317"/>
                </a:lnTo>
                <a:lnTo>
                  <a:pt x="244" y="511"/>
                </a:lnTo>
                <a:lnTo>
                  <a:pt x="122" y="730"/>
                </a:lnTo>
                <a:lnTo>
                  <a:pt x="25" y="949"/>
                </a:lnTo>
                <a:lnTo>
                  <a:pt x="25" y="1071"/>
                </a:lnTo>
                <a:lnTo>
                  <a:pt x="25" y="1193"/>
                </a:lnTo>
                <a:lnTo>
                  <a:pt x="25" y="1314"/>
                </a:lnTo>
                <a:lnTo>
                  <a:pt x="49" y="1436"/>
                </a:lnTo>
                <a:lnTo>
                  <a:pt x="25" y="1777"/>
                </a:lnTo>
                <a:lnTo>
                  <a:pt x="1" y="2117"/>
                </a:lnTo>
                <a:lnTo>
                  <a:pt x="25" y="2215"/>
                </a:lnTo>
                <a:lnTo>
                  <a:pt x="74" y="2263"/>
                </a:lnTo>
                <a:lnTo>
                  <a:pt x="147" y="2288"/>
                </a:lnTo>
                <a:lnTo>
                  <a:pt x="244" y="2263"/>
                </a:lnTo>
                <a:lnTo>
                  <a:pt x="341" y="2239"/>
                </a:lnTo>
                <a:lnTo>
                  <a:pt x="317" y="2896"/>
                </a:lnTo>
                <a:lnTo>
                  <a:pt x="341" y="2993"/>
                </a:lnTo>
                <a:lnTo>
                  <a:pt x="414" y="3042"/>
                </a:lnTo>
                <a:lnTo>
                  <a:pt x="560" y="3042"/>
                </a:lnTo>
                <a:lnTo>
                  <a:pt x="658" y="3018"/>
                </a:lnTo>
                <a:lnTo>
                  <a:pt x="658" y="3285"/>
                </a:lnTo>
                <a:lnTo>
                  <a:pt x="658" y="3431"/>
                </a:lnTo>
                <a:lnTo>
                  <a:pt x="682" y="3529"/>
                </a:lnTo>
                <a:lnTo>
                  <a:pt x="731" y="3650"/>
                </a:lnTo>
                <a:lnTo>
                  <a:pt x="779" y="3723"/>
                </a:lnTo>
                <a:lnTo>
                  <a:pt x="876" y="3748"/>
                </a:lnTo>
                <a:lnTo>
                  <a:pt x="998" y="3772"/>
                </a:lnTo>
                <a:lnTo>
                  <a:pt x="949" y="3942"/>
                </a:lnTo>
                <a:lnTo>
                  <a:pt x="949" y="4137"/>
                </a:lnTo>
                <a:lnTo>
                  <a:pt x="949" y="4332"/>
                </a:lnTo>
                <a:lnTo>
                  <a:pt x="998" y="4526"/>
                </a:lnTo>
                <a:lnTo>
                  <a:pt x="1047" y="4575"/>
                </a:lnTo>
                <a:lnTo>
                  <a:pt x="1095" y="4624"/>
                </a:lnTo>
                <a:lnTo>
                  <a:pt x="1168" y="4648"/>
                </a:lnTo>
                <a:lnTo>
                  <a:pt x="1241" y="4624"/>
                </a:lnTo>
                <a:lnTo>
                  <a:pt x="1339" y="4551"/>
                </a:lnTo>
                <a:lnTo>
                  <a:pt x="1363" y="4745"/>
                </a:lnTo>
                <a:lnTo>
                  <a:pt x="1436" y="4916"/>
                </a:lnTo>
                <a:lnTo>
                  <a:pt x="1533" y="5086"/>
                </a:lnTo>
                <a:lnTo>
                  <a:pt x="1655" y="5232"/>
                </a:lnTo>
                <a:lnTo>
                  <a:pt x="1728" y="5281"/>
                </a:lnTo>
                <a:lnTo>
                  <a:pt x="1801" y="5281"/>
                </a:lnTo>
                <a:lnTo>
                  <a:pt x="1874" y="5256"/>
                </a:lnTo>
                <a:lnTo>
                  <a:pt x="1850" y="5378"/>
                </a:lnTo>
                <a:lnTo>
                  <a:pt x="1874" y="5500"/>
                </a:lnTo>
                <a:lnTo>
                  <a:pt x="1923" y="5621"/>
                </a:lnTo>
                <a:lnTo>
                  <a:pt x="1996" y="5719"/>
                </a:lnTo>
                <a:lnTo>
                  <a:pt x="2093" y="5792"/>
                </a:lnTo>
                <a:lnTo>
                  <a:pt x="2190" y="5840"/>
                </a:lnTo>
                <a:lnTo>
                  <a:pt x="2263" y="5840"/>
                </a:lnTo>
                <a:lnTo>
                  <a:pt x="2361" y="5816"/>
                </a:lnTo>
                <a:lnTo>
                  <a:pt x="2458" y="5986"/>
                </a:lnTo>
                <a:lnTo>
                  <a:pt x="2434" y="6084"/>
                </a:lnTo>
                <a:lnTo>
                  <a:pt x="2434" y="6181"/>
                </a:lnTo>
                <a:lnTo>
                  <a:pt x="2482" y="6424"/>
                </a:lnTo>
                <a:lnTo>
                  <a:pt x="2531" y="6473"/>
                </a:lnTo>
                <a:lnTo>
                  <a:pt x="2580" y="6522"/>
                </a:lnTo>
                <a:lnTo>
                  <a:pt x="2653" y="6522"/>
                </a:lnTo>
                <a:lnTo>
                  <a:pt x="2726" y="6473"/>
                </a:lnTo>
                <a:lnTo>
                  <a:pt x="2823" y="6424"/>
                </a:lnTo>
                <a:lnTo>
                  <a:pt x="2847" y="6546"/>
                </a:lnTo>
                <a:lnTo>
                  <a:pt x="2896" y="6643"/>
                </a:lnTo>
                <a:lnTo>
                  <a:pt x="2969" y="6741"/>
                </a:lnTo>
                <a:lnTo>
                  <a:pt x="3042" y="6838"/>
                </a:lnTo>
                <a:lnTo>
                  <a:pt x="3139" y="6887"/>
                </a:lnTo>
                <a:lnTo>
                  <a:pt x="3261" y="6911"/>
                </a:lnTo>
                <a:lnTo>
                  <a:pt x="3383" y="6911"/>
                </a:lnTo>
                <a:lnTo>
                  <a:pt x="3529" y="6887"/>
                </a:lnTo>
                <a:lnTo>
                  <a:pt x="3553" y="6887"/>
                </a:lnTo>
                <a:lnTo>
                  <a:pt x="3553" y="6911"/>
                </a:lnTo>
                <a:lnTo>
                  <a:pt x="3529" y="6984"/>
                </a:lnTo>
                <a:lnTo>
                  <a:pt x="3504" y="7130"/>
                </a:lnTo>
                <a:lnTo>
                  <a:pt x="3504" y="7252"/>
                </a:lnTo>
                <a:lnTo>
                  <a:pt x="3529" y="7276"/>
                </a:lnTo>
                <a:lnTo>
                  <a:pt x="3553" y="7325"/>
                </a:lnTo>
                <a:lnTo>
                  <a:pt x="3626" y="7349"/>
                </a:lnTo>
                <a:lnTo>
                  <a:pt x="3723" y="7349"/>
                </a:lnTo>
                <a:lnTo>
                  <a:pt x="3845" y="7300"/>
                </a:lnTo>
                <a:lnTo>
                  <a:pt x="3942" y="7252"/>
                </a:lnTo>
                <a:lnTo>
                  <a:pt x="3942" y="7373"/>
                </a:lnTo>
                <a:lnTo>
                  <a:pt x="3967" y="7470"/>
                </a:lnTo>
                <a:lnTo>
                  <a:pt x="3991" y="7568"/>
                </a:lnTo>
                <a:lnTo>
                  <a:pt x="4088" y="7641"/>
                </a:lnTo>
                <a:lnTo>
                  <a:pt x="4210" y="7689"/>
                </a:lnTo>
                <a:lnTo>
                  <a:pt x="4283" y="7714"/>
                </a:lnTo>
                <a:lnTo>
                  <a:pt x="4356" y="7689"/>
                </a:lnTo>
                <a:lnTo>
                  <a:pt x="4453" y="7641"/>
                </a:lnTo>
                <a:lnTo>
                  <a:pt x="4453" y="7762"/>
                </a:lnTo>
                <a:lnTo>
                  <a:pt x="4453" y="7884"/>
                </a:lnTo>
                <a:lnTo>
                  <a:pt x="4478" y="7933"/>
                </a:lnTo>
                <a:lnTo>
                  <a:pt x="4526" y="7981"/>
                </a:lnTo>
                <a:lnTo>
                  <a:pt x="4575" y="8030"/>
                </a:lnTo>
                <a:lnTo>
                  <a:pt x="4648" y="8054"/>
                </a:lnTo>
                <a:lnTo>
                  <a:pt x="4770" y="8103"/>
                </a:lnTo>
                <a:lnTo>
                  <a:pt x="4891" y="8079"/>
                </a:lnTo>
                <a:lnTo>
                  <a:pt x="5013" y="8054"/>
                </a:lnTo>
                <a:lnTo>
                  <a:pt x="5110" y="7981"/>
                </a:lnTo>
                <a:lnTo>
                  <a:pt x="5159" y="8079"/>
                </a:lnTo>
                <a:lnTo>
                  <a:pt x="5208" y="8103"/>
                </a:lnTo>
                <a:lnTo>
                  <a:pt x="5232" y="8127"/>
                </a:lnTo>
                <a:lnTo>
                  <a:pt x="5329" y="8103"/>
                </a:lnTo>
                <a:lnTo>
                  <a:pt x="5329" y="8127"/>
                </a:lnTo>
                <a:lnTo>
                  <a:pt x="5329" y="8152"/>
                </a:lnTo>
                <a:lnTo>
                  <a:pt x="5354" y="8152"/>
                </a:lnTo>
                <a:lnTo>
                  <a:pt x="5475" y="8103"/>
                </a:lnTo>
                <a:lnTo>
                  <a:pt x="5597" y="8054"/>
                </a:lnTo>
                <a:lnTo>
                  <a:pt x="5597" y="8225"/>
                </a:lnTo>
                <a:lnTo>
                  <a:pt x="5646" y="8298"/>
                </a:lnTo>
                <a:lnTo>
                  <a:pt x="5694" y="8346"/>
                </a:lnTo>
                <a:lnTo>
                  <a:pt x="5840" y="8444"/>
                </a:lnTo>
                <a:lnTo>
                  <a:pt x="5938" y="8492"/>
                </a:lnTo>
                <a:lnTo>
                  <a:pt x="6059" y="8492"/>
                </a:lnTo>
                <a:lnTo>
                  <a:pt x="6181" y="8468"/>
                </a:lnTo>
                <a:lnTo>
                  <a:pt x="6278" y="8419"/>
                </a:lnTo>
                <a:lnTo>
                  <a:pt x="6400" y="8492"/>
                </a:lnTo>
                <a:lnTo>
                  <a:pt x="6546" y="8565"/>
                </a:lnTo>
                <a:lnTo>
                  <a:pt x="6668" y="8687"/>
                </a:lnTo>
                <a:lnTo>
                  <a:pt x="3383" y="11729"/>
                </a:lnTo>
                <a:lnTo>
                  <a:pt x="1947" y="13067"/>
                </a:lnTo>
                <a:lnTo>
                  <a:pt x="1314" y="13627"/>
                </a:lnTo>
                <a:lnTo>
                  <a:pt x="1022" y="13943"/>
                </a:lnTo>
                <a:lnTo>
                  <a:pt x="731" y="14259"/>
                </a:lnTo>
                <a:lnTo>
                  <a:pt x="585" y="14503"/>
                </a:lnTo>
                <a:lnTo>
                  <a:pt x="463" y="14770"/>
                </a:lnTo>
                <a:lnTo>
                  <a:pt x="341" y="15087"/>
                </a:lnTo>
                <a:lnTo>
                  <a:pt x="268" y="15403"/>
                </a:lnTo>
                <a:lnTo>
                  <a:pt x="268" y="15573"/>
                </a:lnTo>
                <a:lnTo>
                  <a:pt x="268" y="15719"/>
                </a:lnTo>
                <a:lnTo>
                  <a:pt x="268" y="15865"/>
                </a:lnTo>
                <a:lnTo>
                  <a:pt x="317" y="16011"/>
                </a:lnTo>
                <a:lnTo>
                  <a:pt x="366" y="16157"/>
                </a:lnTo>
                <a:lnTo>
                  <a:pt x="463" y="16279"/>
                </a:lnTo>
                <a:lnTo>
                  <a:pt x="560" y="16376"/>
                </a:lnTo>
                <a:lnTo>
                  <a:pt x="682" y="16473"/>
                </a:lnTo>
                <a:lnTo>
                  <a:pt x="731" y="16522"/>
                </a:lnTo>
                <a:lnTo>
                  <a:pt x="852" y="16644"/>
                </a:lnTo>
                <a:lnTo>
                  <a:pt x="974" y="16741"/>
                </a:lnTo>
                <a:lnTo>
                  <a:pt x="1095" y="16790"/>
                </a:lnTo>
                <a:lnTo>
                  <a:pt x="1241" y="16838"/>
                </a:lnTo>
                <a:lnTo>
                  <a:pt x="1387" y="16863"/>
                </a:lnTo>
                <a:lnTo>
                  <a:pt x="1679" y="16863"/>
                </a:lnTo>
                <a:lnTo>
                  <a:pt x="1850" y="16838"/>
                </a:lnTo>
                <a:lnTo>
                  <a:pt x="2142" y="16741"/>
                </a:lnTo>
                <a:lnTo>
                  <a:pt x="2434" y="16595"/>
                </a:lnTo>
                <a:lnTo>
                  <a:pt x="2701" y="16425"/>
                </a:lnTo>
                <a:lnTo>
                  <a:pt x="2920" y="16254"/>
                </a:lnTo>
                <a:lnTo>
                  <a:pt x="3285" y="15938"/>
                </a:lnTo>
                <a:lnTo>
                  <a:pt x="3650" y="15597"/>
                </a:lnTo>
                <a:lnTo>
                  <a:pt x="4356" y="14892"/>
                </a:lnTo>
                <a:lnTo>
                  <a:pt x="5694" y="13432"/>
                </a:lnTo>
                <a:lnTo>
                  <a:pt x="7057" y="11972"/>
                </a:lnTo>
                <a:lnTo>
                  <a:pt x="8371" y="10463"/>
                </a:lnTo>
                <a:lnTo>
                  <a:pt x="8833" y="11047"/>
                </a:lnTo>
                <a:lnTo>
                  <a:pt x="9320" y="11583"/>
                </a:lnTo>
                <a:lnTo>
                  <a:pt x="10342" y="12629"/>
                </a:lnTo>
                <a:lnTo>
                  <a:pt x="12386" y="14770"/>
                </a:lnTo>
                <a:lnTo>
                  <a:pt x="12775" y="15160"/>
                </a:lnTo>
                <a:lnTo>
                  <a:pt x="13237" y="15622"/>
                </a:lnTo>
                <a:lnTo>
                  <a:pt x="13773" y="16133"/>
                </a:lnTo>
                <a:lnTo>
                  <a:pt x="14065" y="16376"/>
                </a:lnTo>
                <a:lnTo>
                  <a:pt x="14357" y="16595"/>
                </a:lnTo>
                <a:lnTo>
                  <a:pt x="14649" y="16814"/>
                </a:lnTo>
                <a:lnTo>
                  <a:pt x="14965" y="16960"/>
                </a:lnTo>
                <a:lnTo>
                  <a:pt x="15257" y="17106"/>
                </a:lnTo>
                <a:lnTo>
                  <a:pt x="15549" y="17179"/>
                </a:lnTo>
                <a:lnTo>
                  <a:pt x="15695" y="17203"/>
                </a:lnTo>
                <a:lnTo>
                  <a:pt x="15963" y="17203"/>
                </a:lnTo>
                <a:lnTo>
                  <a:pt x="16084" y="17179"/>
                </a:lnTo>
                <a:lnTo>
                  <a:pt x="16230" y="17130"/>
                </a:lnTo>
                <a:lnTo>
                  <a:pt x="16352" y="17057"/>
                </a:lnTo>
                <a:lnTo>
                  <a:pt x="16474" y="16984"/>
                </a:lnTo>
                <a:lnTo>
                  <a:pt x="16595" y="16863"/>
                </a:lnTo>
                <a:lnTo>
                  <a:pt x="16741" y="16692"/>
                </a:lnTo>
                <a:lnTo>
                  <a:pt x="16863" y="16473"/>
                </a:lnTo>
                <a:lnTo>
                  <a:pt x="16936" y="16230"/>
                </a:lnTo>
                <a:lnTo>
                  <a:pt x="16984" y="15987"/>
                </a:lnTo>
                <a:lnTo>
                  <a:pt x="16984" y="15743"/>
                </a:lnTo>
                <a:lnTo>
                  <a:pt x="16960" y="15500"/>
                </a:lnTo>
                <a:lnTo>
                  <a:pt x="16911" y="15257"/>
                </a:lnTo>
                <a:lnTo>
                  <a:pt x="16838" y="15038"/>
                </a:lnTo>
                <a:lnTo>
                  <a:pt x="16668" y="14722"/>
                </a:lnTo>
                <a:lnTo>
                  <a:pt x="16425" y="14381"/>
                </a:lnTo>
                <a:lnTo>
                  <a:pt x="16157" y="14016"/>
                </a:lnTo>
                <a:lnTo>
                  <a:pt x="15865" y="13651"/>
                </a:lnTo>
                <a:lnTo>
                  <a:pt x="15549" y="13310"/>
                </a:lnTo>
                <a:lnTo>
                  <a:pt x="15233" y="12970"/>
                </a:lnTo>
                <a:lnTo>
                  <a:pt x="14673" y="12459"/>
                </a:lnTo>
                <a:lnTo>
                  <a:pt x="13967" y="11826"/>
                </a:lnTo>
                <a:lnTo>
                  <a:pt x="13262" y="11193"/>
                </a:lnTo>
                <a:lnTo>
                  <a:pt x="13286" y="11120"/>
                </a:lnTo>
                <a:lnTo>
                  <a:pt x="13286" y="11072"/>
                </a:lnTo>
                <a:lnTo>
                  <a:pt x="13262" y="11047"/>
                </a:lnTo>
                <a:lnTo>
                  <a:pt x="13189" y="11023"/>
                </a:lnTo>
                <a:lnTo>
                  <a:pt x="13091" y="11047"/>
                </a:lnTo>
                <a:lnTo>
                  <a:pt x="11631" y="9660"/>
                </a:lnTo>
                <a:lnTo>
                  <a:pt x="10196" y="8273"/>
                </a:lnTo>
                <a:lnTo>
                  <a:pt x="10707" y="7641"/>
                </a:lnTo>
                <a:lnTo>
                  <a:pt x="10828" y="7762"/>
                </a:lnTo>
                <a:lnTo>
                  <a:pt x="10974" y="7860"/>
                </a:lnTo>
                <a:lnTo>
                  <a:pt x="11120" y="7933"/>
                </a:lnTo>
                <a:lnTo>
                  <a:pt x="11291" y="8006"/>
                </a:lnTo>
                <a:lnTo>
                  <a:pt x="11461" y="8054"/>
                </a:lnTo>
                <a:lnTo>
                  <a:pt x="11631" y="8103"/>
                </a:lnTo>
                <a:lnTo>
                  <a:pt x="11996" y="8127"/>
                </a:lnTo>
                <a:lnTo>
                  <a:pt x="12264" y="8127"/>
                </a:lnTo>
                <a:lnTo>
                  <a:pt x="12532" y="8103"/>
                </a:lnTo>
                <a:lnTo>
                  <a:pt x="12799" y="8030"/>
                </a:lnTo>
                <a:lnTo>
                  <a:pt x="13067" y="7933"/>
                </a:lnTo>
                <a:lnTo>
                  <a:pt x="13310" y="7811"/>
                </a:lnTo>
                <a:lnTo>
                  <a:pt x="13554" y="7665"/>
                </a:lnTo>
                <a:lnTo>
                  <a:pt x="13773" y="7519"/>
                </a:lnTo>
                <a:lnTo>
                  <a:pt x="13992" y="7349"/>
                </a:lnTo>
                <a:lnTo>
                  <a:pt x="14235" y="7130"/>
                </a:lnTo>
                <a:lnTo>
                  <a:pt x="14478" y="6911"/>
                </a:lnTo>
                <a:lnTo>
                  <a:pt x="14697" y="6668"/>
                </a:lnTo>
                <a:lnTo>
                  <a:pt x="14892" y="6400"/>
                </a:lnTo>
                <a:lnTo>
                  <a:pt x="15281" y="5865"/>
                </a:lnTo>
                <a:lnTo>
                  <a:pt x="15622" y="5305"/>
                </a:lnTo>
                <a:lnTo>
                  <a:pt x="16011" y="4697"/>
                </a:lnTo>
                <a:lnTo>
                  <a:pt x="16376" y="4064"/>
                </a:lnTo>
                <a:lnTo>
                  <a:pt x="16692" y="3407"/>
                </a:lnTo>
                <a:lnTo>
                  <a:pt x="16960" y="2726"/>
                </a:lnTo>
                <a:lnTo>
                  <a:pt x="16984" y="2628"/>
                </a:lnTo>
                <a:lnTo>
                  <a:pt x="16960" y="2555"/>
                </a:lnTo>
                <a:lnTo>
                  <a:pt x="16960" y="2507"/>
                </a:lnTo>
                <a:lnTo>
                  <a:pt x="16960" y="2434"/>
                </a:lnTo>
                <a:lnTo>
                  <a:pt x="16911" y="2385"/>
                </a:lnTo>
                <a:lnTo>
                  <a:pt x="16863" y="2336"/>
                </a:lnTo>
                <a:lnTo>
                  <a:pt x="16814" y="2288"/>
                </a:lnTo>
                <a:lnTo>
                  <a:pt x="16692" y="2288"/>
                </a:lnTo>
                <a:lnTo>
                  <a:pt x="16644" y="2312"/>
                </a:lnTo>
                <a:lnTo>
                  <a:pt x="15646" y="3066"/>
                </a:lnTo>
                <a:lnTo>
                  <a:pt x="15160" y="3456"/>
                </a:lnTo>
                <a:lnTo>
                  <a:pt x="14649" y="3821"/>
                </a:lnTo>
                <a:lnTo>
                  <a:pt x="13919" y="4332"/>
                </a:lnTo>
                <a:lnTo>
                  <a:pt x="13919" y="4332"/>
                </a:lnTo>
                <a:lnTo>
                  <a:pt x="14746" y="3115"/>
                </a:lnTo>
                <a:lnTo>
                  <a:pt x="15476" y="2020"/>
                </a:lnTo>
                <a:lnTo>
                  <a:pt x="15671" y="1704"/>
                </a:lnTo>
                <a:lnTo>
                  <a:pt x="15768" y="1533"/>
                </a:lnTo>
                <a:lnTo>
                  <a:pt x="15817" y="1363"/>
                </a:lnTo>
                <a:lnTo>
                  <a:pt x="15890" y="1290"/>
                </a:lnTo>
                <a:lnTo>
                  <a:pt x="15963" y="1217"/>
                </a:lnTo>
                <a:lnTo>
                  <a:pt x="15987" y="1120"/>
                </a:lnTo>
                <a:lnTo>
                  <a:pt x="15963" y="1022"/>
                </a:lnTo>
                <a:lnTo>
                  <a:pt x="15890" y="949"/>
                </a:lnTo>
                <a:lnTo>
                  <a:pt x="15817" y="901"/>
                </a:lnTo>
                <a:lnTo>
                  <a:pt x="15744" y="876"/>
                </a:lnTo>
                <a:lnTo>
                  <a:pt x="15622" y="876"/>
                </a:lnTo>
                <a:lnTo>
                  <a:pt x="15549" y="949"/>
                </a:lnTo>
                <a:lnTo>
                  <a:pt x="14551" y="1777"/>
                </a:lnTo>
                <a:lnTo>
                  <a:pt x="13554" y="2580"/>
                </a:lnTo>
                <a:lnTo>
                  <a:pt x="13043" y="2920"/>
                </a:lnTo>
                <a:lnTo>
                  <a:pt x="12532" y="3310"/>
                </a:lnTo>
                <a:lnTo>
                  <a:pt x="12532" y="3310"/>
                </a:lnTo>
                <a:lnTo>
                  <a:pt x="12945" y="2653"/>
                </a:lnTo>
                <a:lnTo>
                  <a:pt x="13359" y="1996"/>
                </a:lnTo>
                <a:lnTo>
                  <a:pt x="13554" y="1752"/>
                </a:lnTo>
                <a:lnTo>
                  <a:pt x="13821" y="1436"/>
                </a:lnTo>
                <a:lnTo>
                  <a:pt x="13919" y="1290"/>
                </a:lnTo>
                <a:lnTo>
                  <a:pt x="14040" y="1120"/>
                </a:lnTo>
                <a:lnTo>
                  <a:pt x="14113" y="949"/>
                </a:lnTo>
                <a:lnTo>
                  <a:pt x="14162" y="779"/>
                </a:lnTo>
                <a:lnTo>
                  <a:pt x="14357" y="584"/>
                </a:lnTo>
                <a:lnTo>
                  <a:pt x="14430" y="487"/>
                </a:lnTo>
                <a:lnTo>
                  <a:pt x="14454" y="390"/>
                </a:lnTo>
                <a:lnTo>
                  <a:pt x="14430" y="292"/>
                </a:lnTo>
                <a:lnTo>
                  <a:pt x="14357" y="195"/>
                </a:lnTo>
                <a:lnTo>
                  <a:pt x="14284" y="146"/>
                </a:lnTo>
                <a:lnTo>
                  <a:pt x="14186" y="122"/>
                </a:lnTo>
                <a:lnTo>
                  <a:pt x="14065" y="122"/>
                </a:lnTo>
                <a:lnTo>
                  <a:pt x="13967" y="195"/>
                </a:lnTo>
                <a:lnTo>
                  <a:pt x="13554" y="560"/>
                </a:lnTo>
                <a:lnTo>
                  <a:pt x="13091" y="901"/>
                </a:lnTo>
                <a:lnTo>
                  <a:pt x="12629" y="1217"/>
                </a:lnTo>
                <a:lnTo>
                  <a:pt x="12142" y="1509"/>
                </a:lnTo>
                <a:lnTo>
                  <a:pt x="11680" y="1801"/>
                </a:lnTo>
                <a:lnTo>
                  <a:pt x="11193" y="2117"/>
                </a:lnTo>
                <a:lnTo>
                  <a:pt x="10755" y="2434"/>
                </a:lnTo>
                <a:lnTo>
                  <a:pt x="10317" y="2823"/>
                </a:lnTo>
                <a:lnTo>
                  <a:pt x="10147" y="2993"/>
                </a:lnTo>
                <a:lnTo>
                  <a:pt x="10001" y="3164"/>
                </a:lnTo>
                <a:lnTo>
                  <a:pt x="9855" y="3383"/>
                </a:lnTo>
                <a:lnTo>
                  <a:pt x="9733" y="3577"/>
                </a:lnTo>
                <a:lnTo>
                  <a:pt x="9612" y="3796"/>
                </a:lnTo>
                <a:lnTo>
                  <a:pt x="9514" y="4015"/>
                </a:lnTo>
                <a:lnTo>
                  <a:pt x="9417" y="4234"/>
                </a:lnTo>
                <a:lnTo>
                  <a:pt x="9368" y="4478"/>
                </a:lnTo>
                <a:lnTo>
                  <a:pt x="9320" y="4672"/>
                </a:lnTo>
                <a:lnTo>
                  <a:pt x="9295" y="4867"/>
                </a:lnTo>
                <a:lnTo>
                  <a:pt x="9295" y="5062"/>
                </a:lnTo>
                <a:lnTo>
                  <a:pt x="9295" y="5281"/>
                </a:lnTo>
                <a:lnTo>
                  <a:pt x="9344" y="5475"/>
                </a:lnTo>
                <a:lnTo>
                  <a:pt x="9393" y="5670"/>
                </a:lnTo>
                <a:lnTo>
                  <a:pt x="9441" y="5865"/>
                </a:lnTo>
                <a:lnTo>
                  <a:pt x="9539" y="6035"/>
                </a:lnTo>
                <a:lnTo>
                  <a:pt x="9514" y="6059"/>
                </a:lnTo>
                <a:lnTo>
                  <a:pt x="8760" y="6765"/>
                </a:lnTo>
                <a:lnTo>
                  <a:pt x="7422" y="5402"/>
                </a:lnTo>
                <a:lnTo>
                  <a:pt x="6059" y="4088"/>
                </a:lnTo>
                <a:lnTo>
                  <a:pt x="3358" y="1412"/>
                </a:lnTo>
                <a:lnTo>
                  <a:pt x="2872" y="925"/>
                </a:lnTo>
                <a:lnTo>
                  <a:pt x="2604" y="682"/>
                </a:lnTo>
                <a:lnTo>
                  <a:pt x="2336" y="438"/>
                </a:lnTo>
                <a:lnTo>
                  <a:pt x="2044" y="244"/>
                </a:lnTo>
                <a:lnTo>
                  <a:pt x="1898" y="171"/>
                </a:lnTo>
                <a:lnTo>
                  <a:pt x="1728" y="98"/>
                </a:lnTo>
                <a:lnTo>
                  <a:pt x="1582" y="49"/>
                </a:lnTo>
                <a:lnTo>
                  <a:pt x="1412" y="0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6" name="Google Shape;33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830920">
            <a:off x="3300500" y="2068325"/>
            <a:ext cx="660300" cy="24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2">
            <a:off x="3178225" y="2349487"/>
            <a:ext cx="660300" cy="24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1030222">
            <a:off x="3299175" y="2680525"/>
            <a:ext cx="660300" cy="24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 rot="2">
            <a:off x="5850150" y="2358777"/>
            <a:ext cx="660300" cy="22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 rot="-856966">
            <a:off x="5722325" y="2033277"/>
            <a:ext cx="660300" cy="22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 rot="589626">
            <a:off x="5809262" y="2661002"/>
            <a:ext cx="660300" cy="22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337334">
            <a:off x="3308256" y="1883311"/>
            <a:ext cx="1078889" cy="272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2700053">
            <a:off x="3909481" y="1660665"/>
            <a:ext cx="726616" cy="2720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400059">
            <a:off x="4780175" y="1635945"/>
            <a:ext cx="272250" cy="272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8100006">
            <a:off x="5136506" y="1588772"/>
            <a:ext cx="760237" cy="2721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9356858">
            <a:off x="5401554" y="1826809"/>
            <a:ext cx="1127519" cy="272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1693124">
            <a:off x="3314731" y="2923386"/>
            <a:ext cx="1078889" cy="272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479483">
            <a:off x="4271115" y="3102076"/>
            <a:ext cx="466970" cy="272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6982072">
            <a:off x="5041215" y="3046848"/>
            <a:ext cx="394095" cy="272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8873667">
            <a:off x="5330807" y="2982387"/>
            <a:ext cx="987032" cy="272099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20"/>
          <p:cNvSpPr/>
          <p:nvPr/>
        </p:nvSpPr>
        <p:spPr>
          <a:xfrm>
            <a:off x="4931063" y="3379800"/>
            <a:ext cx="1118400" cy="10500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0"/>
          <p:cNvSpPr/>
          <p:nvPr/>
        </p:nvSpPr>
        <p:spPr>
          <a:xfrm>
            <a:off x="4973525" y="2567275"/>
            <a:ext cx="273615" cy="231173"/>
          </a:xfrm>
          <a:custGeom>
            <a:rect b="b" l="l" r="r" t="t"/>
            <a:pathLst>
              <a:path extrusionOk="0" h="8045" w="8709">
                <a:moveTo>
                  <a:pt x="8665" y="4793"/>
                </a:moveTo>
                <a:lnTo>
                  <a:pt x="8665" y="4793"/>
                </a:lnTo>
                <a:lnTo>
                  <a:pt x="8687" y="3916"/>
                </a:lnTo>
                <a:lnTo>
                  <a:pt x="8708" y="3038"/>
                </a:lnTo>
                <a:lnTo>
                  <a:pt x="8708" y="3038"/>
                </a:lnTo>
                <a:lnTo>
                  <a:pt x="8687" y="2717"/>
                </a:lnTo>
                <a:lnTo>
                  <a:pt x="8665" y="2396"/>
                </a:lnTo>
                <a:lnTo>
                  <a:pt x="8622" y="2225"/>
                </a:lnTo>
                <a:lnTo>
                  <a:pt x="8580" y="2076"/>
                </a:lnTo>
                <a:lnTo>
                  <a:pt x="8516" y="1926"/>
                </a:lnTo>
                <a:lnTo>
                  <a:pt x="8409" y="1797"/>
                </a:lnTo>
                <a:lnTo>
                  <a:pt x="8409" y="1797"/>
                </a:lnTo>
                <a:lnTo>
                  <a:pt x="8366" y="1733"/>
                </a:lnTo>
                <a:lnTo>
                  <a:pt x="8302" y="1690"/>
                </a:lnTo>
                <a:lnTo>
                  <a:pt x="8130" y="1626"/>
                </a:lnTo>
                <a:lnTo>
                  <a:pt x="7959" y="1583"/>
                </a:lnTo>
                <a:lnTo>
                  <a:pt x="7767" y="1541"/>
                </a:lnTo>
                <a:lnTo>
                  <a:pt x="7360" y="1541"/>
                </a:lnTo>
                <a:lnTo>
                  <a:pt x="7018" y="1541"/>
                </a:lnTo>
                <a:lnTo>
                  <a:pt x="7018" y="1541"/>
                </a:lnTo>
                <a:lnTo>
                  <a:pt x="6633" y="1541"/>
                </a:lnTo>
                <a:lnTo>
                  <a:pt x="6226" y="1562"/>
                </a:lnTo>
                <a:lnTo>
                  <a:pt x="6226" y="1562"/>
                </a:lnTo>
                <a:lnTo>
                  <a:pt x="6141" y="1562"/>
                </a:lnTo>
                <a:lnTo>
                  <a:pt x="6076" y="1541"/>
                </a:lnTo>
                <a:lnTo>
                  <a:pt x="6034" y="1519"/>
                </a:lnTo>
                <a:lnTo>
                  <a:pt x="6012" y="1476"/>
                </a:lnTo>
                <a:lnTo>
                  <a:pt x="6012" y="1348"/>
                </a:lnTo>
                <a:lnTo>
                  <a:pt x="6012" y="1177"/>
                </a:lnTo>
                <a:lnTo>
                  <a:pt x="6012" y="1177"/>
                </a:lnTo>
                <a:lnTo>
                  <a:pt x="6012" y="1006"/>
                </a:lnTo>
                <a:lnTo>
                  <a:pt x="6012" y="856"/>
                </a:lnTo>
                <a:lnTo>
                  <a:pt x="5991" y="770"/>
                </a:lnTo>
                <a:lnTo>
                  <a:pt x="5948" y="706"/>
                </a:lnTo>
                <a:lnTo>
                  <a:pt x="5905" y="663"/>
                </a:lnTo>
                <a:lnTo>
                  <a:pt x="5841" y="599"/>
                </a:lnTo>
                <a:lnTo>
                  <a:pt x="5841" y="599"/>
                </a:lnTo>
                <a:lnTo>
                  <a:pt x="5691" y="514"/>
                </a:lnTo>
                <a:lnTo>
                  <a:pt x="5520" y="428"/>
                </a:lnTo>
                <a:lnTo>
                  <a:pt x="5199" y="278"/>
                </a:lnTo>
                <a:lnTo>
                  <a:pt x="5199" y="278"/>
                </a:lnTo>
                <a:lnTo>
                  <a:pt x="4921" y="150"/>
                </a:lnTo>
                <a:lnTo>
                  <a:pt x="4793" y="86"/>
                </a:lnTo>
                <a:lnTo>
                  <a:pt x="4664" y="43"/>
                </a:lnTo>
                <a:lnTo>
                  <a:pt x="4515" y="22"/>
                </a:lnTo>
                <a:lnTo>
                  <a:pt x="4365" y="0"/>
                </a:lnTo>
                <a:lnTo>
                  <a:pt x="4236" y="22"/>
                </a:lnTo>
                <a:lnTo>
                  <a:pt x="4087" y="64"/>
                </a:lnTo>
                <a:lnTo>
                  <a:pt x="4087" y="64"/>
                </a:lnTo>
                <a:lnTo>
                  <a:pt x="3701" y="257"/>
                </a:lnTo>
                <a:lnTo>
                  <a:pt x="3316" y="428"/>
                </a:lnTo>
                <a:lnTo>
                  <a:pt x="3316" y="428"/>
                </a:lnTo>
                <a:lnTo>
                  <a:pt x="2995" y="599"/>
                </a:lnTo>
                <a:lnTo>
                  <a:pt x="2846" y="685"/>
                </a:lnTo>
                <a:lnTo>
                  <a:pt x="2717" y="792"/>
                </a:lnTo>
                <a:lnTo>
                  <a:pt x="2717" y="792"/>
                </a:lnTo>
                <a:lnTo>
                  <a:pt x="2674" y="856"/>
                </a:lnTo>
                <a:lnTo>
                  <a:pt x="2653" y="920"/>
                </a:lnTo>
                <a:lnTo>
                  <a:pt x="2632" y="984"/>
                </a:lnTo>
                <a:lnTo>
                  <a:pt x="2632" y="1049"/>
                </a:lnTo>
                <a:lnTo>
                  <a:pt x="2653" y="1177"/>
                </a:lnTo>
                <a:lnTo>
                  <a:pt x="2674" y="1327"/>
                </a:lnTo>
                <a:lnTo>
                  <a:pt x="2674" y="1327"/>
                </a:lnTo>
                <a:lnTo>
                  <a:pt x="2653" y="1391"/>
                </a:lnTo>
                <a:lnTo>
                  <a:pt x="2632" y="1455"/>
                </a:lnTo>
                <a:lnTo>
                  <a:pt x="2610" y="1476"/>
                </a:lnTo>
                <a:lnTo>
                  <a:pt x="2546" y="1498"/>
                </a:lnTo>
                <a:lnTo>
                  <a:pt x="2439" y="1498"/>
                </a:lnTo>
                <a:lnTo>
                  <a:pt x="2289" y="1498"/>
                </a:lnTo>
                <a:lnTo>
                  <a:pt x="2289" y="1498"/>
                </a:lnTo>
                <a:lnTo>
                  <a:pt x="1562" y="1519"/>
                </a:lnTo>
                <a:lnTo>
                  <a:pt x="1198" y="1562"/>
                </a:lnTo>
                <a:lnTo>
                  <a:pt x="856" y="1605"/>
                </a:lnTo>
                <a:lnTo>
                  <a:pt x="856" y="1605"/>
                </a:lnTo>
                <a:lnTo>
                  <a:pt x="706" y="1626"/>
                </a:lnTo>
                <a:lnTo>
                  <a:pt x="556" y="1669"/>
                </a:lnTo>
                <a:lnTo>
                  <a:pt x="407" y="1712"/>
                </a:lnTo>
                <a:lnTo>
                  <a:pt x="278" y="1797"/>
                </a:lnTo>
                <a:lnTo>
                  <a:pt x="278" y="1797"/>
                </a:lnTo>
                <a:lnTo>
                  <a:pt x="235" y="1862"/>
                </a:lnTo>
                <a:lnTo>
                  <a:pt x="193" y="1926"/>
                </a:lnTo>
                <a:lnTo>
                  <a:pt x="150" y="2097"/>
                </a:lnTo>
                <a:lnTo>
                  <a:pt x="86" y="2418"/>
                </a:lnTo>
                <a:lnTo>
                  <a:pt x="86" y="2418"/>
                </a:lnTo>
                <a:lnTo>
                  <a:pt x="43" y="2824"/>
                </a:lnTo>
                <a:lnTo>
                  <a:pt x="0" y="3231"/>
                </a:lnTo>
                <a:lnTo>
                  <a:pt x="0" y="3659"/>
                </a:lnTo>
                <a:lnTo>
                  <a:pt x="0" y="4065"/>
                </a:lnTo>
                <a:lnTo>
                  <a:pt x="43" y="4900"/>
                </a:lnTo>
                <a:lnTo>
                  <a:pt x="64" y="5734"/>
                </a:lnTo>
                <a:lnTo>
                  <a:pt x="64" y="5734"/>
                </a:lnTo>
                <a:lnTo>
                  <a:pt x="43" y="5798"/>
                </a:lnTo>
                <a:lnTo>
                  <a:pt x="43" y="5970"/>
                </a:lnTo>
                <a:lnTo>
                  <a:pt x="43" y="6483"/>
                </a:lnTo>
                <a:lnTo>
                  <a:pt x="86" y="7039"/>
                </a:lnTo>
                <a:lnTo>
                  <a:pt x="107" y="7253"/>
                </a:lnTo>
                <a:lnTo>
                  <a:pt x="128" y="7360"/>
                </a:lnTo>
                <a:lnTo>
                  <a:pt x="128" y="7360"/>
                </a:lnTo>
                <a:lnTo>
                  <a:pt x="214" y="7510"/>
                </a:lnTo>
                <a:lnTo>
                  <a:pt x="342" y="7617"/>
                </a:lnTo>
                <a:lnTo>
                  <a:pt x="514" y="7724"/>
                </a:lnTo>
                <a:lnTo>
                  <a:pt x="685" y="7810"/>
                </a:lnTo>
                <a:lnTo>
                  <a:pt x="877" y="7874"/>
                </a:lnTo>
                <a:lnTo>
                  <a:pt x="1070" y="7938"/>
                </a:lnTo>
                <a:lnTo>
                  <a:pt x="1412" y="8002"/>
                </a:lnTo>
                <a:lnTo>
                  <a:pt x="1412" y="8002"/>
                </a:lnTo>
                <a:lnTo>
                  <a:pt x="1861" y="8045"/>
                </a:lnTo>
                <a:lnTo>
                  <a:pt x="2332" y="8045"/>
                </a:lnTo>
                <a:lnTo>
                  <a:pt x="2803" y="8045"/>
                </a:lnTo>
                <a:lnTo>
                  <a:pt x="3252" y="8024"/>
                </a:lnTo>
                <a:lnTo>
                  <a:pt x="4194" y="7959"/>
                </a:lnTo>
                <a:lnTo>
                  <a:pt x="4664" y="7959"/>
                </a:lnTo>
                <a:lnTo>
                  <a:pt x="5114" y="7959"/>
                </a:lnTo>
                <a:lnTo>
                  <a:pt x="5114" y="7959"/>
                </a:lnTo>
                <a:lnTo>
                  <a:pt x="5969" y="7981"/>
                </a:lnTo>
                <a:lnTo>
                  <a:pt x="6397" y="7981"/>
                </a:lnTo>
                <a:lnTo>
                  <a:pt x="6825" y="7959"/>
                </a:lnTo>
                <a:lnTo>
                  <a:pt x="6825" y="7959"/>
                </a:lnTo>
                <a:lnTo>
                  <a:pt x="7210" y="7938"/>
                </a:lnTo>
                <a:lnTo>
                  <a:pt x="7617" y="7917"/>
                </a:lnTo>
                <a:lnTo>
                  <a:pt x="7809" y="7874"/>
                </a:lnTo>
                <a:lnTo>
                  <a:pt x="8023" y="7852"/>
                </a:lnTo>
                <a:lnTo>
                  <a:pt x="8195" y="7788"/>
                </a:lnTo>
                <a:lnTo>
                  <a:pt x="8366" y="7703"/>
                </a:lnTo>
                <a:lnTo>
                  <a:pt x="8366" y="7703"/>
                </a:lnTo>
                <a:lnTo>
                  <a:pt x="8430" y="7660"/>
                </a:lnTo>
                <a:lnTo>
                  <a:pt x="8494" y="7617"/>
                </a:lnTo>
                <a:lnTo>
                  <a:pt x="8580" y="7467"/>
                </a:lnTo>
                <a:lnTo>
                  <a:pt x="8622" y="7318"/>
                </a:lnTo>
                <a:lnTo>
                  <a:pt x="8665" y="7146"/>
                </a:lnTo>
                <a:lnTo>
                  <a:pt x="8665" y="6954"/>
                </a:lnTo>
                <a:lnTo>
                  <a:pt x="8665" y="6783"/>
                </a:lnTo>
                <a:lnTo>
                  <a:pt x="8644" y="6462"/>
                </a:lnTo>
                <a:lnTo>
                  <a:pt x="8644" y="6462"/>
                </a:lnTo>
                <a:lnTo>
                  <a:pt x="8665" y="4793"/>
                </a:lnTo>
                <a:lnTo>
                  <a:pt x="8665" y="4793"/>
                </a:lnTo>
                <a:close/>
                <a:moveTo>
                  <a:pt x="3124" y="1049"/>
                </a:moveTo>
                <a:lnTo>
                  <a:pt x="3124" y="1049"/>
                </a:lnTo>
                <a:lnTo>
                  <a:pt x="3167" y="963"/>
                </a:lnTo>
                <a:lnTo>
                  <a:pt x="3252" y="920"/>
                </a:lnTo>
                <a:lnTo>
                  <a:pt x="3252" y="920"/>
                </a:lnTo>
                <a:lnTo>
                  <a:pt x="3445" y="856"/>
                </a:lnTo>
                <a:lnTo>
                  <a:pt x="3637" y="792"/>
                </a:lnTo>
                <a:lnTo>
                  <a:pt x="3830" y="728"/>
                </a:lnTo>
                <a:lnTo>
                  <a:pt x="4022" y="642"/>
                </a:lnTo>
                <a:lnTo>
                  <a:pt x="4022" y="642"/>
                </a:lnTo>
                <a:lnTo>
                  <a:pt x="4236" y="535"/>
                </a:lnTo>
                <a:lnTo>
                  <a:pt x="4408" y="471"/>
                </a:lnTo>
                <a:lnTo>
                  <a:pt x="4493" y="471"/>
                </a:lnTo>
                <a:lnTo>
                  <a:pt x="4579" y="471"/>
                </a:lnTo>
                <a:lnTo>
                  <a:pt x="4664" y="492"/>
                </a:lnTo>
                <a:lnTo>
                  <a:pt x="4793" y="535"/>
                </a:lnTo>
                <a:lnTo>
                  <a:pt x="4793" y="535"/>
                </a:lnTo>
                <a:lnTo>
                  <a:pt x="5178" y="663"/>
                </a:lnTo>
                <a:lnTo>
                  <a:pt x="5370" y="749"/>
                </a:lnTo>
                <a:lnTo>
                  <a:pt x="5456" y="792"/>
                </a:lnTo>
                <a:lnTo>
                  <a:pt x="5499" y="856"/>
                </a:lnTo>
                <a:lnTo>
                  <a:pt x="5499" y="856"/>
                </a:lnTo>
                <a:lnTo>
                  <a:pt x="5542" y="920"/>
                </a:lnTo>
                <a:lnTo>
                  <a:pt x="5584" y="1006"/>
                </a:lnTo>
                <a:lnTo>
                  <a:pt x="5627" y="1198"/>
                </a:lnTo>
                <a:lnTo>
                  <a:pt x="5627" y="1412"/>
                </a:lnTo>
                <a:lnTo>
                  <a:pt x="5606" y="1498"/>
                </a:lnTo>
                <a:lnTo>
                  <a:pt x="5584" y="1583"/>
                </a:lnTo>
                <a:lnTo>
                  <a:pt x="5584" y="1583"/>
                </a:lnTo>
                <a:lnTo>
                  <a:pt x="5542" y="1626"/>
                </a:lnTo>
                <a:lnTo>
                  <a:pt x="5456" y="1669"/>
                </a:lnTo>
                <a:lnTo>
                  <a:pt x="5242" y="1755"/>
                </a:lnTo>
                <a:lnTo>
                  <a:pt x="5049" y="1797"/>
                </a:lnTo>
                <a:lnTo>
                  <a:pt x="4985" y="1797"/>
                </a:lnTo>
                <a:lnTo>
                  <a:pt x="4964" y="1776"/>
                </a:lnTo>
                <a:lnTo>
                  <a:pt x="4964" y="1776"/>
                </a:lnTo>
                <a:lnTo>
                  <a:pt x="3851" y="1755"/>
                </a:lnTo>
                <a:lnTo>
                  <a:pt x="3851" y="1755"/>
                </a:lnTo>
                <a:lnTo>
                  <a:pt x="3680" y="1755"/>
                </a:lnTo>
                <a:lnTo>
                  <a:pt x="3488" y="1755"/>
                </a:lnTo>
                <a:lnTo>
                  <a:pt x="3381" y="1733"/>
                </a:lnTo>
                <a:lnTo>
                  <a:pt x="3295" y="1712"/>
                </a:lnTo>
                <a:lnTo>
                  <a:pt x="3231" y="1669"/>
                </a:lnTo>
                <a:lnTo>
                  <a:pt x="3167" y="1605"/>
                </a:lnTo>
                <a:lnTo>
                  <a:pt x="3167" y="1605"/>
                </a:lnTo>
                <a:lnTo>
                  <a:pt x="3145" y="1519"/>
                </a:lnTo>
                <a:lnTo>
                  <a:pt x="3124" y="1327"/>
                </a:lnTo>
                <a:lnTo>
                  <a:pt x="3102" y="1156"/>
                </a:lnTo>
                <a:lnTo>
                  <a:pt x="3124" y="1049"/>
                </a:lnTo>
                <a:lnTo>
                  <a:pt x="3124" y="1049"/>
                </a:lnTo>
                <a:close/>
                <a:moveTo>
                  <a:pt x="8216" y="4108"/>
                </a:moveTo>
                <a:lnTo>
                  <a:pt x="8216" y="4108"/>
                </a:lnTo>
                <a:lnTo>
                  <a:pt x="8195" y="4429"/>
                </a:lnTo>
                <a:lnTo>
                  <a:pt x="8152" y="4750"/>
                </a:lnTo>
                <a:lnTo>
                  <a:pt x="8109" y="5092"/>
                </a:lnTo>
                <a:lnTo>
                  <a:pt x="8088" y="5413"/>
                </a:lnTo>
                <a:lnTo>
                  <a:pt x="8088" y="5413"/>
                </a:lnTo>
                <a:lnTo>
                  <a:pt x="8088" y="6077"/>
                </a:lnTo>
                <a:lnTo>
                  <a:pt x="8088" y="6419"/>
                </a:lnTo>
                <a:lnTo>
                  <a:pt x="8066" y="6740"/>
                </a:lnTo>
                <a:lnTo>
                  <a:pt x="8066" y="6740"/>
                </a:lnTo>
                <a:lnTo>
                  <a:pt x="8045" y="6868"/>
                </a:lnTo>
                <a:lnTo>
                  <a:pt x="8023" y="6997"/>
                </a:lnTo>
                <a:lnTo>
                  <a:pt x="7959" y="7104"/>
                </a:lnTo>
                <a:lnTo>
                  <a:pt x="7916" y="7146"/>
                </a:lnTo>
                <a:lnTo>
                  <a:pt x="7852" y="7189"/>
                </a:lnTo>
                <a:lnTo>
                  <a:pt x="7852" y="7189"/>
                </a:lnTo>
                <a:lnTo>
                  <a:pt x="7745" y="7253"/>
                </a:lnTo>
                <a:lnTo>
                  <a:pt x="7595" y="7296"/>
                </a:lnTo>
                <a:lnTo>
                  <a:pt x="7339" y="7360"/>
                </a:lnTo>
                <a:lnTo>
                  <a:pt x="7339" y="7360"/>
                </a:lnTo>
                <a:lnTo>
                  <a:pt x="6697" y="7382"/>
                </a:lnTo>
                <a:lnTo>
                  <a:pt x="6312" y="7382"/>
                </a:lnTo>
                <a:lnTo>
                  <a:pt x="6183" y="7360"/>
                </a:lnTo>
                <a:lnTo>
                  <a:pt x="6141" y="7360"/>
                </a:lnTo>
                <a:lnTo>
                  <a:pt x="6141" y="7360"/>
                </a:lnTo>
                <a:lnTo>
                  <a:pt x="4621" y="7403"/>
                </a:lnTo>
                <a:lnTo>
                  <a:pt x="3102" y="7424"/>
                </a:lnTo>
                <a:lnTo>
                  <a:pt x="3102" y="7424"/>
                </a:lnTo>
                <a:lnTo>
                  <a:pt x="2781" y="7424"/>
                </a:lnTo>
                <a:lnTo>
                  <a:pt x="2461" y="7403"/>
                </a:lnTo>
                <a:lnTo>
                  <a:pt x="1797" y="7382"/>
                </a:lnTo>
                <a:lnTo>
                  <a:pt x="1797" y="7382"/>
                </a:lnTo>
                <a:lnTo>
                  <a:pt x="1519" y="7360"/>
                </a:lnTo>
                <a:lnTo>
                  <a:pt x="1348" y="7339"/>
                </a:lnTo>
                <a:lnTo>
                  <a:pt x="1198" y="7318"/>
                </a:lnTo>
                <a:lnTo>
                  <a:pt x="1070" y="7275"/>
                </a:lnTo>
                <a:lnTo>
                  <a:pt x="941" y="7189"/>
                </a:lnTo>
                <a:lnTo>
                  <a:pt x="834" y="7104"/>
                </a:lnTo>
                <a:lnTo>
                  <a:pt x="749" y="6975"/>
                </a:lnTo>
                <a:lnTo>
                  <a:pt x="749" y="6975"/>
                </a:lnTo>
                <a:lnTo>
                  <a:pt x="685" y="6847"/>
                </a:lnTo>
                <a:lnTo>
                  <a:pt x="663" y="6718"/>
                </a:lnTo>
                <a:lnTo>
                  <a:pt x="642" y="6397"/>
                </a:lnTo>
                <a:lnTo>
                  <a:pt x="642" y="5820"/>
                </a:lnTo>
                <a:lnTo>
                  <a:pt x="642" y="5820"/>
                </a:lnTo>
                <a:lnTo>
                  <a:pt x="599" y="4536"/>
                </a:lnTo>
                <a:lnTo>
                  <a:pt x="599" y="4536"/>
                </a:lnTo>
                <a:lnTo>
                  <a:pt x="578" y="3830"/>
                </a:lnTo>
                <a:lnTo>
                  <a:pt x="578" y="3124"/>
                </a:lnTo>
                <a:lnTo>
                  <a:pt x="578" y="3124"/>
                </a:lnTo>
                <a:lnTo>
                  <a:pt x="599" y="2889"/>
                </a:lnTo>
                <a:lnTo>
                  <a:pt x="620" y="2653"/>
                </a:lnTo>
                <a:lnTo>
                  <a:pt x="663" y="2546"/>
                </a:lnTo>
                <a:lnTo>
                  <a:pt x="706" y="2439"/>
                </a:lnTo>
                <a:lnTo>
                  <a:pt x="770" y="2354"/>
                </a:lnTo>
                <a:lnTo>
                  <a:pt x="856" y="2268"/>
                </a:lnTo>
                <a:lnTo>
                  <a:pt x="856" y="2268"/>
                </a:lnTo>
                <a:lnTo>
                  <a:pt x="984" y="2183"/>
                </a:lnTo>
                <a:lnTo>
                  <a:pt x="1134" y="2118"/>
                </a:lnTo>
                <a:lnTo>
                  <a:pt x="1262" y="2097"/>
                </a:lnTo>
                <a:lnTo>
                  <a:pt x="1434" y="2076"/>
                </a:lnTo>
                <a:lnTo>
                  <a:pt x="1733" y="2054"/>
                </a:lnTo>
                <a:lnTo>
                  <a:pt x="2033" y="2054"/>
                </a:lnTo>
                <a:lnTo>
                  <a:pt x="2033" y="2054"/>
                </a:lnTo>
                <a:lnTo>
                  <a:pt x="2289" y="2033"/>
                </a:lnTo>
                <a:lnTo>
                  <a:pt x="2546" y="1990"/>
                </a:lnTo>
                <a:lnTo>
                  <a:pt x="2546" y="1990"/>
                </a:lnTo>
                <a:lnTo>
                  <a:pt x="2674" y="2011"/>
                </a:lnTo>
                <a:lnTo>
                  <a:pt x="2717" y="2033"/>
                </a:lnTo>
                <a:lnTo>
                  <a:pt x="2739" y="2054"/>
                </a:lnTo>
                <a:lnTo>
                  <a:pt x="2781" y="2140"/>
                </a:lnTo>
                <a:lnTo>
                  <a:pt x="2867" y="2247"/>
                </a:lnTo>
                <a:lnTo>
                  <a:pt x="2867" y="2247"/>
                </a:lnTo>
                <a:lnTo>
                  <a:pt x="2974" y="2311"/>
                </a:lnTo>
                <a:lnTo>
                  <a:pt x="3102" y="2354"/>
                </a:lnTo>
                <a:lnTo>
                  <a:pt x="3252" y="2375"/>
                </a:lnTo>
                <a:lnTo>
                  <a:pt x="3402" y="2375"/>
                </a:lnTo>
                <a:lnTo>
                  <a:pt x="3723" y="2354"/>
                </a:lnTo>
                <a:lnTo>
                  <a:pt x="4001" y="2332"/>
                </a:lnTo>
                <a:lnTo>
                  <a:pt x="4001" y="2332"/>
                </a:lnTo>
                <a:lnTo>
                  <a:pt x="4686" y="2354"/>
                </a:lnTo>
                <a:lnTo>
                  <a:pt x="5370" y="2354"/>
                </a:lnTo>
                <a:lnTo>
                  <a:pt x="5370" y="2354"/>
                </a:lnTo>
                <a:lnTo>
                  <a:pt x="5542" y="2354"/>
                </a:lnTo>
                <a:lnTo>
                  <a:pt x="5670" y="2332"/>
                </a:lnTo>
                <a:lnTo>
                  <a:pt x="5777" y="2290"/>
                </a:lnTo>
                <a:lnTo>
                  <a:pt x="5927" y="2225"/>
                </a:lnTo>
                <a:lnTo>
                  <a:pt x="5927" y="2225"/>
                </a:lnTo>
                <a:lnTo>
                  <a:pt x="6055" y="2161"/>
                </a:lnTo>
                <a:lnTo>
                  <a:pt x="6205" y="2140"/>
                </a:lnTo>
                <a:lnTo>
                  <a:pt x="6504" y="2118"/>
                </a:lnTo>
                <a:lnTo>
                  <a:pt x="6504" y="2118"/>
                </a:lnTo>
                <a:lnTo>
                  <a:pt x="7146" y="2076"/>
                </a:lnTo>
                <a:lnTo>
                  <a:pt x="7489" y="2076"/>
                </a:lnTo>
                <a:lnTo>
                  <a:pt x="7809" y="2097"/>
                </a:lnTo>
                <a:lnTo>
                  <a:pt x="7809" y="2097"/>
                </a:lnTo>
                <a:lnTo>
                  <a:pt x="7938" y="2140"/>
                </a:lnTo>
                <a:lnTo>
                  <a:pt x="8023" y="2183"/>
                </a:lnTo>
                <a:lnTo>
                  <a:pt x="8109" y="2268"/>
                </a:lnTo>
                <a:lnTo>
                  <a:pt x="8152" y="2375"/>
                </a:lnTo>
                <a:lnTo>
                  <a:pt x="8195" y="2482"/>
                </a:lnTo>
                <a:lnTo>
                  <a:pt x="8216" y="2610"/>
                </a:lnTo>
                <a:lnTo>
                  <a:pt x="8216" y="2846"/>
                </a:lnTo>
                <a:lnTo>
                  <a:pt x="8216" y="2846"/>
                </a:lnTo>
                <a:lnTo>
                  <a:pt x="8237" y="3488"/>
                </a:lnTo>
                <a:lnTo>
                  <a:pt x="8237" y="3787"/>
                </a:lnTo>
                <a:lnTo>
                  <a:pt x="8216" y="4108"/>
                </a:lnTo>
                <a:lnTo>
                  <a:pt x="8216" y="4108"/>
                </a:lnTo>
                <a:close/>
                <a:moveTo>
                  <a:pt x="3209" y="4557"/>
                </a:moveTo>
                <a:lnTo>
                  <a:pt x="3209" y="4557"/>
                </a:lnTo>
                <a:lnTo>
                  <a:pt x="3102" y="4515"/>
                </a:lnTo>
                <a:lnTo>
                  <a:pt x="2995" y="4472"/>
                </a:lnTo>
                <a:lnTo>
                  <a:pt x="2953" y="4450"/>
                </a:lnTo>
                <a:lnTo>
                  <a:pt x="2931" y="4429"/>
                </a:lnTo>
                <a:lnTo>
                  <a:pt x="2910" y="4386"/>
                </a:lnTo>
                <a:lnTo>
                  <a:pt x="2888" y="4322"/>
                </a:lnTo>
                <a:lnTo>
                  <a:pt x="2888" y="4322"/>
                </a:lnTo>
                <a:lnTo>
                  <a:pt x="2910" y="4194"/>
                </a:lnTo>
                <a:lnTo>
                  <a:pt x="2931" y="4044"/>
                </a:lnTo>
                <a:lnTo>
                  <a:pt x="2974" y="3787"/>
                </a:lnTo>
                <a:lnTo>
                  <a:pt x="2974" y="3637"/>
                </a:lnTo>
                <a:lnTo>
                  <a:pt x="2974" y="3509"/>
                </a:lnTo>
                <a:lnTo>
                  <a:pt x="2931" y="3381"/>
                </a:lnTo>
                <a:lnTo>
                  <a:pt x="2846" y="3274"/>
                </a:lnTo>
                <a:lnTo>
                  <a:pt x="2846" y="3274"/>
                </a:lnTo>
                <a:lnTo>
                  <a:pt x="2781" y="3231"/>
                </a:lnTo>
                <a:lnTo>
                  <a:pt x="2717" y="3188"/>
                </a:lnTo>
                <a:lnTo>
                  <a:pt x="2589" y="3145"/>
                </a:lnTo>
                <a:lnTo>
                  <a:pt x="2439" y="3167"/>
                </a:lnTo>
                <a:lnTo>
                  <a:pt x="2311" y="3210"/>
                </a:lnTo>
                <a:lnTo>
                  <a:pt x="2161" y="3274"/>
                </a:lnTo>
                <a:lnTo>
                  <a:pt x="2033" y="3359"/>
                </a:lnTo>
                <a:lnTo>
                  <a:pt x="1947" y="3466"/>
                </a:lnTo>
                <a:lnTo>
                  <a:pt x="1883" y="3595"/>
                </a:lnTo>
                <a:lnTo>
                  <a:pt x="1883" y="3595"/>
                </a:lnTo>
                <a:lnTo>
                  <a:pt x="1861" y="3702"/>
                </a:lnTo>
                <a:lnTo>
                  <a:pt x="1840" y="3830"/>
                </a:lnTo>
                <a:lnTo>
                  <a:pt x="1840" y="3958"/>
                </a:lnTo>
                <a:lnTo>
                  <a:pt x="1861" y="4065"/>
                </a:lnTo>
                <a:lnTo>
                  <a:pt x="1861" y="4065"/>
                </a:lnTo>
                <a:lnTo>
                  <a:pt x="1904" y="4172"/>
                </a:lnTo>
                <a:lnTo>
                  <a:pt x="1990" y="4279"/>
                </a:lnTo>
                <a:lnTo>
                  <a:pt x="2054" y="4408"/>
                </a:lnTo>
                <a:lnTo>
                  <a:pt x="2054" y="4450"/>
                </a:lnTo>
                <a:lnTo>
                  <a:pt x="2054" y="4515"/>
                </a:lnTo>
                <a:lnTo>
                  <a:pt x="2054" y="4515"/>
                </a:lnTo>
                <a:lnTo>
                  <a:pt x="2011" y="4557"/>
                </a:lnTo>
                <a:lnTo>
                  <a:pt x="1968" y="4600"/>
                </a:lnTo>
                <a:lnTo>
                  <a:pt x="1819" y="4664"/>
                </a:lnTo>
                <a:lnTo>
                  <a:pt x="1669" y="4729"/>
                </a:lnTo>
                <a:lnTo>
                  <a:pt x="1605" y="4771"/>
                </a:lnTo>
                <a:lnTo>
                  <a:pt x="1562" y="4814"/>
                </a:lnTo>
                <a:lnTo>
                  <a:pt x="1562" y="4814"/>
                </a:lnTo>
                <a:lnTo>
                  <a:pt x="1498" y="4943"/>
                </a:lnTo>
                <a:lnTo>
                  <a:pt x="1455" y="5071"/>
                </a:lnTo>
                <a:lnTo>
                  <a:pt x="1412" y="5371"/>
                </a:lnTo>
                <a:lnTo>
                  <a:pt x="1412" y="5371"/>
                </a:lnTo>
                <a:lnTo>
                  <a:pt x="1391" y="5520"/>
                </a:lnTo>
                <a:lnTo>
                  <a:pt x="1369" y="5691"/>
                </a:lnTo>
                <a:lnTo>
                  <a:pt x="1369" y="5863"/>
                </a:lnTo>
                <a:lnTo>
                  <a:pt x="1391" y="5927"/>
                </a:lnTo>
                <a:lnTo>
                  <a:pt x="1412" y="6012"/>
                </a:lnTo>
                <a:lnTo>
                  <a:pt x="1412" y="6012"/>
                </a:lnTo>
                <a:lnTo>
                  <a:pt x="1455" y="6055"/>
                </a:lnTo>
                <a:lnTo>
                  <a:pt x="1519" y="6098"/>
                </a:lnTo>
                <a:lnTo>
                  <a:pt x="1647" y="6162"/>
                </a:lnTo>
                <a:lnTo>
                  <a:pt x="1776" y="6184"/>
                </a:lnTo>
                <a:lnTo>
                  <a:pt x="1904" y="6184"/>
                </a:lnTo>
                <a:lnTo>
                  <a:pt x="1904" y="6184"/>
                </a:lnTo>
                <a:lnTo>
                  <a:pt x="2311" y="6162"/>
                </a:lnTo>
                <a:lnTo>
                  <a:pt x="2717" y="6119"/>
                </a:lnTo>
                <a:lnTo>
                  <a:pt x="2717" y="6119"/>
                </a:lnTo>
                <a:lnTo>
                  <a:pt x="3081" y="6098"/>
                </a:lnTo>
                <a:lnTo>
                  <a:pt x="3252" y="6055"/>
                </a:lnTo>
                <a:lnTo>
                  <a:pt x="3338" y="6034"/>
                </a:lnTo>
                <a:lnTo>
                  <a:pt x="3423" y="5991"/>
                </a:lnTo>
                <a:lnTo>
                  <a:pt x="3423" y="5991"/>
                </a:lnTo>
                <a:lnTo>
                  <a:pt x="3509" y="5905"/>
                </a:lnTo>
                <a:lnTo>
                  <a:pt x="3573" y="5777"/>
                </a:lnTo>
                <a:lnTo>
                  <a:pt x="3616" y="5649"/>
                </a:lnTo>
                <a:lnTo>
                  <a:pt x="3637" y="5499"/>
                </a:lnTo>
                <a:lnTo>
                  <a:pt x="3659" y="5349"/>
                </a:lnTo>
                <a:lnTo>
                  <a:pt x="3637" y="5199"/>
                </a:lnTo>
                <a:lnTo>
                  <a:pt x="3616" y="5071"/>
                </a:lnTo>
                <a:lnTo>
                  <a:pt x="3573" y="4943"/>
                </a:lnTo>
                <a:lnTo>
                  <a:pt x="3573" y="4943"/>
                </a:lnTo>
                <a:lnTo>
                  <a:pt x="3509" y="4836"/>
                </a:lnTo>
                <a:lnTo>
                  <a:pt x="3423" y="4729"/>
                </a:lnTo>
                <a:lnTo>
                  <a:pt x="3338" y="4643"/>
                </a:lnTo>
                <a:lnTo>
                  <a:pt x="3209" y="4557"/>
                </a:lnTo>
                <a:lnTo>
                  <a:pt x="3209" y="4557"/>
                </a:lnTo>
                <a:close/>
                <a:moveTo>
                  <a:pt x="3167" y="5349"/>
                </a:moveTo>
                <a:lnTo>
                  <a:pt x="3167" y="5349"/>
                </a:lnTo>
                <a:lnTo>
                  <a:pt x="3167" y="5477"/>
                </a:lnTo>
                <a:lnTo>
                  <a:pt x="3167" y="5542"/>
                </a:lnTo>
                <a:lnTo>
                  <a:pt x="3102" y="5606"/>
                </a:lnTo>
                <a:lnTo>
                  <a:pt x="2995" y="5649"/>
                </a:lnTo>
                <a:lnTo>
                  <a:pt x="2995" y="5649"/>
                </a:lnTo>
                <a:lnTo>
                  <a:pt x="2846" y="5691"/>
                </a:lnTo>
                <a:lnTo>
                  <a:pt x="2781" y="5691"/>
                </a:lnTo>
                <a:lnTo>
                  <a:pt x="2739" y="5691"/>
                </a:lnTo>
                <a:lnTo>
                  <a:pt x="2696" y="5649"/>
                </a:lnTo>
                <a:lnTo>
                  <a:pt x="2674" y="5627"/>
                </a:lnTo>
                <a:lnTo>
                  <a:pt x="2632" y="5477"/>
                </a:lnTo>
                <a:lnTo>
                  <a:pt x="2632" y="5477"/>
                </a:lnTo>
                <a:lnTo>
                  <a:pt x="2589" y="5221"/>
                </a:lnTo>
                <a:lnTo>
                  <a:pt x="2568" y="5092"/>
                </a:lnTo>
                <a:lnTo>
                  <a:pt x="2525" y="4985"/>
                </a:lnTo>
                <a:lnTo>
                  <a:pt x="2525" y="4985"/>
                </a:lnTo>
                <a:lnTo>
                  <a:pt x="2525" y="4921"/>
                </a:lnTo>
                <a:lnTo>
                  <a:pt x="2525" y="4857"/>
                </a:lnTo>
                <a:lnTo>
                  <a:pt x="2503" y="4814"/>
                </a:lnTo>
                <a:lnTo>
                  <a:pt x="2439" y="4793"/>
                </a:lnTo>
                <a:lnTo>
                  <a:pt x="2439" y="4793"/>
                </a:lnTo>
                <a:lnTo>
                  <a:pt x="2375" y="4793"/>
                </a:lnTo>
                <a:lnTo>
                  <a:pt x="2311" y="4814"/>
                </a:lnTo>
                <a:lnTo>
                  <a:pt x="2289" y="4878"/>
                </a:lnTo>
                <a:lnTo>
                  <a:pt x="2268" y="4943"/>
                </a:lnTo>
                <a:lnTo>
                  <a:pt x="2268" y="4943"/>
                </a:lnTo>
                <a:lnTo>
                  <a:pt x="2289" y="4985"/>
                </a:lnTo>
                <a:lnTo>
                  <a:pt x="2311" y="5028"/>
                </a:lnTo>
                <a:lnTo>
                  <a:pt x="2332" y="5114"/>
                </a:lnTo>
                <a:lnTo>
                  <a:pt x="2332" y="5114"/>
                </a:lnTo>
                <a:lnTo>
                  <a:pt x="2332" y="5242"/>
                </a:lnTo>
                <a:lnTo>
                  <a:pt x="2311" y="5371"/>
                </a:lnTo>
                <a:lnTo>
                  <a:pt x="2311" y="5371"/>
                </a:lnTo>
                <a:lnTo>
                  <a:pt x="2311" y="5520"/>
                </a:lnTo>
                <a:lnTo>
                  <a:pt x="2289" y="5649"/>
                </a:lnTo>
                <a:lnTo>
                  <a:pt x="2268" y="5691"/>
                </a:lnTo>
                <a:lnTo>
                  <a:pt x="2225" y="5734"/>
                </a:lnTo>
                <a:lnTo>
                  <a:pt x="2161" y="5756"/>
                </a:lnTo>
                <a:lnTo>
                  <a:pt x="2097" y="5777"/>
                </a:lnTo>
                <a:lnTo>
                  <a:pt x="2097" y="5777"/>
                </a:lnTo>
                <a:lnTo>
                  <a:pt x="1968" y="5777"/>
                </a:lnTo>
                <a:lnTo>
                  <a:pt x="1926" y="5756"/>
                </a:lnTo>
                <a:lnTo>
                  <a:pt x="1904" y="5713"/>
                </a:lnTo>
                <a:lnTo>
                  <a:pt x="1861" y="5627"/>
                </a:lnTo>
                <a:lnTo>
                  <a:pt x="1861" y="5627"/>
                </a:lnTo>
                <a:lnTo>
                  <a:pt x="1840" y="5499"/>
                </a:lnTo>
                <a:lnTo>
                  <a:pt x="1819" y="5328"/>
                </a:lnTo>
                <a:lnTo>
                  <a:pt x="1819" y="5157"/>
                </a:lnTo>
                <a:lnTo>
                  <a:pt x="1840" y="5050"/>
                </a:lnTo>
                <a:lnTo>
                  <a:pt x="1840" y="5050"/>
                </a:lnTo>
                <a:lnTo>
                  <a:pt x="1861" y="4985"/>
                </a:lnTo>
                <a:lnTo>
                  <a:pt x="1904" y="4964"/>
                </a:lnTo>
                <a:lnTo>
                  <a:pt x="2011" y="4900"/>
                </a:lnTo>
                <a:lnTo>
                  <a:pt x="2118" y="4836"/>
                </a:lnTo>
                <a:lnTo>
                  <a:pt x="2204" y="4771"/>
                </a:lnTo>
                <a:lnTo>
                  <a:pt x="2204" y="4771"/>
                </a:lnTo>
                <a:lnTo>
                  <a:pt x="2247" y="4707"/>
                </a:lnTo>
                <a:lnTo>
                  <a:pt x="2268" y="4643"/>
                </a:lnTo>
                <a:lnTo>
                  <a:pt x="2289" y="4515"/>
                </a:lnTo>
                <a:lnTo>
                  <a:pt x="2268" y="4386"/>
                </a:lnTo>
                <a:lnTo>
                  <a:pt x="2225" y="4237"/>
                </a:lnTo>
                <a:lnTo>
                  <a:pt x="2225" y="4237"/>
                </a:lnTo>
                <a:lnTo>
                  <a:pt x="2204" y="4108"/>
                </a:lnTo>
                <a:lnTo>
                  <a:pt x="2182" y="3980"/>
                </a:lnTo>
                <a:lnTo>
                  <a:pt x="2182" y="3830"/>
                </a:lnTo>
                <a:lnTo>
                  <a:pt x="2204" y="3766"/>
                </a:lnTo>
                <a:lnTo>
                  <a:pt x="2225" y="3702"/>
                </a:lnTo>
                <a:lnTo>
                  <a:pt x="2225" y="3702"/>
                </a:lnTo>
                <a:lnTo>
                  <a:pt x="2311" y="3616"/>
                </a:lnTo>
                <a:lnTo>
                  <a:pt x="2418" y="3573"/>
                </a:lnTo>
                <a:lnTo>
                  <a:pt x="2461" y="3573"/>
                </a:lnTo>
                <a:lnTo>
                  <a:pt x="2503" y="3595"/>
                </a:lnTo>
                <a:lnTo>
                  <a:pt x="2546" y="3616"/>
                </a:lnTo>
                <a:lnTo>
                  <a:pt x="2568" y="3680"/>
                </a:lnTo>
                <a:lnTo>
                  <a:pt x="2568" y="3680"/>
                </a:lnTo>
                <a:lnTo>
                  <a:pt x="2589" y="3744"/>
                </a:lnTo>
                <a:lnTo>
                  <a:pt x="2589" y="3809"/>
                </a:lnTo>
                <a:lnTo>
                  <a:pt x="2568" y="3958"/>
                </a:lnTo>
                <a:lnTo>
                  <a:pt x="2503" y="4237"/>
                </a:lnTo>
                <a:lnTo>
                  <a:pt x="2503" y="4237"/>
                </a:lnTo>
                <a:lnTo>
                  <a:pt x="2461" y="4386"/>
                </a:lnTo>
                <a:lnTo>
                  <a:pt x="2461" y="4493"/>
                </a:lnTo>
                <a:lnTo>
                  <a:pt x="2503" y="4557"/>
                </a:lnTo>
                <a:lnTo>
                  <a:pt x="2610" y="4664"/>
                </a:lnTo>
                <a:lnTo>
                  <a:pt x="2610" y="4664"/>
                </a:lnTo>
                <a:lnTo>
                  <a:pt x="2739" y="4729"/>
                </a:lnTo>
                <a:lnTo>
                  <a:pt x="2867" y="4793"/>
                </a:lnTo>
                <a:lnTo>
                  <a:pt x="2995" y="4878"/>
                </a:lnTo>
                <a:lnTo>
                  <a:pt x="3102" y="4964"/>
                </a:lnTo>
                <a:lnTo>
                  <a:pt x="3102" y="4964"/>
                </a:lnTo>
                <a:lnTo>
                  <a:pt x="3124" y="5028"/>
                </a:lnTo>
                <a:lnTo>
                  <a:pt x="3167" y="5157"/>
                </a:lnTo>
                <a:lnTo>
                  <a:pt x="3188" y="5285"/>
                </a:lnTo>
                <a:lnTo>
                  <a:pt x="3188" y="5328"/>
                </a:lnTo>
                <a:lnTo>
                  <a:pt x="3167" y="5349"/>
                </a:lnTo>
                <a:lnTo>
                  <a:pt x="3167" y="5349"/>
                </a:lnTo>
                <a:close/>
                <a:moveTo>
                  <a:pt x="4279" y="3787"/>
                </a:moveTo>
                <a:lnTo>
                  <a:pt x="4279" y="3787"/>
                </a:lnTo>
                <a:lnTo>
                  <a:pt x="4322" y="3744"/>
                </a:lnTo>
                <a:lnTo>
                  <a:pt x="4365" y="3702"/>
                </a:lnTo>
                <a:lnTo>
                  <a:pt x="4429" y="3595"/>
                </a:lnTo>
                <a:lnTo>
                  <a:pt x="4450" y="3552"/>
                </a:lnTo>
                <a:lnTo>
                  <a:pt x="4493" y="3530"/>
                </a:lnTo>
                <a:lnTo>
                  <a:pt x="4557" y="3530"/>
                </a:lnTo>
                <a:lnTo>
                  <a:pt x="4621" y="3573"/>
                </a:lnTo>
                <a:lnTo>
                  <a:pt x="4621" y="3573"/>
                </a:lnTo>
                <a:lnTo>
                  <a:pt x="4686" y="3616"/>
                </a:lnTo>
                <a:lnTo>
                  <a:pt x="4728" y="3680"/>
                </a:lnTo>
                <a:lnTo>
                  <a:pt x="4814" y="3809"/>
                </a:lnTo>
                <a:lnTo>
                  <a:pt x="4857" y="3873"/>
                </a:lnTo>
                <a:lnTo>
                  <a:pt x="4921" y="3894"/>
                </a:lnTo>
                <a:lnTo>
                  <a:pt x="5007" y="3916"/>
                </a:lnTo>
                <a:lnTo>
                  <a:pt x="5114" y="3894"/>
                </a:lnTo>
                <a:lnTo>
                  <a:pt x="5114" y="3894"/>
                </a:lnTo>
                <a:lnTo>
                  <a:pt x="5199" y="3851"/>
                </a:lnTo>
                <a:lnTo>
                  <a:pt x="5242" y="3809"/>
                </a:lnTo>
                <a:lnTo>
                  <a:pt x="5349" y="3702"/>
                </a:lnTo>
                <a:lnTo>
                  <a:pt x="5456" y="3637"/>
                </a:lnTo>
                <a:lnTo>
                  <a:pt x="5499" y="3616"/>
                </a:lnTo>
                <a:lnTo>
                  <a:pt x="5563" y="3637"/>
                </a:lnTo>
                <a:lnTo>
                  <a:pt x="5563" y="3637"/>
                </a:lnTo>
                <a:lnTo>
                  <a:pt x="5606" y="3680"/>
                </a:lnTo>
                <a:lnTo>
                  <a:pt x="5670" y="3766"/>
                </a:lnTo>
                <a:lnTo>
                  <a:pt x="5713" y="3851"/>
                </a:lnTo>
                <a:lnTo>
                  <a:pt x="5777" y="3916"/>
                </a:lnTo>
                <a:lnTo>
                  <a:pt x="5777" y="3916"/>
                </a:lnTo>
                <a:lnTo>
                  <a:pt x="5841" y="3958"/>
                </a:lnTo>
                <a:lnTo>
                  <a:pt x="5905" y="4001"/>
                </a:lnTo>
                <a:lnTo>
                  <a:pt x="5969" y="4023"/>
                </a:lnTo>
                <a:lnTo>
                  <a:pt x="6055" y="4023"/>
                </a:lnTo>
                <a:lnTo>
                  <a:pt x="6055" y="4023"/>
                </a:lnTo>
                <a:lnTo>
                  <a:pt x="6119" y="3980"/>
                </a:lnTo>
                <a:lnTo>
                  <a:pt x="6162" y="3937"/>
                </a:lnTo>
                <a:lnTo>
                  <a:pt x="6248" y="3809"/>
                </a:lnTo>
                <a:lnTo>
                  <a:pt x="6333" y="3702"/>
                </a:lnTo>
                <a:lnTo>
                  <a:pt x="6376" y="3637"/>
                </a:lnTo>
                <a:lnTo>
                  <a:pt x="6419" y="3616"/>
                </a:lnTo>
                <a:lnTo>
                  <a:pt x="6419" y="3616"/>
                </a:lnTo>
                <a:lnTo>
                  <a:pt x="6483" y="3595"/>
                </a:lnTo>
                <a:lnTo>
                  <a:pt x="6547" y="3616"/>
                </a:lnTo>
                <a:lnTo>
                  <a:pt x="6697" y="3723"/>
                </a:lnTo>
                <a:lnTo>
                  <a:pt x="6847" y="3830"/>
                </a:lnTo>
                <a:lnTo>
                  <a:pt x="6911" y="3873"/>
                </a:lnTo>
                <a:lnTo>
                  <a:pt x="6996" y="3873"/>
                </a:lnTo>
                <a:lnTo>
                  <a:pt x="6996" y="3873"/>
                </a:lnTo>
                <a:lnTo>
                  <a:pt x="7103" y="3873"/>
                </a:lnTo>
                <a:lnTo>
                  <a:pt x="7168" y="3851"/>
                </a:lnTo>
                <a:lnTo>
                  <a:pt x="7210" y="3809"/>
                </a:lnTo>
                <a:lnTo>
                  <a:pt x="7253" y="3766"/>
                </a:lnTo>
                <a:lnTo>
                  <a:pt x="7339" y="3637"/>
                </a:lnTo>
                <a:lnTo>
                  <a:pt x="7424" y="3509"/>
                </a:lnTo>
                <a:lnTo>
                  <a:pt x="7424" y="3509"/>
                </a:lnTo>
                <a:lnTo>
                  <a:pt x="7510" y="3423"/>
                </a:lnTo>
                <a:lnTo>
                  <a:pt x="7574" y="3317"/>
                </a:lnTo>
                <a:lnTo>
                  <a:pt x="7595" y="3274"/>
                </a:lnTo>
                <a:lnTo>
                  <a:pt x="7595" y="3210"/>
                </a:lnTo>
                <a:lnTo>
                  <a:pt x="7574" y="3167"/>
                </a:lnTo>
                <a:lnTo>
                  <a:pt x="7489" y="3103"/>
                </a:lnTo>
                <a:lnTo>
                  <a:pt x="7489" y="3103"/>
                </a:lnTo>
                <a:lnTo>
                  <a:pt x="7403" y="3081"/>
                </a:lnTo>
                <a:lnTo>
                  <a:pt x="7339" y="3103"/>
                </a:lnTo>
                <a:lnTo>
                  <a:pt x="7275" y="3124"/>
                </a:lnTo>
                <a:lnTo>
                  <a:pt x="7232" y="3167"/>
                </a:lnTo>
                <a:lnTo>
                  <a:pt x="7125" y="3295"/>
                </a:lnTo>
                <a:lnTo>
                  <a:pt x="7082" y="3338"/>
                </a:lnTo>
                <a:lnTo>
                  <a:pt x="7018" y="3359"/>
                </a:lnTo>
                <a:lnTo>
                  <a:pt x="7018" y="3359"/>
                </a:lnTo>
                <a:lnTo>
                  <a:pt x="6975" y="3359"/>
                </a:lnTo>
                <a:lnTo>
                  <a:pt x="6911" y="3338"/>
                </a:lnTo>
                <a:lnTo>
                  <a:pt x="6825" y="3252"/>
                </a:lnTo>
                <a:lnTo>
                  <a:pt x="6740" y="3167"/>
                </a:lnTo>
                <a:lnTo>
                  <a:pt x="6697" y="3145"/>
                </a:lnTo>
                <a:lnTo>
                  <a:pt x="6633" y="3124"/>
                </a:lnTo>
                <a:lnTo>
                  <a:pt x="6633" y="3124"/>
                </a:lnTo>
                <a:lnTo>
                  <a:pt x="6547" y="3103"/>
                </a:lnTo>
                <a:lnTo>
                  <a:pt x="6462" y="3124"/>
                </a:lnTo>
                <a:lnTo>
                  <a:pt x="6376" y="3167"/>
                </a:lnTo>
                <a:lnTo>
                  <a:pt x="6312" y="3210"/>
                </a:lnTo>
                <a:lnTo>
                  <a:pt x="6183" y="3317"/>
                </a:lnTo>
                <a:lnTo>
                  <a:pt x="6119" y="3359"/>
                </a:lnTo>
                <a:lnTo>
                  <a:pt x="6055" y="3381"/>
                </a:lnTo>
                <a:lnTo>
                  <a:pt x="6055" y="3381"/>
                </a:lnTo>
                <a:lnTo>
                  <a:pt x="5991" y="3359"/>
                </a:lnTo>
                <a:lnTo>
                  <a:pt x="5948" y="3338"/>
                </a:lnTo>
                <a:lnTo>
                  <a:pt x="5841" y="3252"/>
                </a:lnTo>
                <a:lnTo>
                  <a:pt x="5755" y="3145"/>
                </a:lnTo>
                <a:lnTo>
                  <a:pt x="5691" y="3124"/>
                </a:lnTo>
                <a:lnTo>
                  <a:pt x="5627" y="3103"/>
                </a:lnTo>
                <a:lnTo>
                  <a:pt x="5627" y="3103"/>
                </a:lnTo>
                <a:lnTo>
                  <a:pt x="5542" y="3103"/>
                </a:lnTo>
                <a:lnTo>
                  <a:pt x="5456" y="3124"/>
                </a:lnTo>
                <a:lnTo>
                  <a:pt x="5392" y="3167"/>
                </a:lnTo>
                <a:lnTo>
                  <a:pt x="5328" y="3231"/>
                </a:lnTo>
                <a:lnTo>
                  <a:pt x="5199" y="3359"/>
                </a:lnTo>
                <a:lnTo>
                  <a:pt x="5135" y="3423"/>
                </a:lnTo>
                <a:lnTo>
                  <a:pt x="5071" y="3466"/>
                </a:lnTo>
                <a:lnTo>
                  <a:pt x="5071" y="3466"/>
                </a:lnTo>
                <a:lnTo>
                  <a:pt x="5007" y="3466"/>
                </a:lnTo>
                <a:lnTo>
                  <a:pt x="4964" y="3466"/>
                </a:lnTo>
                <a:lnTo>
                  <a:pt x="4921" y="3423"/>
                </a:lnTo>
                <a:lnTo>
                  <a:pt x="4878" y="3381"/>
                </a:lnTo>
                <a:lnTo>
                  <a:pt x="4793" y="3295"/>
                </a:lnTo>
                <a:lnTo>
                  <a:pt x="4728" y="3252"/>
                </a:lnTo>
                <a:lnTo>
                  <a:pt x="4664" y="3210"/>
                </a:lnTo>
                <a:lnTo>
                  <a:pt x="4664" y="3210"/>
                </a:lnTo>
                <a:lnTo>
                  <a:pt x="4600" y="3188"/>
                </a:lnTo>
                <a:lnTo>
                  <a:pt x="4515" y="3188"/>
                </a:lnTo>
                <a:lnTo>
                  <a:pt x="4429" y="3210"/>
                </a:lnTo>
                <a:lnTo>
                  <a:pt x="4365" y="3231"/>
                </a:lnTo>
                <a:lnTo>
                  <a:pt x="4236" y="3338"/>
                </a:lnTo>
                <a:lnTo>
                  <a:pt x="4151" y="3466"/>
                </a:lnTo>
                <a:lnTo>
                  <a:pt x="4151" y="3466"/>
                </a:lnTo>
                <a:lnTo>
                  <a:pt x="4087" y="3595"/>
                </a:lnTo>
                <a:lnTo>
                  <a:pt x="4087" y="3659"/>
                </a:lnTo>
                <a:lnTo>
                  <a:pt x="4087" y="3723"/>
                </a:lnTo>
                <a:lnTo>
                  <a:pt x="4087" y="3787"/>
                </a:lnTo>
                <a:lnTo>
                  <a:pt x="4129" y="3830"/>
                </a:lnTo>
                <a:lnTo>
                  <a:pt x="4194" y="3830"/>
                </a:lnTo>
                <a:lnTo>
                  <a:pt x="4279" y="3787"/>
                </a:lnTo>
                <a:lnTo>
                  <a:pt x="4279" y="3787"/>
                </a:lnTo>
                <a:close/>
                <a:moveTo>
                  <a:pt x="4921" y="4643"/>
                </a:moveTo>
                <a:lnTo>
                  <a:pt x="4921" y="4643"/>
                </a:lnTo>
                <a:lnTo>
                  <a:pt x="6996" y="4557"/>
                </a:lnTo>
                <a:lnTo>
                  <a:pt x="6996" y="4557"/>
                </a:lnTo>
                <a:lnTo>
                  <a:pt x="7168" y="4557"/>
                </a:lnTo>
                <a:lnTo>
                  <a:pt x="7424" y="4536"/>
                </a:lnTo>
                <a:lnTo>
                  <a:pt x="7553" y="4493"/>
                </a:lnTo>
                <a:lnTo>
                  <a:pt x="7638" y="4450"/>
                </a:lnTo>
                <a:lnTo>
                  <a:pt x="7660" y="4429"/>
                </a:lnTo>
                <a:lnTo>
                  <a:pt x="7681" y="4386"/>
                </a:lnTo>
                <a:lnTo>
                  <a:pt x="7681" y="4344"/>
                </a:lnTo>
                <a:lnTo>
                  <a:pt x="7660" y="4279"/>
                </a:lnTo>
                <a:lnTo>
                  <a:pt x="7660" y="4279"/>
                </a:lnTo>
                <a:lnTo>
                  <a:pt x="7638" y="4237"/>
                </a:lnTo>
                <a:lnTo>
                  <a:pt x="7595" y="4215"/>
                </a:lnTo>
                <a:lnTo>
                  <a:pt x="7510" y="4172"/>
                </a:lnTo>
                <a:lnTo>
                  <a:pt x="7403" y="4151"/>
                </a:lnTo>
                <a:lnTo>
                  <a:pt x="7253" y="4151"/>
                </a:lnTo>
                <a:lnTo>
                  <a:pt x="6996" y="4194"/>
                </a:lnTo>
                <a:lnTo>
                  <a:pt x="6804" y="4215"/>
                </a:lnTo>
                <a:lnTo>
                  <a:pt x="6804" y="4215"/>
                </a:lnTo>
                <a:lnTo>
                  <a:pt x="5734" y="4258"/>
                </a:lnTo>
                <a:lnTo>
                  <a:pt x="4664" y="4301"/>
                </a:lnTo>
                <a:lnTo>
                  <a:pt x="4664" y="4301"/>
                </a:lnTo>
                <a:lnTo>
                  <a:pt x="4515" y="4301"/>
                </a:lnTo>
                <a:lnTo>
                  <a:pt x="4279" y="4322"/>
                </a:lnTo>
                <a:lnTo>
                  <a:pt x="4172" y="4344"/>
                </a:lnTo>
                <a:lnTo>
                  <a:pt x="4087" y="4386"/>
                </a:lnTo>
                <a:lnTo>
                  <a:pt x="4065" y="4408"/>
                </a:lnTo>
                <a:lnTo>
                  <a:pt x="4044" y="4450"/>
                </a:lnTo>
                <a:lnTo>
                  <a:pt x="4044" y="4493"/>
                </a:lnTo>
                <a:lnTo>
                  <a:pt x="4065" y="4536"/>
                </a:lnTo>
                <a:lnTo>
                  <a:pt x="4065" y="4536"/>
                </a:lnTo>
                <a:lnTo>
                  <a:pt x="4108" y="4600"/>
                </a:lnTo>
                <a:lnTo>
                  <a:pt x="4215" y="4643"/>
                </a:lnTo>
                <a:lnTo>
                  <a:pt x="4322" y="4664"/>
                </a:lnTo>
                <a:lnTo>
                  <a:pt x="4450" y="4664"/>
                </a:lnTo>
                <a:lnTo>
                  <a:pt x="4728" y="4643"/>
                </a:lnTo>
                <a:lnTo>
                  <a:pt x="4921" y="4643"/>
                </a:lnTo>
                <a:lnTo>
                  <a:pt x="4921" y="4643"/>
                </a:lnTo>
                <a:close/>
                <a:moveTo>
                  <a:pt x="6419" y="5477"/>
                </a:moveTo>
                <a:lnTo>
                  <a:pt x="6419" y="5477"/>
                </a:lnTo>
                <a:lnTo>
                  <a:pt x="6141" y="5456"/>
                </a:lnTo>
                <a:lnTo>
                  <a:pt x="5884" y="5477"/>
                </a:lnTo>
                <a:lnTo>
                  <a:pt x="5349" y="5499"/>
                </a:lnTo>
                <a:lnTo>
                  <a:pt x="5349" y="5499"/>
                </a:lnTo>
                <a:lnTo>
                  <a:pt x="4878" y="5520"/>
                </a:lnTo>
                <a:lnTo>
                  <a:pt x="4643" y="5542"/>
                </a:lnTo>
                <a:lnTo>
                  <a:pt x="4408" y="5606"/>
                </a:lnTo>
                <a:lnTo>
                  <a:pt x="4408" y="5606"/>
                </a:lnTo>
                <a:lnTo>
                  <a:pt x="4279" y="5649"/>
                </a:lnTo>
                <a:lnTo>
                  <a:pt x="4194" y="5713"/>
                </a:lnTo>
                <a:lnTo>
                  <a:pt x="4172" y="5756"/>
                </a:lnTo>
                <a:lnTo>
                  <a:pt x="4172" y="5798"/>
                </a:lnTo>
                <a:lnTo>
                  <a:pt x="4194" y="5841"/>
                </a:lnTo>
                <a:lnTo>
                  <a:pt x="4258" y="5884"/>
                </a:lnTo>
                <a:lnTo>
                  <a:pt x="4258" y="5884"/>
                </a:lnTo>
                <a:lnTo>
                  <a:pt x="4343" y="5905"/>
                </a:lnTo>
                <a:lnTo>
                  <a:pt x="4472" y="5884"/>
                </a:lnTo>
                <a:lnTo>
                  <a:pt x="4707" y="5841"/>
                </a:lnTo>
                <a:lnTo>
                  <a:pt x="4707" y="5841"/>
                </a:lnTo>
                <a:lnTo>
                  <a:pt x="4985" y="5841"/>
                </a:lnTo>
                <a:lnTo>
                  <a:pt x="5263" y="5820"/>
                </a:lnTo>
                <a:lnTo>
                  <a:pt x="5263" y="5820"/>
                </a:lnTo>
                <a:lnTo>
                  <a:pt x="6162" y="5798"/>
                </a:lnTo>
                <a:lnTo>
                  <a:pt x="7061" y="5777"/>
                </a:lnTo>
                <a:lnTo>
                  <a:pt x="7061" y="5777"/>
                </a:lnTo>
                <a:lnTo>
                  <a:pt x="7210" y="5777"/>
                </a:lnTo>
                <a:lnTo>
                  <a:pt x="7382" y="5734"/>
                </a:lnTo>
                <a:lnTo>
                  <a:pt x="7446" y="5691"/>
                </a:lnTo>
                <a:lnTo>
                  <a:pt x="7489" y="5649"/>
                </a:lnTo>
                <a:lnTo>
                  <a:pt x="7489" y="5584"/>
                </a:lnTo>
                <a:lnTo>
                  <a:pt x="7403" y="5499"/>
                </a:lnTo>
                <a:lnTo>
                  <a:pt x="7403" y="5499"/>
                </a:lnTo>
                <a:lnTo>
                  <a:pt x="7339" y="5456"/>
                </a:lnTo>
                <a:lnTo>
                  <a:pt x="7210" y="5413"/>
                </a:lnTo>
                <a:lnTo>
                  <a:pt x="7082" y="5413"/>
                </a:lnTo>
                <a:lnTo>
                  <a:pt x="6932" y="5413"/>
                </a:lnTo>
                <a:lnTo>
                  <a:pt x="6419" y="5477"/>
                </a:lnTo>
                <a:lnTo>
                  <a:pt x="6419" y="5477"/>
                </a:lnTo>
                <a:close/>
                <a:moveTo>
                  <a:pt x="6911" y="4857"/>
                </a:moveTo>
                <a:lnTo>
                  <a:pt x="6911" y="4857"/>
                </a:lnTo>
                <a:lnTo>
                  <a:pt x="5884" y="4921"/>
                </a:lnTo>
                <a:lnTo>
                  <a:pt x="5370" y="4964"/>
                </a:lnTo>
                <a:lnTo>
                  <a:pt x="4835" y="4985"/>
                </a:lnTo>
                <a:lnTo>
                  <a:pt x="4835" y="4985"/>
                </a:lnTo>
                <a:lnTo>
                  <a:pt x="4707" y="4985"/>
                </a:lnTo>
                <a:lnTo>
                  <a:pt x="4515" y="4985"/>
                </a:lnTo>
                <a:lnTo>
                  <a:pt x="4408" y="5007"/>
                </a:lnTo>
                <a:lnTo>
                  <a:pt x="4322" y="5028"/>
                </a:lnTo>
                <a:lnTo>
                  <a:pt x="4258" y="5071"/>
                </a:lnTo>
                <a:lnTo>
                  <a:pt x="4258" y="5092"/>
                </a:lnTo>
                <a:lnTo>
                  <a:pt x="4258" y="5135"/>
                </a:lnTo>
                <a:lnTo>
                  <a:pt x="4258" y="5135"/>
                </a:lnTo>
                <a:lnTo>
                  <a:pt x="4258" y="5157"/>
                </a:lnTo>
                <a:lnTo>
                  <a:pt x="4301" y="5178"/>
                </a:lnTo>
                <a:lnTo>
                  <a:pt x="4386" y="5199"/>
                </a:lnTo>
                <a:lnTo>
                  <a:pt x="4664" y="5221"/>
                </a:lnTo>
                <a:lnTo>
                  <a:pt x="5156" y="5199"/>
                </a:lnTo>
                <a:lnTo>
                  <a:pt x="5156" y="5199"/>
                </a:lnTo>
                <a:lnTo>
                  <a:pt x="5413" y="5199"/>
                </a:lnTo>
                <a:lnTo>
                  <a:pt x="6012" y="5178"/>
                </a:lnTo>
                <a:lnTo>
                  <a:pt x="7018" y="5135"/>
                </a:lnTo>
                <a:lnTo>
                  <a:pt x="7018" y="5135"/>
                </a:lnTo>
                <a:lnTo>
                  <a:pt x="7189" y="5135"/>
                </a:lnTo>
                <a:lnTo>
                  <a:pt x="7467" y="5135"/>
                </a:lnTo>
                <a:lnTo>
                  <a:pt x="7595" y="5114"/>
                </a:lnTo>
                <a:lnTo>
                  <a:pt x="7681" y="5071"/>
                </a:lnTo>
                <a:lnTo>
                  <a:pt x="7724" y="5050"/>
                </a:lnTo>
                <a:lnTo>
                  <a:pt x="7724" y="5007"/>
                </a:lnTo>
                <a:lnTo>
                  <a:pt x="7745" y="4985"/>
                </a:lnTo>
                <a:lnTo>
                  <a:pt x="7724" y="4943"/>
                </a:lnTo>
                <a:lnTo>
                  <a:pt x="7724" y="4943"/>
                </a:lnTo>
                <a:lnTo>
                  <a:pt x="7660" y="4878"/>
                </a:lnTo>
                <a:lnTo>
                  <a:pt x="7574" y="4836"/>
                </a:lnTo>
                <a:lnTo>
                  <a:pt x="7467" y="4814"/>
                </a:lnTo>
                <a:lnTo>
                  <a:pt x="7339" y="4814"/>
                </a:lnTo>
                <a:lnTo>
                  <a:pt x="7082" y="4836"/>
                </a:lnTo>
                <a:lnTo>
                  <a:pt x="6911" y="4857"/>
                </a:lnTo>
                <a:lnTo>
                  <a:pt x="6911" y="4857"/>
                </a:lnTo>
                <a:close/>
                <a:moveTo>
                  <a:pt x="6697" y="6141"/>
                </a:moveTo>
                <a:lnTo>
                  <a:pt x="6697" y="6141"/>
                </a:lnTo>
                <a:lnTo>
                  <a:pt x="6526" y="6184"/>
                </a:lnTo>
                <a:lnTo>
                  <a:pt x="6376" y="6269"/>
                </a:lnTo>
                <a:lnTo>
                  <a:pt x="6312" y="6312"/>
                </a:lnTo>
                <a:lnTo>
                  <a:pt x="6269" y="6376"/>
                </a:lnTo>
                <a:lnTo>
                  <a:pt x="6226" y="6462"/>
                </a:lnTo>
                <a:lnTo>
                  <a:pt x="6226" y="6547"/>
                </a:lnTo>
                <a:lnTo>
                  <a:pt x="6226" y="6547"/>
                </a:lnTo>
                <a:lnTo>
                  <a:pt x="6226" y="6611"/>
                </a:lnTo>
                <a:lnTo>
                  <a:pt x="6248" y="6697"/>
                </a:lnTo>
                <a:lnTo>
                  <a:pt x="6290" y="6740"/>
                </a:lnTo>
                <a:lnTo>
                  <a:pt x="6355" y="6783"/>
                </a:lnTo>
                <a:lnTo>
                  <a:pt x="6483" y="6847"/>
                </a:lnTo>
                <a:lnTo>
                  <a:pt x="6633" y="6868"/>
                </a:lnTo>
                <a:lnTo>
                  <a:pt x="6633" y="6868"/>
                </a:lnTo>
                <a:lnTo>
                  <a:pt x="6740" y="6847"/>
                </a:lnTo>
                <a:lnTo>
                  <a:pt x="6825" y="6825"/>
                </a:lnTo>
                <a:lnTo>
                  <a:pt x="6889" y="6804"/>
                </a:lnTo>
                <a:lnTo>
                  <a:pt x="6954" y="6761"/>
                </a:lnTo>
                <a:lnTo>
                  <a:pt x="7018" y="6697"/>
                </a:lnTo>
                <a:lnTo>
                  <a:pt x="7039" y="6654"/>
                </a:lnTo>
                <a:lnTo>
                  <a:pt x="7082" y="6590"/>
                </a:lnTo>
                <a:lnTo>
                  <a:pt x="7082" y="6526"/>
                </a:lnTo>
                <a:lnTo>
                  <a:pt x="7082" y="6462"/>
                </a:lnTo>
                <a:lnTo>
                  <a:pt x="7082" y="6397"/>
                </a:lnTo>
                <a:lnTo>
                  <a:pt x="7061" y="6333"/>
                </a:lnTo>
                <a:lnTo>
                  <a:pt x="7018" y="6291"/>
                </a:lnTo>
                <a:lnTo>
                  <a:pt x="6954" y="6248"/>
                </a:lnTo>
                <a:lnTo>
                  <a:pt x="6889" y="6205"/>
                </a:lnTo>
                <a:lnTo>
                  <a:pt x="6804" y="6162"/>
                </a:lnTo>
                <a:lnTo>
                  <a:pt x="6697" y="6141"/>
                </a:lnTo>
                <a:lnTo>
                  <a:pt x="6697" y="6141"/>
                </a:lnTo>
                <a:close/>
                <a:moveTo>
                  <a:pt x="4686" y="1134"/>
                </a:moveTo>
                <a:lnTo>
                  <a:pt x="4686" y="1134"/>
                </a:lnTo>
                <a:lnTo>
                  <a:pt x="4686" y="1070"/>
                </a:lnTo>
                <a:lnTo>
                  <a:pt x="4664" y="1027"/>
                </a:lnTo>
                <a:lnTo>
                  <a:pt x="4643" y="984"/>
                </a:lnTo>
                <a:lnTo>
                  <a:pt x="4600" y="942"/>
                </a:lnTo>
                <a:lnTo>
                  <a:pt x="4493" y="899"/>
                </a:lnTo>
                <a:lnTo>
                  <a:pt x="4386" y="899"/>
                </a:lnTo>
                <a:lnTo>
                  <a:pt x="4279" y="920"/>
                </a:lnTo>
                <a:lnTo>
                  <a:pt x="4194" y="963"/>
                </a:lnTo>
                <a:lnTo>
                  <a:pt x="4108" y="1049"/>
                </a:lnTo>
                <a:lnTo>
                  <a:pt x="4108" y="1113"/>
                </a:lnTo>
                <a:lnTo>
                  <a:pt x="4087" y="1177"/>
                </a:lnTo>
                <a:lnTo>
                  <a:pt x="4087" y="1177"/>
                </a:lnTo>
                <a:lnTo>
                  <a:pt x="4087" y="1241"/>
                </a:lnTo>
                <a:lnTo>
                  <a:pt x="4108" y="1284"/>
                </a:lnTo>
                <a:lnTo>
                  <a:pt x="4151" y="1327"/>
                </a:lnTo>
                <a:lnTo>
                  <a:pt x="4172" y="1369"/>
                </a:lnTo>
                <a:lnTo>
                  <a:pt x="4279" y="1412"/>
                </a:lnTo>
                <a:lnTo>
                  <a:pt x="4386" y="1412"/>
                </a:lnTo>
                <a:lnTo>
                  <a:pt x="4493" y="1391"/>
                </a:lnTo>
                <a:lnTo>
                  <a:pt x="4579" y="1327"/>
                </a:lnTo>
                <a:lnTo>
                  <a:pt x="4664" y="1241"/>
                </a:lnTo>
                <a:lnTo>
                  <a:pt x="4686" y="1198"/>
                </a:lnTo>
                <a:lnTo>
                  <a:pt x="4686" y="1134"/>
                </a:lnTo>
                <a:lnTo>
                  <a:pt x="4686" y="1134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0"/>
          <p:cNvSpPr/>
          <p:nvPr/>
        </p:nvSpPr>
        <p:spPr>
          <a:xfrm>
            <a:off x="4977579" y="2564721"/>
            <a:ext cx="273615" cy="231173"/>
          </a:xfrm>
          <a:custGeom>
            <a:rect b="b" l="l" r="r" t="t"/>
            <a:pathLst>
              <a:path extrusionOk="0" h="8045" w="8709">
                <a:moveTo>
                  <a:pt x="8665" y="4793"/>
                </a:moveTo>
                <a:lnTo>
                  <a:pt x="8665" y="4793"/>
                </a:lnTo>
                <a:lnTo>
                  <a:pt x="8687" y="3916"/>
                </a:lnTo>
                <a:lnTo>
                  <a:pt x="8708" y="3038"/>
                </a:lnTo>
                <a:lnTo>
                  <a:pt x="8708" y="3038"/>
                </a:lnTo>
                <a:lnTo>
                  <a:pt x="8687" y="2717"/>
                </a:lnTo>
                <a:lnTo>
                  <a:pt x="8665" y="2396"/>
                </a:lnTo>
                <a:lnTo>
                  <a:pt x="8622" y="2225"/>
                </a:lnTo>
                <a:lnTo>
                  <a:pt x="8580" y="2076"/>
                </a:lnTo>
                <a:lnTo>
                  <a:pt x="8516" y="1926"/>
                </a:lnTo>
                <a:lnTo>
                  <a:pt x="8409" y="1797"/>
                </a:lnTo>
                <a:lnTo>
                  <a:pt x="8409" y="1797"/>
                </a:lnTo>
                <a:lnTo>
                  <a:pt x="8366" y="1733"/>
                </a:lnTo>
                <a:lnTo>
                  <a:pt x="8302" y="1690"/>
                </a:lnTo>
                <a:lnTo>
                  <a:pt x="8130" y="1626"/>
                </a:lnTo>
                <a:lnTo>
                  <a:pt x="7959" y="1583"/>
                </a:lnTo>
                <a:lnTo>
                  <a:pt x="7767" y="1541"/>
                </a:lnTo>
                <a:lnTo>
                  <a:pt x="7360" y="1541"/>
                </a:lnTo>
                <a:lnTo>
                  <a:pt x="7018" y="1541"/>
                </a:lnTo>
                <a:lnTo>
                  <a:pt x="7018" y="1541"/>
                </a:lnTo>
                <a:lnTo>
                  <a:pt x="6633" y="1541"/>
                </a:lnTo>
                <a:lnTo>
                  <a:pt x="6226" y="1562"/>
                </a:lnTo>
                <a:lnTo>
                  <a:pt x="6226" y="1562"/>
                </a:lnTo>
                <a:lnTo>
                  <a:pt x="6141" y="1562"/>
                </a:lnTo>
                <a:lnTo>
                  <a:pt x="6076" y="1541"/>
                </a:lnTo>
                <a:lnTo>
                  <a:pt x="6034" y="1519"/>
                </a:lnTo>
                <a:lnTo>
                  <a:pt x="6012" y="1476"/>
                </a:lnTo>
                <a:lnTo>
                  <a:pt x="6012" y="1348"/>
                </a:lnTo>
                <a:lnTo>
                  <a:pt x="6012" y="1177"/>
                </a:lnTo>
                <a:lnTo>
                  <a:pt x="6012" y="1177"/>
                </a:lnTo>
                <a:lnTo>
                  <a:pt x="6012" y="1006"/>
                </a:lnTo>
                <a:lnTo>
                  <a:pt x="6012" y="856"/>
                </a:lnTo>
                <a:lnTo>
                  <a:pt x="5991" y="770"/>
                </a:lnTo>
                <a:lnTo>
                  <a:pt x="5948" y="706"/>
                </a:lnTo>
                <a:lnTo>
                  <a:pt x="5905" y="663"/>
                </a:lnTo>
                <a:lnTo>
                  <a:pt x="5841" y="599"/>
                </a:lnTo>
                <a:lnTo>
                  <a:pt x="5841" y="599"/>
                </a:lnTo>
                <a:lnTo>
                  <a:pt x="5691" y="514"/>
                </a:lnTo>
                <a:lnTo>
                  <a:pt x="5520" y="428"/>
                </a:lnTo>
                <a:lnTo>
                  <a:pt x="5199" y="278"/>
                </a:lnTo>
                <a:lnTo>
                  <a:pt x="5199" y="278"/>
                </a:lnTo>
                <a:lnTo>
                  <a:pt x="4921" y="150"/>
                </a:lnTo>
                <a:lnTo>
                  <a:pt x="4793" y="86"/>
                </a:lnTo>
                <a:lnTo>
                  <a:pt x="4664" y="43"/>
                </a:lnTo>
                <a:lnTo>
                  <a:pt x="4515" y="22"/>
                </a:lnTo>
                <a:lnTo>
                  <a:pt x="4365" y="0"/>
                </a:lnTo>
                <a:lnTo>
                  <a:pt x="4236" y="22"/>
                </a:lnTo>
                <a:lnTo>
                  <a:pt x="4087" y="64"/>
                </a:lnTo>
                <a:lnTo>
                  <a:pt x="4087" y="64"/>
                </a:lnTo>
                <a:lnTo>
                  <a:pt x="3701" y="257"/>
                </a:lnTo>
                <a:lnTo>
                  <a:pt x="3316" y="428"/>
                </a:lnTo>
                <a:lnTo>
                  <a:pt x="3316" y="428"/>
                </a:lnTo>
                <a:lnTo>
                  <a:pt x="2995" y="599"/>
                </a:lnTo>
                <a:lnTo>
                  <a:pt x="2846" y="685"/>
                </a:lnTo>
                <a:lnTo>
                  <a:pt x="2717" y="792"/>
                </a:lnTo>
                <a:lnTo>
                  <a:pt x="2717" y="792"/>
                </a:lnTo>
                <a:lnTo>
                  <a:pt x="2674" y="856"/>
                </a:lnTo>
                <a:lnTo>
                  <a:pt x="2653" y="920"/>
                </a:lnTo>
                <a:lnTo>
                  <a:pt x="2632" y="984"/>
                </a:lnTo>
                <a:lnTo>
                  <a:pt x="2632" y="1049"/>
                </a:lnTo>
                <a:lnTo>
                  <a:pt x="2653" y="1177"/>
                </a:lnTo>
                <a:lnTo>
                  <a:pt x="2674" y="1327"/>
                </a:lnTo>
                <a:lnTo>
                  <a:pt x="2674" y="1327"/>
                </a:lnTo>
                <a:lnTo>
                  <a:pt x="2653" y="1391"/>
                </a:lnTo>
                <a:lnTo>
                  <a:pt x="2632" y="1455"/>
                </a:lnTo>
                <a:lnTo>
                  <a:pt x="2610" y="1476"/>
                </a:lnTo>
                <a:lnTo>
                  <a:pt x="2546" y="1498"/>
                </a:lnTo>
                <a:lnTo>
                  <a:pt x="2439" y="1498"/>
                </a:lnTo>
                <a:lnTo>
                  <a:pt x="2289" y="1498"/>
                </a:lnTo>
                <a:lnTo>
                  <a:pt x="2289" y="1498"/>
                </a:lnTo>
                <a:lnTo>
                  <a:pt x="1562" y="1519"/>
                </a:lnTo>
                <a:lnTo>
                  <a:pt x="1198" y="1562"/>
                </a:lnTo>
                <a:lnTo>
                  <a:pt x="856" y="1605"/>
                </a:lnTo>
                <a:lnTo>
                  <a:pt x="856" y="1605"/>
                </a:lnTo>
                <a:lnTo>
                  <a:pt x="706" y="1626"/>
                </a:lnTo>
                <a:lnTo>
                  <a:pt x="556" y="1669"/>
                </a:lnTo>
                <a:lnTo>
                  <a:pt x="407" y="1712"/>
                </a:lnTo>
                <a:lnTo>
                  <a:pt x="278" y="1797"/>
                </a:lnTo>
                <a:lnTo>
                  <a:pt x="278" y="1797"/>
                </a:lnTo>
                <a:lnTo>
                  <a:pt x="235" y="1862"/>
                </a:lnTo>
                <a:lnTo>
                  <a:pt x="193" y="1926"/>
                </a:lnTo>
                <a:lnTo>
                  <a:pt x="150" y="2097"/>
                </a:lnTo>
                <a:lnTo>
                  <a:pt x="86" y="2418"/>
                </a:lnTo>
                <a:lnTo>
                  <a:pt x="86" y="2418"/>
                </a:lnTo>
                <a:lnTo>
                  <a:pt x="43" y="2824"/>
                </a:lnTo>
                <a:lnTo>
                  <a:pt x="0" y="3231"/>
                </a:lnTo>
                <a:lnTo>
                  <a:pt x="0" y="3659"/>
                </a:lnTo>
                <a:lnTo>
                  <a:pt x="0" y="4065"/>
                </a:lnTo>
                <a:lnTo>
                  <a:pt x="43" y="4900"/>
                </a:lnTo>
                <a:lnTo>
                  <a:pt x="64" y="5734"/>
                </a:lnTo>
                <a:lnTo>
                  <a:pt x="64" y="5734"/>
                </a:lnTo>
                <a:lnTo>
                  <a:pt x="43" y="5798"/>
                </a:lnTo>
                <a:lnTo>
                  <a:pt x="43" y="5970"/>
                </a:lnTo>
                <a:lnTo>
                  <a:pt x="43" y="6483"/>
                </a:lnTo>
                <a:lnTo>
                  <a:pt x="86" y="7039"/>
                </a:lnTo>
                <a:lnTo>
                  <a:pt x="107" y="7253"/>
                </a:lnTo>
                <a:lnTo>
                  <a:pt x="128" y="7360"/>
                </a:lnTo>
                <a:lnTo>
                  <a:pt x="128" y="7360"/>
                </a:lnTo>
                <a:lnTo>
                  <a:pt x="214" y="7510"/>
                </a:lnTo>
                <a:lnTo>
                  <a:pt x="342" y="7617"/>
                </a:lnTo>
                <a:lnTo>
                  <a:pt x="514" y="7724"/>
                </a:lnTo>
                <a:lnTo>
                  <a:pt x="685" y="7810"/>
                </a:lnTo>
                <a:lnTo>
                  <a:pt x="877" y="7874"/>
                </a:lnTo>
                <a:lnTo>
                  <a:pt x="1070" y="7938"/>
                </a:lnTo>
                <a:lnTo>
                  <a:pt x="1412" y="8002"/>
                </a:lnTo>
                <a:lnTo>
                  <a:pt x="1412" y="8002"/>
                </a:lnTo>
                <a:lnTo>
                  <a:pt x="1861" y="8045"/>
                </a:lnTo>
                <a:lnTo>
                  <a:pt x="2332" y="8045"/>
                </a:lnTo>
                <a:lnTo>
                  <a:pt x="2803" y="8045"/>
                </a:lnTo>
                <a:lnTo>
                  <a:pt x="3252" y="8024"/>
                </a:lnTo>
                <a:lnTo>
                  <a:pt x="4194" y="7959"/>
                </a:lnTo>
                <a:lnTo>
                  <a:pt x="4664" y="7959"/>
                </a:lnTo>
                <a:lnTo>
                  <a:pt x="5114" y="7959"/>
                </a:lnTo>
                <a:lnTo>
                  <a:pt x="5114" y="7959"/>
                </a:lnTo>
                <a:lnTo>
                  <a:pt x="5969" y="7981"/>
                </a:lnTo>
                <a:lnTo>
                  <a:pt x="6397" y="7981"/>
                </a:lnTo>
                <a:lnTo>
                  <a:pt x="6825" y="7959"/>
                </a:lnTo>
                <a:lnTo>
                  <a:pt x="6825" y="7959"/>
                </a:lnTo>
                <a:lnTo>
                  <a:pt x="7210" y="7938"/>
                </a:lnTo>
                <a:lnTo>
                  <a:pt x="7617" y="7917"/>
                </a:lnTo>
                <a:lnTo>
                  <a:pt x="7809" y="7874"/>
                </a:lnTo>
                <a:lnTo>
                  <a:pt x="8023" y="7852"/>
                </a:lnTo>
                <a:lnTo>
                  <a:pt x="8195" y="7788"/>
                </a:lnTo>
                <a:lnTo>
                  <a:pt x="8366" y="7703"/>
                </a:lnTo>
                <a:lnTo>
                  <a:pt x="8366" y="7703"/>
                </a:lnTo>
                <a:lnTo>
                  <a:pt x="8430" y="7660"/>
                </a:lnTo>
                <a:lnTo>
                  <a:pt x="8494" y="7617"/>
                </a:lnTo>
                <a:lnTo>
                  <a:pt x="8580" y="7467"/>
                </a:lnTo>
                <a:lnTo>
                  <a:pt x="8622" y="7318"/>
                </a:lnTo>
                <a:lnTo>
                  <a:pt x="8665" y="7146"/>
                </a:lnTo>
                <a:lnTo>
                  <a:pt x="8665" y="6954"/>
                </a:lnTo>
                <a:lnTo>
                  <a:pt x="8665" y="6783"/>
                </a:lnTo>
                <a:lnTo>
                  <a:pt x="8644" y="6462"/>
                </a:lnTo>
                <a:lnTo>
                  <a:pt x="8644" y="6462"/>
                </a:lnTo>
                <a:lnTo>
                  <a:pt x="8665" y="4793"/>
                </a:lnTo>
                <a:lnTo>
                  <a:pt x="8665" y="4793"/>
                </a:lnTo>
                <a:close/>
                <a:moveTo>
                  <a:pt x="3124" y="1049"/>
                </a:moveTo>
                <a:lnTo>
                  <a:pt x="3124" y="1049"/>
                </a:lnTo>
                <a:lnTo>
                  <a:pt x="3167" y="963"/>
                </a:lnTo>
                <a:lnTo>
                  <a:pt x="3252" y="920"/>
                </a:lnTo>
                <a:lnTo>
                  <a:pt x="3252" y="920"/>
                </a:lnTo>
                <a:lnTo>
                  <a:pt x="3445" y="856"/>
                </a:lnTo>
                <a:lnTo>
                  <a:pt x="3637" y="792"/>
                </a:lnTo>
                <a:lnTo>
                  <a:pt x="3830" y="728"/>
                </a:lnTo>
                <a:lnTo>
                  <a:pt x="4022" y="642"/>
                </a:lnTo>
                <a:lnTo>
                  <a:pt x="4022" y="642"/>
                </a:lnTo>
                <a:lnTo>
                  <a:pt x="4236" y="535"/>
                </a:lnTo>
                <a:lnTo>
                  <a:pt x="4408" y="471"/>
                </a:lnTo>
                <a:lnTo>
                  <a:pt x="4493" y="471"/>
                </a:lnTo>
                <a:lnTo>
                  <a:pt x="4579" y="471"/>
                </a:lnTo>
                <a:lnTo>
                  <a:pt x="4664" y="492"/>
                </a:lnTo>
                <a:lnTo>
                  <a:pt x="4793" y="535"/>
                </a:lnTo>
                <a:lnTo>
                  <a:pt x="4793" y="535"/>
                </a:lnTo>
                <a:lnTo>
                  <a:pt x="5178" y="663"/>
                </a:lnTo>
                <a:lnTo>
                  <a:pt x="5370" y="749"/>
                </a:lnTo>
                <a:lnTo>
                  <a:pt x="5456" y="792"/>
                </a:lnTo>
                <a:lnTo>
                  <a:pt x="5499" y="856"/>
                </a:lnTo>
                <a:lnTo>
                  <a:pt x="5499" y="856"/>
                </a:lnTo>
                <a:lnTo>
                  <a:pt x="5542" y="920"/>
                </a:lnTo>
                <a:lnTo>
                  <a:pt x="5584" y="1006"/>
                </a:lnTo>
                <a:lnTo>
                  <a:pt x="5627" y="1198"/>
                </a:lnTo>
                <a:lnTo>
                  <a:pt x="5627" y="1412"/>
                </a:lnTo>
                <a:lnTo>
                  <a:pt x="5606" y="1498"/>
                </a:lnTo>
                <a:lnTo>
                  <a:pt x="5584" y="1583"/>
                </a:lnTo>
                <a:lnTo>
                  <a:pt x="5584" y="1583"/>
                </a:lnTo>
                <a:lnTo>
                  <a:pt x="5542" y="1626"/>
                </a:lnTo>
                <a:lnTo>
                  <a:pt x="5456" y="1669"/>
                </a:lnTo>
                <a:lnTo>
                  <a:pt x="5242" y="1755"/>
                </a:lnTo>
                <a:lnTo>
                  <a:pt x="5049" y="1797"/>
                </a:lnTo>
                <a:lnTo>
                  <a:pt x="4985" y="1797"/>
                </a:lnTo>
                <a:lnTo>
                  <a:pt x="4964" y="1776"/>
                </a:lnTo>
                <a:lnTo>
                  <a:pt x="4964" y="1776"/>
                </a:lnTo>
                <a:lnTo>
                  <a:pt x="3851" y="1755"/>
                </a:lnTo>
                <a:lnTo>
                  <a:pt x="3851" y="1755"/>
                </a:lnTo>
                <a:lnTo>
                  <a:pt x="3680" y="1755"/>
                </a:lnTo>
                <a:lnTo>
                  <a:pt x="3488" y="1755"/>
                </a:lnTo>
                <a:lnTo>
                  <a:pt x="3381" y="1733"/>
                </a:lnTo>
                <a:lnTo>
                  <a:pt x="3295" y="1712"/>
                </a:lnTo>
                <a:lnTo>
                  <a:pt x="3231" y="1669"/>
                </a:lnTo>
                <a:lnTo>
                  <a:pt x="3167" y="1605"/>
                </a:lnTo>
                <a:lnTo>
                  <a:pt x="3167" y="1605"/>
                </a:lnTo>
                <a:lnTo>
                  <a:pt x="3145" y="1519"/>
                </a:lnTo>
                <a:lnTo>
                  <a:pt x="3124" y="1327"/>
                </a:lnTo>
                <a:lnTo>
                  <a:pt x="3102" y="1156"/>
                </a:lnTo>
                <a:lnTo>
                  <a:pt x="3124" y="1049"/>
                </a:lnTo>
                <a:lnTo>
                  <a:pt x="3124" y="1049"/>
                </a:lnTo>
                <a:close/>
                <a:moveTo>
                  <a:pt x="8216" y="4108"/>
                </a:moveTo>
                <a:lnTo>
                  <a:pt x="8216" y="4108"/>
                </a:lnTo>
                <a:lnTo>
                  <a:pt x="8195" y="4429"/>
                </a:lnTo>
                <a:lnTo>
                  <a:pt x="8152" y="4750"/>
                </a:lnTo>
                <a:lnTo>
                  <a:pt x="8109" y="5092"/>
                </a:lnTo>
                <a:lnTo>
                  <a:pt x="8088" y="5413"/>
                </a:lnTo>
                <a:lnTo>
                  <a:pt x="8088" y="5413"/>
                </a:lnTo>
                <a:lnTo>
                  <a:pt x="8088" y="6077"/>
                </a:lnTo>
                <a:lnTo>
                  <a:pt x="8088" y="6419"/>
                </a:lnTo>
                <a:lnTo>
                  <a:pt x="8066" y="6740"/>
                </a:lnTo>
                <a:lnTo>
                  <a:pt x="8066" y="6740"/>
                </a:lnTo>
                <a:lnTo>
                  <a:pt x="8045" y="6868"/>
                </a:lnTo>
                <a:lnTo>
                  <a:pt x="8023" y="6997"/>
                </a:lnTo>
                <a:lnTo>
                  <a:pt x="7959" y="7104"/>
                </a:lnTo>
                <a:lnTo>
                  <a:pt x="7916" y="7146"/>
                </a:lnTo>
                <a:lnTo>
                  <a:pt x="7852" y="7189"/>
                </a:lnTo>
                <a:lnTo>
                  <a:pt x="7852" y="7189"/>
                </a:lnTo>
                <a:lnTo>
                  <a:pt x="7745" y="7253"/>
                </a:lnTo>
                <a:lnTo>
                  <a:pt x="7595" y="7296"/>
                </a:lnTo>
                <a:lnTo>
                  <a:pt x="7339" y="7360"/>
                </a:lnTo>
                <a:lnTo>
                  <a:pt x="7339" y="7360"/>
                </a:lnTo>
                <a:lnTo>
                  <a:pt x="6697" y="7382"/>
                </a:lnTo>
                <a:lnTo>
                  <a:pt x="6312" y="7382"/>
                </a:lnTo>
                <a:lnTo>
                  <a:pt x="6183" y="7360"/>
                </a:lnTo>
                <a:lnTo>
                  <a:pt x="6141" y="7360"/>
                </a:lnTo>
                <a:lnTo>
                  <a:pt x="6141" y="7360"/>
                </a:lnTo>
                <a:lnTo>
                  <a:pt x="4621" y="7403"/>
                </a:lnTo>
                <a:lnTo>
                  <a:pt x="3102" y="7424"/>
                </a:lnTo>
                <a:lnTo>
                  <a:pt x="3102" y="7424"/>
                </a:lnTo>
                <a:lnTo>
                  <a:pt x="2781" y="7424"/>
                </a:lnTo>
                <a:lnTo>
                  <a:pt x="2461" y="7403"/>
                </a:lnTo>
                <a:lnTo>
                  <a:pt x="1797" y="7382"/>
                </a:lnTo>
                <a:lnTo>
                  <a:pt x="1797" y="7382"/>
                </a:lnTo>
                <a:lnTo>
                  <a:pt x="1519" y="7360"/>
                </a:lnTo>
                <a:lnTo>
                  <a:pt x="1348" y="7339"/>
                </a:lnTo>
                <a:lnTo>
                  <a:pt x="1198" y="7318"/>
                </a:lnTo>
                <a:lnTo>
                  <a:pt x="1070" y="7275"/>
                </a:lnTo>
                <a:lnTo>
                  <a:pt x="941" y="7189"/>
                </a:lnTo>
                <a:lnTo>
                  <a:pt x="834" y="7104"/>
                </a:lnTo>
                <a:lnTo>
                  <a:pt x="749" y="6975"/>
                </a:lnTo>
                <a:lnTo>
                  <a:pt x="749" y="6975"/>
                </a:lnTo>
                <a:lnTo>
                  <a:pt x="685" y="6847"/>
                </a:lnTo>
                <a:lnTo>
                  <a:pt x="663" y="6718"/>
                </a:lnTo>
                <a:lnTo>
                  <a:pt x="642" y="6397"/>
                </a:lnTo>
                <a:lnTo>
                  <a:pt x="642" y="5820"/>
                </a:lnTo>
                <a:lnTo>
                  <a:pt x="642" y="5820"/>
                </a:lnTo>
                <a:lnTo>
                  <a:pt x="599" y="4536"/>
                </a:lnTo>
                <a:lnTo>
                  <a:pt x="599" y="4536"/>
                </a:lnTo>
                <a:lnTo>
                  <a:pt x="578" y="3830"/>
                </a:lnTo>
                <a:lnTo>
                  <a:pt x="578" y="3124"/>
                </a:lnTo>
                <a:lnTo>
                  <a:pt x="578" y="3124"/>
                </a:lnTo>
                <a:lnTo>
                  <a:pt x="599" y="2889"/>
                </a:lnTo>
                <a:lnTo>
                  <a:pt x="620" y="2653"/>
                </a:lnTo>
                <a:lnTo>
                  <a:pt x="663" y="2546"/>
                </a:lnTo>
                <a:lnTo>
                  <a:pt x="706" y="2439"/>
                </a:lnTo>
                <a:lnTo>
                  <a:pt x="770" y="2354"/>
                </a:lnTo>
                <a:lnTo>
                  <a:pt x="856" y="2268"/>
                </a:lnTo>
                <a:lnTo>
                  <a:pt x="856" y="2268"/>
                </a:lnTo>
                <a:lnTo>
                  <a:pt x="984" y="2183"/>
                </a:lnTo>
                <a:lnTo>
                  <a:pt x="1134" y="2118"/>
                </a:lnTo>
                <a:lnTo>
                  <a:pt x="1262" y="2097"/>
                </a:lnTo>
                <a:lnTo>
                  <a:pt x="1434" y="2076"/>
                </a:lnTo>
                <a:lnTo>
                  <a:pt x="1733" y="2054"/>
                </a:lnTo>
                <a:lnTo>
                  <a:pt x="2033" y="2054"/>
                </a:lnTo>
                <a:lnTo>
                  <a:pt x="2033" y="2054"/>
                </a:lnTo>
                <a:lnTo>
                  <a:pt x="2289" y="2033"/>
                </a:lnTo>
                <a:lnTo>
                  <a:pt x="2546" y="1990"/>
                </a:lnTo>
                <a:lnTo>
                  <a:pt x="2546" y="1990"/>
                </a:lnTo>
                <a:lnTo>
                  <a:pt x="2674" y="2011"/>
                </a:lnTo>
                <a:lnTo>
                  <a:pt x="2717" y="2033"/>
                </a:lnTo>
                <a:lnTo>
                  <a:pt x="2739" y="2054"/>
                </a:lnTo>
                <a:lnTo>
                  <a:pt x="2781" y="2140"/>
                </a:lnTo>
                <a:lnTo>
                  <a:pt x="2867" y="2247"/>
                </a:lnTo>
                <a:lnTo>
                  <a:pt x="2867" y="2247"/>
                </a:lnTo>
                <a:lnTo>
                  <a:pt x="2974" y="2311"/>
                </a:lnTo>
                <a:lnTo>
                  <a:pt x="3102" y="2354"/>
                </a:lnTo>
                <a:lnTo>
                  <a:pt x="3252" y="2375"/>
                </a:lnTo>
                <a:lnTo>
                  <a:pt x="3402" y="2375"/>
                </a:lnTo>
                <a:lnTo>
                  <a:pt x="3723" y="2354"/>
                </a:lnTo>
                <a:lnTo>
                  <a:pt x="4001" y="2332"/>
                </a:lnTo>
                <a:lnTo>
                  <a:pt x="4001" y="2332"/>
                </a:lnTo>
                <a:lnTo>
                  <a:pt x="4686" y="2354"/>
                </a:lnTo>
                <a:lnTo>
                  <a:pt x="5370" y="2354"/>
                </a:lnTo>
                <a:lnTo>
                  <a:pt x="5370" y="2354"/>
                </a:lnTo>
                <a:lnTo>
                  <a:pt x="5542" y="2354"/>
                </a:lnTo>
                <a:lnTo>
                  <a:pt x="5670" y="2332"/>
                </a:lnTo>
                <a:lnTo>
                  <a:pt x="5777" y="2290"/>
                </a:lnTo>
                <a:lnTo>
                  <a:pt x="5927" y="2225"/>
                </a:lnTo>
                <a:lnTo>
                  <a:pt x="5927" y="2225"/>
                </a:lnTo>
                <a:lnTo>
                  <a:pt x="6055" y="2161"/>
                </a:lnTo>
                <a:lnTo>
                  <a:pt x="6205" y="2140"/>
                </a:lnTo>
                <a:lnTo>
                  <a:pt x="6504" y="2118"/>
                </a:lnTo>
                <a:lnTo>
                  <a:pt x="6504" y="2118"/>
                </a:lnTo>
                <a:lnTo>
                  <a:pt x="7146" y="2076"/>
                </a:lnTo>
                <a:lnTo>
                  <a:pt x="7489" y="2076"/>
                </a:lnTo>
                <a:lnTo>
                  <a:pt x="7809" y="2097"/>
                </a:lnTo>
                <a:lnTo>
                  <a:pt x="7809" y="2097"/>
                </a:lnTo>
                <a:lnTo>
                  <a:pt x="7938" y="2140"/>
                </a:lnTo>
                <a:lnTo>
                  <a:pt x="8023" y="2183"/>
                </a:lnTo>
                <a:lnTo>
                  <a:pt x="8109" y="2268"/>
                </a:lnTo>
                <a:lnTo>
                  <a:pt x="8152" y="2375"/>
                </a:lnTo>
                <a:lnTo>
                  <a:pt x="8195" y="2482"/>
                </a:lnTo>
                <a:lnTo>
                  <a:pt x="8216" y="2610"/>
                </a:lnTo>
                <a:lnTo>
                  <a:pt x="8216" y="2846"/>
                </a:lnTo>
                <a:lnTo>
                  <a:pt x="8216" y="2846"/>
                </a:lnTo>
                <a:lnTo>
                  <a:pt x="8237" y="3488"/>
                </a:lnTo>
                <a:lnTo>
                  <a:pt x="8237" y="3787"/>
                </a:lnTo>
                <a:lnTo>
                  <a:pt x="8216" y="4108"/>
                </a:lnTo>
                <a:lnTo>
                  <a:pt x="8216" y="4108"/>
                </a:lnTo>
                <a:close/>
                <a:moveTo>
                  <a:pt x="3209" y="4557"/>
                </a:moveTo>
                <a:lnTo>
                  <a:pt x="3209" y="4557"/>
                </a:lnTo>
                <a:lnTo>
                  <a:pt x="3102" y="4515"/>
                </a:lnTo>
                <a:lnTo>
                  <a:pt x="2995" y="4472"/>
                </a:lnTo>
                <a:lnTo>
                  <a:pt x="2953" y="4450"/>
                </a:lnTo>
                <a:lnTo>
                  <a:pt x="2931" y="4429"/>
                </a:lnTo>
                <a:lnTo>
                  <a:pt x="2910" y="4386"/>
                </a:lnTo>
                <a:lnTo>
                  <a:pt x="2888" y="4322"/>
                </a:lnTo>
                <a:lnTo>
                  <a:pt x="2888" y="4322"/>
                </a:lnTo>
                <a:lnTo>
                  <a:pt x="2910" y="4194"/>
                </a:lnTo>
                <a:lnTo>
                  <a:pt x="2931" y="4044"/>
                </a:lnTo>
                <a:lnTo>
                  <a:pt x="2974" y="3787"/>
                </a:lnTo>
                <a:lnTo>
                  <a:pt x="2974" y="3637"/>
                </a:lnTo>
                <a:lnTo>
                  <a:pt x="2974" y="3509"/>
                </a:lnTo>
                <a:lnTo>
                  <a:pt x="2931" y="3381"/>
                </a:lnTo>
                <a:lnTo>
                  <a:pt x="2846" y="3274"/>
                </a:lnTo>
                <a:lnTo>
                  <a:pt x="2846" y="3274"/>
                </a:lnTo>
                <a:lnTo>
                  <a:pt x="2781" y="3231"/>
                </a:lnTo>
                <a:lnTo>
                  <a:pt x="2717" y="3188"/>
                </a:lnTo>
                <a:lnTo>
                  <a:pt x="2589" y="3145"/>
                </a:lnTo>
                <a:lnTo>
                  <a:pt x="2439" y="3167"/>
                </a:lnTo>
                <a:lnTo>
                  <a:pt x="2311" y="3210"/>
                </a:lnTo>
                <a:lnTo>
                  <a:pt x="2161" y="3274"/>
                </a:lnTo>
                <a:lnTo>
                  <a:pt x="2033" y="3359"/>
                </a:lnTo>
                <a:lnTo>
                  <a:pt x="1947" y="3466"/>
                </a:lnTo>
                <a:lnTo>
                  <a:pt x="1883" y="3595"/>
                </a:lnTo>
                <a:lnTo>
                  <a:pt x="1883" y="3595"/>
                </a:lnTo>
                <a:lnTo>
                  <a:pt x="1861" y="3702"/>
                </a:lnTo>
                <a:lnTo>
                  <a:pt x="1840" y="3830"/>
                </a:lnTo>
                <a:lnTo>
                  <a:pt x="1840" y="3958"/>
                </a:lnTo>
                <a:lnTo>
                  <a:pt x="1861" y="4065"/>
                </a:lnTo>
                <a:lnTo>
                  <a:pt x="1861" y="4065"/>
                </a:lnTo>
                <a:lnTo>
                  <a:pt x="1904" y="4172"/>
                </a:lnTo>
                <a:lnTo>
                  <a:pt x="1990" y="4279"/>
                </a:lnTo>
                <a:lnTo>
                  <a:pt x="2054" y="4408"/>
                </a:lnTo>
                <a:lnTo>
                  <a:pt x="2054" y="4450"/>
                </a:lnTo>
                <a:lnTo>
                  <a:pt x="2054" y="4515"/>
                </a:lnTo>
                <a:lnTo>
                  <a:pt x="2054" y="4515"/>
                </a:lnTo>
                <a:lnTo>
                  <a:pt x="2011" y="4557"/>
                </a:lnTo>
                <a:lnTo>
                  <a:pt x="1968" y="4600"/>
                </a:lnTo>
                <a:lnTo>
                  <a:pt x="1819" y="4664"/>
                </a:lnTo>
                <a:lnTo>
                  <a:pt x="1669" y="4729"/>
                </a:lnTo>
                <a:lnTo>
                  <a:pt x="1605" y="4771"/>
                </a:lnTo>
                <a:lnTo>
                  <a:pt x="1562" y="4814"/>
                </a:lnTo>
                <a:lnTo>
                  <a:pt x="1562" y="4814"/>
                </a:lnTo>
                <a:lnTo>
                  <a:pt x="1498" y="4943"/>
                </a:lnTo>
                <a:lnTo>
                  <a:pt x="1455" y="5071"/>
                </a:lnTo>
                <a:lnTo>
                  <a:pt x="1412" y="5371"/>
                </a:lnTo>
                <a:lnTo>
                  <a:pt x="1412" y="5371"/>
                </a:lnTo>
                <a:lnTo>
                  <a:pt x="1391" y="5520"/>
                </a:lnTo>
                <a:lnTo>
                  <a:pt x="1369" y="5691"/>
                </a:lnTo>
                <a:lnTo>
                  <a:pt x="1369" y="5863"/>
                </a:lnTo>
                <a:lnTo>
                  <a:pt x="1391" y="5927"/>
                </a:lnTo>
                <a:lnTo>
                  <a:pt x="1412" y="6012"/>
                </a:lnTo>
                <a:lnTo>
                  <a:pt x="1412" y="6012"/>
                </a:lnTo>
                <a:lnTo>
                  <a:pt x="1455" y="6055"/>
                </a:lnTo>
                <a:lnTo>
                  <a:pt x="1519" y="6098"/>
                </a:lnTo>
                <a:lnTo>
                  <a:pt x="1647" y="6162"/>
                </a:lnTo>
                <a:lnTo>
                  <a:pt x="1776" y="6184"/>
                </a:lnTo>
                <a:lnTo>
                  <a:pt x="1904" y="6184"/>
                </a:lnTo>
                <a:lnTo>
                  <a:pt x="1904" y="6184"/>
                </a:lnTo>
                <a:lnTo>
                  <a:pt x="2311" y="6162"/>
                </a:lnTo>
                <a:lnTo>
                  <a:pt x="2717" y="6119"/>
                </a:lnTo>
                <a:lnTo>
                  <a:pt x="2717" y="6119"/>
                </a:lnTo>
                <a:lnTo>
                  <a:pt x="3081" y="6098"/>
                </a:lnTo>
                <a:lnTo>
                  <a:pt x="3252" y="6055"/>
                </a:lnTo>
                <a:lnTo>
                  <a:pt x="3338" y="6034"/>
                </a:lnTo>
                <a:lnTo>
                  <a:pt x="3423" y="5991"/>
                </a:lnTo>
                <a:lnTo>
                  <a:pt x="3423" y="5991"/>
                </a:lnTo>
                <a:lnTo>
                  <a:pt x="3509" y="5905"/>
                </a:lnTo>
                <a:lnTo>
                  <a:pt x="3573" y="5777"/>
                </a:lnTo>
                <a:lnTo>
                  <a:pt x="3616" y="5649"/>
                </a:lnTo>
                <a:lnTo>
                  <a:pt x="3637" y="5499"/>
                </a:lnTo>
                <a:lnTo>
                  <a:pt x="3659" y="5349"/>
                </a:lnTo>
                <a:lnTo>
                  <a:pt x="3637" y="5199"/>
                </a:lnTo>
                <a:lnTo>
                  <a:pt x="3616" y="5071"/>
                </a:lnTo>
                <a:lnTo>
                  <a:pt x="3573" y="4943"/>
                </a:lnTo>
                <a:lnTo>
                  <a:pt x="3573" y="4943"/>
                </a:lnTo>
                <a:lnTo>
                  <a:pt x="3509" y="4836"/>
                </a:lnTo>
                <a:lnTo>
                  <a:pt x="3423" y="4729"/>
                </a:lnTo>
                <a:lnTo>
                  <a:pt x="3338" y="4643"/>
                </a:lnTo>
                <a:lnTo>
                  <a:pt x="3209" y="4557"/>
                </a:lnTo>
                <a:lnTo>
                  <a:pt x="3209" y="4557"/>
                </a:lnTo>
                <a:close/>
                <a:moveTo>
                  <a:pt x="3167" y="5349"/>
                </a:moveTo>
                <a:lnTo>
                  <a:pt x="3167" y="5349"/>
                </a:lnTo>
                <a:lnTo>
                  <a:pt x="3167" y="5477"/>
                </a:lnTo>
                <a:lnTo>
                  <a:pt x="3167" y="5542"/>
                </a:lnTo>
                <a:lnTo>
                  <a:pt x="3102" y="5606"/>
                </a:lnTo>
                <a:lnTo>
                  <a:pt x="2995" y="5649"/>
                </a:lnTo>
                <a:lnTo>
                  <a:pt x="2995" y="5649"/>
                </a:lnTo>
                <a:lnTo>
                  <a:pt x="2846" y="5691"/>
                </a:lnTo>
                <a:lnTo>
                  <a:pt x="2781" y="5691"/>
                </a:lnTo>
                <a:lnTo>
                  <a:pt x="2739" y="5691"/>
                </a:lnTo>
                <a:lnTo>
                  <a:pt x="2696" y="5649"/>
                </a:lnTo>
                <a:lnTo>
                  <a:pt x="2674" y="5627"/>
                </a:lnTo>
                <a:lnTo>
                  <a:pt x="2632" y="5477"/>
                </a:lnTo>
                <a:lnTo>
                  <a:pt x="2632" y="5477"/>
                </a:lnTo>
                <a:lnTo>
                  <a:pt x="2589" y="5221"/>
                </a:lnTo>
                <a:lnTo>
                  <a:pt x="2568" y="5092"/>
                </a:lnTo>
                <a:lnTo>
                  <a:pt x="2525" y="4985"/>
                </a:lnTo>
                <a:lnTo>
                  <a:pt x="2525" y="4985"/>
                </a:lnTo>
                <a:lnTo>
                  <a:pt x="2525" y="4921"/>
                </a:lnTo>
                <a:lnTo>
                  <a:pt x="2525" y="4857"/>
                </a:lnTo>
                <a:lnTo>
                  <a:pt x="2503" y="4814"/>
                </a:lnTo>
                <a:lnTo>
                  <a:pt x="2439" y="4793"/>
                </a:lnTo>
                <a:lnTo>
                  <a:pt x="2439" y="4793"/>
                </a:lnTo>
                <a:lnTo>
                  <a:pt x="2375" y="4793"/>
                </a:lnTo>
                <a:lnTo>
                  <a:pt x="2311" y="4814"/>
                </a:lnTo>
                <a:lnTo>
                  <a:pt x="2289" y="4878"/>
                </a:lnTo>
                <a:lnTo>
                  <a:pt x="2268" y="4943"/>
                </a:lnTo>
                <a:lnTo>
                  <a:pt x="2268" y="4943"/>
                </a:lnTo>
                <a:lnTo>
                  <a:pt x="2289" y="4985"/>
                </a:lnTo>
                <a:lnTo>
                  <a:pt x="2311" y="5028"/>
                </a:lnTo>
                <a:lnTo>
                  <a:pt x="2332" y="5114"/>
                </a:lnTo>
                <a:lnTo>
                  <a:pt x="2332" y="5114"/>
                </a:lnTo>
                <a:lnTo>
                  <a:pt x="2332" y="5242"/>
                </a:lnTo>
                <a:lnTo>
                  <a:pt x="2311" y="5371"/>
                </a:lnTo>
                <a:lnTo>
                  <a:pt x="2311" y="5371"/>
                </a:lnTo>
                <a:lnTo>
                  <a:pt x="2311" y="5520"/>
                </a:lnTo>
                <a:lnTo>
                  <a:pt x="2289" y="5649"/>
                </a:lnTo>
                <a:lnTo>
                  <a:pt x="2268" y="5691"/>
                </a:lnTo>
                <a:lnTo>
                  <a:pt x="2225" y="5734"/>
                </a:lnTo>
                <a:lnTo>
                  <a:pt x="2161" y="5756"/>
                </a:lnTo>
                <a:lnTo>
                  <a:pt x="2097" y="5777"/>
                </a:lnTo>
                <a:lnTo>
                  <a:pt x="2097" y="5777"/>
                </a:lnTo>
                <a:lnTo>
                  <a:pt x="1968" y="5777"/>
                </a:lnTo>
                <a:lnTo>
                  <a:pt x="1926" y="5756"/>
                </a:lnTo>
                <a:lnTo>
                  <a:pt x="1904" y="5713"/>
                </a:lnTo>
                <a:lnTo>
                  <a:pt x="1861" y="5627"/>
                </a:lnTo>
                <a:lnTo>
                  <a:pt x="1861" y="5627"/>
                </a:lnTo>
                <a:lnTo>
                  <a:pt x="1840" y="5499"/>
                </a:lnTo>
                <a:lnTo>
                  <a:pt x="1819" y="5328"/>
                </a:lnTo>
                <a:lnTo>
                  <a:pt x="1819" y="5157"/>
                </a:lnTo>
                <a:lnTo>
                  <a:pt x="1840" y="5050"/>
                </a:lnTo>
                <a:lnTo>
                  <a:pt x="1840" y="5050"/>
                </a:lnTo>
                <a:lnTo>
                  <a:pt x="1861" y="4985"/>
                </a:lnTo>
                <a:lnTo>
                  <a:pt x="1904" y="4964"/>
                </a:lnTo>
                <a:lnTo>
                  <a:pt x="2011" y="4900"/>
                </a:lnTo>
                <a:lnTo>
                  <a:pt x="2118" y="4836"/>
                </a:lnTo>
                <a:lnTo>
                  <a:pt x="2204" y="4771"/>
                </a:lnTo>
                <a:lnTo>
                  <a:pt x="2204" y="4771"/>
                </a:lnTo>
                <a:lnTo>
                  <a:pt x="2247" y="4707"/>
                </a:lnTo>
                <a:lnTo>
                  <a:pt x="2268" y="4643"/>
                </a:lnTo>
                <a:lnTo>
                  <a:pt x="2289" y="4515"/>
                </a:lnTo>
                <a:lnTo>
                  <a:pt x="2268" y="4386"/>
                </a:lnTo>
                <a:lnTo>
                  <a:pt x="2225" y="4237"/>
                </a:lnTo>
                <a:lnTo>
                  <a:pt x="2225" y="4237"/>
                </a:lnTo>
                <a:lnTo>
                  <a:pt x="2204" y="4108"/>
                </a:lnTo>
                <a:lnTo>
                  <a:pt x="2182" y="3980"/>
                </a:lnTo>
                <a:lnTo>
                  <a:pt x="2182" y="3830"/>
                </a:lnTo>
                <a:lnTo>
                  <a:pt x="2204" y="3766"/>
                </a:lnTo>
                <a:lnTo>
                  <a:pt x="2225" y="3702"/>
                </a:lnTo>
                <a:lnTo>
                  <a:pt x="2225" y="3702"/>
                </a:lnTo>
                <a:lnTo>
                  <a:pt x="2311" y="3616"/>
                </a:lnTo>
                <a:lnTo>
                  <a:pt x="2418" y="3573"/>
                </a:lnTo>
                <a:lnTo>
                  <a:pt x="2461" y="3573"/>
                </a:lnTo>
                <a:lnTo>
                  <a:pt x="2503" y="3595"/>
                </a:lnTo>
                <a:lnTo>
                  <a:pt x="2546" y="3616"/>
                </a:lnTo>
                <a:lnTo>
                  <a:pt x="2568" y="3680"/>
                </a:lnTo>
                <a:lnTo>
                  <a:pt x="2568" y="3680"/>
                </a:lnTo>
                <a:lnTo>
                  <a:pt x="2589" y="3744"/>
                </a:lnTo>
                <a:lnTo>
                  <a:pt x="2589" y="3809"/>
                </a:lnTo>
                <a:lnTo>
                  <a:pt x="2568" y="3958"/>
                </a:lnTo>
                <a:lnTo>
                  <a:pt x="2503" y="4237"/>
                </a:lnTo>
                <a:lnTo>
                  <a:pt x="2503" y="4237"/>
                </a:lnTo>
                <a:lnTo>
                  <a:pt x="2461" y="4386"/>
                </a:lnTo>
                <a:lnTo>
                  <a:pt x="2461" y="4493"/>
                </a:lnTo>
                <a:lnTo>
                  <a:pt x="2503" y="4557"/>
                </a:lnTo>
                <a:lnTo>
                  <a:pt x="2610" y="4664"/>
                </a:lnTo>
                <a:lnTo>
                  <a:pt x="2610" y="4664"/>
                </a:lnTo>
                <a:lnTo>
                  <a:pt x="2739" y="4729"/>
                </a:lnTo>
                <a:lnTo>
                  <a:pt x="2867" y="4793"/>
                </a:lnTo>
                <a:lnTo>
                  <a:pt x="2995" y="4878"/>
                </a:lnTo>
                <a:lnTo>
                  <a:pt x="3102" y="4964"/>
                </a:lnTo>
                <a:lnTo>
                  <a:pt x="3102" y="4964"/>
                </a:lnTo>
                <a:lnTo>
                  <a:pt x="3124" y="5028"/>
                </a:lnTo>
                <a:lnTo>
                  <a:pt x="3167" y="5157"/>
                </a:lnTo>
                <a:lnTo>
                  <a:pt x="3188" y="5285"/>
                </a:lnTo>
                <a:lnTo>
                  <a:pt x="3188" y="5328"/>
                </a:lnTo>
                <a:lnTo>
                  <a:pt x="3167" y="5349"/>
                </a:lnTo>
                <a:lnTo>
                  <a:pt x="3167" y="5349"/>
                </a:lnTo>
                <a:close/>
                <a:moveTo>
                  <a:pt x="4279" y="3787"/>
                </a:moveTo>
                <a:lnTo>
                  <a:pt x="4279" y="3787"/>
                </a:lnTo>
                <a:lnTo>
                  <a:pt x="4322" y="3744"/>
                </a:lnTo>
                <a:lnTo>
                  <a:pt x="4365" y="3702"/>
                </a:lnTo>
                <a:lnTo>
                  <a:pt x="4429" y="3595"/>
                </a:lnTo>
                <a:lnTo>
                  <a:pt x="4450" y="3552"/>
                </a:lnTo>
                <a:lnTo>
                  <a:pt x="4493" y="3530"/>
                </a:lnTo>
                <a:lnTo>
                  <a:pt x="4557" y="3530"/>
                </a:lnTo>
                <a:lnTo>
                  <a:pt x="4621" y="3573"/>
                </a:lnTo>
                <a:lnTo>
                  <a:pt x="4621" y="3573"/>
                </a:lnTo>
                <a:lnTo>
                  <a:pt x="4686" y="3616"/>
                </a:lnTo>
                <a:lnTo>
                  <a:pt x="4728" y="3680"/>
                </a:lnTo>
                <a:lnTo>
                  <a:pt x="4814" y="3809"/>
                </a:lnTo>
                <a:lnTo>
                  <a:pt x="4857" y="3873"/>
                </a:lnTo>
                <a:lnTo>
                  <a:pt x="4921" y="3894"/>
                </a:lnTo>
                <a:lnTo>
                  <a:pt x="5007" y="3916"/>
                </a:lnTo>
                <a:lnTo>
                  <a:pt x="5114" y="3894"/>
                </a:lnTo>
                <a:lnTo>
                  <a:pt x="5114" y="3894"/>
                </a:lnTo>
                <a:lnTo>
                  <a:pt x="5199" y="3851"/>
                </a:lnTo>
                <a:lnTo>
                  <a:pt x="5242" y="3809"/>
                </a:lnTo>
                <a:lnTo>
                  <a:pt x="5349" y="3702"/>
                </a:lnTo>
                <a:lnTo>
                  <a:pt x="5456" y="3637"/>
                </a:lnTo>
                <a:lnTo>
                  <a:pt x="5499" y="3616"/>
                </a:lnTo>
                <a:lnTo>
                  <a:pt x="5563" y="3637"/>
                </a:lnTo>
                <a:lnTo>
                  <a:pt x="5563" y="3637"/>
                </a:lnTo>
                <a:lnTo>
                  <a:pt x="5606" y="3680"/>
                </a:lnTo>
                <a:lnTo>
                  <a:pt x="5670" y="3766"/>
                </a:lnTo>
                <a:lnTo>
                  <a:pt x="5713" y="3851"/>
                </a:lnTo>
                <a:lnTo>
                  <a:pt x="5777" y="3916"/>
                </a:lnTo>
                <a:lnTo>
                  <a:pt x="5777" y="3916"/>
                </a:lnTo>
                <a:lnTo>
                  <a:pt x="5841" y="3958"/>
                </a:lnTo>
                <a:lnTo>
                  <a:pt x="5905" y="4001"/>
                </a:lnTo>
                <a:lnTo>
                  <a:pt x="5969" y="4023"/>
                </a:lnTo>
                <a:lnTo>
                  <a:pt x="6055" y="4023"/>
                </a:lnTo>
                <a:lnTo>
                  <a:pt x="6055" y="4023"/>
                </a:lnTo>
                <a:lnTo>
                  <a:pt x="6119" y="3980"/>
                </a:lnTo>
                <a:lnTo>
                  <a:pt x="6162" y="3937"/>
                </a:lnTo>
                <a:lnTo>
                  <a:pt x="6248" y="3809"/>
                </a:lnTo>
                <a:lnTo>
                  <a:pt x="6333" y="3702"/>
                </a:lnTo>
                <a:lnTo>
                  <a:pt x="6376" y="3637"/>
                </a:lnTo>
                <a:lnTo>
                  <a:pt x="6419" y="3616"/>
                </a:lnTo>
                <a:lnTo>
                  <a:pt x="6419" y="3616"/>
                </a:lnTo>
                <a:lnTo>
                  <a:pt x="6483" y="3595"/>
                </a:lnTo>
                <a:lnTo>
                  <a:pt x="6547" y="3616"/>
                </a:lnTo>
                <a:lnTo>
                  <a:pt x="6697" y="3723"/>
                </a:lnTo>
                <a:lnTo>
                  <a:pt x="6847" y="3830"/>
                </a:lnTo>
                <a:lnTo>
                  <a:pt x="6911" y="3873"/>
                </a:lnTo>
                <a:lnTo>
                  <a:pt x="6996" y="3873"/>
                </a:lnTo>
                <a:lnTo>
                  <a:pt x="6996" y="3873"/>
                </a:lnTo>
                <a:lnTo>
                  <a:pt x="7103" y="3873"/>
                </a:lnTo>
                <a:lnTo>
                  <a:pt x="7168" y="3851"/>
                </a:lnTo>
                <a:lnTo>
                  <a:pt x="7210" y="3809"/>
                </a:lnTo>
                <a:lnTo>
                  <a:pt x="7253" y="3766"/>
                </a:lnTo>
                <a:lnTo>
                  <a:pt x="7339" y="3637"/>
                </a:lnTo>
                <a:lnTo>
                  <a:pt x="7424" y="3509"/>
                </a:lnTo>
                <a:lnTo>
                  <a:pt x="7424" y="3509"/>
                </a:lnTo>
                <a:lnTo>
                  <a:pt x="7510" y="3423"/>
                </a:lnTo>
                <a:lnTo>
                  <a:pt x="7574" y="3317"/>
                </a:lnTo>
                <a:lnTo>
                  <a:pt x="7595" y="3274"/>
                </a:lnTo>
                <a:lnTo>
                  <a:pt x="7595" y="3210"/>
                </a:lnTo>
                <a:lnTo>
                  <a:pt x="7574" y="3167"/>
                </a:lnTo>
                <a:lnTo>
                  <a:pt x="7489" y="3103"/>
                </a:lnTo>
                <a:lnTo>
                  <a:pt x="7489" y="3103"/>
                </a:lnTo>
                <a:lnTo>
                  <a:pt x="7403" y="3081"/>
                </a:lnTo>
                <a:lnTo>
                  <a:pt x="7339" y="3103"/>
                </a:lnTo>
                <a:lnTo>
                  <a:pt x="7275" y="3124"/>
                </a:lnTo>
                <a:lnTo>
                  <a:pt x="7232" y="3167"/>
                </a:lnTo>
                <a:lnTo>
                  <a:pt x="7125" y="3295"/>
                </a:lnTo>
                <a:lnTo>
                  <a:pt x="7082" y="3338"/>
                </a:lnTo>
                <a:lnTo>
                  <a:pt x="7018" y="3359"/>
                </a:lnTo>
                <a:lnTo>
                  <a:pt x="7018" y="3359"/>
                </a:lnTo>
                <a:lnTo>
                  <a:pt x="6975" y="3359"/>
                </a:lnTo>
                <a:lnTo>
                  <a:pt x="6911" y="3338"/>
                </a:lnTo>
                <a:lnTo>
                  <a:pt x="6825" y="3252"/>
                </a:lnTo>
                <a:lnTo>
                  <a:pt x="6740" y="3167"/>
                </a:lnTo>
                <a:lnTo>
                  <a:pt x="6697" y="3145"/>
                </a:lnTo>
                <a:lnTo>
                  <a:pt x="6633" y="3124"/>
                </a:lnTo>
                <a:lnTo>
                  <a:pt x="6633" y="3124"/>
                </a:lnTo>
                <a:lnTo>
                  <a:pt x="6547" y="3103"/>
                </a:lnTo>
                <a:lnTo>
                  <a:pt x="6462" y="3124"/>
                </a:lnTo>
                <a:lnTo>
                  <a:pt x="6376" y="3167"/>
                </a:lnTo>
                <a:lnTo>
                  <a:pt x="6312" y="3210"/>
                </a:lnTo>
                <a:lnTo>
                  <a:pt x="6183" y="3317"/>
                </a:lnTo>
                <a:lnTo>
                  <a:pt x="6119" y="3359"/>
                </a:lnTo>
                <a:lnTo>
                  <a:pt x="6055" y="3381"/>
                </a:lnTo>
                <a:lnTo>
                  <a:pt x="6055" y="3381"/>
                </a:lnTo>
                <a:lnTo>
                  <a:pt x="5991" y="3359"/>
                </a:lnTo>
                <a:lnTo>
                  <a:pt x="5948" y="3338"/>
                </a:lnTo>
                <a:lnTo>
                  <a:pt x="5841" y="3252"/>
                </a:lnTo>
                <a:lnTo>
                  <a:pt x="5755" y="3145"/>
                </a:lnTo>
                <a:lnTo>
                  <a:pt x="5691" y="3124"/>
                </a:lnTo>
                <a:lnTo>
                  <a:pt x="5627" y="3103"/>
                </a:lnTo>
                <a:lnTo>
                  <a:pt x="5627" y="3103"/>
                </a:lnTo>
                <a:lnTo>
                  <a:pt x="5542" y="3103"/>
                </a:lnTo>
                <a:lnTo>
                  <a:pt x="5456" y="3124"/>
                </a:lnTo>
                <a:lnTo>
                  <a:pt x="5392" y="3167"/>
                </a:lnTo>
                <a:lnTo>
                  <a:pt x="5328" y="3231"/>
                </a:lnTo>
                <a:lnTo>
                  <a:pt x="5199" y="3359"/>
                </a:lnTo>
                <a:lnTo>
                  <a:pt x="5135" y="3423"/>
                </a:lnTo>
                <a:lnTo>
                  <a:pt x="5071" y="3466"/>
                </a:lnTo>
                <a:lnTo>
                  <a:pt x="5071" y="3466"/>
                </a:lnTo>
                <a:lnTo>
                  <a:pt x="5007" y="3466"/>
                </a:lnTo>
                <a:lnTo>
                  <a:pt x="4964" y="3466"/>
                </a:lnTo>
                <a:lnTo>
                  <a:pt x="4921" y="3423"/>
                </a:lnTo>
                <a:lnTo>
                  <a:pt x="4878" y="3381"/>
                </a:lnTo>
                <a:lnTo>
                  <a:pt x="4793" y="3295"/>
                </a:lnTo>
                <a:lnTo>
                  <a:pt x="4728" y="3252"/>
                </a:lnTo>
                <a:lnTo>
                  <a:pt x="4664" y="3210"/>
                </a:lnTo>
                <a:lnTo>
                  <a:pt x="4664" y="3210"/>
                </a:lnTo>
                <a:lnTo>
                  <a:pt x="4600" y="3188"/>
                </a:lnTo>
                <a:lnTo>
                  <a:pt x="4515" y="3188"/>
                </a:lnTo>
                <a:lnTo>
                  <a:pt x="4429" y="3210"/>
                </a:lnTo>
                <a:lnTo>
                  <a:pt x="4365" y="3231"/>
                </a:lnTo>
                <a:lnTo>
                  <a:pt x="4236" y="3338"/>
                </a:lnTo>
                <a:lnTo>
                  <a:pt x="4151" y="3466"/>
                </a:lnTo>
                <a:lnTo>
                  <a:pt x="4151" y="3466"/>
                </a:lnTo>
                <a:lnTo>
                  <a:pt x="4087" y="3595"/>
                </a:lnTo>
                <a:lnTo>
                  <a:pt x="4087" y="3659"/>
                </a:lnTo>
                <a:lnTo>
                  <a:pt x="4087" y="3723"/>
                </a:lnTo>
                <a:lnTo>
                  <a:pt x="4087" y="3787"/>
                </a:lnTo>
                <a:lnTo>
                  <a:pt x="4129" y="3830"/>
                </a:lnTo>
                <a:lnTo>
                  <a:pt x="4194" y="3830"/>
                </a:lnTo>
                <a:lnTo>
                  <a:pt x="4279" y="3787"/>
                </a:lnTo>
                <a:lnTo>
                  <a:pt x="4279" y="3787"/>
                </a:lnTo>
                <a:close/>
                <a:moveTo>
                  <a:pt x="4921" y="4643"/>
                </a:moveTo>
                <a:lnTo>
                  <a:pt x="4921" y="4643"/>
                </a:lnTo>
                <a:lnTo>
                  <a:pt x="6996" y="4557"/>
                </a:lnTo>
                <a:lnTo>
                  <a:pt x="6996" y="4557"/>
                </a:lnTo>
                <a:lnTo>
                  <a:pt x="7168" y="4557"/>
                </a:lnTo>
                <a:lnTo>
                  <a:pt x="7424" y="4536"/>
                </a:lnTo>
                <a:lnTo>
                  <a:pt x="7553" y="4493"/>
                </a:lnTo>
                <a:lnTo>
                  <a:pt x="7638" y="4450"/>
                </a:lnTo>
                <a:lnTo>
                  <a:pt x="7660" y="4429"/>
                </a:lnTo>
                <a:lnTo>
                  <a:pt x="7681" y="4386"/>
                </a:lnTo>
                <a:lnTo>
                  <a:pt x="7681" y="4344"/>
                </a:lnTo>
                <a:lnTo>
                  <a:pt x="7660" y="4279"/>
                </a:lnTo>
                <a:lnTo>
                  <a:pt x="7660" y="4279"/>
                </a:lnTo>
                <a:lnTo>
                  <a:pt x="7638" y="4237"/>
                </a:lnTo>
                <a:lnTo>
                  <a:pt x="7595" y="4215"/>
                </a:lnTo>
                <a:lnTo>
                  <a:pt x="7510" y="4172"/>
                </a:lnTo>
                <a:lnTo>
                  <a:pt x="7403" y="4151"/>
                </a:lnTo>
                <a:lnTo>
                  <a:pt x="7253" y="4151"/>
                </a:lnTo>
                <a:lnTo>
                  <a:pt x="6996" y="4194"/>
                </a:lnTo>
                <a:lnTo>
                  <a:pt x="6804" y="4215"/>
                </a:lnTo>
                <a:lnTo>
                  <a:pt x="6804" y="4215"/>
                </a:lnTo>
                <a:lnTo>
                  <a:pt x="5734" y="4258"/>
                </a:lnTo>
                <a:lnTo>
                  <a:pt x="4664" y="4301"/>
                </a:lnTo>
                <a:lnTo>
                  <a:pt x="4664" y="4301"/>
                </a:lnTo>
                <a:lnTo>
                  <a:pt x="4515" y="4301"/>
                </a:lnTo>
                <a:lnTo>
                  <a:pt x="4279" y="4322"/>
                </a:lnTo>
                <a:lnTo>
                  <a:pt x="4172" y="4344"/>
                </a:lnTo>
                <a:lnTo>
                  <a:pt x="4087" y="4386"/>
                </a:lnTo>
                <a:lnTo>
                  <a:pt x="4065" y="4408"/>
                </a:lnTo>
                <a:lnTo>
                  <a:pt x="4044" y="4450"/>
                </a:lnTo>
                <a:lnTo>
                  <a:pt x="4044" y="4493"/>
                </a:lnTo>
                <a:lnTo>
                  <a:pt x="4065" y="4536"/>
                </a:lnTo>
                <a:lnTo>
                  <a:pt x="4065" y="4536"/>
                </a:lnTo>
                <a:lnTo>
                  <a:pt x="4108" y="4600"/>
                </a:lnTo>
                <a:lnTo>
                  <a:pt x="4215" y="4643"/>
                </a:lnTo>
                <a:lnTo>
                  <a:pt x="4322" y="4664"/>
                </a:lnTo>
                <a:lnTo>
                  <a:pt x="4450" y="4664"/>
                </a:lnTo>
                <a:lnTo>
                  <a:pt x="4728" y="4643"/>
                </a:lnTo>
                <a:lnTo>
                  <a:pt x="4921" y="4643"/>
                </a:lnTo>
                <a:lnTo>
                  <a:pt x="4921" y="4643"/>
                </a:lnTo>
                <a:close/>
                <a:moveTo>
                  <a:pt x="6419" y="5477"/>
                </a:moveTo>
                <a:lnTo>
                  <a:pt x="6419" y="5477"/>
                </a:lnTo>
                <a:lnTo>
                  <a:pt x="6141" y="5456"/>
                </a:lnTo>
                <a:lnTo>
                  <a:pt x="5884" y="5477"/>
                </a:lnTo>
                <a:lnTo>
                  <a:pt x="5349" y="5499"/>
                </a:lnTo>
                <a:lnTo>
                  <a:pt x="5349" y="5499"/>
                </a:lnTo>
                <a:lnTo>
                  <a:pt x="4878" y="5520"/>
                </a:lnTo>
                <a:lnTo>
                  <a:pt x="4643" y="5542"/>
                </a:lnTo>
                <a:lnTo>
                  <a:pt x="4408" y="5606"/>
                </a:lnTo>
                <a:lnTo>
                  <a:pt x="4408" y="5606"/>
                </a:lnTo>
                <a:lnTo>
                  <a:pt x="4279" y="5649"/>
                </a:lnTo>
                <a:lnTo>
                  <a:pt x="4194" y="5713"/>
                </a:lnTo>
                <a:lnTo>
                  <a:pt x="4172" y="5756"/>
                </a:lnTo>
                <a:lnTo>
                  <a:pt x="4172" y="5798"/>
                </a:lnTo>
                <a:lnTo>
                  <a:pt x="4194" y="5841"/>
                </a:lnTo>
                <a:lnTo>
                  <a:pt x="4258" y="5884"/>
                </a:lnTo>
                <a:lnTo>
                  <a:pt x="4258" y="5884"/>
                </a:lnTo>
                <a:lnTo>
                  <a:pt x="4343" y="5905"/>
                </a:lnTo>
                <a:lnTo>
                  <a:pt x="4472" y="5884"/>
                </a:lnTo>
                <a:lnTo>
                  <a:pt x="4707" y="5841"/>
                </a:lnTo>
                <a:lnTo>
                  <a:pt x="4707" y="5841"/>
                </a:lnTo>
                <a:lnTo>
                  <a:pt x="4985" y="5841"/>
                </a:lnTo>
                <a:lnTo>
                  <a:pt x="5263" y="5820"/>
                </a:lnTo>
                <a:lnTo>
                  <a:pt x="5263" y="5820"/>
                </a:lnTo>
                <a:lnTo>
                  <a:pt x="6162" y="5798"/>
                </a:lnTo>
                <a:lnTo>
                  <a:pt x="7061" y="5777"/>
                </a:lnTo>
                <a:lnTo>
                  <a:pt x="7061" y="5777"/>
                </a:lnTo>
                <a:lnTo>
                  <a:pt x="7210" y="5777"/>
                </a:lnTo>
                <a:lnTo>
                  <a:pt x="7382" y="5734"/>
                </a:lnTo>
                <a:lnTo>
                  <a:pt x="7446" y="5691"/>
                </a:lnTo>
                <a:lnTo>
                  <a:pt x="7489" y="5649"/>
                </a:lnTo>
                <a:lnTo>
                  <a:pt x="7489" y="5584"/>
                </a:lnTo>
                <a:lnTo>
                  <a:pt x="7403" y="5499"/>
                </a:lnTo>
                <a:lnTo>
                  <a:pt x="7403" y="5499"/>
                </a:lnTo>
                <a:lnTo>
                  <a:pt x="7339" y="5456"/>
                </a:lnTo>
                <a:lnTo>
                  <a:pt x="7210" y="5413"/>
                </a:lnTo>
                <a:lnTo>
                  <a:pt x="7082" y="5413"/>
                </a:lnTo>
                <a:lnTo>
                  <a:pt x="6932" y="5413"/>
                </a:lnTo>
                <a:lnTo>
                  <a:pt x="6419" y="5477"/>
                </a:lnTo>
                <a:lnTo>
                  <a:pt x="6419" y="5477"/>
                </a:lnTo>
                <a:close/>
                <a:moveTo>
                  <a:pt x="6911" y="4857"/>
                </a:moveTo>
                <a:lnTo>
                  <a:pt x="6911" y="4857"/>
                </a:lnTo>
                <a:lnTo>
                  <a:pt x="5884" y="4921"/>
                </a:lnTo>
                <a:lnTo>
                  <a:pt x="5370" y="4964"/>
                </a:lnTo>
                <a:lnTo>
                  <a:pt x="4835" y="4985"/>
                </a:lnTo>
                <a:lnTo>
                  <a:pt x="4835" y="4985"/>
                </a:lnTo>
                <a:lnTo>
                  <a:pt x="4707" y="4985"/>
                </a:lnTo>
                <a:lnTo>
                  <a:pt x="4515" y="4985"/>
                </a:lnTo>
                <a:lnTo>
                  <a:pt x="4408" y="5007"/>
                </a:lnTo>
                <a:lnTo>
                  <a:pt x="4322" y="5028"/>
                </a:lnTo>
                <a:lnTo>
                  <a:pt x="4258" y="5071"/>
                </a:lnTo>
                <a:lnTo>
                  <a:pt x="4258" y="5092"/>
                </a:lnTo>
                <a:lnTo>
                  <a:pt x="4258" y="5135"/>
                </a:lnTo>
                <a:lnTo>
                  <a:pt x="4258" y="5135"/>
                </a:lnTo>
                <a:lnTo>
                  <a:pt x="4258" y="5157"/>
                </a:lnTo>
                <a:lnTo>
                  <a:pt x="4301" y="5178"/>
                </a:lnTo>
                <a:lnTo>
                  <a:pt x="4386" y="5199"/>
                </a:lnTo>
                <a:lnTo>
                  <a:pt x="4664" y="5221"/>
                </a:lnTo>
                <a:lnTo>
                  <a:pt x="5156" y="5199"/>
                </a:lnTo>
                <a:lnTo>
                  <a:pt x="5156" y="5199"/>
                </a:lnTo>
                <a:lnTo>
                  <a:pt x="5413" y="5199"/>
                </a:lnTo>
                <a:lnTo>
                  <a:pt x="6012" y="5178"/>
                </a:lnTo>
                <a:lnTo>
                  <a:pt x="7018" y="5135"/>
                </a:lnTo>
                <a:lnTo>
                  <a:pt x="7018" y="5135"/>
                </a:lnTo>
                <a:lnTo>
                  <a:pt x="7189" y="5135"/>
                </a:lnTo>
                <a:lnTo>
                  <a:pt x="7467" y="5135"/>
                </a:lnTo>
                <a:lnTo>
                  <a:pt x="7595" y="5114"/>
                </a:lnTo>
                <a:lnTo>
                  <a:pt x="7681" y="5071"/>
                </a:lnTo>
                <a:lnTo>
                  <a:pt x="7724" y="5050"/>
                </a:lnTo>
                <a:lnTo>
                  <a:pt x="7724" y="5007"/>
                </a:lnTo>
                <a:lnTo>
                  <a:pt x="7745" y="4985"/>
                </a:lnTo>
                <a:lnTo>
                  <a:pt x="7724" y="4943"/>
                </a:lnTo>
                <a:lnTo>
                  <a:pt x="7724" y="4943"/>
                </a:lnTo>
                <a:lnTo>
                  <a:pt x="7660" y="4878"/>
                </a:lnTo>
                <a:lnTo>
                  <a:pt x="7574" y="4836"/>
                </a:lnTo>
                <a:lnTo>
                  <a:pt x="7467" y="4814"/>
                </a:lnTo>
                <a:lnTo>
                  <a:pt x="7339" y="4814"/>
                </a:lnTo>
                <a:lnTo>
                  <a:pt x="7082" y="4836"/>
                </a:lnTo>
                <a:lnTo>
                  <a:pt x="6911" y="4857"/>
                </a:lnTo>
                <a:lnTo>
                  <a:pt x="6911" y="4857"/>
                </a:lnTo>
                <a:close/>
                <a:moveTo>
                  <a:pt x="6697" y="6141"/>
                </a:moveTo>
                <a:lnTo>
                  <a:pt x="6697" y="6141"/>
                </a:lnTo>
                <a:lnTo>
                  <a:pt x="6526" y="6184"/>
                </a:lnTo>
                <a:lnTo>
                  <a:pt x="6376" y="6269"/>
                </a:lnTo>
                <a:lnTo>
                  <a:pt x="6312" y="6312"/>
                </a:lnTo>
                <a:lnTo>
                  <a:pt x="6269" y="6376"/>
                </a:lnTo>
                <a:lnTo>
                  <a:pt x="6226" y="6462"/>
                </a:lnTo>
                <a:lnTo>
                  <a:pt x="6226" y="6547"/>
                </a:lnTo>
                <a:lnTo>
                  <a:pt x="6226" y="6547"/>
                </a:lnTo>
                <a:lnTo>
                  <a:pt x="6226" y="6611"/>
                </a:lnTo>
                <a:lnTo>
                  <a:pt x="6248" y="6697"/>
                </a:lnTo>
                <a:lnTo>
                  <a:pt x="6290" y="6740"/>
                </a:lnTo>
                <a:lnTo>
                  <a:pt x="6355" y="6783"/>
                </a:lnTo>
                <a:lnTo>
                  <a:pt x="6483" y="6847"/>
                </a:lnTo>
                <a:lnTo>
                  <a:pt x="6633" y="6868"/>
                </a:lnTo>
                <a:lnTo>
                  <a:pt x="6633" y="6868"/>
                </a:lnTo>
                <a:lnTo>
                  <a:pt x="6740" y="6847"/>
                </a:lnTo>
                <a:lnTo>
                  <a:pt x="6825" y="6825"/>
                </a:lnTo>
                <a:lnTo>
                  <a:pt x="6889" y="6804"/>
                </a:lnTo>
                <a:lnTo>
                  <a:pt x="6954" y="6761"/>
                </a:lnTo>
                <a:lnTo>
                  <a:pt x="7018" y="6697"/>
                </a:lnTo>
                <a:lnTo>
                  <a:pt x="7039" y="6654"/>
                </a:lnTo>
                <a:lnTo>
                  <a:pt x="7082" y="6590"/>
                </a:lnTo>
                <a:lnTo>
                  <a:pt x="7082" y="6526"/>
                </a:lnTo>
                <a:lnTo>
                  <a:pt x="7082" y="6462"/>
                </a:lnTo>
                <a:lnTo>
                  <a:pt x="7082" y="6397"/>
                </a:lnTo>
                <a:lnTo>
                  <a:pt x="7061" y="6333"/>
                </a:lnTo>
                <a:lnTo>
                  <a:pt x="7018" y="6291"/>
                </a:lnTo>
                <a:lnTo>
                  <a:pt x="6954" y="6248"/>
                </a:lnTo>
                <a:lnTo>
                  <a:pt x="6889" y="6205"/>
                </a:lnTo>
                <a:lnTo>
                  <a:pt x="6804" y="6162"/>
                </a:lnTo>
                <a:lnTo>
                  <a:pt x="6697" y="6141"/>
                </a:lnTo>
                <a:lnTo>
                  <a:pt x="6697" y="6141"/>
                </a:lnTo>
                <a:close/>
                <a:moveTo>
                  <a:pt x="4686" y="1134"/>
                </a:moveTo>
                <a:lnTo>
                  <a:pt x="4686" y="1134"/>
                </a:lnTo>
                <a:lnTo>
                  <a:pt x="4686" y="1070"/>
                </a:lnTo>
                <a:lnTo>
                  <a:pt x="4664" y="1027"/>
                </a:lnTo>
                <a:lnTo>
                  <a:pt x="4643" y="984"/>
                </a:lnTo>
                <a:lnTo>
                  <a:pt x="4600" y="942"/>
                </a:lnTo>
                <a:lnTo>
                  <a:pt x="4493" y="899"/>
                </a:lnTo>
                <a:lnTo>
                  <a:pt x="4386" y="899"/>
                </a:lnTo>
                <a:lnTo>
                  <a:pt x="4279" y="920"/>
                </a:lnTo>
                <a:lnTo>
                  <a:pt x="4194" y="963"/>
                </a:lnTo>
                <a:lnTo>
                  <a:pt x="4108" y="1049"/>
                </a:lnTo>
                <a:lnTo>
                  <a:pt x="4108" y="1113"/>
                </a:lnTo>
                <a:lnTo>
                  <a:pt x="4087" y="1177"/>
                </a:lnTo>
                <a:lnTo>
                  <a:pt x="4087" y="1177"/>
                </a:lnTo>
                <a:lnTo>
                  <a:pt x="4087" y="1241"/>
                </a:lnTo>
                <a:lnTo>
                  <a:pt x="4108" y="1284"/>
                </a:lnTo>
                <a:lnTo>
                  <a:pt x="4151" y="1327"/>
                </a:lnTo>
                <a:lnTo>
                  <a:pt x="4172" y="1369"/>
                </a:lnTo>
                <a:lnTo>
                  <a:pt x="4279" y="1412"/>
                </a:lnTo>
                <a:lnTo>
                  <a:pt x="4386" y="1412"/>
                </a:lnTo>
                <a:lnTo>
                  <a:pt x="4493" y="1391"/>
                </a:lnTo>
                <a:lnTo>
                  <a:pt x="4579" y="1327"/>
                </a:lnTo>
                <a:lnTo>
                  <a:pt x="4664" y="1241"/>
                </a:lnTo>
                <a:lnTo>
                  <a:pt x="4686" y="1198"/>
                </a:lnTo>
                <a:lnTo>
                  <a:pt x="4686" y="1134"/>
                </a:lnTo>
                <a:lnTo>
                  <a:pt x="4686" y="1134"/>
                </a:lnTo>
                <a:close/>
              </a:path>
            </a:pathLst>
          </a:cu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0"/>
          <p:cNvSpPr/>
          <p:nvPr/>
        </p:nvSpPr>
        <p:spPr>
          <a:xfrm>
            <a:off x="4556515" y="2559464"/>
            <a:ext cx="273631" cy="275289"/>
          </a:xfrm>
          <a:custGeom>
            <a:rect b="b" l="l" r="r" t="t"/>
            <a:pathLst>
              <a:path extrusionOk="0" h="15938" w="15842">
                <a:moveTo>
                  <a:pt x="4794" y="7470"/>
                </a:moveTo>
                <a:lnTo>
                  <a:pt x="4867" y="7495"/>
                </a:lnTo>
                <a:lnTo>
                  <a:pt x="4940" y="7543"/>
                </a:lnTo>
                <a:lnTo>
                  <a:pt x="4989" y="7616"/>
                </a:lnTo>
                <a:lnTo>
                  <a:pt x="5013" y="7714"/>
                </a:lnTo>
                <a:lnTo>
                  <a:pt x="5013" y="7787"/>
                </a:lnTo>
                <a:lnTo>
                  <a:pt x="4989" y="7908"/>
                </a:lnTo>
                <a:lnTo>
                  <a:pt x="4916" y="7981"/>
                </a:lnTo>
                <a:lnTo>
                  <a:pt x="4843" y="8054"/>
                </a:lnTo>
                <a:lnTo>
                  <a:pt x="4721" y="8079"/>
                </a:lnTo>
                <a:lnTo>
                  <a:pt x="4600" y="8054"/>
                </a:lnTo>
                <a:lnTo>
                  <a:pt x="4527" y="7981"/>
                </a:lnTo>
                <a:lnTo>
                  <a:pt x="4454" y="7908"/>
                </a:lnTo>
                <a:lnTo>
                  <a:pt x="4429" y="7787"/>
                </a:lnTo>
                <a:lnTo>
                  <a:pt x="4454" y="7665"/>
                </a:lnTo>
                <a:lnTo>
                  <a:pt x="4527" y="7543"/>
                </a:lnTo>
                <a:lnTo>
                  <a:pt x="4600" y="7495"/>
                </a:lnTo>
                <a:lnTo>
                  <a:pt x="4697" y="7470"/>
                </a:lnTo>
                <a:close/>
                <a:moveTo>
                  <a:pt x="11169" y="7470"/>
                </a:moveTo>
                <a:lnTo>
                  <a:pt x="11242" y="7495"/>
                </a:lnTo>
                <a:lnTo>
                  <a:pt x="11315" y="7543"/>
                </a:lnTo>
                <a:lnTo>
                  <a:pt x="11364" y="7616"/>
                </a:lnTo>
                <a:lnTo>
                  <a:pt x="11388" y="7714"/>
                </a:lnTo>
                <a:lnTo>
                  <a:pt x="11388" y="7787"/>
                </a:lnTo>
                <a:lnTo>
                  <a:pt x="11364" y="7908"/>
                </a:lnTo>
                <a:lnTo>
                  <a:pt x="11291" y="7981"/>
                </a:lnTo>
                <a:lnTo>
                  <a:pt x="11218" y="8054"/>
                </a:lnTo>
                <a:lnTo>
                  <a:pt x="11096" y="8079"/>
                </a:lnTo>
                <a:lnTo>
                  <a:pt x="10975" y="8054"/>
                </a:lnTo>
                <a:lnTo>
                  <a:pt x="10902" y="7981"/>
                </a:lnTo>
                <a:lnTo>
                  <a:pt x="10829" y="7908"/>
                </a:lnTo>
                <a:lnTo>
                  <a:pt x="10804" y="7787"/>
                </a:lnTo>
                <a:lnTo>
                  <a:pt x="10829" y="7665"/>
                </a:lnTo>
                <a:lnTo>
                  <a:pt x="10902" y="7543"/>
                </a:lnTo>
                <a:lnTo>
                  <a:pt x="10975" y="7495"/>
                </a:lnTo>
                <a:lnTo>
                  <a:pt x="11072" y="7470"/>
                </a:lnTo>
                <a:close/>
                <a:moveTo>
                  <a:pt x="4770" y="7081"/>
                </a:moveTo>
                <a:lnTo>
                  <a:pt x="4600" y="7105"/>
                </a:lnTo>
                <a:lnTo>
                  <a:pt x="4429" y="7178"/>
                </a:lnTo>
                <a:lnTo>
                  <a:pt x="4308" y="7300"/>
                </a:lnTo>
                <a:lnTo>
                  <a:pt x="4186" y="7446"/>
                </a:lnTo>
                <a:lnTo>
                  <a:pt x="4113" y="7568"/>
                </a:lnTo>
                <a:lnTo>
                  <a:pt x="4064" y="7714"/>
                </a:lnTo>
                <a:lnTo>
                  <a:pt x="4016" y="7835"/>
                </a:lnTo>
                <a:lnTo>
                  <a:pt x="4016" y="7981"/>
                </a:lnTo>
                <a:lnTo>
                  <a:pt x="3967" y="8225"/>
                </a:lnTo>
                <a:lnTo>
                  <a:pt x="3967" y="8395"/>
                </a:lnTo>
                <a:lnTo>
                  <a:pt x="4016" y="8565"/>
                </a:lnTo>
                <a:lnTo>
                  <a:pt x="4064" y="8711"/>
                </a:lnTo>
                <a:lnTo>
                  <a:pt x="4162" y="8833"/>
                </a:lnTo>
                <a:lnTo>
                  <a:pt x="4259" y="8955"/>
                </a:lnTo>
                <a:lnTo>
                  <a:pt x="4381" y="9028"/>
                </a:lnTo>
                <a:lnTo>
                  <a:pt x="4527" y="9101"/>
                </a:lnTo>
                <a:lnTo>
                  <a:pt x="4697" y="9149"/>
                </a:lnTo>
                <a:lnTo>
                  <a:pt x="4892" y="9174"/>
                </a:lnTo>
                <a:lnTo>
                  <a:pt x="5062" y="9149"/>
                </a:lnTo>
                <a:lnTo>
                  <a:pt x="5232" y="9101"/>
                </a:lnTo>
                <a:lnTo>
                  <a:pt x="5378" y="9028"/>
                </a:lnTo>
                <a:lnTo>
                  <a:pt x="5500" y="8930"/>
                </a:lnTo>
                <a:lnTo>
                  <a:pt x="5622" y="8809"/>
                </a:lnTo>
                <a:lnTo>
                  <a:pt x="5719" y="8663"/>
                </a:lnTo>
                <a:lnTo>
                  <a:pt x="5792" y="8517"/>
                </a:lnTo>
                <a:lnTo>
                  <a:pt x="5841" y="8346"/>
                </a:lnTo>
                <a:lnTo>
                  <a:pt x="5865" y="8176"/>
                </a:lnTo>
                <a:lnTo>
                  <a:pt x="5841" y="8006"/>
                </a:lnTo>
                <a:lnTo>
                  <a:pt x="5816" y="7835"/>
                </a:lnTo>
                <a:lnTo>
                  <a:pt x="5768" y="7689"/>
                </a:lnTo>
                <a:lnTo>
                  <a:pt x="5695" y="7519"/>
                </a:lnTo>
                <a:lnTo>
                  <a:pt x="5573" y="7397"/>
                </a:lnTo>
                <a:lnTo>
                  <a:pt x="5427" y="7251"/>
                </a:lnTo>
                <a:lnTo>
                  <a:pt x="5281" y="7154"/>
                </a:lnTo>
                <a:lnTo>
                  <a:pt x="5111" y="7105"/>
                </a:lnTo>
                <a:lnTo>
                  <a:pt x="4940" y="7081"/>
                </a:lnTo>
                <a:close/>
                <a:moveTo>
                  <a:pt x="11145" y="7081"/>
                </a:moveTo>
                <a:lnTo>
                  <a:pt x="10975" y="7105"/>
                </a:lnTo>
                <a:lnTo>
                  <a:pt x="10804" y="7178"/>
                </a:lnTo>
                <a:lnTo>
                  <a:pt x="10683" y="7300"/>
                </a:lnTo>
                <a:lnTo>
                  <a:pt x="10561" y="7446"/>
                </a:lnTo>
                <a:lnTo>
                  <a:pt x="10488" y="7568"/>
                </a:lnTo>
                <a:lnTo>
                  <a:pt x="10439" y="7714"/>
                </a:lnTo>
                <a:lnTo>
                  <a:pt x="10391" y="7835"/>
                </a:lnTo>
                <a:lnTo>
                  <a:pt x="10391" y="7981"/>
                </a:lnTo>
                <a:lnTo>
                  <a:pt x="10342" y="8225"/>
                </a:lnTo>
                <a:lnTo>
                  <a:pt x="10342" y="8395"/>
                </a:lnTo>
                <a:lnTo>
                  <a:pt x="10391" y="8565"/>
                </a:lnTo>
                <a:lnTo>
                  <a:pt x="10439" y="8711"/>
                </a:lnTo>
                <a:lnTo>
                  <a:pt x="10537" y="8833"/>
                </a:lnTo>
                <a:lnTo>
                  <a:pt x="10634" y="8955"/>
                </a:lnTo>
                <a:lnTo>
                  <a:pt x="10756" y="9028"/>
                </a:lnTo>
                <a:lnTo>
                  <a:pt x="10902" y="9101"/>
                </a:lnTo>
                <a:lnTo>
                  <a:pt x="11072" y="9149"/>
                </a:lnTo>
                <a:lnTo>
                  <a:pt x="11267" y="9174"/>
                </a:lnTo>
                <a:lnTo>
                  <a:pt x="11437" y="9149"/>
                </a:lnTo>
                <a:lnTo>
                  <a:pt x="11607" y="9101"/>
                </a:lnTo>
                <a:lnTo>
                  <a:pt x="11753" y="9028"/>
                </a:lnTo>
                <a:lnTo>
                  <a:pt x="11875" y="8930"/>
                </a:lnTo>
                <a:lnTo>
                  <a:pt x="11997" y="8809"/>
                </a:lnTo>
                <a:lnTo>
                  <a:pt x="12094" y="8663"/>
                </a:lnTo>
                <a:lnTo>
                  <a:pt x="12167" y="8517"/>
                </a:lnTo>
                <a:lnTo>
                  <a:pt x="12216" y="8346"/>
                </a:lnTo>
                <a:lnTo>
                  <a:pt x="12240" y="8176"/>
                </a:lnTo>
                <a:lnTo>
                  <a:pt x="12216" y="8006"/>
                </a:lnTo>
                <a:lnTo>
                  <a:pt x="12191" y="7835"/>
                </a:lnTo>
                <a:lnTo>
                  <a:pt x="12143" y="7689"/>
                </a:lnTo>
                <a:lnTo>
                  <a:pt x="12070" y="7519"/>
                </a:lnTo>
                <a:lnTo>
                  <a:pt x="11948" y="7397"/>
                </a:lnTo>
                <a:lnTo>
                  <a:pt x="11802" y="7251"/>
                </a:lnTo>
                <a:lnTo>
                  <a:pt x="11656" y="7154"/>
                </a:lnTo>
                <a:lnTo>
                  <a:pt x="11486" y="7105"/>
                </a:lnTo>
                <a:lnTo>
                  <a:pt x="11315" y="7081"/>
                </a:lnTo>
                <a:close/>
                <a:moveTo>
                  <a:pt x="11972" y="10925"/>
                </a:moveTo>
                <a:lnTo>
                  <a:pt x="11875" y="10974"/>
                </a:lnTo>
                <a:lnTo>
                  <a:pt x="11778" y="11047"/>
                </a:lnTo>
                <a:lnTo>
                  <a:pt x="11607" y="11290"/>
                </a:lnTo>
                <a:lnTo>
                  <a:pt x="11413" y="11485"/>
                </a:lnTo>
                <a:lnTo>
                  <a:pt x="11194" y="11680"/>
                </a:lnTo>
                <a:lnTo>
                  <a:pt x="10950" y="11850"/>
                </a:lnTo>
                <a:lnTo>
                  <a:pt x="10707" y="11996"/>
                </a:lnTo>
                <a:lnTo>
                  <a:pt x="10439" y="12118"/>
                </a:lnTo>
                <a:lnTo>
                  <a:pt x="10172" y="12215"/>
                </a:lnTo>
                <a:lnTo>
                  <a:pt x="9880" y="12312"/>
                </a:lnTo>
                <a:lnTo>
                  <a:pt x="9588" y="12385"/>
                </a:lnTo>
                <a:lnTo>
                  <a:pt x="9296" y="12434"/>
                </a:lnTo>
                <a:lnTo>
                  <a:pt x="8712" y="12507"/>
                </a:lnTo>
                <a:lnTo>
                  <a:pt x="8128" y="12531"/>
                </a:lnTo>
                <a:lnTo>
                  <a:pt x="7568" y="12507"/>
                </a:lnTo>
                <a:lnTo>
                  <a:pt x="7325" y="12483"/>
                </a:lnTo>
                <a:lnTo>
                  <a:pt x="7106" y="12434"/>
                </a:lnTo>
                <a:lnTo>
                  <a:pt x="6668" y="12312"/>
                </a:lnTo>
                <a:lnTo>
                  <a:pt x="6230" y="12166"/>
                </a:lnTo>
                <a:lnTo>
                  <a:pt x="5816" y="11996"/>
                </a:lnTo>
                <a:lnTo>
                  <a:pt x="5427" y="11826"/>
                </a:lnTo>
                <a:lnTo>
                  <a:pt x="5013" y="11631"/>
                </a:lnTo>
                <a:lnTo>
                  <a:pt x="4794" y="11509"/>
                </a:lnTo>
                <a:lnTo>
                  <a:pt x="4600" y="11388"/>
                </a:lnTo>
                <a:lnTo>
                  <a:pt x="4454" y="11242"/>
                </a:lnTo>
                <a:lnTo>
                  <a:pt x="4308" y="11096"/>
                </a:lnTo>
                <a:lnTo>
                  <a:pt x="4259" y="11047"/>
                </a:lnTo>
                <a:lnTo>
                  <a:pt x="4210" y="11023"/>
                </a:lnTo>
                <a:lnTo>
                  <a:pt x="4089" y="11023"/>
                </a:lnTo>
                <a:lnTo>
                  <a:pt x="4040" y="11071"/>
                </a:lnTo>
                <a:lnTo>
                  <a:pt x="3991" y="11096"/>
                </a:lnTo>
                <a:lnTo>
                  <a:pt x="3991" y="11169"/>
                </a:lnTo>
                <a:lnTo>
                  <a:pt x="3991" y="11242"/>
                </a:lnTo>
                <a:lnTo>
                  <a:pt x="4016" y="11339"/>
                </a:lnTo>
                <a:lnTo>
                  <a:pt x="4064" y="11436"/>
                </a:lnTo>
                <a:lnTo>
                  <a:pt x="4210" y="11631"/>
                </a:lnTo>
                <a:lnTo>
                  <a:pt x="4381" y="11801"/>
                </a:lnTo>
                <a:lnTo>
                  <a:pt x="4575" y="11947"/>
                </a:lnTo>
                <a:lnTo>
                  <a:pt x="4794" y="12069"/>
                </a:lnTo>
                <a:lnTo>
                  <a:pt x="5038" y="12191"/>
                </a:lnTo>
                <a:lnTo>
                  <a:pt x="5451" y="12385"/>
                </a:lnTo>
                <a:lnTo>
                  <a:pt x="5938" y="12604"/>
                </a:lnTo>
                <a:lnTo>
                  <a:pt x="6424" y="12799"/>
                </a:lnTo>
                <a:lnTo>
                  <a:pt x="6935" y="12945"/>
                </a:lnTo>
                <a:lnTo>
                  <a:pt x="7446" y="13042"/>
                </a:lnTo>
                <a:lnTo>
                  <a:pt x="7763" y="13067"/>
                </a:lnTo>
                <a:lnTo>
                  <a:pt x="8079" y="13091"/>
                </a:lnTo>
                <a:lnTo>
                  <a:pt x="8420" y="13091"/>
                </a:lnTo>
                <a:lnTo>
                  <a:pt x="8760" y="13067"/>
                </a:lnTo>
                <a:lnTo>
                  <a:pt x="9101" y="13042"/>
                </a:lnTo>
                <a:lnTo>
                  <a:pt x="9442" y="12969"/>
                </a:lnTo>
                <a:lnTo>
                  <a:pt x="9758" y="12896"/>
                </a:lnTo>
                <a:lnTo>
                  <a:pt x="10099" y="12799"/>
                </a:lnTo>
                <a:lnTo>
                  <a:pt x="10415" y="12702"/>
                </a:lnTo>
                <a:lnTo>
                  <a:pt x="10731" y="12556"/>
                </a:lnTo>
                <a:lnTo>
                  <a:pt x="11023" y="12410"/>
                </a:lnTo>
                <a:lnTo>
                  <a:pt x="11315" y="12239"/>
                </a:lnTo>
                <a:lnTo>
                  <a:pt x="11583" y="12045"/>
                </a:lnTo>
                <a:lnTo>
                  <a:pt x="11826" y="11826"/>
                </a:lnTo>
                <a:lnTo>
                  <a:pt x="12045" y="11582"/>
                </a:lnTo>
                <a:lnTo>
                  <a:pt x="12264" y="11339"/>
                </a:lnTo>
                <a:lnTo>
                  <a:pt x="12313" y="11217"/>
                </a:lnTo>
                <a:lnTo>
                  <a:pt x="12289" y="11120"/>
                </a:lnTo>
                <a:lnTo>
                  <a:pt x="12240" y="11047"/>
                </a:lnTo>
                <a:lnTo>
                  <a:pt x="12167" y="10974"/>
                </a:lnTo>
                <a:lnTo>
                  <a:pt x="12070" y="10950"/>
                </a:lnTo>
                <a:lnTo>
                  <a:pt x="11972" y="10925"/>
                </a:lnTo>
                <a:close/>
                <a:moveTo>
                  <a:pt x="8493" y="682"/>
                </a:moveTo>
                <a:lnTo>
                  <a:pt x="8663" y="706"/>
                </a:lnTo>
                <a:lnTo>
                  <a:pt x="9101" y="755"/>
                </a:lnTo>
                <a:lnTo>
                  <a:pt x="9539" y="803"/>
                </a:lnTo>
                <a:lnTo>
                  <a:pt x="10001" y="901"/>
                </a:lnTo>
                <a:lnTo>
                  <a:pt x="10439" y="1022"/>
                </a:lnTo>
                <a:lnTo>
                  <a:pt x="10780" y="1120"/>
                </a:lnTo>
                <a:lnTo>
                  <a:pt x="11121" y="1241"/>
                </a:lnTo>
                <a:lnTo>
                  <a:pt x="11437" y="1411"/>
                </a:lnTo>
                <a:lnTo>
                  <a:pt x="11753" y="1557"/>
                </a:lnTo>
                <a:lnTo>
                  <a:pt x="11753" y="1582"/>
                </a:lnTo>
                <a:lnTo>
                  <a:pt x="11729" y="1655"/>
                </a:lnTo>
                <a:lnTo>
                  <a:pt x="11729" y="1752"/>
                </a:lnTo>
                <a:lnTo>
                  <a:pt x="11753" y="1801"/>
                </a:lnTo>
                <a:lnTo>
                  <a:pt x="11826" y="1825"/>
                </a:lnTo>
                <a:lnTo>
                  <a:pt x="11899" y="1825"/>
                </a:lnTo>
                <a:lnTo>
                  <a:pt x="11948" y="1776"/>
                </a:lnTo>
                <a:lnTo>
                  <a:pt x="11972" y="1752"/>
                </a:lnTo>
                <a:lnTo>
                  <a:pt x="11997" y="1752"/>
                </a:lnTo>
                <a:lnTo>
                  <a:pt x="11997" y="1728"/>
                </a:lnTo>
                <a:lnTo>
                  <a:pt x="12021" y="1728"/>
                </a:lnTo>
                <a:lnTo>
                  <a:pt x="12143" y="1801"/>
                </a:lnTo>
                <a:lnTo>
                  <a:pt x="12094" y="1874"/>
                </a:lnTo>
                <a:lnTo>
                  <a:pt x="12094" y="1947"/>
                </a:lnTo>
                <a:lnTo>
                  <a:pt x="12094" y="1995"/>
                </a:lnTo>
                <a:lnTo>
                  <a:pt x="12143" y="2020"/>
                </a:lnTo>
                <a:lnTo>
                  <a:pt x="12167" y="2044"/>
                </a:lnTo>
                <a:lnTo>
                  <a:pt x="12216" y="2020"/>
                </a:lnTo>
                <a:lnTo>
                  <a:pt x="12240" y="1995"/>
                </a:lnTo>
                <a:lnTo>
                  <a:pt x="12313" y="1922"/>
                </a:lnTo>
                <a:lnTo>
                  <a:pt x="12337" y="1922"/>
                </a:lnTo>
                <a:lnTo>
                  <a:pt x="12532" y="2068"/>
                </a:lnTo>
                <a:lnTo>
                  <a:pt x="12483" y="2190"/>
                </a:lnTo>
                <a:lnTo>
                  <a:pt x="12483" y="2239"/>
                </a:lnTo>
                <a:lnTo>
                  <a:pt x="12508" y="2336"/>
                </a:lnTo>
                <a:lnTo>
                  <a:pt x="12532" y="2385"/>
                </a:lnTo>
                <a:lnTo>
                  <a:pt x="12556" y="2409"/>
                </a:lnTo>
                <a:lnTo>
                  <a:pt x="12581" y="2409"/>
                </a:lnTo>
                <a:lnTo>
                  <a:pt x="12629" y="2385"/>
                </a:lnTo>
                <a:lnTo>
                  <a:pt x="12678" y="2360"/>
                </a:lnTo>
                <a:lnTo>
                  <a:pt x="12751" y="2287"/>
                </a:lnTo>
                <a:lnTo>
                  <a:pt x="12775" y="2239"/>
                </a:lnTo>
                <a:lnTo>
                  <a:pt x="12970" y="2409"/>
                </a:lnTo>
                <a:lnTo>
                  <a:pt x="12873" y="2531"/>
                </a:lnTo>
                <a:lnTo>
                  <a:pt x="12848" y="2604"/>
                </a:lnTo>
                <a:lnTo>
                  <a:pt x="12824" y="2677"/>
                </a:lnTo>
                <a:lnTo>
                  <a:pt x="12824" y="2725"/>
                </a:lnTo>
                <a:lnTo>
                  <a:pt x="12873" y="2750"/>
                </a:lnTo>
                <a:lnTo>
                  <a:pt x="12921" y="2774"/>
                </a:lnTo>
                <a:lnTo>
                  <a:pt x="12946" y="2774"/>
                </a:lnTo>
                <a:lnTo>
                  <a:pt x="13067" y="2701"/>
                </a:lnTo>
                <a:lnTo>
                  <a:pt x="13189" y="2604"/>
                </a:lnTo>
                <a:lnTo>
                  <a:pt x="13311" y="2725"/>
                </a:lnTo>
                <a:lnTo>
                  <a:pt x="13384" y="2823"/>
                </a:lnTo>
                <a:lnTo>
                  <a:pt x="13262" y="3017"/>
                </a:lnTo>
                <a:lnTo>
                  <a:pt x="13213" y="3066"/>
                </a:lnTo>
                <a:lnTo>
                  <a:pt x="13189" y="3163"/>
                </a:lnTo>
                <a:lnTo>
                  <a:pt x="13165" y="3236"/>
                </a:lnTo>
                <a:lnTo>
                  <a:pt x="13189" y="3285"/>
                </a:lnTo>
                <a:lnTo>
                  <a:pt x="13238" y="3309"/>
                </a:lnTo>
                <a:lnTo>
                  <a:pt x="13335" y="3285"/>
                </a:lnTo>
                <a:lnTo>
                  <a:pt x="13408" y="3236"/>
                </a:lnTo>
                <a:lnTo>
                  <a:pt x="13554" y="3115"/>
                </a:lnTo>
                <a:lnTo>
                  <a:pt x="13578" y="3042"/>
                </a:lnTo>
                <a:lnTo>
                  <a:pt x="13773" y="3309"/>
                </a:lnTo>
                <a:lnTo>
                  <a:pt x="13676" y="3407"/>
                </a:lnTo>
                <a:lnTo>
                  <a:pt x="13554" y="3504"/>
                </a:lnTo>
                <a:lnTo>
                  <a:pt x="13505" y="3577"/>
                </a:lnTo>
                <a:lnTo>
                  <a:pt x="13481" y="3650"/>
                </a:lnTo>
                <a:lnTo>
                  <a:pt x="13481" y="3699"/>
                </a:lnTo>
                <a:lnTo>
                  <a:pt x="13505" y="3723"/>
                </a:lnTo>
                <a:lnTo>
                  <a:pt x="13603" y="3747"/>
                </a:lnTo>
                <a:lnTo>
                  <a:pt x="13700" y="3723"/>
                </a:lnTo>
                <a:lnTo>
                  <a:pt x="13773" y="3674"/>
                </a:lnTo>
                <a:lnTo>
                  <a:pt x="13870" y="3626"/>
                </a:lnTo>
                <a:lnTo>
                  <a:pt x="13968" y="3577"/>
                </a:lnTo>
                <a:lnTo>
                  <a:pt x="14162" y="3918"/>
                </a:lnTo>
                <a:lnTo>
                  <a:pt x="14065" y="3991"/>
                </a:lnTo>
                <a:lnTo>
                  <a:pt x="13870" y="4161"/>
                </a:lnTo>
                <a:lnTo>
                  <a:pt x="13773" y="4234"/>
                </a:lnTo>
                <a:lnTo>
                  <a:pt x="13700" y="4331"/>
                </a:lnTo>
                <a:lnTo>
                  <a:pt x="13700" y="4356"/>
                </a:lnTo>
                <a:lnTo>
                  <a:pt x="13724" y="4380"/>
                </a:lnTo>
                <a:lnTo>
                  <a:pt x="13846" y="4380"/>
                </a:lnTo>
                <a:lnTo>
                  <a:pt x="13943" y="4356"/>
                </a:lnTo>
                <a:lnTo>
                  <a:pt x="14065" y="4307"/>
                </a:lnTo>
                <a:lnTo>
                  <a:pt x="14162" y="4234"/>
                </a:lnTo>
                <a:lnTo>
                  <a:pt x="14284" y="4161"/>
                </a:lnTo>
                <a:lnTo>
                  <a:pt x="14503" y="4696"/>
                </a:lnTo>
                <a:lnTo>
                  <a:pt x="14332" y="4769"/>
                </a:lnTo>
                <a:lnTo>
                  <a:pt x="14211" y="4842"/>
                </a:lnTo>
                <a:lnTo>
                  <a:pt x="14065" y="4940"/>
                </a:lnTo>
                <a:lnTo>
                  <a:pt x="13968" y="5061"/>
                </a:lnTo>
                <a:lnTo>
                  <a:pt x="13919" y="5134"/>
                </a:lnTo>
                <a:lnTo>
                  <a:pt x="13895" y="5207"/>
                </a:lnTo>
                <a:lnTo>
                  <a:pt x="13895" y="5256"/>
                </a:lnTo>
                <a:lnTo>
                  <a:pt x="13919" y="5280"/>
                </a:lnTo>
                <a:lnTo>
                  <a:pt x="13968" y="5305"/>
                </a:lnTo>
                <a:lnTo>
                  <a:pt x="14016" y="5305"/>
                </a:lnTo>
                <a:lnTo>
                  <a:pt x="14114" y="5256"/>
                </a:lnTo>
                <a:lnTo>
                  <a:pt x="14235" y="5183"/>
                </a:lnTo>
                <a:lnTo>
                  <a:pt x="14551" y="5037"/>
                </a:lnTo>
                <a:lnTo>
                  <a:pt x="14600" y="5013"/>
                </a:lnTo>
                <a:lnTo>
                  <a:pt x="14770" y="5524"/>
                </a:lnTo>
                <a:lnTo>
                  <a:pt x="14430" y="5670"/>
                </a:lnTo>
                <a:lnTo>
                  <a:pt x="14162" y="5791"/>
                </a:lnTo>
                <a:lnTo>
                  <a:pt x="13919" y="5937"/>
                </a:lnTo>
                <a:lnTo>
                  <a:pt x="13919" y="5986"/>
                </a:lnTo>
                <a:lnTo>
                  <a:pt x="13943" y="6010"/>
                </a:lnTo>
                <a:lnTo>
                  <a:pt x="14089" y="6035"/>
                </a:lnTo>
                <a:lnTo>
                  <a:pt x="14235" y="6059"/>
                </a:lnTo>
                <a:lnTo>
                  <a:pt x="14381" y="6035"/>
                </a:lnTo>
                <a:lnTo>
                  <a:pt x="14527" y="6010"/>
                </a:lnTo>
                <a:lnTo>
                  <a:pt x="14843" y="5889"/>
                </a:lnTo>
                <a:lnTo>
                  <a:pt x="14965" y="6424"/>
                </a:lnTo>
                <a:lnTo>
                  <a:pt x="14795" y="6497"/>
                </a:lnTo>
                <a:lnTo>
                  <a:pt x="14405" y="6619"/>
                </a:lnTo>
                <a:lnTo>
                  <a:pt x="14041" y="6740"/>
                </a:lnTo>
                <a:lnTo>
                  <a:pt x="13992" y="6789"/>
                </a:lnTo>
                <a:lnTo>
                  <a:pt x="13992" y="6813"/>
                </a:lnTo>
                <a:lnTo>
                  <a:pt x="13992" y="6862"/>
                </a:lnTo>
                <a:lnTo>
                  <a:pt x="14041" y="6886"/>
                </a:lnTo>
                <a:lnTo>
                  <a:pt x="14235" y="6886"/>
                </a:lnTo>
                <a:lnTo>
                  <a:pt x="14430" y="6862"/>
                </a:lnTo>
                <a:lnTo>
                  <a:pt x="14795" y="6813"/>
                </a:lnTo>
                <a:lnTo>
                  <a:pt x="15038" y="6740"/>
                </a:lnTo>
                <a:lnTo>
                  <a:pt x="15111" y="7178"/>
                </a:lnTo>
                <a:lnTo>
                  <a:pt x="14843" y="7227"/>
                </a:lnTo>
                <a:lnTo>
                  <a:pt x="14430" y="7349"/>
                </a:lnTo>
                <a:lnTo>
                  <a:pt x="14235" y="7422"/>
                </a:lnTo>
                <a:lnTo>
                  <a:pt x="14065" y="7543"/>
                </a:lnTo>
                <a:lnTo>
                  <a:pt x="14041" y="7592"/>
                </a:lnTo>
                <a:lnTo>
                  <a:pt x="14041" y="7665"/>
                </a:lnTo>
                <a:lnTo>
                  <a:pt x="14089" y="7714"/>
                </a:lnTo>
                <a:lnTo>
                  <a:pt x="14138" y="7738"/>
                </a:lnTo>
                <a:lnTo>
                  <a:pt x="14357" y="7714"/>
                </a:lnTo>
                <a:lnTo>
                  <a:pt x="14551" y="7665"/>
                </a:lnTo>
                <a:lnTo>
                  <a:pt x="14941" y="7568"/>
                </a:lnTo>
                <a:lnTo>
                  <a:pt x="15135" y="7519"/>
                </a:lnTo>
                <a:lnTo>
                  <a:pt x="15184" y="7981"/>
                </a:lnTo>
                <a:lnTo>
                  <a:pt x="14868" y="8030"/>
                </a:lnTo>
                <a:lnTo>
                  <a:pt x="14624" y="8054"/>
                </a:lnTo>
                <a:lnTo>
                  <a:pt x="14381" y="8079"/>
                </a:lnTo>
                <a:lnTo>
                  <a:pt x="14235" y="8103"/>
                </a:lnTo>
                <a:lnTo>
                  <a:pt x="14138" y="8152"/>
                </a:lnTo>
                <a:lnTo>
                  <a:pt x="14016" y="8200"/>
                </a:lnTo>
                <a:lnTo>
                  <a:pt x="13943" y="8298"/>
                </a:lnTo>
                <a:lnTo>
                  <a:pt x="13919" y="8322"/>
                </a:lnTo>
                <a:lnTo>
                  <a:pt x="13919" y="8346"/>
                </a:lnTo>
                <a:lnTo>
                  <a:pt x="13943" y="8395"/>
                </a:lnTo>
                <a:lnTo>
                  <a:pt x="13968" y="8395"/>
                </a:lnTo>
                <a:lnTo>
                  <a:pt x="14089" y="8419"/>
                </a:lnTo>
                <a:lnTo>
                  <a:pt x="14211" y="8444"/>
                </a:lnTo>
                <a:lnTo>
                  <a:pt x="14478" y="8444"/>
                </a:lnTo>
                <a:lnTo>
                  <a:pt x="14989" y="8395"/>
                </a:lnTo>
                <a:lnTo>
                  <a:pt x="15208" y="8395"/>
                </a:lnTo>
                <a:lnTo>
                  <a:pt x="15208" y="8857"/>
                </a:lnTo>
                <a:lnTo>
                  <a:pt x="14722" y="8882"/>
                </a:lnTo>
                <a:lnTo>
                  <a:pt x="14503" y="8882"/>
                </a:lnTo>
                <a:lnTo>
                  <a:pt x="14284" y="8906"/>
                </a:lnTo>
                <a:lnTo>
                  <a:pt x="14065" y="8955"/>
                </a:lnTo>
                <a:lnTo>
                  <a:pt x="13968" y="8979"/>
                </a:lnTo>
                <a:lnTo>
                  <a:pt x="13870" y="9028"/>
                </a:lnTo>
                <a:lnTo>
                  <a:pt x="13870" y="9052"/>
                </a:lnTo>
                <a:lnTo>
                  <a:pt x="13870" y="9076"/>
                </a:lnTo>
                <a:lnTo>
                  <a:pt x="13968" y="9125"/>
                </a:lnTo>
                <a:lnTo>
                  <a:pt x="14065" y="9174"/>
                </a:lnTo>
                <a:lnTo>
                  <a:pt x="14284" y="9222"/>
                </a:lnTo>
                <a:lnTo>
                  <a:pt x="14722" y="9222"/>
                </a:lnTo>
                <a:lnTo>
                  <a:pt x="14941" y="9247"/>
                </a:lnTo>
                <a:lnTo>
                  <a:pt x="15184" y="9247"/>
                </a:lnTo>
                <a:lnTo>
                  <a:pt x="15160" y="9465"/>
                </a:lnTo>
                <a:lnTo>
                  <a:pt x="14965" y="9514"/>
                </a:lnTo>
                <a:lnTo>
                  <a:pt x="14722" y="9563"/>
                </a:lnTo>
                <a:lnTo>
                  <a:pt x="14503" y="9660"/>
                </a:lnTo>
                <a:lnTo>
                  <a:pt x="14260" y="9757"/>
                </a:lnTo>
                <a:lnTo>
                  <a:pt x="14041" y="9879"/>
                </a:lnTo>
                <a:lnTo>
                  <a:pt x="14016" y="9903"/>
                </a:lnTo>
                <a:lnTo>
                  <a:pt x="14016" y="9952"/>
                </a:lnTo>
                <a:lnTo>
                  <a:pt x="14041" y="9976"/>
                </a:lnTo>
                <a:lnTo>
                  <a:pt x="14089" y="9976"/>
                </a:lnTo>
                <a:lnTo>
                  <a:pt x="14308" y="10001"/>
                </a:lnTo>
                <a:lnTo>
                  <a:pt x="14527" y="9976"/>
                </a:lnTo>
                <a:lnTo>
                  <a:pt x="14965" y="9903"/>
                </a:lnTo>
                <a:lnTo>
                  <a:pt x="15087" y="9879"/>
                </a:lnTo>
                <a:lnTo>
                  <a:pt x="14989" y="10390"/>
                </a:lnTo>
                <a:lnTo>
                  <a:pt x="14527" y="10463"/>
                </a:lnTo>
                <a:lnTo>
                  <a:pt x="14357" y="10487"/>
                </a:lnTo>
                <a:lnTo>
                  <a:pt x="14162" y="10512"/>
                </a:lnTo>
                <a:lnTo>
                  <a:pt x="13992" y="10560"/>
                </a:lnTo>
                <a:lnTo>
                  <a:pt x="13919" y="10609"/>
                </a:lnTo>
                <a:lnTo>
                  <a:pt x="13870" y="10682"/>
                </a:lnTo>
                <a:lnTo>
                  <a:pt x="13846" y="10731"/>
                </a:lnTo>
                <a:lnTo>
                  <a:pt x="13846" y="10804"/>
                </a:lnTo>
                <a:lnTo>
                  <a:pt x="13870" y="10852"/>
                </a:lnTo>
                <a:lnTo>
                  <a:pt x="13919" y="10901"/>
                </a:lnTo>
                <a:lnTo>
                  <a:pt x="13992" y="10925"/>
                </a:lnTo>
                <a:lnTo>
                  <a:pt x="14065" y="10950"/>
                </a:lnTo>
                <a:lnTo>
                  <a:pt x="14235" y="10950"/>
                </a:lnTo>
                <a:lnTo>
                  <a:pt x="14600" y="10901"/>
                </a:lnTo>
                <a:lnTo>
                  <a:pt x="14819" y="10877"/>
                </a:lnTo>
                <a:lnTo>
                  <a:pt x="14819" y="10877"/>
                </a:lnTo>
                <a:lnTo>
                  <a:pt x="14624" y="11339"/>
                </a:lnTo>
                <a:lnTo>
                  <a:pt x="14478" y="11339"/>
                </a:lnTo>
                <a:lnTo>
                  <a:pt x="14308" y="11315"/>
                </a:lnTo>
                <a:lnTo>
                  <a:pt x="14114" y="11339"/>
                </a:lnTo>
                <a:lnTo>
                  <a:pt x="13919" y="11363"/>
                </a:lnTo>
                <a:lnTo>
                  <a:pt x="13749" y="11436"/>
                </a:lnTo>
                <a:lnTo>
                  <a:pt x="13724" y="11461"/>
                </a:lnTo>
                <a:lnTo>
                  <a:pt x="13749" y="11485"/>
                </a:lnTo>
                <a:lnTo>
                  <a:pt x="13919" y="11558"/>
                </a:lnTo>
                <a:lnTo>
                  <a:pt x="14089" y="11607"/>
                </a:lnTo>
                <a:lnTo>
                  <a:pt x="14430" y="11655"/>
                </a:lnTo>
                <a:lnTo>
                  <a:pt x="14454" y="11655"/>
                </a:lnTo>
                <a:lnTo>
                  <a:pt x="14211" y="12069"/>
                </a:lnTo>
                <a:lnTo>
                  <a:pt x="13968" y="12069"/>
                </a:lnTo>
                <a:lnTo>
                  <a:pt x="13724" y="12093"/>
                </a:lnTo>
                <a:lnTo>
                  <a:pt x="13603" y="12069"/>
                </a:lnTo>
                <a:lnTo>
                  <a:pt x="13481" y="12045"/>
                </a:lnTo>
                <a:lnTo>
                  <a:pt x="13335" y="12020"/>
                </a:lnTo>
                <a:lnTo>
                  <a:pt x="13213" y="12020"/>
                </a:lnTo>
                <a:lnTo>
                  <a:pt x="13189" y="12045"/>
                </a:lnTo>
                <a:lnTo>
                  <a:pt x="13189" y="12069"/>
                </a:lnTo>
                <a:lnTo>
                  <a:pt x="13189" y="12166"/>
                </a:lnTo>
                <a:lnTo>
                  <a:pt x="13238" y="12239"/>
                </a:lnTo>
                <a:lnTo>
                  <a:pt x="13311" y="12312"/>
                </a:lnTo>
                <a:lnTo>
                  <a:pt x="13408" y="12361"/>
                </a:lnTo>
                <a:lnTo>
                  <a:pt x="13530" y="12385"/>
                </a:lnTo>
                <a:lnTo>
                  <a:pt x="13651" y="12410"/>
                </a:lnTo>
                <a:lnTo>
                  <a:pt x="13943" y="12434"/>
                </a:lnTo>
                <a:lnTo>
                  <a:pt x="13603" y="12823"/>
                </a:lnTo>
                <a:lnTo>
                  <a:pt x="13067" y="12726"/>
                </a:lnTo>
                <a:lnTo>
                  <a:pt x="12848" y="12677"/>
                </a:lnTo>
                <a:lnTo>
                  <a:pt x="12727" y="12677"/>
                </a:lnTo>
                <a:lnTo>
                  <a:pt x="12629" y="12702"/>
                </a:lnTo>
                <a:lnTo>
                  <a:pt x="12605" y="12726"/>
                </a:lnTo>
                <a:lnTo>
                  <a:pt x="12605" y="12775"/>
                </a:lnTo>
                <a:lnTo>
                  <a:pt x="12629" y="12848"/>
                </a:lnTo>
                <a:lnTo>
                  <a:pt x="12678" y="12921"/>
                </a:lnTo>
                <a:lnTo>
                  <a:pt x="12751" y="12969"/>
                </a:lnTo>
                <a:lnTo>
                  <a:pt x="12824" y="13018"/>
                </a:lnTo>
                <a:lnTo>
                  <a:pt x="13043" y="13115"/>
                </a:lnTo>
                <a:lnTo>
                  <a:pt x="13262" y="13164"/>
                </a:lnTo>
                <a:lnTo>
                  <a:pt x="13116" y="13286"/>
                </a:lnTo>
                <a:lnTo>
                  <a:pt x="13067" y="13286"/>
                </a:lnTo>
                <a:lnTo>
                  <a:pt x="12605" y="13261"/>
                </a:lnTo>
                <a:lnTo>
                  <a:pt x="12362" y="13213"/>
                </a:lnTo>
                <a:lnTo>
                  <a:pt x="12240" y="13188"/>
                </a:lnTo>
                <a:lnTo>
                  <a:pt x="12094" y="13188"/>
                </a:lnTo>
                <a:lnTo>
                  <a:pt x="12021" y="13213"/>
                </a:lnTo>
                <a:lnTo>
                  <a:pt x="11997" y="13261"/>
                </a:lnTo>
                <a:lnTo>
                  <a:pt x="11972" y="13334"/>
                </a:lnTo>
                <a:lnTo>
                  <a:pt x="12021" y="13383"/>
                </a:lnTo>
                <a:lnTo>
                  <a:pt x="12143" y="13505"/>
                </a:lnTo>
                <a:lnTo>
                  <a:pt x="12289" y="13578"/>
                </a:lnTo>
                <a:lnTo>
                  <a:pt x="12483" y="13626"/>
                </a:lnTo>
                <a:lnTo>
                  <a:pt x="12654" y="13651"/>
                </a:lnTo>
                <a:lnTo>
                  <a:pt x="12240" y="13943"/>
                </a:lnTo>
                <a:lnTo>
                  <a:pt x="12143" y="13918"/>
                </a:lnTo>
                <a:lnTo>
                  <a:pt x="11680" y="13821"/>
                </a:lnTo>
                <a:lnTo>
                  <a:pt x="11461" y="13772"/>
                </a:lnTo>
                <a:lnTo>
                  <a:pt x="11267" y="13724"/>
                </a:lnTo>
                <a:lnTo>
                  <a:pt x="11218" y="13748"/>
                </a:lnTo>
                <a:lnTo>
                  <a:pt x="11218" y="13821"/>
                </a:lnTo>
                <a:lnTo>
                  <a:pt x="11242" y="13894"/>
                </a:lnTo>
                <a:lnTo>
                  <a:pt x="11315" y="13967"/>
                </a:lnTo>
                <a:lnTo>
                  <a:pt x="11437" y="14064"/>
                </a:lnTo>
                <a:lnTo>
                  <a:pt x="11607" y="14137"/>
                </a:lnTo>
                <a:lnTo>
                  <a:pt x="11802" y="14210"/>
                </a:lnTo>
                <a:lnTo>
                  <a:pt x="11437" y="14381"/>
                </a:lnTo>
                <a:lnTo>
                  <a:pt x="11388" y="14332"/>
                </a:lnTo>
                <a:lnTo>
                  <a:pt x="11315" y="14308"/>
                </a:lnTo>
                <a:lnTo>
                  <a:pt x="11194" y="14259"/>
                </a:lnTo>
                <a:lnTo>
                  <a:pt x="10902" y="14235"/>
                </a:lnTo>
                <a:lnTo>
                  <a:pt x="10634" y="14210"/>
                </a:lnTo>
                <a:lnTo>
                  <a:pt x="10512" y="14210"/>
                </a:lnTo>
                <a:lnTo>
                  <a:pt x="10391" y="14235"/>
                </a:lnTo>
                <a:lnTo>
                  <a:pt x="10366" y="14235"/>
                </a:lnTo>
                <a:lnTo>
                  <a:pt x="10366" y="14283"/>
                </a:lnTo>
                <a:lnTo>
                  <a:pt x="10366" y="14332"/>
                </a:lnTo>
                <a:lnTo>
                  <a:pt x="10391" y="14381"/>
                </a:lnTo>
                <a:lnTo>
                  <a:pt x="10488" y="14478"/>
                </a:lnTo>
                <a:lnTo>
                  <a:pt x="10610" y="14551"/>
                </a:lnTo>
                <a:lnTo>
                  <a:pt x="10731" y="14575"/>
                </a:lnTo>
                <a:lnTo>
                  <a:pt x="10877" y="14624"/>
                </a:lnTo>
                <a:lnTo>
                  <a:pt x="10512" y="14746"/>
                </a:lnTo>
                <a:lnTo>
                  <a:pt x="10318" y="14673"/>
                </a:lnTo>
                <a:lnTo>
                  <a:pt x="10123" y="14624"/>
                </a:lnTo>
                <a:lnTo>
                  <a:pt x="9904" y="14600"/>
                </a:lnTo>
                <a:lnTo>
                  <a:pt x="9807" y="14600"/>
                </a:lnTo>
                <a:lnTo>
                  <a:pt x="9709" y="14648"/>
                </a:lnTo>
                <a:lnTo>
                  <a:pt x="9661" y="14673"/>
                </a:lnTo>
                <a:lnTo>
                  <a:pt x="9685" y="14721"/>
                </a:lnTo>
                <a:lnTo>
                  <a:pt x="9734" y="14794"/>
                </a:lnTo>
                <a:lnTo>
                  <a:pt x="9807" y="14843"/>
                </a:lnTo>
                <a:lnTo>
                  <a:pt x="9928" y="14916"/>
                </a:lnTo>
                <a:lnTo>
                  <a:pt x="9612" y="14989"/>
                </a:lnTo>
                <a:lnTo>
                  <a:pt x="9588" y="14940"/>
                </a:lnTo>
                <a:lnTo>
                  <a:pt x="9539" y="14916"/>
                </a:lnTo>
                <a:lnTo>
                  <a:pt x="9417" y="14867"/>
                </a:lnTo>
                <a:lnTo>
                  <a:pt x="9223" y="14843"/>
                </a:lnTo>
                <a:lnTo>
                  <a:pt x="9150" y="14843"/>
                </a:lnTo>
                <a:lnTo>
                  <a:pt x="9052" y="14867"/>
                </a:lnTo>
                <a:lnTo>
                  <a:pt x="9004" y="14916"/>
                </a:lnTo>
                <a:lnTo>
                  <a:pt x="8979" y="14965"/>
                </a:lnTo>
                <a:lnTo>
                  <a:pt x="8979" y="15013"/>
                </a:lnTo>
                <a:lnTo>
                  <a:pt x="9004" y="15062"/>
                </a:lnTo>
                <a:lnTo>
                  <a:pt x="9004" y="15086"/>
                </a:lnTo>
                <a:lnTo>
                  <a:pt x="8663" y="15135"/>
                </a:lnTo>
                <a:lnTo>
                  <a:pt x="8298" y="15159"/>
                </a:lnTo>
                <a:lnTo>
                  <a:pt x="7227" y="15159"/>
                </a:lnTo>
                <a:lnTo>
                  <a:pt x="6862" y="15111"/>
                </a:lnTo>
                <a:lnTo>
                  <a:pt x="6497" y="15062"/>
                </a:lnTo>
                <a:lnTo>
                  <a:pt x="6157" y="14989"/>
                </a:lnTo>
                <a:lnTo>
                  <a:pt x="5816" y="14916"/>
                </a:lnTo>
                <a:lnTo>
                  <a:pt x="5451" y="14819"/>
                </a:lnTo>
                <a:lnTo>
                  <a:pt x="5135" y="14697"/>
                </a:lnTo>
                <a:lnTo>
                  <a:pt x="4794" y="14575"/>
                </a:lnTo>
                <a:lnTo>
                  <a:pt x="4478" y="14405"/>
                </a:lnTo>
                <a:lnTo>
                  <a:pt x="4162" y="14259"/>
                </a:lnTo>
                <a:lnTo>
                  <a:pt x="3845" y="14064"/>
                </a:lnTo>
                <a:lnTo>
                  <a:pt x="3553" y="13870"/>
                </a:lnTo>
                <a:lnTo>
                  <a:pt x="3286" y="13675"/>
                </a:lnTo>
                <a:lnTo>
                  <a:pt x="3018" y="13456"/>
                </a:lnTo>
                <a:lnTo>
                  <a:pt x="2775" y="13237"/>
                </a:lnTo>
                <a:lnTo>
                  <a:pt x="2531" y="12994"/>
                </a:lnTo>
                <a:lnTo>
                  <a:pt x="2312" y="12775"/>
                </a:lnTo>
                <a:lnTo>
                  <a:pt x="2118" y="12507"/>
                </a:lnTo>
                <a:lnTo>
                  <a:pt x="1899" y="12239"/>
                </a:lnTo>
                <a:lnTo>
                  <a:pt x="1728" y="11972"/>
                </a:lnTo>
                <a:lnTo>
                  <a:pt x="1558" y="11704"/>
                </a:lnTo>
                <a:lnTo>
                  <a:pt x="1412" y="11412"/>
                </a:lnTo>
                <a:lnTo>
                  <a:pt x="1266" y="11120"/>
                </a:lnTo>
                <a:lnTo>
                  <a:pt x="1144" y="10828"/>
                </a:lnTo>
                <a:lnTo>
                  <a:pt x="1047" y="10512"/>
                </a:lnTo>
                <a:lnTo>
                  <a:pt x="950" y="10195"/>
                </a:lnTo>
                <a:lnTo>
                  <a:pt x="877" y="9879"/>
                </a:lnTo>
                <a:lnTo>
                  <a:pt x="828" y="9538"/>
                </a:lnTo>
                <a:lnTo>
                  <a:pt x="779" y="9003"/>
                </a:lnTo>
                <a:lnTo>
                  <a:pt x="755" y="8468"/>
                </a:lnTo>
                <a:lnTo>
                  <a:pt x="755" y="7933"/>
                </a:lnTo>
                <a:lnTo>
                  <a:pt x="779" y="7397"/>
                </a:lnTo>
                <a:lnTo>
                  <a:pt x="852" y="6862"/>
                </a:lnTo>
                <a:lnTo>
                  <a:pt x="950" y="6351"/>
                </a:lnTo>
                <a:lnTo>
                  <a:pt x="1096" y="5840"/>
                </a:lnTo>
                <a:lnTo>
                  <a:pt x="1266" y="5353"/>
                </a:lnTo>
                <a:lnTo>
                  <a:pt x="1388" y="5061"/>
                </a:lnTo>
                <a:lnTo>
                  <a:pt x="1558" y="4745"/>
                </a:lnTo>
                <a:lnTo>
                  <a:pt x="1753" y="4404"/>
                </a:lnTo>
                <a:lnTo>
                  <a:pt x="1996" y="4064"/>
                </a:lnTo>
                <a:lnTo>
                  <a:pt x="2264" y="3699"/>
                </a:lnTo>
                <a:lnTo>
                  <a:pt x="2556" y="3334"/>
                </a:lnTo>
                <a:lnTo>
                  <a:pt x="2896" y="2944"/>
                </a:lnTo>
                <a:lnTo>
                  <a:pt x="3261" y="2604"/>
                </a:lnTo>
                <a:lnTo>
                  <a:pt x="3651" y="2263"/>
                </a:lnTo>
                <a:lnTo>
                  <a:pt x="4089" y="1922"/>
                </a:lnTo>
                <a:lnTo>
                  <a:pt x="4527" y="1630"/>
                </a:lnTo>
                <a:lnTo>
                  <a:pt x="5013" y="1363"/>
                </a:lnTo>
                <a:lnTo>
                  <a:pt x="5524" y="1144"/>
                </a:lnTo>
                <a:lnTo>
                  <a:pt x="6035" y="974"/>
                </a:lnTo>
                <a:lnTo>
                  <a:pt x="6327" y="925"/>
                </a:lnTo>
                <a:lnTo>
                  <a:pt x="6595" y="876"/>
                </a:lnTo>
                <a:lnTo>
                  <a:pt x="6887" y="828"/>
                </a:lnTo>
                <a:lnTo>
                  <a:pt x="7179" y="803"/>
                </a:lnTo>
                <a:lnTo>
                  <a:pt x="7544" y="779"/>
                </a:lnTo>
                <a:lnTo>
                  <a:pt x="7933" y="730"/>
                </a:lnTo>
                <a:lnTo>
                  <a:pt x="8322" y="682"/>
                </a:lnTo>
                <a:close/>
                <a:moveTo>
                  <a:pt x="8152" y="0"/>
                </a:moveTo>
                <a:lnTo>
                  <a:pt x="7763" y="25"/>
                </a:lnTo>
                <a:lnTo>
                  <a:pt x="7373" y="73"/>
                </a:lnTo>
                <a:lnTo>
                  <a:pt x="7081" y="49"/>
                </a:lnTo>
                <a:lnTo>
                  <a:pt x="6789" y="49"/>
                </a:lnTo>
                <a:lnTo>
                  <a:pt x="6473" y="73"/>
                </a:lnTo>
                <a:lnTo>
                  <a:pt x="6157" y="146"/>
                </a:lnTo>
                <a:lnTo>
                  <a:pt x="5841" y="219"/>
                </a:lnTo>
                <a:lnTo>
                  <a:pt x="5549" y="317"/>
                </a:lnTo>
                <a:lnTo>
                  <a:pt x="5232" y="438"/>
                </a:lnTo>
                <a:lnTo>
                  <a:pt x="4916" y="560"/>
                </a:lnTo>
                <a:lnTo>
                  <a:pt x="4332" y="876"/>
                </a:lnTo>
                <a:lnTo>
                  <a:pt x="3748" y="1217"/>
                </a:lnTo>
                <a:lnTo>
                  <a:pt x="3237" y="1606"/>
                </a:lnTo>
                <a:lnTo>
                  <a:pt x="2775" y="1995"/>
                </a:lnTo>
                <a:lnTo>
                  <a:pt x="2507" y="2239"/>
                </a:lnTo>
                <a:lnTo>
                  <a:pt x="2264" y="2482"/>
                </a:lnTo>
                <a:lnTo>
                  <a:pt x="2045" y="2725"/>
                </a:lnTo>
                <a:lnTo>
                  <a:pt x="1826" y="2993"/>
                </a:lnTo>
                <a:lnTo>
                  <a:pt x="1631" y="3261"/>
                </a:lnTo>
                <a:lnTo>
                  <a:pt x="1461" y="3528"/>
                </a:lnTo>
                <a:lnTo>
                  <a:pt x="1120" y="4088"/>
                </a:lnTo>
                <a:lnTo>
                  <a:pt x="852" y="4696"/>
                </a:lnTo>
                <a:lnTo>
                  <a:pt x="609" y="5305"/>
                </a:lnTo>
                <a:lnTo>
                  <a:pt x="414" y="5962"/>
                </a:lnTo>
                <a:lnTo>
                  <a:pt x="220" y="6643"/>
                </a:lnTo>
                <a:lnTo>
                  <a:pt x="122" y="7008"/>
                </a:lnTo>
                <a:lnTo>
                  <a:pt x="74" y="7373"/>
                </a:lnTo>
                <a:lnTo>
                  <a:pt x="25" y="7738"/>
                </a:lnTo>
                <a:lnTo>
                  <a:pt x="1" y="8103"/>
                </a:lnTo>
                <a:lnTo>
                  <a:pt x="1" y="8468"/>
                </a:lnTo>
                <a:lnTo>
                  <a:pt x="25" y="8809"/>
                </a:lnTo>
                <a:lnTo>
                  <a:pt x="49" y="9174"/>
                </a:lnTo>
                <a:lnTo>
                  <a:pt x="98" y="9514"/>
                </a:lnTo>
                <a:lnTo>
                  <a:pt x="195" y="9879"/>
                </a:lnTo>
                <a:lnTo>
                  <a:pt x="268" y="10220"/>
                </a:lnTo>
                <a:lnTo>
                  <a:pt x="390" y="10560"/>
                </a:lnTo>
                <a:lnTo>
                  <a:pt x="512" y="10901"/>
                </a:lnTo>
                <a:lnTo>
                  <a:pt x="658" y="11242"/>
                </a:lnTo>
                <a:lnTo>
                  <a:pt x="804" y="11582"/>
                </a:lnTo>
                <a:lnTo>
                  <a:pt x="1169" y="12264"/>
                </a:lnTo>
                <a:lnTo>
                  <a:pt x="1388" y="12629"/>
                </a:lnTo>
                <a:lnTo>
                  <a:pt x="1631" y="12994"/>
                </a:lnTo>
                <a:lnTo>
                  <a:pt x="1899" y="13334"/>
                </a:lnTo>
                <a:lnTo>
                  <a:pt x="2166" y="13651"/>
                </a:lnTo>
                <a:lnTo>
                  <a:pt x="2434" y="13943"/>
                </a:lnTo>
                <a:lnTo>
                  <a:pt x="2750" y="14235"/>
                </a:lnTo>
                <a:lnTo>
                  <a:pt x="3042" y="14502"/>
                </a:lnTo>
                <a:lnTo>
                  <a:pt x="3383" y="14746"/>
                </a:lnTo>
                <a:lnTo>
                  <a:pt x="3699" y="14965"/>
                </a:lnTo>
                <a:lnTo>
                  <a:pt x="4064" y="15159"/>
                </a:lnTo>
                <a:lnTo>
                  <a:pt x="4429" y="15354"/>
                </a:lnTo>
                <a:lnTo>
                  <a:pt x="4794" y="15500"/>
                </a:lnTo>
                <a:lnTo>
                  <a:pt x="5184" y="15622"/>
                </a:lnTo>
                <a:lnTo>
                  <a:pt x="5597" y="15743"/>
                </a:lnTo>
                <a:lnTo>
                  <a:pt x="6011" y="15816"/>
                </a:lnTo>
                <a:lnTo>
                  <a:pt x="6424" y="15889"/>
                </a:lnTo>
                <a:lnTo>
                  <a:pt x="6862" y="15914"/>
                </a:lnTo>
                <a:lnTo>
                  <a:pt x="7300" y="15938"/>
                </a:lnTo>
                <a:lnTo>
                  <a:pt x="7738" y="15938"/>
                </a:lnTo>
                <a:lnTo>
                  <a:pt x="8152" y="15914"/>
                </a:lnTo>
                <a:lnTo>
                  <a:pt x="8590" y="15889"/>
                </a:lnTo>
                <a:lnTo>
                  <a:pt x="9004" y="15841"/>
                </a:lnTo>
                <a:lnTo>
                  <a:pt x="9442" y="15768"/>
                </a:lnTo>
                <a:lnTo>
                  <a:pt x="9855" y="15670"/>
                </a:lnTo>
                <a:lnTo>
                  <a:pt x="10245" y="15573"/>
                </a:lnTo>
                <a:lnTo>
                  <a:pt x="10658" y="15451"/>
                </a:lnTo>
                <a:lnTo>
                  <a:pt x="11048" y="15305"/>
                </a:lnTo>
                <a:lnTo>
                  <a:pt x="11461" y="15135"/>
                </a:lnTo>
                <a:lnTo>
                  <a:pt x="11826" y="14940"/>
                </a:lnTo>
                <a:lnTo>
                  <a:pt x="12216" y="14721"/>
                </a:lnTo>
                <a:lnTo>
                  <a:pt x="12581" y="14478"/>
                </a:lnTo>
                <a:lnTo>
                  <a:pt x="12921" y="14235"/>
                </a:lnTo>
                <a:lnTo>
                  <a:pt x="13286" y="13943"/>
                </a:lnTo>
                <a:lnTo>
                  <a:pt x="13603" y="13651"/>
                </a:lnTo>
                <a:lnTo>
                  <a:pt x="13895" y="13334"/>
                </a:lnTo>
                <a:lnTo>
                  <a:pt x="14187" y="13018"/>
                </a:lnTo>
                <a:lnTo>
                  <a:pt x="14454" y="12702"/>
                </a:lnTo>
                <a:lnTo>
                  <a:pt x="14697" y="12361"/>
                </a:lnTo>
                <a:lnTo>
                  <a:pt x="14916" y="11996"/>
                </a:lnTo>
                <a:lnTo>
                  <a:pt x="15111" y="11631"/>
                </a:lnTo>
                <a:lnTo>
                  <a:pt x="15135" y="11631"/>
                </a:lnTo>
                <a:lnTo>
                  <a:pt x="15160" y="11582"/>
                </a:lnTo>
                <a:lnTo>
                  <a:pt x="15160" y="11534"/>
                </a:lnTo>
                <a:lnTo>
                  <a:pt x="15330" y="11096"/>
                </a:lnTo>
                <a:lnTo>
                  <a:pt x="15500" y="10658"/>
                </a:lnTo>
                <a:lnTo>
                  <a:pt x="15622" y="10195"/>
                </a:lnTo>
                <a:lnTo>
                  <a:pt x="15719" y="9733"/>
                </a:lnTo>
                <a:lnTo>
                  <a:pt x="15744" y="9709"/>
                </a:lnTo>
                <a:lnTo>
                  <a:pt x="15768" y="9684"/>
                </a:lnTo>
                <a:lnTo>
                  <a:pt x="15792" y="9636"/>
                </a:lnTo>
                <a:lnTo>
                  <a:pt x="15768" y="9611"/>
                </a:lnTo>
                <a:lnTo>
                  <a:pt x="15744" y="9563"/>
                </a:lnTo>
                <a:lnTo>
                  <a:pt x="15792" y="9174"/>
                </a:lnTo>
                <a:lnTo>
                  <a:pt x="15841" y="8760"/>
                </a:lnTo>
                <a:lnTo>
                  <a:pt x="15841" y="8371"/>
                </a:lnTo>
                <a:lnTo>
                  <a:pt x="15817" y="7957"/>
                </a:lnTo>
                <a:lnTo>
                  <a:pt x="15744" y="7105"/>
                </a:lnTo>
                <a:lnTo>
                  <a:pt x="15671" y="6667"/>
                </a:lnTo>
                <a:lnTo>
                  <a:pt x="15598" y="6254"/>
                </a:lnTo>
                <a:lnTo>
                  <a:pt x="15525" y="5840"/>
                </a:lnTo>
                <a:lnTo>
                  <a:pt x="15403" y="5426"/>
                </a:lnTo>
                <a:lnTo>
                  <a:pt x="15281" y="5013"/>
                </a:lnTo>
                <a:lnTo>
                  <a:pt x="15160" y="4623"/>
                </a:lnTo>
                <a:lnTo>
                  <a:pt x="14989" y="4234"/>
                </a:lnTo>
                <a:lnTo>
                  <a:pt x="14819" y="3845"/>
                </a:lnTo>
                <a:lnTo>
                  <a:pt x="14624" y="3480"/>
                </a:lnTo>
                <a:lnTo>
                  <a:pt x="14405" y="3115"/>
                </a:lnTo>
                <a:lnTo>
                  <a:pt x="14162" y="2774"/>
                </a:lnTo>
                <a:lnTo>
                  <a:pt x="13895" y="2458"/>
                </a:lnTo>
                <a:lnTo>
                  <a:pt x="13603" y="2141"/>
                </a:lnTo>
                <a:lnTo>
                  <a:pt x="13286" y="1849"/>
                </a:lnTo>
                <a:lnTo>
                  <a:pt x="12970" y="1582"/>
                </a:lnTo>
                <a:lnTo>
                  <a:pt x="12654" y="1363"/>
                </a:lnTo>
                <a:lnTo>
                  <a:pt x="12313" y="1144"/>
                </a:lnTo>
                <a:lnTo>
                  <a:pt x="11948" y="949"/>
                </a:lnTo>
                <a:lnTo>
                  <a:pt x="11607" y="779"/>
                </a:lnTo>
                <a:lnTo>
                  <a:pt x="11218" y="609"/>
                </a:lnTo>
                <a:lnTo>
                  <a:pt x="10853" y="487"/>
                </a:lnTo>
                <a:lnTo>
                  <a:pt x="10464" y="365"/>
                </a:lnTo>
                <a:lnTo>
                  <a:pt x="10099" y="268"/>
                </a:lnTo>
                <a:lnTo>
                  <a:pt x="9709" y="171"/>
                </a:lnTo>
                <a:lnTo>
                  <a:pt x="9320" y="98"/>
                </a:lnTo>
                <a:lnTo>
                  <a:pt x="8931" y="49"/>
                </a:lnTo>
                <a:lnTo>
                  <a:pt x="8541" y="25"/>
                </a:lnTo>
                <a:lnTo>
                  <a:pt x="8152" y="0"/>
                </a:lnTo>
                <a:close/>
              </a:path>
            </a:pathLst>
          </a:cu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0"/>
          <p:cNvSpPr/>
          <p:nvPr/>
        </p:nvSpPr>
        <p:spPr>
          <a:xfrm>
            <a:off x="2316843" y="2552100"/>
            <a:ext cx="660300" cy="49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0"/>
          <p:cNvSpPr/>
          <p:nvPr/>
        </p:nvSpPr>
        <p:spPr>
          <a:xfrm>
            <a:off x="2428485" y="2011643"/>
            <a:ext cx="486900" cy="49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0"/>
          <p:cNvSpPr/>
          <p:nvPr/>
        </p:nvSpPr>
        <p:spPr>
          <a:xfrm>
            <a:off x="1800173" y="1913723"/>
            <a:ext cx="548700" cy="49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0"/>
          <p:cNvSpPr/>
          <p:nvPr/>
        </p:nvSpPr>
        <p:spPr>
          <a:xfrm>
            <a:off x="1644113" y="2491475"/>
            <a:ext cx="548700" cy="49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0"/>
          <p:cNvSpPr/>
          <p:nvPr/>
        </p:nvSpPr>
        <p:spPr>
          <a:xfrm>
            <a:off x="4601832" y="2124932"/>
            <a:ext cx="182743" cy="240577"/>
          </a:xfrm>
          <a:custGeom>
            <a:rect b="b" l="l" r="r" t="t"/>
            <a:pathLst>
              <a:path extrusionOk="0" h="8902" w="6762">
                <a:moveTo>
                  <a:pt x="1305" y="1092"/>
                </a:moveTo>
                <a:lnTo>
                  <a:pt x="1348" y="1135"/>
                </a:lnTo>
                <a:lnTo>
                  <a:pt x="1477" y="1263"/>
                </a:lnTo>
                <a:lnTo>
                  <a:pt x="1562" y="1434"/>
                </a:lnTo>
                <a:lnTo>
                  <a:pt x="1584" y="1499"/>
                </a:lnTo>
                <a:lnTo>
                  <a:pt x="1562" y="1541"/>
                </a:lnTo>
                <a:lnTo>
                  <a:pt x="1541" y="1541"/>
                </a:lnTo>
                <a:lnTo>
                  <a:pt x="1477" y="1520"/>
                </a:lnTo>
                <a:lnTo>
                  <a:pt x="1348" y="1370"/>
                </a:lnTo>
                <a:lnTo>
                  <a:pt x="1284" y="1306"/>
                </a:lnTo>
                <a:lnTo>
                  <a:pt x="1241" y="1220"/>
                </a:lnTo>
                <a:lnTo>
                  <a:pt x="1241" y="1156"/>
                </a:lnTo>
                <a:lnTo>
                  <a:pt x="1241" y="1113"/>
                </a:lnTo>
                <a:lnTo>
                  <a:pt x="1263" y="1092"/>
                </a:lnTo>
                <a:close/>
                <a:moveTo>
                  <a:pt x="792" y="1734"/>
                </a:moveTo>
                <a:lnTo>
                  <a:pt x="856" y="1755"/>
                </a:lnTo>
                <a:lnTo>
                  <a:pt x="878" y="1798"/>
                </a:lnTo>
                <a:lnTo>
                  <a:pt x="899" y="1841"/>
                </a:lnTo>
                <a:lnTo>
                  <a:pt x="878" y="1862"/>
                </a:lnTo>
                <a:lnTo>
                  <a:pt x="856" y="1905"/>
                </a:lnTo>
                <a:lnTo>
                  <a:pt x="813" y="1905"/>
                </a:lnTo>
                <a:lnTo>
                  <a:pt x="749" y="1926"/>
                </a:lnTo>
                <a:lnTo>
                  <a:pt x="706" y="1905"/>
                </a:lnTo>
                <a:lnTo>
                  <a:pt x="685" y="1884"/>
                </a:lnTo>
                <a:lnTo>
                  <a:pt x="685" y="1841"/>
                </a:lnTo>
                <a:lnTo>
                  <a:pt x="728" y="1777"/>
                </a:lnTo>
                <a:lnTo>
                  <a:pt x="749" y="1755"/>
                </a:lnTo>
                <a:lnTo>
                  <a:pt x="792" y="1734"/>
                </a:lnTo>
                <a:close/>
                <a:moveTo>
                  <a:pt x="2910" y="1670"/>
                </a:moveTo>
                <a:lnTo>
                  <a:pt x="2846" y="1712"/>
                </a:lnTo>
                <a:lnTo>
                  <a:pt x="2760" y="1755"/>
                </a:lnTo>
                <a:lnTo>
                  <a:pt x="2718" y="1819"/>
                </a:lnTo>
                <a:lnTo>
                  <a:pt x="2675" y="1884"/>
                </a:lnTo>
                <a:lnTo>
                  <a:pt x="2675" y="1926"/>
                </a:lnTo>
                <a:lnTo>
                  <a:pt x="2696" y="1969"/>
                </a:lnTo>
                <a:lnTo>
                  <a:pt x="2932" y="1969"/>
                </a:lnTo>
                <a:lnTo>
                  <a:pt x="3081" y="1991"/>
                </a:lnTo>
                <a:lnTo>
                  <a:pt x="3231" y="2033"/>
                </a:lnTo>
                <a:lnTo>
                  <a:pt x="3317" y="2033"/>
                </a:lnTo>
                <a:lnTo>
                  <a:pt x="3381" y="2012"/>
                </a:lnTo>
                <a:lnTo>
                  <a:pt x="3702" y="1969"/>
                </a:lnTo>
                <a:lnTo>
                  <a:pt x="4023" y="1948"/>
                </a:lnTo>
                <a:lnTo>
                  <a:pt x="4237" y="1948"/>
                </a:lnTo>
                <a:lnTo>
                  <a:pt x="4451" y="1926"/>
                </a:lnTo>
                <a:lnTo>
                  <a:pt x="4879" y="1905"/>
                </a:lnTo>
                <a:lnTo>
                  <a:pt x="5135" y="1905"/>
                </a:lnTo>
                <a:lnTo>
                  <a:pt x="5199" y="1884"/>
                </a:lnTo>
                <a:lnTo>
                  <a:pt x="5242" y="1862"/>
                </a:lnTo>
                <a:lnTo>
                  <a:pt x="5242" y="1819"/>
                </a:lnTo>
                <a:lnTo>
                  <a:pt x="5199" y="1755"/>
                </a:lnTo>
                <a:lnTo>
                  <a:pt x="5135" y="1712"/>
                </a:lnTo>
                <a:lnTo>
                  <a:pt x="5050" y="1691"/>
                </a:lnTo>
                <a:lnTo>
                  <a:pt x="4836" y="1691"/>
                </a:lnTo>
                <a:lnTo>
                  <a:pt x="4451" y="1734"/>
                </a:lnTo>
                <a:lnTo>
                  <a:pt x="4237" y="1755"/>
                </a:lnTo>
                <a:lnTo>
                  <a:pt x="4044" y="1755"/>
                </a:lnTo>
                <a:lnTo>
                  <a:pt x="3616" y="1734"/>
                </a:lnTo>
                <a:lnTo>
                  <a:pt x="3531" y="1755"/>
                </a:lnTo>
                <a:lnTo>
                  <a:pt x="3424" y="1777"/>
                </a:lnTo>
                <a:lnTo>
                  <a:pt x="3317" y="1798"/>
                </a:lnTo>
                <a:lnTo>
                  <a:pt x="3231" y="1798"/>
                </a:lnTo>
                <a:lnTo>
                  <a:pt x="3167" y="1777"/>
                </a:lnTo>
                <a:lnTo>
                  <a:pt x="3103" y="1734"/>
                </a:lnTo>
                <a:lnTo>
                  <a:pt x="3060" y="1691"/>
                </a:lnTo>
                <a:lnTo>
                  <a:pt x="2996" y="1670"/>
                </a:lnTo>
                <a:close/>
                <a:moveTo>
                  <a:pt x="4707" y="2654"/>
                </a:moveTo>
                <a:lnTo>
                  <a:pt x="4451" y="2675"/>
                </a:lnTo>
                <a:lnTo>
                  <a:pt x="4279" y="2697"/>
                </a:lnTo>
                <a:lnTo>
                  <a:pt x="3809" y="2739"/>
                </a:lnTo>
                <a:lnTo>
                  <a:pt x="3573" y="2761"/>
                </a:lnTo>
                <a:lnTo>
                  <a:pt x="3359" y="2761"/>
                </a:lnTo>
                <a:lnTo>
                  <a:pt x="3124" y="2739"/>
                </a:lnTo>
                <a:lnTo>
                  <a:pt x="2910" y="2697"/>
                </a:lnTo>
                <a:lnTo>
                  <a:pt x="2803" y="2675"/>
                </a:lnTo>
                <a:lnTo>
                  <a:pt x="2696" y="2697"/>
                </a:lnTo>
                <a:lnTo>
                  <a:pt x="2482" y="2718"/>
                </a:lnTo>
                <a:lnTo>
                  <a:pt x="2397" y="2697"/>
                </a:lnTo>
                <a:lnTo>
                  <a:pt x="2290" y="2675"/>
                </a:lnTo>
                <a:lnTo>
                  <a:pt x="2097" y="2675"/>
                </a:lnTo>
                <a:lnTo>
                  <a:pt x="2033" y="2718"/>
                </a:lnTo>
                <a:lnTo>
                  <a:pt x="1990" y="2761"/>
                </a:lnTo>
                <a:lnTo>
                  <a:pt x="1969" y="2825"/>
                </a:lnTo>
                <a:lnTo>
                  <a:pt x="1990" y="2846"/>
                </a:lnTo>
                <a:lnTo>
                  <a:pt x="2012" y="2868"/>
                </a:lnTo>
                <a:lnTo>
                  <a:pt x="2140" y="2889"/>
                </a:lnTo>
                <a:lnTo>
                  <a:pt x="2247" y="2911"/>
                </a:lnTo>
                <a:lnTo>
                  <a:pt x="2504" y="2932"/>
                </a:lnTo>
                <a:lnTo>
                  <a:pt x="2974" y="2932"/>
                </a:lnTo>
                <a:lnTo>
                  <a:pt x="3210" y="2953"/>
                </a:lnTo>
                <a:lnTo>
                  <a:pt x="3424" y="2953"/>
                </a:lnTo>
                <a:lnTo>
                  <a:pt x="3873" y="2932"/>
                </a:lnTo>
                <a:lnTo>
                  <a:pt x="4322" y="2889"/>
                </a:lnTo>
                <a:lnTo>
                  <a:pt x="5028" y="2889"/>
                </a:lnTo>
                <a:lnTo>
                  <a:pt x="5093" y="2868"/>
                </a:lnTo>
                <a:lnTo>
                  <a:pt x="5135" y="2846"/>
                </a:lnTo>
                <a:lnTo>
                  <a:pt x="5135" y="2804"/>
                </a:lnTo>
                <a:lnTo>
                  <a:pt x="5114" y="2739"/>
                </a:lnTo>
                <a:lnTo>
                  <a:pt x="5050" y="2697"/>
                </a:lnTo>
                <a:lnTo>
                  <a:pt x="4943" y="2675"/>
                </a:lnTo>
                <a:lnTo>
                  <a:pt x="4707" y="2654"/>
                </a:lnTo>
                <a:close/>
                <a:moveTo>
                  <a:pt x="3295" y="3424"/>
                </a:moveTo>
                <a:lnTo>
                  <a:pt x="3060" y="3467"/>
                </a:lnTo>
                <a:lnTo>
                  <a:pt x="2825" y="3531"/>
                </a:lnTo>
                <a:lnTo>
                  <a:pt x="2568" y="3574"/>
                </a:lnTo>
                <a:lnTo>
                  <a:pt x="2461" y="3595"/>
                </a:lnTo>
                <a:lnTo>
                  <a:pt x="2332" y="3574"/>
                </a:lnTo>
                <a:lnTo>
                  <a:pt x="2119" y="3531"/>
                </a:lnTo>
                <a:lnTo>
                  <a:pt x="1905" y="3531"/>
                </a:lnTo>
                <a:lnTo>
                  <a:pt x="1840" y="3553"/>
                </a:lnTo>
                <a:lnTo>
                  <a:pt x="1776" y="3595"/>
                </a:lnTo>
                <a:lnTo>
                  <a:pt x="1755" y="3617"/>
                </a:lnTo>
                <a:lnTo>
                  <a:pt x="1755" y="3638"/>
                </a:lnTo>
                <a:lnTo>
                  <a:pt x="1776" y="3681"/>
                </a:lnTo>
                <a:lnTo>
                  <a:pt x="1819" y="3702"/>
                </a:lnTo>
                <a:lnTo>
                  <a:pt x="1926" y="3766"/>
                </a:lnTo>
                <a:lnTo>
                  <a:pt x="2033" y="3788"/>
                </a:lnTo>
                <a:lnTo>
                  <a:pt x="2140" y="3831"/>
                </a:lnTo>
                <a:lnTo>
                  <a:pt x="2482" y="3831"/>
                </a:lnTo>
                <a:lnTo>
                  <a:pt x="2718" y="3788"/>
                </a:lnTo>
                <a:lnTo>
                  <a:pt x="3167" y="3681"/>
                </a:lnTo>
                <a:lnTo>
                  <a:pt x="3402" y="3659"/>
                </a:lnTo>
                <a:lnTo>
                  <a:pt x="3638" y="3638"/>
                </a:lnTo>
                <a:lnTo>
                  <a:pt x="3894" y="3659"/>
                </a:lnTo>
                <a:lnTo>
                  <a:pt x="4001" y="3681"/>
                </a:lnTo>
                <a:lnTo>
                  <a:pt x="4130" y="3681"/>
                </a:lnTo>
                <a:lnTo>
                  <a:pt x="4365" y="3638"/>
                </a:lnTo>
                <a:lnTo>
                  <a:pt x="4472" y="3638"/>
                </a:lnTo>
                <a:lnTo>
                  <a:pt x="4579" y="3659"/>
                </a:lnTo>
                <a:lnTo>
                  <a:pt x="4814" y="3745"/>
                </a:lnTo>
                <a:lnTo>
                  <a:pt x="4986" y="3745"/>
                </a:lnTo>
                <a:lnTo>
                  <a:pt x="5050" y="3702"/>
                </a:lnTo>
                <a:lnTo>
                  <a:pt x="5093" y="3659"/>
                </a:lnTo>
                <a:lnTo>
                  <a:pt x="5114" y="3595"/>
                </a:lnTo>
                <a:lnTo>
                  <a:pt x="5114" y="3553"/>
                </a:lnTo>
                <a:lnTo>
                  <a:pt x="5071" y="3488"/>
                </a:lnTo>
                <a:lnTo>
                  <a:pt x="4986" y="3467"/>
                </a:lnTo>
                <a:lnTo>
                  <a:pt x="4729" y="3467"/>
                </a:lnTo>
                <a:lnTo>
                  <a:pt x="4515" y="3424"/>
                </a:lnTo>
                <a:lnTo>
                  <a:pt x="4301" y="3424"/>
                </a:lnTo>
                <a:lnTo>
                  <a:pt x="4044" y="3446"/>
                </a:lnTo>
                <a:lnTo>
                  <a:pt x="3809" y="3424"/>
                </a:lnTo>
                <a:close/>
                <a:moveTo>
                  <a:pt x="2632" y="4237"/>
                </a:moveTo>
                <a:lnTo>
                  <a:pt x="2397" y="4259"/>
                </a:lnTo>
                <a:lnTo>
                  <a:pt x="1947" y="4366"/>
                </a:lnTo>
                <a:lnTo>
                  <a:pt x="1776" y="4430"/>
                </a:lnTo>
                <a:lnTo>
                  <a:pt x="1648" y="4515"/>
                </a:lnTo>
                <a:lnTo>
                  <a:pt x="1626" y="4558"/>
                </a:lnTo>
                <a:lnTo>
                  <a:pt x="1626" y="4580"/>
                </a:lnTo>
                <a:lnTo>
                  <a:pt x="1712" y="4601"/>
                </a:lnTo>
                <a:lnTo>
                  <a:pt x="1840" y="4601"/>
                </a:lnTo>
                <a:lnTo>
                  <a:pt x="2119" y="4580"/>
                </a:lnTo>
                <a:lnTo>
                  <a:pt x="2375" y="4537"/>
                </a:lnTo>
                <a:lnTo>
                  <a:pt x="2653" y="4494"/>
                </a:lnTo>
                <a:lnTo>
                  <a:pt x="2932" y="4494"/>
                </a:lnTo>
                <a:lnTo>
                  <a:pt x="3188" y="4537"/>
                </a:lnTo>
                <a:lnTo>
                  <a:pt x="3295" y="4558"/>
                </a:lnTo>
                <a:lnTo>
                  <a:pt x="3424" y="4558"/>
                </a:lnTo>
                <a:lnTo>
                  <a:pt x="3680" y="4494"/>
                </a:lnTo>
                <a:lnTo>
                  <a:pt x="3809" y="4473"/>
                </a:lnTo>
                <a:lnTo>
                  <a:pt x="3937" y="4515"/>
                </a:lnTo>
                <a:lnTo>
                  <a:pt x="4108" y="4558"/>
                </a:lnTo>
                <a:lnTo>
                  <a:pt x="4536" y="4558"/>
                </a:lnTo>
                <a:lnTo>
                  <a:pt x="4729" y="4537"/>
                </a:lnTo>
                <a:lnTo>
                  <a:pt x="4814" y="4515"/>
                </a:lnTo>
                <a:lnTo>
                  <a:pt x="4921" y="4494"/>
                </a:lnTo>
                <a:lnTo>
                  <a:pt x="4964" y="4473"/>
                </a:lnTo>
                <a:lnTo>
                  <a:pt x="5007" y="4451"/>
                </a:lnTo>
                <a:lnTo>
                  <a:pt x="5007" y="4408"/>
                </a:lnTo>
                <a:lnTo>
                  <a:pt x="5007" y="4366"/>
                </a:lnTo>
                <a:lnTo>
                  <a:pt x="4986" y="4323"/>
                </a:lnTo>
                <a:lnTo>
                  <a:pt x="4943" y="4301"/>
                </a:lnTo>
                <a:lnTo>
                  <a:pt x="4836" y="4280"/>
                </a:lnTo>
                <a:lnTo>
                  <a:pt x="4386" y="4280"/>
                </a:lnTo>
                <a:lnTo>
                  <a:pt x="4151" y="4259"/>
                </a:lnTo>
                <a:lnTo>
                  <a:pt x="3937" y="4237"/>
                </a:lnTo>
                <a:lnTo>
                  <a:pt x="3702" y="4237"/>
                </a:lnTo>
                <a:lnTo>
                  <a:pt x="3488" y="4280"/>
                </a:lnTo>
                <a:lnTo>
                  <a:pt x="3402" y="4323"/>
                </a:lnTo>
                <a:lnTo>
                  <a:pt x="3188" y="4323"/>
                </a:lnTo>
                <a:lnTo>
                  <a:pt x="3081" y="4301"/>
                </a:lnTo>
                <a:lnTo>
                  <a:pt x="2867" y="4237"/>
                </a:lnTo>
                <a:close/>
                <a:moveTo>
                  <a:pt x="2268" y="5050"/>
                </a:moveTo>
                <a:lnTo>
                  <a:pt x="2140" y="5072"/>
                </a:lnTo>
                <a:lnTo>
                  <a:pt x="2033" y="5114"/>
                </a:lnTo>
                <a:lnTo>
                  <a:pt x="1926" y="5157"/>
                </a:lnTo>
                <a:lnTo>
                  <a:pt x="1819" y="5200"/>
                </a:lnTo>
                <a:lnTo>
                  <a:pt x="1584" y="5200"/>
                </a:lnTo>
                <a:lnTo>
                  <a:pt x="1562" y="5221"/>
                </a:lnTo>
                <a:lnTo>
                  <a:pt x="1562" y="5243"/>
                </a:lnTo>
                <a:lnTo>
                  <a:pt x="1584" y="5264"/>
                </a:lnTo>
                <a:lnTo>
                  <a:pt x="1605" y="5307"/>
                </a:lnTo>
                <a:lnTo>
                  <a:pt x="1691" y="5328"/>
                </a:lnTo>
                <a:lnTo>
                  <a:pt x="1798" y="5328"/>
                </a:lnTo>
                <a:lnTo>
                  <a:pt x="1926" y="5307"/>
                </a:lnTo>
                <a:lnTo>
                  <a:pt x="2161" y="5243"/>
                </a:lnTo>
                <a:lnTo>
                  <a:pt x="2268" y="5221"/>
                </a:lnTo>
                <a:lnTo>
                  <a:pt x="2332" y="5221"/>
                </a:lnTo>
                <a:lnTo>
                  <a:pt x="2546" y="5264"/>
                </a:lnTo>
                <a:lnTo>
                  <a:pt x="2653" y="5286"/>
                </a:lnTo>
                <a:lnTo>
                  <a:pt x="2760" y="5286"/>
                </a:lnTo>
                <a:lnTo>
                  <a:pt x="2974" y="5243"/>
                </a:lnTo>
                <a:lnTo>
                  <a:pt x="3124" y="5200"/>
                </a:lnTo>
                <a:lnTo>
                  <a:pt x="3188" y="5179"/>
                </a:lnTo>
                <a:lnTo>
                  <a:pt x="3146" y="5136"/>
                </a:lnTo>
                <a:lnTo>
                  <a:pt x="3081" y="5093"/>
                </a:lnTo>
                <a:lnTo>
                  <a:pt x="2910" y="5093"/>
                </a:lnTo>
                <a:lnTo>
                  <a:pt x="2782" y="5114"/>
                </a:lnTo>
                <a:lnTo>
                  <a:pt x="2653" y="5136"/>
                </a:lnTo>
                <a:lnTo>
                  <a:pt x="2568" y="5114"/>
                </a:lnTo>
                <a:lnTo>
                  <a:pt x="2461" y="5093"/>
                </a:lnTo>
                <a:lnTo>
                  <a:pt x="2375" y="5072"/>
                </a:lnTo>
                <a:lnTo>
                  <a:pt x="2268" y="5050"/>
                </a:lnTo>
                <a:close/>
                <a:moveTo>
                  <a:pt x="4515" y="6034"/>
                </a:moveTo>
                <a:lnTo>
                  <a:pt x="4558" y="6120"/>
                </a:lnTo>
                <a:lnTo>
                  <a:pt x="4579" y="6270"/>
                </a:lnTo>
                <a:lnTo>
                  <a:pt x="4579" y="6313"/>
                </a:lnTo>
                <a:lnTo>
                  <a:pt x="4558" y="6377"/>
                </a:lnTo>
                <a:lnTo>
                  <a:pt x="4536" y="6398"/>
                </a:lnTo>
                <a:lnTo>
                  <a:pt x="4451" y="6398"/>
                </a:lnTo>
                <a:lnTo>
                  <a:pt x="4429" y="6377"/>
                </a:lnTo>
                <a:lnTo>
                  <a:pt x="4408" y="6334"/>
                </a:lnTo>
                <a:lnTo>
                  <a:pt x="4451" y="6206"/>
                </a:lnTo>
                <a:lnTo>
                  <a:pt x="4493" y="6077"/>
                </a:lnTo>
                <a:lnTo>
                  <a:pt x="4515" y="6034"/>
                </a:lnTo>
                <a:close/>
                <a:moveTo>
                  <a:pt x="5627" y="5478"/>
                </a:moveTo>
                <a:lnTo>
                  <a:pt x="5585" y="5500"/>
                </a:lnTo>
                <a:lnTo>
                  <a:pt x="5520" y="5542"/>
                </a:lnTo>
                <a:lnTo>
                  <a:pt x="5478" y="5606"/>
                </a:lnTo>
                <a:lnTo>
                  <a:pt x="5478" y="5692"/>
                </a:lnTo>
                <a:lnTo>
                  <a:pt x="5478" y="5756"/>
                </a:lnTo>
                <a:lnTo>
                  <a:pt x="5478" y="5842"/>
                </a:lnTo>
                <a:lnTo>
                  <a:pt x="5499" y="5992"/>
                </a:lnTo>
                <a:lnTo>
                  <a:pt x="5499" y="6077"/>
                </a:lnTo>
                <a:lnTo>
                  <a:pt x="5478" y="6141"/>
                </a:lnTo>
                <a:lnTo>
                  <a:pt x="5435" y="6184"/>
                </a:lnTo>
                <a:lnTo>
                  <a:pt x="5392" y="6227"/>
                </a:lnTo>
                <a:lnTo>
                  <a:pt x="5306" y="6291"/>
                </a:lnTo>
                <a:lnTo>
                  <a:pt x="5264" y="6313"/>
                </a:lnTo>
                <a:lnTo>
                  <a:pt x="5242" y="6355"/>
                </a:lnTo>
                <a:lnTo>
                  <a:pt x="5242" y="6420"/>
                </a:lnTo>
                <a:lnTo>
                  <a:pt x="5264" y="6484"/>
                </a:lnTo>
                <a:lnTo>
                  <a:pt x="5306" y="6527"/>
                </a:lnTo>
                <a:lnTo>
                  <a:pt x="5371" y="6548"/>
                </a:lnTo>
                <a:lnTo>
                  <a:pt x="5435" y="6569"/>
                </a:lnTo>
                <a:lnTo>
                  <a:pt x="5499" y="6591"/>
                </a:lnTo>
                <a:lnTo>
                  <a:pt x="5542" y="6655"/>
                </a:lnTo>
                <a:lnTo>
                  <a:pt x="5563" y="6698"/>
                </a:lnTo>
                <a:lnTo>
                  <a:pt x="5563" y="6762"/>
                </a:lnTo>
                <a:lnTo>
                  <a:pt x="5606" y="6826"/>
                </a:lnTo>
                <a:lnTo>
                  <a:pt x="5649" y="6869"/>
                </a:lnTo>
                <a:lnTo>
                  <a:pt x="5692" y="6890"/>
                </a:lnTo>
                <a:lnTo>
                  <a:pt x="5734" y="6912"/>
                </a:lnTo>
                <a:lnTo>
                  <a:pt x="5820" y="6912"/>
                </a:lnTo>
                <a:lnTo>
                  <a:pt x="5863" y="6869"/>
                </a:lnTo>
                <a:lnTo>
                  <a:pt x="5906" y="6826"/>
                </a:lnTo>
                <a:lnTo>
                  <a:pt x="5927" y="6783"/>
                </a:lnTo>
                <a:lnTo>
                  <a:pt x="5948" y="6698"/>
                </a:lnTo>
                <a:lnTo>
                  <a:pt x="5927" y="6633"/>
                </a:lnTo>
                <a:lnTo>
                  <a:pt x="5927" y="6548"/>
                </a:lnTo>
                <a:lnTo>
                  <a:pt x="5927" y="6462"/>
                </a:lnTo>
                <a:lnTo>
                  <a:pt x="5970" y="6441"/>
                </a:lnTo>
                <a:lnTo>
                  <a:pt x="5991" y="6398"/>
                </a:lnTo>
                <a:lnTo>
                  <a:pt x="6077" y="6355"/>
                </a:lnTo>
                <a:lnTo>
                  <a:pt x="6141" y="6248"/>
                </a:lnTo>
                <a:lnTo>
                  <a:pt x="6162" y="6206"/>
                </a:lnTo>
                <a:lnTo>
                  <a:pt x="6162" y="6141"/>
                </a:lnTo>
                <a:lnTo>
                  <a:pt x="6141" y="6099"/>
                </a:lnTo>
                <a:lnTo>
                  <a:pt x="6120" y="6056"/>
                </a:lnTo>
                <a:lnTo>
                  <a:pt x="6055" y="6034"/>
                </a:lnTo>
                <a:lnTo>
                  <a:pt x="5991" y="6013"/>
                </a:lnTo>
                <a:lnTo>
                  <a:pt x="5884" y="5970"/>
                </a:lnTo>
                <a:lnTo>
                  <a:pt x="5863" y="5949"/>
                </a:lnTo>
                <a:lnTo>
                  <a:pt x="5841" y="5927"/>
                </a:lnTo>
                <a:lnTo>
                  <a:pt x="5820" y="5713"/>
                </a:lnTo>
                <a:lnTo>
                  <a:pt x="5777" y="5585"/>
                </a:lnTo>
                <a:lnTo>
                  <a:pt x="5713" y="5500"/>
                </a:lnTo>
                <a:lnTo>
                  <a:pt x="5670" y="5478"/>
                </a:lnTo>
                <a:close/>
                <a:moveTo>
                  <a:pt x="4408" y="5307"/>
                </a:moveTo>
                <a:lnTo>
                  <a:pt x="4344" y="5328"/>
                </a:lnTo>
                <a:lnTo>
                  <a:pt x="4301" y="5371"/>
                </a:lnTo>
                <a:lnTo>
                  <a:pt x="4258" y="5435"/>
                </a:lnTo>
                <a:lnTo>
                  <a:pt x="4194" y="5564"/>
                </a:lnTo>
                <a:lnTo>
                  <a:pt x="4151" y="5735"/>
                </a:lnTo>
                <a:lnTo>
                  <a:pt x="4108" y="6120"/>
                </a:lnTo>
                <a:lnTo>
                  <a:pt x="4087" y="6270"/>
                </a:lnTo>
                <a:lnTo>
                  <a:pt x="4066" y="6398"/>
                </a:lnTo>
                <a:lnTo>
                  <a:pt x="4023" y="6462"/>
                </a:lnTo>
                <a:lnTo>
                  <a:pt x="3980" y="6527"/>
                </a:lnTo>
                <a:lnTo>
                  <a:pt x="3894" y="6591"/>
                </a:lnTo>
                <a:lnTo>
                  <a:pt x="3787" y="6633"/>
                </a:lnTo>
                <a:lnTo>
                  <a:pt x="3723" y="6676"/>
                </a:lnTo>
                <a:lnTo>
                  <a:pt x="3680" y="6740"/>
                </a:lnTo>
                <a:lnTo>
                  <a:pt x="3659" y="6783"/>
                </a:lnTo>
                <a:lnTo>
                  <a:pt x="3638" y="6826"/>
                </a:lnTo>
                <a:lnTo>
                  <a:pt x="3638" y="6869"/>
                </a:lnTo>
                <a:lnTo>
                  <a:pt x="3659" y="6890"/>
                </a:lnTo>
                <a:lnTo>
                  <a:pt x="3723" y="6933"/>
                </a:lnTo>
                <a:lnTo>
                  <a:pt x="3787" y="6976"/>
                </a:lnTo>
                <a:lnTo>
                  <a:pt x="3852" y="7061"/>
                </a:lnTo>
                <a:lnTo>
                  <a:pt x="3873" y="7126"/>
                </a:lnTo>
                <a:lnTo>
                  <a:pt x="3873" y="7190"/>
                </a:lnTo>
                <a:lnTo>
                  <a:pt x="3830" y="7318"/>
                </a:lnTo>
                <a:lnTo>
                  <a:pt x="3809" y="7425"/>
                </a:lnTo>
                <a:lnTo>
                  <a:pt x="3787" y="7554"/>
                </a:lnTo>
                <a:lnTo>
                  <a:pt x="3787" y="7618"/>
                </a:lnTo>
                <a:lnTo>
                  <a:pt x="3787" y="7682"/>
                </a:lnTo>
                <a:lnTo>
                  <a:pt x="3830" y="7725"/>
                </a:lnTo>
                <a:lnTo>
                  <a:pt x="3873" y="7746"/>
                </a:lnTo>
                <a:lnTo>
                  <a:pt x="3980" y="7746"/>
                </a:lnTo>
                <a:lnTo>
                  <a:pt x="4087" y="7682"/>
                </a:lnTo>
                <a:lnTo>
                  <a:pt x="4172" y="7596"/>
                </a:lnTo>
                <a:lnTo>
                  <a:pt x="4237" y="7532"/>
                </a:lnTo>
                <a:lnTo>
                  <a:pt x="4279" y="7468"/>
                </a:lnTo>
                <a:lnTo>
                  <a:pt x="4279" y="7382"/>
                </a:lnTo>
                <a:lnTo>
                  <a:pt x="4301" y="7233"/>
                </a:lnTo>
                <a:lnTo>
                  <a:pt x="4301" y="7061"/>
                </a:lnTo>
                <a:lnTo>
                  <a:pt x="4322" y="6976"/>
                </a:lnTo>
                <a:lnTo>
                  <a:pt x="4365" y="6912"/>
                </a:lnTo>
                <a:lnTo>
                  <a:pt x="4451" y="6826"/>
                </a:lnTo>
                <a:lnTo>
                  <a:pt x="4558" y="6762"/>
                </a:lnTo>
                <a:lnTo>
                  <a:pt x="4600" y="6740"/>
                </a:lnTo>
                <a:lnTo>
                  <a:pt x="4665" y="6740"/>
                </a:lnTo>
                <a:lnTo>
                  <a:pt x="4707" y="6762"/>
                </a:lnTo>
                <a:lnTo>
                  <a:pt x="4772" y="6805"/>
                </a:lnTo>
                <a:lnTo>
                  <a:pt x="4793" y="6847"/>
                </a:lnTo>
                <a:lnTo>
                  <a:pt x="4836" y="6912"/>
                </a:lnTo>
                <a:lnTo>
                  <a:pt x="4857" y="7083"/>
                </a:lnTo>
                <a:lnTo>
                  <a:pt x="4900" y="7233"/>
                </a:lnTo>
                <a:lnTo>
                  <a:pt x="4943" y="7382"/>
                </a:lnTo>
                <a:lnTo>
                  <a:pt x="5007" y="7489"/>
                </a:lnTo>
                <a:lnTo>
                  <a:pt x="5028" y="7511"/>
                </a:lnTo>
                <a:lnTo>
                  <a:pt x="5071" y="7532"/>
                </a:lnTo>
                <a:lnTo>
                  <a:pt x="5135" y="7532"/>
                </a:lnTo>
                <a:lnTo>
                  <a:pt x="5264" y="7447"/>
                </a:lnTo>
                <a:lnTo>
                  <a:pt x="5328" y="7361"/>
                </a:lnTo>
                <a:lnTo>
                  <a:pt x="5371" y="7275"/>
                </a:lnTo>
                <a:lnTo>
                  <a:pt x="5371" y="7168"/>
                </a:lnTo>
                <a:lnTo>
                  <a:pt x="5328" y="7040"/>
                </a:lnTo>
                <a:lnTo>
                  <a:pt x="5285" y="6912"/>
                </a:lnTo>
                <a:lnTo>
                  <a:pt x="5242" y="6783"/>
                </a:lnTo>
                <a:lnTo>
                  <a:pt x="5178" y="6676"/>
                </a:lnTo>
                <a:lnTo>
                  <a:pt x="5135" y="6548"/>
                </a:lnTo>
                <a:lnTo>
                  <a:pt x="5135" y="6398"/>
                </a:lnTo>
                <a:lnTo>
                  <a:pt x="5114" y="6334"/>
                </a:lnTo>
                <a:lnTo>
                  <a:pt x="5093" y="6248"/>
                </a:lnTo>
                <a:lnTo>
                  <a:pt x="5050" y="6206"/>
                </a:lnTo>
                <a:lnTo>
                  <a:pt x="4986" y="6141"/>
                </a:lnTo>
                <a:lnTo>
                  <a:pt x="4943" y="6034"/>
                </a:lnTo>
                <a:lnTo>
                  <a:pt x="4900" y="5927"/>
                </a:lnTo>
                <a:lnTo>
                  <a:pt x="4793" y="5649"/>
                </a:lnTo>
                <a:lnTo>
                  <a:pt x="4750" y="5521"/>
                </a:lnTo>
                <a:lnTo>
                  <a:pt x="4665" y="5414"/>
                </a:lnTo>
                <a:lnTo>
                  <a:pt x="4579" y="5328"/>
                </a:lnTo>
                <a:lnTo>
                  <a:pt x="4536" y="5307"/>
                </a:lnTo>
                <a:close/>
                <a:moveTo>
                  <a:pt x="2632" y="429"/>
                </a:moveTo>
                <a:lnTo>
                  <a:pt x="2889" y="450"/>
                </a:lnTo>
                <a:lnTo>
                  <a:pt x="3124" y="472"/>
                </a:lnTo>
                <a:lnTo>
                  <a:pt x="3702" y="472"/>
                </a:lnTo>
                <a:lnTo>
                  <a:pt x="4258" y="514"/>
                </a:lnTo>
                <a:lnTo>
                  <a:pt x="4793" y="536"/>
                </a:lnTo>
                <a:lnTo>
                  <a:pt x="5306" y="557"/>
                </a:lnTo>
                <a:lnTo>
                  <a:pt x="5820" y="600"/>
                </a:lnTo>
                <a:lnTo>
                  <a:pt x="5970" y="600"/>
                </a:lnTo>
                <a:lnTo>
                  <a:pt x="6077" y="621"/>
                </a:lnTo>
                <a:lnTo>
                  <a:pt x="6098" y="621"/>
                </a:lnTo>
                <a:lnTo>
                  <a:pt x="6141" y="664"/>
                </a:lnTo>
                <a:lnTo>
                  <a:pt x="6162" y="707"/>
                </a:lnTo>
                <a:lnTo>
                  <a:pt x="6184" y="771"/>
                </a:lnTo>
                <a:lnTo>
                  <a:pt x="6205" y="1006"/>
                </a:lnTo>
                <a:lnTo>
                  <a:pt x="6226" y="1263"/>
                </a:lnTo>
                <a:lnTo>
                  <a:pt x="6205" y="1777"/>
                </a:lnTo>
                <a:lnTo>
                  <a:pt x="6226" y="2354"/>
                </a:lnTo>
                <a:lnTo>
                  <a:pt x="6248" y="2932"/>
                </a:lnTo>
                <a:lnTo>
                  <a:pt x="6248" y="5542"/>
                </a:lnTo>
                <a:lnTo>
                  <a:pt x="6269" y="6869"/>
                </a:lnTo>
                <a:lnTo>
                  <a:pt x="6291" y="7511"/>
                </a:lnTo>
                <a:lnTo>
                  <a:pt x="6269" y="7832"/>
                </a:lnTo>
                <a:lnTo>
                  <a:pt x="6248" y="7981"/>
                </a:lnTo>
                <a:lnTo>
                  <a:pt x="6205" y="8153"/>
                </a:lnTo>
                <a:lnTo>
                  <a:pt x="6184" y="8174"/>
                </a:lnTo>
                <a:lnTo>
                  <a:pt x="6141" y="8195"/>
                </a:lnTo>
                <a:lnTo>
                  <a:pt x="6055" y="8238"/>
                </a:lnTo>
                <a:lnTo>
                  <a:pt x="5906" y="8260"/>
                </a:lnTo>
                <a:lnTo>
                  <a:pt x="5413" y="8260"/>
                </a:lnTo>
                <a:lnTo>
                  <a:pt x="5199" y="8238"/>
                </a:lnTo>
                <a:lnTo>
                  <a:pt x="4857" y="8217"/>
                </a:lnTo>
                <a:lnTo>
                  <a:pt x="4515" y="8217"/>
                </a:lnTo>
                <a:lnTo>
                  <a:pt x="3830" y="8260"/>
                </a:lnTo>
                <a:lnTo>
                  <a:pt x="3167" y="8281"/>
                </a:lnTo>
                <a:lnTo>
                  <a:pt x="2504" y="8302"/>
                </a:lnTo>
                <a:lnTo>
                  <a:pt x="2268" y="8324"/>
                </a:lnTo>
                <a:lnTo>
                  <a:pt x="2119" y="8324"/>
                </a:lnTo>
                <a:lnTo>
                  <a:pt x="2076" y="8302"/>
                </a:lnTo>
                <a:lnTo>
                  <a:pt x="2033" y="8281"/>
                </a:lnTo>
                <a:lnTo>
                  <a:pt x="2012" y="8217"/>
                </a:lnTo>
                <a:lnTo>
                  <a:pt x="2012" y="8153"/>
                </a:lnTo>
                <a:lnTo>
                  <a:pt x="1990" y="8110"/>
                </a:lnTo>
                <a:lnTo>
                  <a:pt x="1969" y="8088"/>
                </a:lnTo>
                <a:lnTo>
                  <a:pt x="1883" y="8088"/>
                </a:lnTo>
                <a:lnTo>
                  <a:pt x="1798" y="8153"/>
                </a:lnTo>
                <a:lnTo>
                  <a:pt x="1626" y="8302"/>
                </a:lnTo>
                <a:lnTo>
                  <a:pt x="1541" y="8367"/>
                </a:lnTo>
                <a:lnTo>
                  <a:pt x="1455" y="8388"/>
                </a:lnTo>
                <a:lnTo>
                  <a:pt x="1412" y="8388"/>
                </a:lnTo>
                <a:lnTo>
                  <a:pt x="1391" y="8367"/>
                </a:lnTo>
                <a:lnTo>
                  <a:pt x="1348" y="8345"/>
                </a:lnTo>
                <a:lnTo>
                  <a:pt x="1327" y="8281"/>
                </a:lnTo>
                <a:lnTo>
                  <a:pt x="1327" y="8217"/>
                </a:lnTo>
                <a:lnTo>
                  <a:pt x="1348" y="8131"/>
                </a:lnTo>
                <a:lnTo>
                  <a:pt x="1348" y="8110"/>
                </a:lnTo>
                <a:lnTo>
                  <a:pt x="1348" y="8067"/>
                </a:lnTo>
                <a:lnTo>
                  <a:pt x="1327" y="8067"/>
                </a:lnTo>
                <a:lnTo>
                  <a:pt x="1263" y="8046"/>
                </a:lnTo>
                <a:lnTo>
                  <a:pt x="1220" y="8067"/>
                </a:lnTo>
                <a:lnTo>
                  <a:pt x="1177" y="8110"/>
                </a:lnTo>
                <a:lnTo>
                  <a:pt x="1092" y="8217"/>
                </a:lnTo>
                <a:lnTo>
                  <a:pt x="1006" y="8324"/>
                </a:lnTo>
                <a:lnTo>
                  <a:pt x="963" y="8367"/>
                </a:lnTo>
                <a:lnTo>
                  <a:pt x="920" y="8409"/>
                </a:lnTo>
                <a:lnTo>
                  <a:pt x="856" y="8431"/>
                </a:lnTo>
                <a:lnTo>
                  <a:pt x="792" y="8431"/>
                </a:lnTo>
                <a:lnTo>
                  <a:pt x="771" y="8409"/>
                </a:lnTo>
                <a:lnTo>
                  <a:pt x="771" y="8367"/>
                </a:lnTo>
                <a:lnTo>
                  <a:pt x="792" y="8281"/>
                </a:lnTo>
                <a:lnTo>
                  <a:pt x="856" y="8153"/>
                </a:lnTo>
                <a:lnTo>
                  <a:pt x="1049" y="7917"/>
                </a:lnTo>
                <a:lnTo>
                  <a:pt x="1156" y="7767"/>
                </a:lnTo>
                <a:lnTo>
                  <a:pt x="1156" y="7682"/>
                </a:lnTo>
                <a:lnTo>
                  <a:pt x="1134" y="7639"/>
                </a:lnTo>
                <a:lnTo>
                  <a:pt x="1070" y="7618"/>
                </a:lnTo>
                <a:lnTo>
                  <a:pt x="942" y="7618"/>
                </a:lnTo>
                <a:lnTo>
                  <a:pt x="856" y="7660"/>
                </a:lnTo>
                <a:lnTo>
                  <a:pt x="792" y="7703"/>
                </a:lnTo>
                <a:lnTo>
                  <a:pt x="749" y="7746"/>
                </a:lnTo>
                <a:lnTo>
                  <a:pt x="835" y="7575"/>
                </a:lnTo>
                <a:lnTo>
                  <a:pt x="878" y="7468"/>
                </a:lnTo>
                <a:lnTo>
                  <a:pt x="899" y="7404"/>
                </a:lnTo>
                <a:lnTo>
                  <a:pt x="899" y="7297"/>
                </a:lnTo>
                <a:lnTo>
                  <a:pt x="856" y="7275"/>
                </a:lnTo>
                <a:lnTo>
                  <a:pt x="835" y="7254"/>
                </a:lnTo>
                <a:lnTo>
                  <a:pt x="792" y="7297"/>
                </a:lnTo>
                <a:lnTo>
                  <a:pt x="685" y="7382"/>
                </a:lnTo>
                <a:lnTo>
                  <a:pt x="578" y="7468"/>
                </a:lnTo>
                <a:lnTo>
                  <a:pt x="557" y="7361"/>
                </a:lnTo>
                <a:lnTo>
                  <a:pt x="578" y="7254"/>
                </a:lnTo>
                <a:lnTo>
                  <a:pt x="621" y="7147"/>
                </a:lnTo>
                <a:lnTo>
                  <a:pt x="685" y="7040"/>
                </a:lnTo>
                <a:lnTo>
                  <a:pt x="835" y="6826"/>
                </a:lnTo>
                <a:lnTo>
                  <a:pt x="899" y="6719"/>
                </a:lnTo>
                <a:lnTo>
                  <a:pt x="942" y="6633"/>
                </a:lnTo>
                <a:lnTo>
                  <a:pt x="963" y="6484"/>
                </a:lnTo>
                <a:lnTo>
                  <a:pt x="942" y="6441"/>
                </a:lnTo>
                <a:lnTo>
                  <a:pt x="920" y="6420"/>
                </a:lnTo>
                <a:lnTo>
                  <a:pt x="899" y="6441"/>
                </a:lnTo>
                <a:lnTo>
                  <a:pt x="835" y="6462"/>
                </a:lnTo>
                <a:lnTo>
                  <a:pt x="706" y="6591"/>
                </a:lnTo>
                <a:lnTo>
                  <a:pt x="599" y="6655"/>
                </a:lnTo>
                <a:lnTo>
                  <a:pt x="599" y="6633"/>
                </a:lnTo>
                <a:lnTo>
                  <a:pt x="578" y="6591"/>
                </a:lnTo>
                <a:lnTo>
                  <a:pt x="557" y="6377"/>
                </a:lnTo>
                <a:lnTo>
                  <a:pt x="535" y="5713"/>
                </a:lnTo>
                <a:lnTo>
                  <a:pt x="578" y="4601"/>
                </a:lnTo>
                <a:lnTo>
                  <a:pt x="599" y="3446"/>
                </a:lnTo>
                <a:lnTo>
                  <a:pt x="599" y="2889"/>
                </a:lnTo>
                <a:lnTo>
                  <a:pt x="578" y="2632"/>
                </a:lnTo>
                <a:lnTo>
                  <a:pt x="557" y="2504"/>
                </a:lnTo>
                <a:lnTo>
                  <a:pt x="578" y="2397"/>
                </a:lnTo>
                <a:lnTo>
                  <a:pt x="599" y="2333"/>
                </a:lnTo>
                <a:lnTo>
                  <a:pt x="642" y="2290"/>
                </a:lnTo>
                <a:lnTo>
                  <a:pt x="728" y="2269"/>
                </a:lnTo>
                <a:lnTo>
                  <a:pt x="792" y="2269"/>
                </a:lnTo>
                <a:lnTo>
                  <a:pt x="1134" y="2247"/>
                </a:lnTo>
                <a:lnTo>
                  <a:pt x="1370" y="2226"/>
                </a:lnTo>
                <a:lnTo>
                  <a:pt x="1648" y="2226"/>
                </a:lnTo>
                <a:lnTo>
                  <a:pt x="1776" y="2205"/>
                </a:lnTo>
                <a:lnTo>
                  <a:pt x="1905" y="2162"/>
                </a:lnTo>
                <a:lnTo>
                  <a:pt x="2012" y="2119"/>
                </a:lnTo>
                <a:lnTo>
                  <a:pt x="2076" y="2033"/>
                </a:lnTo>
                <a:lnTo>
                  <a:pt x="2119" y="1948"/>
                </a:lnTo>
                <a:lnTo>
                  <a:pt x="2140" y="1819"/>
                </a:lnTo>
                <a:lnTo>
                  <a:pt x="2119" y="1691"/>
                </a:lnTo>
                <a:lnTo>
                  <a:pt x="2119" y="1563"/>
                </a:lnTo>
                <a:lnTo>
                  <a:pt x="2054" y="1285"/>
                </a:lnTo>
                <a:lnTo>
                  <a:pt x="2012" y="1071"/>
                </a:lnTo>
                <a:lnTo>
                  <a:pt x="1947" y="857"/>
                </a:lnTo>
                <a:lnTo>
                  <a:pt x="1926" y="750"/>
                </a:lnTo>
                <a:lnTo>
                  <a:pt x="1905" y="664"/>
                </a:lnTo>
                <a:lnTo>
                  <a:pt x="1926" y="600"/>
                </a:lnTo>
                <a:lnTo>
                  <a:pt x="1947" y="536"/>
                </a:lnTo>
                <a:lnTo>
                  <a:pt x="2033" y="472"/>
                </a:lnTo>
                <a:lnTo>
                  <a:pt x="2140" y="450"/>
                </a:lnTo>
                <a:lnTo>
                  <a:pt x="2397" y="429"/>
                </a:lnTo>
                <a:close/>
                <a:moveTo>
                  <a:pt x="6120" y="1"/>
                </a:moveTo>
                <a:lnTo>
                  <a:pt x="5863" y="44"/>
                </a:lnTo>
                <a:lnTo>
                  <a:pt x="5627" y="86"/>
                </a:lnTo>
                <a:lnTo>
                  <a:pt x="5413" y="108"/>
                </a:lnTo>
                <a:lnTo>
                  <a:pt x="5221" y="129"/>
                </a:lnTo>
                <a:lnTo>
                  <a:pt x="4814" y="129"/>
                </a:lnTo>
                <a:lnTo>
                  <a:pt x="4408" y="86"/>
                </a:lnTo>
                <a:lnTo>
                  <a:pt x="2589" y="86"/>
                </a:lnTo>
                <a:lnTo>
                  <a:pt x="2225" y="65"/>
                </a:lnTo>
                <a:lnTo>
                  <a:pt x="1691" y="65"/>
                </a:lnTo>
                <a:lnTo>
                  <a:pt x="1541" y="108"/>
                </a:lnTo>
                <a:lnTo>
                  <a:pt x="1391" y="193"/>
                </a:lnTo>
                <a:lnTo>
                  <a:pt x="1348" y="258"/>
                </a:lnTo>
                <a:lnTo>
                  <a:pt x="1284" y="322"/>
                </a:lnTo>
                <a:lnTo>
                  <a:pt x="878" y="857"/>
                </a:lnTo>
                <a:lnTo>
                  <a:pt x="664" y="1135"/>
                </a:lnTo>
                <a:lnTo>
                  <a:pt x="492" y="1413"/>
                </a:lnTo>
                <a:lnTo>
                  <a:pt x="343" y="1670"/>
                </a:lnTo>
                <a:lnTo>
                  <a:pt x="171" y="1926"/>
                </a:lnTo>
                <a:lnTo>
                  <a:pt x="65" y="2076"/>
                </a:lnTo>
                <a:lnTo>
                  <a:pt x="43" y="2162"/>
                </a:lnTo>
                <a:lnTo>
                  <a:pt x="22" y="2247"/>
                </a:lnTo>
                <a:lnTo>
                  <a:pt x="0" y="2376"/>
                </a:lnTo>
                <a:lnTo>
                  <a:pt x="0" y="2504"/>
                </a:lnTo>
                <a:lnTo>
                  <a:pt x="22" y="2739"/>
                </a:lnTo>
                <a:lnTo>
                  <a:pt x="43" y="3403"/>
                </a:lnTo>
                <a:lnTo>
                  <a:pt x="65" y="3724"/>
                </a:lnTo>
                <a:lnTo>
                  <a:pt x="65" y="4066"/>
                </a:lnTo>
                <a:lnTo>
                  <a:pt x="22" y="4900"/>
                </a:lnTo>
                <a:lnTo>
                  <a:pt x="22" y="5735"/>
                </a:lnTo>
                <a:lnTo>
                  <a:pt x="22" y="7254"/>
                </a:lnTo>
                <a:lnTo>
                  <a:pt x="22" y="7939"/>
                </a:lnTo>
                <a:lnTo>
                  <a:pt x="22" y="8367"/>
                </a:lnTo>
                <a:lnTo>
                  <a:pt x="0" y="8559"/>
                </a:lnTo>
                <a:lnTo>
                  <a:pt x="0" y="8666"/>
                </a:lnTo>
                <a:lnTo>
                  <a:pt x="0" y="8730"/>
                </a:lnTo>
                <a:lnTo>
                  <a:pt x="22" y="8794"/>
                </a:lnTo>
                <a:lnTo>
                  <a:pt x="65" y="8837"/>
                </a:lnTo>
                <a:lnTo>
                  <a:pt x="107" y="8859"/>
                </a:lnTo>
                <a:lnTo>
                  <a:pt x="171" y="8880"/>
                </a:lnTo>
                <a:lnTo>
                  <a:pt x="321" y="8901"/>
                </a:lnTo>
                <a:lnTo>
                  <a:pt x="471" y="8901"/>
                </a:lnTo>
                <a:lnTo>
                  <a:pt x="792" y="8837"/>
                </a:lnTo>
                <a:lnTo>
                  <a:pt x="1027" y="8794"/>
                </a:lnTo>
                <a:lnTo>
                  <a:pt x="1434" y="8773"/>
                </a:lnTo>
                <a:lnTo>
                  <a:pt x="1840" y="8773"/>
                </a:lnTo>
                <a:lnTo>
                  <a:pt x="2653" y="8794"/>
                </a:lnTo>
                <a:lnTo>
                  <a:pt x="3081" y="8773"/>
                </a:lnTo>
                <a:lnTo>
                  <a:pt x="3509" y="8752"/>
                </a:lnTo>
                <a:lnTo>
                  <a:pt x="3937" y="8709"/>
                </a:lnTo>
                <a:lnTo>
                  <a:pt x="4344" y="8687"/>
                </a:lnTo>
                <a:lnTo>
                  <a:pt x="4750" y="8687"/>
                </a:lnTo>
                <a:lnTo>
                  <a:pt x="5178" y="8709"/>
                </a:lnTo>
                <a:lnTo>
                  <a:pt x="5991" y="8773"/>
                </a:lnTo>
                <a:lnTo>
                  <a:pt x="6162" y="8794"/>
                </a:lnTo>
                <a:lnTo>
                  <a:pt x="6398" y="8794"/>
                </a:lnTo>
                <a:lnTo>
                  <a:pt x="6483" y="8773"/>
                </a:lnTo>
                <a:lnTo>
                  <a:pt x="6547" y="8730"/>
                </a:lnTo>
                <a:lnTo>
                  <a:pt x="6612" y="8666"/>
                </a:lnTo>
                <a:lnTo>
                  <a:pt x="6654" y="8581"/>
                </a:lnTo>
                <a:lnTo>
                  <a:pt x="6697" y="8495"/>
                </a:lnTo>
                <a:lnTo>
                  <a:pt x="6740" y="8260"/>
                </a:lnTo>
                <a:lnTo>
                  <a:pt x="6761" y="8046"/>
                </a:lnTo>
                <a:lnTo>
                  <a:pt x="6740" y="7832"/>
                </a:lnTo>
                <a:lnTo>
                  <a:pt x="6740" y="6013"/>
                </a:lnTo>
                <a:lnTo>
                  <a:pt x="6719" y="5264"/>
                </a:lnTo>
                <a:lnTo>
                  <a:pt x="6676" y="4494"/>
                </a:lnTo>
                <a:lnTo>
                  <a:pt x="6654" y="4109"/>
                </a:lnTo>
                <a:lnTo>
                  <a:pt x="6654" y="3702"/>
                </a:lnTo>
                <a:lnTo>
                  <a:pt x="6676" y="2932"/>
                </a:lnTo>
                <a:lnTo>
                  <a:pt x="6697" y="2183"/>
                </a:lnTo>
                <a:lnTo>
                  <a:pt x="6697" y="1456"/>
                </a:lnTo>
                <a:lnTo>
                  <a:pt x="6676" y="792"/>
                </a:lnTo>
                <a:lnTo>
                  <a:pt x="6697" y="472"/>
                </a:lnTo>
                <a:lnTo>
                  <a:pt x="6654" y="300"/>
                </a:lnTo>
                <a:lnTo>
                  <a:pt x="6633" y="236"/>
                </a:lnTo>
                <a:lnTo>
                  <a:pt x="6590" y="172"/>
                </a:lnTo>
                <a:lnTo>
                  <a:pt x="6483" y="65"/>
                </a:lnTo>
                <a:lnTo>
                  <a:pt x="6376" y="22"/>
                </a:lnTo>
                <a:lnTo>
                  <a:pt x="6248" y="1"/>
                </a:lnTo>
                <a:close/>
              </a:path>
            </a:pathLst>
          </a:cu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1"/>
          <p:cNvSpPr txBox="1"/>
          <p:nvPr>
            <p:ph idx="1" type="body"/>
          </p:nvPr>
        </p:nvSpPr>
        <p:spPr>
          <a:xfrm>
            <a:off x="1809500" y="1476000"/>
            <a:ext cx="6128100" cy="8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Ladies and gentlemen: the story you are about to hear is true. Only the names have been changed to protect the innocent.</a:t>
            </a:r>
            <a:r>
              <a:rPr lang="en"/>
              <a:t>.</a:t>
            </a:r>
            <a:endParaRPr/>
          </a:p>
        </p:txBody>
      </p:sp>
      <p:sp>
        <p:nvSpPr>
          <p:cNvPr id="365" name="Google Shape;365;p21"/>
          <p:cNvSpPr txBox="1"/>
          <p:nvPr>
            <p:ph idx="12" type="sldNum"/>
          </p:nvPr>
        </p:nvSpPr>
        <p:spPr>
          <a:xfrm>
            <a:off x="7899350" y="409842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2"/>
          <p:cNvSpPr txBox="1"/>
          <p:nvPr>
            <p:ph idx="12" type="sldNum"/>
          </p:nvPr>
        </p:nvSpPr>
        <p:spPr>
          <a:xfrm>
            <a:off x="7899350" y="409842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1" name="Google Shape;371;p22"/>
          <p:cNvSpPr txBox="1"/>
          <p:nvPr/>
        </p:nvSpPr>
        <p:spPr>
          <a:xfrm>
            <a:off x="1599650" y="776075"/>
            <a:ext cx="6680400" cy="11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@GET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@Path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"/{userId}"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public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2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Profile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getProfile(</a:t>
            </a:r>
            <a:r>
              <a:rPr lang="en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@PathParam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"userId"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lang="en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userId){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12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// Here find all data and return profile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72" name="Google Shape;372;p22"/>
          <p:cNvSpPr/>
          <p:nvPr/>
        </p:nvSpPr>
        <p:spPr>
          <a:xfrm>
            <a:off x="1575002" y="2260750"/>
            <a:ext cx="30449" cy="1574048"/>
          </a:xfrm>
          <a:custGeom>
            <a:rect b="b" l="l" r="r" t="t"/>
            <a:pathLst>
              <a:path extrusionOk="0" h="56001" w="4378">
                <a:moveTo>
                  <a:pt x="4378" y="0"/>
                </a:moveTo>
                <a:cubicBezTo>
                  <a:pt x="4378" y="9943"/>
                  <a:pt x="639" y="19593"/>
                  <a:pt x="117" y="29522"/>
                </a:cubicBezTo>
                <a:cubicBezTo>
                  <a:pt x="-350" y="38406"/>
                  <a:pt x="3465" y="47104"/>
                  <a:pt x="3465" y="56001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73" name="Google Shape;373;p22"/>
          <p:cNvSpPr/>
          <p:nvPr/>
        </p:nvSpPr>
        <p:spPr>
          <a:xfrm>
            <a:off x="1613050" y="3841869"/>
            <a:ext cx="1795675" cy="114650"/>
          </a:xfrm>
          <a:custGeom>
            <a:rect b="b" l="l" r="r" t="t"/>
            <a:pathLst>
              <a:path extrusionOk="0" h="4586" w="71827">
                <a:moveTo>
                  <a:pt x="0" y="1543"/>
                </a:moveTo>
                <a:cubicBezTo>
                  <a:pt x="23497" y="-3166"/>
                  <a:pt x="47863" y="4586"/>
                  <a:pt x="71827" y="4586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74" name="Google Shape;374;p22"/>
          <p:cNvSpPr/>
          <p:nvPr/>
        </p:nvSpPr>
        <p:spPr>
          <a:xfrm>
            <a:off x="3275635" y="2305425"/>
            <a:ext cx="133100" cy="1651100"/>
          </a:xfrm>
          <a:custGeom>
            <a:rect b="b" l="l" r="r" t="t"/>
            <a:pathLst>
              <a:path extrusionOk="0" h="66044" w="5324">
                <a:moveTo>
                  <a:pt x="5324" y="66044"/>
                </a:moveTo>
                <a:cubicBezTo>
                  <a:pt x="5324" y="49943"/>
                  <a:pt x="1784" y="34025"/>
                  <a:pt x="758" y="17957"/>
                </a:cubicBezTo>
                <a:cubicBezTo>
                  <a:pt x="377" y="11983"/>
                  <a:pt x="-832" y="5679"/>
                  <a:pt x="1063" y="0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75" name="Google Shape;375;p22"/>
          <p:cNvSpPr/>
          <p:nvPr/>
        </p:nvSpPr>
        <p:spPr>
          <a:xfrm>
            <a:off x="1575000" y="2260748"/>
            <a:ext cx="1797675" cy="56300"/>
          </a:xfrm>
          <a:custGeom>
            <a:rect b="b" l="l" r="r" t="t"/>
            <a:pathLst>
              <a:path extrusionOk="0" h="2252" w="71907">
                <a:moveTo>
                  <a:pt x="0" y="570"/>
                </a:moveTo>
                <a:cubicBezTo>
                  <a:pt x="16747" y="570"/>
                  <a:pt x="33490" y="1294"/>
                  <a:pt x="50218" y="2092"/>
                </a:cubicBezTo>
                <a:cubicBezTo>
                  <a:pt x="56934" y="2412"/>
                  <a:pt x="63718" y="1613"/>
                  <a:pt x="70305" y="266"/>
                </a:cubicBezTo>
                <a:cubicBezTo>
                  <a:pt x="70802" y="164"/>
                  <a:pt x="71987" y="-215"/>
                  <a:pt x="71827" y="266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76" name="Google Shape;376;p22"/>
          <p:cNvSpPr/>
          <p:nvPr/>
        </p:nvSpPr>
        <p:spPr>
          <a:xfrm>
            <a:off x="1514150" y="2777175"/>
            <a:ext cx="1833624" cy="15224"/>
          </a:xfrm>
          <a:custGeom>
            <a:rect b="b" l="l" r="r" t="t"/>
            <a:pathLst>
              <a:path extrusionOk="0" h="913" w="66653">
                <a:moveTo>
                  <a:pt x="0" y="913"/>
                </a:moveTo>
                <a:cubicBezTo>
                  <a:pt x="22220" y="913"/>
                  <a:pt x="44433" y="0"/>
                  <a:pt x="66653" y="0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77" name="Google Shape;377;p22"/>
          <p:cNvSpPr txBox="1"/>
          <p:nvPr/>
        </p:nvSpPr>
        <p:spPr>
          <a:xfrm>
            <a:off x="1752062" y="2263575"/>
            <a:ext cx="16626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Profile</a:t>
            </a:r>
            <a:endParaRPr b="1" sz="2400">
              <a:solidFill>
                <a:srgbClr val="666666"/>
              </a:solidFill>
              <a:latin typeface="Gloria Hallelujah"/>
              <a:ea typeface="Gloria Hallelujah"/>
              <a:cs typeface="Gloria Hallelujah"/>
              <a:sym typeface="Gloria Hallelujah"/>
            </a:endParaRPr>
          </a:p>
        </p:txBody>
      </p:sp>
      <p:sp>
        <p:nvSpPr>
          <p:cNvPr id="378" name="Google Shape;378;p22"/>
          <p:cNvSpPr txBox="1"/>
          <p:nvPr/>
        </p:nvSpPr>
        <p:spPr>
          <a:xfrm>
            <a:off x="1483685" y="2880150"/>
            <a:ext cx="19803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id</a:t>
            </a:r>
            <a:r>
              <a:rPr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: Long</a:t>
            </a:r>
            <a:endParaRPr>
              <a:solidFill>
                <a:srgbClr val="666666"/>
              </a:solidFill>
              <a:latin typeface="Gloria Hallelujah"/>
              <a:ea typeface="Gloria Hallelujah"/>
              <a:cs typeface="Gloria Hallelujah"/>
              <a:sym typeface="Gloria Hallelujah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person</a:t>
            </a:r>
            <a:r>
              <a:rPr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: Person</a:t>
            </a:r>
            <a:endParaRPr>
              <a:solidFill>
                <a:srgbClr val="666666"/>
              </a:solidFill>
              <a:latin typeface="Gloria Hallelujah"/>
              <a:ea typeface="Gloria Hallelujah"/>
              <a:cs typeface="Gloria Hallelujah"/>
              <a:sym typeface="Gloria Hallelujah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scores</a:t>
            </a:r>
            <a:r>
              <a:rPr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: List&lt;Scores&gt;</a:t>
            </a:r>
            <a:endParaRPr>
              <a:solidFill>
                <a:srgbClr val="666666"/>
              </a:solidFill>
              <a:latin typeface="Gloria Hallelujah"/>
              <a:ea typeface="Gloria Hallelujah"/>
              <a:cs typeface="Gloria Hallelujah"/>
              <a:sym typeface="Gloria Hallelujah"/>
            </a:endParaRPr>
          </a:p>
        </p:txBody>
      </p:sp>
      <p:sp>
        <p:nvSpPr>
          <p:cNvPr id="379" name="Google Shape;379;p22"/>
          <p:cNvSpPr/>
          <p:nvPr/>
        </p:nvSpPr>
        <p:spPr>
          <a:xfrm>
            <a:off x="4352427" y="1770275"/>
            <a:ext cx="30449" cy="1574048"/>
          </a:xfrm>
          <a:custGeom>
            <a:rect b="b" l="l" r="r" t="t"/>
            <a:pathLst>
              <a:path extrusionOk="0" h="56001" w="4378">
                <a:moveTo>
                  <a:pt x="4378" y="0"/>
                </a:moveTo>
                <a:cubicBezTo>
                  <a:pt x="4378" y="9943"/>
                  <a:pt x="639" y="19593"/>
                  <a:pt x="117" y="29522"/>
                </a:cubicBezTo>
                <a:cubicBezTo>
                  <a:pt x="-350" y="38406"/>
                  <a:pt x="3465" y="47104"/>
                  <a:pt x="3465" y="56001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80" name="Google Shape;380;p22"/>
          <p:cNvSpPr/>
          <p:nvPr/>
        </p:nvSpPr>
        <p:spPr>
          <a:xfrm>
            <a:off x="4390475" y="3351394"/>
            <a:ext cx="1795675" cy="114650"/>
          </a:xfrm>
          <a:custGeom>
            <a:rect b="b" l="l" r="r" t="t"/>
            <a:pathLst>
              <a:path extrusionOk="0" h="4586" w="71827">
                <a:moveTo>
                  <a:pt x="0" y="1543"/>
                </a:moveTo>
                <a:cubicBezTo>
                  <a:pt x="23497" y="-3166"/>
                  <a:pt x="47863" y="4586"/>
                  <a:pt x="71827" y="4586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81" name="Google Shape;381;p22"/>
          <p:cNvSpPr/>
          <p:nvPr/>
        </p:nvSpPr>
        <p:spPr>
          <a:xfrm>
            <a:off x="6053060" y="1814950"/>
            <a:ext cx="133100" cy="1651100"/>
          </a:xfrm>
          <a:custGeom>
            <a:rect b="b" l="l" r="r" t="t"/>
            <a:pathLst>
              <a:path extrusionOk="0" h="66044" w="5324">
                <a:moveTo>
                  <a:pt x="5324" y="66044"/>
                </a:moveTo>
                <a:cubicBezTo>
                  <a:pt x="5324" y="49943"/>
                  <a:pt x="1784" y="34025"/>
                  <a:pt x="758" y="17957"/>
                </a:cubicBezTo>
                <a:cubicBezTo>
                  <a:pt x="377" y="11983"/>
                  <a:pt x="-832" y="5679"/>
                  <a:pt x="1063" y="0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82" name="Google Shape;382;p22"/>
          <p:cNvSpPr/>
          <p:nvPr/>
        </p:nvSpPr>
        <p:spPr>
          <a:xfrm>
            <a:off x="4352425" y="1770273"/>
            <a:ext cx="1797675" cy="56300"/>
          </a:xfrm>
          <a:custGeom>
            <a:rect b="b" l="l" r="r" t="t"/>
            <a:pathLst>
              <a:path extrusionOk="0" h="2252" w="71907">
                <a:moveTo>
                  <a:pt x="0" y="570"/>
                </a:moveTo>
                <a:cubicBezTo>
                  <a:pt x="16747" y="570"/>
                  <a:pt x="33490" y="1294"/>
                  <a:pt x="50218" y="2092"/>
                </a:cubicBezTo>
                <a:cubicBezTo>
                  <a:pt x="56934" y="2412"/>
                  <a:pt x="63718" y="1613"/>
                  <a:pt x="70305" y="266"/>
                </a:cubicBezTo>
                <a:cubicBezTo>
                  <a:pt x="70802" y="164"/>
                  <a:pt x="71987" y="-215"/>
                  <a:pt x="71827" y="266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83" name="Google Shape;383;p22"/>
          <p:cNvSpPr/>
          <p:nvPr/>
        </p:nvSpPr>
        <p:spPr>
          <a:xfrm>
            <a:off x="4291575" y="2286700"/>
            <a:ext cx="1833624" cy="15224"/>
          </a:xfrm>
          <a:custGeom>
            <a:rect b="b" l="l" r="r" t="t"/>
            <a:pathLst>
              <a:path extrusionOk="0" h="913" w="66653">
                <a:moveTo>
                  <a:pt x="0" y="913"/>
                </a:moveTo>
                <a:cubicBezTo>
                  <a:pt x="22220" y="913"/>
                  <a:pt x="44433" y="0"/>
                  <a:pt x="66653" y="0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84" name="Google Shape;384;p22"/>
          <p:cNvSpPr txBox="1"/>
          <p:nvPr/>
        </p:nvSpPr>
        <p:spPr>
          <a:xfrm>
            <a:off x="4453287" y="1773100"/>
            <a:ext cx="16626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Person</a:t>
            </a:r>
            <a:endParaRPr b="1" sz="2400">
              <a:solidFill>
                <a:srgbClr val="666666"/>
              </a:solidFill>
              <a:latin typeface="Gloria Hallelujah"/>
              <a:ea typeface="Gloria Hallelujah"/>
              <a:cs typeface="Gloria Hallelujah"/>
              <a:sym typeface="Gloria Hallelujah"/>
            </a:endParaRPr>
          </a:p>
        </p:txBody>
      </p:sp>
      <p:sp>
        <p:nvSpPr>
          <p:cNvPr id="385" name="Google Shape;385;p22"/>
          <p:cNvSpPr txBox="1"/>
          <p:nvPr/>
        </p:nvSpPr>
        <p:spPr>
          <a:xfrm>
            <a:off x="4261110" y="2389675"/>
            <a:ext cx="19803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id</a:t>
            </a:r>
            <a:r>
              <a:rPr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: Long</a:t>
            </a:r>
            <a:endParaRPr>
              <a:solidFill>
                <a:srgbClr val="666666"/>
              </a:solidFill>
              <a:latin typeface="Gloria Hallelujah"/>
              <a:ea typeface="Gloria Hallelujah"/>
              <a:cs typeface="Gloria Hallelujah"/>
              <a:sym typeface="Gloria Hallelujah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surname</a:t>
            </a:r>
            <a:r>
              <a:rPr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: String</a:t>
            </a:r>
            <a:endParaRPr>
              <a:solidFill>
                <a:srgbClr val="666666"/>
              </a:solidFill>
              <a:latin typeface="Gloria Hallelujah"/>
              <a:ea typeface="Gloria Hallelujah"/>
              <a:cs typeface="Gloria Hallelujah"/>
              <a:sym typeface="Gloria Hallelujah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…..</a:t>
            </a:r>
            <a:endParaRPr>
              <a:solidFill>
                <a:srgbClr val="666666"/>
              </a:solidFill>
              <a:latin typeface="Gloria Hallelujah"/>
              <a:ea typeface="Gloria Hallelujah"/>
              <a:cs typeface="Gloria Hallelujah"/>
              <a:sym typeface="Gloria Hallelujah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names</a:t>
            </a:r>
            <a:r>
              <a:rPr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: String[]</a:t>
            </a:r>
            <a:endParaRPr>
              <a:solidFill>
                <a:srgbClr val="666666"/>
              </a:solidFill>
              <a:latin typeface="Gloria Hallelujah"/>
              <a:ea typeface="Gloria Hallelujah"/>
              <a:cs typeface="Gloria Hallelujah"/>
              <a:sym typeface="Gloria Hallelujah"/>
            </a:endParaRPr>
          </a:p>
        </p:txBody>
      </p:sp>
      <p:sp>
        <p:nvSpPr>
          <p:cNvPr id="386" name="Google Shape;386;p22"/>
          <p:cNvSpPr/>
          <p:nvPr/>
        </p:nvSpPr>
        <p:spPr>
          <a:xfrm>
            <a:off x="6482852" y="2389675"/>
            <a:ext cx="30449" cy="1574048"/>
          </a:xfrm>
          <a:custGeom>
            <a:rect b="b" l="l" r="r" t="t"/>
            <a:pathLst>
              <a:path extrusionOk="0" h="56001" w="4378">
                <a:moveTo>
                  <a:pt x="4378" y="0"/>
                </a:moveTo>
                <a:cubicBezTo>
                  <a:pt x="4378" y="9943"/>
                  <a:pt x="639" y="19593"/>
                  <a:pt x="117" y="29522"/>
                </a:cubicBezTo>
                <a:cubicBezTo>
                  <a:pt x="-350" y="38406"/>
                  <a:pt x="3465" y="47104"/>
                  <a:pt x="3465" y="56001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87" name="Google Shape;387;p22"/>
          <p:cNvSpPr/>
          <p:nvPr/>
        </p:nvSpPr>
        <p:spPr>
          <a:xfrm>
            <a:off x="6520900" y="3970794"/>
            <a:ext cx="1795675" cy="114650"/>
          </a:xfrm>
          <a:custGeom>
            <a:rect b="b" l="l" r="r" t="t"/>
            <a:pathLst>
              <a:path extrusionOk="0" h="4586" w="71827">
                <a:moveTo>
                  <a:pt x="0" y="1543"/>
                </a:moveTo>
                <a:cubicBezTo>
                  <a:pt x="23497" y="-3166"/>
                  <a:pt x="47863" y="4586"/>
                  <a:pt x="71827" y="4586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88" name="Google Shape;388;p22"/>
          <p:cNvSpPr/>
          <p:nvPr/>
        </p:nvSpPr>
        <p:spPr>
          <a:xfrm>
            <a:off x="8183485" y="2434350"/>
            <a:ext cx="133100" cy="1651100"/>
          </a:xfrm>
          <a:custGeom>
            <a:rect b="b" l="l" r="r" t="t"/>
            <a:pathLst>
              <a:path extrusionOk="0" h="66044" w="5324">
                <a:moveTo>
                  <a:pt x="5324" y="66044"/>
                </a:moveTo>
                <a:cubicBezTo>
                  <a:pt x="5324" y="49943"/>
                  <a:pt x="1784" y="34025"/>
                  <a:pt x="758" y="17957"/>
                </a:cubicBezTo>
                <a:cubicBezTo>
                  <a:pt x="377" y="11983"/>
                  <a:pt x="-832" y="5679"/>
                  <a:pt x="1063" y="0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89" name="Google Shape;389;p22"/>
          <p:cNvSpPr/>
          <p:nvPr/>
        </p:nvSpPr>
        <p:spPr>
          <a:xfrm>
            <a:off x="6482850" y="2389673"/>
            <a:ext cx="1797675" cy="56300"/>
          </a:xfrm>
          <a:custGeom>
            <a:rect b="b" l="l" r="r" t="t"/>
            <a:pathLst>
              <a:path extrusionOk="0" h="2252" w="71907">
                <a:moveTo>
                  <a:pt x="0" y="570"/>
                </a:moveTo>
                <a:cubicBezTo>
                  <a:pt x="16747" y="570"/>
                  <a:pt x="33490" y="1294"/>
                  <a:pt x="50218" y="2092"/>
                </a:cubicBezTo>
                <a:cubicBezTo>
                  <a:pt x="56934" y="2412"/>
                  <a:pt x="63718" y="1613"/>
                  <a:pt x="70305" y="266"/>
                </a:cubicBezTo>
                <a:cubicBezTo>
                  <a:pt x="70802" y="164"/>
                  <a:pt x="71987" y="-215"/>
                  <a:pt x="71827" y="266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90" name="Google Shape;390;p22"/>
          <p:cNvSpPr/>
          <p:nvPr/>
        </p:nvSpPr>
        <p:spPr>
          <a:xfrm>
            <a:off x="6422000" y="2906100"/>
            <a:ext cx="1833624" cy="15224"/>
          </a:xfrm>
          <a:custGeom>
            <a:rect b="b" l="l" r="r" t="t"/>
            <a:pathLst>
              <a:path extrusionOk="0" h="913" w="66653">
                <a:moveTo>
                  <a:pt x="0" y="913"/>
                </a:moveTo>
                <a:cubicBezTo>
                  <a:pt x="22220" y="913"/>
                  <a:pt x="44433" y="0"/>
                  <a:pt x="66653" y="0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91" name="Google Shape;391;p22"/>
          <p:cNvSpPr txBox="1"/>
          <p:nvPr/>
        </p:nvSpPr>
        <p:spPr>
          <a:xfrm>
            <a:off x="6507512" y="2392500"/>
            <a:ext cx="16626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Score</a:t>
            </a:r>
            <a:endParaRPr b="1" sz="2400">
              <a:solidFill>
                <a:srgbClr val="666666"/>
              </a:solidFill>
              <a:latin typeface="Gloria Hallelujah"/>
              <a:ea typeface="Gloria Hallelujah"/>
              <a:cs typeface="Gloria Hallelujah"/>
              <a:sym typeface="Gloria Hallelujah"/>
            </a:endParaRPr>
          </a:p>
        </p:txBody>
      </p:sp>
      <p:sp>
        <p:nvSpPr>
          <p:cNvPr id="392" name="Google Shape;392;p22"/>
          <p:cNvSpPr txBox="1"/>
          <p:nvPr/>
        </p:nvSpPr>
        <p:spPr>
          <a:xfrm>
            <a:off x="6391535" y="3009075"/>
            <a:ext cx="19803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id</a:t>
            </a:r>
            <a:r>
              <a:rPr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: Long</a:t>
            </a:r>
            <a:endParaRPr>
              <a:solidFill>
                <a:srgbClr val="666666"/>
              </a:solidFill>
              <a:latin typeface="Gloria Hallelujah"/>
              <a:ea typeface="Gloria Hallelujah"/>
              <a:cs typeface="Gloria Hallelujah"/>
              <a:sym typeface="Gloria Hallelujah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type</a:t>
            </a:r>
            <a:r>
              <a:rPr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: ScoreType</a:t>
            </a:r>
            <a:endParaRPr>
              <a:solidFill>
                <a:srgbClr val="666666"/>
              </a:solidFill>
              <a:latin typeface="Gloria Hallelujah"/>
              <a:ea typeface="Gloria Hallelujah"/>
              <a:cs typeface="Gloria Hallelujah"/>
              <a:sym typeface="Gloria Hallelujah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value</a:t>
            </a:r>
            <a:r>
              <a:rPr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: ScoreValue</a:t>
            </a:r>
            <a:endParaRPr>
              <a:solidFill>
                <a:srgbClr val="666666"/>
              </a:solidFill>
              <a:latin typeface="Gloria Hallelujah"/>
              <a:ea typeface="Gloria Hallelujah"/>
              <a:cs typeface="Gloria Hallelujah"/>
              <a:sym typeface="Gloria Hallelujah"/>
            </a:endParaRPr>
          </a:p>
        </p:txBody>
      </p:sp>
      <p:sp>
        <p:nvSpPr>
          <p:cNvPr id="393" name="Google Shape;393;p22"/>
          <p:cNvSpPr/>
          <p:nvPr/>
        </p:nvSpPr>
        <p:spPr>
          <a:xfrm>
            <a:off x="3363050" y="3075208"/>
            <a:ext cx="1000050" cy="261225"/>
          </a:xfrm>
          <a:custGeom>
            <a:rect b="b" l="l" r="r" t="t"/>
            <a:pathLst>
              <a:path extrusionOk="0" h="10449" w="40002">
                <a:moveTo>
                  <a:pt x="0" y="8623"/>
                </a:moveTo>
                <a:cubicBezTo>
                  <a:pt x="9651" y="8623"/>
                  <a:pt x="19269" y="7459"/>
                  <a:pt x="28913" y="7101"/>
                </a:cubicBezTo>
                <a:cubicBezTo>
                  <a:pt x="32397" y="6972"/>
                  <a:pt x="37702" y="8698"/>
                  <a:pt x="39261" y="5580"/>
                </a:cubicBezTo>
                <a:cubicBezTo>
                  <a:pt x="40162" y="3779"/>
                  <a:pt x="36423" y="2659"/>
                  <a:pt x="34696" y="1623"/>
                </a:cubicBezTo>
                <a:cubicBezTo>
                  <a:pt x="34204" y="1328"/>
                  <a:pt x="33073" y="0"/>
                  <a:pt x="33479" y="406"/>
                </a:cubicBezTo>
                <a:cubicBezTo>
                  <a:pt x="35330" y="2257"/>
                  <a:pt x="39303" y="2415"/>
                  <a:pt x="39870" y="4971"/>
                </a:cubicBezTo>
                <a:cubicBezTo>
                  <a:pt x="40399" y="7356"/>
                  <a:pt x="37033" y="9094"/>
                  <a:pt x="35000" y="10449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94" name="Google Shape;394;p22"/>
          <p:cNvSpPr/>
          <p:nvPr/>
        </p:nvSpPr>
        <p:spPr>
          <a:xfrm>
            <a:off x="3416325" y="3475829"/>
            <a:ext cx="3089900" cy="271475"/>
          </a:xfrm>
          <a:custGeom>
            <a:rect b="b" l="l" r="r" t="t"/>
            <a:pathLst>
              <a:path extrusionOk="0" h="10859" w="123596">
                <a:moveTo>
                  <a:pt x="0" y="2642"/>
                </a:moveTo>
                <a:cubicBezTo>
                  <a:pt x="28421" y="2642"/>
                  <a:pt x="56797" y="5381"/>
                  <a:pt x="85218" y="5381"/>
                </a:cubicBezTo>
                <a:cubicBezTo>
                  <a:pt x="93334" y="5381"/>
                  <a:pt x="101449" y="5381"/>
                  <a:pt x="109565" y="5381"/>
                </a:cubicBezTo>
                <a:cubicBezTo>
                  <a:pt x="114131" y="5381"/>
                  <a:pt x="120037" y="8919"/>
                  <a:pt x="123261" y="5685"/>
                </a:cubicBezTo>
                <a:cubicBezTo>
                  <a:pt x="125030" y="3910"/>
                  <a:pt x="119216" y="2608"/>
                  <a:pt x="116870" y="1728"/>
                </a:cubicBezTo>
                <a:cubicBezTo>
                  <a:pt x="116104" y="1441"/>
                  <a:pt x="114100" y="0"/>
                  <a:pt x="114739" y="511"/>
                </a:cubicBezTo>
                <a:cubicBezTo>
                  <a:pt x="117335" y="2586"/>
                  <a:pt x="123807" y="2407"/>
                  <a:pt x="123261" y="5685"/>
                </a:cubicBezTo>
                <a:cubicBezTo>
                  <a:pt x="122849" y="8163"/>
                  <a:pt x="119559" y="9083"/>
                  <a:pt x="117783" y="10859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95" name="Google Shape;395;p22"/>
          <p:cNvSpPr/>
          <p:nvPr/>
        </p:nvSpPr>
        <p:spPr>
          <a:xfrm>
            <a:off x="1656125" y="2431525"/>
            <a:ext cx="273615" cy="231173"/>
          </a:xfrm>
          <a:custGeom>
            <a:rect b="b" l="l" r="r" t="t"/>
            <a:pathLst>
              <a:path extrusionOk="0" h="8045" w="8709">
                <a:moveTo>
                  <a:pt x="8665" y="4793"/>
                </a:moveTo>
                <a:lnTo>
                  <a:pt x="8665" y="4793"/>
                </a:lnTo>
                <a:lnTo>
                  <a:pt x="8687" y="3916"/>
                </a:lnTo>
                <a:lnTo>
                  <a:pt x="8708" y="3038"/>
                </a:lnTo>
                <a:lnTo>
                  <a:pt x="8708" y="3038"/>
                </a:lnTo>
                <a:lnTo>
                  <a:pt x="8687" y="2717"/>
                </a:lnTo>
                <a:lnTo>
                  <a:pt x="8665" y="2396"/>
                </a:lnTo>
                <a:lnTo>
                  <a:pt x="8622" y="2225"/>
                </a:lnTo>
                <a:lnTo>
                  <a:pt x="8580" y="2076"/>
                </a:lnTo>
                <a:lnTo>
                  <a:pt x="8516" y="1926"/>
                </a:lnTo>
                <a:lnTo>
                  <a:pt x="8409" y="1797"/>
                </a:lnTo>
                <a:lnTo>
                  <a:pt x="8409" y="1797"/>
                </a:lnTo>
                <a:lnTo>
                  <a:pt x="8366" y="1733"/>
                </a:lnTo>
                <a:lnTo>
                  <a:pt x="8302" y="1690"/>
                </a:lnTo>
                <a:lnTo>
                  <a:pt x="8130" y="1626"/>
                </a:lnTo>
                <a:lnTo>
                  <a:pt x="7959" y="1583"/>
                </a:lnTo>
                <a:lnTo>
                  <a:pt x="7767" y="1541"/>
                </a:lnTo>
                <a:lnTo>
                  <a:pt x="7360" y="1541"/>
                </a:lnTo>
                <a:lnTo>
                  <a:pt x="7018" y="1541"/>
                </a:lnTo>
                <a:lnTo>
                  <a:pt x="7018" y="1541"/>
                </a:lnTo>
                <a:lnTo>
                  <a:pt x="6633" y="1541"/>
                </a:lnTo>
                <a:lnTo>
                  <a:pt x="6226" y="1562"/>
                </a:lnTo>
                <a:lnTo>
                  <a:pt x="6226" y="1562"/>
                </a:lnTo>
                <a:lnTo>
                  <a:pt x="6141" y="1562"/>
                </a:lnTo>
                <a:lnTo>
                  <a:pt x="6076" y="1541"/>
                </a:lnTo>
                <a:lnTo>
                  <a:pt x="6034" y="1519"/>
                </a:lnTo>
                <a:lnTo>
                  <a:pt x="6012" y="1476"/>
                </a:lnTo>
                <a:lnTo>
                  <a:pt x="6012" y="1348"/>
                </a:lnTo>
                <a:lnTo>
                  <a:pt x="6012" y="1177"/>
                </a:lnTo>
                <a:lnTo>
                  <a:pt x="6012" y="1177"/>
                </a:lnTo>
                <a:lnTo>
                  <a:pt x="6012" y="1006"/>
                </a:lnTo>
                <a:lnTo>
                  <a:pt x="6012" y="856"/>
                </a:lnTo>
                <a:lnTo>
                  <a:pt x="5991" y="770"/>
                </a:lnTo>
                <a:lnTo>
                  <a:pt x="5948" y="706"/>
                </a:lnTo>
                <a:lnTo>
                  <a:pt x="5905" y="663"/>
                </a:lnTo>
                <a:lnTo>
                  <a:pt x="5841" y="599"/>
                </a:lnTo>
                <a:lnTo>
                  <a:pt x="5841" y="599"/>
                </a:lnTo>
                <a:lnTo>
                  <a:pt x="5691" y="514"/>
                </a:lnTo>
                <a:lnTo>
                  <a:pt x="5520" y="428"/>
                </a:lnTo>
                <a:lnTo>
                  <a:pt x="5199" y="278"/>
                </a:lnTo>
                <a:lnTo>
                  <a:pt x="5199" y="278"/>
                </a:lnTo>
                <a:lnTo>
                  <a:pt x="4921" y="150"/>
                </a:lnTo>
                <a:lnTo>
                  <a:pt x="4793" y="86"/>
                </a:lnTo>
                <a:lnTo>
                  <a:pt x="4664" y="43"/>
                </a:lnTo>
                <a:lnTo>
                  <a:pt x="4515" y="22"/>
                </a:lnTo>
                <a:lnTo>
                  <a:pt x="4365" y="0"/>
                </a:lnTo>
                <a:lnTo>
                  <a:pt x="4236" y="22"/>
                </a:lnTo>
                <a:lnTo>
                  <a:pt x="4087" y="64"/>
                </a:lnTo>
                <a:lnTo>
                  <a:pt x="4087" y="64"/>
                </a:lnTo>
                <a:lnTo>
                  <a:pt x="3701" y="257"/>
                </a:lnTo>
                <a:lnTo>
                  <a:pt x="3316" y="428"/>
                </a:lnTo>
                <a:lnTo>
                  <a:pt x="3316" y="428"/>
                </a:lnTo>
                <a:lnTo>
                  <a:pt x="2995" y="599"/>
                </a:lnTo>
                <a:lnTo>
                  <a:pt x="2846" y="685"/>
                </a:lnTo>
                <a:lnTo>
                  <a:pt x="2717" y="792"/>
                </a:lnTo>
                <a:lnTo>
                  <a:pt x="2717" y="792"/>
                </a:lnTo>
                <a:lnTo>
                  <a:pt x="2674" y="856"/>
                </a:lnTo>
                <a:lnTo>
                  <a:pt x="2653" y="920"/>
                </a:lnTo>
                <a:lnTo>
                  <a:pt x="2632" y="984"/>
                </a:lnTo>
                <a:lnTo>
                  <a:pt x="2632" y="1049"/>
                </a:lnTo>
                <a:lnTo>
                  <a:pt x="2653" y="1177"/>
                </a:lnTo>
                <a:lnTo>
                  <a:pt x="2674" y="1327"/>
                </a:lnTo>
                <a:lnTo>
                  <a:pt x="2674" y="1327"/>
                </a:lnTo>
                <a:lnTo>
                  <a:pt x="2653" y="1391"/>
                </a:lnTo>
                <a:lnTo>
                  <a:pt x="2632" y="1455"/>
                </a:lnTo>
                <a:lnTo>
                  <a:pt x="2610" y="1476"/>
                </a:lnTo>
                <a:lnTo>
                  <a:pt x="2546" y="1498"/>
                </a:lnTo>
                <a:lnTo>
                  <a:pt x="2439" y="1498"/>
                </a:lnTo>
                <a:lnTo>
                  <a:pt x="2289" y="1498"/>
                </a:lnTo>
                <a:lnTo>
                  <a:pt x="2289" y="1498"/>
                </a:lnTo>
                <a:lnTo>
                  <a:pt x="1562" y="1519"/>
                </a:lnTo>
                <a:lnTo>
                  <a:pt x="1198" y="1562"/>
                </a:lnTo>
                <a:lnTo>
                  <a:pt x="856" y="1605"/>
                </a:lnTo>
                <a:lnTo>
                  <a:pt x="856" y="1605"/>
                </a:lnTo>
                <a:lnTo>
                  <a:pt x="706" y="1626"/>
                </a:lnTo>
                <a:lnTo>
                  <a:pt x="556" y="1669"/>
                </a:lnTo>
                <a:lnTo>
                  <a:pt x="407" y="1712"/>
                </a:lnTo>
                <a:lnTo>
                  <a:pt x="278" y="1797"/>
                </a:lnTo>
                <a:lnTo>
                  <a:pt x="278" y="1797"/>
                </a:lnTo>
                <a:lnTo>
                  <a:pt x="235" y="1862"/>
                </a:lnTo>
                <a:lnTo>
                  <a:pt x="193" y="1926"/>
                </a:lnTo>
                <a:lnTo>
                  <a:pt x="150" y="2097"/>
                </a:lnTo>
                <a:lnTo>
                  <a:pt x="86" y="2418"/>
                </a:lnTo>
                <a:lnTo>
                  <a:pt x="86" y="2418"/>
                </a:lnTo>
                <a:lnTo>
                  <a:pt x="43" y="2824"/>
                </a:lnTo>
                <a:lnTo>
                  <a:pt x="0" y="3231"/>
                </a:lnTo>
                <a:lnTo>
                  <a:pt x="0" y="3659"/>
                </a:lnTo>
                <a:lnTo>
                  <a:pt x="0" y="4065"/>
                </a:lnTo>
                <a:lnTo>
                  <a:pt x="43" y="4900"/>
                </a:lnTo>
                <a:lnTo>
                  <a:pt x="64" y="5734"/>
                </a:lnTo>
                <a:lnTo>
                  <a:pt x="64" y="5734"/>
                </a:lnTo>
                <a:lnTo>
                  <a:pt x="43" y="5798"/>
                </a:lnTo>
                <a:lnTo>
                  <a:pt x="43" y="5970"/>
                </a:lnTo>
                <a:lnTo>
                  <a:pt x="43" y="6483"/>
                </a:lnTo>
                <a:lnTo>
                  <a:pt x="86" y="7039"/>
                </a:lnTo>
                <a:lnTo>
                  <a:pt x="107" y="7253"/>
                </a:lnTo>
                <a:lnTo>
                  <a:pt x="128" y="7360"/>
                </a:lnTo>
                <a:lnTo>
                  <a:pt x="128" y="7360"/>
                </a:lnTo>
                <a:lnTo>
                  <a:pt x="214" y="7510"/>
                </a:lnTo>
                <a:lnTo>
                  <a:pt x="342" y="7617"/>
                </a:lnTo>
                <a:lnTo>
                  <a:pt x="514" y="7724"/>
                </a:lnTo>
                <a:lnTo>
                  <a:pt x="685" y="7810"/>
                </a:lnTo>
                <a:lnTo>
                  <a:pt x="877" y="7874"/>
                </a:lnTo>
                <a:lnTo>
                  <a:pt x="1070" y="7938"/>
                </a:lnTo>
                <a:lnTo>
                  <a:pt x="1412" y="8002"/>
                </a:lnTo>
                <a:lnTo>
                  <a:pt x="1412" y="8002"/>
                </a:lnTo>
                <a:lnTo>
                  <a:pt x="1861" y="8045"/>
                </a:lnTo>
                <a:lnTo>
                  <a:pt x="2332" y="8045"/>
                </a:lnTo>
                <a:lnTo>
                  <a:pt x="2803" y="8045"/>
                </a:lnTo>
                <a:lnTo>
                  <a:pt x="3252" y="8024"/>
                </a:lnTo>
                <a:lnTo>
                  <a:pt x="4194" y="7959"/>
                </a:lnTo>
                <a:lnTo>
                  <a:pt x="4664" y="7959"/>
                </a:lnTo>
                <a:lnTo>
                  <a:pt x="5114" y="7959"/>
                </a:lnTo>
                <a:lnTo>
                  <a:pt x="5114" y="7959"/>
                </a:lnTo>
                <a:lnTo>
                  <a:pt x="5969" y="7981"/>
                </a:lnTo>
                <a:lnTo>
                  <a:pt x="6397" y="7981"/>
                </a:lnTo>
                <a:lnTo>
                  <a:pt x="6825" y="7959"/>
                </a:lnTo>
                <a:lnTo>
                  <a:pt x="6825" y="7959"/>
                </a:lnTo>
                <a:lnTo>
                  <a:pt x="7210" y="7938"/>
                </a:lnTo>
                <a:lnTo>
                  <a:pt x="7617" y="7917"/>
                </a:lnTo>
                <a:lnTo>
                  <a:pt x="7809" y="7874"/>
                </a:lnTo>
                <a:lnTo>
                  <a:pt x="8023" y="7852"/>
                </a:lnTo>
                <a:lnTo>
                  <a:pt x="8195" y="7788"/>
                </a:lnTo>
                <a:lnTo>
                  <a:pt x="8366" y="7703"/>
                </a:lnTo>
                <a:lnTo>
                  <a:pt x="8366" y="7703"/>
                </a:lnTo>
                <a:lnTo>
                  <a:pt x="8430" y="7660"/>
                </a:lnTo>
                <a:lnTo>
                  <a:pt x="8494" y="7617"/>
                </a:lnTo>
                <a:lnTo>
                  <a:pt x="8580" y="7467"/>
                </a:lnTo>
                <a:lnTo>
                  <a:pt x="8622" y="7318"/>
                </a:lnTo>
                <a:lnTo>
                  <a:pt x="8665" y="7146"/>
                </a:lnTo>
                <a:lnTo>
                  <a:pt x="8665" y="6954"/>
                </a:lnTo>
                <a:lnTo>
                  <a:pt x="8665" y="6783"/>
                </a:lnTo>
                <a:lnTo>
                  <a:pt x="8644" y="6462"/>
                </a:lnTo>
                <a:lnTo>
                  <a:pt x="8644" y="6462"/>
                </a:lnTo>
                <a:lnTo>
                  <a:pt x="8665" y="4793"/>
                </a:lnTo>
                <a:lnTo>
                  <a:pt x="8665" y="4793"/>
                </a:lnTo>
                <a:close/>
                <a:moveTo>
                  <a:pt x="3124" y="1049"/>
                </a:moveTo>
                <a:lnTo>
                  <a:pt x="3124" y="1049"/>
                </a:lnTo>
                <a:lnTo>
                  <a:pt x="3167" y="963"/>
                </a:lnTo>
                <a:lnTo>
                  <a:pt x="3252" y="920"/>
                </a:lnTo>
                <a:lnTo>
                  <a:pt x="3252" y="920"/>
                </a:lnTo>
                <a:lnTo>
                  <a:pt x="3445" y="856"/>
                </a:lnTo>
                <a:lnTo>
                  <a:pt x="3637" y="792"/>
                </a:lnTo>
                <a:lnTo>
                  <a:pt x="3830" y="728"/>
                </a:lnTo>
                <a:lnTo>
                  <a:pt x="4022" y="642"/>
                </a:lnTo>
                <a:lnTo>
                  <a:pt x="4022" y="642"/>
                </a:lnTo>
                <a:lnTo>
                  <a:pt x="4236" y="535"/>
                </a:lnTo>
                <a:lnTo>
                  <a:pt x="4408" y="471"/>
                </a:lnTo>
                <a:lnTo>
                  <a:pt x="4493" y="471"/>
                </a:lnTo>
                <a:lnTo>
                  <a:pt x="4579" y="471"/>
                </a:lnTo>
                <a:lnTo>
                  <a:pt x="4664" y="492"/>
                </a:lnTo>
                <a:lnTo>
                  <a:pt x="4793" y="535"/>
                </a:lnTo>
                <a:lnTo>
                  <a:pt x="4793" y="535"/>
                </a:lnTo>
                <a:lnTo>
                  <a:pt x="5178" y="663"/>
                </a:lnTo>
                <a:lnTo>
                  <a:pt x="5370" y="749"/>
                </a:lnTo>
                <a:lnTo>
                  <a:pt x="5456" y="792"/>
                </a:lnTo>
                <a:lnTo>
                  <a:pt x="5499" y="856"/>
                </a:lnTo>
                <a:lnTo>
                  <a:pt x="5499" y="856"/>
                </a:lnTo>
                <a:lnTo>
                  <a:pt x="5542" y="920"/>
                </a:lnTo>
                <a:lnTo>
                  <a:pt x="5584" y="1006"/>
                </a:lnTo>
                <a:lnTo>
                  <a:pt x="5627" y="1198"/>
                </a:lnTo>
                <a:lnTo>
                  <a:pt x="5627" y="1412"/>
                </a:lnTo>
                <a:lnTo>
                  <a:pt x="5606" y="1498"/>
                </a:lnTo>
                <a:lnTo>
                  <a:pt x="5584" y="1583"/>
                </a:lnTo>
                <a:lnTo>
                  <a:pt x="5584" y="1583"/>
                </a:lnTo>
                <a:lnTo>
                  <a:pt x="5542" y="1626"/>
                </a:lnTo>
                <a:lnTo>
                  <a:pt x="5456" y="1669"/>
                </a:lnTo>
                <a:lnTo>
                  <a:pt x="5242" y="1755"/>
                </a:lnTo>
                <a:lnTo>
                  <a:pt x="5049" y="1797"/>
                </a:lnTo>
                <a:lnTo>
                  <a:pt x="4985" y="1797"/>
                </a:lnTo>
                <a:lnTo>
                  <a:pt x="4964" y="1776"/>
                </a:lnTo>
                <a:lnTo>
                  <a:pt x="4964" y="1776"/>
                </a:lnTo>
                <a:lnTo>
                  <a:pt x="3851" y="1755"/>
                </a:lnTo>
                <a:lnTo>
                  <a:pt x="3851" y="1755"/>
                </a:lnTo>
                <a:lnTo>
                  <a:pt x="3680" y="1755"/>
                </a:lnTo>
                <a:lnTo>
                  <a:pt x="3488" y="1755"/>
                </a:lnTo>
                <a:lnTo>
                  <a:pt x="3381" y="1733"/>
                </a:lnTo>
                <a:lnTo>
                  <a:pt x="3295" y="1712"/>
                </a:lnTo>
                <a:lnTo>
                  <a:pt x="3231" y="1669"/>
                </a:lnTo>
                <a:lnTo>
                  <a:pt x="3167" y="1605"/>
                </a:lnTo>
                <a:lnTo>
                  <a:pt x="3167" y="1605"/>
                </a:lnTo>
                <a:lnTo>
                  <a:pt x="3145" y="1519"/>
                </a:lnTo>
                <a:lnTo>
                  <a:pt x="3124" y="1327"/>
                </a:lnTo>
                <a:lnTo>
                  <a:pt x="3102" y="1156"/>
                </a:lnTo>
                <a:lnTo>
                  <a:pt x="3124" y="1049"/>
                </a:lnTo>
                <a:lnTo>
                  <a:pt x="3124" y="1049"/>
                </a:lnTo>
                <a:close/>
                <a:moveTo>
                  <a:pt x="8216" y="4108"/>
                </a:moveTo>
                <a:lnTo>
                  <a:pt x="8216" y="4108"/>
                </a:lnTo>
                <a:lnTo>
                  <a:pt x="8195" y="4429"/>
                </a:lnTo>
                <a:lnTo>
                  <a:pt x="8152" y="4750"/>
                </a:lnTo>
                <a:lnTo>
                  <a:pt x="8109" y="5092"/>
                </a:lnTo>
                <a:lnTo>
                  <a:pt x="8088" y="5413"/>
                </a:lnTo>
                <a:lnTo>
                  <a:pt x="8088" y="5413"/>
                </a:lnTo>
                <a:lnTo>
                  <a:pt x="8088" y="6077"/>
                </a:lnTo>
                <a:lnTo>
                  <a:pt x="8088" y="6419"/>
                </a:lnTo>
                <a:lnTo>
                  <a:pt x="8066" y="6740"/>
                </a:lnTo>
                <a:lnTo>
                  <a:pt x="8066" y="6740"/>
                </a:lnTo>
                <a:lnTo>
                  <a:pt x="8045" y="6868"/>
                </a:lnTo>
                <a:lnTo>
                  <a:pt x="8023" y="6997"/>
                </a:lnTo>
                <a:lnTo>
                  <a:pt x="7959" y="7104"/>
                </a:lnTo>
                <a:lnTo>
                  <a:pt x="7916" y="7146"/>
                </a:lnTo>
                <a:lnTo>
                  <a:pt x="7852" y="7189"/>
                </a:lnTo>
                <a:lnTo>
                  <a:pt x="7852" y="7189"/>
                </a:lnTo>
                <a:lnTo>
                  <a:pt x="7745" y="7253"/>
                </a:lnTo>
                <a:lnTo>
                  <a:pt x="7595" y="7296"/>
                </a:lnTo>
                <a:lnTo>
                  <a:pt x="7339" y="7360"/>
                </a:lnTo>
                <a:lnTo>
                  <a:pt x="7339" y="7360"/>
                </a:lnTo>
                <a:lnTo>
                  <a:pt x="6697" y="7382"/>
                </a:lnTo>
                <a:lnTo>
                  <a:pt x="6312" y="7382"/>
                </a:lnTo>
                <a:lnTo>
                  <a:pt x="6183" y="7360"/>
                </a:lnTo>
                <a:lnTo>
                  <a:pt x="6141" y="7360"/>
                </a:lnTo>
                <a:lnTo>
                  <a:pt x="6141" y="7360"/>
                </a:lnTo>
                <a:lnTo>
                  <a:pt x="4621" y="7403"/>
                </a:lnTo>
                <a:lnTo>
                  <a:pt x="3102" y="7424"/>
                </a:lnTo>
                <a:lnTo>
                  <a:pt x="3102" y="7424"/>
                </a:lnTo>
                <a:lnTo>
                  <a:pt x="2781" y="7424"/>
                </a:lnTo>
                <a:lnTo>
                  <a:pt x="2461" y="7403"/>
                </a:lnTo>
                <a:lnTo>
                  <a:pt x="1797" y="7382"/>
                </a:lnTo>
                <a:lnTo>
                  <a:pt x="1797" y="7382"/>
                </a:lnTo>
                <a:lnTo>
                  <a:pt x="1519" y="7360"/>
                </a:lnTo>
                <a:lnTo>
                  <a:pt x="1348" y="7339"/>
                </a:lnTo>
                <a:lnTo>
                  <a:pt x="1198" y="7318"/>
                </a:lnTo>
                <a:lnTo>
                  <a:pt x="1070" y="7275"/>
                </a:lnTo>
                <a:lnTo>
                  <a:pt x="941" y="7189"/>
                </a:lnTo>
                <a:lnTo>
                  <a:pt x="834" y="7104"/>
                </a:lnTo>
                <a:lnTo>
                  <a:pt x="749" y="6975"/>
                </a:lnTo>
                <a:lnTo>
                  <a:pt x="749" y="6975"/>
                </a:lnTo>
                <a:lnTo>
                  <a:pt x="685" y="6847"/>
                </a:lnTo>
                <a:lnTo>
                  <a:pt x="663" y="6718"/>
                </a:lnTo>
                <a:lnTo>
                  <a:pt x="642" y="6397"/>
                </a:lnTo>
                <a:lnTo>
                  <a:pt x="642" y="5820"/>
                </a:lnTo>
                <a:lnTo>
                  <a:pt x="642" y="5820"/>
                </a:lnTo>
                <a:lnTo>
                  <a:pt x="599" y="4536"/>
                </a:lnTo>
                <a:lnTo>
                  <a:pt x="599" y="4536"/>
                </a:lnTo>
                <a:lnTo>
                  <a:pt x="578" y="3830"/>
                </a:lnTo>
                <a:lnTo>
                  <a:pt x="578" y="3124"/>
                </a:lnTo>
                <a:lnTo>
                  <a:pt x="578" y="3124"/>
                </a:lnTo>
                <a:lnTo>
                  <a:pt x="599" y="2889"/>
                </a:lnTo>
                <a:lnTo>
                  <a:pt x="620" y="2653"/>
                </a:lnTo>
                <a:lnTo>
                  <a:pt x="663" y="2546"/>
                </a:lnTo>
                <a:lnTo>
                  <a:pt x="706" y="2439"/>
                </a:lnTo>
                <a:lnTo>
                  <a:pt x="770" y="2354"/>
                </a:lnTo>
                <a:lnTo>
                  <a:pt x="856" y="2268"/>
                </a:lnTo>
                <a:lnTo>
                  <a:pt x="856" y="2268"/>
                </a:lnTo>
                <a:lnTo>
                  <a:pt x="984" y="2183"/>
                </a:lnTo>
                <a:lnTo>
                  <a:pt x="1134" y="2118"/>
                </a:lnTo>
                <a:lnTo>
                  <a:pt x="1262" y="2097"/>
                </a:lnTo>
                <a:lnTo>
                  <a:pt x="1434" y="2076"/>
                </a:lnTo>
                <a:lnTo>
                  <a:pt x="1733" y="2054"/>
                </a:lnTo>
                <a:lnTo>
                  <a:pt x="2033" y="2054"/>
                </a:lnTo>
                <a:lnTo>
                  <a:pt x="2033" y="2054"/>
                </a:lnTo>
                <a:lnTo>
                  <a:pt x="2289" y="2033"/>
                </a:lnTo>
                <a:lnTo>
                  <a:pt x="2546" y="1990"/>
                </a:lnTo>
                <a:lnTo>
                  <a:pt x="2546" y="1990"/>
                </a:lnTo>
                <a:lnTo>
                  <a:pt x="2674" y="2011"/>
                </a:lnTo>
                <a:lnTo>
                  <a:pt x="2717" y="2033"/>
                </a:lnTo>
                <a:lnTo>
                  <a:pt x="2739" y="2054"/>
                </a:lnTo>
                <a:lnTo>
                  <a:pt x="2781" y="2140"/>
                </a:lnTo>
                <a:lnTo>
                  <a:pt x="2867" y="2247"/>
                </a:lnTo>
                <a:lnTo>
                  <a:pt x="2867" y="2247"/>
                </a:lnTo>
                <a:lnTo>
                  <a:pt x="2974" y="2311"/>
                </a:lnTo>
                <a:lnTo>
                  <a:pt x="3102" y="2354"/>
                </a:lnTo>
                <a:lnTo>
                  <a:pt x="3252" y="2375"/>
                </a:lnTo>
                <a:lnTo>
                  <a:pt x="3402" y="2375"/>
                </a:lnTo>
                <a:lnTo>
                  <a:pt x="3723" y="2354"/>
                </a:lnTo>
                <a:lnTo>
                  <a:pt x="4001" y="2332"/>
                </a:lnTo>
                <a:lnTo>
                  <a:pt x="4001" y="2332"/>
                </a:lnTo>
                <a:lnTo>
                  <a:pt x="4686" y="2354"/>
                </a:lnTo>
                <a:lnTo>
                  <a:pt x="5370" y="2354"/>
                </a:lnTo>
                <a:lnTo>
                  <a:pt x="5370" y="2354"/>
                </a:lnTo>
                <a:lnTo>
                  <a:pt x="5542" y="2354"/>
                </a:lnTo>
                <a:lnTo>
                  <a:pt x="5670" y="2332"/>
                </a:lnTo>
                <a:lnTo>
                  <a:pt x="5777" y="2290"/>
                </a:lnTo>
                <a:lnTo>
                  <a:pt x="5927" y="2225"/>
                </a:lnTo>
                <a:lnTo>
                  <a:pt x="5927" y="2225"/>
                </a:lnTo>
                <a:lnTo>
                  <a:pt x="6055" y="2161"/>
                </a:lnTo>
                <a:lnTo>
                  <a:pt x="6205" y="2140"/>
                </a:lnTo>
                <a:lnTo>
                  <a:pt x="6504" y="2118"/>
                </a:lnTo>
                <a:lnTo>
                  <a:pt x="6504" y="2118"/>
                </a:lnTo>
                <a:lnTo>
                  <a:pt x="7146" y="2076"/>
                </a:lnTo>
                <a:lnTo>
                  <a:pt x="7489" y="2076"/>
                </a:lnTo>
                <a:lnTo>
                  <a:pt x="7809" y="2097"/>
                </a:lnTo>
                <a:lnTo>
                  <a:pt x="7809" y="2097"/>
                </a:lnTo>
                <a:lnTo>
                  <a:pt x="7938" y="2140"/>
                </a:lnTo>
                <a:lnTo>
                  <a:pt x="8023" y="2183"/>
                </a:lnTo>
                <a:lnTo>
                  <a:pt x="8109" y="2268"/>
                </a:lnTo>
                <a:lnTo>
                  <a:pt x="8152" y="2375"/>
                </a:lnTo>
                <a:lnTo>
                  <a:pt x="8195" y="2482"/>
                </a:lnTo>
                <a:lnTo>
                  <a:pt x="8216" y="2610"/>
                </a:lnTo>
                <a:lnTo>
                  <a:pt x="8216" y="2846"/>
                </a:lnTo>
                <a:lnTo>
                  <a:pt x="8216" y="2846"/>
                </a:lnTo>
                <a:lnTo>
                  <a:pt x="8237" y="3488"/>
                </a:lnTo>
                <a:lnTo>
                  <a:pt x="8237" y="3787"/>
                </a:lnTo>
                <a:lnTo>
                  <a:pt x="8216" y="4108"/>
                </a:lnTo>
                <a:lnTo>
                  <a:pt x="8216" y="4108"/>
                </a:lnTo>
                <a:close/>
                <a:moveTo>
                  <a:pt x="3209" y="4557"/>
                </a:moveTo>
                <a:lnTo>
                  <a:pt x="3209" y="4557"/>
                </a:lnTo>
                <a:lnTo>
                  <a:pt x="3102" y="4515"/>
                </a:lnTo>
                <a:lnTo>
                  <a:pt x="2995" y="4472"/>
                </a:lnTo>
                <a:lnTo>
                  <a:pt x="2953" y="4450"/>
                </a:lnTo>
                <a:lnTo>
                  <a:pt x="2931" y="4429"/>
                </a:lnTo>
                <a:lnTo>
                  <a:pt x="2910" y="4386"/>
                </a:lnTo>
                <a:lnTo>
                  <a:pt x="2888" y="4322"/>
                </a:lnTo>
                <a:lnTo>
                  <a:pt x="2888" y="4322"/>
                </a:lnTo>
                <a:lnTo>
                  <a:pt x="2910" y="4194"/>
                </a:lnTo>
                <a:lnTo>
                  <a:pt x="2931" y="4044"/>
                </a:lnTo>
                <a:lnTo>
                  <a:pt x="2974" y="3787"/>
                </a:lnTo>
                <a:lnTo>
                  <a:pt x="2974" y="3637"/>
                </a:lnTo>
                <a:lnTo>
                  <a:pt x="2974" y="3509"/>
                </a:lnTo>
                <a:lnTo>
                  <a:pt x="2931" y="3381"/>
                </a:lnTo>
                <a:lnTo>
                  <a:pt x="2846" y="3274"/>
                </a:lnTo>
                <a:lnTo>
                  <a:pt x="2846" y="3274"/>
                </a:lnTo>
                <a:lnTo>
                  <a:pt x="2781" y="3231"/>
                </a:lnTo>
                <a:lnTo>
                  <a:pt x="2717" y="3188"/>
                </a:lnTo>
                <a:lnTo>
                  <a:pt x="2589" y="3145"/>
                </a:lnTo>
                <a:lnTo>
                  <a:pt x="2439" y="3167"/>
                </a:lnTo>
                <a:lnTo>
                  <a:pt x="2311" y="3210"/>
                </a:lnTo>
                <a:lnTo>
                  <a:pt x="2161" y="3274"/>
                </a:lnTo>
                <a:lnTo>
                  <a:pt x="2033" y="3359"/>
                </a:lnTo>
                <a:lnTo>
                  <a:pt x="1947" y="3466"/>
                </a:lnTo>
                <a:lnTo>
                  <a:pt x="1883" y="3595"/>
                </a:lnTo>
                <a:lnTo>
                  <a:pt x="1883" y="3595"/>
                </a:lnTo>
                <a:lnTo>
                  <a:pt x="1861" y="3702"/>
                </a:lnTo>
                <a:lnTo>
                  <a:pt x="1840" y="3830"/>
                </a:lnTo>
                <a:lnTo>
                  <a:pt x="1840" y="3958"/>
                </a:lnTo>
                <a:lnTo>
                  <a:pt x="1861" y="4065"/>
                </a:lnTo>
                <a:lnTo>
                  <a:pt x="1861" y="4065"/>
                </a:lnTo>
                <a:lnTo>
                  <a:pt x="1904" y="4172"/>
                </a:lnTo>
                <a:lnTo>
                  <a:pt x="1990" y="4279"/>
                </a:lnTo>
                <a:lnTo>
                  <a:pt x="2054" y="4408"/>
                </a:lnTo>
                <a:lnTo>
                  <a:pt x="2054" y="4450"/>
                </a:lnTo>
                <a:lnTo>
                  <a:pt x="2054" y="4515"/>
                </a:lnTo>
                <a:lnTo>
                  <a:pt x="2054" y="4515"/>
                </a:lnTo>
                <a:lnTo>
                  <a:pt x="2011" y="4557"/>
                </a:lnTo>
                <a:lnTo>
                  <a:pt x="1968" y="4600"/>
                </a:lnTo>
                <a:lnTo>
                  <a:pt x="1819" y="4664"/>
                </a:lnTo>
                <a:lnTo>
                  <a:pt x="1669" y="4729"/>
                </a:lnTo>
                <a:lnTo>
                  <a:pt x="1605" y="4771"/>
                </a:lnTo>
                <a:lnTo>
                  <a:pt x="1562" y="4814"/>
                </a:lnTo>
                <a:lnTo>
                  <a:pt x="1562" y="4814"/>
                </a:lnTo>
                <a:lnTo>
                  <a:pt x="1498" y="4943"/>
                </a:lnTo>
                <a:lnTo>
                  <a:pt x="1455" y="5071"/>
                </a:lnTo>
                <a:lnTo>
                  <a:pt x="1412" y="5371"/>
                </a:lnTo>
                <a:lnTo>
                  <a:pt x="1412" y="5371"/>
                </a:lnTo>
                <a:lnTo>
                  <a:pt x="1391" y="5520"/>
                </a:lnTo>
                <a:lnTo>
                  <a:pt x="1369" y="5691"/>
                </a:lnTo>
                <a:lnTo>
                  <a:pt x="1369" y="5863"/>
                </a:lnTo>
                <a:lnTo>
                  <a:pt x="1391" y="5927"/>
                </a:lnTo>
                <a:lnTo>
                  <a:pt x="1412" y="6012"/>
                </a:lnTo>
                <a:lnTo>
                  <a:pt x="1412" y="6012"/>
                </a:lnTo>
                <a:lnTo>
                  <a:pt x="1455" y="6055"/>
                </a:lnTo>
                <a:lnTo>
                  <a:pt x="1519" y="6098"/>
                </a:lnTo>
                <a:lnTo>
                  <a:pt x="1647" y="6162"/>
                </a:lnTo>
                <a:lnTo>
                  <a:pt x="1776" y="6184"/>
                </a:lnTo>
                <a:lnTo>
                  <a:pt x="1904" y="6184"/>
                </a:lnTo>
                <a:lnTo>
                  <a:pt x="1904" y="6184"/>
                </a:lnTo>
                <a:lnTo>
                  <a:pt x="2311" y="6162"/>
                </a:lnTo>
                <a:lnTo>
                  <a:pt x="2717" y="6119"/>
                </a:lnTo>
                <a:lnTo>
                  <a:pt x="2717" y="6119"/>
                </a:lnTo>
                <a:lnTo>
                  <a:pt x="3081" y="6098"/>
                </a:lnTo>
                <a:lnTo>
                  <a:pt x="3252" y="6055"/>
                </a:lnTo>
                <a:lnTo>
                  <a:pt x="3338" y="6034"/>
                </a:lnTo>
                <a:lnTo>
                  <a:pt x="3423" y="5991"/>
                </a:lnTo>
                <a:lnTo>
                  <a:pt x="3423" y="5991"/>
                </a:lnTo>
                <a:lnTo>
                  <a:pt x="3509" y="5905"/>
                </a:lnTo>
                <a:lnTo>
                  <a:pt x="3573" y="5777"/>
                </a:lnTo>
                <a:lnTo>
                  <a:pt x="3616" y="5649"/>
                </a:lnTo>
                <a:lnTo>
                  <a:pt x="3637" y="5499"/>
                </a:lnTo>
                <a:lnTo>
                  <a:pt x="3659" y="5349"/>
                </a:lnTo>
                <a:lnTo>
                  <a:pt x="3637" y="5199"/>
                </a:lnTo>
                <a:lnTo>
                  <a:pt x="3616" y="5071"/>
                </a:lnTo>
                <a:lnTo>
                  <a:pt x="3573" y="4943"/>
                </a:lnTo>
                <a:lnTo>
                  <a:pt x="3573" y="4943"/>
                </a:lnTo>
                <a:lnTo>
                  <a:pt x="3509" y="4836"/>
                </a:lnTo>
                <a:lnTo>
                  <a:pt x="3423" y="4729"/>
                </a:lnTo>
                <a:lnTo>
                  <a:pt x="3338" y="4643"/>
                </a:lnTo>
                <a:lnTo>
                  <a:pt x="3209" y="4557"/>
                </a:lnTo>
                <a:lnTo>
                  <a:pt x="3209" y="4557"/>
                </a:lnTo>
                <a:close/>
                <a:moveTo>
                  <a:pt x="3167" y="5349"/>
                </a:moveTo>
                <a:lnTo>
                  <a:pt x="3167" y="5349"/>
                </a:lnTo>
                <a:lnTo>
                  <a:pt x="3167" y="5477"/>
                </a:lnTo>
                <a:lnTo>
                  <a:pt x="3167" y="5542"/>
                </a:lnTo>
                <a:lnTo>
                  <a:pt x="3102" y="5606"/>
                </a:lnTo>
                <a:lnTo>
                  <a:pt x="2995" y="5649"/>
                </a:lnTo>
                <a:lnTo>
                  <a:pt x="2995" y="5649"/>
                </a:lnTo>
                <a:lnTo>
                  <a:pt x="2846" y="5691"/>
                </a:lnTo>
                <a:lnTo>
                  <a:pt x="2781" y="5691"/>
                </a:lnTo>
                <a:lnTo>
                  <a:pt x="2739" y="5691"/>
                </a:lnTo>
                <a:lnTo>
                  <a:pt x="2696" y="5649"/>
                </a:lnTo>
                <a:lnTo>
                  <a:pt x="2674" y="5627"/>
                </a:lnTo>
                <a:lnTo>
                  <a:pt x="2632" y="5477"/>
                </a:lnTo>
                <a:lnTo>
                  <a:pt x="2632" y="5477"/>
                </a:lnTo>
                <a:lnTo>
                  <a:pt x="2589" y="5221"/>
                </a:lnTo>
                <a:lnTo>
                  <a:pt x="2568" y="5092"/>
                </a:lnTo>
                <a:lnTo>
                  <a:pt x="2525" y="4985"/>
                </a:lnTo>
                <a:lnTo>
                  <a:pt x="2525" y="4985"/>
                </a:lnTo>
                <a:lnTo>
                  <a:pt x="2525" y="4921"/>
                </a:lnTo>
                <a:lnTo>
                  <a:pt x="2525" y="4857"/>
                </a:lnTo>
                <a:lnTo>
                  <a:pt x="2503" y="4814"/>
                </a:lnTo>
                <a:lnTo>
                  <a:pt x="2439" y="4793"/>
                </a:lnTo>
                <a:lnTo>
                  <a:pt x="2439" y="4793"/>
                </a:lnTo>
                <a:lnTo>
                  <a:pt x="2375" y="4793"/>
                </a:lnTo>
                <a:lnTo>
                  <a:pt x="2311" y="4814"/>
                </a:lnTo>
                <a:lnTo>
                  <a:pt x="2289" y="4878"/>
                </a:lnTo>
                <a:lnTo>
                  <a:pt x="2268" y="4943"/>
                </a:lnTo>
                <a:lnTo>
                  <a:pt x="2268" y="4943"/>
                </a:lnTo>
                <a:lnTo>
                  <a:pt x="2289" y="4985"/>
                </a:lnTo>
                <a:lnTo>
                  <a:pt x="2311" y="5028"/>
                </a:lnTo>
                <a:lnTo>
                  <a:pt x="2332" y="5114"/>
                </a:lnTo>
                <a:lnTo>
                  <a:pt x="2332" y="5114"/>
                </a:lnTo>
                <a:lnTo>
                  <a:pt x="2332" y="5242"/>
                </a:lnTo>
                <a:lnTo>
                  <a:pt x="2311" y="5371"/>
                </a:lnTo>
                <a:lnTo>
                  <a:pt x="2311" y="5371"/>
                </a:lnTo>
                <a:lnTo>
                  <a:pt x="2311" y="5520"/>
                </a:lnTo>
                <a:lnTo>
                  <a:pt x="2289" y="5649"/>
                </a:lnTo>
                <a:lnTo>
                  <a:pt x="2268" y="5691"/>
                </a:lnTo>
                <a:lnTo>
                  <a:pt x="2225" y="5734"/>
                </a:lnTo>
                <a:lnTo>
                  <a:pt x="2161" y="5756"/>
                </a:lnTo>
                <a:lnTo>
                  <a:pt x="2097" y="5777"/>
                </a:lnTo>
                <a:lnTo>
                  <a:pt x="2097" y="5777"/>
                </a:lnTo>
                <a:lnTo>
                  <a:pt x="1968" y="5777"/>
                </a:lnTo>
                <a:lnTo>
                  <a:pt x="1926" y="5756"/>
                </a:lnTo>
                <a:lnTo>
                  <a:pt x="1904" y="5713"/>
                </a:lnTo>
                <a:lnTo>
                  <a:pt x="1861" y="5627"/>
                </a:lnTo>
                <a:lnTo>
                  <a:pt x="1861" y="5627"/>
                </a:lnTo>
                <a:lnTo>
                  <a:pt x="1840" y="5499"/>
                </a:lnTo>
                <a:lnTo>
                  <a:pt x="1819" y="5328"/>
                </a:lnTo>
                <a:lnTo>
                  <a:pt x="1819" y="5157"/>
                </a:lnTo>
                <a:lnTo>
                  <a:pt x="1840" y="5050"/>
                </a:lnTo>
                <a:lnTo>
                  <a:pt x="1840" y="5050"/>
                </a:lnTo>
                <a:lnTo>
                  <a:pt x="1861" y="4985"/>
                </a:lnTo>
                <a:lnTo>
                  <a:pt x="1904" y="4964"/>
                </a:lnTo>
                <a:lnTo>
                  <a:pt x="2011" y="4900"/>
                </a:lnTo>
                <a:lnTo>
                  <a:pt x="2118" y="4836"/>
                </a:lnTo>
                <a:lnTo>
                  <a:pt x="2204" y="4771"/>
                </a:lnTo>
                <a:lnTo>
                  <a:pt x="2204" y="4771"/>
                </a:lnTo>
                <a:lnTo>
                  <a:pt x="2247" y="4707"/>
                </a:lnTo>
                <a:lnTo>
                  <a:pt x="2268" y="4643"/>
                </a:lnTo>
                <a:lnTo>
                  <a:pt x="2289" y="4515"/>
                </a:lnTo>
                <a:lnTo>
                  <a:pt x="2268" y="4386"/>
                </a:lnTo>
                <a:lnTo>
                  <a:pt x="2225" y="4237"/>
                </a:lnTo>
                <a:lnTo>
                  <a:pt x="2225" y="4237"/>
                </a:lnTo>
                <a:lnTo>
                  <a:pt x="2204" y="4108"/>
                </a:lnTo>
                <a:lnTo>
                  <a:pt x="2182" y="3980"/>
                </a:lnTo>
                <a:lnTo>
                  <a:pt x="2182" y="3830"/>
                </a:lnTo>
                <a:lnTo>
                  <a:pt x="2204" y="3766"/>
                </a:lnTo>
                <a:lnTo>
                  <a:pt x="2225" y="3702"/>
                </a:lnTo>
                <a:lnTo>
                  <a:pt x="2225" y="3702"/>
                </a:lnTo>
                <a:lnTo>
                  <a:pt x="2311" y="3616"/>
                </a:lnTo>
                <a:lnTo>
                  <a:pt x="2418" y="3573"/>
                </a:lnTo>
                <a:lnTo>
                  <a:pt x="2461" y="3573"/>
                </a:lnTo>
                <a:lnTo>
                  <a:pt x="2503" y="3595"/>
                </a:lnTo>
                <a:lnTo>
                  <a:pt x="2546" y="3616"/>
                </a:lnTo>
                <a:lnTo>
                  <a:pt x="2568" y="3680"/>
                </a:lnTo>
                <a:lnTo>
                  <a:pt x="2568" y="3680"/>
                </a:lnTo>
                <a:lnTo>
                  <a:pt x="2589" y="3744"/>
                </a:lnTo>
                <a:lnTo>
                  <a:pt x="2589" y="3809"/>
                </a:lnTo>
                <a:lnTo>
                  <a:pt x="2568" y="3958"/>
                </a:lnTo>
                <a:lnTo>
                  <a:pt x="2503" y="4237"/>
                </a:lnTo>
                <a:lnTo>
                  <a:pt x="2503" y="4237"/>
                </a:lnTo>
                <a:lnTo>
                  <a:pt x="2461" y="4386"/>
                </a:lnTo>
                <a:lnTo>
                  <a:pt x="2461" y="4493"/>
                </a:lnTo>
                <a:lnTo>
                  <a:pt x="2503" y="4557"/>
                </a:lnTo>
                <a:lnTo>
                  <a:pt x="2610" y="4664"/>
                </a:lnTo>
                <a:lnTo>
                  <a:pt x="2610" y="4664"/>
                </a:lnTo>
                <a:lnTo>
                  <a:pt x="2739" y="4729"/>
                </a:lnTo>
                <a:lnTo>
                  <a:pt x="2867" y="4793"/>
                </a:lnTo>
                <a:lnTo>
                  <a:pt x="2995" y="4878"/>
                </a:lnTo>
                <a:lnTo>
                  <a:pt x="3102" y="4964"/>
                </a:lnTo>
                <a:lnTo>
                  <a:pt x="3102" y="4964"/>
                </a:lnTo>
                <a:lnTo>
                  <a:pt x="3124" y="5028"/>
                </a:lnTo>
                <a:lnTo>
                  <a:pt x="3167" y="5157"/>
                </a:lnTo>
                <a:lnTo>
                  <a:pt x="3188" y="5285"/>
                </a:lnTo>
                <a:lnTo>
                  <a:pt x="3188" y="5328"/>
                </a:lnTo>
                <a:lnTo>
                  <a:pt x="3167" y="5349"/>
                </a:lnTo>
                <a:lnTo>
                  <a:pt x="3167" y="5349"/>
                </a:lnTo>
                <a:close/>
                <a:moveTo>
                  <a:pt x="4279" y="3787"/>
                </a:moveTo>
                <a:lnTo>
                  <a:pt x="4279" y="3787"/>
                </a:lnTo>
                <a:lnTo>
                  <a:pt x="4322" y="3744"/>
                </a:lnTo>
                <a:lnTo>
                  <a:pt x="4365" y="3702"/>
                </a:lnTo>
                <a:lnTo>
                  <a:pt x="4429" y="3595"/>
                </a:lnTo>
                <a:lnTo>
                  <a:pt x="4450" y="3552"/>
                </a:lnTo>
                <a:lnTo>
                  <a:pt x="4493" y="3530"/>
                </a:lnTo>
                <a:lnTo>
                  <a:pt x="4557" y="3530"/>
                </a:lnTo>
                <a:lnTo>
                  <a:pt x="4621" y="3573"/>
                </a:lnTo>
                <a:lnTo>
                  <a:pt x="4621" y="3573"/>
                </a:lnTo>
                <a:lnTo>
                  <a:pt x="4686" y="3616"/>
                </a:lnTo>
                <a:lnTo>
                  <a:pt x="4728" y="3680"/>
                </a:lnTo>
                <a:lnTo>
                  <a:pt x="4814" y="3809"/>
                </a:lnTo>
                <a:lnTo>
                  <a:pt x="4857" y="3873"/>
                </a:lnTo>
                <a:lnTo>
                  <a:pt x="4921" y="3894"/>
                </a:lnTo>
                <a:lnTo>
                  <a:pt x="5007" y="3916"/>
                </a:lnTo>
                <a:lnTo>
                  <a:pt x="5114" y="3894"/>
                </a:lnTo>
                <a:lnTo>
                  <a:pt x="5114" y="3894"/>
                </a:lnTo>
                <a:lnTo>
                  <a:pt x="5199" y="3851"/>
                </a:lnTo>
                <a:lnTo>
                  <a:pt x="5242" y="3809"/>
                </a:lnTo>
                <a:lnTo>
                  <a:pt x="5349" y="3702"/>
                </a:lnTo>
                <a:lnTo>
                  <a:pt x="5456" y="3637"/>
                </a:lnTo>
                <a:lnTo>
                  <a:pt x="5499" y="3616"/>
                </a:lnTo>
                <a:lnTo>
                  <a:pt x="5563" y="3637"/>
                </a:lnTo>
                <a:lnTo>
                  <a:pt x="5563" y="3637"/>
                </a:lnTo>
                <a:lnTo>
                  <a:pt x="5606" y="3680"/>
                </a:lnTo>
                <a:lnTo>
                  <a:pt x="5670" y="3766"/>
                </a:lnTo>
                <a:lnTo>
                  <a:pt x="5713" y="3851"/>
                </a:lnTo>
                <a:lnTo>
                  <a:pt x="5777" y="3916"/>
                </a:lnTo>
                <a:lnTo>
                  <a:pt x="5777" y="3916"/>
                </a:lnTo>
                <a:lnTo>
                  <a:pt x="5841" y="3958"/>
                </a:lnTo>
                <a:lnTo>
                  <a:pt x="5905" y="4001"/>
                </a:lnTo>
                <a:lnTo>
                  <a:pt x="5969" y="4023"/>
                </a:lnTo>
                <a:lnTo>
                  <a:pt x="6055" y="4023"/>
                </a:lnTo>
                <a:lnTo>
                  <a:pt x="6055" y="4023"/>
                </a:lnTo>
                <a:lnTo>
                  <a:pt x="6119" y="3980"/>
                </a:lnTo>
                <a:lnTo>
                  <a:pt x="6162" y="3937"/>
                </a:lnTo>
                <a:lnTo>
                  <a:pt x="6248" y="3809"/>
                </a:lnTo>
                <a:lnTo>
                  <a:pt x="6333" y="3702"/>
                </a:lnTo>
                <a:lnTo>
                  <a:pt x="6376" y="3637"/>
                </a:lnTo>
                <a:lnTo>
                  <a:pt x="6419" y="3616"/>
                </a:lnTo>
                <a:lnTo>
                  <a:pt x="6419" y="3616"/>
                </a:lnTo>
                <a:lnTo>
                  <a:pt x="6483" y="3595"/>
                </a:lnTo>
                <a:lnTo>
                  <a:pt x="6547" y="3616"/>
                </a:lnTo>
                <a:lnTo>
                  <a:pt x="6697" y="3723"/>
                </a:lnTo>
                <a:lnTo>
                  <a:pt x="6847" y="3830"/>
                </a:lnTo>
                <a:lnTo>
                  <a:pt x="6911" y="3873"/>
                </a:lnTo>
                <a:lnTo>
                  <a:pt x="6996" y="3873"/>
                </a:lnTo>
                <a:lnTo>
                  <a:pt x="6996" y="3873"/>
                </a:lnTo>
                <a:lnTo>
                  <a:pt x="7103" y="3873"/>
                </a:lnTo>
                <a:lnTo>
                  <a:pt x="7168" y="3851"/>
                </a:lnTo>
                <a:lnTo>
                  <a:pt x="7210" y="3809"/>
                </a:lnTo>
                <a:lnTo>
                  <a:pt x="7253" y="3766"/>
                </a:lnTo>
                <a:lnTo>
                  <a:pt x="7339" y="3637"/>
                </a:lnTo>
                <a:lnTo>
                  <a:pt x="7424" y="3509"/>
                </a:lnTo>
                <a:lnTo>
                  <a:pt x="7424" y="3509"/>
                </a:lnTo>
                <a:lnTo>
                  <a:pt x="7510" y="3423"/>
                </a:lnTo>
                <a:lnTo>
                  <a:pt x="7574" y="3317"/>
                </a:lnTo>
                <a:lnTo>
                  <a:pt x="7595" y="3274"/>
                </a:lnTo>
                <a:lnTo>
                  <a:pt x="7595" y="3210"/>
                </a:lnTo>
                <a:lnTo>
                  <a:pt x="7574" y="3167"/>
                </a:lnTo>
                <a:lnTo>
                  <a:pt x="7489" y="3103"/>
                </a:lnTo>
                <a:lnTo>
                  <a:pt x="7489" y="3103"/>
                </a:lnTo>
                <a:lnTo>
                  <a:pt x="7403" y="3081"/>
                </a:lnTo>
                <a:lnTo>
                  <a:pt x="7339" y="3103"/>
                </a:lnTo>
                <a:lnTo>
                  <a:pt x="7275" y="3124"/>
                </a:lnTo>
                <a:lnTo>
                  <a:pt x="7232" y="3167"/>
                </a:lnTo>
                <a:lnTo>
                  <a:pt x="7125" y="3295"/>
                </a:lnTo>
                <a:lnTo>
                  <a:pt x="7082" y="3338"/>
                </a:lnTo>
                <a:lnTo>
                  <a:pt x="7018" y="3359"/>
                </a:lnTo>
                <a:lnTo>
                  <a:pt x="7018" y="3359"/>
                </a:lnTo>
                <a:lnTo>
                  <a:pt x="6975" y="3359"/>
                </a:lnTo>
                <a:lnTo>
                  <a:pt x="6911" y="3338"/>
                </a:lnTo>
                <a:lnTo>
                  <a:pt x="6825" y="3252"/>
                </a:lnTo>
                <a:lnTo>
                  <a:pt x="6740" y="3167"/>
                </a:lnTo>
                <a:lnTo>
                  <a:pt x="6697" y="3145"/>
                </a:lnTo>
                <a:lnTo>
                  <a:pt x="6633" y="3124"/>
                </a:lnTo>
                <a:lnTo>
                  <a:pt x="6633" y="3124"/>
                </a:lnTo>
                <a:lnTo>
                  <a:pt x="6547" y="3103"/>
                </a:lnTo>
                <a:lnTo>
                  <a:pt x="6462" y="3124"/>
                </a:lnTo>
                <a:lnTo>
                  <a:pt x="6376" y="3167"/>
                </a:lnTo>
                <a:lnTo>
                  <a:pt x="6312" y="3210"/>
                </a:lnTo>
                <a:lnTo>
                  <a:pt x="6183" y="3317"/>
                </a:lnTo>
                <a:lnTo>
                  <a:pt x="6119" y="3359"/>
                </a:lnTo>
                <a:lnTo>
                  <a:pt x="6055" y="3381"/>
                </a:lnTo>
                <a:lnTo>
                  <a:pt x="6055" y="3381"/>
                </a:lnTo>
                <a:lnTo>
                  <a:pt x="5991" y="3359"/>
                </a:lnTo>
                <a:lnTo>
                  <a:pt x="5948" y="3338"/>
                </a:lnTo>
                <a:lnTo>
                  <a:pt x="5841" y="3252"/>
                </a:lnTo>
                <a:lnTo>
                  <a:pt x="5755" y="3145"/>
                </a:lnTo>
                <a:lnTo>
                  <a:pt x="5691" y="3124"/>
                </a:lnTo>
                <a:lnTo>
                  <a:pt x="5627" y="3103"/>
                </a:lnTo>
                <a:lnTo>
                  <a:pt x="5627" y="3103"/>
                </a:lnTo>
                <a:lnTo>
                  <a:pt x="5542" y="3103"/>
                </a:lnTo>
                <a:lnTo>
                  <a:pt x="5456" y="3124"/>
                </a:lnTo>
                <a:lnTo>
                  <a:pt x="5392" y="3167"/>
                </a:lnTo>
                <a:lnTo>
                  <a:pt x="5328" y="3231"/>
                </a:lnTo>
                <a:lnTo>
                  <a:pt x="5199" y="3359"/>
                </a:lnTo>
                <a:lnTo>
                  <a:pt x="5135" y="3423"/>
                </a:lnTo>
                <a:lnTo>
                  <a:pt x="5071" y="3466"/>
                </a:lnTo>
                <a:lnTo>
                  <a:pt x="5071" y="3466"/>
                </a:lnTo>
                <a:lnTo>
                  <a:pt x="5007" y="3466"/>
                </a:lnTo>
                <a:lnTo>
                  <a:pt x="4964" y="3466"/>
                </a:lnTo>
                <a:lnTo>
                  <a:pt x="4921" y="3423"/>
                </a:lnTo>
                <a:lnTo>
                  <a:pt x="4878" y="3381"/>
                </a:lnTo>
                <a:lnTo>
                  <a:pt x="4793" y="3295"/>
                </a:lnTo>
                <a:lnTo>
                  <a:pt x="4728" y="3252"/>
                </a:lnTo>
                <a:lnTo>
                  <a:pt x="4664" y="3210"/>
                </a:lnTo>
                <a:lnTo>
                  <a:pt x="4664" y="3210"/>
                </a:lnTo>
                <a:lnTo>
                  <a:pt x="4600" y="3188"/>
                </a:lnTo>
                <a:lnTo>
                  <a:pt x="4515" y="3188"/>
                </a:lnTo>
                <a:lnTo>
                  <a:pt x="4429" y="3210"/>
                </a:lnTo>
                <a:lnTo>
                  <a:pt x="4365" y="3231"/>
                </a:lnTo>
                <a:lnTo>
                  <a:pt x="4236" y="3338"/>
                </a:lnTo>
                <a:lnTo>
                  <a:pt x="4151" y="3466"/>
                </a:lnTo>
                <a:lnTo>
                  <a:pt x="4151" y="3466"/>
                </a:lnTo>
                <a:lnTo>
                  <a:pt x="4087" y="3595"/>
                </a:lnTo>
                <a:lnTo>
                  <a:pt x="4087" y="3659"/>
                </a:lnTo>
                <a:lnTo>
                  <a:pt x="4087" y="3723"/>
                </a:lnTo>
                <a:lnTo>
                  <a:pt x="4087" y="3787"/>
                </a:lnTo>
                <a:lnTo>
                  <a:pt x="4129" y="3830"/>
                </a:lnTo>
                <a:lnTo>
                  <a:pt x="4194" y="3830"/>
                </a:lnTo>
                <a:lnTo>
                  <a:pt x="4279" y="3787"/>
                </a:lnTo>
                <a:lnTo>
                  <a:pt x="4279" y="3787"/>
                </a:lnTo>
                <a:close/>
                <a:moveTo>
                  <a:pt x="4921" y="4643"/>
                </a:moveTo>
                <a:lnTo>
                  <a:pt x="4921" y="4643"/>
                </a:lnTo>
                <a:lnTo>
                  <a:pt x="6996" y="4557"/>
                </a:lnTo>
                <a:lnTo>
                  <a:pt x="6996" y="4557"/>
                </a:lnTo>
                <a:lnTo>
                  <a:pt x="7168" y="4557"/>
                </a:lnTo>
                <a:lnTo>
                  <a:pt x="7424" y="4536"/>
                </a:lnTo>
                <a:lnTo>
                  <a:pt x="7553" y="4493"/>
                </a:lnTo>
                <a:lnTo>
                  <a:pt x="7638" y="4450"/>
                </a:lnTo>
                <a:lnTo>
                  <a:pt x="7660" y="4429"/>
                </a:lnTo>
                <a:lnTo>
                  <a:pt x="7681" y="4386"/>
                </a:lnTo>
                <a:lnTo>
                  <a:pt x="7681" y="4344"/>
                </a:lnTo>
                <a:lnTo>
                  <a:pt x="7660" y="4279"/>
                </a:lnTo>
                <a:lnTo>
                  <a:pt x="7660" y="4279"/>
                </a:lnTo>
                <a:lnTo>
                  <a:pt x="7638" y="4237"/>
                </a:lnTo>
                <a:lnTo>
                  <a:pt x="7595" y="4215"/>
                </a:lnTo>
                <a:lnTo>
                  <a:pt x="7510" y="4172"/>
                </a:lnTo>
                <a:lnTo>
                  <a:pt x="7403" y="4151"/>
                </a:lnTo>
                <a:lnTo>
                  <a:pt x="7253" y="4151"/>
                </a:lnTo>
                <a:lnTo>
                  <a:pt x="6996" y="4194"/>
                </a:lnTo>
                <a:lnTo>
                  <a:pt x="6804" y="4215"/>
                </a:lnTo>
                <a:lnTo>
                  <a:pt x="6804" y="4215"/>
                </a:lnTo>
                <a:lnTo>
                  <a:pt x="5734" y="4258"/>
                </a:lnTo>
                <a:lnTo>
                  <a:pt x="4664" y="4301"/>
                </a:lnTo>
                <a:lnTo>
                  <a:pt x="4664" y="4301"/>
                </a:lnTo>
                <a:lnTo>
                  <a:pt x="4515" y="4301"/>
                </a:lnTo>
                <a:lnTo>
                  <a:pt x="4279" y="4322"/>
                </a:lnTo>
                <a:lnTo>
                  <a:pt x="4172" y="4344"/>
                </a:lnTo>
                <a:lnTo>
                  <a:pt x="4087" y="4386"/>
                </a:lnTo>
                <a:lnTo>
                  <a:pt x="4065" y="4408"/>
                </a:lnTo>
                <a:lnTo>
                  <a:pt x="4044" y="4450"/>
                </a:lnTo>
                <a:lnTo>
                  <a:pt x="4044" y="4493"/>
                </a:lnTo>
                <a:lnTo>
                  <a:pt x="4065" y="4536"/>
                </a:lnTo>
                <a:lnTo>
                  <a:pt x="4065" y="4536"/>
                </a:lnTo>
                <a:lnTo>
                  <a:pt x="4108" y="4600"/>
                </a:lnTo>
                <a:lnTo>
                  <a:pt x="4215" y="4643"/>
                </a:lnTo>
                <a:lnTo>
                  <a:pt x="4322" y="4664"/>
                </a:lnTo>
                <a:lnTo>
                  <a:pt x="4450" y="4664"/>
                </a:lnTo>
                <a:lnTo>
                  <a:pt x="4728" y="4643"/>
                </a:lnTo>
                <a:lnTo>
                  <a:pt x="4921" y="4643"/>
                </a:lnTo>
                <a:lnTo>
                  <a:pt x="4921" y="4643"/>
                </a:lnTo>
                <a:close/>
                <a:moveTo>
                  <a:pt x="6419" y="5477"/>
                </a:moveTo>
                <a:lnTo>
                  <a:pt x="6419" y="5477"/>
                </a:lnTo>
                <a:lnTo>
                  <a:pt x="6141" y="5456"/>
                </a:lnTo>
                <a:lnTo>
                  <a:pt x="5884" y="5477"/>
                </a:lnTo>
                <a:lnTo>
                  <a:pt x="5349" y="5499"/>
                </a:lnTo>
                <a:lnTo>
                  <a:pt x="5349" y="5499"/>
                </a:lnTo>
                <a:lnTo>
                  <a:pt x="4878" y="5520"/>
                </a:lnTo>
                <a:lnTo>
                  <a:pt x="4643" y="5542"/>
                </a:lnTo>
                <a:lnTo>
                  <a:pt x="4408" y="5606"/>
                </a:lnTo>
                <a:lnTo>
                  <a:pt x="4408" y="5606"/>
                </a:lnTo>
                <a:lnTo>
                  <a:pt x="4279" y="5649"/>
                </a:lnTo>
                <a:lnTo>
                  <a:pt x="4194" y="5713"/>
                </a:lnTo>
                <a:lnTo>
                  <a:pt x="4172" y="5756"/>
                </a:lnTo>
                <a:lnTo>
                  <a:pt x="4172" y="5798"/>
                </a:lnTo>
                <a:lnTo>
                  <a:pt x="4194" y="5841"/>
                </a:lnTo>
                <a:lnTo>
                  <a:pt x="4258" y="5884"/>
                </a:lnTo>
                <a:lnTo>
                  <a:pt x="4258" y="5884"/>
                </a:lnTo>
                <a:lnTo>
                  <a:pt x="4343" y="5905"/>
                </a:lnTo>
                <a:lnTo>
                  <a:pt x="4472" y="5884"/>
                </a:lnTo>
                <a:lnTo>
                  <a:pt x="4707" y="5841"/>
                </a:lnTo>
                <a:lnTo>
                  <a:pt x="4707" y="5841"/>
                </a:lnTo>
                <a:lnTo>
                  <a:pt x="4985" y="5841"/>
                </a:lnTo>
                <a:lnTo>
                  <a:pt x="5263" y="5820"/>
                </a:lnTo>
                <a:lnTo>
                  <a:pt x="5263" y="5820"/>
                </a:lnTo>
                <a:lnTo>
                  <a:pt x="6162" y="5798"/>
                </a:lnTo>
                <a:lnTo>
                  <a:pt x="7061" y="5777"/>
                </a:lnTo>
                <a:lnTo>
                  <a:pt x="7061" y="5777"/>
                </a:lnTo>
                <a:lnTo>
                  <a:pt x="7210" y="5777"/>
                </a:lnTo>
                <a:lnTo>
                  <a:pt x="7382" y="5734"/>
                </a:lnTo>
                <a:lnTo>
                  <a:pt x="7446" y="5691"/>
                </a:lnTo>
                <a:lnTo>
                  <a:pt x="7489" y="5649"/>
                </a:lnTo>
                <a:lnTo>
                  <a:pt x="7489" y="5584"/>
                </a:lnTo>
                <a:lnTo>
                  <a:pt x="7403" y="5499"/>
                </a:lnTo>
                <a:lnTo>
                  <a:pt x="7403" y="5499"/>
                </a:lnTo>
                <a:lnTo>
                  <a:pt x="7339" y="5456"/>
                </a:lnTo>
                <a:lnTo>
                  <a:pt x="7210" y="5413"/>
                </a:lnTo>
                <a:lnTo>
                  <a:pt x="7082" y="5413"/>
                </a:lnTo>
                <a:lnTo>
                  <a:pt x="6932" y="5413"/>
                </a:lnTo>
                <a:lnTo>
                  <a:pt x="6419" y="5477"/>
                </a:lnTo>
                <a:lnTo>
                  <a:pt x="6419" y="5477"/>
                </a:lnTo>
                <a:close/>
                <a:moveTo>
                  <a:pt x="6911" y="4857"/>
                </a:moveTo>
                <a:lnTo>
                  <a:pt x="6911" y="4857"/>
                </a:lnTo>
                <a:lnTo>
                  <a:pt x="5884" y="4921"/>
                </a:lnTo>
                <a:lnTo>
                  <a:pt x="5370" y="4964"/>
                </a:lnTo>
                <a:lnTo>
                  <a:pt x="4835" y="4985"/>
                </a:lnTo>
                <a:lnTo>
                  <a:pt x="4835" y="4985"/>
                </a:lnTo>
                <a:lnTo>
                  <a:pt x="4707" y="4985"/>
                </a:lnTo>
                <a:lnTo>
                  <a:pt x="4515" y="4985"/>
                </a:lnTo>
                <a:lnTo>
                  <a:pt x="4408" y="5007"/>
                </a:lnTo>
                <a:lnTo>
                  <a:pt x="4322" y="5028"/>
                </a:lnTo>
                <a:lnTo>
                  <a:pt x="4258" y="5071"/>
                </a:lnTo>
                <a:lnTo>
                  <a:pt x="4258" y="5092"/>
                </a:lnTo>
                <a:lnTo>
                  <a:pt x="4258" y="5135"/>
                </a:lnTo>
                <a:lnTo>
                  <a:pt x="4258" y="5135"/>
                </a:lnTo>
                <a:lnTo>
                  <a:pt x="4258" y="5157"/>
                </a:lnTo>
                <a:lnTo>
                  <a:pt x="4301" y="5178"/>
                </a:lnTo>
                <a:lnTo>
                  <a:pt x="4386" y="5199"/>
                </a:lnTo>
                <a:lnTo>
                  <a:pt x="4664" y="5221"/>
                </a:lnTo>
                <a:lnTo>
                  <a:pt x="5156" y="5199"/>
                </a:lnTo>
                <a:lnTo>
                  <a:pt x="5156" y="5199"/>
                </a:lnTo>
                <a:lnTo>
                  <a:pt x="5413" y="5199"/>
                </a:lnTo>
                <a:lnTo>
                  <a:pt x="6012" y="5178"/>
                </a:lnTo>
                <a:lnTo>
                  <a:pt x="7018" y="5135"/>
                </a:lnTo>
                <a:lnTo>
                  <a:pt x="7018" y="5135"/>
                </a:lnTo>
                <a:lnTo>
                  <a:pt x="7189" y="5135"/>
                </a:lnTo>
                <a:lnTo>
                  <a:pt x="7467" y="5135"/>
                </a:lnTo>
                <a:lnTo>
                  <a:pt x="7595" y="5114"/>
                </a:lnTo>
                <a:lnTo>
                  <a:pt x="7681" y="5071"/>
                </a:lnTo>
                <a:lnTo>
                  <a:pt x="7724" y="5050"/>
                </a:lnTo>
                <a:lnTo>
                  <a:pt x="7724" y="5007"/>
                </a:lnTo>
                <a:lnTo>
                  <a:pt x="7745" y="4985"/>
                </a:lnTo>
                <a:lnTo>
                  <a:pt x="7724" y="4943"/>
                </a:lnTo>
                <a:lnTo>
                  <a:pt x="7724" y="4943"/>
                </a:lnTo>
                <a:lnTo>
                  <a:pt x="7660" y="4878"/>
                </a:lnTo>
                <a:lnTo>
                  <a:pt x="7574" y="4836"/>
                </a:lnTo>
                <a:lnTo>
                  <a:pt x="7467" y="4814"/>
                </a:lnTo>
                <a:lnTo>
                  <a:pt x="7339" y="4814"/>
                </a:lnTo>
                <a:lnTo>
                  <a:pt x="7082" y="4836"/>
                </a:lnTo>
                <a:lnTo>
                  <a:pt x="6911" y="4857"/>
                </a:lnTo>
                <a:lnTo>
                  <a:pt x="6911" y="4857"/>
                </a:lnTo>
                <a:close/>
                <a:moveTo>
                  <a:pt x="6697" y="6141"/>
                </a:moveTo>
                <a:lnTo>
                  <a:pt x="6697" y="6141"/>
                </a:lnTo>
                <a:lnTo>
                  <a:pt x="6526" y="6184"/>
                </a:lnTo>
                <a:lnTo>
                  <a:pt x="6376" y="6269"/>
                </a:lnTo>
                <a:lnTo>
                  <a:pt x="6312" y="6312"/>
                </a:lnTo>
                <a:lnTo>
                  <a:pt x="6269" y="6376"/>
                </a:lnTo>
                <a:lnTo>
                  <a:pt x="6226" y="6462"/>
                </a:lnTo>
                <a:lnTo>
                  <a:pt x="6226" y="6547"/>
                </a:lnTo>
                <a:lnTo>
                  <a:pt x="6226" y="6547"/>
                </a:lnTo>
                <a:lnTo>
                  <a:pt x="6226" y="6611"/>
                </a:lnTo>
                <a:lnTo>
                  <a:pt x="6248" y="6697"/>
                </a:lnTo>
                <a:lnTo>
                  <a:pt x="6290" y="6740"/>
                </a:lnTo>
                <a:lnTo>
                  <a:pt x="6355" y="6783"/>
                </a:lnTo>
                <a:lnTo>
                  <a:pt x="6483" y="6847"/>
                </a:lnTo>
                <a:lnTo>
                  <a:pt x="6633" y="6868"/>
                </a:lnTo>
                <a:lnTo>
                  <a:pt x="6633" y="6868"/>
                </a:lnTo>
                <a:lnTo>
                  <a:pt x="6740" y="6847"/>
                </a:lnTo>
                <a:lnTo>
                  <a:pt x="6825" y="6825"/>
                </a:lnTo>
                <a:lnTo>
                  <a:pt x="6889" y="6804"/>
                </a:lnTo>
                <a:lnTo>
                  <a:pt x="6954" y="6761"/>
                </a:lnTo>
                <a:lnTo>
                  <a:pt x="7018" y="6697"/>
                </a:lnTo>
                <a:lnTo>
                  <a:pt x="7039" y="6654"/>
                </a:lnTo>
                <a:lnTo>
                  <a:pt x="7082" y="6590"/>
                </a:lnTo>
                <a:lnTo>
                  <a:pt x="7082" y="6526"/>
                </a:lnTo>
                <a:lnTo>
                  <a:pt x="7082" y="6462"/>
                </a:lnTo>
                <a:lnTo>
                  <a:pt x="7082" y="6397"/>
                </a:lnTo>
                <a:lnTo>
                  <a:pt x="7061" y="6333"/>
                </a:lnTo>
                <a:lnTo>
                  <a:pt x="7018" y="6291"/>
                </a:lnTo>
                <a:lnTo>
                  <a:pt x="6954" y="6248"/>
                </a:lnTo>
                <a:lnTo>
                  <a:pt x="6889" y="6205"/>
                </a:lnTo>
                <a:lnTo>
                  <a:pt x="6804" y="6162"/>
                </a:lnTo>
                <a:lnTo>
                  <a:pt x="6697" y="6141"/>
                </a:lnTo>
                <a:lnTo>
                  <a:pt x="6697" y="6141"/>
                </a:lnTo>
                <a:close/>
                <a:moveTo>
                  <a:pt x="4686" y="1134"/>
                </a:moveTo>
                <a:lnTo>
                  <a:pt x="4686" y="1134"/>
                </a:lnTo>
                <a:lnTo>
                  <a:pt x="4686" y="1070"/>
                </a:lnTo>
                <a:lnTo>
                  <a:pt x="4664" y="1027"/>
                </a:lnTo>
                <a:lnTo>
                  <a:pt x="4643" y="984"/>
                </a:lnTo>
                <a:lnTo>
                  <a:pt x="4600" y="942"/>
                </a:lnTo>
                <a:lnTo>
                  <a:pt x="4493" y="899"/>
                </a:lnTo>
                <a:lnTo>
                  <a:pt x="4386" y="899"/>
                </a:lnTo>
                <a:lnTo>
                  <a:pt x="4279" y="920"/>
                </a:lnTo>
                <a:lnTo>
                  <a:pt x="4194" y="963"/>
                </a:lnTo>
                <a:lnTo>
                  <a:pt x="4108" y="1049"/>
                </a:lnTo>
                <a:lnTo>
                  <a:pt x="4108" y="1113"/>
                </a:lnTo>
                <a:lnTo>
                  <a:pt x="4087" y="1177"/>
                </a:lnTo>
                <a:lnTo>
                  <a:pt x="4087" y="1177"/>
                </a:lnTo>
                <a:lnTo>
                  <a:pt x="4087" y="1241"/>
                </a:lnTo>
                <a:lnTo>
                  <a:pt x="4108" y="1284"/>
                </a:lnTo>
                <a:lnTo>
                  <a:pt x="4151" y="1327"/>
                </a:lnTo>
                <a:lnTo>
                  <a:pt x="4172" y="1369"/>
                </a:lnTo>
                <a:lnTo>
                  <a:pt x="4279" y="1412"/>
                </a:lnTo>
                <a:lnTo>
                  <a:pt x="4386" y="1412"/>
                </a:lnTo>
                <a:lnTo>
                  <a:pt x="4493" y="1391"/>
                </a:lnTo>
                <a:lnTo>
                  <a:pt x="4579" y="1327"/>
                </a:lnTo>
                <a:lnTo>
                  <a:pt x="4664" y="1241"/>
                </a:lnTo>
                <a:lnTo>
                  <a:pt x="4686" y="1198"/>
                </a:lnTo>
                <a:lnTo>
                  <a:pt x="4686" y="1134"/>
                </a:lnTo>
                <a:lnTo>
                  <a:pt x="4686" y="1134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2"/>
          <p:cNvSpPr/>
          <p:nvPr/>
        </p:nvSpPr>
        <p:spPr>
          <a:xfrm>
            <a:off x="6623944" y="2555757"/>
            <a:ext cx="182743" cy="240577"/>
          </a:xfrm>
          <a:custGeom>
            <a:rect b="b" l="l" r="r" t="t"/>
            <a:pathLst>
              <a:path extrusionOk="0" h="8902" w="6762">
                <a:moveTo>
                  <a:pt x="1305" y="1092"/>
                </a:moveTo>
                <a:lnTo>
                  <a:pt x="1348" y="1135"/>
                </a:lnTo>
                <a:lnTo>
                  <a:pt x="1477" y="1263"/>
                </a:lnTo>
                <a:lnTo>
                  <a:pt x="1562" y="1434"/>
                </a:lnTo>
                <a:lnTo>
                  <a:pt x="1584" y="1499"/>
                </a:lnTo>
                <a:lnTo>
                  <a:pt x="1562" y="1541"/>
                </a:lnTo>
                <a:lnTo>
                  <a:pt x="1541" y="1541"/>
                </a:lnTo>
                <a:lnTo>
                  <a:pt x="1477" y="1520"/>
                </a:lnTo>
                <a:lnTo>
                  <a:pt x="1348" y="1370"/>
                </a:lnTo>
                <a:lnTo>
                  <a:pt x="1284" y="1306"/>
                </a:lnTo>
                <a:lnTo>
                  <a:pt x="1241" y="1220"/>
                </a:lnTo>
                <a:lnTo>
                  <a:pt x="1241" y="1156"/>
                </a:lnTo>
                <a:lnTo>
                  <a:pt x="1241" y="1113"/>
                </a:lnTo>
                <a:lnTo>
                  <a:pt x="1263" y="1092"/>
                </a:lnTo>
                <a:close/>
                <a:moveTo>
                  <a:pt x="792" y="1734"/>
                </a:moveTo>
                <a:lnTo>
                  <a:pt x="856" y="1755"/>
                </a:lnTo>
                <a:lnTo>
                  <a:pt x="878" y="1798"/>
                </a:lnTo>
                <a:lnTo>
                  <a:pt x="899" y="1841"/>
                </a:lnTo>
                <a:lnTo>
                  <a:pt x="878" y="1862"/>
                </a:lnTo>
                <a:lnTo>
                  <a:pt x="856" y="1905"/>
                </a:lnTo>
                <a:lnTo>
                  <a:pt x="813" y="1905"/>
                </a:lnTo>
                <a:lnTo>
                  <a:pt x="749" y="1926"/>
                </a:lnTo>
                <a:lnTo>
                  <a:pt x="706" y="1905"/>
                </a:lnTo>
                <a:lnTo>
                  <a:pt x="685" y="1884"/>
                </a:lnTo>
                <a:lnTo>
                  <a:pt x="685" y="1841"/>
                </a:lnTo>
                <a:lnTo>
                  <a:pt x="728" y="1777"/>
                </a:lnTo>
                <a:lnTo>
                  <a:pt x="749" y="1755"/>
                </a:lnTo>
                <a:lnTo>
                  <a:pt x="792" y="1734"/>
                </a:lnTo>
                <a:close/>
                <a:moveTo>
                  <a:pt x="2910" y="1670"/>
                </a:moveTo>
                <a:lnTo>
                  <a:pt x="2846" y="1712"/>
                </a:lnTo>
                <a:lnTo>
                  <a:pt x="2760" y="1755"/>
                </a:lnTo>
                <a:lnTo>
                  <a:pt x="2718" y="1819"/>
                </a:lnTo>
                <a:lnTo>
                  <a:pt x="2675" y="1884"/>
                </a:lnTo>
                <a:lnTo>
                  <a:pt x="2675" y="1926"/>
                </a:lnTo>
                <a:lnTo>
                  <a:pt x="2696" y="1969"/>
                </a:lnTo>
                <a:lnTo>
                  <a:pt x="2932" y="1969"/>
                </a:lnTo>
                <a:lnTo>
                  <a:pt x="3081" y="1991"/>
                </a:lnTo>
                <a:lnTo>
                  <a:pt x="3231" y="2033"/>
                </a:lnTo>
                <a:lnTo>
                  <a:pt x="3317" y="2033"/>
                </a:lnTo>
                <a:lnTo>
                  <a:pt x="3381" y="2012"/>
                </a:lnTo>
                <a:lnTo>
                  <a:pt x="3702" y="1969"/>
                </a:lnTo>
                <a:lnTo>
                  <a:pt x="4023" y="1948"/>
                </a:lnTo>
                <a:lnTo>
                  <a:pt x="4237" y="1948"/>
                </a:lnTo>
                <a:lnTo>
                  <a:pt x="4451" y="1926"/>
                </a:lnTo>
                <a:lnTo>
                  <a:pt x="4879" y="1905"/>
                </a:lnTo>
                <a:lnTo>
                  <a:pt x="5135" y="1905"/>
                </a:lnTo>
                <a:lnTo>
                  <a:pt x="5199" y="1884"/>
                </a:lnTo>
                <a:lnTo>
                  <a:pt x="5242" y="1862"/>
                </a:lnTo>
                <a:lnTo>
                  <a:pt x="5242" y="1819"/>
                </a:lnTo>
                <a:lnTo>
                  <a:pt x="5199" y="1755"/>
                </a:lnTo>
                <a:lnTo>
                  <a:pt x="5135" y="1712"/>
                </a:lnTo>
                <a:lnTo>
                  <a:pt x="5050" y="1691"/>
                </a:lnTo>
                <a:lnTo>
                  <a:pt x="4836" y="1691"/>
                </a:lnTo>
                <a:lnTo>
                  <a:pt x="4451" y="1734"/>
                </a:lnTo>
                <a:lnTo>
                  <a:pt x="4237" y="1755"/>
                </a:lnTo>
                <a:lnTo>
                  <a:pt x="4044" y="1755"/>
                </a:lnTo>
                <a:lnTo>
                  <a:pt x="3616" y="1734"/>
                </a:lnTo>
                <a:lnTo>
                  <a:pt x="3531" y="1755"/>
                </a:lnTo>
                <a:lnTo>
                  <a:pt x="3424" y="1777"/>
                </a:lnTo>
                <a:lnTo>
                  <a:pt x="3317" y="1798"/>
                </a:lnTo>
                <a:lnTo>
                  <a:pt x="3231" y="1798"/>
                </a:lnTo>
                <a:lnTo>
                  <a:pt x="3167" y="1777"/>
                </a:lnTo>
                <a:lnTo>
                  <a:pt x="3103" y="1734"/>
                </a:lnTo>
                <a:lnTo>
                  <a:pt x="3060" y="1691"/>
                </a:lnTo>
                <a:lnTo>
                  <a:pt x="2996" y="1670"/>
                </a:lnTo>
                <a:close/>
                <a:moveTo>
                  <a:pt x="4707" y="2654"/>
                </a:moveTo>
                <a:lnTo>
                  <a:pt x="4451" y="2675"/>
                </a:lnTo>
                <a:lnTo>
                  <a:pt x="4279" y="2697"/>
                </a:lnTo>
                <a:lnTo>
                  <a:pt x="3809" y="2739"/>
                </a:lnTo>
                <a:lnTo>
                  <a:pt x="3573" y="2761"/>
                </a:lnTo>
                <a:lnTo>
                  <a:pt x="3359" y="2761"/>
                </a:lnTo>
                <a:lnTo>
                  <a:pt x="3124" y="2739"/>
                </a:lnTo>
                <a:lnTo>
                  <a:pt x="2910" y="2697"/>
                </a:lnTo>
                <a:lnTo>
                  <a:pt x="2803" y="2675"/>
                </a:lnTo>
                <a:lnTo>
                  <a:pt x="2696" y="2697"/>
                </a:lnTo>
                <a:lnTo>
                  <a:pt x="2482" y="2718"/>
                </a:lnTo>
                <a:lnTo>
                  <a:pt x="2397" y="2697"/>
                </a:lnTo>
                <a:lnTo>
                  <a:pt x="2290" y="2675"/>
                </a:lnTo>
                <a:lnTo>
                  <a:pt x="2097" y="2675"/>
                </a:lnTo>
                <a:lnTo>
                  <a:pt x="2033" y="2718"/>
                </a:lnTo>
                <a:lnTo>
                  <a:pt x="1990" y="2761"/>
                </a:lnTo>
                <a:lnTo>
                  <a:pt x="1969" y="2825"/>
                </a:lnTo>
                <a:lnTo>
                  <a:pt x="1990" y="2846"/>
                </a:lnTo>
                <a:lnTo>
                  <a:pt x="2012" y="2868"/>
                </a:lnTo>
                <a:lnTo>
                  <a:pt x="2140" y="2889"/>
                </a:lnTo>
                <a:lnTo>
                  <a:pt x="2247" y="2911"/>
                </a:lnTo>
                <a:lnTo>
                  <a:pt x="2504" y="2932"/>
                </a:lnTo>
                <a:lnTo>
                  <a:pt x="2974" y="2932"/>
                </a:lnTo>
                <a:lnTo>
                  <a:pt x="3210" y="2953"/>
                </a:lnTo>
                <a:lnTo>
                  <a:pt x="3424" y="2953"/>
                </a:lnTo>
                <a:lnTo>
                  <a:pt x="3873" y="2932"/>
                </a:lnTo>
                <a:lnTo>
                  <a:pt x="4322" y="2889"/>
                </a:lnTo>
                <a:lnTo>
                  <a:pt x="5028" y="2889"/>
                </a:lnTo>
                <a:lnTo>
                  <a:pt x="5093" y="2868"/>
                </a:lnTo>
                <a:lnTo>
                  <a:pt x="5135" y="2846"/>
                </a:lnTo>
                <a:lnTo>
                  <a:pt x="5135" y="2804"/>
                </a:lnTo>
                <a:lnTo>
                  <a:pt x="5114" y="2739"/>
                </a:lnTo>
                <a:lnTo>
                  <a:pt x="5050" y="2697"/>
                </a:lnTo>
                <a:lnTo>
                  <a:pt x="4943" y="2675"/>
                </a:lnTo>
                <a:lnTo>
                  <a:pt x="4707" y="2654"/>
                </a:lnTo>
                <a:close/>
                <a:moveTo>
                  <a:pt x="3295" y="3424"/>
                </a:moveTo>
                <a:lnTo>
                  <a:pt x="3060" y="3467"/>
                </a:lnTo>
                <a:lnTo>
                  <a:pt x="2825" y="3531"/>
                </a:lnTo>
                <a:lnTo>
                  <a:pt x="2568" y="3574"/>
                </a:lnTo>
                <a:lnTo>
                  <a:pt x="2461" y="3595"/>
                </a:lnTo>
                <a:lnTo>
                  <a:pt x="2332" y="3574"/>
                </a:lnTo>
                <a:lnTo>
                  <a:pt x="2119" y="3531"/>
                </a:lnTo>
                <a:lnTo>
                  <a:pt x="1905" y="3531"/>
                </a:lnTo>
                <a:lnTo>
                  <a:pt x="1840" y="3553"/>
                </a:lnTo>
                <a:lnTo>
                  <a:pt x="1776" y="3595"/>
                </a:lnTo>
                <a:lnTo>
                  <a:pt x="1755" y="3617"/>
                </a:lnTo>
                <a:lnTo>
                  <a:pt x="1755" y="3638"/>
                </a:lnTo>
                <a:lnTo>
                  <a:pt x="1776" y="3681"/>
                </a:lnTo>
                <a:lnTo>
                  <a:pt x="1819" y="3702"/>
                </a:lnTo>
                <a:lnTo>
                  <a:pt x="1926" y="3766"/>
                </a:lnTo>
                <a:lnTo>
                  <a:pt x="2033" y="3788"/>
                </a:lnTo>
                <a:lnTo>
                  <a:pt x="2140" y="3831"/>
                </a:lnTo>
                <a:lnTo>
                  <a:pt x="2482" y="3831"/>
                </a:lnTo>
                <a:lnTo>
                  <a:pt x="2718" y="3788"/>
                </a:lnTo>
                <a:lnTo>
                  <a:pt x="3167" y="3681"/>
                </a:lnTo>
                <a:lnTo>
                  <a:pt x="3402" y="3659"/>
                </a:lnTo>
                <a:lnTo>
                  <a:pt x="3638" y="3638"/>
                </a:lnTo>
                <a:lnTo>
                  <a:pt x="3894" y="3659"/>
                </a:lnTo>
                <a:lnTo>
                  <a:pt x="4001" y="3681"/>
                </a:lnTo>
                <a:lnTo>
                  <a:pt x="4130" y="3681"/>
                </a:lnTo>
                <a:lnTo>
                  <a:pt x="4365" y="3638"/>
                </a:lnTo>
                <a:lnTo>
                  <a:pt x="4472" y="3638"/>
                </a:lnTo>
                <a:lnTo>
                  <a:pt x="4579" y="3659"/>
                </a:lnTo>
                <a:lnTo>
                  <a:pt x="4814" y="3745"/>
                </a:lnTo>
                <a:lnTo>
                  <a:pt x="4986" y="3745"/>
                </a:lnTo>
                <a:lnTo>
                  <a:pt x="5050" y="3702"/>
                </a:lnTo>
                <a:lnTo>
                  <a:pt x="5093" y="3659"/>
                </a:lnTo>
                <a:lnTo>
                  <a:pt x="5114" y="3595"/>
                </a:lnTo>
                <a:lnTo>
                  <a:pt x="5114" y="3553"/>
                </a:lnTo>
                <a:lnTo>
                  <a:pt x="5071" y="3488"/>
                </a:lnTo>
                <a:lnTo>
                  <a:pt x="4986" y="3467"/>
                </a:lnTo>
                <a:lnTo>
                  <a:pt x="4729" y="3467"/>
                </a:lnTo>
                <a:lnTo>
                  <a:pt x="4515" y="3424"/>
                </a:lnTo>
                <a:lnTo>
                  <a:pt x="4301" y="3424"/>
                </a:lnTo>
                <a:lnTo>
                  <a:pt x="4044" y="3446"/>
                </a:lnTo>
                <a:lnTo>
                  <a:pt x="3809" y="3424"/>
                </a:lnTo>
                <a:close/>
                <a:moveTo>
                  <a:pt x="2632" y="4237"/>
                </a:moveTo>
                <a:lnTo>
                  <a:pt x="2397" y="4259"/>
                </a:lnTo>
                <a:lnTo>
                  <a:pt x="1947" y="4366"/>
                </a:lnTo>
                <a:lnTo>
                  <a:pt x="1776" y="4430"/>
                </a:lnTo>
                <a:lnTo>
                  <a:pt x="1648" y="4515"/>
                </a:lnTo>
                <a:lnTo>
                  <a:pt x="1626" y="4558"/>
                </a:lnTo>
                <a:lnTo>
                  <a:pt x="1626" y="4580"/>
                </a:lnTo>
                <a:lnTo>
                  <a:pt x="1712" y="4601"/>
                </a:lnTo>
                <a:lnTo>
                  <a:pt x="1840" y="4601"/>
                </a:lnTo>
                <a:lnTo>
                  <a:pt x="2119" y="4580"/>
                </a:lnTo>
                <a:lnTo>
                  <a:pt x="2375" y="4537"/>
                </a:lnTo>
                <a:lnTo>
                  <a:pt x="2653" y="4494"/>
                </a:lnTo>
                <a:lnTo>
                  <a:pt x="2932" y="4494"/>
                </a:lnTo>
                <a:lnTo>
                  <a:pt x="3188" y="4537"/>
                </a:lnTo>
                <a:lnTo>
                  <a:pt x="3295" y="4558"/>
                </a:lnTo>
                <a:lnTo>
                  <a:pt x="3424" y="4558"/>
                </a:lnTo>
                <a:lnTo>
                  <a:pt x="3680" y="4494"/>
                </a:lnTo>
                <a:lnTo>
                  <a:pt x="3809" y="4473"/>
                </a:lnTo>
                <a:lnTo>
                  <a:pt x="3937" y="4515"/>
                </a:lnTo>
                <a:lnTo>
                  <a:pt x="4108" y="4558"/>
                </a:lnTo>
                <a:lnTo>
                  <a:pt x="4536" y="4558"/>
                </a:lnTo>
                <a:lnTo>
                  <a:pt x="4729" y="4537"/>
                </a:lnTo>
                <a:lnTo>
                  <a:pt x="4814" y="4515"/>
                </a:lnTo>
                <a:lnTo>
                  <a:pt x="4921" y="4494"/>
                </a:lnTo>
                <a:lnTo>
                  <a:pt x="4964" y="4473"/>
                </a:lnTo>
                <a:lnTo>
                  <a:pt x="5007" y="4451"/>
                </a:lnTo>
                <a:lnTo>
                  <a:pt x="5007" y="4408"/>
                </a:lnTo>
                <a:lnTo>
                  <a:pt x="5007" y="4366"/>
                </a:lnTo>
                <a:lnTo>
                  <a:pt x="4986" y="4323"/>
                </a:lnTo>
                <a:lnTo>
                  <a:pt x="4943" y="4301"/>
                </a:lnTo>
                <a:lnTo>
                  <a:pt x="4836" y="4280"/>
                </a:lnTo>
                <a:lnTo>
                  <a:pt x="4386" y="4280"/>
                </a:lnTo>
                <a:lnTo>
                  <a:pt x="4151" y="4259"/>
                </a:lnTo>
                <a:lnTo>
                  <a:pt x="3937" y="4237"/>
                </a:lnTo>
                <a:lnTo>
                  <a:pt x="3702" y="4237"/>
                </a:lnTo>
                <a:lnTo>
                  <a:pt x="3488" y="4280"/>
                </a:lnTo>
                <a:lnTo>
                  <a:pt x="3402" y="4323"/>
                </a:lnTo>
                <a:lnTo>
                  <a:pt x="3188" y="4323"/>
                </a:lnTo>
                <a:lnTo>
                  <a:pt x="3081" y="4301"/>
                </a:lnTo>
                <a:lnTo>
                  <a:pt x="2867" y="4237"/>
                </a:lnTo>
                <a:close/>
                <a:moveTo>
                  <a:pt x="2268" y="5050"/>
                </a:moveTo>
                <a:lnTo>
                  <a:pt x="2140" y="5072"/>
                </a:lnTo>
                <a:lnTo>
                  <a:pt x="2033" y="5114"/>
                </a:lnTo>
                <a:lnTo>
                  <a:pt x="1926" y="5157"/>
                </a:lnTo>
                <a:lnTo>
                  <a:pt x="1819" y="5200"/>
                </a:lnTo>
                <a:lnTo>
                  <a:pt x="1584" y="5200"/>
                </a:lnTo>
                <a:lnTo>
                  <a:pt x="1562" y="5221"/>
                </a:lnTo>
                <a:lnTo>
                  <a:pt x="1562" y="5243"/>
                </a:lnTo>
                <a:lnTo>
                  <a:pt x="1584" y="5264"/>
                </a:lnTo>
                <a:lnTo>
                  <a:pt x="1605" y="5307"/>
                </a:lnTo>
                <a:lnTo>
                  <a:pt x="1691" y="5328"/>
                </a:lnTo>
                <a:lnTo>
                  <a:pt x="1798" y="5328"/>
                </a:lnTo>
                <a:lnTo>
                  <a:pt x="1926" y="5307"/>
                </a:lnTo>
                <a:lnTo>
                  <a:pt x="2161" y="5243"/>
                </a:lnTo>
                <a:lnTo>
                  <a:pt x="2268" y="5221"/>
                </a:lnTo>
                <a:lnTo>
                  <a:pt x="2332" y="5221"/>
                </a:lnTo>
                <a:lnTo>
                  <a:pt x="2546" y="5264"/>
                </a:lnTo>
                <a:lnTo>
                  <a:pt x="2653" y="5286"/>
                </a:lnTo>
                <a:lnTo>
                  <a:pt x="2760" y="5286"/>
                </a:lnTo>
                <a:lnTo>
                  <a:pt x="2974" y="5243"/>
                </a:lnTo>
                <a:lnTo>
                  <a:pt x="3124" y="5200"/>
                </a:lnTo>
                <a:lnTo>
                  <a:pt x="3188" y="5179"/>
                </a:lnTo>
                <a:lnTo>
                  <a:pt x="3146" y="5136"/>
                </a:lnTo>
                <a:lnTo>
                  <a:pt x="3081" y="5093"/>
                </a:lnTo>
                <a:lnTo>
                  <a:pt x="2910" y="5093"/>
                </a:lnTo>
                <a:lnTo>
                  <a:pt x="2782" y="5114"/>
                </a:lnTo>
                <a:lnTo>
                  <a:pt x="2653" y="5136"/>
                </a:lnTo>
                <a:lnTo>
                  <a:pt x="2568" y="5114"/>
                </a:lnTo>
                <a:lnTo>
                  <a:pt x="2461" y="5093"/>
                </a:lnTo>
                <a:lnTo>
                  <a:pt x="2375" y="5072"/>
                </a:lnTo>
                <a:lnTo>
                  <a:pt x="2268" y="5050"/>
                </a:lnTo>
                <a:close/>
                <a:moveTo>
                  <a:pt x="4515" y="6034"/>
                </a:moveTo>
                <a:lnTo>
                  <a:pt x="4558" y="6120"/>
                </a:lnTo>
                <a:lnTo>
                  <a:pt x="4579" y="6270"/>
                </a:lnTo>
                <a:lnTo>
                  <a:pt x="4579" y="6313"/>
                </a:lnTo>
                <a:lnTo>
                  <a:pt x="4558" y="6377"/>
                </a:lnTo>
                <a:lnTo>
                  <a:pt x="4536" y="6398"/>
                </a:lnTo>
                <a:lnTo>
                  <a:pt x="4451" y="6398"/>
                </a:lnTo>
                <a:lnTo>
                  <a:pt x="4429" y="6377"/>
                </a:lnTo>
                <a:lnTo>
                  <a:pt x="4408" y="6334"/>
                </a:lnTo>
                <a:lnTo>
                  <a:pt x="4451" y="6206"/>
                </a:lnTo>
                <a:lnTo>
                  <a:pt x="4493" y="6077"/>
                </a:lnTo>
                <a:lnTo>
                  <a:pt x="4515" y="6034"/>
                </a:lnTo>
                <a:close/>
                <a:moveTo>
                  <a:pt x="5627" y="5478"/>
                </a:moveTo>
                <a:lnTo>
                  <a:pt x="5585" y="5500"/>
                </a:lnTo>
                <a:lnTo>
                  <a:pt x="5520" y="5542"/>
                </a:lnTo>
                <a:lnTo>
                  <a:pt x="5478" y="5606"/>
                </a:lnTo>
                <a:lnTo>
                  <a:pt x="5478" y="5692"/>
                </a:lnTo>
                <a:lnTo>
                  <a:pt x="5478" y="5756"/>
                </a:lnTo>
                <a:lnTo>
                  <a:pt x="5478" y="5842"/>
                </a:lnTo>
                <a:lnTo>
                  <a:pt x="5499" y="5992"/>
                </a:lnTo>
                <a:lnTo>
                  <a:pt x="5499" y="6077"/>
                </a:lnTo>
                <a:lnTo>
                  <a:pt x="5478" y="6141"/>
                </a:lnTo>
                <a:lnTo>
                  <a:pt x="5435" y="6184"/>
                </a:lnTo>
                <a:lnTo>
                  <a:pt x="5392" y="6227"/>
                </a:lnTo>
                <a:lnTo>
                  <a:pt x="5306" y="6291"/>
                </a:lnTo>
                <a:lnTo>
                  <a:pt x="5264" y="6313"/>
                </a:lnTo>
                <a:lnTo>
                  <a:pt x="5242" y="6355"/>
                </a:lnTo>
                <a:lnTo>
                  <a:pt x="5242" y="6420"/>
                </a:lnTo>
                <a:lnTo>
                  <a:pt x="5264" y="6484"/>
                </a:lnTo>
                <a:lnTo>
                  <a:pt x="5306" y="6527"/>
                </a:lnTo>
                <a:lnTo>
                  <a:pt x="5371" y="6548"/>
                </a:lnTo>
                <a:lnTo>
                  <a:pt x="5435" y="6569"/>
                </a:lnTo>
                <a:lnTo>
                  <a:pt x="5499" y="6591"/>
                </a:lnTo>
                <a:lnTo>
                  <a:pt x="5542" y="6655"/>
                </a:lnTo>
                <a:lnTo>
                  <a:pt x="5563" y="6698"/>
                </a:lnTo>
                <a:lnTo>
                  <a:pt x="5563" y="6762"/>
                </a:lnTo>
                <a:lnTo>
                  <a:pt x="5606" y="6826"/>
                </a:lnTo>
                <a:lnTo>
                  <a:pt x="5649" y="6869"/>
                </a:lnTo>
                <a:lnTo>
                  <a:pt x="5692" y="6890"/>
                </a:lnTo>
                <a:lnTo>
                  <a:pt x="5734" y="6912"/>
                </a:lnTo>
                <a:lnTo>
                  <a:pt x="5820" y="6912"/>
                </a:lnTo>
                <a:lnTo>
                  <a:pt x="5863" y="6869"/>
                </a:lnTo>
                <a:lnTo>
                  <a:pt x="5906" y="6826"/>
                </a:lnTo>
                <a:lnTo>
                  <a:pt x="5927" y="6783"/>
                </a:lnTo>
                <a:lnTo>
                  <a:pt x="5948" y="6698"/>
                </a:lnTo>
                <a:lnTo>
                  <a:pt x="5927" y="6633"/>
                </a:lnTo>
                <a:lnTo>
                  <a:pt x="5927" y="6548"/>
                </a:lnTo>
                <a:lnTo>
                  <a:pt x="5927" y="6462"/>
                </a:lnTo>
                <a:lnTo>
                  <a:pt x="5970" y="6441"/>
                </a:lnTo>
                <a:lnTo>
                  <a:pt x="5991" y="6398"/>
                </a:lnTo>
                <a:lnTo>
                  <a:pt x="6077" y="6355"/>
                </a:lnTo>
                <a:lnTo>
                  <a:pt x="6141" y="6248"/>
                </a:lnTo>
                <a:lnTo>
                  <a:pt x="6162" y="6206"/>
                </a:lnTo>
                <a:lnTo>
                  <a:pt x="6162" y="6141"/>
                </a:lnTo>
                <a:lnTo>
                  <a:pt x="6141" y="6099"/>
                </a:lnTo>
                <a:lnTo>
                  <a:pt x="6120" y="6056"/>
                </a:lnTo>
                <a:lnTo>
                  <a:pt x="6055" y="6034"/>
                </a:lnTo>
                <a:lnTo>
                  <a:pt x="5991" y="6013"/>
                </a:lnTo>
                <a:lnTo>
                  <a:pt x="5884" y="5970"/>
                </a:lnTo>
                <a:lnTo>
                  <a:pt x="5863" y="5949"/>
                </a:lnTo>
                <a:lnTo>
                  <a:pt x="5841" y="5927"/>
                </a:lnTo>
                <a:lnTo>
                  <a:pt x="5820" y="5713"/>
                </a:lnTo>
                <a:lnTo>
                  <a:pt x="5777" y="5585"/>
                </a:lnTo>
                <a:lnTo>
                  <a:pt x="5713" y="5500"/>
                </a:lnTo>
                <a:lnTo>
                  <a:pt x="5670" y="5478"/>
                </a:lnTo>
                <a:close/>
                <a:moveTo>
                  <a:pt x="4408" y="5307"/>
                </a:moveTo>
                <a:lnTo>
                  <a:pt x="4344" y="5328"/>
                </a:lnTo>
                <a:lnTo>
                  <a:pt x="4301" y="5371"/>
                </a:lnTo>
                <a:lnTo>
                  <a:pt x="4258" y="5435"/>
                </a:lnTo>
                <a:lnTo>
                  <a:pt x="4194" y="5564"/>
                </a:lnTo>
                <a:lnTo>
                  <a:pt x="4151" y="5735"/>
                </a:lnTo>
                <a:lnTo>
                  <a:pt x="4108" y="6120"/>
                </a:lnTo>
                <a:lnTo>
                  <a:pt x="4087" y="6270"/>
                </a:lnTo>
                <a:lnTo>
                  <a:pt x="4066" y="6398"/>
                </a:lnTo>
                <a:lnTo>
                  <a:pt x="4023" y="6462"/>
                </a:lnTo>
                <a:lnTo>
                  <a:pt x="3980" y="6527"/>
                </a:lnTo>
                <a:lnTo>
                  <a:pt x="3894" y="6591"/>
                </a:lnTo>
                <a:lnTo>
                  <a:pt x="3787" y="6633"/>
                </a:lnTo>
                <a:lnTo>
                  <a:pt x="3723" y="6676"/>
                </a:lnTo>
                <a:lnTo>
                  <a:pt x="3680" y="6740"/>
                </a:lnTo>
                <a:lnTo>
                  <a:pt x="3659" y="6783"/>
                </a:lnTo>
                <a:lnTo>
                  <a:pt x="3638" y="6826"/>
                </a:lnTo>
                <a:lnTo>
                  <a:pt x="3638" y="6869"/>
                </a:lnTo>
                <a:lnTo>
                  <a:pt x="3659" y="6890"/>
                </a:lnTo>
                <a:lnTo>
                  <a:pt x="3723" y="6933"/>
                </a:lnTo>
                <a:lnTo>
                  <a:pt x="3787" y="6976"/>
                </a:lnTo>
                <a:lnTo>
                  <a:pt x="3852" y="7061"/>
                </a:lnTo>
                <a:lnTo>
                  <a:pt x="3873" y="7126"/>
                </a:lnTo>
                <a:lnTo>
                  <a:pt x="3873" y="7190"/>
                </a:lnTo>
                <a:lnTo>
                  <a:pt x="3830" y="7318"/>
                </a:lnTo>
                <a:lnTo>
                  <a:pt x="3809" y="7425"/>
                </a:lnTo>
                <a:lnTo>
                  <a:pt x="3787" y="7554"/>
                </a:lnTo>
                <a:lnTo>
                  <a:pt x="3787" y="7618"/>
                </a:lnTo>
                <a:lnTo>
                  <a:pt x="3787" y="7682"/>
                </a:lnTo>
                <a:lnTo>
                  <a:pt x="3830" y="7725"/>
                </a:lnTo>
                <a:lnTo>
                  <a:pt x="3873" y="7746"/>
                </a:lnTo>
                <a:lnTo>
                  <a:pt x="3980" y="7746"/>
                </a:lnTo>
                <a:lnTo>
                  <a:pt x="4087" y="7682"/>
                </a:lnTo>
                <a:lnTo>
                  <a:pt x="4172" y="7596"/>
                </a:lnTo>
                <a:lnTo>
                  <a:pt x="4237" y="7532"/>
                </a:lnTo>
                <a:lnTo>
                  <a:pt x="4279" y="7468"/>
                </a:lnTo>
                <a:lnTo>
                  <a:pt x="4279" y="7382"/>
                </a:lnTo>
                <a:lnTo>
                  <a:pt x="4301" y="7233"/>
                </a:lnTo>
                <a:lnTo>
                  <a:pt x="4301" y="7061"/>
                </a:lnTo>
                <a:lnTo>
                  <a:pt x="4322" y="6976"/>
                </a:lnTo>
                <a:lnTo>
                  <a:pt x="4365" y="6912"/>
                </a:lnTo>
                <a:lnTo>
                  <a:pt x="4451" y="6826"/>
                </a:lnTo>
                <a:lnTo>
                  <a:pt x="4558" y="6762"/>
                </a:lnTo>
                <a:lnTo>
                  <a:pt x="4600" y="6740"/>
                </a:lnTo>
                <a:lnTo>
                  <a:pt x="4665" y="6740"/>
                </a:lnTo>
                <a:lnTo>
                  <a:pt x="4707" y="6762"/>
                </a:lnTo>
                <a:lnTo>
                  <a:pt x="4772" y="6805"/>
                </a:lnTo>
                <a:lnTo>
                  <a:pt x="4793" y="6847"/>
                </a:lnTo>
                <a:lnTo>
                  <a:pt x="4836" y="6912"/>
                </a:lnTo>
                <a:lnTo>
                  <a:pt x="4857" y="7083"/>
                </a:lnTo>
                <a:lnTo>
                  <a:pt x="4900" y="7233"/>
                </a:lnTo>
                <a:lnTo>
                  <a:pt x="4943" y="7382"/>
                </a:lnTo>
                <a:lnTo>
                  <a:pt x="5007" y="7489"/>
                </a:lnTo>
                <a:lnTo>
                  <a:pt x="5028" y="7511"/>
                </a:lnTo>
                <a:lnTo>
                  <a:pt x="5071" y="7532"/>
                </a:lnTo>
                <a:lnTo>
                  <a:pt x="5135" y="7532"/>
                </a:lnTo>
                <a:lnTo>
                  <a:pt x="5264" y="7447"/>
                </a:lnTo>
                <a:lnTo>
                  <a:pt x="5328" y="7361"/>
                </a:lnTo>
                <a:lnTo>
                  <a:pt x="5371" y="7275"/>
                </a:lnTo>
                <a:lnTo>
                  <a:pt x="5371" y="7168"/>
                </a:lnTo>
                <a:lnTo>
                  <a:pt x="5328" y="7040"/>
                </a:lnTo>
                <a:lnTo>
                  <a:pt x="5285" y="6912"/>
                </a:lnTo>
                <a:lnTo>
                  <a:pt x="5242" y="6783"/>
                </a:lnTo>
                <a:lnTo>
                  <a:pt x="5178" y="6676"/>
                </a:lnTo>
                <a:lnTo>
                  <a:pt x="5135" y="6548"/>
                </a:lnTo>
                <a:lnTo>
                  <a:pt x="5135" y="6398"/>
                </a:lnTo>
                <a:lnTo>
                  <a:pt x="5114" y="6334"/>
                </a:lnTo>
                <a:lnTo>
                  <a:pt x="5093" y="6248"/>
                </a:lnTo>
                <a:lnTo>
                  <a:pt x="5050" y="6206"/>
                </a:lnTo>
                <a:lnTo>
                  <a:pt x="4986" y="6141"/>
                </a:lnTo>
                <a:lnTo>
                  <a:pt x="4943" y="6034"/>
                </a:lnTo>
                <a:lnTo>
                  <a:pt x="4900" y="5927"/>
                </a:lnTo>
                <a:lnTo>
                  <a:pt x="4793" y="5649"/>
                </a:lnTo>
                <a:lnTo>
                  <a:pt x="4750" y="5521"/>
                </a:lnTo>
                <a:lnTo>
                  <a:pt x="4665" y="5414"/>
                </a:lnTo>
                <a:lnTo>
                  <a:pt x="4579" y="5328"/>
                </a:lnTo>
                <a:lnTo>
                  <a:pt x="4536" y="5307"/>
                </a:lnTo>
                <a:close/>
                <a:moveTo>
                  <a:pt x="2632" y="429"/>
                </a:moveTo>
                <a:lnTo>
                  <a:pt x="2889" y="450"/>
                </a:lnTo>
                <a:lnTo>
                  <a:pt x="3124" y="472"/>
                </a:lnTo>
                <a:lnTo>
                  <a:pt x="3702" y="472"/>
                </a:lnTo>
                <a:lnTo>
                  <a:pt x="4258" y="514"/>
                </a:lnTo>
                <a:lnTo>
                  <a:pt x="4793" y="536"/>
                </a:lnTo>
                <a:lnTo>
                  <a:pt x="5306" y="557"/>
                </a:lnTo>
                <a:lnTo>
                  <a:pt x="5820" y="600"/>
                </a:lnTo>
                <a:lnTo>
                  <a:pt x="5970" y="600"/>
                </a:lnTo>
                <a:lnTo>
                  <a:pt x="6077" y="621"/>
                </a:lnTo>
                <a:lnTo>
                  <a:pt x="6098" y="621"/>
                </a:lnTo>
                <a:lnTo>
                  <a:pt x="6141" y="664"/>
                </a:lnTo>
                <a:lnTo>
                  <a:pt x="6162" y="707"/>
                </a:lnTo>
                <a:lnTo>
                  <a:pt x="6184" y="771"/>
                </a:lnTo>
                <a:lnTo>
                  <a:pt x="6205" y="1006"/>
                </a:lnTo>
                <a:lnTo>
                  <a:pt x="6226" y="1263"/>
                </a:lnTo>
                <a:lnTo>
                  <a:pt x="6205" y="1777"/>
                </a:lnTo>
                <a:lnTo>
                  <a:pt x="6226" y="2354"/>
                </a:lnTo>
                <a:lnTo>
                  <a:pt x="6248" y="2932"/>
                </a:lnTo>
                <a:lnTo>
                  <a:pt x="6248" y="5542"/>
                </a:lnTo>
                <a:lnTo>
                  <a:pt x="6269" y="6869"/>
                </a:lnTo>
                <a:lnTo>
                  <a:pt x="6291" y="7511"/>
                </a:lnTo>
                <a:lnTo>
                  <a:pt x="6269" y="7832"/>
                </a:lnTo>
                <a:lnTo>
                  <a:pt x="6248" y="7981"/>
                </a:lnTo>
                <a:lnTo>
                  <a:pt x="6205" y="8153"/>
                </a:lnTo>
                <a:lnTo>
                  <a:pt x="6184" y="8174"/>
                </a:lnTo>
                <a:lnTo>
                  <a:pt x="6141" y="8195"/>
                </a:lnTo>
                <a:lnTo>
                  <a:pt x="6055" y="8238"/>
                </a:lnTo>
                <a:lnTo>
                  <a:pt x="5906" y="8260"/>
                </a:lnTo>
                <a:lnTo>
                  <a:pt x="5413" y="8260"/>
                </a:lnTo>
                <a:lnTo>
                  <a:pt x="5199" y="8238"/>
                </a:lnTo>
                <a:lnTo>
                  <a:pt x="4857" y="8217"/>
                </a:lnTo>
                <a:lnTo>
                  <a:pt x="4515" y="8217"/>
                </a:lnTo>
                <a:lnTo>
                  <a:pt x="3830" y="8260"/>
                </a:lnTo>
                <a:lnTo>
                  <a:pt x="3167" y="8281"/>
                </a:lnTo>
                <a:lnTo>
                  <a:pt x="2504" y="8302"/>
                </a:lnTo>
                <a:lnTo>
                  <a:pt x="2268" y="8324"/>
                </a:lnTo>
                <a:lnTo>
                  <a:pt x="2119" y="8324"/>
                </a:lnTo>
                <a:lnTo>
                  <a:pt x="2076" y="8302"/>
                </a:lnTo>
                <a:lnTo>
                  <a:pt x="2033" y="8281"/>
                </a:lnTo>
                <a:lnTo>
                  <a:pt x="2012" y="8217"/>
                </a:lnTo>
                <a:lnTo>
                  <a:pt x="2012" y="8153"/>
                </a:lnTo>
                <a:lnTo>
                  <a:pt x="1990" y="8110"/>
                </a:lnTo>
                <a:lnTo>
                  <a:pt x="1969" y="8088"/>
                </a:lnTo>
                <a:lnTo>
                  <a:pt x="1883" y="8088"/>
                </a:lnTo>
                <a:lnTo>
                  <a:pt x="1798" y="8153"/>
                </a:lnTo>
                <a:lnTo>
                  <a:pt x="1626" y="8302"/>
                </a:lnTo>
                <a:lnTo>
                  <a:pt x="1541" y="8367"/>
                </a:lnTo>
                <a:lnTo>
                  <a:pt x="1455" y="8388"/>
                </a:lnTo>
                <a:lnTo>
                  <a:pt x="1412" y="8388"/>
                </a:lnTo>
                <a:lnTo>
                  <a:pt x="1391" y="8367"/>
                </a:lnTo>
                <a:lnTo>
                  <a:pt x="1348" y="8345"/>
                </a:lnTo>
                <a:lnTo>
                  <a:pt x="1327" y="8281"/>
                </a:lnTo>
                <a:lnTo>
                  <a:pt x="1327" y="8217"/>
                </a:lnTo>
                <a:lnTo>
                  <a:pt x="1348" y="8131"/>
                </a:lnTo>
                <a:lnTo>
                  <a:pt x="1348" y="8110"/>
                </a:lnTo>
                <a:lnTo>
                  <a:pt x="1348" y="8067"/>
                </a:lnTo>
                <a:lnTo>
                  <a:pt x="1327" y="8067"/>
                </a:lnTo>
                <a:lnTo>
                  <a:pt x="1263" y="8046"/>
                </a:lnTo>
                <a:lnTo>
                  <a:pt x="1220" y="8067"/>
                </a:lnTo>
                <a:lnTo>
                  <a:pt x="1177" y="8110"/>
                </a:lnTo>
                <a:lnTo>
                  <a:pt x="1092" y="8217"/>
                </a:lnTo>
                <a:lnTo>
                  <a:pt x="1006" y="8324"/>
                </a:lnTo>
                <a:lnTo>
                  <a:pt x="963" y="8367"/>
                </a:lnTo>
                <a:lnTo>
                  <a:pt x="920" y="8409"/>
                </a:lnTo>
                <a:lnTo>
                  <a:pt x="856" y="8431"/>
                </a:lnTo>
                <a:lnTo>
                  <a:pt x="792" y="8431"/>
                </a:lnTo>
                <a:lnTo>
                  <a:pt x="771" y="8409"/>
                </a:lnTo>
                <a:lnTo>
                  <a:pt x="771" y="8367"/>
                </a:lnTo>
                <a:lnTo>
                  <a:pt x="792" y="8281"/>
                </a:lnTo>
                <a:lnTo>
                  <a:pt x="856" y="8153"/>
                </a:lnTo>
                <a:lnTo>
                  <a:pt x="1049" y="7917"/>
                </a:lnTo>
                <a:lnTo>
                  <a:pt x="1156" y="7767"/>
                </a:lnTo>
                <a:lnTo>
                  <a:pt x="1156" y="7682"/>
                </a:lnTo>
                <a:lnTo>
                  <a:pt x="1134" y="7639"/>
                </a:lnTo>
                <a:lnTo>
                  <a:pt x="1070" y="7618"/>
                </a:lnTo>
                <a:lnTo>
                  <a:pt x="942" y="7618"/>
                </a:lnTo>
                <a:lnTo>
                  <a:pt x="856" y="7660"/>
                </a:lnTo>
                <a:lnTo>
                  <a:pt x="792" y="7703"/>
                </a:lnTo>
                <a:lnTo>
                  <a:pt x="749" y="7746"/>
                </a:lnTo>
                <a:lnTo>
                  <a:pt x="835" y="7575"/>
                </a:lnTo>
                <a:lnTo>
                  <a:pt x="878" y="7468"/>
                </a:lnTo>
                <a:lnTo>
                  <a:pt x="899" y="7404"/>
                </a:lnTo>
                <a:lnTo>
                  <a:pt x="899" y="7297"/>
                </a:lnTo>
                <a:lnTo>
                  <a:pt x="856" y="7275"/>
                </a:lnTo>
                <a:lnTo>
                  <a:pt x="835" y="7254"/>
                </a:lnTo>
                <a:lnTo>
                  <a:pt x="792" y="7297"/>
                </a:lnTo>
                <a:lnTo>
                  <a:pt x="685" y="7382"/>
                </a:lnTo>
                <a:lnTo>
                  <a:pt x="578" y="7468"/>
                </a:lnTo>
                <a:lnTo>
                  <a:pt x="557" y="7361"/>
                </a:lnTo>
                <a:lnTo>
                  <a:pt x="578" y="7254"/>
                </a:lnTo>
                <a:lnTo>
                  <a:pt x="621" y="7147"/>
                </a:lnTo>
                <a:lnTo>
                  <a:pt x="685" y="7040"/>
                </a:lnTo>
                <a:lnTo>
                  <a:pt x="835" y="6826"/>
                </a:lnTo>
                <a:lnTo>
                  <a:pt x="899" y="6719"/>
                </a:lnTo>
                <a:lnTo>
                  <a:pt x="942" y="6633"/>
                </a:lnTo>
                <a:lnTo>
                  <a:pt x="963" y="6484"/>
                </a:lnTo>
                <a:lnTo>
                  <a:pt x="942" y="6441"/>
                </a:lnTo>
                <a:lnTo>
                  <a:pt x="920" y="6420"/>
                </a:lnTo>
                <a:lnTo>
                  <a:pt x="899" y="6441"/>
                </a:lnTo>
                <a:lnTo>
                  <a:pt x="835" y="6462"/>
                </a:lnTo>
                <a:lnTo>
                  <a:pt x="706" y="6591"/>
                </a:lnTo>
                <a:lnTo>
                  <a:pt x="599" y="6655"/>
                </a:lnTo>
                <a:lnTo>
                  <a:pt x="599" y="6633"/>
                </a:lnTo>
                <a:lnTo>
                  <a:pt x="578" y="6591"/>
                </a:lnTo>
                <a:lnTo>
                  <a:pt x="557" y="6377"/>
                </a:lnTo>
                <a:lnTo>
                  <a:pt x="535" y="5713"/>
                </a:lnTo>
                <a:lnTo>
                  <a:pt x="578" y="4601"/>
                </a:lnTo>
                <a:lnTo>
                  <a:pt x="599" y="3446"/>
                </a:lnTo>
                <a:lnTo>
                  <a:pt x="599" y="2889"/>
                </a:lnTo>
                <a:lnTo>
                  <a:pt x="578" y="2632"/>
                </a:lnTo>
                <a:lnTo>
                  <a:pt x="557" y="2504"/>
                </a:lnTo>
                <a:lnTo>
                  <a:pt x="578" y="2397"/>
                </a:lnTo>
                <a:lnTo>
                  <a:pt x="599" y="2333"/>
                </a:lnTo>
                <a:lnTo>
                  <a:pt x="642" y="2290"/>
                </a:lnTo>
                <a:lnTo>
                  <a:pt x="728" y="2269"/>
                </a:lnTo>
                <a:lnTo>
                  <a:pt x="792" y="2269"/>
                </a:lnTo>
                <a:lnTo>
                  <a:pt x="1134" y="2247"/>
                </a:lnTo>
                <a:lnTo>
                  <a:pt x="1370" y="2226"/>
                </a:lnTo>
                <a:lnTo>
                  <a:pt x="1648" y="2226"/>
                </a:lnTo>
                <a:lnTo>
                  <a:pt x="1776" y="2205"/>
                </a:lnTo>
                <a:lnTo>
                  <a:pt x="1905" y="2162"/>
                </a:lnTo>
                <a:lnTo>
                  <a:pt x="2012" y="2119"/>
                </a:lnTo>
                <a:lnTo>
                  <a:pt x="2076" y="2033"/>
                </a:lnTo>
                <a:lnTo>
                  <a:pt x="2119" y="1948"/>
                </a:lnTo>
                <a:lnTo>
                  <a:pt x="2140" y="1819"/>
                </a:lnTo>
                <a:lnTo>
                  <a:pt x="2119" y="1691"/>
                </a:lnTo>
                <a:lnTo>
                  <a:pt x="2119" y="1563"/>
                </a:lnTo>
                <a:lnTo>
                  <a:pt x="2054" y="1285"/>
                </a:lnTo>
                <a:lnTo>
                  <a:pt x="2012" y="1071"/>
                </a:lnTo>
                <a:lnTo>
                  <a:pt x="1947" y="857"/>
                </a:lnTo>
                <a:lnTo>
                  <a:pt x="1926" y="750"/>
                </a:lnTo>
                <a:lnTo>
                  <a:pt x="1905" y="664"/>
                </a:lnTo>
                <a:lnTo>
                  <a:pt x="1926" y="600"/>
                </a:lnTo>
                <a:lnTo>
                  <a:pt x="1947" y="536"/>
                </a:lnTo>
                <a:lnTo>
                  <a:pt x="2033" y="472"/>
                </a:lnTo>
                <a:lnTo>
                  <a:pt x="2140" y="450"/>
                </a:lnTo>
                <a:lnTo>
                  <a:pt x="2397" y="429"/>
                </a:lnTo>
                <a:close/>
                <a:moveTo>
                  <a:pt x="6120" y="1"/>
                </a:moveTo>
                <a:lnTo>
                  <a:pt x="5863" y="44"/>
                </a:lnTo>
                <a:lnTo>
                  <a:pt x="5627" y="86"/>
                </a:lnTo>
                <a:lnTo>
                  <a:pt x="5413" y="108"/>
                </a:lnTo>
                <a:lnTo>
                  <a:pt x="5221" y="129"/>
                </a:lnTo>
                <a:lnTo>
                  <a:pt x="4814" y="129"/>
                </a:lnTo>
                <a:lnTo>
                  <a:pt x="4408" y="86"/>
                </a:lnTo>
                <a:lnTo>
                  <a:pt x="2589" y="86"/>
                </a:lnTo>
                <a:lnTo>
                  <a:pt x="2225" y="65"/>
                </a:lnTo>
                <a:lnTo>
                  <a:pt x="1691" y="65"/>
                </a:lnTo>
                <a:lnTo>
                  <a:pt x="1541" y="108"/>
                </a:lnTo>
                <a:lnTo>
                  <a:pt x="1391" y="193"/>
                </a:lnTo>
                <a:lnTo>
                  <a:pt x="1348" y="258"/>
                </a:lnTo>
                <a:lnTo>
                  <a:pt x="1284" y="322"/>
                </a:lnTo>
                <a:lnTo>
                  <a:pt x="878" y="857"/>
                </a:lnTo>
                <a:lnTo>
                  <a:pt x="664" y="1135"/>
                </a:lnTo>
                <a:lnTo>
                  <a:pt x="492" y="1413"/>
                </a:lnTo>
                <a:lnTo>
                  <a:pt x="343" y="1670"/>
                </a:lnTo>
                <a:lnTo>
                  <a:pt x="171" y="1926"/>
                </a:lnTo>
                <a:lnTo>
                  <a:pt x="65" y="2076"/>
                </a:lnTo>
                <a:lnTo>
                  <a:pt x="43" y="2162"/>
                </a:lnTo>
                <a:lnTo>
                  <a:pt x="22" y="2247"/>
                </a:lnTo>
                <a:lnTo>
                  <a:pt x="0" y="2376"/>
                </a:lnTo>
                <a:lnTo>
                  <a:pt x="0" y="2504"/>
                </a:lnTo>
                <a:lnTo>
                  <a:pt x="22" y="2739"/>
                </a:lnTo>
                <a:lnTo>
                  <a:pt x="43" y="3403"/>
                </a:lnTo>
                <a:lnTo>
                  <a:pt x="65" y="3724"/>
                </a:lnTo>
                <a:lnTo>
                  <a:pt x="65" y="4066"/>
                </a:lnTo>
                <a:lnTo>
                  <a:pt x="22" y="4900"/>
                </a:lnTo>
                <a:lnTo>
                  <a:pt x="22" y="5735"/>
                </a:lnTo>
                <a:lnTo>
                  <a:pt x="22" y="7254"/>
                </a:lnTo>
                <a:lnTo>
                  <a:pt x="22" y="7939"/>
                </a:lnTo>
                <a:lnTo>
                  <a:pt x="22" y="8367"/>
                </a:lnTo>
                <a:lnTo>
                  <a:pt x="0" y="8559"/>
                </a:lnTo>
                <a:lnTo>
                  <a:pt x="0" y="8666"/>
                </a:lnTo>
                <a:lnTo>
                  <a:pt x="0" y="8730"/>
                </a:lnTo>
                <a:lnTo>
                  <a:pt x="22" y="8794"/>
                </a:lnTo>
                <a:lnTo>
                  <a:pt x="65" y="8837"/>
                </a:lnTo>
                <a:lnTo>
                  <a:pt x="107" y="8859"/>
                </a:lnTo>
                <a:lnTo>
                  <a:pt x="171" y="8880"/>
                </a:lnTo>
                <a:lnTo>
                  <a:pt x="321" y="8901"/>
                </a:lnTo>
                <a:lnTo>
                  <a:pt x="471" y="8901"/>
                </a:lnTo>
                <a:lnTo>
                  <a:pt x="792" y="8837"/>
                </a:lnTo>
                <a:lnTo>
                  <a:pt x="1027" y="8794"/>
                </a:lnTo>
                <a:lnTo>
                  <a:pt x="1434" y="8773"/>
                </a:lnTo>
                <a:lnTo>
                  <a:pt x="1840" y="8773"/>
                </a:lnTo>
                <a:lnTo>
                  <a:pt x="2653" y="8794"/>
                </a:lnTo>
                <a:lnTo>
                  <a:pt x="3081" y="8773"/>
                </a:lnTo>
                <a:lnTo>
                  <a:pt x="3509" y="8752"/>
                </a:lnTo>
                <a:lnTo>
                  <a:pt x="3937" y="8709"/>
                </a:lnTo>
                <a:lnTo>
                  <a:pt x="4344" y="8687"/>
                </a:lnTo>
                <a:lnTo>
                  <a:pt x="4750" y="8687"/>
                </a:lnTo>
                <a:lnTo>
                  <a:pt x="5178" y="8709"/>
                </a:lnTo>
                <a:lnTo>
                  <a:pt x="5991" y="8773"/>
                </a:lnTo>
                <a:lnTo>
                  <a:pt x="6162" y="8794"/>
                </a:lnTo>
                <a:lnTo>
                  <a:pt x="6398" y="8794"/>
                </a:lnTo>
                <a:lnTo>
                  <a:pt x="6483" y="8773"/>
                </a:lnTo>
                <a:lnTo>
                  <a:pt x="6547" y="8730"/>
                </a:lnTo>
                <a:lnTo>
                  <a:pt x="6612" y="8666"/>
                </a:lnTo>
                <a:lnTo>
                  <a:pt x="6654" y="8581"/>
                </a:lnTo>
                <a:lnTo>
                  <a:pt x="6697" y="8495"/>
                </a:lnTo>
                <a:lnTo>
                  <a:pt x="6740" y="8260"/>
                </a:lnTo>
                <a:lnTo>
                  <a:pt x="6761" y="8046"/>
                </a:lnTo>
                <a:lnTo>
                  <a:pt x="6740" y="7832"/>
                </a:lnTo>
                <a:lnTo>
                  <a:pt x="6740" y="6013"/>
                </a:lnTo>
                <a:lnTo>
                  <a:pt x="6719" y="5264"/>
                </a:lnTo>
                <a:lnTo>
                  <a:pt x="6676" y="4494"/>
                </a:lnTo>
                <a:lnTo>
                  <a:pt x="6654" y="4109"/>
                </a:lnTo>
                <a:lnTo>
                  <a:pt x="6654" y="3702"/>
                </a:lnTo>
                <a:lnTo>
                  <a:pt x="6676" y="2932"/>
                </a:lnTo>
                <a:lnTo>
                  <a:pt x="6697" y="2183"/>
                </a:lnTo>
                <a:lnTo>
                  <a:pt x="6697" y="1456"/>
                </a:lnTo>
                <a:lnTo>
                  <a:pt x="6676" y="792"/>
                </a:lnTo>
                <a:lnTo>
                  <a:pt x="6697" y="472"/>
                </a:lnTo>
                <a:lnTo>
                  <a:pt x="6654" y="300"/>
                </a:lnTo>
                <a:lnTo>
                  <a:pt x="6633" y="236"/>
                </a:lnTo>
                <a:lnTo>
                  <a:pt x="6590" y="172"/>
                </a:lnTo>
                <a:lnTo>
                  <a:pt x="6483" y="65"/>
                </a:lnTo>
                <a:lnTo>
                  <a:pt x="6376" y="22"/>
                </a:lnTo>
                <a:lnTo>
                  <a:pt x="6248" y="1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2"/>
          <p:cNvSpPr/>
          <p:nvPr/>
        </p:nvSpPr>
        <p:spPr>
          <a:xfrm>
            <a:off x="4435194" y="1918990"/>
            <a:ext cx="273631" cy="275289"/>
          </a:xfrm>
          <a:custGeom>
            <a:rect b="b" l="l" r="r" t="t"/>
            <a:pathLst>
              <a:path extrusionOk="0" h="15938" w="15842">
                <a:moveTo>
                  <a:pt x="4794" y="7470"/>
                </a:moveTo>
                <a:lnTo>
                  <a:pt x="4867" y="7495"/>
                </a:lnTo>
                <a:lnTo>
                  <a:pt x="4940" y="7543"/>
                </a:lnTo>
                <a:lnTo>
                  <a:pt x="4989" y="7616"/>
                </a:lnTo>
                <a:lnTo>
                  <a:pt x="5013" y="7714"/>
                </a:lnTo>
                <a:lnTo>
                  <a:pt x="5013" y="7787"/>
                </a:lnTo>
                <a:lnTo>
                  <a:pt x="4989" y="7908"/>
                </a:lnTo>
                <a:lnTo>
                  <a:pt x="4916" y="7981"/>
                </a:lnTo>
                <a:lnTo>
                  <a:pt x="4843" y="8054"/>
                </a:lnTo>
                <a:lnTo>
                  <a:pt x="4721" y="8079"/>
                </a:lnTo>
                <a:lnTo>
                  <a:pt x="4600" y="8054"/>
                </a:lnTo>
                <a:lnTo>
                  <a:pt x="4527" y="7981"/>
                </a:lnTo>
                <a:lnTo>
                  <a:pt x="4454" y="7908"/>
                </a:lnTo>
                <a:lnTo>
                  <a:pt x="4429" y="7787"/>
                </a:lnTo>
                <a:lnTo>
                  <a:pt x="4454" y="7665"/>
                </a:lnTo>
                <a:lnTo>
                  <a:pt x="4527" y="7543"/>
                </a:lnTo>
                <a:lnTo>
                  <a:pt x="4600" y="7495"/>
                </a:lnTo>
                <a:lnTo>
                  <a:pt x="4697" y="7470"/>
                </a:lnTo>
                <a:close/>
                <a:moveTo>
                  <a:pt x="11169" y="7470"/>
                </a:moveTo>
                <a:lnTo>
                  <a:pt x="11242" y="7495"/>
                </a:lnTo>
                <a:lnTo>
                  <a:pt x="11315" y="7543"/>
                </a:lnTo>
                <a:lnTo>
                  <a:pt x="11364" y="7616"/>
                </a:lnTo>
                <a:lnTo>
                  <a:pt x="11388" y="7714"/>
                </a:lnTo>
                <a:lnTo>
                  <a:pt x="11388" y="7787"/>
                </a:lnTo>
                <a:lnTo>
                  <a:pt x="11364" y="7908"/>
                </a:lnTo>
                <a:lnTo>
                  <a:pt x="11291" y="7981"/>
                </a:lnTo>
                <a:lnTo>
                  <a:pt x="11218" y="8054"/>
                </a:lnTo>
                <a:lnTo>
                  <a:pt x="11096" y="8079"/>
                </a:lnTo>
                <a:lnTo>
                  <a:pt x="10975" y="8054"/>
                </a:lnTo>
                <a:lnTo>
                  <a:pt x="10902" y="7981"/>
                </a:lnTo>
                <a:lnTo>
                  <a:pt x="10829" y="7908"/>
                </a:lnTo>
                <a:lnTo>
                  <a:pt x="10804" y="7787"/>
                </a:lnTo>
                <a:lnTo>
                  <a:pt x="10829" y="7665"/>
                </a:lnTo>
                <a:lnTo>
                  <a:pt x="10902" y="7543"/>
                </a:lnTo>
                <a:lnTo>
                  <a:pt x="10975" y="7495"/>
                </a:lnTo>
                <a:lnTo>
                  <a:pt x="11072" y="7470"/>
                </a:lnTo>
                <a:close/>
                <a:moveTo>
                  <a:pt x="4770" y="7081"/>
                </a:moveTo>
                <a:lnTo>
                  <a:pt x="4600" y="7105"/>
                </a:lnTo>
                <a:lnTo>
                  <a:pt x="4429" y="7178"/>
                </a:lnTo>
                <a:lnTo>
                  <a:pt x="4308" y="7300"/>
                </a:lnTo>
                <a:lnTo>
                  <a:pt x="4186" y="7446"/>
                </a:lnTo>
                <a:lnTo>
                  <a:pt x="4113" y="7568"/>
                </a:lnTo>
                <a:lnTo>
                  <a:pt x="4064" y="7714"/>
                </a:lnTo>
                <a:lnTo>
                  <a:pt x="4016" y="7835"/>
                </a:lnTo>
                <a:lnTo>
                  <a:pt x="4016" y="7981"/>
                </a:lnTo>
                <a:lnTo>
                  <a:pt x="3967" y="8225"/>
                </a:lnTo>
                <a:lnTo>
                  <a:pt x="3967" y="8395"/>
                </a:lnTo>
                <a:lnTo>
                  <a:pt x="4016" y="8565"/>
                </a:lnTo>
                <a:lnTo>
                  <a:pt x="4064" y="8711"/>
                </a:lnTo>
                <a:lnTo>
                  <a:pt x="4162" y="8833"/>
                </a:lnTo>
                <a:lnTo>
                  <a:pt x="4259" y="8955"/>
                </a:lnTo>
                <a:lnTo>
                  <a:pt x="4381" y="9028"/>
                </a:lnTo>
                <a:lnTo>
                  <a:pt x="4527" y="9101"/>
                </a:lnTo>
                <a:lnTo>
                  <a:pt x="4697" y="9149"/>
                </a:lnTo>
                <a:lnTo>
                  <a:pt x="4892" y="9174"/>
                </a:lnTo>
                <a:lnTo>
                  <a:pt x="5062" y="9149"/>
                </a:lnTo>
                <a:lnTo>
                  <a:pt x="5232" y="9101"/>
                </a:lnTo>
                <a:lnTo>
                  <a:pt x="5378" y="9028"/>
                </a:lnTo>
                <a:lnTo>
                  <a:pt x="5500" y="8930"/>
                </a:lnTo>
                <a:lnTo>
                  <a:pt x="5622" y="8809"/>
                </a:lnTo>
                <a:lnTo>
                  <a:pt x="5719" y="8663"/>
                </a:lnTo>
                <a:lnTo>
                  <a:pt x="5792" y="8517"/>
                </a:lnTo>
                <a:lnTo>
                  <a:pt x="5841" y="8346"/>
                </a:lnTo>
                <a:lnTo>
                  <a:pt x="5865" y="8176"/>
                </a:lnTo>
                <a:lnTo>
                  <a:pt x="5841" y="8006"/>
                </a:lnTo>
                <a:lnTo>
                  <a:pt x="5816" y="7835"/>
                </a:lnTo>
                <a:lnTo>
                  <a:pt x="5768" y="7689"/>
                </a:lnTo>
                <a:lnTo>
                  <a:pt x="5695" y="7519"/>
                </a:lnTo>
                <a:lnTo>
                  <a:pt x="5573" y="7397"/>
                </a:lnTo>
                <a:lnTo>
                  <a:pt x="5427" y="7251"/>
                </a:lnTo>
                <a:lnTo>
                  <a:pt x="5281" y="7154"/>
                </a:lnTo>
                <a:lnTo>
                  <a:pt x="5111" y="7105"/>
                </a:lnTo>
                <a:lnTo>
                  <a:pt x="4940" y="7081"/>
                </a:lnTo>
                <a:close/>
                <a:moveTo>
                  <a:pt x="11145" y="7081"/>
                </a:moveTo>
                <a:lnTo>
                  <a:pt x="10975" y="7105"/>
                </a:lnTo>
                <a:lnTo>
                  <a:pt x="10804" y="7178"/>
                </a:lnTo>
                <a:lnTo>
                  <a:pt x="10683" y="7300"/>
                </a:lnTo>
                <a:lnTo>
                  <a:pt x="10561" y="7446"/>
                </a:lnTo>
                <a:lnTo>
                  <a:pt x="10488" y="7568"/>
                </a:lnTo>
                <a:lnTo>
                  <a:pt x="10439" y="7714"/>
                </a:lnTo>
                <a:lnTo>
                  <a:pt x="10391" y="7835"/>
                </a:lnTo>
                <a:lnTo>
                  <a:pt x="10391" y="7981"/>
                </a:lnTo>
                <a:lnTo>
                  <a:pt x="10342" y="8225"/>
                </a:lnTo>
                <a:lnTo>
                  <a:pt x="10342" y="8395"/>
                </a:lnTo>
                <a:lnTo>
                  <a:pt x="10391" y="8565"/>
                </a:lnTo>
                <a:lnTo>
                  <a:pt x="10439" y="8711"/>
                </a:lnTo>
                <a:lnTo>
                  <a:pt x="10537" y="8833"/>
                </a:lnTo>
                <a:lnTo>
                  <a:pt x="10634" y="8955"/>
                </a:lnTo>
                <a:lnTo>
                  <a:pt x="10756" y="9028"/>
                </a:lnTo>
                <a:lnTo>
                  <a:pt x="10902" y="9101"/>
                </a:lnTo>
                <a:lnTo>
                  <a:pt x="11072" y="9149"/>
                </a:lnTo>
                <a:lnTo>
                  <a:pt x="11267" y="9174"/>
                </a:lnTo>
                <a:lnTo>
                  <a:pt x="11437" y="9149"/>
                </a:lnTo>
                <a:lnTo>
                  <a:pt x="11607" y="9101"/>
                </a:lnTo>
                <a:lnTo>
                  <a:pt x="11753" y="9028"/>
                </a:lnTo>
                <a:lnTo>
                  <a:pt x="11875" y="8930"/>
                </a:lnTo>
                <a:lnTo>
                  <a:pt x="11997" y="8809"/>
                </a:lnTo>
                <a:lnTo>
                  <a:pt x="12094" y="8663"/>
                </a:lnTo>
                <a:lnTo>
                  <a:pt x="12167" y="8517"/>
                </a:lnTo>
                <a:lnTo>
                  <a:pt x="12216" y="8346"/>
                </a:lnTo>
                <a:lnTo>
                  <a:pt x="12240" y="8176"/>
                </a:lnTo>
                <a:lnTo>
                  <a:pt x="12216" y="8006"/>
                </a:lnTo>
                <a:lnTo>
                  <a:pt x="12191" y="7835"/>
                </a:lnTo>
                <a:lnTo>
                  <a:pt x="12143" y="7689"/>
                </a:lnTo>
                <a:lnTo>
                  <a:pt x="12070" y="7519"/>
                </a:lnTo>
                <a:lnTo>
                  <a:pt x="11948" y="7397"/>
                </a:lnTo>
                <a:lnTo>
                  <a:pt x="11802" y="7251"/>
                </a:lnTo>
                <a:lnTo>
                  <a:pt x="11656" y="7154"/>
                </a:lnTo>
                <a:lnTo>
                  <a:pt x="11486" y="7105"/>
                </a:lnTo>
                <a:lnTo>
                  <a:pt x="11315" y="7081"/>
                </a:lnTo>
                <a:close/>
                <a:moveTo>
                  <a:pt x="11972" y="10925"/>
                </a:moveTo>
                <a:lnTo>
                  <a:pt x="11875" y="10974"/>
                </a:lnTo>
                <a:lnTo>
                  <a:pt x="11778" y="11047"/>
                </a:lnTo>
                <a:lnTo>
                  <a:pt x="11607" y="11290"/>
                </a:lnTo>
                <a:lnTo>
                  <a:pt x="11413" y="11485"/>
                </a:lnTo>
                <a:lnTo>
                  <a:pt x="11194" y="11680"/>
                </a:lnTo>
                <a:lnTo>
                  <a:pt x="10950" y="11850"/>
                </a:lnTo>
                <a:lnTo>
                  <a:pt x="10707" y="11996"/>
                </a:lnTo>
                <a:lnTo>
                  <a:pt x="10439" y="12118"/>
                </a:lnTo>
                <a:lnTo>
                  <a:pt x="10172" y="12215"/>
                </a:lnTo>
                <a:lnTo>
                  <a:pt x="9880" y="12312"/>
                </a:lnTo>
                <a:lnTo>
                  <a:pt x="9588" y="12385"/>
                </a:lnTo>
                <a:lnTo>
                  <a:pt x="9296" y="12434"/>
                </a:lnTo>
                <a:lnTo>
                  <a:pt x="8712" y="12507"/>
                </a:lnTo>
                <a:lnTo>
                  <a:pt x="8128" y="12531"/>
                </a:lnTo>
                <a:lnTo>
                  <a:pt x="7568" y="12507"/>
                </a:lnTo>
                <a:lnTo>
                  <a:pt x="7325" y="12483"/>
                </a:lnTo>
                <a:lnTo>
                  <a:pt x="7106" y="12434"/>
                </a:lnTo>
                <a:lnTo>
                  <a:pt x="6668" y="12312"/>
                </a:lnTo>
                <a:lnTo>
                  <a:pt x="6230" y="12166"/>
                </a:lnTo>
                <a:lnTo>
                  <a:pt x="5816" y="11996"/>
                </a:lnTo>
                <a:lnTo>
                  <a:pt x="5427" y="11826"/>
                </a:lnTo>
                <a:lnTo>
                  <a:pt x="5013" y="11631"/>
                </a:lnTo>
                <a:lnTo>
                  <a:pt x="4794" y="11509"/>
                </a:lnTo>
                <a:lnTo>
                  <a:pt x="4600" y="11388"/>
                </a:lnTo>
                <a:lnTo>
                  <a:pt x="4454" y="11242"/>
                </a:lnTo>
                <a:lnTo>
                  <a:pt x="4308" y="11096"/>
                </a:lnTo>
                <a:lnTo>
                  <a:pt x="4259" y="11047"/>
                </a:lnTo>
                <a:lnTo>
                  <a:pt x="4210" y="11023"/>
                </a:lnTo>
                <a:lnTo>
                  <a:pt x="4089" y="11023"/>
                </a:lnTo>
                <a:lnTo>
                  <a:pt x="4040" y="11071"/>
                </a:lnTo>
                <a:lnTo>
                  <a:pt x="3991" y="11096"/>
                </a:lnTo>
                <a:lnTo>
                  <a:pt x="3991" y="11169"/>
                </a:lnTo>
                <a:lnTo>
                  <a:pt x="3991" y="11242"/>
                </a:lnTo>
                <a:lnTo>
                  <a:pt x="4016" y="11339"/>
                </a:lnTo>
                <a:lnTo>
                  <a:pt x="4064" y="11436"/>
                </a:lnTo>
                <a:lnTo>
                  <a:pt x="4210" y="11631"/>
                </a:lnTo>
                <a:lnTo>
                  <a:pt x="4381" y="11801"/>
                </a:lnTo>
                <a:lnTo>
                  <a:pt x="4575" y="11947"/>
                </a:lnTo>
                <a:lnTo>
                  <a:pt x="4794" y="12069"/>
                </a:lnTo>
                <a:lnTo>
                  <a:pt x="5038" y="12191"/>
                </a:lnTo>
                <a:lnTo>
                  <a:pt x="5451" y="12385"/>
                </a:lnTo>
                <a:lnTo>
                  <a:pt x="5938" y="12604"/>
                </a:lnTo>
                <a:lnTo>
                  <a:pt x="6424" y="12799"/>
                </a:lnTo>
                <a:lnTo>
                  <a:pt x="6935" y="12945"/>
                </a:lnTo>
                <a:lnTo>
                  <a:pt x="7446" y="13042"/>
                </a:lnTo>
                <a:lnTo>
                  <a:pt x="7763" y="13067"/>
                </a:lnTo>
                <a:lnTo>
                  <a:pt x="8079" y="13091"/>
                </a:lnTo>
                <a:lnTo>
                  <a:pt x="8420" y="13091"/>
                </a:lnTo>
                <a:lnTo>
                  <a:pt x="8760" y="13067"/>
                </a:lnTo>
                <a:lnTo>
                  <a:pt x="9101" y="13042"/>
                </a:lnTo>
                <a:lnTo>
                  <a:pt x="9442" y="12969"/>
                </a:lnTo>
                <a:lnTo>
                  <a:pt x="9758" y="12896"/>
                </a:lnTo>
                <a:lnTo>
                  <a:pt x="10099" y="12799"/>
                </a:lnTo>
                <a:lnTo>
                  <a:pt x="10415" y="12702"/>
                </a:lnTo>
                <a:lnTo>
                  <a:pt x="10731" y="12556"/>
                </a:lnTo>
                <a:lnTo>
                  <a:pt x="11023" y="12410"/>
                </a:lnTo>
                <a:lnTo>
                  <a:pt x="11315" y="12239"/>
                </a:lnTo>
                <a:lnTo>
                  <a:pt x="11583" y="12045"/>
                </a:lnTo>
                <a:lnTo>
                  <a:pt x="11826" y="11826"/>
                </a:lnTo>
                <a:lnTo>
                  <a:pt x="12045" y="11582"/>
                </a:lnTo>
                <a:lnTo>
                  <a:pt x="12264" y="11339"/>
                </a:lnTo>
                <a:lnTo>
                  <a:pt x="12313" y="11217"/>
                </a:lnTo>
                <a:lnTo>
                  <a:pt x="12289" y="11120"/>
                </a:lnTo>
                <a:lnTo>
                  <a:pt x="12240" y="11047"/>
                </a:lnTo>
                <a:lnTo>
                  <a:pt x="12167" y="10974"/>
                </a:lnTo>
                <a:lnTo>
                  <a:pt x="12070" y="10950"/>
                </a:lnTo>
                <a:lnTo>
                  <a:pt x="11972" y="10925"/>
                </a:lnTo>
                <a:close/>
                <a:moveTo>
                  <a:pt x="8493" y="682"/>
                </a:moveTo>
                <a:lnTo>
                  <a:pt x="8663" y="706"/>
                </a:lnTo>
                <a:lnTo>
                  <a:pt x="9101" y="755"/>
                </a:lnTo>
                <a:lnTo>
                  <a:pt x="9539" y="803"/>
                </a:lnTo>
                <a:lnTo>
                  <a:pt x="10001" y="901"/>
                </a:lnTo>
                <a:lnTo>
                  <a:pt x="10439" y="1022"/>
                </a:lnTo>
                <a:lnTo>
                  <a:pt x="10780" y="1120"/>
                </a:lnTo>
                <a:lnTo>
                  <a:pt x="11121" y="1241"/>
                </a:lnTo>
                <a:lnTo>
                  <a:pt x="11437" y="1411"/>
                </a:lnTo>
                <a:lnTo>
                  <a:pt x="11753" y="1557"/>
                </a:lnTo>
                <a:lnTo>
                  <a:pt x="11753" y="1582"/>
                </a:lnTo>
                <a:lnTo>
                  <a:pt x="11729" y="1655"/>
                </a:lnTo>
                <a:lnTo>
                  <a:pt x="11729" y="1752"/>
                </a:lnTo>
                <a:lnTo>
                  <a:pt x="11753" y="1801"/>
                </a:lnTo>
                <a:lnTo>
                  <a:pt x="11826" y="1825"/>
                </a:lnTo>
                <a:lnTo>
                  <a:pt x="11899" y="1825"/>
                </a:lnTo>
                <a:lnTo>
                  <a:pt x="11948" y="1776"/>
                </a:lnTo>
                <a:lnTo>
                  <a:pt x="11972" y="1752"/>
                </a:lnTo>
                <a:lnTo>
                  <a:pt x="11997" y="1752"/>
                </a:lnTo>
                <a:lnTo>
                  <a:pt x="11997" y="1728"/>
                </a:lnTo>
                <a:lnTo>
                  <a:pt x="12021" y="1728"/>
                </a:lnTo>
                <a:lnTo>
                  <a:pt x="12143" y="1801"/>
                </a:lnTo>
                <a:lnTo>
                  <a:pt x="12094" y="1874"/>
                </a:lnTo>
                <a:lnTo>
                  <a:pt x="12094" y="1947"/>
                </a:lnTo>
                <a:lnTo>
                  <a:pt x="12094" y="1995"/>
                </a:lnTo>
                <a:lnTo>
                  <a:pt x="12143" y="2020"/>
                </a:lnTo>
                <a:lnTo>
                  <a:pt x="12167" y="2044"/>
                </a:lnTo>
                <a:lnTo>
                  <a:pt x="12216" y="2020"/>
                </a:lnTo>
                <a:lnTo>
                  <a:pt x="12240" y="1995"/>
                </a:lnTo>
                <a:lnTo>
                  <a:pt x="12313" y="1922"/>
                </a:lnTo>
                <a:lnTo>
                  <a:pt x="12337" y="1922"/>
                </a:lnTo>
                <a:lnTo>
                  <a:pt x="12532" y="2068"/>
                </a:lnTo>
                <a:lnTo>
                  <a:pt x="12483" y="2190"/>
                </a:lnTo>
                <a:lnTo>
                  <a:pt x="12483" y="2239"/>
                </a:lnTo>
                <a:lnTo>
                  <a:pt x="12508" y="2336"/>
                </a:lnTo>
                <a:lnTo>
                  <a:pt x="12532" y="2385"/>
                </a:lnTo>
                <a:lnTo>
                  <a:pt x="12556" y="2409"/>
                </a:lnTo>
                <a:lnTo>
                  <a:pt x="12581" y="2409"/>
                </a:lnTo>
                <a:lnTo>
                  <a:pt x="12629" y="2385"/>
                </a:lnTo>
                <a:lnTo>
                  <a:pt x="12678" y="2360"/>
                </a:lnTo>
                <a:lnTo>
                  <a:pt x="12751" y="2287"/>
                </a:lnTo>
                <a:lnTo>
                  <a:pt x="12775" y="2239"/>
                </a:lnTo>
                <a:lnTo>
                  <a:pt x="12970" y="2409"/>
                </a:lnTo>
                <a:lnTo>
                  <a:pt x="12873" y="2531"/>
                </a:lnTo>
                <a:lnTo>
                  <a:pt x="12848" y="2604"/>
                </a:lnTo>
                <a:lnTo>
                  <a:pt x="12824" y="2677"/>
                </a:lnTo>
                <a:lnTo>
                  <a:pt x="12824" y="2725"/>
                </a:lnTo>
                <a:lnTo>
                  <a:pt x="12873" y="2750"/>
                </a:lnTo>
                <a:lnTo>
                  <a:pt x="12921" y="2774"/>
                </a:lnTo>
                <a:lnTo>
                  <a:pt x="12946" y="2774"/>
                </a:lnTo>
                <a:lnTo>
                  <a:pt x="13067" y="2701"/>
                </a:lnTo>
                <a:lnTo>
                  <a:pt x="13189" y="2604"/>
                </a:lnTo>
                <a:lnTo>
                  <a:pt x="13311" y="2725"/>
                </a:lnTo>
                <a:lnTo>
                  <a:pt x="13384" y="2823"/>
                </a:lnTo>
                <a:lnTo>
                  <a:pt x="13262" y="3017"/>
                </a:lnTo>
                <a:lnTo>
                  <a:pt x="13213" y="3066"/>
                </a:lnTo>
                <a:lnTo>
                  <a:pt x="13189" y="3163"/>
                </a:lnTo>
                <a:lnTo>
                  <a:pt x="13165" y="3236"/>
                </a:lnTo>
                <a:lnTo>
                  <a:pt x="13189" y="3285"/>
                </a:lnTo>
                <a:lnTo>
                  <a:pt x="13238" y="3309"/>
                </a:lnTo>
                <a:lnTo>
                  <a:pt x="13335" y="3285"/>
                </a:lnTo>
                <a:lnTo>
                  <a:pt x="13408" y="3236"/>
                </a:lnTo>
                <a:lnTo>
                  <a:pt x="13554" y="3115"/>
                </a:lnTo>
                <a:lnTo>
                  <a:pt x="13578" y="3042"/>
                </a:lnTo>
                <a:lnTo>
                  <a:pt x="13773" y="3309"/>
                </a:lnTo>
                <a:lnTo>
                  <a:pt x="13676" y="3407"/>
                </a:lnTo>
                <a:lnTo>
                  <a:pt x="13554" y="3504"/>
                </a:lnTo>
                <a:lnTo>
                  <a:pt x="13505" y="3577"/>
                </a:lnTo>
                <a:lnTo>
                  <a:pt x="13481" y="3650"/>
                </a:lnTo>
                <a:lnTo>
                  <a:pt x="13481" y="3699"/>
                </a:lnTo>
                <a:lnTo>
                  <a:pt x="13505" y="3723"/>
                </a:lnTo>
                <a:lnTo>
                  <a:pt x="13603" y="3747"/>
                </a:lnTo>
                <a:lnTo>
                  <a:pt x="13700" y="3723"/>
                </a:lnTo>
                <a:lnTo>
                  <a:pt x="13773" y="3674"/>
                </a:lnTo>
                <a:lnTo>
                  <a:pt x="13870" y="3626"/>
                </a:lnTo>
                <a:lnTo>
                  <a:pt x="13968" y="3577"/>
                </a:lnTo>
                <a:lnTo>
                  <a:pt x="14162" y="3918"/>
                </a:lnTo>
                <a:lnTo>
                  <a:pt x="14065" y="3991"/>
                </a:lnTo>
                <a:lnTo>
                  <a:pt x="13870" y="4161"/>
                </a:lnTo>
                <a:lnTo>
                  <a:pt x="13773" y="4234"/>
                </a:lnTo>
                <a:lnTo>
                  <a:pt x="13700" y="4331"/>
                </a:lnTo>
                <a:lnTo>
                  <a:pt x="13700" y="4356"/>
                </a:lnTo>
                <a:lnTo>
                  <a:pt x="13724" y="4380"/>
                </a:lnTo>
                <a:lnTo>
                  <a:pt x="13846" y="4380"/>
                </a:lnTo>
                <a:lnTo>
                  <a:pt x="13943" y="4356"/>
                </a:lnTo>
                <a:lnTo>
                  <a:pt x="14065" y="4307"/>
                </a:lnTo>
                <a:lnTo>
                  <a:pt x="14162" y="4234"/>
                </a:lnTo>
                <a:lnTo>
                  <a:pt x="14284" y="4161"/>
                </a:lnTo>
                <a:lnTo>
                  <a:pt x="14503" y="4696"/>
                </a:lnTo>
                <a:lnTo>
                  <a:pt x="14332" y="4769"/>
                </a:lnTo>
                <a:lnTo>
                  <a:pt x="14211" y="4842"/>
                </a:lnTo>
                <a:lnTo>
                  <a:pt x="14065" y="4940"/>
                </a:lnTo>
                <a:lnTo>
                  <a:pt x="13968" y="5061"/>
                </a:lnTo>
                <a:lnTo>
                  <a:pt x="13919" y="5134"/>
                </a:lnTo>
                <a:lnTo>
                  <a:pt x="13895" y="5207"/>
                </a:lnTo>
                <a:lnTo>
                  <a:pt x="13895" y="5256"/>
                </a:lnTo>
                <a:lnTo>
                  <a:pt x="13919" y="5280"/>
                </a:lnTo>
                <a:lnTo>
                  <a:pt x="13968" y="5305"/>
                </a:lnTo>
                <a:lnTo>
                  <a:pt x="14016" y="5305"/>
                </a:lnTo>
                <a:lnTo>
                  <a:pt x="14114" y="5256"/>
                </a:lnTo>
                <a:lnTo>
                  <a:pt x="14235" y="5183"/>
                </a:lnTo>
                <a:lnTo>
                  <a:pt x="14551" y="5037"/>
                </a:lnTo>
                <a:lnTo>
                  <a:pt x="14600" y="5013"/>
                </a:lnTo>
                <a:lnTo>
                  <a:pt x="14770" y="5524"/>
                </a:lnTo>
                <a:lnTo>
                  <a:pt x="14430" y="5670"/>
                </a:lnTo>
                <a:lnTo>
                  <a:pt x="14162" y="5791"/>
                </a:lnTo>
                <a:lnTo>
                  <a:pt x="13919" y="5937"/>
                </a:lnTo>
                <a:lnTo>
                  <a:pt x="13919" y="5986"/>
                </a:lnTo>
                <a:lnTo>
                  <a:pt x="13943" y="6010"/>
                </a:lnTo>
                <a:lnTo>
                  <a:pt x="14089" y="6035"/>
                </a:lnTo>
                <a:lnTo>
                  <a:pt x="14235" y="6059"/>
                </a:lnTo>
                <a:lnTo>
                  <a:pt x="14381" y="6035"/>
                </a:lnTo>
                <a:lnTo>
                  <a:pt x="14527" y="6010"/>
                </a:lnTo>
                <a:lnTo>
                  <a:pt x="14843" y="5889"/>
                </a:lnTo>
                <a:lnTo>
                  <a:pt x="14965" y="6424"/>
                </a:lnTo>
                <a:lnTo>
                  <a:pt x="14795" y="6497"/>
                </a:lnTo>
                <a:lnTo>
                  <a:pt x="14405" y="6619"/>
                </a:lnTo>
                <a:lnTo>
                  <a:pt x="14041" y="6740"/>
                </a:lnTo>
                <a:lnTo>
                  <a:pt x="13992" y="6789"/>
                </a:lnTo>
                <a:lnTo>
                  <a:pt x="13992" y="6813"/>
                </a:lnTo>
                <a:lnTo>
                  <a:pt x="13992" y="6862"/>
                </a:lnTo>
                <a:lnTo>
                  <a:pt x="14041" y="6886"/>
                </a:lnTo>
                <a:lnTo>
                  <a:pt x="14235" y="6886"/>
                </a:lnTo>
                <a:lnTo>
                  <a:pt x="14430" y="6862"/>
                </a:lnTo>
                <a:lnTo>
                  <a:pt x="14795" y="6813"/>
                </a:lnTo>
                <a:lnTo>
                  <a:pt x="15038" y="6740"/>
                </a:lnTo>
                <a:lnTo>
                  <a:pt x="15111" y="7178"/>
                </a:lnTo>
                <a:lnTo>
                  <a:pt x="14843" y="7227"/>
                </a:lnTo>
                <a:lnTo>
                  <a:pt x="14430" y="7349"/>
                </a:lnTo>
                <a:lnTo>
                  <a:pt x="14235" y="7422"/>
                </a:lnTo>
                <a:lnTo>
                  <a:pt x="14065" y="7543"/>
                </a:lnTo>
                <a:lnTo>
                  <a:pt x="14041" y="7592"/>
                </a:lnTo>
                <a:lnTo>
                  <a:pt x="14041" y="7665"/>
                </a:lnTo>
                <a:lnTo>
                  <a:pt x="14089" y="7714"/>
                </a:lnTo>
                <a:lnTo>
                  <a:pt x="14138" y="7738"/>
                </a:lnTo>
                <a:lnTo>
                  <a:pt x="14357" y="7714"/>
                </a:lnTo>
                <a:lnTo>
                  <a:pt x="14551" y="7665"/>
                </a:lnTo>
                <a:lnTo>
                  <a:pt x="14941" y="7568"/>
                </a:lnTo>
                <a:lnTo>
                  <a:pt x="15135" y="7519"/>
                </a:lnTo>
                <a:lnTo>
                  <a:pt x="15184" y="7981"/>
                </a:lnTo>
                <a:lnTo>
                  <a:pt x="14868" y="8030"/>
                </a:lnTo>
                <a:lnTo>
                  <a:pt x="14624" y="8054"/>
                </a:lnTo>
                <a:lnTo>
                  <a:pt x="14381" y="8079"/>
                </a:lnTo>
                <a:lnTo>
                  <a:pt x="14235" y="8103"/>
                </a:lnTo>
                <a:lnTo>
                  <a:pt x="14138" y="8152"/>
                </a:lnTo>
                <a:lnTo>
                  <a:pt x="14016" y="8200"/>
                </a:lnTo>
                <a:lnTo>
                  <a:pt x="13943" y="8298"/>
                </a:lnTo>
                <a:lnTo>
                  <a:pt x="13919" y="8322"/>
                </a:lnTo>
                <a:lnTo>
                  <a:pt x="13919" y="8346"/>
                </a:lnTo>
                <a:lnTo>
                  <a:pt x="13943" y="8395"/>
                </a:lnTo>
                <a:lnTo>
                  <a:pt x="13968" y="8395"/>
                </a:lnTo>
                <a:lnTo>
                  <a:pt x="14089" y="8419"/>
                </a:lnTo>
                <a:lnTo>
                  <a:pt x="14211" y="8444"/>
                </a:lnTo>
                <a:lnTo>
                  <a:pt x="14478" y="8444"/>
                </a:lnTo>
                <a:lnTo>
                  <a:pt x="14989" y="8395"/>
                </a:lnTo>
                <a:lnTo>
                  <a:pt x="15208" y="8395"/>
                </a:lnTo>
                <a:lnTo>
                  <a:pt x="15208" y="8857"/>
                </a:lnTo>
                <a:lnTo>
                  <a:pt x="14722" y="8882"/>
                </a:lnTo>
                <a:lnTo>
                  <a:pt x="14503" y="8882"/>
                </a:lnTo>
                <a:lnTo>
                  <a:pt x="14284" y="8906"/>
                </a:lnTo>
                <a:lnTo>
                  <a:pt x="14065" y="8955"/>
                </a:lnTo>
                <a:lnTo>
                  <a:pt x="13968" y="8979"/>
                </a:lnTo>
                <a:lnTo>
                  <a:pt x="13870" y="9028"/>
                </a:lnTo>
                <a:lnTo>
                  <a:pt x="13870" y="9052"/>
                </a:lnTo>
                <a:lnTo>
                  <a:pt x="13870" y="9076"/>
                </a:lnTo>
                <a:lnTo>
                  <a:pt x="13968" y="9125"/>
                </a:lnTo>
                <a:lnTo>
                  <a:pt x="14065" y="9174"/>
                </a:lnTo>
                <a:lnTo>
                  <a:pt x="14284" y="9222"/>
                </a:lnTo>
                <a:lnTo>
                  <a:pt x="14722" y="9222"/>
                </a:lnTo>
                <a:lnTo>
                  <a:pt x="14941" y="9247"/>
                </a:lnTo>
                <a:lnTo>
                  <a:pt x="15184" y="9247"/>
                </a:lnTo>
                <a:lnTo>
                  <a:pt x="15160" y="9465"/>
                </a:lnTo>
                <a:lnTo>
                  <a:pt x="14965" y="9514"/>
                </a:lnTo>
                <a:lnTo>
                  <a:pt x="14722" y="9563"/>
                </a:lnTo>
                <a:lnTo>
                  <a:pt x="14503" y="9660"/>
                </a:lnTo>
                <a:lnTo>
                  <a:pt x="14260" y="9757"/>
                </a:lnTo>
                <a:lnTo>
                  <a:pt x="14041" y="9879"/>
                </a:lnTo>
                <a:lnTo>
                  <a:pt x="14016" y="9903"/>
                </a:lnTo>
                <a:lnTo>
                  <a:pt x="14016" y="9952"/>
                </a:lnTo>
                <a:lnTo>
                  <a:pt x="14041" y="9976"/>
                </a:lnTo>
                <a:lnTo>
                  <a:pt x="14089" y="9976"/>
                </a:lnTo>
                <a:lnTo>
                  <a:pt x="14308" y="10001"/>
                </a:lnTo>
                <a:lnTo>
                  <a:pt x="14527" y="9976"/>
                </a:lnTo>
                <a:lnTo>
                  <a:pt x="14965" y="9903"/>
                </a:lnTo>
                <a:lnTo>
                  <a:pt x="15087" y="9879"/>
                </a:lnTo>
                <a:lnTo>
                  <a:pt x="14989" y="10390"/>
                </a:lnTo>
                <a:lnTo>
                  <a:pt x="14527" y="10463"/>
                </a:lnTo>
                <a:lnTo>
                  <a:pt x="14357" y="10487"/>
                </a:lnTo>
                <a:lnTo>
                  <a:pt x="14162" y="10512"/>
                </a:lnTo>
                <a:lnTo>
                  <a:pt x="13992" y="10560"/>
                </a:lnTo>
                <a:lnTo>
                  <a:pt x="13919" y="10609"/>
                </a:lnTo>
                <a:lnTo>
                  <a:pt x="13870" y="10682"/>
                </a:lnTo>
                <a:lnTo>
                  <a:pt x="13846" y="10731"/>
                </a:lnTo>
                <a:lnTo>
                  <a:pt x="13846" y="10804"/>
                </a:lnTo>
                <a:lnTo>
                  <a:pt x="13870" y="10852"/>
                </a:lnTo>
                <a:lnTo>
                  <a:pt x="13919" y="10901"/>
                </a:lnTo>
                <a:lnTo>
                  <a:pt x="13992" y="10925"/>
                </a:lnTo>
                <a:lnTo>
                  <a:pt x="14065" y="10950"/>
                </a:lnTo>
                <a:lnTo>
                  <a:pt x="14235" y="10950"/>
                </a:lnTo>
                <a:lnTo>
                  <a:pt x="14600" y="10901"/>
                </a:lnTo>
                <a:lnTo>
                  <a:pt x="14819" y="10877"/>
                </a:lnTo>
                <a:lnTo>
                  <a:pt x="14819" y="10877"/>
                </a:lnTo>
                <a:lnTo>
                  <a:pt x="14624" y="11339"/>
                </a:lnTo>
                <a:lnTo>
                  <a:pt x="14478" y="11339"/>
                </a:lnTo>
                <a:lnTo>
                  <a:pt x="14308" y="11315"/>
                </a:lnTo>
                <a:lnTo>
                  <a:pt x="14114" y="11339"/>
                </a:lnTo>
                <a:lnTo>
                  <a:pt x="13919" y="11363"/>
                </a:lnTo>
                <a:lnTo>
                  <a:pt x="13749" y="11436"/>
                </a:lnTo>
                <a:lnTo>
                  <a:pt x="13724" y="11461"/>
                </a:lnTo>
                <a:lnTo>
                  <a:pt x="13749" y="11485"/>
                </a:lnTo>
                <a:lnTo>
                  <a:pt x="13919" y="11558"/>
                </a:lnTo>
                <a:lnTo>
                  <a:pt x="14089" y="11607"/>
                </a:lnTo>
                <a:lnTo>
                  <a:pt x="14430" y="11655"/>
                </a:lnTo>
                <a:lnTo>
                  <a:pt x="14454" y="11655"/>
                </a:lnTo>
                <a:lnTo>
                  <a:pt x="14211" y="12069"/>
                </a:lnTo>
                <a:lnTo>
                  <a:pt x="13968" y="12069"/>
                </a:lnTo>
                <a:lnTo>
                  <a:pt x="13724" y="12093"/>
                </a:lnTo>
                <a:lnTo>
                  <a:pt x="13603" y="12069"/>
                </a:lnTo>
                <a:lnTo>
                  <a:pt x="13481" y="12045"/>
                </a:lnTo>
                <a:lnTo>
                  <a:pt x="13335" y="12020"/>
                </a:lnTo>
                <a:lnTo>
                  <a:pt x="13213" y="12020"/>
                </a:lnTo>
                <a:lnTo>
                  <a:pt x="13189" y="12045"/>
                </a:lnTo>
                <a:lnTo>
                  <a:pt x="13189" y="12069"/>
                </a:lnTo>
                <a:lnTo>
                  <a:pt x="13189" y="12166"/>
                </a:lnTo>
                <a:lnTo>
                  <a:pt x="13238" y="12239"/>
                </a:lnTo>
                <a:lnTo>
                  <a:pt x="13311" y="12312"/>
                </a:lnTo>
                <a:lnTo>
                  <a:pt x="13408" y="12361"/>
                </a:lnTo>
                <a:lnTo>
                  <a:pt x="13530" y="12385"/>
                </a:lnTo>
                <a:lnTo>
                  <a:pt x="13651" y="12410"/>
                </a:lnTo>
                <a:lnTo>
                  <a:pt x="13943" y="12434"/>
                </a:lnTo>
                <a:lnTo>
                  <a:pt x="13603" y="12823"/>
                </a:lnTo>
                <a:lnTo>
                  <a:pt x="13067" y="12726"/>
                </a:lnTo>
                <a:lnTo>
                  <a:pt x="12848" y="12677"/>
                </a:lnTo>
                <a:lnTo>
                  <a:pt x="12727" y="12677"/>
                </a:lnTo>
                <a:lnTo>
                  <a:pt x="12629" y="12702"/>
                </a:lnTo>
                <a:lnTo>
                  <a:pt x="12605" y="12726"/>
                </a:lnTo>
                <a:lnTo>
                  <a:pt x="12605" y="12775"/>
                </a:lnTo>
                <a:lnTo>
                  <a:pt x="12629" y="12848"/>
                </a:lnTo>
                <a:lnTo>
                  <a:pt x="12678" y="12921"/>
                </a:lnTo>
                <a:lnTo>
                  <a:pt x="12751" y="12969"/>
                </a:lnTo>
                <a:lnTo>
                  <a:pt x="12824" y="13018"/>
                </a:lnTo>
                <a:lnTo>
                  <a:pt x="13043" y="13115"/>
                </a:lnTo>
                <a:lnTo>
                  <a:pt x="13262" y="13164"/>
                </a:lnTo>
                <a:lnTo>
                  <a:pt x="13116" y="13286"/>
                </a:lnTo>
                <a:lnTo>
                  <a:pt x="13067" y="13286"/>
                </a:lnTo>
                <a:lnTo>
                  <a:pt x="12605" y="13261"/>
                </a:lnTo>
                <a:lnTo>
                  <a:pt x="12362" y="13213"/>
                </a:lnTo>
                <a:lnTo>
                  <a:pt x="12240" y="13188"/>
                </a:lnTo>
                <a:lnTo>
                  <a:pt x="12094" y="13188"/>
                </a:lnTo>
                <a:lnTo>
                  <a:pt x="12021" y="13213"/>
                </a:lnTo>
                <a:lnTo>
                  <a:pt x="11997" y="13261"/>
                </a:lnTo>
                <a:lnTo>
                  <a:pt x="11972" y="13334"/>
                </a:lnTo>
                <a:lnTo>
                  <a:pt x="12021" y="13383"/>
                </a:lnTo>
                <a:lnTo>
                  <a:pt x="12143" y="13505"/>
                </a:lnTo>
                <a:lnTo>
                  <a:pt x="12289" y="13578"/>
                </a:lnTo>
                <a:lnTo>
                  <a:pt x="12483" y="13626"/>
                </a:lnTo>
                <a:lnTo>
                  <a:pt x="12654" y="13651"/>
                </a:lnTo>
                <a:lnTo>
                  <a:pt x="12240" y="13943"/>
                </a:lnTo>
                <a:lnTo>
                  <a:pt x="12143" y="13918"/>
                </a:lnTo>
                <a:lnTo>
                  <a:pt x="11680" y="13821"/>
                </a:lnTo>
                <a:lnTo>
                  <a:pt x="11461" y="13772"/>
                </a:lnTo>
                <a:lnTo>
                  <a:pt x="11267" y="13724"/>
                </a:lnTo>
                <a:lnTo>
                  <a:pt x="11218" y="13748"/>
                </a:lnTo>
                <a:lnTo>
                  <a:pt x="11218" y="13821"/>
                </a:lnTo>
                <a:lnTo>
                  <a:pt x="11242" y="13894"/>
                </a:lnTo>
                <a:lnTo>
                  <a:pt x="11315" y="13967"/>
                </a:lnTo>
                <a:lnTo>
                  <a:pt x="11437" y="14064"/>
                </a:lnTo>
                <a:lnTo>
                  <a:pt x="11607" y="14137"/>
                </a:lnTo>
                <a:lnTo>
                  <a:pt x="11802" y="14210"/>
                </a:lnTo>
                <a:lnTo>
                  <a:pt x="11437" y="14381"/>
                </a:lnTo>
                <a:lnTo>
                  <a:pt x="11388" y="14332"/>
                </a:lnTo>
                <a:lnTo>
                  <a:pt x="11315" y="14308"/>
                </a:lnTo>
                <a:lnTo>
                  <a:pt x="11194" y="14259"/>
                </a:lnTo>
                <a:lnTo>
                  <a:pt x="10902" y="14235"/>
                </a:lnTo>
                <a:lnTo>
                  <a:pt x="10634" y="14210"/>
                </a:lnTo>
                <a:lnTo>
                  <a:pt x="10512" y="14210"/>
                </a:lnTo>
                <a:lnTo>
                  <a:pt x="10391" y="14235"/>
                </a:lnTo>
                <a:lnTo>
                  <a:pt x="10366" y="14235"/>
                </a:lnTo>
                <a:lnTo>
                  <a:pt x="10366" y="14283"/>
                </a:lnTo>
                <a:lnTo>
                  <a:pt x="10366" y="14332"/>
                </a:lnTo>
                <a:lnTo>
                  <a:pt x="10391" y="14381"/>
                </a:lnTo>
                <a:lnTo>
                  <a:pt x="10488" y="14478"/>
                </a:lnTo>
                <a:lnTo>
                  <a:pt x="10610" y="14551"/>
                </a:lnTo>
                <a:lnTo>
                  <a:pt x="10731" y="14575"/>
                </a:lnTo>
                <a:lnTo>
                  <a:pt x="10877" y="14624"/>
                </a:lnTo>
                <a:lnTo>
                  <a:pt x="10512" y="14746"/>
                </a:lnTo>
                <a:lnTo>
                  <a:pt x="10318" y="14673"/>
                </a:lnTo>
                <a:lnTo>
                  <a:pt x="10123" y="14624"/>
                </a:lnTo>
                <a:lnTo>
                  <a:pt x="9904" y="14600"/>
                </a:lnTo>
                <a:lnTo>
                  <a:pt x="9807" y="14600"/>
                </a:lnTo>
                <a:lnTo>
                  <a:pt x="9709" y="14648"/>
                </a:lnTo>
                <a:lnTo>
                  <a:pt x="9661" y="14673"/>
                </a:lnTo>
                <a:lnTo>
                  <a:pt x="9685" y="14721"/>
                </a:lnTo>
                <a:lnTo>
                  <a:pt x="9734" y="14794"/>
                </a:lnTo>
                <a:lnTo>
                  <a:pt x="9807" y="14843"/>
                </a:lnTo>
                <a:lnTo>
                  <a:pt x="9928" y="14916"/>
                </a:lnTo>
                <a:lnTo>
                  <a:pt x="9612" y="14989"/>
                </a:lnTo>
                <a:lnTo>
                  <a:pt x="9588" y="14940"/>
                </a:lnTo>
                <a:lnTo>
                  <a:pt x="9539" y="14916"/>
                </a:lnTo>
                <a:lnTo>
                  <a:pt x="9417" y="14867"/>
                </a:lnTo>
                <a:lnTo>
                  <a:pt x="9223" y="14843"/>
                </a:lnTo>
                <a:lnTo>
                  <a:pt x="9150" y="14843"/>
                </a:lnTo>
                <a:lnTo>
                  <a:pt x="9052" y="14867"/>
                </a:lnTo>
                <a:lnTo>
                  <a:pt x="9004" y="14916"/>
                </a:lnTo>
                <a:lnTo>
                  <a:pt x="8979" y="14965"/>
                </a:lnTo>
                <a:lnTo>
                  <a:pt x="8979" y="15013"/>
                </a:lnTo>
                <a:lnTo>
                  <a:pt x="9004" y="15062"/>
                </a:lnTo>
                <a:lnTo>
                  <a:pt x="9004" y="15086"/>
                </a:lnTo>
                <a:lnTo>
                  <a:pt x="8663" y="15135"/>
                </a:lnTo>
                <a:lnTo>
                  <a:pt x="8298" y="15159"/>
                </a:lnTo>
                <a:lnTo>
                  <a:pt x="7227" y="15159"/>
                </a:lnTo>
                <a:lnTo>
                  <a:pt x="6862" y="15111"/>
                </a:lnTo>
                <a:lnTo>
                  <a:pt x="6497" y="15062"/>
                </a:lnTo>
                <a:lnTo>
                  <a:pt x="6157" y="14989"/>
                </a:lnTo>
                <a:lnTo>
                  <a:pt x="5816" y="14916"/>
                </a:lnTo>
                <a:lnTo>
                  <a:pt x="5451" y="14819"/>
                </a:lnTo>
                <a:lnTo>
                  <a:pt x="5135" y="14697"/>
                </a:lnTo>
                <a:lnTo>
                  <a:pt x="4794" y="14575"/>
                </a:lnTo>
                <a:lnTo>
                  <a:pt x="4478" y="14405"/>
                </a:lnTo>
                <a:lnTo>
                  <a:pt x="4162" y="14259"/>
                </a:lnTo>
                <a:lnTo>
                  <a:pt x="3845" y="14064"/>
                </a:lnTo>
                <a:lnTo>
                  <a:pt x="3553" y="13870"/>
                </a:lnTo>
                <a:lnTo>
                  <a:pt x="3286" y="13675"/>
                </a:lnTo>
                <a:lnTo>
                  <a:pt x="3018" y="13456"/>
                </a:lnTo>
                <a:lnTo>
                  <a:pt x="2775" y="13237"/>
                </a:lnTo>
                <a:lnTo>
                  <a:pt x="2531" y="12994"/>
                </a:lnTo>
                <a:lnTo>
                  <a:pt x="2312" y="12775"/>
                </a:lnTo>
                <a:lnTo>
                  <a:pt x="2118" y="12507"/>
                </a:lnTo>
                <a:lnTo>
                  <a:pt x="1899" y="12239"/>
                </a:lnTo>
                <a:lnTo>
                  <a:pt x="1728" y="11972"/>
                </a:lnTo>
                <a:lnTo>
                  <a:pt x="1558" y="11704"/>
                </a:lnTo>
                <a:lnTo>
                  <a:pt x="1412" y="11412"/>
                </a:lnTo>
                <a:lnTo>
                  <a:pt x="1266" y="11120"/>
                </a:lnTo>
                <a:lnTo>
                  <a:pt x="1144" y="10828"/>
                </a:lnTo>
                <a:lnTo>
                  <a:pt x="1047" y="10512"/>
                </a:lnTo>
                <a:lnTo>
                  <a:pt x="950" y="10195"/>
                </a:lnTo>
                <a:lnTo>
                  <a:pt x="877" y="9879"/>
                </a:lnTo>
                <a:lnTo>
                  <a:pt x="828" y="9538"/>
                </a:lnTo>
                <a:lnTo>
                  <a:pt x="779" y="9003"/>
                </a:lnTo>
                <a:lnTo>
                  <a:pt x="755" y="8468"/>
                </a:lnTo>
                <a:lnTo>
                  <a:pt x="755" y="7933"/>
                </a:lnTo>
                <a:lnTo>
                  <a:pt x="779" y="7397"/>
                </a:lnTo>
                <a:lnTo>
                  <a:pt x="852" y="6862"/>
                </a:lnTo>
                <a:lnTo>
                  <a:pt x="950" y="6351"/>
                </a:lnTo>
                <a:lnTo>
                  <a:pt x="1096" y="5840"/>
                </a:lnTo>
                <a:lnTo>
                  <a:pt x="1266" y="5353"/>
                </a:lnTo>
                <a:lnTo>
                  <a:pt x="1388" y="5061"/>
                </a:lnTo>
                <a:lnTo>
                  <a:pt x="1558" y="4745"/>
                </a:lnTo>
                <a:lnTo>
                  <a:pt x="1753" y="4404"/>
                </a:lnTo>
                <a:lnTo>
                  <a:pt x="1996" y="4064"/>
                </a:lnTo>
                <a:lnTo>
                  <a:pt x="2264" y="3699"/>
                </a:lnTo>
                <a:lnTo>
                  <a:pt x="2556" y="3334"/>
                </a:lnTo>
                <a:lnTo>
                  <a:pt x="2896" y="2944"/>
                </a:lnTo>
                <a:lnTo>
                  <a:pt x="3261" y="2604"/>
                </a:lnTo>
                <a:lnTo>
                  <a:pt x="3651" y="2263"/>
                </a:lnTo>
                <a:lnTo>
                  <a:pt x="4089" y="1922"/>
                </a:lnTo>
                <a:lnTo>
                  <a:pt x="4527" y="1630"/>
                </a:lnTo>
                <a:lnTo>
                  <a:pt x="5013" y="1363"/>
                </a:lnTo>
                <a:lnTo>
                  <a:pt x="5524" y="1144"/>
                </a:lnTo>
                <a:lnTo>
                  <a:pt x="6035" y="974"/>
                </a:lnTo>
                <a:lnTo>
                  <a:pt x="6327" y="925"/>
                </a:lnTo>
                <a:lnTo>
                  <a:pt x="6595" y="876"/>
                </a:lnTo>
                <a:lnTo>
                  <a:pt x="6887" y="828"/>
                </a:lnTo>
                <a:lnTo>
                  <a:pt x="7179" y="803"/>
                </a:lnTo>
                <a:lnTo>
                  <a:pt x="7544" y="779"/>
                </a:lnTo>
                <a:lnTo>
                  <a:pt x="7933" y="730"/>
                </a:lnTo>
                <a:lnTo>
                  <a:pt x="8322" y="682"/>
                </a:lnTo>
                <a:close/>
                <a:moveTo>
                  <a:pt x="8152" y="0"/>
                </a:moveTo>
                <a:lnTo>
                  <a:pt x="7763" y="25"/>
                </a:lnTo>
                <a:lnTo>
                  <a:pt x="7373" y="73"/>
                </a:lnTo>
                <a:lnTo>
                  <a:pt x="7081" y="49"/>
                </a:lnTo>
                <a:lnTo>
                  <a:pt x="6789" y="49"/>
                </a:lnTo>
                <a:lnTo>
                  <a:pt x="6473" y="73"/>
                </a:lnTo>
                <a:lnTo>
                  <a:pt x="6157" y="146"/>
                </a:lnTo>
                <a:lnTo>
                  <a:pt x="5841" y="219"/>
                </a:lnTo>
                <a:lnTo>
                  <a:pt x="5549" y="317"/>
                </a:lnTo>
                <a:lnTo>
                  <a:pt x="5232" y="438"/>
                </a:lnTo>
                <a:lnTo>
                  <a:pt x="4916" y="560"/>
                </a:lnTo>
                <a:lnTo>
                  <a:pt x="4332" y="876"/>
                </a:lnTo>
                <a:lnTo>
                  <a:pt x="3748" y="1217"/>
                </a:lnTo>
                <a:lnTo>
                  <a:pt x="3237" y="1606"/>
                </a:lnTo>
                <a:lnTo>
                  <a:pt x="2775" y="1995"/>
                </a:lnTo>
                <a:lnTo>
                  <a:pt x="2507" y="2239"/>
                </a:lnTo>
                <a:lnTo>
                  <a:pt x="2264" y="2482"/>
                </a:lnTo>
                <a:lnTo>
                  <a:pt x="2045" y="2725"/>
                </a:lnTo>
                <a:lnTo>
                  <a:pt x="1826" y="2993"/>
                </a:lnTo>
                <a:lnTo>
                  <a:pt x="1631" y="3261"/>
                </a:lnTo>
                <a:lnTo>
                  <a:pt x="1461" y="3528"/>
                </a:lnTo>
                <a:lnTo>
                  <a:pt x="1120" y="4088"/>
                </a:lnTo>
                <a:lnTo>
                  <a:pt x="852" y="4696"/>
                </a:lnTo>
                <a:lnTo>
                  <a:pt x="609" y="5305"/>
                </a:lnTo>
                <a:lnTo>
                  <a:pt x="414" y="5962"/>
                </a:lnTo>
                <a:lnTo>
                  <a:pt x="220" y="6643"/>
                </a:lnTo>
                <a:lnTo>
                  <a:pt x="122" y="7008"/>
                </a:lnTo>
                <a:lnTo>
                  <a:pt x="74" y="7373"/>
                </a:lnTo>
                <a:lnTo>
                  <a:pt x="25" y="7738"/>
                </a:lnTo>
                <a:lnTo>
                  <a:pt x="1" y="8103"/>
                </a:lnTo>
                <a:lnTo>
                  <a:pt x="1" y="8468"/>
                </a:lnTo>
                <a:lnTo>
                  <a:pt x="25" y="8809"/>
                </a:lnTo>
                <a:lnTo>
                  <a:pt x="49" y="9174"/>
                </a:lnTo>
                <a:lnTo>
                  <a:pt x="98" y="9514"/>
                </a:lnTo>
                <a:lnTo>
                  <a:pt x="195" y="9879"/>
                </a:lnTo>
                <a:lnTo>
                  <a:pt x="268" y="10220"/>
                </a:lnTo>
                <a:lnTo>
                  <a:pt x="390" y="10560"/>
                </a:lnTo>
                <a:lnTo>
                  <a:pt x="512" y="10901"/>
                </a:lnTo>
                <a:lnTo>
                  <a:pt x="658" y="11242"/>
                </a:lnTo>
                <a:lnTo>
                  <a:pt x="804" y="11582"/>
                </a:lnTo>
                <a:lnTo>
                  <a:pt x="1169" y="12264"/>
                </a:lnTo>
                <a:lnTo>
                  <a:pt x="1388" y="12629"/>
                </a:lnTo>
                <a:lnTo>
                  <a:pt x="1631" y="12994"/>
                </a:lnTo>
                <a:lnTo>
                  <a:pt x="1899" y="13334"/>
                </a:lnTo>
                <a:lnTo>
                  <a:pt x="2166" y="13651"/>
                </a:lnTo>
                <a:lnTo>
                  <a:pt x="2434" y="13943"/>
                </a:lnTo>
                <a:lnTo>
                  <a:pt x="2750" y="14235"/>
                </a:lnTo>
                <a:lnTo>
                  <a:pt x="3042" y="14502"/>
                </a:lnTo>
                <a:lnTo>
                  <a:pt x="3383" y="14746"/>
                </a:lnTo>
                <a:lnTo>
                  <a:pt x="3699" y="14965"/>
                </a:lnTo>
                <a:lnTo>
                  <a:pt x="4064" y="15159"/>
                </a:lnTo>
                <a:lnTo>
                  <a:pt x="4429" y="15354"/>
                </a:lnTo>
                <a:lnTo>
                  <a:pt x="4794" y="15500"/>
                </a:lnTo>
                <a:lnTo>
                  <a:pt x="5184" y="15622"/>
                </a:lnTo>
                <a:lnTo>
                  <a:pt x="5597" y="15743"/>
                </a:lnTo>
                <a:lnTo>
                  <a:pt x="6011" y="15816"/>
                </a:lnTo>
                <a:lnTo>
                  <a:pt x="6424" y="15889"/>
                </a:lnTo>
                <a:lnTo>
                  <a:pt x="6862" y="15914"/>
                </a:lnTo>
                <a:lnTo>
                  <a:pt x="7300" y="15938"/>
                </a:lnTo>
                <a:lnTo>
                  <a:pt x="7738" y="15938"/>
                </a:lnTo>
                <a:lnTo>
                  <a:pt x="8152" y="15914"/>
                </a:lnTo>
                <a:lnTo>
                  <a:pt x="8590" y="15889"/>
                </a:lnTo>
                <a:lnTo>
                  <a:pt x="9004" y="15841"/>
                </a:lnTo>
                <a:lnTo>
                  <a:pt x="9442" y="15768"/>
                </a:lnTo>
                <a:lnTo>
                  <a:pt x="9855" y="15670"/>
                </a:lnTo>
                <a:lnTo>
                  <a:pt x="10245" y="15573"/>
                </a:lnTo>
                <a:lnTo>
                  <a:pt x="10658" y="15451"/>
                </a:lnTo>
                <a:lnTo>
                  <a:pt x="11048" y="15305"/>
                </a:lnTo>
                <a:lnTo>
                  <a:pt x="11461" y="15135"/>
                </a:lnTo>
                <a:lnTo>
                  <a:pt x="11826" y="14940"/>
                </a:lnTo>
                <a:lnTo>
                  <a:pt x="12216" y="14721"/>
                </a:lnTo>
                <a:lnTo>
                  <a:pt x="12581" y="14478"/>
                </a:lnTo>
                <a:lnTo>
                  <a:pt x="12921" y="14235"/>
                </a:lnTo>
                <a:lnTo>
                  <a:pt x="13286" y="13943"/>
                </a:lnTo>
                <a:lnTo>
                  <a:pt x="13603" y="13651"/>
                </a:lnTo>
                <a:lnTo>
                  <a:pt x="13895" y="13334"/>
                </a:lnTo>
                <a:lnTo>
                  <a:pt x="14187" y="13018"/>
                </a:lnTo>
                <a:lnTo>
                  <a:pt x="14454" y="12702"/>
                </a:lnTo>
                <a:lnTo>
                  <a:pt x="14697" y="12361"/>
                </a:lnTo>
                <a:lnTo>
                  <a:pt x="14916" y="11996"/>
                </a:lnTo>
                <a:lnTo>
                  <a:pt x="15111" y="11631"/>
                </a:lnTo>
                <a:lnTo>
                  <a:pt x="15135" y="11631"/>
                </a:lnTo>
                <a:lnTo>
                  <a:pt x="15160" y="11582"/>
                </a:lnTo>
                <a:lnTo>
                  <a:pt x="15160" y="11534"/>
                </a:lnTo>
                <a:lnTo>
                  <a:pt x="15330" y="11096"/>
                </a:lnTo>
                <a:lnTo>
                  <a:pt x="15500" y="10658"/>
                </a:lnTo>
                <a:lnTo>
                  <a:pt x="15622" y="10195"/>
                </a:lnTo>
                <a:lnTo>
                  <a:pt x="15719" y="9733"/>
                </a:lnTo>
                <a:lnTo>
                  <a:pt x="15744" y="9709"/>
                </a:lnTo>
                <a:lnTo>
                  <a:pt x="15768" y="9684"/>
                </a:lnTo>
                <a:lnTo>
                  <a:pt x="15792" y="9636"/>
                </a:lnTo>
                <a:lnTo>
                  <a:pt x="15768" y="9611"/>
                </a:lnTo>
                <a:lnTo>
                  <a:pt x="15744" y="9563"/>
                </a:lnTo>
                <a:lnTo>
                  <a:pt x="15792" y="9174"/>
                </a:lnTo>
                <a:lnTo>
                  <a:pt x="15841" y="8760"/>
                </a:lnTo>
                <a:lnTo>
                  <a:pt x="15841" y="8371"/>
                </a:lnTo>
                <a:lnTo>
                  <a:pt x="15817" y="7957"/>
                </a:lnTo>
                <a:lnTo>
                  <a:pt x="15744" y="7105"/>
                </a:lnTo>
                <a:lnTo>
                  <a:pt x="15671" y="6667"/>
                </a:lnTo>
                <a:lnTo>
                  <a:pt x="15598" y="6254"/>
                </a:lnTo>
                <a:lnTo>
                  <a:pt x="15525" y="5840"/>
                </a:lnTo>
                <a:lnTo>
                  <a:pt x="15403" y="5426"/>
                </a:lnTo>
                <a:lnTo>
                  <a:pt x="15281" y="5013"/>
                </a:lnTo>
                <a:lnTo>
                  <a:pt x="15160" y="4623"/>
                </a:lnTo>
                <a:lnTo>
                  <a:pt x="14989" y="4234"/>
                </a:lnTo>
                <a:lnTo>
                  <a:pt x="14819" y="3845"/>
                </a:lnTo>
                <a:lnTo>
                  <a:pt x="14624" y="3480"/>
                </a:lnTo>
                <a:lnTo>
                  <a:pt x="14405" y="3115"/>
                </a:lnTo>
                <a:lnTo>
                  <a:pt x="14162" y="2774"/>
                </a:lnTo>
                <a:lnTo>
                  <a:pt x="13895" y="2458"/>
                </a:lnTo>
                <a:lnTo>
                  <a:pt x="13603" y="2141"/>
                </a:lnTo>
                <a:lnTo>
                  <a:pt x="13286" y="1849"/>
                </a:lnTo>
                <a:lnTo>
                  <a:pt x="12970" y="1582"/>
                </a:lnTo>
                <a:lnTo>
                  <a:pt x="12654" y="1363"/>
                </a:lnTo>
                <a:lnTo>
                  <a:pt x="12313" y="1144"/>
                </a:lnTo>
                <a:lnTo>
                  <a:pt x="11948" y="949"/>
                </a:lnTo>
                <a:lnTo>
                  <a:pt x="11607" y="779"/>
                </a:lnTo>
                <a:lnTo>
                  <a:pt x="11218" y="609"/>
                </a:lnTo>
                <a:lnTo>
                  <a:pt x="10853" y="487"/>
                </a:lnTo>
                <a:lnTo>
                  <a:pt x="10464" y="365"/>
                </a:lnTo>
                <a:lnTo>
                  <a:pt x="10099" y="268"/>
                </a:lnTo>
                <a:lnTo>
                  <a:pt x="9709" y="171"/>
                </a:lnTo>
                <a:lnTo>
                  <a:pt x="9320" y="98"/>
                </a:lnTo>
                <a:lnTo>
                  <a:pt x="8931" y="49"/>
                </a:lnTo>
                <a:lnTo>
                  <a:pt x="8541" y="25"/>
                </a:lnTo>
                <a:lnTo>
                  <a:pt x="8152" y="0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3"/>
          <p:cNvSpPr txBox="1"/>
          <p:nvPr>
            <p:ph idx="12" type="sldNum"/>
          </p:nvPr>
        </p:nvSpPr>
        <p:spPr>
          <a:xfrm>
            <a:off x="7899350" y="409842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3" name="Google Shape;403;p23"/>
          <p:cNvSpPr txBox="1"/>
          <p:nvPr/>
        </p:nvSpPr>
        <p:spPr>
          <a:xfrm>
            <a:off x="1599625" y="547825"/>
            <a:ext cx="2866800" cy="38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"id"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3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"person"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{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"addresses"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[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{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"code"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"86055-2543"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"lines"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[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"20952 Warren Village"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"North Rodrick"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"New York"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"Croatia"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]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},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{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"code"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"62300"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"lines"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[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"49273 Ernser Wells"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"Kuhlmanfort"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"Georgia"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"Djibouti"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]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}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],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"biography"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"Deleniti a ut unde perspiciatis qui est tempora. Velit asperiores et. Ex numquam quos reiciendis placeat vitae sint repudiandae. </a:t>
            </a:r>
            <a:endParaRPr sz="300">
              <a:solidFill>
                <a:srgbClr val="388E3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Ratione molestiae delectus natus consequatur. Est a molestias nostrum rerum et odio blanditiis. Veritatis ducimus et consequatur modi.</a:t>
            </a:r>
            <a:endParaRPr sz="300">
              <a:solidFill>
                <a:srgbClr val="388E3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 Necessitatibus aut rerum. Distinctio debitis quidem eum beatae officiis."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"birthDate"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"27/10/1999"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"coverphotos"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[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"http://lorempixel.com/g/1600/1200/business/"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],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"creditCards"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[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{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"expiry"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"2011-10-12"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"number"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"1234-2121-1221-1211"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"type"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"mastercard"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}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],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"emailAddresses"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[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"missy.fritsch@gmail.com"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"chadwick.keebler@yahoo.com"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],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"favColor"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"ivory"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"gender"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"Female"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"id"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3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"idNumber"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"802-18-8226"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"imClients"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[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{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"identifier"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"Slack"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"im"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"cole.waelchi"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},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{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"identifier"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"ICQ"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"im"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"barry.bergnaum"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}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],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"interests"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[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"Overwatch"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"vinyl"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],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"joinDate"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"24/09/2017"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"locale"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"en-ZA"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"maritalStatus"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"Divorced"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"names"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[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"Alexandra"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"Leonia"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],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"nicknames"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[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"Annie Moore"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],</a:t>
            </a:r>
            <a:endParaRPr b="1" sz="300">
              <a:solidFill>
                <a:srgbClr val="666666"/>
              </a:solidFill>
              <a:latin typeface="Gloria Hallelujah"/>
              <a:ea typeface="Gloria Hallelujah"/>
              <a:cs typeface="Gloria Hallelujah"/>
              <a:sym typeface="Gloria Hallelujah"/>
            </a:endParaRPr>
          </a:p>
        </p:txBody>
      </p:sp>
      <p:sp>
        <p:nvSpPr>
          <p:cNvPr id="404" name="Google Shape;404;p23"/>
          <p:cNvSpPr/>
          <p:nvPr/>
        </p:nvSpPr>
        <p:spPr>
          <a:xfrm>
            <a:off x="1370525" y="547825"/>
            <a:ext cx="3325004" cy="3944220"/>
          </a:xfrm>
          <a:custGeom>
            <a:rect b="b" l="l" r="r" t="t"/>
            <a:pathLst>
              <a:path extrusionOk="0" h="20878" w="16863">
                <a:moveTo>
                  <a:pt x="974" y="1801"/>
                </a:moveTo>
                <a:lnTo>
                  <a:pt x="1144" y="1825"/>
                </a:lnTo>
                <a:lnTo>
                  <a:pt x="1314" y="1874"/>
                </a:lnTo>
                <a:lnTo>
                  <a:pt x="1436" y="1874"/>
                </a:lnTo>
                <a:lnTo>
                  <a:pt x="1455" y="2041"/>
                </a:lnTo>
                <a:lnTo>
                  <a:pt x="1455" y="2041"/>
                </a:lnTo>
                <a:lnTo>
                  <a:pt x="1412" y="2020"/>
                </a:lnTo>
                <a:lnTo>
                  <a:pt x="1290" y="1995"/>
                </a:lnTo>
                <a:lnTo>
                  <a:pt x="1168" y="1995"/>
                </a:lnTo>
                <a:lnTo>
                  <a:pt x="998" y="2068"/>
                </a:lnTo>
                <a:lnTo>
                  <a:pt x="828" y="2166"/>
                </a:lnTo>
                <a:lnTo>
                  <a:pt x="657" y="2287"/>
                </a:lnTo>
                <a:lnTo>
                  <a:pt x="511" y="2409"/>
                </a:lnTo>
                <a:lnTo>
                  <a:pt x="487" y="2093"/>
                </a:lnTo>
                <a:lnTo>
                  <a:pt x="438" y="1801"/>
                </a:lnTo>
                <a:lnTo>
                  <a:pt x="609" y="1825"/>
                </a:lnTo>
                <a:lnTo>
                  <a:pt x="974" y="1801"/>
                </a:lnTo>
                <a:close/>
                <a:moveTo>
                  <a:pt x="1460" y="2093"/>
                </a:moveTo>
                <a:lnTo>
                  <a:pt x="1509" y="2774"/>
                </a:lnTo>
                <a:lnTo>
                  <a:pt x="1509" y="2774"/>
                </a:lnTo>
                <a:lnTo>
                  <a:pt x="1387" y="2750"/>
                </a:lnTo>
                <a:lnTo>
                  <a:pt x="1314" y="2774"/>
                </a:lnTo>
                <a:lnTo>
                  <a:pt x="1266" y="2798"/>
                </a:lnTo>
                <a:lnTo>
                  <a:pt x="925" y="3042"/>
                </a:lnTo>
                <a:lnTo>
                  <a:pt x="560" y="3309"/>
                </a:lnTo>
                <a:lnTo>
                  <a:pt x="511" y="3358"/>
                </a:lnTo>
                <a:lnTo>
                  <a:pt x="511" y="2847"/>
                </a:lnTo>
                <a:lnTo>
                  <a:pt x="536" y="2823"/>
                </a:lnTo>
                <a:lnTo>
                  <a:pt x="706" y="2725"/>
                </a:lnTo>
                <a:lnTo>
                  <a:pt x="852" y="2604"/>
                </a:lnTo>
                <a:lnTo>
                  <a:pt x="1193" y="2409"/>
                </a:lnTo>
                <a:lnTo>
                  <a:pt x="1290" y="2360"/>
                </a:lnTo>
                <a:lnTo>
                  <a:pt x="1363" y="2287"/>
                </a:lnTo>
                <a:lnTo>
                  <a:pt x="1460" y="2117"/>
                </a:lnTo>
                <a:lnTo>
                  <a:pt x="1460" y="2093"/>
                </a:lnTo>
                <a:close/>
                <a:moveTo>
                  <a:pt x="13237" y="803"/>
                </a:moveTo>
                <a:lnTo>
                  <a:pt x="13408" y="949"/>
                </a:lnTo>
                <a:lnTo>
                  <a:pt x="13675" y="1192"/>
                </a:lnTo>
                <a:lnTo>
                  <a:pt x="13943" y="1436"/>
                </a:lnTo>
                <a:lnTo>
                  <a:pt x="14211" y="1655"/>
                </a:lnTo>
                <a:lnTo>
                  <a:pt x="14454" y="1922"/>
                </a:lnTo>
                <a:lnTo>
                  <a:pt x="14721" y="2214"/>
                </a:lnTo>
                <a:lnTo>
                  <a:pt x="14989" y="2482"/>
                </a:lnTo>
                <a:lnTo>
                  <a:pt x="15500" y="3017"/>
                </a:lnTo>
                <a:lnTo>
                  <a:pt x="15670" y="3188"/>
                </a:lnTo>
                <a:lnTo>
                  <a:pt x="15816" y="3382"/>
                </a:lnTo>
                <a:lnTo>
                  <a:pt x="15938" y="3577"/>
                </a:lnTo>
                <a:lnTo>
                  <a:pt x="16108" y="3772"/>
                </a:lnTo>
                <a:lnTo>
                  <a:pt x="15743" y="3796"/>
                </a:lnTo>
                <a:lnTo>
                  <a:pt x="15403" y="3820"/>
                </a:lnTo>
                <a:lnTo>
                  <a:pt x="14697" y="3820"/>
                </a:lnTo>
                <a:lnTo>
                  <a:pt x="14016" y="3796"/>
                </a:lnTo>
                <a:lnTo>
                  <a:pt x="13651" y="3772"/>
                </a:lnTo>
                <a:lnTo>
                  <a:pt x="13310" y="3820"/>
                </a:lnTo>
                <a:lnTo>
                  <a:pt x="13262" y="3042"/>
                </a:lnTo>
                <a:lnTo>
                  <a:pt x="13213" y="2239"/>
                </a:lnTo>
                <a:lnTo>
                  <a:pt x="13189" y="1874"/>
                </a:lnTo>
                <a:lnTo>
                  <a:pt x="13189" y="1533"/>
                </a:lnTo>
                <a:lnTo>
                  <a:pt x="13237" y="803"/>
                </a:lnTo>
                <a:close/>
                <a:moveTo>
                  <a:pt x="1533" y="3163"/>
                </a:moveTo>
                <a:lnTo>
                  <a:pt x="1533" y="3455"/>
                </a:lnTo>
                <a:lnTo>
                  <a:pt x="1363" y="3553"/>
                </a:lnTo>
                <a:lnTo>
                  <a:pt x="1217" y="3650"/>
                </a:lnTo>
                <a:lnTo>
                  <a:pt x="901" y="3918"/>
                </a:lnTo>
                <a:lnTo>
                  <a:pt x="706" y="4064"/>
                </a:lnTo>
                <a:lnTo>
                  <a:pt x="511" y="4210"/>
                </a:lnTo>
                <a:lnTo>
                  <a:pt x="511" y="3845"/>
                </a:lnTo>
                <a:lnTo>
                  <a:pt x="511" y="3747"/>
                </a:lnTo>
                <a:lnTo>
                  <a:pt x="657" y="3699"/>
                </a:lnTo>
                <a:lnTo>
                  <a:pt x="803" y="3626"/>
                </a:lnTo>
                <a:lnTo>
                  <a:pt x="1047" y="3455"/>
                </a:lnTo>
                <a:lnTo>
                  <a:pt x="1387" y="3236"/>
                </a:lnTo>
                <a:lnTo>
                  <a:pt x="1533" y="3163"/>
                </a:lnTo>
                <a:close/>
                <a:moveTo>
                  <a:pt x="1558" y="3942"/>
                </a:moveTo>
                <a:lnTo>
                  <a:pt x="1533" y="4404"/>
                </a:lnTo>
                <a:lnTo>
                  <a:pt x="1533" y="4526"/>
                </a:lnTo>
                <a:lnTo>
                  <a:pt x="1193" y="4745"/>
                </a:lnTo>
                <a:lnTo>
                  <a:pt x="852" y="4988"/>
                </a:lnTo>
                <a:lnTo>
                  <a:pt x="657" y="5086"/>
                </a:lnTo>
                <a:lnTo>
                  <a:pt x="511" y="5232"/>
                </a:lnTo>
                <a:lnTo>
                  <a:pt x="511" y="4648"/>
                </a:lnTo>
                <a:lnTo>
                  <a:pt x="657" y="4575"/>
                </a:lnTo>
                <a:lnTo>
                  <a:pt x="828" y="4477"/>
                </a:lnTo>
                <a:lnTo>
                  <a:pt x="1095" y="4258"/>
                </a:lnTo>
                <a:lnTo>
                  <a:pt x="1558" y="3942"/>
                </a:lnTo>
                <a:close/>
                <a:moveTo>
                  <a:pt x="1509" y="4964"/>
                </a:moveTo>
                <a:lnTo>
                  <a:pt x="1485" y="5378"/>
                </a:lnTo>
                <a:lnTo>
                  <a:pt x="1363" y="5451"/>
                </a:lnTo>
                <a:lnTo>
                  <a:pt x="1241" y="5548"/>
                </a:lnTo>
                <a:lnTo>
                  <a:pt x="998" y="5767"/>
                </a:lnTo>
                <a:lnTo>
                  <a:pt x="730" y="5986"/>
                </a:lnTo>
                <a:lnTo>
                  <a:pt x="609" y="6108"/>
                </a:lnTo>
                <a:lnTo>
                  <a:pt x="511" y="6254"/>
                </a:lnTo>
                <a:lnTo>
                  <a:pt x="511" y="5499"/>
                </a:lnTo>
                <a:lnTo>
                  <a:pt x="633" y="5475"/>
                </a:lnTo>
                <a:lnTo>
                  <a:pt x="755" y="5426"/>
                </a:lnTo>
                <a:lnTo>
                  <a:pt x="1022" y="5256"/>
                </a:lnTo>
                <a:lnTo>
                  <a:pt x="1509" y="4964"/>
                </a:lnTo>
                <a:close/>
                <a:moveTo>
                  <a:pt x="1460" y="5889"/>
                </a:moveTo>
                <a:lnTo>
                  <a:pt x="1436" y="6473"/>
                </a:lnTo>
                <a:lnTo>
                  <a:pt x="1363" y="6448"/>
                </a:lnTo>
                <a:lnTo>
                  <a:pt x="1266" y="6448"/>
                </a:lnTo>
                <a:lnTo>
                  <a:pt x="1193" y="6473"/>
                </a:lnTo>
                <a:lnTo>
                  <a:pt x="1022" y="6594"/>
                </a:lnTo>
                <a:lnTo>
                  <a:pt x="852" y="6716"/>
                </a:lnTo>
                <a:lnTo>
                  <a:pt x="730" y="6862"/>
                </a:lnTo>
                <a:lnTo>
                  <a:pt x="511" y="7105"/>
                </a:lnTo>
                <a:lnTo>
                  <a:pt x="511" y="6448"/>
                </a:lnTo>
                <a:lnTo>
                  <a:pt x="682" y="6424"/>
                </a:lnTo>
                <a:lnTo>
                  <a:pt x="828" y="6351"/>
                </a:lnTo>
                <a:lnTo>
                  <a:pt x="974" y="6254"/>
                </a:lnTo>
                <a:lnTo>
                  <a:pt x="1095" y="6156"/>
                </a:lnTo>
                <a:lnTo>
                  <a:pt x="1460" y="5889"/>
                </a:lnTo>
                <a:close/>
                <a:moveTo>
                  <a:pt x="1412" y="6813"/>
                </a:moveTo>
                <a:lnTo>
                  <a:pt x="1387" y="7397"/>
                </a:lnTo>
                <a:lnTo>
                  <a:pt x="1168" y="7616"/>
                </a:lnTo>
                <a:lnTo>
                  <a:pt x="925" y="7835"/>
                </a:lnTo>
                <a:lnTo>
                  <a:pt x="755" y="8006"/>
                </a:lnTo>
                <a:lnTo>
                  <a:pt x="584" y="8176"/>
                </a:lnTo>
                <a:lnTo>
                  <a:pt x="536" y="7543"/>
                </a:lnTo>
                <a:lnTo>
                  <a:pt x="657" y="7446"/>
                </a:lnTo>
                <a:lnTo>
                  <a:pt x="779" y="7349"/>
                </a:lnTo>
                <a:lnTo>
                  <a:pt x="974" y="7154"/>
                </a:lnTo>
                <a:lnTo>
                  <a:pt x="1095" y="7032"/>
                </a:lnTo>
                <a:lnTo>
                  <a:pt x="1241" y="6911"/>
                </a:lnTo>
                <a:lnTo>
                  <a:pt x="1412" y="6813"/>
                </a:lnTo>
                <a:close/>
                <a:moveTo>
                  <a:pt x="1363" y="7981"/>
                </a:moveTo>
                <a:lnTo>
                  <a:pt x="1339" y="8468"/>
                </a:lnTo>
                <a:lnTo>
                  <a:pt x="1241" y="8541"/>
                </a:lnTo>
                <a:lnTo>
                  <a:pt x="1168" y="8614"/>
                </a:lnTo>
                <a:lnTo>
                  <a:pt x="1022" y="8736"/>
                </a:lnTo>
                <a:lnTo>
                  <a:pt x="901" y="8882"/>
                </a:lnTo>
                <a:lnTo>
                  <a:pt x="779" y="9052"/>
                </a:lnTo>
                <a:lnTo>
                  <a:pt x="657" y="9222"/>
                </a:lnTo>
                <a:lnTo>
                  <a:pt x="609" y="8492"/>
                </a:lnTo>
                <a:lnTo>
                  <a:pt x="730" y="8444"/>
                </a:lnTo>
                <a:lnTo>
                  <a:pt x="876" y="8395"/>
                </a:lnTo>
                <a:lnTo>
                  <a:pt x="1095" y="8200"/>
                </a:lnTo>
                <a:lnTo>
                  <a:pt x="1363" y="7981"/>
                </a:lnTo>
                <a:close/>
                <a:moveTo>
                  <a:pt x="1314" y="9003"/>
                </a:moveTo>
                <a:lnTo>
                  <a:pt x="1290" y="9611"/>
                </a:lnTo>
                <a:lnTo>
                  <a:pt x="1168" y="9660"/>
                </a:lnTo>
                <a:lnTo>
                  <a:pt x="1071" y="9733"/>
                </a:lnTo>
                <a:lnTo>
                  <a:pt x="852" y="9903"/>
                </a:lnTo>
                <a:lnTo>
                  <a:pt x="706" y="10049"/>
                </a:lnTo>
                <a:lnTo>
                  <a:pt x="657" y="9368"/>
                </a:lnTo>
                <a:lnTo>
                  <a:pt x="925" y="9271"/>
                </a:lnTo>
                <a:lnTo>
                  <a:pt x="1168" y="9101"/>
                </a:lnTo>
                <a:lnTo>
                  <a:pt x="1314" y="9003"/>
                </a:lnTo>
                <a:close/>
                <a:moveTo>
                  <a:pt x="1266" y="10122"/>
                </a:moveTo>
                <a:lnTo>
                  <a:pt x="1266" y="10877"/>
                </a:lnTo>
                <a:lnTo>
                  <a:pt x="1120" y="10998"/>
                </a:lnTo>
                <a:lnTo>
                  <a:pt x="803" y="11242"/>
                </a:lnTo>
                <a:lnTo>
                  <a:pt x="730" y="10439"/>
                </a:lnTo>
                <a:lnTo>
                  <a:pt x="876" y="10366"/>
                </a:lnTo>
                <a:lnTo>
                  <a:pt x="1022" y="10293"/>
                </a:lnTo>
                <a:lnTo>
                  <a:pt x="1266" y="10122"/>
                </a:lnTo>
                <a:close/>
                <a:moveTo>
                  <a:pt x="1266" y="11363"/>
                </a:moveTo>
                <a:lnTo>
                  <a:pt x="1266" y="11826"/>
                </a:lnTo>
                <a:lnTo>
                  <a:pt x="1120" y="11972"/>
                </a:lnTo>
                <a:lnTo>
                  <a:pt x="974" y="12118"/>
                </a:lnTo>
                <a:lnTo>
                  <a:pt x="901" y="12215"/>
                </a:lnTo>
                <a:lnTo>
                  <a:pt x="828" y="12337"/>
                </a:lnTo>
                <a:lnTo>
                  <a:pt x="803" y="11534"/>
                </a:lnTo>
                <a:lnTo>
                  <a:pt x="803" y="11485"/>
                </a:lnTo>
                <a:lnTo>
                  <a:pt x="925" y="11485"/>
                </a:lnTo>
                <a:lnTo>
                  <a:pt x="1047" y="11461"/>
                </a:lnTo>
                <a:lnTo>
                  <a:pt x="1144" y="11412"/>
                </a:lnTo>
                <a:lnTo>
                  <a:pt x="1266" y="11363"/>
                </a:lnTo>
                <a:close/>
                <a:moveTo>
                  <a:pt x="1266" y="12385"/>
                </a:moveTo>
                <a:lnTo>
                  <a:pt x="1266" y="12872"/>
                </a:lnTo>
                <a:lnTo>
                  <a:pt x="974" y="13140"/>
                </a:lnTo>
                <a:lnTo>
                  <a:pt x="828" y="13286"/>
                </a:lnTo>
                <a:lnTo>
                  <a:pt x="828" y="12653"/>
                </a:lnTo>
                <a:lnTo>
                  <a:pt x="1022" y="12556"/>
                </a:lnTo>
                <a:lnTo>
                  <a:pt x="1217" y="12410"/>
                </a:lnTo>
                <a:lnTo>
                  <a:pt x="1266" y="12385"/>
                </a:lnTo>
                <a:close/>
                <a:moveTo>
                  <a:pt x="1266" y="13407"/>
                </a:moveTo>
                <a:lnTo>
                  <a:pt x="1266" y="14113"/>
                </a:lnTo>
                <a:lnTo>
                  <a:pt x="1168" y="14186"/>
                </a:lnTo>
                <a:lnTo>
                  <a:pt x="1095" y="14235"/>
                </a:lnTo>
                <a:lnTo>
                  <a:pt x="925" y="14381"/>
                </a:lnTo>
                <a:lnTo>
                  <a:pt x="779" y="14527"/>
                </a:lnTo>
                <a:lnTo>
                  <a:pt x="803" y="13748"/>
                </a:lnTo>
                <a:lnTo>
                  <a:pt x="925" y="13675"/>
                </a:lnTo>
                <a:lnTo>
                  <a:pt x="1047" y="13578"/>
                </a:lnTo>
                <a:lnTo>
                  <a:pt x="1266" y="13407"/>
                </a:lnTo>
                <a:close/>
                <a:moveTo>
                  <a:pt x="1266" y="14624"/>
                </a:moveTo>
                <a:lnTo>
                  <a:pt x="1266" y="14940"/>
                </a:lnTo>
                <a:lnTo>
                  <a:pt x="1193" y="14989"/>
                </a:lnTo>
                <a:lnTo>
                  <a:pt x="949" y="15208"/>
                </a:lnTo>
                <a:lnTo>
                  <a:pt x="730" y="15451"/>
                </a:lnTo>
                <a:lnTo>
                  <a:pt x="755" y="15062"/>
                </a:lnTo>
                <a:lnTo>
                  <a:pt x="876" y="14989"/>
                </a:lnTo>
                <a:lnTo>
                  <a:pt x="974" y="14892"/>
                </a:lnTo>
                <a:lnTo>
                  <a:pt x="1193" y="14697"/>
                </a:lnTo>
                <a:lnTo>
                  <a:pt x="1266" y="14624"/>
                </a:lnTo>
                <a:close/>
                <a:moveTo>
                  <a:pt x="1241" y="15451"/>
                </a:moveTo>
                <a:lnTo>
                  <a:pt x="1241" y="15500"/>
                </a:lnTo>
                <a:lnTo>
                  <a:pt x="1217" y="15841"/>
                </a:lnTo>
                <a:lnTo>
                  <a:pt x="1071" y="15962"/>
                </a:lnTo>
                <a:lnTo>
                  <a:pt x="925" y="16108"/>
                </a:lnTo>
                <a:lnTo>
                  <a:pt x="682" y="16400"/>
                </a:lnTo>
                <a:lnTo>
                  <a:pt x="682" y="16400"/>
                </a:lnTo>
                <a:lnTo>
                  <a:pt x="730" y="15695"/>
                </a:lnTo>
                <a:lnTo>
                  <a:pt x="779" y="15719"/>
                </a:lnTo>
                <a:lnTo>
                  <a:pt x="828" y="15743"/>
                </a:lnTo>
                <a:lnTo>
                  <a:pt x="901" y="15743"/>
                </a:lnTo>
                <a:lnTo>
                  <a:pt x="949" y="15695"/>
                </a:lnTo>
                <a:lnTo>
                  <a:pt x="1241" y="15451"/>
                </a:lnTo>
                <a:close/>
                <a:moveTo>
                  <a:pt x="1193" y="16327"/>
                </a:moveTo>
                <a:lnTo>
                  <a:pt x="1120" y="17009"/>
                </a:lnTo>
                <a:lnTo>
                  <a:pt x="998" y="17082"/>
                </a:lnTo>
                <a:lnTo>
                  <a:pt x="876" y="17179"/>
                </a:lnTo>
                <a:lnTo>
                  <a:pt x="682" y="17373"/>
                </a:lnTo>
                <a:lnTo>
                  <a:pt x="584" y="17495"/>
                </a:lnTo>
                <a:lnTo>
                  <a:pt x="584" y="17495"/>
                </a:lnTo>
                <a:lnTo>
                  <a:pt x="657" y="16668"/>
                </a:lnTo>
                <a:lnTo>
                  <a:pt x="803" y="16619"/>
                </a:lnTo>
                <a:lnTo>
                  <a:pt x="949" y="16522"/>
                </a:lnTo>
                <a:lnTo>
                  <a:pt x="1193" y="16327"/>
                </a:lnTo>
                <a:close/>
                <a:moveTo>
                  <a:pt x="6813" y="463"/>
                </a:moveTo>
                <a:lnTo>
                  <a:pt x="8322" y="487"/>
                </a:lnTo>
                <a:lnTo>
                  <a:pt x="9831" y="560"/>
                </a:lnTo>
                <a:lnTo>
                  <a:pt x="12848" y="706"/>
                </a:lnTo>
                <a:lnTo>
                  <a:pt x="12799" y="901"/>
                </a:lnTo>
                <a:lnTo>
                  <a:pt x="12751" y="1071"/>
                </a:lnTo>
                <a:lnTo>
                  <a:pt x="12702" y="1484"/>
                </a:lnTo>
                <a:lnTo>
                  <a:pt x="12678" y="1874"/>
                </a:lnTo>
                <a:lnTo>
                  <a:pt x="12702" y="2312"/>
                </a:lnTo>
                <a:lnTo>
                  <a:pt x="12775" y="3115"/>
                </a:lnTo>
                <a:lnTo>
                  <a:pt x="12824" y="3528"/>
                </a:lnTo>
                <a:lnTo>
                  <a:pt x="12824" y="3893"/>
                </a:lnTo>
                <a:lnTo>
                  <a:pt x="12848" y="3966"/>
                </a:lnTo>
                <a:lnTo>
                  <a:pt x="12872" y="4039"/>
                </a:lnTo>
                <a:lnTo>
                  <a:pt x="12921" y="4064"/>
                </a:lnTo>
                <a:lnTo>
                  <a:pt x="12970" y="4112"/>
                </a:lnTo>
                <a:lnTo>
                  <a:pt x="12994" y="4161"/>
                </a:lnTo>
                <a:lnTo>
                  <a:pt x="13067" y="4210"/>
                </a:lnTo>
                <a:lnTo>
                  <a:pt x="13262" y="4258"/>
                </a:lnTo>
                <a:lnTo>
                  <a:pt x="13456" y="4307"/>
                </a:lnTo>
                <a:lnTo>
                  <a:pt x="13894" y="4331"/>
                </a:lnTo>
                <a:lnTo>
                  <a:pt x="14697" y="4356"/>
                </a:lnTo>
                <a:lnTo>
                  <a:pt x="15500" y="4356"/>
                </a:lnTo>
                <a:lnTo>
                  <a:pt x="15889" y="4331"/>
                </a:lnTo>
                <a:lnTo>
                  <a:pt x="16279" y="4283"/>
                </a:lnTo>
                <a:lnTo>
                  <a:pt x="16254" y="5061"/>
                </a:lnTo>
                <a:lnTo>
                  <a:pt x="16279" y="5864"/>
                </a:lnTo>
                <a:lnTo>
                  <a:pt x="16303" y="6643"/>
                </a:lnTo>
                <a:lnTo>
                  <a:pt x="16303" y="7422"/>
                </a:lnTo>
                <a:lnTo>
                  <a:pt x="16279" y="9319"/>
                </a:lnTo>
                <a:lnTo>
                  <a:pt x="16254" y="10268"/>
                </a:lnTo>
                <a:lnTo>
                  <a:pt x="16254" y="11242"/>
                </a:lnTo>
                <a:lnTo>
                  <a:pt x="16303" y="13140"/>
                </a:lnTo>
                <a:lnTo>
                  <a:pt x="16352" y="15062"/>
                </a:lnTo>
                <a:lnTo>
                  <a:pt x="16327" y="15962"/>
                </a:lnTo>
                <a:lnTo>
                  <a:pt x="16327" y="16887"/>
                </a:lnTo>
                <a:lnTo>
                  <a:pt x="16327" y="17738"/>
                </a:lnTo>
                <a:lnTo>
                  <a:pt x="16303" y="18152"/>
                </a:lnTo>
                <a:lnTo>
                  <a:pt x="16254" y="18590"/>
                </a:lnTo>
                <a:lnTo>
                  <a:pt x="15889" y="18614"/>
                </a:lnTo>
                <a:lnTo>
                  <a:pt x="15549" y="18639"/>
                </a:lnTo>
                <a:lnTo>
                  <a:pt x="11923" y="18639"/>
                </a:lnTo>
                <a:lnTo>
                  <a:pt x="9733" y="18614"/>
                </a:lnTo>
                <a:lnTo>
                  <a:pt x="7641" y="18566"/>
                </a:lnTo>
                <a:lnTo>
                  <a:pt x="5524" y="18517"/>
                </a:lnTo>
                <a:lnTo>
                  <a:pt x="4453" y="18517"/>
                </a:lnTo>
                <a:lnTo>
                  <a:pt x="3383" y="18566"/>
                </a:lnTo>
                <a:lnTo>
                  <a:pt x="2701" y="18566"/>
                </a:lnTo>
                <a:lnTo>
                  <a:pt x="2361" y="18590"/>
                </a:lnTo>
                <a:lnTo>
                  <a:pt x="2020" y="18639"/>
                </a:lnTo>
                <a:lnTo>
                  <a:pt x="1971" y="18590"/>
                </a:lnTo>
                <a:lnTo>
                  <a:pt x="1923" y="18517"/>
                </a:lnTo>
                <a:lnTo>
                  <a:pt x="1850" y="18493"/>
                </a:lnTo>
                <a:lnTo>
                  <a:pt x="1777" y="18493"/>
                </a:lnTo>
                <a:lnTo>
                  <a:pt x="1704" y="18298"/>
                </a:lnTo>
                <a:lnTo>
                  <a:pt x="1679" y="18103"/>
                </a:lnTo>
                <a:lnTo>
                  <a:pt x="1704" y="18030"/>
                </a:lnTo>
                <a:lnTo>
                  <a:pt x="1704" y="17957"/>
                </a:lnTo>
                <a:lnTo>
                  <a:pt x="1679" y="17884"/>
                </a:lnTo>
                <a:lnTo>
                  <a:pt x="1631" y="17811"/>
                </a:lnTo>
                <a:lnTo>
                  <a:pt x="1631" y="17398"/>
                </a:lnTo>
                <a:lnTo>
                  <a:pt x="1631" y="17009"/>
                </a:lnTo>
                <a:lnTo>
                  <a:pt x="1679" y="16133"/>
                </a:lnTo>
                <a:lnTo>
                  <a:pt x="1728" y="15281"/>
                </a:lnTo>
                <a:lnTo>
                  <a:pt x="1728" y="15086"/>
                </a:lnTo>
                <a:lnTo>
                  <a:pt x="1777" y="15038"/>
                </a:lnTo>
                <a:lnTo>
                  <a:pt x="1801" y="14965"/>
                </a:lnTo>
                <a:lnTo>
                  <a:pt x="1777" y="14916"/>
                </a:lnTo>
                <a:lnTo>
                  <a:pt x="1728" y="14843"/>
                </a:lnTo>
                <a:lnTo>
                  <a:pt x="1728" y="13018"/>
                </a:lnTo>
                <a:lnTo>
                  <a:pt x="1801" y="12945"/>
                </a:lnTo>
                <a:lnTo>
                  <a:pt x="1825" y="12848"/>
                </a:lnTo>
                <a:lnTo>
                  <a:pt x="1825" y="12775"/>
                </a:lnTo>
                <a:lnTo>
                  <a:pt x="1801" y="12726"/>
                </a:lnTo>
                <a:lnTo>
                  <a:pt x="1728" y="12677"/>
                </a:lnTo>
                <a:lnTo>
                  <a:pt x="1728" y="11071"/>
                </a:lnTo>
                <a:lnTo>
                  <a:pt x="1752" y="11023"/>
                </a:lnTo>
                <a:lnTo>
                  <a:pt x="1777" y="10974"/>
                </a:lnTo>
                <a:lnTo>
                  <a:pt x="1752" y="10925"/>
                </a:lnTo>
                <a:lnTo>
                  <a:pt x="1728" y="10852"/>
                </a:lnTo>
                <a:lnTo>
                  <a:pt x="1752" y="10049"/>
                </a:lnTo>
                <a:lnTo>
                  <a:pt x="1825" y="7373"/>
                </a:lnTo>
                <a:lnTo>
                  <a:pt x="1874" y="6059"/>
                </a:lnTo>
                <a:lnTo>
                  <a:pt x="1947" y="4721"/>
                </a:lnTo>
                <a:lnTo>
                  <a:pt x="1971" y="4137"/>
                </a:lnTo>
                <a:lnTo>
                  <a:pt x="1971" y="3553"/>
                </a:lnTo>
                <a:lnTo>
                  <a:pt x="1947" y="2969"/>
                </a:lnTo>
                <a:lnTo>
                  <a:pt x="1898" y="2360"/>
                </a:lnTo>
                <a:lnTo>
                  <a:pt x="1874" y="1825"/>
                </a:lnTo>
                <a:lnTo>
                  <a:pt x="1825" y="1290"/>
                </a:lnTo>
                <a:lnTo>
                  <a:pt x="1752" y="925"/>
                </a:lnTo>
                <a:lnTo>
                  <a:pt x="1728" y="755"/>
                </a:lnTo>
                <a:lnTo>
                  <a:pt x="1704" y="560"/>
                </a:lnTo>
                <a:lnTo>
                  <a:pt x="2142" y="609"/>
                </a:lnTo>
                <a:lnTo>
                  <a:pt x="2580" y="609"/>
                </a:lnTo>
                <a:lnTo>
                  <a:pt x="3456" y="584"/>
                </a:lnTo>
                <a:lnTo>
                  <a:pt x="5135" y="511"/>
                </a:lnTo>
                <a:lnTo>
                  <a:pt x="5986" y="487"/>
                </a:lnTo>
                <a:lnTo>
                  <a:pt x="6813" y="463"/>
                </a:lnTo>
                <a:close/>
                <a:moveTo>
                  <a:pt x="1120" y="17544"/>
                </a:moveTo>
                <a:lnTo>
                  <a:pt x="1144" y="17982"/>
                </a:lnTo>
                <a:lnTo>
                  <a:pt x="974" y="18176"/>
                </a:lnTo>
                <a:lnTo>
                  <a:pt x="803" y="18371"/>
                </a:lnTo>
                <a:lnTo>
                  <a:pt x="682" y="18517"/>
                </a:lnTo>
                <a:lnTo>
                  <a:pt x="584" y="18663"/>
                </a:lnTo>
                <a:lnTo>
                  <a:pt x="536" y="18858"/>
                </a:lnTo>
                <a:lnTo>
                  <a:pt x="536" y="19028"/>
                </a:lnTo>
                <a:lnTo>
                  <a:pt x="536" y="19052"/>
                </a:lnTo>
                <a:lnTo>
                  <a:pt x="584" y="19052"/>
                </a:lnTo>
                <a:lnTo>
                  <a:pt x="779" y="18955"/>
                </a:lnTo>
                <a:lnTo>
                  <a:pt x="949" y="18809"/>
                </a:lnTo>
                <a:lnTo>
                  <a:pt x="1266" y="18468"/>
                </a:lnTo>
                <a:lnTo>
                  <a:pt x="1339" y="18663"/>
                </a:lnTo>
                <a:lnTo>
                  <a:pt x="1412" y="18833"/>
                </a:lnTo>
                <a:lnTo>
                  <a:pt x="1168" y="19150"/>
                </a:lnTo>
                <a:lnTo>
                  <a:pt x="901" y="19539"/>
                </a:lnTo>
                <a:lnTo>
                  <a:pt x="657" y="19928"/>
                </a:lnTo>
                <a:lnTo>
                  <a:pt x="584" y="19685"/>
                </a:lnTo>
                <a:lnTo>
                  <a:pt x="560" y="19466"/>
                </a:lnTo>
                <a:lnTo>
                  <a:pt x="511" y="18979"/>
                </a:lnTo>
                <a:lnTo>
                  <a:pt x="511" y="18468"/>
                </a:lnTo>
                <a:lnTo>
                  <a:pt x="536" y="17982"/>
                </a:lnTo>
                <a:lnTo>
                  <a:pt x="657" y="17909"/>
                </a:lnTo>
                <a:lnTo>
                  <a:pt x="779" y="17836"/>
                </a:lnTo>
                <a:lnTo>
                  <a:pt x="974" y="17665"/>
                </a:lnTo>
                <a:lnTo>
                  <a:pt x="1120" y="17544"/>
                </a:lnTo>
                <a:close/>
                <a:moveTo>
                  <a:pt x="15451" y="19101"/>
                </a:moveTo>
                <a:lnTo>
                  <a:pt x="15427" y="19296"/>
                </a:lnTo>
                <a:lnTo>
                  <a:pt x="15427" y="19490"/>
                </a:lnTo>
                <a:lnTo>
                  <a:pt x="15451" y="19904"/>
                </a:lnTo>
                <a:lnTo>
                  <a:pt x="15086" y="19953"/>
                </a:lnTo>
                <a:lnTo>
                  <a:pt x="15086" y="19953"/>
                </a:lnTo>
                <a:lnTo>
                  <a:pt x="15159" y="19734"/>
                </a:lnTo>
                <a:lnTo>
                  <a:pt x="15257" y="19417"/>
                </a:lnTo>
                <a:lnTo>
                  <a:pt x="15281" y="19271"/>
                </a:lnTo>
                <a:lnTo>
                  <a:pt x="15281" y="19101"/>
                </a:lnTo>
                <a:close/>
                <a:moveTo>
                  <a:pt x="15062" y="19101"/>
                </a:moveTo>
                <a:lnTo>
                  <a:pt x="14989" y="19174"/>
                </a:lnTo>
                <a:lnTo>
                  <a:pt x="14940" y="19271"/>
                </a:lnTo>
                <a:lnTo>
                  <a:pt x="14867" y="19442"/>
                </a:lnTo>
                <a:lnTo>
                  <a:pt x="14721" y="19782"/>
                </a:lnTo>
                <a:lnTo>
                  <a:pt x="14600" y="20026"/>
                </a:lnTo>
                <a:lnTo>
                  <a:pt x="14357" y="20050"/>
                </a:lnTo>
                <a:lnTo>
                  <a:pt x="14357" y="20050"/>
                </a:lnTo>
                <a:lnTo>
                  <a:pt x="14454" y="19758"/>
                </a:lnTo>
                <a:lnTo>
                  <a:pt x="14503" y="19563"/>
                </a:lnTo>
                <a:lnTo>
                  <a:pt x="14551" y="19344"/>
                </a:lnTo>
                <a:lnTo>
                  <a:pt x="14575" y="19198"/>
                </a:lnTo>
                <a:lnTo>
                  <a:pt x="14551" y="19125"/>
                </a:lnTo>
                <a:lnTo>
                  <a:pt x="15062" y="19101"/>
                </a:lnTo>
                <a:close/>
                <a:moveTo>
                  <a:pt x="9782" y="19052"/>
                </a:moveTo>
                <a:lnTo>
                  <a:pt x="9660" y="19296"/>
                </a:lnTo>
                <a:lnTo>
                  <a:pt x="9563" y="19563"/>
                </a:lnTo>
                <a:lnTo>
                  <a:pt x="9490" y="19831"/>
                </a:lnTo>
                <a:lnTo>
                  <a:pt x="9441" y="20074"/>
                </a:lnTo>
                <a:lnTo>
                  <a:pt x="9028" y="20074"/>
                </a:lnTo>
                <a:lnTo>
                  <a:pt x="9125" y="19831"/>
                </a:lnTo>
                <a:lnTo>
                  <a:pt x="9174" y="19636"/>
                </a:lnTo>
                <a:lnTo>
                  <a:pt x="9320" y="19344"/>
                </a:lnTo>
                <a:lnTo>
                  <a:pt x="9368" y="19174"/>
                </a:lnTo>
                <a:lnTo>
                  <a:pt x="9393" y="19101"/>
                </a:lnTo>
                <a:lnTo>
                  <a:pt x="9368" y="19052"/>
                </a:lnTo>
                <a:close/>
                <a:moveTo>
                  <a:pt x="10780" y="19077"/>
                </a:moveTo>
                <a:lnTo>
                  <a:pt x="10609" y="19296"/>
                </a:lnTo>
                <a:lnTo>
                  <a:pt x="10439" y="19539"/>
                </a:lnTo>
                <a:lnTo>
                  <a:pt x="10366" y="19685"/>
                </a:lnTo>
                <a:lnTo>
                  <a:pt x="10317" y="19807"/>
                </a:lnTo>
                <a:lnTo>
                  <a:pt x="10269" y="19953"/>
                </a:lnTo>
                <a:lnTo>
                  <a:pt x="10269" y="20074"/>
                </a:lnTo>
                <a:lnTo>
                  <a:pt x="9904" y="20074"/>
                </a:lnTo>
                <a:lnTo>
                  <a:pt x="9904" y="19977"/>
                </a:lnTo>
                <a:lnTo>
                  <a:pt x="9977" y="19734"/>
                </a:lnTo>
                <a:lnTo>
                  <a:pt x="10050" y="19515"/>
                </a:lnTo>
                <a:lnTo>
                  <a:pt x="10147" y="19320"/>
                </a:lnTo>
                <a:lnTo>
                  <a:pt x="10196" y="19198"/>
                </a:lnTo>
                <a:lnTo>
                  <a:pt x="10220" y="19077"/>
                </a:lnTo>
                <a:close/>
                <a:moveTo>
                  <a:pt x="9101" y="19028"/>
                </a:moveTo>
                <a:lnTo>
                  <a:pt x="9003" y="19150"/>
                </a:lnTo>
                <a:lnTo>
                  <a:pt x="8930" y="19271"/>
                </a:lnTo>
                <a:lnTo>
                  <a:pt x="8809" y="19466"/>
                </a:lnTo>
                <a:lnTo>
                  <a:pt x="8736" y="19685"/>
                </a:lnTo>
                <a:lnTo>
                  <a:pt x="8638" y="19880"/>
                </a:lnTo>
                <a:lnTo>
                  <a:pt x="8614" y="19977"/>
                </a:lnTo>
                <a:lnTo>
                  <a:pt x="8565" y="20074"/>
                </a:lnTo>
                <a:lnTo>
                  <a:pt x="8079" y="20099"/>
                </a:lnTo>
                <a:lnTo>
                  <a:pt x="8103" y="19953"/>
                </a:lnTo>
                <a:lnTo>
                  <a:pt x="8176" y="19734"/>
                </a:lnTo>
                <a:lnTo>
                  <a:pt x="8273" y="19490"/>
                </a:lnTo>
                <a:lnTo>
                  <a:pt x="8395" y="19296"/>
                </a:lnTo>
                <a:lnTo>
                  <a:pt x="8468" y="19150"/>
                </a:lnTo>
                <a:lnTo>
                  <a:pt x="8517" y="19028"/>
                </a:lnTo>
                <a:close/>
                <a:moveTo>
                  <a:pt x="10926" y="19077"/>
                </a:moveTo>
                <a:lnTo>
                  <a:pt x="10999" y="19101"/>
                </a:lnTo>
                <a:lnTo>
                  <a:pt x="11631" y="19101"/>
                </a:lnTo>
                <a:lnTo>
                  <a:pt x="11510" y="19247"/>
                </a:lnTo>
                <a:lnTo>
                  <a:pt x="11412" y="19393"/>
                </a:lnTo>
                <a:lnTo>
                  <a:pt x="11266" y="19685"/>
                </a:lnTo>
                <a:lnTo>
                  <a:pt x="11193" y="19880"/>
                </a:lnTo>
                <a:lnTo>
                  <a:pt x="11169" y="20001"/>
                </a:lnTo>
                <a:lnTo>
                  <a:pt x="11145" y="20099"/>
                </a:lnTo>
                <a:lnTo>
                  <a:pt x="11047" y="20099"/>
                </a:lnTo>
                <a:lnTo>
                  <a:pt x="10609" y="20074"/>
                </a:lnTo>
                <a:lnTo>
                  <a:pt x="10658" y="19831"/>
                </a:lnTo>
                <a:lnTo>
                  <a:pt x="10731" y="19588"/>
                </a:lnTo>
                <a:lnTo>
                  <a:pt x="10926" y="19077"/>
                </a:lnTo>
                <a:close/>
                <a:moveTo>
                  <a:pt x="14357" y="19125"/>
                </a:moveTo>
                <a:lnTo>
                  <a:pt x="14308" y="19198"/>
                </a:lnTo>
                <a:lnTo>
                  <a:pt x="14186" y="19393"/>
                </a:lnTo>
                <a:lnTo>
                  <a:pt x="14113" y="19563"/>
                </a:lnTo>
                <a:lnTo>
                  <a:pt x="14016" y="19782"/>
                </a:lnTo>
                <a:lnTo>
                  <a:pt x="13919" y="20001"/>
                </a:lnTo>
                <a:lnTo>
                  <a:pt x="13870" y="20074"/>
                </a:lnTo>
                <a:lnTo>
                  <a:pt x="13335" y="20099"/>
                </a:lnTo>
                <a:lnTo>
                  <a:pt x="13432" y="19880"/>
                </a:lnTo>
                <a:lnTo>
                  <a:pt x="13529" y="19685"/>
                </a:lnTo>
                <a:lnTo>
                  <a:pt x="13651" y="19393"/>
                </a:lnTo>
                <a:lnTo>
                  <a:pt x="13675" y="19344"/>
                </a:lnTo>
                <a:lnTo>
                  <a:pt x="13675" y="19271"/>
                </a:lnTo>
                <a:lnTo>
                  <a:pt x="13675" y="19198"/>
                </a:lnTo>
                <a:lnTo>
                  <a:pt x="13675" y="19150"/>
                </a:lnTo>
                <a:lnTo>
                  <a:pt x="13700" y="19125"/>
                </a:lnTo>
                <a:close/>
                <a:moveTo>
                  <a:pt x="7665" y="18979"/>
                </a:moveTo>
                <a:lnTo>
                  <a:pt x="8200" y="19004"/>
                </a:lnTo>
                <a:lnTo>
                  <a:pt x="8079" y="19125"/>
                </a:lnTo>
                <a:lnTo>
                  <a:pt x="8006" y="19271"/>
                </a:lnTo>
                <a:lnTo>
                  <a:pt x="7884" y="19490"/>
                </a:lnTo>
                <a:lnTo>
                  <a:pt x="7738" y="19782"/>
                </a:lnTo>
                <a:lnTo>
                  <a:pt x="7689" y="19953"/>
                </a:lnTo>
                <a:lnTo>
                  <a:pt x="7689" y="20099"/>
                </a:lnTo>
                <a:lnTo>
                  <a:pt x="6984" y="20123"/>
                </a:lnTo>
                <a:lnTo>
                  <a:pt x="7057" y="19977"/>
                </a:lnTo>
                <a:lnTo>
                  <a:pt x="7130" y="19831"/>
                </a:lnTo>
                <a:lnTo>
                  <a:pt x="7324" y="19563"/>
                </a:lnTo>
                <a:lnTo>
                  <a:pt x="7519" y="19271"/>
                </a:lnTo>
                <a:lnTo>
                  <a:pt x="7592" y="19125"/>
                </a:lnTo>
                <a:lnTo>
                  <a:pt x="7665" y="18979"/>
                </a:lnTo>
                <a:close/>
                <a:moveTo>
                  <a:pt x="11996" y="19101"/>
                </a:moveTo>
                <a:lnTo>
                  <a:pt x="12556" y="19125"/>
                </a:lnTo>
                <a:lnTo>
                  <a:pt x="12483" y="19223"/>
                </a:lnTo>
                <a:lnTo>
                  <a:pt x="12410" y="19320"/>
                </a:lnTo>
                <a:lnTo>
                  <a:pt x="12313" y="19563"/>
                </a:lnTo>
                <a:lnTo>
                  <a:pt x="12240" y="19855"/>
                </a:lnTo>
                <a:lnTo>
                  <a:pt x="12167" y="20123"/>
                </a:lnTo>
                <a:lnTo>
                  <a:pt x="11558" y="20099"/>
                </a:lnTo>
                <a:lnTo>
                  <a:pt x="11583" y="19953"/>
                </a:lnTo>
                <a:lnTo>
                  <a:pt x="11656" y="19807"/>
                </a:lnTo>
                <a:lnTo>
                  <a:pt x="11802" y="19563"/>
                </a:lnTo>
                <a:lnTo>
                  <a:pt x="11899" y="19369"/>
                </a:lnTo>
                <a:lnTo>
                  <a:pt x="11948" y="19247"/>
                </a:lnTo>
                <a:lnTo>
                  <a:pt x="11996" y="19101"/>
                </a:lnTo>
                <a:close/>
                <a:moveTo>
                  <a:pt x="13602" y="19125"/>
                </a:moveTo>
                <a:lnTo>
                  <a:pt x="13505" y="19174"/>
                </a:lnTo>
                <a:lnTo>
                  <a:pt x="13408" y="19247"/>
                </a:lnTo>
                <a:lnTo>
                  <a:pt x="13286" y="19393"/>
                </a:lnTo>
                <a:lnTo>
                  <a:pt x="13164" y="19539"/>
                </a:lnTo>
                <a:lnTo>
                  <a:pt x="13018" y="19831"/>
                </a:lnTo>
                <a:lnTo>
                  <a:pt x="12921" y="20123"/>
                </a:lnTo>
                <a:lnTo>
                  <a:pt x="12580" y="20123"/>
                </a:lnTo>
                <a:lnTo>
                  <a:pt x="12653" y="19807"/>
                </a:lnTo>
                <a:lnTo>
                  <a:pt x="12751" y="19490"/>
                </a:lnTo>
                <a:lnTo>
                  <a:pt x="12848" y="19150"/>
                </a:lnTo>
                <a:lnTo>
                  <a:pt x="12848" y="19125"/>
                </a:lnTo>
                <a:close/>
                <a:moveTo>
                  <a:pt x="6813" y="18955"/>
                </a:moveTo>
                <a:lnTo>
                  <a:pt x="7324" y="18979"/>
                </a:lnTo>
                <a:lnTo>
                  <a:pt x="7203" y="19101"/>
                </a:lnTo>
                <a:lnTo>
                  <a:pt x="7081" y="19223"/>
                </a:lnTo>
                <a:lnTo>
                  <a:pt x="6886" y="19515"/>
                </a:lnTo>
                <a:lnTo>
                  <a:pt x="6716" y="19831"/>
                </a:lnTo>
                <a:lnTo>
                  <a:pt x="6619" y="20147"/>
                </a:lnTo>
                <a:lnTo>
                  <a:pt x="6303" y="20147"/>
                </a:lnTo>
                <a:lnTo>
                  <a:pt x="6351" y="20001"/>
                </a:lnTo>
                <a:lnTo>
                  <a:pt x="6400" y="19855"/>
                </a:lnTo>
                <a:lnTo>
                  <a:pt x="6424" y="19685"/>
                </a:lnTo>
                <a:lnTo>
                  <a:pt x="6497" y="19539"/>
                </a:lnTo>
                <a:lnTo>
                  <a:pt x="6643" y="19247"/>
                </a:lnTo>
                <a:lnTo>
                  <a:pt x="6813" y="18955"/>
                </a:lnTo>
                <a:close/>
                <a:moveTo>
                  <a:pt x="6376" y="18955"/>
                </a:moveTo>
                <a:lnTo>
                  <a:pt x="6230" y="19198"/>
                </a:lnTo>
                <a:lnTo>
                  <a:pt x="6132" y="19417"/>
                </a:lnTo>
                <a:lnTo>
                  <a:pt x="6059" y="19588"/>
                </a:lnTo>
                <a:lnTo>
                  <a:pt x="5962" y="19782"/>
                </a:lnTo>
                <a:lnTo>
                  <a:pt x="5913" y="19977"/>
                </a:lnTo>
                <a:lnTo>
                  <a:pt x="5913" y="20074"/>
                </a:lnTo>
                <a:lnTo>
                  <a:pt x="5938" y="20172"/>
                </a:lnTo>
                <a:lnTo>
                  <a:pt x="5086" y="20220"/>
                </a:lnTo>
                <a:lnTo>
                  <a:pt x="5208" y="19977"/>
                </a:lnTo>
                <a:lnTo>
                  <a:pt x="5329" y="19734"/>
                </a:lnTo>
                <a:lnTo>
                  <a:pt x="5573" y="19320"/>
                </a:lnTo>
                <a:lnTo>
                  <a:pt x="5670" y="19150"/>
                </a:lnTo>
                <a:lnTo>
                  <a:pt x="5743" y="19052"/>
                </a:lnTo>
                <a:lnTo>
                  <a:pt x="5743" y="19004"/>
                </a:lnTo>
                <a:lnTo>
                  <a:pt x="5719" y="18955"/>
                </a:lnTo>
                <a:close/>
                <a:moveTo>
                  <a:pt x="5475" y="18955"/>
                </a:moveTo>
                <a:lnTo>
                  <a:pt x="5305" y="19125"/>
                </a:lnTo>
                <a:lnTo>
                  <a:pt x="5183" y="19296"/>
                </a:lnTo>
                <a:lnTo>
                  <a:pt x="4964" y="19685"/>
                </a:lnTo>
                <a:lnTo>
                  <a:pt x="4818" y="19953"/>
                </a:lnTo>
                <a:lnTo>
                  <a:pt x="4745" y="20099"/>
                </a:lnTo>
                <a:lnTo>
                  <a:pt x="4745" y="20220"/>
                </a:lnTo>
                <a:lnTo>
                  <a:pt x="4210" y="20269"/>
                </a:lnTo>
                <a:lnTo>
                  <a:pt x="4234" y="20196"/>
                </a:lnTo>
                <a:lnTo>
                  <a:pt x="4332" y="19953"/>
                </a:lnTo>
                <a:lnTo>
                  <a:pt x="4429" y="19709"/>
                </a:lnTo>
                <a:lnTo>
                  <a:pt x="4624" y="19369"/>
                </a:lnTo>
                <a:lnTo>
                  <a:pt x="4672" y="19271"/>
                </a:lnTo>
                <a:lnTo>
                  <a:pt x="4697" y="19198"/>
                </a:lnTo>
                <a:lnTo>
                  <a:pt x="4697" y="19101"/>
                </a:lnTo>
                <a:lnTo>
                  <a:pt x="4672" y="19004"/>
                </a:lnTo>
                <a:lnTo>
                  <a:pt x="4551" y="19004"/>
                </a:lnTo>
                <a:lnTo>
                  <a:pt x="4453" y="19077"/>
                </a:lnTo>
                <a:lnTo>
                  <a:pt x="4356" y="19150"/>
                </a:lnTo>
                <a:lnTo>
                  <a:pt x="4259" y="19271"/>
                </a:lnTo>
                <a:lnTo>
                  <a:pt x="4113" y="19490"/>
                </a:lnTo>
                <a:lnTo>
                  <a:pt x="4015" y="19709"/>
                </a:lnTo>
                <a:lnTo>
                  <a:pt x="3869" y="19977"/>
                </a:lnTo>
                <a:lnTo>
                  <a:pt x="3821" y="20123"/>
                </a:lnTo>
                <a:lnTo>
                  <a:pt x="3796" y="20293"/>
                </a:lnTo>
                <a:lnTo>
                  <a:pt x="3358" y="20318"/>
                </a:lnTo>
                <a:lnTo>
                  <a:pt x="3383" y="20172"/>
                </a:lnTo>
                <a:lnTo>
                  <a:pt x="3456" y="19928"/>
                </a:lnTo>
                <a:lnTo>
                  <a:pt x="3553" y="19709"/>
                </a:lnTo>
                <a:lnTo>
                  <a:pt x="3748" y="19320"/>
                </a:lnTo>
                <a:lnTo>
                  <a:pt x="3967" y="18955"/>
                </a:lnTo>
                <a:close/>
                <a:moveTo>
                  <a:pt x="1850" y="19028"/>
                </a:moveTo>
                <a:lnTo>
                  <a:pt x="2166" y="19052"/>
                </a:lnTo>
                <a:lnTo>
                  <a:pt x="2507" y="19052"/>
                </a:lnTo>
                <a:lnTo>
                  <a:pt x="2239" y="19393"/>
                </a:lnTo>
                <a:lnTo>
                  <a:pt x="1971" y="19758"/>
                </a:lnTo>
                <a:lnTo>
                  <a:pt x="1777" y="20099"/>
                </a:lnTo>
                <a:lnTo>
                  <a:pt x="1704" y="20245"/>
                </a:lnTo>
                <a:lnTo>
                  <a:pt x="1655" y="20366"/>
                </a:lnTo>
                <a:lnTo>
                  <a:pt x="1558" y="20366"/>
                </a:lnTo>
                <a:lnTo>
                  <a:pt x="1217" y="20342"/>
                </a:lnTo>
                <a:lnTo>
                  <a:pt x="876" y="20318"/>
                </a:lnTo>
                <a:lnTo>
                  <a:pt x="1144" y="20001"/>
                </a:lnTo>
                <a:lnTo>
                  <a:pt x="1363" y="19685"/>
                </a:lnTo>
                <a:lnTo>
                  <a:pt x="1606" y="19344"/>
                </a:lnTo>
                <a:lnTo>
                  <a:pt x="1850" y="19028"/>
                </a:lnTo>
                <a:close/>
                <a:moveTo>
                  <a:pt x="3675" y="18955"/>
                </a:moveTo>
                <a:lnTo>
                  <a:pt x="3553" y="19077"/>
                </a:lnTo>
                <a:lnTo>
                  <a:pt x="3431" y="19223"/>
                </a:lnTo>
                <a:lnTo>
                  <a:pt x="3261" y="19539"/>
                </a:lnTo>
                <a:lnTo>
                  <a:pt x="3164" y="19709"/>
                </a:lnTo>
                <a:lnTo>
                  <a:pt x="3066" y="19904"/>
                </a:lnTo>
                <a:lnTo>
                  <a:pt x="3018" y="20123"/>
                </a:lnTo>
                <a:lnTo>
                  <a:pt x="2993" y="20220"/>
                </a:lnTo>
                <a:lnTo>
                  <a:pt x="2993" y="20342"/>
                </a:lnTo>
                <a:lnTo>
                  <a:pt x="2044" y="20391"/>
                </a:lnTo>
                <a:lnTo>
                  <a:pt x="2239" y="20123"/>
                </a:lnTo>
                <a:lnTo>
                  <a:pt x="2361" y="19928"/>
                </a:lnTo>
                <a:lnTo>
                  <a:pt x="2677" y="19442"/>
                </a:lnTo>
                <a:lnTo>
                  <a:pt x="2872" y="19198"/>
                </a:lnTo>
                <a:lnTo>
                  <a:pt x="2969" y="19101"/>
                </a:lnTo>
                <a:lnTo>
                  <a:pt x="3066" y="19004"/>
                </a:lnTo>
                <a:lnTo>
                  <a:pt x="3675" y="18955"/>
                </a:lnTo>
                <a:close/>
                <a:moveTo>
                  <a:pt x="6643" y="0"/>
                </a:moveTo>
                <a:lnTo>
                  <a:pt x="5792" y="25"/>
                </a:lnTo>
                <a:lnTo>
                  <a:pt x="4940" y="49"/>
                </a:lnTo>
                <a:lnTo>
                  <a:pt x="3261" y="146"/>
                </a:lnTo>
                <a:lnTo>
                  <a:pt x="2093" y="195"/>
                </a:lnTo>
                <a:lnTo>
                  <a:pt x="1898" y="195"/>
                </a:lnTo>
                <a:lnTo>
                  <a:pt x="1704" y="244"/>
                </a:lnTo>
                <a:lnTo>
                  <a:pt x="1655" y="219"/>
                </a:lnTo>
                <a:lnTo>
                  <a:pt x="1582" y="195"/>
                </a:lnTo>
                <a:lnTo>
                  <a:pt x="1509" y="219"/>
                </a:lnTo>
                <a:lnTo>
                  <a:pt x="1460" y="268"/>
                </a:lnTo>
                <a:lnTo>
                  <a:pt x="1412" y="390"/>
                </a:lnTo>
                <a:lnTo>
                  <a:pt x="1363" y="511"/>
                </a:lnTo>
                <a:lnTo>
                  <a:pt x="1339" y="755"/>
                </a:lnTo>
                <a:lnTo>
                  <a:pt x="1339" y="1047"/>
                </a:lnTo>
                <a:lnTo>
                  <a:pt x="1387" y="1314"/>
                </a:lnTo>
                <a:lnTo>
                  <a:pt x="1217" y="1290"/>
                </a:lnTo>
                <a:lnTo>
                  <a:pt x="1047" y="1290"/>
                </a:lnTo>
                <a:lnTo>
                  <a:pt x="730" y="1314"/>
                </a:lnTo>
                <a:lnTo>
                  <a:pt x="560" y="1314"/>
                </a:lnTo>
                <a:lnTo>
                  <a:pt x="365" y="1338"/>
                </a:lnTo>
                <a:lnTo>
                  <a:pt x="268" y="1363"/>
                </a:lnTo>
                <a:lnTo>
                  <a:pt x="195" y="1411"/>
                </a:lnTo>
                <a:lnTo>
                  <a:pt x="146" y="1460"/>
                </a:lnTo>
                <a:lnTo>
                  <a:pt x="122" y="1557"/>
                </a:lnTo>
                <a:lnTo>
                  <a:pt x="122" y="1630"/>
                </a:lnTo>
                <a:lnTo>
                  <a:pt x="98" y="1874"/>
                </a:lnTo>
                <a:lnTo>
                  <a:pt x="73" y="2117"/>
                </a:lnTo>
                <a:lnTo>
                  <a:pt x="49" y="2652"/>
                </a:lnTo>
                <a:lnTo>
                  <a:pt x="73" y="3674"/>
                </a:lnTo>
                <a:lnTo>
                  <a:pt x="49" y="4891"/>
                </a:lnTo>
                <a:lnTo>
                  <a:pt x="25" y="6083"/>
                </a:lnTo>
                <a:lnTo>
                  <a:pt x="49" y="6765"/>
                </a:lnTo>
                <a:lnTo>
                  <a:pt x="49" y="7446"/>
                </a:lnTo>
                <a:lnTo>
                  <a:pt x="122" y="8809"/>
                </a:lnTo>
                <a:lnTo>
                  <a:pt x="219" y="10171"/>
                </a:lnTo>
                <a:lnTo>
                  <a:pt x="317" y="11534"/>
                </a:lnTo>
                <a:lnTo>
                  <a:pt x="341" y="12166"/>
                </a:lnTo>
                <a:lnTo>
                  <a:pt x="341" y="12799"/>
                </a:lnTo>
                <a:lnTo>
                  <a:pt x="292" y="14064"/>
                </a:lnTo>
                <a:lnTo>
                  <a:pt x="244" y="15330"/>
                </a:lnTo>
                <a:lnTo>
                  <a:pt x="171" y="16595"/>
                </a:lnTo>
                <a:lnTo>
                  <a:pt x="73" y="17519"/>
                </a:lnTo>
                <a:lnTo>
                  <a:pt x="49" y="17982"/>
                </a:lnTo>
                <a:lnTo>
                  <a:pt x="0" y="18444"/>
                </a:lnTo>
                <a:lnTo>
                  <a:pt x="0" y="18931"/>
                </a:lnTo>
                <a:lnTo>
                  <a:pt x="25" y="19393"/>
                </a:lnTo>
                <a:lnTo>
                  <a:pt x="98" y="19831"/>
                </a:lnTo>
                <a:lnTo>
                  <a:pt x="146" y="20050"/>
                </a:lnTo>
                <a:lnTo>
                  <a:pt x="219" y="20269"/>
                </a:lnTo>
                <a:lnTo>
                  <a:pt x="292" y="20366"/>
                </a:lnTo>
                <a:lnTo>
                  <a:pt x="365" y="20415"/>
                </a:lnTo>
                <a:lnTo>
                  <a:pt x="463" y="20439"/>
                </a:lnTo>
                <a:lnTo>
                  <a:pt x="560" y="20415"/>
                </a:lnTo>
                <a:lnTo>
                  <a:pt x="584" y="20512"/>
                </a:lnTo>
                <a:lnTo>
                  <a:pt x="633" y="20610"/>
                </a:lnTo>
                <a:lnTo>
                  <a:pt x="706" y="20658"/>
                </a:lnTo>
                <a:lnTo>
                  <a:pt x="803" y="20731"/>
                </a:lnTo>
                <a:lnTo>
                  <a:pt x="1047" y="20804"/>
                </a:lnTo>
                <a:lnTo>
                  <a:pt x="1339" y="20853"/>
                </a:lnTo>
                <a:lnTo>
                  <a:pt x="1631" y="20877"/>
                </a:lnTo>
                <a:lnTo>
                  <a:pt x="1923" y="20877"/>
                </a:lnTo>
                <a:lnTo>
                  <a:pt x="2312" y="20853"/>
                </a:lnTo>
                <a:lnTo>
                  <a:pt x="3188" y="20829"/>
                </a:lnTo>
                <a:lnTo>
                  <a:pt x="4064" y="20780"/>
                </a:lnTo>
                <a:lnTo>
                  <a:pt x="5792" y="20683"/>
                </a:lnTo>
                <a:lnTo>
                  <a:pt x="7057" y="20634"/>
                </a:lnTo>
                <a:lnTo>
                  <a:pt x="8346" y="20585"/>
                </a:lnTo>
                <a:lnTo>
                  <a:pt x="9612" y="20585"/>
                </a:lnTo>
                <a:lnTo>
                  <a:pt x="10901" y="20610"/>
                </a:lnTo>
                <a:lnTo>
                  <a:pt x="12240" y="20634"/>
                </a:lnTo>
                <a:lnTo>
                  <a:pt x="12337" y="20658"/>
                </a:lnTo>
                <a:lnTo>
                  <a:pt x="12434" y="20658"/>
                </a:lnTo>
                <a:lnTo>
                  <a:pt x="12483" y="20634"/>
                </a:lnTo>
                <a:lnTo>
                  <a:pt x="13262" y="20634"/>
                </a:lnTo>
                <a:lnTo>
                  <a:pt x="14065" y="20585"/>
                </a:lnTo>
                <a:lnTo>
                  <a:pt x="14843" y="20512"/>
                </a:lnTo>
                <a:lnTo>
                  <a:pt x="15622" y="20391"/>
                </a:lnTo>
                <a:lnTo>
                  <a:pt x="15695" y="20366"/>
                </a:lnTo>
                <a:lnTo>
                  <a:pt x="15743" y="20342"/>
                </a:lnTo>
                <a:lnTo>
                  <a:pt x="15865" y="20318"/>
                </a:lnTo>
                <a:lnTo>
                  <a:pt x="15962" y="20269"/>
                </a:lnTo>
                <a:lnTo>
                  <a:pt x="16035" y="20172"/>
                </a:lnTo>
                <a:lnTo>
                  <a:pt x="16035" y="20123"/>
                </a:lnTo>
                <a:lnTo>
                  <a:pt x="16035" y="20050"/>
                </a:lnTo>
                <a:lnTo>
                  <a:pt x="16011" y="19807"/>
                </a:lnTo>
                <a:lnTo>
                  <a:pt x="15987" y="19563"/>
                </a:lnTo>
                <a:lnTo>
                  <a:pt x="15938" y="19320"/>
                </a:lnTo>
                <a:lnTo>
                  <a:pt x="15938" y="19077"/>
                </a:lnTo>
                <a:lnTo>
                  <a:pt x="16425" y="19028"/>
                </a:lnTo>
                <a:lnTo>
                  <a:pt x="16522" y="18979"/>
                </a:lnTo>
                <a:lnTo>
                  <a:pt x="16619" y="18906"/>
                </a:lnTo>
                <a:lnTo>
                  <a:pt x="16668" y="18833"/>
                </a:lnTo>
                <a:lnTo>
                  <a:pt x="16717" y="18760"/>
                </a:lnTo>
                <a:lnTo>
                  <a:pt x="16790" y="18347"/>
                </a:lnTo>
                <a:lnTo>
                  <a:pt x="16838" y="17933"/>
                </a:lnTo>
                <a:lnTo>
                  <a:pt x="16863" y="17519"/>
                </a:lnTo>
                <a:lnTo>
                  <a:pt x="16863" y="17106"/>
                </a:lnTo>
                <a:lnTo>
                  <a:pt x="16863" y="16254"/>
                </a:lnTo>
                <a:lnTo>
                  <a:pt x="16863" y="15427"/>
                </a:lnTo>
                <a:lnTo>
                  <a:pt x="16838" y="14429"/>
                </a:lnTo>
                <a:lnTo>
                  <a:pt x="16838" y="13432"/>
                </a:lnTo>
                <a:lnTo>
                  <a:pt x="16765" y="11412"/>
                </a:lnTo>
                <a:lnTo>
                  <a:pt x="16765" y="10414"/>
                </a:lnTo>
                <a:lnTo>
                  <a:pt x="16765" y="9417"/>
                </a:lnTo>
                <a:lnTo>
                  <a:pt x="16814" y="7422"/>
                </a:lnTo>
                <a:lnTo>
                  <a:pt x="16814" y="6473"/>
                </a:lnTo>
                <a:lnTo>
                  <a:pt x="16838" y="5499"/>
                </a:lnTo>
                <a:lnTo>
                  <a:pt x="16814" y="5013"/>
                </a:lnTo>
                <a:lnTo>
                  <a:pt x="16765" y="4550"/>
                </a:lnTo>
                <a:lnTo>
                  <a:pt x="16717" y="4064"/>
                </a:lnTo>
                <a:lnTo>
                  <a:pt x="16619" y="3601"/>
                </a:lnTo>
                <a:lnTo>
                  <a:pt x="16595" y="3553"/>
                </a:lnTo>
                <a:lnTo>
                  <a:pt x="16522" y="3504"/>
                </a:lnTo>
                <a:lnTo>
                  <a:pt x="16425" y="3334"/>
                </a:lnTo>
                <a:lnTo>
                  <a:pt x="16303" y="3188"/>
                </a:lnTo>
                <a:lnTo>
                  <a:pt x="16060" y="2896"/>
                </a:lnTo>
                <a:lnTo>
                  <a:pt x="15792" y="2604"/>
                </a:lnTo>
                <a:lnTo>
                  <a:pt x="15524" y="2336"/>
                </a:lnTo>
                <a:lnTo>
                  <a:pt x="14989" y="1801"/>
                </a:lnTo>
                <a:lnTo>
                  <a:pt x="14503" y="1338"/>
                </a:lnTo>
                <a:lnTo>
                  <a:pt x="14259" y="1119"/>
                </a:lnTo>
                <a:lnTo>
                  <a:pt x="14016" y="901"/>
                </a:lnTo>
                <a:lnTo>
                  <a:pt x="13700" y="633"/>
                </a:lnTo>
                <a:lnTo>
                  <a:pt x="13554" y="487"/>
                </a:lnTo>
                <a:lnTo>
                  <a:pt x="13383" y="390"/>
                </a:lnTo>
                <a:lnTo>
                  <a:pt x="13335" y="317"/>
                </a:lnTo>
                <a:lnTo>
                  <a:pt x="13310" y="292"/>
                </a:lnTo>
                <a:lnTo>
                  <a:pt x="13237" y="268"/>
                </a:lnTo>
                <a:lnTo>
                  <a:pt x="13164" y="244"/>
                </a:lnTo>
                <a:lnTo>
                  <a:pt x="9904" y="73"/>
                </a:lnTo>
                <a:lnTo>
                  <a:pt x="8273" y="25"/>
                </a:lnTo>
                <a:lnTo>
                  <a:pt x="6643" y="0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23"/>
          <p:cNvSpPr/>
          <p:nvPr/>
        </p:nvSpPr>
        <p:spPr>
          <a:xfrm>
            <a:off x="4816525" y="547825"/>
            <a:ext cx="3325004" cy="3944220"/>
          </a:xfrm>
          <a:custGeom>
            <a:rect b="b" l="l" r="r" t="t"/>
            <a:pathLst>
              <a:path extrusionOk="0" h="20878" w="16863">
                <a:moveTo>
                  <a:pt x="974" y="1801"/>
                </a:moveTo>
                <a:lnTo>
                  <a:pt x="1144" y="1825"/>
                </a:lnTo>
                <a:lnTo>
                  <a:pt x="1314" y="1874"/>
                </a:lnTo>
                <a:lnTo>
                  <a:pt x="1436" y="1874"/>
                </a:lnTo>
                <a:lnTo>
                  <a:pt x="1455" y="2041"/>
                </a:lnTo>
                <a:lnTo>
                  <a:pt x="1455" y="2041"/>
                </a:lnTo>
                <a:lnTo>
                  <a:pt x="1412" y="2020"/>
                </a:lnTo>
                <a:lnTo>
                  <a:pt x="1290" y="1995"/>
                </a:lnTo>
                <a:lnTo>
                  <a:pt x="1168" y="1995"/>
                </a:lnTo>
                <a:lnTo>
                  <a:pt x="998" y="2068"/>
                </a:lnTo>
                <a:lnTo>
                  <a:pt x="828" y="2166"/>
                </a:lnTo>
                <a:lnTo>
                  <a:pt x="657" y="2287"/>
                </a:lnTo>
                <a:lnTo>
                  <a:pt x="511" y="2409"/>
                </a:lnTo>
                <a:lnTo>
                  <a:pt x="487" y="2093"/>
                </a:lnTo>
                <a:lnTo>
                  <a:pt x="438" y="1801"/>
                </a:lnTo>
                <a:lnTo>
                  <a:pt x="609" y="1825"/>
                </a:lnTo>
                <a:lnTo>
                  <a:pt x="974" y="1801"/>
                </a:lnTo>
                <a:close/>
                <a:moveTo>
                  <a:pt x="1460" y="2093"/>
                </a:moveTo>
                <a:lnTo>
                  <a:pt x="1509" y="2774"/>
                </a:lnTo>
                <a:lnTo>
                  <a:pt x="1509" y="2774"/>
                </a:lnTo>
                <a:lnTo>
                  <a:pt x="1387" y="2750"/>
                </a:lnTo>
                <a:lnTo>
                  <a:pt x="1314" y="2774"/>
                </a:lnTo>
                <a:lnTo>
                  <a:pt x="1266" y="2798"/>
                </a:lnTo>
                <a:lnTo>
                  <a:pt x="925" y="3042"/>
                </a:lnTo>
                <a:lnTo>
                  <a:pt x="560" y="3309"/>
                </a:lnTo>
                <a:lnTo>
                  <a:pt x="511" y="3358"/>
                </a:lnTo>
                <a:lnTo>
                  <a:pt x="511" y="2847"/>
                </a:lnTo>
                <a:lnTo>
                  <a:pt x="536" y="2823"/>
                </a:lnTo>
                <a:lnTo>
                  <a:pt x="706" y="2725"/>
                </a:lnTo>
                <a:lnTo>
                  <a:pt x="852" y="2604"/>
                </a:lnTo>
                <a:lnTo>
                  <a:pt x="1193" y="2409"/>
                </a:lnTo>
                <a:lnTo>
                  <a:pt x="1290" y="2360"/>
                </a:lnTo>
                <a:lnTo>
                  <a:pt x="1363" y="2287"/>
                </a:lnTo>
                <a:lnTo>
                  <a:pt x="1460" y="2117"/>
                </a:lnTo>
                <a:lnTo>
                  <a:pt x="1460" y="2093"/>
                </a:lnTo>
                <a:close/>
                <a:moveTo>
                  <a:pt x="13237" y="803"/>
                </a:moveTo>
                <a:lnTo>
                  <a:pt x="13408" y="949"/>
                </a:lnTo>
                <a:lnTo>
                  <a:pt x="13675" y="1192"/>
                </a:lnTo>
                <a:lnTo>
                  <a:pt x="13943" y="1436"/>
                </a:lnTo>
                <a:lnTo>
                  <a:pt x="14211" y="1655"/>
                </a:lnTo>
                <a:lnTo>
                  <a:pt x="14454" y="1922"/>
                </a:lnTo>
                <a:lnTo>
                  <a:pt x="14721" y="2214"/>
                </a:lnTo>
                <a:lnTo>
                  <a:pt x="14989" y="2482"/>
                </a:lnTo>
                <a:lnTo>
                  <a:pt x="15500" y="3017"/>
                </a:lnTo>
                <a:lnTo>
                  <a:pt x="15670" y="3188"/>
                </a:lnTo>
                <a:lnTo>
                  <a:pt x="15816" y="3382"/>
                </a:lnTo>
                <a:lnTo>
                  <a:pt x="15938" y="3577"/>
                </a:lnTo>
                <a:lnTo>
                  <a:pt x="16108" y="3772"/>
                </a:lnTo>
                <a:lnTo>
                  <a:pt x="15743" y="3796"/>
                </a:lnTo>
                <a:lnTo>
                  <a:pt x="15403" y="3820"/>
                </a:lnTo>
                <a:lnTo>
                  <a:pt x="14697" y="3820"/>
                </a:lnTo>
                <a:lnTo>
                  <a:pt x="14016" y="3796"/>
                </a:lnTo>
                <a:lnTo>
                  <a:pt x="13651" y="3772"/>
                </a:lnTo>
                <a:lnTo>
                  <a:pt x="13310" y="3820"/>
                </a:lnTo>
                <a:lnTo>
                  <a:pt x="13262" y="3042"/>
                </a:lnTo>
                <a:lnTo>
                  <a:pt x="13213" y="2239"/>
                </a:lnTo>
                <a:lnTo>
                  <a:pt x="13189" y="1874"/>
                </a:lnTo>
                <a:lnTo>
                  <a:pt x="13189" y="1533"/>
                </a:lnTo>
                <a:lnTo>
                  <a:pt x="13237" y="803"/>
                </a:lnTo>
                <a:close/>
                <a:moveTo>
                  <a:pt x="1533" y="3163"/>
                </a:moveTo>
                <a:lnTo>
                  <a:pt x="1533" y="3455"/>
                </a:lnTo>
                <a:lnTo>
                  <a:pt x="1363" y="3553"/>
                </a:lnTo>
                <a:lnTo>
                  <a:pt x="1217" y="3650"/>
                </a:lnTo>
                <a:lnTo>
                  <a:pt x="901" y="3918"/>
                </a:lnTo>
                <a:lnTo>
                  <a:pt x="706" y="4064"/>
                </a:lnTo>
                <a:lnTo>
                  <a:pt x="511" y="4210"/>
                </a:lnTo>
                <a:lnTo>
                  <a:pt x="511" y="3845"/>
                </a:lnTo>
                <a:lnTo>
                  <a:pt x="511" y="3747"/>
                </a:lnTo>
                <a:lnTo>
                  <a:pt x="657" y="3699"/>
                </a:lnTo>
                <a:lnTo>
                  <a:pt x="803" y="3626"/>
                </a:lnTo>
                <a:lnTo>
                  <a:pt x="1047" y="3455"/>
                </a:lnTo>
                <a:lnTo>
                  <a:pt x="1387" y="3236"/>
                </a:lnTo>
                <a:lnTo>
                  <a:pt x="1533" y="3163"/>
                </a:lnTo>
                <a:close/>
                <a:moveTo>
                  <a:pt x="1558" y="3942"/>
                </a:moveTo>
                <a:lnTo>
                  <a:pt x="1533" y="4404"/>
                </a:lnTo>
                <a:lnTo>
                  <a:pt x="1533" y="4526"/>
                </a:lnTo>
                <a:lnTo>
                  <a:pt x="1193" y="4745"/>
                </a:lnTo>
                <a:lnTo>
                  <a:pt x="852" y="4988"/>
                </a:lnTo>
                <a:lnTo>
                  <a:pt x="657" y="5086"/>
                </a:lnTo>
                <a:lnTo>
                  <a:pt x="511" y="5232"/>
                </a:lnTo>
                <a:lnTo>
                  <a:pt x="511" y="4648"/>
                </a:lnTo>
                <a:lnTo>
                  <a:pt x="657" y="4575"/>
                </a:lnTo>
                <a:lnTo>
                  <a:pt x="828" y="4477"/>
                </a:lnTo>
                <a:lnTo>
                  <a:pt x="1095" y="4258"/>
                </a:lnTo>
                <a:lnTo>
                  <a:pt x="1558" y="3942"/>
                </a:lnTo>
                <a:close/>
                <a:moveTo>
                  <a:pt x="1509" y="4964"/>
                </a:moveTo>
                <a:lnTo>
                  <a:pt x="1485" y="5378"/>
                </a:lnTo>
                <a:lnTo>
                  <a:pt x="1363" y="5451"/>
                </a:lnTo>
                <a:lnTo>
                  <a:pt x="1241" y="5548"/>
                </a:lnTo>
                <a:lnTo>
                  <a:pt x="998" y="5767"/>
                </a:lnTo>
                <a:lnTo>
                  <a:pt x="730" y="5986"/>
                </a:lnTo>
                <a:lnTo>
                  <a:pt x="609" y="6108"/>
                </a:lnTo>
                <a:lnTo>
                  <a:pt x="511" y="6254"/>
                </a:lnTo>
                <a:lnTo>
                  <a:pt x="511" y="5499"/>
                </a:lnTo>
                <a:lnTo>
                  <a:pt x="633" y="5475"/>
                </a:lnTo>
                <a:lnTo>
                  <a:pt x="755" y="5426"/>
                </a:lnTo>
                <a:lnTo>
                  <a:pt x="1022" y="5256"/>
                </a:lnTo>
                <a:lnTo>
                  <a:pt x="1509" y="4964"/>
                </a:lnTo>
                <a:close/>
                <a:moveTo>
                  <a:pt x="1460" y="5889"/>
                </a:moveTo>
                <a:lnTo>
                  <a:pt x="1436" y="6473"/>
                </a:lnTo>
                <a:lnTo>
                  <a:pt x="1363" y="6448"/>
                </a:lnTo>
                <a:lnTo>
                  <a:pt x="1266" y="6448"/>
                </a:lnTo>
                <a:lnTo>
                  <a:pt x="1193" y="6473"/>
                </a:lnTo>
                <a:lnTo>
                  <a:pt x="1022" y="6594"/>
                </a:lnTo>
                <a:lnTo>
                  <a:pt x="852" y="6716"/>
                </a:lnTo>
                <a:lnTo>
                  <a:pt x="730" y="6862"/>
                </a:lnTo>
                <a:lnTo>
                  <a:pt x="511" y="7105"/>
                </a:lnTo>
                <a:lnTo>
                  <a:pt x="511" y="6448"/>
                </a:lnTo>
                <a:lnTo>
                  <a:pt x="682" y="6424"/>
                </a:lnTo>
                <a:lnTo>
                  <a:pt x="828" y="6351"/>
                </a:lnTo>
                <a:lnTo>
                  <a:pt x="974" y="6254"/>
                </a:lnTo>
                <a:lnTo>
                  <a:pt x="1095" y="6156"/>
                </a:lnTo>
                <a:lnTo>
                  <a:pt x="1460" y="5889"/>
                </a:lnTo>
                <a:close/>
                <a:moveTo>
                  <a:pt x="1412" y="6813"/>
                </a:moveTo>
                <a:lnTo>
                  <a:pt x="1387" y="7397"/>
                </a:lnTo>
                <a:lnTo>
                  <a:pt x="1168" y="7616"/>
                </a:lnTo>
                <a:lnTo>
                  <a:pt x="925" y="7835"/>
                </a:lnTo>
                <a:lnTo>
                  <a:pt x="755" y="8006"/>
                </a:lnTo>
                <a:lnTo>
                  <a:pt x="584" y="8176"/>
                </a:lnTo>
                <a:lnTo>
                  <a:pt x="536" y="7543"/>
                </a:lnTo>
                <a:lnTo>
                  <a:pt x="657" y="7446"/>
                </a:lnTo>
                <a:lnTo>
                  <a:pt x="779" y="7349"/>
                </a:lnTo>
                <a:lnTo>
                  <a:pt x="974" y="7154"/>
                </a:lnTo>
                <a:lnTo>
                  <a:pt x="1095" y="7032"/>
                </a:lnTo>
                <a:lnTo>
                  <a:pt x="1241" y="6911"/>
                </a:lnTo>
                <a:lnTo>
                  <a:pt x="1412" y="6813"/>
                </a:lnTo>
                <a:close/>
                <a:moveTo>
                  <a:pt x="1363" y="7981"/>
                </a:moveTo>
                <a:lnTo>
                  <a:pt x="1339" y="8468"/>
                </a:lnTo>
                <a:lnTo>
                  <a:pt x="1241" y="8541"/>
                </a:lnTo>
                <a:lnTo>
                  <a:pt x="1168" y="8614"/>
                </a:lnTo>
                <a:lnTo>
                  <a:pt x="1022" y="8736"/>
                </a:lnTo>
                <a:lnTo>
                  <a:pt x="901" y="8882"/>
                </a:lnTo>
                <a:lnTo>
                  <a:pt x="779" y="9052"/>
                </a:lnTo>
                <a:lnTo>
                  <a:pt x="657" y="9222"/>
                </a:lnTo>
                <a:lnTo>
                  <a:pt x="609" y="8492"/>
                </a:lnTo>
                <a:lnTo>
                  <a:pt x="730" y="8444"/>
                </a:lnTo>
                <a:lnTo>
                  <a:pt x="876" y="8395"/>
                </a:lnTo>
                <a:lnTo>
                  <a:pt x="1095" y="8200"/>
                </a:lnTo>
                <a:lnTo>
                  <a:pt x="1363" y="7981"/>
                </a:lnTo>
                <a:close/>
                <a:moveTo>
                  <a:pt x="1314" y="9003"/>
                </a:moveTo>
                <a:lnTo>
                  <a:pt x="1290" y="9611"/>
                </a:lnTo>
                <a:lnTo>
                  <a:pt x="1168" y="9660"/>
                </a:lnTo>
                <a:lnTo>
                  <a:pt x="1071" y="9733"/>
                </a:lnTo>
                <a:lnTo>
                  <a:pt x="852" y="9903"/>
                </a:lnTo>
                <a:lnTo>
                  <a:pt x="706" y="10049"/>
                </a:lnTo>
                <a:lnTo>
                  <a:pt x="657" y="9368"/>
                </a:lnTo>
                <a:lnTo>
                  <a:pt x="925" y="9271"/>
                </a:lnTo>
                <a:lnTo>
                  <a:pt x="1168" y="9101"/>
                </a:lnTo>
                <a:lnTo>
                  <a:pt x="1314" y="9003"/>
                </a:lnTo>
                <a:close/>
                <a:moveTo>
                  <a:pt x="1266" y="10122"/>
                </a:moveTo>
                <a:lnTo>
                  <a:pt x="1266" y="10877"/>
                </a:lnTo>
                <a:lnTo>
                  <a:pt x="1120" y="10998"/>
                </a:lnTo>
                <a:lnTo>
                  <a:pt x="803" y="11242"/>
                </a:lnTo>
                <a:lnTo>
                  <a:pt x="730" y="10439"/>
                </a:lnTo>
                <a:lnTo>
                  <a:pt x="876" y="10366"/>
                </a:lnTo>
                <a:lnTo>
                  <a:pt x="1022" y="10293"/>
                </a:lnTo>
                <a:lnTo>
                  <a:pt x="1266" y="10122"/>
                </a:lnTo>
                <a:close/>
                <a:moveTo>
                  <a:pt x="1266" y="11363"/>
                </a:moveTo>
                <a:lnTo>
                  <a:pt x="1266" y="11826"/>
                </a:lnTo>
                <a:lnTo>
                  <a:pt x="1120" y="11972"/>
                </a:lnTo>
                <a:lnTo>
                  <a:pt x="974" y="12118"/>
                </a:lnTo>
                <a:lnTo>
                  <a:pt x="901" y="12215"/>
                </a:lnTo>
                <a:lnTo>
                  <a:pt x="828" y="12337"/>
                </a:lnTo>
                <a:lnTo>
                  <a:pt x="803" y="11534"/>
                </a:lnTo>
                <a:lnTo>
                  <a:pt x="803" y="11485"/>
                </a:lnTo>
                <a:lnTo>
                  <a:pt x="925" y="11485"/>
                </a:lnTo>
                <a:lnTo>
                  <a:pt x="1047" y="11461"/>
                </a:lnTo>
                <a:lnTo>
                  <a:pt x="1144" y="11412"/>
                </a:lnTo>
                <a:lnTo>
                  <a:pt x="1266" y="11363"/>
                </a:lnTo>
                <a:close/>
                <a:moveTo>
                  <a:pt x="1266" y="12385"/>
                </a:moveTo>
                <a:lnTo>
                  <a:pt x="1266" y="12872"/>
                </a:lnTo>
                <a:lnTo>
                  <a:pt x="974" y="13140"/>
                </a:lnTo>
                <a:lnTo>
                  <a:pt x="828" y="13286"/>
                </a:lnTo>
                <a:lnTo>
                  <a:pt x="828" y="12653"/>
                </a:lnTo>
                <a:lnTo>
                  <a:pt x="1022" y="12556"/>
                </a:lnTo>
                <a:lnTo>
                  <a:pt x="1217" y="12410"/>
                </a:lnTo>
                <a:lnTo>
                  <a:pt x="1266" y="12385"/>
                </a:lnTo>
                <a:close/>
                <a:moveTo>
                  <a:pt x="1266" y="13407"/>
                </a:moveTo>
                <a:lnTo>
                  <a:pt x="1266" y="14113"/>
                </a:lnTo>
                <a:lnTo>
                  <a:pt x="1168" y="14186"/>
                </a:lnTo>
                <a:lnTo>
                  <a:pt x="1095" y="14235"/>
                </a:lnTo>
                <a:lnTo>
                  <a:pt x="925" y="14381"/>
                </a:lnTo>
                <a:lnTo>
                  <a:pt x="779" y="14527"/>
                </a:lnTo>
                <a:lnTo>
                  <a:pt x="803" y="13748"/>
                </a:lnTo>
                <a:lnTo>
                  <a:pt x="925" y="13675"/>
                </a:lnTo>
                <a:lnTo>
                  <a:pt x="1047" y="13578"/>
                </a:lnTo>
                <a:lnTo>
                  <a:pt x="1266" y="13407"/>
                </a:lnTo>
                <a:close/>
                <a:moveTo>
                  <a:pt x="1266" y="14624"/>
                </a:moveTo>
                <a:lnTo>
                  <a:pt x="1266" y="14940"/>
                </a:lnTo>
                <a:lnTo>
                  <a:pt x="1193" y="14989"/>
                </a:lnTo>
                <a:lnTo>
                  <a:pt x="949" y="15208"/>
                </a:lnTo>
                <a:lnTo>
                  <a:pt x="730" y="15451"/>
                </a:lnTo>
                <a:lnTo>
                  <a:pt x="755" y="15062"/>
                </a:lnTo>
                <a:lnTo>
                  <a:pt x="876" y="14989"/>
                </a:lnTo>
                <a:lnTo>
                  <a:pt x="974" y="14892"/>
                </a:lnTo>
                <a:lnTo>
                  <a:pt x="1193" y="14697"/>
                </a:lnTo>
                <a:lnTo>
                  <a:pt x="1266" y="14624"/>
                </a:lnTo>
                <a:close/>
                <a:moveTo>
                  <a:pt x="1241" y="15451"/>
                </a:moveTo>
                <a:lnTo>
                  <a:pt x="1241" y="15500"/>
                </a:lnTo>
                <a:lnTo>
                  <a:pt x="1217" y="15841"/>
                </a:lnTo>
                <a:lnTo>
                  <a:pt x="1071" y="15962"/>
                </a:lnTo>
                <a:lnTo>
                  <a:pt x="925" y="16108"/>
                </a:lnTo>
                <a:lnTo>
                  <a:pt x="682" y="16400"/>
                </a:lnTo>
                <a:lnTo>
                  <a:pt x="682" y="16400"/>
                </a:lnTo>
                <a:lnTo>
                  <a:pt x="730" y="15695"/>
                </a:lnTo>
                <a:lnTo>
                  <a:pt x="779" y="15719"/>
                </a:lnTo>
                <a:lnTo>
                  <a:pt x="828" y="15743"/>
                </a:lnTo>
                <a:lnTo>
                  <a:pt x="901" y="15743"/>
                </a:lnTo>
                <a:lnTo>
                  <a:pt x="949" y="15695"/>
                </a:lnTo>
                <a:lnTo>
                  <a:pt x="1241" y="15451"/>
                </a:lnTo>
                <a:close/>
                <a:moveTo>
                  <a:pt x="1193" y="16327"/>
                </a:moveTo>
                <a:lnTo>
                  <a:pt x="1120" y="17009"/>
                </a:lnTo>
                <a:lnTo>
                  <a:pt x="998" y="17082"/>
                </a:lnTo>
                <a:lnTo>
                  <a:pt x="876" y="17179"/>
                </a:lnTo>
                <a:lnTo>
                  <a:pt x="682" y="17373"/>
                </a:lnTo>
                <a:lnTo>
                  <a:pt x="584" y="17495"/>
                </a:lnTo>
                <a:lnTo>
                  <a:pt x="584" y="17495"/>
                </a:lnTo>
                <a:lnTo>
                  <a:pt x="657" y="16668"/>
                </a:lnTo>
                <a:lnTo>
                  <a:pt x="803" y="16619"/>
                </a:lnTo>
                <a:lnTo>
                  <a:pt x="949" y="16522"/>
                </a:lnTo>
                <a:lnTo>
                  <a:pt x="1193" y="16327"/>
                </a:lnTo>
                <a:close/>
                <a:moveTo>
                  <a:pt x="6813" y="463"/>
                </a:moveTo>
                <a:lnTo>
                  <a:pt x="8322" y="487"/>
                </a:lnTo>
                <a:lnTo>
                  <a:pt x="9831" y="560"/>
                </a:lnTo>
                <a:lnTo>
                  <a:pt x="12848" y="706"/>
                </a:lnTo>
                <a:lnTo>
                  <a:pt x="12799" y="901"/>
                </a:lnTo>
                <a:lnTo>
                  <a:pt x="12751" y="1071"/>
                </a:lnTo>
                <a:lnTo>
                  <a:pt x="12702" y="1484"/>
                </a:lnTo>
                <a:lnTo>
                  <a:pt x="12678" y="1874"/>
                </a:lnTo>
                <a:lnTo>
                  <a:pt x="12702" y="2312"/>
                </a:lnTo>
                <a:lnTo>
                  <a:pt x="12775" y="3115"/>
                </a:lnTo>
                <a:lnTo>
                  <a:pt x="12824" y="3528"/>
                </a:lnTo>
                <a:lnTo>
                  <a:pt x="12824" y="3893"/>
                </a:lnTo>
                <a:lnTo>
                  <a:pt x="12848" y="3966"/>
                </a:lnTo>
                <a:lnTo>
                  <a:pt x="12872" y="4039"/>
                </a:lnTo>
                <a:lnTo>
                  <a:pt x="12921" y="4064"/>
                </a:lnTo>
                <a:lnTo>
                  <a:pt x="12970" y="4112"/>
                </a:lnTo>
                <a:lnTo>
                  <a:pt x="12994" y="4161"/>
                </a:lnTo>
                <a:lnTo>
                  <a:pt x="13067" y="4210"/>
                </a:lnTo>
                <a:lnTo>
                  <a:pt x="13262" y="4258"/>
                </a:lnTo>
                <a:lnTo>
                  <a:pt x="13456" y="4307"/>
                </a:lnTo>
                <a:lnTo>
                  <a:pt x="13894" y="4331"/>
                </a:lnTo>
                <a:lnTo>
                  <a:pt x="14697" y="4356"/>
                </a:lnTo>
                <a:lnTo>
                  <a:pt x="15500" y="4356"/>
                </a:lnTo>
                <a:lnTo>
                  <a:pt x="15889" y="4331"/>
                </a:lnTo>
                <a:lnTo>
                  <a:pt x="16279" y="4283"/>
                </a:lnTo>
                <a:lnTo>
                  <a:pt x="16254" y="5061"/>
                </a:lnTo>
                <a:lnTo>
                  <a:pt x="16279" y="5864"/>
                </a:lnTo>
                <a:lnTo>
                  <a:pt x="16303" y="6643"/>
                </a:lnTo>
                <a:lnTo>
                  <a:pt x="16303" y="7422"/>
                </a:lnTo>
                <a:lnTo>
                  <a:pt x="16279" y="9319"/>
                </a:lnTo>
                <a:lnTo>
                  <a:pt x="16254" y="10268"/>
                </a:lnTo>
                <a:lnTo>
                  <a:pt x="16254" y="11242"/>
                </a:lnTo>
                <a:lnTo>
                  <a:pt x="16303" y="13140"/>
                </a:lnTo>
                <a:lnTo>
                  <a:pt x="16352" y="15062"/>
                </a:lnTo>
                <a:lnTo>
                  <a:pt x="16327" y="15962"/>
                </a:lnTo>
                <a:lnTo>
                  <a:pt x="16327" y="16887"/>
                </a:lnTo>
                <a:lnTo>
                  <a:pt x="16327" y="17738"/>
                </a:lnTo>
                <a:lnTo>
                  <a:pt x="16303" y="18152"/>
                </a:lnTo>
                <a:lnTo>
                  <a:pt x="16254" y="18590"/>
                </a:lnTo>
                <a:lnTo>
                  <a:pt x="15889" y="18614"/>
                </a:lnTo>
                <a:lnTo>
                  <a:pt x="15549" y="18639"/>
                </a:lnTo>
                <a:lnTo>
                  <a:pt x="11923" y="18639"/>
                </a:lnTo>
                <a:lnTo>
                  <a:pt x="9733" y="18614"/>
                </a:lnTo>
                <a:lnTo>
                  <a:pt x="7641" y="18566"/>
                </a:lnTo>
                <a:lnTo>
                  <a:pt x="5524" y="18517"/>
                </a:lnTo>
                <a:lnTo>
                  <a:pt x="4453" y="18517"/>
                </a:lnTo>
                <a:lnTo>
                  <a:pt x="3383" y="18566"/>
                </a:lnTo>
                <a:lnTo>
                  <a:pt x="2701" y="18566"/>
                </a:lnTo>
                <a:lnTo>
                  <a:pt x="2361" y="18590"/>
                </a:lnTo>
                <a:lnTo>
                  <a:pt x="2020" y="18639"/>
                </a:lnTo>
                <a:lnTo>
                  <a:pt x="1971" y="18590"/>
                </a:lnTo>
                <a:lnTo>
                  <a:pt x="1923" y="18517"/>
                </a:lnTo>
                <a:lnTo>
                  <a:pt x="1850" y="18493"/>
                </a:lnTo>
                <a:lnTo>
                  <a:pt x="1777" y="18493"/>
                </a:lnTo>
                <a:lnTo>
                  <a:pt x="1704" y="18298"/>
                </a:lnTo>
                <a:lnTo>
                  <a:pt x="1679" y="18103"/>
                </a:lnTo>
                <a:lnTo>
                  <a:pt x="1704" y="18030"/>
                </a:lnTo>
                <a:lnTo>
                  <a:pt x="1704" y="17957"/>
                </a:lnTo>
                <a:lnTo>
                  <a:pt x="1679" y="17884"/>
                </a:lnTo>
                <a:lnTo>
                  <a:pt x="1631" y="17811"/>
                </a:lnTo>
                <a:lnTo>
                  <a:pt x="1631" y="17398"/>
                </a:lnTo>
                <a:lnTo>
                  <a:pt x="1631" y="17009"/>
                </a:lnTo>
                <a:lnTo>
                  <a:pt x="1679" y="16133"/>
                </a:lnTo>
                <a:lnTo>
                  <a:pt x="1728" y="15281"/>
                </a:lnTo>
                <a:lnTo>
                  <a:pt x="1728" y="15086"/>
                </a:lnTo>
                <a:lnTo>
                  <a:pt x="1777" y="15038"/>
                </a:lnTo>
                <a:lnTo>
                  <a:pt x="1801" y="14965"/>
                </a:lnTo>
                <a:lnTo>
                  <a:pt x="1777" y="14916"/>
                </a:lnTo>
                <a:lnTo>
                  <a:pt x="1728" y="14843"/>
                </a:lnTo>
                <a:lnTo>
                  <a:pt x="1728" y="13018"/>
                </a:lnTo>
                <a:lnTo>
                  <a:pt x="1801" y="12945"/>
                </a:lnTo>
                <a:lnTo>
                  <a:pt x="1825" y="12848"/>
                </a:lnTo>
                <a:lnTo>
                  <a:pt x="1825" y="12775"/>
                </a:lnTo>
                <a:lnTo>
                  <a:pt x="1801" y="12726"/>
                </a:lnTo>
                <a:lnTo>
                  <a:pt x="1728" y="12677"/>
                </a:lnTo>
                <a:lnTo>
                  <a:pt x="1728" y="11071"/>
                </a:lnTo>
                <a:lnTo>
                  <a:pt x="1752" y="11023"/>
                </a:lnTo>
                <a:lnTo>
                  <a:pt x="1777" y="10974"/>
                </a:lnTo>
                <a:lnTo>
                  <a:pt x="1752" y="10925"/>
                </a:lnTo>
                <a:lnTo>
                  <a:pt x="1728" y="10852"/>
                </a:lnTo>
                <a:lnTo>
                  <a:pt x="1752" y="10049"/>
                </a:lnTo>
                <a:lnTo>
                  <a:pt x="1825" y="7373"/>
                </a:lnTo>
                <a:lnTo>
                  <a:pt x="1874" y="6059"/>
                </a:lnTo>
                <a:lnTo>
                  <a:pt x="1947" y="4721"/>
                </a:lnTo>
                <a:lnTo>
                  <a:pt x="1971" y="4137"/>
                </a:lnTo>
                <a:lnTo>
                  <a:pt x="1971" y="3553"/>
                </a:lnTo>
                <a:lnTo>
                  <a:pt x="1947" y="2969"/>
                </a:lnTo>
                <a:lnTo>
                  <a:pt x="1898" y="2360"/>
                </a:lnTo>
                <a:lnTo>
                  <a:pt x="1874" y="1825"/>
                </a:lnTo>
                <a:lnTo>
                  <a:pt x="1825" y="1290"/>
                </a:lnTo>
                <a:lnTo>
                  <a:pt x="1752" y="925"/>
                </a:lnTo>
                <a:lnTo>
                  <a:pt x="1728" y="755"/>
                </a:lnTo>
                <a:lnTo>
                  <a:pt x="1704" y="560"/>
                </a:lnTo>
                <a:lnTo>
                  <a:pt x="2142" y="609"/>
                </a:lnTo>
                <a:lnTo>
                  <a:pt x="2580" y="609"/>
                </a:lnTo>
                <a:lnTo>
                  <a:pt x="3456" y="584"/>
                </a:lnTo>
                <a:lnTo>
                  <a:pt x="5135" y="511"/>
                </a:lnTo>
                <a:lnTo>
                  <a:pt x="5986" y="487"/>
                </a:lnTo>
                <a:lnTo>
                  <a:pt x="6813" y="463"/>
                </a:lnTo>
                <a:close/>
                <a:moveTo>
                  <a:pt x="1120" y="17544"/>
                </a:moveTo>
                <a:lnTo>
                  <a:pt x="1144" y="17982"/>
                </a:lnTo>
                <a:lnTo>
                  <a:pt x="974" y="18176"/>
                </a:lnTo>
                <a:lnTo>
                  <a:pt x="803" y="18371"/>
                </a:lnTo>
                <a:lnTo>
                  <a:pt x="682" y="18517"/>
                </a:lnTo>
                <a:lnTo>
                  <a:pt x="584" y="18663"/>
                </a:lnTo>
                <a:lnTo>
                  <a:pt x="536" y="18858"/>
                </a:lnTo>
                <a:lnTo>
                  <a:pt x="536" y="19028"/>
                </a:lnTo>
                <a:lnTo>
                  <a:pt x="536" y="19052"/>
                </a:lnTo>
                <a:lnTo>
                  <a:pt x="584" y="19052"/>
                </a:lnTo>
                <a:lnTo>
                  <a:pt x="779" y="18955"/>
                </a:lnTo>
                <a:lnTo>
                  <a:pt x="949" y="18809"/>
                </a:lnTo>
                <a:lnTo>
                  <a:pt x="1266" y="18468"/>
                </a:lnTo>
                <a:lnTo>
                  <a:pt x="1339" y="18663"/>
                </a:lnTo>
                <a:lnTo>
                  <a:pt x="1412" y="18833"/>
                </a:lnTo>
                <a:lnTo>
                  <a:pt x="1168" y="19150"/>
                </a:lnTo>
                <a:lnTo>
                  <a:pt x="901" y="19539"/>
                </a:lnTo>
                <a:lnTo>
                  <a:pt x="657" y="19928"/>
                </a:lnTo>
                <a:lnTo>
                  <a:pt x="584" y="19685"/>
                </a:lnTo>
                <a:lnTo>
                  <a:pt x="560" y="19466"/>
                </a:lnTo>
                <a:lnTo>
                  <a:pt x="511" y="18979"/>
                </a:lnTo>
                <a:lnTo>
                  <a:pt x="511" y="18468"/>
                </a:lnTo>
                <a:lnTo>
                  <a:pt x="536" y="17982"/>
                </a:lnTo>
                <a:lnTo>
                  <a:pt x="657" y="17909"/>
                </a:lnTo>
                <a:lnTo>
                  <a:pt x="779" y="17836"/>
                </a:lnTo>
                <a:lnTo>
                  <a:pt x="974" y="17665"/>
                </a:lnTo>
                <a:lnTo>
                  <a:pt x="1120" y="17544"/>
                </a:lnTo>
                <a:close/>
                <a:moveTo>
                  <a:pt x="15451" y="19101"/>
                </a:moveTo>
                <a:lnTo>
                  <a:pt x="15427" y="19296"/>
                </a:lnTo>
                <a:lnTo>
                  <a:pt x="15427" y="19490"/>
                </a:lnTo>
                <a:lnTo>
                  <a:pt x="15451" y="19904"/>
                </a:lnTo>
                <a:lnTo>
                  <a:pt x="15086" y="19953"/>
                </a:lnTo>
                <a:lnTo>
                  <a:pt x="15086" y="19953"/>
                </a:lnTo>
                <a:lnTo>
                  <a:pt x="15159" y="19734"/>
                </a:lnTo>
                <a:lnTo>
                  <a:pt x="15257" y="19417"/>
                </a:lnTo>
                <a:lnTo>
                  <a:pt x="15281" y="19271"/>
                </a:lnTo>
                <a:lnTo>
                  <a:pt x="15281" y="19101"/>
                </a:lnTo>
                <a:close/>
                <a:moveTo>
                  <a:pt x="15062" y="19101"/>
                </a:moveTo>
                <a:lnTo>
                  <a:pt x="14989" y="19174"/>
                </a:lnTo>
                <a:lnTo>
                  <a:pt x="14940" y="19271"/>
                </a:lnTo>
                <a:lnTo>
                  <a:pt x="14867" y="19442"/>
                </a:lnTo>
                <a:lnTo>
                  <a:pt x="14721" y="19782"/>
                </a:lnTo>
                <a:lnTo>
                  <a:pt x="14600" y="20026"/>
                </a:lnTo>
                <a:lnTo>
                  <a:pt x="14357" y="20050"/>
                </a:lnTo>
                <a:lnTo>
                  <a:pt x="14357" y="20050"/>
                </a:lnTo>
                <a:lnTo>
                  <a:pt x="14454" y="19758"/>
                </a:lnTo>
                <a:lnTo>
                  <a:pt x="14503" y="19563"/>
                </a:lnTo>
                <a:lnTo>
                  <a:pt x="14551" y="19344"/>
                </a:lnTo>
                <a:lnTo>
                  <a:pt x="14575" y="19198"/>
                </a:lnTo>
                <a:lnTo>
                  <a:pt x="14551" y="19125"/>
                </a:lnTo>
                <a:lnTo>
                  <a:pt x="15062" y="19101"/>
                </a:lnTo>
                <a:close/>
                <a:moveTo>
                  <a:pt x="9782" y="19052"/>
                </a:moveTo>
                <a:lnTo>
                  <a:pt x="9660" y="19296"/>
                </a:lnTo>
                <a:lnTo>
                  <a:pt x="9563" y="19563"/>
                </a:lnTo>
                <a:lnTo>
                  <a:pt x="9490" y="19831"/>
                </a:lnTo>
                <a:lnTo>
                  <a:pt x="9441" y="20074"/>
                </a:lnTo>
                <a:lnTo>
                  <a:pt x="9028" y="20074"/>
                </a:lnTo>
                <a:lnTo>
                  <a:pt x="9125" y="19831"/>
                </a:lnTo>
                <a:lnTo>
                  <a:pt x="9174" y="19636"/>
                </a:lnTo>
                <a:lnTo>
                  <a:pt x="9320" y="19344"/>
                </a:lnTo>
                <a:lnTo>
                  <a:pt x="9368" y="19174"/>
                </a:lnTo>
                <a:lnTo>
                  <a:pt x="9393" y="19101"/>
                </a:lnTo>
                <a:lnTo>
                  <a:pt x="9368" y="19052"/>
                </a:lnTo>
                <a:close/>
                <a:moveTo>
                  <a:pt x="10780" y="19077"/>
                </a:moveTo>
                <a:lnTo>
                  <a:pt x="10609" y="19296"/>
                </a:lnTo>
                <a:lnTo>
                  <a:pt x="10439" y="19539"/>
                </a:lnTo>
                <a:lnTo>
                  <a:pt x="10366" y="19685"/>
                </a:lnTo>
                <a:lnTo>
                  <a:pt x="10317" y="19807"/>
                </a:lnTo>
                <a:lnTo>
                  <a:pt x="10269" y="19953"/>
                </a:lnTo>
                <a:lnTo>
                  <a:pt x="10269" y="20074"/>
                </a:lnTo>
                <a:lnTo>
                  <a:pt x="9904" y="20074"/>
                </a:lnTo>
                <a:lnTo>
                  <a:pt x="9904" y="19977"/>
                </a:lnTo>
                <a:lnTo>
                  <a:pt x="9977" y="19734"/>
                </a:lnTo>
                <a:lnTo>
                  <a:pt x="10050" y="19515"/>
                </a:lnTo>
                <a:lnTo>
                  <a:pt x="10147" y="19320"/>
                </a:lnTo>
                <a:lnTo>
                  <a:pt x="10196" y="19198"/>
                </a:lnTo>
                <a:lnTo>
                  <a:pt x="10220" y="19077"/>
                </a:lnTo>
                <a:close/>
                <a:moveTo>
                  <a:pt x="9101" y="19028"/>
                </a:moveTo>
                <a:lnTo>
                  <a:pt x="9003" y="19150"/>
                </a:lnTo>
                <a:lnTo>
                  <a:pt x="8930" y="19271"/>
                </a:lnTo>
                <a:lnTo>
                  <a:pt x="8809" y="19466"/>
                </a:lnTo>
                <a:lnTo>
                  <a:pt x="8736" y="19685"/>
                </a:lnTo>
                <a:lnTo>
                  <a:pt x="8638" y="19880"/>
                </a:lnTo>
                <a:lnTo>
                  <a:pt x="8614" y="19977"/>
                </a:lnTo>
                <a:lnTo>
                  <a:pt x="8565" y="20074"/>
                </a:lnTo>
                <a:lnTo>
                  <a:pt x="8079" y="20099"/>
                </a:lnTo>
                <a:lnTo>
                  <a:pt x="8103" y="19953"/>
                </a:lnTo>
                <a:lnTo>
                  <a:pt x="8176" y="19734"/>
                </a:lnTo>
                <a:lnTo>
                  <a:pt x="8273" y="19490"/>
                </a:lnTo>
                <a:lnTo>
                  <a:pt x="8395" y="19296"/>
                </a:lnTo>
                <a:lnTo>
                  <a:pt x="8468" y="19150"/>
                </a:lnTo>
                <a:lnTo>
                  <a:pt x="8517" y="19028"/>
                </a:lnTo>
                <a:close/>
                <a:moveTo>
                  <a:pt x="10926" y="19077"/>
                </a:moveTo>
                <a:lnTo>
                  <a:pt x="10999" y="19101"/>
                </a:lnTo>
                <a:lnTo>
                  <a:pt x="11631" y="19101"/>
                </a:lnTo>
                <a:lnTo>
                  <a:pt x="11510" y="19247"/>
                </a:lnTo>
                <a:lnTo>
                  <a:pt x="11412" y="19393"/>
                </a:lnTo>
                <a:lnTo>
                  <a:pt x="11266" y="19685"/>
                </a:lnTo>
                <a:lnTo>
                  <a:pt x="11193" y="19880"/>
                </a:lnTo>
                <a:lnTo>
                  <a:pt x="11169" y="20001"/>
                </a:lnTo>
                <a:lnTo>
                  <a:pt x="11145" y="20099"/>
                </a:lnTo>
                <a:lnTo>
                  <a:pt x="11047" y="20099"/>
                </a:lnTo>
                <a:lnTo>
                  <a:pt x="10609" y="20074"/>
                </a:lnTo>
                <a:lnTo>
                  <a:pt x="10658" y="19831"/>
                </a:lnTo>
                <a:lnTo>
                  <a:pt x="10731" y="19588"/>
                </a:lnTo>
                <a:lnTo>
                  <a:pt x="10926" y="19077"/>
                </a:lnTo>
                <a:close/>
                <a:moveTo>
                  <a:pt x="14357" y="19125"/>
                </a:moveTo>
                <a:lnTo>
                  <a:pt x="14308" y="19198"/>
                </a:lnTo>
                <a:lnTo>
                  <a:pt x="14186" y="19393"/>
                </a:lnTo>
                <a:lnTo>
                  <a:pt x="14113" y="19563"/>
                </a:lnTo>
                <a:lnTo>
                  <a:pt x="14016" y="19782"/>
                </a:lnTo>
                <a:lnTo>
                  <a:pt x="13919" y="20001"/>
                </a:lnTo>
                <a:lnTo>
                  <a:pt x="13870" y="20074"/>
                </a:lnTo>
                <a:lnTo>
                  <a:pt x="13335" y="20099"/>
                </a:lnTo>
                <a:lnTo>
                  <a:pt x="13432" y="19880"/>
                </a:lnTo>
                <a:lnTo>
                  <a:pt x="13529" y="19685"/>
                </a:lnTo>
                <a:lnTo>
                  <a:pt x="13651" y="19393"/>
                </a:lnTo>
                <a:lnTo>
                  <a:pt x="13675" y="19344"/>
                </a:lnTo>
                <a:lnTo>
                  <a:pt x="13675" y="19271"/>
                </a:lnTo>
                <a:lnTo>
                  <a:pt x="13675" y="19198"/>
                </a:lnTo>
                <a:lnTo>
                  <a:pt x="13675" y="19150"/>
                </a:lnTo>
                <a:lnTo>
                  <a:pt x="13700" y="19125"/>
                </a:lnTo>
                <a:close/>
                <a:moveTo>
                  <a:pt x="7665" y="18979"/>
                </a:moveTo>
                <a:lnTo>
                  <a:pt x="8200" y="19004"/>
                </a:lnTo>
                <a:lnTo>
                  <a:pt x="8079" y="19125"/>
                </a:lnTo>
                <a:lnTo>
                  <a:pt x="8006" y="19271"/>
                </a:lnTo>
                <a:lnTo>
                  <a:pt x="7884" y="19490"/>
                </a:lnTo>
                <a:lnTo>
                  <a:pt x="7738" y="19782"/>
                </a:lnTo>
                <a:lnTo>
                  <a:pt x="7689" y="19953"/>
                </a:lnTo>
                <a:lnTo>
                  <a:pt x="7689" y="20099"/>
                </a:lnTo>
                <a:lnTo>
                  <a:pt x="6984" y="20123"/>
                </a:lnTo>
                <a:lnTo>
                  <a:pt x="7057" y="19977"/>
                </a:lnTo>
                <a:lnTo>
                  <a:pt x="7130" y="19831"/>
                </a:lnTo>
                <a:lnTo>
                  <a:pt x="7324" y="19563"/>
                </a:lnTo>
                <a:lnTo>
                  <a:pt x="7519" y="19271"/>
                </a:lnTo>
                <a:lnTo>
                  <a:pt x="7592" y="19125"/>
                </a:lnTo>
                <a:lnTo>
                  <a:pt x="7665" y="18979"/>
                </a:lnTo>
                <a:close/>
                <a:moveTo>
                  <a:pt x="11996" y="19101"/>
                </a:moveTo>
                <a:lnTo>
                  <a:pt x="12556" y="19125"/>
                </a:lnTo>
                <a:lnTo>
                  <a:pt x="12483" y="19223"/>
                </a:lnTo>
                <a:lnTo>
                  <a:pt x="12410" y="19320"/>
                </a:lnTo>
                <a:lnTo>
                  <a:pt x="12313" y="19563"/>
                </a:lnTo>
                <a:lnTo>
                  <a:pt x="12240" y="19855"/>
                </a:lnTo>
                <a:lnTo>
                  <a:pt x="12167" y="20123"/>
                </a:lnTo>
                <a:lnTo>
                  <a:pt x="11558" y="20099"/>
                </a:lnTo>
                <a:lnTo>
                  <a:pt x="11583" y="19953"/>
                </a:lnTo>
                <a:lnTo>
                  <a:pt x="11656" y="19807"/>
                </a:lnTo>
                <a:lnTo>
                  <a:pt x="11802" y="19563"/>
                </a:lnTo>
                <a:lnTo>
                  <a:pt x="11899" y="19369"/>
                </a:lnTo>
                <a:lnTo>
                  <a:pt x="11948" y="19247"/>
                </a:lnTo>
                <a:lnTo>
                  <a:pt x="11996" y="19101"/>
                </a:lnTo>
                <a:close/>
                <a:moveTo>
                  <a:pt x="13602" y="19125"/>
                </a:moveTo>
                <a:lnTo>
                  <a:pt x="13505" y="19174"/>
                </a:lnTo>
                <a:lnTo>
                  <a:pt x="13408" y="19247"/>
                </a:lnTo>
                <a:lnTo>
                  <a:pt x="13286" y="19393"/>
                </a:lnTo>
                <a:lnTo>
                  <a:pt x="13164" y="19539"/>
                </a:lnTo>
                <a:lnTo>
                  <a:pt x="13018" y="19831"/>
                </a:lnTo>
                <a:lnTo>
                  <a:pt x="12921" y="20123"/>
                </a:lnTo>
                <a:lnTo>
                  <a:pt x="12580" y="20123"/>
                </a:lnTo>
                <a:lnTo>
                  <a:pt x="12653" y="19807"/>
                </a:lnTo>
                <a:lnTo>
                  <a:pt x="12751" y="19490"/>
                </a:lnTo>
                <a:lnTo>
                  <a:pt x="12848" y="19150"/>
                </a:lnTo>
                <a:lnTo>
                  <a:pt x="12848" y="19125"/>
                </a:lnTo>
                <a:close/>
                <a:moveTo>
                  <a:pt x="6813" y="18955"/>
                </a:moveTo>
                <a:lnTo>
                  <a:pt x="7324" y="18979"/>
                </a:lnTo>
                <a:lnTo>
                  <a:pt x="7203" y="19101"/>
                </a:lnTo>
                <a:lnTo>
                  <a:pt x="7081" y="19223"/>
                </a:lnTo>
                <a:lnTo>
                  <a:pt x="6886" y="19515"/>
                </a:lnTo>
                <a:lnTo>
                  <a:pt x="6716" y="19831"/>
                </a:lnTo>
                <a:lnTo>
                  <a:pt x="6619" y="20147"/>
                </a:lnTo>
                <a:lnTo>
                  <a:pt x="6303" y="20147"/>
                </a:lnTo>
                <a:lnTo>
                  <a:pt x="6351" y="20001"/>
                </a:lnTo>
                <a:lnTo>
                  <a:pt x="6400" y="19855"/>
                </a:lnTo>
                <a:lnTo>
                  <a:pt x="6424" y="19685"/>
                </a:lnTo>
                <a:lnTo>
                  <a:pt x="6497" y="19539"/>
                </a:lnTo>
                <a:lnTo>
                  <a:pt x="6643" y="19247"/>
                </a:lnTo>
                <a:lnTo>
                  <a:pt x="6813" y="18955"/>
                </a:lnTo>
                <a:close/>
                <a:moveTo>
                  <a:pt x="6376" y="18955"/>
                </a:moveTo>
                <a:lnTo>
                  <a:pt x="6230" y="19198"/>
                </a:lnTo>
                <a:lnTo>
                  <a:pt x="6132" y="19417"/>
                </a:lnTo>
                <a:lnTo>
                  <a:pt x="6059" y="19588"/>
                </a:lnTo>
                <a:lnTo>
                  <a:pt x="5962" y="19782"/>
                </a:lnTo>
                <a:lnTo>
                  <a:pt x="5913" y="19977"/>
                </a:lnTo>
                <a:lnTo>
                  <a:pt x="5913" y="20074"/>
                </a:lnTo>
                <a:lnTo>
                  <a:pt x="5938" y="20172"/>
                </a:lnTo>
                <a:lnTo>
                  <a:pt x="5086" y="20220"/>
                </a:lnTo>
                <a:lnTo>
                  <a:pt x="5208" y="19977"/>
                </a:lnTo>
                <a:lnTo>
                  <a:pt x="5329" y="19734"/>
                </a:lnTo>
                <a:lnTo>
                  <a:pt x="5573" y="19320"/>
                </a:lnTo>
                <a:lnTo>
                  <a:pt x="5670" y="19150"/>
                </a:lnTo>
                <a:lnTo>
                  <a:pt x="5743" y="19052"/>
                </a:lnTo>
                <a:lnTo>
                  <a:pt x="5743" y="19004"/>
                </a:lnTo>
                <a:lnTo>
                  <a:pt x="5719" y="18955"/>
                </a:lnTo>
                <a:close/>
                <a:moveTo>
                  <a:pt x="5475" y="18955"/>
                </a:moveTo>
                <a:lnTo>
                  <a:pt x="5305" y="19125"/>
                </a:lnTo>
                <a:lnTo>
                  <a:pt x="5183" y="19296"/>
                </a:lnTo>
                <a:lnTo>
                  <a:pt x="4964" y="19685"/>
                </a:lnTo>
                <a:lnTo>
                  <a:pt x="4818" y="19953"/>
                </a:lnTo>
                <a:lnTo>
                  <a:pt x="4745" y="20099"/>
                </a:lnTo>
                <a:lnTo>
                  <a:pt x="4745" y="20220"/>
                </a:lnTo>
                <a:lnTo>
                  <a:pt x="4210" y="20269"/>
                </a:lnTo>
                <a:lnTo>
                  <a:pt x="4234" y="20196"/>
                </a:lnTo>
                <a:lnTo>
                  <a:pt x="4332" y="19953"/>
                </a:lnTo>
                <a:lnTo>
                  <a:pt x="4429" y="19709"/>
                </a:lnTo>
                <a:lnTo>
                  <a:pt x="4624" y="19369"/>
                </a:lnTo>
                <a:lnTo>
                  <a:pt x="4672" y="19271"/>
                </a:lnTo>
                <a:lnTo>
                  <a:pt x="4697" y="19198"/>
                </a:lnTo>
                <a:lnTo>
                  <a:pt x="4697" y="19101"/>
                </a:lnTo>
                <a:lnTo>
                  <a:pt x="4672" y="19004"/>
                </a:lnTo>
                <a:lnTo>
                  <a:pt x="4551" y="19004"/>
                </a:lnTo>
                <a:lnTo>
                  <a:pt x="4453" y="19077"/>
                </a:lnTo>
                <a:lnTo>
                  <a:pt x="4356" y="19150"/>
                </a:lnTo>
                <a:lnTo>
                  <a:pt x="4259" y="19271"/>
                </a:lnTo>
                <a:lnTo>
                  <a:pt x="4113" y="19490"/>
                </a:lnTo>
                <a:lnTo>
                  <a:pt x="4015" y="19709"/>
                </a:lnTo>
                <a:lnTo>
                  <a:pt x="3869" y="19977"/>
                </a:lnTo>
                <a:lnTo>
                  <a:pt x="3821" y="20123"/>
                </a:lnTo>
                <a:lnTo>
                  <a:pt x="3796" y="20293"/>
                </a:lnTo>
                <a:lnTo>
                  <a:pt x="3358" y="20318"/>
                </a:lnTo>
                <a:lnTo>
                  <a:pt x="3383" y="20172"/>
                </a:lnTo>
                <a:lnTo>
                  <a:pt x="3456" y="19928"/>
                </a:lnTo>
                <a:lnTo>
                  <a:pt x="3553" y="19709"/>
                </a:lnTo>
                <a:lnTo>
                  <a:pt x="3748" y="19320"/>
                </a:lnTo>
                <a:lnTo>
                  <a:pt x="3967" y="18955"/>
                </a:lnTo>
                <a:close/>
                <a:moveTo>
                  <a:pt x="1850" y="19028"/>
                </a:moveTo>
                <a:lnTo>
                  <a:pt x="2166" y="19052"/>
                </a:lnTo>
                <a:lnTo>
                  <a:pt x="2507" y="19052"/>
                </a:lnTo>
                <a:lnTo>
                  <a:pt x="2239" y="19393"/>
                </a:lnTo>
                <a:lnTo>
                  <a:pt x="1971" y="19758"/>
                </a:lnTo>
                <a:lnTo>
                  <a:pt x="1777" y="20099"/>
                </a:lnTo>
                <a:lnTo>
                  <a:pt x="1704" y="20245"/>
                </a:lnTo>
                <a:lnTo>
                  <a:pt x="1655" y="20366"/>
                </a:lnTo>
                <a:lnTo>
                  <a:pt x="1558" y="20366"/>
                </a:lnTo>
                <a:lnTo>
                  <a:pt x="1217" y="20342"/>
                </a:lnTo>
                <a:lnTo>
                  <a:pt x="876" y="20318"/>
                </a:lnTo>
                <a:lnTo>
                  <a:pt x="1144" y="20001"/>
                </a:lnTo>
                <a:lnTo>
                  <a:pt x="1363" y="19685"/>
                </a:lnTo>
                <a:lnTo>
                  <a:pt x="1606" y="19344"/>
                </a:lnTo>
                <a:lnTo>
                  <a:pt x="1850" y="19028"/>
                </a:lnTo>
                <a:close/>
                <a:moveTo>
                  <a:pt x="3675" y="18955"/>
                </a:moveTo>
                <a:lnTo>
                  <a:pt x="3553" y="19077"/>
                </a:lnTo>
                <a:lnTo>
                  <a:pt x="3431" y="19223"/>
                </a:lnTo>
                <a:lnTo>
                  <a:pt x="3261" y="19539"/>
                </a:lnTo>
                <a:lnTo>
                  <a:pt x="3164" y="19709"/>
                </a:lnTo>
                <a:lnTo>
                  <a:pt x="3066" y="19904"/>
                </a:lnTo>
                <a:lnTo>
                  <a:pt x="3018" y="20123"/>
                </a:lnTo>
                <a:lnTo>
                  <a:pt x="2993" y="20220"/>
                </a:lnTo>
                <a:lnTo>
                  <a:pt x="2993" y="20342"/>
                </a:lnTo>
                <a:lnTo>
                  <a:pt x="2044" y="20391"/>
                </a:lnTo>
                <a:lnTo>
                  <a:pt x="2239" y="20123"/>
                </a:lnTo>
                <a:lnTo>
                  <a:pt x="2361" y="19928"/>
                </a:lnTo>
                <a:lnTo>
                  <a:pt x="2677" y="19442"/>
                </a:lnTo>
                <a:lnTo>
                  <a:pt x="2872" y="19198"/>
                </a:lnTo>
                <a:lnTo>
                  <a:pt x="2969" y="19101"/>
                </a:lnTo>
                <a:lnTo>
                  <a:pt x="3066" y="19004"/>
                </a:lnTo>
                <a:lnTo>
                  <a:pt x="3675" y="18955"/>
                </a:lnTo>
                <a:close/>
                <a:moveTo>
                  <a:pt x="6643" y="0"/>
                </a:moveTo>
                <a:lnTo>
                  <a:pt x="5792" y="25"/>
                </a:lnTo>
                <a:lnTo>
                  <a:pt x="4940" y="49"/>
                </a:lnTo>
                <a:lnTo>
                  <a:pt x="3261" y="146"/>
                </a:lnTo>
                <a:lnTo>
                  <a:pt x="2093" y="195"/>
                </a:lnTo>
                <a:lnTo>
                  <a:pt x="1898" y="195"/>
                </a:lnTo>
                <a:lnTo>
                  <a:pt x="1704" y="244"/>
                </a:lnTo>
                <a:lnTo>
                  <a:pt x="1655" y="219"/>
                </a:lnTo>
                <a:lnTo>
                  <a:pt x="1582" y="195"/>
                </a:lnTo>
                <a:lnTo>
                  <a:pt x="1509" y="219"/>
                </a:lnTo>
                <a:lnTo>
                  <a:pt x="1460" y="268"/>
                </a:lnTo>
                <a:lnTo>
                  <a:pt x="1412" y="390"/>
                </a:lnTo>
                <a:lnTo>
                  <a:pt x="1363" y="511"/>
                </a:lnTo>
                <a:lnTo>
                  <a:pt x="1339" y="755"/>
                </a:lnTo>
                <a:lnTo>
                  <a:pt x="1339" y="1047"/>
                </a:lnTo>
                <a:lnTo>
                  <a:pt x="1387" y="1314"/>
                </a:lnTo>
                <a:lnTo>
                  <a:pt x="1217" y="1290"/>
                </a:lnTo>
                <a:lnTo>
                  <a:pt x="1047" y="1290"/>
                </a:lnTo>
                <a:lnTo>
                  <a:pt x="730" y="1314"/>
                </a:lnTo>
                <a:lnTo>
                  <a:pt x="560" y="1314"/>
                </a:lnTo>
                <a:lnTo>
                  <a:pt x="365" y="1338"/>
                </a:lnTo>
                <a:lnTo>
                  <a:pt x="268" y="1363"/>
                </a:lnTo>
                <a:lnTo>
                  <a:pt x="195" y="1411"/>
                </a:lnTo>
                <a:lnTo>
                  <a:pt x="146" y="1460"/>
                </a:lnTo>
                <a:lnTo>
                  <a:pt x="122" y="1557"/>
                </a:lnTo>
                <a:lnTo>
                  <a:pt x="122" y="1630"/>
                </a:lnTo>
                <a:lnTo>
                  <a:pt x="98" y="1874"/>
                </a:lnTo>
                <a:lnTo>
                  <a:pt x="73" y="2117"/>
                </a:lnTo>
                <a:lnTo>
                  <a:pt x="49" y="2652"/>
                </a:lnTo>
                <a:lnTo>
                  <a:pt x="73" y="3674"/>
                </a:lnTo>
                <a:lnTo>
                  <a:pt x="49" y="4891"/>
                </a:lnTo>
                <a:lnTo>
                  <a:pt x="25" y="6083"/>
                </a:lnTo>
                <a:lnTo>
                  <a:pt x="49" y="6765"/>
                </a:lnTo>
                <a:lnTo>
                  <a:pt x="49" y="7446"/>
                </a:lnTo>
                <a:lnTo>
                  <a:pt x="122" y="8809"/>
                </a:lnTo>
                <a:lnTo>
                  <a:pt x="219" y="10171"/>
                </a:lnTo>
                <a:lnTo>
                  <a:pt x="317" y="11534"/>
                </a:lnTo>
                <a:lnTo>
                  <a:pt x="341" y="12166"/>
                </a:lnTo>
                <a:lnTo>
                  <a:pt x="341" y="12799"/>
                </a:lnTo>
                <a:lnTo>
                  <a:pt x="292" y="14064"/>
                </a:lnTo>
                <a:lnTo>
                  <a:pt x="244" y="15330"/>
                </a:lnTo>
                <a:lnTo>
                  <a:pt x="171" y="16595"/>
                </a:lnTo>
                <a:lnTo>
                  <a:pt x="73" y="17519"/>
                </a:lnTo>
                <a:lnTo>
                  <a:pt x="49" y="17982"/>
                </a:lnTo>
                <a:lnTo>
                  <a:pt x="0" y="18444"/>
                </a:lnTo>
                <a:lnTo>
                  <a:pt x="0" y="18931"/>
                </a:lnTo>
                <a:lnTo>
                  <a:pt x="25" y="19393"/>
                </a:lnTo>
                <a:lnTo>
                  <a:pt x="98" y="19831"/>
                </a:lnTo>
                <a:lnTo>
                  <a:pt x="146" y="20050"/>
                </a:lnTo>
                <a:lnTo>
                  <a:pt x="219" y="20269"/>
                </a:lnTo>
                <a:lnTo>
                  <a:pt x="292" y="20366"/>
                </a:lnTo>
                <a:lnTo>
                  <a:pt x="365" y="20415"/>
                </a:lnTo>
                <a:lnTo>
                  <a:pt x="463" y="20439"/>
                </a:lnTo>
                <a:lnTo>
                  <a:pt x="560" y="20415"/>
                </a:lnTo>
                <a:lnTo>
                  <a:pt x="584" y="20512"/>
                </a:lnTo>
                <a:lnTo>
                  <a:pt x="633" y="20610"/>
                </a:lnTo>
                <a:lnTo>
                  <a:pt x="706" y="20658"/>
                </a:lnTo>
                <a:lnTo>
                  <a:pt x="803" y="20731"/>
                </a:lnTo>
                <a:lnTo>
                  <a:pt x="1047" y="20804"/>
                </a:lnTo>
                <a:lnTo>
                  <a:pt x="1339" y="20853"/>
                </a:lnTo>
                <a:lnTo>
                  <a:pt x="1631" y="20877"/>
                </a:lnTo>
                <a:lnTo>
                  <a:pt x="1923" y="20877"/>
                </a:lnTo>
                <a:lnTo>
                  <a:pt x="2312" y="20853"/>
                </a:lnTo>
                <a:lnTo>
                  <a:pt x="3188" y="20829"/>
                </a:lnTo>
                <a:lnTo>
                  <a:pt x="4064" y="20780"/>
                </a:lnTo>
                <a:lnTo>
                  <a:pt x="5792" y="20683"/>
                </a:lnTo>
                <a:lnTo>
                  <a:pt x="7057" y="20634"/>
                </a:lnTo>
                <a:lnTo>
                  <a:pt x="8346" y="20585"/>
                </a:lnTo>
                <a:lnTo>
                  <a:pt x="9612" y="20585"/>
                </a:lnTo>
                <a:lnTo>
                  <a:pt x="10901" y="20610"/>
                </a:lnTo>
                <a:lnTo>
                  <a:pt x="12240" y="20634"/>
                </a:lnTo>
                <a:lnTo>
                  <a:pt x="12337" y="20658"/>
                </a:lnTo>
                <a:lnTo>
                  <a:pt x="12434" y="20658"/>
                </a:lnTo>
                <a:lnTo>
                  <a:pt x="12483" y="20634"/>
                </a:lnTo>
                <a:lnTo>
                  <a:pt x="13262" y="20634"/>
                </a:lnTo>
                <a:lnTo>
                  <a:pt x="14065" y="20585"/>
                </a:lnTo>
                <a:lnTo>
                  <a:pt x="14843" y="20512"/>
                </a:lnTo>
                <a:lnTo>
                  <a:pt x="15622" y="20391"/>
                </a:lnTo>
                <a:lnTo>
                  <a:pt x="15695" y="20366"/>
                </a:lnTo>
                <a:lnTo>
                  <a:pt x="15743" y="20342"/>
                </a:lnTo>
                <a:lnTo>
                  <a:pt x="15865" y="20318"/>
                </a:lnTo>
                <a:lnTo>
                  <a:pt x="15962" y="20269"/>
                </a:lnTo>
                <a:lnTo>
                  <a:pt x="16035" y="20172"/>
                </a:lnTo>
                <a:lnTo>
                  <a:pt x="16035" y="20123"/>
                </a:lnTo>
                <a:lnTo>
                  <a:pt x="16035" y="20050"/>
                </a:lnTo>
                <a:lnTo>
                  <a:pt x="16011" y="19807"/>
                </a:lnTo>
                <a:lnTo>
                  <a:pt x="15987" y="19563"/>
                </a:lnTo>
                <a:lnTo>
                  <a:pt x="15938" y="19320"/>
                </a:lnTo>
                <a:lnTo>
                  <a:pt x="15938" y="19077"/>
                </a:lnTo>
                <a:lnTo>
                  <a:pt x="16425" y="19028"/>
                </a:lnTo>
                <a:lnTo>
                  <a:pt x="16522" y="18979"/>
                </a:lnTo>
                <a:lnTo>
                  <a:pt x="16619" y="18906"/>
                </a:lnTo>
                <a:lnTo>
                  <a:pt x="16668" y="18833"/>
                </a:lnTo>
                <a:lnTo>
                  <a:pt x="16717" y="18760"/>
                </a:lnTo>
                <a:lnTo>
                  <a:pt x="16790" y="18347"/>
                </a:lnTo>
                <a:lnTo>
                  <a:pt x="16838" y="17933"/>
                </a:lnTo>
                <a:lnTo>
                  <a:pt x="16863" y="17519"/>
                </a:lnTo>
                <a:lnTo>
                  <a:pt x="16863" y="17106"/>
                </a:lnTo>
                <a:lnTo>
                  <a:pt x="16863" y="16254"/>
                </a:lnTo>
                <a:lnTo>
                  <a:pt x="16863" y="15427"/>
                </a:lnTo>
                <a:lnTo>
                  <a:pt x="16838" y="14429"/>
                </a:lnTo>
                <a:lnTo>
                  <a:pt x="16838" y="13432"/>
                </a:lnTo>
                <a:lnTo>
                  <a:pt x="16765" y="11412"/>
                </a:lnTo>
                <a:lnTo>
                  <a:pt x="16765" y="10414"/>
                </a:lnTo>
                <a:lnTo>
                  <a:pt x="16765" y="9417"/>
                </a:lnTo>
                <a:lnTo>
                  <a:pt x="16814" y="7422"/>
                </a:lnTo>
                <a:lnTo>
                  <a:pt x="16814" y="6473"/>
                </a:lnTo>
                <a:lnTo>
                  <a:pt x="16838" y="5499"/>
                </a:lnTo>
                <a:lnTo>
                  <a:pt x="16814" y="5013"/>
                </a:lnTo>
                <a:lnTo>
                  <a:pt x="16765" y="4550"/>
                </a:lnTo>
                <a:lnTo>
                  <a:pt x="16717" y="4064"/>
                </a:lnTo>
                <a:lnTo>
                  <a:pt x="16619" y="3601"/>
                </a:lnTo>
                <a:lnTo>
                  <a:pt x="16595" y="3553"/>
                </a:lnTo>
                <a:lnTo>
                  <a:pt x="16522" y="3504"/>
                </a:lnTo>
                <a:lnTo>
                  <a:pt x="16425" y="3334"/>
                </a:lnTo>
                <a:lnTo>
                  <a:pt x="16303" y="3188"/>
                </a:lnTo>
                <a:lnTo>
                  <a:pt x="16060" y="2896"/>
                </a:lnTo>
                <a:lnTo>
                  <a:pt x="15792" y="2604"/>
                </a:lnTo>
                <a:lnTo>
                  <a:pt x="15524" y="2336"/>
                </a:lnTo>
                <a:lnTo>
                  <a:pt x="14989" y="1801"/>
                </a:lnTo>
                <a:lnTo>
                  <a:pt x="14503" y="1338"/>
                </a:lnTo>
                <a:lnTo>
                  <a:pt x="14259" y="1119"/>
                </a:lnTo>
                <a:lnTo>
                  <a:pt x="14016" y="901"/>
                </a:lnTo>
                <a:lnTo>
                  <a:pt x="13700" y="633"/>
                </a:lnTo>
                <a:lnTo>
                  <a:pt x="13554" y="487"/>
                </a:lnTo>
                <a:lnTo>
                  <a:pt x="13383" y="390"/>
                </a:lnTo>
                <a:lnTo>
                  <a:pt x="13335" y="317"/>
                </a:lnTo>
                <a:lnTo>
                  <a:pt x="13310" y="292"/>
                </a:lnTo>
                <a:lnTo>
                  <a:pt x="13237" y="268"/>
                </a:lnTo>
                <a:lnTo>
                  <a:pt x="13164" y="244"/>
                </a:lnTo>
                <a:lnTo>
                  <a:pt x="9904" y="73"/>
                </a:lnTo>
                <a:lnTo>
                  <a:pt x="8273" y="25"/>
                </a:lnTo>
                <a:lnTo>
                  <a:pt x="6643" y="0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3"/>
          <p:cNvSpPr txBox="1"/>
          <p:nvPr/>
        </p:nvSpPr>
        <p:spPr>
          <a:xfrm>
            <a:off x="5196750" y="589675"/>
            <a:ext cx="2702700" cy="35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"occupation"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"Producer"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"organization"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"Jerde-Kertzmann"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"phoneNumbers"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[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{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"number"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"158-692-8487"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"type"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"Cell"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},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{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"number"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"307.717.3673 x798"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"type"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"Home"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},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{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"number"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"1-833-310-6728"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"type"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"Work"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}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],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"profilePictures"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[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"https://s3.amazonaws.com/uifaces/faces/twitter/enda/128.jpg"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],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"relations"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[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{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"personURI"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"/rest/person/708"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"relationType"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"Spouse"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}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],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"skills"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[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"Networking skills"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"Fast learner"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],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"socialMedias"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[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{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"name"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"@florentino.bahringer"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"username"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"Twitter"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},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{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"name"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"ryan.christiansen"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"username"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"Facebook"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}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],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"surname"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"Gleichner"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"taglines"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[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"The dark side clouds everything. Impossible to see the future is."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"Chuck Norris burst the dot com bubble."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],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"title"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"Miss"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"userAgent"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"Opera/9.80 (X11; Linux i686; Ubuntu/14.10) Presto/2.12.388 Version/12.16"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"username"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"nolan.roberts"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"websites"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[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"http://www.burt-zieme.io"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"http://www.artie-windler.co"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]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},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"scores"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[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{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"name"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"Driving"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"value"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3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8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},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{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"name"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"Fitness"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"value"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3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8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},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{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"name"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"Activity"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"value"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3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77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},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{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"name"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"Financial"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n" sz="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"value"</a:t>
            </a: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3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15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]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00">
              <a:solidFill>
                <a:schemeClr val="dk2"/>
              </a:solidFill>
              <a:latin typeface="Gloria Hallelujah"/>
              <a:ea typeface="Gloria Hallelujah"/>
              <a:cs typeface="Gloria Hallelujah"/>
              <a:sym typeface="Gloria Halleluja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latin typeface="Tinos"/>
              <a:ea typeface="Tinos"/>
              <a:cs typeface="Tinos"/>
              <a:sym typeface="Tinos"/>
            </a:endParaRPr>
          </a:p>
        </p:txBody>
      </p:sp>
      <p:sp>
        <p:nvSpPr>
          <p:cNvPr id="407" name="Google Shape;407;p23"/>
          <p:cNvSpPr/>
          <p:nvPr/>
        </p:nvSpPr>
        <p:spPr>
          <a:xfrm>
            <a:off x="2685873" y="2267400"/>
            <a:ext cx="1681733" cy="1608782"/>
          </a:xfrm>
          <a:custGeom>
            <a:rect b="b" l="l" r="r" t="t"/>
            <a:pathLst>
              <a:path extrusionOk="0" h="8067" w="8901">
                <a:moveTo>
                  <a:pt x="3637" y="1306"/>
                </a:moveTo>
                <a:lnTo>
                  <a:pt x="3637" y="1327"/>
                </a:lnTo>
                <a:lnTo>
                  <a:pt x="3595" y="1306"/>
                </a:lnTo>
                <a:close/>
                <a:moveTo>
                  <a:pt x="2354" y="1306"/>
                </a:moveTo>
                <a:lnTo>
                  <a:pt x="2375" y="1349"/>
                </a:lnTo>
                <a:lnTo>
                  <a:pt x="2354" y="1370"/>
                </a:lnTo>
                <a:lnTo>
                  <a:pt x="2332" y="1327"/>
                </a:lnTo>
                <a:lnTo>
                  <a:pt x="2354" y="1306"/>
                </a:lnTo>
                <a:close/>
                <a:moveTo>
                  <a:pt x="4707" y="1135"/>
                </a:moveTo>
                <a:lnTo>
                  <a:pt x="4643" y="1177"/>
                </a:lnTo>
                <a:lnTo>
                  <a:pt x="4557" y="1220"/>
                </a:lnTo>
                <a:lnTo>
                  <a:pt x="4536" y="1263"/>
                </a:lnTo>
                <a:lnTo>
                  <a:pt x="4536" y="1284"/>
                </a:lnTo>
                <a:lnTo>
                  <a:pt x="4557" y="1327"/>
                </a:lnTo>
                <a:lnTo>
                  <a:pt x="4600" y="1349"/>
                </a:lnTo>
                <a:lnTo>
                  <a:pt x="4964" y="1413"/>
                </a:lnTo>
                <a:lnTo>
                  <a:pt x="5306" y="1456"/>
                </a:lnTo>
                <a:lnTo>
                  <a:pt x="6034" y="1456"/>
                </a:lnTo>
                <a:lnTo>
                  <a:pt x="6376" y="1477"/>
                </a:lnTo>
                <a:lnTo>
                  <a:pt x="6547" y="1456"/>
                </a:lnTo>
                <a:lnTo>
                  <a:pt x="6718" y="1434"/>
                </a:lnTo>
                <a:lnTo>
                  <a:pt x="6783" y="1413"/>
                </a:lnTo>
                <a:lnTo>
                  <a:pt x="6825" y="1370"/>
                </a:lnTo>
                <a:lnTo>
                  <a:pt x="6847" y="1327"/>
                </a:lnTo>
                <a:lnTo>
                  <a:pt x="6847" y="1284"/>
                </a:lnTo>
                <a:lnTo>
                  <a:pt x="6804" y="1263"/>
                </a:lnTo>
                <a:lnTo>
                  <a:pt x="6761" y="1220"/>
                </a:lnTo>
                <a:lnTo>
                  <a:pt x="6697" y="1199"/>
                </a:lnTo>
                <a:lnTo>
                  <a:pt x="5991" y="1199"/>
                </a:lnTo>
                <a:lnTo>
                  <a:pt x="5670" y="1220"/>
                </a:lnTo>
                <a:lnTo>
                  <a:pt x="5349" y="1199"/>
                </a:lnTo>
                <a:lnTo>
                  <a:pt x="5028" y="1156"/>
                </a:lnTo>
                <a:lnTo>
                  <a:pt x="4857" y="1135"/>
                </a:lnTo>
                <a:close/>
                <a:moveTo>
                  <a:pt x="2675" y="1284"/>
                </a:moveTo>
                <a:lnTo>
                  <a:pt x="2696" y="1306"/>
                </a:lnTo>
                <a:lnTo>
                  <a:pt x="2696" y="1391"/>
                </a:lnTo>
                <a:lnTo>
                  <a:pt x="2653" y="1498"/>
                </a:lnTo>
                <a:lnTo>
                  <a:pt x="2610" y="1520"/>
                </a:lnTo>
                <a:lnTo>
                  <a:pt x="2568" y="1520"/>
                </a:lnTo>
                <a:lnTo>
                  <a:pt x="2568" y="1477"/>
                </a:lnTo>
                <a:lnTo>
                  <a:pt x="2589" y="1413"/>
                </a:lnTo>
                <a:lnTo>
                  <a:pt x="2653" y="1306"/>
                </a:lnTo>
                <a:lnTo>
                  <a:pt x="2675" y="1284"/>
                </a:lnTo>
                <a:close/>
                <a:moveTo>
                  <a:pt x="3038" y="1284"/>
                </a:moveTo>
                <a:lnTo>
                  <a:pt x="3102" y="1306"/>
                </a:lnTo>
                <a:lnTo>
                  <a:pt x="3124" y="1370"/>
                </a:lnTo>
                <a:lnTo>
                  <a:pt x="3102" y="1434"/>
                </a:lnTo>
                <a:lnTo>
                  <a:pt x="3038" y="1541"/>
                </a:lnTo>
                <a:lnTo>
                  <a:pt x="2974" y="1627"/>
                </a:lnTo>
                <a:lnTo>
                  <a:pt x="2910" y="1669"/>
                </a:lnTo>
                <a:lnTo>
                  <a:pt x="2889" y="1627"/>
                </a:lnTo>
                <a:lnTo>
                  <a:pt x="2910" y="1541"/>
                </a:lnTo>
                <a:lnTo>
                  <a:pt x="2953" y="1391"/>
                </a:lnTo>
                <a:lnTo>
                  <a:pt x="2995" y="1306"/>
                </a:lnTo>
                <a:lnTo>
                  <a:pt x="3038" y="1284"/>
                </a:lnTo>
                <a:close/>
                <a:moveTo>
                  <a:pt x="4900" y="1648"/>
                </a:moveTo>
                <a:lnTo>
                  <a:pt x="4750" y="1669"/>
                </a:lnTo>
                <a:lnTo>
                  <a:pt x="4664" y="1712"/>
                </a:lnTo>
                <a:lnTo>
                  <a:pt x="4643" y="1755"/>
                </a:lnTo>
                <a:lnTo>
                  <a:pt x="4643" y="1776"/>
                </a:lnTo>
                <a:lnTo>
                  <a:pt x="4664" y="1841"/>
                </a:lnTo>
                <a:lnTo>
                  <a:pt x="4750" y="1905"/>
                </a:lnTo>
                <a:lnTo>
                  <a:pt x="4878" y="1948"/>
                </a:lnTo>
                <a:lnTo>
                  <a:pt x="6654" y="1948"/>
                </a:lnTo>
                <a:lnTo>
                  <a:pt x="6783" y="1926"/>
                </a:lnTo>
                <a:lnTo>
                  <a:pt x="6847" y="1905"/>
                </a:lnTo>
                <a:lnTo>
                  <a:pt x="6890" y="1862"/>
                </a:lnTo>
                <a:lnTo>
                  <a:pt x="6911" y="1819"/>
                </a:lnTo>
                <a:lnTo>
                  <a:pt x="6890" y="1776"/>
                </a:lnTo>
                <a:lnTo>
                  <a:pt x="6868" y="1734"/>
                </a:lnTo>
                <a:lnTo>
                  <a:pt x="6825" y="1712"/>
                </a:lnTo>
                <a:lnTo>
                  <a:pt x="6654" y="1691"/>
                </a:lnTo>
                <a:lnTo>
                  <a:pt x="6483" y="1669"/>
                </a:lnTo>
                <a:lnTo>
                  <a:pt x="6119" y="1669"/>
                </a:lnTo>
                <a:lnTo>
                  <a:pt x="5413" y="1691"/>
                </a:lnTo>
                <a:lnTo>
                  <a:pt x="5071" y="1669"/>
                </a:lnTo>
                <a:lnTo>
                  <a:pt x="4900" y="1648"/>
                </a:lnTo>
                <a:close/>
                <a:moveTo>
                  <a:pt x="3038" y="2119"/>
                </a:moveTo>
                <a:lnTo>
                  <a:pt x="3209" y="2140"/>
                </a:lnTo>
                <a:lnTo>
                  <a:pt x="3381" y="2140"/>
                </a:lnTo>
                <a:lnTo>
                  <a:pt x="3488" y="2162"/>
                </a:lnTo>
                <a:lnTo>
                  <a:pt x="3509" y="2162"/>
                </a:lnTo>
                <a:lnTo>
                  <a:pt x="3509" y="2183"/>
                </a:lnTo>
                <a:lnTo>
                  <a:pt x="3466" y="2204"/>
                </a:lnTo>
                <a:lnTo>
                  <a:pt x="3423" y="2226"/>
                </a:lnTo>
                <a:lnTo>
                  <a:pt x="3338" y="2226"/>
                </a:lnTo>
                <a:lnTo>
                  <a:pt x="3145" y="2204"/>
                </a:lnTo>
                <a:lnTo>
                  <a:pt x="2931" y="2204"/>
                </a:lnTo>
                <a:lnTo>
                  <a:pt x="2824" y="2183"/>
                </a:lnTo>
                <a:lnTo>
                  <a:pt x="2824" y="2162"/>
                </a:lnTo>
                <a:lnTo>
                  <a:pt x="2846" y="2140"/>
                </a:lnTo>
                <a:lnTo>
                  <a:pt x="2953" y="2119"/>
                </a:lnTo>
                <a:close/>
                <a:moveTo>
                  <a:pt x="2525" y="2097"/>
                </a:moveTo>
                <a:lnTo>
                  <a:pt x="2589" y="2119"/>
                </a:lnTo>
                <a:lnTo>
                  <a:pt x="2653" y="2140"/>
                </a:lnTo>
                <a:lnTo>
                  <a:pt x="2653" y="2162"/>
                </a:lnTo>
                <a:lnTo>
                  <a:pt x="2653" y="2204"/>
                </a:lnTo>
                <a:lnTo>
                  <a:pt x="2610" y="2226"/>
                </a:lnTo>
                <a:lnTo>
                  <a:pt x="2546" y="2247"/>
                </a:lnTo>
                <a:lnTo>
                  <a:pt x="2418" y="2247"/>
                </a:lnTo>
                <a:lnTo>
                  <a:pt x="2354" y="2226"/>
                </a:lnTo>
                <a:lnTo>
                  <a:pt x="2332" y="2204"/>
                </a:lnTo>
                <a:lnTo>
                  <a:pt x="2375" y="2162"/>
                </a:lnTo>
                <a:lnTo>
                  <a:pt x="2461" y="2097"/>
                </a:lnTo>
                <a:close/>
                <a:moveTo>
                  <a:pt x="6312" y="2140"/>
                </a:moveTo>
                <a:lnTo>
                  <a:pt x="5969" y="2162"/>
                </a:lnTo>
                <a:lnTo>
                  <a:pt x="5627" y="2204"/>
                </a:lnTo>
                <a:lnTo>
                  <a:pt x="4707" y="2204"/>
                </a:lnTo>
                <a:lnTo>
                  <a:pt x="4600" y="2226"/>
                </a:lnTo>
                <a:lnTo>
                  <a:pt x="4536" y="2226"/>
                </a:lnTo>
                <a:lnTo>
                  <a:pt x="4515" y="2269"/>
                </a:lnTo>
                <a:lnTo>
                  <a:pt x="4493" y="2311"/>
                </a:lnTo>
                <a:lnTo>
                  <a:pt x="4515" y="2354"/>
                </a:lnTo>
                <a:lnTo>
                  <a:pt x="4557" y="2397"/>
                </a:lnTo>
                <a:lnTo>
                  <a:pt x="4600" y="2418"/>
                </a:lnTo>
                <a:lnTo>
                  <a:pt x="4964" y="2461"/>
                </a:lnTo>
                <a:lnTo>
                  <a:pt x="5328" y="2483"/>
                </a:lnTo>
                <a:lnTo>
                  <a:pt x="5691" y="2461"/>
                </a:lnTo>
                <a:lnTo>
                  <a:pt x="6055" y="2440"/>
                </a:lnTo>
                <a:lnTo>
                  <a:pt x="6376" y="2440"/>
                </a:lnTo>
                <a:lnTo>
                  <a:pt x="6547" y="2418"/>
                </a:lnTo>
                <a:lnTo>
                  <a:pt x="6697" y="2397"/>
                </a:lnTo>
                <a:lnTo>
                  <a:pt x="6783" y="2354"/>
                </a:lnTo>
                <a:lnTo>
                  <a:pt x="6825" y="2311"/>
                </a:lnTo>
                <a:lnTo>
                  <a:pt x="6825" y="2290"/>
                </a:lnTo>
                <a:lnTo>
                  <a:pt x="6825" y="2247"/>
                </a:lnTo>
                <a:lnTo>
                  <a:pt x="6804" y="2226"/>
                </a:lnTo>
                <a:lnTo>
                  <a:pt x="6761" y="2204"/>
                </a:lnTo>
                <a:lnTo>
                  <a:pt x="6633" y="2162"/>
                </a:lnTo>
                <a:lnTo>
                  <a:pt x="6483" y="2140"/>
                </a:lnTo>
                <a:close/>
                <a:moveTo>
                  <a:pt x="3316" y="1006"/>
                </a:moveTo>
                <a:lnTo>
                  <a:pt x="3081" y="1028"/>
                </a:lnTo>
                <a:lnTo>
                  <a:pt x="2396" y="1028"/>
                </a:lnTo>
                <a:lnTo>
                  <a:pt x="2289" y="1049"/>
                </a:lnTo>
                <a:lnTo>
                  <a:pt x="2225" y="1092"/>
                </a:lnTo>
                <a:lnTo>
                  <a:pt x="2161" y="1156"/>
                </a:lnTo>
                <a:lnTo>
                  <a:pt x="2118" y="1220"/>
                </a:lnTo>
                <a:lnTo>
                  <a:pt x="2097" y="1306"/>
                </a:lnTo>
                <a:lnTo>
                  <a:pt x="2075" y="1456"/>
                </a:lnTo>
                <a:lnTo>
                  <a:pt x="2075" y="1798"/>
                </a:lnTo>
                <a:lnTo>
                  <a:pt x="2075" y="1948"/>
                </a:lnTo>
                <a:lnTo>
                  <a:pt x="2054" y="2162"/>
                </a:lnTo>
                <a:lnTo>
                  <a:pt x="2075" y="2247"/>
                </a:lnTo>
                <a:lnTo>
                  <a:pt x="2097" y="2333"/>
                </a:lnTo>
                <a:lnTo>
                  <a:pt x="2140" y="2418"/>
                </a:lnTo>
                <a:lnTo>
                  <a:pt x="2182" y="2461"/>
                </a:lnTo>
                <a:lnTo>
                  <a:pt x="2268" y="2483"/>
                </a:lnTo>
                <a:lnTo>
                  <a:pt x="2354" y="2504"/>
                </a:lnTo>
                <a:lnTo>
                  <a:pt x="2568" y="2504"/>
                </a:lnTo>
                <a:lnTo>
                  <a:pt x="2953" y="2461"/>
                </a:lnTo>
                <a:lnTo>
                  <a:pt x="3231" y="2461"/>
                </a:lnTo>
                <a:lnTo>
                  <a:pt x="3488" y="2483"/>
                </a:lnTo>
                <a:lnTo>
                  <a:pt x="3616" y="2504"/>
                </a:lnTo>
                <a:lnTo>
                  <a:pt x="3702" y="2525"/>
                </a:lnTo>
                <a:lnTo>
                  <a:pt x="3766" y="2504"/>
                </a:lnTo>
                <a:lnTo>
                  <a:pt x="3851" y="2440"/>
                </a:lnTo>
                <a:lnTo>
                  <a:pt x="3894" y="2333"/>
                </a:lnTo>
                <a:lnTo>
                  <a:pt x="3916" y="2226"/>
                </a:lnTo>
                <a:lnTo>
                  <a:pt x="3916" y="2119"/>
                </a:lnTo>
                <a:lnTo>
                  <a:pt x="3894" y="1883"/>
                </a:lnTo>
                <a:lnTo>
                  <a:pt x="3894" y="1669"/>
                </a:lnTo>
                <a:lnTo>
                  <a:pt x="3916" y="1498"/>
                </a:lnTo>
                <a:lnTo>
                  <a:pt x="3937" y="1306"/>
                </a:lnTo>
                <a:lnTo>
                  <a:pt x="3916" y="1220"/>
                </a:lnTo>
                <a:lnTo>
                  <a:pt x="3894" y="1135"/>
                </a:lnTo>
                <a:lnTo>
                  <a:pt x="3830" y="1070"/>
                </a:lnTo>
                <a:lnTo>
                  <a:pt x="3766" y="1028"/>
                </a:lnTo>
                <a:lnTo>
                  <a:pt x="3659" y="1006"/>
                </a:lnTo>
                <a:close/>
                <a:moveTo>
                  <a:pt x="2268" y="2889"/>
                </a:moveTo>
                <a:lnTo>
                  <a:pt x="2182" y="2910"/>
                </a:lnTo>
                <a:lnTo>
                  <a:pt x="2097" y="2953"/>
                </a:lnTo>
                <a:lnTo>
                  <a:pt x="2075" y="2975"/>
                </a:lnTo>
                <a:lnTo>
                  <a:pt x="2054" y="3017"/>
                </a:lnTo>
                <a:lnTo>
                  <a:pt x="2075" y="3039"/>
                </a:lnTo>
                <a:lnTo>
                  <a:pt x="2140" y="3060"/>
                </a:lnTo>
                <a:lnTo>
                  <a:pt x="2247" y="3103"/>
                </a:lnTo>
                <a:lnTo>
                  <a:pt x="2375" y="3124"/>
                </a:lnTo>
                <a:lnTo>
                  <a:pt x="2653" y="3146"/>
                </a:lnTo>
                <a:lnTo>
                  <a:pt x="3359" y="3146"/>
                </a:lnTo>
                <a:lnTo>
                  <a:pt x="3637" y="3124"/>
                </a:lnTo>
                <a:lnTo>
                  <a:pt x="3766" y="3103"/>
                </a:lnTo>
                <a:lnTo>
                  <a:pt x="3851" y="3060"/>
                </a:lnTo>
                <a:lnTo>
                  <a:pt x="3851" y="3039"/>
                </a:lnTo>
                <a:lnTo>
                  <a:pt x="3851" y="3017"/>
                </a:lnTo>
                <a:lnTo>
                  <a:pt x="3830" y="2975"/>
                </a:lnTo>
                <a:lnTo>
                  <a:pt x="3787" y="2932"/>
                </a:lnTo>
                <a:lnTo>
                  <a:pt x="3702" y="2910"/>
                </a:lnTo>
                <a:lnTo>
                  <a:pt x="3595" y="2910"/>
                </a:lnTo>
                <a:lnTo>
                  <a:pt x="3381" y="2932"/>
                </a:lnTo>
                <a:lnTo>
                  <a:pt x="2824" y="2889"/>
                </a:lnTo>
                <a:close/>
                <a:moveTo>
                  <a:pt x="6141" y="3060"/>
                </a:moveTo>
                <a:lnTo>
                  <a:pt x="6183" y="3082"/>
                </a:lnTo>
                <a:lnTo>
                  <a:pt x="6205" y="3103"/>
                </a:lnTo>
                <a:lnTo>
                  <a:pt x="6076" y="3210"/>
                </a:lnTo>
                <a:lnTo>
                  <a:pt x="5969" y="3317"/>
                </a:lnTo>
                <a:lnTo>
                  <a:pt x="5969" y="3231"/>
                </a:lnTo>
                <a:lnTo>
                  <a:pt x="5991" y="3146"/>
                </a:lnTo>
                <a:lnTo>
                  <a:pt x="6034" y="3103"/>
                </a:lnTo>
                <a:lnTo>
                  <a:pt x="6055" y="3082"/>
                </a:lnTo>
                <a:lnTo>
                  <a:pt x="6141" y="3060"/>
                </a:lnTo>
                <a:close/>
                <a:moveTo>
                  <a:pt x="5007" y="3039"/>
                </a:moveTo>
                <a:lnTo>
                  <a:pt x="5049" y="3060"/>
                </a:lnTo>
                <a:lnTo>
                  <a:pt x="5049" y="3103"/>
                </a:lnTo>
                <a:lnTo>
                  <a:pt x="5007" y="3231"/>
                </a:lnTo>
                <a:lnTo>
                  <a:pt x="4964" y="3317"/>
                </a:lnTo>
                <a:lnTo>
                  <a:pt x="4921" y="3360"/>
                </a:lnTo>
                <a:lnTo>
                  <a:pt x="4900" y="3317"/>
                </a:lnTo>
                <a:lnTo>
                  <a:pt x="4900" y="3210"/>
                </a:lnTo>
                <a:lnTo>
                  <a:pt x="4900" y="3103"/>
                </a:lnTo>
                <a:lnTo>
                  <a:pt x="4900" y="3060"/>
                </a:lnTo>
                <a:lnTo>
                  <a:pt x="4921" y="3060"/>
                </a:lnTo>
                <a:lnTo>
                  <a:pt x="4964" y="3039"/>
                </a:lnTo>
                <a:close/>
                <a:moveTo>
                  <a:pt x="5370" y="3017"/>
                </a:moveTo>
                <a:lnTo>
                  <a:pt x="5435" y="3039"/>
                </a:lnTo>
                <a:lnTo>
                  <a:pt x="5435" y="3082"/>
                </a:lnTo>
                <a:lnTo>
                  <a:pt x="5435" y="3124"/>
                </a:lnTo>
                <a:lnTo>
                  <a:pt x="5328" y="3231"/>
                </a:lnTo>
                <a:lnTo>
                  <a:pt x="5221" y="3360"/>
                </a:lnTo>
                <a:lnTo>
                  <a:pt x="5135" y="3445"/>
                </a:lnTo>
                <a:lnTo>
                  <a:pt x="5135" y="3403"/>
                </a:lnTo>
                <a:lnTo>
                  <a:pt x="5156" y="3403"/>
                </a:lnTo>
                <a:lnTo>
                  <a:pt x="5178" y="3317"/>
                </a:lnTo>
                <a:lnTo>
                  <a:pt x="5242" y="3146"/>
                </a:lnTo>
                <a:lnTo>
                  <a:pt x="5285" y="3082"/>
                </a:lnTo>
                <a:lnTo>
                  <a:pt x="5328" y="3039"/>
                </a:lnTo>
                <a:lnTo>
                  <a:pt x="5370" y="3017"/>
                </a:lnTo>
                <a:close/>
                <a:moveTo>
                  <a:pt x="3680" y="3317"/>
                </a:moveTo>
                <a:lnTo>
                  <a:pt x="3488" y="3338"/>
                </a:lnTo>
                <a:lnTo>
                  <a:pt x="2910" y="3360"/>
                </a:lnTo>
                <a:lnTo>
                  <a:pt x="2696" y="3360"/>
                </a:lnTo>
                <a:lnTo>
                  <a:pt x="2396" y="3381"/>
                </a:lnTo>
                <a:lnTo>
                  <a:pt x="2247" y="3403"/>
                </a:lnTo>
                <a:lnTo>
                  <a:pt x="2140" y="3445"/>
                </a:lnTo>
                <a:lnTo>
                  <a:pt x="2118" y="3467"/>
                </a:lnTo>
                <a:lnTo>
                  <a:pt x="2097" y="3488"/>
                </a:lnTo>
                <a:lnTo>
                  <a:pt x="2097" y="3531"/>
                </a:lnTo>
                <a:lnTo>
                  <a:pt x="2118" y="3574"/>
                </a:lnTo>
                <a:lnTo>
                  <a:pt x="2161" y="3595"/>
                </a:lnTo>
                <a:lnTo>
                  <a:pt x="2225" y="3617"/>
                </a:lnTo>
                <a:lnTo>
                  <a:pt x="2653" y="3617"/>
                </a:lnTo>
                <a:lnTo>
                  <a:pt x="3231" y="3595"/>
                </a:lnTo>
                <a:lnTo>
                  <a:pt x="3402" y="3595"/>
                </a:lnTo>
                <a:lnTo>
                  <a:pt x="3702" y="3552"/>
                </a:lnTo>
                <a:lnTo>
                  <a:pt x="3830" y="3510"/>
                </a:lnTo>
                <a:lnTo>
                  <a:pt x="3916" y="3467"/>
                </a:lnTo>
                <a:lnTo>
                  <a:pt x="3937" y="3445"/>
                </a:lnTo>
                <a:lnTo>
                  <a:pt x="3937" y="3403"/>
                </a:lnTo>
                <a:lnTo>
                  <a:pt x="3916" y="3381"/>
                </a:lnTo>
                <a:lnTo>
                  <a:pt x="3873" y="3338"/>
                </a:lnTo>
                <a:lnTo>
                  <a:pt x="3787" y="3317"/>
                </a:lnTo>
                <a:close/>
                <a:moveTo>
                  <a:pt x="6462" y="3017"/>
                </a:moveTo>
                <a:lnTo>
                  <a:pt x="6504" y="3039"/>
                </a:lnTo>
                <a:lnTo>
                  <a:pt x="6526" y="3082"/>
                </a:lnTo>
                <a:lnTo>
                  <a:pt x="6526" y="3146"/>
                </a:lnTo>
                <a:lnTo>
                  <a:pt x="6526" y="3274"/>
                </a:lnTo>
                <a:lnTo>
                  <a:pt x="6504" y="3360"/>
                </a:lnTo>
                <a:lnTo>
                  <a:pt x="6483" y="3445"/>
                </a:lnTo>
                <a:lnTo>
                  <a:pt x="6462" y="3531"/>
                </a:lnTo>
                <a:lnTo>
                  <a:pt x="6419" y="3595"/>
                </a:lnTo>
                <a:lnTo>
                  <a:pt x="6355" y="3638"/>
                </a:lnTo>
                <a:lnTo>
                  <a:pt x="6312" y="3681"/>
                </a:lnTo>
                <a:lnTo>
                  <a:pt x="6290" y="3681"/>
                </a:lnTo>
                <a:lnTo>
                  <a:pt x="6269" y="3617"/>
                </a:lnTo>
                <a:lnTo>
                  <a:pt x="6290" y="3531"/>
                </a:lnTo>
                <a:lnTo>
                  <a:pt x="6333" y="3424"/>
                </a:lnTo>
                <a:lnTo>
                  <a:pt x="6376" y="3317"/>
                </a:lnTo>
                <a:lnTo>
                  <a:pt x="6419" y="3060"/>
                </a:lnTo>
                <a:lnTo>
                  <a:pt x="6462" y="3017"/>
                </a:lnTo>
                <a:close/>
                <a:moveTo>
                  <a:pt x="5456" y="3274"/>
                </a:moveTo>
                <a:lnTo>
                  <a:pt x="5435" y="3360"/>
                </a:lnTo>
                <a:lnTo>
                  <a:pt x="5413" y="3424"/>
                </a:lnTo>
                <a:lnTo>
                  <a:pt x="5370" y="3510"/>
                </a:lnTo>
                <a:lnTo>
                  <a:pt x="5370" y="3595"/>
                </a:lnTo>
                <a:lnTo>
                  <a:pt x="5370" y="3659"/>
                </a:lnTo>
                <a:lnTo>
                  <a:pt x="5413" y="3723"/>
                </a:lnTo>
                <a:lnTo>
                  <a:pt x="5499" y="3745"/>
                </a:lnTo>
                <a:lnTo>
                  <a:pt x="5563" y="3702"/>
                </a:lnTo>
                <a:lnTo>
                  <a:pt x="5649" y="3766"/>
                </a:lnTo>
                <a:lnTo>
                  <a:pt x="5691" y="3809"/>
                </a:lnTo>
                <a:lnTo>
                  <a:pt x="5734" y="3852"/>
                </a:lnTo>
                <a:lnTo>
                  <a:pt x="5863" y="3809"/>
                </a:lnTo>
                <a:lnTo>
                  <a:pt x="5927" y="3809"/>
                </a:lnTo>
                <a:lnTo>
                  <a:pt x="5927" y="3830"/>
                </a:lnTo>
                <a:lnTo>
                  <a:pt x="5863" y="3873"/>
                </a:lnTo>
                <a:lnTo>
                  <a:pt x="5777" y="3895"/>
                </a:lnTo>
                <a:lnTo>
                  <a:pt x="5542" y="3937"/>
                </a:lnTo>
                <a:lnTo>
                  <a:pt x="5199" y="3937"/>
                </a:lnTo>
                <a:lnTo>
                  <a:pt x="5156" y="3916"/>
                </a:lnTo>
                <a:lnTo>
                  <a:pt x="5156" y="3852"/>
                </a:lnTo>
                <a:lnTo>
                  <a:pt x="5156" y="3788"/>
                </a:lnTo>
                <a:lnTo>
                  <a:pt x="5242" y="3574"/>
                </a:lnTo>
                <a:lnTo>
                  <a:pt x="5349" y="3381"/>
                </a:lnTo>
                <a:lnTo>
                  <a:pt x="5392" y="3317"/>
                </a:lnTo>
                <a:lnTo>
                  <a:pt x="5456" y="3274"/>
                </a:lnTo>
                <a:close/>
                <a:moveTo>
                  <a:pt x="3466" y="3809"/>
                </a:moveTo>
                <a:lnTo>
                  <a:pt x="3167" y="3830"/>
                </a:lnTo>
                <a:lnTo>
                  <a:pt x="2568" y="3852"/>
                </a:lnTo>
                <a:lnTo>
                  <a:pt x="2332" y="3852"/>
                </a:lnTo>
                <a:lnTo>
                  <a:pt x="2204" y="3873"/>
                </a:lnTo>
                <a:lnTo>
                  <a:pt x="2161" y="3895"/>
                </a:lnTo>
                <a:lnTo>
                  <a:pt x="2118" y="3916"/>
                </a:lnTo>
                <a:lnTo>
                  <a:pt x="2097" y="3980"/>
                </a:lnTo>
                <a:lnTo>
                  <a:pt x="2118" y="4023"/>
                </a:lnTo>
                <a:lnTo>
                  <a:pt x="2140" y="4066"/>
                </a:lnTo>
                <a:lnTo>
                  <a:pt x="2204" y="4087"/>
                </a:lnTo>
                <a:lnTo>
                  <a:pt x="2311" y="4109"/>
                </a:lnTo>
                <a:lnTo>
                  <a:pt x="2910" y="4109"/>
                </a:lnTo>
                <a:lnTo>
                  <a:pt x="3423" y="4087"/>
                </a:lnTo>
                <a:lnTo>
                  <a:pt x="3787" y="4087"/>
                </a:lnTo>
                <a:lnTo>
                  <a:pt x="3894" y="4044"/>
                </a:lnTo>
                <a:lnTo>
                  <a:pt x="3958" y="4002"/>
                </a:lnTo>
                <a:lnTo>
                  <a:pt x="3980" y="3959"/>
                </a:lnTo>
                <a:lnTo>
                  <a:pt x="3980" y="3916"/>
                </a:lnTo>
                <a:lnTo>
                  <a:pt x="3958" y="3873"/>
                </a:lnTo>
                <a:lnTo>
                  <a:pt x="3873" y="3830"/>
                </a:lnTo>
                <a:lnTo>
                  <a:pt x="3744" y="3809"/>
                </a:lnTo>
                <a:close/>
                <a:moveTo>
                  <a:pt x="5156" y="2761"/>
                </a:moveTo>
                <a:lnTo>
                  <a:pt x="4900" y="2782"/>
                </a:lnTo>
                <a:lnTo>
                  <a:pt x="4793" y="2825"/>
                </a:lnTo>
                <a:lnTo>
                  <a:pt x="4729" y="2868"/>
                </a:lnTo>
                <a:lnTo>
                  <a:pt x="4686" y="2910"/>
                </a:lnTo>
                <a:lnTo>
                  <a:pt x="4664" y="2953"/>
                </a:lnTo>
                <a:lnTo>
                  <a:pt x="4643" y="3082"/>
                </a:lnTo>
                <a:lnTo>
                  <a:pt x="4664" y="3338"/>
                </a:lnTo>
                <a:lnTo>
                  <a:pt x="4643" y="3595"/>
                </a:lnTo>
                <a:lnTo>
                  <a:pt x="4622" y="3745"/>
                </a:lnTo>
                <a:lnTo>
                  <a:pt x="4643" y="3852"/>
                </a:lnTo>
                <a:lnTo>
                  <a:pt x="4750" y="4023"/>
                </a:lnTo>
                <a:lnTo>
                  <a:pt x="4814" y="4087"/>
                </a:lnTo>
                <a:lnTo>
                  <a:pt x="4878" y="4130"/>
                </a:lnTo>
                <a:lnTo>
                  <a:pt x="4964" y="4173"/>
                </a:lnTo>
                <a:lnTo>
                  <a:pt x="5049" y="4173"/>
                </a:lnTo>
                <a:lnTo>
                  <a:pt x="5242" y="4194"/>
                </a:lnTo>
                <a:lnTo>
                  <a:pt x="5627" y="4151"/>
                </a:lnTo>
                <a:lnTo>
                  <a:pt x="6119" y="4130"/>
                </a:lnTo>
                <a:lnTo>
                  <a:pt x="6504" y="4130"/>
                </a:lnTo>
                <a:lnTo>
                  <a:pt x="6569" y="4109"/>
                </a:lnTo>
                <a:lnTo>
                  <a:pt x="6611" y="4087"/>
                </a:lnTo>
                <a:lnTo>
                  <a:pt x="6676" y="4023"/>
                </a:lnTo>
                <a:lnTo>
                  <a:pt x="6740" y="3937"/>
                </a:lnTo>
                <a:lnTo>
                  <a:pt x="6761" y="3830"/>
                </a:lnTo>
                <a:lnTo>
                  <a:pt x="6761" y="3702"/>
                </a:lnTo>
                <a:lnTo>
                  <a:pt x="6761" y="3467"/>
                </a:lnTo>
                <a:lnTo>
                  <a:pt x="6761" y="3274"/>
                </a:lnTo>
                <a:lnTo>
                  <a:pt x="6783" y="3082"/>
                </a:lnTo>
                <a:lnTo>
                  <a:pt x="6804" y="2932"/>
                </a:lnTo>
                <a:lnTo>
                  <a:pt x="6783" y="2868"/>
                </a:lnTo>
                <a:lnTo>
                  <a:pt x="6740" y="2825"/>
                </a:lnTo>
                <a:lnTo>
                  <a:pt x="6676" y="2782"/>
                </a:lnTo>
                <a:lnTo>
                  <a:pt x="5606" y="2782"/>
                </a:lnTo>
                <a:lnTo>
                  <a:pt x="5156" y="2761"/>
                </a:lnTo>
                <a:close/>
                <a:moveTo>
                  <a:pt x="7018" y="407"/>
                </a:moveTo>
                <a:lnTo>
                  <a:pt x="7253" y="450"/>
                </a:lnTo>
                <a:lnTo>
                  <a:pt x="7360" y="493"/>
                </a:lnTo>
                <a:lnTo>
                  <a:pt x="7446" y="557"/>
                </a:lnTo>
                <a:lnTo>
                  <a:pt x="7531" y="621"/>
                </a:lnTo>
                <a:lnTo>
                  <a:pt x="7617" y="685"/>
                </a:lnTo>
                <a:lnTo>
                  <a:pt x="7681" y="771"/>
                </a:lnTo>
                <a:lnTo>
                  <a:pt x="7724" y="856"/>
                </a:lnTo>
                <a:lnTo>
                  <a:pt x="7767" y="1049"/>
                </a:lnTo>
                <a:lnTo>
                  <a:pt x="7788" y="1263"/>
                </a:lnTo>
                <a:lnTo>
                  <a:pt x="7788" y="1456"/>
                </a:lnTo>
                <a:lnTo>
                  <a:pt x="7788" y="2504"/>
                </a:lnTo>
                <a:lnTo>
                  <a:pt x="7788" y="2932"/>
                </a:lnTo>
                <a:lnTo>
                  <a:pt x="7810" y="3403"/>
                </a:lnTo>
                <a:lnTo>
                  <a:pt x="7788" y="3638"/>
                </a:lnTo>
                <a:lnTo>
                  <a:pt x="7767" y="3852"/>
                </a:lnTo>
                <a:lnTo>
                  <a:pt x="7703" y="4066"/>
                </a:lnTo>
                <a:lnTo>
                  <a:pt x="7617" y="4258"/>
                </a:lnTo>
                <a:lnTo>
                  <a:pt x="7531" y="4365"/>
                </a:lnTo>
                <a:lnTo>
                  <a:pt x="7467" y="4430"/>
                </a:lnTo>
                <a:lnTo>
                  <a:pt x="7360" y="4515"/>
                </a:lnTo>
                <a:lnTo>
                  <a:pt x="7275" y="4558"/>
                </a:lnTo>
                <a:lnTo>
                  <a:pt x="7082" y="4622"/>
                </a:lnTo>
                <a:lnTo>
                  <a:pt x="6868" y="4665"/>
                </a:lnTo>
                <a:lnTo>
                  <a:pt x="6397" y="4665"/>
                </a:lnTo>
                <a:lnTo>
                  <a:pt x="5948" y="4622"/>
                </a:lnTo>
                <a:lnTo>
                  <a:pt x="4942" y="4579"/>
                </a:lnTo>
                <a:lnTo>
                  <a:pt x="3958" y="4537"/>
                </a:lnTo>
                <a:lnTo>
                  <a:pt x="3338" y="4494"/>
                </a:lnTo>
                <a:lnTo>
                  <a:pt x="3017" y="4494"/>
                </a:lnTo>
                <a:lnTo>
                  <a:pt x="2717" y="4515"/>
                </a:lnTo>
                <a:lnTo>
                  <a:pt x="2439" y="4537"/>
                </a:lnTo>
                <a:lnTo>
                  <a:pt x="2161" y="4537"/>
                </a:lnTo>
                <a:lnTo>
                  <a:pt x="1883" y="4515"/>
                </a:lnTo>
                <a:lnTo>
                  <a:pt x="1755" y="4494"/>
                </a:lnTo>
                <a:lnTo>
                  <a:pt x="1626" y="4451"/>
                </a:lnTo>
                <a:lnTo>
                  <a:pt x="1498" y="4387"/>
                </a:lnTo>
                <a:lnTo>
                  <a:pt x="1412" y="4301"/>
                </a:lnTo>
                <a:lnTo>
                  <a:pt x="1348" y="4194"/>
                </a:lnTo>
                <a:lnTo>
                  <a:pt x="1305" y="4066"/>
                </a:lnTo>
                <a:lnTo>
                  <a:pt x="1305" y="3916"/>
                </a:lnTo>
                <a:lnTo>
                  <a:pt x="1305" y="3788"/>
                </a:lnTo>
                <a:lnTo>
                  <a:pt x="1305" y="3510"/>
                </a:lnTo>
                <a:lnTo>
                  <a:pt x="1305" y="2910"/>
                </a:lnTo>
                <a:lnTo>
                  <a:pt x="1327" y="2333"/>
                </a:lnTo>
                <a:lnTo>
                  <a:pt x="1305" y="1905"/>
                </a:lnTo>
                <a:lnTo>
                  <a:pt x="1305" y="1648"/>
                </a:lnTo>
                <a:lnTo>
                  <a:pt x="1327" y="1370"/>
                </a:lnTo>
                <a:lnTo>
                  <a:pt x="1348" y="1113"/>
                </a:lnTo>
                <a:lnTo>
                  <a:pt x="1434" y="899"/>
                </a:lnTo>
                <a:lnTo>
                  <a:pt x="1476" y="792"/>
                </a:lnTo>
                <a:lnTo>
                  <a:pt x="1519" y="707"/>
                </a:lnTo>
                <a:lnTo>
                  <a:pt x="1605" y="664"/>
                </a:lnTo>
                <a:lnTo>
                  <a:pt x="1690" y="621"/>
                </a:lnTo>
                <a:lnTo>
                  <a:pt x="1926" y="536"/>
                </a:lnTo>
                <a:lnTo>
                  <a:pt x="2161" y="514"/>
                </a:lnTo>
                <a:lnTo>
                  <a:pt x="2418" y="493"/>
                </a:lnTo>
                <a:lnTo>
                  <a:pt x="3680" y="493"/>
                </a:lnTo>
                <a:lnTo>
                  <a:pt x="4750" y="471"/>
                </a:lnTo>
                <a:lnTo>
                  <a:pt x="5820" y="450"/>
                </a:lnTo>
                <a:lnTo>
                  <a:pt x="6269" y="429"/>
                </a:lnTo>
                <a:lnTo>
                  <a:pt x="6526" y="407"/>
                </a:lnTo>
                <a:close/>
                <a:moveTo>
                  <a:pt x="4343" y="1"/>
                </a:moveTo>
                <a:lnTo>
                  <a:pt x="3766" y="22"/>
                </a:lnTo>
                <a:lnTo>
                  <a:pt x="3167" y="43"/>
                </a:lnTo>
                <a:lnTo>
                  <a:pt x="1968" y="108"/>
                </a:lnTo>
                <a:lnTo>
                  <a:pt x="1712" y="108"/>
                </a:lnTo>
                <a:lnTo>
                  <a:pt x="1476" y="129"/>
                </a:lnTo>
                <a:lnTo>
                  <a:pt x="1348" y="172"/>
                </a:lnTo>
                <a:lnTo>
                  <a:pt x="1241" y="215"/>
                </a:lnTo>
                <a:lnTo>
                  <a:pt x="1134" y="279"/>
                </a:lnTo>
                <a:lnTo>
                  <a:pt x="1048" y="386"/>
                </a:lnTo>
                <a:lnTo>
                  <a:pt x="963" y="493"/>
                </a:lnTo>
                <a:lnTo>
                  <a:pt x="920" y="621"/>
                </a:lnTo>
                <a:lnTo>
                  <a:pt x="877" y="749"/>
                </a:lnTo>
                <a:lnTo>
                  <a:pt x="856" y="899"/>
                </a:lnTo>
                <a:lnTo>
                  <a:pt x="856" y="1199"/>
                </a:lnTo>
                <a:lnTo>
                  <a:pt x="835" y="1477"/>
                </a:lnTo>
                <a:lnTo>
                  <a:pt x="813" y="2183"/>
                </a:lnTo>
                <a:lnTo>
                  <a:pt x="813" y="2910"/>
                </a:lnTo>
                <a:lnTo>
                  <a:pt x="835" y="3659"/>
                </a:lnTo>
                <a:lnTo>
                  <a:pt x="899" y="4365"/>
                </a:lnTo>
                <a:lnTo>
                  <a:pt x="920" y="4494"/>
                </a:lnTo>
                <a:lnTo>
                  <a:pt x="963" y="4601"/>
                </a:lnTo>
                <a:lnTo>
                  <a:pt x="1027" y="4708"/>
                </a:lnTo>
                <a:lnTo>
                  <a:pt x="1113" y="4772"/>
                </a:lnTo>
                <a:lnTo>
                  <a:pt x="1198" y="4836"/>
                </a:lnTo>
                <a:lnTo>
                  <a:pt x="1305" y="4900"/>
                </a:lnTo>
                <a:lnTo>
                  <a:pt x="1412" y="4922"/>
                </a:lnTo>
                <a:lnTo>
                  <a:pt x="1541" y="4964"/>
                </a:lnTo>
                <a:lnTo>
                  <a:pt x="1776" y="4986"/>
                </a:lnTo>
                <a:lnTo>
                  <a:pt x="2033" y="4986"/>
                </a:lnTo>
                <a:lnTo>
                  <a:pt x="2503" y="4943"/>
                </a:lnTo>
                <a:lnTo>
                  <a:pt x="2782" y="4922"/>
                </a:lnTo>
                <a:lnTo>
                  <a:pt x="3081" y="4922"/>
                </a:lnTo>
                <a:lnTo>
                  <a:pt x="3659" y="4943"/>
                </a:lnTo>
                <a:lnTo>
                  <a:pt x="4793" y="5007"/>
                </a:lnTo>
                <a:lnTo>
                  <a:pt x="5392" y="5029"/>
                </a:lnTo>
                <a:lnTo>
                  <a:pt x="5991" y="5050"/>
                </a:lnTo>
                <a:lnTo>
                  <a:pt x="6633" y="5114"/>
                </a:lnTo>
                <a:lnTo>
                  <a:pt x="6954" y="5114"/>
                </a:lnTo>
                <a:lnTo>
                  <a:pt x="7125" y="5093"/>
                </a:lnTo>
                <a:lnTo>
                  <a:pt x="7275" y="5071"/>
                </a:lnTo>
                <a:lnTo>
                  <a:pt x="7424" y="5029"/>
                </a:lnTo>
                <a:lnTo>
                  <a:pt x="7553" y="4964"/>
                </a:lnTo>
                <a:lnTo>
                  <a:pt x="7660" y="4922"/>
                </a:lnTo>
                <a:lnTo>
                  <a:pt x="7767" y="4836"/>
                </a:lnTo>
                <a:lnTo>
                  <a:pt x="7852" y="4750"/>
                </a:lnTo>
                <a:lnTo>
                  <a:pt x="7917" y="4665"/>
                </a:lnTo>
                <a:lnTo>
                  <a:pt x="7981" y="4558"/>
                </a:lnTo>
                <a:lnTo>
                  <a:pt x="8045" y="4451"/>
                </a:lnTo>
                <a:lnTo>
                  <a:pt x="8130" y="4237"/>
                </a:lnTo>
                <a:lnTo>
                  <a:pt x="8173" y="3980"/>
                </a:lnTo>
                <a:lnTo>
                  <a:pt x="8195" y="3723"/>
                </a:lnTo>
                <a:lnTo>
                  <a:pt x="8195" y="3445"/>
                </a:lnTo>
                <a:lnTo>
                  <a:pt x="8216" y="2354"/>
                </a:lnTo>
                <a:lnTo>
                  <a:pt x="8216" y="1798"/>
                </a:lnTo>
                <a:lnTo>
                  <a:pt x="8216" y="1242"/>
                </a:lnTo>
                <a:lnTo>
                  <a:pt x="8195" y="985"/>
                </a:lnTo>
                <a:lnTo>
                  <a:pt x="8152" y="728"/>
                </a:lnTo>
                <a:lnTo>
                  <a:pt x="8109" y="578"/>
                </a:lnTo>
                <a:lnTo>
                  <a:pt x="8066" y="450"/>
                </a:lnTo>
                <a:lnTo>
                  <a:pt x="8002" y="343"/>
                </a:lnTo>
                <a:lnTo>
                  <a:pt x="7917" y="236"/>
                </a:lnTo>
                <a:lnTo>
                  <a:pt x="7810" y="150"/>
                </a:lnTo>
                <a:lnTo>
                  <a:pt x="7703" y="86"/>
                </a:lnTo>
                <a:lnTo>
                  <a:pt x="7596" y="43"/>
                </a:lnTo>
                <a:lnTo>
                  <a:pt x="7467" y="22"/>
                </a:lnTo>
                <a:lnTo>
                  <a:pt x="7189" y="1"/>
                </a:lnTo>
                <a:lnTo>
                  <a:pt x="6932" y="1"/>
                </a:lnTo>
                <a:lnTo>
                  <a:pt x="6312" y="22"/>
                </a:lnTo>
                <a:lnTo>
                  <a:pt x="5670" y="43"/>
                </a:lnTo>
                <a:lnTo>
                  <a:pt x="5349" y="43"/>
                </a:lnTo>
                <a:lnTo>
                  <a:pt x="5007" y="22"/>
                </a:lnTo>
                <a:lnTo>
                  <a:pt x="4686" y="1"/>
                </a:lnTo>
                <a:close/>
                <a:moveTo>
                  <a:pt x="4942" y="6526"/>
                </a:moveTo>
                <a:lnTo>
                  <a:pt x="4985" y="6548"/>
                </a:lnTo>
                <a:lnTo>
                  <a:pt x="5028" y="6591"/>
                </a:lnTo>
                <a:lnTo>
                  <a:pt x="5049" y="6655"/>
                </a:lnTo>
                <a:lnTo>
                  <a:pt x="5049" y="6740"/>
                </a:lnTo>
                <a:lnTo>
                  <a:pt x="5028" y="6804"/>
                </a:lnTo>
                <a:lnTo>
                  <a:pt x="5007" y="6826"/>
                </a:lnTo>
                <a:lnTo>
                  <a:pt x="4729" y="6826"/>
                </a:lnTo>
                <a:lnTo>
                  <a:pt x="4472" y="6804"/>
                </a:lnTo>
                <a:lnTo>
                  <a:pt x="3980" y="6783"/>
                </a:lnTo>
                <a:lnTo>
                  <a:pt x="3916" y="6762"/>
                </a:lnTo>
                <a:lnTo>
                  <a:pt x="3851" y="6740"/>
                </a:lnTo>
                <a:lnTo>
                  <a:pt x="3809" y="6719"/>
                </a:lnTo>
                <a:lnTo>
                  <a:pt x="3787" y="6697"/>
                </a:lnTo>
                <a:lnTo>
                  <a:pt x="3787" y="6655"/>
                </a:lnTo>
                <a:lnTo>
                  <a:pt x="3809" y="6612"/>
                </a:lnTo>
                <a:lnTo>
                  <a:pt x="3873" y="6591"/>
                </a:lnTo>
                <a:lnTo>
                  <a:pt x="3937" y="6548"/>
                </a:lnTo>
                <a:lnTo>
                  <a:pt x="4108" y="6526"/>
                </a:lnTo>
                <a:close/>
                <a:moveTo>
                  <a:pt x="3980" y="6141"/>
                </a:moveTo>
                <a:lnTo>
                  <a:pt x="3809" y="6184"/>
                </a:lnTo>
                <a:lnTo>
                  <a:pt x="3637" y="6227"/>
                </a:lnTo>
                <a:lnTo>
                  <a:pt x="3573" y="6270"/>
                </a:lnTo>
                <a:lnTo>
                  <a:pt x="3530" y="6312"/>
                </a:lnTo>
                <a:lnTo>
                  <a:pt x="3445" y="6441"/>
                </a:lnTo>
                <a:lnTo>
                  <a:pt x="3402" y="6612"/>
                </a:lnTo>
                <a:lnTo>
                  <a:pt x="3402" y="6783"/>
                </a:lnTo>
                <a:lnTo>
                  <a:pt x="3423" y="6847"/>
                </a:lnTo>
                <a:lnTo>
                  <a:pt x="3445" y="6911"/>
                </a:lnTo>
                <a:lnTo>
                  <a:pt x="3488" y="6976"/>
                </a:lnTo>
                <a:lnTo>
                  <a:pt x="3552" y="7018"/>
                </a:lnTo>
                <a:lnTo>
                  <a:pt x="3680" y="7061"/>
                </a:lnTo>
                <a:lnTo>
                  <a:pt x="3851" y="7083"/>
                </a:lnTo>
                <a:lnTo>
                  <a:pt x="4044" y="7104"/>
                </a:lnTo>
                <a:lnTo>
                  <a:pt x="4408" y="7061"/>
                </a:lnTo>
                <a:lnTo>
                  <a:pt x="4707" y="7040"/>
                </a:lnTo>
                <a:lnTo>
                  <a:pt x="5049" y="7061"/>
                </a:lnTo>
                <a:lnTo>
                  <a:pt x="5221" y="7040"/>
                </a:lnTo>
                <a:lnTo>
                  <a:pt x="5306" y="7018"/>
                </a:lnTo>
                <a:lnTo>
                  <a:pt x="5349" y="6976"/>
                </a:lnTo>
                <a:lnTo>
                  <a:pt x="5392" y="6911"/>
                </a:lnTo>
                <a:lnTo>
                  <a:pt x="5392" y="6847"/>
                </a:lnTo>
                <a:lnTo>
                  <a:pt x="5392" y="6655"/>
                </a:lnTo>
                <a:lnTo>
                  <a:pt x="5349" y="6484"/>
                </a:lnTo>
                <a:lnTo>
                  <a:pt x="5306" y="6355"/>
                </a:lnTo>
                <a:lnTo>
                  <a:pt x="5263" y="6291"/>
                </a:lnTo>
                <a:lnTo>
                  <a:pt x="5199" y="6248"/>
                </a:lnTo>
                <a:lnTo>
                  <a:pt x="5156" y="6205"/>
                </a:lnTo>
                <a:lnTo>
                  <a:pt x="5092" y="6184"/>
                </a:lnTo>
                <a:lnTo>
                  <a:pt x="4814" y="6184"/>
                </a:lnTo>
                <a:lnTo>
                  <a:pt x="4472" y="6141"/>
                </a:lnTo>
                <a:close/>
                <a:moveTo>
                  <a:pt x="3188" y="5564"/>
                </a:moveTo>
                <a:lnTo>
                  <a:pt x="4001" y="5585"/>
                </a:lnTo>
                <a:lnTo>
                  <a:pt x="4472" y="5606"/>
                </a:lnTo>
                <a:lnTo>
                  <a:pt x="5413" y="5606"/>
                </a:lnTo>
                <a:lnTo>
                  <a:pt x="5863" y="5628"/>
                </a:lnTo>
                <a:lnTo>
                  <a:pt x="6397" y="5670"/>
                </a:lnTo>
                <a:lnTo>
                  <a:pt x="6932" y="5713"/>
                </a:lnTo>
                <a:lnTo>
                  <a:pt x="7360" y="5692"/>
                </a:lnTo>
                <a:lnTo>
                  <a:pt x="7574" y="5713"/>
                </a:lnTo>
                <a:lnTo>
                  <a:pt x="7681" y="5756"/>
                </a:lnTo>
                <a:lnTo>
                  <a:pt x="7767" y="5799"/>
                </a:lnTo>
                <a:lnTo>
                  <a:pt x="7852" y="5884"/>
                </a:lnTo>
                <a:lnTo>
                  <a:pt x="7981" y="6056"/>
                </a:lnTo>
                <a:lnTo>
                  <a:pt x="8088" y="6291"/>
                </a:lnTo>
                <a:lnTo>
                  <a:pt x="8216" y="6548"/>
                </a:lnTo>
                <a:lnTo>
                  <a:pt x="8323" y="6804"/>
                </a:lnTo>
                <a:lnTo>
                  <a:pt x="8387" y="7018"/>
                </a:lnTo>
                <a:lnTo>
                  <a:pt x="8409" y="7190"/>
                </a:lnTo>
                <a:lnTo>
                  <a:pt x="8387" y="7232"/>
                </a:lnTo>
                <a:lnTo>
                  <a:pt x="8366" y="7254"/>
                </a:lnTo>
                <a:lnTo>
                  <a:pt x="8130" y="7318"/>
                </a:lnTo>
                <a:lnTo>
                  <a:pt x="7874" y="7361"/>
                </a:lnTo>
                <a:lnTo>
                  <a:pt x="7638" y="7382"/>
                </a:lnTo>
                <a:lnTo>
                  <a:pt x="7382" y="7361"/>
                </a:lnTo>
                <a:lnTo>
                  <a:pt x="6890" y="7339"/>
                </a:lnTo>
                <a:lnTo>
                  <a:pt x="6419" y="7275"/>
                </a:lnTo>
                <a:lnTo>
                  <a:pt x="5927" y="7232"/>
                </a:lnTo>
                <a:lnTo>
                  <a:pt x="5435" y="7211"/>
                </a:lnTo>
                <a:lnTo>
                  <a:pt x="4942" y="7190"/>
                </a:lnTo>
                <a:lnTo>
                  <a:pt x="4450" y="7211"/>
                </a:lnTo>
                <a:lnTo>
                  <a:pt x="3916" y="7232"/>
                </a:lnTo>
                <a:lnTo>
                  <a:pt x="3402" y="7254"/>
                </a:lnTo>
                <a:lnTo>
                  <a:pt x="3167" y="7254"/>
                </a:lnTo>
                <a:lnTo>
                  <a:pt x="2953" y="7232"/>
                </a:lnTo>
                <a:lnTo>
                  <a:pt x="2717" y="7211"/>
                </a:lnTo>
                <a:lnTo>
                  <a:pt x="2503" y="7211"/>
                </a:lnTo>
                <a:lnTo>
                  <a:pt x="1626" y="7254"/>
                </a:lnTo>
                <a:lnTo>
                  <a:pt x="1134" y="7275"/>
                </a:lnTo>
                <a:lnTo>
                  <a:pt x="770" y="7275"/>
                </a:lnTo>
                <a:lnTo>
                  <a:pt x="663" y="7232"/>
                </a:lnTo>
                <a:lnTo>
                  <a:pt x="599" y="7190"/>
                </a:lnTo>
                <a:lnTo>
                  <a:pt x="556" y="7147"/>
                </a:lnTo>
                <a:lnTo>
                  <a:pt x="514" y="7083"/>
                </a:lnTo>
                <a:lnTo>
                  <a:pt x="514" y="7018"/>
                </a:lnTo>
                <a:lnTo>
                  <a:pt x="535" y="6847"/>
                </a:lnTo>
                <a:lnTo>
                  <a:pt x="599" y="6655"/>
                </a:lnTo>
                <a:lnTo>
                  <a:pt x="706" y="6484"/>
                </a:lnTo>
                <a:lnTo>
                  <a:pt x="792" y="6291"/>
                </a:lnTo>
                <a:lnTo>
                  <a:pt x="984" y="6034"/>
                </a:lnTo>
                <a:lnTo>
                  <a:pt x="1155" y="5799"/>
                </a:lnTo>
                <a:lnTo>
                  <a:pt x="1241" y="5692"/>
                </a:lnTo>
                <a:lnTo>
                  <a:pt x="1305" y="5649"/>
                </a:lnTo>
                <a:lnTo>
                  <a:pt x="1391" y="5628"/>
                </a:lnTo>
                <a:lnTo>
                  <a:pt x="1626" y="5585"/>
                </a:lnTo>
                <a:lnTo>
                  <a:pt x="2354" y="5585"/>
                </a:lnTo>
                <a:lnTo>
                  <a:pt x="2782" y="5564"/>
                </a:lnTo>
                <a:close/>
                <a:moveTo>
                  <a:pt x="2140" y="5029"/>
                </a:moveTo>
                <a:lnTo>
                  <a:pt x="1883" y="5050"/>
                </a:lnTo>
                <a:lnTo>
                  <a:pt x="1626" y="5093"/>
                </a:lnTo>
                <a:lnTo>
                  <a:pt x="1391" y="5157"/>
                </a:lnTo>
                <a:lnTo>
                  <a:pt x="1262" y="5200"/>
                </a:lnTo>
                <a:lnTo>
                  <a:pt x="1155" y="5264"/>
                </a:lnTo>
                <a:lnTo>
                  <a:pt x="1070" y="5307"/>
                </a:lnTo>
                <a:lnTo>
                  <a:pt x="984" y="5392"/>
                </a:lnTo>
                <a:lnTo>
                  <a:pt x="856" y="5564"/>
                </a:lnTo>
                <a:lnTo>
                  <a:pt x="728" y="5756"/>
                </a:lnTo>
                <a:lnTo>
                  <a:pt x="407" y="6205"/>
                </a:lnTo>
                <a:lnTo>
                  <a:pt x="257" y="6441"/>
                </a:lnTo>
                <a:lnTo>
                  <a:pt x="150" y="6697"/>
                </a:lnTo>
                <a:lnTo>
                  <a:pt x="64" y="6911"/>
                </a:lnTo>
                <a:lnTo>
                  <a:pt x="21" y="7125"/>
                </a:lnTo>
                <a:lnTo>
                  <a:pt x="0" y="7361"/>
                </a:lnTo>
                <a:lnTo>
                  <a:pt x="0" y="7575"/>
                </a:lnTo>
                <a:lnTo>
                  <a:pt x="43" y="7703"/>
                </a:lnTo>
                <a:lnTo>
                  <a:pt x="86" y="7810"/>
                </a:lnTo>
                <a:lnTo>
                  <a:pt x="171" y="7874"/>
                </a:lnTo>
                <a:lnTo>
                  <a:pt x="257" y="7917"/>
                </a:lnTo>
                <a:lnTo>
                  <a:pt x="342" y="7938"/>
                </a:lnTo>
                <a:lnTo>
                  <a:pt x="471" y="7960"/>
                </a:lnTo>
                <a:lnTo>
                  <a:pt x="706" y="8003"/>
                </a:lnTo>
                <a:lnTo>
                  <a:pt x="963" y="8024"/>
                </a:lnTo>
                <a:lnTo>
                  <a:pt x="1220" y="8045"/>
                </a:lnTo>
                <a:lnTo>
                  <a:pt x="1755" y="8024"/>
                </a:lnTo>
                <a:lnTo>
                  <a:pt x="2268" y="8003"/>
                </a:lnTo>
                <a:lnTo>
                  <a:pt x="2525" y="7981"/>
                </a:lnTo>
                <a:lnTo>
                  <a:pt x="2782" y="7981"/>
                </a:lnTo>
                <a:lnTo>
                  <a:pt x="3316" y="8024"/>
                </a:lnTo>
                <a:lnTo>
                  <a:pt x="3573" y="8045"/>
                </a:lnTo>
                <a:lnTo>
                  <a:pt x="3830" y="8045"/>
                </a:lnTo>
                <a:lnTo>
                  <a:pt x="4429" y="8024"/>
                </a:lnTo>
                <a:lnTo>
                  <a:pt x="6248" y="8024"/>
                </a:lnTo>
                <a:lnTo>
                  <a:pt x="6569" y="8045"/>
                </a:lnTo>
                <a:lnTo>
                  <a:pt x="7788" y="8045"/>
                </a:lnTo>
                <a:lnTo>
                  <a:pt x="8130" y="8067"/>
                </a:lnTo>
                <a:lnTo>
                  <a:pt x="8280" y="8045"/>
                </a:lnTo>
                <a:lnTo>
                  <a:pt x="8451" y="8024"/>
                </a:lnTo>
                <a:lnTo>
                  <a:pt x="8580" y="7981"/>
                </a:lnTo>
                <a:lnTo>
                  <a:pt x="8708" y="7896"/>
                </a:lnTo>
                <a:lnTo>
                  <a:pt x="8772" y="7810"/>
                </a:lnTo>
                <a:lnTo>
                  <a:pt x="8837" y="7703"/>
                </a:lnTo>
                <a:lnTo>
                  <a:pt x="8858" y="7575"/>
                </a:lnTo>
                <a:lnTo>
                  <a:pt x="8879" y="7446"/>
                </a:lnTo>
                <a:lnTo>
                  <a:pt x="8901" y="7318"/>
                </a:lnTo>
                <a:lnTo>
                  <a:pt x="8879" y="7190"/>
                </a:lnTo>
                <a:lnTo>
                  <a:pt x="8858" y="7061"/>
                </a:lnTo>
                <a:lnTo>
                  <a:pt x="8837" y="6954"/>
                </a:lnTo>
                <a:lnTo>
                  <a:pt x="8665" y="6505"/>
                </a:lnTo>
                <a:lnTo>
                  <a:pt x="8558" y="6270"/>
                </a:lnTo>
                <a:lnTo>
                  <a:pt x="8451" y="6056"/>
                </a:lnTo>
                <a:lnTo>
                  <a:pt x="8259" y="5692"/>
                </a:lnTo>
                <a:lnTo>
                  <a:pt x="8152" y="5499"/>
                </a:lnTo>
                <a:lnTo>
                  <a:pt x="8088" y="5435"/>
                </a:lnTo>
                <a:lnTo>
                  <a:pt x="8002" y="5371"/>
                </a:lnTo>
                <a:lnTo>
                  <a:pt x="7895" y="5307"/>
                </a:lnTo>
                <a:lnTo>
                  <a:pt x="7767" y="5264"/>
                </a:lnTo>
                <a:lnTo>
                  <a:pt x="7638" y="5264"/>
                </a:lnTo>
                <a:lnTo>
                  <a:pt x="7489" y="5243"/>
                </a:lnTo>
                <a:lnTo>
                  <a:pt x="6954" y="5243"/>
                </a:lnTo>
                <a:lnTo>
                  <a:pt x="6333" y="5221"/>
                </a:lnTo>
                <a:lnTo>
                  <a:pt x="5691" y="5178"/>
                </a:lnTo>
                <a:lnTo>
                  <a:pt x="4557" y="5136"/>
                </a:lnTo>
                <a:lnTo>
                  <a:pt x="3423" y="5071"/>
                </a:lnTo>
                <a:lnTo>
                  <a:pt x="2931" y="5050"/>
                </a:lnTo>
                <a:lnTo>
                  <a:pt x="2396" y="5029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3"/>
          <p:cNvSpPr/>
          <p:nvPr/>
        </p:nvSpPr>
        <p:spPr>
          <a:xfrm>
            <a:off x="1696750" y="1719575"/>
            <a:ext cx="2670600" cy="289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3"/>
          <p:cNvSpPr/>
          <p:nvPr/>
        </p:nvSpPr>
        <p:spPr>
          <a:xfrm>
            <a:off x="5379600" y="2046975"/>
            <a:ext cx="836700" cy="441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23"/>
          <p:cNvSpPr/>
          <p:nvPr/>
        </p:nvSpPr>
        <p:spPr>
          <a:xfrm>
            <a:off x="5433075" y="1468925"/>
            <a:ext cx="1437600" cy="106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3"/>
          <p:cNvSpPr/>
          <p:nvPr/>
        </p:nvSpPr>
        <p:spPr>
          <a:xfrm>
            <a:off x="5318950" y="3135250"/>
            <a:ext cx="836700" cy="8898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2" name="Google Shape;412;p23"/>
          <p:cNvCxnSpPr>
            <a:stCxn id="410" idx="2"/>
          </p:cNvCxnSpPr>
          <p:nvPr/>
        </p:nvCxnSpPr>
        <p:spPr>
          <a:xfrm flipH="1">
            <a:off x="3393375" y="1575125"/>
            <a:ext cx="2758500" cy="912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3" name="Google Shape;413;p23"/>
          <p:cNvCxnSpPr>
            <a:stCxn id="408" idx="2"/>
          </p:cNvCxnSpPr>
          <p:nvPr/>
        </p:nvCxnSpPr>
        <p:spPr>
          <a:xfrm>
            <a:off x="3032050" y="2008775"/>
            <a:ext cx="95100" cy="852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4" name="Google Shape;414;p23"/>
          <p:cNvCxnSpPr/>
          <p:nvPr/>
        </p:nvCxnSpPr>
        <p:spPr>
          <a:xfrm rot="10800000">
            <a:off x="3979450" y="2959750"/>
            <a:ext cx="1339500" cy="620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5" name="Google Shape;415;p23"/>
          <p:cNvCxnSpPr/>
          <p:nvPr/>
        </p:nvCxnSpPr>
        <p:spPr>
          <a:xfrm flipH="1">
            <a:off x="4009800" y="2267475"/>
            <a:ext cx="1369800" cy="349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4"/>
          <p:cNvSpPr/>
          <p:nvPr/>
        </p:nvSpPr>
        <p:spPr>
          <a:xfrm>
            <a:off x="7294350" y="2632288"/>
            <a:ext cx="590400" cy="3936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24"/>
          <p:cNvSpPr/>
          <p:nvPr/>
        </p:nvSpPr>
        <p:spPr>
          <a:xfrm>
            <a:off x="7458500" y="2087288"/>
            <a:ext cx="486900" cy="3936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4"/>
          <p:cNvSpPr/>
          <p:nvPr/>
        </p:nvSpPr>
        <p:spPr>
          <a:xfrm>
            <a:off x="6896050" y="1955863"/>
            <a:ext cx="486900" cy="3936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4"/>
          <p:cNvSpPr/>
          <p:nvPr/>
        </p:nvSpPr>
        <p:spPr>
          <a:xfrm>
            <a:off x="2324050" y="2552100"/>
            <a:ext cx="660300" cy="4980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4"/>
          <p:cNvSpPr/>
          <p:nvPr/>
        </p:nvSpPr>
        <p:spPr>
          <a:xfrm>
            <a:off x="2428260" y="1996200"/>
            <a:ext cx="486900" cy="4980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4"/>
          <p:cNvSpPr/>
          <p:nvPr/>
        </p:nvSpPr>
        <p:spPr>
          <a:xfrm>
            <a:off x="1800173" y="1913723"/>
            <a:ext cx="548700" cy="4980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24"/>
          <p:cNvSpPr/>
          <p:nvPr/>
        </p:nvSpPr>
        <p:spPr>
          <a:xfrm>
            <a:off x="4346138" y="1969675"/>
            <a:ext cx="1118400" cy="1050000"/>
          </a:xfrm>
          <a:prstGeom prst="ellipse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4"/>
          <p:cNvSpPr/>
          <p:nvPr/>
        </p:nvSpPr>
        <p:spPr>
          <a:xfrm>
            <a:off x="1644113" y="2491475"/>
            <a:ext cx="548700" cy="4980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4"/>
          <p:cNvSpPr/>
          <p:nvPr/>
        </p:nvSpPr>
        <p:spPr>
          <a:xfrm>
            <a:off x="3526375" y="3379788"/>
            <a:ext cx="1118400" cy="10500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24"/>
          <p:cNvSpPr/>
          <p:nvPr/>
        </p:nvSpPr>
        <p:spPr>
          <a:xfrm>
            <a:off x="7148725" y="594088"/>
            <a:ext cx="1118400" cy="105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24"/>
          <p:cNvSpPr/>
          <p:nvPr/>
        </p:nvSpPr>
        <p:spPr>
          <a:xfrm>
            <a:off x="5765050" y="594088"/>
            <a:ext cx="1118400" cy="105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4"/>
          <p:cNvSpPr/>
          <p:nvPr/>
        </p:nvSpPr>
        <p:spPr>
          <a:xfrm>
            <a:off x="4346138" y="594100"/>
            <a:ext cx="1118400" cy="105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24"/>
          <p:cNvSpPr/>
          <p:nvPr/>
        </p:nvSpPr>
        <p:spPr>
          <a:xfrm>
            <a:off x="2949163" y="594113"/>
            <a:ext cx="1118400" cy="105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24"/>
          <p:cNvSpPr/>
          <p:nvPr/>
        </p:nvSpPr>
        <p:spPr>
          <a:xfrm>
            <a:off x="1552200" y="594113"/>
            <a:ext cx="1118400" cy="105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24"/>
          <p:cNvSpPr txBox="1"/>
          <p:nvPr>
            <p:ph idx="12" type="sldNum"/>
          </p:nvPr>
        </p:nvSpPr>
        <p:spPr>
          <a:xfrm>
            <a:off x="7899350" y="409842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5" name="Google Shape;435;p24"/>
          <p:cNvSpPr/>
          <p:nvPr/>
        </p:nvSpPr>
        <p:spPr>
          <a:xfrm>
            <a:off x="1682743" y="789832"/>
            <a:ext cx="548681" cy="470285"/>
          </a:xfrm>
          <a:custGeom>
            <a:rect b="b" l="l" r="r" t="t"/>
            <a:pathLst>
              <a:path extrusionOk="0" h="16571" w="18956">
                <a:moveTo>
                  <a:pt x="9222" y="2604"/>
                </a:moveTo>
                <a:lnTo>
                  <a:pt x="9149" y="2628"/>
                </a:lnTo>
                <a:lnTo>
                  <a:pt x="9028" y="2701"/>
                </a:lnTo>
                <a:lnTo>
                  <a:pt x="8809" y="2896"/>
                </a:lnTo>
                <a:lnTo>
                  <a:pt x="8517" y="3139"/>
                </a:lnTo>
                <a:lnTo>
                  <a:pt x="8249" y="3358"/>
                </a:lnTo>
                <a:lnTo>
                  <a:pt x="7957" y="3577"/>
                </a:lnTo>
                <a:lnTo>
                  <a:pt x="7665" y="3821"/>
                </a:lnTo>
                <a:lnTo>
                  <a:pt x="6619" y="4818"/>
                </a:lnTo>
                <a:lnTo>
                  <a:pt x="5573" y="5816"/>
                </a:lnTo>
                <a:lnTo>
                  <a:pt x="5256" y="6181"/>
                </a:lnTo>
                <a:lnTo>
                  <a:pt x="4964" y="6546"/>
                </a:lnTo>
                <a:lnTo>
                  <a:pt x="4380" y="7325"/>
                </a:lnTo>
                <a:lnTo>
                  <a:pt x="4210" y="7495"/>
                </a:lnTo>
                <a:lnTo>
                  <a:pt x="3942" y="7763"/>
                </a:lnTo>
                <a:lnTo>
                  <a:pt x="3821" y="7909"/>
                </a:lnTo>
                <a:lnTo>
                  <a:pt x="3723" y="8055"/>
                </a:lnTo>
                <a:lnTo>
                  <a:pt x="3675" y="8176"/>
                </a:lnTo>
                <a:lnTo>
                  <a:pt x="3675" y="8225"/>
                </a:lnTo>
                <a:lnTo>
                  <a:pt x="3699" y="8274"/>
                </a:lnTo>
                <a:lnTo>
                  <a:pt x="3796" y="8347"/>
                </a:lnTo>
                <a:lnTo>
                  <a:pt x="3918" y="8347"/>
                </a:lnTo>
                <a:lnTo>
                  <a:pt x="4040" y="8322"/>
                </a:lnTo>
                <a:lnTo>
                  <a:pt x="4186" y="8249"/>
                </a:lnTo>
                <a:lnTo>
                  <a:pt x="4332" y="8128"/>
                </a:lnTo>
                <a:lnTo>
                  <a:pt x="4478" y="8006"/>
                </a:lnTo>
                <a:lnTo>
                  <a:pt x="4794" y="7665"/>
                </a:lnTo>
                <a:lnTo>
                  <a:pt x="5086" y="7300"/>
                </a:lnTo>
                <a:lnTo>
                  <a:pt x="5354" y="6935"/>
                </a:lnTo>
                <a:lnTo>
                  <a:pt x="5694" y="6473"/>
                </a:lnTo>
                <a:lnTo>
                  <a:pt x="6108" y="6035"/>
                </a:lnTo>
                <a:lnTo>
                  <a:pt x="6521" y="5621"/>
                </a:lnTo>
                <a:lnTo>
                  <a:pt x="7422" y="4818"/>
                </a:lnTo>
                <a:lnTo>
                  <a:pt x="7860" y="4380"/>
                </a:lnTo>
                <a:lnTo>
                  <a:pt x="8322" y="3967"/>
                </a:lnTo>
                <a:lnTo>
                  <a:pt x="8663" y="3699"/>
                </a:lnTo>
                <a:lnTo>
                  <a:pt x="9003" y="3456"/>
                </a:lnTo>
                <a:lnTo>
                  <a:pt x="9174" y="3285"/>
                </a:lnTo>
                <a:lnTo>
                  <a:pt x="9295" y="3139"/>
                </a:lnTo>
                <a:lnTo>
                  <a:pt x="9320" y="3139"/>
                </a:lnTo>
                <a:lnTo>
                  <a:pt x="9466" y="3285"/>
                </a:lnTo>
                <a:lnTo>
                  <a:pt x="10366" y="4113"/>
                </a:lnTo>
                <a:lnTo>
                  <a:pt x="11169" y="4916"/>
                </a:lnTo>
                <a:lnTo>
                  <a:pt x="11558" y="5329"/>
                </a:lnTo>
                <a:lnTo>
                  <a:pt x="11923" y="5767"/>
                </a:lnTo>
                <a:lnTo>
                  <a:pt x="12264" y="6181"/>
                </a:lnTo>
                <a:lnTo>
                  <a:pt x="12605" y="6643"/>
                </a:lnTo>
                <a:lnTo>
                  <a:pt x="12945" y="7057"/>
                </a:lnTo>
                <a:lnTo>
                  <a:pt x="13116" y="7276"/>
                </a:lnTo>
                <a:lnTo>
                  <a:pt x="13310" y="7471"/>
                </a:lnTo>
                <a:lnTo>
                  <a:pt x="13675" y="7787"/>
                </a:lnTo>
                <a:lnTo>
                  <a:pt x="14040" y="8079"/>
                </a:lnTo>
                <a:lnTo>
                  <a:pt x="14308" y="8322"/>
                </a:lnTo>
                <a:lnTo>
                  <a:pt x="14429" y="8420"/>
                </a:lnTo>
                <a:lnTo>
                  <a:pt x="14502" y="8444"/>
                </a:lnTo>
                <a:lnTo>
                  <a:pt x="14600" y="8493"/>
                </a:lnTo>
                <a:lnTo>
                  <a:pt x="14697" y="8493"/>
                </a:lnTo>
                <a:lnTo>
                  <a:pt x="14770" y="8444"/>
                </a:lnTo>
                <a:lnTo>
                  <a:pt x="14843" y="8371"/>
                </a:lnTo>
                <a:lnTo>
                  <a:pt x="14867" y="8274"/>
                </a:lnTo>
                <a:lnTo>
                  <a:pt x="14867" y="8201"/>
                </a:lnTo>
                <a:lnTo>
                  <a:pt x="14843" y="8103"/>
                </a:lnTo>
                <a:lnTo>
                  <a:pt x="14746" y="7957"/>
                </a:lnTo>
                <a:lnTo>
                  <a:pt x="14648" y="7811"/>
                </a:lnTo>
                <a:lnTo>
                  <a:pt x="14502" y="7690"/>
                </a:lnTo>
                <a:lnTo>
                  <a:pt x="14186" y="7446"/>
                </a:lnTo>
                <a:lnTo>
                  <a:pt x="13894" y="7252"/>
                </a:lnTo>
                <a:lnTo>
                  <a:pt x="13675" y="7057"/>
                </a:lnTo>
                <a:lnTo>
                  <a:pt x="13481" y="6862"/>
                </a:lnTo>
                <a:lnTo>
                  <a:pt x="13116" y="6424"/>
                </a:lnTo>
                <a:lnTo>
                  <a:pt x="12434" y="5500"/>
                </a:lnTo>
                <a:lnTo>
                  <a:pt x="12045" y="5037"/>
                </a:lnTo>
                <a:lnTo>
                  <a:pt x="11607" y="4599"/>
                </a:lnTo>
                <a:lnTo>
                  <a:pt x="11169" y="4161"/>
                </a:lnTo>
                <a:lnTo>
                  <a:pt x="10731" y="3723"/>
                </a:lnTo>
                <a:lnTo>
                  <a:pt x="10293" y="3334"/>
                </a:lnTo>
                <a:lnTo>
                  <a:pt x="9806" y="2920"/>
                </a:lnTo>
                <a:lnTo>
                  <a:pt x="9660" y="2799"/>
                </a:lnTo>
                <a:lnTo>
                  <a:pt x="9514" y="2726"/>
                </a:lnTo>
                <a:lnTo>
                  <a:pt x="9417" y="2628"/>
                </a:lnTo>
                <a:lnTo>
                  <a:pt x="9368" y="2604"/>
                </a:lnTo>
                <a:close/>
                <a:moveTo>
                  <a:pt x="9271" y="8979"/>
                </a:moveTo>
                <a:lnTo>
                  <a:pt x="9247" y="9125"/>
                </a:lnTo>
                <a:lnTo>
                  <a:pt x="9271" y="9271"/>
                </a:lnTo>
                <a:lnTo>
                  <a:pt x="9295" y="9563"/>
                </a:lnTo>
                <a:lnTo>
                  <a:pt x="8517" y="9563"/>
                </a:lnTo>
                <a:lnTo>
                  <a:pt x="8298" y="9587"/>
                </a:lnTo>
                <a:lnTo>
                  <a:pt x="8176" y="9612"/>
                </a:lnTo>
                <a:lnTo>
                  <a:pt x="8054" y="9636"/>
                </a:lnTo>
                <a:lnTo>
                  <a:pt x="8054" y="9466"/>
                </a:lnTo>
                <a:lnTo>
                  <a:pt x="8054" y="9320"/>
                </a:lnTo>
                <a:lnTo>
                  <a:pt x="8006" y="9174"/>
                </a:lnTo>
                <a:lnTo>
                  <a:pt x="7957" y="9028"/>
                </a:lnTo>
                <a:lnTo>
                  <a:pt x="8614" y="9028"/>
                </a:lnTo>
                <a:lnTo>
                  <a:pt x="9271" y="8979"/>
                </a:lnTo>
                <a:close/>
                <a:moveTo>
                  <a:pt x="10317" y="8979"/>
                </a:moveTo>
                <a:lnTo>
                  <a:pt x="10682" y="9028"/>
                </a:lnTo>
                <a:lnTo>
                  <a:pt x="11047" y="9052"/>
                </a:lnTo>
                <a:lnTo>
                  <a:pt x="11047" y="9344"/>
                </a:lnTo>
                <a:lnTo>
                  <a:pt x="11047" y="9636"/>
                </a:lnTo>
                <a:lnTo>
                  <a:pt x="10731" y="9612"/>
                </a:lnTo>
                <a:lnTo>
                  <a:pt x="9685" y="9587"/>
                </a:lnTo>
                <a:lnTo>
                  <a:pt x="9636" y="9271"/>
                </a:lnTo>
                <a:lnTo>
                  <a:pt x="9612" y="9125"/>
                </a:lnTo>
                <a:lnTo>
                  <a:pt x="9563" y="8979"/>
                </a:lnTo>
                <a:close/>
                <a:moveTo>
                  <a:pt x="8054" y="10001"/>
                </a:moveTo>
                <a:lnTo>
                  <a:pt x="8176" y="10025"/>
                </a:lnTo>
                <a:lnTo>
                  <a:pt x="8930" y="10025"/>
                </a:lnTo>
                <a:lnTo>
                  <a:pt x="9320" y="10050"/>
                </a:lnTo>
                <a:lnTo>
                  <a:pt x="9295" y="10707"/>
                </a:lnTo>
                <a:lnTo>
                  <a:pt x="8638" y="10634"/>
                </a:lnTo>
                <a:lnTo>
                  <a:pt x="8298" y="10634"/>
                </a:lnTo>
                <a:lnTo>
                  <a:pt x="8006" y="10658"/>
                </a:lnTo>
                <a:lnTo>
                  <a:pt x="8030" y="10342"/>
                </a:lnTo>
                <a:lnTo>
                  <a:pt x="8054" y="10001"/>
                </a:lnTo>
                <a:close/>
                <a:moveTo>
                  <a:pt x="9709" y="10074"/>
                </a:moveTo>
                <a:lnTo>
                  <a:pt x="10366" y="10147"/>
                </a:lnTo>
                <a:lnTo>
                  <a:pt x="10901" y="10147"/>
                </a:lnTo>
                <a:lnTo>
                  <a:pt x="11047" y="10123"/>
                </a:lnTo>
                <a:lnTo>
                  <a:pt x="11047" y="10123"/>
                </a:lnTo>
                <a:lnTo>
                  <a:pt x="11023" y="10390"/>
                </a:lnTo>
                <a:lnTo>
                  <a:pt x="10974" y="10634"/>
                </a:lnTo>
                <a:lnTo>
                  <a:pt x="10755" y="10707"/>
                </a:lnTo>
                <a:lnTo>
                  <a:pt x="10536" y="10731"/>
                </a:lnTo>
                <a:lnTo>
                  <a:pt x="10123" y="10755"/>
                </a:lnTo>
                <a:lnTo>
                  <a:pt x="9685" y="10755"/>
                </a:lnTo>
                <a:lnTo>
                  <a:pt x="9685" y="10707"/>
                </a:lnTo>
                <a:lnTo>
                  <a:pt x="9709" y="10390"/>
                </a:lnTo>
                <a:lnTo>
                  <a:pt x="9709" y="10074"/>
                </a:lnTo>
                <a:close/>
                <a:moveTo>
                  <a:pt x="8955" y="8468"/>
                </a:moveTo>
                <a:lnTo>
                  <a:pt x="8541" y="8493"/>
                </a:lnTo>
                <a:lnTo>
                  <a:pt x="8346" y="8517"/>
                </a:lnTo>
                <a:lnTo>
                  <a:pt x="8152" y="8566"/>
                </a:lnTo>
                <a:lnTo>
                  <a:pt x="7957" y="8614"/>
                </a:lnTo>
                <a:lnTo>
                  <a:pt x="7762" y="8687"/>
                </a:lnTo>
                <a:lnTo>
                  <a:pt x="7738" y="8736"/>
                </a:lnTo>
                <a:lnTo>
                  <a:pt x="7714" y="8760"/>
                </a:lnTo>
                <a:lnTo>
                  <a:pt x="7689" y="8833"/>
                </a:lnTo>
                <a:lnTo>
                  <a:pt x="7641" y="8882"/>
                </a:lnTo>
                <a:lnTo>
                  <a:pt x="7592" y="8906"/>
                </a:lnTo>
                <a:lnTo>
                  <a:pt x="7568" y="8979"/>
                </a:lnTo>
                <a:lnTo>
                  <a:pt x="7568" y="9028"/>
                </a:lnTo>
                <a:lnTo>
                  <a:pt x="7616" y="9247"/>
                </a:lnTo>
                <a:lnTo>
                  <a:pt x="7616" y="9490"/>
                </a:lnTo>
                <a:lnTo>
                  <a:pt x="7592" y="9709"/>
                </a:lnTo>
                <a:lnTo>
                  <a:pt x="7568" y="9952"/>
                </a:lnTo>
                <a:lnTo>
                  <a:pt x="7495" y="10415"/>
                </a:lnTo>
                <a:lnTo>
                  <a:pt x="7495" y="10634"/>
                </a:lnTo>
                <a:lnTo>
                  <a:pt x="7519" y="10877"/>
                </a:lnTo>
                <a:lnTo>
                  <a:pt x="7519" y="10926"/>
                </a:lnTo>
                <a:lnTo>
                  <a:pt x="7568" y="10974"/>
                </a:lnTo>
                <a:lnTo>
                  <a:pt x="7641" y="11023"/>
                </a:lnTo>
                <a:lnTo>
                  <a:pt x="7762" y="11047"/>
                </a:lnTo>
                <a:lnTo>
                  <a:pt x="7860" y="10999"/>
                </a:lnTo>
                <a:lnTo>
                  <a:pt x="8079" y="11072"/>
                </a:lnTo>
                <a:lnTo>
                  <a:pt x="8298" y="11120"/>
                </a:lnTo>
                <a:lnTo>
                  <a:pt x="8784" y="11169"/>
                </a:lnTo>
                <a:lnTo>
                  <a:pt x="9733" y="11218"/>
                </a:lnTo>
                <a:lnTo>
                  <a:pt x="10123" y="11242"/>
                </a:lnTo>
                <a:lnTo>
                  <a:pt x="10561" y="11218"/>
                </a:lnTo>
                <a:lnTo>
                  <a:pt x="10780" y="11193"/>
                </a:lnTo>
                <a:lnTo>
                  <a:pt x="10999" y="11145"/>
                </a:lnTo>
                <a:lnTo>
                  <a:pt x="11169" y="11072"/>
                </a:lnTo>
                <a:lnTo>
                  <a:pt x="11339" y="10950"/>
                </a:lnTo>
                <a:lnTo>
                  <a:pt x="11388" y="10877"/>
                </a:lnTo>
                <a:lnTo>
                  <a:pt x="11388" y="10828"/>
                </a:lnTo>
                <a:lnTo>
                  <a:pt x="11412" y="10804"/>
                </a:lnTo>
                <a:lnTo>
                  <a:pt x="11461" y="10561"/>
                </a:lnTo>
                <a:lnTo>
                  <a:pt x="11510" y="10293"/>
                </a:lnTo>
                <a:lnTo>
                  <a:pt x="11510" y="10025"/>
                </a:lnTo>
                <a:lnTo>
                  <a:pt x="11510" y="9782"/>
                </a:lnTo>
                <a:lnTo>
                  <a:pt x="11510" y="9223"/>
                </a:lnTo>
                <a:lnTo>
                  <a:pt x="11485" y="8931"/>
                </a:lnTo>
                <a:lnTo>
                  <a:pt x="11437" y="8663"/>
                </a:lnTo>
                <a:lnTo>
                  <a:pt x="11412" y="8614"/>
                </a:lnTo>
                <a:lnTo>
                  <a:pt x="11364" y="8590"/>
                </a:lnTo>
                <a:lnTo>
                  <a:pt x="11315" y="8566"/>
                </a:lnTo>
                <a:lnTo>
                  <a:pt x="11218" y="8566"/>
                </a:lnTo>
                <a:lnTo>
                  <a:pt x="10755" y="8493"/>
                </a:lnTo>
                <a:lnTo>
                  <a:pt x="10293" y="8468"/>
                </a:lnTo>
                <a:close/>
                <a:moveTo>
                  <a:pt x="10244" y="12556"/>
                </a:moveTo>
                <a:lnTo>
                  <a:pt x="10390" y="12678"/>
                </a:lnTo>
                <a:lnTo>
                  <a:pt x="10536" y="12799"/>
                </a:lnTo>
                <a:lnTo>
                  <a:pt x="10634" y="12970"/>
                </a:lnTo>
                <a:lnTo>
                  <a:pt x="10415" y="13018"/>
                </a:lnTo>
                <a:lnTo>
                  <a:pt x="10342" y="12775"/>
                </a:lnTo>
                <a:lnTo>
                  <a:pt x="10244" y="12556"/>
                </a:lnTo>
                <a:close/>
                <a:moveTo>
                  <a:pt x="10828" y="13359"/>
                </a:moveTo>
                <a:lnTo>
                  <a:pt x="10901" y="13578"/>
                </a:lnTo>
                <a:lnTo>
                  <a:pt x="10707" y="13675"/>
                </a:lnTo>
                <a:lnTo>
                  <a:pt x="10536" y="13797"/>
                </a:lnTo>
                <a:lnTo>
                  <a:pt x="10536" y="13773"/>
                </a:lnTo>
                <a:lnTo>
                  <a:pt x="10488" y="13383"/>
                </a:lnTo>
                <a:lnTo>
                  <a:pt x="10512" y="13359"/>
                </a:lnTo>
                <a:close/>
                <a:moveTo>
                  <a:pt x="10974" y="13919"/>
                </a:moveTo>
                <a:lnTo>
                  <a:pt x="11023" y="14332"/>
                </a:lnTo>
                <a:lnTo>
                  <a:pt x="10853" y="14381"/>
                </a:lnTo>
                <a:lnTo>
                  <a:pt x="10707" y="14430"/>
                </a:lnTo>
                <a:lnTo>
                  <a:pt x="10536" y="14478"/>
                </a:lnTo>
                <a:lnTo>
                  <a:pt x="10536" y="14113"/>
                </a:lnTo>
                <a:lnTo>
                  <a:pt x="10658" y="14065"/>
                </a:lnTo>
                <a:lnTo>
                  <a:pt x="10780" y="13992"/>
                </a:lnTo>
                <a:lnTo>
                  <a:pt x="10974" y="13919"/>
                </a:lnTo>
                <a:close/>
                <a:moveTo>
                  <a:pt x="11047" y="14722"/>
                </a:moveTo>
                <a:lnTo>
                  <a:pt x="11047" y="14941"/>
                </a:lnTo>
                <a:lnTo>
                  <a:pt x="10755" y="15038"/>
                </a:lnTo>
                <a:lnTo>
                  <a:pt x="10609" y="15087"/>
                </a:lnTo>
                <a:lnTo>
                  <a:pt x="10463" y="15160"/>
                </a:lnTo>
                <a:lnTo>
                  <a:pt x="10512" y="14819"/>
                </a:lnTo>
                <a:lnTo>
                  <a:pt x="10804" y="14746"/>
                </a:lnTo>
                <a:lnTo>
                  <a:pt x="11047" y="14722"/>
                </a:lnTo>
                <a:close/>
                <a:moveTo>
                  <a:pt x="11047" y="15306"/>
                </a:moveTo>
                <a:lnTo>
                  <a:pt x="11023" y="15573"/>
                </a:lnTo>
                <a:lnTo>
                  <a:pt x="11023" y="15671"/>
                </a:lnTo>
                <a:lnTo>
                  <a:pt x="10999" y="15671"/>
                </a:lnTo>
                <a:lnTo>
                  <a:pt x="10804" y="15719"/>
                </a:lnTo>
                <a:lnTo>
                  <a:pt x="10585" y="15792"/>
                </a:lnTo>
                <a:lnTo>
                  <a:pt x="10488" y="15841"/>
                </a:lnTo>
                <a:lnTo>
                  <a:pt x="10390" y="15890"/>
                </a:lnTo>
                <a:lnTo>
                  <a:pt x="10390" y="15890"/>
                </a:lnTo>
                <a:lnTo>
                  <a:pt x="10439" y="15427"/>
                </a:lnTo>
                <a:lnTo>
                  <a:pt x="10585" y="15427"/>
                </a:lnTo>
                <a:lnTo>
                  <a:pt x="10731" y="15403"/>
                </a:lnTo>
                <a:lnTo>
                  <a:pt x="11047" y="15306"/>
                </a:lnTo>
                <a:close/>
                <a:moveTo>
                  <a:pt x="9441" y="536"/>
                </a:moveTo>
                <a:lnTo>
                  <a:pt x="9612" y="804"/>
                </a:lnTo>
                <a:lnTo>
                  <a:pt x="9831" y="1023"/>
                </a:lnTo>
                <a:lnTo>
                  <a:pt x="10050" y="1242"/>
                </a:lnTo>
                <a:lnTo>
                  <a:pt x="10293" y="1460"/>
                </a:lnTo>
                <a:lnTo>
                  <a:pt x="10780" y="1825"/>
                </a:lnTo>
                <a:lnTo>
                  <a:pt x="11266" y="2215"/>
                </a:lnTo>
                <a:lnTo>
                  <a:pt x="11899" y="2750"/>
                </a:lnTo>
                <a:lnTo>
                  <a:pt x="12507" y="3334"/>
                </a:lnTo>
                <a:lnTo>
                  <a:pt x="13091" y="3942"/>
                </a:lnTo>
                <a:lnTo>
                  <a:pt x="13651" y="4575"/>
                </a:lnTo>
                <a:lnTo>
                  <a:pt x="14746" y="5792"/>
                </a:lnTo>
                <a:lnTo>
                  <a:pt x="15305" y="6376"/>
                </a:lnTo>
                <a:lnTo>
                  <a:pt x="15622" y="6668"/>
                </a:lnTo>
                <a:lnTo>
                  <a:pt x="15914" y="6935"/>
                </a:lnTo>
                <a:lnTo>
                  <a:pt x="16206" y="7179"/>
                </a:lnTo>
                <a:lnTo>
                  <a:pt x="16522" y="7398"/>
                </a:lnTo>
                <a:lnTo>
                  <a:pt x="17155" y="7884"/>
                </a:lnTo>
                <a:lnTo>
                  <a:pt x="17471" y="8128"/>
                </a:lnTo>
                <a:lnTo>
                  <a:pt x="17763" y="8371"/>
                </a:lnTo>
                <a:lnTo>
                  <a:pt x="18031" y="8639"/>
                </a:lnTo>
                <a:lnTo>
                  <a:pt x="18274" y="8931"/>
                </a:lnTo>
                <a:lnTo>
                  <a:pt x="17885" y="8955"/>
                </a:lnTo>
                <a:lnTo>
                  <a:pt x="16741" y="8955"/>
                </a:lnTo>
                <a:lnTo>
                  <a:pt x="16425" y="8931"/>
                </a:lnTo>
                <a:lnTo>
                  <a:pt x="16060" y="8931"/>
                </a:lnTo>
                <a:lnTo>
                  <a:pt x="15889" y="8955"/>
                </a:lnTo>
                <a:lnTo>
                  <a:pt x="15719" y="8979"/>
                </a:lnTo>
                <a:lnTo>
                  <a:pt x="15597" y="9052"/>
                </a:lnTo>
                <a:lnTo>
                  <a:pt x="15524" y="9125"/>
                </a:lnTo>
                <a:lnTo>
                  <a:pt x="15500" y="9174"/>
                </a:lnTo>
                <a:lnTo>
                  <a:pt x="15500" y="9223"/>
                </a:lnTo>
                <a:lnTo>
                  <a:pt x="15573" y="9296"/>
                </a:lnTo>
                <a:lnTo>
                  <a:pt x="15549" y="9369"/>
                </a:lnTo>
                <a:lnTo>
                  <a:pt x="15549" y="10317"/>
                </a:lnTo>
                <a:lnTo>
                  <a:pt x="15549" y="11266"/>
                </a:lnTo>
                <a:lnTo>
                  <a:pt x="15524" y="12215"/>
                </a:lnTo>
                <a:lnTo>
                  <a:pt x="15476" y="13164"/>
                </a:lnTo>
                <a:lnTo>
                  <a:pt x="15451" y="14065"/>
                </a:lnTo>
                <a:lnTo>
                  <a:pt x="15427" y="14989"/>
                </a:lnTo>
                <a:lnTo>
                  <a:pt x="15427" y="15427"/>
                </a:lnTo>
                <a:lnTo>
                  <a:pt x="15451" y="15646"/>
                </a:lnTo>
                <a:lnTo>
                  <a:pt x="15500" y="15890"/>
                </a:lnTo>
                <a:lnTo>
                  <a:pt x="15208" y="15938"/>
                </a:lnTo>
                <a:lnTo>
                  <a:pt x="14965" y="15987"/>
                </a:lnTo>
                <a:lnTo>
                  <a:pt x="14210" y="16060"/>
                </a:lnTo>
                <a:lnTo>
                  <a:pt x="12069" y="16060"/>
                </a:lnTo>
                <a:lnTo>
                  <a:pt x="11826" y="16036"/>
                </a:lnTo>
                <a:lnTo>
                  <a:pt x="11680" y="16011"/>
                </a:lnTo>
                <a:lnTo>
                  <a:pt x="11510" y="16011"/>
                </a:lnTo>
                <a:lnTo>
                  <a:pt x="11534" y="15744"/>
                </a:lnTo>
                <a:lnTo>
                  <a:pt x="11558" y="15500"/>
                </a:lnTo>
                <a:lnTo>
                  <a:pt x="11558" y="15135"/>
                </a:lnTo>
                <a:lnTo>
                  <a:pt x="11558" y="14795"/>
                </a:lnTo>
                <a:lnTo>
                  <a:pt x="11534" y="14454"/>
                </a:lnTo>
                <a:lnTo>
                  <a:pt x="11510" y="14113"/>
                </a:lnTo>
                <a:lnTo>
                  <a:pt x="11461" y="13821"/>
                </a:lnTo>
                <a:lnTo>
                  <a:pt x="11388" y="13505"/>
                </a:lnTo>
                <a:lnTo>
                  <a:pt x="11291" y="13213"/>
                </a:lnTo>
                <a:lnTo>
                  <a:pt x="11169" y="12921"/>
                </a:lnTo>
                <a:lnTo>
                  <a:pt x="11023" y="12629"/>
                </a:lnTo>
                <a:lnTo>
                  <a:pt x="10828" y="12410"/>
                </a:lnTo>
                <a:lnTo>
                  <a:pt x="10731" y="12288"/>
                </a:lnTo>
                <a:lnTo>
                  <a:pt x="10609" y="12191"/>
                </a:lnTo>
                <a:lnTo>
                  <a:pt x="10463" y="12118"/>
                </a:lnTo>
                <a:lnTo>
                  <a:pt x="10342" y="12045"/>
                </a:lnTo>
                <a:lnTo>
                  <a:pt x="10147" y="11972"/>
                </a:lnTo>
                <a:lnTo>
                  <a:pt x="9977" y="11948"/>
                </a:lnTo>
                <a:lnTo>
                  <a:pt x="9782" y="11923"/>
                </a:lnTo>
                <a:lnTo>
                  <a:pt x="9587" y="11923"/>
                </a:lnTo>
                <a:lnTo>
                  <a:pt x="9417" y="11948"/>
                </a:lnTo>
                <a:lnTo>
                  <a:pt x="9222" y="11996"/>
                </a:lnTo>
                <a:lnTo>
                  <a:pt x="9052" y="12045"/>
                </a:lnTo>
                <a:lnTo>
                  <a:pt x="8857" y="12118"/>
                </a:lnTo>
                <a:lnTo>
                  <a:pt x="8687" y="12215"/>
                </a:lnTo>
                <a:lnTo>
                  <a:pt x="8541" y="12313"/>
                </a:lnTo>
                <a:lnTo>
                  <a:pt x="8371" y="12434"/>
                </a:lnTo>
                <a:lnTo>
                  <a:pt x="8249" y="12580"/>
                </a:lnTo>
                <a:lnTo>
                  <a:pt x="8103" y="12702"/>
                </a:lnTo>
                <a:lnTo>
                  <a:pt x="7981" y="12848"/>
                </a:lnTo>
                <a:lnTo>
                  <a:pt x="7884" y="13018"/>
                </a:lnTo>
                <a:lnTo>
                  <a:pt x="7811" y="13164"/>
                </a:lnTo>
                <a:lnTo>
                  <a:pt x="7714" y="13383"/>
                </a:lnTo>
                <a:lnTo>
                  <a:pt x="7665" y="13578"/>
                </a:lnTo>
                <a:lnTo>
                  <a:pt x="7568" y="14016"/>
                </a:lnTo>
                <a:lnTo>
                  <a:pt x="7495" y="14454"/>
                </a:lnTo>
                <a:lnTo>
                  <a:pt x="7446" y="14892"/>
                </a:lnTo>
                <a:lnTo>
                  <a:pt x="7397" y="15281"/>
                </a:lnTo>
                <a:lnTo>
                  <a:pt x="7373" y="15525"/>
                </a:lnTo>
                <a:lnTo>
                  <a:pt x="7373" y="15768"/>
                </a:lnTo>
                <a:lnTo>
                  <a:pt x="6181" y="15768"/>
                </a:lnTo>
                <a:lnTo>
                  <a:pt x="5013" y="15817"/>
                </a:lnTo>
                <a:lnTo>
                  <a:pt x="4234" y="15817"/>
                </a:lnTo>
                <a:lnTo>
                  <a:pt x="3796" y="15841"/>
                </a:lnTo>
                <a:lnTo>
                  <a:pt x="3602" y="15865"/>
                </a:lnTo>
                <a:lnTo>
                  <a:pt x="3407" y="15914"/>
                </a:lnTo>
                <a:lnTo>
                  <a:pt x="3431" y="15598"/>
                </a:lnTo>
                <a:lnTo>
                  <a:pt x="3456" y="15281"/>
                </a:lnTo>
                <a:lnTo>
                  <a:pt x="3431" y="14965"/>
                </a:lnTo>
                <a:lnTo>
                  <a:pt x="3456" y="14673"/>
                </a:lnTo>
                <a:lnTo>
                  <a:pt x="3504" y="13651"/>
                </a:lnTo>
                <a:lnTo>
                  <a:pt x="3553" y="12605"/>
                </a:lnTo>
                <a:lnTo>
                  <a:pt x="3529" y="12191"/>
                </a:lnTo>
                <a:lnTo>
                  <a:pt x="3504" y="11777"/>
                </a:lnTo>
                <a:lnTo>
                  <a:pt x="3383" y="10950"/>
                </a:lnTo>
                <a:lnTo>
                  <a:pt x="3334" y="10512"/>
                </a:lnTo>
                <a:lnTo>
                  <a:pt x="3285" y="10098"/>
                </a:lnTo>
                <a:lnTo>
                  <a:pt x="3261" y="9685"/>
                </a:lnTo>
                <a:lnTo>
                  <a:pt x="3261" y="9271"/>
                </a:lnTo>
                <a:lnTo>
                  <a:pt x="3261" y="9247"/>
                </a:lnTo>
                <a:lnTo>
                  <a:pt x="3334" y="9198"/>
                </a:lnTo>
                <a:lnTo>
                  <a:pt x="3383" y="9125"/>
                </a:lnTo>
                <a:lnTo>
                  <a:pt x="3407" y="9028"/>
                </a:lnTo>
                <a:lnTo>
                  <a:pt x="3383" y="8931"/>
                </a:lnTo>
                <a:lnTo>
                  <a:pt x="3334" y="8833"/>
                </a:lnTo>
                <a:lnTo>
                  <a:pt x="3261" y="8760"/>
                </a:lnTo>
                <a:lnTo>
                  <a:pt x="3164" y="8736"/>
                </a:lnTo>
                <a:lnTo>
                  <a:pt x="3042" y="8736"/>
                </a:lnTo>
                <a:lnTo>
                  <a:pt x="2774" y="8760"/>
                </a:lnTo>
                <a:lnTo>
                  <a:pt x="2507" y="8785"/>
                </a:lnTo>
                <a:lnTo>
                  <a:pt x="1947" y="8809"/>
                </a:lnTo>
                <a:lnTo>
                  <a:pt x="1412" y="8785"/>
                </a:lnTo>
                <a:lnTo>
                  <a:pt x="876" y="8785"/>
                </a:lnTo>
                <a:lnTo>
                  <a:pt x="1850" y="7982"/>
                </a:lnTo>
                <a:lnTo>
                  <a:pt x="2336" y="7544"/>
                </a:lnTo>
                <a:lnTo>
                  <a:pt x="2799" y="7106"/>
                </a:lnTo>
                <a:lnTo>
                  <a:pt x="4040" y="5792"/>
                </a:lnTo>
                <a:lnTo>
                  <a:pt x="4648" y="5135"/>
                </a:lnTo>
                <a:lnTo>
                  <a:pt x="5256" y="4502"/>
                </a:lnTo>
                <a:lnTo>
                  <a:pt x="6546" y="3237"/>
                </a:lnTo>
                <a:lnTo>
                  <a:pt x="7835" y="1971"/>
                </a:lnTo>
                <a:lnTo>
                  <a:pt x="8371" y="1485"/>
                </a:lnTo>
                <a:lnTo>
                  <a:pt x="8906" y="998"/>
                </a:lnTo>
                <a:lnTo>
                  <a:pt x="9247" y="706"/>
                </a:lnTo>
                <a:lnTo>
                  <a:pt x="9368" y="609"/>
                </a:lnTo>
                <a:lnTo>
                  <a:pt x="9417" y="560"/>
                </a:lnTo>
                <a:lnTo>
                  <a:pt x="9441" y="560"/>
                </a:lnTo>
                <a:lnTo>
                  <a:pt x="9441" y="536"/>
                </a:lnTo>
                <a:close/>
                <a:moveTo>
                  <a:pt x="9198" y="1"/>
                </a:moveTo>
                <a:lnTo>
                  <a:pt x="9125" y="25"/>
                </a:lnTo>
                <a:lnTo>
                  <a:pt x="8979" y="122"/>
                </a:lnTo>
                <a:lnTo>
                  <a:pt x="8736" y="341"/>
                </a:lnTo>
                <a:lnTo>
                  <a:pt x="7884" y="1120"/>
                </a:lnTo>
                <a:lnTo>
                  <a:pt x="7227" y="1752"/>
                </a:lnTo>
                <a:lnTo>
                  <a:pt x="6546" y="2385"/>
                </a:lnTo>
                <a:lnTo>
                  <a:pt x="5232" y="3675"/>
                </a:lnTo>
                <a:lnTo>
                  <a:pt x="4551" y="4356"/>
                </a:lnTo>
                <a:lnTo>
                  <a:pt x="3918" y="5037"/>
                </a:lnTo>
                <a:lnTo>
                  <a:pt x="2628" y="6424"/>
                </a:lnTo>
                <a:lnTo>
                  <a:pt x="2020" y="7033"/>
                </a:lnTo>
                <a:lnTo>
                  <a:pt x="1704" y="7325"/>
                </a:lnTo>
                <a:lnTo>
                  <a:pt x="1387" y="7617"/>
                </a:lnTo>
                <a:lnTo>
                  <a:pt x="706" y="8176"/>
                </a:lnTo>
                <a:lnTo>
                  <a:pt x="365" y="8493"/>
                </a:lnTo>
                <a:lnTo>
                  <a:pt x="73" y="8833"/>
                </a:lnTo>
                <a:lnTo>
                  <a:pt x="25" y="8931"/>
                </a:lnTo>
                <a:lnTo>
                  <a:pt x="0" y="9028"/>
                </a:lnTo>
                <a:lnTo>
                  <a:pt x="25" y="9101"/>
                </a:lnTo>
                <a:lnTo>
                  <a:pt x="73" y="9174"/>
                </a:lnTo>
                <a:lnTo>
                  <a:pt x="146" y="9223"/>
                </a:lnTo>
                <a:lnTo>
                  <a:pt x="244" y="9247"/>
                </a:lnTo>
                <a:lnTo>
                  <a:pt x="317" y="9223"/>
                </a:lnTo>
                <a:lnTo>
                  <a:pt x="414" y="9174"/>
                </a:lnTo>
                <a:lnTo>
                  <a:pt x="560" y="9247"/>
                </a:lnTo>
                <a:lnTo>
                  <a:pt x="706" y="9296"/>
                </a:lnTo>
                <a:lnTo>
                  <a:pt x="876" y="9320"/>
                </a:lnTo>
                <a:lnTo>
                  <a:pt x="1047" y="9344"/>
                </a:lnTo>
                <a:lnTo>
                  <a:pt x="2555" y="9344"/>
                </a:lnTo>
                <a:lnTo>
                  <a:pt x="2847" y="9320"/>
                </a:lnTo>
                <a:lnTo>
                  <a:pt x="2823" y="9490"/>
                </a:lnTo>
                <a:lnTo>
                  <a:pt x="2799" y="9636"/>
                </a:lnTo>
                <a:lnTo>
                  <a:pt x="2774" y="9952"/>
                </a:lnTo>
                <a:lnTo>
                  <a:pt x="2774" y="10269"/>
                </a:lnTo>
                <a:lnTo>
                  <a:pt x="2823" y="10585"/>
                </a:lnTo>
                <a:lnTo>
                  <a:pt x="2969" y="11510"/>
                </a:lnTo>
                <a:lnTo>
                  <a:pt x="2993" y="11972"/>
                </a:lnTo>
                <a:lnTo>
                  <a:pt x="3018" y="12434"/>
                </a:lnTo>
                <a:lnTo>
                  <a:pt x="3018" y="12970"/>
                </a:lnTo>
                <a:lnTo>
                  <a:pt x="2993" y="13481"/>
                </a:lnTo>
                <a:lnTo>
                  <a:pt x="2920" y="14503"/>
                </a:lnTo>
                <a:lnTo>
                  <a:pt x="2872" y="14892"/>
                </a:lnTo>
                <a:lnTo>
                  <a:pt x="2823" y="15330"/>
                </a:lnTo>
                <a:lnTo>
                  <a:pt x="2823" y="15549"/>
                </a:lnTo>
                <a:lnTo>
                  <a:pt x="2823" y="15768"/>
                </a:lnTo>
                <a:lnTo>
                  <a:pt x="2847" y="15963"/>
                </a:lnTo>
                <a:lnTo>
                  <a:pt x="2920" y="16133"/>
                </a:lnTo>
                <a:lnTo>
                  <a:pt x="2896" y="16157"/>
                </a:lnTo>
                <a:lnTo>
                  <a:pt x="2872" y="16230"/>
                </a:lnTo>
                <a:lnTo>
                  <a:pt x="2872" y="16303"/>
                </a:lnTo>
                <a:lnTo>
                  <a:pt x="2920" y="16352"/>
                </a:lnTo>
                <a:lnTo>
                  <a:pt x="2969" y="16401"/>
                </a:lnTo>
                <a:lnTo>
                  <a:pt x="3091" y="16449"/>
                </a:lnTo>
                <a:lnTo>
                  <a:pt x="3212" y="16474"/>
                </a:lnTo>
                <a:lnTo>
                  <a:pt x="3480" y="16474"/>
                </a:lnTo>
                <a:lnTo>
                  <a:pt x="3991" y="16425"/>
                </a:lnTo>
                <a:lnTo>
                  <a:pt x="4599" y="16401"/>
                </a:lnTo>
                <a:lnTo>
                  <a:pt x="5183" y="16401"/>
                </a:lnTo>
                <a:lnTo>
                  <a:pt x="6375" y="16425"/>
                </a:lnTo>
                <a:lnTo>
                  <a:pt x="6984" y="16401"/>
                </a:lnTo>
                <a:lnTo>
                  <a:pt x="7276" y="16376"/>
                </a:lnTo>
                <a:lnTo>
                  <a:pt x="7568" y="16328"/>
                </a:lnTo>
                <a:lnTo>
                  <a:pt x="7641" y="16303"/>
                </a:lnTo>
                <a:lnTo>
                  <a:pt x="7714" y="16255"/>
                </a:lnTo>
                <a:lnTo>
                  <a:pt x="7738" y="16206"/>
                </a:lnTo>
                <a:lnTo>
                  <a:pt x="7762" y="16157"/>
                </a:lnTo>
                <a:lnTo>
                  <a:pt x="7835" y="16084"/>
                </a:lnTo>
                <a:lnTo>
                  <a:pt x="7860" y="16011"/>
                </a:lnTo>
                <a:lnTo>
                  <a:pt x="7860" y="15354"/>
                </a:lnTo>
                <a:lnTo>
                  <a:pt x="7884" y="14989"/>
                </a:lnTo>
                <a:lnTo>
                  <a:pt x="7908" y="14649"/>
                </a:lnTo>
                <a:lnTo>
                  <a:pt x="7981" y="14284"/>
                </a:lnTo>
                <a:lnTo>
                  <a:pt x="8054" y="13943"/>
                </a:lnTo>
                <a:lnTo>
                  <a:pt x="8152" y="13627"/>
                </a:lnTo>
                <a:lnTo>
                  <a:pt x="8273" y="13310"/>
                </a:lnTo>
                <a:lnTo>
                  <a:pt x="8371" y="13164"/>
                </a:lnTo>
                <a:lnTo>
                  <a:pt x="8492" y="12994"/>
                </a:lnTo>
                <a:lnTo>
                  <a:pt x="8638" y="12848"/>
                </a:lnTo>
                <a:lnTo>
                  <a:pt x="8784" y="12726"/>
                </a:lnTo>
                <a:lnTo>
                  <a:pt x="8979" y="12629"/>
                </a:lnTo>
                <a:lnTo>
                  <a:pt x="9149" y="12532"/>
                </a:lnTo>
                <a:lnTo>
                  <a:pt x="9344" y="12483"/>
                </a:lnTo>
                <a:lnTo>
                  <a:pt x="9539" y="12434"/>
                </a:lnTo>
                <a:lnTo>
                  <a:pt x="9660" y="12580"/>
                </a:lnTo>
                <a:lnTo>
                  <a:pt x="9758" y="12726"/>
                </a:lnTo>
                <a:lnTo>
                  <a:pt x="9855" y="12872"/>
                </a:lnTo>
                <a:lnTo>
                  <a:pt x="9952" y="13043"/>
                </a:lnTo>
                <a:lnTo>
                  <a:pt x="10025" y="13335"/>
                </a:lnTo>
                <a:lnTo>
                  <a:pt x="10050" y="13627"/>
                </a:lnTo>
                <a:lnTo>
                  <a:pt x="10050" y="13919"/>
                </a:lnTo>
                <a:lnTo>
                  <a:pt x="10050" y="14211"/>
                </a:lnTo>
                <a:lnTo>
                  <a:pt x="10025" y="14697"/>
                </a:lnTo>
                <a:lnTo>
                  <a:pt x="9977" y="15208"/>
                </a:lnTo>
                <a:lnTo>
                  <a:pt x="9928" y="15695"/>
                </a:lnTo>
                <a:lnTo>
                  <a:pt x="9879" y="16206"/>
                </a:lnTo>
                <a:lnTo>
                  <a:pt x="9904" y="16303"/>
                </a:lnTo>
                <a:lnTo>
                  <a:pt x="9952" y="16376"/>
                </a:lnTo>
                <a:lnTo>
                  <a:pt x="10025" y="16425"/>
                </a:lnTo>
                <a:lnTo>
                  <a:pt x="10123" y="16449"/>
                </a:lnTo>
                <a:lnTo>
                  <a:pt x="10488" y="16498"/>
                </a:lnTo>
                <a:lnTo>
                  <a:pt x="10853" y="16522"/>
                </a:lnTo>
                <a:lnTo>
                  <a:pt x="11218" y="16522"/>
                </a:lnTo>
                <a:lnTo>
                  <a:pt x="11583" y="16498"/>
                </a:lnTo>
                <a:lnTo>
                  <a:pt x="11753" y="16522"/>
                </a:lnTo>
                <a:lnTo>
                  <a:pt x="11948" y="16547"/>
                </a:lnTo>
                <a:lnTo>
                  <a:pt x="12313" y="16547"/>
                </a:lnTo>
                <a:lnTo>
                  <a:pt x="13091" y="16571"/>
                </a:lnTo>
                <a:lnTo>
                  <a:pt x="14892" y="16571"/>
                </a:lnTo>
                <a:lnTo>
                  <a:pt x="15208" y="16547"/>
                </a:lnTo>
                <a:lnTo>
                  <a:pt x="15476" y="16474"/>
                </a:lnTo>
                <a:lnTo>
                  <a:pt x="15597" y="16425"/>
                </a:lnTo>
                <a:lnTo>
                  <a:pt x="15719" y="16376"/>
                </a:lnTo>
                <a:lnTo>
                  <a:pt x="15792" y="16303"/>
                </a:lnTo>
                <a:lnTo>
                  <a:pt x="15865" y="16230"/>
                </a:lnTo>
                <a:lnTo>
                  <a:pt x="15962" y="16206"/>
                </a:lnTo>
                <a:lnTo>
                  <a:pt x="16035" y="16157"/>
                </a:lnTo>
                <a:lnTo>
                  <a:pt x="16084" y="16060"/>
                </a:lnTo>
                <a:lnTo>
                  <a:pt x="16108" y="15963"/>
                </a:lnTo>
                <a:lnTo>
                  <a:pt x="16108" y="15841"/>
                </a:lnTo>
                <a:lnTo>
                  <a:pt x="16084" y="15719"/>
                </a:lnTo>
                <a:lnTo>
                  <a:pt x="16035" y="15476"/>
                </a:lnTo>
                <a:lnTo>
                  <a:pt x="16011" y="15111"/>
                </a:lnTo>
                <a:lnTo>
                  <a:pt x="16011" y="14746"/>
                </a:lnTo>
                <a:lnTo>
                  <a:pt x="16035" y="13846"/>
                </a:lnTo>
                <a:lnTo>
                  <a:pt x="16084" y="12945"/>
                </a:lnTo>
                <a:lnTo>
                  <a:pt x="16108" y="12069"/>
                </a:lnTo>
                <a:lnTo>
                  <a:pt x="16133" y="11193"/>
                </a:lnTo>
                <a:lnTo>
                  <a:pt x="16133" y="10755"/>
                </a:lnTo>
                <a:lnTo>
                  <a:pt x="16108" y="10317"/>
                </a:lnTo>
                <a:lnTo>
                  <a:pt x="16084" y="9879"/>
                </a:lnTo>
                <a:lnTo>
                  <a:pt x="16035" y="9466"/>
                </a:lnTo>
                <a:lnTo>
                  <a:pt x="16741" y="9466"/>
                </a:lnTo>
                <a:lnTo>
                  <a:pt x="17252" y="9490"/>
                </a:lnTo>
                <a:lnTo>
                  <a:pt x="17763" y="9490"/>
                </a:lnTo>
                <a:lnTo>
                  <a:pt x="18250" y="9466"/>
                </a:lnTo>
                <a:lnTo>
                  <a:pt x="18761" y="9417"/>
                </a:lnTo>
                <a:lnTo>
                  <a:pt x="18834" y="9393"/>
                </a:lnTo>
                <a:lnTo>
                  <a:pt x="18907" y="9344"/>
                </a:lnTo>
                <a:lnTo>
                  <a:pt x="18931" y="9296"/>
                </a:lnTo>
                <a:lnTo>
                  <a:pt x="18955" y="9223"/>
                </a:lnTo>
                <a:lnTo>
                  <a:pt x="18955" y="9150"/>
                </a:lnTo>
                <a:lnTo>
                  <a:pt x="18931" y="9077"/>
                </a:lnTo>
                <a:lnTo>
                  <a:pt x="18907" y="9028"/>
                </a:lnTo>
                <a:lnTo>
                  <a:pt x="18858" y="8955"/>
                </a:lnTo>
                <a:lnTo>
                  <a:pt x="18882" y="8858"/>
                </a:lnTo>
                <a:lnTo>
                  <a:pt x="18834" y="8760"/>
                </a:lnTo>
                <a:lnTo>
                  <a:pt x="18761" y="8639"/>
                </a:lnTo>
                <a:lnTo>
                  <a:pt x="18688" y="8517"/>
                </a:lnTo>
                <a:lnTo>
                  <a:pt x="18469" y="8298"/>
                </a:lnTo>
                <a:lnTo>
                  <a:pt x="18031" y="7909"/>
                </a:lnTo>
                <a:lnTo>
                  <a:pt x="17374" y="7373"/>
                </a:lnTo>
                <a:lnTo>
                  <a:pt x="16717" y="6862"/>
                </a:lnTo>
                <a:lnTo>
                  <a:pt x="16084" y="6327"/>
                </a:lnTo>
                <a:lnTo>
                  <a:pt x="15476" y="5767"/>
                </a:lnTo>
                <a:lnTo>
                  <a:pt x="14916" y="5159"/>
                </a:lnTo>
                <a:lnTo>
                  <a:pt x="14356" y="4551"/>
                </a:lnTo>
                <a:lnTo>
                  <a:pt x="13797" y="3918"/>
                </a:lnTo>
                <a:lnTo>
                  <a:pt x="13237" y="3334"/>
                </a:lnTo>
                <a:lnTo>
                  <a:pt x="12653" y="2726"/>
                </a:lnTo>
                <a:lnTo>
                  <a:pt x="12045" y="2166"/>
                </a:lnTo>
                <a:lnTo>
                  <a:pt x="11753" y="1923"/>
                </a:lnTo>
                <a:lnTo>
                  <a:pt x="11437" y="1679"/>
                </a:lnTo>
                <a:lnTo>
                  <a:pt x="10804" y="1193"/>
                </a:lnTo>
                <a:lnTo>
                  <a:pt x="10488" y="950"/>
                </a:lnTo>
                <a:lnTo>
                  <a:pt x="10196" y="682"/>
                </a:lnTo>
                <a:lnTo>
                  <a:pt x="9904" y="414"/>
                </a:lnTo>
                <a:lnTo>
                  <a:pt x="9660" y="98"/>
                </a:lnTo>
                <a:lnTo>
                  <a:pt x="9612" y="25"/>
                </a:lnTo>
                <a:lnTo>
                  <a:pt x="9539" y="1"/>
                </a:lnTo>
                <a:lnTo>
                  <a:pt x="9466" y="1"/>
                </a:lnTo>
                <a:lnTo>
                  <a:pt x="9393" y="25"/>
                </a:lnTo>
                <a:lnTo>
                  <a:pt x="9344" y="1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436" name="Google Shape;436;p24"/>
          <p:cNvSpPr/>
          <p:nvPr/>
        </p:nvSpPr>
        <p:spPr>
          <a:xfrm>
            <a:off x="2272868" y="978107"/>
            <a:ext cx="333722" cy="282025"/>
          </a:xfrm>
          <a:custGeom>
            <a:rect b="b" l="l" r="r" t="t"/>
            <a:pathLst>
              <a:path extrusionOk="0" h="16328" w="19321">
                <a:moveTo>
                  <a:pt x="15403" y="1996"/>
                </a:moveTo>
                <a:lnTo>
                  <a:pt x="15573" y="2215"/>
                </a:lnTo>
                <a:lnTo>
                  <a:pt x="15695" y="2458"/>
                </a:lnTo>
                <a:lnTo>
                  <a:pt x="15500" y="2531"/>
                </a:lnTo>
                <a:lnTo>
                  <a:pt x="15306" y="2629"/>
                </a:lnTo>
                <a:lnTo>
                  <a:pt x="14916" y="2799"/>
                </a:lnTo>
                <a:lnTo>
                  <a:pt x="14819" y="2483"/>
                </a:lnTo>
                <a:lnTo>
                  <a:pt x="14673" y="2215"/>
                </a:lnTo>
                <a:lnTo>
                  <a:pt x="14965" y="2118"/>
                </a:lnTo>
                <a:lnTo>
                  <a:pt x="15403" y="1996"/>
                </a:lnTo>
                <a:close/>
                <a:moveTo>
                  <a:pt x="15817" y="2702"/>
                </a:moveTo>
                <a:lnTo>
                  <a:pt x="16011" y="3140"/>
                </a:lnTo>
                <a:lnTo>
                  <a:pt x="15646" y="3286"/>
                </a:lnTo>
                <a:lnTo>
                  <a:pt x="15379" y="3407"/>
                </a:lnTo>
                <a:lnTo>
                  <a:pt x="15111" y="3553"/>
                </a:lnTo>
                <a:lnTo>
                  <a:pt x="14989" y="3042"/>
                </a:lnTo>
                <a:lnTo>
                  <a:pt x="15306" y="2921"/>
                </a:lnTo>
                <a:lnTo>
                  <a:pt x="15573" y="2823"/>
                </a:lnTo>
                <a:lnTo>
                  <a:pt x="15817" y="2702"/>
                </a:lnTo>
                <a:close/>
                <a:moveTo>
                  <a:pt x="16084" y="3286"/>
                </a:moveTo>
                <a:lnTo>
                  <a:pt x="16206" y="3602"/>
                </a:lnTo>
                <a:lnTo>
                  <a:pt x="15817" y="3772"/>
                </a:lnTo>
                <a:lnTo>
                  <a:pt x="15500" y="3894"/>
                </a:lnTo>
                <a:lnTo>
                  <a:pt x="15354" y="3943"/>
                </a:lnTo>
                <a:lnTo>
                  <a:pt x="15208" y="4040"/>
                </a:lnTo>
                <a:lnTo>
                  <a:pt x="15135" y="3699"/>
                </a:lnTo>
                <a:lnTo>
                  <a:pt x="15427" y="3578"/>
                </a:lnTo>
                <a:lnTo>
                  <a:pt x="15719" y="3456"/>
                </a:lnTo>
                <a:lnTo>
                  <a:pt x="16084" y="3286"/>
                </a:lnTo>
                <a:close/>
                <a:moveTo>
                  <a:pt x="16303" y="3894"/>
                </a:moveTo>
                <a:lnTo>
                  <a:pt x="16449" y="4283"/>
                </a:lnTo>
                <a:lnTo>
                  <a:pt x="16376" y="4259"/>
                </a:lnTo>
                <a:lnTo>
                  <a:pt x="16279" y="4259"/>
                </a:lnTo>
                <a:lnTo>
                  <a:pt x="16133" y="4308"/>
                </a:lnTo>
                <a:lnTo>
                  <a:pt x="15841" y="4454"/>
                </a:lnTo>
                <a:lnTo>
                  <a:pt x="15598" y="4575"/>
                </a:lnTo>
                <a:lnTo>
                  <a:pt x="15379" y="4697"/>
                </a:lnTo>
                <a:lnTo>
                  <a:pt x="15257" y="4259"/>
                </a:lnTo>
                <a:lnTo>
                  <a:pt x="15427" y="4210"/>
                </a:lnTo>
                <a:lnTo>
                  <a:pt x="15573" y="4162"/>
                </a:lnTo>
                <a:lnTo>
                  <a:pt x="15890" y="4040"/>
                </a:lnTo>
                <a:lnTo>
                  <a:pt x="16303" y="3894"/>
                </a:lnTo>
                <a:close/>
                <a:moveTo>
                  <a:pt x="16498" y="4405"/>
                </a:moveTo>
                <a:lnTo>
                  <a:pt x="16498" y="4454"/>
                </a:lnTo>
                <a:lnTo>
                  <a:pt x="16595" y="4721"/>
                </a:lnTo>
                <a:lnTo>
                  <a:pt x="16449" y="4770"/>
                </a:lnTo>
                <a:lnTo>
                  <a:pt x="16303" y="4819"/>
                </a:lnTo>
                <a:lnTo>
                  <a:pt x="16011" y="4965"/>
                </a:lnTo>
                <a:lnTo>
                  <a:pt x="15768" y="5086"/>
                </a:lnTo>
                <a:lnTo>
                  <a:pt x="15622" y="5184"/>
                </a:lnTo>
                <a:lnTo>
                  <a:pt x="15549" y="5232"/>
                </a:lnTo>
                <a:lnTo>
                  <a:pt x="15525" y="5305"/>
                </a:lnTo>
                <a:lnTo>
                  <a:pt x="15427" y="4892"/>
                </a:lnTo>
                <a:lnTo>
                  <a:pt x="15695" y="4819"/>
                </a:lnTo>
                <a:lnTo>
                  <a:pt x="15938" y="4721"/>
                </a:lnTo>
                <a:lnTo>
                  <a:pt x="16255" y="4624"/>
                </a:lnTo>
                <a:lnTo>
                  <a:pt x="16401" y="4527"/>
                </a:lnTo>
                <a:lnTo>
                  <a:pt x="16449" y="4478"/>
                </a:lnTo>
                <a:lnTo>
                  <a:pt x="16498" y="4405"/>
                </a:lnTo>
                <a:close/>
                <a:moveTo>
                  <a:pt x="16717" y="5062"/>
                </a:moveTo>
                <a:lnTo>
                  <a:pt x="16814" y="5305"/>
                </a:lnTo>
                <a:lnTo>
                  <a:pt x="16547" y="5403"/>
                </a:lnTo>
                <a:lnTo>
                  <a:pt x="16303" y="5524"/>
                </a:lnTo>
                <a:lnTo>
                  <a:pt x="15987" y="5670"/>
                </a:lnTo>
                <a:lnTo>
                  <a:pt x="15817" y="5743"/>
                </a:lnTo>
                <a:lnTo>
                  <a:pt x="15671" y="5816"/>
                </a:lnTo>
                <a:lnTo>
                  <a:pt x="15549" y="5354"/>
                </a:lnTo>
                <a:lnTo>
                  <a:pt x="15622" y="5403"/>
                </a:lnTo>
                <a:lnTo>
                  <a:pt x="15719" y="5427"/>
                </a:lnTo>
                <a:lnTo>
                  <a:pt x="15792" y="5403"/>
                </a:lnTo>
                <a:lnTo>
                  <a:pt x="15890" y="5378"/>
                </a:lnTo>
                <a:lnTo>
                  <a:pt x="16084" y="5305"/>
                </a:lnTo>
                <a:lnTo>
                  <a:pt x="16255" y="5257"/>
                </a:lnTo>
                <a:lnTo>
                  <a:pt x="16498" y="5159"/>
                </a:lnTo>
                <a:lnTo>
                  <a:pt x="16620" y="5111"/>
                </a:lnTo>
                <a:lnTo>
                  <a:pt x="16717" y="5062"/>
                </a:lnTo>
                <a:close/>
                <a:moveTo>
                  <a:pt x="17082" y="4551"/>
                </a:moveTo>
                <a:lnTo>
                  <a:pt x="17106" y="4575"/>
                </a:lnTo>
                <a:lnTo>
                  <a:pt x="17228" y="4673"/>
                </a:lnTo>
                <a:lnTo>
                  <a:pt x="17350" y="4746"/>
                </a:lnTo>
                <a:lnTo>
                  <a:pt x="17496" y="4794"/>
                </a:lnTo>
                <a:lnTo>
                  <a:pt x="17666" y="4819"/>
                </a:lnTo>
                <a:lnTo>
                  <a:pt x="17885" y="4867"/>
                </a:lnTo>
                <a:lnTo>
                  <a:pt x="18128" y="4965"/>
                </a:lnTo>
                <a:lnTo>
                  <a:pt x="18323" y="5062"/>
                </a:lnTo>
                <a:lnTo>
                  <a:pt x="18518" y="5208"/>
                </a:lnTo>
                <a:lnTo>
                  <a:pt x="18591" y="5281"/>
                </a:lnTo>
                <a:lnTo>
                  <a:pt x="18664" y="5354"/>
                </a:lnTo>
                <a:lnTo>
                  <a:pt x="18785" y="5573"/>
                </a:lnTo>
                <a:lnTo>
                  <a:pt x="18810" y="5670"/>
                </a:lnTo>
                <a:lnTo>
                  <a:pt x="18834" y="5768"/>
                </a:lnTo>
                <a:lnTo>
                  <a:pt x="18834" y="5889"/>
                </a:lnTo>
                <a:lnTo>
                  <a:pt x="18810" y="6011"/>
                </a:lnTo>
                <a:lnTo>
                  <a:pt x="18761" y="6108"/>
                </a:lnTo>
                <a:lnTo>
                  <a:pt x="18664" y="6181"/>
                </a:lnTo>
                <a:lnTo>
                  <a:pt x="18542" y="6254"/>
                </a:lnTo>
                <a:lnTo>
                  <a:pt x="18396" y="6303"/>
                </a:lnTo>
                <a:lnTo>
                  <a:pt x="18080" y="6376"/>
                </a:lnTo>
                <a:lnTo>
                  <a:pt x="17812" y="6400"/>
                </a:lnTo>
                <a:lnTo>
                  <a:pt x="17447" y="5476"/>
                </a:lnTo>
                <a:lnTo>
                  <a:pt x="17082" y="4551"/>
                </a:lnTo>
                <a:close/>
                <a:moveTo>
                  <a:pt x="16936" y="5622"/>
                </a:moveTo>
                <a:lnTo>
                  <a:pt x="17033" y="5889"/>
                </a:lnTo>
                <a:lnTo>
                  <a:pt x="16863" y="5938"/>
                </a:lnTo>
                <a:lnTo>
                  <a:pt x="16717" y="6011"/>
                </a:lnTo>
                <a:lnTo>
                  <a:pt x="16401" y="6157"/>
                </a:lnTo>
                <a:lnTo>
                  <a:pt x="16084" y="6303"/>
                </a:lnTo>
                <a:lnTo>
                  <a:pt x="15768" y="6425"/>
                </a:lnTo>
                <a:lnTo>
                  <a:pt x="15768" y="6376"/>
                </a:lnTo>
                <a:lnTo>
                  <a:pt x="15719" y="6303"/>
                </a:lnTo>
                <a:lnTo>
                  <a:pt x="15719" y="6157"/>
                </a:lnTo>
                <a:lnTo>
                  <a:pt x="15719" y="6011"/>
                </a:lnTo>
                <a:lnTo>
                  <a:pt x="15890" y="5987"/>
                </a:lnTo>
                <a:lnTo>
                  <a:pt x="16084" y="5938"/>
                </a:lnTo>
                <a:lnTo>
                  <a:pt x="16425" y="5816"/>
                </a:lnTo>
                <a:lnTo>
                  <a:pt x="16668" y="5719"/>
                </a:lnTo>
                <a:lnTo>
                  <a:pt x="16936" y="5622"/>
                </a:lnTo>
                <a:close/>
                <a:moveTo>
                  <a:pt x="2142" y="4770"/>
                </a:moveTo>
                <a:lnTo>
                  <a:pt x="1607" y="6303"/>
                </a:lnTo>
                <a:lnTo>
                  <a:pt x="1534" y="6473"/>
                </a:lnTo>
                <a:lnTo>
                  <a:pt x="1436" y="6449"/>
                </a:lnTo>
                <a:lnTo>
                  <a:pt x="877" y="6449"/>
                </a:lnTo>
                <a:lnTo>
                  <a:pt x="779" y="6400"/>
                </a:lnTo>
                <a:lnTo>
                  <a:pt x="706" y="6327"/>
                </a:lnTo>
                <a:lnTo>
                  <a:pt x="609" y="6230"/>
                </a:lnTo>
                <a:lnTo>
                  <a:pt x="536" y="6084"/>
                </a:lnTo>
                <a:lnTo>
                  <a:pt x="512" y="5938"/>
                </a:lnTo>
                <a:lnTo>
                  <a:pt x="536" y="5816"/>
                </a:lnTo>
                <a:lnTo>
                  <a:pt x="560" y="5670"/>
                </a:lnTo>
                <a:lnTo>
                  <a:pt x="633" y="5524"/>
                </a:lnTo>
                <a:lnTo>
                  <a:pt x="706" y="5403"/>
                </a:lnTo>
                <a:lnTo>
                  <a:pt x="804" y="5305"/>
                </a:lnTo>
                <a:lnTo>
                  <a:pt x="901" y="5208"/>
                </a:lnTo>
                <a:lnTo>
                  <a:pt x="998" y="5111"/>
                </a:lnTo>
                <a:lnTo>
                  <a:pt x="1144" y="5038"/>
                </a:lnTo>
                <a:lnTo>
                  <a:pt x="1266" y="4965"/>
                </a:lnTo>
                <a:lnTo>
                  <a:pt x="1412" y="4916"/>
                </a:lnTo>
                <a:lnTo>
                  <a:pt x="1704" y="4867"/>
                </a:lnTo>
                <a:lnTo>
                  <a:pt x="1996" y="4819"/>
                </a:lnTo>
                <a:lnTo>
                  <a:pt x="2142" y="4770"/>
                </a:lnTo>
                <a:close/>
                <a:moveTo>
                  <a:pt x="10342" y="1899"/>
                </a:moveTo>
                <a:lnTo>
                  <a:pt x="10926" y="1923"/>
                </a:lnTo>
                <a:lnTo>
                  <a:pt x="11510" y="1972"/>
                </a:lnTo>
                <a:lnTo>
                  <a:pt x="12094" y="2045"/>
                </a:lnTo>
                <a:lnTo>
                  <a:pt x="12702" y="2118"/>
                </a:lnTo>
                <a:lnTo>
                  <a:pt x="13286" y="2239"/>
                </a:lnTo>
                <a:lnTo>
                  <a:pt x="13797" y="2361"/>
                </a:lnTo>
                <a:lnTo>
                  <a:pt x="14065" y="2410"/>
                </a:lnTo>
                <a:lnTo>
                  <a:pt x="14308" y="2434"/>
                </a:lnTo>
                <a:lnTo>
                  <a:pt x="14332" y="2653"/>
                </a:lnTo>
                <a:lnTo>
                  <a:pt x="14357" y="2872"/>
                </a:lnTo>
                <a:lnTo>
                  <a:pt x="14478" y="3334"/>
                </a:lnTo>
                <a:lnTo>
                  <a:pt x="14600" y="3772"/>
                </a:lnTo>
                <a:lnTo>
                  <a:pt x="14722" y="4186"/>
                </a:lnTo>
                <a:lnTo>
                  <a:pt x="14989" y="5305"/>
                </a:lnTo>
                <a:lnTo>
                  <a:pt x="15111" y="5816"/>
                </a:lnTo>
                <a:lnTo>
                  <a:pt x="15184" y="6084"/>
                </a:lnTo>
                <a:lnTo>
                  <a:pt x="15281" y="6327"/>
                </a:lnTo>
                <a:lnTo>
                  <a:pt x="15014" y="6449"/>
                </a:lnTo>
                <a:lnTo>
                  <a:pt x="14722" y="6571"/>
                </a:lnTo>
                <a:lnTo>
                  <a:pt x="14162" y="6814"/>
                </a:lnTo>
                <a:lnTo>
                  <a:pt x="13457" y="7033"/>
                </a:lnTo>
                <a:lnTo>
                  <a:pt x="12751" y="7228"/>
                </a:lnTo>
                <a:lnTo>
                  <a:pt x="11972" y="7398"/>
                </a:lnTo>
                <a:lnTo>
                  <a:pt x="11169" y="7520"/>
                </a:lnTo>
                <a:lnTo>
                  <a:pt x="10366" y="7593"/>
                </a:lnTo>
                <a:lnTo>
                  <a:pt x="9588" y="7617"/>
                </a:lnTo>
                <a:lnTo>
                  <a:pt x="8809" y="7617"/>
                </a:lnTo>
                <a:lnTo>
                  <a:pt x="8055" y="7568"/>
                </a:lnTo>
                <a:lnTo>
                  <a:pt x="7300" y="7471"/>
                </a:lnTo>
                <a:lnTo>
                  <a:pt x="6546" y="7325"/>
                </a:lnTo>
                <a:lnTo>
                  <a:pt x="5840" y="7155"/>
                </a:lnTo>
                <a:lnTo>
                  <a:pt x="5135" y="6960"/>
                </a:lnTo>
                <a:lnTo>
                  <a:pt x="4794" y="6838"/>
                </a:lnTo>
                <a:lnTo>
                  <a:pt x="4478" y="6717"/>
                </a:lnTo>
                <a:lnTo>
                  <a:pt x="4137" y="6595"/>
                </a:lnTo>
                <a:lnTo>
                  <a:pt x="3821" y="6498"/>
                </a:lnTo>
                <a:lnTo>
                  <a:pt x="3821" y="6449"/>
                </a:lnTo>
                <a:lnTo>
                  <a:pt x="3943" y="5914"/>
                </a:lnTo>
                <a:lnTo>
                  <a:pt x="4064" y="5378"/>
                </a:lnTo>
                <a:lnTo>
                  <a:pt x="4186" y="4867"/>
                </a:lnTo>
                <a:lnTo>
                  <a:pt x="4356" y="4332"/>
                </a:lnTo>
                <a:lnTo>
                  <a:pt x="4527" y="3821"/>
                </a:lnTo>
                <a:lnTo>
                  <a:pt x="4697" y="3310"/>
                </a:lnTo>
                <a:lnTo>
                  <a:pt x="4843" y="2896"/>
                </a:lnTo>
                <a:lnTo>
                  <a:pt x="4916" y="2702"/>
                </a:lnTo>
                <a:lnTo>
                  <a:pt x="4965" y="2483"/>
                </a:lnTo>
                <a:lnTo>
                  <a:pt x="5038" y="2507"/>
                </a:lnTo>
                <a:lnTo>
                  <a:pt x="5111" y="2507"/>
                </a:lnTo>
                <a:lnTo>
                  <a:pt x="6254" y="2264"/>
                </a:lnTo>
                <a:lnTo>
                  <a:pt x="6838" y="2142"/>
                </a:lnTo>
                <a:lnTo>
                  <a:pt x="7398" y="2069"/>
                </a:lnTo>
                <a:lnTo>
                  <a:pt x="7982" y="1996"/>
                </a:lnTo>
                <a:lnTo>
                  <a:pt x="8566" y="1947"/>
                </a:lnTo>
                <a:lnTo>
                  <a:pt x="9150" y="1923"/>
                </a:lnTo>
                <a:lnTo>
                  <a:pt x="9734" y="1899"/>
                </a:lnTo>
                <a:close/>
                <a:moveTo>
                  <a:pt x="16863" y="7933"/>
                </a:moveTo>
                <a:lnTo>
                  <a:pt x="16011" y="8177"/>
                </a:lnTo>
                <a:lnTo>
                  <a:pt x="15160" y="8371"/>
                </a:lnTo>
                <a:lnTo>
                  <a:pt x="14308" y="8566"/>
                </a:lnTo>
                <a:lnTo>
                  <a:pt x="13432" y="8736"/>
                </a:lnTo>
                <a:lnTo>
                  <a:pt x="12581" y="8882"/>
                </a:lnTo>
                <a:lnTo>
                  <a:pt x="11705" y="9004"/>
                </a:lnTo>
                <a:lnTo>
                  <a:pt x="10829" y="9077"/>
                </a:lnTo>
                <a:lnTo>
                  <a:pt x="9953" y="9126"/>
                </a:lnTo>
                <a:lnTo>
                  <a:pt x="9052" y="9126"/>
                </a:lnTo>
                <a:lnTo>
                  <a:pt x="8176" y="9101"/>
                </a:lnTo>
                <a:lnTo>
                  <a:pt x="7276" y="9053"/>
                </a:lnTo>
                <a:lnTo>
                  <a:pt x="6400" y="8955"/>
                </a:lnTo>
                <a:lnTo>
                  <a:pt x="5476" y="8834"/>
                </a:lnTo>
                <a:lnTo>
                  <a:pt x="4575" y="8663"/>
                </a:lnTo>
                <a:lnTo>
                  <a:pt x="3675" y="8469"/>
                </a:lnTo>
                <a:lnTo>
                  <a:pt x="2775" y="8323"/>
                </a:lnTo>
                <a:lnTo>
                  <a:pt x="2702" y="8347"/>
                </a:lnTo>
                <a:lnTo>
                  <a:pt x="2677" y="8371"/>
                </a:lnTo>
                <a:lnTo>
                  <a:pt x="2677" y="8420"/>
                </a:lnTo>
                <a:lnTo>
                  <a:pt x="2726" y="8469"/>
                </a:lnTo>
                <a:lnTo>
                  <a:pt x="3140" y="8615"/>
                </a:lnTo>
                <a:lnTo>
                  <a:pt x="3553" y="8761"/>
                </a:lnTo>
                <a:lnTo>
                  <a:pt x="3991" y="8882"/>
                </a:lnTo>
                <a:lnTo>
                  <a:pt x="4429" y="8980"/>
                </a:lnTo>
                <a:lnTo>
                  <a:pt x="5305" y="9126"/>
                </a:lnTo>
                <a:lnTo>
                  <a:pt x="6181" y="9272"/>
                </a:lnTo>
                <a:lnTo>
                  <a:pt x="7081" y="9369"/>
                </a:lnTo>
                <a:lnTo>
                  <a:pt x="7957" y="9442"/>
                </a:lnTo>
                <a:lnTo>
                  <a:pt x="8858" y="9466"/>
                </a:lnTo>
                <a:lnTo>
                  <a:pt x="9758" y="9466"/>
                </a:lnTo>
                <a:lnTo>
                  <a:pt x="10658" y="9442"/>
                </a:lnTo>
                <a:lnTo>
                  <a:pt x="11583" y="9393"/>
                </a:lnTo>
                <a:lnTo>
                  <a:pt x="12508" y="9296"/>
                </a:lnTo>
                <a:lnTo>
                  <a:pt x="13408" y="9174"/>
                </a:lnTo>
                <a:lnTo>
                  <a:pt x="14308" y="9004"/>
                </a:lnTo>
                <a:lnTo>
                  <a:pt x="15208" y="8785"/>
                </a:lnTo>
                <a:lnTo>
                  <a:pt x="16084" y="8542"/>
                </a:lnTo>
                <a:lnTo>
                  <a:pt x="16960" y="8250"/>
                </a:lnTo>
                <a:lnTo>
                  <a:pt x="17009" y="8225"/>
                </a:lnTo>
                <a:lnTo>
                  <a:pt x="17058" y="8177"/>
                </a:lnTo>
                <a:lnTo>
                  <a:pt x="17058" y="8104"/>
                </a:lnTo>
                <a:lnTo>
                  <a:pt x="17058" y="8055"/>
                </a:lnTo>
                <a:lnTo>
                  <a:pt x="17033" y="8006"/>
                </a:lnTo>
                <a:lnTo>
                  <a:pt x="16985" y="7958"/>
                </a:lnTo>
                <a:lnTo>
                  <a:pt x="16936" y="7933"/>
                </a:lnTo>
                <a:close/>
                <a:moveTo>
                  <a:pt x="9320" y="9953"/>
                </a:moveTo>
                <a:lnTo>
                  <a:pt x="8639" y="9977"/>
                </a:lnTo>
                <a:lnTo>
                  <a:pt x="7714" y="9977"/>
                </a:lnTo>
                <a:lnTo>
                  <a:pt x="7446" y="10001"/>
                </a:lnTo>
                <a:lnTo>
                  <a:pt x="7300" y="10026"/>
                </a:lnTo>
                <a:lnTo>
                  <a:pt x="7179" y="10050"/>
                </a:lnTo>
                <a:lnTo>
                  <a:pt x="7081" y="10123"/>
                </a:lnTo>
                <a:lnTo>
                  <a:pt x="6984" y="10220"/>
                </a:lnTo>
                <a:lnTo>
                  <a:pt x="6960" y="10269"/>
                </a:lnTo>
                <a:lnTo>
                  <a:pt x="6984" y="10293"/>
                </a:lnTo>
                <a:lnTo>
                  <a:pt x="7057" y="10366"/>
                </a:lnTo>
                <a:lnTo>
                  <a:pt x="7154" y="10415"/>
                </a:lnTo>
                <a:lnTo>
                  <a:pt x="7252" y="10464"/>
                </a:lnTo>
                <a:lnTo>
                  <a:pt x="7349" y="10488"/>
                </a:lnTo>
                <a:lnTo>
                  <a:pt x="7568" y="10512"/>
                </a:lnTo>
                <a:lnTo>
                  <a:pt x="10585" y="10512"/>
                </a:lnTo>
                <a:lnTo>
                  <a:pt x="12021" y="10561"/>
                </a:lnTo>
                <a:lnTo>
                  <a:pt x="12143" y="10537"/>
                </a:lnTo>
                <a:lnTo>
                  <a:pt x="12216" y="10488"/>
                </a:lnTo>
                <a:lnTo>
                  <a:pt x="12264" y="10391"/>
                </a:lnTo>
                <a:lnTo>
                  <a:pt x="12289" y="10293"/>
                </a:lnTo>
                <a:lnTo>
                  <a:pt x="12264" y="10196"/>
                </a:lnTo>
                <a:lnTo>
                  <a:pt x="12216" y="10099"/>
                </a:lnTo>
                <a:lnTo>
                  <a:pt x="12143" y="10050"/>
                </a:lnTo>
                <a:lnTo>
                  <a:pt x="12021" y="10001"/>
                </a:lnTo>
                <a:lnTo>
                  <a:pt x="10683" y="9977"/>
                </a:lnTo>
                <a:lnTo>
                  <a:pt x="9320" y="9953"/>
                </a:lnTo>
                <a:close/>
                <a:moveTo>
                  <a:pt x="10950" y="10975"/>
                </a:moveTo>
                <a:lnTo>
                  <a:pt x="10683" y="10999"/>
                </a:lnTo>
                <a:lnTo>
                  <a:pt x="10123" y="11023"/>
                </a:lnTo>
                <a:lnTo>
                  <a:pt x="9612" y="11048"/>
                </a:lnTo>
                <a:lnTo>
                  <a:pt x="9028" y="11023"/>
                </a:lnTo>
                <a:lnTo>
                  <a:pt x="8152" y="11023"/>
                </a:lnTo>
                <a:lnTo>
                  <a:pt x="7860" y="11048"/>
                </a:lnTo>
                <a:lnTo>
                  <a:pt x="7568" y="11096"/>
                </a:lnTo>
                <a:lnTo>
                  <a:pt x="7300" y="11169"/>
                </a:lnTo>
                <a:lnTo>
                  <a:pt x="7252" y="11194"/>
                </a:lnTo>
                <a:lnTo>
                  <a:pt x="7227" y="11218"/>
                </a:lnTo>
                <a:lnTo>
                  <a:pt x="7203" y="11315"/>
                </a:lnTo>
                <a:lnTo>
                  <a:pt x="7227" y="11413"/>
                </a:lnTo>
                <a:lnTo>
                  <a:pt x="7252" y="11437"/>
                </a:lnTo>
                <a:lnTo>
                  <a:pt x="7300" y="11461"/>
                </a:lnTo>
                <a:lnTo>
                  <a:pt x="7568" y="11534"/>
                </a:lnTo>
                <a:lnTo>
                  <a:pt x="7811" y="11559"/>
                </a:lnTo>
                <a:lnTo>
                  <a:pt x="8079" y="11583"/>
                </a:lnTo>
                <a:lnTo>
                  <a:pt x="8347" y="11607"/>
                </a:lnTo>
                <a:lnTo>
                  <a:pt x="9417" y="11559"/>
                </a:lnTo>
                <a:lnTo>
                  <a:pt x="10561" y="11559"/>
                </a:lnTo>
                <a:lnTo>
                  <a:pt x="11145" y="11583"/>
                </a:lnTo>
                <a:lnTo>
                  <a:pt x="11437" y="11559"/>
                </a:lnTo>
                <a:lnTo>
                  <a:pt x="11583" y="11534"/>
                </a:lnTo>
                <a:lnTo>
                  <a:pt x="11729" y="11486"/>
                </a:lnTo>
                <a:lnTo>
                  <a:pt x="11802" y="11461"/>
                </a:lnTo>
                <a:lnTo>
                  <a:pt x="11851" y="11413"/>
                </a:lnTo>
                <a:lnTo>
                  <a:pt x="11875" y="11364"/>
                </a:lnTo>
                <a:lnTo>
                  <a:pt x="11875" y="11291"/>
                </a:lnTo>
                <a:lnTo>
                  <a:pt x="11875" y="11218"/>
                </a:lnTo>
                <a:lnTo>
                  <a:pt x="11851" y="11169"/>
                </a:lnTo>
                <a:lnTo>
                  <a:pt x="11802" y="11121"/>
                </a:lnTo>
                <a:lnTo>
                  <a:pt x="11729" y="11096"/>
                </a:lnTo>
                <a:lnTo>
                  <a:pt x="11486" y="11023"/>
                </a:lnTo>
                <a:lnTo>
                  <a:pt x="11218" y="10999"/>
                </a:lnTo>
                <a:lnTo>
                  <a:pt x="10950" y="10975"/>
                </a:lnTo>
                <a:close/>
                <a:moveTo>
                  <a:pt x="4210" y="9734"/>
                </a:moveTo>
                <a:lnTo>
                  <a:pt x="4356" y="9758"/>
                </a:lnTo>
                <a:lnTo>
                  <a:pt x="4478" y="9783"/>
                </a:lnTo>
                <a:lnTo>
                  <a:pt x="4600" y="9807"/>
                </a:lnTo>
                <a:lnTo>
                  <a:pt x="4819" y="9928"/>
                </a:lnTo>
                <a:lnTo>
                  <a:pt x="5013" y="10074"/>
                </a:lnTo>
                <a:lnTo>
                  <a:pt x="5184" y="10269"/>
                </a:lnTo>
                <a:lnTo>
                  <a:pt x="5330" y="10488"/>
                </a:lnTo>
                <a:lnTo>
                  <a:pt x="5451" y="10756"/>
                </a:lnTo>
                <a:lnTo>
                  <a:pt x="5524" y="10902"/>
                </a:lnTo>
                <a:lnTo>
                  <a:pt x="5549" y="11048"/>
                </a:lnTo>
                <a:lnTo>
                  <a:pt x="5549" y="11194"/>
                </a:lnTo>
                <a:lnTo>
                  <a:pt x="5524" y="11315"/>
                </a:lnTo>
                <a:lnTo>
                  <a:pt x="5476" y="11437"/>
                </a:lnTo>
                <a:lnTo>
                  <a:pt x="5427" y="11534"/>
                </a:lnTo>
                <a:lnTo>
                  <a:pt x="5330" y="11607"/>
                </a:lnTo>
                <a:lnTo>
                  <a:pt x="5232" y="11680"/>
                </a:lnTo>
                <a:lnTo>
                  <a:pt x="5135" y="11753"/>
                </a:lnTo>
                <a:lnTo>
                  <a:pt x="5013" y="11802"/>
                </a:lnTo>
                <a:lnTo>
                  <a:pt x="4770" y="11875"/>
                </a:lnTo>
                <a:lnTo>
                  <a:pt x="4478" y="11924"/>
                </a:lnTo>
                <a:lnTo>
                  <a:pt x="4210" y="11924"/>
                </a:lnTo>
                <a:lnTo>
                  <a:pt x="3967" y="11899"/>
                </a:lnTo>
                <a:lnTo>
                  <a:pt x="3699" y="11851"/>
                </a:lnTo>
                <a:lnTo>
                  <a:pt x="3456" y="11753"/>
                </a:lnTo>
                <a:lnTo>
                  <a:pt x="3213" y="11656"/>
                </a:lnTo>
                <a:lnTo>
                  <a:pt x="3018" y="11510"/>
                </a:lnTo>
                <a:lnTo>
                  <a:pt x="2921" y="11413"/>
                </a:lnTo>
                <a:lnTo>
                  <a:pt x="2848" y="11315"/>
                </a:lnTo>
                <a:lnTo>
                  <a:pt x="2799" y="11194"/>
                </a:lnTo>
                <a:lnTo>
                  <a:pt x="2750" y="11096"/>
                </a:lnTo>
                <a:lnTo>
                  <a:pt x="2702" y="10950"/>
                </a:lnTo>
                <a:lnTo>
                  <a:pt x="2677" y="10829"/>
                </a:lnTo>
                <a:lnTo>
                  <a:pt x="2702" y="10707"/>
                </a:lnTo>
                <a:lnTo>
                  <a:pt x="2702" y="10610"/>
                </a:lnTo>
                <a:lnTo>
                  <a:pt x="2726" y="10512"/>
                </a:lnTo>
                <a:lnTo>
                  <a:pt x="2775" y="10415"/>
                </a:lnTo>
                <a:lnTo>
                  <a:pt x="2896" y="10269"/>
                </a:lnTo>
                <a:lnTo>
                  <a:pt x="3042" y="10147"/>
                </a:lnTo>
                <a:lnTo>
                  <a:pt x="3213" y="10050"/>
                </a:lnTo>
                <a:lnTo>
                  <a:pt x="3383" y="9977"/>
                </a:lnTo>
                <a:lnTo>
                  <a:pt x="3772" y="9807"/>
                </a:lnTo>
                <a:lnTo>
                  <a:pt x="3797" y="9807"/>
                </a:lnTo>
                <a:lnTo>
                  <a:pt x="3943" y="9758"/>
                </a:lnTo>
                <a:lnTo>
                  <a:pt x="4089" y="9758"/>
                </a:lnTo>
                <a:lnTo>
                  <a:pt x="4210" y="9734"/>
                </a:lnTo>
                <a:close/>
                <a:moveTo>
                  <a:pt x="15208" y="9612"/>
                </a:moveTo>
                <a:lnTo>
                  <a:pt x="15476" y="9637"/>
                </a:lnTo>
                <a:lnTo>
                  <a:pt x="15622" y="9685"/>
                </a:lnTo>
                <a:lnTo>
                  <a:pt x="15719" y="9734"/>
                </a:lnTo>
                <a:lnTo>
                  <a:pt x="15914" y="9880"/>
                </a:lnTo>
                <a:lnTo>
                  <a:pt x="16084" y="10050"/>
                </a:lnTo>
                <a:lnTo>
                  <a:pt x="16279" y="10220"/>
                </a:lnTo>
                <a:lnTo>
                  <a:pt x="16401" y="10342"/>
                </a:lnTo>
                <a:lnTo>
                  <a:pt x="16498" y="10464"/>
                </a:lnTo>
                <a:lnTo>
                  <a:pt x="16547" y="10585"/>
                </a:lnTo>
                <a:lnTo>
                  <a:pt x="16571" y="10731"/>
                </a:lnTo>
                <a:lnTo>
                  <a:pt x="16571" y="10877"/>
                </a:lnTo>
                <a:lnTo>
                  <a:pt x="16547" y="11023"/>
                </a:lnTo>
                <a:lnTo>
                  <a:pt x="16498" y="11169"/>
                </a:lnTo>
                <a:lnTo>
                  <a:pt x="16425" y="11315"/>
                </a:lnTo>
                <a:lnTo>
                  <a:pt x="16352" y="11437"/>
                </a:lnTo>
                <a:lnTo>
                  <a:pt x="16255" y="11534"/>
                </a:lnTo>
                <a:lnTo>
                  <a:pt x="16133" y="11632"/>
                </a:lnTo>
                <a:lnTo>
                  <a:pt x="16011" y="11705"/>
                </a:lnTo>
                <a:lnTo>
                  <a:pt x="15768" y="11826"/>
                </a:lnTo>
                <a:lnTo>
                  <a:pt x="15500" y="11899"/>
                </a:lnTo>
                <a:lnTo>
                  <a:pt x="15208" y="11948"/>
                </a:lnTo>
                <a:lnTo>
                  <a:pt x="14916" y="11972"/>
                </a:lnTo>
                <a:lnTo>
                  <a:pt x="14624" y="11972"/>
                </a:lnTo>
                <a:lnTo>
                  <a:pt x="14357" y="11924"/>
                </a:lnTo>
                <a:lnTo>
                  <a:pt x="14235" y="11875"/>
                </a:lnTo>
                <a:lnTo>
                  <a:pt x="14113" y="11802"/>
                </a:lnTo>
                <a:lnTo>
                  <a:pt x="14016" y="11729"/>
                </a:lnTo>
                <a:lnTo>
                  <a:pt x="13919" y="11632"/>
                </a:lnTo>
                <a:lnTo>
                  <a:pt x="13846" y="11534"/>
                </a:lnTo>
                <a:lnTo>
                  <a:pt x="13797" y="11413"/>
                </a:lnTo>
                <a:lnTo>
                  <a:pt x="13773" y="11267"/>
                </a:lnTo>
                <a:lnTo>
                  <a:pt x="13748" y="11096"/>
                </a:lnTo>
                <a:lnTo>
                  <a:pt x="13773" y="10902"/>
                </a:lnTo>
                <a:lnTo>
                  <a:pt x="13821" y="10707"/>
                </a:lnTo>
                <a:lnTo>
                  <a:pt x="13919" y="10537"/>
                </a:lnTo>
                <a:lnTo>
                  <a:pt x="14040" y="10391"/>
                </a:lnTo>
                <a:lnTo>
                  <a:pt x="14284" y="10074"/>
                </a:lnTo>
                <a:lnTo>
                  <a:pt x="14405" y="9928"/>
                </a:lnTo>
                <a:lnTo>
                  <a:pt x="14503" y="9758"/>
                </a:lnTo>
                <a:lnTo>
                  <a:pt x="14746" y="9685"/>
                </a:lnTo>
                <a:lnTo>
                  <a:pt x="14989" y="9637"/>
                </a:lnTo>
                <a:lnTo>
                  <a:pt x="15208" y="9612"/>
                </a:lnTo>
                <a:close/>
                <a:moveTo>
                  <a:pt x="4064" y="9247"/>
                </a:moveTo>
                <a:lnTo>
                  <a:pt x="3870" y="9296"/>
                </a:lnTo>
                <a:lnTo>
                  <a:pt x="3675" y="9345"/>
                </a:lnTo>
                <a:lnTo>
                  <a:pt x="3626" y="9393"/>
                </a:lnTo>
                <a:lnTo>
                  <a:pt x="3578" y="9418"/>
                </a:lnTo>
                <a:lnTo>
                  <a:pt x="3334" y="9491"/>
                </a:lnTo>
                <a:lnTo>
                  <a:pt x="3091" y="9612"/>
                </a:lnTo>
                <a:lnTo>
                  <a:pt x="2848" y="9758"/>
                </a:lnTo>
                <a:lnTo>
                  <a:pt x="2653" y="9928"/>
                </a:lnTo>
                <a:lnTo>
                  <a:pt x="2458" y="10123"/>
                </a:lnTo>
                <a:lnTo>
                  <a:pt x="2337" y="10342"/>
                </a:lnTo>
                <a:lnTo>
                  <a:pt x="2239" y="10585"/>
                </a:lnTo>
                <a:lnTo>
                  <a:pt x="2215" y="10707"/>
                </a:lnTo>
                <a:lnTo>
                  <a:pt x="2215" y="10829"/>
                </a:lnTo>
                <a:lnTo>
                  <a:pt x="2239" y="11023"/>
                </a:lnTo>
                <a:lnTo>
                  <a:pt x="2264" y="11218"/>
                </a:lnTo>
                <a:lnTo>
                  <a:pt x="2337" y="11388"/>
                </a:lnTo>
                <a:lnTo>
                  <a:pt x="2434" y="11559"/>
                </a:lnTo>
                <a:lnTo>
                  <a:pt x="2531" y="11705"/>
                </a:lnTo>
                <a:lnTo>
                  <a:pt x="2653" y="11826"/>
                </a:lnTo>
                <a:lnTo>
                  <a:pt x="2775" y="11948"/>
                </a:lnTo>
                <a:lnTo>
                  <a:pt x="2945" y="12045"/>
                </a:lnTo>
                <a:lnTo>
                  <a:pt x="3091" y="12118"/>
                </a:lnTo>
                <a:lnTo>
                  <a:pt x="3261" y="12216"/>
                </a:lnTo>
                <a:lnTo>
                  <a:pt x="3626" y="12313"/>
                </a:lnTo>
                <a:lnTo>
                  <a:pt x="4016" y="12386"/>
                </a:lnTo>
                <a:lnTo>
                  <a:pt x="4381" y="12435"/>
                </a:lnTo>
                <a:lnTo>
                  <a:pt x="4575" y="12435"/>
                </a:lnTo>
                <a:lnTo>
                  <a:pt x="4746" y="12410"/>
                </a:lnTo>
                <a:lnTo>
                  <a:pt x="4916" y="12386"/>
                </a:lnTo>
                <a:lnTo>
                  <a:pt x="5086" y="12337"/>
                </a:lnTo>
                <a:lnTo>
                  <a:pt x="5232" y="12264"/>
                </a:lnTo>
                <a:lnTo>
                  <a:pt x="5378" y="12191"/>
                </a:lnTo>
                <a:lnTo>
                  <a:pt x="5500" y="12118"/>
                </a:lnTo>
                <a:lnTo>
                  <a:pt x="5622" y="11997"/>
                </a:lnTo>
                <a:lnTo>
                  <a:pt x="5719" y="11875"/>
                </a:lnTo>
                <a:lnTo>
                  <a:pt x="5816" y="11753"/>
                </a:lnTo>
                <a:lnTo>
                  <a:pt x="5889" y="11607"/>
                </a:lnTo>
                <a:lnTo>
                  <a:pt x="5938" y="11461"/>
                </a:lnTo>
                <a:lnTo>
                  <a:pt x="5986" y="11315"/>
                </a:lnTo>
                <a:lnTo>
                  <a:pt x="5986" y="11145"/>
                </a:lnTo>
                <a:lnTo>
                  <a:pt x="5986" y="10950"/>
                </a:lnTo>
                <a:lnTo>
                  <a:pt x="5962" y="10780"/>
                </a:lnTo>
                <a:lnTo>
                  <a:pt x="5913" y="10585"/>
                </a:lnTo>
                <a:lnTo>
                  <a:pt x="5865" y="10415"/>
                </a:lnTo>
                <a:lnTo>
                  <a:pt x="5768" y="10245"/>
                </a:lnTo>
                <a:lnTo>
                  <a:pt x="5670" y="10074"/>
                </a:lnTo>
                <a:lnTo>
                  <a:pt x="5549" y="9928"/>
                </a:lnTo>
                <a:lnTo>
                  <a:pt x="5427" y="9783"/>
                </a:lnTo>
                <a:lnTo>
                  <a:pt x="5281" y="9661"/>
                </a:lnTo>
                <a:lnTo>
                  <a:pt x="5111" y="9539"/>
                </a:lnTo>
                <a:lnTo>
                  <a:pt x="4965" y="9442"/>
                </a:lnTo>
                <a:lnTo>
                  <a:pt x="4794" y="9369"/>
                </a:lnTo>
                <a:lnTo>
                  <a:pt x="4600" y="9296"/>
                </a:lnTo>
                <a:lnTo>
                  <a:pt x="4429" y="9272"/>
                </a:lnTo>
                <a:lnTo>
                  <a:pt x="4235" y="9247"/>
                </a:lnTo>
                <a:close/>
                <a:moveTo>
                  <a:pt x="14916" y="9150"/>
                </a:moveTo>
                <a:lnTo>
                  <a:pt x="14746" y="9199"/>
                </a:lnTo>
                <a:lnTo>
                  <a:pt x="14576" y="9247"/>
                </a:lnTo>
                <a:lnTo>
                  <a:pt x="14405" y="9320"/>
                </a:lnTo>
                <a:lnTo>
                  <a:pt x="14259" y="9418"/>
                </a:lnTo>
                <a:lnTo>
                  <a:pt x="14113" y="9539"/>
                </a:lnTo>
                <a:lnTo>
                  <a:pt x="14065" y="9612"/>
                </a:lnTo>
                <a:lnTo>
                  <a:pt x="14065" y="9710"/>
                </a:lnTo>
                <a:lnTo>
                  <a:pt x="13846" y="9904"/>
                </a:lnTo>
                <a:lnTo>
                  <a:pt x="13676" y="10123"/>
                </a:lnTo>
                <a:lnTo>
                  <a:pt x="13505" y="10366"/>
                </a:lnTo>
                <a:lnTo>
                  <a:pt x="13408" y="10634"/>
                </a:lnTo>
                <a:lnTo>
                  <a:pt x="13335" y="10926"/>
                </a:lnTo>
                <a:lnTo>
                  <a:pt x="13311" y="11194"/>
                </a:lnTo>
                <a:lnTo>
                  <a:pt x="13335" y="11461"/>
                </a:lnTo>
                <a:lnTo>
                  <a:pt x="13359" y="11583"/>
                </a:lnTo>
                <a:lnTo>
                  <a:pt x="13408" y="11705"/>
                </a:lnTo>
                <a:lnTo>
                  <a:pt x="13505" y="11875"/>
                </a:lnTo>
                <a:lnTo>
                  <a:pt x="13627" y="12021"/>
                </a:lnTo>
                <a:lnTo>
                  <a:pt x="13773" y="12143"/>
                </a:lnTo>
                <a:lnTo>
                  <a:pt x="13919" y="12240"/>
                </a:lnTo>
                <a:lnTo>
                  <a:pt x="14089" y="12337"/>
                </a:lnTo>
                <a:lnTo>
                  <a:pt x="14259" y="12386"/>
                </a:lnTo>
                <a:lnTo>
                  <a:pt x="14454" y="12410"/>
                </a:lnTo>
                <a:lnTo>
                  <a:pt x="14649" y="12435"/>
                </a:lnTo>
                <a:lnTo>
                  <a:pt x="14843" y="12459"/>
                </a:lnTo>
                <a:lnTo>
                  <a:pt x="15038" y="12435"/>
                </a:lnTo>
                <a:lnTo>
                  <a:pt x="15452" y="12386"/>
                </a:lnTo>
                <a:lnTo>
                  <a:pt x="15817" y="12289"/>
                </a:lnTo>
                <a:lnTo>
                  <a:pt x="16157" y="12143"/>
                </a:lnTo>
                <a:lnTo>
                  <a:pt x="16303" y="12070"/>
                </a:lnTo>
                <a:lnTo>
                  <a:pt x="16449" y="11972"/>
                </a:lnTo>
                <a:lnTo>
                  <a:pt x="16571" y="11875"/>
                </a:lnTo>
                <a:lnTo>
                  <a:pt x="16693" y="11753"/>
                </a:lnTo>
                <a:lnTo>
                  <a:pt x="16790" y="11607"/>
                </a:lnTo>
                <a:lnTo>
                  <a:pt x="16887" y="11461"/>
                </a:lnTo>
                <a:lnTo>
                  <a:pt x="16936" y="11315"/>
                </a:lnTo>
                <a:lnTo>
                  <a:pt x="16985" y="11169"/>
                </a:lnTo>
                <a:lnTo>
                  <a:pt x="17033" y="10999"/>
                </a:lnTo>
                <a:lnTo>
                  <a:pt x="17033" y="10853"/>
                </a:lnTo>
                <a:lnTo>
                  <a:pt x="17033" y="10683"/>
                </a:lnTo>
                <a:lnTo>
                  <a:pt x="17009" y="10512"/>
                </a:lnTo>
                <a:lnTo>
                  <a:pt x="16936" y="10366"/>
                </a:lnTo>
                <a:lnTo>
                  <a:pt x="16863" y="10220"/>
                </a:lnTo>
                <a:lnTo>
                  <a:pt x="16790" y="10074"/>
                </a:lnTo>
                <a:lnTo>
                  <a:pt x="16668" y="9953"/>
                </a:lnTo>
                <a:lnTo>
                  <a:pt x="16401" y="9685"/>
                </a:lnTo>
                <a:lnTo>
                  <a:pt x="16109" y="9466"/>
                </a:lnTo>
                <a:lnTo>
                  <a:pt x="15963" y="9369"/>
                </a:lnTo>
                <a:lnTo>
                  <a:pt x="15817" y="9296"/>
                </a:lnTo>
                <a:lnTo>
                  <a:pt x="15646" y="9223"/>
                </a:lnTo>
                <a:lnTo>
                  <a:pt x="15452" y="9174"/>
                </a:lnTo>
                <a:lnTo>
                  <a:pt x="15281" y="9150"/>
                </a:lnTo>
                <a:close/>
                <a:moveTo>
                  <a:pt x="12337" y="561"/>
                </a:moveTo>
                <a:lnTo>
                  <a:pt x="12751" y="585"/>
                </a:lnTo>
                <a:lnTo>
                  <a:pt x="13213" y="658"/>
                </a:lnTo>
                <a:lnTo>
                  <a:pt x="13676" y="780"/>
                </a:lnTo>
                <a:lnTo>
                  <a:pt x="14113" y="974"/>
                </a:lnTo>
                <a:lnTo>
                  <a:pt x="14527" y="1193"/>
                </a:lnTo>
                <a:lnTo>
                  <a:pt x="14478" y="1218"/>
                </a:lnTo>
                <a:lnTo>
                  <a:pt x="14211" y="1315"/>
                </a:lnTo>
                <a:lnTo>
                  <a:pt x="14089" y="1412"/>
                </a:lnTo>
                <a:lnTo>
                  <a:pt x="13992" y="1534"/>
                </a:lnTo>
                <a:lnTo>
                  <a:pt x="13967" y="1558"/>
                </a:lnTo>
                <a:lnTo>
                  <a:pt x="13992" y="1607"/>
                </a:lnTo>
                <a:lnTo>
                  <a:pt x="14016" y="1631"/>
                </a:lnTo>
                <a:lnTo>
                  <a:pt x="14211" y="1631"/>
                </a:lnTo>
                <a:lnTo>
                  <a:pt x="14357" y="1583"/>
                </a:lnTo>
                <a:lnTo>
                  <a:pt x="14649" y="1461"/>
                </a:lnTo>
                <a:lnTo>
                  <a:pt x="14819" y="1412"/>
                </a:lnTo>
                <a:lnTo>
                  <a:pt x="15014" y="1558"/>
                </a:lnTo>
                <a:lnTo>
                  <a:pt x="15184" y="1729"/>
                </a:lnTo>
                <a:lnTo>
                  <a:pt x="14892" y="1850"/>
                </a:lnTo>
                <a:lnTo>
                  <a:pt x="14527" y="1996"/>
                </a:lnTo>
                <a:lnTo>
                  <a:pt x="14454" y="1972"/>
                </a:lnTo>
                <a:lnTo>
                  <a:pt x="14381" y="2020"/>
                </a:lnTo>
                <a:lnTo>
                  <a:pt x="14138" y="1923"/>
                </a:lnTo>
                <a:lnTo>
                  <a:pt x="13894" y="1826"/>
                </a:lnTo>
                <a:lnTo>
                  <a:pt x="13651" y="1777"/>
                </a:lnTo>
                <a:lnTo>
                  <a:pt x="13384" y="1729"/>
                </a:lnTo>
                <a:lnTo>
                  <a:pt x="12848" y="1656"/>
                </a:lnTo>
                <a:lnTo>
                  <a:pt x="12337" y="1583"/>
                </a:lnTo>
                <a:lnTo>
                  <a:pt x="11753" y="1510"/>
                </a:lnTo>
                <a:lnTo>
                  <a:pt x="11145" y="1461"/>
                </a:lnTo>
                <a:lnTo>
                  <a:pt x="10537" y="1437"/>
                </a:lnTo>
                <a:lnTo>
                  <a:pt x="9928" y="1412"/>
                </a:lnTo>
                <a:lnTo>
                  <a:pt x="9296" y="1412"/>
                </a:lnTo>
                <a:lnTo>
                  <a:pt x="8663" y="1437"/>
                </a:lnTo>
                <a:lnTo>
                  <a:pt x="8055" y="1485"/>
                </a:lnTo>
                <a:lnTo>
                  <a:pt x="7422" y="1534"/>
                </a:lnTo>
                <a:lnTo>
                  <a:pt x="6814" y="1631"/>
                </a:lnTo>
                <a:lnTo>
                  <a:pt x="6205" y="1729"/>
                </a:lnTo>
                <a:lnTo>
                  <a:pt x="5597" y="1874"/>
                </a:lnTo>
                <a:lnTo>
                  <a:pt x="4989" y="2020"/>
                </a:lnTo>
                <a:lnTo>
                  <a:pt x="4916" y="2069"/>
                </a:lnTo>
                <a:lnTo>
                  <a:pt x="4867" y="2118"/>
                </a:lnTo>
                <a:lnTo>
                  <a:pt x="4819" y="2166"/>
                </a:lnTo>
                <a:lnTo>
                  <a:pt x="4819" y="2239"/>
                </a:lnTo>
                <a:lnTo>
                  <a:pt x="4648" y="2410"/>
                </a:lnTo>
                <a:lnTo>
                  <a:pt x="4527" y="2580"/>
                </a:lnTo>
                <a:lnTo>
                  <a:pt x="4405" y="2799"/>
                </a:lnTo>
                <a:lnTo>
                  <a:pt x="4308" y="2994"/>
                </a:lnTo>
                <a:lnTo>
                  <a:pt x="4162" y="3456"/>
                </a:lnTo>
                <a:lnTo>
                  <a:pt x="4016" y="3870"/>
                </a:lnTo>
                <a:lnTo>
                  <a:pt x="3821" y="4478"/>
                </a:lnTo>
                <a:lnTo>
                  <a:pt x="3651" y="5086"/>
                </a:lnTo>
                <a:lnTo>
                  <a:pt x="3505" y="5695"/>
                </a:lnTo>
                <a:lnTo>
                  <a:pt x="3383" y="6303"/>
                </a:lnTo>
                <a:lnTo>
                  <a:pt x="3383" y="6376"/>
                </a:lnTo>
                <a:lnTo>
                  <a:pt x="3383" y="6425"/>
                </a:lnTo>
                <a:lnTo>
                  <a:pt x="3432" y="6522"/>
                </a:lnTo>
                <a:lnTo>
                  <a:pt x="3432" y="6595"/>
                </a:lnTo>
                <a:lnTo>
                  <a:pt x="3480" y="6644"/>
                </a:lnTo>
                <a:lnTo>
                  <a:pt x="3772" y="6863"/>
                </a:lnTo>
                <a:lnTo>
                  <a:pt x="4089" y="7057"/>
                </a:lnTo>
                <a:lnTo>
                  <a:pt x="4454" y="7203"/>
                </a:lnTo>
                <a:lnTo>
                  <a:pt x="4819" y="7349"/>
                </a:lnTo>
                <a:lnTo>
                  <a:pt x="5184" y="7471"/>
                </a:lnTo>
                <a:lnTo>
                  <a:pt x="5549" y="7568"/>
                </a:lnTo>
                <a:lnTo>
                  <a:pt x="6278" y="7763"/>
                </a:lnTo>
                <a:lnTo>
                  <a:pt x="7057" y="7933"/>
                </a:lnTo>
                <a:lnTo>
                  <a:pt x="7836" y="8031"/>
                </a:lnTo>
                <a:lnTo>
                  <a:pt x="8614" y="8104"/>
                </a:lnTo>
                <a:lnTo>
                  <a:pt x="9417" y="8128"/>
                </a:lnTo>
                <a:lnTo>
                  <a:pt x="10196" y="8128"/>
                </a:lnTo>
                <a:lnTo>
                  <a:pt x="10999" y="8055"/>
                </a:lnTo>
                <a:lnTo>
                  <a:pt x="11778" y="7933"/>
                </a:lnTo>
                <a:lnTo>
                  <a:pt x="12556" y="7787"/>
                </a:lnTo>
                <a:lnTo>
                  <a:pt x="12970" y="7714"/>
                </a:lnTo>
                <a:lnTo>
                  <a:pt x="13359" y="7593"/>
                </a:lnTo>
                <a:lnTo>
                  <a:pt x="14138" y="7349"/>
                </a:lnTo>
                <a:lnTo>
                  <a:pt x="14795" y="7106"/>
                </a:lnTo>
                <a:lnTo>
                  <a:pt x="15135" y="6984"/>
                </a:lnTo>
                <a:lnTo>
                  <a:pt x="15452" y="6814"/>
                </a:lnTo>
                <a:lnTo>
                  <a:pt x="15695" y="6814"/>
                </a:lnTo>
                <a:lnTo>
                  <a:pt x="15914" y="6765"/>
                </a:lnTo>
                <a:lnTo>
                  <a:pt x="16133" y="6668"/>
                </a:lnTo>
                <a:lnTo>
                  <a:pt x="16352" y="6595"/>
                </a:lnTo>
                <a:lnTo>
                  <a:pt x="16766" y="6425"/>
                </a:lnTo>
                <a:lnTo>
                  <a:pt x="16960" y="6327"/>
                </a:lnTo>
                <a:lnTo>
                  <a:pt x="17131" y="6206"/>
                </a:lnTo>
                <a:lnTo>
                  <a:pt x="17301" y="6619"/>
                </a:lnTo>
                <a:lnTo>
                  <a:pt x="17082" y="6692"/>
                </a:lnTo>
                <a:lnTo>
                  <a:pt x="16863" y="6790"/>
                </a:lnTo>
                <a:lnTo>
                  <a:pt x="16425" y="6984"/>
                </a:lnTo>
                <a:lnTo>
                  <a:pt x="15719" y="7252"/>
                </a:lnTo>
                <a:lnTo>
                  <a:pt x="15354" y="7422"/>
                </a:lnTo>
                <a:lnTo>
                  <a:pt x="15038" y="7593"/>
                </a:lnTo>
                <a:lnTo>
                  <a:pt x="15014" y="7617"/>
                </a:lnTo>
                <a:lnTo>
                  <a:pt x="15014" y="7666"/>
                </a:lnTo>
                <a:lnTo>
                  <a:pt x="15014" y="7690"/>
                </a:lnTo>
                <a:lnTo>
                  <a:pt x="15062" y="7690"/>
                </a:lnTo>
                <a:lnTo>
                  <a:pt x="15427" y="7641"/>
                </a:lnTo>
                <a:lnTo>
                  <a:pt x="15792" y="7544"/>
                </a:lnTo>
                <a:lnTo>
                  <a:pt x="16157" y="7422"/>
                </a:lnTo>
                <a:lnTo>
                  <a:pt x="16498" y="7301"/>
                </a:lnTo>
                <a:lnTo>
                  <a:pt x="16960" y="7130"/>
                </a:lnTo>
                <a:lnTo>
                  <a:pt x="17204" y="7033"/>
                </a:lnTo>
                <a:lnTo>
                  <a:pt x="17423" y="6911"/>
                </a:lnTo>
                <a:lnTo>
                  <a:pt x="17569" y="7252"/>
                </a:lnTo>
                <a:lnTo>
                  <a:pt x="17325" y="7276"/>
                </a:lnTo>
                <a:lnTo>
                  <a:pt x="17082" y="7349"/>
                </a:lnTo>
                <a:lnTo>
                  <a:pt x="16595" y="7520"/>
                </a:lnTo>
                <a:lnTo>
                  <a:pt x="16084" y="7690"/>
                </a:lnTo>
                <a:lnTo>
                  <a:pt x="15841" y="7812"/>
                </a:lnTo>
                <a:lnTo>
                  <a:pt x="15719" y="7885"/>
                </a:lnTo>
                <a:lnTo>
                  <a:pt x="15622" y="7958"/>
                </a:lnTo>
                <a:lnTo>
                  <a:pt x="15622" y="7982"/>
                </a:lnTo>
                <a:lnTo>
                  <a:pt x="15622" y="8006"/>
                </a:lnTo>
                <a:lnTo>
                  <a:pt x="15768" y="8031"/>
                </a:lnTo>
                <a:lnTo>
                  <a:pt x="15890" y="8031"/>
                </a:lnTo>
                <a:lnTo>
                  <a:pt x="16182" y="8006"/>
                </a:lnTo>
                <a:lnTo>
                  <a:pt x="16449" y="7933"/>
                </a:lnTo>
                <a:lnTo>
                  <a:pt x="16693" y="7860"/>
                </a:lnTo>
                <a:lnTo>
                  <a:pt x="16960" y="7787"/>
                </a:lnTo>
                <a:lnTo>
                  <a:pt x="17204" y="7690"/>
                </a:lnTo>
                <a:lnTo>
                  <a:pt x="17447" y="7568"/>
                </a:lnTo>
                <a:lnTo>
                  <a:pt x="17642" y="7422"/>
                </a:lnTo>
                <a:lnTo>
                  <a:pt x="17666" y="7471"/>
                </a:lnTo>
                <a:lnTo>
                  <a:pt x="17715" y="7544"/>
                </a:lnTo>
                <a:lnTo>
                  <a:pt x="17788" y="7568"/>
                </a:lnTo>
                <a:lnTo>
                  <a:pt x="17812" y="7763"/>
                </a:lnTo>
                <a:lnTo>
                  <a:pt x="17836" y="7958"/>
                </a:lnTo>
                <a:lnTo>
                  <a:pt x="17934" y="8347"/>
                </a:lnTo>
                <a:lnTo>
                  <a:pt x="17763" y="8396"/>
                </a:lnTo>
                <a:lnTo>
                  <a:pt x="17593" y="8444"/>
                </a:lnTo>
                <a:lnTo>
                  <a:pt x="17252" y="8590"/>
                </a:lnTo>
                <a:lnTo>
                  <a:pt x="16790" y="8761"/>
                </a:lnTo>
                <a:lnTo>
                  <a:pt x="16547" y="8834"/>
                </a:lnTo>
                <a:lnTo>
                  <a:pt x="16328" y="8955"/>
                </a:lnTo>
                <a:lnTo>
                  <a:pt x="16303" y="8955"/>
                </a:lnTo>
                <a:lnTo>
                  <a:pt x="16303" y="8980"/>
                </a:lnTo>
                <a:lnTo>
                  <a:pt x="16328" y="9004"/>
                </a:lnTo>
                <a:lnTo>
                  <a:pt x="16328" y="9028"/>
                </a:lnTo>
                <a:lnTo>
                  <a:pt x="16595" y="9028"/>
                </a:lnTo>
                <a:lnTo>
                  <a:pt x="16839" y="9004"/>
                </a:lnTo>
                <a:lnTo>
                  <a:pt x="17106" y="8955"/>
                </a:lnTo>
                <a:lnTo>
                  <a:pt x="17350" y="8882"/>
                </a:lnTo>
                <a:lnTo>
                  <a:pt x="17666" y="8785"/>
                </a:lnTo>
                <a:lnTo>
                  <a:pt x="17836" y="8712"/>
                </a:lnTo>
                <a:lnTo>
                  <a:pt x="18007" y="8639"/>
                </a:lnTo>
                <a:lnTo>
                  <a:pt x="18031" y="8809"/>
                </a:lnTo>
                <a:lnTo>
                  <a:pt x="17812" y="8907"/>
                </a:lnTo>
                <a:lnTo>
                  <a:pt x="17617" y="9004"/>
                </a:lnTo>
                <a:lnTo>
                  <a:pt x="17398" y="9077"/>
                </a:lnTo>
                <a:lnTo>
                  <a:pt x="17155" y="9174"/>
                </a:lnTo>
                <a:lnTo>
                  <a:pt x="16936" y="9247"/>
                </a:lnTo>
                <a:lnTo>
                  <a:pt x="16741" y="9369"/>
                </a:lnTo>
                <a:lnTo>
                  <a:pt x="16717" y="9418"/>
                </a:lnTo>
                <a:lnTo>
                  <a:pt x="16717" y="9466"/>
                </a:lnTo>
                <a:lnTo>
                  <a:pt x="16741" y="9515"/>
                </a:lnTo>
                <a:lnTo>
                  <a:pt x="16790" y="9539"/>
                </a:lnTo>
                <a:lnTo>
                  <a:pt x="16887" y="9564"/>
                </a:lnTo>
                <a:lnTo>
                  <a:pt x="17228" y="9564"/>
                </a:lnTo>
                <a:lnTo>
                  <a:pt x="17471" y="9491"/>
                </a:lnTo>
                <a:lnTo>
                  <a:pt x="17690" y="9442"/>
                </a:lnTo>
                <a:lnTo>
                  <a:pt x="17885" y="9369"/>
                </a:lnTo>
                <a:lnTo>
                  <a:pt x="18080" y="9272"/>
                </a:lnTo>
                <a:lnTo>
                  <a:pt x="18128" y="9564"/>
                </a:lnTo>
                <a:lnTo>
                  <a:pt x="17958" y="9612"/>
                </a:lnTo>
                <a:lnTo>
                  <a:pt x="17812" y="9661"/>
                </a:lnTo>
                <a:lnTo>
                  <a:pt x="17301" y="9880"/>
                </a:lnTo>
                <a:lnTo>
                  <a:pt x="17228" y="9928"/>
                </a:lnTo>
                <a:lnTo>
                  <a:pt x="17155" y="10001"/>
                </a:lnTo>
                <a:lnTo>
                  <a:pt x="17106" y="10074"/>
                </a:lnTo>
                <a:lnTo>
                  <a:pt x="17033" y="10147"/>
                </a:lnTo>
                <a:lnTo>
                  <a:pt x="17009" y="10172"/>
                </a:lnTo>
                <a:lnTo>
                  <a:pt x="17033" y="10172"/>
                </a:lnTo>
                <a:lnTo>
                  <a:pt x="17106" y="10196"/>
                </a:lnTo>
                <a:lnTo>
                  <a:pt x="17204" y="10220"/>
                </a:lnTo>
                <a:lnTo>
                  <a:pt x="17277" y="10245"/>
                </a:lnTo>
                <a:lnTo>
                  <a:pt x="17471" y="10245"/>
                </a:lnTo>
                <a:lnTo>
                  <a:pt x="17593" y="10196"/>
                </a:lnTo>
                <a:lnTo>
                  <a:pt x="17812" y="10123"/>
                </a:lnTo>
                <a:lnTo>
                  <a:pt x="17982" y="10074"/>
                </a:lnTo>
                <a:lnTo>
                  <a:pt x="18153" y="9977"/>
                </a:lnTo>
                <a:lnTo>
                  <a:pt x="18153" y="10220"/>
                </a:lnTo>
                <a:lnTo>
                  <a:pt x="18031" y="10269"/>
                </a:lnTo>
                <a:lnTo>
                  <a:pt x="17909" y="10318"/>
                </a:lnTo>
                <a:lnTo>
                  <a:pt x="17690" y="10415"/>
                </a:lnTo>
                <a:lnTo>
                  <a:pt x="17471" y="10512"/>
                </a:lnTo>
                <a:lnTo>
                  <a:pt x="17301" y="10634"/>
                </a:lnTo>
                <a:lnTo>
                  <a:pt x="17204" y="10731"/>
                </a:lnTo>
                <a:lnTo>
                  <a:pt x="17131" y="10829"/>
                </a:lnTo>
                <a:lnTo>
                  <a:pt x="17131" y="10853"/>
                </a:lnTo>
                <a:lnTo>
                  <a:pt x="17155" y="10902"/>
                </a:lnTo>
                <a:lnTo>
                  <a:pt x="17374" y="10902"/>
                </a:lnTo>
                <a:lnTo>
                  <a:pt x="17593" y="10877"/>
                </a:lnTo>
                <a:lnTo>
                  <a:pt x="17788" y="10804"/>
                </a:lnTo>
                <a:lnTo>
                  <a:pt x="17982" y="10731"/>
                </a:lnTo>
                <a:lnTo>
                  <a:pt x="18153" y="10683"/>
                </a:lnTo>
                <a:lnTo>
                  <a:pt x="18128" y="11169"/>
                </a:lnTo>
                <a:lnTo>
                  <a:pt x="17861" y="11267"/>
                </a:lnTo>
                <a:lnTo>
                  <a:pt x="17617" y="11364"/>
                </a:lnTo>
                <a:lnTo>
                  <a:pt x="17447" y="11413"/>
                </a:lnTo>
                <a:lnTo>
                  <a:pt x="17277" y="11461"/>
                </a:lnTo>
                <a:lnTo>
                  <a:pt x="17106" y="11510"/>
                </a:lnTo>
                <a:lnTo>
                  <a:pt x="16960" y="11607"/>
                </a:lnTo>
                <a:lnTo>
                  <a:pt x="16936" y="11632"/>
                </a:lnTo>
                <a:lnTo>
                  <a:pt x="16936" y="11680"/>
                </a:lnTo>
                <a:lnTo>
                  <a:pt x="16960" y="11729"/>
                </a:lnTo>
                <a:lnTo>
                  <a:pt x="16985" y="11753"/>
                </a:lnTo>
                <a:lnTo>
                  <a:pt x="17106" y="11802"/>
                </a:lnTo>
                <a:lnTo>
                  <a:pt x="17228" y="11826"/>
                </a:lnTo>
                <a:lnTo>
                  <a:pt x="17374" y="11826"/>
                </a:lnTo>
                <a:lnTo>
                  <a:pt x="17544" y="11778"/>
                </a:lnTo>
                <a:lnTo>
                  <a:pt x="17690" y="11753"/>
                </a:lnTo>
                <a:lnTo>
                  <a:pt x="17836" y="11680"/>
                </a:lnTo>
                <a:lnTo>
                  <a:pt x="17982" y="11607"/>
                </a:lnTo>
                <a:lnTo>
                  <a:pt x="18104" y="11510"/>
                </a:lnTo>
                <a:lnTo>
                  <a:pt x="18080" y="11656"/>
                </a:lnTo>
                <a:lnTo>
                  <a:pt x="17934" y="11705"/>
                </a:lnTo>
                <a:lnTo>
                  <a:pt x="17763" y="11753"/>
                </a:lnTo>
                <a:lnTo>
                  <a:pt x="17471" y="11899"/>
                </a:lnTo>
                <a:lnTo>
                  <a:pt x="17301" y="11948"/>
                </a:lnTo>
                <a:lnTo>
                  <a:pt x="17106" y="11972"/>
                </a:lnTo>
                <a:lnTo>
                  <a:pt x="16936" y="12021"/>
                </a:lnTo>
                <a:lnTo>
                  <a:pt x="16839" y="12045"/>
                </a:lnTo>
                <a:lnTo>
                  <a:pt x="16766" y="12094"/>
                </a:lnTo>
                <a:lnTo>
                  <a:pt x="16741" y="12143"/>
                </a:lnTo>
                <a:lnTo>
                  <a:pt x="16741" y="12167"/>
                </a:lnTo>
                <a:lnTo>
                  <a:pt x="16766" y="12240"/>
                </a:lnTo>
                <a:lnTo>
                  <a:pt x="16863" y="12289"/>
                </a:lnTo>
                <a:lnTo>
                  <a:pt x="16960" y="12337"/>
                </a:lnTo>
                <a:lnTo>
                  <a:pt x="17058" y="12362"/>
                </a:lnTo>
                <a:lnTo>
                  <a:pt x="17155" y="12362"/>
                </a:lnTo>
                <a:lnTo>
                  <a:pt x="17374" y="12313"/>
                </a:lnTo>
                <a:lnTo>
                  <a:pt x="17569" y="12289"/>
                </a:lnTo>
                <a:lnTo>
                  <a:pt x="17812" y="12216"/>
                </a:lnTo>
                <a:lnTo>
                  <a:pt x="18007" y="12094"/>
                </a:lnTo>
                <a:lnTo>
                  <a:pt x="17934" y="12435"/>
                </a:lnTo>
                <a:lnTo>
                  <a:pt x="17788" y="12459"/>
                </a:lnTo>
                <a:lnTo>
                  <a:pt x="17642" y="12508"/>
                </a:lnTo>
                <a:lnTo>
                  <a:pt x="17325" y="12629"/>
                </a:lnTo>
                <a:lnTo>
                  <a:pt x="16839" y="12751"/>
                </a:lnTo>
                <a:lnTo>
                  <a:pt x="16328" y="12897"/>
                </a:lnTo>
                <a:lnTo>
                  <a:pt x="16303" y="12897"/>
                </a:lnTo>
                <a:lnTo>
                  <a:pt x="16303" y="12946"/>
                </a:lnTo>
                <a:lnTo>
                  <a:pt x="16303" y="12970"/>
                </a:lnTo>
                <a:lnTo>
                  <a:pt x="16328" y="12970"/>
                </a:lnTo>
                <a:lnTo>
                  <a:pt x="16571" y="13019"/>
                </a:lnTo>
                <a:lnTo>
                  <a:pt x="16814" y="13019"/>
                </a:lnTo>
                <a:lnTo>
                  <a:pt x="17058" y="12994"/>
                </a:lnTo>
                <a:lnTo>
                  <a:pt x="17277" y="12946"/>
                </a:lnTo>
                <a:lnTo>
                  <a:pt x="17569" y="12897"/>
                </a:lnTo>
                <a:lnTo>
                  <a:pt x="17861" y="12824"/>
                </a:lnTo>
                <a:lnTo>
                  <a:pt x="17739" y="13286"/>
                </a:lnTo>
                <a:lnTo>
                  <a:pt x="15671" y="13286"/>
                </a:lnTo>
                <a:lnTo>
                  <a:pt x="13627" y="13311"/>
                </a:lnTo>
                <a:lnTo>
                  <a:pt x="9515" y="13359"/>
                </a:lnTo>
                <a:lnTo>
                  <a:pt x="5232" y="13408"/>
                </a:lnTo>
                <a:lnTo>
                  <a:pt x="3115" y="13432"/>
                </a:lnTo>
                <a:lnTo>
                  <a:pt x="1509" y="13432"/>
                </a:lnTo>
                <a:lnTo>
                  <a:pt x="1388" y="12654"/>
                </a:lnTo>
                <a:lnTo>
                  <a:pt x="1290" y="11851"/>
                </a:lnTo>
                <a:lnTo>
                  <a:pt x="1266" y="11048"/>
                </a:lnTo>
                <a:lnTo>
                  <a:pt x="1266" y="10245"/>
                </a:lnTo>
                <a:lnTo>
                  <a:pt x="1290" y="9442"/>
                </a:lnTo>
                <a:lnTo>
                  <a:pt x="1363" y="8615"/>
                </a:lnTo>
                <a:lnTo>
                  <a:pt x="1436" y="8152"/>
                </a:lnTo>
                <a:lnTo>
                  <a:pt x="1485" y="7690"/>
                </a:lnTo>
                <a:lnTo>
                  <a:pt x="1777" y="6936"/>
                </a:lnTo>
                <a:lnTo>
                  <a:pt x="2385" y="5305"/>
                </a:lnTo>
                <a:lnTo>
                  <a:pt x="2653" y="4575"/>
                </a:lnTo>
                <a:lnTo>
                  <a:pt x="2921" y="3821"/>
                </a:lnTo>
                <a:lnTo>
                  <a:pt x="3067" y="3456"/>
                </a:lnTo>
                <a:lnTo>
                  <a:pt x="3237" y="3091"/>
                </a:lnTo>
                <a:lnTo>
                  <a:pt x="3407" y="2750"/>
                </a:lnTo>
                <a:lnTo>
                  <a:pt x="3602" y="2410"/>
                </a:lnTo>
                <a:lnTo>
                  <a:pt x="3748" y="2215"/>
                </a:lnTo>
                <a:lnTo>
                  <a:pt x="3894" y="2045"/>
                </a:lnTo>
                <a:lnTo>
                  <a:pt x="4064" y="1899"/>
                </a:lnTo>
                <a:lnTo>
                  <a:pt x="4283" y="1753"/>
                </a:lnTo>
                <a:lnTo>
                  <a:pt x="4502" y="1607"/>
                </a:lnTo>
                <a:lnTo>
                  <a:pt x="4721" y="1485"/>
                </a:lnTo>
                <a:lnTo>
                  <a:pt x="4989" y="1388"/>
                </a:lnTo>
                <a:lnTo>
                  <a:pt x="5232" y="1291"/>
                </a:lnTo>
                <a:lnTo>
                  <a:pt x="5816" y="1096"/>
                </a:lnTo>
                <a:lnTo>
                  <a:pt x="6400" y="950"/>
                </a:lnTo>
                <a:lnTo>
                  <a:pt x="7033" y="853"/>
                </a:lnTo>
                <a:lnTo>
                  <a:pt x="7641" y="755"/>
                </a:lnTo>
                <a:lnTo>
                  <a:pt x="8249" y="707"/>
                </a:lnTo>
                <a:lnTo>
                  <a:pt x="8858" y="658"/>
                </a:lnTo>
                <a:lnTo>
                  <a:pt x="9904" y="609"/>
                </a:lnTo>
                <a:lnTo>
                  <a:pt x="10707" y="609"/>
                </a:lnTo>
                <a:lnTo>
                  <a:pt x="11121" y="585"/>
                </a:lnTo>
                <a:lnTo>
                  <a:pt x="11534" y="561"/>
                </a:lnTo>
                <a:close/>
                <a:moveTo>
                  <a:pt x="2410" y="13919"/>
                </a:moveTo>
                <a:lnTo>
                  <a:pt x="2239" y="14089"/>
                </a:lnTo>
                <a:lnTo>
                  <a:pt x="2093" y="14260"/>
                </a:lnTo>
                <a:lnTo>
                  <a:pt x="1850" y="14649"/>
                </a:lnTo>
                <a:lnTo>
                  <a:pt x="1826" y="14479"/>
                </a:lnTo>
                <a:lnTo>
                  <a:pt x="1850" y="14308"/>
                </a:lnTo>
                <a:lnTo>
                  <a:pt x="1899" y="14114"/>
                </a:lnTo>
                <a:lnTo>
                  <a:pt x="1972" y="13919"/>
                </a:lnTo>
                <a:close/>
                <a:moveTo>
                  <a:pt x="14746" y="13846"/>
                </a:moveTo>
                <a:lnTo>
                  <a:pt x="14649" y="13992"/>
                </a:lnTo>
                <a:lnTo>
                  <a:pt x="14551" y="14138"/>
                </a:lnTo>
                <a:lnTo>
                  <a:pt x="14405" y="14430"/>
                </a:lnTo>
                <a:lnTo>
                  <a:pt x="14235" y="14771"/>
                </a:lnTo>
                <a:lnTo>
                  <a:pt x="14235" y="14527"/>
                </a:lnTo>
                <a:lnTo>
                  <a:pt x="14259" y="14284"/>
                </a:lnTo>
                <a:lnTo>
                  <a:pt x="14235" y="14065"/>
                </a:lnTo>
                <a:lnTo>
                  <a:pt x="14211" y="13943"/>
                </a:lnTo>
                <a:lnTo>
                  <a:pt x="14186" y="13846"/>
                </a:lnTo>
                <a:close/>
                <a:moveTo>
                  <a:pt x="2994" y="13919"/>
                </a:moveTo>
                <a:lnTo>
                  <a:pt x="2848" y="14065"/>
                </a:lnTo>
                <a:lnTo>
                  <a:pt x="2702" y="14211"/>
                </a:lnTo>
                <a:lnTo>
                  <a:pt x="2458" y="14552"/>
                </a:lnTo>
                <a:lnTo>
                  <a:pt x="2288" y="14819"/>
                </a:lnTo>
                <a:lnTo>
                  <a:pt x="2191" y="15014"/>
                </a:lnTo>
                <a:lnTo>
                  <a:pt x="2142" y="15184"/>
                </a:lnTo>
                <a:lnTo>
                  <a:pt x="2045" y="15087"/>
                </a:lnTo>
                <a:lnTo>
                  <a:pt x="2239" y="14771"/>
                </a:lnTo>
                <a:lnTo>
                  <a:pt x="2434" y="14479"/>
                </a:lnTo>
                <a:lnTo>
                  <a:pt x="2629" y="14211"/>
                </a:lnTo>
                <a:lnTo>
                  <a:pt x="2799" y="13919"/>
                </a:lnTo>
                <a:close/>
                <a:moveTo>
                  <a:pt x="4405" y="14381"/>
                </a:moveTo>
                <a:lnTo>
                  <a:pt x="4381" y="14649"/>
                </a:lnTo>
                <a:lnTo>
                  <a:pt x="4308" y="14941"/>
                </a:lnTo>
                <a:lnTo>
                  <a:pt x="4259" y="15087"/>
                </a:lnTo>
                <a:lnTo>
                  <a:pt x="4162" y="15209"/>
                </a:lnTo>
                <a:lnTo>
                  <a:pt x="4040" y="15330"/>
                </a:lnTo>
                <a:lnTo>
                  <a:pt x="3894" y="15403"/>
                </a:lnTo>
                <a:lnTo>
                  <a:pt x="3894" y="15403"/>
                </a:lnTo>
                <a:lnTo>
                  <a:pt x="4016" y="15160"/>
                </a:lnTo>
                <a:lnTo>
                  <a:pt x="4235" y="14771"/>
                </a:lnTo>
                <a:lnTo>
                  <a:pt x="4308" y="14576"/>
                </a:lnTo>
                <a:lnTo>
                  <a:pt x="4405" y="14381"/>
                </a:lnTo>
                <a:close/>
                <a:moveTo>
                  <a:pt x="3845" y="13895"/>
                </a:moveTo>
                <a:lnTo>
                  <a:pt x="3651" y="14041"/>
                </a:lnTo>
                <a:lnTo>
                  <a:pt x="3456" y="14211"/>
                </a:lnTo>
                <a:lnTo>
                  <a:pt x="3286" y="14406"/>
                </a:lnTo>
                <a:lnTo>
                  <a:pt x="3140" y="14625"/>
                </a:lnTo>
                <a:lnTo>
                  <a:pt x="2848" y="15038"/>
                </a:lnTo>
                <a:lnTo>
                  <a:pt x="2629" y="15476"/>
                </a:lnTo>
                <a:lnTo>
                  <a:pt x="2629" y="15501"/>
                </a:lnTo>
                <a:lnTo>
                  <a:pt x="2458" y="15428"/>
                </a:lnTo>
                <a:lnTo>
                  <a:pt x="2556" y="15306"/>
                </a:lnTo>
                <a:lnTo>
                  <a:pt x="2629" y="15160"/>
                </a:lnTo>
                <a:lnTo>
                  <a:pt x="2726" y="14941"/>
                </a:lnTo>
                <a:lnTo>
                  <a:pt x="2896" y="14673"/>
                </a:lnTo>
                <a:lnTo>
                  <a:pt x="3067" y="14406"/>
                </a:lnTo>
                <a:lnTo>
                  <a:pt x="3261" y="14162"/>
                </a:lnTo>
                <a:lnTo>
                  <a:pt x="3432" y="13919"/>
                </a:lnTo>
                <a:lnTo>
                  <a:pt x="3845" y="13895"/>
                </a:lnTo>
                <a:close/>
                <a:moveTo>
                  <a:pt x="4381" y="13895"/>
                </a:moveTo>
                <a:lnTo>
                  <a:pt x="4381" y="14065"/>
                </a:lnTo>
                <a:lnTo>
                  <a:pt x="4186" y="14260"/>
                </a:lnTo>
                <a:lnTo>
                  <a:pt x="4016" y="14503"/>
                </a:lnTo>
                <a:lnTo>
                  <a:pt x="3724" y="14990"/>
                </a:lnTo>
                <a:lnTo>
                  <a:pt x="3529" y="15257"/>
                </a:lnTo>
                <a:lnTo>
                  <a:pt x="3359" y="15549"/>
                </a:lnTo>
                <a:lnTo>
                  <a:pt x="3261" y="15574"/>
                </a:lnTo>
                <a:lnTo>
                  <a:pt x="2994" y="15574"/>
                </a:lnTo>
                <a:lnTo>
                  <a:pt x="3237" y="15160"/>
                </a:lnTo>
                <a:lnTo>
                  <a:pt x="3505" y="14746"/>
                </a:lnTo>
                <a:lnTo>
                  <a:pt x="3821" y="14333"/>
                </a:lnTo>
                <a:lnTo>
                  <a:pt x="3967" y="14114"/>
                </a:lnTo>
                <a:lnTo>
                  <a:pt x="4113" y="13895"/>
                </a:lnTo>
                <a:close/>
                <a:moveTo>
                  <a:pt x="15865" y="13846"/>
                </a:moveTo>
                <a:lnTo>
                  <a:pt x="15695" y="13968"/>
                </a:lnTo>
                <a:lnTo>
                  <a:pt x="15525" y="14089"/>
                </a:lnTo>
                <a:lnTo>
                  <a:pt x="15403" y="14211"/>
                </a:lnTo>
                <a:lnTo>
                  <a:pt x="15306" y="14333"/>
                </a:lnTo>
                <a:lnTo>
                  <a:pt x="15111" y="14625"/>
                </a:lnTo>
                <a:lnTo>
                  <a:pt x="14965" y="14844"/>
                </a:lnTo>
                <a:lnTo>
                  <a:pt x="14819" y="15063"/>
                </a:lnTo>
                <a:lnTo>
                  <a:pt x="14746" y="15184"/>
                </a:lnTo>
                <a:lnTo>
                  <a:pt x="14697" y="15306"/>
                </a:lnTo>
                <a:lnTo>
                  <a:pt x="14673" y="15452"/>
                </a:lnTo>
                <a:lnTo>
                  <a:pt x="14673" y="15574"/>
                </a:lnTo>
                <a:lnTo>
                  <a:pt x="14503" y="15428"/>
                </a:lnTo>
                <a:lnTo>
                  <a:pt x="14381" y="15257"/>
                </a:lnTo>
                <a:lnTo>
                  <a:pt x="14478" y="15111"/>
                </a:lnTo>
                <a:lnTo>
                  <a:pt x="14551" y="14965"/>
                </a:lnTo>
                <a:lnTo>
                  <a:pt x="14673" y="14673"/>
                </a:lnTo>
                <a:lnTo>
                  <a:pt x="14819" y="14284"/>
                </a:lnTo>
                <a:lnTo>
                  <a:pt x="14868" y="14065"/>
                </a:lnTo>
                <a:lnTo>
                  <a:pt x="14892" y="13870"/>
                </a:lnTo>
                <a:lnTo>
                  <a:pt x="14868" y="13846"/>
                </a:lnTo>
                <a:close/>
                <a:moveTo>
                  <a:pt x="16790" y="14625"/>
                </a:moveTo>
                <a:lnTo>
                  <a:pt x="16766" y="14917"/>
                </a:lnTo>
                <a:lnTo>
                  <a:pt x="16717" y="15184"/>
                </a:lnTo>
                <a:lnTo>
                  <a:pt x="16644" y="15330"/>
                </a:lnTo>
                <a:lnTo>
                  <a:pt x="16571" y="15452"/>
                </a:lnTo>
                <a:lnTo>
                  <a:pt x="16449" y="15574"/>
                </a:lnTo>
                <a:lnTo>
                  <a:pt x="16352" y="15647"/>
                </a:lnTo>
                <a:lnTo>
                  <a:pt x="16352" y="15647"/>
                </a:lnTo>
                <a:lnTo>
                  <a:pt x="16571" y="15111"/>
                </a:lnTo>
                <a:lnTo>
                  <a:pt x="16693" y="14868"/>
                </a:lnTo>
                <a:lnTo>
                  <a:pt x="16790" y="14625"/>
                </a:lnTo>
                <a:close/>
                <a:moveTo>
                  <a:pt x="16498" y="13846"/>
                </a:moveTo>
                <a:lnTo>
                  <a:pt x="16328" y="14041"/>
                </a:lnTo>
                <a:lnTo>
                  <a:pt x="16133" y="14260"/>
                </a:lnTo>
                <a:lnTo>
                  <a:pt x="15987" y="14479"/>
                </a:lnTo>
                <a:lnTo>
                  <a:pt x="15817" y="14746"/>
                </a:lnTo>
                <a:lnTo>
                  <a:pt x="15525" y="15257"/>
                </a:lnTo>
                <a:lnTo>
                  <a:pt x="15379" y="15549"/>
                </a:lnTo>
                <a:lnTo>
                  <a:pt x="15257" y="15817"/>
                </a:lnTo>
                <a:lnTo>
                  <a:pt x="15062" y="15768"/>
                </a:lnTo>
                <a:lnTo>
                  <a:pt x="14868" y="15695"/>
                </a:lnTo>
                <a:lnTo>
                  <a:pt x="14965" y="15622"/>
                </a:lnTo>
                <a:lnTo>
                  <a:pt x="15038" y="15549"/>
                </a:lnTo>
                <a:lnTo>
                  <a:pt x="15160" y="15355"/>
                </a:lnTo>
                <a:lnTo>
                  <a:pt x="15379" y="14941"/>
                </a:lnTo>
                <a:lnTo>
                  <a:pt x="15719" y="14381"/>
                </a:lnTo>
                <a:lnTo>
                  <a:pt x="15817" y="14260"/>
                </a:lnTo>
                <a:lnTo>
                  <a:pt x="15865" y="14114"/>
                </a:lnTo>
                <a:lnTo>
                  <a:pt x="16011" y="13846"/>
                </a:lnTo>
                <a:close/>
                <a:moveTo>
                  <a:pt x="16717" y="13846"/>
                </a:moveTo>
                <a:lnTo>
                  <a:pt x="16766" y="14235"/>
                </a:lnTo>
                <a:lnTo>
                  <a:pt x="16620" y="14430"/>
                </a:lnTo>
                <a:lnTo>
                  <a:pt x="16474" y="14625"/>
                </a:lnTo>
                <a:lnTo>
                  <a:pt x="16255" y="15063"/>
                </a:lnTo>
                <a:lnTo>
                  <a:pt x="16084" y="15428"/>
                </a:lnTo>
                <a:lnTo>
                  <a:pt x="15987" y="15622"/>
                </a:lnTo>
                <a:lnTo>
                  <a:pt x="15938" y="15817"/>
                </a:lnTo>
                <a:lnTo>
                  <a:pt x="15646" y="15841"/>
                </a:lnTo>
                <a:lnTo>
                  <a:pt x="15890" y="15379"/>
                </a:lnTo>
                <a:lnTo>
                  <a:pt x="16133" y="14917"/>
                </a:lnTo>
                <a:lnTo>
                  <a:pt x="16401" y="14381"/>
                </a:lnTo>
                <a:lnTo>
                  <a:pt x="16644" y="13846"/>
                </a:lnTo>
                <a:close/>
                <a:moveTo>
                  <a:pt x="8493" y="1"/>
                </a:moveTo>
                <a:lnTo>
                  <a:pt x="7884" y="25"/>
                </a:lnTo>
                <a:lnTo>
                  <a:pt x="7252" y="98"/>
                </a:lnTo>
                <a:lnTo>
                  <a:pt x="6619" y="171"/>
                </a:lnTo>
                <a:lnTo>
                  <a:pt x="6011" y="317"/>
                </a:lnTo>
                <a:lnTo>
                  <a:pt x="5427" y="488"/>
                </a:lnTo>
                <a:lnTo>
                  <a:pt x="5135" y="585"/>
                </a:lnTo>
                <a:lnTo>
                  <a:pt x="4867" y="707"/>
                </a:lnTo>
                <a:lnTo>
                  <a:pt x="4600" y="853"/>
                </a:lnTo>
                <a:lnTo>
                  <a:pt x="4356" y="999"/>
                </a:lnTo>
                <a:lnTo>
                  <a:pt x="4113" y="1169"/>
                </a:lnTo>
                <a:lnTo>
                  <a:pt x="3894" y="1339"/>
                </a:lnTo>
                <a:lnTo>
                  <a:pt x="3699" y="1534"/>
                </a:lnTo>
                <a:lnTo>
                  <a:pt x="3529" y="1753"/>
                </a:lnTo>
                <a:lnTo>
                  <a:pt x="3310" y="2045"/>
                </a:lnTo>
                <a:lnTo>
                  <a:pt x="3115" y="2385"/>
                </a:lnTo>
                <a:lnTo>
                  <a:pt x="2945" y="2702"/>
                </a:lnTo>
                <a:lnTo>
                  <a:pt x="2799" y="3042"/>
                </a:lnTo>
                <a:lnTo>
                  <a:pt x="2507" y="3748"/>
                </a:lnTo>
                <a:lnTo>
                  <a:pt x="2264" y="4454"/>
                </a:lnTo>
                <a:lnTo>
                  <a:pt x="2142" y="4405"/>
                </a:lnTo>
                <a:lnTo>
                  <a:pt x="2020" y="4356"/>
                </a:lnTo>
                <a:lnTo>
                  <a:pt x="1728" y="4356"/>
                </a:lnTo>
                <a:lnTo>
                  <a:pt x="1412" y="4405"/>
                </a:lnTo>
                <a:lnTo>
                  <a:pt x="1193" y="4478"/>
                </a:lnTo>
                <a:lnTo>
                  <a:pt x="998" y="4551"/>
                </a:lnTo>
                <a:lnTo>
                  <a:pt x="804" y="4624"/>
                </a:lnTo>
                <a:lnTo>
                  <a:pt x="633" y="4746"/>
                </a:lnTo>
                <a:lnTo>
                  <a:pt x="487" y="4867"/>
                </a:lnTo>
                <a:lnTo>
                  <a:pt x="366" y="5013"/>
                </a:lnTo>
                <a:lnTo>
                  <a:pt x="244" y="5159"/>
                </a:lnTo>
                <a:lnTo>
                  <a:pt x="147" y="5354"/>
                </a:lnTo>
                <a:lnTo>
                  <a:pt x="49" y="5524"/>
                </a:lnTo>
                <a:lnTo>
                  <a:pt x="25" y="5695"/>
                </a:lnTo>
                <a:lnTo>
                  <a:pt x="1" y="5865"/>
                </a:lnTo>
                <a:lnTo>
                  <a:pt x="25" y="6060"/>
                </a:lnTo>
                <a:lnTo>
                  <a:pt x="49" y="6230"/>
                </a:lnTo>
                <a:lnTo>
                  <a:pt x="122" y="6400"/>
                </a:lnTo>
                <a:lnTo>
                  <a:pt x="220" y="6571"/>
                </a:lnTo>
                <a:lnTo>
                  <a:pt x="317" y="6692"/>
                </a:lnTo>
                <a:lnTo>
                  <a:pt x="463" y="6814"/>
                </a:lnTo>
                <a:lnTo>
                  <a:pt x="658" y="6911"/>
                </a:lnTo>
                <a:lnTo>
                  <a:pt x="901" y="6984"/>
                </a:lnTo>
                <a:lnTo>
                  <a:pt x="1023" y="6984"/>
                </a:lnTo>
                <a:lnTo>
                  <a:pt x="1120" y="7009"/>
                </a:lnTo>
                <a:lnTo>
                  <a:pt x="1242" y="6984"/>
                </a:lnTo>
                <a:lnTo>
                  <a:pt x="1363" y="6960"/>
                </a:lnTo>
                <a:lnTo>
                  <a:pt x="1169" y="7495"/>
                </a:lnTo>
                <a:lnTo>
                  <a:pt x="1071" y="7739"/>
                </a:lnTo>
                <a:lnTo>
                  <a:pt x="998" y="8006"/>
                </a:lnTo>
                <a:lnTo>
                  <a:pt x="901" y="8542"/>
                </a:lnTo>
                <a:lnTo>
                  <a:pt x="779" y="9393"/>
                </a:lnTo>
                <a:lnTo>
                  <a:pt x="731" y="10245"/>
                </a:lnTo>
                <a:lnTo>
                  <a:pt x="731" y="11072"/>
                </a:lnTo>
                <a:lnTo>
                  <a:pt x="755" y="11875"/>
                </a:lnTo>
                <a:lnTo>
                  <a:pt x="852" y="12702"/>
                </a:lnTo>
                <a:lnTo>
                  <a:pt x="974" y="13505"/>
                </a:lnTo>
                <a:lnTo>
                  <a:pt x="925" y="13505"/>
                </a:lnTo>
                <a:lnTo>
                  <a:pt x="877" y="13530"/>
                </a:lnTo>
                <a:lnTo>
                  <a:pt x="828" y="13578"/>
                </a:lnTo>
                <a:lnTo>
                  <a:pt x="804" y="13627"/>
                </a:lnTo>
                <a:lnTo>
                  <a:pt x="804" y="13676"/>
                </a:lnTo>
                <a:lnTo>
                  <a:pt x="804" y="13749"/>
                </a:lnTo>
                <a:lnTo>
                  <a:pt x="828" y="13797"/>
                </a:lnTo>
                <a:lnTo>
                  <a:pt x="877" y="13846"/>
                </a:lnTo>
                <a:lnTo>
                  <a:pt x="925" y="13870"/>
                </a:lnTo>
                <a:lnTo>
                  <a:pt x="1193" y="13895"/>
                </a:lnTo>
                <a:lnTo>
                  <a:pt x="1461" y="13919"/>
                </a:lnTo>
                <a:lnTo>
                  <a:pt x="1412" y="14041"/>
                </a:lnTo>
                <a:lnTo>
                  <a:pt x="1363" y="14187"/>
                </a:lnTo>
                <a:lnTo>
                  <a:pt x="1315" y="14333"/>
                </a:lnTo>
                <a:lnTo>
                  <a:pt x="1315" y="14479"/>
                </a:lnTo>
                <a:lnTo>
                  <a:pt x="1315" y="14649"/>
                </a:lnTo>
                <a:lnTo>
                  <a:pt x="1339" y="14795"/>
                </a:lnTo>
                <a:lnTo>
                  <a:pt x="1363" y="14941"/>
                </a:lnTo>
                <a:lnTo>
                  <a:pt x="1412" y="15063"/>
                </a:lnTo>
                <a:lnTo>
                  <a:pt x="1534" y="15282"/>
                </a:lnTo>
                <a:lnTo>
                  <a:pt x="1680" y="15476"/>
                </a:lnTo>
                <a:lnTo>
                  <a:pt x="1850" y="15647"/>
                </a:lnTo>
                <a:lnTo>
                  <a:pt x="2020" y="15768"/>
                </a:lnTo>
                <a:lnTo>
                  <a:pt x="2215" y="15890"/>
                </a:lnTo>
                <a:lnTo>
                  <a:pt x="2434" y="15987"/>
                </a:lnTo>
                <a:lnTo>
                  <a:pt x="2677" y="16036"/>
                </a:lnTo>
                <a:lnTo>
                  <a:pt x="2921" y="16085"/>
                </a:lnTo>
                <a:lnTo>
                  <a:pt x="3115" y="16109"/>
                </a:lnTo>
                <a:lnTo>
                  <a:pt x="3334" y="16109"/>
                </a:lnTo>
                <a:lnTo>
                  <a:pt x="3529" y="16085"/>
                </a:lnTo>
                <a:lnTo>
                  <a:pt x="3748" y="16036"/>
                </a:lnTo>
                <a:lnTo>
                  <a:pt x="3943" y="15963"/>
                </a:lnTo>
                <a:lnTo>
                  <a:pt x="4137" y="15890"/>
                </a:lnTo>
                <a:lnTo>
                  <a:pt x="4308" y="15793"/>
                </a:lnTo>
                <a:lnTo>
                  <a:pt x="4478" y="15647"/>
                </a:lnTo>
                <a:lnTo>
                  <a:pt x="4648" y="15476"/>
                </a:lnTo>
                <a:lnTo>
                  <a:pt x="4770" y="15282"/>
                </a:lnTo>
                <a:lnTo>
                  <a:pt x="4843" y="15063"/>
                </a:lnTo>
                <a:lnTo>
                  <a:pt x="4892" y="14844"/>
                </a:lnTo>
                <a:lnTo>
                  <a:pt x="4940" y="14600"/>
                </a:lnTo>
                <a:lnTo>
                  <a:pt x="4940" y="14357"/>
                </a:lnTo>
                <a:lnTo>
                  <a:pt x="4916" y="13895"/>
                </a:lnTo>
                <a:lnTo>
                  <a:pt x="5062" y="13895"/>
                </a:lnTo>
                <a:lnTo>
                  <a:pt x="9515" y="13870"/>
                </a:lnTo>
                <a:lnTo>
                  <a:pt x="14040" y="13846"/>
                </a:lnTo>
                <a:lnTo>
                  <a:pt x="13967" y="13919"/>
                </a:lnTo>
                <a:lnTo>
                  <a:pt x="13919" y="13992"/>
                </a:lnTo>
                <a:lnTo>
                  <a:pt x="13846" y="14162"/>
                </a:lnTo>
                <a:lnTo>
                  <a:pt x="13797" y="14357"/>
                </a:lnTo>
                <a:lnTo>
                  <a:pt x="13797" y="14576"/>
                </a:lnTo>
                <a:lnTo>
                  <a:pt x="13821" y="14795"/>
                </a:lnTo>
                <a:lnTo>
                  <a:pt x="13846" y="14990"/>
                </a:lnTo>
                <a:lnTo>
                  <a:pt x="13943" y="15355"/>
                </a:lnTo>
                <a:lnTo>
                  <a:pt x="13967" y="15476"/>
                </a:lnTo>
                <a:lnTo>
                  <a:pt x="14016" y="15574"/>
                </a:lnTo>
                <a:lnTo>
                  <a:pt x="14162" y="15768"/>
                </a:lnTo>
                <a:lnTo>
                  <a:pt x="14357" y="15914"/>
                </a:lnTo>
                <a:lnTo>
                  <a:pt x="14551" y="16060"/>
                </a:lnTo>
                <a:lnTo>
                  <a:pt x="14795" y="16158"/>
                </a:lnTo>
                <a:lnTo>
                  <a:pt x="15038" y="16231"/>
                </a:lnTo>
                <a:lnTo>
                  <a:pt x="15281" y="16279"/>
                </a:lnTo>
                <a:lnTo>
                  <a:pt x="15500" y="16328"/>
                </a:lnTo>
                <a:lnTo>
                  <a:pt x="15744" y="16328"/>
                </a:lnTo>
                <a:lnTo>
                  <a:pt x="15963" y="16304"/>
                </a:lnTo>
                <a:lnTo>
                  <a:pt x="16157" y="16255"/>
                </a:lnTo>
                <a:lnTo>
                  <a:pt x="16352" y="16182"/>
                </a:lnTo>
                <a:lnTo>
                  <a:pt x="16547" y="16060"/>
                </a:lnTo>
                <a:lnTo>
                  <a:pt x="16717" y="15939"/>
                </a:lnTo>
                <a:lnTo>
                  <a:pt x="16887" y="15793"/>
                </a:lnTo>
                <a:lnTo>
                  <a:pt x="17033" y="15622"/>
                </a:lnTo>
                <a:lnTo>
                  <a:pt x="17131" y="15428"/>
                </a:lnTo>
                <a:lnTo>
                  <a:pt x="17204" y="15209"/>
                </a:lnTo>
                <a:lnTo>
                  <a:pt x="17252" y="14990"/>
                </a:lnTo>
                <a:lnTo>
                  <a:pt x="17277" y="14746"/>
                </a:lnTo>
                <a:lnTo>
                  <a:pt x="17277" y="14527"/>
                </a:lnTo>
                <a:lnTo>
                  <a:pt x="17277" y="14284"/>
                </a:lnTo>
                <a:lnTo>
                  <a:pt x="17204" y="13822"/>
                </a:lnTo>
                <a:lnTo>
                  <a:pt x="18250" y="13797"/>
                </a:lnTo>
                <a:lnTo>
                  <a:pt x="18372" y="13773"/>
                </a:lnTo>
                <a:lnTo>
                  <a:pt x="18445" y="13724"/>
                </a:lnTo>
                <a:lnTo>
                  <a:pt x="18493" y="13627"/>
                </a:lnTo>
                <a:lnTo>
                  <a:pt x="18493" y="13530"/>
                </a:lnTo>
                <a:lnTo>
                  <a:pt x="18493" y="13457"/>
                </a:lnTo>
                <a:lnTo>
                  <a:pt x="18445" y="13359"/>
                </a:lnTo>
                <a:lnTo>
                  <a:pt x="18372" y="13311"/>
                </a:lnTo>
                <a:lnTo>
                  <a:pt x="18250" y="13286"/>
                </a:lnTo>
                <a:lnTo>
                  <a:pt x="18445" y="12556"/>
                </a:lnTo>
                <a:lnTo>
                  <a:pt x="18566" y="11802"/>
                </a:lnTo>
                <a:lnTo>
                  <a:pt x="18639" y="11048"/>
                </a:lnTo>
                <a:lnTo>
                  <a:pt x="18664" y="10293"/>
                </a:lnTo>
                <a:lnTo>
                  <a:pt x="18639" y="9880"/>
                </a:lnTo>
                <a:lnTo>
                  <a:pt x="18615" y="9466"/>
                </a:lnTo>
                <a:lnTo>
                  <a:pt x="18493" y="8639"/>
                </a:lnTo>
                <a:lnTo>
                  <a:pt x="18445" y="8323"/>
                </a:lnTo>
                <a:lnTo>
                  <a:pt x="18372" y="7982"/>
                </a:lnTo>
                <a:lnTo>
                  <a:pt x="18250" y="7666"/>
                </a:lnTo>
                <a:lnTo>
                  <a:pt x="18177" y="7520"/>
                </a:lnTo>
                <a:lnTo>
                  <a:pt x="18104" y="7374"/>
                </a:lnTo>
                <a:lnTo>
                  <a:pt x="18080" y="7276"/>
                </a:lnTo>
                <a:lnTo>
                  <a:pt x="17982" y="6887"/>
                </a:lnTo>
                <a:lnTo>
                  <a:pt x="18274" y="6838"/>
                </a:lnTo>
                <a:lnTo>
                  <a:pt x="18542" y="6741"/>
                </a:lnTo>
                <a:lnTo>
                  <a:pt x="18834" y="6644"/>
                </a:lnTo>
                <a:lnTo>
                  <a:pt x="19102" y="6498"/>
                </a:lnTo>
                <a:lnTo>
                  <a:pt x="19199" y="6400"/>
                </a:lnTo>
                <a:lnTo>
                  <a:pt x="19272" y="6279"/>
                </a:lnTo>
                <a:lnTo>
                  <a:pt x="19321" y="6157"/>
                </a:lnTo>
                <a:lnTo>
                  <a:pt x="19321" y="6011"/>
                </a:lnTo>
                <a:lnTo>
                  <a:pt x="19321" y="5841"/>
                </a:lnTo>
                <a:lnTo>
                  <a:pt x="19321" y="5695"/>
                </a:lnTo>
                <a:lnTo>
                  <a:pt x="19272" y="5451"/>
                </a:lnTo>
                <a:lnTo>
                  <a:pt x="19199" y="5281"/>
                </a:lnTo>
                <a:lnTo>
                  <a:pt x="19126" y="5135"/>
                </a:lnTo>
                <a:lnTo>
                  <a:pt x="19029" y="5013"/>
                </a:lnTo>
                <a:lnTo>
                  <a:pt x="18907" y="4892"/>
                </a:lnTo>
                <a:lnTo>
                  <a:pt x="18785" y="4794"/>
                </a:lnTo>
                <a:lnTo>
                  <a:pt x="18664" y="4697"/>
                </a:lnTo>
                <a:lnTo>
                  <a:pt x="18372" y="4527"/>
                </a:lnTo>
                <a:lnTo>
                  <a:pt x="18080" y="4429"/>
                </a:lnTo>
                <a:lnTo>
                  <a:pt x="17934" y="4356"/>
                </a:lnTo>
                <a:lnTo>
                  <a:pt x="17763" y="4332"/>
                </a:lnTo>
                <a:lnTo>
                  <a:pt x="17593" y="4308"/>
                </a:lnTo>
                <a:lnTo>
                  <a:pt x="17423" y="4308"/>
                </a:lnTo>
                <a:lnTo>
                  <a:pt x="17252" y="4356"/>
                </a:lnTo>
                <a:lnTo>
                  <a:pt x="17131" y="4405"/>
                </a:lnTo>
                <a:lnTo>
                  <a:pt x="17082" y="4478"/>
                </a:lnTo>
                <a:lnTo>
                  <a:pt x="17082" y="4527"/>
                </a:lnTo>
                <a:lnTo>
                  <a:pt x="16863" y="3967"/>
                </a:lnTo>
                <a:lnTo>
                  <a:pt x="16595" y="3261"/>
                </a:lnTo>
                <a:lnTo>
                  <a:pt x="16303" y="2580"/>
                </a:lnTo>
                <a:lnTo>
                  <a:pt x="16133" y="2239"/>
                </a:lnTo>
                <a:lnTo>
                  <a:pt x="15938" y="1923"/>
                </a:lnTo>
                <a:lnTo>
                  <a:pt x="15719" y="1607"/>
                </a:lnTo>
                <a:lnTo>
                  <a:pt x="15476" y="1315"/>
                </a:lnTo>
                <a:lnTo>
                  <a:pt x="15354" y="1193"/>
                </a:lnTo>
                <a:lnTo>
                  <a:pt x="15379" y="1145"/>
                </a:lnTo>
                <a:lnTo>
                  <a:pt x="15403" y="1120"/>
                </a:lnTo>
                <a:lnTo>
                  <a:pt x="15379" y="1023"/>
                </a:lnTo>
                <a:lnTo>
                  <a:pt x="15306" y="974"/>
                </a:lnTo>
                <a:lnTo>
                  <a:pt x="15257" y="950"/>
                </a:lnTo>
                <a:lnTo>
                  <a:pt x="15208" y="950"/>
                </a:lnTo>
                <a:lnTo>
                  <a:pt x="15111" y="974"/>
                </a:lnTo>
                <a:lnTo>
                  <a:pt x="14892" y="804"/>
                </a:lnTo>
                <a:lnTo>
                  <a:pt x="14624" y="658"/>
                </a:lnTo>
                <a:lnTo>
                  <a:pt x="14381" y="536"/>
                </a:lnTo>
                <a:lnTo>
                  <a:pt x="14113" y="415"/>
                </a:lnTo>
                <a:lnTo>
                  <a:pt x="13821" y="317"/>
                </a:lnTo>
                <a:lnTo>
                  <a:pt x="13530" y="244"/>
                </a:lnTo>
                <a:lnTo>
                  <a:pt x="12970" y="123"/>
                </a:lnTo>
                <a:lnTo>
                  <a:pt x="12556" y="74"/>
                </a:lnTo>
                <a:lnTo>
                  <a:pt x="12143" y="50"/>
                </a:lnTo>
                <a:lnTo>
                  <a:pt x="11729" y="50"/>
                </a:lnTo>
                <a:lnTo>
                  <a:pt x="11291" y="74"/>
                </a:lnTo>
                <a:lnTo>
                  <a:pt x="10902" y="50"/>
                </a:lnTo>
                <a:lnTo>
                  <a:pt x="10123" y="25"/>
                </a:lnTo>
                <a:lnTo>
                  <a:pt x="9077" y="1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437" name="Google Shape;437;p24"/>
          <p:cNvSpPr/>
          <p:nvPr/>
        </p:nvSpPr>
        <p:spPr>
          <a:xfrm>
            <a:off x="5042975" y="956162"/>
            <a:ext cx="430192" cy="325916"/>
          </a:xfrm>
          <a:custGeom>
            <a:rect b="b" l="l" r="r" t="t"/>
            <a:pathLst>
              <a:path extrusionOk="0" h="15136" w="19126">
                <a:moveTo>
                  <a:pt x="8979" y="2628"/>
                </a:moveTo>
                <a:lnTo>
                  <a:pt x="8687" y="2653"/>
                </a:lnTo>
                <a:lnTo>
                  <a:pt x="8395" y="2701"/>
                </a:lnTo>
                <a:lnTo>
                  <a:pt x="7811" y="2799"/>
                </a:lnTo>
                <a:lnTo>
                  <a:pt x="7543" y="2872"/>
                </a:lnTo>
                <a:lnTo>
                  <a:pt x="7251" y="2969"/>
                </a:lnTo>
                <a:lnTo>
                  <a:pt x="7130" y="3042"/>
                </a:lnTo>
                <a:lnTo>
                  <a:pt x="7008" y="3139"/>
                </a:lnTo>
                <a:lnTo>
                  <a:pt x="6935" y="3237"/>
                </a:lnTo>
                <a:lnTo>
                  <a:pt x="6886" y="3383"/>
                </a:lnTo>
                <a:lnTo>
                  <a:pt x="6886" y="3456"/>
                </a:lnTo>
                <a:lnTo>
                  <a:pt x="6935" y="3529"/>
                </a:lnTo>
                <a:lnTo>
                  <a:pt x="7032" y="3553"/>
                </a:lnTo>
                <a:lnTo>
                  <a:pt x="7105" y="3577"/>
                </a:lnTo>
                <a:lnTo>
                  <a:pt x="7203" y="3577"/>
                </a:lnTo>
                <a:lnTo>
                  <a:pt x="7300" y="3553"/>
                </a:lnTo>
                <a:lnTo>
                  <a:pt x="7470" y="3480"/>
                </a:lnTo>
                <a:lnTo>
                  <a:pt x="7641" y="3407"/>
                </a:lnTo>
                <a:lnTo>
                  <a:pt x="7908" y="3334"/>
                </a:lnTo>
                <a:lnTo>
                  <a:pt x="8176" y="3261"/>
                </a:lnTo>
                <a:lnTo>
                  <a:pt x="8736" y="3188"/>
                </a:lnTo>
                <a:lnTo>
                  <a:pt x="9076" y="3164"/>
                </a:lnTo>
                <a:lnTo>
                  <a:pt x="9563" y="3139"/>
                </a:lnTo>
                <a:lnTo>
                  <a:pt x="9806" y="3164"/>
                </a:lnTo>
                <a:lnTo>
                  <a:pt x="10025" y="3212"/>
                </a:lnTo>
                <a:lnTo>
                  <a:pt x="10196" y="3261"/>
                </a:lnTo>
                <a:lnTo>
                  <a:pt x="10269" y="3310"/>
                </a:lnTo>
                <a:lnTo>
                  <a:pt x="10317" y="3383"/>
                </a:lnTo>
                <a:lnTo>
                  <a:pt x="10390" y="3456"/>
                </a:lnTo>
                <a:lnTo>
                  <a:pt x="10487" y="3504"/>
                </a:lnTo>
                <a:lnTo>
                  <a:pt x="10585" y="3504"/>
                </a:lnTo>
                <a:lnTo>
                  <a:pt x="10682" y="3456"/>
                </a:lnTo>
                <a:lnTo>
                  <a:pt x="10755" y="3407"/>
                </a:lnTo>
                <a:lnTo>
                  <a:pt x="10804" y="3310"/>
                </a:lnTo>
                <a:lnTo>
                  <a:pt x="10828" y="3212"/>
                </a:lnTo>
                <a:lnTo>
                  <a:pt x="10779" y="3091"/>
                </a:lnTo>
                <a:lnTo>
                  <a:pt x="10706" y="2993"/>
                </a:lnTo>
                <a:lnTo>
                  <a:pt x="10633" y="2920"/>
                </a:lnTo>
                <a:lnTo>
                  <a:pt x="10536" y="2847"/>
                </a:lnTo>
                <a:lnTo>
                  <a:pt x="10439" y="2799"/>
                </a:lnTo>
                <a:lnTo>
                  <a:pt x="10220" y="2726"/>
                </a:lnTo>
                <a:lnTo>
                  <a:pt x="9952" y="2653"/>
                </a:lnTo>
                <a:lnTo>
                  <a:pt x="9709" y="2628"/>
                </a:lnTo>
                <a:close/>
                <a:moveTo>
                  <a:pt x="13797" y="3577"/>
                </a:moveTo>
                <a:lnTo>
                  <a:pt x="13578" y="3601"/>
                </a:lnTo>
                <a:lnTo>
                  <a:pt x="13334" y="3650"/>
                </a:lnTo>
                <a:lnTo>
                  <a:pt x="13115" y="3723"/>
                </a:lnTo>
                <a:lnTo>
                  <a:pt x="13018" y="3772"/>
                </a:lnTo>
                <a:lnTo>
                  <a:pt x="12945" y="3845"/>
                </a:lnTo>
                <a:lnTo>
                  <a:pt x="12945" y="3893"/>
                </a:lnTo>
                <a:lnTo>
                  <a:pt x="12945" y="3918"/>
                </a:lnTo>
                <a:lnTo>
                  <a:pt x="13042" y="3942"/>
                </a:lnTo>
                <a:lnTo>
                  <a:pt x="13140" y="3966"/>
                </a:lnTo>
                <a:lnTo>
                  <a:pt x="13334" y="3966"/>
                </a:lnTo>
                <a:lnTo>
                  <a:pt x="13699" y="3942"/>
                </a:lnTo>
                <a:lnTo>
                  <a:pt x="13918" y="3942"/>
                </a:lnTo>
                <a:lnTo>
                  <a:pt x="14137" y="3966"/>
                </a:lnTo>
                <a:lnTo>
                  <a:pt x="14356" y="3966"/>
                </a:lnTo>
                <a:lnTo>
                  <a:pt x="14478" y="3942"/>
                </a:lnTo>
                <a:lnTo>
                  <a:pt x="14575" y="3918"/>
                </a:lnTo>
                <a:lnTo>
                  <a:pt x="14600" y="3893"/>
                </a:lnTo>
                <a:lnTo>
                  <a:pt x="14600" y="3869"/>
                </a:lnTo>
                <a:lnTo>
                  <a:pt x="14624" y="3820"/>
                </a:lnTo>
                <a:lnTo>
                  <a:pt x="14600" y="3772"/>
                </a:lnTo>
                <a:lnTo>
                  <a:pt x="14527" y="3699"/>
                </a:lnTo>
                <a:lnTo>
                  <a:pt x="14454" y="3650"/>
                </a:lnTo>
                <a:lnTo>
                  <a:pt x="14381" y="3601"/>
                </a:lnTo>
                <a:lnTo>
                  <a:pt x="14186" y="3577"/>
                </a:lnTo>
                <a:close/>
                <a:moveTo>
                  <a:pt x="3650" y="5548"/>
                </a:moveTo>
                <a:lnTo>
                  <a:pt x="3553" y="5597"/>
                </a:lnTo>
                <a:lnTo>
                  <a:pt x="3480" y="5621"/>
                </a:lnTo>
                <a:lnTo>
                  <a:pt x="3382" y="5694"/>
                </a:lnTo>
                <a:lnTo>
                  <a:pt x="3309" y="5767"/>
                </a:lnTo>
                <a:lnTo>
                  <a:pt x="3188" y="5937"/>
                </a:lnTo>
                <a:lnTo>
                  <a:pt x="3163" y="6035"/>
                </a:lnTo>
                <a:lnTo>
                  <a:pt x="3139" y="6132"/>
                </a:lnTo>
                <a:lnTo>
                  <a:pt x="3115" y="6254"/>
                </a:lnTo>
                <a:lnTo>
                  <a:pt x="3139" y="6375"/>
                </a:lnTo>
                <a:lnTo>
                  <a:pt x="3163" y="6473"/>
                </a:lnTo>
                <a:lnTo>
                  <a:pt x="3212" y="6594"/>
                </a:lnTo>
                <a:lnTo>
                  <a:pt x="3285" y="6692"/>
                </a:lnTo>
                <a:lnTo>
                  <a:pt x="3358" y="6765"/>
                </a:lnTo>
                <a:lnTo>
                  <a:pt x="3455" y="6838"/>
                </a:lnTo>
                <a:lnTo>
                  <a:pt x="3577" y="6886"/>
                </a:lnTo>
                <a:lnTo>
                  <a:pt x="3674" y="6911"/>
                </a:lnTo>
                <a:lnTo>
                  <a:pt x="3772" y="6935"/>
                </a:lnTo>
                <a:lnTo>
                  <a:pt x="3869" y="6911"/>
                </a:lnTo>
                <a:lnTo>
                  <a:pt x="3966" y="6911"/>
                </a:lnTo>
                <a:lnTo>
                  <a:pt x="4161" y="6813"/>
                </a:lnTo>
                <a:lnTo>
                  <a:pt x="4307" y="6692"/>
                </a:lnTo>
                <a:lnTo>
                  <a:pt x="4404" y="6521"/>
                </a:lnTo>
                <a:lnTo>
                  <a:pt x="4453" y="6351"/>
                </a:lnTo>
                <a:lnTo>
                  <a:pt x="4453" y="6181"/>
                </a:lnTo>
                <a:lnTo>
                  <a:pt x="4404" y="6010"/>
                </a:lnTo>
                <a:lnTo>
                  <a:pt x="4356" y="5937"/>
                </a:lnTo>
                <a:lnTo>
                  <a:pt x="4307" y="5840"/>
                </a:lnTo>
                <a:lnTo>
                  <a:pt x="4234" y="5743"/>
                </a:lnTo>
                <a:lnTo>
                  <a:pt x="4161" y="5670"/>
                </a:lnTo>
                <a:lnTo>
                  <a:pt x="4064" y="5621"/>
                </a:lnTo>
                <a:lnTo>
                  <a:pt x="3966" y="5572"/>
                </a:lnTo>
                <a:lnTo>
                  <a:pt x="3869" y="5548"/>
                </a:lnTo>
                <a:close/>
                <a:moveTo>
                  <a:pt x="17495" y="7373"/>
                </a:moveTo>
                <a:lnTo>
                  <a:pt x="17739" y="7446"/>
                </a:lnTo>
                <a:lnTo>
                  <a:pt x="17617" y="7592"/>
                </a:lnTo>
                <a:lnTo>
                  <a:pt x="17447" y="7689"/>
                </a:lnTo>
                <a:lnTo>
                  <a:pt x="17447" y="7543"/>
                </a:lnTo>
                <a:lnTo>
                  <a:pt x="17495" y="7373"/>
                </a:lnTo>
                <a:close/>
                <a:moveTo>
                  <a:pt x="5061" y="487"/>
                </a:moveTo>
                <a:lnTo>
                  <a:pt x="5256" y="560"/>
                </a:lnTo>
                <a:lnTo>
                  <a:pt x="5426" y="633"/>
                </a:lnTo>
                <a:lnTo>
                  <a:pt x="5621" y="682"/>
                </a:lnTo>
                <a:lnTo>
                  <a:pt x="5791" y="779"/>
                </a:lnTo>
                <a:lnTo>
                  <a:pt x="5913" y="852"/>
                </a:lnTo>
                <a:lnTo>
                  <a:pt x="6035" y="949"/>
                </a:lnTo>
                <a:lnTo>
                  <a:pt x="6254" y="1168"/>
                </a:lnTo>
                <a:lnTo>
                  <a:pt x="6473" y="1387"/>
                </a:lnTo>
                <a:lnTo>
                  <a:pt x="6692" y="1606"/>
                </a:lnTo>
                <a:lnTo>
                  <a:pt x="6813" y="1655"/>
                </a:lnTo>
                <a:lnTo>
                  <a:pt x="6911" y="1655"/>
                </a:lnTo>
                <a:lnTo>
                  <a:pt x="7032" y="1631"/>
                </a:lnTo>
                <a:lnTo>
                  <a:pt x="7105" y="1558"/>
                </a:lnTo>
                <a:lnTo>
                  <a:pt x="8127" y="1485"/>
                </a:lnTo>
                <a:lnTo>
                  <a:pt x="9174" y="1485"/>
                </a:lnTo>
                <a:lnTo>
                  <a:pt x="9490" y="1509"/>
                </a:lnTo>
                <a:lnTo>
                  <a:pt x="9806" y="1558"/>
                </a:lnTo>
                <a:lnTo>
                  <a:pt x="10439" y="1679"/>
                </a:lnTo>
                <a:lnTo>
                  <a:pt x="11047" y="1850"/>
                </a:lnTo>
                <a:lnTo>
                  <a:pt x="11655" y="2044"/>
                </a:lnTo>
                <a:lnTo>
                  <a:pt x="12093" y="2239"/>
                </a:lnTo>
                <a:lnTo>
                  <a:pt x="12556" y="2409"/>
                </a:lnTo>
                <a:lnTo>
                  <a:pt x="12434" y="2458"/>
                </a:lnTo>
                <a:lnTo>
                  <a:pt x="12361" y="2507"/>
                </a:lnTo>
                <a:lnTo>
                  <a:pt x="12288" y="2580"/>
                </a:lnTo>
                <a:lnTo>
                  <a:pt x="12264" y="2677"/>
                </a:lnTo>
                <a:lnTo>
                  <a:pt x="12264" y="2701"/>
                </a:lnTo>
                <a:lnTo>
                  <a:pt x="12288" y="2726"/>
                </a:lnTo>
                <a:lnTo>
                  <a:pt x="12385" y="2774"/>
                </a:lnTo>
                <a:lnTo>
                  <a:pt x="12483" y="2750"/>
                </a:lnTo>
                <a:lnTo>
                  <a:pt x="12677" y="2726"/>
                </a:lnTo>
                <a:lnTo>
                  <a:pt x="12872" y="2701"/>
                </a:lnTo>
                <a:lnTo>
                  <a:pt x="12969" y="2677"/>
                </a:lnTo>
                <a:lnTo>
                  <a:pt x="13042" y="2653"/>
                </a:lnTo>
                <a:lnTo>
                  <a:pt x="13626" y="2993"/>
                </a:lnTo>
                <a:lnTo>
                  <a:pt x="13432" y="3018"/>
                </a:lnTo>
                <a:lnTo>
                  <a:pt x="12896" y="3066"/>
                </a:lnTo>
                <a:lnTo>
                  <a:pt x="12653" y="3115"/>
                </a:lnTo>
                <a:lnTo>
                  <a:pt x="12410" y="3212"/>
                </a:lnTo>
                <a:lnTo>
                  <a:pt x="12385" y="3237"/>
                </a:lnTo>
                <a:lnTo>
                  <a:pt x="12410" y="3261"/>
                </a:lnTo>
                <a:lnTo>
                  <a:pt x="12531" y="3285"/>
                </a:lnTo>
                <a:lnTo>
                  <a:pt x="12653" y="3310"/>
                </a:lnTo>
                <a:lnTo>
                  <a:pt x="12921" y="3310"/>
                </a:lnTo>
                <a:lnTo>
                  <a:pt x="13432" y="3261"/>
                </a:lnTo>
                <a:lnTo>
                  <a:pt x="13699" y="3261"/>
                </a:lnTo>
                <a:lnTo>
                  <a:pt x="13991" y="3237"/>
                </a:lnTo>
                <a:lnTo>
                  <a:pt x="14259" y="3456"/>
                </a:lnTo>
                <a:lnTo>
                  <a:pt x="14527" y="3699"/>
                </a:lnTo>
                <a:lnTo>
                  <a:pt x="14819" y="3966"/>
                </a:lnTo>
                <a:lnTo>
                  <a:pt x="15062" y="4283"/>
                </a:lnTo>
                <a:lnTo>
                  <a:pt x="14794" y="4258"/>
                </a:lnTo>
                <a:lnTo>
                  <a:pt x="14551" y="4283"/>
                </a:lnTo>
                <a:lnTo>
                  <a:pt x="14308" y="4283"/>
                </a:lnTo>
                <a:lnTo>
                  <a:pt x="14016" y="4307"/>
                </a:lnTo>
                <a:lnTo>
                  <a:pt x="13870" y="4331"/>
                </a:lnTo>
                <a:lnTo>
                  <a:pt x="13724" y="4380"/>
                </a:lnTo>
                <a:lnTo>
                  <a:pt x="13626" y="4453"/>
                </a:lnTo>
                <a:lnTo>
                  <a:pt x="13529" y="4526"/>
                </a:lnTo>
                <a:lnTo>
                  <a:pt x="13529" y="4550"/>
                </a:lnTo>
                <a:lnTo>
                  <a:pt x="13553" y="4575"/>
                </a:lnTo>
                <a:lnTo>
                  <a:pt x="13651" y="4623"/>
                </a:lnTo>
                <a:lnTo>
                  <a:pt x="13748" y="4648"/>
                </a:lnTo>
                <a:lnTo>
                  <a:pt x="13967" y="4648"/>
                </a:lnTo>
                <a:lnTo>
                  <a:pt x="14429" y="4623"/>
                </a:lnTo>
                <a:lnTo>
                  <a:pt x="14770" y="4623"/>
                </a:lnTo>
                <a:lnTo>
                  <a:pt x="15086" y="4648"/>
                </a:lnTo>
                <a:lnTo>
                  <a:pt x="15232" y="4672"/>
                </a:lnTo>
                <a:lnTo>
                  <a:pt x="15354" y="4672"/>
                </a:lnTo>
                <a:lnTo>
                  <a:pt x="15549" y="5037"/>
                </a:lnTo>
                <a:lnTo>
                  <a:pt x="15330" y="4988"/>
                </a:lnTo>
                <a:lnTo>
                  <a:pt x="14600" y="4988"/>
                </a:lnTo>
                <a:lnTo>
                  <a:pt x="14332" y="5037"/>
                </a:lnTo>
                <a:lnTo>
                  <a:pt x="14210" y="5086"/>
                </a:lnTo>
                <a:lnTo>
                  <a:pt x="14089" y="5134"/>
                </a:lnTo>
                <a:lnTo>
                  <a:pt x="14064" y="5159"/>
                </a:lnTo>
                <a:lnTo>
                  <a:pt x="14064" y="5183"/>
                </a:lnTo>
                <a:lnTo>
                  <a:pt x="14064" y="5207"/>
                </a:lnTo>
                <a:lnTo>
                  <a:pt x="14089" y="5232"/>
                </a:lnTo>
                <a:lnTo>
                  <a:pt x="14186" y="5256"/>
                </a:lnTo>
                <a:lnTo>
                  <a:pt x="14283" y="5280"/>
                </a:lnTo>
                <a:lnTo>
                  <a:pt x="14502" y="5305"/>
                </a:lnTo>
                <a:lnTo>
                  <a:pt x="14916" y="5305"/>
                </a:lnTo>
                <a:lnTo>
                  <a:pt x="15305" y="5329"/>
                </a:lnTo>
                <a:lnTo>
                  <a:pt x="15695" y="5378"/>
                </a:lnTo>
                <a:lnTo>
                  <a:pt x="15792" y="5645"/>
                </a:lnTo>
                <a:lnTo>
                  <a:pt x="15889" y="5913"/>
                </a:lnTo>
                <a:lnTo>
                  <a:pt x="15743" y="5864"/>
                </a:lnTo>
                <a:lnTo>
                  <a:pt x="15597" y="5816"/>
                </a:lnTo>
                <a:lnTo>
                  <a:pt x="15305" y="5767"/>
                </a:lnTo>
                <a:lnTo>
                  <a:pt x="15038" y="5743"/>
                </a:lnTo>
                <a:lnTo>
                  <a:pt x="14746" y="5718"/>
                </a:lnTo>
                <a:lnTo>
                  <a:pt x="14454" y="5718"/>
                </a:lnTo>
                <a:lnTo>
                  <a:pt x="14186" y="5767"/>
                </a:lnTo>
                <a:lnTo>
                  <a:pt x="14162" y="5767"/>
                </a:lnTo>
                <a:lnTo>
                  <a:pt x="14137" y="5791"/>
                </a:lnTo>
                <a:lnTo>
                  <a:pt x="14162" y="5816"/>
                </a:lnTo>
                <a:lnTo>
                  <a:pt x="14162" y="5840"/>
                </a:lnTo>
                <a:lnTo>
                  <a:pt x="14259" y="5889"/>
                </a:lnTo>
                <a:lnTo>
                  <a:pt x="14381" y="5937"/>
                </a:lnTo>
                <a:lnTo>
                  <a:pt x="14600" y="5986"/>
                </a:lnTo>
                <a:lnTo>
                  <a:pt x="15038" y="6010"/>
                </a:lnTo>
                <a:lnTo>
                  <a:pt x="15354" y="6083"/>
                </a:lnTo>
                <a:lnTo>
                  <a:pt x="15670" y="6156"/>
                </a:lnTo>
                <a:lnTo>
                  <a:pt x="15841" y="6229"/>
                </a:lnTo>
                <a:lnTo>
                  <a:pt x="15914" y="6254"/>
                </a:lnTo>
                <a:lnTo>
                  <a:pt x="15987" y="6278"/>
                </a:lnTo>
                <a:lnTo>
                  <a:pt x="16035" y="6570"/>
                </a:lnTo>
                <a:lnTo>
                  <a:pt x="16084" y="6838"/>
                </a:lnTo>
                <a:lnTo>
                  <a:pt x="15914" y="6740"/>
                </a:lnTo>
                <a:lnTo>
                  <a:pt x="15743" y="6667"/>
                </a:lnTo>
                <a:lnTo>
                  <a:pt x="15524" y="6619"/>
                </a:lnTo>
                <a:lnTo>
                  <a:pt x="15305" y="6594"/>
                </a:lnTo>
                <a:lnTo>
                  <a:pt x="14867" y="6546"/>
                </a:lnTo>
                <a:lnTo>
                  <a:pt x="14551" y="6497"/>
                </a:lnTo>
                <a:lnTo>
                  <a:pt x="14527" y="6497"/>
                </a:lnTo>
                <a:lnTo>
                  <a:pt x="14502" y="6546"/>
                </a:lnTo>
                <a:lnTo>
                  <a:pt x="14575" y="6619"/>
                </a:lnTo>
                <a:lnTo>
                  <a:pt x="14624" y="6667"/>
                </a:lnTo>
                <a:lnTo>
                  <a:pt x="14794" y="6765"/>
                </a:lnTo>
                <a:lnTo>
                  <a:pt x="14965" y="6838"/>
                </a:lnTo>
                <a:lnTo>
                  <a:pt x="15159" y="6886"/>
                </a:lnTo>
                <a:lnTo>
                  <a:pt x="15378" y="6935"/>
                </a:lnTo>
                <a:lnTo>
                  <a:pt x="15597" y="7008"/>
                </a:lnTo>
                <a:lnTo>
                  <a:pt x="15816" y="7105"/>
                </a:lnTo>
                <a:lnTo>
                  <a:pt x="15987" y="7227"/>
                </a:lnTo>
                <a:lnTo>
                  <a:pt x="16060" y="7276"/>
                </a:lnTo>
                <a:lnTo>
                  <a:pt x="16108" y="7276"/>
                </a:lnTo>
                <a:lnTo>
                  <a:pt x="16133" y="7762"/>
                </a:lnTo>
                <a:lnTo>
                  <a:pt x="16060" y="7714"/>
                </a:lnTo>
                <a:lnTo>
                  <a:pt x="15743" y="7519"/>
                </a:lnTo>
                <a:lnTo>
                  <a:pt x="15427" y="7324"/>
                </a:lnTo>
                <a:lnTo>
                  <a:pt x="15281" y="7276"/>
                </a:lnTo>
                <a:lnTo>
                  <a:pt x="15013" y="7203"/>
                </a:lnTo>
                <a:lnTo>
                  <a:pt x="14794" y="7203"/>
                </a:lnTo>
                <a:lnTo>
                  <a:pt x="14770" y="7227"/>
                </a:lnTo>
                <a:lnTo>
                  <a:pt x="14746" y="7251"/>
                </a:lnTo>
                <a:lnTo>
                  <a:pt x="14746" y="7276"/>
                </a:lnTo>
                <a:lnTo>
                  <a:pt x="14746" y="7324"/>
                </a:lnTo>
                <a:lnTo>
                  <a:pt x="14794" y="7373"/>
                </a:lnTo>
                <a:lnTo>
                  <a:pt x="14843" y="7397"/>
                </a:lnTo>
                <a:lnTo>
                  <a:pt x="14965" y="7470"/>
                </a:lnTo>
                <a:lnTo>
                  <a:pt x="15378" y="7689"/>
                </a:lnTo>
                <a:lnTo>
                  <a:pt x="15597" y="7835"/>
                </a:lnTo>
                <a:lnTo>
                  <a:pt x="15816" y="7981"/>
                </a:lnTo>
                <a:lnTo>
                  <a:pt x="15962" y="8103"/>
                </a:lnTo>
                <a:lnTo>
                  <a:pt x="16108" y="8200"/>
                </a:lnTo>
                <a:lnTo>
                  <a:pt x="16035" y="8784"/>
                </a:lnTo>
                <a:lnTo>
                  <a:pt x="15914" y="8687"/>
                </a:lnTo>
                <a:lnTo>
                  <a:pt x="15792" y="8590"/>
                </a:lnTo>
                <a:lnTo>
                  <a:pt x="15549" y="8419"/>
                </a:lnTo>
                <a:lnTo>
                  <a:pt x="15354" y="8273"/>
                </a:lnTo>
                <a:lnTo>
                  <a:pt x="15111" y="8152"/>
                </a:lnTo>
                <a:lnTo>
                  <a:pt x="14867" y="8030"/>
                </a:lnTo>
                <a:lnTo>
                  <a:pt x="14746" y="7981"/>
                </a:lnTo>
                <a:lnTo>
                  <a:pt x="14624" y="7957"/>
                </a:lnTo>
                <a:lnTo>
                  <a:pt x="14600" y="7981"/>
                </a:lnTo>
                <a:lnTo>
                  <a:pt x="14575" y="8006"/>
                </a:lnTo>
                <a:lnTo>
                  <a:pt x="14575" y="8054"/>
                </a:lnTo>
                <a:lnTo>
                  <a:pt x="14575" y="8079"/>
                </a:lnTo>
                <a:lnTo>
                  <a:pt x="14746" y="8249"/>
                </a:lnTo>
                <a:lnTo>
                  <a:pt x="14940" y="8371"/>
                </a:lnTo>
                <a:lnTo>
                  <a:pt x="15330" y="8638"/>
                </a:lnTo>
                <a:lnTo>
                  <a:pt x="15622" y="8882"/>
                </a:lnTo>
                <a:lnTo>
                  <a:pt x="15792" y="9003"/>
                </a:lnTo>
                <a:lnTo>
                  <a:pt x="15962" y="9101"/>
                </a:lnTo>
                <a:lnTo>
                  <a:pt x="15889" y="9368"/>
                </a:lnTo>
                <a:lnTo>
                  <a:pt x="15792" y="9612"/>
                </a:lnTo>
                <a:lnTo>
                  <a:pt x="15695" y="9466"/>
                </a:lnTo>
                <a:lnTo>
                  <a:pt x="15549" y="9320"/>
                </a:lnTo>
                <a:lnTo>
                  <a:pt x="15281" y="9101"/>
                </a:lnTo>
                <a:lnTo>
                  <a:pt x="15135" y="8955"/>
                </a:lnTo>
                <a:lnTo>
                  <a:pt x="14965" y="8809"/>
                </a:lnTo>
                <a:lnTo>
                  <a:pt x="14794" y="8711"/>
                </a:lnTo>
                <a:lnTo>
                  <a:pt x="14697" y="8663"/>
                </a:lnTo>
                <a:lnTo>
                  <a:pt x="14600" y="8663"/>
                </a:lnTo>
                <a:lnTo>
                  <a:pt x="14600" y="8760"/>
                </a:lnTo>
                <a:lnTo>
                  <a:pt x="14648" y="8833"/>
                </a:lnTo>
                <a:lnTo>
                  <a:pt x="14746" y="9003"/>
                </a:lnTo>
                <a:lnTo>
                  <a:pt x="14867" y="9149"/>
                </a:lnTo>
                <a:lnTo>
                  <a:pt x="14989" y="9271"/>
                </a:lnTo>
                <a:lnTo>
                  <a:pt x="15330" y="9587"/>
                </a:lnTo>
                <a:lnTo>
                  <a:pt x="15476" y="9758"/>
                </a:lnTo>
                <a:lnTo>
                  <a:pt x="15549" y="9831"/>
                </a:lnTo>
                <a:lnTo>
                  <a:pt x="15646" y="9879"/>
                </a:lnTo>
                <a:lnTo>
                  <a:pt x="15646" y="9904"/>
                </a:lnTo>
                <a:lnTo>
                  <a:pt x="15476" y="10196"/>
                </a:lnTo>
                <a:lnTo>
                  <a:pt x="15232" y="10463"/>
                </a:lnTo>
                <a:lnTo>
                  <a:pt x="15232" y="10293"/>
                </a:lnTo>
                <a:lnTo>
                  <a:pt x="15159" y="10147"/>
                </a:lnTo>
                <a:lnTo>
                  <a:pt x="15013" y="9855"/>
                </a:lnTo>
                <a:lnTo>
                  <a:pt x="14843" y="9636"/>
                </a:lnTo>
                <a:lnTo>
                  <a:pt x="14673" y="9466"/>
                </a:lnTo>
                <a:lnTo>
                  <a:pt x="14454" y="9295"/>
                </a:lnTo>
                <a:lnTo>
                  <a:pt x="14235" y="9149"/>
                </a:lnTo>
                <a:lnTo>
                  <a:pt x="14186" y="9149"/>
                </a:lnTo>
                <a:lnTo>
                  <a:pt x="14186" y="9174"/>
                </a:lnTo>
                <a:lnTo>
                  <a:pt x="14308" y="9393"/>
                </a:lnTo>
                <a:lnTo>
                  <a:pt x="14429" y="9563"/>
                </a:lnTo>
                <a:lnTo>
                  <a:pt x="14697" y="9952"/>
                </a:lnTo>
                <a:lnTo>
                  <a:pt x="14794" y="10147"/>
                </a:lnTo>
                <a:lnTo>
                  <a:pt x="14867" y="10366"/>
                </a:lnTo>
                <a:lnTo>
                  <a:pt x="14916" y="10536"/>
                </a:lnTo>
                <a:lnTo>
                  <a:pt x="14965" y="10609"/>
                </a:lnTo>
                <a:lnTo>
                  <a:pt x="15038" y="10658"/>
                </a:lnTo>
                <a:lnTo>
                  <a:pt x="14892" y="10780"/>
                </a:lnTo>
                <a:lnTo>
                  <a:pt x="14843" y="10658"/>
                </a:lnTo>
                <a:lnTo>
                  <a:pt x="14794" y="10561"/>
                </a:lnTo>
                <a:lnTo>
                  <a:pt x="14648" y="10366"/>
                </a:lnTo>
                <a:lnTo>
                  <a:pt x="14308" y="10001"/>
                </a:lnTo>
                <a:lnTo>
                  <a:pt x="14113" y="9831"/>
                </a:lnTo>
                <a:lnTo>
                  <a:pt x="13918" y="9685"/>
                </a:lnTo>
                <a:lnTo>
                  <a:pt x="13894" y="9685"/>
                </a:lnTo>
                <a:lnTo>
                  <a:pt x="13870" y="9733"/>
                </a:lnTo>
                <a:lnTo>
                  <a:pt x="13918" y="9904"/>
                </a:lnTo>
                <a:lnTo>
                  <a:pt x="14016" y="10050"/>
                </a:lnTo>
                <a:lnTo>
                  <a:pt x="14113" y="10196"/>
                </a:lnTo>
                <a:lnTo>
                  <a:pt x="14235" y="10342"/>
                </a:lnTo>
                <a:lnTo>
                  <a:pt x="14356" y="10488"/>
                </a:lnTo>
                <a:lnTo>
                  <a:pt x="14478" y="10634"/>
                </a:lnTo>
                <a:lnTo>
                  <a:pt x="14575" y="10804"/>
                </a:lnTo>
                <a:lnTo>
                  <a:pt x="14600" y="10974"/>
                </a:lnTo>
                <a:lnTo>
                  <a:pt x="14502" y="11047"/>
                </a:lnTo>
                <a:lnTo>
                  <a:pt x="14356" y="10853"/>
                </a:lnTo>
                <a:lnTo>
                  <a:pt x="14186" y="10658"/>
                </a:lnTo>
                <a:lnTo>
                  <a:pt x="13991" y="10512"/>
                </a:lnTo>
                <a:lnTo>
                  <a:pt x="13797" y="10390"/>
                </a:lnTo>
                <a:lnTo>
                  <a:pt x="13772" y="10366"/>
                </a:lnTo>
                <a:lnTo>
                  <a:pt x="13724" y="10366"/>
                </a:lnTo>
                <a:lnTo>
                  <a:pt x="13675" y="10415"/>
                </a:lnTo>
                <a:lnTo>
                  <a:pt x="13651" y="10463"/>
                </a:lnTo>
                <a:lnTo>
                  <a:pt x="13651" y="10512"/>
                </a:lnTo>
                <a:lnTo>
                  <a:pt x="13675" y="10536"/>
                </a:lnTo>
                <a:lnTo>
                  <a:pt x="13845" y="10682"/>
                </a:lnTo>
                <a:lnTo>
                  <a:pt x="13991" y="10853"/>
                </a:lnTo>
                <a:lnTo>
                  <a:pt x="14113" y="11023"/>
                </a:lnTo>
                <a:lnTo>
                  <a:pt x="14235" y="11218"/>
                </a:lnTo>
                <a:lnTo>
                  <a:pt x="14040" y="11339"/>
                </a:lnTo>
                <a:lnTo>
                  <a:pt x="13918" y="11218"/>
                </a:lnTo>
                <a:lnTo>
                  <a:pt x="13797" y="11120"/>
                </a:lnTo>
                <a:lnTo>
                  <a:pt x="13675" y="11023"/>
                </a:lnTo>
                <a:lnTo>
                  <a:pt x="13578" y="10974"/>
                </a:lnTo>
                <a:lnTo>
                  <a:pt x="13529" y="10950"/>
                </a:lnTo>
                <a:lnTo>
                  <a:pt x="13480" y="10950"/>
                </a:lnTo>
                <a:lnTo>
                  <a:pt x="13407" y="10999"/>
                </a:lnTo>
                <a:lnTo>
                  <a:pt x="13407" y="11047"/>
                </a:lnTo>
                <a:lnTo>
                  <a:pt x="13383" y="11072"/>
                </a:lnTo>
                <a:lnTo>
                  <a:pt x="13407" y="11120"/>
                </a:lnTo>
                <a:lnTo>
                  <a:pt x="13432" y="11145"/>
                </a:lnTo>
                <a:lnTo>
                  <a:pt x="13553" y="11315"/>
                </a:lnTo>
                <a:lnTo>
                  <a:pt x="13675" y="11485"/>
                </a:lnTo>
                <a:lnTo>
                  <a:pt x="13724" y="11583"/>
                </a:lnTo>
                <a:lnTo>
                  <a:pt x="13553" y="11704"/>
                </a:lnTo>
                <a:lnTo>
                  <a:pt x="13432" y="11558"/>
                </a:lnTo>
                <a:lnTo>
                  <a:pt x="13261" y="11461"/>
                </a:lnTo>
                <a:lnTo>
                  <a:pt x="13213" y="11461"/>
                </a:lnTo>
                <a:lnTo>
                  <a:pt x="13188" y="11485"/>
                </a:lnTo>
                <a:lnTo>
                  <a:pt x="13188" y="11534"/>
                </a:lnTo>
                <a:lnTo>
                  <a:pt x="13213" y="11558"/>
                </a:lnTo>
                <a:lnTo>
                  <a:pt x="13261" y="11631"/>
                </a:lnTo>
                <a:lnTo>
                  <a:pt x="13310" y="11704"/>
                </a:lnTo>
                <a:lnTo>
                  <a:pt x="13359" y="11874"/>
                </a:lnTo>
                <a:lnTo>
                  <a:pt x="13359" y="11899"/>
                </a:lnTo>
                <a:lnTo>
                  <a:pt x="13237" y="12020"/>
                </a:lnTo>
                <a:lnTo>
                  <a:pt x="13188" y="12118"/>
                </a:lnTo>
                <a:lnTo>
                  <a:pt x="13164" y="12215"/>
                </a:lnTo>
                <a:lnTo>
                  <a:pt x="13188" y="12288"/>
                </a:lnTo>
                <a:lnTo>
                  <a:pt x="13213" y="12385"/>
                </a:lnTo>
                <a:lnTo>
                  <a:pt x="13213" y="12775"/>
                </a:lnTo>
                <a:lnTo>
                  <a:pt x="13237" y="13164"/>
                </a:lnTo>
                <a:lnTo>
                  <a:pt x="13237" y="13553"/>
                </a:lnTo>
                <a:lnTo>
                  <a:pt x="13213" y="13748"/>
                </a:lnTo>
                <a:lnTo>
                  <a:pt x="13188" y="13943"/>
                </a:lnTo>
                <a:lnTo>
                  <a:pt x="13140" y="14064"/>
                </a:lnTo>
                <a:lnTo>
                  <a:pt x="13067" y="14162"/>
                </a:lnTo>
                <a:lnTo>
                  <a:pt x="12994" y="14210"/>
                </a:lnTo>
                <a:lnTo>
                  <a:pt x="12921" y="14235"/>
                </a:lnTo>
                <a:lnTo>
                  <a:pt x="12823" y="14210"/>
                </a:lnTo>
                <a:lnTo>
                  <a:pt x="12726" y="14186"/>
                </a:lnTo>
                <a:lnTo>
                  <a:pt x="12507" y="14040"/>
                </a:lnTo>
                <a:lnTo>
                  <a:pt x="12288" y="13821"/>
                </a:lnTo>
                <a:lnTo>
                  <a:pt x="12069" y="13578"/>
                </a:lnTo>
                <a:lnTo>
                  <a:pt x="11728" y="13164"/>
                </a:lnTo>
                <a:lnTo>
                  <a:pt x="11850" y="13042"/>
                </a:lnTo>
                <a:lnTo>
                  <a:pt x="11923" y="12969"/>
                </a:lnTo>
                <a:lnTo>
                  <a:pt x="11947" y="12896"/>
                </a:lnTo>
                <a:lnTo>
                  <a:pt x="11947" y="12823"/>
                </a:lnTo>
                <a:lnTo>
                  <a:pt x="11923" y="12750"/>
                </a:lnTo>
                <a:lnTo>
                  <a:pt x="11874" y="12677"/>
                </a:lnTo>
                <a:lnTo>
                  <a:pt x="11826" y="12629"/>
                </a:lnTo>
                <a:lnTo>
                  <a:pt x="11777" y="12604"/>
                </a:lnTo>
                <a:lnTo>
                  <a:pt x="11680" y="12580"/>
                </a:lnTo>
                <a:lnTo>
                  <a:pt x="11655" y="12385"/>
                </a:lnTo>
                <a:lnTo>
                  <a:pt x="11631" y="12361"/>
                </a:lnTo>
                <a:lnTo>
                  <a:pt x="11582" y="12361"/>
                </a:lnTo>
                <a:lnTo>
                  <a:pt x="11582" y="12385"/>
                </a:lnTo>
                <a:lnTo>
                  <a:pt x="11558" y="12580"/>
                </a:lnTo>
                <a:lnTo>
                  <a:pt x="11509" y="12580"/>
                </a:lnTo>
                <a:lnTo>
                  <a:pt x="11485" y="12604"/>
                </a:lnTo>
                <a:lnTo>
                  <a:pt x="11461" y="12604"/>
                </a:lnTo>
                <a:lnTo>
                  <a:pt x="11242" y="12702"/>
                </a:lnTo>
                <a:lnTo>
                  <a:pt x="11169" y="12361"/>
                </a:lnTo>
                <a:lnTo>
                  <a:pt x="11144" y="12191"/>
                </a:lnTo>
                <a:lnTo>
                  <a:pt x="11169" y="12020"/>
                </a:lnTo>
                <a:lnTo>
                  <a:pt x="11144" y="11972"/>
                </a:lnTo>
                <a:lnTo>
                  <a:pt x="11120" y="11947"/>
                </a:lnTo>
                <a:lnTo>
                  <a:pt x="11071" y="11947"/>
                </a:lnTo>
                <a:lnTo>
                  <a:pt x="11047" y="11972"/>
                </a:lnTo>
                <a:lnTo>
                  <a:pt x="11023" y="12118"/>
                </a:lnTo>
                <a:lnTo>
                  <a:pt x="10998" y="12312"/>
                </a:lnTo>
                <a:lnTo>
                  <a:pt x="10998" y="12556"/>
                </a:lnTo>
                <a:lnTo>
                  <a:pt x="10998" y="12799"/>
                </a:lnTo>
                <a:lnTo>
                  <a:pt x="10633" y="12896"/>
                </a:lnTo>
                <a:lnTo>
                  <a:pt x="10609" y="12604"/>
                </a:lnTo>
                <a:lnTo>
                  <a:pt x="10560" y="12361"/>
                </a:lnTo>
                <a:lnTo>
                  <a:pt x="10512" y="12118"/>
                </a:lnTo>
                <a:lnTo>
                  <a:pt x="10390" y="11607"/>
                </a:lnTo>
                <a:lnTo>
                  <a:pt x="10366" y="11583"/>
                </a:lnTo>
                <a:lnTo>
                  <a:pt x="10342" y="11558"/>
                </a:lnTo>
                <a:lnTo>
                  <a:pt x="10293" y="11583"/>
                </a:lnTo>
                <a:lnTo>
                  <a:pt x="10269" y="11607"/>
                </a:lnTo>
                <a:lnTo>
                  <a:pt x="10244" y="11826"/>
                </a:lnTo>
                <a:lnTo>
                  <a:pt x="10244" y="12045"/>
                </a:lnTo>
                <a:lnTo>
                  <a:pt x="10269" y="12507"/>
                </a:lnTo>
                <a:lnTo>
                  <a:pt x="10269" y="12726"/>
                </a:lnTo>
                <a:lnTo>
                  <a:pt x="10269" y="12945"/>
                </a:lnTo>
                <a:lnTo>
                  <a:pt x="9636" y="12994"/>
                </a:lnTo>
                <a:lnTo>
                  <a:pt x="9612" y="12726"/>
                </a:lnTo>
                <a:lnTo>
                  <a:pt x="9612" y="12507"/>
                </a:lnTo>
                <a:lnTo>
                  <a:pt x="9612" y="12337"/>
                </a:lnTo>
                <a:lnTo>
                  <a:pt x="9612" y="12142"/>
                </a:lnTo>
                <a:lnTo>
                  <a:pt x="9563" y="11972"/>
                </a:lnTo>
                <a:lnTo>
                  <a:pt x="9514" y="11899"/>
                </a:lnTo>
                <a:lnTo>
                  <a:pt x="9466" y="11826"/>
                </a:lnTo>
                <a:lnTo>
                  <a:pt x="9417" y="11826"/>
                </a:lnTo>
                <a:lnTo>
                  <a:pt x="9393" y="11850"/>
                </a:lnTo>
                <a:lnTo>
                  <a:pt x="9344" y="12020"/>
                </a:lnTo>
                <a:lnTo>
                  <a:pt x="9320" y="12215"/>
                </a:lnTo>
                <a:lnTo>
                  <a:pt x="9295" y="12604"/>
                </a:lnTo>
                <a:lnTo>
                  <a:pt x="9271" y="12799"/>
                </a:lnTo>
                <a:lnTo>
                  <a:pt x="9247" y="12994"/>
                </a:lnTo>
                <a:lnTo>
                  <a:pt x="9052" y="12994"/>
                </a:lnTo>
                <a:lnTo>
                  <a:pt x="9003" y="12604"/>
                </a:lnTo>
                <a:lnTo>
                  <a:pt x="8930" y="12191"/>
                </a:lnTo>
                <a:lnTo>
                  <a:pt x="8857" y="11753"/>
                </a:lnTo>
                <a:lnTo>
                  <a:pt x="8833" y="11704"/>
                </a:lnTo>
                <a:lnTo>
                  <a:pt x="8784" y="11680"/>
                </a:lnTo>
                <a:lnTo>
                  <a:pt x="8711" y="11704"/>
                </a:lnTo>
                <a:lnTo>
                  <a:pt x="8711" y="11777"/>
                </a:lnTo>
                <a:lnTo>
                  <a:pt x="8711" y="12191"/>
                </a:lnTo>
                <a:lnTo>
                  <a:pt x="8687" y="12604"/>
                </a:lnTo>
                <a:lnTo>
                  <a:pt x="8687" y="12994"/>
                </a:lnTo>
                <a:lnTo>
                  <a:pt x="8176" y="12994"/>
                </a:lnTo>
                <a:lnTo>
                  <a:pt x="8200" y="12653"/>
                </a:lnTo>
                <a:lnTo>
                  <a:pt x="8273" y="12215"/>
                </a:lnTo>
                <a:lnTo>
                  <a:pt x="8346" y="11777"/>
                </a:lnTo>
                <a:lnTo>
                  <a:pt x="8346" y="11704"/>
                </a:lnTo>
                <a:lnTo>
                  <a:pt x="8298" y="11655"/>
                </a:lnTo>
                <a:lnTo>
                  <a:pt x="8249" y="11655"/>
                </a:lnTo>
                <a:lnTo>
                  <a:pt x="8200" y="11704"/>
                </a:lnTo>
                <a:lnTo>
                  <a:pt x="8079" y="11899"/>
                </a:lnTo>
                <a:lnTo>
                  <a:pt x="8006" y="12118"/>
                </a:lnTo>
                <a:lnTo>
                  <a:pt x="7933" y="12337"/>
                </a:lnTo>
                <a:lnTo>
                  <a:pt x="7884" y="12556"/>
                </a:lnTo>
                <a:lnTo>
                  <a:pt x="7835" y="12750"/>
                </a:lnTo>
                <a:lnTo>
                  <a:pt x="7811" y="12969"/>
                </a:lnTo>
                <a:lnTo>
                  <a:pt x="7300" y="12945"/>
                </a:lnTo>
                <a:lnTo>
                  <a:pt x="7349" y="12653"/>
                </a:lnTo>
                <a:lnTo>
                  <a:pt x="7397" y="12385"/>
                </a:lnTo>
                <a:lnTo>
                  <a:pt x="7495" y="12045"/>
                </a:lnTo>
                <a:lnTo>
                  <a:pt x="7592" y="11680"/>
                </a:lnTo>
                <a:lnTo>
                  <a:pt x="7568" y="11655"/>
                </a:lnTo>
                <a:lnTo>
                  <a:pt x="7543" y="11631"/>
                </a:lnTo>
                <a:lnTo>
                  <a:pt x="7470" y="11680"/>
                </a:lnTo>
                <a:lnTo>
                  <a:pt x="7397" y="11728"/>
                </a:lnTo>
                <a:lnTo>
                  <a:pt x="7276" y="11850"/>
                </a:lnTo>
                <a:lnTo>
                  <a:pt x="7178" y="11996"/>
                </a:lnTo>
                <a:lnTo>
                  <a:pt x="7130" y="12166"/>
                </a:lnTo>
                <a:lnTo>
                  <a:pt x="7008" y="12507"/>
                </a:lnTo>
                <a:lnTo>
                  <a:pt x="6959" y="12702"/>
                </a:lnTo>
                <a:lnTo>
                  <a:pt x="6935" y="12872"/>
                </a:lnTo>
                <a:lnTo>
                  <a:pt x="6473" y="12702"/>
                </a:lnTo>
                <a:lnTo>
                  <a:pt x="6521" y="12556"/>
                </a:lnTo>
                <a:lnTo>
                  <a:pt x="6546" y="12483"/>
                </a:lnTo>
                <a:lnTo>
                  <a:pt x="6546" y="12410"/>
                </a:lnTo>
                <a:lnTo>
                  <a:pt x="6546" y="12337"/>
                </a:lnTo>
                <a:lnTo>
                  <a:pt x="6497" y="12288"/>
                </a:lnTo>
                <a:lnTo>
                  <a:pt x="6473" y="12288"/>
                </a:lnTo>
                <a:lnTo>
                  <a:pt x="6375" y="12385"/>
                </a:lnTo>
                <a:lnTo>
                  <a:pt x="6302" y="12483"/>
                </a:lnTo>
                <a:lnTo>
                  <a:pt x="6181" y="12629"/>
                </a:lnTo>
                <a:lnTo>
                  <a:pt x="5889" y="12629"/>
                </a:lnTo>
                <a:lnTo>
                  <a:pt x="5816" y="12653"/>
                </a:lnTo>
                <a:lnTo>
                  <a:pt x="5743" y="12750"/>
                </a:lnTo>
                <a:lnTo>
                  <a:pt x="5743" y="12799"/>
                </a:lnTo>
                <a:lnTo>
                  <a:pt x="5743" y="12872"/>
                </a:lnTo>
                <a:lnTo>
                  <a:pt x="5743" y="12921"/>
                </a:lnTo>
                <a:lnTo>
                  <a:pt x="5791" y="12969"/>
                </a:lnTo>
                <a:lnTo>
                  <a:pt x="5986" y="13115"/>
                </a:lnTo>
                <a:lnTo>
                  <a:pt x="6181" y="13237"/>
                </a:lnTo>
                <a:lnTo>
                  <a:pt x="5986" y="13505"/>
                </a:lnTo>
                <a:lnTo>
                  <a:pt x="5767" y="13748"/>
                </a:lnTo>
                <a:lnTo>
                  <a:pt x="5305" y="14210"/>
                </a:lnTo>
                <a:lnTo>
                  <a:pt x="5134" y="14381"/>
                </a:lnTo>
                <a:lnTo>
                  <a:pt x="4988" y="14527"/>
                </a:lnTo>
                <a:lnTo>
                  <a:pt x="4891" y="14551"/>
                </a:lnTo>
                <a:lnTo>
                  <a:pt x="4818" y="14551"/>
                </a:lnTo>
                <a:lnTo>
                  <a:pt x="4721" y="14527"/>
                </a:lnTo>
                <a:lnTo>
                  <a:pt x="4648" y="14454"/>
                </a:lnTo>
                <a:lnTo>
                  <a:pt x="4648" y="13383"/>
                </a:lnTo>
                <a:lnTo>
                  <a:pt x="4623" y="12872"/>
                </a:lnTo>
                <a:lnTo>
                  <a:pt x="4599" y="12337"/>
                </a:lnTo>
                <a:lnTo>
                  <a:pt x="4575" y="12239"/>
                </a:lnTo>
                <a:lnTo>
                  <a:pt x="4526" y="12191"/>
                </a:lnTo>
                <a:lnTo>
                  <a:pt x="4502" y="12166"/>
                </a:lnTo>
                <a:lnTo>
                  <a:pt x="4404" y="12118"/>
                </a:lnTo>
                <a:lnTo>
                  <a:pt x="4307" y="12020"/>
                </a:lnTo>
                <a:lnTo>
                  <a:pt x="4185" y="11947"/>
                </a:lnTo>
                <a:lnTo>
                  <a:pt x="3918" y="11801"/>
                </a:lnTo>
                <a:lnTo>
                  <a:pt x="3650" y="11680"/>
                </a:lnTo>
                <a:lnTo>
                  <a:pt x="3407" y="11510"/>
                </a:lnTo>
                <a:lnTo>
                  <a:pt x="3163" y="11339"/>
                </a:lnTo>
                <a:lnTo>
                  <a:pt x="2920" y="11145"/>
                </a:lnTo>
                <a:lnTo>
                  <a:pt x="2677" y="10926"/>
                </a:lnTo>
                <a:lnTo>
                  <a:pt x="2482" y="10658"/>
                </a:lnTo>
                <a:lnTo>
                  <a:pt x="2288" y="10390"/>
                </a:lnTo>
                <a:lnTo>
                  <a:pt x="2117" y="10098"/>
                </a:lnTo>
                <a:lnTo>
                  <a:pt x="1947" y="9758"/>
                </a:lnTo>
                <a:lnTo>
                  <a:pt x="1850" y="9587"/>
                </a:lnTo>
                <a:lnTo>
                  <a:pt x="1752" y="9441"/>
                </a:lnTo>
                <a:lnTo>
                  <a:pt x="1704" y="9028"/>
                </a:lnTo>
                <a:lnTo>
                  <a:pt x="1655" y="8614"/>
                </a:lnTo>
                <a:lnTo>
                  <a:pt x="1655" y="8517"/>
                </a:lnTo>
                <a:lnTo>
                  <a:pt x="1631" y="8371"/>
                </a:lnTo>
                <a:lnTo>
                  <a:pt x="1582" y="8249"/>
                </a:lnTo>
                <a:lnTo>
                  <a:pt x="1533" y="8225"/>
                </a:lnTo>
                <a:lnTo>
                  <a:pt x="1485" y="8225"/>
                </a:lnTo>
                <a:lnTo>
                  <a:pt x="1412" y="8249"/>
                </a:lnTo>
                <a:lnTo>
                  <a:pt x="1363" y="8322"/>
                </a:lnTo>
                <a:lnTo>
                  <a:pt x="1339" y="8371"/>
                </a:lnTo>
                <a:lnTo>
                  <a:pt x="1314" y="8444"/>
                </a:lnTo>
                <a:lnTo>
                  <a:pt x="1290" y="8614"/>
                </a:lnTo>
                <a:lnTo>
                  <a:pt x="1266" y="8760"/>
                </a:lnTo>
                <a:lnTo>
                  <a:pt x="1266" y="8906"/>
                </a:lnTo>
                <a:lnTo>
                  <a:pt x="1266" y="9076"/>
                </a:lnTo>
                <a:lnTo>
                  <a:pt x="1120" y="9101"/>
                </a:lnTo>
                <a:lnTo>
                  <a:pt x="998" y="9149"/>
                </a:lnTo>
                <a:lnTo>
                  <a:pt x="828" y="9003"/>
                </a:lnTo>
                <a:lnTo>
                  <a:pt x="755" y="8906"/>
                </a:lnTo>
                <a:lnTo>
                  <a:pt x="682" y="8809"/>
                </a:lnTo>
                <a:lnTo>
                  <a:pt x="584" y="8565"/>
                </a:lnTo>
                <a:lnTo>
                  <a:pt x="511" y="8322"/>
                </a:lnTo>
                <a:lnTo>
                  <a:pt x="463" y="8079"/>
                </a:lnTo>
                <a:lnTo>
                  <a:pt x="438" y="7811"/>
                </a:lnTo>
                <a:lnTo>
                  <a:pt x="438" y="7592"/>
                </a:lnTo>
                <a:lnTo>
                  <a:pt x="438" y="7373"/>
                </a:lnTo>
                <a:lnTo>
                  <a:pt x="487" y="7154"/>
                </a:lnTo>
                <a:lnTo>
                  <a:pt x="536" y="6911"/>
                </a:lnTo>
                <a:lnTo>
                  <a:pt x="609" y="6740"/>
                </a:lnTo>
                <a:lnTo>
                  <a:pt x="706" y="6570"/>
                </a:lnTo>
                <a:lnTo>
                  <a:pt x="925" y="6302"/>
                </a:lnTo>
                <a:lnTo>
                  <a:pt x="998" y="6302"/>
                </a:lnTo>
                <a:lnTo>
                  <a:pt x="1290" y="6327"/>
                </a:lnTo>
                <a:lnTo>
                  <a:pt x="1436" y="6302"/>
                </a:lnTo>
                <a:lnTo>
                  <a:pt x="1533" y="6327"/>
                </a:lnTo>
                <a:lnTo>
                  <a:pt x="1631" y="6327"/>
                </a:lnTo>
                <a:lnTo>
                  <a:pt x="1728" y="6254"/>
                </a:lnTo>
                <a:lnTo>
                  <a:pt x="1752" y="6205"/>
                </a:lnTo>
                <a:lnTo>
                  <a:pt x="1777" y="6156"/>
                </a:lnTo>
                <a:lnTo>
                  <a:pt x="1874" y="5840"/>
                </a:lnTo>
                <a:lnTo>
                  <a:pt x="1971" y="5548"/>
                </a:lnTo>
                <a:lnTo>
                  <a:pt x="2093" y="5280"/>
                </a:lnTo>
                <a:lnTo>
                  <a:pt x="2239" y="5013"/>
                </a:lnTo>
                <a:lnTo>
                  <a:pt x="2409" y="4769"/>
                </a:lnTo>
                <a:lnTo>
                  <a:pt x="2604" y="4526"/>
                </a:lnTo>
                <a:lnTo>
                  <a:pt x="3017" y="4039"/>
                </a:lnTo>
                <a:lnTo>
                  <a:pt x="3407" y="3601"/>
                </a:lnTo>
                <a:lnTo>
                  <a:pt x="3820" y="3164"/>
                </a:lnTo>
                <a:lnTo>
                  <a:pt x="4137" y="2872"/>
                </a:lnTo>
                <a:lnTo>
                  <a:pt x="4283" y="2726"/>
                </a:lnTo>
                <a:lnTo>
                  <a:pt x="4429" y="2555"/>
                </a:lnTo>
                <a:lnTo>
                  <a:pt x="4502" y="2555"/>
                </a:lnTo>
                <a:lnTo>
                  <a:pt x="4550" y="2507"/>
                </a:lnTo>
                <a:lnTo>
                  <a:pt x="4599" y="2361"/>
                </a:lnTo>
                <a:lnTo>
                  <a:pt x="4599" y="2215"/>
                </a:lnTo>
                <a:lnTo>
                  <a:pt x="4599" y="2069"/>
                </a:lnTo>
                <a:lnTo>
                  <a:pt x="4623" y="1923"/>
                </a:lnTo>
                <a:lnTo>
                  <a:pt x="4672" y="1631"/>
                </a:lnTo>
                <a:lnTo>
                  <a:pt x="4745" y="1339"/>
                </a:lnTo>
                <a:lnTo>
                  <a:pt x="4891" y="901"/>
                </a:lnTo>
                <a:lnTo>
                  <a:pt x="5061" y="487"/>
                </a:lnTo>
                <a:close/>
                <a:moveTo>
                  <a:pt x="4915" y="0"/>
                </a:moveTo>
                <a:lnTo>
                  <a:pt x="4842" y="25"/>
                </a:lnTo>
                <a:lnTo>
                  <a:pt x="4794" y="49"/>
                </a:lnTo>
                <a:lnTo>
                  <a:pt x="4696" y="146"/>
                </a:lnTo>
                <a:lnTo>
                  <a:pt x="4599" y="268"/>
                </a:lnTo>
                <a:lnTo>
                  <a:pt x="4526" y="414"/>
                </a:lnTo>
                <a:lnTo>
                  <a:pt x="4453" y="584"/>
                </a:lnTo>
                <a:lnTo>
                  <a:pt x="4356" y="925"/>
                </a:lnTo>
                <a:lnTo>
                  <a:pt x="4283" y="1217"/>
                </a:lnTo>
                <a:lnTo>
                  <a:pt x="4210" y="1436"/>
                </a:lnTo>
                <a:lnTo>
                  <a:pt x="4137" y="1728"/>
                </a:lnTo>
                <a:lnTo>
                  <a:pt x="4112" y="2020"/>
                </a:lnTo>
                <a:lnTo>
                  <a:pt x="4112" y="2166"/>
                </a:lnTo>
                <a:lnTo>
                  <a:pt x="4137" y="2288"/>
                </a:lnTo>
                <a:lnTo>
                  <a:pt x="3893" y="2385"/>
                </a:lnTo>
                <a:lnTo>
                  <a:pt x="3674" y="2531"/>
                </a:lnTo>
                <a:lnTo>
                  <a:pt x="3455" y="2726"/>
                </a:lnTo>
                <a:lnTo>
                  <a:pt x="3236" y="2945"/>
                </a:lnTo>
                <a:lnTo>
                  <a:pt x="2871" y="3383"/>
                </a:lnTo>
                <a:lnTo>
                  <a:pt x="2531" y="3772"/>
                </a:lnTo>
                <a:lnTo>
                  <a:pt x="2142" y="4210"/>
                </a:lnTo>
                <a:lnTo>
                  <a:pt x="1923" y="4453"/>
                </a:lnTo>
                <a:lnTo>
                  <a:pt x="1752" y="4721"/>
                </a:lnTo>
                <a:lnTo>
                  <a:pt x="1582" y="4988"/>
                </a:lnTo>
                <a:lnTo>
                  <a:pt x="1436" y="5280"/>
                </a:lnTo>
                <a:lnTo>
                  <a:pt x="1339" y="5572"/>
                </a:lnTo>
                <a:lnTo>
                  <a:pt x="1290" y="5864"/>
                </a:lnTo>
                <a:lnTo>
                  <a:pt x="925" y="5864"/>
                </a:lnTo>
                <a:lnTo>
                  <a:pt x="755" y="5889"/>
                </a:lnTo>
                <a:lnTo>
                  <a:pt x="633" y="5937"/>
                </a:lnTo>
                <a:lnTo>
                  <a:pt x="536" y="5986"/>
                </a:lnTo>
                <a:lnTo>
                  <a:pt x="438" y="6083"/>
                </a:lnTo>
                <a:lnTo>
                  <a:pt x="341" y="6181"/>
                </a:lnTo>
                <a:lnTo>
                  <a:pt x="268" y="6302"/>
                </a:lnTo>
                <a:lnTo>
                  <a:pt x="219" y="6424"/>
                </a:lnTo>
                <a:lnTo>
                  <a:pt x="122" y="6716"/>
                </a:lnTo>
                <a:lnTo>
                  <a:pt x="49" y="7032"/>
                </a:lnTo>
                <a:lnTo>
                  <a:pt x="25" y="7324"/>
                </a:lnTo>
                <a:lnTo>
                  <a:pt x="0" y="7592"/>
                </a:lnTo>
                <a:lnTo>
                  <a:pt x="0" y="7811"/>
                </a:lnTo>
                <a:lnTo>
                  <a:pt x="25" y="8054"/>
                </a:lnTo>
                <a:lnTo>
                  <a:pt x="49" y="8322"/>
                </a:lnTo>
                <a:lnTo>
                  <a:pt x="122" y="8638"/>
                </a:lnTo>
                <a:lnTo>
                  <a:pt x="219" y="8930"/>
                </a:lnTo>
                <a:lnTo>
                  <a:pt x="365" y="9198"/>
                </a:lnTo>
                <a:lnTo>
                  <a:pt x="438" y="9320"/>
                </a:lnTo>
                <a:lnTo>
                  <a:pt x="536" y="9417"/>
                </a:lnTo>
                <a:lnTo>
                  <a:pt x="633" y="9514"/>
                </a:lnTo>
                <a:lnTo>
                  <a:pt x="730" y="9563"/>
                </a:lnTo>
                <a:lnTo>
                  <a:pt x="852" y="9612"/>
                </a:lnTo>
                <a:lnTo>
                  <a:pt x="1047" y="9612"/>
                </a:lnTo>
                <a:lnTo>
                  <a:pt x="1095" y="9587"/>
                </a:lnTo>
                <a:lnTo>
                  <a:pt x="1314" y="9587"/>
                </a:lnTo>
                <a:lnTo>
                  <a:pt x="1339" y="9612"/>
                </a:lnTo>
                <a:lnTo>
                  <a:pt x="1387" y="9758"/>
                </a:lnTo>
                <a:lnTo>
                  <a:pt x="1436" y="9928"/>
                </a:lnTo>
                <a:lnTo>
                  <a:pt x="1582" y="10220"/>
                </a:lnTo>
                <a:lnTo>
                  <a:pt x="1752" y="10512"/>
                </a:lnTo>
                <a:lnTo>
                  <a:pt x="1923" y="10804"/>
                </a:lnTo>
                <a:lnTo>
                  <a:pt x="2117" y="11072"/>
                </a:lnTo>
                <a:lnTo>
                  <a:pt x="2312" y="11315"/>
                </a:lnTo>
                <a:lnTo>
                  <a:pt x="2531" y="11510"/>
                </a:lnTo>
                <a:lnTo>
                  <a:pt x="2750" y="11704"/>
                </a:lnTo>
                <a:lnTo>
                  <a:pt x="3236" y="12045"/>
                </a:lnTo>
                <a:lnTo>
                  <a:pt x="3455" y="12191"/>
                </a:lnTo>
                <a:lnTo>
                  <a:pt x="3674" y="12288"/>
                </a:lnTo>
                <a:lnTo>
                  <a:pt x="3918" y="12385"/>
                </a:lnTo>
                <a:lnTo>
                  <a:pt x="4137" y="12507"/>
                </a:lnTo>
                <a:lnTo>
                  <a:pt x="4161" y="12531"/>
                </a:lnTo>
                <a:lnTo>
                  <a:pt x="4112" y="13067"/>
                </a:lnTo>
                <a:lnTo>
                  <a:pt x="4112" y="13626"/>
                </a:lnTo>
                <a:lnTo>
                  <a:pt x="4112" y="14746"/>
                </a:lnTo>
                <a:lnTo>
                  <a:pt x="4137" y="14819"/>
                </a:lnTo>
                <a:lnTo>
                  <a:pt x="4161" y="14867"/>
                </a:lnTo>
                <a:lnTo>
                  <a:pt x="4185" y="14916"/>
                </a:lnTo>
                <a:lnTo>
                  <a:pt x="4234" y="14965"/>
                </a:lnTo>
                <a:lnTo>
                  <a:pt x="4331" y="14989"/>
                </a:lnTo>
                <a:lnTo>
                  <a:pt x="4453" y="14989"/>
                </a:lnTo>
                <a:lnTo>
                  <a:pt x="4550" y="15062"/>
                </a:lnTo>
                <a:lnTo>
                  <a:pt x="4648" y="15111"/>
                </a:lnTo>
                <a:lnTo>
                  <a:pt x="4769" y="15135"/>
                </a:lnTo>
                <a:lnTo>
                  <a:pt x="4891" y="15111"/>
                </a:lnTo>
                <a:lnTo>
                  <a:pt x="4988" y="15086"/>
                </a:lnTo>
                <a:lnTo>
                  <a:pt x="5110" y="15038"/>
                </a:lnTo>
                <a:lnTo>
                  <a:pt x="5305" y="14940"/>
                </a:lnTo>
                <a:lnTo>
                  <a:pt x="5548" y="14721"/>
                </a:lnTo>
                <a:lnTo>
                  <a:pt x="5791" y="14502"/>
                </a:lnTo>
                <a:lnTo>
                  <a:pt x="6229" y="14040"/>
                </a:lnTo>
                <a:lnTo>
                  <a:pt x="6497" y="13748"/>
                </a:lnTo>
                <a:lnTo>
                  <a:pt x="6619" y="13602"/>
                </a:lnTo>
                <a:lnTo>
                  <a:pt x="6716" y="13432"/>
                </a:lnTo>
                <a:lnTo>
                  <a:pt x="6984" y="13505"/>
                </a:lnTo>
                <a:lnTo>
                  <a:pt x="7227" y="13529"/>
                </a:lnTo>
                <a:lnTo>
                  <a:pt x="7762" y="13578"/>
                </a:lnTo>
                <a:lnTo>
                  <a:pt x="8273" y="13578"/>
                </a:lnTo>
                <a:lnTo>
                  <a:pt x="8760" y="13602"/>
                </a:lnTo>
                <a:lnTo>
                  <a:pt x="9198" y="13578"/>
                </a:lnTo>
                <a:lnTo>
                  <a:pt x="9660" y="13578"/>
                </a:lnTo>
                <a:lnTo>
                  <a:pt x="10098" y="13529"/>
                </a:lnTo>
                <a:lnTo>
                  <a:pt x="10560" y="13480"/>
                </a:lnTo>
                <a:lnTo>
                  <a:pt x="10925" y="13407"/>
                </a:lnTo>
                <a:lnTo>
                  <a:pt x="11315" y="13334"/>
                </a:lnTo>
                <a:lnTo>
                  <a:pt x="11363" y="13480"/>
                </a:lnTo>
                <a:lnTo>
                  <a:pt x="11436" y="13626"/>
                </a:lnTo>
                <a:lnTo>
                  <a:pt x="11607" y="13943"/>
                </a:lnTo>
                <a:lnTo>
                  <a:pt x="11850" y="14210"/>
                </a:lnTo>
                <a:lnTo>
                  <a:pt x="11972" y="14356"/>
                </a:lnTo>
                <a:lnTo>
                  <a:pt x="12118" y="14478"/>
                </a:lnTo>
                <a:lnTo>
                  <a:pt x="12264" y="14575"/>
                </a:lnTo>
                <a:lnTo>
                  <a:pt x="12410" y="14673"/>
                </a:lnTo>
                <a:lnTo>
                  <a:pt x="12580" y="14721"/>
                </a:lnTo>
                <a:lnTo>
                  <a:pt x="12726" y="14770"/>
                </a:lnTo>
                <a:lnTo>
                  <a:pt x="12896" y="14794"/>
                </a:lnTo>
                <a:lnTo>
                  <a:pt x="13042" y="14770"/>
                </a:lnTo>
                <a:lnTo>
                  <a:pt x="13213" y="14721"/>
                </a:lnTo>
                <a:lnTo>
                  <a:pt x="13359" y="14624"/>
                </a:lnTo>
                <a:lnTo>
                  <a:pt x="13480" y="14527"/>
                </a:lnTo>
                <a:lnTo>
                  <a:pt x="13578" y="14405"/>
                </a:lnTo>
                <a:lnTo>
                  <a:pt x="13651" y="14283"/>
                </a:lnTo>
                <a:lnTo>
                  <a:pt x="13724" y="14162"/>
                </a:lnTo>
                <a:lnTo>
                  <a:pt x="13748" y="14016"/>
                </a:lnTo>
                <a:lnTo>
                  <a:pt x="13772" y="13845"/>
                </a:lnTo>
                <a:lnTo>
                  <a:pt x="13797" y="13529"/>
                </a:lnTo>
                <a:lnTo>
                  <a:pt x="13772" y="13213"/>
                </a:lnTo>
                <a:lnTo>
                  <a:pt x="13748" y="12872"/>
                </a:lnTo>
                <a:lnTo>
                  <a:pt x="13748" y="12580"/>
                </a:lnTo>
                <a:lnTo>
                  <a:pt x="13748" y="12288"/>
                </a:lnTo>
                <a:lnTo>
                  <a:pt x="13943" y="12118"/>
                </a:lnTo>
                <a:lnTo>
                  <a:pt x="14137" y="11947"/>
                </a:lnTo>
                <a:lnTo>
                  <a:pt x="14551" y="11655"/>
                </a:lnTo>
                <a:lnTo>
                  <a:pt x="14989" y="11388"/>
                </a:lnTo>
                <a:lnTo>
                  <a:pt x="15403" y="11072"/>
                </a:lnTo>
                <a:lnTo>
                  <a:pt x="15622" y="10877"/>
                </a:lnTo>
                <a:lnTo>
                  <a:pt x="15816" y="10634"/>
                </a:lnTo>
                <a:lnTo>
                  <a:pt x="15987" y="10390"/>
                </a:lnTo>
                <a:lnTo>
                  <a:pt x="16133" y="10123"/>
                </a:lnTo>
                <a:lnTo>
                  <a:pt x="16254" y="9855"/>
                </a:lnTo>
                <a:lnTo>
                  <a:pt x="16376" y="9563"/>
                </a:lnTo>
                <a:lnTo>
                  <a:pt x="16449" y="9271"/>
                </a:lnTo>
                <a:lnTo>
                  <a:pt x="16522" y="8979"/>
                </a:lnTo>
                <a:lnTo>
                  <a:pt x="16595" y="8614"/>
                </a:lnTo>
                <a:lnTo>
                  <a:pt x="16619" y="8249"/>
                </a:lnTo>
                <a:lnTo>
                  <a:pt x="16765" y="8273"/>
                </a:lnTo>
                <a:lnTo>
                  <a:pt x="16911" y="8298"/>
                </a:lnTo>
                <a:lnTo>
                  <a:pt x="17057" y="8273"/>
                </a:lnTo>
                <a:lnTo>
                  <a:pt x="17203" y="8249"/>
                </a:lnTo>
                <a:lnTo>
                  <a:pt x="17228" y="8273"/>
                </a:lnTo>
                <a:lnTo>
                  <a:pt x="17325" y="8346"/>
                </a:lnTo>
                <a:lnTo>
                  <a:pt x="17422" y="8444"/>
                </a:lnTo>
                <a:lnTo>
                  <a:pt x="17641" y="8565"/>
                </a:lnTo>
                <a:lnTo>
                  <a:pt x="17885" y="8663"/>
                </a:lnTo>
                <a:lnTo>
                  <a:pt x="18128" y="8687"/>
                </a:lnTo>
                <a:lnTo>
                  <a:pt x="18395" y="8663"/>
                </a:lnTo>
                <a:lnTo>
                  <a:pt x="18639" y="8614"/>
                </a:lnTo>
                <a:lnTo>
                  <a:pt x="18858" y="8492"/>
                </a:lnTo>
                <a:lnTo>
                  <a:pt x="18979" y="8419"/>
                </a:lnTo>
                <a:lnTo>
                  <a:pt x="19077" y="8346"/>
                </a:lnTo>
                <a:lnTo>
                  <a:pt x="19125" y="8249"/>
                </a:lnTo>
                <a:lnTo>
                  <a:pt x="19125" y="8176"/>
                </a:lnTo>
                <a:lnTo>
                  <a:pt x="19101" y="8079"/>
                </a:lnTo>
                <a:lnTo>
                  <a:pt x="19052" y="8006"/>
                </a:lnTo>
                <a:lnTo>
                  <a:pt x="18979" y="7957"/>
                </a:lnTo>
                <a:lnTo>
                  <a:pt x="18833" y="7957"/>
                </a:lnTo>
                <a:lnTo>
                  <a:pt x="18736" y="8006"/>
                </a:lnTo>
                <a:lnTo>
                  <a:pt x="18639" y="8103"/>
                </a:lnTo>
                <a:lnTo>
                  <a:pt x="18517" y="8176"/>
                </a:lnTo>
                <a:lnTo>
                  <a:pt x="18371" y="8200"/>
                </a:lnTo>
                <a:lnTo>
                  <a:pt x="18225" y="8225"/>
                </a:lnTo>
                <a:lnTo>
                  <a:pt x="18079" y="8200"/>
                </a:lnTo>
                <a:lnTo>
                  <a:pt x="17933" y="8176"/>
                </a:lnTo>
                <a:lnTo>
                  <a:pt x="17787" y="8127"/>
                </a:lnTo>
                <a:lnTo>
                  <a:pt x="17666" y="8054"/>
                </a:lnTo>
                <a:lnTo>
                  <a:pt x="17885" y="7933"/>
                </a:lnTo>
                <a:lnTo>
                  <a:pt x="18031" y="7835"/>
                </a:lnTo>
                <a:lnTo>
                  <a:pt x="18104" y="7738"/>
                </a:lnTo>
                <a:lnTo>
                  <a:pt x="18152" y="7641"/>
                </a:lnTo>
                <a:lnTo>
                  <a:pt x="18201" y="7543"/>
                </a:lnTo>
                <a:lnTo>
                  <a:pt x="18225" y="7446"/>
                </a:lnTo>
                <a:lnTo>
                  <a:pt x="18250" y="7349"/>
                </a:lnTo>
                <a:lnTo>
                  <a:pt x="18225" y="7251"/>
                </a:lnTo>
                <a:lnTo>
                  <a:pt x="18201" y="7154"/>
                </a:lnTo>
                <a:lnTo>
                  <a:pt x="18177" y="7057"/>
                </a:lnTo>
                <a:lnTo>
                  <a:pt x="18128" y="6984"/>
                </a:lnTo>
                <a:lnTo>
                  <a:pt x="18055" y="6911"/>
                </a:lnTo>
                <a:lnTo>
                  <a:pt x="18006" y="6862"/>
                </a:lnTo>
                <a:lnTo>
                  <a:pt x="17909" y="6813"/>
                </a:lnTo>
                <a:lnTo>
                  <a:pt x="17812" y="6789"/>
                </a:lnTo>
                <a:lnTo>
                  <a:pt x="17714" y="6789"/>
                </a:lnTo>
                <a:lnTo>
                  <a:pt x="17593" y="6813"/>
                </a:lnTo>
                <a:lnTo>
                  <a:pt x="17495" y="6838"/>
                </a:lnTo>
                <a:lnTo>
                  <a:pt x="17349" y="6911"/>
                </a:lnTo>
                <a:lnTo>
                  <a:pt x="17228" y="7008"/>
                </a:lnTo>
                <a:lnTo>
                  <a:pt x="17130" y="7105"/>
                </a:lnTo>
                <a:lnTo>
                  <a:pt x="17082" y="7227"/>
                </a:lnTo>
                <a:lnTo>
                  <a:pt x="17033" y="7373"/>
                </a:lnTo>
                <a:lnTo>
                  <a:pt x="17009" y="7519"/>
                </a:lnTo>
                <a:lnTo>
                  <a:pt x="17009" y="7665"/>
                </a:lnTo>
                <a:lnTo>
                  <a:pt x="17033" y="7811"/>
                </a:lnTo>
                <a:lnTo>
                  <a:pt x="16644" y="7835"/>
                </a:lnTo>
                <a:lnTo>
                  <a:pt x="16644" y="7397"/>
                </a:lnTo>
                <a:lnTo>
                  <a:pt x="16619" y="6935"/>
                </a:lnTo>
                <a:lnTo>
                  <a:pt x="16546" y="6497"/>
                </a:lnTo>
                <a:lnTo>
                  <a:pt x="16449" y="6059"/>
                </a:lnTo>
                <a:lnTo>
                  <a:pt x="16327" y="5621"/>
                </a:lnTo>
                <a:lnTo>
                  <a:pt x="16157" y="5207"/>
                </a:lnTo>
                <a:lnTo>
                  <a:pt x="15987" y="4794"/>
                </a:lnTo>
                <a:lnTo>
                  <a:pt x="15768" y="4404"/>
                </a:lnTo>
                <a:lnTo>
                  <a:pt x="15597" y="4161"/>
                </a:lnTo>
                <a:lnTo>
                  <a:pt x="15427" y="3918"/>
                </a:lnTo>
                <a:lnTo>
                  <a:pt x="15232" y="3699"/>
                </a:lnTo>
                <a:lnTo>
                  <a:pt x="15038" y="3480"/>
                </a:lnTo>
                <a:lnTo>
                  <a:pt x="14843" y="3285"/>
                </a:lnTo>
                <a:lnTo>
                  <a:pt x="14624" y="3091"/>
                </a:lnTo>
                <a:lnTo>
                  <a:pt x="14162" y="2750"/>
                </a:lnTo>
                <a:lnTo>
                  <a:pt x="13675" y="2434"/>
                </a:lnTo>
                <a:lnTo>
                  <a:pt x="13164" y="2166"/>
                </a:lnTo>
                <a:lnTo>
                  <a:pt x="12629" y="1923"/>
                </a:lnTo>
                <a:lnTo>
                  <a:pt x="12093" y="1704"/>
                </a:lnTo>
                <a:lnTo>
                  <a:pt x="11461" y="1460"/>
                </a:lnTo>
                <a:lnTo>
                  <a:pt x="10804" y="1266"/>
                </a:lnTo>
                <a:lnTo>
                  <a:pt x="10147" y="1120"/>
                </a:lnTo>
                <a:lnTo>
                  <a:pt x="9466" y="1022"/>
                </a:lnTo>
                <a:lnTo>
                  <a:pt x="8882" y="974"/>
                </a:lnTo>
                <a:lnTo>
                  <a:pt x="8249" y="974"/>
                </a:lnTo>
                <a:lnTo>
                  <a:pt x="7933" y="998"/>
                </a:lnTo>
                <a:lnTo>
                  <a:pt x="7641" y="1047"/>
                </a:lnTo>
                <a:lnTo>
                  <a:pt x="7349" y="1120"/>
                </a:lnTo>
                <a:lnTo>
                  <a:pt x="7057" y="1217"/>
                </a:lnTo>
                <a:lnTo>
                  <a:pt x="6570" y="755"/>
                </a:lnTo>
                <a:lnTo>
                  <a:pt x="6327" y="536"/>
                </a:lnTo>
                <a:lnTo>
                  <a:pt x="6059" y="317"/>
                </a:lnTo>
                <a:lnTo>
                  <a:pt x="5816" y="195"/>
                </a:lnTo>
                <a:lnTo>
                  <a:pt x="5548" y="98"/>
                </a:lnTo>
                <a:lnTo>
                  <a:pt x="5280" y="25"/>
                </a:lnTo>
                <a:lnTo>
                  <a:pt x="5013" y="25"/>
                </a:lnTo>
                <a:lnTo>
                  <a:pt x="4964" y="0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4"/>
          <p:cNvSpPr/>
          <p:nvPr/>
        </p:nvSpPr>
        <p:spPr>
          <a:xfrm>
            <a:off x="3650300" y="1113101"/>
            <a:ext cx="163663" cy="241144"/>
          </a:xfrm>
          <a:custGeom>
            <a:rect b="b" l="l" r="r" t="t"/>
            <a:pathLst>
              <a:path extrusionOk="0" h="8923" w="6056">
                <a:moveTo>
                  <a:pt x="1177" y="450"/>
                </a:moveTo>
                <a:lnTo>
                  <a:pt x="1220" y="471"/>
                </a:lnTo>
                <a:lnTo>
                  <a:pt x="1241" y="514"/>
                </a:lnTo>
                <a:lnTo>
                  <a:pt x="1263" y="621"/>
                </a:lnTo>
                <a:lnTo>
                  <a:pt x="1263" y="899"/>
                </a:lnTo>
                <a:lnTo>
                  <a:pt x="1241" y="1049"/>
                </a:lnTo>
                <a:lnTo>
                  <a:pt x="1220" y="1177"/>
                </a:lnTo>
                <a:lnTo>
                  <a:pt x="1177" y="1263"/>
                </a:lnTo>
                <a:lnTo>
                  <a:pt x="1156" y="1284"/>
                </a:lnTo>
                <a:lnTo>
                  <a:pt x="1113" y="1284"/>
                </a:lnTo>
                <a:lnTo>
                  <a:pt x="1092" y="1242"/>
                </a:lnTo>
                <a:lnTo>
                  <a:pt x="1070" y="1135"/>
                </a:lnTo>
                <a:lnTo>
                  <a:pt x="1049" y="985"/>
                </a:lnTo>
                <a:lnTo>
                  <a:pt x="1049" y="814"/>
                </a:lnTo>
                <a:lnTo>
                  <a:pt x="1070" y="664"/>
                </a:lnTo>
                <a:lnTo>
                  <a:pt x="1092" y="536"/>
                </a:lnTo>
                <a:lnTo>
                  <a:pt x="1113" y="493"/>
                </a:lnTo>
                <a:lnTo>
                  <a:pt x="1156" y="450"/>
                </a:lnTo>
                <a:close/>
                <a:moveTo>
                  <a:pt x="2033" y="471"/>
                </a:moveTo>
                <a:lnTo>
                  <a:pt x="2054" y="493"/>
                </a:lnTo>
                <a:lnTo>
                  <a:pt x="2076" y="578"/>
                </a:lnTo>
                <a:lnTo>
                  <a:pt x="2076" y="685"/>
                </a:lnTo>
                <a:lnTo>
                  <a:pt x="2097" y="985"/>
                </a:lnTo>
                <a:lnTo>
                  <a:pt x="2097" y="1156"/>
                </a:lnTo>
                <a:lnTo>
                  <a:pt x="2097" y="1220"/>
                </a:lnTo>
                <a:lnTo>
                  <a:pt x="2076" y="1263"/>
                </a:lnTo>
                <a:lnTo>
                  <a:pt x="2054" y="1306"/>
                </a:lnTo>
                <a:lnTo>
                  <a:pt x="2012" y="1306"/>
                </a:lnTo>
                <a:lnTo>
                  <a:pt x="1990" y="1284"/>
                </a:lnTo>
                <a:lnTo>
                  <a:pt x="1969" y="1263"/>
                </a:lnTo>
                <a:lnTo>
                  <a:pt x="1926" y="1156"/>
                </a:lnTo>
                <a:lnTo>
                  <a:pt x="1905" y="1006"/>
                </a:lnTo>
                <a:lnTo>
                  <a:pt x="1883" y="707"/>
                </a:lnTo>
                <a:lnTo>
                  <a:pt x="1883" y="578"/>
                </a:lnTo>
                <a:lnTo>
                  <a:pt x="1905" y="514"/>
                </a:lnTo>
                <a:lnTo>
                  <a:pt x="1947" y="471"/>
                </a:lnTo>
                <a:close/>
                <a:moveTo>
                  <a:pt x="1584" y="471"/>
                </a:moveTo>
                <a:lnTo>
                  <a:pt x="1648" y="493"/>
                </a:lnTo>
                <a:lnTo>
                  <a:pt x="1712" y="557"/>
                </a:lnTo>
                <a:lnTo>
                  <a:pt x="1712" y="643"/>
                </a:lnTo>
                <a:lnTo>
                  <a:pt x="1712" y="792"/>
                </a:lnTo>
                <a:lnTo>
                  <a:pt x="1669" y="1028"/>
                </a:lnTo>
                <a:lnTo>
                  <a:pt x="1669" y="1135"/>
                </a:lnTo>
                <a:lnTo>
                  <a:pt x="1669" y="1242"/>
                </a:lnTo>
                <a:lnTo>
                  <a:pt x="1648" y="1284"/>
                </a:lnTo>
                <a:lnTo>
                  <a:pt x="1605" y="1327"/>
                </a:lnTo>
                <a:lnTo>
                  <a:pt x="1562" y="1327"/>
                </a:lnTo>
                <a:lnTo>
                  <a:pt x="1498" y="1306"/>
                </a:lnTo>
                <a:lnTo>
                  <a:pt x="1455" y="1263"/>
                </a:lnTo>
                <a:lnTo>
                  <a:pt x="1434" y="1177"/>
                </a:lnTo>
                <a:lnTo>
                  <a:pt x="1434" y="942"/>
                </a:lnTo>
                <a:lnTo>
                  <a:pt x="1455" y="536"/>
                </a:lnTo>
                <a:lnTo>
                  <a:pt x="1477" y="493"/>
                </a:lnTo>
                <a:lnTo>
                  <a:pt x="1498" y="471"/>
                </a:lnTo>
                <a:close/>
                <a:moveTo>
                  <a:pt x="3895" y="450"/>
                </a:moveTo>
                <a:lnTo>
                  <a:pt x="3959" y="471"/>
                </a:lnTo>
                <a:lnTo>
                  <a:pt x="4001" y="493"/>
                </a:lnTo>
                <a:lnTo>
                  <a:pt x="4001" y="536"/>
                </a:lnTo>
                <a:lnTo>
                  <a:pt x="4023" y="643"/>
                </a:lnTo>
                <a:lnTo>
                  <a:pt x="4001" y="792"/>
                </a:lnTo>
                <a:lnTo>
                  <a:pt x="4023" y="985"/>
                </a:lnTo>
                <a:lnTo>
                  <a:pt x="4044" y="1092"/>
                </a:lnTo>
                <a:lnTo>
                  <a:pt x="4044" y="1199"/>
                </a:lnTo>
                <a:lnTo>
                  <a:pt x="4044" y="1263"/>
                </a:lnTo>
                <a:lnTo>
                  <a:pt x="4044" y="1327"/>
                </a:lnTo>
                <a:lnTo>
                  <a:pt x="4044" y="1349"/>
                </a:lnTo>
                <a:lnTo>
                  <a:pt x="3959" y="1370"/>
                </a:lnTo>
                <a:lnTo>
                  <a:pt x="3895" y="1391"/>
                </a:lnTo>
                <a:lnTo>
                  <a:pt x="3830" y="1370"/>
                </a:lnTo>
                <a:lnTo>
                  <a:pt x="3788" y="1327"/>
                </a:lnTo>
                <a:lnTo>
                  <a:pt x="3745" y="1284"/>
                </a:lnTo>
                <a:lnTo>
                  <a:pt x="3723" y="1135"/>
                </a:lnTo>
                <a:lnTo>
                  <a:pt x="3702" y="964"/>
                </a:lnTo>
                <a:lnTo>
                  <a:pt x="3723" y="792"/>
                </a:lnTo>
                <a:lnTo>
                  <a:pt x="3745" y="621"/>
                </a:lnTo>
                <a:lnTo>
                  <a:pt x="3788" y="514"/>
                </a:lnTo>
                <a:lnTo>
                  <a:pt x="3809" y="471"/>
                </a:lnTo>
                <a:lnTo>
                  <a:pt x="3895" y="450"/>
                </a:lnTo>
                <a:close/>
                <a:moveTo>
                  <a:pt x="4451" y="364"/>
                </a:moveTo>
                <a:lnTo>
                  <a:pt x="4536" y="386"/>
                </a:lnTo>
                <a:lnTo>
                  <a:pt x="4579" y="386"/>
                </a:lnTo>
                <a:lnTo>
                  <a:pt x="4601" y="407"/>
                </a:lnTo>
                <a:lnTo>
                  <a:pt x="4622" y="429"/>
                </a:lnTo>
                <a:lnTo>
                  <a:pt x="4622" y="493"/>
                </a:lnTo>
                <a:lnTo>
                  <a:pt x="4579" y="471"/>
                </a:lnTo>
                <a:lnTo>
                  <a:pt x="4536" y="493"/>
                </a:lnTo>
                <a:lnTo>
                  <a:pt x="4515" y="621"/>
                </a:lnTo>
                <a:lnTo>
                  <a:pt x="4515" y="728"/>
                </a:lnTo>
                <a:lnTo>
                  <a:pt x="4515" y="857"/>
                </a:lnTo>
                <a:lnTo>
                  <a:pt x="4558" y="1006"/>
                </a:lnTo>
                <a:lnTo>
                  <a:pt x="4601" y="1156"/>
                </a:lnTo>
                <a:lnTo>
                  <a:pt x="4601" y="1220"/>
                </a:lnTo>
                <a:lnTo>
                  <a:pt x="4579" y="1284"/>
                </a:lnTo>
                <a:lnTo>
                  <a:pt x="4536" y="1327"/>
                </a:lnTo>
                <a:lnTo>
                  <a:pt x="4494" y="1370"/>
                </a:lnTo>
                <a:lnTo>
                  <a:pt x="4408" y="1391"/>
                </a:lnTo>
                <a:lnTo>
                  <a:pt x="4365" y="1391"/>
                </a:lnTo>
                <a:lnTo>
                  <a:pt x="4344" y="1370"/>
                </a:lnTo>
                <a:lnTo>
                  <a:pt x="4301" y="1306"/>
                </a:lnTo>
                <a:lnTo>
                  <a:pt x="4301" y="1242"/>
                </a:lnTo>
                <a:lnTo>
                  <a:pt x="4322" y="1092"/>
                </a:lnTo>
                <a:lnTo>
                  <a:pt x="4280" y="921"/>
                </a:lnTo>
                <a:lnTo>
                  <a:pt x="4237" y="685"/>
                </a:lnTo>
                <a:lnTo>
                  <a:pt x="4237" y="578"/>
                </a:lnTo>
                <a:lnTo>
                  <a:pt x="4237" y="493"/>
                </a:lnTo>
                <a:lnTo>
                  <a:pt x="4280" y="407"/>
                </a:lnTo>
                <a:lnTo>
                  <a:pt x="4301" y="386"/>
                </a:lnTo>
                <a:lnTo>
                  <a:pt x="4344" y="386"/>
                </a:lnTo>
                <a:lnTo>
                  <a:pt x="4451" y="364"/>
                </a:lnTo>
                <a:close/>
                <a:moveTo>
                  <a:pt x="2910" y="450"/>
                </a:moveTo>
                <a:lnTo>
                  <a:pt x="2974" y="471"/>
                </a:lnTo>
                <a:lnTo>
                  <a:pt x="3039" y="514"/>
                </a:lnTo>
                <a:lnTo>
                  <a:pt x="3039" y="557"/>
                </a:lnTo>
                <a:lnTo>
                  <a:pt x="3060" y="621"/>
                </a:lnTo>
                <a:lnTo>
                  <a:pt x="3060" y="750"/>
                </a:lnTo>
                <a:lnTo>
                  <a:pt x="3039" y="899"/>
                </a:lnTo>
                <a:lnTo>
                  <a:pt x="3039" y="1006"/>
                </a:lnTo>
                <a:lnTo>
                  <a:pt x="3103" y="1156"/>
                </a:lnTo>
                <a:lnTo>
                  <a:pt x="3146" y="1284"/>
                </a:lnTo>
                <a:lnTo>
                  <a:pt x="3146" y="1349"/>
                </a:lnTo>
                <a:lnTo>
                  <a:pt x="3124" y="1370"/>
                </a:lnTo>
                <a:lnTo>
                  <a:pt x="3060" y="1413"/>
                </a:lnTo>
                <a:lnTo>
                  <a:pt x="2632" y="1413"/>
                </a:lnTo>
                <a:lnTo>
                  <a:pt x="2440" y="1370"/>
                </a:lnTo>
                <a:lnTo>
                  <a:pt x="2375" y="1349"/>
                </a:lnTo>
                <a:lnTo>
                  <a:pt x="2333" y="1306"/>
                </a:lnTo>
                <a:lnTo>
                  <a:pt x="2311" y="1263"/>
                </a:lnTo>
                <a:lnTo>
                  <a:pt x="2290" y="1156"/>
                </a:lnTo>
                <a:lnTo>
                  <a:pt x="2268" y="899"/>
                </a:lnTo>
                <a:lnTo>
                  <a:pt x="2268" y="664"/>
                </a:lnTo>
                <a:lnTo>
                  <a:pt x="2290" y="578"/>
                </a:lnTo>
                <a:lnTo>
                  <a:pt x="2290" y="536"/>
                </a:lnTo>
                <a:lnTo>
                  <a:pt x="2354" y="493"/>
                </a:lnTo>
                <a:lnTo>
                  <a:pt x="2397" y="471"/>
                </a:lnTo>
                <a:lnTo>
                  <a:pt x="2440" y="493"/>
                </a:lnTo>
                <a:lnTo>
                  <a:pt x="2461" y="536"/>
                </a:lnTo>
                <a:lnTo>
                  <a:pt x="2482" y="643"/>
                </a:lnTo>
                <a:lnTo>
                  <a:pt x="2482" y="814"/>
                </a:lnTo>
                <a:lnTo>
                  <a:pt x="2504" y="985"/>
                </a:lnTo>
                <a:lnTo>
                  <a:pt x="2525" y="1156"/>
                </a:lnTo>
                <a:lnTo>
                  <a:pt x="2547" y="1220"/>
                </a:lnTo>
                <a:lnTo>
                  <a:pt x="2568" y="1263"/>
                </a:lnTo>
                <a:lnTo>
                  <a:pt x="2611" y="1306"/>
                </a:lnTo>
                <a:lnTo>
                  <a:pt x="2675" y="1306"/>
                </a:lnTo>
                <a:lnTo>
                  <a:pt x="2739" y="1284"/>
                </a:lnTo>
                <a:lnTo>
                  <a:pt x="2782" y="1220"/>
                </a:lnTo>
                <a:lnTo>
                  <a:pt x="2803" y="1135"/>
                </a:lnTo>
                <a:lnTo>
                  <a:pt x="2803" y="1049"/>
                </a:lnTo>
                <a:lnTo>
                  <a:pt x="2782" y="857"/>
                </a:lnTo>
                <a:lnTo>
                  <a:pt x="2761" y="728"/>
                </a:lnTo>
                <a:lnTo>
                  <a:pt x="2739" y="600"/>
                </a:lnTo>
                <a:lnTo>
                  <a:pt x="2739" y="536"/>
                </a:lnTo>
                <a:lnTo>
                  <a:pt x="2782" y="471"/>
                </a:lnTo>
                <a:lnTo>
                  <a:pt x="2846" y="450"/>
                </a:lnTo>
                <a:close/>
                <a:moveTo>
                  <a:pt x="3402" y="450"/>
                </a:moveTo>
                <a:lnTo>
                  <a:pt x="3467" y="471"/>
                </a:lnTo>
                <a:lnTo>
                  <a:pt x="3509" y="514"/>
                </a:lnTo>
                <a:lnTo>
                  <a:pt x="3531" y="578"/>
                </a:lnTo>
                <a:lnTo>
                  <a:pt x="3531" y="643"/>
                </a:lnTo>
                <a:lnTo>
                  <a:pt x="3509" y="814"/>
                </a:lnTo>
                <a:lnTo>
                  <a:pt x="3488" y="942"/>
                </a:lnTo>
                <a:lnTo>
                  <a:pt x="3488" y="1070"/>
                </a:lnTo>
                <a:lnTo>
                  <a:pt x="3488" y="1242"/>
                </a:lnTo>
                <a:lnTo>
                  <a:pt x="3467" y="1349"/>
                </a:lnTo>
                <a:lnTo>
                  <a:pt x="3445" y="1413"/>
                </a:lnTo>
                <a:lnTo>
                  <a:pt x="3424" y="1434"/>
                </a:lnTo>
                <a:lnTo>
                  <a:pt x="3360" y="1413"/>
                </a:lnTo>
                <a:lnTo>
                  <a:pt x="3338" y="1391"/>
                </a:lnTo>
                <a:lnTo>
                  <a:pt x="3317" y="1327"/>
                </a:lnTo>
                <a:lnTo>
                  <a:pt x="3295" y="1177"/>
                </a:lnTo>
                <a:lnTo>
                  <a:pt x="3295" y="878"/>
                </a:lnTo>
                <a:lnTo>
                  <a:pt x="3274" y="750"/>
                </a:lnTo>
                <a:lnTo>
                  <a:pt x="3253" y="600"/>
                </a:lnTo>
                <a:lnTo>
                  <a:pt x="3253" y="557"/>
                </a:lnTo>
                <a:lnTo>
                  <a:pt x="3274" y="493"/>
                </a:lnTo>
                <a:lnTo>
                  <a:pt x="3338" y="471"/>
                </a:lnTo>
                <a:lnTo>
                  <a:pt x="3402" y="450"/>
                </a:lnTo>
                <a:close/>
                <a:moveTo>
                  <a:pt x="3937" y="1798"/>
                </a:moveTo>
                <a:lnTo>
                  <a:pt x="4023" y="1819"/>
                </a:lnTo>
                <a:lnTo>
                  <a:pt x="4108" y="1841"/>
                </a:lnTo>
                <a:lnTo>
                  <a:pt x="4151" y="1884"/>
                </a:lnTo>
                <a:lnTo>
                  <a:pt x="4194" y="1948"/>
                </a:lnTo>
                <a:lnTo>
                  <a:pt x="4258" y="2076"/>
                </a:lnTo>
                <a:lnTo>
                  <a:pt x="4344" y="2140"/>
                </a:lnTo>
                <a:lnTo>
                  <a:pt x="4429" y="2204"/>
                </a:lnTo>
                <a:lnTo>
                  <a:pt x="4622" y="2311"/>
                </a:lnTo>
                <a:lnTo>
                  <a:pt x="4900" y="2525"/>
                </a:lnTo>
                <a:lnTo>
                  <a:pt x="5071" y="2697"/>
                </a:lnTo>
                <a:lnTo>
                  <a:pt x="5242" y="2868"/>
                </a:lnTo>
                <a:lnTo>
                  <a:pt x="5371" y="3039"/>
                </a:lnTo>
                <a:lnTo>
                  <a:pt x="5414" y="3124"/>
                </a:lnTo>
                <a:lnTo>
                  <a:pt x="5435" y="3189"/>
                </a:lnTo>
                <a:lnTo>
                  <a:pt x="5435" y="3253"/>
                </a:lnTo>
                <a:lnTo>
                  <a:pt x="5392" y="3296"/>
                </a:lnTo>
                <a:lnTo>
                  <a:pt x="5328" y="3338"/>
                </a:lnTo>
                <a:lnTo>
                  <a:pt x="5221" y="3381"/>
                </a:lnTo>
                <a:lnTo>
                  <a:pt x="4922" y="3403"/>
                </a:lnTo>
                <a:lnTo>
                  <a:pt x="4622" y="3424"/>
                </a:lnTo>
                <a:lnTo>
                  <a:pt x="4001" y="3424"/>
                </a:lnTo>
                <a:lnTo>
                  <a:pt x="2782" y="3403"/>
                </a:lnTo>
                <a:lnTo>
                  <a:pt x="1969" y="3403"/>
                </a:lnTo>
                <a:lnTo>
                  <a:pt x="1498" y="3381"/>
                </a:lnTo>
                <a:lnTo>
                  <a:pt x="835" y="3381"/>
                </a:lnTo>
                <a:lnTo>
                  <a:pt x="771" y="3360"/>
                </a:lnTo>
                <a:lnTo>
                  <a:pt x="771" y="3338"/>
                </a:lnTo>
                <a:lnTo>
                  <a:pt x="771" y="3317"/>
                </a:lnTo>
                <a:lnTo>
                  <a:pt x="899" y="3124"/>
                </a:lnTo>
                <a:lnTo>
                  <a:pt x="1027" y="2953"/>
                </a:lnTo>
                <a:lnTo>
                  <a:pt x="1306" y="2568"/>
                </a:lnTo>
                <a:lnTo>
                  <a:pt x="1391" y="2440"/>
                </a:lnTo>
                <a:lnTo>
                  <a:pt x="1477" y="2333"/>
                </a:lnTo>
                <a:lnTo>
                  <a:pt x="1520" y="2247"/>
                </a:lnTo>
                <a:lnTo>
                  <a:pt x="1541" y="2162"/>
                </a:lnTo>
                <a:lnTo>
                  <a:pt x="1584" y="2076"/>
                </a:lnTo>
                <a:lnTo>
                  <a:pt x="1627" y="1991"/>
                </a:lnTo>
                <a:lnTo>
                  <a:pt x="1669" y="1948"/>
                </a:lnTo>
                <a:lnTo>
                  <a:pt x="1755" y="1926"/>
                </a:lnTo>
                <a:lnTo>
                  <a:pt x="1969" y="1905"/>
                </a:lnTo>
                <a:lnTo>
                  <a:pt x="2354" y="1905"/>
                </a:lnTo>
                <a:lnTo>
                  <a:pt x="3274" y="1884"/>
                </a:lnTo>
                <a:lnTo>
                  <a:pt x="3467" y="1841"/>
                </a:lnTo>
                <a:lnTo>
                  <a:pt x="3702" y="1819"/>
                </a:lnTo>
                <a:lnTo>
                  <a:pt x="3937" y="1798"/>
                </a:lnTo>
                <a:close/>
                <a:moveTo>
                  <a:pt x="5242" y="3766"/>
                </a:moveTo>
                <a:lnTo>
                  <a:pt x="5349" y="3788"/>
                </a:lnTo>
                <a:lnTo>
                  <a:pt x="5435" y="3809"/>
                </a:lnTo>
                <a:lnTo>
                  <a:pt x="5521" y="3852"/>
                </a:lnTo>
                <a:lnTo>
                  <a:pt x="5542" y="3916"/>
                </a:lnTo>
                <a:lnTo>
                  <a:pt x="5563" y="4023"/>
                </a:lnTo>
                <a:lnTo>
                  <a:pt x="5585" y="4216"/>
                </a:lnTo>
                <a:lnTo>
                  <a:pt x="5606" y="4408"/>
                </a:lnTo>
                <a:lnTo>
                  <a:pt x="5606" y="4622"/>
                </a:lnTo>
                <a:lnTo>
                  <a:pt x="5585" y="5029"/>
                </a:lnTo>
                <a:lnTo>
                  <a:pt x="5563" y="6098"/>
                </a:lnTo>
                <a:lnTo>
                  <a:pt x="5563" y="6698"/>
                </a:lnTo>
                <a:lnTo>
                  <a:pt x="5563" y="6826"/>
                </a:lnTo>
                <a:lnTo>
                  <a:pt x="5563" y="6912"/>
                </a:lnTo>
                <a:lnTo>
                  <a:pt x="5521" y="6976"/>
                </a:lnTo>
                <a:lnTo>
                  <a:pt x="5414" y="7019"/>
                </a:lnTo>
                <a:lnTo>
                  <a:pt x="5285" y="7040"/>
                </a:lnTo>
                <a:lnTo>
                  <a:pt x="5135" y="7040"/>
                </a:lnTo>
                <a:lnTo>
                  <a:pt x="4836" y="7019"/>
                </a:lnTo>
                <a:lnTo>
                  <a:pt x="4215" y="7061"/>
                </a:lnTo>
                <a:lnTo>
                  <a:pt x="3595" y="7083"/>
                </a:lnTo>
                <a:lnTo>
                  <a:pt x="2996" y="7083"/>
                </a:lnTo>
                <a:lnTo>
                  <a:pt x="2739" y="7104"/>
                </a:lnTo>
                <a:lnTo>
                  <a:pt x="2611" y="7125"/>
                </a:lnTo>
                <a:lnTo>
                  <a:pt x="2482" y="7125"/>
                </a:lnTo>
                <a:lnTo>
                  <a:pt x="2375" y="7104"/>
                </a:lnTo>
                <a:lnTo>
                  <a:pt x="2333" y="7061"/>
                </a:lnTo>
                <a:lnTo>
                  <a:pt x="2311" y="7019"/>
                </a:lnTo>
                <a:lnTo>
                  <a:pt x="2247" y="6933"/>
                </a:lnTo>
                <a:lnTo>
                  <a:pt x="2204" y="6912"/>
                </a:lnTo>
                <a:lnTo>
                  <a:pt x="2161" y="6912"/>
                </a:lnTo>
                <a:lnTo>
                  <a:pt x="2076" y="6933"/>
                </a:lnTo>
                <a:lnTo>
                  <a:pt x="2012" y="6976"/>
                </a:lnTo>
                <a:lnTo>
                  <a:pt x="1947" y="7061"/>
                </a:lnTo>
                <a:lnTo>
                  <a:pt x="1883" y="7125"/>
                </a:lnTo>
                <a:lnTo>
                  <a:pt x="1798" y="7168"/>
                </a:lnTo>
                <a:lnTo>
                  <a:pt x="1734" y="7168"/>
                </a:lnTo>
                <a:lnTo>
                  <a:pt x="1691" y="7147"/>
                </a:lnTo>
                <a:lnTo>
                  <a:pt x="1648" y="7104"/>
                </a:lnTo>
                <a:lnTo>
                  <a:pt x="1627" y="7061"/>
                </a:lnTo>
                <a:lnTo>
                  <a:pt x="1648" y="6976"/>
                </a:lnTo>
                <a:lnTo>
                  <a:pt x="1734" y="6783"/>
                </a:lnTo>
                <a:lnTo>
                  <a:pt x="1819" y="6569"/>
                </a:lnTo>
                <a:lnTo>
                  <a:pt x="1819" y="6484"/>
                </a:lnTo>
                <a:lnTo>
                  <a:pt x="1819" y="6398"/>
                </a:lnTo>
                <a:lnTo>
                  <a:pt x="1776" y="6355"/>
                </a:lnTo>
                <a:lnTo>
                  <a:pt x="1734" y="6334"/>
                </a:lnTo>
                <a:lnTo>
                  <a:pt x="1669" y="6334"/>
                </a:lnTo>
                <a:lnTo>
                  <a:pt x="1584" y="6377"/>
                </a:lnTo>
                <a:lnTo>
                  <a:pt x="1498" y="6462"/>
                </a:lnTo>
                <a:lnTo>
                  <a:pt x="1327" y="6676"/>
                </a:lnTo>
                <a:lnTo>
                  <a:pt x="1241" y="6847"/>
                </a:lnTo>
                <a:lnTo>
                  <a:pt x="1156" y="7040"/>
                </a:lnTo>
                <a:lnTo>
                  <a:pt x="1092" y="7104"/>
                </a:lnTo>
                <a:lnTo>
                  <a:pt x="1049" y="7125"/>
                </a:lnTo>
                <a:lnTo>
                  <a:pt x="1006" y="7147"/>
                </a:lnTo>
                <a:lnTo>
                  <a:pt x="856" y="7147"/>
                </a:lnTo>
                <a:lnTo>
                  <a:pt x="856" y="7125"/>
                </a:lnTo>
                <a:lnTo>
                  <a:pt x="878" y="7061"/>
                </a:lnTo>
                <a:lnTo>
                  <a:pt x="921" y="6997"/>
                </a:lnTo>
                <a:lnTo>
                  <a:pt x="942" y="6869"/>
                </a:lnTo>
                <a:lnTo>
                  <a:pt x="985" y="6740"/>
                </a:lnTo>
                <a:lnTo>
                  <a:pt x="1134" y="6505"/>
                </a:lnTo>
                <a:lnTo>
                  <a:pt x="1220" y="6377"/>
                </a:lnTo>
                <a:lnTo>
                  <a:pt x="1284" y="6248"/>
                </a:lnTo>
                <a:lnTo>
                  <a:pt x="1306" y="6120"/>
                </a:lnTo>
                <a:lnTo>
                  <a:pt x="1327" y="5970"/>
                </a:lnTo>
                <a:lnTo>
                  <a:pt x="1284" y="5842"/>
                </a:lnTo>
                <a:lnTo>
                  <a:pt x="1263" y="5799"/>
                </a:lnTo>
                <a:lnTo>
                  <a:pt x="1241" y="5778"/>
                </a:lnTo>
                <a:lnTo>
                  <a:pt x="1199" y="5778"/>
                </a:lnTo>
                <a:lnTo>
                  <a:pt x="1156" y="5799"/>
                </a:lnTo>
                <a:lnTo>
                  <a:pt x="1092" y="5863"/>
                </a:lnTo>
                <a:lnTo>
                  <a:pt x="921" y="6056"/>
                </a:lnTo>
                <a:lnTo>
                  <a:pt x="835" y="6141"/>
                </a:lnTo>
                <a:lnTo>
                  <a:pt x="792" y="6184"/>
                </a:lnTo>
                <a:lnTo>
                  <a:pt x="728" y="6227"/>
                </a:lnTo>
                <a:lnTo>
                  <a:pt x="707" y="6205"/>
                </a:lnTo>
                <a:lnTo>
                  <a:pt x="707" y="6141"/>
                </a:lnTo>
                <a:lnTo>
                  <a:pt x="707" y="6077"/>
                </a:lnTo>
                <a:lnTo>
                  <a:pt x="728" y="6013"/>
                </a:lnTo>
                <a:lnTo>
                  <a:pt x="792" y="5842"/>
                </a:lnTo>
                <a:lnTo>
                  <a:pt x="942" y="5564"/>
                </a:lnTo>
                <a:lnTo>
                  <a:pt x="1027" y="5350"/>
                </a:lnTo>
                <a:lnTo>
                  <a:pt x="1049" y="5243"/>
                </a:lnTo>
                <a:lnTo>
                  <a:pt x="1049" y="5157"/>
                </a:lnTo>
                <a:lnTo>
                  <a:pt x="1027" y="5072"/>
                </a:lnTo>
                <a:lnTo>
                  <a:pt x="985" y="5029"/>
                </a:lnTo>
                <a:lnTo>
                  <a:pt x="899" y="4986"/>
                </a:lnTo>
                <a:lnTo>
                  <a:pt x="771" y="5007"/>
                </a:lnTo>
                <a:lnTo>
                  <a:pt x="685" y="5029"/>
                </a:lnTo>
                <a:lnTo>
                  <a:pt x="664" y="5050"/>
                </a:lnTo>
                <a:lnTo>
                  <a:pt x="642" y="5029"/>
                </a:lnTo>
                <a:lnTo>
                  <a:pt x="621" y="4922"/>
                </a:lnTo>
                <a:lnTo>
                  <a:pt x="600" y="4772"/>
                </a:lnTo>
                <a:lnTo>
                  <a:pt x="600" y="4601"/>
                </a:lnTo>
                <a:lnTo>
                  <a:pt x="621" y="4301"/>
                </a:lnTo>
                <a:lnTo>
                  <a:pt x="642" y="4173"/>
                </a:lnTo>
                <a:lnTo>
                  <a:pt x="685" y="4045"/>
                </a:lnTo>
                <a:lnTo>
                  <a:pt x="749" y="3916"/>
                </a:lnTo>
                <a:lnTo>
                  <a:pt x="792" y="3873"/>
                </a:lnTo>
                <a:lnTo>
                  <a:pt x="835" y="3852"/>
                </a:lnTo>
                <a:lnTo>
                  <a:pt x="899" y="3831"/>
                </a:lnTo>
                <a:lnTo>
                  <a:pt x="985" y="3831"/>
                </a:lnTo>
                <a:lnTo>
                  <a:pt x="1113" y="3852"/>
                </a:lnTo>
                <a:lnTo>
                  <a:pt x="1798" y="3852"/>
                </a:lnTo>
                <a:lnTo>
                  <a:pt x="3231" y="3831"/>
                </a:lnTo>
                <a:lnTo>
                  <a:pt x="4665" y="3809"/>
                </a:lnTo>
                <a:lnTo>
                  <a:pt x="5114" y="3766"/>
                </a:lnTo>
                <a:close/>
                <a:moveTo>
                  <a:pt x="5349" y="7446"/>
                </a:moveTo>
                <a:lnTo>
                  <a:pt x="5414" y="7468"/>
                </a:lnTo>
                <a:lnTo>
                  <a:pt x="5456" y="7489"/>
                </a:lnTo>
                <a:lnTo>
                  <a:pt x="5499" y="7532"/>
                </a:lnTo>
                <a:lnTo>
                  <a:pt x="5542" y="7618"/>
                </a:lnTo>
                <a:lnTo>
                  <a:pt x="5542" y="7725"/>
                </a:lnTo>
                <a:lnTo>
                  <a:pt x="5499" y="7832"/>
                </a:lnTo>
                <a:lnTo>
                  <a:pt x="5435" y="7960"/>
                </a:lnTo>
                <a:lnTo>
                  <a:pt x="5371" y="8067"/>
                </a:lnTo>
                <a:lnTo>
                  <a:pt x="5285" y="8152"/>
                </a:lnTo>
                <a:lnTo>
                  <a:pt x="5135" y="8259"/>
                </a:lnTo>
                <a:lnTo>
                  <a:pt x="4964" y="8345"/>
                </a:lnTo>
                <a:lnTo>
                  <a:pt x="4793" y="8388"/>
                </a:lnTo>
                <a:lnTo>
                  <a:pt x="4601" y="8409"/>
                </a:lnTo>
                <a:lnTo>
                  <a:pt x="4194" y="8431"/>
                </a:lnTo>
                <a:lnTo>
                  <a:pt x="3830" y="8452"/>
                </a:lnTo>
                <a:lnTo>
                  <a:pt x="3488" y="8473"/>
                </a:lnTo>
                <a:lnTo>
                  <a:pt x="3146" y="8495"/>
                </a:lnTo>
                <a:lnTo>
                  <a:pt x="2504" y="8495"/>
                </a:lnTo>
                <a:lnTo>
                  <a:pt x="2440" y="8473"/>
                </a:lnTo>
                <a:lnTo>
                  <a:pt x="2375" y="8431"/>
                </a:lnTo>
                <a:lnTo>
                  <a:pt x="2333" y="8366"/>
                </a:lnTo>
                <a:lnTo>
                  <a:pt x="2290" y="8324"/>
                </a:lnTo>
                <a:lnTo>
                  <a:pt x="2226" y="8281"/>
                </a:lnTo>
                <a:lnTo>
                  <a:pt x="2161" y="8281"/>
                </a:lnTo>
                <a:lnTo>
                  <a:pt x="2076" y="8302"/>
                </a:lnTo>
                <a:lnTo>
                  <a:pt x="1990" y="8324"/>
                </a:lnTo>
                <a:lnTo>
                  <a:pt x="1905" y="8345"/>
                </a:lnTo>
                <a:lnTo>
                  <a:pt x="1776" y="8324"/>
                </a:lnTo>
                <a:lnTo>
                  <a:pt x="1712" y="8302"/>
                </a:lnTo>
                <a:lnTo>
                  <a:pt x="1669" y="8238"/>
                </a:lnTo>
                <a:lnTo>
                  <a:pt x="1605" y="8131"/>
                </a:lnTo>
                <a:lnTo>
                  <a:pt x="1541" y="8024"/>
                </a:lnTo>
                <a:lnTo>
                  <a:pt x="1498" y="8003"/>
                </a:lnTo>
                <a:lnTo>
                  <a:pt x="1477" y="8003"/>
                </a:lnTo>
                <a:lnTo>
                  <a:pt x="1413" y="8024"/>
                </a:lnTo>
                <a:lnTo>
                  <a:pt x="1306" y="8067"/>
                </a:lnTo>
                <a:lnTo>
                  <a:pt x="1284" y="8110"/>
                </a:lnTo>
                <a:lnTo>
                  <a:pt x="1263" y="8131"/>
                </a:lnTo>
                <a:lnTo>
                  <a:pt x="1220" y="8152"/>
                </a:lnTo>
                <a:lnTo>
                  <a:pt x="1177" y="8131"/>
                </a:lnTo>
                <a:lnTo>
                  <a:pt x="1134" y="8088"/>
                </a:lnTo>
                <a:lnTo>
                  <a:pt x="1134" y="8024"/>
                </a:lnTo>
                <a:lnTo>
                  <a:pt x="1134" y="7917"/>
                </a:lnTo>
                <a:lnTo>
                  <a:pt x="1134" y="7767"/>
                </a:lnTo>
                <a:lnTo>
                  <a:pt x="1156" y="7660"/>
                </a:lnTo>
                <a:lnTo>
                  <a:pt x="1177" y="7639"/>
                </a:lnTo>
                <a:lnTo>
                  <a:pt x="1199" y="7596"/>
                </a:lnTo>
                <a:lnTo>
                  <a:pt x="1263" y="7575"/>
                </a:lnTo>
                <a:lnTo>
                  <a:pt x="1327" y="7553"/>
                </a:lnTo>
                <a:lnTo>
                  <a:pt x="1883" y="7553"/>
                </a:lnTo>
                <a:lnTo>
                  <a:pt x="2076" y="7532"/>
                </a:lnTo>
                <a:lnTo>
                  <a:pt x="2461" y="7511"/>
                </a:lnTo>
                <a:lnTo>
                  <a:pt x="2868" y="7489"/>
                </a:lnTo>
                <a:lnTo>
                  <a:pt x="3638" y="7489"/>
                </a:lnTo>
                <a:lnTo>
                  <a:pt x="4451" y="7468"/>
                </a:lnTo>
                <a:lnTo>
                  <a:pt x="4879" y="7446"/>
                </a:lnTo>
                <a:close/>
                <a:moveTo>
                  <a:pt x="2932" y="1"/>
                </a:moveTo>
                <a:lnTo>
                  <a:pt x="2632" y="22"/>
                </a:lnTo>
                <a:lnTo>
                  <a:pt x="2333" y="43"/>
                </a:lnTo>
                <a:lnTo>
                  <a:pt x="1755" y="108"/>
                </a:lnTo>
                <a:lnTo>
                  <a:pt x="1498" y="129"/>
                </a:lnTo>
                <a:lnTo>
                  <a:pt x="1220" y="129"/>
                </a:lnTo>
                <a:lnTo>
                  <a:pt x="1070" y="150"/>
                </a:lnTo>
                <a:lnTo>
                  <a:pt x="942" y="172"/>
                </a:lnTo>
                <a:lnTo>
                  <a:pt x="814" y="236"/>
                </a:lnTo>
                <a:lnTo>
                  <a:pt x="728" y="300"/>
                </a:lnTo>
                <a:lnTo>
                  <a:pt x="642" y="386"/>
                </a:lnTo>
                <a:lnTo>
                  <a:pt x="600" y="493"/>
                </a:lnTo>
                <a:lnTo>
                  <a:pt x="578" y="621"/>
                </a:lnTo>
                <a:lnTo>
                  <a:pt x="557" y="728"/>
                </a:lnTo>
                <a:lnTo>
                  <a:pt x="557" y="985"/>
                </a:lnTo>
                <a:lnTo>
                  <a:pt x="578" y="1220"/>
                </a:lnTo>
                <a:lnTo>
                  <a:pt x="600" y="1434"/>
                </a:lnTo>
                <a:lnTo>
                  <a:pt x="642" y="1520"/>
                </a:lnTo>
                <a:lnTo>
                  <a:pt x="707" y="1605"/>
                </a:lnTo>
                <a:lnTo>
                  <a:pt x="749" y="1648"/>
                </a:lnTo>
                <a:lnTo>
                  <a:pt x="792" y="1691"/>
                </a:lnTo>
                <a:lnTo>
                  <a:pt x="921" y="1734"/>
                </a:lnTo>
                <a:lnTo>
                  <a:pt x="1027" y="1777"/>
                </a:lnTo>
                <a:lnTo>
                  <a:pt x="1070" y="1798"/>
                </a:lnTo>
                <a:lnTo>
                  <a:pt x="1113" y="1841"/>
                </a:lnTo>
                <a:lnTo>
                  <a:pt x="1113" y="1862"/>
                </a:lnTo>
                <a:lnTo>
                  <a:pt x="1113" y="1905"/>
                </a:lnTo>
                <a:lnTo>
                  <a:pt x="1092" y="2012"/>
                </a:lnTo>
                <a:lnTo>
                  <a:pt x="1006" y="2119"/>
                </a:lnTo>
                <a:lnTo>
                  <a:pt x="899" y="2247"/>
                </a:lnTo>
                <a:lnTo>
                  <a:pt x="685" y="2483"/>
                </a:lnTo>
                <a:lnTo>
                  <a:pt x="514" y="2654"/>
                </a:lnTo>
                <a:lnTo>
                  <a:pt x="364" y="2825"/>
                </a:lnTo>
                <a:lnTo>
                  <a:pt x="236" y="3039"/>
                </a:lnTo>
                <a:lnTo>
                  <a:pt x="129" y="3253"/>
                </a:lnTo>
                <a:lnTo>
                  <a:pt x="65" y="3467"/>
                </a:lnTo>
                <a:lnTo>
                  <a:pt x="22" y="3788"/>
                </a:lnTo>
                <a:lnTo>
                  <a:pt x="0" y="4109"/>
                </a:lnTo>
                <a:lnTo>
                  <a:pt x="0" y="4430"/>
                </a:lnTo>
                <a:lnTo>
                  <a:pt x="0" y="4772"/>
                </a:lnTo>
                <a:lnTo>
                  <a:pt x="65" y="5414"/>
                </a:lnTo>
                <a:lnTo>
                  <a:pt x="150" y="6056"/>
                </a:lnTo>
                <a:lnTo>
                  <a:pt x="193" y="6591"/>
                </a:lnTo>
                <a:lnTo>
                  <a:pt x="236" y="7147"/>
                </a:lnTo>
                <a:lnTo>
                  <a:pt x="236" y="7425"/>
                </a:lnTo>
                <a:lnTo>
                  <a:pt x="214" y="7725"/>
                </a:lnTo>
                <a:lnTo>
                  <a:pt x="214" y="7874"/>
                </a:lnTo>
                <a:lnTo>
                  <a:pt x="236" y="8024"/>
                </a:lnTo>
                <a:lnTo>
                  <a:pt x="279" y="8152"/>
                </a:lnTo>
                <a:lnTo>
                  <a:pt x="364" y="8281"/>
                </a:lnTo>
                <a:lnTo>
                  <a:pt x="428" y="8388"/>
                </a:lnTo>
                <a:lnTo>
                  <a:pt x="514" y="8473"/>
                </a:lnTo>
                <a:lnTo>
                  <a:pt x="728" y="8645"/>
                </a:lnTo>
                <a:lnTo>
                  <a:pt x="963" y="8794"/>
                </a:lnTo>
                <a:lnTo>
                  <a:pt x="1199" y="8880"/>
                </a:lnTo>
                <a:lnTo>
                  <a:pt x="1327" y="8901"/>
                </a:lnTo>
                <a:lnTo>
                  <a:pt x="1477" y="8923"/>
                </a:lnTo>
                <a:lnTo>
                  <a:pt x="1798" y="8923"/>
                </a:lnTo>
                <a:lnTo>
                  <a:pt x="2418" y="8859"/>
                </a:lnTo>
                <a:lnTo>
                  <a:pt x="3103" y="8816"/>
                </a:lnTo>
                <a:lnTo>
                  <a:pt x="3788" y="8816"/>
                </a:lnTo>
                <a:lnTo>
                  <a:pt x="4494" y="8794"/>
                </a:lnTo>
                <a:lnTo>
                  <a:pt x="5178" y="8752"/>
                </a:lnTo>
                <a:lnTo>
                  <a:pt x="5328" y="8730"/>
                </a:lnTo>
                <a:lnTo>
                  <a:pt x="5435" y="8709"/>
                </a:lnTo>
                <a:lnTo>
                  <a:pt x="5521" y="8666"/>
                </a:lnTo>
                <a:lnTo>
                  <a:pt x="5628" y="8580"/>
                </a:lnTo>
                <a:lnTo>
                  <a:pt x="5799" y="8388"/>
                </a:lnTo>
                <a:lnTo>
                  <a:pt x="5906" y="8281"/>
                </a:lnTo>
                <a:lnTo>
                  <a:pt x="5970" y="8174"/>
                </a:lnTo>
                <a:lnTo>
                  <a:pt x="6013" y="8024"/>
                </a:lnTo>
                <a:lnTo>
                  <a:pt x="6034" y="7874"/>
                </a:lnTo>
                <a:lnTo>
                  <a:pt x="6055" y="7682"/>
                </a:lnTo>
                <a:lnTo>
                  <a:pt x="6055" y="7511"/>
                </a:lnTo>
                <a:lnTo>
                  <a:pt x="6034" y="7147"/>
                </a:lnTo>
                <a:lnTo>
                  <a:pt x="6013" y="6805"/>
                </a:lnTo>
                <a:lnTo>
                  <a:pt x="6013" y="5285"/>
                </a:lnTo>
                <a:lnTo>
                  <a:pt x="5991" y="4515"/>
                </a:lnTo>
                <a:lnTo>
                  <a:pt x="5948" y="3766"/>
                </a:lnTo>
                <a:lnTo>
                  <a:pt x="5927" y="3445"/>
                </a:lnTo>
                <a:lnTo>
                  <a:pt x="5863" y="3167"/>
                </a:lnTo>
                <a:lnTo>
                  <a:pt x="5820" y="3018"/>
                </a:lnTo>
                <a:lnTo>
                  <a:pt x="5777" y="2889"/>
                </a:lnTo>
                <a:lnTo>
                  <a:pt x="5713" y="2739"/>
                </a:lnTo>
                <a:lnTo>
                  <a:pt x="5628" y="2611"/>
                </a:lnTo>
                <a:lnTo>
                  <a:pt x="5521" y="2483"/>
                </a:lnTo>
                <a:lnTo>
                  <a:pt x="5414" y="2376"/>
                </a:lnTo>
                <a:lnTo>
                  <a:pt x="5307" y="2269"/>
                </a:lnTo>
                <a:lnTo>
                  <a:pt x="5178" y="2183"/>
                </a:lnTo>
                <a:lnTo>
                  <a:pt x="4879" y="1991"/>
                </a:lnTo>
                <a:lnTo>
                  <a:pt x="4729" y="1884"/>
                </a:lnTo>
                <a:lnTo>
                  <a:pt x="4665" y="1819"/>
                </a:lnTo>
                <a:lnTo>
                  <a:pt x="4643" y="1777"/>
                </a:lnTo>
                <a:lnTo>
                  <a:pt x="4686" y="1755"/>
                </a:lnTo>
                <a:lnTo>
                  <a:pt x="4793" y="1734"/>
                </a:lnTo>
                <a:lnTo>
                  <a:pt x="4964" y="1648"/>
                </a:lnTo>
                <a:lnTo>
                  <a:pt x="5007" y="1584"/>
                </a:lnTo>
                <a:lnTo>
                  <a:pt x="5007" y="1498"/>
                </a:lnTo>
                <a:lnTo>
                  <a:pt x="5028" y="1349"/>
                </a:lnTo>
                <a:lnTo>
                  <a:pt x="5071" y="1070"/>
                </a:lnTo>
                <a:lnTo>
                  <a:pt x="5135" y="750"/>
                </a:lnTo>
                <a:lnTo>
                  <a:pt x="5157" y="600"/>
                </a:lnTo>
                <a:lnTo>
                  <a:pt x="5157" y="450"/>
                </a:lnTo>
                <a:lnTo>
                  <a:pt x="5135" y="322"/>
                </a:lnTo>
                <a:lnTo>
                  <a:pt x="5071" y="193"/>
                </a:lnTo>
                <a:lnTo>
                  <a:pt x="5007" y="108"/>
                </a:lnTo>
                <a:lnTo>
                  <a:pt x="4879" y="43"/>
                </a:lnTo>
                <a:lnTo>
                  <a:pt x="4750" y="1"/>
                </a:lnTo>
                <a:lnTo>
                  <a:pt x="4301" y="1"/>
                </a:lnTo>
                <a:lnTo>
                  <a:pt x="4066" y="22"/>
                </a:lnTo>
                <a:lnTo>
                  <a:pt x="2932" y="1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4"/>
          <p:cNvSpPr/>
          <p:nvPr/>
        </p:nvSpPr>
        <p:spPr>
          <a:xfrm>
            <a:off x="3202742" y="883950"/>
            <a:ext cx="487003" cy="470310"/>
          </a:xfrm>
          <a:custGeom>
            <a:rect b="b" l="l" r="r" t="t"/>
            <a:pathLst>
              <a:path extrusionOk="0" h="9907" w="7725">
                <a:moveTo>
                  <a:pt x="7703" y="7681"/>
                </a:moveTo>
                <a:lnTo>
                  <a:pt x="7703" y="7681"/>
                </a:lnTo>
                <a:lnTo>
                  <a:pt x="7661" y="7595"/>
                </a:lnTo>
                <a:lnTo>
                  <a:pt x="7596" y="7531"/>
                </a:lnTo>
                <a:lnTo>
                  <a:pt x="7382" y="7382"/>
                </a:lnTo>
                <a:lnTo>
                  <a:pt x="6997" y="7168"/>
                </a:lnTo>
                <a:lnTo>
                  <a:pt x="6997" y="7168"/>
                </a:lnTo>
                <a:lnTo>
                  <a:pt x="6634" y="6954"/>
                </a:lnTo>
                <a:lnTo>
                  <a:pt x="6291" y="6718"/>
                </a:lnTo>
                <a:lnTo>
                  <a:pt x="6291" y="6718"/>
                </a:lnTo>
                <a:lnTo>
                  <a:pt x="6099" y="6568"/>
                </a:lnTo>
                <a:lnTo>
                  <a:pt x="5863" y="6462"/>
                </a:lnTo>
                <a:lnTo>
                  <a:pt x="5393" y="6269"/>
                </a:lnTo>
                <a:lnTo>
                  <a:pt x="5393" y="6269"/>
                </a:lnTo>
                <a:lnTo>
                  <a:pt x="5221" y="6183"/>
                </a:lnTo>
                <a:lnTo>
                  <a:pt x="5093" y="6098"/>
                </a:lnTo>
                <a:lnTo>
                  <a:pt x="4965" y="5969"/>
                </a:lnTo>
                <a:lnTo>
                  <a:pt x="4879" y="5841"/>
                </a:lnTo>
                <a:lnTo>
                  <a:pt x="4794" y="5691"/>
                </a:lnTo>
                <a:lnTo>
                  <a:pt x="4772" y="5520"/>
                </a:lnTo>
                <a:lnTo>
                  <a:pt x="4772" y="5349"/>
                </a:lnTo>
                <a:lnTo>
                  <a:pt x="4815" y="5156"/>
                </a:lnTo>
                <a:lnTo>
                  <a:pt x="4815" y="5156"/>
                </a:lnTo>
                <a:lnTo>
                  <a:pt x="4922" y="4964"/>
                </a:lnTo>
                <a:lnTo>
                  <a:pt x="5050" y="4771"/>
                </a:lnTo>
                <a:lnTo>
                  <a:pt x="5179" y="4579"/>
                </a:lnTo>
                <a:lnTo>
                  <a:pt x="5307" y="4386"/>
                </a:lnTo>
                <a:lnTo>
                  <a:pt x="5307" y="4386"/>
                </a:lnTo>
                <a:lnTo>
                  <a:pt x="5542" y="3980"/>
                </a:lnTo>
                <a:lnTo>
                  <a:pt x="5756" y="3573"/>
                </a:lnTo>
                <a:lnTo>
                  <a:pt x="5756" y="3573"/>
                </a:lnTo>
                <a:lnTo>
                  <a:pt x="5799" y="3445"/>
                </a:lnTo>
                <a:lnTo>
                  <a:pt x="5863" y="3359"/>
                </a:lnTo>
                <a:lnTo>
                  <a:pt x="5970" y="3295"/>
                </a:lnTo>
                <a:lnTo>
                  <a:pt x="6099" y="3274"/>
                </a:lnTo>
                <a:lnTo>
                  <a:pt x="6099" y="3274"/>
                </a:lnTo>
                <a:lnTo>
                  <a:pt x="6227" y="3252"/>
                </a:lnTo>
                <a:lnTo>
                  <a:pt x="6334" y="3209"/>
                </a:lnTo>
                <a:lnTo>
                  <a:pt x="6420" y="3145"/>
                </a:lnTo>
                <a:lnTo>
                  <a:pt x="6505" y="3038"/>
                </a:lnTo>
                <a:lnTo>
                  <a:pt x="6505" y="3038"/>
                </a:lnTo>
                <a:lnTo>
                  <a:pt x="6569" y="2846"/>
                </a:lnTo>
                <a:lnTo>
                  <a:pt x="6655" y="2610"/>
                </a:lnTo>
                <a:lnTo>
                  <a:pt x="6698" y="2375"/>
                </a:lnTo>
                <a:lnTo>
                  <a:pt x="6698" y="2268"/>
                </a:lnTo>
                <a:lnTo>
                  <a:pt x="6698" y="2161"/>
                </a:lnTo>
                <a:lnTo>
                  <a:pt x="6698" y="2161"/>
                </a:lnTo>
                <a:lnTo>
                  <a:pt x="6676" y="2097"/>
                </a:lnTo>
                <a:lnTo>
                  <a:pt x="6634" y="2011"/>
                </a:lnTo>
                <a:lnTo>
                  <a:pt x="6591" y="1947"/>
                </a:lnTo>
                <a:lnTo>
                  <a:pt x="6569" y="1883"/>
                </a:lnTo>
                <a:lnTo>
                  <a:pt x="6569" y="1883"/>
                </a:lnTo>
                <a:lnTo>
                  <a:pt x="6591" y="1776"/>
                </a:lnTo>
                <a:lnTo>
                  <a:pt x="6634" y="1690"/>
                </a:lnTo>
                <a:lnTo>
                  <a:pt x="6741" y="1498"/>
                </a:lnTo>
                <a:lnTo>
                  <a:pt x="6741" y="1498"/>
                </a:lnTo>
                <a:lnTo>
                  <a:pt x="6869" y="1155"/>
                </a:lnTo>
                <a:lnTo>
                  <a:pt x="6933" y="963"/>
                </a:lnTo>
                <a:lnTo>
                  <a:pt x="6955" y="770"/>
                </a:lnTo>
                <a:lnTo>
                  <a:pt x="6976" y="578"/>
                </a:lnTo>
                <a:lnTo>
                  <a:pt x="6933" y="407"/>
                </a:lnTo>
                <a:lnTo>
                  <a:pt x="6912" y="321"/>
                </a:lnTo>
                <a:lnTo>
                  <a:pt x="6869" y="257"/>
                </a:lnTo>
                <a:lnTo>
                  <a:pt x="6805" y="193"/>
                </a:lnTo>
                <a:lnTo>
                  <a:pt x="6719" y="128"/>
                </a:lnTo>
                <a:lnTo>
                  <a:pt x="6719" y="128"/>
                </a:lnTo>
                <a:lnTo>
                  <a:pt x="6527" y="43"/>
                </a:lnTo>
                <a:lnTo>
                  <a:pt x="6334" y="21"/>
                </a:lnTo>
                <a:lnTo>
                  <a:pt x="6163" y="0"/>
                </a:lnTo>
                <a:lnTo>
                  <a:pt x="5970" y="21"/>
                </a:lnTo>
                <a:lnTo>
                  <a:pt x="5607" y="64"/>
                </a:lnTo>
                <a:lnTo>
                  <a:pt x="5435" y="64"/>
                </a:lnTo>
                <a:lnTo>
                  <a:pt x="5243" y="43"/>
                </a:lnTo>
                <a:lnTo>
                  <a:pt x="5243" y="43"/>
                </a:lnTo>
                <a:lnTo>
                  <a:pt x="5029" y="21"/>
                </a:lnTo>
                <a:lnTo>
                  <a:pt x="4815" y="0"/>
                </a:lnTo>
                <a:lnTo>
                  <a:pt x="4387" y="0"/>
                </a:lnTo>
                <a:lnTo>
                  <a:pt x="3959" y="43"/>
                </a:lnTo>
                <a:lnTo>
                  <a:pt x="3531" y="128"/>
                </a:lnTo>
                <a:lnTo>
                  <a:pt x="3531" y="128"/>
                </a:lnTo>
                <a:lnTo>
                  <a:pt x="3103" y="214"/>
                </a:lnTo>
                <a:lnTo>
                  <a:pt x="2889" y="278"/>
                </a:lnTo>
                <a:lnTo>
                  <a:pt x="2697" y="364"/>
                </a:lnTo>
                <a:lnTo>
                  <a:pt x="2697" y="364"/>
                </a:lnTo>
                <a:lnTo>
                  <a:pt x="2526" y="449"/>
                </a:lnTo>
                <a:lnTo>
                  <a:pt x="2376" y="535"/>
                </a:lnTo>
                <a:lnTo>
                  <a:pt x="2226" y="642"/>
                </a:lnTo>
                <a:lnTo>
                  <a:pt x="2076" y="727"/>
                </a:lnTo>
                <a:lnTo>
                  <a:pt x="2076" y="727"/>
                </a:lnTo>
                <a:lnTo>
                  <a:pt x="1991" y="749"/>
                </a:lnTo>
                <a:lnTo>
                  <a:pt x="1905" y="770"/>
                </a:lnTo>
                <a:lnTo>
                  <a:pt x="1691" y="749"/>
                </a:lnTo>
                <a:lnTo>
                  <a:pt x="1456" y="727"/>
                </a:lnTo>
                <a:lnTo>
                  <a:pt x="1349" y="727"/>
                </a:lnTo>
                <a:lnTo>
                  <a:pt x="1263" y="727"/>
                </a:lnTo>
                <a:lnTo>
                  <a:pt x="1263" y="727"/>
                </a:lnTo>
                <a:lnTo>
                  <a:pt x="1071" y="770"/>
                </a:lnTo>
                <a:lnTo>
                  <a:pt x="878" y="834"/>
                </a:lnTo>
                <a:lnTo>
                  <a:pt x="514" y="1006"/>
                </a:lnTo>
                <a:lnTo>
                  <a:pt x="514" y="1006"/>
                </a:lnTo>
                <a:lnTo>
                  <a:pt x="343" y="1113"/>
                </a:lnTo>
                <a:lnTo>
                  <a:pt x="215" y="1241"/>
                </a:lnTo>
                <a:lnTo>
                  <a:pt x="108" y="1412"/>
                </a:lnTo>
                <a:lnTo>
                  <a:pt x="44" y="1583"/>
                </a:lnTo>
                <a:lnTo>
                  <a:pt x="1" y="1754"/>
                </a:lnTo>
                <a:lnTo>
                  <a:pt x="1" y="1947"/>
                </a:lnTo>
                <a:lnTo>
                  <a:pt x="44" y="2161"/>
                </a:lnTo>
                <a:lnTo>
                  <a:pt x="108" y="2354"/>
                </a:lnTo>
                <a:lnTo>
                  <a:pt x="108" y="2354"/>
                </a:lnTo>
                <a:lnTo>
                  <a:pt x="193" y="2546"/>
                </a:lnTo>
                <a:lnTo>
                  <a:pt x="322" y="2717"/>
                </a:lnTo>
                <a:lnTo>
                  <a:pt x="450" y="2888"/>
                </a:lnTo>
                <a:lnTo>
                  <a:pt x="600" y="3060"/>
                </a:lnTo>
                <a:lnTo>
                  <a:pt x="600" y="3060"/>
                </a:lnTo>
                <a:lnTo>
                  <a:pt x="728" y="3167"/>
                </a:lnTo>
                <a:lnTo>
                  <a:pt x="835" y="3274"/>
                </a:lnTo>
                <a:lnTo>
                  <a:pt x="835" y="3274"/>
                </a:lnTo>
                <a:lnTo>
                  <a:pt x="921" y="3402"/>
                </a:lnTo>
                <a:lnTo>
                  <a:pt x="964" y="3466"/>
                </a:lnTo>
                <a:lnTo>
                  <a:pt x="1028" y="3530"/>
                </a:lnTo>
                <a:lnTo>
                  <a:pt x="1028" y="3530"/>
                </a:lnTo>
                <a:lnTo>
                  <a:pt x="1178" y="3637"/>
                </a:lnTo>
                <a:lnTo>
                  <a:pt x="1349" y="3723"/>
                </a:lnTo>
                <a:lnTo>
                  <a:pt x="1648" y="3915"/>
                </a:lnTo>
                <a:lnTo>
                  <a:pt x="1648" y="3915"/>
                </a:lnTo>
                <a:lnTo>
                  <a:pt x="1798" y="4044"/>
                </a:lnTo>
                <a:lnTo>
                  <a:pt x="1905" y="4194"/>
                </a:lnTo>
                <a:lnTo>
                  <a:pt x="2098" y="4536"/>
                </a:lnTo>
                <a:lnTo>
                  <a:pt x="2098" y="4536"/>
                </a:lnTo>
                <a:lnTo>
                  <a:pt x="2333" y="4857"/>
                </a:lnTo>
                <a:lnTo>
                  <a:pt x="2568" y="5178"/>
                </a:lnTo>
                <a:lnTo>
                  <a:pt x="2782" y="5499"/>
                </a:lnTo>
                <a:lnTo>
                  <a:pt x="2889" y="5691"/>
                </a:lnTo>
                <a:lnTo>
                  <a:pt x="2954" y="5862"/>
                </a:lnTo>
                <a:lnTo>
                  <a:pt x="2954" y="5862"/>
                </a:lnTo>
                <a:lnTo>
                  <a:pt x="2996" y="5991"/>
                </a:lnTo>
                <a:lnTo>
                  <a:pt x="2996" y="6076"/>
                </a:lnTo>
                <a:lnTo>
                  <a:pt x="2996" y="6162"/>
                </a:lnTo>
                <a:lnTo>
                  <a:pt x="2975" y="6226"/>
                </a:lnTo>
                <a:lnTo>
                  <a:pt x="2932" y="6312"/>
                </a:lnTo>
                <a:lnTo>
                  <a:pt x="2889" y="6376"/>
                </a:lnTo>
                <a:lnTo>
                  <a:pt x="2718" y="6504"/>
                </a:lnTo>
                <a:lnTo>
                  <a:pt x="2718" y="6504"/>
                </a:lnTo>
                <a:lnTo>
                  <a:pt x="2397" y="6697"/>
                </a:lnTo>
                <a:lnTo>
                  <a:pt x="2226" y="6804"/>
                </a:lnTo>
                <a:lnTo>
                  <a:pt x="2076" y="6911"/>
                </a:lnTo>
                <a:lnTo>
                  <a:pt x="2076" y="6911"/>
                </a:lnTo>
                <a:lnTo>
                  <a:pt x="1905" y="7018"/>
                </a:lnTo>
                <a:lnTo>
                  <a:pt x="1755" y="7125"/>
                </a:lnTo>
                <a:lnTo>
                  <a:pt x="1392" y="7317"/>
                </a:lnTo>
                <a:lnTo>
                  <a:pt x="1392" y="7317"/>
                </a:lnTo>
                <a:lnTo>
                  <a:pt x="1071" y="7489"/>
                </a:lnTo>
                <a:lnTo>
                  <a:pt x="900" y="7595"/>
                </a:lnTo>
                <a:lnTo>
                  <a:pt x="771" y="7702"/>
                </a:lnTo>
                <a:lnTo>
                  <a:pt x="771" y="7702"/>
                </a:lnTo>
                <a:lnTo>
                  <a:pt x="728" y="7788"/>
                </a:lnTo>
                <a:lnTo>
                  <a:pt x="707" y="7852"/>
                </a:lnTo>
                <a:lnTo>
                  <a:pt x="686" y="7938"/>
                </a:lnTo>
                <a:lnTo>
                  <a:pt x="686" y="8045"/>
                </a:lnTo>
                <a:lnTo>
                  <a:pt x="728" y="8216"/>
                </a:lnTo>
                <a:lnTo>
                  <a:pt x="750" y="8302"/>
                </a:lnTo>
                <a:lnTo>
                  <a:pt x="793" y="8366"/>
                </a:lnTo>
                <a:lnTo>
                  <a:pt x="793" y="8366"/>
                </a:lnTo>
                <a:lnTo>
                  <a:pt x="900" y="8473"/>
                </a:lnTo>
                <a:lnTo>
                  <a:pt x="942" y="8494"/>
                </a:lnTo>
                <a:lnTo>
                  <a:pt x="985" y="8494"/>
                </a:lnTo>
                <a:lnTo>
                  <a:pt x="1028" y="8473"/>
                </a:lnTo>
                <a:lnTo>
                  <a:pt x="1071" y="8451"/>
                </a:lnTo>
                <a:lnTo>
                  <a:pt x="1092" y="8387"/>
                </a:lnTo>
                <a:lnTo>
                  <a:pt x="1113" y="8323"/>
                </a:lnTo>
                <a:lnTo>
                  <a:pt x="1113" y="8323"/>
                </a:lnTo>
                <a:lnTo>
                  <a:pt x="1049" y="8259"/>
                </a:lnTo>
                <a:lnTo>
                  <a:pt x="1028" y="8216"/>
                </a:lnTo>
                <a:lnTo>
                  <a:pt x="1028" y="8173"/>
                </a:lnTo>
                <a:lnTo>
                  <a:pt x="1028" y="8173"/>
                </a:lnTo>
                <a:lnTo>
                  <a:pt x="1135" y="8302"/>
                </a:lnTo>
                <a:lnTo>
                  <a:pt x="1178" y="8323"/>
                </a:lnTo>
                <a:lnTo>
                  <a:pt x="1220" y="8344"/>
                </a:lnTo>
                <a:lnTo>
                  <a:pt x="1349" y="8344"/>
                </a:lnTo>
                <a:lnTo>
                  <a:pt x="1477" y="8323"/>
                </a:lnTo>
                <a:lnTo>
                  <a:pt x="1477" y="8323"/>
                </a:lnTo>
                <a:lnTo>
                  <a:pt x="1627" y="8280"/>
                </a:lnTo>
                <a:lnTo>
                  <a:pt x="1627" y="8259"/>
                </a:lnTo>
                <a:lnTo>
                  <a:pt x="1627" y="8152"/>
                </a:lnTo>
                <a:lnTo>
                  <a:pt x="1627" y="8152"/>
                </a:lnTo>
                <a:lnTo>
                  <a:pt x="1584" y="8088"/>
                </a:lnTo>
                <a:lnTo>
                  <a:pt x="1520" y="7981"/>
                </a:lnTo>
                <a:lnTo>
                  <a:pt x="1456" y="7895"/>
                </a:lnTo>
                <a:lnTo>
                  <a:pt x="1456" y="7852"/>
                </a:lnTo>
                <a:lnTo>
                  <a:pt x="1477" y="7831"/>
                </a:lnTo>
                <a:lnTo>
                  <a:pt x="1477" y="7831"/>
                </a:lnTo>
                <a:lnTo>
                  <a:pt x="1499" y="7831"/>
                </a:lnTo>
                <a:lnTo>
                  <a:pt x="1520" y="7852"/>
                </a:lnTo>
                <a:lnTo>
                  <a:pt x="1606" y="7938"/>
                </a:lnTo>
                <a:lnTo>
                  <a:pt x="1691" y="8045"/>
                </a:lnTo>
                <a:lnTo>
                  <a:pt x="1734" y="8066"/>
                </a:lnTo>
                <a:lnTo>
                  <a:pt x="1755" y="8066"/>
                </a:lnTo>
                <a:lnTo>
                  <a:pt x="1755" y="8066"/>
                </a:lnTo>
                <a:lnTo>
                  <a:pt x="1798" y="8045"/>
                </a:lnTo>
                <a:lnTo>
                  <a:pt x="1820" y="8002"/>
                </a:lnTo>
                <a:lnTo>
                  <a:pt x="1798" y="7916"/>
                </a:lnTo>
                <a:lnTo>
                  <a:pt x="1777" y="7809"/>
                </a:lnTo>
                <a:lnTo>
                  <a:pt x="1755" y="7767"/>
                </a:lnTo>
                <a:lnTo>
                  <a:pt x="1777" y="7724"/>
                </a:lnTo>
                <a:lnTo>
                  <a:pt x="1777" y="7724"/>
                </a:lnTo>
                <a:lnTo>
                  <a:pt x="1777" y="7745"/>
                </a:lnTo>
                <a:lnTo>
                  <a:pt x="1798" y="7767"/>
                </a:lnTo>
                <a:lnTo>
                  <a:pt x="1862" y="7809"/>
                </a:lnTo>
                <a:lnTo>
                  <a:pt x="2012" y="7852"/>
                </a:lnTo>
                <a:lnTo>
                  <a:pt x="2012" y="7852"/>
                </a:lnTo>
                <a:lnTo>
                  <a:pt x="2034" y="7852"/>
                </a:lnTo>
                <a:lnTo>
                  <a:pt x="2055" y="7831"/>
                </a:lnTo>
                <a:lnTo>
                  <a:pt x="2076" y="7831"/>
                </a:lnTo>
                <a:lnTo>
                  <a:pt x="2119" y="7852"/>
                </a:lnTo>
                <a:lnTo>
                  <a:pt x="2119" y="7852"/>
                </a:lnTo>
                <a:lnTo>
                  <a:pt x="2162" y="7916"/>
                </a:lnTo>
                <a:lnTo>
                  <a:pt x="2205" y="8002"/>
                </a:lnTo>
                <a:lnTo>
                  <a:pt x="2205" y="8002"/>
                </a:lnTo>
                <a:lnTo>
                  <a:pt x="2312" y="8152"/>
                </a:lnTo>
                <a:lnTo>
                  <a:pt x="2354" y="8259"/>
                </a:lnTo>
                <a:lnTo>
                  <a:pt x="2397" y="8323"/>
                </a:lnTo>
                <a:lnTo>
                  <a:pt x="2397" y="8323"/>
                </a:lnTo>
                <a:lnTo>
                  <a:pt x="2397" y="8387"/>
                </a:lnTo>
                <a:lnTo>
                  <a:pt x="2397" y="8430"/>
                </a:lnTo>
                <a:lnTo>
                  <a:pt x="2333" y="8516"/>
                </a:lnTo>
                <a:lnTo>
                  <a:pt x="2269" y="8622"/>
                </a:lnTo>
                <a:lnTo>
                  <a:pt x="2226" y="8729"/>
                </a:lnTo>
                <a:lnTo>
                  <a:pt x="2226" y="8729"/>
                </a:lnTo>
                <a:lnTo>
                  <a:pt x="2247" y="8836"/>
                </a:lnTo>
                <a:lnTo>
                  <a:pt x="2290" y="8922"/>
                </a:lnTo>
                <a:lnTo>
                  <a:pt x="2354" y="9029"/>
                </a:lnTo>
                <a:lnTo>
                  <a:pt x="2440" y="9115"/>
                </a:lnTo>
                <a:lnTo>
                  <a:pt x="2654" y="9286"/>
                </a:lnTo>
                <a:lnTo>
                  <a:pt x="2825" y="9414"/>
                </a:lnTo>
                <a:lnTo>
                  <a:pt x="2825" y="9414"/>
                </a:lnTo>
                <a:lnTo>
                  <a:pt x="2975" y="9564"/>
                </a:lnTo>
                <a:lnTo>
                  <a:pt x="3210" y="9735"/>
                </a:lnTo>
                <a:lnTo>
                  <a:pt x="3317" y="9821"/>
                </a:lnTo>
                <a:lnTo>
                  <a:pt x="3446" y="9885"/>
                </a:lnTo>
                <a:lnTo>
                  <a:pt x="3531" y="9906"/>
                </a:lnTo>
                <a:lnTo>
                  <a:pt x="3595" y="9906"/>
                </a:lnTo>
                <a:lnTo>
                  <a:pt x="3638" y="9885"/>
                </a:lnTo>
                <a:lnTo>
                  <a:pt x="3638" y="9885"/>
                </a:lnTo>
                <a:lnTo>
                  <a:pt x="3681" y="9842"/>
                </a:lnTo>
                <a:lnTo>
                  <a:pt x="3681" y="9778"/>
                </a:lnTo>
                <a:lnTo>
                  <a:pt x="3660" y="9692"/>
                </a:lnTo>
                <a:lnTo>
                  <a:pt x="3595" y="9628"/>
                </a:lnTo>
                <a:lnTo>
                  <a:pt x="3446" y="9500"/>
                </a:lnTo>
                <a:lnTo>
                  <a:pt x="3317" y="9414"/>
                </a:lnTo>
                <a:lnTo>
                  <a:pt x="3317" y="9414"/>
                </a:lnTo>
                <a:lnTo>
                  <a:pt x="2996" y="9136"/>
                </a:lnTo>
                <a:lnTo>
                  <a:pt x="2847" y="8986"/>
                </a:lnTo>
                <a:lnTo>
                  <a:pt x="2697" y="8836"/>
                </a:lnTo>
                <a:lnTo>
                  <a:pt x="2697" y="8836"/>
                </a:lnTo>
                <a:lnTo>
                  <a:pt x="2633" y="8751"/>
                </a:lnTo>
                <a:lnTo>
                  <a:pt x="2611" y="8687"/>
                </a:lnTo>
                <a:lnTo>
                  <a:pt x="2611" y="8622"/>
                </a:lnTo>
                <a:lnTo>
                  <a:pt x="2633" y="8558"/>
                </a:lnTo>
                <a:lnTo>
                  <a:pt x="2718" y="8409"/>
                </a:lnTo>
                <a:lnTo>
                  <a:pt x="2825" y="8259"/>
                </a:lnTo>
                <a:lnTo>
                  <a:pt x="2825" y="8259"/>
                </a:lnTo>
                <a:lnTo>
                  <a:pt x="2911" y="8130"/>
                </a:lnTo>
                <a:lnTo>
                  <a:pt x="2932" y="8066"/>
                </a:lnTo>
                <a:lnTo>
                  <a:pt x="2954" y="8002"/>
                </a:lnTo>
                <a:lnTo>
                  <a:pt x="2954" y="7959"/>
                </a:lnTo>
                <a:lnTo>
                  <a:pt x="2911" y="7916"/>
                </a:lnTo>
                <a:lnTo>
                  <a:pt x="2868" y="7874"/>
                </a:lnTo>
                <a:lnTo>
                  <a:pt x="2761" y="7852"/>
                </a:lnTo>
                <a:lnTo>
                  <a:pt x="2761" y="7852"/>
                </a:lnTo>
                <a:lnTo>
                  <a:pt x="2675" y="7852"/>
                </a:lnTo>
                <a:lnTo>
                  <a:pt x="2611" y="7874"/>
                </a:lnTo>
                <a:lnTo>
                  <a:pt x="2547" y="7852"/>
                </a:lnTo>
                <a:lnTo>
                  <a:pt x="2483" y="7767"/>
                </a:lnTo>
                <a:lnTo>
                  <a:pt x="2483" y="7767"/>
                </a:lnTo>
                <a:lnTo>
                  <a:pt x="2440" y="7681"/>
                </a:lnTo>
                <a:lnTo>
                  <a:pt x="2376" y="7553"/>
                </a:lnTo>
                <a:lnTo>
                  <a:pt x="2290" y="7339"/>
                </a:lnTo>
                <a:lnTo>
                  <a:pt x="2290" y="7339"/>
                </a:lnTo>
                <a:lnTo>
                  <a:pt x="2269" y="7232"/>
                </a:lnTo>
                <a:lnTo>
                  <a:pt x="2269" y="7146"/>
                </a:lnTo>
                <a:lnTo>
                  <a:pt x="2290" y="7082"/>
                </a:lnTo>
                <a:lnTo>
                  <a:pt x="2354" y="7018"/>
                </a:lnTo>
                <a:lnTo>
                  <a:pt x="2483" y="6932"/>
                </a:lnTo>
                <a:lnTo>
                  <a:pt x="2654" y="6825"/>
                </a:lnTo>
                <a:lnTo>
                  <a:pt x="2654" y="6825"/>
                </a:lnTo>
                <a:lnTo>
                  <a:pt x="2804" y="6718"/>
                </a:lnTo>
                <a:lnTo>
                  <a:pt x="2932" y="6611"/>
                </a:lnTo>
                <a:lnTo>
                  <a:pt x="2996" y="6568"/>
                </a:lnTo>
                <a:lnTo>
                  <a:pt x="3039" y="6590"/>
                </a:lnTo>
                <a:lnTo>
                  <a:pt x="3082" y="6633"/>
                </a:lnTo>
                <a:lnTo>
                  <a:pt x="3103" y="6718"/>
                </a:lnTo>
                <a:lnTo>
                  <a:pt x="3103" y="6718"/>
                </a:lnTo>
                <a:lnTo>
                  <a:pt x="3082" y="6954"/>
                </a:lnTo>
                <a:lnTo>
                  <a:pt x="3061" y="7189"/>
                </a:lnTo>
                <a:lnTo>
                  <a:pt x="3039" y="7403"/>
                </a:lnTo>
                <a:lnTo>
                  <a:pt x="3039" y="7638"/>
                </a:lnTo>
                <a:lnTo>
                  <a:pt x="3039" y="7638"/>
                </a:lnTo>
                <a:lnTo>
                  <a:pt x="3061" y="8066"/>
                </a:lnTo>
                <a:lnTo>
                  <a:pt x="3082" y="8280"/>
                </a:lnTo>
                <a:lnTo>
                  <a:pt x="3125" y="8473"/>
                </a:lnTo>
                <a:lnTo>
                  <a:pt x="3189" y="8687"/>
                </a:lnTo>
                <a:lnTo>
                  <a:pt x="3253" y="8879"/>
                </a:lnTo>
                <a:lnTo>
                  <a:pt x="3339" y="9072"/>
                </a:lnTo>
                <a:lnTo>
                  <a:pt x="3446" y="9264"/>
                </a:lnTo>
                <a:lnTo>
                  <a:pt x="3446" y="9264"/>
                </a:lnTo>
                <a:lnTo>
                  <a:pt x="3531" y="9393"/>
                </a:lnTo>
                <a:lnTo>
                  <a:pt x="3595" y="9457"/>
                </a:lnTo>
                <a:lnTo>
                  <a:pt x="3660" y="9500"/>
                </a:lnTo>
                <a:lnTo>
                  <a:pt x="3724" y="9543"/>
                </a:lnTo>
                <a:lnTo>
                  <a:pt x="3788" y="9543"/>
                </a:lnTo>
                <a:lnTo>
                  <a:pt x="3852" y="9500"/>
                </a:lnTo>
                <a:lnTo>
                  <a:pt x="3895" y="9414"/>
                </a:lnTo>
                <a:lnTo>
                  <a:pt x="3895" y="9414"/>
                </a:lnTo>
                <a:lnTo>
                  <a:pt x="3895" y="9350"/>
                </a:lnTo>
                <a:lnTo>
                  <a:pt x="3874" y="9286"/>
                </a:lnTo>
                <a:lnTo>
                  <a:pt x="3874" y="9222"/>
                </a:lnTo>
                <a:lnTo>
                  <a:pt x="3874" y="9179"/>
                </a:lnTo>
                <a:lnTo>
                  <a:pt x="3895" y="9157"/>
                </a:lnTo>
                <a:lnTo>
                  <a:pt x="3895" y="9157"/>
                </a:lnTo>
                <a:lnTo>
                  <a:pt x="3959" y="9136"/>
                </a:lnTo>
                <a:lnTo>
                  <a:pt x="4023" y="9136"/>
                </a:lnTo>
                <a:lnTo>
                  <a:pt x="4109" y="9115"/>
                </a:lnTo>
                <a:lnTo>
                  <a:pt x="4130" y="9093"/>
                </a:lnTo>
                <a:lnTo>
                  <a:pt x="4152" y="9072"/>
                </a:lnTo>
                <a:lnTo>
                  <a:pt x="4152" y="9072"/>
                </a:lnTo>
                <a:lnTo>
                  <a:pt x="4173" y="9008"/>
                </a:lnTo>
                <a:lnTo>
                  <a:pt x="4152" y="8965"/>
                </a:lnTo>
                <a:lnTo>
                  <a:pt x="4109" y="8922"/>
                </a:lnTo>
                <a:lnTo>
                  <a:pt x="4045" y="8901"/>
                </a:lnTo>
                <a:lnTo>
                  <a:pt x="3895" y="8879"/>
                </a:lnTo>
                <a:lnTo>
                  <a:pt x="3852" y="8858"/>
                </a:lnTo>
                <a:lnTo>
                  <a:pt x="3809" y="8815"/>
                </a:lnTo>
                <a:lnTo>
                  <a:pt x="3809" y="8815"/>
                </a:lnTo>
                <a:lnTo>
                  <a:pt x="3809" y="8772"/>
                </a:lnTo>
                <a:lnTo>
                  <a:pt x="3852" y="8751"/>
                </a:lnTo>
                <a:lnTo>
                  <a:pt x="3959" y="8751"/>
                </a:lnTo>
                <a:lnTo>
                  <a:pt x="4087" y="8772"/>
                </a:lnTo>
                <a:lnTo>
                  <a:pt x="4130" y="8772"/>
                </a:lnTo>
                <a:lnTo>
                  <a:pt x="4173" y="8772"/>
                </a:lnTo>
                <a:lnTo>
                  <a:pt x="4173" y="8772"/>
                </a:lnTo>
                <a:lnTo>
                  <a:pt x="4237" y="8708"/>
                </a:lnTo>
                <a:lnTo>
                  <a:pt x="4237" y="8665"/>
                </a:lnTo>
                <a:lnTo>
                  <a:pt x="4237" y="8601"/>
                </a:lnTo>
                <a:lnTo>
                  <a:pt x="4237" y="8537"/>
                </a:lnTo>
                <a:lnTo>
                  <a:pt x="4237" y="8537"/>
                </a:lnTo>
                <a:lnTo>
                  <a:pt x="4259" y="8494"/>
                </a:lnTo>
                <a:lnTo>
                  <a:pt x="4301" y="8451"/>
                </a:lnTo>
                <a:lnTo>
                  <a:pt x="4344" y="8430"/>
                </a:lnTo>
                <a:lnTo>
                  <a:pt x="4366" y="8387"/>
                </a:lnTo>
                <a:lnTo>
                  <a:pt x="4366" y="8387"/>
                </a:lnTo>
                <a:lnTo>
                  <a:pt x="4344" y="8323"/>
                </a:lnTo>
                <a:lnTo>
                  <a:pt x="4301" y="8280"/>
                </a:lnTo>
                <a:lnTo>
                  <a:pt x="4259" y="8259"/>
                </a:lnTo>
                <a:lnTo>
                  <a:pt x="4194" y="8237"/>
                </a:lnTo>
                <a:lnTo>
                  <a:pt x="4066" y="8195"/>
                </a:lnTo>
                <a:lnTo>
                  <a:pt x="4023" y="8173"/>
                </a:lnTo>
                <a:lnTo>
                  <a:pt x="3981" y="8130"/>
                </a:lnTo>
                <a:lnTo>
                  <a:pt x="3981" y="8130"/>
                </a:lnTo>
                <a:lnTo>
                  <a:pt x="4045" y="8130"/>
                </a:lnTo>
                <a:lnTo>
                  <a:pt x="4130" y="8130"/>
                </a:lnTo>
                <a:lnTo>
                  <a:pt x="4216" y="8130"/>
                </a:lnTo>
                <a:lnTo>
                  <a:pt x="4259" y="8109"/>
                </a:lnTo>
                <a:lnTo>
                  <a:pt x="4280" y="8088"/>
                </a:lnTo>
                <a:lnTo>
                  <a:pt x="4280" y="8088"/>
                </a:lnTo>
                <a:lnTo>
                  <a:pt x="4301" y="8045"/>
                </a:lnTo>
                <a:lnTo>
                  <a:pt x="4280" y="8002"/>
                </a:lnTo>
                <a:lnTo>
                  <a:pt x="4237" y="7959"/>
                </a:lnTo>
                <a:lnTo>
                  <a:pt x="4194" y="7916"/>
                </a:lnTo>
                <a:lnTo>
                  <a:pt x="4173" y="7874"/>
                </a:lnTo>
                <a:lnTo>
                  <a:pt x="4173" y="7874"/>
                </a:lnTo>
                <a:lnTo>
                  <a:pt x="4194" y="7852"/>
                </a:lnTo>
                <a:lnTo>
                  <a:pt x="4216" y="7852"/>
                </a:lnTo>
                <a:lnTo>
                  <a:pt x="4280" y="7874"/>
                </a:lnTo>
                <a:lnTo>
                  <a:pt x="4344" y="7959"/>
                </a:lnTo>
                <a:lnTo>
                  <a:pt x="4430" y="8066"/>
                </a:lnTo>
                <a:lnTo>
                  <a:pt x="4558" y="8323"/>
                </a:lnTo>
                <a:lnTo>
                  <a:pt x="4644" y="8473"/>
                </a:lnTo>
                <a:lnTo>
                  <a:pt x="4644" y="8473"/>
                </a:lnTo>
                <a:lnTo>
                  <a:pt x="4665" y="8580"/>
                </a:lnTo>
                <a:lnTo>
                  <a:pt x="4687" y="8644"/>
                </a:lnTo>
                <a:lnTo>
                  <a:pt x="4644" y="8836"/>
                </a:lnTo>
                <a:lnTo>
                  <a:pt x="4644" y="8836"/>
                </a:lnTo>
                <a:lnTo>
                  <a:pt x="4622" y="8943"/>
                </a:lnTo>
                <a:lnTo>
                  <a:pt x="4622" y="9008"/>
                </a:lnTo>
                <a:lnTo>
                  <a:pt x="4665" y="9050"/>
                </a:lnTo>
                <a:lnTo>
                  <a:pt x="4665" y="9050"/>
                </a:lnTo>
                <a:lnTo>
                  <a:pt x="4729" y="9072"/>
                </a:lnTo>
                <a:lnTo>
                  <a:pt x="4794" y="9050"/>
                </a:lnTo>
                <a:lnTo>
                  <a:pt x="4836" y="8986"/>
                </a:lnTo>
                <a:lnTo>
                  <a:pt x="4879" y="8922"/>
                </a:lnTo>
                <a:lnTo>
                  <a:pt x="4965" y="8687"/>
                </a:lnTo>
                <a:lnTo>
                  <a:pt x="5029" y="8409"/>
                </a:lnTo>
                <a:lnTo>
                  <a:pt x="5072" y="8130"/>
                </a:lnTo>
                <a:lnTo>
                  <a:pt x="5114" y="7852"/>
                </a:lnTo>
                <a:lnTo>
                  <a:pt x="5136" y="7510"/>
                </a:lnTo>
                <a:lnTo>
                  <a:pt x="5136" y="7510"/>
                </a:lnTo>
                <a:lnTo>
                  <a:pt x="5136" y="6975"/>
                </a:lnTo>
                <a:lnTo>
                  <a:pt x="5136" y="6975"/>
                </a:lnTo>
                <a:lnTo>
                  <a:pt x="5093" y="6761"/>
                </a:lnTo>
                <a:lnTo>
                  <a:pt x="5072" y="6654"/>
                </a:lnTo>
                <a:lnTo>
                  <a:pt x="5072" y="6568"/>
                </a:lnTo>
                <a:lnTo>
                  <a:pt x="5072" y="6568"/>
                </a:lnTo>
                <a:lnTo>
                  <a:pt x="5093" y="6462"/>
                </a:lnTo>
                <a:lnTo>
                  <a:pt x="5179" y="6462"/>
                </a:lnTo>
                <a:lnTo>
                  <a:pt x="5179" y="6462"/>
                </a:lnTo>
                <a:lnTo>
                  <a:pt x="5221" y="6462"/>
                </a:lnTo>
                <a:lnTo>
                  <a:pt x="5286" y="6483"/>
                </a:lnTo>
                <a:lnTo>
                  <a:pt x="5435" y="6547"/>
                </a:lnTo>
                <a:lnTo>
                  <a:pt x="5692" y="6697"/>
                </a:lnTo>
                <a:lnTo>
                  <a:pt x="5692" y="6697"/>
                </a:lnTo>
                <a:lnTo>
                  <a:pt x="5863" y="6761"/>
                </a:lnTo>
                <a:lnTo>
                  <a:pt x="5906" y="6804"/>
                </a:lnTo>
                <a:lnTo>
                  <a:pt x="5949" y="6847"/>
                </a:lnTo>
                <a:lnTo>
                  <a:pt x="5970" y="6889"/>
                </a:lnTo>
                <a:lnTo>
                  <a:pt x="5970" y="6932"/>
                </a:lnTo>
                <a:lnTo>
                  <a:pt x="5949" y="7018"/>
                </a:lnTo>
                <a:lnTo>
                  <a:pt x="5906" y="7125"/>
                </a:lnTo>
                <a:lnTo>
                  <a:pt x="5906" y="7125"/>
                </a:lnTo>
                <a:lnTo>
                  <a:pt x="5778" y="7446"/>
                </a:lnTo>
                <a:lnTo>
                  <a:pt x="5692" y="7595"/>
                </a:lnTo>
                <a:lnTo>
                  <a:pt x="5628" y="7660"/>
                </a:lnTo>
                <a:lnTo>
                  <a:pt x="5564" y="7724"/>
                </a:lnTo>
                <a:lnTo>
                  <a:pt x="5564" y="7724"/>
                </a:lnTo>
                <a:lnTo>
                  <a:pt x="5414" y="7788"/>
                </a:lnTo>
                <a:lnTo>
                  <a:pt x="5264" y="7852"/>
                </a:lnTo>
                <a:lnTo>
                  <a:pt x="5200" y="7895"/>
                </a:lnTo>
                <a:lnTo>
                  <a:pt x="5179" y="7938"/>
                </a:lnTo>
                <a:lnTo>
                  <a:pt x="5200" y="8023"/>
                </a:lnTo>
                <a:lnTo>
                  <a:pt x="5264" y="8109"/>
                </a:lnTo>
                <a:lnTo>
                  <a:pt x="5264" y="8109"/>
                </a:lnTo>
                <a:lnTo>
                  <a:pt x="5307" y="8152"/>
                </a:lnTo>
                <a:lnTo>
                  <a:pt x="5371" y="8195"/>
                </a:lnTo>
                <a:lnTo>
                  <a:pt x="5542" y="8259"/>
                </a:lnTo>
                <a:lnTo>
                  <a:pt x="5714" y="8323"/>
                </a:lnTo>
                <a:lnTo>
                  <a:pt x="5756" y="8366"/>
                </a:lnTo>
                <a:lnTo>
                  <a:pt x="5799" y="8409"/>
                </a:lnTo>
                <a:lnTo>
                  <a:pt x="5799" y="8409"/>
                </a:lnTo>
                <a:lnTo>
                  <a:pt x="5821" y="8451"/>
                </a:lnTo>
                <a:lnTo>
                  <a:pt x="5799" y="8516"/>
                </a:lnTo>
                <a:lnTo>
                  <a:pt x="5714" y="8665"/>
                </a:lnTo>
                <a:lnTo>
                  <a:pt x="5564" y="8836"/>
                </a:lnTo>
                <a:lnTo>
                  <a:pt x="5371" y="9029"/>
                </a:lnTo>
                <a:lnTo>
                  <a:pt x="5008" y="9350"/>
                </a:lnTo>
                <a:lnTo>
                  <a:pt x="4858" y="9500"/>
                </a:lnTo>
                <a:lnTo>
                  <a:pt x="4751" y="9585"/>
                </a:lnTo>
                <a:lnTo>
                  <a:pt x="4751" y="9585"/>
                </a:lnTo>
                <a:lnTo>
                  <a:pt x="4708" y="9671"/>
                </a:lnTo>
                <a:lnTo>
                  <a:pt x="4687" y="9735"/>
                </a:lnTo>
                <a:lnTo>
                  <a:pt x="4687" y="9799"/>
                </a:lnTo>
                <a:lnTo>
                  <a:pt x="4708" y="9842"/>
                </a:lnTo>
                <a:lnTo>
                  <a:pt x="4751" y="9863"/>
                </a:lnTo>
                <a:lnTo>
                  <a:pt x="4815" y="9863"/>
                </a:lnTo>
                <a:lnTo>
                  <a:pt x="4879" y="9842"/>
                </a:lnTo>
                <a:lnTo>
                  <a:pt x="4965" y="9778"/>
                </a:lnTo>
                <a:lnTo>
                  <a:pt x="4965" y="9778"/>
                </a:lnTo>
                <a:lnTo>
                  <a:pt x="5307" y="9436"/>
                </a:lnTo>
                <a:lnTo>
                  <a:pt x="5649" y="9093"/>
                </a:lnTo>
                <a:lnTo>
                  <a:pt x="5649" y="9093"/>
                </a:lnTo>
                <a:lnTo>
                  <a:pt x="5778" y="8965"/>
                </a:lnTo>
                <a:lnTo>
                  <a:pt x="5928" y="8772"/>
                </a:lnTo>
                <a:lnTo>
                  <a:pt x="6056" y="8601"/>
                </a:lnTo>
                <a:lnTo>
                  <a:pt x="6099" y="8516"/>
                </a:lnTo>
                <a:lnTo>
                  <a:pt x="6120" y="8430"/>
                </a:lnTo>
                <a:lnTo>
                  <a:pt x="6120" y="8430"/>
                </a:lnTo>
                <a:lnTo>
                  <a:pt x="6141" y="8344"/>
                </a:lnTo>
                <a:lnTo>
                  <a:pt x="6099" y="8259"/>
                </a:lnTo>
                <a:lnTo>
                  <a:pt x="6035" y="8216"/>
                </a:lnTo>
                <a:lnTo>
                  <a:pt x="5970" y="8173"/>
                </a:lnTo>
                <a:lnTo>
                  <a:pt x="5778" y="8109"/>
                </a:lnTo>
                <a:lnTo>
                  <a:pt x="5692" y="8066"/>
                </a:lnTo>
                <a:lnTo>
                  <a:pt x="5628" y="8002"/>
                </a:lnTo>
                <a:lnTo>
                  <a:pt x="5628" y="8002"/>
                </a:lnTo>
                <a:lnTo>
                  <a:pt x="5692" y="7959"/>
                </a:lnTo>
                <a:lnTo>
                  <a:pt x="5756" y="7916"/>
                </a:lnTo>
                <a:lnTo>
                  <a:pt x="5842" y="7874"/>
                </a:lnTo>
                <a:lnTo>
                  <a:pt x="5885" y="7788"/>
                </a:lnTo>
                <a:lnTo>
                  <a:pt x="5885" y="7788"/>
                </a:lnTo>
                <a:lnTo>
                  <a:pt x="5906" y="7724"/>
                </a:lnTo>
                <a:lnTo>
                  <a:pt x="5928" y="7595"/>
                </a:lnTo>
                <a:lnTo>
                  <a:pt x="5970" y="7489"/>
                </a:lnTo>
                <a:lnTo>
                  <a:pt x="5992" y="7446"/>
                </a:lnTo>
                <a:lnTo>
                  <a:pt x="6013" y="7446"/>
                </a:lnTo>
                <a:lnTo>
                  <a:pt x="6013" y="7446"/>
                </a:lnTo>
                <a:lnTo>
                  <a:pt x="6056" y="7446"/>
                </a:lnTo>
                <a:lnTo>
                  <a:pt x="6099" y="7467"/>
                </a:lnTo>
                <a:lnTo>
                  <a:pt x="6141" y="7531"/>
                </a:lnTo>
                <a:lnTo>
                  <a:pt x="6163" y="7553"/>
                </a:lnTo>
                <a:lnTo>
                  <a:pt x="6184" y="7553"/>
                </a:lnTo>
                <a:lnTo>
                  <a:pt x="6227" y="7553"/>
                </a:lnTo>
                <a:lnTo>
                  <a:pt x="6291" y="7510"/>
                </a:lnTo>
                <a:lnTo>
                  <a:pt x="6291" y="7510"/>
                </a:lnTo>
                <a:lnTo>
                  <a:pt x="6334" y="7446"/>
                </a:lnTo>
                <a:lnTo>
                  <a:pt x="6377" y="7360"/>
                </a:lnTo>
                <a:lnTo>
                  <a:pt x="6420" y="7275"/>
                </a:lnTo>
                <a:lnTo>
                  <a:pt x="6441" y="7253"/>
                </a:lnTo>
                <a:lnTo>
                  <a:pt x="6484" y="7232"/>
                </a:lnTo>
                <a:lnTo>
                  <a:pt x="6484" y="7232"/>
                </a:lnTo>
                <a:lnTo>
                  <a:pt x="6505" y="7253"/>
                </a:lnTo>
                <a:lnTo>
                  <a:pt x="6527" y="7275"/>
                </a:lnTo>
                <a:lnTo>
                  <a:pt x="6527" y="7339"/>
                </a:lnTo>
                <a:lnTo>
                  <a:pt x="6484" y="7531"/>
                </a:lnTo>
                <a:lnTo>
                  <a:pt x="6462" y="7595"/>
                </a:lnTo>
                <a:lnTo>
                  <a:pt x="6484" y="7660"/>
                </a:lnTo>
                <a:lnTo>
                  <a:pt x="6505" y="7660"/>
                </a:lnTo>
                <a:lnTo>
                  <a:pt x="6527" y="7660"/>
                </a:lnTo>
                <a:lnTo>
                  <a:pt x="6634" y="7595"/>
                </a:lnTo>
                <a:lnTo>
                  <a:pt x="6634" y="7595"/>
                </a:lnTo>
                <a:lnTo>
                  <a:pt x="6676" y="7531"/>
                </a:lnTo>
                <a:lnTo>
                  <a:pt x="6719" y="7467"/>
                </a:lnTo>
                <a:lnTo>
                  <a:pt x="6783" y="7424"/>
                </a:lnTo>
                <a:lnTo>
                  <a:pt x="6805" y="7403"/>
                </a:lnTo>
                <a:lnTo>
                  <a:pt x="6848" y="7424"/>
                </a:lnTo>
                <a:lnTo>
                  <a:pt x="6848" y="7424"/>
                </a:lnTo>
                <a:lnTo>
                  <a:pt x="6890" y="7467"/>
                </a:lnTo>
                <a:lnTo>
                  <a:pt x="6912" y="7510"/>
                </a:lnTo>
                <a:lnTo>
                  <a:pt x="6933" y="7553"/>
                </a:lnTo>
                <a:lnTo>
                  <a:pt x="6976" y="7595"/>
                </a:lnTo>
                <a:lnTo>
                  <a:pt x="6976" y="7595"/>
                </a:lnTo>
                <a:lnTo>
                  <a:pt x="7040" y="7595"/>
                </a:lnTo>
                <a:lnTo>
                  <a:pt x="7126" y="7595"/>
                </a:lnTo>
                <a:lnTo>
                  <a:pt x="7190" y="7617"/>
                </a:lnTo>
                <a:lnTo>
                  <a:pt x="7211" y="7638"/>
                </a:lnTo>
                <a:lnTo>
                  <a:pt x="7254" y="7681"/>
                </a:lnTo>
                <a:lnTo>
                  <a:pt x="7254" y="7681"/>
                </a:lnTo>
                <a:lnTo>
                  <a:pt x="7254" y="7745"/>
                </a:lnTo>
                <a:lnTo>
                  <a:pt x="7233" y="7809"/>
                </a:lnTo>
                <a:lnTo>
                  <a:pt x="7233" y="7852"/>
                </a:lnTo>
                <a:lnTo>
                  <a:pt x="7233" y="7895"/>
                </a:lnTo>
                <a:lnTo>
                  <a:pt x="7275" y="7916"/>
                </a:lnTo>
                <a:lnTo>
                  <a:pt x="7275" y="7916"/>
                </a:lnTo>
                <a:lnTo>
                  <a:pt x="7318" y="7916"/>
                </a:lnTo>
                <a:lnTo>
                  <a:pt x="7404" y="7895"/>
                </a:lnTo>
                <a:lnTo>
                  <a:pt x="7554" y="7874"/>
                </a:lnTo>
                <a:lnTo>
                  <a:pt x="7554" y="7874"/>
                </a:lnTo>
                <a:lnTo>
                  <a:pt x="7618" y="7852"/>
                </a:lnTo>
                <a:lnTo>
                  <a:pt x="7682" y="7809"/>
                </a:lnTo>
                <a:lnTo>
                  <a:pt x="7725" y="7767"/>
                </a:lnTo>
                <a:lnTo>
                  <a:pt x="7703" y="7681"/>
                </a:lnTo>
                <a:lnTo>
                  <a:pt x="7703" y="7681"/>
                </a:lnTo>
                <a:close/>
                <a:moveTo>
                  <a:pt x="6184" y="3017"/>
                </a:moveTo>
                <a:lnTo>
                  <a:pt x="6184" y="3017"/>
                </a:lnTo>
                <a:lnTo>
                  <a:pt x="6120" y="3017"/>
                </a:lnTo>
                <a:lnTo>
                  <a:pt x="6077" y="2995"/>
                </a:lnTo>
                <a:lnTo>
                  <a:pt x="6035" y="2953"/>
                </a:lnTo>
                <a:lnTo>
                  <a:pt x="6013" y="2888"/>
                </a:lnTo>
                <a:lnTo>
                  <a:pt x="6013" y="2760"/>
                </a:lnTo>
                <a:lnTo>
                  <a:pt x="6035" y="2632"/>
                </a:lnTo>
                <a:lnTo>
                  <a:pt x="6035" y="2632"/>
                </a:lnTo>
                <a:lnTo>
                  <a:pt x="6056" y="2482"/>
                </a:lnTo>
                <a:lnTo>
                  <a:pt x="6099" y="2311"/>
                </a:lnTo>
                <a:lnTo>
                  <a:pt x="6120" y="2247"/>
                </a:lnTo>
                <a:lnTo>
                  <a:pt x="6163" y="2182"/>
                </a:lnTo>
                <a:lnTo>
                  <a:pt x="6227" y="2140"/>
                </a:lnTo>
                <a:lnTo>
                  <a:pt x="6291" y="2140"/>
                </a:lnTo>
                <a:lnTo>
                  <a:pt x="6291" y="2140"/>
                </a:lnTo>
                <a:lnTo>
                  <a:pt x="6355" y="2140"/>
                </a:lnTo>
                <a:lnTo>
                  <a:pt x="6398" y="2161"/>
                </a:lnTo>
                <a:lnTo>
                  <a:pt x="6441" y="2204"/>
                </a:lnTo>
                <a:lnTo>
                  <a:pt x="6441" y="2247"/>
                </a:lnTo>
                <a:lnTo>
                  <a:pt x="6462" y="2354"/>
                </a:lnTo>
                <a:lnTo>
                  <a:pt x="6462" y="2482"/>
                </a:lnTo>
                <a:lnTo>
                  <a:pt x="6462" y="2482"/>
                </a:lnTo>
                <a:lnTo>
                  <a:pt x="6441" y="2632"/>
                </a:lnTo>
                <a:lnTo>
                  <a:pt x="6398" y="2803"/>
                </a:lnTo>
                <a:lnTo>
                  <a:pt x="6377" y="2867"/>
                </a:lnTo>
                <a:lnTo>
                  <a:pt x="6334" y="2931"/>
                </a:lnTo>
                <a:lnTo>
                  <a:pt x="6270" y="2995"/>
                </a:lnTo>
                <a:lnTo>
                  <a:pt x="6184" y="3017"/>
                </a:lnTo>
                <a:lnTo>
                  <a:pt x="6184" y="3017"/>
                </a:lnTo>
                <a:close/>
                <a:moveTo>
                  <a:pt x="6099" y="1669"/>
                </a:moveTo>
                <a:lnTo>
                  <a:pt x="6099" y="1669"/>
                </a:lnTo>
                <a:lnTo>
                  <a:pt x="6120" y="1626"/>
                </a:lnTo>
                <a:lnTo>
                  <a:pt x="6184" y="1583"/>
                </a:lnTo>
                <a:lnTo>
                  <a:pt x="6248" y="1562"/>
                </a:lnTo>
                <a:lnTo>
                  <a:pt x="6313" y="1562"/>
                </a:lnTo>
                <a:lnTo>
                  <a:pt x="6313" y="1562"/>
                </a:lnTo>
                <a:lnTo>
                  <a:pt x="6398" y="1540"/>
                </a:lnTo>
                <a:lnTo>
                  <a:pt x="6420" y="1540"/>
                </a:lnTo>
                <a:lnTo>
                  <a:pt x="6377" y="1647"/>
                </a:lnTo>
                <a:lnTo>
                  <a:pt x="6377" y="1647"/>
                </a:lnTo>
                <a:lnTo>
                  <a:pt x="6355" y="1733"/>
                </a:lnTo>
                <a:lnTo>
                  <a:pt x="6313" y="1797"/>
                </a:lnTo>
                <a:lnTo>
                  <a:pt x="6270" y="1840"/>
                </a:lnTo>
                <a:lnTo>
                  <a:pt x="6227" y="1861"/>
                </a:lnTo>
                <a:lnTo>
                  <a:pt x="6184" y="1861"/>
                </a:lnTo>
                <a:lnTo>
                  <a:pt x="6141" y="1819"/>
                </a:lnTo>
                <a:lnTo>
                  <a:pt x="6099" y="1776"/>
                </a:lnTo>
                <a:lnTo>
                  <a:pt x="6099" y="1669"/>
                </a:lnTo>
                <a:lnTo>
                  <a:pt x="6099" y="1669"/>
                </a:lnTo>
                <a:close/>
                <a:moveTo>
                  <a:pt x="6163" y="1412"/>
                </a:moveTo>
                <a:lnTo>
                  <a:pt x="6163" y="1412"/>
                </a:lnTo>
                <a:lnTo>
                  <a:pt x="6141" y="1391"/>
                </a:lnTo>
                <a:lnTo>
                  <a:pt x="6141" y="1369"/>
                </a:lnTo>
                <a:lnTo>
                  <a:pt x="6163" y="1305"/>
                </a:lnTo>
                <a:lnTo>
                  <a:pt x="6248" y="1262"/>
                </a:lnTo>
                <a:lnTo>
                  <a:pt x="6334" y="1198"/>
                </a:lnTo>
                <a:lnTo>
                  <a:pt x="6527" y="1091"/>
                </a:lnTo>
                <a:lnTo>
                  <a:pt x="6591" y="1048"/>
                </a:lnTo>
                <a:lnTo>
                  <a:pt x="6612" y="1027"/>
                </a:lnTo>
                <a:lnTo>
                  <a:pt x="6612" y="1027"/>
                </a:lnTo>
                <a:lnTo>
                  <a:pt x="6634" y="1113"/>
                </a:lnTo>
                <a:lnTo>
                  <a:pt x="6634" y="1198"/>
                </a:lnTo>
                <a:lnTo>
                  <a:pt x="6569" y="1262"/>
                </a:lnTo>
                <a:lnTo>
                  <a:pt x="6505" y="1305"/>
                </a:lnTo>
                <a:lnTo>
                  <a:pt x="6313" y="1369"/>
                </a:lnTo>
                <a:lnTo>
                  <a:pt x="6163" y="1412"/>
                </a:lnTo>
                <a:lnTo>
                  <a:pt x="6163" y="1412"/>
                </a:lnTo>
                <a:close/>
                <a:moveTo>
                  <a:pt x="6163" y="214"/>
                </a:moveTo>
                <a:lnTo>
                  <a:pt x="6163" y="214"/>
                </a:lnTo>
                <a:lnTo>
                  <a:pt x="6248" y="214"/>
                </a:lnTo>
                <a:lnTo>
                  <a:pt x="6377" y="257"/>
                </a:lnTo>
                <a:lnTo>
                  <a:pt x="6527" y="300"/>
                </a:lnTo>
                <a:lnTo>
                  <a:pt x="6612" y="342"/>
                </a:lnTo>
                <a:lnTo>
                  <a:pt x="6612" y="342"/>
                </a:lnTo>
                <a:lnTo>
                  <a:pt x="6676" y="407"/>
                </a:lnTo>
                <a:lnTo>
                  <a:pt x="6719" y="492"/>
                </a:lnTo>
                <a:lnTo>
                  <a:pt x="6741" y="578"/>
                </a:lnTo>
                <a:lnTo>
                  <a:pt x="6741" y="685"/>
                </a:lnTo>
                <a:lnTo>
                  <a:pt x="6741" y="685"/>
                </a:lnTo>
                <a:lnTo>
                  <a:pt x="6719" y="727"/>
                </a:lnTo>
                <a:lnTo>
                  <a:pt x="6698" y="770"/>
                </a:lnTo>
                <a:lnTo>
                  <a:pt x="6655" y="813"/>
                </a:lnTo>
                <a:lnTo>
                  <a:pt x="6591" y="813"/>
                </a:lnTo>
                <a:lnTo>
                  <a:pt x="6462" y="856"/>
                </a:lnTo>
                <a:lnTo>
                  <a:pt x="6355" y="899"/>
                </a:lnTo>
                <a:lnTo>
                  <a:pt x="6355" y="899"/>
                </a:lnTo>
                <a:lnTo>
                  <a:pt x="6184" y="1027"/>
                </a:lnTo>
                <a:lnTo>
                  <a:pt x="6141" y="1048"/>
                </a:lnTo>
                <a:lnTo>
                  <a:pt x="6099" y="1048"/>
                </a:lnTo>
                <a:lnTo>
                  <a:pt x="6077" y="1027"/>
                </a:lnTo>
                <a:lnTo>
                  <a:pt x="6056" y="984"/>
                </a:lnTo>
                <a:lnTo>
                  <a:pt x="6056" y="984"/>
                </a:lnTo>
                <a:lnTo>
                  <a:pt x="6141" y="856"/>
                </a:lnTo>
                <a:lnTo>
                  <a:pt x="6313" y="642"/>
                </a:lnTo>
                <a:lnTo>
                  <a:pt x="6377" y="535"/>
                </a:lnTo>
                <a:lnTo>
                  <a:pt x="6377" y="471"/>
                </a:lnTo>
                <a:lnTo>
                  <a:pt x="6355" y="449"/>
                </a:lnTo>
                <a:lnTo>
                  <a:pt x="6334" y="449"/>
                </a:lnTo>
                <a:lnTo>
                  <a:pt x="6184" y="513"/>
                </a:lnTo>
                <a:lnTo>
                  <a:pt x="6184" y="513"/>
                </a:lnTo>
                <a:lnTo>
                  <a:pt x="6056" y="642"/>
                </a:lnTo>
                <a:lnTo>
                  <a:pt x="5970" y="706"/>
                </a:lnTo>
                <a:lnTo>
                  <a:pt x="5928" y="706"/>
                </a:lnTo>
                <a:lnTo>
                  <a:pt x="5906" y="663"/>
                </a:lnTo>
                <a:lnTo>
                  <a:pt x="5906" y="663"/>
                </a:lnTo>
                <a:lnTo>
                  <a:pt x="5928" y="578"/>
                </a:lnTo>
                <a:lnTo>
                  <a:pt x="6013" y="428"/>
                </a:lnTo>
                <a:lnTo>
                  <a:pt x="6099" y="278"/>
                </a:lnTo>
                <a:lnTo>
                  <a:pt x="6163" y="214"/>
                </a:lnTo>
                <a:lnTo>
                  <a:pt x="6163" y="214"/>
                </a:lnTo>
                <a:close/>
                <a:moveTo>
                  <a:pt x="5778" y="235"/>
                </a:moveTo>
                <a:lnTo>
                  <a:pt x="5778" y="235"/>
                </a:lnTo>
                <a:lnTo>
                  <a:pt x="5821" y="257"/>
                </a:lnTo>
                <a:lnTo>
                  <a:pt x="5863" y="278"/>
                </a:lnTo>
                <a:lnTo>
                  <a:pt x="5863" y="278"/>
                </a:lnTo>
                <a:lnTo>
                  <a:pt x="5863" y="321"/>
                </a:lnTo>
                <a:lnTo>
                  <a:pt x="5821" y="342"/>
                </a:lnTo>
                <a:lnTo>
                  <a:pt x="5756" y="342"/>
                </a:lnTo>
                <a:lnTo>
                  <a:pt x="5714" y="342"/>
                </a:lnTo>
                <a:lnTo>
                  <a:pt x="5671" y="321"/>
                </a:lnTo>
                <a:lnTo>
                  <a:pt x="5649" y="278"/>
                </a:lnTo>
                <a:lnTo>
                  <a:pt x="5692" y="257"/>
                </a:lnTo>
                <a:lnTo>
                  <a:pt x="5778" y="235"/>
                </a:lnTo>
                <a:lnTo>
                  <a:pt x="5778" y="235"/>
                </a:lnTo>
                <a:close/>
                <a:moveTo>
                  <a:pt x="3146" y="620"/>
                </a:moveTo>
                <a:lnTo>
                  <a:pt x="3146" y="620"/>
                </a:lnTo>
                <a:lnTo>
                  <a:pt x="3424" y="556"/>
                </a:lnTo>
                <a:lnTo>
                  <a:pt x="3916" y="471"/>
                </a:lnTo>
                <a:lnTo>
                  <a:pt x="4387" y="407"/>
                </a:lnTo>
                <a:lnTo>
                  <a:pt x="4537" y="407"/>
                </a:lnTo>
                <a:lnTo>
                  <a:pt x="4580" y="407"/>
                </a:lnTo>
                <a:lnTo>
                  <a:pt x="4601" y="407"/>
                </a:lnTo>
                <a:lnTo>
                  <a:pt x="4601" y="407"/>
                </a:lnTo>
                <a:lnTo>
                  <a:pt x="4922" y="428"/>
                </a:lnTo>
                <a:lnTo>
                  <a:pt x="5093" y="471"/>
                </a:lnTo>
                <a:lnTo>
                  <a:pt x="5221" y="513"/>
                </a:lnTo>
                <a:lnTo>
                  <a:pt x="5350" y="578"/>
                </a:lnTo>
                <a:lnTo>
                  <a:pt x="5478" y="685"/>
                </a:lnTo>
                <a:lnTo>
                  <a:pt x="5585" y="792"/>
                </a:lnTo>
                <a:lnTo>
                  <a:pt x="5671" y="963"/>
                </a:lnTo>
                <a:lnTo>
                  <a:pt x="5671" y="963"/>
                </a:lnTo>
                <a:lnTo>
                  <a:pt x="5735" y="1113"/>
                </a:lnTo>
                <a:lnTo>
                  <a:pt x="5799" y="1284"/>
                </a:lnTo>
                <a:lnTo>
                  <a:pt x="5821" y="1476"/>
                </a:lnTo>
                <a:lnTo>
                  <a:pt x="5821" y="1562"/>
                </a:lnTo>
                <a:lnTo>
                  <a:pt x="5821" y="1626"/>
                </a:lnTo>
                <a:lnTo>
                  <a:pt x="5821" y="1626"/>
                </a:lnTo>
                <a:lnTo>
                  <a:pt x="5778" y="1669"/>
                </a:lnTo>
                <a:lnTo>
                  <a:pt x="5735" y="1733"/>
                </a:lnTo>
                <a:lnTo>
                  <a:pt x="5585" y="1797"/>
                </a:lnTo>
                <a:lnTo>
                  <a:pt x="5435" y="1840"/>
                </a:lnTo>
                <a:lnTo>
                  <a:pt x="5307" y="1840"/>
                </a:lnTo>
                <a:lnTo>
                  <a:pt x="5307" y="1840"/>
                </a:lnTo>
                <a:lnTo>
                  <a:pt x="5221" y="1819"/>
                </a:lnTo>
                <a:lnTo>
                  <a:pt x="5179" y="1776"/>
                </a:lnTo>
                <a:lnTo>
                  <a:pt x="5114" y="1712"/>
                </a:lnTo>
                <a:lnTo>
                  <a:pt x="5072" y="1669"/>
                </a:lnTo>
                <a:lnTo>
                  <a:pt x="5072" y="1669"/>
                </a:lnTo>
                <a:lnTo>
                  <a:pt x="4986" y="1626"/>
                </a:lnTo>
                <a:lnTo>
                  <a:pt x="4901" y="1605"/>
                </a:lnTo>
                <a:lnTo>
                  <a:pt x="4751" y="1562"/>
                </a:lnTo>
                <a:lnTo>
                  <a:pt x="4751" y="1562"/>
                </a:lnTo>
                <a:lnTo>
                  <a:pt x="4601" y="1540"/>
                </a:lnTo>
                <a:lnTo>
                  <a:pt x="4451" y="1540"/>
                </a:lnTo>
                <a:lnTo>
                  <a:pt x="4301" y="1562"/>
                </a:lnTo>
                <a:lnTo>
                  <a:pt x="4237" y="1583"/>
                </a:lnTo>
                <a:lnTo>
                  <a:pt x="4173" y="1626"/>
                </a:lnTo>
                <a:lnTo>
                  <a:pt x="4173" y="1626"/>
                </a:lnTo>
                <a:lnTo>
                  <a:pt x="4130" y="1669"/>
                </a:lnTo>
                <a:lnTo>
                  <a:pt x="4087" y="1712"/>
                </a:lnTo>
                <a:lnTo>
                  <a:pt x="4045" y="1776"/>
                </a:lnTo>
                <a:lnTo>
                  <a:pt x="4002" y="1819"/>
                </a:lnTo>
                <a:lnTo>
                  <a:pt x="4002" y="1819"/>
                </a:lnTo>
                <a:lnTo>
                  <a:pt x="3938" y="1819"/>
                </a:lnTo>
                <a:lnTo>
                  <a:pt x="3874" y="1819"/>
                </a:lnTo>
                <a:lnTo>
                  <a:pt x="3745" y="1797"/>
                </a:lnTo>
                <a:lnTo>
                  <a:pt x="3745" y="1797"/>
                </a:lnTo>
                <a:lnTo>
                  <a:pt x="3638" y="1819"/>
                </a:lnTo>
                <a:lnTo>
                  <a:pt x="3553" y="1840"/>
                </a:lnTo>
                <a:lnTo>
                  <a:pt x="3381" y="1904"/>
                </a:lnTo>
                <a:lnTo>
                  <a:pt x="3381" y="1904"/>
                </a:lnTo>
                <a:lnTo>
                  <a:pt x="3253" y="1947"/>
                </a:lnTo>
                <a:lnTo>
                  <a:pt x="3125" y="1904"/>
                </a:lnTo>
                <a:lnTo>
                  <a:pt x="3125" y="1904"/>
                </a:lnTo>
                <a:lnTo>
                  <a:pt x="2825" y="1797"/>
                </a:lnTo>
                <a:lnTo>
                  <a:pt x="2675" y="1776"/>
                </a:lnTo>
                <a:lnTo>
                  <a:pt x="2590" y="1754"/>
                </a:lnTo>
                <a:lnTo>
                  <a:pt x="2504" y="1776"/>
                </a:lnTo>
                <a:lnTo>
                  <a:pt x="2504" y="1776"/>
                </a:lnTo>
                <a:lnTo>
                  <a:pt x="2440" y="1776"/>
                </a:lnTo>
                <a:lnTo>
                  <a:pt x="2376" y="1819"/>
                </a:lnTo>
                <a:lnTo>
                  <a:pt x="2290" y="1883"/>
                </a:lnTo>
                <a:lnTo>
                  <a:pt x="2205" y="1968"/>
                </a:lnTo>
                <a:lnTo>
                  <a:pt x="2098" y="2054"/>
                </a:lnTo>
                <a:lnTo>
                  <a:pt x="2098" y="2054"/>
                </a:lnTo>
                <a:lnTo>
                  <a:pt x="1969" y="2097"/>
                </a:lnTo>
                <a:lnTo>
                  <a:pt x="1777" y="2118"/>
                </a:lnTo>
                <a:lnTo>
                  <a:pt x="1691" y="2097"/>
                </a:lnTo>
                <a:lnTo>
                  <a:pt x="1606" y="2097"/>
                </a:lnTo>
                <a:lnTo>
                  <a:pt x="1563" y="2054"/>
                </a:lnTo>
                <a:lnTo>
                  <a:pt x="1520" y="2011"/>
                </a:lnTo>
                <a:lnTo>
                  <a:pt x="1520" y="2011"/>
                </a:lnTo>
                <a:lnTo>
                  <a:pt x="1520" y="1947"/>
                </a:lnTo>
                <a:lnTo>
                  <a:pt x="1541" y="1883"/>
                </a:lnTo>
                <a:lnTo>
                  <a:pt x="1606" y="1712"/>
                </a:lnTo>
                <a:lnTo>
                  <a:pt x="1713" y="1540"/>
                </a:lnTo>
                <a:lnTo>
                  <a:pt x="1820" y="1412"/>
                </a:lnTo>
                <a:lnTo>
                  <a:pt x="1820" y="1412"/>
                </a:lnTo>
                <a:lnTo>
                  <a:pt x="1948" y="1284"/>
                </a:lnTo>
                <a:lnTo>
                  <a:pt x="2098" y="1155"/>
                </a:lnTo>
                <a:lnTo>
                  <a:pt x="2247" y="1027"/>
                </a:lnTo>
                <a:lnTo>
                  <a:pt x="2419" y="920"/>
                </a:lnTo>
                <a:lnTo>
                  <a:pt x="2782" y="749"/>
                </a:lnTo>
                <a:lnTo>
                  <a:pt x="3146" y="620"/>
                </a:lnTo>
                <a:lnTo>
                  <a:pt x="3146" y="620"/>
                </a:lnTo>
                <a:close/>
                <a:moveTo>
                  <a:pt x="5093" y="2225"/>
                </a:moveTo>
                <a:lnTo>
                  <a:pt x="5093" y="2225"/>
                </a:lnTo>
                <a:lnTo>
                  <a:pt x="5050" y="2461"/>
                </a:lnTo>
                <a:lnTo>
                  <a:pt x="5008" y="2567"/>
                </a:lnTo>
                <a:lnTo>
                  <a:pt x="4965" y="2632"/>
                </a:lnTo>
                <a:lnTo>
                  <a:pt x="4922" y="2696"/>
                </a:lnTo>
                <a:lnTo>
                  <a:pt x="4836" y="2739"/>
                </a:lnTo>
                <a:lnTo>
                  <a:pt x="4729" y="2760"/>
                </a:lnTo>
                <a:lnTo>
                  <a:pt x="4601" y="2760"/>
                </a:lnTo>
                <a:lnTo>
                  <a:pt x="4601" y="2760"/>
                </a:lnTo>
                <a:lnTo>
                  <a:pt x="4494" y="2739"/>
                </a:lnTo>
                <a:lnTo>
                  <a:pt x="4408" y="2696"/>
                </a:lnTo>
                <a:lnTo>
                  <a:pt x="4344" y="2653"/>
                </a:lnTo>
                <a:lnTo>
                  <a:pt x="4280" y="2589"/>
                </a:lnTo>
                <a:lnTo>
                  <a:pt x="4237" y="2525"/>
                </a:lnTo>
                <a:lnTo>
                  <a:pt x="4194" y="2439"/>
                </a:lnTo>
                <a:lnTo>
                  <a:pt x="4173" y="2354"/>
                </a:lnTo>
                <a:lnTo>
                  <a:pt x="4173" y="2247"/>
                </a:lnTo>
                <a:lnTo>
                  <a:pt x="4173" y="2247"/>
                </a:lnTo>
                <a:lnTo>
                  <a:pt x="4194" y="2140"/>
                </a:lnTo>
                <a:lnTo>
                  <a:pt x="4237" y="2075"/>
                </a:lnTo>
                <a:lnTo>
                  <a:pt x="4280" y="2011"/>
                </a:lnTo>
                <a:lnTo>
                  <a:pt x="4344" y="1947"/>
                </a:lnTo>
                <a:lnTo>
                  <a:pt x="4408" y="1904"/>
                </a:lnTo>
                <a:lnTo>
                  <a:pt x="4494" y="1883"/>
                </a:lnTo>
                <a:lnTo>
                  <a:pt x="4665" y="1840"/>
                </a:lnTo>
                <a:lnTo>
                  <a:pt x="4665" y="1840"/>
                </a:lnTo>
                <a:lnTo>
                  <a:pt x="4772" y="1840"/>
                </a:lnTo>
                <a:lnTo>
                  <a:pt x="4858" y="1861"/>
                </a:lnTo>
                <a:lnTo>
                  <a:pt x="4943" y="1883"/>
                </a:lnTo>
                <a:lnTo>
                  <a:pt x="5008" y="1947"/>
                </a:lnTo>
                <a:lnTo>
                  <a:pt x="5008" y="1947"/>
                </a:lnTo>
                <a:lnTo>
                  <a:pt x="5029" y="2011"/>
                </a:lnTo>
                <a:lnTo>
                  <a:pt x="5050" y="2118"/>
                </a:lnTo>
                <a:lnTo>
                  <a:pt x="5072" y="2204"/>
                </a:lnTo>
                <a:lnTo>
                  <a:pt x="5093" y="2225"/>
                </a:lnTo>
                <a:lnTo>
                  <a:pt x="5093" y="2225"/>
                </a:lnTo>
                <a:close/>
                <a:moveTo>
                  <a:pt x="4066" y="3381"/>
                </a:moveTo>
                <a:lnTo>
                  <a:pt x="4066" y="3381"/>
                </a:lnTo>
                <a:lnTo>
                  <a:pt x="4045" y="3445"/>
                </a:lnTo>
                <a:lnTo>
                  <a:pt x="3981" y="3488"/>
                </a:lnTo>
                <a:lnTo>
                  <a:pt x="3895" y="3530"/>
                </a:lnTo>
                <a:lnTo>
                  <a:pt x="3809" y="3552"/>
                </a:lnTo>
                <a:lnTo>
                  <a:pt x="3724" y="3573"/>
                </a:lnTo>
                <a:lnTo>
                  <a:pt x="3617" y="3573"/>
                </a:lnTo>
                <a:lnTo>
                  <a:pt x="3553" y="3552"/>
                </a:lnTo>
                <a:lnTo>
                  <a:pt x="3488" y="3509"/>
                </a:lnTo>
                <a:lnTo>
                  <a:pt x="3488" y="3509"/>
                </a:lnTo>
                <a:lnTo>
                  <a:pt x="3446" y="3445"/>
                </a:lnTo>
                <a:lnTo>
                  <a:pt x="3424" y="3338"/>
                </a:lnTo>
                <a:lnTo>
                  <a:pt x="3381" y="3081"/>
                </a:lnTo>
                <a:lnTo>
                  <a:pt x="3360" y="2717"/>
                </a:lnTo>
                <a:lnTo>
                  <a:pt x="3360" y="2717"/>
                </a:lnTo>
                <a:lnTo>
                  <a:pt x="3360" y="2546"/>
                </a:lnTo>
                <a:lnTo>
                  <a:pt x="3360" y="2375"/>
                </a:lnTo>
                <a:lnTo>
                  <a:pt x="3381" y="2289"/>
                </a:lnTo>
                <a:lnTo>
                  <a:pt x="3403" y="2225"/>
                </a:lnTo>
                <a:lnTo>
                  <a:pt x="3424" y="2140"/>
                </a:lnTo>
                <a:lnTo>
                  <a:pt x="3488" y="2097"/>
                </a:lnTo>
                <a:lnTo>
                  <a:pt x="3488" y="2097"/>
                </a:lnTo>
                <a:lnTo>
                  <a:pt x="3574" y="2054"/>
                </a:lnTo>
                <a:lnTo>
                  <a:pt x="3681" y="2033"/>
                </a:lnTo>
                <a:lnTo>
                  <a:pt x="3788" y="2054"/>
                </a:lnTo>
                <a:lnTo>
                  <a:pt x="3874" y="2097"/>
                </a:lnTo>
                <a:lnTo>
                  <a:pt x="3874" y="2097"/>
                </a:lnTo>
                <a:lnTo>
                  <a:pt x="3916" y="2161"/>
                </a:lnTo>
                <a:lnTo>
                  <a:pt x="3938" y="2225"/>
                </a:lnTo>
                <a:lnTo>
                  <a:pt x="3981" y="2418"/>
                </a:lnTo>
                <a:lnTo>
                  <a:pt x="4045" y="2803"/>
                </a:lnTo>
                <a:lnTo>
                  <a:pt x="4045" y="2803"/>
                </a:lnTo>
                <a:lnTo>
                  <a:pt x="4087" y="3102"/>
                </a:lnTo>
                <a:lnTo>
                  <a:pt x="4087" y="3252"/>
                </a:lnTo>
                <a:lnTo>
                  <a:pt x="4087" y="3338"/>
                </a:lnTo>
                <a:lnTo>
                  <a:pt x="4066" y="3381"/>
                </a:lnTo>
                <a:lnTo>
                  <a:pt x="4066" y="3381"/>
                </a:lnTo>
                <a:close/>
                <a:moveTo>
                  <a:pt x="2654" y="2953"/>
                </a:moveTo>
                <a:lnTo>
                  <a:pt x="2654" y="2953"/>
                </a:lnTo>
                <a:lnTo>
                  <a:pt x="2547" y="2910"/>
                </a:lnTo>
                <a:lnTo>
                  <a:pt x="2483" y="2867"/>
                </a:lnTo>
                <a:lnTo>
                  <a:pt x="2397" y="2803"/>
                </a:lnTo>
                <a:lnTo>
                  <a:pt x="2333" y="2717"/>
                </a:lnTo>
                <a:lnTo>
                  <a:pt x="2290" y="2632"/>
                </a:lnTo>
                <a:lnTo>
                  <a:pt x="2269" y="2546"/>
                </a:lnTo>
                <a:lnTo>
                  <a:pt x="2247" y="2439"/>
                </a:lnTo>
                <a:lnTo>
                  <a:pt x="2269" y="2354"/>
                </a:lnTo>
                <a:lnTo>
                  <a:pt x="2269" y="2354"/>
                </a:lnTo>
                <a:lnTo>
                  <a:pt x="2290" y="2268"/>
                </a:lnTo>
                <a:lnTo>
                  <a:pt x="2354" y="2204"/>
                </a:lnTo>
                <a:lnTo>
                  <a:pt x="2419" y="2140"/>
                </a:lnTo>
                <a:lnTo>
                  <a:pt x="2483" y="2097"/>
                </a:lnTo>
                <a:lnTo>
                  <a:pt x="2483" y="2097"/>
                </a:lnTo>
                <a:lnTo>
                  <a:pt x="2611" y="2054"/>
                </a:lnTo>
                <a:lnTo>
                  <a:pt x="2675" y="2033"/>
                </a:lnTo>
                <a:lnTo>
                  <a:pt x="2697" y="2054"/>
                </a:lnTo>
                <a:lnTo>
                  <a:pt x="2697" y="2054"/>
                </a:lnTo>
                <a:lnTo>
                  <a:pt x="2825" y="2054"/>
                </a:lnTo>
                <a:lnTo>
                  <a:pt x="2932" y="2097"/>
                </a:lnTo>
                <a:lnTo>
                  <a:pt x="2996" y="2140"/>
                </a:lnTo>
                <a:lnTo>
                  <a:pt x="3061" y="2204"/>
                </a:lnTo>
                <a:lnTo>
                  <a:pt x="3103" y="2289"/>
                </a:lnTo>
                <a:lnTo>
                  <a:pt x="3125" y="2375"/>
                </a:lnTo>
                <a:lnTo>
                  <a:pt x="3125" y="2461"/>
                </a:lnTo>
                <a:lnTo>
                  <a:pt x="3125" y="2567"/>
                </a:lnTo>
                <a:lnTo>
                  <a:pt x="3103" y="2653"/>
                </a:lnTo>
                <a:lnTo>
                  <a:pt x="3061" y="2739"/>
                </a:lnTo>
                <a:lnTo>
                  <a:pt x="3018" y="2803"/>
                </a:lnTo>
                <a:lnTo>
                  <a:pt x="2954" y="2888"/>
                </a:lnTo>
                <a:lnTo>
                  <a:pt x="2889" y="2931"/>
                </a:lnTo>
                <a:lnTo>
                  <a:pt x="2825" y="2953"/>
                </a:lnTo>
                <a:lnTo>
                  <a:pt x="2740" y="2974"/>
                </a:lnTo>
                <a:lnTo>
                  <a:pt x="2654" y="2953"/>
                </a:lnTo>
                <a:lnTo>
                  <a:pt x="2654" y="2953"/>
                </a:lnTo>
                <a:close/>
                <a:moveTo>
                  <a:pt x="1434" y="1006"/>
                </a:moveTo>
                <a:lnTo>
                  <a:pt x="1434" y="1006"/>
                </a:lnTo>
                <a:lnTo>
                  <a:pt x="1477" y="1048"/>
                </a:lnTo>
                <a:lnTo>
                  <a:pt x="1520" y="1091"/>
                </a:lnTo>
                <a:lnTo>
                  <a:pt x="1541" y="1155"/>
                </a:lnTo>
                <a:lnTo>
                  <a:pt x="1541" y="1220"/>
                </a:lnTo>
                <a:lnTo>
                  <a:pt x="1541" y="1262"/>
                </a:lnTo>
                <a:lnTo>
                  <a:pt x="1520" y="1305"/>
                </a:lnTo>
                <a:lnTo>
                  <a:pt x="1456" y="1348"/>
                </a:lnTo>
                <a:lnTo>
                  <a:pt x="1392" y="1348"/>
                </a:lnTo>
                <a:lnTo>
                  <a:pt x="1392" y="1348"/>
                </a:lnTo>
                <a:lnTo>
                  <a:pt x="1285" y="1262"/>
                </a:lnTo>
                <a:lnTo>
                  <a:pt x="1220" y="1220"/>
                </a:lnTo>
                <a:lnTo>
                  <a:pt x="1199" y="1155"/>
                </a:lnTo>
                <a:lnTo>
                  <a:pt x="1199" y="1155"/>
                </a:lnTo>
                <a:lnTo>
                  <a:pt x="1220" y="1113"/>
                </a:lnTo>
                <a:lnTo>
                  <a:pt x="1285" y="1070"/>
                </a:lnTo>
                <a:lnTo>
                  <a:pt x="1434" y="1006"/>
                </a:lnTo>
                <a:lnTo>
                  <a:pt x="1434" y="1006"/>
                </a:lnTo>
                <a:close/>
                <a:moveTo>
                  <a:pt x="707" y="1327"/>
                </a:moveTo>
                <a:lnTo>
                  <a:pt x="707" y="1327"/>
                </a:lnTo>
                <a:lnTo>
                  <a:pt x="793" y="1391"/>
                </a:lnTo>
                <a:lnTo>
                  <a:pt x="921" y="1562"/>
                </a:lnTo>
                <a:lnTo>
                  <a:pt x="1049" y="1733"/>
                </a:lnTo>
                <a:lnTo>
                  <a:pt x="1113" y="1840"/>
                </a:lnTo>
                <a:lnTo>
                  <a:pt x="1113" y="1840"/>
                </a:lnTo>
                <a:lnTo>
                  <a:pt x="1071" y="1861"/>
                </a:lnTo>
                <a:lnTo>
                  <a:pt x="1049" y="1861"/>
                </a:lnTo>
                <a:lnTo>
                  <a:pt x="964" y="1819"/>
                </a:lnTo>
                <a:lnTo>
                  <a:pt x="900" y="1733"/>
                </a:lnTo>
                <a:lnTo>
                  <a:pt x="814" y="1647"/>
                </a:lnTo>
                <a:lnTo>
                  <a:pt x="728" y="1434"/>
                </a:lnTo>
                <a:lnTo>
                  <a:pt x="707" y="1369"/>
                </a:lnTo>
                <a:lnTo>
                  <a:pt x="707" y="1327"/>
                </a:lnTo>
                <a:lnTo>
                  <a:pt x="707" y="1327"/>
                </a:lnTo>
                <a:close/>
                <a:moveTo>
                  <a:pt x="1007" y="2247"/>
                </a:moveTo>
                <a:lnTo>
                  <a:pt x="1007" y="2247"/>
                </a:lnTo>
                <a:lnTo>
                  <a:pt x="942" y="2225"/>
                </a:lnTo>
                <a:lnTo>
                  <a:pt x="900" y="2182"/>
                </a:lnTo>
                <a:lnTo>
                  <a:pt x="835" y="2054"/>
                </a:lnTo>
                <a:lnTo>
                  <a:pt x="835" y="2054"/>
                </a:lnTo>
                <a:lnTo>
                  <a:pt x="814" y="2054"/>
                </a:lnTo>
                <a:lnTo>
                  <a:pt x="814" y="2054"/>
                </a:lnTo>
                <a:lnTo>
                  <a:pt x="814" y="2033"/>
                </a:lnTo>
                <a:lnTo>
                  <a:pt x="835" y="2054"/>
                </a:lnTo>
                <a:lnTo>
                  <a:pt x="835" y="2054"/>
                </a:lnTo>
                <a:lnTo>
                  <a:pt x="964" y="2075"/>
                </a:lnTo>
                <a:lnTo>
                  <a:pt x="1028" y="2097"/>
                </a:lnTo>
                <a:lnTo>
                  <a:pt x="1071" y="2140"/>
                </a:lnTo>
                <a:lnTo>
                  <a:pt x="1071" y="2140"/>
                </a:lnTo>
                <a:lnTo>
                  <a:pt x="1092" y="2182"/>
                </a:lnTo>
                <a:lnTo>
                  <a:pt x="1071" y="2225"/>
                </a:lnTo>
                <a:lnTo>
                  <a:pt x="1049" y="2247"/>
                </a:lnTo>
                <a:lnTo>
                  <a:pt x="1007" y="2247"/>
                </a:lnTo>
                <a:lnTo>
                  <a:pt x="1007" y="2247"/>
                </a:lnTo>
                <a:close/>
                <a:moveTo>
                  <a:pt x="664" y="2311"/>
                </a:moveTo>
                <a:lnTo>
                  <a:pt x="664" y="2311"/>
                </a:lnTo>
                <a:lnTo>
                  <a:pt x="728" y="2354"/>
                </a:lnTo>
                <a:lnTo>
                  <a:pt x="857" y="2439"/>
                </a:lnTo>
                <a:lnTo>
                  <a:pt x="985" y="2525"/>
                </a:lnTo>
                <a:lnTo>
                  <a:pt x="1028" y="2589"/>
                </a:lnTo>
                <a:lnTo>
                  <a:pt x="1028" y="2589"/>
                </a:lnTo>
                <a:lnTo>
                  <a:pt x="964" y="2632"/>
                </a:lnTo>
                <a:lnTo>
                  <a:pt x="900" y="2653"/>
                </a:lnTo>
                <a:lnTo>
                  <a:pt x="835" y="2610"/>
                </a:lnTo>
                <a:lnTo>
                  <a:pt x="771" y="2546"/>
                </a:lnTo>
                <a:lnTo>
                  <a:pt x="728" y="2482"/>
                </a:lnTo>
                <a:lnTo>
                  <a:pt x="686" y="2418"/>
                </a:lnTo>
                <a:lnTo>
                  <a:pt x="664" y="2354"/>
                </a:lnTo>
                <a:lnTo>
                  <a:pt x="664" y="2311"/>
                </a:lnTo>
                <a:lnTo>
                  <a:pt x="664" y="2311"/>
                </a:lnTo>
                <a:close/>
                <a:moveTo>
                  <a:pt x="1606" y="3530"/>
                </a:moveTo>
                <a:lnTo>
                  <a:pt x="1606" y="3530"/>
                </a:lnTo>
                <a:lnTo>
                  <a:pt x="1584" y="3573"/>
                </a:lnTo>
                <a:lnTo>
                  <a:pt x="1541" y="3594"/>
                </a:lnTo>
                <a:lnTo>
                  <a:pt x="1477" y="3573"/>
                </a:lnTo>
                <a:lnTo>
                  <a:pt x="1392" y="3530"/>
                </a:lnTo>
                <a:lnTo>
                  <a:pt x="1285" y="3466"/>
                </a:lnTo>
                <a:lnTo>
                  <a:pt x="1199" y="3359"/>
                </a:lnTo>
                <a:lnTo>
                  <a:pt x="1135" y="3252"/>
                </a:lnTo>
                <a:lnTo>
                  <a:pt x="1092" y="3167"/>
                </a:lnTo>
                <a:lnTo>
                  <a:pt x="1071" y="3081"/>
                </a:lnTo>
                <a:lnTo>
                  <a:pt x="1071" y="3081"/>
                </a:lnTo>
                <a:lnTo>
                  <a:pt x="1113" y="2953"/>
                </a:lnTo>
                <a:lnTo>
                  <a:pt x="1178" y="2846"/>
                </a:lnTo>
                <a:lnTo>
                  <a:pt x="1199" y="2824"/>
                </a:lnTo>
                <a:lnTo>
                  <a:pt x="1242" y="2824"/>
                </a:lnTo>
                <a:lnTo>
                  <a:pt x="1306" y="2846"/>
                </a:lnTo>
                <a:lnTo>
                  <a:pt x="1349" y="2888"/>
                </a:lnTo>
                <a:lnTo>
                  <a:pt x="1349" y="2888"/>
                </a:lnTo>
                <a:lnTo>
                  <a:pt x="1413" y="2995"/>
                </a:lnTo>
                <a:lnTo>
                  <a:pt x="1499" y="3209"/>
                </a:lnTo>
                <a:lnTo>
                  <a:pt x="1584" y="3423"/>
                </a:lnTo>
                <a:lnTo>
                  <a:pt x="1606" y="3530"/>
                </a:lnTo>
                <a:lnTo>
                  <a:pt x="1606" y="3530"/>
                </a:lnTo>
                <a:close/>
                <a:moveTo>
                  <a:pt x="2761" y="4814"/>
                </a:moveTo>
                <a:lnTo>
                  <a:pt x="2761" y="4814"/>
                </a:lnTo>
                <a:lnTo>
                  <a:pt x="2483" y="4450"/>
                </a:lnTo>
                <a:lnTo>
                  <a:pt x="2354" y="4279"/>
                </a:lnTo>
                <a:lnTo>
                  <a:pt x="2226" y="4087"/>
                </a:lnTo>
                <a:lnTo>
                  <a:pt x="2226" y="4087"/>
                </a:lnTo>
                <a:lnTo>
                  <a:pt x="1948" y="3637"/>
                </a:lnTo>
                <a:lnTo>
                  <a:pt x="1841" y="3423"/>
                </a:lnTo>
                <a:lnTo>
                  <a:pt x="1734" y="3188"/>
                </a:lnTo>
                <a:lnTo>
                  <a:pt x="1734" y="3188"/>
                </a:lnTo>
                <a:lnTo>
                  <a:pt x="1670" y="3017"/>
                </a:lnTo>
                <a:lnTo>
                  <a:pt x="1606" y="2846"/>
                </a:lnTo>
                <a:lnTo>
                  <a:pt x="1584" y="2760"/>
                </a:lnTo>
                <a:lnTo>
                  <a:pt x="1606" y="2696"/>
                </a:lnTo>
                <a:lnTo>
                  <a:pt x="1670" y="2653"/>
                </a:lnTo>
                <a:lnTo>
                  <a:pt x="1755" y="2632"/>
                </a:lnTo>
                <a:lnTo>
                  <a:pt x="1755" y="2632"/>
                </a:lnTo>
                <a:lnTo>
                  <a:pt x="1798" y="2632"/>
                </a:lnTo>
                <a:lnTo>
                  <a:pt x="1841" y="2653"/>
                </a:lnTo>
                <a:lnTo>
                  <a:pt x="1905" y="2739"/>
                </a:lnTo>
                <a:lnTo>
                  <a:pt x="2012" y="2910"/>
                </a:lnTo>
                <a:lnTo>
                  <a:pt x="2012" y="2910"/>
                </a:lnTo>
                <a:lnTo>
                  <a:pt x="2140" y="3060"/>
                </a:lnTo>
                <a:lnTo>
                  <a:pt x="2312" y="3145"/>
                </a:lnTo>
                <a:lnTo>
                  <a:pt x="2312" y="3145"/>
                </a:lnTo>
                <a:lnTo>
                  <a:pt x="2419" y="3188"/>
                </a:lnTo>
                <a:lnTo>
                  <a:pt x="2547" y="3209"/>
                </a:lnTo>
                <a:lnTo>
                  <a:pt x="2782" y="3209"/>
                </a:lnTo>
                <a:lnTo>
                  <a:pt x="2782" y="3209"/>
                </a:lnTo>
                <a:lnTo>
                  <a:pt x="2889" y="3188"/>
                </a:lnTo>
                <a:lnTo>
                  <a:pt x="2975" y="3145"/>
                </a:lnTo>
                <a:lnTo>
                  <a:pt x="3167" y="3060"/>
                </a:lnTo>
                <a:lnTo>
                  <a:pt x="3167" y="3060"/>
                </a:lnTo>
                <a:lnTo>
                  <a:pt x="3167" y="3188"/>
                </a:lnTo>
                <a:lnTo>
                  <a:pt x="3146" y="3316"/>
                </a:lnTo>
                <a:lnTo>
                  <a:pt x="3125" y="3423"/>
                </a:lnTo>
                <a:lnTo>
                  <a:pt x="3125" y="3552"/>
                </a:lnTo>
                <a:lnTo>
                  <a:pt x="3125" y="3552"/>
                </a:lnTo>
                <a:lnTo>
                  <a:pt x="3167" y="3659"/>
                </a:lnTo>
                <a:lnTo>
                  <a:pt x="3189" y="3723"/>
                </a:lnTo>
                <a:lnTo>
                  <a:pt x="3189" y="3787"/>
                </a:lnTo>
                <a:lnTo>
                  <a:pt x="3125" y="3894"/>
                </a:lnTo>
                <a:lnTo>
                  <a:pt x="3125" y="3894"/>
                </a:lnTo>
                <a:lnTo>
                  <a:pt x="3018" y="4022"/>
                </a:lnTo>
                <a:lnTo>
                  <a:pt x="2868" y="4215"/>
                </a:lnTo>
                <a:lnTo>
                  <a:pt x="2825" y="4301"/>
                </a:lnTo>
                <a:lnTo>
                  <a:pt x="2804" y="4322"/>
                </a:lnTo>
                <a:lnTo>
                  <a:pt x="2825" y="4365"/>
                </a:lnTo>
                <a:lnTo>
                  <a:pt x="2847" y="4386"/>
                </a:lnTo>
                <a:lnTo>
                  <a:pt x="2889" y="4408"/>
                </a:lnTo>
                <a:lnTo>
                  <a:pt x="3018" y="4429"/>
                </a:lnTo>
                <a:lnTo>
                  <a:pt x="3018" y="4429"/>
                </a:lnTo>
                <a:lnTo>
                  <a:pt x="3146" y="4408"/>
                </a:lnTo>
                <a:lnTo>
                  <a:pt x="3274" y="4386"/>
                </a:lnTo>
                <a:lnTo>
                  <a:pt x="3488" y="4279"/>
                </a:lnTo>
                <a:lnTo>
                  <a:pt x="3724" y="4151"/>
                </a:lnTo>
                <a:lnTo>
                  <a:pt x="3852" y="4129"/>
                </a:lnTo>
                <a:lnTo>
                  <a:pt x="3981" y="4108"/>
                </a:lnTo>
                <a:lnTo>
                  <a:pt x="3981" y="4108"/>
                </a:lnTo>
                <a:lnTo>
                  <a:pt x="4216" y="4151"/>
                </a:lnTo>
                <a:lnTo>
                  <a:pt x="4537" y="4215"/>
                </a:lnTo>
                <a:lnTo>
                  <a:pt x="4687" y="4236"/>
                </a:lnTo>
                <a:lnTo>
                  <a:pt x="4815" y="4215"/>
                </a:lnTo>
                <a:lnTo>
                  <a:pt x="4879" y="4194"/>
                </a:lnTo>
                <a:lnTo>
                  <a:pt x="4922" y="4172"/>
                </a:lnTo>
                <a:lnTo>
                  <a:pt x="4943" y="4151"/>
                </a:lnTo>
                <a:lnTo>
                  <a:pt x="4943" y="4087"/>
                </a:lnTo>
                <a:lnTo>
                  <a:pt x="4943" y="4087"/>
                </a:lnTo>
                <a:lnTo>
                  <a:pt x="4943" y="4022"/>
                </a:lnTo>
                <a:lnTo>
                  <a:pt x="4922" y="3980"/>
                </a:lnTo>
                <a:lnTo>
                  <a:pt x="4879" y="3937"/>
                </a:lnTo>
                <a:lnTo>
                  <a:pt x="4815" y="3894"/>
                </a:lnTo>
                <a:lnTo>
                  <a:pt x="4708" y="3851"/>
                </a:lnTo>
                <a:lnTo>
                  <a:pt x="4601" y="3808"/>
                </a:lnTo>
                <a:lnTo>
                  <a:pt x="4601" y="3808"/>
                </a:lnTo>
                <a:lnTo>
                  <a:pt x="4408" y="3744"/>
                </a:lnTo>
                <a:lnTo>
                  <a:pt x="4280" y="3701"/>
                </a:lnTo>
                <a:lnTo>
                  <a:pt x="4259" y="3680"/>
                </a:lnTo>
                <a:lnTo>
                  <a:pt x="4237" y="3659"/>
                </a:lnTo>
                <a:lnTo>
                  <a:pt x="4237" y="3659"/>
                </a:lnTo>
                <a:lnTo>
                  <a:pt x="4237" y="3594"/>
                </a:lnTo>
                <a:lnTo>
                  <a:pt x="4280" y="3488"/>
                </a:lnTo>
                <a:lnTo>
                  <a:pt x="4323" y="3402"/>
                </a:lnTo>
                <a:lnTo>
                  <a:pt x="4344" y="3316"/>
                </a:lnTo>
                <a:lnTo>
                  <a:pt x="4344" y="3316"/>
                </a:lnTo>
                <a:lnTo>
                  <a:pt x="4301" y="3102"/>
                </a:lnTo>
                <a:lnTo>
                  <a:pt x="4259" y="2931"/>
                </a:lnTo>
                <a:lnTo>
                  <a:pt x="4259" y="2931"/>
                </a:lnTo>
                <a:lnTo>
                  <a:pt x="4301" y="2910"/>
                </a:lnTo>
                <a:lnTo>
                  <a:pt x="4366" y="2910"/>
                </a:lnTo>
                <a:lnTo>
                  <a:pt x="4537" y="2953"/>
                </a:lnTo>
                <a:lnTo>
                  <a:pt x="4708" y="2974"/>
                </a:lnTo>
                <a:lnTo>
                  <a:pt x="4794" y="2995"/>
                </a:lnTo>
                <a:lnTo>
                  <a:pt x="4858" y="2974"/>
                </a:lnTo>
                <a:lnTo>
                  <a:pt x="4858" y="2974"/>
                </a:lnTo>
                <a:lnTo>
                  <a:pt x="4943" y="2953"/>
                </a:lnTo>
                <a:lnTo>
                  <a:pt x="5029" y="2910"/>
                </a:lnTo>
                <a:lnTo>
                  <a:pt x="5093" y="2846"/>
                </a:lnTo>
                <a:lnTo>
                  <a:pt x="5157" y="2781"/>
                </a:lnTo>
                <a:lnTo>
                  <a:pt x="5243" y="2610"/>
                </a:lnTo>
                <a:lnTo>
                  <a:pt x="5286" y="2439"/>
                </a:lnTo>
                <a:lnTo>
                  <a:pt x="5286" y="2439"/>
                </a:lnTo>
                <a:lnTo>
                  <a:pt x="5307" y="2289"/>
                </a:lnTo>
                <a:lnTo>
                  <a:pt x="5307" y="2204"/>
                </a:lnTo>
                <a:lnTo>
                  <a:pt x="5328" y="2161"/>
                </a:lnTo>
                <a:lnTo>
                  <a:pt x="5350" y="2140"/>
                </a:lnTo>
                <a:lnTo>
                  <a:pt x="5478" y="2075"/>
                </a:lnTo>
                <a:lnTo>
                  <a:pt x="5478" y="2075"/>
                </a:lnTo>
                <a:lnTo>
                  <a:pt x="5585" y="2054"/>
                </a:lnTo>
                <a:lnTo>
                  <a:pt x="5671" y="2033"/>
                </a:lnTo>
                <a:lnTo>
                  <a:pt x="5735" y="2054"/>
                </a:lnTo>
                <a:lnTo>
                  <a:pt x="5756" y="2097"/>
                </a:lnTo>
                <a:lnTo>
                  <a:pt x="5778" y="2161"/>
                </a:lnTo>
                <a:lnTo>
                  <a:pt x="5778" y="2225"/>
                </a:lnTo>
                <a:lnTo>
                  <a:pt x="5735" y="2418"/>
                </a:lnTo>
                <a:lnTo>
                  <a:pt x="5735" y="2418"/>
                </a:lnTo>
                <a:lnTo>
                  <a:pt x="5628" y="2910"/>
                </a:lnTo>
                <a:lnTo>
                  <a:pt x="5457" y="3381"/>
                </a:lnTo>
                <a:lnTo>
                  <a:pt x="5264" y="3830"/>
                </a:lnTo>
                <a:lnTo>
                  <a:pt x="5008" y="4258"/>
                </a:lnTo>
                <a:lnTo>
                  <a:pt x="5008" y="4258"/>
                </a:lnTo>
                <a:lnTo>
                  <a:pt x="4729" y="4707"/>
                </a:lnTo>
                <a:lnTo>
                  <a:pt x="4580" y="4921"/>
                </a:lnTo>
                <a:lnTo>
                  <a:pt x="4430" y="5135"/>
                </a:lnTo>
                <a:lnTo>
                  <a:pt x="4430" y="5135"/>
                </a:lnTo>
                <a:lnTo>
                  <a:pt x="4301" y="5263"/>
                </a:lnTo>
                <a:lnTo>
                  <a:pt x="4259" y="5263"/>
                </a:lnTo>
                <a:lnTo>
                  <a:pt x="4237" y="5242"/>
                </a:lnTo>
                <a:lnTo>
                  <a:pt x="4216" y="5156"/>
                </a:lnTo>
                <a:lnTo>
                  <a:pt x="4194" y="5092"/>
                </a:lnTo>
                <a:lnTo>
                  <a:pt x="4152" y="5049"/>
                </a:lnTo>
                <a:lnTo>
                  <a:pt x="4152" y="5049"/>
                </a:lnTo>
                <a:lnTo>
                  <a:pt x="4109" y="5007"/>
                </a:lnTo>
                <a:lnTo>
                  <a:pt x="4066" y="5007"/>
                </a:lnTo>
                <a:lnTo>
                  <a:pt x="3959" y="4985"/>
                </a:lnTo>
                <a:lnTo>
                  <a:pt x="3852" y="4985"/>
                </a:lnTo>
                <a:lnTo>
                  <a:pt x="3767" y="4985"/>
                </a:lnTo>
                <a:lnTo>
                  <a:pt x="3767" y="4985"/>
                </a:lnTo>
                <a:lnTo>
                  <a:pt x="3724" y="4942"/>
                </a:lnTo>
                <a:lnTo>
                  <a:pt x="3702" y="4900"/>
                </a:lnTo>
                <a:lnTo>
                  <a:pt x="3660" y="4878"/>
                </a:lnTo>
                <a:lnTo>
                  <a:pt x="3595" y="4900"/>
                </a:lnTo>
                <a:lnTo>
                  <a:pt x="3595" y="4900"/>
                </a:lnTo>
                <a:lnTo>
                  <a:pt x="3553" y="4942"/>
                </a:lnTo>
                <a:lnTo>
                  <a:pt x="3531" y="5007"/>
                </a:lnTo>
                <a:lnTo>
                  <a:pt x="3488" y="5156"/>
                </a:lnTo>
                <a:lnTo>
                  <a:pt x="3446" y="5306"/>
                </a:lnTo>
                <a:lnTo>
                  <a:pt x="3403" y="5370"/>
                </a:lnTo>
                <a:lnTo>
                  <a:pt x="3360" y="5392"/>
                </a:lnTo>
                <a:lnTo>
                  <a:pt x="3360" y="5392"/>
                </a:lnTo>
                <a:lnTo>
                  <a:pt x="3274" y="5370"/>
                </a:lnTo>
                <a:lnTo>
                  <a:pt x="3210" y="5328"/>
                </a:lnTo>
                <a:lnTo>
                  <a:pt x="3018" y="5156"/>
                </a:lnTo>
                <a:lnTo>
                  <a:pt x="2868" y="4964"/>
                </a:lnTo>
                <a:lnTo>
                  <a:pt x="2761" y="4814"/>
                </a:lnTo>
                <a:lnTo>
                  <a:pt x="2761" y="4814"/>
                </a:lnTo>
                <a:close/>
                <a:moveTo>
                  <a:pt x="3702" y="7788"/>
                </a:moveTo>
                <a:lnTo>
                  <a:pt x="3702" y="7788"/>
                </a:lnTo>
                <a:lnTo>
                  <a:pt x="3595" y="8130"/>
                </a:lnTo>
                <a:lnTo>
                  <a:pt x="3510" y="8323"/>
                </a:lnTo>
                <a:lnTo>
                  <a:pt x="3488" y="8387"/>
                </a:lnTo>
                <a:lnTo>
                  <a:pt x="3467" y="8409"/>
                </a:lnTo>
                <a:lnTo>
                  <a:pt x="3467" y="8409"/>
                </a:lnTo>
                <a:lnTo>
                  <a:pt x="3424" y="8387"/>
                </a:lnTo>
                <a:lnTo>
                  <a:pt x="3403" y="8323"/>
                </a:lnTo>
                <a:lnTo>
                  <a:pt x="3360" y="8173"/>
                </a:lnTo>
                <a:lnTo>
                  <a:pt x="3317" y="7852"/>
                </a:lnTo>
                <a:lnTo>
                  <a:pt x="3317" y="7852"/>
                </a:lnTo>
                <a:lnTo>
                  <a:pt x="3339" y="7724"/>
                </a:lnTo>
                <a:lnTo>
                  <a:pt x="3381" y="7574"/>
                </a:lnTo>
                <a:lnTo>
                  <a:pt x="3403" y="7510"/>
                </a:lnTo>
                <a:lnTo>
                  <a:pt x="3467" y="7467"/>
                </a:lnTo>
                <a:lnTo>
                  <a:pt x="3531" y="7446"/>
                </a:lnTo>
                <a:lnTo>
                  <a:pt x="3595" y="7446"/>
                </a:lnTo>
                <a:lnTo>
                  <a:pt x="3595" y="7446"/>
                </a:lnTo>
                <a:lnTo>
                  <a:pt x="3660" y="7446"/>
                </a:lnTo>
                <a:lnTo>
                  <a:pt x="3724" y="7489"/>
                </a:lnTo>
                <a:lnTo>
                  <a:pt x="3745" y="7531"/>
                </a:lnTo>
                <a:lnTo>
                  <a:pt x="3745" y="7574"/>
                </a:lnTo>
                <a:lnTo>
                  <a:pt x="3724" y="7681"/>
                </a:lnTo>
                <a:lnTo>
                  <a:pt x="3702" y="7788"/>
                </a:lnTo>
                <a:lnTo>
                  <a:pt x="3702" y="7788"/>
                </a:lnTo>
                <a:close/>
                <a:moveTo>
                  <a:pt x="3381" y="6804"/>
                </a:moveTo>
                <a:lnTo>
                  <a:pt x="3381" y="6804"/>
                </a:lnTo>
                <a:lnTo>
                  <a:pt x="3403" y="6633"/>
                </a:lnTo>
                <a:lnTo>
                  <a:pt x="3424" y="6568"/>
                </a:lnTo>
                <a:lnTo>
                  <a:pt x="3446" y="6547"/>
                </a:lnTo>
                <a:lnTo>
                  <a:pt x="3488" y="6547"/>
                </a:lnTo>
                <a:lnTo>
                  <a:pt x="3488" y="6547"/>
                </a:lnTo>
                <a:lnTo>
                  <a:pt x="3531" y="6568"/>
                </a:lnTo>
                <a:lnTo>
                  <a:pt x="3574" y="6590"/>
                </a:lnTo>
                <a:lnTo>
                  <a:pt x="3617" y="6697"/>
                </a:lnTo>
                <a:lnTo>
                  <a:pt x="3638" y="6804"/>
                </a:lnTo>
                <a:lnTo>
                  <a:pt x="3617" y="6868"/>
                </a:lnTo>
                <a:lnTo>
                  <a:pt x="3617" y="6868"/>
                </a:lnTo>
                <a:lnTo>
                  <a:pt x="3617" y="6954"/>
                </a:lnTo>
                <a:lnTo>
                  <a:pt x="3595" y="7103"/>
                </a:lnTo>
                <a:lnTo>
                  <a:pt x="3553" y="7168"/>
                </a:lnTo>
                <a:lnTo>
                  <a:pt x="3531" y="7232"/>
                </a:lnTo>
                <a:lnTo>
                  <a:pt x="3467" y="7253"/>
                </a:lnTo>
                <a:lnTo>
                  <a:pt x="3424" y="7253"/>
                </a:lnTo>
                <a:lnTo>
                  <a:pt x="3424" y="7253"/>
                </a:lnTo>
                <a:lnTo>
                  <a:pt x="3381" y="7232"/>
                </a:lnTo>
                <a:lnTo>
                  <a:pt x="3381" y="7189"/>
                </a:lnTo>
                <a:lnTo>
                  <a:pt x="3360" y="7039"/>
                </a:lnTo>
                <a:lnTo>
                  <a:pt x="3381" y="6804"/>
                </a:lnTo>
                <a:lnTo>
                  <a:pt x="3381" y="6804"/>
                </a:lnTo>
                <a:close/>
                <a:moveTo>
                  <a:pt x="4002" y="8473"/>
                </a:moveTo>
                <a:lnTo>
                  <a:pt x="4002" y="8473"/>
                </a:lnTo>
                <a:lnTo>
                  <a:pt x="3959" y="8494"/>
                </a:lnTo>
                <a:lnTo>
                  <a:pt x="3916" y="8473"/>
                </a:lnTo>
                <a:lnTo>
                  <a:pt x="3895" y="8451"/>
                </a:lnTo>
                <a:lnTo>
                  <a:pt x="3874" y="8430"/>
                </a:lnTo>
                <a:lnTo>
                  <a:pt x="3874" y="8430"/>
                </a:lnTo>
                <a:lnTo>
                  <a:pt x="3916" y="8409"/>
                </a:lnTo>
                <a:lnTo>
                  <a:pt x="3959" y="8430"/>
                </a:lnTo>
                <a:lnTo>
                  <a:pt x="4002" y="8451"/>
                </a:lnTo>
                <a:lnTo>
                  <a:pt x="4002" y="8473"/>
                </a:lnTo>
                <a:lnTo>
                  <a:pt x="4002" y="8473"/>
                </a:lnTo>
                <a:close/>
                <a:moveTo>
                  <a:pt x="3938" y="6675"/>
                </a:moveTo>
                <a:lnTo>
                  <a:pt x="3938" y="6675"/>
                </a:lnTo>
                <a:lnTo>
                  <a:pt x="3938" y="6654"/>
                </a:lnTo>
                <a:lnTo>
                  <a:pt x="3938" y="6675"/>
                </a:lnTo>
                <a:lnTo>
                  <a:pt x="3938" y="6675"/>
                </a:lnTo>
                <a:close/>
                <a:moveTo>
                  <a:pt x="4087" y="7146"/>
                </a:moveTo>
                <a:lnTo>
                  <a:pt x="4087" y="7146"/>
                </a:lnTo>
                <a:lnTo>
                  <a:pt x="4045" y="7146"/>
                </a:lnTo>
                <a:lnTo>
                  <a:pt x="4002" y="7146"/>
                </a:lnTo>
                <a:lnTo>
                  <a:pt x="4002" y="7146"/>
                </a:lnTo>
                <a:lnTo>
                  <a:pt x="4023" y="7103"/>
                </a:lnTo>
                <a:lnTo>
                  <a:pt x="4087" y="7082"/>
                </a:lnTo>
                <a:lnTo>
                  <a:pt x="4152" y="7082"/>
                </a:lnTo>
                <a:lnTo>
                  <a:pt x="4173" y="7082"/>
                </a:lnTo>
                <a:lnTo>
                  <a:pt x="4173" y="7103"/>
                </a:lnTo>
                <a:lnTo>
                  <a:pt x="4173" y="7103"/>
                </a:lnTo>
                <a:lnTo>
                  <a:pt x="4152" y="7146"/>
                </a:lnTo>
                <a:lnTo>
                  <a:pt x="4087" y="7146"/>
                </a:lnTo>
                <a:lnTo>
                  <a:pt x="4087" y="7146"/>
                </a:lnTo>
                <a:close/>
                <a:moveTo>
                  <a:pt x="3874" y="6419"/>
                </a:moveTo>
                <a:lnTo>
                  <a:pt x="3874" y="6419"/>
                </a:lnTo>
                <a:lnTo>
                  <a:pt x="3788" y="6397"/>
                </a:lnTo>
                <a:lnTo>
                  <a:pt x="3681" y="6376"/>
                </a:lnTo>
                <a:lnTo>
                  <a:pt x="3574" y="6312"/>
                </a:lnTo>
                <a:lnTo>
                  <a:pt x="3488" y="6269"/>
                </a:lnTo>
                <a:lnTo>
                  <a:pt x="3403" y="6205"/>
                </a:lnTo>
                <a:lnTo>
                  <a:pt x="3339" y="6119"/>
                </a:lnTo>
                <a:lnTo>
                  <a:pt x="3274" y="6034"/>
                </a:lnTo>
                <a:lnTo>
                  <a:pt x="3253" y="5948"/>
                </a:lnTo>
                <a:lnTo>
                  <a:pt x="3253" y="5948"/>
                </a:lnTo>
                <a:lnTo>
                  <a:pt x="3232" y="5884"/>
                </a:lnTo>
                <a:lnTo>
                  <a:pt x="3232" y="5841"/>
                </a:lnTo>
                <a:lnTo>
                  <a:pt x="3253" y="5798"/>
                </a:lnTo>
                <a:lnTo>
                  <a:pt x="3296" y="5798"/>
                </a:lnTo>
                <a:lnTo>
                  <a:pt x="3381" y="5798"/>
                </a:lnTo>
                <a:lnTo>
                  <a:pt x="3510" y="5820"/>
                </a:lnTo>
                <a:lnTo>
                  <a:pt x="3510" y="5820"/>
                </a:lnTo>
                <a:lnTo>
                  <a:pt x="3767" y="5841"/>
                </a:lnTo>
                <a:lnTo>
                  <a:pt x="4023" y="5820"/>
                </a:lnTo>
                <a:lnTo>
                  <a:pt x="4023" y="5820"/>
                </a:lnTo>
                <a:lnTo>
                  <a:pt x="4109" y="5798"/>
                </a:lnTo>
                <a:lnTo>
                  <a:pt x="4194" y="5755"/>
                </a:lnTo>
                <a:lnTo>
                  <a:pt x="4366" y="5670"/>
                </a:lnTo>
                <a:lnTo>
                  <a:pt x="4430" y="5648"/>
                </a:lnTo>
                <a:lnTo>
                  <a:pt x="4494" y="5670"/>
                </a:lnTo>
                <a:lnTo>
                  <a:pt x="4515" y="5734"/>
                </a:lnTo>
                <a:lnTo>
                  <a:pt x="4515" y="5862"/>
                </a:lnTo>
                <a:lnTo>
                  <a:pt x="4515" y="5862"/>
                </a:lnTo>
                <a:lnTo>
                  <a:pt x="4494" y="5948"/>
                </a:lnTo>
                <a:lnTo>
                  <a:pt x="4451" y="6055"/>
                </a:lnTo>
                <a:lnTo>
                  <a:pt x="4387" y="6162"/>
                </a:lnTo>
                <a:lnTo>
                  <a:pt x="4280" y="6248"/>
                </a:lnTo>
                <a:lnTo>
                  <a:pt x="4173" y="6312"/>
                </a:lnTo>
                <a:lnTo>
                  <a:pt x="4087" y="6376"/>
                </a:lnTo>
                <a:lnTo>
                  <a:pt x="3981" y="6397"/>
                </a:lnTo>
                <a:lnTo>
                  <a:pt x="3874" y="6419"/>
                </a:lnTo>
                <a:lnTo>
                  <a:pt x="3874" y="6419"/>
                </a:lnTo>
                <a:close/>
                <a:moveTo>
                  <a:pt x="4259" y="6611"/>
                </a:moveTo>
                <a:lnTo>
                  <a:pt x="4259" y="6611"/>
                </a:lnTo>
                <a:lnTo>
                  <a:pt x="4280" y="6568"/>
                </a:lnTo>
                <a:lnTo>
                  <a:pt x="4323" y="6504"/>
                </a:lnTo>
                <a:lnTo>
                  <a:pt x="4366" y="6462"/>
                </a:lnTo>
                <a:lnTo>
                  <a:pt x="4430" y="6440"/>
                </a:lnTo>
                <a:lnTo>
                  <a:pt x="4515" y="6419"/>
                </a:lnTo>
                <a:lnTo>
                  <a:pt x="4580" y="6419"/>
                </a:lnTo>
                <a:lnTo>
                  <a:pt x="4644" y="6440"/>
                </a:lnTo>
                <a:lnTo>
                  <a:pt x="4687" y="6462"/>
                </a:lnTo>
                <a:lnTo>
                  <a:pt x="4687" y="6462"/>
                </a:lnTo>
                <a:lnTo>
                  <a:pt x="4729" y="6547"/>
                </a:lnTo>
                <a:lnTo>
                  <a:pt x="4751" y="6718"/>
                </a:lnTo>
                <a:lnTo>
                  <a:pt x="4794" y="6868"/>
                </a:lnTo>
                <a:lnTo>
                  <a:pt x="4794" y="6932"/>
                </a:lnTo>
                <a:lnTo>
                  <a:pt x="4794" y="6932"/>
                </a:lnTo>
                <a:lnTo>
                  <a:pt x="4772" y="7039"/>
                </a:lnTo>
                <a:lnTo>
                  <a:pt x="4751" y="7103"/>
                </a:lnTo>
                <a:lnTo>
                  <a:pt x="4729" y="7125"/>
                </a:lnTo>
                <a:lnTo>
                  <a:pt x="4708" y="7103"/>
                </a:lnTo>
                <a:lnTo>
                  <a:pt x="4644" y="7039"/>
                </a:lnTo>
                <a:lnTo>
                  <a:pt x="4537" y="6911"/>
                </a:lnTo>
                <a:lnTo>
                  <a:pt x="4537" y="6911"/>
                </a:lnTo>
                <a:lnTo>
                  <a:pt x="4473" y="6847"/>
                </a:lnTo>
                <a:lnTo>
                  <a:pt x="4366" y="6782"/>
                </a:lnTo>
                <a:lnTo>
                  <a:pt x="4301" y="6718"/>
                </a:lnTo>
                <a:lnTo>
                  <a:pt x="4259" y="6675"/>
                </a:lnTo>
                <a:lnTo>
                  <a:pt x="4259" y="6611"/>
                </a:lnTo>
                <a:lnTo>
                  <a:pt x="4259" y="6611"/>
                </a:lnTo>
                <a:close/>
                <a:moveTo>
                  <a:pt x="4858" y="8152"/>
                </a:moveTo>
                <a:lnTo>
                  <a:pt x="4858" y="8152"/>
                </a:lnTo>
                <a:lnTo>
                  <a:pt x="4815" y="8173"/>
                </a:lnTo>
                <a:lnTo>
                  <a:pt x="4772" y="8152"/>
                </a:lnTo>
                <a:lnTo>
                  <a:pt x="4729" y="8109"/>
                </a:lnTo>
                <a:lnTo>
                  <a:pt x="4687" y="8045"/>
                </a:lnTo>
                <a:lnTo>
                  <a:pt x="4580" y="7809"/>
                </a:lnTo>
                <a:lnTo>
                  <a:pt x="4580" y="7809"/>
                </a:lnTo>
                <a:lnTo>
                  <a:pt x="4515" y="7681"/>
                </a:lnTo>
                <a:lnTo>
                  <a:pt x="4430" y="7510"/>
                </a:lnTo>
                <a:lnTo>
                  <a:pt x="4408" y="7424"/>
                </a:lnTo>
                <a:lnTo>
                  <a:pt x="4408" y="7339"/>
                </a:lnTo>
                <a:lnTo>
                  <a:pt x="4430" y="7253"/>
                </a:lnTo>
                <a:lnTo>
                  <a:pt x="4473" y="7210"/>
                </a:lnTo>
                <a:lnTo>
                  <a:pt x="4473" y="7210"/>
                </a:lnTo>
                <a:lnTo>
                  <a:pt x="4515" y="7253"/>
                </a:lnTo>
                <a:lnTo>
                  <a:pt x="4580" y="7339"/>
                </a:lnTo>
                <a:lnTo>
                  <a:pt x="4622" y="7403"/>
                </a:lnTo>
                <a:lnTo>
                  <a:pt x="4687" y="7467"/>
                </a:lnTo>
                <a:lnTo>
                  <a:pt x="4687" y="7467"/>
                </a:lnTo>
                <a:lnTo>
                  <a:pt x="4794" y="7531"/>
                </a:lnTo>
                <a:lnTo>
                  <a:pt x="4879" y="7574"/>
                </a:lnTo>
                <a:lnTo>
                  <a:pt x="4879" y="7574"/>
                </a:lnTo>
                <a:lnTo>
                  <a:pt x="4901" y="7617"/>
                </a:lnTo>
                <a:lnTo>
                  <a:pt x="4922" y="7702"/>
                </a:lnTo>
                <a:lnTo>
                  <a:pt x="4922" y="7874"/>
                </a:lnTo>
                <a:lnTo>
                  <a:pt x="4901" y="8045"/>
                </a:lnTo>
                <a:lnTo>
                  <a:pt x="4879" y="8109"/>
                </a:lnTo>
                <a:lnTo>
                  <a:pt x="4858" y="8152"/>
                </a:lnTo>
                <a:lnTo>
                  <a:pt x="4858" y="8152"/>
                </a:lnTo>
                <a:close/>
                <a:moveTo>
                  <a:pt x="3809" y="4664"/>
                </a:moveTo>
                <a:lnTo>
                  <a:pt x="3809" y="4664"/>
                </a:lnTo>
                <a:lnTo>
                  <a:pt x="3916" y="4643"/>
                </a:lnTo>
                <a:lnTo>
                  <a:pt x="4066" y="4621"/>
                </a:lnTo>
                <a:lnTo>
                  <a:pt x="4130" y="4600"/>
                </a:lnTo>
                <a:lnTo>
                  <a:pt x="4194" y="4579"/>
                </a:lnTo>
                <a:lnTo>
                  <a:pt x="4216" y="4515"/>
                </a:lnTo>
                <a:lnTo>
                  <a:pt x="4216" y="4472"/>
                </a:lnTo>
                <a:lnTo>
                  <a:pt x="4216" y="4472"/>
                </a:lnTo>
                <a:lnTo>
                  <a:pt x="4194" y="4429"/>
                </a:lnTo>
                <a:lnTo>
                  <a:pt x="4152" y="4386"/>
                </a:lnTo>
                <a:lnTo>
                  <a:pt x="4066" y="4365"/>
                </a:lnTo>
                <a:lnTo>
                  <a:pt x="3852" y="4365"/>
                </a:lnTo>
                <a:lnTo>
                  <a:pt x="3852" y="4365"/>
                </a:lnTo>
                <a:lnTo>
                  <a:pt x="3767" y="4365"/>
                </a:lnTo>
                <a:lnTo>
                  <a:pt x="3638" y="4386"/>
                </a:lnTo>
                <a:lnTo>
                  <a:pt x="3574" y="4408"/>
                </a:lnTo>
                <a:lnTo>
                  <a:pt x="3510" y="4429"/>
                </a:lnTo>
                <a:lnTo>
                  <a:pt x="3488" y="4450"/>
                </a:lnTo>
                <a:lnTo>
                  <a:pt x="3467" y="4515"/>
                </a:lnTo>
                <a:lnTo>
                  <a:pt x="3467" y="4515"/>
                </a:lnTo>
                <a:lnTo>
                  <a:pt x="3467" y="4557"/>
                </a:lnTo>
                <a:lnTo>
                  <a:pt x="3510" y="4600"/>
                </a:lnTo>
                <a:lnTo>
                  <a:pt x="3553" y="4621"/>
                </a:lnTo>
                <a:lnTo>
                  <a:pt x="3595" y="4643"/>
                </a:lnTo>
                <a:lnTo>
                  <a:pt x="3724" y="4664"/>
                </a:lnTo>
                <a:lnTo>
                  <a:pt x="3809" y="4664"/>
                </a:lnTo>
                <a:lnTo>
                  <a:pt x="3809" y="4664"/>
                </a:lnTo>
                <a:close/>
                <a:moveTo>
                  <a:pt x="3531" y="1369"/>
                </a:moveTo>
                <a:lnTo>
                  <a:pt x="3531" y="1369"/>
                </a:lnTo>
                <a:lnTo>
                  <a:pt x="3660" y="1369"/>
                </a:lnTo>
                <a:lnTo>
                  <a:pt x="3874" y="1348"/>
                </a:lnTo>
                <a:lnTo>
                  <a:pt x="3959" y="1327"/>
                </a:lnTo>
                <a:lnTo>
                  <a:pt x="4045" y="1305"/>
                </a:lnTo>
                <a:lnTo>
                  <a:pt x="4087" y="1262"/>
                </a:lnTo>
                <a:lnTo>
                  <a:pt x="4087" y="1241"/>
                </a:lnTo>
                <a:lnTo>
                  <a:pt x="4087" y="1220"/>
                </a:lnTo>
                <a:lnTo>
                  <a:pt x="4087" y="1220"/>
                </a:lnTo>
                <a:lnTo>
                  <a:pt x="4045" y="1198"/>
                </a:lnTo>
                <a:lnTo>
                  <a:pt x="3959" y="1177"/>
                </a:lnTo>
                <a:lnTo>
                  <a:pt x="3724" y="1198"/>
                </a:lnTo>
                <a:lnTo>
                  <a:pt x="3317" y="1241"/>
                </a:lnTo>
                <a:lnTo>
                  <a:pt x="3317" y="1241"/>
                </a:lnTo>
                <a:lnTo>
                  <a:pt x="3039" y="1305"/>
                </a:lnTo>
                <a:lnTo>
                  <a:pt x="2868" y="1369"/>
                </a:lnTo>
                <a:lnTo>
                  <a:pt x="2825" y="1391"/>
                </a:lnTo>
                <a:lnTo>
                  <a:pt x="2825" y="1434"/>
                </a:lnTo>
                <a:lnTo>
                  <a:pt x="2825" y="1434"/>
                </a:lnTo>
                <a:lnTo>
                  <a:pt x="2868" y="1455"/>
                </a:lnTo>
                <a:lnTo>
                  <a:pt x="2932" y="1455"/>
                </a:lnTo>
                <a:lnTo>
                  <a:pt x="3146" y="1434"/>
                </a:lnTo>
                <a:lnTo>
                  <a:pt x="3531" y="1369"/>
                </a:lnTo>
                <a:lnTo>
                  <a:pt x="3531" y="1369"/>
                </a:lnTo>
                <a:close/>
                <a:moveTo>
                  <a:pt x="3317" y="1220"/>
                </a:moveTo>
                <a:lnTo>
                  <a:pt x="3317" y="1220"/>
                </a:lnTo>
                <a:lnTo>
                  <a:pt x="3381" y="1198"/>
                </a:lnTo>
                <a:lnTo>
                  <a:pt x="3446" y="1198"/>
                </a:lnTo>
                <a:lnTo>
                  <a:pt x="3574" y="1177"/>
                </a:lnTo>
                <a:lnTo>
                  <a:pt x="3724" y="1177"/>
                </a:lnTo>
                <a:lnTo>
                  <a:pt x="3852" y="1155"/>
                </a:lnTo>
                <a:lnTo>
                  <a:pt x="3852" y="1155"/>
                </a:lnTo>
                <a:lnTo>
                  <a:pt x="3981" y="1070"/>
                </a:lnTo>
                <a:lnTo>
                  <a:pt x="4002" y="1048"/>
                </a:lnTo>
                <a:lnTo>
                  <a:pt x="3981" y="1027"/>
                </a:lnTo>
                <a:lnTo>
                  <a:pt x="3895" y="1006"/>
                </a:lnTo>
                <a:lnTo>
                  <a:pt x="3767" y="1006"/>
                </a:lnTo>
                <a:lnTo>
                  <a:pt x="3767" y="1006"/>
                </a:lnTo>
                <a:lnTo>
                  <a:pt x="3424" y="984"/>
                </a:lnTo>
                <a:lnTo>
                  <a:pt x="3210" y="1006"/>
                </a:lnTo>
                <a:lnTo>
                  <a:pt x="3146" y="1027"/>
                </a:lnTo>
                <a:lnTo>
                  <a:pt x="3082" y="1070"/>
                </a:lnTo>
                <a:lnTo>
                  <a:pt x="3082" y="1070"/>
                </a:lnTo>
                <a:lnTo>
                  <a:pt x="3061" y="1113"/>
                </a:lnTo>
                <a:lnTo>
                  <a:pt x="3061" y="1155"/>
                </a:lnTo>
                <a:lnTo>
                  <a:pt x="3082" y="1198"/>
                </a:lnTo>
                <a:lnTo>
                  <a:pt x="3125" y="1220"/>
                </a:lnTo>
                <a:lnTo>
                  <a:pt x="3232" y="1220"/>
                </a:lnTo>
                <a:lnTo>
                  <a:pt x="3317" y="1220"/>
                </a:lnTo>
                <a:lnTo>
                  <a:pt x="3317" y="1220"/>
                </a:lnTo>
                <a:close/>
                <a:moveTo>
                  <a:pt x="4494" y="2354"/>
                </a:moveTo>
                <a:lnTo>
                  <a:pt x="4494" y="2354"/>
                </a:lnTo>
                <a:lnTo>
                  <a:pt x="4515" y="2418"/>
                </a:lnTo>
                <a:lnTo>
                  <a:pt x="4558" y="2482"/>
                </a:lnTo>
                <a:lnTo>
                  <a:pt x="4580" y="2503"/>
                </a:lnTo>
                <a:lnTo>
                  <a:pt x="4622" y="2503"/>
                </a:lnTo>
                <a:lnTo>
                  <a:pt x="4665" y="2482"/>
                </a:lnTo>
                <a:lnTo>
                  <a:pt x="4708" y="2461"/>
                </a:lnTo>
                <a:lnTo>
                  <a:pt x="4751" y="2396"/>
                </a:lnTo>
                <a:lnTo>
                  <a:pt x="4772" y="2332"/>
                </a:lnTo>
                <a:lnTo>
                  <a:pt x="4772" y="2332"/>
                </a:lnTo>
                <a:lnTo>
                  <a:pt x="4751" y="2247"/>
                </a:lnTo>
                <a:lnTo>
                  <a:pt x="4708" y="2182"/>
                </a:lnTo>
                <a:lnTo>
                  <a:pt x="4665" y="2161"/>
                </a:lnTo>
                <a:lnTo>
                  <a:pt x="4601" y="2161"/>
                </a:lnTo>
                <a:lnTo>
                  <a:pt x="4558" y="2161"/>
                </a:lnTo>
                <a:lnTo>
                  <a:pt x="4515" y="2204"/>
                </a:lnTo>
                <a:lnTo>
                  <a:pt x="4494" y="2268"/>
                </a:lnTo>
                <a:lnTo>
                  <a:pt x="4494" y="2354"/>
                </a:lnTo>
                <a:lnTo>
                  <a:pt x="4494" y="2354"/>
                </a:lnTo>
                <a:close/>
                <a:moveTo>
                  <a:pt x="2568" y="2439"/>
                </a:moveTo>
                <a:lnTo>
                  <a:pt x="2568" y="2439"/>
                </a:lnTo>
                <a:lnTo>
                  <a:pt x="2547" y="2525"/>
                </a:lnTo>
                <a:lnTo>
                  <a:pt x="2568" y="2567"/>
                </a:lnTo>
                <a:lnTo>
                  <a:pt x="2590" y="2632"/>
                </a:lnTo>
                <a:lnTo>
                  <a:pt x="2633" y="2653"/>
                </a:lnTo>
                <a:lnTo>
                  <a:pt x="2675" y="2674"/>
                </a:lnTo>
                <a:lnTo>
                  <a:pt x="2740" y="2653"/>
                </a:lnTo>
                <a:lnTo>
                  <a:pt x="2782" y="2610"/>
                </a:lnTo>
                <a:lnTo>
                  <a:pt x="2804" y="2546"/>
                </a:lnTo>
                <a:lnTo>
                  <a:pt x="2804" y="2546"/>
                </a:lnTo>
                <a:lnTo>
                  <a:pt x="2782" y="2439"/>
                </a:lnTo>
                <a:lnTo>
                  <a:pt x="2718" y="2375"/>
                </a:lnTo>
                <a:lnTo>
                  <a:pt x="2675" y="2354"/>
                </a:lnTo>
                <a:lnTo>
                  <a:pt x="2654" y="2375"/>
                </a:lnTo>
                <a:lnTo>
                  <a:pt x="2611" y="2396"/>
                </a:lnTo>
                <a:lnTo>
                  <a:pt x="2568" y="2439"/>
                </a:lnTo>
                <a:lnTo>
                  <a:pt x="2568" y="2439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4"/>
          <p:cNvSpPr/>
          <p:nvPr/>
        </p:nvSpPr>
        <p:spPr>
          <a:xfrm>
            <a:off x="4555972" y="813784"/>
            <a:ext cx="486995" cy="542930"/>
          </a:xfrm>
          <a:custGeom>
            <a:rect b="b" l="l" r="r" t="t"/>
            <a:pathLst>
              <a:path extrusionOk="0" h="7083" w="6869">
                <a:moveTo>
                  <a:pt x="3017" y="279"/>
                </a:moveTo>
                <a:lnTo>
                  <a:pt x="3103" y="300"/>
                </a:lnTo>
                <a:lnTo>
                  <a:pt x="3167" y="321"/>
                </a:lnTo>
                <a:lnTo>
                  <a:pt x="3210" y="364"/>
                </a:lnTo>
                <a:lnTo>
                  <a:pt x="3188" y="407"/>
                </a:lnTo>
                <a:lnTo>
                  <a:pt x="3145" y="471"/>
                </a:lnTo>
                <a:lnTo>
                  <a:pt x="3188" y="557"/>
                </a:lnTo>
                <a:lnTo>
                  <a:pt x="3210" y="600"/>
                </a:lnTo>
                <a:lnTo>
                  <a:pt x="3231" y="621"/>
                </a:lnTo>
                <a:lnTo>
                  <a:pt x="3103" y="621"/>
                </a:lnTo>
                <a:lnTo>
                  <a:pt x="2974" y="600"/>
                </a:lnTo>
                <a:lnTo>
                  <a:pt x="2996" y="535"/>
                </a:lnTo>
                <a:lnTo>
                  <a:pt x="3017" y="450"/>
                </a:lnTo>
                <a:lnTo>
                  <a:pt x="2996" y="386"/>
                </a:lnTo>
                <a:lnTo>
                  <a:pt x="2974" y="300"/>
                </a:lnTo>
                <a:lnTo>
                  <a:pt x="2996" y="279"/>
                </a:lnTo>
                <a:close/>
                <a:moveTo>
                  <a:pt x="3509" y="578"/>
                </a:moveTo>
                <a:lnTo>
                  <a:pt x="3573" y="600"/>
                </a:lnTo>
                <a:lnTo>
                  <a:pt x="3595" y="621"/>
                </a:lnTo>
                <a:lnTo>
                  <a:pt x="3595" y="664"/>
                </a:lnTo>
                <a:lnTo>
                  <a:pt x="3402" y="664"/>
                </a:lnTo>
                <a:lnTo>
                  <a:pt x="3402" y="621"/>
                </a:lnTo>
                <a:lnTo>
                  <a:pt x="3423" y="600"/>
                </a:lnTo>
                <a:lnTo>
                  <a:pt x="3509" y="578"/>
                </a:lnTo>
                <a:close/>
                <a:moveTo>
                  <a:pt x="963" y="4750"/>
                </a:moveTo>
                <a:lnTo>
                  <a:pt x="963" y="4772"/>
                </a:lnTo>
                <a:lnTo>
                  <a:pt x="942" y="4793"/>
                </a:lnTo>
                <a:lnTo>
                  <a:pt x="942" y="4815"/>
                </a:lnTo>
                <a:lnTo>
                  <a:pt x="920" y="4815"/>
                </a:lnTo>
                <a:lnTo>
                  <a:pt x="942" y="4793"/>
                </a:lnTo>
                <a:lnTo>
                  <a:pt x="942" y="4750"/>
                </a:lnTo>
                <a:close/>
                <a:moveTo>
                  <a:pt x="449" y="4836"/>
                </a:moveTo>
                <a:lnTo>
                  <a:pt x="471" y="4943"/>
                </a:lnTo>
                <a:lnTo>
                  <a:pt x="492" y="5114"/>
                </a:lnTo>
                <a:lnTo>
                  <a:pt x="492" y="5285"/>
                </a:lnTo>
                <a:lnTo>
                  <a:pt x="492" y="5392"/>
                </a:lnTo>
                <a:lnTo>
                  <a:pt x="449" y="5349"/>
                </a:lnTo>
                <a:lnTo>
                  <a:pt x="428" y="5285"/>
                </a:lnTo>
                <a:lnTo>
                  <a:pt x="428" y="5135"/>
                </a:lnTo>
                <a:lnTo>
                  <a:pt x="449" y="4986"/>
                </a:lnTo>
                <a:lnTo>
                  <a:pt x="449" y="4836"/>
                </a:lnTo>
                <a:close/>
                <a:moveTo>
                  <a:pt x="492" y="5414"/>
                </a:moveTo>
                <a:lnTo>
                  <a:pt x="535" y="5478"/>
                </a:lnTo>
                <a:lnTo>
                  <a:pt x="535" y="5542"/>
                </a:lnTo>
                <a:lnTo>
                  <a:pt x="492" y="5499"/>
                </a:lnTo>
                <a:lnTo>
                  <a:pt x="492" y="5414"/>
                </a:lnTo>
                <a:close/>
                <a:moveTo>
                  <a:pt x="4943" y="6184"/>
                </a:moveTo>
                <a:lnTo>
                  <a:pt x="4964" y="6205"/>
                </a:lnTo>
                <a:lnTo>
                  <a:pt x="4964" y="6248"/>
                </a:lnTo>
                <a:lnTo>
                  <a:pt x="4921" y="6269"/>
                </a:lnTo>
                <a:lnTo>
                  <a:pt x="4878" y="6269"/>
                </a:lnTo>
                <a:lnTo>
                  <a:pt x="4878" y="6248"/>
                </a:lnTo>
                <a:lnTo>
                  <a:pt x="4900" y="6227"/>
                </a:lnTo>
                <a:lnTo>
                  <a:pt x="4921" y="6205"/>
                </a:lnTo>
                <a:lnTo>
                  <a:pt x="4943" y="6184"/>
                </a:lnTo>
                <a:close/>
                <a:moveTo>
                  <a:pt x="2846" y="771"/>
                </a:moveTo>
                <a:lnTo>
                  <a:pt x="3038" y="814"/>
                </a:lnTo>
                <a:lnTo>
                  <a:pt x="3252" y="856"/>
                </a:lnTo>
                <a:lnTo>
                  <a:pt x="3423" y="899"/>
                </a:lnTo>
                <a:lnTo>
                  <a:pt x="3595" y="963"/>
                </a:lnTo>
                <a:lnTo>
                  <a:pt x="3787" y="1006"/>
                </a:lnTo>
                <a:lnTo>
                  <a:pt x="3958" y="1027"/>
                </a:lnTo>
                <a:lnTo>
                  <a:pt x="4023" y="1027"/>
                </a:lnTo>
                <a:lnTo>
                  <a:pt x="4087" y="1006"/>
                </a:lnTo>
                <a:lnTo>
                  <a:pt x="4151" y="1006"/>
                </a:lnTo>
                <a:lnTo>
                  <a:pt x="4215" y="1027"/>
                </a:lnTo>
                <a:lnTo>
                  <a:pt x="4279" y="1070"/>
                </a:lnTo>
                <a:lnTo>
                  <a:pt x="4343" y="1134"/>
                </a:lnTo>
                <a:lnTo>
                  <a:pt x="4472" y="1241"/>
                </a:lnTo>
                <a:lnTo>
                  <a:pt x="4579" y="1348"/>
                </a:lnTo>
                <a:lnTo>
                  <a:pt x="4686" y="1455"/>
                </a:lnTo>
                <a:lnTo>
                  <a:pt x="4878" y="1669"/>
                </a:lnTo>
                <a:lnTo>
                  <a:pt x="5092" y="1883"/>
                </a:lnTo>
                <a:lnTo>
                  <a:pt x="5285" y="2119"/>
                </a:lnTo>
                <a:lnTo>
                  <a:pt x="5456" y="2354"/>
                </a:lnTo>
                <a:lnTo>
                  <a:pt x="5627" y="2611"/>
                </a:lnTo>
                <a:lnTo>
                  <a:pt x="5777" y="2868"/>
                </a:lnTo>
                <a:lnTo>
                  <a:pt x="5905" y="3124"/>
                </a:lnTo>
                <a:lnTo>
                  <a:pt x="6034" y="3402"/>
                </a:lnTo>
                <a:lnTo>
                  <a:pt x="6119" y="3681"/>
                </a:lnTo>
                <a:lnTo>
                  <a:pt x="6205" y="3980"/>
                </a:lnTo>
                <a:lnTo>
                  <a:pt x="6269" y="4280"/>
                </a:lnTo>
                <a:lnTo>
                  <a:pt x="6290" y="4579"/>
                </a:lnTo>
                <a:lnTo>
                  <a:pt x="6312" y="4900"/>
                </a:lnTo>
                <a:lnTo>
                  <a:pt x="6312" y="5242"/>
                </a:lnTo>
                <a:lnTo>
                  <a:pt x="6312" y="5435"/>
                </a:lnTo>
                <a:lnTo>
                  <a:pt x="6312" y="5606"/>
                </a:lnTo>
                <a:lnTo>
                  <a:pt x="6290" y="5713"/>
                </a:lnTo>
                <a:lnTo>
                  <a:pt x="6248" y="5799"/>
                </a:lnTo>
                <a:lnTo>
                  <a:pt x="6226" y="5863"/>
                </a:lnTo>
                <a:lnTo>
                  <a:pt x="6162" y="5906"/>
                </a:lnTo>
                <a:lnTo>
                  <a:pt x="6098" y="5927"/>
                </a:lnTo>
                <a:lnTo>
                  <a:pt x="6034" y="5948"/>
                </a:lnTo>
                <a:lnTo>
                  <a:pt x="5841" y="5970"/>
                </a:lnTo>
                <a:lnTo>
                  <a:pt x="5477" y="5991"/>
                </a:lnTo>
                <a:lnTo>
                  <a:pt x="5221" y="5991"/>
                </a:lnTo>
                <a:lnTo>
                  <a:pt x="5135" y="5948"/>
                </a:lnTo>
                <a:lnTo>
                  <a:pt x="5092" y="5927"/>
                </a:lnTo>
                <a:lnTo>
                  <a:pt x="5050" y="5884"/>
                </a:lnTo>
                <a:lnTo>
                  <a:pt x="4964" y="5799"/>
                </a:lnTo>
                <a:lnTo>
                  <a:pt x="4900" y="5756"/>
                </a:lnTo>
                <a:lnTo>
                  <a:pt x="4793" y="5756"/>
                </a:lnTo>
                <a:lnTo>
                  <a:pt x="4707" y="5820"/>
                </a:lnTo>
                <a:lnTo>
                  <a:pt x="4622" y="5884"/>
                </a:lnTo>
                <a:lnTo>
                  <a:pt x="4557" y="5970"/>
                </a:lnTo>
                <a:lnTo>
                  <a:pt x="4493" y="6034"/>
                </a:lnTo>
                <a:lnTo>
                  <a:pt x="4408" y="6098"/>
                </a:lnTo>
                <a:lnTo>
                  <a:pt x="4258" y="6184"/>
                </a:lnTo>
                <a:lnTo>
                  <a:pt x="4108" y="6269"/>
                </a:lnTo>
                <a:lnTo>
                  <a:pt x="3958" y="6334"/>
                </a:lnTo>
                <a:lnTo>
                  <a:pt x="3787" y="6355"/>
                </a:lnTo>
                <a:lnTo>
                  <a:pt x="3595" y="6355"/>
                </a:lnTo>
                <a:lnTo>
                  <a:pt x="3381" y="6334"/>
                </a:lnTo>
                <a:lnTo>
                  <a:pt x="2974" y="6227"/>
                </a:lnTo>
                <a:lnTo>
                  <a:pt x="2782" y="6205"/>
                </a:lnTo>
                <a:lnTo>
                  <a:pt x="2610" y="6184"/>
                </a:lnTo>
                <a:lnTo>
                  <a:pt x="2568" y="6227"/>
                </a:lnTo>
                <a:lnTo>
                  <a:pt x="2525" y="6248"/>
                </a:lnTo>
                <a:lnTo>
                  <a:pt x="2482" y="6227"/>
                </a:lnTo>
                <a:lnTo>
                  <a:pt x="2461" y="6205"/>
                </a:lnTo>
                <a:lnTo>
                  <a:pt x="2396" y="6141"/>
                </a:lnTo>
                <a:lnTo>
                  <a:pt x="2354" y="6055"/>
                </a:lnTo>
                <a:lnTo>
                  <a:pt x="2311" y="5970"/>
                </a:lnTo>
                <a:lnTo>
                  <a:pt x="2247" y="5799"/>
                </a:lnTo>
                <a:lnTo>
                  <a:pt x="2204" y="5735"/>
                </a:lnTo>
                <a:lnTo>
                  <a:pt x="2161" y="5670"/>
                </a:lnTo>
                <a:lnTo>
                  <a:pt x="2076" y="5628"/>
                </a:lnTo>
                <a:lnTo>
                  <a:pt x="1969" y="5606"/>
                </a:lnTo>
                <a:lnTo>
                  <a:pt x="1904" y="5628"/>
                </a:lnTo>
                <a:lnTo>
                  <a:pt x="1840" y="5670"/>
                </a:lnTo>
                <a:lnTo>
                  <a:pt x="1776" y="5713"/>
                </a:lnTo>
                <a:lnTo>
                  <a:pt x="1755" y="5777"/>
                </a:lnTo>
                <a:lnTo>
                  <a:pt x="1712" y="5927"/>
                </a:lnTo>
                <a:lnTo>
                  <a:pt x="1712" y="6077"/>
                </a:lnTo>
                <a:lnTo>
                  <a:pt x="1648" y="5991"/>
                </a:lnTo>
                <a:lnTo>
                  <a:pt x="1626" y="5906"/>
                </a:lnTo>
                <a:lnTo>
                  <a:pt x="1605" y="5842"/>
                </a:lnTo>
                <a:lnTo>
                  <a:pt x="1626" y="5713"/>
                </a:lnTo>
                <a:lnTo>
                  <a:pt x="1669" y="5521"/>
                </a:lnTo>
                <a:lnTo>
                  <a:pt x="1712" y="5328"/>
                </a:lnTo>
                <a:lnTo>
                  <a:pt x="1626" y="5307"/>
                </a:lnTo>
                <a:lnTo>
                  <a:pt x="1562" y="5328"/>
                </a:lnTo>
                <a:lnTo>
                  <a:pt x="1498" y="5371"/>
                </a:lnTo>
                <a:lnTo>
                  <a:pt x="1434" y="5435"/>
                </a:lnTo>
                <a:lnTo>
                  <a:pt x="1369" y="5585"/>
                </a:lnTo>
                <a:lnTo>
                  <a:pt x="1305" y="5735"/>
                </a:lnTo>
                <a:lnTo>
                  <a:pt x="1198" y="5649"/>
                </a:lnTo>
                <a:lnTo>
                  <a:pt x="1134" y="5542"/>
                </a:lnTo>
                <a:lnTo>
                  <a:pt x="1113" y="5435"/>
                </a:lnTo>
                <a:lnTo>
                  <a:pt x="1113" y="5307"/>
                </a:lnTo>
                <a:lnTo>
                  <a:pt x="1134" y="5178"/>
                </a:lnTo>
                <a:lnTo>
                  <a:pt x="1177" y="5071"/>
                </a:lnTo>
                <a:lnTo>
                  <a:pt x="1262" y="4836"/>
                </a:lnTo>
                <a:lnTo>
                  <a:pt x="1327" y="4622"/>
                </a:lnTo>
                <a:lnTo>
                  <a:pt x="1369" y="4515"/>
                </a:lnTo>
                <a:lnTo>
                  <a:pt x="1348" y="4472"/>
                </a:lnTo>
                <a:lnTo>
                  <a:pt x="1327" y="4451"/>
                </a:lnTo>
                <a:lnTo>
                  <a:pt x="1241" y="4451"/>
                </a:lnTo>
                <a:lnTo>
                  <a:pt x="1177" y="4515"/>
                </a:lnTo>
                <a:lnTo>
                  <a:pt x="1134" y="4601"/>
                </a:lnTo>
                <a:lnTo>
                  <a:pt x="1091" y="4622"/>
                </a:lnTo>
                <a:lnTo>
                  <a:pt x="1070" y="4643"/>
                </a:lnTo>
                <a:lnTo>
                  <a:pt x="1412" y="3681"/>
                </a:lnTo>
                <a:lnTo>
                  <a:pt x="1476" y="3574"/>
                </a:lnTo>
                <a:lnTo>
                  <a:pt x="1519" y="3424"/>
                </a:lnTo>
                <a:lnTo>
                  <a:pt x="1541" y="3338"/>
                </a:lnTo>
                <a:lnTo>
                  <a:pt x="1541" y="3274"/>
                </a:lnTo>
                <a:lnTo>
                  <a:pt x="1519" y="3231"/>
                </a:lnTo>
                <a:lnTo>
                  <a:pt x="1476" y="3188"/>
                </a:lnTo>
                <a:lnTo>
                  <a:pt x="1412" y="3188"/>
                </a:lnTo>
                <a:lnTo>
                  <a:pt x="1348" y="3231"/>
                </a:lnTo>
                <a:lnTo>
                  <a:pt x="1284" y="3274"/>
                </a:lnTo>
                <a:lnTo>
                  <a:pt x="1241" y="3317"/>
                </a:lnTo>
                <a:lnTo>
                  <a:pt x="1156" y="3467"/>
                </a:lnTo>
                <a:lnTo>
                  <a:pt x="1091" y="3574"/>
                </a:lnTo>
                <a:lnTo>
                  <a:pt x="1091" y="3552"/>
                </a:lnTo>
                <a:lnTo>
                  <a:pt x="1091" y="3488"/>
                </a:lnTo>
                <a:lnTo>
                  <a:pt x="1134" y="3338"/>
                </a:lnTo>
                <a:lnTo>
                  <a:pt x="1220" y="3060"/>
                </a:lnTo>
                <a:lnTo>
                  <a:pt x="1327" y="2782"/>
                </a:lnTo>
                <a:lnTo>
                  <a:pt x="1391" y="2632"/>
                </a:lnTo>
                <a:lnTo>
                  <a:pt x="1391" y="2568"/>
                </a:lnTo>
                <a:lnTo>
                  <a:pt x="1369" y="2589"/>
                </a:lnTo>
                <a:lnTo>
                  <a:pt x="1327" y="2589"/>
                </a:lnTo>
                <a:lnTo>
                  <a:pt x="1455" y="2354"/>
                </a:lnTo>
                <a:lnTo>
                  <a:pt x="1626" y="2119"/>
                </a:lnTo>
                <a:lnTo>
                  <a:pt x="1969" y="1691"/>
                </a:lnTo>
                <a:lnTo>
                  <a:pt x="2311" y="1263"/>
                </a:lnTo>
                <a:lnTo>
                  <a:pt x="2482" y="1027"/>
                </a:lnTo>
                <a:lnTo>
                  <a:pt x="2632" y="814"/>
                </a:lnTo>
                <a:lnTo>
                  <a:pt x="2717" y="792"/>
                </a:lnTo>
                <a:lnTo>
                  <a:pt x="2846" y="771"/>
                </a:lnTo>
                <a:close/>
                <a:moveTo>
                  <a:pt x="2953" y="0"/>
                </a:moveTo>
                <a:lnTo>
                  <a:pt x="2610" y="22"/>
                </a:lnTo>
                <a:lnTo>
                  <a:pt x="2247" y="43"/>
                </a:lnTo>
                <a:lnTo>
                  <a:pt x="2076" y="86"/>
                </a:lnTo>
                <a:lnTo>
                  <a:pt x="1904" y="129"/>
                </a:lnTo>
                <a:lnTo>
                  <a:pt x="1755" y="193"/>
                </a:lnTo>
                <a:lnTo>
                  <a:pt x="1626" y="300"/>
                </a:lnTo>
                <a:lnTo>
                  <a:pt x="1562" y="364"/>
                </a:lnTo>
                <a:lnTo>
                  <a:pt x="1498" y="428"/>
                </a:lnTo>
                <a:lnTo>
                  <a:pt x="1412" y="600"/>
                </a:lnTo>
                <a:lnTo>
                  <a:pt x="1305" y="749"/>
                </a:lnTo>
                <a:lnTo>
                  <a:pt x="1262" y="814"/>
                </a:lnTo>
                <a:lnTo>
                  <a:pt x="1198" y="878"/>
                </a:lnTo>
                <a:lnTo>
                  <a:pt x="1027" y="963"/>
                </a:lnTo>
                <a:lnTo>
                  <a:pt x="856" y="1027"/>
                </a:lnTo>
                <a:lnTo>
                  <a:pt x="685" y="1092"/>
                </a:lnTo>
                <a:lnTo>
                  <a:pt x="535" y="1156"/>
                </a:lnTo>
                <a:lnTo>
                  <a:pt x="471" y="1220"/>
                </a:lnTo>
                <a:lnTo>
                  <a:pt x="428" y="1263"/>
                </a:lnTo>
                <a:lnTo>
                  <a:pt x="428" y="1327"/>
                </a:lnTo>
                <a:lnTo>
                  <a:pt x="428" y="1391"/>
                </a:lnTo>
                <a:lnTo>
                  <a:pt x="449" y="1455"/>
                </a:lnTo>
                <a:lnTo>
                  <a:pt x="492" y="1498"/>
                </a:lnTo>
                <a:lnTo>
                  <a:pt x="556" y="1520"/>
                </a:lnTo>
                <a:lnTo>
                  <a:pt x="642" y="1541"/>
                </a:lnTo>
                <a:lnTo>
                  <a:pt x="728" y="1520"/>
                </a:lnTo>
                <a:lnTo>
                  <a:pt x="813" y="1498"/>
                </a:lnTo>
                <a:lnTo>
                  <a:pt x="984" y="1413"/>
                </a:lnTo>
                <a:lnTo>
                  <a:pt x="1284" y="1241"/>
                </a:lnTo>
                <a:lnTo>
                  <a:pt x="1369" y="1177"/>
                </a:lnTo>
                <a:lnTo>
                  <a:pt x="1455" y="1113"/>
                </a:lnTo>
                <a:lnTo>
                  <a:pt x="1562" y="963"/>
                </a:lnTo>
                <a:lnTo>
                  <a:pt x="1690" y="792"/>
                </a:lnTo>
                <a:lnTo>
                  <a:pt x="1819" y="621"/>
                </a:lnTo>
                <a:lnTo>
                  <a:pt x="1883" y="557"/>
                </a:lnTo>
                <a:lnTo>
                  <a:pt x="1969" y="514"/>
                </a:lnTo>
                <a:lnTo>
                  <a:pt x="2161" y="428"/>
                </a:lnTo>
                <a:lnTo>
                  <a:pt x="2396" y="407"/>
                </a:lnTo>
                <a:lnTo>
                  <a:pt x="2568" y="407"/>
                </a:lnTo>
                <a:lnTo>
                  <a:pt x="2589" y="428"/>
                </a:lnTo>
                <a:lnTo>
                  <a:pt x="2610" y="450"/>
                </a:lnTo>
                <a:lnTo>
                  <a:pt x="2589" y="471"/>
                </a:lnTo>
                <a:lnTo>
                  <a:pt x="2568" y="514"/>
                </a:lnTo>
                <a:lnTo>
                  <a:pt x="2503" y="535"/>
                </a:lnTo>
                <a:lnTo>
                  <a:pt x="2482" y="557"/>
                </a:lnTo>
                <a:lnTo>
                  <a:pt x="2311" y="664"/>
                </a:lnTo>
                <a:lnTo>
                  <a:pt x="2140" y="771"/>
                </a:lnTo>
                <a:lnTo>
                  <a:pt x="1840" y="1049"/>
                </a:lnTo>
                <a:lnTo>
                  <a:pt x="1562" y="1348"/>
                </a:lnTo>
                <a:lnTo>
                  <a:pt x="1305" y="1669"/>
                </a:lnTo>
                <a:lnTo>
                  <a:pt x="1070" y="2033"/>
                </a:lnTo>
                <a:lnTo>
                  <a:pt x="856" y="2397"/>
                </a:lnTo>
                <a:lnTo>
                  <a:pt x="685" y="2761"/>
                </a:lnTo>
                <a:lnTo>
                  <a:pt x="514" y="3124"/>
                </a:lnTo>
                <a:lnTo>
                  <a:pt x="385" y="3467"/>
                </a:lnTo>
                <a:lnTo>
                  <a:pt x="257" y="3852"/>
                </a:lnTo>
                <a:lnTo>
                  <a:pt x="64" y="4579"/>
                </a:lnTo>
                <a:lnTo>
                  <a:pt x="22" y="4750"/>
                </a:lnTo>
                <a:lnTo>
                  <a:pt x="0" y="4943"/>
                </a:lnTo>
                <a:lnTo>
                  <a:pt x="0" y="5114"/>
                </a:lnTo>
                <a:lnTo>
                  <a:pt x="0" y="5285"/>
                </a:lnTo>
                <a:lnTo>
                  <a:pt x="43" y="5456"/>
                </a:lnTo>
                <a:lnTo>
                  <a:pt x="86" y="5628"/>
                </a:lnTo>
                <a:lnTo>
                  <a:pt x="171" y="5777"/>
                </a:lnTo>
                <a:lnTo>
                  <a:pt x="257" y="5927"/>
                </a:lnTo>
                <a:lnTo>
                  <a:pt x="471" y="6162"/>
                </a:lnTo>
                <a:lnTo>
                  <a:pt x="578" y="6269"/>
                </a:lnTo>
                <a:lnTo>
                  <a:pt x="685" y="6355"/>
                </a:lnTo>
                <a:lnTo>
                  <a:pt x="792" y="6441"/>
                </a:lnTo>
                <a:lnTo>
                  <a:pt x="920" y="6505"/>
                </a:lnTo>
                <a:lnTo>
                  <a:pt x="1070" y="6569"/>
                </a:lnTo>
                <a:lnTo>
                  <a:pt x="1220" y="6612"/>
                </a:lnTo>
                <a:lnTo>
                  <a:pt x="1369" y="6612"/>
                </a:lnTo>
                <a:lnTo>
                  <a:pt x="1498" y="6590"/>
                </a:lnTo>
                <a:lnTo>
                  <a:pt x="1797" y="6569"/>
                </a:lnTo>
                <a:lnTo>
                  <a:pt x="1947" y="6569"/>
                </a:lnTo>
                <a:lnTo>
                  <a:pt x="2011" y="6590"/>
                </a:lnTo>
                <a:lnTo>
                  <a:pt x="2097" y="6655"/>
                </a:lnTo>
                <a:lnTo>
                  <a:pt x="2268" y="6783"/>
                </a:lnTo>
                <a:lnTo>
                  <a:pt x="2418" y="6890"/>
                </a:lnTo>
                <a:lnTo>
                  <a:pt x="2610" y="6975"/>
                </a:lnTo>
                <a:lnTo>
                  <a:pt x="2782" y="7040"/>
                </a:lnTo>
                <a:lnTo>
                  <a:pt x="2953" y="7082"/>
                </a:lnTo>
                <a:lnTo>
                  <a:pt x="3167" y="7082"/>
                </a:lnTo>
                <a:lnTo>
                  <a:pt x="3316" y="7040"/>
                </a:lnTo>
                <a:lnTo>
                  <a:pt x="3466" y="6975"/>
                </a:lnTo>
                <a:lnTo>
                  <a:pt x="3616" y="6933"/>
                </a:lnTo>
                <a:lnTo>
                  <a:pt x="3787" y="6869"/>
                </a:lnTo>
                <a:lnTo>
                  <a:pt x="3980" y="6826"/>
                </a:lnTo>
                <a:lnTo>
                  <a:pt x="4172" y="6762"/>
                </a:lnTo>
                <a:lnTo>
                  <a:pt x="4343" y="6697"/>
                </a:lnTo>
                <a:lnTo>
                  <a:pt x="4536" y="6590"/>
                </a:lnTo>
                <a:lnTo>
                  <a:pt x="4664" y="6483"/>
                </a:lnTo>
                <a:lnTo>
                  <a:pt x="4729" y="6441"/>
                </a:lnTo>
                <a:lnTo>
                  <a:pt x="4793" y="6419"/>
                </a:lnTo>
                <a:lnTo>
                  <a:pt x="4857" y="6398"/>
                </a:lnTo>
                <a:lnTo>
                  <a:pt x="4878" y="6419"/>
                </a:lnTo>
                <a:lnTo>
                  <a:pt x="4857" y="6462"/>
                </a:lnTo>
                <a:lnTo>
                  <a:pt x="4900" y="6505"/>
                </a:lnTo>
                <a:lnTo>
                  <a:pt x="4943" y="6569"/>
                </a:lnTo>
                <a:lnTo>
                  <a:pt x="5007" y="6612"/>
                </a:lnTo>
                <a:lnTo>
                  <a:pt x="5178" y="6676"/>
                </a:lnTo>
                <a:lnTo>
                  <a:pt x="5349" y="6719"/>
                </a:lnTo>
                <a:lnTo>
                  <a:pt x="5499" y="6740"/>
                </a:lnTo>
                <a:lnTo>
                  <a:pt x="5734" y="6762"/>
                </a:lnTo>
                <a:lnTo>
                  <a:pt x="5948" y="6740"/>
                </a:lnTo>
                <a:lnTo>
                  <a:pt x="6119" y="6655"/>
                </a:lnTo>
                <a:lnTo>
                  <a:pt x="6333" y="6526"/>
                </a:lnTo>
                <a:lnTo>
                  <a:pt x="6547" y="6355"/>
                </a:lnTo>
                <a:lnTo>
                  <a:pt x="6654" y="6269"/>
                </a:lnTo>
                <a:lnTo>
                  <a:pt x="6740" y="6162"/>
                </a:lnTo>
                <a:lnTo>
                  <a:pt x="6804" y="6034"/>
                </a:lnTo>
                <a:lnTo>
                  <a:pt x="6847" y="5906"/>
                </a:lnTo>
                <a:lnTo>
                  <a:pt x="6868" y="5777"/>
                </a:lnTo>
                <a:lnTo>
                  <a:pt x="6868" y="5628"/>
                </a:lnTo>
                <a:lnTo>
                  <a:pt x="6847" y="5414"/>
                </a:lnTo>
                <a:lnTo>
                  <a:pt x="6847" y="5200"/>
                </a:lnTo>
                <a:lnTo>
                  <a:pt x="6847" y="4772"/>
                </a:lnTo>
                <a:lnTo>
                  <a:pt x="6804" y="4387"/>
                </a:lnTo>
                <a:lnTo>
                  <a:pt x="6761" y="4023"/>
                </a:lnTo>
                <a:lnTo>
                  <a:pt x="6676" y="3659"/>
                </a:lnTo>
                <a:lnTo>
                  <a:pt x="6547" y="3295"/>
                </a:lnTo>
                <a:lnTo>
                  <a:pt x="6376" y="2932"/>
                </a:lnTo>
                <a:lnTo>
                  <a:pt x="6205" y="2568"/>
                </a:lnTo>
                <a:lnTo>
                  <a:pt x="5991" y="2247"/>
                </a:lnTo>
                <a:lnTo>
                  <a:pt x="5756" y="1926"/>
                </a:lnTo>
                <a:lnTo>
                  <a:pt x="5499" y="1627"/>
                </a:lnTo>
                <a:lnTo>
                  <a:pt x="5221" y="1348"/>
                </a:lnTo>
                <a:lnTo>
                  <a:pt x="4943" y="1092"/>
                </a:lnTo>
                <a:lnTo>
                  <a:pt x="4622" y="835"/>
                </a:lnTo>
                <a:lnTo>
                  <a:pt x="4515" y="771"/>
                </a:lnTo>
                <a:lnTo>
                  <a:pt x="4343" y="685"/>
                </a:lnTo>
                <a:lnTo>
                  <a:pt x="4194" y="600"/>
                </a:lnTo>
                <a:lnTo>
                  <a:pt x="4130" y="557"/>
                </a:lnTo>
                <a:lnTo>
                  <a:pt x="4108" y="514"/>
                </a:lnTo>
                <a:lnTo>
                  <a:pt x="4087" y="471"/>
                </a:lnTo>
                <a:lnTo>
                  <a:pt x="4087" y="407"/>
                </a:lnTo>
                <a:lnTo>
                  <a:pt x="4087" y="279"/>
                </a:lnTo>
                <a:lnTo>
                  <a:pt x="4087" y="172"/>
                </a:lnTo>
                <a:lnTo>
                  <a:pt x="4065" y="129"/>
                </a:lnTo>
                <a:lnTo>
                  <a:pt x="4023" y="86"/>
                </a:lnTo>
                <a:lnTo>
                  <a:pt x="3937" y="43"/>
                </a:lnTo>
                <a:lnTo>
                  <a:pt x="3830" y="22"/>
                </a:lnTo>
                <a:lnTo>
                  <a:pt x="3616" y="22"/>
                </a:lnTo>
                <a:lnTo>
                  <a:pt x="3274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4"/>
          <p:cNvSpPr/>
          <p:nvPr/>
        </p:nvSpPr>
        <p:spPr>
          <a:xfrm>
            <a:off x="4686439" y="964675"/>
            <a:ext cx="226075" cy="241147"/>
          </a:xfrm>
          <a:custGeom>
            <a:rect b="b" l="l" r="r" t="t"/>
            <a:pathLst>
              <a:path extrusionOk="0" h="4109" w="2676">
                <a:moveTo>
                  <a:pt x="1028" y="835"/>
                </a:moveTo>
                <a:lnTo>
                  <a:pt x="1049" y="856"/>
                </a:lnTo>
                <a:lnTo>
                  <a:pt x="1092" y="942"/>
                </a:lnTo>
                <a:lnTo>
                  <a:pt x="1156" y="1156"/>
                </a:lnTo>
                <a:lnTo>
                  <a:pt x="1199" y="1412"/>
                </a:lnTo>
                <a:lnTo>
                  <a:pt x="1221" y="1562"/>
                </a:lnTo>
                <a:lnTo>
                  <a:pt x="1114" y="1562"/>
                </a:lnTo>
                <a:lnTo>
                  <a:pt x="1049" y="1519"/>
                </a:lnTo>
                <a:lnTo>
                  <a:pt x="1028" y="1455"/>
                </a:lnTo>
                <a:lnTo>
                  <a:pt x="1007" y="1348"/>
                </a:lnTo>
                <a:lnTo>
                  <a:pt x="942" y="1198"/>
                </a:lnTo>
                <a:lnTo>
                  <a:pt x="921" y="1113"/>
                </a:lnTo>
                <a:lnTo>
                  <a:pt x="900" y="1027"/>
                </a:lnTo>
                <a:lnTo>
                  <a:pt x="921" y="942"/>
                </a:lnTo>
                <a:lnTo>
                  <a:pt x="942" y="920"/>
                </a:lnTo>
                <a:lnTo>
                  <a:pt x="964" y="899"/>
                </a:lnTo>
                <a:lnTo>
                  <a:pt x="1028" y="835"/>
                </a:lnTo>
                <a:close/>
                <a:moveTo>
                  <a:pt x="1798" y="2140"/>
                </a:moveTo>
                <a:lnTo>
                  <a:pt x="1948" y="2183"/>
                </a:lnTo>
                <a:lnTo>
                  <a:pt x="2076" y="2225"/>
                </a:lnTo>
                <a:lnTo>
                  <a:pt x="2141" y="2247"/>
                </a:lnTo>
                <a:lnTo>
                  <a:pt x="2205" y="2290"/>
                </a:lnTo>
                <a:lnTo>
                  <a:pt x="2248" y="2354"/>
                </a:lnTo>
                <a:lnTo>
                  <a:pt x="2269" y="2418"/>
                </a:lnTo>
                <a:lnTo>
                  <a:pt x="2248" y="2525"/>
                </a:lnTo>
                <a:lnTo>
                  <a:pt x="2226" y="2675"/>
                </a:lnTo>
                <a:lnTo>
                  <a:pt x="2162" y="2803"/>
                </a:lnTo>
                <a:lnTo>
                  <a:pt x="2119" y="2825"/>
                </a:lnTo>
                <a:lnTo>
                  <a:pt x="2076" y="2846"/>
                </a:lnTo>
                <a:lnTo>
                  <a:pt x="2012" y="2803"/>
                </a:lnTo>
                <a:lnTo>
                  <a:pt x="1969" y="2718"/>
                </a:lnTo>
                <a:lnTo>
                  <a:pt x="1884" y="2482"/>
                </a:lnTo>
                <a:lnTo>
                  <a:pt x="1820" y="2247"/>
                </a:lnTo>
                <a:lnTo>
                  <a:pt x="1798" y="2140"/>
                </a:lnTo>
                <a:close/>
                <a:moveTo>
                  <a:pt x="1221" y="2033"/>
                </a:moveTo>
                <a:lnTo>
                  <a:pt x="1306" y="2054"/>
                </a:lnTo>
                <a:lnTo>
                  <a:pt x="1392" y="2076"/>
                </a:lnTo>
                <a:lnTo>
                  <a:pt x="1563" y="2546"/>
                </a:lnTo>
                <a:lnTo>
                  <a:pt x="1713" y="3017"/>
                </a:lnTo>
                <a:lnTo>
                  <a:pt x="1627" y="3039"/>
                </a:lnTo>
                <a:lnTo>
                  <a:pt x="1584" y="3039"/>
                </a:lnTo>
                <a:lnTo>
                  <a:pt x="1541" y="2996"/>
                </a:lnTo>
                <a:lnTo>
                  <a:pt x="1499" y="2910"/>
                </a:lnTo>
                <a:lnTo>
                  <a:pt x="1434" y="2760"/>
                </a:lnTo>
                <a:lnTo>
                  <a:pt x="1392" y="2611"/>
                </a:lnTo>
                <a:lnTo>
                  <a:pt x="1285" y="2332"/>
                </a:lnTo>
                <a:lnTo>
                  <a:pt x="1242" y="2183"/>
                </a:lnTo>
                <a:lnTo>
                  <a:pt x="1221" y="2033"/>
                </a:lnTo>
                <a:close/>
                <a:moveTo>
                  <a:pt x="1007" y="0"/>
                </a:moveTo>
                <a:lnTo>
                  <a:pt x="964" y="22"/>
                </a:lnTo>
                <a:lnTo>
                  <a:pt x="942" y="43"/>
                </a:lnTo>
                <a:lnTo>
                  <a:pt x="942" y="86"/>
                </a:lnTo>
                <a:lnTo>
                  <a:pt x="921" y="171"/>
                </a:lnTo>
                <a:lnTo>
                  <a:pt x="921" y="278"/>
                </a:lnTo>
                <a:lnTo>
                  <a:pt x="921" y="343"/>
                </a:lnTo>
                <a:lnTo>
                  <a:pt x="942" y="385"/>
                </a:lnTo>
                <a:lnTo>
                  <a:pt x="921" y="407"/>
                </a:lnTo>
                <a:lnTo>
                  <a:pt x="857" y="450"/>
                </a:lnTo>
                <a:lnTo>
                  <a:pt x="771" y="450"/>
                </a:lnTo>
                <a:lnTo>
                  <a:pt x="728" y="364"/>
                </a:lnTo>
                <a:lnTo>
                  <a:pt x="707" y="278"/>
                </a:lnTo>
                <a:lnTo>
                  <a:pt x="686" y="193"/>
                </a:lnTo>
                <a:lnTo>
                  <a:pt x="643" y="107"/>
                </a:lnTo>
                <a:lnTo>
                  <a:pt x="621" y="86"/>
                </a:lnTo>
                <a:lnTo>
                  <a:pt x="579" y="65"/>
                </a:lnTo>
                <a:lnTo>
                  <a:pt x="514" y="65"/>
                </a:lnTo>
                <a:lnTo>
                  <a:pt x="472" y="107"/>
                </a:lnTo>
                <a:lnTo>
                  <a:pt x="450" y="150"/>
                </a:lnTo>
                <a:lnTo>
                  <a:pt x="429" y="193"/>
                </a:lnTo>
                <a:lnTo>
                  <a:pt x="429" y="300"/>
                </a:lnTo>
                <a:lnTo>
                  <a:pt x="450" y="407"/>
                </a:lnTo>
                <a:lnTo>
                  <a:pt x="450" y="535"/>
                </a:lnTo>
                <a:lnTo>
                  <a:pt x="450" y="578"/>
                </a:lnTo>
                <a:lnTo>
                  <a:pt x="407" y="642"/>
                </a:lnTo>
                <a:lnTo>
                  <a:pt x="365" y="685"/>
                </a:lnTo>
                <a:lnTo>
                  <a:pt x="301" y="728"/>
                </a:lnTo>
                <a:lnTo>
                  <a:pt x="215" y="813"/>
                </a:lnTo>
                <a:lnTo>
                  <a:pt x="108" y="985"/>
                </a:lnTo>
                <a:lnTo>
                  <a:pt x="22" y="1156"/>
                </a:lnTo>
                <a:lnTo>
                  <a:pt x="1" y="1391"/>
                </a:lnTo>
                <a:lnTo>
                  <a:pt x="22" y="1498"/>
                </a:lnTo>
                <a:lnTo>
                  <a:pt x="65" y="1605"/>
                </a:lnTo>
                <a:lnTo>
                  <a:pt x="108" y="1691"/>
                </a:lnTo>
                <a:lnTo>
                  <a:pt x="172" y="1733"/>
                </a:lnTo>
                <a:lnTo>
                  <a:pt x="236" y="1798"/>
                </a:lnTo>
                <a:lnTo>
                  <a:pt x="322" y="1819"/>
                </a:lnTo>
                <a:lnTo>
                  <a:pt x="450" y="1862"/>
                </a:lnTo>
                <a:lnTo>
                  <a:pt x="600" y="1883"/>
                </a:lnTo>
                <a:lnTo>
                  <a:pt x="750" y="1905"/>
                </a:lnTo>
                <a:lnTo>
                  <a:pt x="793" y="1926"/>
                </a:lnTo>
                <a:lnTo>
                  <a:pt x="835" y="1947"/>
                </a:lnTo>
                <a:lnTo>
                  <a:pt x="900" y="2033"/>
                </a:lnTo>
                <a:lnTo>
                  <a:pt x="942" y="2161"/>
                </a:lnTo>
                <a:lnTo>
                  <a:pt x="1007" y="2418"/>
                </a:lnTo>
                <a:lnTo>
                  <a:pt x="1178" y="2910"/>
                </a:lnTo>
                <a:lnTo>
                  <a:pt x="1221" y="3039"/>
                </a:lnTo>
                <a:lnTo>
                  <a:pt x="1221" y="3103"/>
                </a:lnTo>
                <a:lnTo>
                  <a:pt x="1221" y="3145"/>
                </a:lnTo>
                <a:lnTo>
                  <a:pt x="1199" y="3167"/>
                </a:lnTo>
                <a:lnTo>
                  <a:pt x="1156" y="3188"/>
                </a:lnTo>
                <a:lnTo>
                  <a:pt x="1007" y="3210"/>
                </a:lnTo>
                <a:lnTo>
                  <a:pt x="878" y="3188"/>
                </a:lnTo>
                <a:lnTo>
                  <a:pt x="707" y="3167"/>
                </a:lnTo>
                <a:lnTo>
                  <a:pt x="514" y="3145"/>
                </a:lnTo>
                <a:lnTo>
                  <a:pt x="407" y="3145"/>
                </a:lnTo>
                <a:lnTo>
                  <a:pt x="386" y="3167"/>
                </a:lnTo>
                <a:lnTo>
                  <a:pt x="386" y="3210"/>
                </a:lnTo>
                <a:lnTo>
                  <a:pt x="365" y="3317"/>
                </a:lnTo>
                <a:lnTo>
                  <a:pt x="386" y="3424"/>
                </a:lnTo>
                <a:lnTo>
                  <a:pt x="407" y="3488"/>
                </a:lnTo>
                <a:lnTo>
                  <a:pt x="472" y="3552"/>
                </a:lnTo>
                <a:lnTo>
                  <a:pt x="536" y="3595"/>
                </a:lnTo>
                <a:lnTo>
                  <a:pt x="686" y="3659"/>
                </a:lnTo>
                <a:lnTo>
                  <a:pt x="878" y="3680"/>
                </a:lnTo>
                <a:lnTo>
                  <a:pt x="1049" y="3680"/>
                </a:lnTo>
                <a:lnTo>
                  <a:pt x="1242" y="3638"/>
                </a:lnTo>
                <a:lnTo>
                  <a:pt x="1413" y="3638"/>
                </a:lnTo>
                <a:lnTo>
                  <a:pt x="1456" y="3680"/>
                </a:lnTo>
                <a:lnTo>
                  <a:pt x="1499" y="3723"/>
                </a:lnTo>
                <a:lnTo>
                  <a:pt x="1541" y="3787"/>
                </a:lnTo>
                <a:lnTo>
                  <a:pt x="1584" y="3809"/>
                </a:lnTo>
                <a:lnTo>
                  <a:pt x="1648" y="3787"/>
                </a:lnTo>
                <a:lnTo>
                  <a:pt x="1670" y="3787"/>
                </a:lnTo>
                <a:lnTo>
                  <a:pt x="1691" y="3723"/>
                </a:lnTo>
                <a:lnTo>
                  <a:pt x="1691" y="3659"/>
                </a:lnTo>
                <a:lnTo>
                  <a:pt x="1713" y="3595"/>
                </a:lnTo>
                <a:lnTo>
                  <a:pt x="1777" y="3509"/>
                </a:lnTo>
                <a:lnTo>
                  <a:pt x="1820" y="3488"/>
                </a:lnTo>
                <a:lnTo>
                  <a:pt x="1841" y="3488"/>
                </a:lnTo>
                <a:lnTo>
                  <a:pt x="1884" y="3509"/>
                </a:lnTo>
                <a:lnTo>
                  <a:pt x="1927" y="3595"/>
                </a:lnTo>
                <a:lnTo>
                  <a:pt x="2012" y="3787"/>
                </a:lnTo>
                <a:lnTo>
                  <a:pt x="2055" y="3937"/>
                </a:lnTo>
                <a:lnTo>
                  <a:pt x="2098" y="4044"/>
                </a:lnTo>
                <a:lnTo>
                  <a:pt x="2162" y="4108"/>
                </a:lnTo>
                <a:lnTo>
                  <a:pt x="2226" y="4108"/>
                </a:lnTo>
                <a:lnTo>
                  <a:pt x="2248" y="4087"/>
                </a:lnTo>
                <a:lnTo>
                  <a:pt x="2290" y="4023"/>
                </a:lnTo>
                <a:lnTo>
                  <a:pt x="2312" y="3916"/>
                </a:lnTo>
                <a:lnTo>
                  <a:pt x="2290" y="3809"/>
                </a:lnTo>
                <a:lnTo>
                  <a:pt x="2248" y="3595"/>
                </a:lnTo>
                <a:lnTo>
                  <a:pt x="2205" y="3509"/>
                </a:lnTo>
                <a:lnTo>
                  <a:pt x="2183" y="3402"/>
                </a:lnTo>
                <a:lnTo>
                  <a:pt x="2205" y="3295"/>
                </a:lnTo>
                <a:lnTo>
                  <a:pt x="2226" y="3274"/>
                </a:lnTo>
                <a:lnTo>
                  <a:pt x="2269" y="3231"/>
                </a:lnTo>
                <a:lnTo>
                  <a:pt x="2354" y="3124"/>
                </a:lnTo>
                <a:lnTo>
                  <a:pt x="2461" y="3039"/>
                </a:lnTo>
                <a:lnTo>
                  <a:pt x="2547" y="2953"/>
                </a:lnTo>
                <a:lnTo>
                  <a:pt x="2633" y="2825"/>
                </a:lnTo>
                <a:lnTo>
                  <a:pt x="2654" y="2718"/>
                </a:lnTo>
                <a:lnTo>
                  <a:pt x="2675" y="2611"/>
                </a:lnTo>
                <a:lnTo>
                  <a:pt x="2654" y="2418"/>
                </a:lnTo>
                <a:lnTo>
                  <a:pt x="2611" y="2225"/>
                </a:lnTo>
                <a:lnTo>
                  <a:pt x="2526" y="2054"/>
                </a:lnTo>
                <a:lnTo>
                  <a:pt x="2397" y="1905"/>
                </a:lnTo>
                <a:lnTo>
                  <a:pt x="2248" y="1755"/>
                </a:lnTo>
                <a:lnTo>
                  <a:pt x="2076" y="1669"/>
                </a:lnTo>
                <a:lnTo>
                  <a:pt x="1884" y="1584"/>
                </a:lnTo>
                <a:lnTo>
                  <a:pt x="1713" y="1562"/>
                </a:lnTo>
                <a:lnTo>
                  <a:pt x="1627" y="1562"/>
                </a:lnTo>
                <a:lnTo>
                  <a:pt x="1563" y="1541"/>
                </a:lnTo>
                <a:lnTo>
                  <a:pt x="1541" y="1477"/>
                </a:lnTo>
                <a:lnTo>
                  <a:pt x="1520" y="1370"/>
                </a:lnTo>
                <a:lnTo>
                  <a:pt x="1477" y="1156"/>
                </a:lnTo>
                <a:lnTo>
                  <a:pt x="1392" y="942"/>
                </a:lnTo>
                <a:lnTo>
                  <a:pt x="1349" y="813"/>
                </a:lnTo>
                <a:lnTo>
                  <a:pt x="1349" y="771"/>
                </a:lnTo>
                <a:lnTo>
                  <a:pt x="1392" y="728"/>
                </a:lnTo>
                <a:lnTo>
                  <a:pt x="1499" y="685"/>
                </a:lnTo>
                <a:lnTo>
                  <a:pt x="1648" y="685"/>
                </a:lnTo>
                <a:lnTo>
                  <a:pt x="1798" y="664"/>
                </a:lnTo>
                <a:lnTo>
                  <a:pt x="1884" y="664"/>
                </a:lnTo>
                <a:lnTo>
                  <a:pt x="1948" y="621"/>
                </a:lnTo>
                <a:lnTo>
                  <a:pt x="2012" y="578"/>
                </a:lnTo>
                <a:lnTo>
                  <a:pt x="2055" y="514"/>
                </a:lnTo>
                <a:lnTo>
                  <a:pt x="2076" y="428"/>
                </a:lnTo>
                <a:lnTo>
                  <a:pt x="2055" y="364"/>
                </a:lnTo>
                <a:lnTo>
                  <a:pt x="2012" y="300"/>
                </a:lnTo>
                <a:lnTo>
                  <a:pt x="1927" y="278"/>
                </a:lnTo>
                <a:lnTo>
                  <a:pt x="1777" y="236"/>
                </a:lnTo>
                <a:lnTo>
                  <a:pt x="1606" y="236"/>
                </a:lnTo>
                <a:lnTo>
                  <a:pt x="1413" y="257"/>
                </a:lnTo>
                <a:lnTo>
                  <a:pt x="1306" y="278"/>
                </a:lnTo>
                <a:lnTo>
                  <a:pt x="1221" y="278"/>
                </a:lnTo>
                <a:lnTo>
                  <a:pt x="1199" y="257"/>
                </a:lnTo>
                <a:lnTo>
                  <a:pt x="1178" y="236"/>
                </a:lnTo>
                <a:lnTo>
                  <a:pt x="1156" y="150"/>
                </a:lnTo>
                <a:lnTo>
                  <a:pt x="1135" y="86"/>
                </a:lnTo>
                <a:lnTo>
                  <a:pt x="1114" y="43"/>
                </a:lnTo>
                <a:lnTo>
                  <a:pt x="1071" y="22"/>
                </a:lnTo>
                <a:lnTo>
                  <a:pt x="1007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4"/>
          <p:cNvSpPr/>
          <p:nvPr/>
        </p:nvSpPr>
        <p:spPr>
          <a:xfrm>
            <a:off x="6227394" y="721871"/>
            <a:ext cx="430218" cy="470291"/>
          </a:xfrm>
          <a:custGeom>
            <a:rect b="b" l="l" r="r" t="t"/>
            <a:pathLst>
              <a:path extrusionOk="0" h="9180" w="10036">
                <a:moveTo>
                  <a:pt x="9779" y="1049"/>
                </a:moveTo>
                <a:lnTo>
                  <a:pt x="9779" y="1049"/>
                </a:lnTo>
                <a:lnTo>
                  <a:pt x="9672" y="1007"/>
                </a:lnTo>
                <a:lnTo>
                  <a:pt x="9543" y="985"/>
                </a:lnTo>
                <a:lnTo>
                  <a:pt x="9308" y="942"/>
                </a:lnTo>
                <a:lnTo>
                  <a:pt x="9308" y="942"/>
                </a:lnTo>
                <a:lnTo>
                  <a:pt x="9180" y="921"/>
                </a:lnTo>
                <a:lnTo>
                  <a:pt x="9115" y="921"/>
                </a:lnTo>
                <a:lnTo>
                  <a:pt x="9051" y="878"/>
                </a:lnTo>
                <a:lnTo>
                  <a:pt x="9051" y="878"/>
                </a:lnTo>
                <a:lnTo>
                  <a:pt x="8966" y="835"/>
                </a:lnTo>
                <a:lnTo>
                  <a:pt x="8966" y="835"/>
                </a:lnTo>
                <a:lnTo>
                  <a:pt x="8944" y="814"/>
                </a:lnTo>
                <a:lnTo>
                  <a:pt x="8966" y="835"/>
                </a:lnTo>
                <a:lnTo>
                  <a:pt x="8966" y="835"/>
                </a:lnTo>
                <a:lnTo>
                  <a:pt x="8987" y="814"/>
                </a:lnTo>
                <a:lnTo>
                  <a:pt x="8987" y="771"/>
                </a:lnTo>
                <a:lnTo>
                  <a:pt x="8987" y="771"/>
                </a:lnTo>
                <a:lnTo>
                  <a:pt x="8966" y="664"/>
                </a:lnTo>
                <a:lnTo>
                  <a:pt x="8987" y="557"/>
                </a:lnTo>
                <a:lnTo>
                  <a:pt x="8966" y="450"/>
                </a:lnTo>
                <a:lnTo>
                  <a:pt x="8944" y="386"/>
                </a:lnTo>
                <a:lnTo>
                  <a:pt x="8901" y="322"/>
                </a:lnTo>
                <a:lnTo>
                  <a:pt x="8901" y="322"/>
                </a:lnTo>
                <a:lnTo>
                  <a:pt x="8837" y="258"/>
                </a:lnTo>
                <a:lnTo>
                  <a:pt x="8773" y="194"/>
                </a:lnTo>
                <a:lnTo>
                  <a:pt x="8602" y="108"/>
                </a:lnTo>
                <a:lnTo>
                  <a:pt x="8602" y="108"/>
                </a:lnTo>
                <a:lnTo>
                  <a:pt x="8495" y="87"/>
                </a:lnTo>
                <a:lnTo>
                  <a:pt x="8388" y="65"/>
                </a:lnTo>
                <a:lnTo>
                  <a:pt x="8281" y="87"/>
                </a:lnTo>
                <a:lnTo>
                  <a:pt x="8174" y="129"/>
                </a:lnTo>
                <a:lnTo>
                  <a:pt x="8174" y="129"/>
                </a:lnTo>
                <a:lnTo>
                  <a:pt x="8110" y="215"/>
                </a:lnTo>
                <a:lnTo>
                  <a:pt x="8046" y="300"/>
                </a:lnTo>
                <a:lnTo>
                  <a:pt x="7981" y="386"/>
                </a:lnTo>
                <a:lnTo>
                  <a:pt x="7939" y="407"/>
                </a:lnTo>
                <a:lnTo>
                  <a:pt x="7874" y="429"/>
                </a:lnTo>
                <a:lnTo>
                  <a:pt x="7874" y="429"/>
                </a:lnTo>
                <a:lnTo>
                  <a:pt x="7810" y="407"/>
                </a:lnTo>
                <a:lnTo>
                  <a:pt x="7746" y="386"/>
                </a:lnTo>
                <a:lnTo>
                  <a:pt x="7618" y="322"/>
                </a:lnTo>
                <a:lnTo>
                  <a:pt x="7489" y="236"/>
                </a:lnTo>
                <a:lnTo>
                  <a:pt x="7361" y="172"/>
                </a:lnTo>
                <a:lnTo>
                  <a:pt x="7361" y="172"/>
                </a:lnTo>
                <a:lnTo>
                  <a:pt x="7168" y="108"/>
                </a:lnTo>
                <a:lnTo>
                  <a:pt x="6954" y="65"/>
                </a:lnTo>
                <a:lnTo>
                  <a:pt x="6569" y="22"/>
                </a:lnTo>
                <a:lnTo>
                  <a:pt x="6569" y="22"/>
                </a:lnTo>
                <a:lnTo>
                  <a:pt x="6077" y="1"/>
                </a:lnTo>
                <a:lnTo>
                  <a:pt x="5585" y="1"/>
                </a:lnTo>
                <a:lnTo>
                  <a:pt x="5093" y="44"/>
                </a:lnTo>
                <a:lnTo>
                  <a:pt x="4622" y="108"/>
                </a:lnTo>
                <a:lnTo>
                  <a:pt x="4622" y="108"/>
                </a:lnTo>
                <a:lnTo>
                  <a:pt x="4173" y="194"/>
                </a:lnTo>
                <a:lnTo>
                  <a:pt x="3724" y="300"/>
                </a:lnTo>
                <a:lnTo>
                  <a:pt x="3296" y="450"/>
                </a:lnTo>
                <a:lnTo>
                  <a:pt x="2846" y="600"/>
                </a:lnTo>
                <a:lnTo>
                  <a:pt x="2846" y="600"/>
                </a:lnTo>
                <a:lnTo>
                  <a:pt x="2461" y="750"/>
                </a:lnTo>
                <a:lnTo>
                  <a:pt x="2055" y="921"/>
                </a:lnTo>
                <a:lnTo>
                  <a:pt x="1670" y="1114"/>
                </a:lnTo>
                <a:lnTo>
                  <a:pt x="1499" y="1221"/>
                </a:lnTo>
                <a:lnTo>
                  <a:pt x="1327" y="1327"/>
                </a:lnTo>
                <a:lnTo>
                  <a:pt x="1327" y="1327"/>
                </a:lnTo>
                <a:lnTo>
                  <a:pt x="1113" y="1477"/>
                </a:lnTo>
                <a:lnTo>
                  <a:pt x="964" y="1606"/>
                </a:lnTo>
                <a:lnTo>
                  <a:pt x="793" y="1755"/>
                </a:lnTo>
                <a:lnTo>
                  <a:pt x="664" y="1884"/>
                </a:lnTo>
                <a:lnTo>
                  <a:pt x="557" y="2034"/>
                </a:lnTo>
                <a:lnTo>
                  <a:pt x="557" y="2098"/>
                </a:lnTo>
                <a:lnTo>
                  <a:pt x="557" y="2141"/>
                </a:lnTo>
                <a:lnTo>
                  <a:pt x="579" y="2205"/>
                </a:lnTo>
                <a:lnTo>
                  <a:pt x="621" y="2247"/>
                </a:lnTo>
                <a:lnTo>
                  <a:pt x="621" y="2247"/>
                </a:lnTo>
                <a:lnTo>
                  <a:pt x="686" y="2269"/>
                </a:lnTo>
                <a:lnTo>
                  <a:pt x="728" y="2269"/>
                </a:lnTo>
                <a:lnTo>
                  <a:pt x="835" y="2226"/>
                </a:lnTo>
                <a:lnTo>
                  <a:pt x="1049" y="2119"/>
                </a:lnTo>
                <a:lnTo>
                  <a:pt x="1049" y="2119"/>
                </a:lnTo>
                <a:lnTo>
                  <a:pt x="1242" y="2034"/>
                </a:lnTo>
                <a:lnTo>
                  <a:pt x="1434" y="1969"/>
                </a:lnTo>
                <a:lnTo>
                  <a:pt x="1819" y="1862"/>
                </a:lnTo>
                <a:lnTo>
                  <a:pt x="1819" y="1862"/>
                </a:lnTo>
                <a:lnTo>
                  <a:pt x="2718" y="1606"/>
                </a:lnTo>
                <a:lnTo>
                  <a:pt x="3189" y="1499"/>
                </a:lnTo>
                <a:lnTo>
                  <a:pt x="3424" y="1456"/>
                </a:lnTo>
                <a:lnTo>
                  <a:pt x="3638" y="1434"/>
                </a:lnTo>
                <a:lnTo>
                  <a:pt x="3638" y="1434"/>
                </a:lnTo>
                <a:lnTo>
                  <a:pt x="3809" y="1434"/>
                </a:lnTo>
                <a:lnTo>
                  <a:pt x="3980" y="1456"/>
                </a:lnTo>
                <a:lnTo>
                  <a:pt x="4152" y="1456"/>
                </a:lnTo>
                <a:lnTo>
                  <a:pt x="4301" y="1434"/>
                </a:lnTo>
                <a:lnTo>
                  <a:pt x="4301" y="1434"/>
                </a:lnTo>
                <a:lnTo>
                  <a:pt x="4387" y="1392"/>
                </a:lnTo>
                <a:lnTo>
                  <a:pt x="4451" y="1349"/>
                </a:lnTo>
                <a:lnTo>
                  <a:pt x="4558" y="1242"/>
                </a:lnTo>
                <a:lnTo>
                  <a:pt x="4687" y="1114"/>
                </a:lnTo>
                <a:lnTo>
                  <a:pt x="4751" y="1071"/>
                </a:lnTo>
                <a:lnTo>
                  <a:pt x="4836" y="1049"/>
                </a:lnTo>
                <a:lnTo>
                  <a:pt x="4836" y="1049"/>
                </a:lnTo>
                <a:lnTo>
                  <a:pt x="4879" y="1156"/>
                </a:lnTo>
                <a:lnTo>
                  <a:pt x="4943" y="1285"/>
                </a:lnTo>
                <a:lnTo>
                  <a:pt x="5029" y="1392"/>
                </a:lnTo>
                <a:lnTo>
                  <a:pt x="5093" y="1434"/>
                </a:lnTo>
                <a:lnTo>
                  <a:pt x="5136" y="1456"/>
                </a:lnTo>
                <a:lnTo>
                  <a:pt x="5136" y="1456"/>
                </a:lnTo>
                <a:lnTo>
                  <a:pt x="5200" y="1456"/>
                </a:lnTo>
                <a:lnTo>
                  <a:pt x="5286" y="1434"/>
                </a:lnTo>
                <a:lnTo>
                  <a:pt x="5371" y="1434"/>
                </a:lnTo>
                <a:lnTo>
                  <a:pt x="5435" y="1413"/>
                </a:lnTo>
                <a:lnTo>
                  <a:pt x="5435" y="1413"/>
                </a:lnTo>
                <a:lnTo>
                  <a:pt x="5585" y="1434"/>
                </a:lnTo>
                <a:lnTo>
                  <a:pt x="5756" y="1456"/>
                </a:lnTo>
                <a:lnTo>
                  <a:pt x="5756" y="1456"/>
                </a:lnTo>
                <a:lnTo>
                  <a:pt x="5927" y="1520"/>
                </a:lnTo>
                <a:lnTo>
                  <a:pt x="6013" y="1541"/>
                </a:lnTo>
                <a:lnTo>
                  <a:pt x="6120" y="1520"/>
                </a:lnTo>
                <a:lnTo>
                  <a:pt x="6120" y="1520"/>
                </a:lnTo>
                <a:lnTo>
                  <a:pt x="6248" y="1413"/>
                </a:lnTo>
                <a:lnTo>
                  <a:pt x="6313" y="1349"/>
                </a:lnTo>
                <a:lnTo>
                  <a:pt x="6355" y="1327"/>
                </a:lnTo>
                <a:lnTo>
                  <a:pt x="6355" y="1327"/>
                </a:lnTo>
                <a:lnTo>
                  <a:pt x="6377" y="1349"/>
                </a:lnTo>
                <a:lnTo>
                  <a:pt x="6398" y="1392"/>
                </a:lnTo>
                <a:lnTo>
                  <a:pt x="6377" y="1499"/>
                </a:lnTo>
                <a:lnTo>
                  <a:pt x="6355" y="1627"/>
                </a:lnTo>
                <a:lnTo>
                  <a:pt x="6355" y="1713"/>
                </a:lnTo>
                <a:lnTo>
                  <a:pt x="6355" y="1713"/>
                </a:lnTo>
                <a:lnTo>
                  <a:pt x="6398" y="1820"/>
                </a:lnTo>
                <a:lnTo>
                  <a:pt x="6484" y="1905"/>
                </a:lnTo>
                <a:lnTo>
                  <a:pt x="6591" y="1991"/>
                </a:lnTo>
                <a:lnTo>
                  <a:pt x="6698" y="2055"/>
                </a:lnTo>
                <a:lnTo>
                  <a:pt x="6698" y="2055"/>
                </a:lnTo>
                <a:lnTo>
                  <a:pt x="6954" y="2183"/>
                </a:lnTo>
                <a:lnTo>
                  <a:pt x="7233" y="2312"/>
                </a:lnTo>
                <a:lnTo>
                  <a:pt x="7233" y="2312"/>
                </a:lnTo>
                <a:lnTo>
                  <a:pt x="7468" y="2376"/>
                </a:lnTo>
                <a:lnTo>
                  <a:pt x="7596" y="2419"/>
                </a:lnTo>
                <a:lnTo>
                  <a:pt x="7682" y="2461"/>
                </a:lnTo>
                <a:lnTo>
                  <a:pt x="7682" y="2461"/>
                </a:lnTo>
                <a:lnTo>
                  <a:pt x="7725" y="2504"/>
                </a:lnTo>
                <a:lnTo>
                  <a:pt x="7746" y="2568"/>
                </a:lnTo>
                <a:lnTo>
                  <a:pt x="7768" y="2675"/>
                </a:lnTo>
                <a:lnTo>
                  <a:pt x="7768" y="2825"/>
                </a:lnTo>
                <a:lnTo>
                  <a:pt x="7746" y="2975"/>
                </a:lnTo>
                <a:lnTo>
                  <a:pt x="7661" y="3274"/>
                </a:lnTo>
                <a:lnTo>
                  <a:pt x="7596" y="3510"/>
                </a:lnTo>
                <a:lnTo>
                  <a:pt x="7596" y="3510"/>
                </a:lnTo>
                <a:lnTo>
                  <a:pt x="7468" y="4195"/>
                </a:lnTo>
                <a:lnTo>
                  <a:pt x="7340" y="4858"/>
                </a:lnTo>
                <a:lnTo>
                  <a:pt x="7340" y="4858"/>
                </a:lnTo>
                <a:lnTo>
                  <a:pt x="7211" y="5500"/>
                </a:lnTo>
                <a:lnTo>
                  <a:pt x="7083" y="6142"/>
                </a:lnTo>
                <a:lnTo>
                  <a:pt x="6954" y="6762"/>
                </a:lnTo>
                <a:lnTo>
                  <a:pt x="6783" y="7382"/>
                </a:lnTo>
                <a:lnTo>
                  <a:pt x="6783" y="7382"/>
                </a:lnTo>
                <a:lnTo>
                  <a:pt x="6655" y="7810"/>
                </a:lnTo>
                <a:lnTo>
                  <a:pt x="6591" y="8110"/>
                </a:lnTo>
                <a:lnTo>
                  <a:pt x="6548" y="8431"/>
                </a:lnTo>
                <a:lnTo>
                  <a:pt x="6527" y="8730"/>
                </a:lnTo>
                <a:lnTo>
                  <a:pt x="6548" y="8880"/>
                </a:lnTo>
                <a:lnTo>
                  <a:pt x="6569" y="8987"/>
                </a:lnTo>
                <a:lnTo>
                  <a:pt x="6612" y="9073"/>
                </a:lnTo>
                <a:lnTo>
                  <a:pt x="6698" y="9137"/>
                </a:lnTo>
                <a:lnTo>
                  <a:pt x="6783" y="9158"/>
                </a:lnTo>
                <a:lnTo>
                  <a:pt x="6912" y="9137"/>
                </a:lnTo>
                <a:lnTo>
                  <a:pt x="6912" y="9137"/>
                </a:lnTo>
                <a:lnTo>
                  <a:pt x="7019" y="9094"/>
                </a:lnTo>
                <a:lnTo>
                  <a:pt x="7083" y="9009"/>
                </a:lnTo>
                <a:lnTo>
                  <a:pt x="7147" y="8902"/>
                </a:lnTo>
                <a:lnTo>
                  <a:pt x="7168" y="8773"/>
                </a:lnTo>
                <a:lnTo>
                  <a:pt x="7211" y="8516"/>
                </a:lnTo>
                <a:lnTo>
                  <a:pt x="7233" y="8281"/>
                </a:lnTo>
                <a:lnTo>
                  <a:pt x="7233" y="8281"/>
                </a:lnTo>
                <a:lnTo>
                  <a:pt x="7447" y="7104"/>
                </a:lnTo>
                <a:lnTo>
                  <a:pt x="7447" y="7104"/>
                </a:lnTo>
                <a:lnTo>
                  <a:pt x="7511" y="6805"/>
                </a:lnTo>
                <a:lnTo>
                  <a:pt x="7575" y="6505"/>
                </a:lnTo>
                <a:lnTo>
                  <a:pt x="7725" y="5885"/>
                </a:lnTo>
                <a:lnTo>
                  <a:pt x="7725" y="5885"/>
                </a:lnTo>
                <a:lnTo>
                  <a:pt x="7832" y="5243"/>
                </a:lnTo>
                <a:lnTo>
                  <a:pt x="7874" y="4922"/>
                </a:lnTo>
                <a:lnTo>
                  <a:pt x="7939" y="4601"/>
                </a:lnTo>
                <a:lnTo>
                  <a:pt x="7939" y="4601"/>
                </a:lnTo>
                <a:lnTo>
                  <a:pt x="8067" y="4023"/>
                </a:lnTo>
                <a:lnTo>
                  <a:pt x="8131" y="3745"/>
                </a:lnTo>
                <a:lnTo>
                  <a:pt x="8217" y="3446"/>
                </a:lnTo>
                <a:lnTo>
                  <a:pt x="8217" y="3446"/>
                </a:lnTo>
                <a:lnTo>
                  <a:pt x="8260" y="3296"/>
                </a:lnTo>
                <a:lnTo>
                  <a:pt x="8324" y="3061"/>
                </a:lnTo>
                <a:lnTo>
                  <a:pt x="8431" y="2847"/>
                </a:lnTo>
                <a:lnTo>
                  <a:pt x="8495" y="2782"/>
                </a:lnTo>
                <a:lnTo>
                  <a:pt x="8538" y="2740"/>
                </a:lnTo>
                <a:lnTo>
                  <a:pt x="8538" y="2740"/>
                </a:lnTo>
                <a:lnTo>
                  <a:pt x="8581" y="2740"/>
                </a:lnTo>
                <a:lnTo>
                  <a:pt x="8645" y="2740"/>
                </a:lnTo>
                <a:lnTo>
                  <a:pt x="8773" y="2804"/>
                </a:lnTo>
                <a:lnTo>
                  <a:pt x="8923" y="2868"/>
                </a:lnTo>
                <a:lnTo>
                  <a:pt x="8987" y="2889"/>
                </a:lnTo>
                <a:lnTo>
                  <a:pt x="9051" y="2911"/>
                </a:lnTo>
                <a:lnTo>
                  <a:pt x="9051" y="2911"/>
                </a:lnTo>
                <a:lnTo>
                  <a:pt x="9158" y="2889"/>
                </a:lnTo>
                <a:lnTo>
                  <a:pt x="9265" y="2847"/>
                </a:lnTo>
                <a:lnTo>
                  <a:pt x="9351" y="2782"/>
                </a:lnTo>
                <a:lnTo>
                  <a:pt x="9458" y="2718"/>
                </a:lnTo>
                <a:lnTo>
                  <a:pt x="9458" y="2718"/>
                </a:lnTo>
                <a:lnTo>
                  <a:pt x="9543" y="2633"/>
                </a:lnTo>
                <a:lnTo>
                  <a:pt x="9608" y="2526"/>
                </a:lnTo>
                <a:lnTo>
                  <a:pt x="9715" y="2290"/>
                </a:lnTo>
                <a:lnTo>
                  <a:pt x="9800" y="2034"/>
                </a:lnTo>
                <a:lnTo>
                  <a:pt x="9886" y="1798"/>
                </a:lnTo>
                <a:lnTo>
                  <a:pt x="9886" y="1798"/>
                </a:lnTo>
                <a:lnTo>
                  <a:pt x="9993" y="1584"/>
                </a:lnTo>
                <a:lnTo>
                  <a:pt x="10014" y="1477"/>
                </a:lnTo>
                <a:lnTo>
                  <a:pt x="10035" y="1370"/>
                </a:lnTo>
                <a:lnTo>
                  <a:pt x="10014" y="1285"/>
                </a:lnTo>
                <a:lnTo>
                  <a:pt x="9971" y="1199"/>
                </a:lnTo>
                <a:lnTo>
                  <a:pt x="9907" y="1114"/>
                </a:lnTo>
                <a:lnTo>
                  <a:pt x="9779" y="1049"/>
                </a:lnTo>
                <a:lnTo>
                  <a:pt x="9779" y="1049"/>
                </a:lnTo>
                <a:close/>
                <a:moveTo>
                  <a:pt x="8452" y="429"/>
                </a:moveTo>
                <a:lnTo>
                  <a:pt x="8452" y="429"/>
                </a:lnTo>
                <a:lnTo>
                  <a:pt x="8452" y="493"/>
                </a:lnTo>
                <a:lnTo>
                  <a:pt x="8431" y="557"/>
                </a:lnTo>
                <a:lnTo>
                  <a:pt x="8409" y="600"/>
                </a:lnTo>
                <a:lnTo>
                  <a:pt x="8345" y="621"/>
                </a:lnTo>
                <a:lnTo>
                  <a:pt x="8281" y="621"/>
                </a:lnTo>
                <a:lnTo>
                  <a:pt x="8238" y="621"/>
                </a:lnTo>
                <a:lnTo>
                  <a:pt x="8174" y="600"/>
                </a:lnTo>
                <a:lnTo>
                  <a:pt x="8153" y="536"/>
                </a:lnTo>
                <a:lnTo>
                  <a:pt x="8153" y="536"/>
                </a:lnTo>
                <a:lnTo>
                  <a:pt x="8131" y="472"/>
                </a:lnTo>
                <a:lnTo>
                  <a:pt x="8153" y="429"/>
                </a:lnTo>
                <a:lnTo>
                  <a:pt x="8195" y="386"/>
                </a:lnTo>
                <a:lnTo>
                  <a:pt x="8238" y="343"/>
                </a:lnTo>
                <a:lnTo>
                  <a:pt x="8302" y="343"/>
                </a:lnTo>
                <a:lnTo>
                  <a:pt x="8367" y="343"/>
                </a:lnTo>
                <a:lnTo>
                  <a:pt x="8409" y="386"/>
                </a:lnTo>
                <a:lnTo>
                  <a:pt x="8452" y="429"/>
                </a:lnTo>
                <a:lnTo>
                  <a:pt x="8452" y="429"/>
                </a:lnTo>
                <a:close/>
                <a:moveTo>
                  <a:pt x="9458" y="1713"/>
                </a:moveTo>
                <a:lnTo>
                  <a:pt x="9458" y="1713"/>
                </a:lnTo>
                <a:lnTo>
                  <a:pt x="9308" y="2098"/>
                </a:lnTo>
                <a:lnTo>
                  <a:pt x="9244" y="2290"/>
                </a:lnTo>
                <a:lnTo>
                  <a:pt x="9180" y="2483"/>
                </a:lnTo>
                <a:lnTo>
                  <a:pt x="9180" y="2483"/>
                </a:lnTo>
                <a:lnTo>
                  <a:pt x="8837" y="2376"/>
                </a:lnTo>
                <a:lnTo>
                  <a:pt x="8666" y="2312"/>
                </a:lnTo>
                <a:lnTo>
                  <a:pt x="8495" y="2269"/>
                </a:lnTo>
                <a:lnTo>
                  <a:pt x="8495" y="2269"/>
                </a:lnTo>
                <a:lnTo>
                  <a:pt x="8516" y="2226"/>
                </a:lnTo>
                <a:lnTo>
                  <a:pt x="8581" y="2183"/>
                </a:lnTo>
                <a:lnTo>
                  <a:pt x="8688" y="2076"/>
                </a:lnTo>
                <a:lnTo>
                  <a:pt x="8730" y="2034"/>
                </a:lnTo>
                <a:lnTo>
                  <a:pt x="8730" y="1991"/>
                </a:lnTo>
                <a:lnTo>
                  <a:pt x="8688" y="1969"/>
                </a:lnTo>
                <a:lnTo>
                  <a:pt x="8581" y="1927"/>
                </a:lnTo>
                <a:lnTo>
                  <a:pt x="8581" y="1927"/>
                </a:lnTo>
                <a:lnTo>
                  <a:pt x="8538" y="1927"/>
                </a:lnTo>
                <a:lnTo>
                  <a:pt x="8474" y="1927"/>
                </a:lnTo>
                <a:lnTo>
                  <a:pt x="8367" y="1969"/>
                </a:lnTo>
                <a:lnTo>
                  <a:pt x="8153" y="2055"/>
                </a:lnTo>
                <a:lnTo>
                  <a:pt x="8153" y="2055"/>
                </a:lnTo>
                <a:lnTo>
                  <a:pt x="8046" y="2076"/>
                </a:lnTo>
                <a:lnTo>
                  <a:pt x="7981" y="2076"/>
                </a:lnTo>
                <a:lnTo>
                  <a:pt x="7789" y="2034"/>
                </a:lnTo>
                <a:lnTo>
                  <a:pt x="7789" y="2034"/>
                </a:lnTo>
                <a:lnTo>
                  <a:pt x="7853" y="1991"/>
                </a:lnTo>
                <a:lnTo>
                  <a:pt x="7981" y="1927"/>
                </a:lnTo>
                <a:lnTo>
                  <a:pt x="8281" y="1798"/>
                </a:lnTo>
                <a:lnTo>
                  <a:pt x="8431" y="1734"/>
                </a:lnTo>
                <a:lnTo>
                  <a:pt x="8516" y="1648"/>
                </a:lnTo>
                <a:lnTo>
                  <a:pt x="8538" y="1627"/>
                </a:lnTo>
                <a:lnTo>
                  <a:pt x="8538" y="1584"/>
                </a:lnTo>
                <a:lnTo>
                  <a:pt x="8516" y="1541"/>
                </a:lnTo>
                <a:lnTo>
                  <a:pt x="8452" y="1520"/>
                </a:lnTo>
                <a:lnTo>
                  <a:pt x="8452" y="1520"/>
                </a:lnTo>
                <a:lnTo>
                  <a:pt x="8367" y="1477"/>
                </a:lnTo>
                <a:lnTo>
                  <a:pt x="8260" y="1499"/>
                </a:lnTo>
                <a:lnTo>
                  <a:pt x="8153" y="1520"/>
                </a:lnTo>
                <a:lnTo>
                  <a:pt x="8046" y="1563"/>
                </a:lnTo>
                <a:lnTo>
                  <a:pt x="7832" y="1670"/>
                </a:lnTo>
                <a:lnTo>
                  <a:pt x="7661" y="1777"/>
                </a:lnTo>
                <a:lnTo>
                  <a:pt x="7661" y="1777"/>
                </a:lnTo>
                <a:lnTo>
                  <a:pt x="7554" y="1820"/>
                </a:lnTo>
                <a:lnTo>
                  <a:pt x="7425" y="1841"/>
                </a:lnTo>
                <a:lnTo>
                  <a:pt x="7297" y="1841"/>
                </a:lnTo>
                <a:lnTo>
                  <a:pt x="7147" y="1820"/>
                </a:lnTo>
                <a:lnTo>
                  <a:pt x="7019" y="1777"/>
                </a:lnTo>
                <a:lnTo>
                  <a:pt x="6890" y="1713"/>
                </a:lnTo>
                <a:lnTo>
                  <a:pt x="6805" y="1627"/>
                </a:lnTo>
                <a:lnTo>
                  <a:pt x="6762" y="1520"/>
                </a:lnTo>
                <a:lnTo>
                  <a:pt x="6762" y="1520"/>
                </a:lnTo>
                <a:lnTo>
                  <a:pt x="6741" y="1392"/>
                </a:lnTo>
                <a:lnTo>
                  <a:pt x="6741" y="1263"/>
                </a:lnTo>
                <a:lnTo>
                  <a:pt x="6741" y="1156"/>
                </a:lnTo>
                <a:lnTo>
                  <a:pt x="6719" y="1049"/>
                </a:lnTo>
                <a:lnTo>
                  <a:pt x="6698" y="964"/>
                </a:lnTo>
                <a:lnTo>
                  <a:pt x="6676" y="942"/>
                </a:lnTo>
                <a:lnTo>
                  <a:pt x="6634" y="921"/>
                </a:lnTo>
                <a:lnTo>
                  <a:pt x="6591" y="921"/>
                </a:lnTo>
                <a:lnTo>
                  <a:pt x="6527" y="942"/>
                </a:lnTo>
                <a:lnTo>
                  <a:pt x="6398" y="1007"/>
                </a:lnTo>
                <a:lnTo>
                  <a:pt x="6398" y="1007"/>
                </a:lnTo>
                <a:lnTo>
                  <a:pt x="6206" y="1114"/>
                </a:lnTo>
                <a:lnTo>
                  <a:pt x="6120" y="1156"/>
                </a:lnTo>
                <a:lnTo>
                  <a:pt x="6013" y="1178"/>
                </a:lnTo>
                <a:lnTo>
                  <a:pt x="6013" y="1178"/>
                </a:lnTo>
                <a:lnTo>
                  <a:pt x="5927" y="1178"/>
                </a:lnTo>
                <a:lnTo>
                  <a:pt x="5820" y="1156"/>
                </a:lnTo>
                <a:lnTo>
                  <a:pt x="5628" y="1114"/>
                </a:lnTo>
                <a:lnTo>
                  <a:pt x="5628" y="1114"/>
                </a:lnTo>
                <a:lnTo>
                  <a:pt x="5414" y="1114"/>
                </a:lnTo>
                <a:lnTo>
                  <a:pt x="5328" y="1092"/>
                </a:lnTo>
                <a:lnTo>
                  <a:pt x="5221" y="1071"/>
                </a:lnTo>
                <a:lnTo>
                  <a:pt x="5221" y="1071"/>
                </a:lnTo>
                <a:lnTo>
                  <a:pt x="5157" y="1049"/>
                </a:lnTo>
                <a:lnTo>
                  <a:pt x="5114" y="985"/>
                </a:lnTo>
                <a:lnTo>
                  <a:pt x="5072" y="921"/>
                </a:lnTo>
                <a:lnTo>
                  <a:pt x="5007" y="857"/>
                </a:lnTo>
                <a:lnTo>
                  <a:pt x="5007" y="857"/>
                </a:lnTo>
                <a:lnTo>
                  <a:pt x="4900" y="793"/>
                </a:lnTo>
                <a:lnTo>
                  <a:pt x="4794" y="793"/>
                </a:lnTo>
                <a:lnTo>
                  <a:pt x="4708" y="814"/>
                </a:lnTo>
                <a:lnTo>
                  <a:pt x="4580" y="857"/>
                </a:lnTo>
                <a:lnTo>
                  <a:pt x="4580" y="857"/>
                </a:lnTo>
                <a:lnTo>
                  <a:pt x="4280" y="1028"/>
                </a:lnTo>
                <a:lnTo>
                  <a:pt x="4130" y="1071"/>
                </a:lnTo>
                <a:lnTo>
                  <a:pt x="3959" y="1092"/>
                </a:lnTo>
                <a:lnTo>
                  <a:pt x="3959" y="1092"/>
                </a:lnTo>
                <a:lnTo>
                  <a:pt x="3531" y="1114"/>
                </a:lnTo>
                <a:lnTo>
                  <a:pt x="3103" y="1156"/>
                </a:lnTo>
                <a:lnTo>
                  <a:pt x="2697" y="1221"/>
                </a:lnTo>
                <a:lnTo>
                  <a:pt x="2290" y="1327"/>
                </a:lnTo>
                <a:lnTo>
                  <a:pt x="2290" y="1327"/>
                </a:lnTo>
                <a:lnTo>
                  <a:pt x="2312" y="1263"/>
                </a:lnTo>
                <a:lnTo>
                  <a:pt x="2376" y="1199"/>
                </a:lnTo>
                <a:lnTo>
                  <a:pt x="2504" y="1135"/>
                </a:lnTo>
                <a:lnTo>
                  <a:pt x="2804" y="1028"/>
                </a:lnTo>
                <a:lnTo>
                  <a:pt x="2804" y="1028"/>
                </a:lnTo>
                <a:lnTo>
                  <a:pt x="3210" y="857"/>
                </a:lnTo>
                <a:lnTo>
                  <a:pt x="3617" y="728"/>
                </a:lnTo>
                <a:lnTo>
                  <a:pt x="3617" y="728"/>
                </a:lnTo>
                <a:lnTo>
                  <a:pt x="4130" y="600"/>
                </a:lnTo>
                <a:lnTo>
                  <a:pt x="4665" y="493"/>
                </a:lnTo>
                <a:lnTo>
                  <a:pt x="5200" y="429"/>
                </a:lnTo>
                <a:lnTo>
                  <a:pt x="5735" y="386"/>
                </a:lnTo>
                <a:lnTo>
                  <a:pt x="5735" y="386"/>
                </a:lnTo>
                <a:lnTo>
                  <a:pt x="6184" y="365"/>
                </a:lnTo>
                <a:lnTo>
                  <a:pt x="6420" y="343"/>
                </a:lnTo>
                <a:lnTo>
                  <a:pt x="6634" y="365"/>
                </a:lnTo>
                <a:lnTo>
                  <a:pt x="6634" y="365"/>
                </a:lnTo>
                <a:lnTo>
                  <a:pt x="6847" y="407"/>
                </a:lnTo>
                <a:lnTo>
                  <a:pt x="7019" y="493"/>
                </a:lnTo>
                <a:lnTo>
                  <a:pt x="7361" y="686"/>
                </a:lnTo>
                <a:lnTo>
                  <a:pt x="7361" y="686"/>
                </a:lnTo>
                <a:lnTo>
                  <a:pt x="7768" y="878"/>
                </a:lnTo>
                <a:lnTo>
                  <a:pt x="8195" y="1071"/>
                </a:lnTo>
                <a:lnTo>
                  <a:pt x="8409" y="1156"/>
                </a:lnTo>
                <a:lnTo>
                  <a:pt x="8645" y="1221"/>
                </a:lnTo>
                <a:lnTo>
                  <a:pt x="8859" y="1263"/>
                </a:lnTo>
                <a:lnTo>
                  <a:pt x="9073" y="1306"/>
                </a:lnTo>
                <a:lnTo>
                  <a:pt x="9073" y="1306"/>
                </a:lnTo>
                <a:lnTo>
                  <a:pt x="9287" y="1306"/>
                </a:lnTo>
                <a:lnTo>
                  <a:pt x="9394" y="1327"/>
                </a:lnTo>
                <a:lnTo>
                  <a:pt x="9458" y="1370"/>
                </a:lnTo>
                <a:lnTo>
                  <a:pt x="9458" y="1370"/>
                </a:lnTo>
                <a:lnTo>
                  <a:pt x="9501" y="1392"/>
                </a:lnTo>
                <a:lnTo>
                  <a:pt x="9501" y="1434"/>
                </a:lnTo>
                <a:lnTo>
                  <a:pt x="9501" y="1520"/>
                </a:lnTo>
                <a:lnTo>
                  <a:pt x="9458" y="1713"/>
                </a:lnTo>
                <a:lnTo>
                  <a:pt x="9458" y="1713"/>
                </a:lnTo>
                <a:close/>
                <a:moveTo>
                  <a:pt x="6077" y="6313"/>
                </a:moveTo>
                <a:lnTo>
                  <a:pt x="6077" y="6313"/>
                </a:lnTo>
                <a:lnTo>
                  <a:pt x="6206" y="6120"/>
                </a:lnTo>
                <a:lnTo>
                  <a:pt x="6270" y="5928"/>
                </a:lnTo>
                <a:lnTo>
                  <a:pt x="6291" y="5735"/>
                </a:lnTo>
                <a:lnTo>
                  <a:pt x="6248" y="5521"/>
                </a:lnTo>
                <a:lnTo>
                  <a:pt x="6248" y="5521"/>
                </a:lnTo>
                <a:lnTo>
                  <a:pt x="6184" y="5264"/>
                </a:lnTo>
                <a:lnTo>
                  <a:pt x="6077" y="4986"/>
                </a:lnTo>
                <a:lnTo>
                  <a:pt x="5820" y="4473"/>
                </a:lnTo>
                <a:lnTo>
                  <a:pt x="5820" y="4473"/>
                </a:lnTo>
                <a:lnTo>
                  <a:pt x="5585" y="3981"/>
                </a:lnTo>
                <a:lnTo>
                  <a:pt x="5457" y="3745"/>
                </a:lnTo>
                <a:lnTo>
                  <a:pt x="5328" y="3510"/>
                </a:lnTo>
                <a:lnTo>
                  <a:pt x="5328" y="3510"/>
                </a:lnTo>
                <a:lnTo>
                  <a:pt x="5179" y="3317"/>
                </a:lnTo>
                <a:lnTo>
                  <a:pt x="5007" y="3146"/>
                </a:lnTo>
                <a:lnTo>
                  <a:pt x="4815" y="2975"/>
                </a:lnTo>
                <a:lnTo>
                  <a:pt x="4601" y="2825"/>
                </a:lnTo>
                <a:lnTo>
                  <a:pt x="4366" y="2675"/>
                </a:lnTo>
                <a:lnTo>
                  <a:pt x="4130" y="2568"/>
                </a:lnTo>
                <a:lnTo>
                  <a:pt x="3873" y="2504"/>
                </a:lnTo>
                <a:lnTo>
                  <a:pt x="3638" y="2461"/>
                </a:lnTo>
                <a:lnTo>
                  <a:pt x="3638" y="2461"/>
                </a:lnTo>
                <a:lnTo>
                  <a:pt x="3360" y="2440"/>
                </a:lnTo>
                <a:lnTo>
                  <a:pt x="3082" y="2461"/>
                </a:lnTo>
                <a:lnTo>
                  <a:pt x="2825" y="2504"/>
                </a:lnTo>
                <a:lnTo>
                  <a:pt x="2547" y="2568"/>
                </a:lnTo>
                <a:lnTo>
                  <a:pt x="2290" y="2675"/>
                </a:lnTo>
                <a:lnTo>
                  <a:pt x="2033" y="2782"/>
                </a:lnTo>
                <a:lnTo>
                  <a:pt x="1798" y="2932"/>
                </a:lnTo>
                <a:lnTo>
                  <a:pt x="1563" y="3082"/>
                </a:lnTo>
                <a:lnTo>
                  <a:pt x="1563" y="3082"/>
                </a:lnTo>
                <a:lnTo>
                  <a:pt x="1113" y="3424"/>
                </a:lnTo>
                <a:lnTo>
                  <a:pt x="921" y="3617"/>
                </a:lnTo>
                <a:lnTo>
                  <a:pt x="707" y="3809"/>
                </a:lnTo>
                <a:lnTo>
                  <a:pt x="514" y="4023"/>
                </a:lnTo>
                <a:lnTo>
                  <a:pt x="365" y="4259"/>
                </a:lnTo>
                <a:lnTo>
                  <a:pt x="215" y="4494"/>
                </a:lnTo>
                <a:lnTo>
                  <a:pt x="108" y="4751"/>
                </a:lnTo>
                <a:lnTo>
                  <a:pt x="108" y="4751"/>
                </a:lnTo>
                <a:lnTo>
                  <a:pt x="65" y="4901"/>
                </a:lnTo>
                <a:lnTo>
                  <a:pt x="44" y="5029"/>
                </a:lnTo>
                <a:lnTo>
                  <a:pt x="22" y="5157"/>
                </a:lnTo>
                <a:lnTo>
                  <a:pt x="22" y="5286"/>
                </a:lnTo>
                <a:lnTo>
                  <a:pt x="65" y="5542"/>
                </a:lnTo>
                <a:lnTo>
                  <a:pt x="129" y="5778"/>
                </a:lnTo>
                <a:lnTo>
                  <a:pt x="236" y="6013"/>
                </a:lnTo>
                <a:lnTo>
                  <a:pt x="365" y="6227"/>
                </a:lnTo>
                <a:lnTo>
                  <a:pt x="621" y="6676"/>
                </a:lnTo>
                <a:lnTo>
                  <a:pt x="621" y="6676"/>
                </a:lnTo>
                <a:lnTo>
                  <a:pt x="750" y="6869"/>
                </a:lnTo>
                <a:lnTo>
                  <a:pt x="878" y="7126"/>
                </a:lnTo>
                <a:lnTo>
                  <a:pt x="921" y="7233"/>
                </a:lnTo>
                <a:lnTo>
                  <a:pt x="964" y="7361"/>
                </a:lnTo>
                <a:lnTo>
                  <a:pt x="964" y="7489"/>
                </a:lnTo>
                <a:lnTo>
                  <a:pt x="921" y="7596"/>
                </a:lnTo>
                <a:lnTo>
                  <a:pt x="921" y="7596"/>
                </a:lnTo>
                <a:lnTo>
                  <a:pt x="878" y="7661"/>
                </a:lnTo>
                <a:lnTo>
                  <a:pt x="835" y="7725"/>
                </a:lnTo>
                <a:lnTo>
                  <a:pt x="686" y="7810"/>
                </a:lnTo>
                <a:lnTo>
                  <a:pt x="536" y="7896"/>
                </a:lnTo>
                <a:lnTo>
                  <a:pt x="407" y="8003"/>
                </a:lnTo>
                <a:lnTo>
                  <a:pt x="407" y="8003"/>
                </a:lnTo>
                <a:lnTo>
                  <a:pt x="279" y="8153"/>
                </a:lnTo>
                <a:lnTo>
                  <a:pt x="108" y="8388"/>
                </a:lnTo>
                <a:lnTo>
                  <a:pt x="44" y="8516"/>
                </a:lnTo>
                <a:lnTo>
                  <a:pt x="1" y="8623"/>
                </a:lnTo>
                <a:lnTo>
                  <a:pt x="1" y="8730"/>
                </a:lnTo>
                <a:lnTo>
                  <a:pt x="22" y="8773"/>
                </a:lnTo>
                <a:lnTo>
                  <a:pt x="44" y="8795"/>
                </a:lnTo>
                <a:lnTo>
                  <a:pt x="44" y="8795"/>
                </a:lnTo>
                <a:lnTo>
                  <a:pt x="86" y="8795"/>
                </a:lnTo>
                <a:lnTo>
                  <a:pt x="129" y="8795"/>
                </a:lnTo>
                <a:lnTo>
                  <a:pt x="193" y="8752"/>
                </a:lnTo>
                <a:lnTo>
                  <a:pt x="258" y="8709"/>
                </a:lnTo>
                <a:lnTo>
                  <a:pt x="279" y="8709"/>
                </a:lnTo>
                <a:lnTo>
                  <a:pt x="300" y="8752"/>
                </a:lnTo>
                <a:lnTo>
                  <a:pt x="300" y="8752"/>
                </a:lnTo>
                <a:lnTo>
                  <a:pt x="322" y="8795"/>
                </a:lnTo>
                <a:lnTo>
                  <a:pt x="322" y="8837"/>
                </a:lnTo>
                <a:lnTo>
                  <a:pt x="300" y="8944"/>
                </a:lnTo>
                <a:lnTo>
                  <a:pt x="300" y="8987"/>
                </a:lnTo>
                <a:lnTo>
                  <a:pt x="300" y="9009"/>
                </a:lnTo>
                <a:lnTo>
                  <a:pt x="343" y="9030"/>
                </a:lnTo>
                <a:lnTo>
                  <a:pt x="407" y="9051"/>
                </a:lnTo>
                <a:lnTo>
                  <a:pt x="407" y="9051"/>
                </a:lnTo>
                <a:lnTo>
                  <a:pt x="493" y="9030"/>
                </a:lnTo>
                <a:lnTo>
                  <a:pt x="579" y="8966"/>
                </a:lnTo>
                <a:lnTo>
                  <a:pt x="643" y="8902"/>
                </a:lnTo>
                <a:lnTo>
                  <a:pt x="707" y="8816"/>
                </a:lnTo>
                <a:lnTo>
                  <a:pt x="857" y="8645"/>
                </a:lnTo>
                <a:lnTo>
                  <a:pt x="921" y="8581"/>
                </a:lnTo>
                <a:lnTo>
                  <a:pt x="985" y="8559"/>
                </a:lnTo>
                <a:lnTo>
                  <a:pt x="985" y="8559"/>
                </a:lnTo>
                <a:lnTo>
                  <a:pt x="964" y="8623"/>
                </a:lnTo>
                <a:lnTo>
                  <a:pt x="921" y="8709"/>
                </a:lnTo>
                <a:lnTo>
                  <a:pt x="793" y="8923"/>
                </a:lnTo>
                <a:lnTo>
                  <a:pt x="750" y="9009"/>
                </a:lnTo>
                <a:lnTo>
                  <a:pt x="728" y="9094"/>
                </a:lnTo>
                <a:lnTo>
                  <a:pt x="750" y="9116"/>
                </a:lnTo>
                <a:lnTo>
                  <a:pt x="771" y="9158"/>
                </a:lnTo>
                <a:lnTo>
                  <a:pt x="793" y="9158"/>
                </a:lnTo>
                <a:lnTo>
                  <a:pt x="857" y="9180"/>
                </a:lnTo>
                <a:lnTo>
                  <a:pt x="857" y="9180"/>
                </a:lnTo>
                <a:lnTo>
                  <a:pt x="899" y="9158"/>
                </a:lnTo>
                <a:lnTo>
                  <a:pt x="942" y="9137"/>
                </a:lnTo>
                <a:lnTo>
                  <a:pt x="1006" y="9073"/>
                </a:lnTo>
                <a:lnTo>
                  <a:pt x="1071" y="8987"/>
                </a:lnTo>
                <a:lnTo>
                  <a:pt x="1135" y="8923"/>
                </a:lnTo>
                <a:lnTo>
                  <a:pt x="1135" y="8923"/>
                </a:lnTo>
                <a:lnTo>
                  <a:pt x="1242" y="8859"/>
                </a:lnTo>
                <a:lnTo>
                  <a:pt x="1327" y="8837"/>
                </a:lnTo>
                <a:lnTo>
                  <a:pt x="1434" y="8816"/>
                </a:lnTo>
                <a:lnTo>
                  <a:pt x="1541" y="8752"/>
                </a:lnTo>
                <a:lnTo>
                  <a:pt x="1541" y="8752"/>
                </a:lnTo>
                <a:lnTo>
                  <a:pt x="1734" y="8516"/>
                </a:lnTo>
                <a:lnTo>
                  <a:pt x="1841" y="8409"/>
                </a:lnTo>
                <a:lnTo>
                  <a:pt x="1905" y="8388"/>
                </a:lnTo>
                <a:lnTo>
                  <a:pt x="1948" y="8388"/>
                </a:lnTo>
                <a:lnTo>
                  <a:pt x="1948" y="8388"/>
                </a:lnTo>
                <a:lnTo>
                  <a:pt x="1862" y="8538"/>
                </a:lnTo>
                <a:lnTo>
                  <a:pt x="1798" y="8752"/>
                </a:lnTo>
                <a:lnTo>
                  <a:pt x="1755" y="8837"/>
                </a:lnTo>
                <a:lnTo>
                  <a:pt x="1777" y="8923"/>
                </a:lnTo>
                <a:lnTo>
                  <a:pt x="1777" y="8944"/>
                </a:lnTo>
                <a:lnTo>
                  <a:pt x="1798" y="8966"/>
                </a:lnTo>
                <a:lnTo>
                  <a:pt x="1841" y="8987"/>
                </a:lnTo>
                <a:lnTo>
                  <a:pt x="1905" y="8987"/>
                </a:lnTo>
                <a:lnTo>
                  <a:pt x="1905" y="8987"/>
                </a:lnTo>
                <a:lnTo>
                  <a:pt x="1948" y="8966"/>
                </a:lnTo>
                <a:lnTo>
                  <a:pt x="1991" y="8944"/>
                </a:lnTo>
                <a:lnTo>
                  <a:pt x="2055" y="8880"/>
                </a:lnTo>
                <a:lnTo>
                  <a:pt x="2076" y="8859"/>
                </a:lnTo>
                <a:lnTo>
                  <a:pt x="2098" y="8837"/>
                </a:lnTo>
                <a:lnTo>
                  <a:pt x="2119" y="8859"/>
                </a:lnTo>
                <a:lnTo>
                  <a:pt x="2183" y="8902"/>
                </a:lnTo>
                <a:lnTo>
                  <a:pt x="2183" y="8902"/>
                </a:lnTo>
                <a:lnTo>
                  <a:pt x="2247" y="8923"/>
                </a:lnTo>
                <a:lnTo>
                  <a:pt x="2290" y="8966"/>
                </a:lnTo>
                <a:lnTo>
                  <a:pt x="2290" y="8966"/>
                </a:lnTo>
                <a:lnTo>
                  <a:pt x="2247" y="9030"/>
                </a:lnTo>
                <a:lnTo>
                  <a:pt x="2269" y="9116"/>
                </a:lnTo>
                <a:lnTo>
                  <a:pt x="2269" y="9116"/>
                </a:lnTo>
                <a:lnTo>
                  <a:pt x="2312" y="9158"/>
                </a:lnTo>
                <a:lnTo>
                  <a:pt x="2333" y="9180"/>
                </a:lnTo>
                <a:lnTo>
                  <a:pt x="2376" y="9180"/>
                </a:lnTo>
                <a:lnTo>
                  <a:pt x="2440" y="9180"/>
                </a:lnTo>
                <a:lnTo>
                  <a:pt x="2440" y="9180"/>
                </a:lnTo>
                <a:lnTo>
                  <a:pt x="2504" y="9137"/>
                </a:lnTo>
                <a:lnTo>
                  <a:pt x="2568" y="9073"/>
                </a:lnTo>
                <a:lnTo>
                  <a:pt x="2633" y="9009"/>
                </a:lnTo>
                <a:lnTo>
                  <a:pt x="2675" y="8966"/>
                </a:lnTo>
                <a:lnTo>
                  <a:pt x="2675" y="8966"/>
                </a:lnTo>
                <a:lnTo>
                  <a:pt x="2868" y="8902"/>
                </a:lnTo>
                <a:lnTo>
                  <a:pt x="3060" y="8837"/>
                </a:lnTo>
                <a:lnTo>
                  <a:pt x="3060" y="8837"/>
                </a:lnTo>
                <a:lnTo>
                  <a:pt x="2996" y="8923"/>
                </a:lnTo>
                <a:lnTo>
                  <a:pt x="2975" y="8987"/>
                </a:lnTo>
                <a:lnTo>
                  <a:pt x="2996" y="9030"/>
                </a:lnTo>
                <a:lnTo>
                  <a:pt x="3018" y="9094"/>
                </a:lnTo>
                <a:lnTo>
                  <a:pt x="3060" y="9116"/>
                </a:lnTo>
                <a:lnTo>
                  <a:pt x="3125" y="9137"/>
                </a:lnTo>
                <a:lnTo>
                  <a:pt x="3189" y="9116"/>
                </a:lnTo>
                <a:lnTo>
                  <a:pt x="3253" y="9094"/>
                </a:lnTo>
                <a:lnTo>
                  <a:pt x="3253" y="9094"/>
                </a:lnTo>
                <a:lnTo>
                  <a:pt x="3360" y="8966"/>
                </a:lnTo>
                <a:lnTo>
                  <a:pt x="3510" y="8752"/>
                </a:lnTo>
                <a:lnTo>
                  <a:pt x="3660" y="8538"/>
                </a:lnTo>
                <a:lnTo>
                  <a:pt x="3724" y="8495"/>
                </a:lnTo>
                <a:lnTo>
                  <a:pt x="3767" y="8474"/>
                </a:lnTo>
                <a:lnTo>
                  <a:pt x="3767" y="8474"/>
                </a:lnTo>
                <a:lnTo>
                  <a:pt x="3788" y="8495"/>
                </a:lnTo>
                <a:lnTo>
                  <a:pt x="3767" y="8581"/>
                </a:lnTo>
                <a:lnTo>
                  <a:pt x="3767" y="8773"/>
                </a:lnTo>
                <a:lnTo>
                  <a:pt x="3767" y="8859"/>
                </a:lnTo>
                <a:lnTo>
                  <a:pt x="3788" y="8880"/>
                </a:lnTo>
                <a:lnTo>
                  <a:pt x="3809" y="8902"/>
                </a:lnTo>
                <a:lnTo>
                  <a:pt x="3831" y="8902"/>
                </a:lnTo>
                <a:lnTo>
                  <a:pt x="3873" y="8880"/>
                </a:lnTo>
                <a:lnTo>
                  <a:pt x="4002" y="8795"/>
                </a:lnTo>
                <a:lnTo>
                  <a:pt x="4002" y="8795"/>
                </a:lnTo>
                <a:lnTo>
                  <a:pt x="4087" y="8666"/>
                </a:lnTo>
                <a:lnTo>
                  <a:pt x="4194" y="8452"/>
                </a:lnTo>
                <a:lnTo>
                  <a:pt x="4301" y="8238"/>
                </a:lnTo>
                <a:lnTo>
                  <a:pt x="4323" y="8174"/>
                </a:lnTo>
                <a:lnTo>
                  <a:pt x="4366" y="8153"/>
                </a:lnTo>
                <a:lnTo>
                  <a:pt x="4366" y="8153"/>
                </a:lnTo>
                <a:lnTo>
                  <a:pt x="4366" y="8238"/>
                </a:lnTo>
                <a:lnTo>
                  <a:pt x="4344" y="8324"/>
                </a:lnTo>
                <a:lnTo>
                  <a:pt x="4344" y="8324"/>
                </a:lnTo>
                <a:lnTo>
                  <a:pt x="4280" y="8495"/>
                </a:lnTo>
                <a:lnTo>
                  <a:pt x="4237" y="8581"/>
                </a:lnTo>
                <a:lnTo>
                  <a:pt x="4216" y="8688"/>
                </a:lnTo>
                <a:lnTo>
                  <a:pt x="4216" y="8773"/>
                </a:lnTo>
                <a:lnTo>
                  <a:pt x="4237" y="8859"/>
                </a:lnTo>
                <a:lnTo>
                  <a:pt x="4301" y="8923"/>
                </a:lnTo>
                <a:lnTo>
                  <a:pt x="4408" y="8966"/>
                </a:lnTo>
                <a:lnTo>
                  <a:pt x="4408" y="8966"/>
                </a:lnTo>
                <a:lnTo>
                  <a:pt x="4473" y="8966"/>
                </a:lnTo>
                <a:lnTo>
                  <a:pt x="4537" y="8923"/>
                </a:lnTo>
                <a:lnTo>
                  <a:pt x="4601" y="8880"/>
                </a:lnTo>
                <a:lnTo>
                  <a:pt x="4644" y="8816"/>
                </a:lnTo>
                <a:lnTo>
                  <a:pt x="4751" y="8688"/>
                </a:lnTo>
                <a:lnTo>
                  <a:pt x="4772" y="8645"/>
                </a:lnTo>
                <a:lnTo>
                  <a:pt x="4794" y="8645"/>
                </a:lnTo>
                <a:lnTo>
                  <a:pt x="4794" y="8645"/>
                </a:lnTo>
                <a:lnTo>
                  <a:pt x="4836" y="8666"/>
                </a:lnTo>
                <a:lnTo>
                  <a:pt x="4836" y="8709"/>
                </a:lnTo>
                <a:lnTo>
                  <a:pt x="4815" y="8837"/>
                </a:lnTo>
                <a:lnTo>
                  <a:pt x="4794" y="8902"/>
                </a:lnTo>
                <a:lnTo>
                  <a:pt x="4815" y="8944"/>
                </a:lnTo>
                <a:lnTo>
                  <a:pt x="4836" y="8987"/>
                </a:lnTo>
                <a:lnTo>
                  <a:pt x="4900" y="9009"/>
                </a:lnTo>
                <a:lnTo>
                  <a:pt x="4900" y="9009"/>
                </a:lnTo>
                <a:lnTo>
                  <a:pt x="4965" y="9030"/>
                </a:lnTo>
                <a:lnTo>
                  <a:pt x="5029" y="9009"/>
                </a:lnTo>
                <a:lnTo>
                  <a:pt x="5093" y="8966"/>
                </a:lnTo>
                <a:lnTo>
                  <a:pt x="5136" y="8923"/>
                </a:lnTo>
                <a:lnTo>
                  <a:pt x="5221" y="8816"/>
                </a:lnTo>
                <a:lnTo>
                  <a:pt x="5307" y="8730"/>
                </a:lnTo>
                <a:lnTo>
                  <a:pt x="5307" y="8730"/>
                </a:lnTo>
                <a:lnTo>
                  <a:pt x="5350" y="8688"/>
                </a:lnTo>
                <a:lnTo>
                  <a:pt x="5393" y="8709"/>
                </a:lnTo>
                <a:lnTo>
                  <a:pt x="5393" y="8730"/>
                </a:lnTo>
                <a:lnTo>
                  <a:pt x="5393" y="8795"/>
                </a:lnTo>
                <a:lnTo>
                  <a:pt x="5393" y="8923"/>
                </a:lnTo>
                <a:lnTo>
                  <a:pt x="5393" y="8987"/>
                </a:lnTo>
                <a:lnTo>
                  <a:pt x="5414" y="9030"/>
                </a:lnTo>
                <a:lnTo>
                  <a:pt x="5414" y="9030"/>
                </a:lnTo>
                <a:lnTo>
                  <a:pt x="5478" y="9094"/>
                </a:lnTo>
                <a:lnTo>
                  <a:pt x="5542" y="9116"/>
                </a:lnTo>
                <a:lnTo>
                  <a:pt x="5585" y="9094"/>
                </a:lnTo>
                <a:lnTo>
                  <a:pt x="5628" y="9051"/>
                </a:lnTo>
                <a:lnTo>
                  <a:pt x="5692" y="8944"/>
                </a:lnTo>
                <a:lnTo>
                  <a:pt x="5756" y="8837"/>
                </a:lnTo>
                <a:lnTo>
                  <a:pt x="5756" y="8837"/>
                </a:lnTo>
                <a:lnTo>
                  <a:pt x="5820" y="8880"/>
                </a:lnTo>
                <a:lnTo>
                  <a:pt x="5885" y="8902"/>
                </a:lnTo>
                <a:lnTo>
                  <a:pt x="5949" y="8880"/>
                </a:lnTo>
                <a:lnTo>
                  <a:pt x="5992" y="8859"/>
                </a:lnTo>
                <a:lnTo>
                  <a:pt x="6034" y="8816"/>
                </a:lnTo>
                <a:lnTo>
                  <a:pt x="6077" y="8752"/>
                </a:lnTo>
                <a:lnTo>
                  <a:pt x="6099" y="8688"/>
                </a:lnTo>
                <a:lnTo>
                  <a:pt x="6099" y="8623"/>
                </a:lnTo>
                <a:lnTo>
                  <a:pt x="6099" y="8623"/>
                </a:lnTo>
                <a:lnTo>
                  <a:pt x="6077" y="8581"/>
                </a:lnTo>
                <a:lnTo>
                  <a:pt x="6056" y="8516"/>
                </a:lnTo>
                <a:lnTo>
                  <a:pt x="5992" y="8388"/>
                </a:lnTo>
                <a:lnTo>
                  <a:pt x="5799" y="8174"/>
                </a:lnTo>
                <a:lnTo>
                  <a:pt x="5799" y="8174"/>
                </a:lnTo>
                <a:lnTo>
                  <a:pt x="5628" y="7939"/>
                </a:lnTo>
                <a:lnTo>
                  <a:pt x="5435" y="7703"/>
                </a:lnTo>
                <a:lnTo>
                  <a:pt x="5371" y="7596"/>
                </a:lnTo>
                <a:lnTo>
                  <a:pt x="5328" y="7468"/>
                </a:lnTo>
                <a:lnTo>
                  <a:pt x="5307" y="7318"/>
                </a:lnTo>
                <a:lnTo>
                  <a:pt x="5328" y="7190"/>
                </a:lnTo>
                <a:lnTo>
                  <a:pt x="5328" y="7190"/>
                </a:lnTo>
                <a:lnTo>
                  <a:pt x="5371" y="7040"/>
                </a:lnTo>
                <a:lnTo>
                  <a:pt x="5457" y="6933"/>
                </a:lnTo>
                <a:lnTo>
                  <a:pt x="5564" y="6826"/>
                </a:lnTo>
                <a:lnTo>
                  <a:pt x="5671" y="6719"/>
                </a:lnTo>
                <a:lnTo>
                  <a:pt x="5885" y="6527"/>
                </a:lnTo>
                <a:lnTo>
                  <a:pt x="5992" y="6420"/>
                </a:lnTo>
                <a:lnTo>
                  <a:pt x="6077" y="6313"/>
                </a:lnTo>
                <a:lnTo>
                  <a:pt x="6077" y="6313"/>
                </a:lnTo>
                <a:close/>
                <a:moveTo>
                  <a:pt x="5671" y="5478"/>
                </a:moveTo>
                <a:lnTo>
                  <a:pt x="5671" y="5478"/>
                </a:lnTo>
                <a:lnTo>
                  <a:pt x="5628" y="5435"/>
                </a:lnTo>
                <a:lnTo>
                  <a:pt x="5542" y="5414"/>
                </a:lnTo>
                <a:lnTo>
                  <a:pt x="5521" y="5393"/>
                </a:lnTo>
                <a:lnTo>
                  <a:pt x="5500" y="5350"/>
                </a:lnTo>
                <a:lnTo>
                  <a:pt x="5500" y="5307"/>
                </a:lnTo>
                <a:lnTo>
                  <a:pt x="5521" y="5264"/>
                </a:lnTo>
                <a:lnTo>
                  <a:pt x="5521" y="5264"/>
                </a:lnTo>
                <a:lnTo>
                  <a:pt x="5564" y="5200"/>
                </a:lnTo>
                <a:lnTo>
                  <a:pt x="5607" y="5200"/>
                </a:lnTo>
                <a:lnTo>
                  <a:pt x="5628" y="5222"/>
                </a:lnTo>
                <a:lnTo>
                  <a:pt x="5649" y="5264"/>
                </a:lnTo>
                <a:lnTo>
                  <a:pt x="5671" y="5393"/>
                </a:lnTo>
                <a:lnTo>
                  <a:pt x="5671" y="5478"/>
                </a:lnTo>
                <a:lnTo>
                  <a:pt x="5671" y="5478"/>
                </a:lnTo>
                <a:close/>
                <a:moveTo>
                  <a:pt x="5500" y="4729"/>
                </a:moveTo>
                <a:lnTo>
                  <a:pt x="5500" y="4729"/>
                </a:lnTo>
                <a:lnTo>
                  <a:pt x="5542" y="4772"/>
                </a:lnTo>
                <a:lnTo>
                  <a:pt x="5542" y="4836"/>
                </a:lnTo>
                <a:lnTo>
                  <a:pt x="5542" y="4836"/>
                </a:lnTo>
                <a:lnTo>
                  <a:pt x="5521" y="4836"/>
                </a:lnTo>
                <a:lnTo>
                  <a:pt x="5500" y="4815"/>
                </a:lnTo>
                <a:lnTo>
                  <a:pt x="5500" y="4729"/>
                </a:lnTo>
                <a:lnTo>
                  <a:pt x="5500" y="4729"/>
                </a:lnTo>
                <a:close/>
                <a:moveTo>
                  <a:pt x="5500" y="4965"/>
                </a:moveTo>
                <a:lnTo>
                  <a:pt x="5500" y="4965"/>
                </a:lnTo>
                <a:lnTo>
                  <a:pt x="5478" y="4986"/>
                </a:lnTo>
                <a:lnTo>
                  <a:pt x="5457" y="5008"/>
                </a:lnTo>
                <a:lnTo>
                  <a:pt x="5414" y="5008"/>
                </a:lnTo>
                <a:lnTo>
                  <a:pt x="5414" y="5050"/>
                </a:lnTo>
                <a:lnTo>
                  <a:pt x="5414" y="5050"/>
                </a:lnTo>
                <a:lnTo>
                  <a:pt x="5393" y="5029"/>
                </a:lnTo>
                <a:lnTo>
                  <a:pt x="5393" y="5008"/>
                </a:lnTo>
                <a:lnTo>
                  <a:pt x="5414" y="4965"/>
                </a:lnTo>
                <a:lnTo>
                  <a:pt x="5457" y="4922"/>
                </a:lnTo>
                <a:lnTo>
                  <a:pt x="5478" y="4943"/>
                </a:lnTo>
                <a:lnTo>
                  <a:pt x="5500" y="4965"/>
                </a:lnTo>
                <a:lnTo>
                  <a:pt x="5500" y="4965"/>
                </a:lnTo>
                <a:close/>
                <a:moveTo>
                  <a:pt x="5435" y="6035"/>
                </a:moveTo>
                <a:lnTo>
                  <a:pt x="5435" y="6035"/>
                </a:lnTo>
                <a:lnTo>
                  <a:pt x="5393" y="5992"/>
                </a:lnTo>
                <a:lnTo>
                  <a:pt x="5371" y="5928"/>
                </a:lnTo>
                <a:lnTo>
                  <a:pt x="5371" y="5928"/>
                </a:lnTo>
                <a:lnTo>
                  <a:pt x="5414" y="5928"/>
                </a:lnTo>
                <a:lnTo>
                  <a:pt x="5435" y="5949"/>
                </a:lnTo>
                <a:lnTo>
                  <a:pt x="5435" y="6035"/>
                </a:lnTo>
                <a:lnTo>
                  <a:pt x="5435" y="6035"/>
                </a:lnTo>
                <a:close/>
                <a:moveTo>
                  <a:pt x="4259" y="3018"/>
                </a:moveTo>
                <a:lnTo>
                  <a:pt x="4259" y="3018"/>
                </a:lnTo>
                <a:lnTo>
                  <a:pt x="4280" y="3039"/>
                </a:lnTo>
                <a:lnTo>
                  <a:pt x="4280" y="3061"/>
                </a:lnTo>
                <a:lnTo>
                  <a:pt x="4280" y="3103"/>
                </a:lnTo>
                <a:lnTo>
                  <a:pt x="4259" y="3125"/>
                </a:lnTo>
                <a:lnTo>
                  <a:pt x="4216" y="3125"/>
                </a:lnTo>
                <a:lnTo>
                  <a:pt x="4194" y="3125"/>
                </a:lnTo>
                <a:lnTo>
                  <a:pt x="4152" y="3103"/>
                </a:lnTo>
                <a:lnTo>
                  <a:pt x="4109" y="3082"/>
                </a:lnTo>
                <a:lnTo>
                  <a:pt x="4109" y="3082"/>
                </a:lnTo>
                <a:lnTo>
                  <a:pt x="4109" y="3039"/>
                </a:lnTo>
                <a:lnTo>
                  <a:pt x="4109" y="3018"/>
                </a:lnTo>
                <a:lnTo>
                  <a:pt x="4152" y="2996"/>
                </a:lnTo>
                <a:lnTo>
                  <a:pt x="4194" y="2996"/>
                </a:lnTo>
                <a:lnTo>
                  <a:pt x="4259" y="3018"/>
                </a:lnTo>
                <a:lnTo>
                  <a:pt x="4259" y="3018"/>
                </a:lnTo>
                <a:close/>
                <a:moveTo>
                  <a:pt x="3788" y="3018"/>
                </a:moveTo>
                <a:lnTo>
                  <a:pt x="3788" y="3018"/>
                </a:lnTo>
                <a:lnTo>
                  <a:pt x="3831" y="3039"/>
                </a:lnTo>
                <a:lnTo>
                  <a:pt x="3831" y="3082"/>
                </a:lnTo>
                <a:lnTo>
                  <a:pt x="3831" y="3189"/>
                </a:lnTo>
                <a:lnTo>
                  <a:pt x="3788" y="3274"/>
                </a:lnTo>
                <a:lnTo>
                  <a:pt x="3767" y="3296"/>
                </a:lnTo>
                <a:lnTo>
                  <a:pt x="3745" y="3296"/>
                </a:lnTo>
                <a:lnTo>
                  <a:pt x="3745" y="3296"/>
                </a:lnTo>
                <a:lnTo>
                  <a:pt x="3724" y="3274"/>
                </a:lnTo>
                <a:lnTo>
                  <a:pt x="3724" y="3253"/>
                </a:lnTo>
                <a:lnTo>
                  <a:pt x="3745" y="3168"/>
                </a:lnTo>
                <a:lnTo>
                  <a:pt x="3767" y="3082"/>
                </a:lnTo>
                <a:lnTo>
                  <a:pt x="3788" y="3018"/>
                </a:lnTo>
                <a:lnTo>
                  <a:pt x="3788" y="3018"/>
                </a:lnTo>
                <a:close/>
                <a:moveTo>
                  <a:pt x="4473" y="5692"/>
                </a:moveTo>
                <a:lnTo>
                  <a:pt x="4473" y="5692"/>
                </a:lnTo>
                <a:lnTo>
                  <a:pt x="4430" y="5863"/>
                </a:lnTo>
                <a:lnTo>
                  <a:pt x="4366" y="6013"/>
                </a:lnTo>
                <a:lnTo>
                  <a:pt x="4280" y="6120"/>
                </a:lnTo>
                <a:lnTo>
                  <a:pt x="4152" y="6249"/>
                </a:lnTo>
                <a:lnTo>
                  <a:pt x="4152" y="6249"/>
                </a:lnTo>
                <a:lnTo>
                  <a:pt x="3938" y="6441"/>
                </a:lnTo>
                <a:lnTo>
                  <a:pt x="3831" y="6569"/>
                </a:lnTo>
                <a:lnTo>
                  <a:pt x="3809" y="6634"/>
                </a:lnTo>
                <a:lnTo>
                  <a:pt x="3788" y="6698"/>
                </a:lnTo>
                <a:lnTo>
                  <a:pt x="3788" y="6698"/>
                </a:lnTo>
                <a:lnTo>
                  <a:pt x="3788" y="6783"/>
                </a:lnTo>
                <a:lnTo>
                  <a:pt x="3788" y="6783"/>
                </a:lnTo>
                <a:lnTo>
                  <a:pt x="3788" y="6741"/>
                </a:lnTo>
                <a:lnTo>
                  <a:pt x="3788" y="6676"/>
                </a:lnTo>
                <a:lnTo>
                  <a:pt x="3788" y="6676"/>
                </a:lnTo>
                <a:lnTo>
                  <a:pt x="3788" y="6762"/>
                </a:lnTo>
                <a:lnTo>
                  <a:pt x="3788" y="6869"/>
                </a:lnTo>
                <a:lnTo>
                  <a:pt x="3831" y="7104"/>
                </a:lnTo>
                <a:lnTo>
                  <a:pt x="3852" y="7211"/>
                </a:lnTo>
                <a:lnTo>
                  <a:pt x="3873" y="7318"/>
                </a:lnTo>
                <a:lnTo>
                  <a:pt x="3852" y="7425"/>
                </a:lnTo>
                <a:lnTo>
                  <a:pt x="3809" y="7511"/>
                </a:lnTo>
                <a:lnTo>
                  <a:pt x="3809" y="7511"/>
                </a:lnTo>
                <a:lnTo>
                  <a:pt x="3788" y="7575"/>
                </a:lnTo>
                <a:lnTo>
                  <a:pt x="3724" y="7618"/>
                </a:lnTo>
                <a:lnTo>
                  <a:pt x="3595" y="7682"/>
                </a:lnTo>
                <a:lnTo>
                  <a:pt x="3403" y="7725"/>
                </a:lnTo>
                <a:lnTo>
                  <a:pt x="3210" y="7746"/>
                </a:lnTo>
                <a:lnTo>
                  <a:pt x="3018" y="7746"/>
                </a:lnTo>
                <a:lnTo>
                  <a:pt x="2825" y="7703"/>
                </a:lnTo>
                <a:lnTo>
                  <a:pt x="2675" y="7661"/>
                </a:lnTo>
                <a:lnTo>
                  <a:pt x="2568" y="7596"/>
                </a:lnTo>
                <a:lnTo>
                  <a:pt x="2568" y="7596"/>
                </a:lnTo>
                <a:lnTo>
                  <a:pt x="2526" y="7532"/>
                </a:lnTo>
                <a:lnTo>
                  <a:pt x="2504" y="7489"/>
                </a:lnTo>
                <a:lnTo>
                  <a:pt x="2461" y="7340"/>
                </a:lnTo>
                <a:lnTo>
                  <a:pt x="2461" y="7211"/>
                </a:lnTo>
                <a:lnTo>
                  <a:pt x="2440" y="7062"/>
                </a:lnTo>
                <a:lnTo>
                  <a:pt x="2440" y="7062"/>
                </a:lnTo>
                <a:lnTo>
                  <a:pt x="2376" y="6890"/>
                </a:lnTo>
                <a:lnTo>
                  <a:pt x="2312" y="6741"/>
                </a:lnTo>
                <a:lnTo>
                  <a:pt x="2119" y="6462"/>
                </a:lnTo>
                <a:lnTo>
                  <a:pt x="2119" y="6462"/>
                </a:lnTo>
                <a:lnTo>
                  <a:pt x="1905" y="6120"/>
                </a:lnTo>
                <a:lnTo>
                  <a:pt x="1841" y="5970"/>
                </a:lnTo>
                <a:lnTo>
                  <a:pt x="1777" y="5799"/>
                </a:lnTo>
                <a:lnTo>
                  <a:pt x="1734" y="5628"/>
                </a:lnTo>
                <a:lnTo>
                  <a:pt x="1734" y="5457"/>
                </a:lnTo>
                <a:lnTo>
                  <a:pt x="1755" y="5264"/>
                </a:lnTo>
                <a:lnTo>
                  <a:pt x="1819" y="5072"/>
                </a:lnTo>
                <a:lnTo>
                  <a:pt x="1819" y="5072"/>
                </a:lnTo>
                <a:lnTo>
                  <a:pt x="1884" y="4922"/>
                </a:lnTo>
                <a:lnTo>
                  <a:pt x="1969" y="4794"/>
                </a:lnTo>
                <a:lnTo>
                  <a:pt x="2076" y="4644"/>
                </a:lnTo>
                <a:lnTo>
                  <a:pt x="2205" y="4494"/>
                </a:lnTo>
                <a:lnTo>
                  <a:pt x="2333" y="4366"/>
                </a:lnTo>
                <a:lnTo>
                  <a:pt x="2483" y="4259"/>
                </a:lnTo>
                <a:lnTo>
                  <a:pt x="2633" y="4152"/>
                </a:lnTo>
                <a:lnTo>
                  <a:pt x="2782" y="4066"/>
                </a:lnTo>
                <a:lnTo>
                  <a:pt x="2953" y="4002"/>
                </a:lnTo>
                <a:lnTo>
                  <a:pt x="3103" y="3938"/>
                </a:lnTo>
                <a:lnTo>
                  <a:pt x="3274" y="3916"/>
                </a:lnTo>
                <a:lnTo>
                  <a:pt x="3446" y="3916"/>
                </a:lnTo>
                <a:lnTo>
                  <a:pt x="3595" y="3959"/>
                </a:lnTo>
                <a:lnTo>
                  <a:pt x="3745" y="4023"/>
                </a:lnTo>
                <a:lnTo>
                  <a:pt x="3895" y="4130"/>
                </a:lnTo>
                <a:lnTo>
                  <a:pt x="4045" y="4259"/>
                </a:lnTo>
                <a:lnTo>
                  <a:pt x="4045" y="4259"/>
                </a:lnTo>
                <a:lnTo>
                  <a:pt x="4152" y="4408"/>
                </a:lnTo>
                <a:lnTo>
                  <a:pt x="4259" y="4580"/>
                </a:lnTo>
                <a:lnTo>
                  <a:pt x="4323" y="4751"/>
                </a:lnTo>
                <a:lnTo>
                  <a:pt x="4387" y="4943"/>
                </a:lnTo>
                <a:lnTo>
                  <a:pt x="4430" y="5115"/>
                </a:lnTo>
                <a:lnTo>
                  <a:pt x="4473" y="5307"/>
                </a:lnTo>
                <a:lnTo>
                  <a:pt x="4473" y="5500"/>
                </a:lnTo>
                <a:lnTo>
                  <a:pt x="4473" y="5692"/>
                </a:lnTo>
                <a:lnTo>
                  <a:pt x="4473" y="5692"/>
                </a:lnTo>
                <a:close/>
                <a:moveTo>
                  <a:pt x="4836" y="4088"/>
                </a:moveTo>
                <a:lnTo>
                  <a:pt x="4836" y="4088"/>
                </a:lnTo>
                <a:lnTo>
                  <a:pt x="4900" y="4088"/>
                </a:lnTo>
                <a:lnTo>
                  <a:pt x="4922" y="4109"/>
                </a:lnTo>
                <a:lnTo>
                  <a:pt x="4943" y="4152"/>
                </a:lnTo>
                <a:lnTo>
                  <a:pt x="4965" y="4216"/>
                </a:lnTo>
                <a:lnTo>
                  <a:pt x="4965" y="4216"/>
                </a:lnTo>
                <a:lnTo>
                  <a:pt x="4900" y="4216"/>
                </a:lnTo>
                <a:lnTo>
                  <a:pt x="4858" y="4195"/>
                </a:lnTo>
                <a:lnTo>
                  <a:pt x="4836" y="4152"/>
                </a:lnTo>
                <a:lnTo>
                  <a:pt x="4836" y="4088"/>
                </a:lnTo>
                <a:lnTo>
                  <a:pt x="4836" y="4088"/>
                </a:lnTo>
                <a:close/>
                <a:moveTo>
                  <a:pt x="4965" y="5435"/>
                </a:moveTo>
                <a:lnTo>
                  <a:pt x="4965" y="5435"/>
                </a:lnTo>
                <a:lnTo>
                  <a:pt x="5007" y="5435"/>
                </a:lnTo>
                <a:lnTo>
                  <a:pt x="5029" y="5457"/>
                </a:lnTo>
                <a:lnTo>
                  <a:pt x="5093" y="5521"/>
                </a:lnTo>
                <a:lnTo>
                  <a:pt x="5093" y="5607"/>
                </a:lnTo>
                <a:lnTo>
                  <a:pt x="5093" y="5628"/>
                </a:lnTo>
                <a:lnTo>
                  <a:pt x="5072" y="5649"/>
                </a:lnTo>
                <a:lnTo>
                  <a:pt x="5072" y="5649"/>
                </a:lnTo>
                <a:lnTo>
                  <a:pt x="5029" y="5671"/>
                </a:lnTo>
                <a:lnTo>
                  <a:pt x="4986" y="5649"/>
                </a:lnTo>
                <a:lnTo>
                  <a:pt x="4922" y="5585"/>
                </a:lnTo>
                <a:lnTo>
                  <a:pt x="4922" y="5542"/>
                </a:lnTo>
                <a:lnTo>
                  <a:pt x="4900" y="5500"/>
                </a:lnTo>
                <a:lnTo>
                  <a:pt x="4922" y="5457"/>
                </a:lnTo>
                <a:lnTo>
                  <a:pt x="4965" y="5435"/>
                </a:lnTo>
                <a:lnTo>
                  <a:pt x="4965" y="5435"/>
                </a:lnTo>
                <a:close/>
                <a:moveTo>
                  <a:pt x="5114" y="6077"/>
                </a:moveTo>
                <a:lnTo>
                  <a:pt x="5114" y="6077"/>
                </a:lnTo>
                <a:lnTo>
                  <a:pt x="5093" y="6077"/>
                </a:lnTo>
                <a:lnTo>
                  <a:pt x="5072" y="6077"/>
                </a:lnTo>
                <a:lnTo>
                  <a:pt x="5007" y="6035"/>
                </a:lnTo>
                <a:lnTo>
                  <a:pt x="4986" y="5970"/>
                </a:lnTo>
                <a:lnTo>
                  <a:pt x="5007" y="5906"/>
                </a:lnTo>
                <a:lnTo>
                  <a:pt x="5007" y="5906"/>
                </a:lnTo>
                <a:lnTo>
                  <a:pt x="5029" y="5885"/>
                </a:lnTo>
                <a:lnTo>
                  <a:pt x="5072" y="5885"/>
                </a:lnTo>
                <a:lnTo>
                  <a:pt x="5114" y="5949"/>
                </a:lnTo>
                <a:lnTo>
                  <a:pt x="5157" y="6013"/>
                </a:lnTo>
                <a:lnTo>
                  <a:pt x="5136" y="6056"/>
                </a:lnTo>
                <a:lnTo>
                  <a:pt x="5114" y="6077"/>
                </a:lnTo>
                <a:lnTo>
                  <a:pt x="5114" y="6077"/>
                </a:lnTo>
                <a:close/>
                <a:moveTo>
                  <a:pt x="5007" y="4836"/>
                </a:moveTo>
                <a:lnTo>
                  <a:pt x="5007" y="4836"/>
                </a:lnTo>
                <a:lnTo>
                  <a:pt x="4986" y="4815"/>
                </a:lnTo>
                <a:lnTo>
                  <a:pt x="4965" y="4794"/>
                </a:lnTo>
                <a:lnTo>
                  <a:pt x="5007" y="4729"/>
                </a:lnTo>
                <a:lnTo>
                  <a:pt x="5050" y="4687"/>
                </a:lnTo>
                <a:lnTo>
                  <a:pt x="5093" y="4665"/>
                </a:lnTo>
                <a:lnTo>
                  <a:pt x="5136" y="4687"/>
                </a:lnTo>
                <a:lnTo>
                  <a:pt x="5136" y="4687"/>
                </a:lnTo>
                <a:lnTo>
                  <a:pt x="5157" y="4708"/>
                </a:lnTo>
                <a:lnTo>
                  <a:pt x="5157" y="4729"/>
                </a:lnTo>
                <a:lnTo>
                  <a:pt x="5136" y="4794"/>
                </a:lnTo>
                <a:lnTo>
                  <a:pt x="5072" y="4858"/>
                </a:lnTo>
                <a:lnTo>
                  <a:pt x="5050" y="4858"/>
                </a:lnTo>
                <a:lnTo>
                  <a:pt x="5007" y="4836"/>
                </a:lnTo>
                <a:lnTo>
                  <a:pt x="5007" y="4836"/>
                </a:lnTo>
                <a:close/>
                <a:moveTo>
                  <a:pt x="5307" y="6527"/>
                </a:moveTo>
                <a:lnTo>
                  <a:pt x="5307" y="6527"/>
                </a:lnTo>
                <a:lnTo>
                  <a:pt x="5286" y="6569"/>
                </a:lnTo>
                <a:lnTo>
                  <a:pt x="5264" y="6591"/>
                </a:lnTo>
                <a:lnTo>
                  <a:pt x="5243" y="6612"/>
                </a:lnTo>
                <a:lnTo>
                  <a:pt x="5221" y="6591"/>
                </a:lnTo>
                <a:lnTo>
                  <a:pt x="5179" y="6548"/>
                </a:lnTo>
                <a:lnTo>
                  <a:pt x="5200" y="6505"/>
                </a:lnTo>
                <a:lnTo>
                  <a:pt x="5200" y="6462"/>
                </a:lnTo>
                <a:lnTo>
                  <a:pt x="5200" y="6462"/>
                </a:lnTo>
                <a:lnTo>
                  <a:pt x="5243" y="6420"/>
                </a:lnTo>
                <a:lnTo>
                  <a:pt x="5286" y="6420"/>
                </a:lnTo>
                <a:lnTo>
                  <a:pt x="5307" y="6462"/>
                </a:lnTo>
                <a:lnTo>
                  <a:pt x="5307" y="6527"/>
                </a:lnTo>
                <a:lnTo>
                  <a:pt x="5307" y="6527"/>
                </a:lnTo>
                <a:close/>
                <a:moveTo>
                  <a:pt x="3403" y="5842"/>
                </a:moveTo>
                <a:lnTo>
                  <a:pt x="3403" y="5842"/>
                </a:lnTo>
                <a:lnTo>
                  <a:pt x="3446" y="5906"/>
                </a:lnTo>
                <a:lnTo>
                  <a:pt x="3488" y="5949"/>
                </a:lnTo>
                <a:lnTo>
                  <a:pt x="3553" y="5970"/>
                </a:lnTo>
                <a:lnTo>
                  <a:pt x="3617" y="5992"/>
                </a:lnTo>
                <a:lnTo>
                  <a:pt x="3681" y="5970"/>
                </a:lnTo>
                <a:lnTo>
                  <a:pt x="3745" y="5949"/>
                </a:lnTo>
                <a:lnTo>
                  <a:pt x="3895" y="5885"/>
                </a:lnTo>
                <a:lnTo>
                  <a:pt x="4002" y="5756"/>
                </a:lnTo>
                <a:lnTo>
                  <a:pt x="4087" y="5628"/>
                </a:lnTo>
                <a:lnTo>
                  <a:pt x="4109" y="5542"/>
                </a:lnTo>
                <a:lnTo>
                  <a:pt x="4130" y="5478"/>
                </a:lnTo>
                <a:lnTo>
                  <a:pt x="4109" y="5393"/>
                </a:lnTo>
                <a:lnTo>
                  <a:pt x="4087" y="5328"/>
                </a:lnTo>
                <a:lnTo>
                  <a:pt x="4087" y="5328"/>
                </a:lnTo>
                <a:lnTo>
                  <a:pt x="4045" y="5264"/>
                </a:lnTo>
                <a:lnTo>
                  <a:pt x="4002" y="5243"/>
                </a:lnTo>
                <a:lnTo>
                  <a:pt x="3938" y="5222"/>
                </a:lnTo>
                <a:lnTo>
                  <a:pt x="3873" y="5222"/>
                </a:lnTo>
                <a:lnTo>
                  <a:pt x="3745" y="5243"/>
                </a:lnTo>
                <a:lnTo>
                  <a:pt x="3617" y="5328"/>
                </a:lnTo>
                <a:lnTo>
                  <a:pt x="3510" y="5435"/>
                </a:lnTo>
                <a:lnTo>
                  <a:pt x="3424" y="5564"/>
                </a:lnTo>
                <a:lnTo>
                  <a:pt x="3381" y="5714"/>
                </a:lnTo>
                <a:lnTo>
                  <a:pt x="3381" y="5778"/>
                </a:lnTo>
                <a:lnTo>
                  <a:pt x="3403" y="5842"/>
                </a:lnTo>
                <a:lnTo>
                  <a:pt x="3403" y="5842"/>
                </a:lnTo>
                <a:close/>
                <a:moveTo>
                  <a:pt x="2889" y="5949"/>
                </a:moveTo>
                <a:lnTo>
                  <a:pt x="2889" y="5949"/>
                </a:lnTo>
                <a:lnTo>
                  <a:pt x="2932" y="5885"/>
                </a:lnTo>
                <a:lnTo>
                  <a:pt x="2953" y="5799"/>
                </a:lnTo>
                <a:lnTo>
                  <a:pt x="2953" y="5735"/>
                </a:lnTo>
                <a:lnTo>
                  <a:pt x="2932" y="5649"/>
                </a:lnTo>
                <a:lnTo>
                  <a:pt x="2889" y="5585"/>
                </a:lnTo>
                <a:lnTo>
                  <a:pt x="2846" y="5500"/>
                </a:lnTo>
                <a:lnTo>
                  <a:pt x="2718" y="5371"/>
                </a:lnTo>
                <a:lnTo>
                  <a:pt x="2568" y="5286"/>
                </a:lnTo>
                <a:lnTo>
                  <a:pt x="2504" y="5243"/>
                </a:lnTo>
                <a:lnTo>
                  <a:pt x="2419" y="5243"/>
                </a:lnTo>
                <a:lnTo>
                  <a:pt x="2354" y="5243"/>
                </a:lnTo>
                <a:lnTo>
                  <a:pt x="2269" y="5264"/>
                </a:lnTo>
                <a:lnTo>
                  <a:pt x="2226" y="5307"/>
                </a:lnTo>
                <a:lnTo>
                  <a:pt x="2162" y="5371"/>
                </a:lnTo>
                <a:lnTo>
                  <a:pt x="2162" y="5371"/>
                </a:lnTo>
                <a:lnTo>
                  <a:pt x="2140" y="5435"/>
                </a:lnTo>
                <a:lnTo>
                  <a:pt x="2140" y="5500"/>
                </a:lnTo>
                <a:lnTo>
                  <a:pt x="2140" y="5564"/>
                </a:lnTo>
                <a:lnTo>
                  <a:pt x="2162" y="5649"/>
                </a:lnTo>
                <a:lnTo>
                  <a:pt x="2247" y="5778"/>
                </a:lnTo>
                <a:lnTo>
                  <a:pt x="2376" y="5906"/>
                </a:lnTo>
                <a:lnTo>
                  <a:pt x="2504" y="5992"/>
                </a:lnTo>
                <a:lnTo>
                  <a:pt x="2654" y="6056"/>
                </a:lnTo>
                <a:lnTo>
                  <a:pt x="2718" y="6056"/>
                </a:lnTo>
                <a:lnTo>
                  <a:pt x="2782" y="6035"/>
                </a:lnTo>
                <a:lnTo>
                  <a:pt x="2846" y="6013"/>
                </a:lnTo>
                <a:lnTo>
                  <a:pt x="2889" y="5949"/>
                </a:lnTo>
                <a:lnTo>
                  <a:pt x="2889" y="5949"/>
                </a:lnTo>
                <a:close/>
                <a:moveTo>
                  <a:pt x="3189" y="6291"/>
                </a:moveTo>
                <a:lnTo>
                  <a:pt x="3189" y="6291"/>
                </a:lnTo>
                <a:lnTo>
                  <a:pt x="3125" y="6291"/>
                </a:lnTo>
                <a:lnTo>
                  <a:pt x="3082" y="6313"/>
                </a:lnTo>
                <a:lnTo>
                  <a:pt x="2996" y="6398"/>
                </a:lnTo>
                <a:lnTo>
                  <a:pt x="2932" y="6527"/>
                </a:lnTo>
                <a:lnTo>
                  <a:pt x="2911" y="6634"/>
                </a:lnTo>
                <a:lnTo>
                  <a:pt x="2911" y="6634"/>
                </a:lnTo>
                <a:lnTo>
                  <a:pt x="2932" y="6719"/>
                </a:lnTo>
                <a:lnTo>
                  <a:pt x="2996" y="6783"/>
                </a:lnTo>
                <a:lnTo>
                  <a:pt x="3082" y="6805"/>
                </a:lnTo>
                <a:lnTo>
                  <a:pt x="3167" y="6826"/>
                </a:lnTo>
                <a:lnTo>
                  <a:pt x="3253" y="6826"/>
                </a:lnTo>
                <a:lnTo>
                  <a:pt x="3317" y="6783"/>
                </a:lnTo>
                <a:lnTo>
                  <a:pt x="3360" y="6719"/>
                </a:lnTo>
                <a:lnTo>
                  <a:pt x="3339" y="6655"/>
                </a:lnTo>
                <a:lnTo>
                  <a:pt x="3339" y="6655"/>
                </a:lnTo>
                <a:lnTo>
                  <a:pt x="3274" y="6441"/>
                </a:lnTo>
                <a:lnTo>
                  <a:pt x="3232" y="6334"/>
                </a:lnTo>
                <a:lnTo>
                  <a:pt x="3210" y="6313"/>
                </a:lnTo>
                <a:lnTo>
                  <a:pt x="3189" y="6291"/>
                </a:lnTo>
                <a:lnTo>
                  <a:pt x="3189" y="6291"/>
                </a:lnTo>
                <a:close/>
                <a:moveTo>
                  <a:pt x="3424" y="7104"/>
                </a:moveTo>
                <a:lnTo>
                  <a:pt x="3424" y="7104"/>
                </a:lnTo>
                <a:lnTo>
                  <a:pt x="3381" y="7126"/>
                </a:lnTo>
                <a:lnTo>
                  <a:pt x="3360" y="7169"/>
                </a:lnTo>
                <a:lnTo>
                  <a:pt x="3360" y="7233"/>
                </a:lnTo>
                <a:lnTo>
                  <a:pt x="3360" y="7297"/>
                </a:lnTo>
                <a:lnTo>
                  <a:pt x="3381" y="7340"/>
                </a:lnTo>
                <a:lnTo>
                  <a:pt x="3403" y="7382"/>
                </a:lnTo>
                <a:lnTo>
                  <a:pt x="3446" y="7404"/>
                </a:lnTo>
                <a:lnTo>
                  <a:pt x="3510" y="7382"/>
                </a:lnTo>
                <a:lnTo>
                  <a:pt x="3510" y="7382"/>
                </a:lnTo>
                <a:lnTo>
                  <a:pt x="3531" y="7361"/>
                </a:lnTo>
                <a:lnTo>
                  <a:pt x="3553" y="7318"/>
                </a:lnTo>
                <a:lnTo>
                  <a:pt x="3553" y="7211"/>
                </a:lnTo>
                <a:lnTo>
                  <a:pt x="3531" y="7147"/>
                </a:lnTo>
                <a:lnTo>
                  <a:pt x="3510" y="7126"/>
                </a:lnTo>
                <a:lnTo>
                  <a:pt x="3467" y="7104"/>
                </a:lnTo>
                <a:lnTo>
                  <a:pt x="3424" y="7104"/>
                </a:lnTo>
                <a:lnTo>
                  <a:pt x="3424" y="7104"/>
                </a:lnTo>
                <a:close/>
                <a:moveTo>
                  <a:pt x="2911" y="7404"/>
                </a:moveTo>
                <a:lnTo>
                  <a:pt x="2911" y="7404"/>
                </a:lnTo>
                <a:lnTo>
                  <a:pt x="2932" y="7340"/>
                </a:lnTo>
                <a:lnTo>
                  <a:pt x="2932" y="7254"/>
                </a:lnTo>
                <a:lnTo>
                  <a:pt x="2911" y="7104"/>
                </a:lnTo>
                <a:lnTo>
                  <a:pt x="2911" y="7104"/>
                </a:lnTo>
                <a:lnTo>
                  <a:pt x="2825" y="7104"/>
                </a:lnTo>
                <a:lnTo>
                  <a:pt x="2782" y="7126"/>
                </a:lnTo>
                <a:lnTo>
                  <a:pt x="2740" y="7190"/>
                </a:lnTo>
                <a:lnTo>
                  <a:pt x="2740" y="7254"/>
                </a:lnTo>
                <a:lnTo>
                  <a:pt x="2740" y="7318"/>
                </a:lnTo>
                <a:lnTo>
                  <a:pt x="2782" y="7382"/>
                </a:lnTo>
                <a:lnTo>
                  <a:pt x="2846" y="7404"/>
                </a:lnTo>
                <a:lnTo>
                  <a:pt x="2911" y="7404"/>
                </a:lnTo>
                <a:lnTo>
                  <a:pt x="2911" y="7404"/>
                </a:lnTo>
                <a:close/>
                <a:moveTo>
                  <a:pt x="3103" y="7126"/>
                </a:moveTo>
                <a:lnTo>
                  <a:pt x="3103" y="7126"/>
                </a:lnTo>
                <a:lnTo>
                  <a:pt x="3082" y="7169"/>
                </a:lnTo>
                <a:lnTo>
                  <a:pt x="3060" y="7211"/>
                </a:lnTo>
                <a:lnTo>
                  <a:pt x="3060" y="7318"/>
                </a:lnTo>
                <a:lnTo>
                  <a:pt x="3082" y="7361"/>
                </a:lnTo>
                <a:lnTo>
                  <a:pt x="3125" y="7382"/>
                </a:lnTo>
                <a:lnTo>
                  <a:pt x="3167" y="7382"/>
                </a:lnTo>
                <a:lnTo>
                  <a:pt x="3210" y="7361"/>
                </a:lnTo>
                <a:lnTo>
                  <a:pt x="3210" y="7361"/>
                </a:lnTo>
                <a:lnTo>
                  <a:pt x="3232" y="7318"/>
                </a:lnTo>
                <a:lnTo>
                  <a:pt x="3232" y="7275"/>
                </a:lnTo>
                <a:lnTo>
                  <a:pt x="3232" y="7169"/>
                </a:lnTo>
                <a:lnTo>
                  <a:pt x="3210" y="7126"/>
                </a:lnTo>
                <a:lnTo>
                  <a:pt x="3189" y="7104"/>
                </a:lnTo>
                <a:lnTo>
                  <a:pt x="3146" y="7104"/>
                </a:lnTo>
                <a:lnTo>
                  <a:pt x="3103" y="7126"/>
                </a:lnTo>
                <a:lnTo>
                  <a:pt x="3103" y="7126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4"/>
          <p:cNvSpPr/>
          <p:nvPr/>
        </p:nvSpPr>
        <p:spPr>
          <a:xfrm>
            <a:off x="5911271" y="1028346"/>
            <a:ext cx="430211" cy="325906"/>
          </a:xfrm>
          <a:custGeom>
            <a:rect b="b" l="l" r="r" t="t"/>
            <a:pathLst>
              <a:path extrusionOk="0" h="8731" w="9907">
                <a:moveTo>
                  <a:pt x="9843" y="7960"/>
                </a:moveTo>
                <a:lnTo>
                  <a:pt x="9843" y="7960"/>
                </a:lnTo>
                <a:lnTo>
                  <a:pt x="9757" y="7939"/>
                </a:lnTo>
                <a:lnTo>
                  <a:pt x="9672" y="7939"/>
                </a:lnTo>
                <a:lnTo>
                  <a:pt x="9543" y="7982"/>
                </a:lnTo>
                <a:lnTo>
                  <a:pt x="9436" y="8024"/>
                </a:lnTo>
                <a:lnTo>
                  <a:pt x="9201" y="8153"/>
                </a:lnTo>
                <a:lnTo>
                  <a:pt x="9030" y="8238"/>
                </a:lnTo>
                <a:lnTo>
                  <a:pt x="9030" y="8238"/>
                </a:lnTo>
                <a:lnTo>
                  <a:pt x="9094" y="8046"/>
                </a:lnTo>
                <a:lnTo>
                  <a:pt x="9201" y="7810"/>
                </a:lnTo>
                <a:lnTo>
                  <a:pt x="9222" y="7703"/>
                </a:lnTo>
                <a:lnTo>
                  <a:pt x="9244" y="7596"/>
                </a:lnTo>
                <a:lnTo>
                  <a:pt x="9222" y="7511"/>
                </a:lnTo>
                <a:lnTo>
                  <a:pt x="9201" y="7468"/>
                </a:lnTo>
                <a:lnTo>
                  <a:pt x="9158" y="7447"/>
                </a:lnTo>
                <a:lnTo>
                  <a:pt x="9158" y="7447"/>
                </a:lnTo>
                <a:lnTo>
                  <a:pt x="9051" y="7425"/>
                </a:lnTo>
                <a:lnTo>
                  <a:pt x="8966" y="7447"/>
                </a:lnTo>
                <a:lnTo>
                  <a:pt x="8859" y="7511"/>
                </a:lnTo>
                <a:lnTo>
                  <a:pt x="8730" y="7596"/>
                </a:lnTo>
                <a:lnTo>
                  <a:pt x="8538" y="7746"/>
                </a:lnTo>
                <a:lnTo>
                  <a:pt x="8431" y="7810"/>
                </a:lnTo>
                <a:lnTo>
                  <a:pt x="8345" y="7853"/>
                </a:lnTo>
                <a:lnTo>
                  <a:pt x="8345" y="7853"/>
                </a:lnTo>
                <a:lnTo>
                  <a:pt x="8302" y="7853"/>
                </a:lnTo>
                <a:lnTo>
                  <a:pt x="8302" y="7853"/>
                </a:lnTo>
                <a:lnTo>
                  <a:pt x="8302" y="7768"/>
                </a:lnTo>
                <a:lnTo>
                  <a:pt x="8345" y="7661"/>
                </a:lnTo>
                <a:lnTo>
                  <a:pt x="8431" y="7468"/>
                </a:lnTo>
                <a:lnTo>
                  <a:pt x="8431" y="7468"/>
                </a:lnTo>
                <a:lnTo>
                  <a:pt x="8538" y="7190"/>
                </a:lnTo>
                <a:lnTo>
                  <a:pt x="8623" y="6890"/>
                </a:lnTo>
                <a:lnTo>
                  <a:pt x="8623" y="6890"/>
                </a:lnTo>
                <a:lnTo>
                  <a:pt x="8730" y="6291"/>
                </a:lnTo>
                <a:lnTo>
                  <a:pt x="8859" y="5692"/>
                </a:lnTo>
                <a:lnTo>
                  <a:pt x="8859" y="5692"/>
                </a:lnTo>
                <a:lnTo>
                  <a:pt x="8987" y="5072"/>
                </a:lnTo>
                <a:lnTo>
                  <a:pt x="9137" y="4473"/>
                </a:lnTo>
                <a:lnTo>
                  <a:pt x="9179" y="4152"/>
                </a:lnTo>
                <a:lnTo>
                  <a:pt x="9244" y="3852"/>
                </a:lnTo>
                <a:lnTo>
                  <a:pt x="9265" y="3531"/>
                </a:lnTo>
                <a:lnTo>
                  <a:pt x="9286" y="3210"/>
                </a:lnTo>
                <a:lnTo>
                  <a:pt x="9286" y="3210"/>
                </a:lnTo>
                <a:lnTo>
                  <a:pt x="9265" y="2932"/>
                </a:lnTo>
                <a:lnTo>
                  <a:pt x="9222" y="2654"/>
                </a:lnTo>
                <a:lnTo>
                  <a:pt x="9179" y="2376"/>
                </a:lnTo>
                <a:lnTo>
                  <a:pt x="9158" y="2098"/>
                </a:lnTo>
                <a:lnTo>
                  <a:pt x="9158" y="2098"/>
                </a:lnTo>
                <a:lnTo>
                  <a:pt x="9158" y="1884"/>
                </a:lnTo>
                <a:lnTo>
                  <a:pt x="9158" y="1648"/>
                </a:lnTo>
                <a:lnTo>
                  <a:pt x="9137" y="1541"/>
                </a:lnTo>
                <a:lnTo>
                  <a:pt x="9115" y="1434"/>
                </a:lnTo>
                <a:lnTo>
                  <a:pt x="9072" y="1327"/>
                </a:lnTo>
                <a:lnTo>
                  <a:pt x="9008" y="1220"/>
                </a:lnTo>
                <a:lnTo>
                  <a:pt x="9008" y="1220"/>
                </a:lnTo>
                <a:lnTo>
                  <a:pt x="8859" y="1028"/>
                </a:lnTo>
                <a:lnTo>
                  <a:pt x="8709" y="835"/>
                </a:lnTo>
                <a:lnTo>
                  <a:pt x="8538" y="664"/>
                </a:lnTo>
                <a:lnTo>
                  <a:pt x="8366" y="493"/>
                </a:lnTo>
                <a:lnTo>
                  <a:pt x="8174" y="365"/>
                </a:lnTo>
                <a:lnTo>
                  <a:pt x="7981" y="236"/>
                </a:lnTo>
                <a:lnTo>
                  <a:pt x="7746" y="151"/>
                </a:lnTo>
                <a:lnTo>
                  <a:pt x="7511" y="86"/>
                </a:lnTo>
                <a:lnTo>
                  <a:pt x="7511" y="86"/>
                </a:lnTo>
                <a:lnTo>
                  <a:pt x="7254" y="44"/>
                </a:lnTo>
                <a:lnTo>
                  <a:pt x="6976" y="1"/>
                </a:lnTo>
                <a:lnTo>
                  <a:pt x="6698" y="1"/>
                </a:lnTo>
                <a:lnTo>
                  <a:pt x="6419" y="1"/>
                </a:lnTo>
                <a:lnTo>
                  <a:pt x="5842" y="22"/>
                </a:lnTo>
                <a:lnTo>
                  <a:pt x="5307" y="65"/>
                </a:lnTo>
                <a:lnTo>
                  <a:pt x="5307" y="65"/>
                </a:lnTo>
                <a:lnTo>
                  <a:pt x="4793" y="129"/>
                </a:lnTo>
                <a:lnTo>
                  <a:pt x="4258" y="215"/>
                </a:lnTo>
                <a:lnTo>
                  <a:pt x="4002" y="279"/>
                </a:lnTo>
                <a:lnTo>
                  <a:pt x="3745" y="343"/>
                </a:lnTo>
                <a:lnTo>
                  <a:pt x="3510" y="450"/>
                </a:lnTo>
                <a:lnTo>
                  <a:pt x="3296" y="557"/>
                </a:lnTo>
                <a:lnTo>
                  <a:pt x="3296" y="557"/>
                </a:lnTo>
                <a:lnTo>
                  <a:pt x="3103" y="707"/>
                </a:lnTo>
                <a:lnTo>
                  <a:pt x="2911" y="857"/>
                </a:lnTo>
                <a:lnTo>
                  <a:pt x="2761" y="1049"/>
                </a:lnTo>
                <a:lnTo>
                  <a:pt x="2654" y="1242"/>
                </a:lnTo>
                <a:lnTo>
                  <a:pt x="2525" y="1434"/>
                </a:lnTo>
                <a:lnTo>
                  <a:pt x="2440" y="1670"/>
                </a:lnTo>
                <a:lnTo>
                  <a:pt x="2376" y="1884"/>
                </a:lnTo>
                <a:lnTo>
                  <a:pt x="2311" y="2119"/>
                </a:lnTo>
                <a:lnTo>
                  <a:pt x="2204" y="2611"/>
                </a:lnTo>
                <a:lnTo>
                  <a:pt x="2140" y="3082"/>
                </a:lnTo>
                <a:lnTo>
                  <a:pt x="2076" y="3574"/>
                </a:lnTo>
                <a:lnTo>
                  <a:pt x="2033" y="4002"/>
                </a:lnTo>
                <a:lnTo>
                  <a:pt x="2033" y="4002"/>
                </a:lnTo>
                <a:lnTo>
                  <a:pt x="1862" y="5072"/>
                </a:lnTo>
                <a:lnTo>
                  <a:pt x="1798" y="5607"/>
                </a:lnTo>
                <a:lnTo>
                  <a:pt x="1691" y="6141"/>
                </a:lnTo>
                <a:lnTo>
                  <a:pt x="1691" y="6141"/>
                </a:lnTo>
                <a:lnTo>
                  <a:pt x="1563" y="6676"/>
                </a:lnTo>
                <a:lnTo>
                  <a:pt x="1498" y="6955"/>
                </a:lnTo>
                <a:lnTo>
                  <a:pt x="1456" y="7233"/>
                </a:lnTo>
                <a:lnTo>
                  <a:pt x="1456" y="7233"/>
                </a:lnTo>
                <a:lnTo>
                  <a:pt x="1456" y="7575"/>
                </a:lnTo>
                <a:lnTo>
                  <a:pt x="1434" y="7768"/>
                </a:lnTo>
                <a:lnTo>
                  <a:pt x="1413" y="7832"/>
                </a:lnTo>
                <a:lnTo>
                  <a:pt x="1391" y="7853"/>
                </a:lnTo>
                <a:lnTo>
                  <a:pt x="1391" y="7853"/>
                </a:lnTo>
                <a:lnTo>
                  <a:pt x="1349" y="7789"/>
                </a:lnTo>
                <a:lnTo>
                  <a:pt x="1327" y="7703"/>
                </a:lnTo>
                <a:lnTo>
                  <a:pt x="1306" y="7511"/>
                </a:lnTo>
                <a:lnTo>
                  <a:pt x="1284" y="7318"/>
                </a:lnTo>
                <a:lnTo>
                  <a:pt x="1242" y="7233"/>
                </a:lnTo>
                <a:lnTo>
                  <a:pt x="1177" y="7168"/>
                </a:lnTo>
                <a:lnTo>
                  <a:pt x="1177" y="7168"/>
                </a:lnTo>
                <a:lnTo>
                  <a:pt x="1135" y="7147"/>
                </a:lnTo>
                <a:lnTo>
                  <a:pt x="1092" y="7126"/>
                </a:lnTo>
                <a:lnTo>
                  <a:pt x="1049" y="7147"/>
                </a:lnTo>
                <a:lnTo>
                  <a:pt x="1028" y="7168"/>
                </a:lnTo>
                <a:lnTo>
                  <a:pt x="964" y="7233"/>
                </a:lnTo>
                <a:lnTo>
                  <a:pt x="942" y="7340"/>
                </a:lnTo>
                <a:lnTo>
                  <a:pt x="878" y="7575"/>
                </a:lnTo>
                <a:lnTo>
                  <a:pt x="857" y="7682"/>
                </a:lnTo>
                <a:lnTo>
                  <a:pt x="814" y="7746"/>
                </a:lnTo>
                <a:lnTo>
                  <a:pt x="814" y="7746"/>
                </a:lnTo>
                <a:lnTo>
                  <a:pt x="771" y="7511"/>
                </a:lnTo>
                <a:lnTo>
                  <a:pt x="664" y="7168"/>
                </a:lnTo>
                <a:lnTo>
                  <a:pt x="600" y="7019"/>
                </a:lnTo>
                <a:lnTo>
                  <a:pt x="536" y="6912"/>
                </a:lnTo>
                <a:lnTo>
                  <a:pt x="471" y="6869"/>
                </a:lnTo>
                <a:lnTo>
                  <a:pt x="429" y="6848"/>
                </a:lnTo>
                <a:lnTo>
                  <a:pt x="386" y="6848"/>
                </a:lnTo>
                <a:lnTo>
                  <a:pt x="343" y="6869"/>
                </a:lnTo>
                <a:lnTo>
                  <a:pt x="343" y="6869"/>
                </a:lnTo>
                <a:lnTo>
                  <a:pt x="300" y="6912"/>
                </a:lnTo>
                <a:lnTo>
                  <a:pt x="279" y="6955"/>
                </a:lnTo>
                <a:lnTo>
                  <a:pt x="236" y="7104"/>
                </a:lnTo>
                <a:lnTo>
                  <a:pt x="193" y="7361"/>
                </a:lnTo>
                <a:lnTo>
                  <a:pt x="193" y="7361"/>
                </a:lnTo>
                <a:lnTo>
                  <a:pt x="129" y="7639"/>
                </a:lnTo>
                <a:lnTo>
                  <a:pt x="65" y="7939"/>
                </a:lnTo>
                <a:lnTo>
                  <a:pt x="65" y="7939"/>
                </a:lnTo>
                <a:lnTo>
                  <a:pt x="43" y="8067"/>
                </a:lnTo>
                <a:lnTo>
                  <a:pt x="1" y="8238"/>
                </a:lnTo>
                <a:lnTo>
                  <a:pt x="1" y="8302"/>
                </a:lnTo>
                <a:lnTo>
                  <a:pt x="1" y="8367"/>
                </a:lnTo>
                <a:lnTo>
                  <a:pt x="43" y="8409"/>
                </a:lnTo>
                <a:lnTo>
                  <a:pt x="86" y="8431"/>
                </a:lnTo>
                <a:lnTo>
                  <a:pt x="86" y="8431"/>
                </a:lnTo>
                <a:lnTo>
                  <a:pt x="129" y="8409"/>
                </a:lnTo>
                <a:lnTo>
                  <a:pt x="172" y="8388"/>
                </a:lnTo>
                <a:lnTo>
                  <a:pt x="215" y="8324"/>
                </a:lnTo>
                <a:lnTo>
                  <a:pt x="279" y="8174"/>
                </a:lnTo>
                <a:lnTo>
                  <a:pt x="279" y="8174"/>
                </a:lnTo>
                <a:lnTo>
                  <a:pt x="322" y="7960"/>
                </a:lnTo>
                <a:lnTo>
                  <a:pt x="364" y="7725"/>
                </a:lnTo>
                <a:lnTo>
                  <a:pt x="407" y="7511"/>
                </a:lnTo>
                <a:lnTo>
                  <a:pt x="429" y="7425"/>
                </a:lnTo>
                <a:lnTo>
                  <a:pt x="471" y="7318"/>
                </a:lnTo>
                <a:lnTo>
                  <a:pt x="471" y="7318"/>
                </a:lnTo>
                <a:lnTo>
                  <a:pt x="514" y="7511"/>
                </a:lnTo>
                <a:lnTo>
                  <a:pt x="557" y="7682"/>
                </a:lnTo>
                <a:lnTo>
                  <a:pt x="664" y="8024"/>
                </a:lnTo>
                <a:lnTo>
                  <a:pt x="664" y="8024"/>
                </a:lnTo>
                <a:lnTo>
                  <a:pt x="664" y="8195"/>
                </a:lnTo>
                <a:lnTo>
                  <a:pt x="685" y="8281"/>
                </a:lnTo>
                <a:lnTo>
                  <a:pt x="707" y="8367"/>
                </a:lnTo>
                <a:lnTo>
                  <a:pt x="707" y="8367"/>
                </a:lnTo>
                <a:lnTo>
                  <a:pt x="750" y="8431"/>
                </a:lnTo>
                <a:lnTo>
                  <a:pt x="792" y="8452"/>
                </a:lnTo>
                <a:lnTo>
                  <a:pt x="814" y="8474"/>
                </a:lnTo>
                <a:lnTo>
                  <a:pt x="857" y="8452"/>
                </a:lnTo>
                <a:lnTo>
                  <a:pt x="921" y="8388"/>
                </a:lnTo>
                <a:lnTo>
                  <a:pt x="964" y="8281"/>
                </a:lnTo>
                <a:lnTo>
                  <a:pt x="1049" y="8024"/>
                </a:lnTo>
                <a:lnTo>
                  <a:pt x="1092" y="7832"/>
                </a:lnTo>
                <a:lnTo>
                  <a:pt x="1092" y="7832"/>
                </a:lnTo>
                <a:lnTo>
                  <a:pt x="1113" y="7939"/>
                </a:lnTo>
                <a:lnTo>
                  <a:pt x="1156" y="8110"/>
                </a:lnTo>
                <a:lnTo>
                  <a:pt x="1242" y="8388"/>
                </a:lnTo>
                <a:lnTo>
                  <a:pt x="1242" y="8388"/>
                </a:lnTo>
                <a:lnTo>
                  <a:pt x="1284" y="8452"/>
                </a:lnTo>
                <a:lnTo>
                  <a:pt x="1327" y="8495"/>
                </a:lnTo>
                <a:lnTo>
                  <a:pt x="1349" y="8516"/>
                </a:lnTo>
                <a:lnTo>
                  <a:pt x="1413" y="8538"/>
                </a:lnTo>
                <a:lnTo>
                  <a:pt x="1456" y="8538"/>
                </a:lnTo>
                <a:lnTo>
                  <a:pt x="1498" y="8516"/>
                </a:lnTo>
                <a:lnTo>
                  <a:pt x="1605" y="8452"/>
                </a:lnTo>
                <a:lnTo>
                  <a:pt x="1605" y="8452"/>
                </a:lnTo>
                <a:lnTo>
                  <a:pt x="1734" y="8302"/>
                </a:lnTo>
                <a:lnTo>
                  <a:pt x="1841" y="8153"/>
                </a:lnTo>
                <a:lnTo>
                  <a:pt x="2033" y="7832"/>
                </a:lnTo>
                <a:lnTo>
                  <a:pt x="2033" y="7832"/>
                </a:lnTo>
                <a:lnTo>
                  <a:pt x="2140" y="7661"/>
                </a:lnTo>
                <a:lnTo>
                  <a:pt x="2204" y="7575"/>
                </a:lnTo>
                <a:lnTo>
                  <a:pt x="2247" y="7554"/>
                </a:lnTo>
                <a:lnTo>
                  <a:pt x="2269" y="7532"/>
                </a:lnTo>
                <a:lnTo>
                  <a:pt x="2269" y="7532"/>
                </a:lnTo>
                <a:lnTo>
                  <a:pt x="2290" y="7554"/>
                </a:lnTo>
                <a:lnTo>
                  <a:pt x="2290" y="7596"/>
                </a:lnTo>
                <a:lnTo>
                  <a:pt x="2290" y="7768"/>
                </a:lnTo>
                <a:lnTo>
                  <a:pt x="2290" y="7982"/>
                </a:lnTo>
                <a:lnTo>
                  <a:pt x="2290" y="8217"/>
                </a:lnTo>
                <a:lnTo>
                  <a:pt x="2311" y="8324"/>
                </a:lnTo>
                <a:lnTo>
                  <a:pt x="2354" y="8388"/>
                </a:lnTo>
                <a:lnTo>
                  <a:pt x="2397" y="8452"/>
                </a:lnTo>
                <a:lnTo>
                  <a:pt x="2440" y="8474"/>
                </a:lnTo>
                <a:lnTo>
                  <a:pt x="2525" y="8474"/>
                </a:lnTo>
                <a:lnTo>
                  <a:pt x="2611" y="8409"/>
                </a:lnTo>
                <a:lnTo>
                  <a:pt x="2739" y="8302"/>
                </a:lnTo>
                <a:lnTo>
                  <a:pt x="2868" y="8131"/>
                </a:lnTo>
                <a:lnTo>
                  <a:pt x="2868" y="8131"/>
                </a:lnTo>
                <a:lnTo>
                  <a:pt x="3018" y="7982"/>
                </a:lnTo>
                <a:lnTo>
                  <a:pt x="3231" y="7725"/>
                </a:lnTo>
                <a:lnTo>
                  <a:pt x="3317" y="7575"/>
                </a:lnTo>
                <a:lnTo>
                  <a:pt x="3381" y="7468"/>
                </a:lnTo>
                <a:lnTo>
                  <a:pt x="3403" y="7404"/>
                </a:lnTo>
                <a:lnTo>
                  <a:pt x="3403" y="7361"/>
                </a:lnTo>
                <a:lnTo>
                  <a:pt x="3381" y="7340"/>
                </a:lnTo>
                <a:lnTo>
                  <a:pt x="3338" y="7318"/>
                </a:lnTo>
                <a:lnTo>
                  <a:pt x="3338" y="7318"/>
                </a:lnTo>
                <a:lnTo>
                  <a:pt x="3296" y="7297"/>
                </a:lnTo>
                <a:lnTo>
                  <a:pt x="3231" y="7318"/>
                </a:lnTo>
                <a:lnTo>
                  <a:pt x="3124" y="7382"/>
                </a:lnTo>
                <a:lnTo>
                  <a:pt x="2996" y="7489"/>
                </a:lnTo>
                <a:lnTo>
                  <a:pt x="2889" y="7618"/>
                </a:lnTo>
                <a:lnTo>
                  <a:pt x="2697" y="7917"/>
                </a:lnTo>
                <a:lnTo>
                  <a:pt x="2547" y="8110"/>
                </a:lnTo>
                <a:lnTo>
                  <a:pt x="2547" y="8110"/>
                </a:lnTo>
                <a:lnTo>
                  <a:pt x="2547" y="7917"/>
                </a:lnTo>
                <a:lnTo>
                  <a:pt x="2568" y="7703"/>
                </a:lnTo>
                <a:lnTo>
                  <a:pt x="2590" y="7318"/>
                </a:lnTo>
                <a:lnTo>
                  <a:pt x="2590" y="7318"/>
                </a:lnTo>
                <a:lnTo>
                  <a:pt x="2590" y="7168"/>
                </a:lnTo>
                <a:lnTo>
                  <a:pt x="2568" y="7126"/>
                </a:lnTo>
                <a:lnTo>
                  <a:pt x="2547" y="7083"/>
                </a:lnTo>
                <a:lnTo>
                  <a:pt x="2525" y="7061"/>
                </a:lnTo>
                <a:lnTo>
                  <a:pt x="2461" y="7040"/>
                </a:lnTo>
                <a:lnTo>
                  <a:pt x="2418" y="7061"/>
                </a:lnTo>
                <a:lnTo>
                  <a:pt x="2333" y="7083"/>
                </a:lnTo>
                <a:lnTo>
                  <a:pt x="2333" y="7083"/>
                </a:lnTo>
                <a:lnTo>
                  <a:pt x="2226" y="7190"/>
                </a:lnTo>
                <a:lnTo>
                  <a:pt x="2076" y="7361"/>
                </a:lnTo>
                <a:lnTo>
                  <a:pt x="1926" y="7532"/>
                </a:lnTo>
                <a:lnTo>
                  <a:pt x="1841" y="7596"/>
                </a:lnTo>
                <a:lnTo>
                  <a:pt x="1841" y="7596"/>
                </a:lnTo>
                <a:lnTo>
                  <a:pt x="1841" y="7575"/>
                </a:lnTo>
                <a:lnTo>
                  <a:pt x="1841" y="7511"/>
                </a:lnTo>
                <a:lnTo>
                  <a:pt x="1884" y="7361"/>
                </a:lnTo>
                <a:lnTo>
                  <a:pt x="1969" y="7083"/>
                </a:lnTo>
                <a:lnTo>
                  <a:pt x="1969" y="7083"/>
                </a:lnTo>
                <a:lnTo>
                  <a:pt x="1991" y="6848"/>
                </a:lnTo>
                <a:lnTo>
                  <a:pt x="2033" y="6741"/>
                </a:lnTo>
                <a:lnTo>
                  <a:pt x="2055" y="6698"/>
                </a:lnTo>
                <a:lnTo>
                  <a:pt x="2076" y="6655"/>
                </a:lnTo>
                <a:lnTo>
                  <a:pt x="2076" y="6655"/>
                </a:lnTo>
                <a:lnTo>
                  <a:pt x="2183" y="6612"/>
                </a:lnTo>
                <a:lnTo>
                  <a:pt x="2311" y="6591"/>
                </a:lnTo>
                <a:lnTo>
                  <a:pt x="2547" y="6569"/>
                </a:lnTo>
                <a:lnTo>
                  <a:pt x="2547" y="6569"/>
                </a:lnTo>
                <a:lnTo>
                  <a:pt x="2718" y="6505"/>
                </a:lnTo>
                <a:lnTo>
                  <a:pt x="2932" y="6420"/>
                </a:lnTo>
                <a:lnTo>
                  <a:pt x="2996" y="6377"/>
                </a:lnTo>
                <a:lnTo>
                  <a:pt x="3018" y="6313"/>
                </a:lnTo>
                <a:lnTo>
                  <a:pt x="3018" y="6291"/>
                </a:lnTo>
                <a:lnTo>
                  <a:pt x="2996" y="6270"/>
                </a:lnTo>
                <a:lnTo>
                  <a:pt x="2889" y="6248"/>
                </a:lnTo>
                <a:lnTo>
                  <a:pt x="2889" y="6248"/>
                </a:lnTo>
                <a:lnTo>
                  <a:pt x="2782" y="6227"/>
                </a:lnTo>
                <a:lnTo>
                  <a:pt x="2675" y="6227"/>
                </a:lnTo>
                <a:lnTo>
                  <a:pt x="2461" y="6270"/>
                </a:lnTo>
                <a:lnTo>
                  <a:pt x="2033" y="6420"/>
                </a:lnTo>
                <a:lnTo>
                  <a:pt x="2033" y="6420"/>
                </a:lnTo>
                <a:lnTo>
                  <a:pt x="2033" y="6291"/>
                </a:lnTo>
                <a:lnTo>
                  <a:pt x="2055" y="6141"/>
                </a:lnTo>
                <a:lnTo>
                  <a:pt x="2119" y="6013"/>
                </a:lnTo>
                <a:lnTo>
                  <a:pt x="2140" y="5949"/>
                </a:lnTo>
                <a:lnTo>
                  <a:pt x="2183" y="5906"/>
                </a:lnTo>
                <a:lnTo>
                  <a:pt x="2183" y="5906"/>
                </a:lnTo>
                <a:lnTo>
                  <a:pt x="2269" y="5885"/>
                </a:lnTo>
                <a:lnTo>
                  <a:pt x="2354" y="5863"/>
                </a:lnTo>
                <a:lnTo>
                  <a:pt x="2440" y="5842"/>
                </a:lnTo>
                <a:lnTo>
                  <a:pt x="2525" y="5821"/>
                </a:lnTo>
                <a:lnTo>
                  <a:pt x="2525" y="5821"/>
                </a:lnTo>
                <a:lnTo>
                  <a:pt x="2590" y="5778"/>
                </a:lnTo>
                <a:lnTo>
                  <a:pt x="2654" y="5735"/>
                </a:lnTo>
                <a:lnTo>
                  <a:pt x="2697" y="5671"/>
                </a:lnTo>
                <a:lnTo>
                  <a:pt x="2718" y="5628"/>
                </a:lnTo>
                <a:lnTo>
                  <a:pt x="2697" y="5585"/>
                </a:lnTo>
                <a:lnTo>
                  <a:pt x="2697" y="5585"/>
                </a:lnTo>
                <a:lnTo>
                  <a:pt x="2654" y="5542"/>
                </a:lnTo>
                <a:lnTo>
                  <a:pt x="2590" y="5542"/>
                </a:lnTo>
                <a:lnTo>
                  <a:pt x="2525" y="5542"/>
                </a:lnTo>
                <a:lnTo>
                  <a:pt x="2440" y="5564"/>
                </a:lnTo>
                <a:lnTo>
                  <a:pt x="2290" y="5607"/>
                </a:lnTo>
                <a:lnTo>
                  <a:pt x="2183" y="5649"/>
                </a:lnTo>
                <a:lnTo>
                  <a:pt x="2183" y="5649"/>
                </a:lnTo>
                <a:lnTo>
                  <a:pt x="2204" y="5542"/>
                </a:lnTo>
                <a:lnTo>
                  <a:pt x="2204" y="5414"/>
                </a:lnTo>
                <a:lnTo>
                  <a:pt x="2226" y="5286"/>
                </a:lnTo>
                <a:lnTo>
                  <a:pt x="2247" y="5243"/>
                </a:lnTo>
                <a:lnTo>
                  <a:pt x="2269" y="5200"/>
                </a:lnTo>
                <a:lnTo>
                  <a:pt x="2269" y="5200"/>
                </a:lnTo>
                <a:lnTo>
                  <a:pt x="2333" y="5157"/>
                </a:lnTo>
                <a:lnTo>
                  <a:pt x="2418" y="5136"/>
                </a:lnTo>
                <a:lnTo>
                  <a:pt x="2611" y="5093"/>
                </a:lnTo>
                <a:lnTo>
                  <a:pt x="2611" y="5093"/>
                </a:lnTo>
                <a:lnTo>
                  <a:pt x="2889" y="5029"/>
                </a:lnTo>
                <a:lnTo>
                  <a:pt x="3039" y="4965"/>
                </a:lnTo>
                <a:lnTo>
                  <a:pt x="3146" y="4901"/>
                </a:lnTo>
                <a:lnTo>
                  <a:pt x="3146" y="4901"/>
                </a:lnTo>
                <a:lnTo>
                  <a:pt x="3210" y="4858"/>
                </a:lnTo>
                <a:lnTo>
                  <a:pt x="3253" y="4794"/>
                </a:lnTo>
                <a:lnTo>
                  <a:pt x="3253" y="4751"/>
                </a:lnTo>
                <a:lnTo>
                  <a:pt x="3231" y="4708"/>
                </a:lnTo>
                <a:lnTo>
                  <a:pt x="3189" y="4687"/>
                </a:lnTo>
                <a:lnTo>
                  <a:pt x="3146" y="4665"/>
                </a:lnTo>
                <a:lnTo>
                  <a:pt x="2996" y="4665"/>
                </a:lnTo>
                <a:lnTo>
                  <a:pt x="2996" y="4665"/>
                </a:lnTo>
                <a:lnTo>
                  <a:pt x="2825" y="4708"/>
                </a:lnTo>
                <a:lnTo>
                  <a:pt x="2675" y="4772"/>
                </a:lnTo>
                <a:lnTo>
                  <a:pt x="2504" y="4836"/>
                </a:lnTo>
                <a:lnTo>
                  <a:pt x="2333" y="4879"/>
                </a:lnTo>
                <a:lnTo>
                  <a:pt x="2333" y="4879"/>
                </a:lnTo>
                <a:lnTo>
                  <a:pt x="2311" y="4729"/>
                </a:lnTo>
                <a:lnTo>
                  <a:pt x="2333" y="4622"/>
                </a:lnTo>
                <a:lnTo>
                  <a:pt x="2354" y="4558"/>
                </a:lnTo>
                <a:lnTo>
                  <a:pt x="2418" y="4494"/>
                </a:lnTo>
                <a:lnTo>
                  <a:pt x="2483" y="4451"/>
                </a:lnTo>
                <a:lnTo>
                  <a:pt x="2568" y="4408"/>
                </a:lnTo>
                <a:lnTo>
                  <a:pt x="2761" y="4301"/>
                </a:lnTo>
                <a:lnTo>
                  <a:pt x="2761" y="4301"/>
                </a:lnTo>
                <a:lnTo>
                  <a:pt x="2846" y="4259"/>
                </a:lnTo>
                <a:lnTo>
                  <a:pt x="2911" y="4173"/>
                </a:lnTo>
                <a:lnTo>
                  <a:pt x="2932" y="4152"/>
                </a:lnTo>
                <a:lnTo>
                  <a:pt x="2932" y="4109"/>
                </a:lnTo>
                <a:lnTo>
                  <a:pt x="2911" y="4066"/>
                </a:lnTo>
                <a:lnTo>
                  <a:pt x="2868" y="4045"/>
                </a:lnTo>
                <a:lnTo>
                  <a:pt x="2868" y="4045"/>
                </a:lnTo>
                <a:lnTo>
                  <a:pt x="2804" y="4023"/>
                </a:lnTo>
                <a:lnTo>
                  <a:pt x="2761" y="4023"/>
                </a:lnTo>
                <a:lnTo>
                  <a:pt x="2632" y="4045"/>
                </a:lnTo>
                <a:lnTo>
                  <a:pt x="2397" y="4152"/>
                </a:lnTo>
                <a:lnTo>
                  <a:pt x="2397" y="4152"/>
                </a:lnTo>
                <a:lnTo>
                  <a:pt x="2418" y="3724"/>
                </a:lnTo>
                <a:lnTo>
                  <a:pt x="2440" y="3510"/>
                </a:lnTo>
                <a:lnTo>
                  <a:pt x="2504" y="3317"/>
                </a:lnTo>
                <a:lnTo>
                  <a:pt x="2504" y="3317"/>
                </a:lnTo>
                <a:lnTo>
                  <a:pt x="2547" y="3210"/>
                </a:lnTo>
                <a:lnTo>
                  <a:pt x="2590" y="3167"/>
                </a:lnTo>
                <a:lnTo>
                  <a:pt x="2761" y="3125"/>
                </a:lnTo>
                <a:lnTo>
                  <a:pt x="2761" y="3125"/>
                </a:lnTo>
                <a:lnTo>
                  <a:pt x="2846" y="3103"/>
                </a:lnTo>
                <a:lnTo>
                  <a:pt x="2932" y="3060"/>
                </a:lnTo>
                <a:lnTo>
                  <a:pt x="2996" y="3018"/>
                </a:lnTo>
                <a:lnTo>
                  <a:pt x="3018" y="2975"/>
                </a:lnTo>
                <a:lnTo>
                  <a:pt x="3018" y="2932"/>
                </a:lnTo>
                <a:lnTo>
                  <a:pt x="3018" y="2932"/>
                </a:lnTo>
                <a:lnTo>
                  <a:pt x="2996" y="2868"/>
                </a:lnTo>
                <a:lnTo>
                  <a:pt x="2953" y="2847"/>
                </a:lnTo>
                <a:lnTo>
                  <a:pt x="2889" y="2825"/>
                </a:lnTo>
                <a:lnTo>
                  <a:pt x="2825" y="2847"/>
                </a:lnTo>
                <a:lnTo>
                  <a:pt x="2697" y="2868"/>
                </a:lnTo>
                <a:lnTo>
                  <a:pt x="2654" y="2889"/>
                </a:lnTo>
                <a:lnTo>
                  <a:pt x="2611" y="2889"/>
                </a:lnTo>
                <a:lnTo>
                  <a:pt x="2611" y="2889"/>
                </a:lnTo>
                <a:lnTo>
                  <a:pt x="2568" y="2847"/>
                </a:lnTo>
                <a:lnTo>
                  <a:pt x="2547" y="2782"/>
                </a:lnTo>
                <a:lnTo>
                  <a:pt x="2568" y="2697"/>
                </a:lnTo>
                <a:lnTo>
                  <a:pt x="2590" y="2611"/>
                </a:lnTo>
                <a:lnTo>
                  <a:pt x="2654" y="2461"/>
                </a:lnTo>
                <a:lnTo>
                  <a:pt x="2739" y="2354"/>
                </a:lnTo>
                <a:lnTo>
                  <a:pt x="2739" y="2354"/>
                </a:lnTo>
                <a:lnTo>
                  <a:pt x="2825" y="2333"/>
                </a:lnTo>
                <a:lnTo>
                  <a:pt x="2911" y="2312"/>
                </a:lnTo>
                <a:lnTo>
                  <a:pt x="2975" y="2269"/>
                </a:lnTo>
                <a:lnTo>
                  <a:pt x="2996" y="2226"/>
                </a:lnTo>
                <a:lnTo>
                  <a:pt x="2996" y="2183"/>
                </a:lnTo>
                <a:lnTo>
                  <a:pt x="2996" y="2183"/>
                </a:lnTo>
                <a:lnTo>
                  <a:pt x="2975" y="2140"/>
                </a:lnTo>
                <a:lnTo>
                  <a:pt x="2953" y="2119"/>
                </a:lnTo>
                <a:lnTo>
                  <a:pt x="2889" y="2119"/>
                </a:lnTo>
                <a:lnTo>
                  <a:pt x="2825" y="2140"/>
                </a:lnTo>
                <a:lnTo>
                  <a:pt x="2718" y="2162"/>
                </a:lnTo>
                <a:lnTo>
                  <a:pt x="2697" y="2162"/>
                </a:lnTo>
                <a:lnTo>
                  <a:pt x="2675" y="2140"/>
                </a:lnTo>
                <a:lnTo>
                  <a:pt x="2675" y="2140"/>
                </a:lnTo>
                <a:lnTo>
                  <a:pt x="2697" y="2098"/>
                </a:lnTo>
                <a:lnTo>
                  <a:pt x="2739" y="2055"/>
                </a:lnTo>
                <a:lnTo>
                  <a:pt x="2846" y="1991"/>
                </a:lnTo>
                <a:lnTo>
                  <a:pt x="3018" y="1927"/>
                </a:lnTo>
                <a:lnTo>
                  <a:pt x="3231" y="1884"/>
                </a:lnTo>
                <a:lnTo>
                  <a:pt x="3403" y="1841"/>
                </a:lnTo>
                <a:lnTo>
                  <a:pt x="3574" y="1777"/>
                </a:lnTo>
                <a:lnTo>
                  <a:pt x="3638" y="1755"/>
                </a:lnTo>
                <a:lnTo>
                  <a:pt x="3681" y="1713"/>
                </a:lnTo>
                <a:lnTo>
                  <a:pt x="3702" y="1670"/>
                </a:lnTo>
                <a:lnTo>
                  <a:pt x="3724" y="1606"/>
                </a:lnTo>
                <a:lnTo>
                  <a:pt x="3724" y="1606"/>
                </a:lnTo>
                <a:lnTo>
                  <a:pt x="3702" y="1563"/>
                </a:lnTo>
                <a:lnTo>
                  <a:pt x="3659" y="1520"/>
                </a:lnTo>
                <a:lnTo>
                  <a:pt x="3617" y="1499"/>
                </a:lnTo>
                <a:lnTo>
                  <a:pt x="3574" y="1499"/>
                </a:lnTo>
                <a:lnTo>
                  <a:pt x="3467" y="1520"/>
                </a:lnTo>
                <a:lnTo>
                  <a:pt x="3317" y="1563"/>
                </a:lnTo>
                <a:lnTo>
                  <a:pt x="3060" y="1691"/>
                </a:lnTo>
                <a:lnTo>
                  <a:pt x="2953" y="1734"/>
                </a:lnTo>
                <a:lnTo>
                  <a:pt x="2889" y="1734"/>
                </a:lnTo>
                <a:lnTo>
                  <a:pt x="2889" y="1734"/>
                </a:lnTo>
                <a:lnTo>
                  <a:pt x="2846" y="1713"/>
                </a:lnTo>
                <a:lnTo>
                  <a:pt x="2846" y="1691"/>
                </a:lnTo>
                <a:lnTo>
                  <a:pt x="2846" y="1627"/>
                </a:lnTo>
                <a:lnTo>
                  <a:pt x="2868" y="1584"/>
                </a:lnTo>
                <a:lnTo>
                  <a:pt x="2932" y="1477"/>
                </a:lnTo>
                <a:lnTo>
                  <a:pt x="3039" y="1349"/>
                </a:lnTo>
                <a:lnTo>
                  <a:pt x="3274" y="1113"/>
                </a:lnTo>
                <a:lnTo>
                  <a:pt x="3424" y="964"/>
                </a:lnTo>
                <a:lnTo>
                  <a:pt x="3424" y="964"/>
                </a:lnTo>
                <a:lnTo>
                  <a:pt x="3595" y="857"/>
                </a:lnTo>
                <a:lnTo>
                  <a:pt x="3788" y="771"/>
                </a:lnTo>
                <a:lnTo>
                  <a:pt x="3959" y="707"/>
                </a:lnTo>
                <a:lnTo>
                  <a:pt x="4151" y="664"/>
                </a:lnTo>
                <a:lnTo>
                  <a:pt x="4558" y="579"/>
                </a:lnTo>
                <a:lnTo>
                  <a:pt x="4943" y="536"/>
                </a:lnTo>
                <a:lnTo>
                  <a:pt x="4943" y="536"/>
                </a:lnTo>
                <a:lnTo>
                  <a:pt x="5200" y="493"/>
                </a:lnTo>
                <a:lnTo>
                  <a:pt x="5350" y="472"/>
                </a:lnTo>
                <a:lnTo>
                  <a:pt x="5435" y="472"/>
                </a:lnTo>
                <a:lnTo>
                  <a:pt x="5435" y="472"/>
                </a:lnTo>
                <a:lnTo>
                  <a:pt x="5478" y="514"/>
                </a:lnTo>
                <a:lnTo>
                  <a:pt x="5521" y="557"/>
                </a:lnTo>
                <a:lnTo>
                  <a:pt x="5542" y="600"/>
                </a:lnTo>
                <a:lnTo>
                  <a:pt x="5585" y="643"/>
                </a:lnTo>
                <a:lnTo>
                  <a:pt x="5585" y="643"/>
                </a:lnTo>
                <a:lnTo>
                  <a:pt x="5692" y="707"/>
                </a:lnTo>
                <a:lnTo>
                  <a:pt x="5735" y="707"/>
                </a:lnTo>
                <a:lnTo>
                  <a:pt x="5735" y="686"/>
                </a:lnTo>
                <a:lnTo>
                  <a:pt x="5756" y="621"/>
                </a:lnTo>
                <a:lnTo>
                  <a:pt x="5778" y="536"/>
                </a:lnTo>
                <a:lnTo>
                  <a:pt x="5778" y="536"/>
                </a:lnTo>
                <a:lnTo>
                  <a:pt x="5820" y="493"/>
                </a:lnTo>
                <a:lnTo>
                  <a:pt x="5885" y="450"/>
                </a:lnTo>
                <a:lnTo>
                  <a:pt x="5949" y="450"/>
                </a:lnTo>
                <a:lnTo>
                  <a:pt x="6034" y="429"/>
                </a:lnTo>
                <a:lnTo>
                  <a:pt x="6355" y="450"/>
                </a:lnTo>
                <a:lnTo>
                  <a:pt x="6355" y="450"/>
                </a:lnTo>
                <a:lnTo>
                  <a:pt x="6569" y="472"/>
                </a:lnTo>
                <a:lnTo>
                  <a:pt x="6783" y="493"/>
                </a:lnTo>
                <a:lnTo>
                  <a:pt x="6976" y="514"/>
                </a:lnTo>
                <a:lnTo>
                  <a:pt x="7190" y="536"/>
                </a:lnTo>
                <a:lnTo>
                  <a:pt x="7190" y="536"/>
                </a:lnTo>
                <a:lnTo>
                  <a:pt x="7361" y="536"/>
                </a:lnTo>
                <a:lnTo>
                  <a:pt x="7532" y="557"/>
                </a:lnTo>
                <a:lnTo>
                  <a:pt x="7682" y="600"/>
                </a:lnTo>
                <a:lnTo>
                  <a:pt x="7832" y="664"/>
                </a:lnTo>
                <a:lnTo>
                  <a:pt x="7981" y="728"/>
                </a:lnTo>
                <a:lnTo>
                  <a:pt x="8110" y="814"/>
                </a:lnTo>
                <a:lnTo>
                  <a:pt x="8259" y="921"/>
                </a:lnTo>
                <a:lnTo>
                  <a:pt x="8366" y="1049"/>
                </a:lnTo>
                <a:lnTo>
                  <a:pt x="8366" y="1049"/>
                </a:lnTo>
                <a:lnTo>
                  <a:pt x="8495" y="1220"/>
                </a:lnTo>
                <a:lnTo>
                  <a:pt x="8580" y="1392"/>
                </a:lnTo>
                <a:lnTo>
                  <a:pt x="8666" y="1563"/>
                </a:lnTo>
                <a:lnTo>
                  <a:pt x="8709" y="1755"/>
                </a:lnTo>
                <a:lnTo>
                  <a:pt x="8709" y="1755"/>
                </a:lnTo>
                <a:lnTo>
                  <a:pt x="8730" y="1969"/>
                </a:lnTo>
                <a:lnTo>
                  <a:pt x="8730" y="2162"/>
                </a:lnTo>
                <a:lnTo>
                  <a:pt x="8730" y="2354"/>
                </a:lnTo>
                <a:lnTo>
                  <a:pt x="8730" y="2547"/>
                </a:lnTo>
                <a:lnTo>
                  <a:pt x="8730" y="2547"/>
                </a:lnTo>
                <a:lnTo>
                  <a:pt x="8666" y="2504"/>
                </a:lnTo>
                <a:lnTo>
                  <a:pt x="8580" y="2461"/>
                </a:lnTo>
                <a:lnTo>
                  <a:pt x="8516" y="2397"/>
                </a:lnTo>
                <a:lnTo>
                  <a:pt x="8431" y="2397"/>
                </a:lnTo>
                <a:lnTo>
                  <a:pt x="8431" y="2397"/>
                </a:lnTo>
                <a:lnTo>
                  <a:pt x="8388" y="2397"/>
                </a:lnTo>
                <a:lnTo>
                  <a:pt x="8345" y="2419"/>
                </a:lnTo>
                <a:lnTo>
                  <a:pt x="8324" y="2440"/>
                </a:lnTo>
                <a:lnTo>
                  <a:pt x="8324" y="2483"/>
                </a:lnTo>
                <a:lnTo>
                  <a:pt x="8366" y="2547"/>
                </a:lnTo>
                <a:lnTo>
                  <a:pt x="8409" y="2611"/>
                </a:lnTo>
                <a:lnTo>
                  <a:pt x="8409" y="2611"/>
                </a:lnTo>
                <a:lnTo>
                  <a:pt x="8452" y="2654"/>
                </a:lnTo>
                <a:lnTo>
                  <a:pt x="8495" y="2697"/>
                </a:lnTo>
                <a:lnTo>
                  <a:pt x="8580" y="2740"/>
                </a:lnTo>
                <a:lnTo>
                  <a:pt x="8645" y="2782"/>
                </a:lnTo>
                <a:lnTo>
                  <a:pt x="8666" y="2825"/>
                </a:lnTo>
                <a:lnTo>
                  <a:pt x="8687" y="2889"/>
                </a:lnTo>
                <a:lnTo>
                  <a:pt x="8687" y="2889"/>
                </a:lnTo>
                <a:lnTo>
                  <a:pt x="8709" y="3018"/>
                </a:lnTo>
                <a:lnTo>
                  <a:pt x="8666" y="3146"/>
                </a:lnTo>
                <a:lnTo>
                  <a:pt x="8602" y="3424"/>
                </a:lnTo>
                <a:lnTo>
                  <a:pt x="8602" y="3424"/>
                </a:lnTo>
                <a:lnTo>
                  <a:pt x="8473" y="4173"/>
                </a:lnTo>
                <a:lnTo>
                  <a:pt x="8473" y="4173"/>
                </a:lnTo>
                <a:lnTo>
                  <a:pt x="8366" y="4687"/>
                </a:lnTo>
                <a:lnTo>
                  <a:pt x="8259" y="5179"/>
                </a:lnTo>
                <a:lnTo>
                  <a:pt x="8152" y="5671"/>
                </a:lnTo>
                <a:lnTo>
                  <a:pt x="8045" y="6163"/>
                </a:lnTo>
                <a:lnTo>
                  <a:pt x="8045" y="6163"/>
                </a:lnTo>
                <a:lnTo>
                  <a:pt x="7960" y="6634"/>
                </a:lnTo>
                <a:lnTo>
                  <a:pt x="7832" y="7104"/>
                </a:lnTo>
                <a:lnTo>
                  <a:pt x="7832" y="7104"/>
                </a:lnTo>
                <a:lnTo>
                  <a:pt x="7789" y="7340"/>
                </a:lnTo>
                <a:lnTo>
                  <a:pt x="7746" y="7575"/>
                </a:lnTo>
                <a:lnTo>
                  <a:pt x="7703" y="8046"/>
                </a:lnTo>
                <a:lnTo>
                  <a:pt x="7703" y="8046"/>
                </a:lnTo>
                <a:lnTo>
                  <a:pt x="7682" y="8195"/>
                </a:lnTo>
                <a:lnTo>
                  <a:pt x="7639" y="8388"/>
                </a:lnTo>
                <a:lnTo>
                  <a:pt x="7639" y="8474"/>
                </a:lnTo>
                <a:lnTo>
                  <a:pt x="7660" y="8538"/>
                </a:lnTo>
                <a:lnTo>
                  <a:pt x="7725" y="8602"/>
                </a:lnTo>
                <a:lnTo>
                  <a:pt x="7789" y="8623"/>
                </a:lnTo>
                <a:lnTo>
                  <a:pt x="7789" y="8623"/>
                </a:lnTo>
                <a:lnTo>
                  <a:pt x="7896" y="8602"/>
                </a:lnTo>
                <a:lnTo>
                  <a:pt x="7981" y="8559"/>
                </a:lnTo>
                <a:lnTo>
                  <a:pt x="8088" y="8474"/>
                </a:lnTo>
                <a:lnTo>
                  <a:pt x="8174" y="8388"/>
                </a:lnTo>
                <a:lnTo>
                  <a:pt x="8366" y="8217"/>
                </a:lnTo>
                <a:lnTo>
                  <a:pt x="8538" y="8067"/>
                </a:lnTo>
                <a:lnTo>
                  <a:pt x="8538" y="8067"/>
                </a:lnTo>
                <a:lnTo>
                  <a:pt x="8709" y="7896"/>
                </a:lnTo>
                <a:lnTo>
                  <a:pt x="8816" y="7832"/>
                </a:lnTo>
                <a:lnTo>
                  <a:pt x="8859" y="7810"/>
                </a:lnTo>
                <a:lnTo>
                  <a:pt x="8880" y="7810"/>
                </a:lnTo>
                <a:lnTo>
                  <a:pt x="8880" y="7810"/>
                </a:lnTo>
                <a:lnTo>
                  <a:pt x="8901" y="7853"/>
                </a:lnTo>
                <a:lnTo>
                  <a:pt x="8880" y="7896"/>
                </a:lnTo>
                <a:lnTo>
                  <a:pt x="8837" y="8046"/>
                </a:lnTo>
                <a:lnTo>
                  <a:pt x="8730" y="8281"/>
                </a:lnTo>
                <a:lnTo>
                  <a:pt x="8730" y="8281"/>
                </a:lnTo>
                <a:lnTo>
                  <a:pt x="8730" y="8345"/>
                </a:lnTo>
                <a:lnTo>
                  <a:pt x="8752" y="8409"/>
                </a:lnTo>
                <a:lnTo>
                  <a:pt x="8773" y="8452"/>
                </a:lnTo>
                <a:lnTo>
                  <a:pt x="8816" y="8474"/>
                </a:lnTo>
                <a:lnTo>
                  <a:pt x="8923" y="8495"/>
                </a:lnTo>
                <a:lnTo>
                  <a:pt x="9051" y="8474"/>
                </a:lnTo>
                <a:lnTo>
                  <a:pt x="9201" y="8409"/>
                </a:lnTo>
                <a:lnTo>
                  <a:pt x="9329" y="8367"/>
                </a:lnTo>
                <a:lnTo>
                  <a:pt x="9565" y="8260"/>
                </a:lnTo>
                <a:lnTo>
                  <a:pt x="9565" y="8260"/>
                </a:lnTo>
                <a:lnTo>
                  <a:pt x="9693" y="8217"/>
                </a:lnTo>
                <a:lnTo>
                  <a:pt x="9821" y="8153"/>
                </a:lnTo>
                <a:lnTo>
                  <a:pt x="9886" y="8110"/>
                </a:lnTo>
                <a:lnTo>
                  <a:pt x="9907" y="8067"/>
                </a:lnTo>
                <a:lnTo>
                  <a:pt x="9886" y="8024"/>
                </a:lnTo>
                <a:lnTo>
                  <a:pt x="9843" y="7960"/>
                </a:lnTo>
                <a:lnTo>
                  <a:pt x="9843" y="7960"/>
                </a:lnTo>
                <a:close/>
                <a:moveTo>
                  <a:pt x="7639" y="1156"/>
                </a:moveTo>
                <a:lnTo>
                  <a:pt x="7639" y="1156"/>
                </a:lnTo>
                <a:lnTo>
                  <a:pt x="7639" y="1113"/>
                </a:lnTo>
                <a:lnTo>
                  <a:pt x="7618" y="1071"/>
                </a:lnTo>
                <a:lnTo>
                  <a:pt x="7553" y="1071"/>
                </a:lnTo>
                <a:lnTo>
                  <a:pt x="7468" y="1071"/>
                </a:lnTo>
                <a:lnTo>
                  <a:pt x="7382" y="1092"/>
                </a:lnTo>
                <a:lnTo>
                  <a:pt x="7318" y="1113"/>
                </a:lnTo>
                <a:lnTo>
                  <a:pt x="7254" y="1178"/>
                </a:lnTo>
                <a:lnTo>
                  <a:pt x="7211" y="1242"/>
                </a:lnTo>
                <a:lnTo>
                  <a:pt x="7211" y="1242"/>
                </a:lnTo>
                <a:lnTo>
                  <a:pt x="7211" y="1306"/>
                </a:lnTo>
                <a:lnTo>
                  <a:pt x="7254" y="1349"/>
                </a:lnTo>
                <a:lnTo>
                  <a:pt x="7318" y="1349"/>
                </a:lnTo>
                <a:lnTo>
                  <a:pt x="7382" y="1327"/>
                </a:lnTo>
                <a:lnTo>
                  <a:pt x="7532" y="1242"/>
                </a:lnTo>
                <a:lnTo>
                  <a:pt x="7596" y="1199"/>
                </a:lnTo>
                <a:lnTo>
                  <a:pt x="7639" y="1156"/>
                </a:lnTo>
                <a:lnTo>
                  <a:pt x="7639" y="1156"/>
                </a:lnTo>
                <a:close/>
                <a:moveTo>
                  <a:pt x="6077" y="1456"/>
                </a:moveTo>
                <a:lnTo>
                  <a:pt x="6077" y="1456"/>
                </a:lnTo>
                <a:lnTo>
                  <a:pt x="6098" y="1477"/>
                </a:lnTo>
                <a:lnTo>
                  <a:pt x="6120" y="1499"/>
                </a:lnTo>
                <a:lnTo>
                  <a:pt x="6227" y="1520"/>
                </a:lnTo>
                <a:lnTo>
                  <a:pt x="6355" y="1499"/>
                </a:lnTo>
                <a:lnTo>
                  <a:pt x="6505" y="1456"/>
                </a:lnTo>
                <a:lnTo>
                  <a:pt x="6633" y="1370"/>
                </a:lnTo>
                <a:lnTo>
                  <a:pt x="6740" y="1306"/>
                </a:lnTo>
                <a:lnTo>
                  <a:pt x="6826" y="1220"/>
                </a:lnTo>
                <a:lnTo>
                  <a:pt x="6826" y="1199"/>
                </a:lnTo>
                <a:lnTo>
                  <a:pt x="6826" y="1156"/>
                </a:lnTo>
                <a:lnTo>
                  <a:pt x="6826" y="1156"/>
                </a:lnTo>
                <a:lnTo>
                  <a:pt x="6805" y="1135"/>
                </a:lnTo>
                <a:lnTo>
                  <a:pt x="6762" y="1113"/>
                </a:lnTo>
                <a:lnTo>
                  <a:pt x="6655" y="1113"/>
                </a:lnTo>
                <a:lnTo>
                  <a:pt x="6526" y="1156"/>
                </a:lnTo>
                <a:lnTo>
                  <a:pt x="6398" y="1199"/>
                </a:lnTo>
                <a:lnTo>
                  <a:pt x="6270" y="1242"/>
                </a:lnTo>
                <a:lnTo>
                  <a:pt x="6163" y="1327"/>
                </a:lnTo>
                <a:lnTo>
                  <a:pt x="6098" y="1392"/>
                </a:lnTo>
                <a:lnTo>
                  <a:pt x="6077" y="1413"/>
                </a:lnTo>
                <a:lnTo>
                  <a:pt x="6077" y="1456"/>
                </a:lnTo>
                <a:lnTo>
                  <a:pt x="6077" y="1456"/>
                </a:lnTo>
                <a:close/>
                <a:moveTo>
                  <a:pt x="3595" y="4280"/>
                </a:moveTo>
                <a:lnTo>
                  <a:pt x="3595" y="4280"/>
                </a:lnTo>
                <a:lnTo>
                  <a:pt x="3638" y="4344"/>
                </a:lnTo>
                <a:lnTo>
                  <a:pt x="3659" y="4366"/>
                </a:lnTo>
                <a:lnTo>
                  <a:pt x="3702" y="4366"/>
                </a:lnTo>
                <a:lnTo>
                  <a:pt x="3724" y="4344"/>
                </a:lnTo>
                <a:lnTo>
                  <a:pt x="3766" y="4280"/>
                </a:lnTo>
                <a:lnTo>
                  <a:pt x="3809" y="4173"/>
                </a:lnTo>
                <a:lnTo>
                  <a:pt x="3873" y="4087"/>
                </a:lnTo>
                <a:lnTo>
                  <a:pt x="3938" y="4023"/>
                </a:lnTo>
                <a:lnTo>
                  <a:pt x="3959" y="4023"/>
                </a:lnTo>
                <a:lnTo>
                  <a:pt x="4023" y="4023"/>
                </a:lnTo>
                <a:lnTo>
                  <a:pt x="4066" y="4066"/>
                </a:lnTo>
                <a:lnTo>
                  <a:pt x="4130" y="4109"/>
                </a:lnTo>
                <a:lnTo>
                  <a:pt x="4130" y="4109"/>
                </a:lnTo>
                <a:lnTo>
                  <a:pt x="4216" y="4259"/>
                </a:lnTo>
                <a:lnTo>
                  <a:pt x="4344" y="4451"/>
                </a:lnTo>
                <a:lnTo>
                  <a:pt x="4408" y="4537"/>
                </a:lnTo>
                <a:lnTo>
                  <a:pt x="4494" y="4601"/>
                </a:lnTo>
                <a:lnTo>
                  <a:pt x="4558" y="4622"/>
                </a:lnTo>
                <a:lnTo>
                  <a:pt x="4601" y="4622"/>
                </a:lnTo>
                <a:lnTo>
                  <a:pt x="4622" y="4580"/>
                </a:lnTo>
                <a:lnTo>
                  <a:pt x="4622" y="4580"/>
                </a:lnTo>
                <a:lnTo>
                  <a:pt x="4644" y="4558"/>
                </a:lnTo>
                <a:lnTo>
                  <a:pt x="4644" y="4515"/>
                </a:lnTo>
                <a:lnTo>
                  <a:pt x="4644" y="4430"/>
                </a:lnTo>
                <a:lnTo>
                  <a:pt x="4579" y="4323"/>
                </a:lnTo>
                <a:lnTo>
                  <a:pt x="4515" y="4216"/>
                </a:lnTo>
                <a:lnTo>
                  <a:pt x="4365" y="4023"/>
                </a:lnTo>
                <a:lnTo>
                  <a:pt x="4301" y="3938"/>
                </a:lnTo>
                <a:lnTo>
                  <a:pt x="4301" y="3938"/>
                </a:lnTo>
                <a:lnTo>
                  <a:pt x="4408" y="3895"/>
                </a:lnTo>
                <a:lnTo>
                  <a:pt x="4515" y="3852"/>
                </a:lnTo>
                <a:lnTo>
                  <a:pt x="4601" y="3788"/>
                </a:lnTo>
                <a:lnTo>
                  <a:pt x="4686" y="3724"/>
                </a:lnTo>
                <a:lnTo>
                  <a:pt x="4751" y="3638"/>
                </a:lnTo>
                <a:lnTo>
                  <a:pt x="4793" y="3531"/>
                </a:lnTo>
                <a:lnTo>
                  <a:pt x="4815" y="3424"/>
                </a:lnTo>
                <a:lnTo>
                  <a:pt x="4793" y="3317"/>
                </a:lnTo>
                <a:lnTo>
                  <a:pt x="4793" y="3317"/>
                </a:lnTo>
                <a:lnTo>
                  <a:pt x="4729" y="3210"/>
                </a:lnTo>
                <a:lnTo>
                  <a:pt x="4644" y="3125"/>
                </a:lnTo>
                <a:lnTo>
                  <a:pt x="4537" y="3060"/>
                </a:lnTo>
                <a:lnTo>
                  <a:pt x="4408" y="3039"/>
                </a:lnTo>
                <a:lnTo>
                  <a:pt x="4280" y="3018"/>
                </a:lnTo>
                <a:lnTo>
                  <a:pt x="4151" y="2996"/>
                </a:lnTo>
                <a:lnTo>
                  <a:pt x="3895" y="3018"/>
                </a:lnTo>
                <a:lnTo>
                  <a:pt x="3895" y="3018"/>
                </a:lnTo>
                <a:lnTo>
                  <a:pt x="3788" y="3039"/>
                </a:lnTo>
                <a:lnTo>
                  <a:pt x="3702" y="3060"/>
                </a:lnTo>
                <a:lnTo>
                  <a:pt x="3659" y="3125"/>
                </a:lnTo>
                <a:lnTo>
                  <a:pt x="3617" y="3189"/>
                </a:lnTo>
                <a:lnTo>
                  <a:pt x="3617" y="3253"/>
                </a:lnTo>
                <a:lnTo>
                  <a:pt x="3617" y="3360"/>
                </a:lnTo>
                <a:lnTo>
                  <a:pt x="3617" y="3574"/>
                </a:lnTo>
                <a:lnTo>
                  <a:pt x="3617" y="3574"/>
                </a:lnTo>
                <a:lnTo>
                  <a:pt x="3574" y="3938"/>
                </a:lnTo>
                <a:lnTo>
                  <a:pt x="3552" y="4130"/>
                </a:lnTo>
                <a:lnTo>
                  <a:pt x="3574" y="4216"/>
                </a:lnTo>
                <a:lnTo>
                  <a:pt x="3595" y="4280"/>
                </a:lnTo>
                <a:lnTo>
                  <a:pt x="3595" y="4280"/>
                </a:lnTo>
                <a:close/>
                <a:moveTo>
                  <a:pt x="3809" y="3339"/>
                </a:moveTo>
                <a:lnTo>
                  <a:pt x="3809" y="3339"/>
                </a:lnTo>
                <a:lnTo>
                  <a:pt x="3873" y="3296"/>
                </a:lnTo>
                <a:lnTo>
                  <a:pt x="3959" y="3274"/>
                </a:lnTo>
                <a:lnTo>
                  <a:pt x="4087" y="3253"/>
                </a:lnTo>
                <a:lnTo>
                  <a:pt x="4216" y="3274"/>
                </a:lnTo>
                <a:lnTo>
                  <a:pt x="4344" y="3274"/>
                </a:lnTo>
                <a:lnTo>
                  <a:pt x="4451" y="3317"/>
                </a:lnTo>
                <a:lnTo>
                  <a:pt x="4537" y="3360"/>
                </a:lnTo>
                <a:lnTo>
                  <a:pt x="4558" y="3424"/>
                </a:lnTo>
                <a:lnTo>
                  <a:pt x="4558" y="3424"/>
                </a:lnTo>
                <a:lnTo>
                  <a:pt x="4558" y="3488"/>
                </a:lnTo>
                <a:lnTo>
                  <a:pt x="4515" y="3553"/>
                </a:lnTo>
                <a:lnTo>
                  <a:pt x="4451" y="3617"/>
                </a:lnTo>
                <a:lnTo>
                  <a:pt x="4365" y="3660"/>
                </a:lnTo>
                <a:lnTo>
                  <a:pt x="4173" y="3702"/>
                </a:lnTo>
                <a:lnTo>
                  <a:pt x="4023" y="3745"/>
                </a:lnTo>
                <a:lnTo>
                  <a:pt x="4023" y="3745"/>
                </a:lnTo>
                <a:lnTo>
                  <a:pt x="3916" y="3745"/>
                </a:lnTo>
                <a:lnTo>
                  <a:pt x="3873" y="3724"/>
                </a:lnTo>
                <a:lnTo>
                  <a:pt x="3873" y="3681"/>
                </a:lnTo>
                <a:lnTo>
                  <a:pt x="3852" y="3595"/>
                </a:lnTo>
                <a:lnTo>
                  <a:pt x="3852" y="3595"/>
                </a:lnTo>
                <a:lnTo>
                  <a:pt x="3809" y="3467"/>
                </a:lnTo>
                <a:lnTo>
                  <a:pt x="3809" y="3381"/>
                </a:lnTo>
                <a:lnTo>
                  <a:pt x="3809" y="3339"/>
                </a:lnTo>
                <a:lnTo>
                  <a:pt x="3809" y="3339"/>
                </a:lnTo>
                <a:close/>
                <a:moveTo>
                  <a:pt x="5542" y="4430"/>
                </a:moveTo>
                <a:lnTo>
                  <a:pt x="5542" y="4430"/>
                </a:lnTo>
                <a:lnTo>
                  <a:pt x="5414" y="4430"/>
                </a:lnTo>
                <a:lnTo>
                  <a:pt x="5414" y="4430"/>
                </a:lnTo>
                <a:lnTo>
                  <a:pt x="5350" y="4451"/>
                </a:lnTo>
                <a:lnTo>
                  <a:pt x="5307" y="4451"/>
                </a:lnTo>
                <a:lnTo>
                  <a:pt x="5285" y="4473"/>
                </a:lnTo>
                <a:lnTo>
                  <a:pt x="5285" y="4558"/>
                </a:lnTo>
                <a:lnTo>
                  <a:pt x="5285" y="4558"/>
                </a:lnTo>
                <a:lnTo>
                  <a:pt x="5328" y="4622"/>
                </a:lnTo>
                <a:lnTo>
                  <a:pt x="5414" y="4665"/>
                </a:lnTo>
                <a:lnTo>
                  <a:pt x="5499" y="4687"/>
                </a:lnTo>
                <a:lnTo>
                  <a:pt x="5606" y="4708"/>
                </a:lnTo>
                <a:lnTo>
                  <a:pt x="5713" y="4708"/>
                </a:lnTo>
                <a:lnTo>
                  <a:pt x="5799" y="4708"/>
                </a:lnTo>
                <a:lnTo>
                  <a:pt x="5885" y="4665"/>
                </a:lnTo>
                <a:lnTo>
                  <a:pt x="5927" y="4601"/>
                </a:lnTo>
                <a:lnTo>
                  <a:pt x="5927" y="4601"/>
                </a:lnTo>
                <a:lnTo>
                  <a:pt x="5927" y="4537"/>
                </a:lnTo>
                <a:lnTo>
                  <a:pt x="5906" y="4515"/>
                </a:lnTo>
                <a:lnTo>
                  <a:pt x="5863" y="4494"/>
                </a:lnTo>
                <a:lnTo>
                  <a:pt x="5842" y="4473"/>
                </a:lnTo>
                <a:lnTo>
                  <a:pt x="5842" y="4473"/>
                </a:lnTo>
                <a:lnTo>
                  <a:pt x="5820" y="4344"/>
                </a:lnTo>
                <a:lnTo>
                  <a:pt x="5820" y="4216"/>
                </a:lnTo>
                <a:lnTo>
                  <a:pt x="5820" y="4216"/>
                </a:lnTo>
                <a:lnTo>
                  <a:pt x="5885" y="3767"/>
                </a:lnTo>
                <a:lnTo>
                  <a:pt x="5885" y="3531"/>
                </a:lnTo>
                <a:lnTo>
                  <a:pt x="5885" y="3317"/>
                </a:lnTo>
                <a:lnTo>
                  <a:pt x="5885" y="3317"/>
                </a:lnTo>
                <a:lnTo>
                  <a:pt x="5992" y="3296"/>
                </a:lnTo>
                <a:lnTo>
                  <a:pt x="6056" y="3274"/>
                </a:lnTo>
                <a:lnTo>
                  <a:pt x="6077" y="3232"/>
                </a:lnTo>
                <a:lnTo>
                  <a:pt x="6077" y="3232"/>
                </a:lnTo>
                <a:lnTo>
                  <a:pt x="6077" y="3167"/>
                </a:lnTo>
                <a:lnTo>
                  <a:pt x="6034" y="3125"/>
                </a:lnTo>
                <a:lnTo>
                  <a:pt x="5949" y="3082"/>
                </a:lnTo>
                <a:lnTo>
                  <a:pt x="5863" y="3039"/>
                </a:lnTo>
                <a:lnTo>
                  <a:pt x="5756" y="3018"/>
                </a:lnTo>
                <a:lnTo>
                  <a:pt x="5671" y="2996"/>
                </a:lnTo>
                <a:lnTo>
                  <a:pt x="5585" y="3018"/>
                </a:lnTo>
                <a:lnTo>
                  <a:pt x="5521" y="3039"/>
                </a:lnTo>
                <a:lnTo>
                  <a:pt x="5521" y="3039"/>
                </a:lnTo>
                <a:lnTo>
                  <a:pt x="5478" y="3082"/>
                </a:lnTo>
                <a:lnTo>
                  <a:pt x="5499" y="3146"/>
                </a:lnTo>
                <a:lnTo>
                  <a:pt x="5585" y="3232"/>
                </a:lnTo>
                <a:lnTo>
                  <a:pt x="5585" y="3232"/>
                </a:lnTo>
                <a:lnTo>
                  <a:pt x="5606" y="3274"/>
                </a:lnTo>
                <a:lnTo>
                  <a:pt x="5628" y="3296"/>
                </a:lnTo>
                <a:lnTo>
                  <a:pt x="5649" y="3274"/>
                </a:lnTo>
                <a:lnTo>
                  <a:pt x="5649" y="3274"/>
                </a:lnTo>
                <a:lnTo>
                  <a:pt x="5649" y="3274"/>
                </a:lnTo>
                <a:lnTo>
                  <a:pt x="5692" y="3403"/>
                </a:lnTo>
                <a:lnTo>
                  <a:pt x="5692" y="3403"/>
                </a:lnTo>
                <a:lnTo>
                  <a:pt x="5692" y="3595"/>
                </a:lnTo>
                <a:lnTo>
                  <a:pt x="5671" y="3852"/>
                </a:lnTo>
                <a:lnTo>
                  <a:pt x="5628" y="4087"/>
                </a:lnTo>
                <a:lnTo>
                  <a:pt x="5585" y="4259"/>
                </a:lnTo>
                <a:lnTo>
                  <a:pt x="5585" y="4259"/>
                </a:lnTo>
                <a:lnTo>
                  <a:pt x="5542" y="4430"/>
                </a:lnTo>
                <a:lnTo>
                  <a:pt x="5542" y="4430"/>
                </a:lnTo>
                <a:close/>
                <a:moveTo>
                  <a:pt x="6805" y="4537"/>
                </a:moveTo>
                <a:lnTo>
                  <a:pt x="6805" y="4537"/>
                </a:lnTo>
                <a:lnTo>
                  <a:pt x="6826" y="4622"/>
                </a:lnTo>
                <a:lnTo>
                  <a:pt x="6847" y="4708"/>
                </a:lnTo>
                <a:lnTo>
                  <a:pt x="6890" y="4729"/>
                </a:lnTo>
                <a:lnTo>
                  <a:pt x="6933" y="4729"/>
                </a:lnTo>
                <a:lnTo>
                  <a:pt x="6976" y="4708"/>
                </a:lnTo>
                <a:lnTo>
                  <a:pt x="7019" y="4687"/>
                </a:lnTo>
                <a:lnTo>
                  <a:pt x="7019" y="4687"/>
                </a:lnTo>
                <a:lnTo>
                  <a:pt x="7061" y="4644"/>
                </a:lnTo>
                <a:lnTo>
                  <a:pt x="7083" y="4580"/>
                </a:lnTo>
                <a:lnTo>
                  <a:pt x="7104" y="4451"/>
                </a:lnTo>
                <a:lnTo>
                  <a:pt x="7083" y="4194"/>
                </a:lnTo>
                <a:lnTo>
                  <a:pt x="7083" y="4194"/>
                </a:lnTo>
                <a:lnTo>
                  <a:pt x="7168" y="4194"/>
                </a:lnTo>
                <a:lnTo>
                  <a:pt x="7339" y="4173"/>
                </a:lnTo>
                <a:lnTo>
                  <a:pt x="7511" y="4130"/>
                </a:lnTo>
                <a:lnTo>
                  <a:pt x="7639" y="4066"/>
                </a:lnTo>
                <a:lnTo>
                  <a:pt x="7639" y="4066"/>
                </a:lnTo>
                <a:lnTo>
                  <a:pt x="7767" y="3981"/>
                </a:lnTo>
                <a:lnTo>
                  <a:pt x="7810" y="3916"/>
                </a:lnTo>
                <a:lnTo>
                  <a:pt x="7853" y="3852"/>
                </a:lnTo>
                <a:lnTo>
                  <a:pt x="7874" y="3788"/>
                </a:lnTo>
                <a:lnTo>
                  <a:pt x="7874" y="3702"/>
                </a:lnTo>
                <a:lnTo>
                  <a:pt x="7874" y="3617"/>
                </a:lnTo>
                <a:lnTo>
                  <a:pt x="7853" y="3531"/>
                </a:lnTo>
                <a:lnTo>
                  <a:pt x="7853" y="3531"/>
                </a:lnTo>
                <a:lnTo>
                  <a:pt x="7789" y="3403"/>
                </a:lnTo>
                <a:lnTo>
                  <a:pt x="7682" y="3274"/>
                </a:lnTo>
                <a:lnTo>
                  <a:pt x="7532" y="3189"/>
                </a:lnTo>
                <a:lnTo>
                  <a:pt x="7382" y="3103"/>
                </a:lnTo>
                <a:lnTo>
                  <a:pt x="7211" y="3082"/>
                </a:lnTo>
                <a:lnTo>
                  <a:pt x="7147" y="3082"/>
                </a:lnTo>
                <a:lnTo>
                  <a:pt x="7083" y="3103"/>
                </a:lnTo>
                <a:lnTo>
                  <a:pt x="7019" y="3125"/>
                </a:lnTo>
                <a:lnTo>
                  <a:pt x="6954" y="3167"/>
                </a:lnTo>
                <a:lnTo>
                  <a:pt x="6912" y="3232"/>
                </a:lnTo>
                <a:lnTo>
                  <a:pt x="6869" y="3317"/>
                </a:lnTo>
                <a:lnTo>
                  <a:pt x="6869" y="3317"/>
                </a:lnTo>
                <a:lnTo>
                  <a:pt x="6847" y="3510"/>
                </a:lnTo>
                <a:lnTo>
                  <a:pt x="6826" y="3702"/>
                </a:lnTo>
                <a:lnTo>
                  <a:pt x="6826" y="4087"/>
                </a:lnTo>
                <a:lnTo>
                  <a:pt x="6826" y="4087"/>
                </a:lnTo>
                <a:lnTo>
                  <a:pt x="6805" y="4301"/>
                </a:lnTo>
                <a:lnTo>
                  <a:pt x="6805" y="4537"/>
                </a:lnTo>
                <a:lnTo>
                  <a:pt x="6805" y="4537"/>
                </a:lnTo>
                <a:close/>
                <a:moveTo>
                  <a:pt x="7168" y="3317"/>
                </a:moveTo>
                <a:lnTo>
                  <a:pt x="7168" y="3317"/>
                </a:lnTo>
                <a:lnTo>
                  <a:pt x="7361" y="3381"/>
                </a:lnTo>
                <a:lnTo>
                  <a:pt x="7468" y="3467"/>
                </a:lnTo>
                <a:lnTo>
                  <a:pt x="7553" y="3574"/>
                </a:lnTo>
                <a:lnTo>
                  <a:pt x="7575" y="3681"/>
                </a:lnTo>
                <a:lnTo>
                  <a:pt x="7553" y="3724"/>
                </a:lnTo>
                <a:lnTo>
                  <a:pt x="7532" y="3767"/>
                </a:lnTo>
                <a:lnTo>
                  <a:pt x="7489" y="3809"/>
                </a:lnTo>
                <a:lnTo>
                  <a:pt x="7446" y="3852"/>
                </a:lnTo>
                <a:lnTo>
                  <a:pt x="7318" y="3916"/>
                </a:lnTo>
                <a:lnTo>
                  <a:pt x="7125" y="3938"/>
                </a:lnTo>
                <a:lnTo>
                  <a:pt x="7125" y="3938"/>
                </a:lnTo>
                <a:lnTo>
                  <a:pt x="7104" y="3895"/>
                </a:lnTo>
                <a:lnTo>
                  <a:pt x="7104" y="3831"/>
                </a:lnTo>
                <a:lnTo>
                  <a:pt x="7125" y="3638"/>
                </a:lnTo>
                <a:lnTo>
                  <a:pt x="7168" y="3424"/>
                </a:lnTo>
                <a:lnTo>
                  <a:pt x="7190" y="3339"/>
                </a:lnTo>
                <a:lnTo>
                  <a:pt x="7168" y="3317"/>
                </a:lnTo>
                <a:lnTo>
                  <a:pt x="7168" y="3317"/>
                </a:lnTo>
                <a:close/>
                <a:moveTo>
                  <a:pt x="4729" y="4430"/>
                </a:moveTo>
                <a:lnTo>
                  <a:pt x="4729" y="4430"/>
                </a:lnTo>
                <a:lnTo>
                  <a:pt x="4729" y="4473"/>
                </a:lnTo>
                <a:lnTo>
                  <a:pt x="4751" y="4515"/>
                </a:lnTo>
                <a:lnTo>
                  <a:pt x="4793" y="4537"/>
                </a:lnTo>
                <a:lnTo>
                  <a:pt x="4836" y="4537"/>
                </a:lnTo>
                <a:lnTo>
                  <a:pt x="4900" y="4515"/>
                </a:lnTo>
                <a:lnTo>
                  <a:pt x="4922" y="4494"/>
                </a:lnTo>
                <a:lnTo>
                  <a:pt x="4943" y="4451"/>
                </a:lnTo>
                <a:lnTo>
                  <a:pt x="4943" y="4408"/>
                </a:lnTo>
                <a:lnTo>
                  <a:pt x="4943" y="4408"/>
                </a:lnTo>
                <a:lnTo>
                  <a:pt x="4943" y="4366"/>
                </a:lnTo>
                <a:lnTo>
                  <a:pt x="4900" y="4323"/>
                </a:lnTo>
                <a:lnTo>
                  <a:pt x="4858" y="4323"/>
                </a:lnTo>
                <a:lnTo>
                  <a:pt x="4836" y="4323"/>
                </a:lnTo>
                <a:lnTo>
                  <a:pt x="4793" y="4323"/>
                </a:lnTo>
                <a:lnTo>
                  <a:pt x="4751" y="4344"/>
                </a:lnTo>
                <a:lnTo>
                  <a:pt x="4729" y="4387"/>
                </a:lnTo>
                <a:lnTo>
                  <a:pt x="4729" y="4430"/>
                </a:lnTo>
                <a:lnTo>
                  <a:pt x="4729" y="4430"/>
                </a:lnTo>
                <a:close/>
                <a:moveTo>
                  <a:pt x="6013" y="4537"/>
                </a:moveTo>
                <a:lnTo>
                  <a:pt x="6013" y="4537"/>
                </a:lnTo>
                <a:lnTo>
                  <a:pt x="6013" y="4601"/>
                </a:lnTo>
                <a:lnTo>
                  <a:pt x="6034" y="4622"/>
                </a:lnTo>
                <a:lnTo>
                  <a:pt x="6077" y="4644"/>
                </a:lnTo>
                <a:lnTo>
                  <a:pt x="6141" y="4644"/>
                </a:lnTo>
                <a:lnTo>
                  <a:pt x="6184" y="4622"/>
                </a:lnTo>
                <a:lnTo>
                  <a:pt x="6205" y="4601"/>
                </a:lnTo>
                <a:lnTo>
                  <a:pt x="6227" y="4558"/>
                </a:lnTo>
                <a:lnTo>
                  <a:pt x="6227" y="4515"/>
                </a:lnTo>
                <a:lnTo>
                  <a:pt x="6227" y="4515"/>
                </a:lnTo>
                <a:lnTo>
                  <a:pt x="6205" y="4473"/>
                </a:lnTo>
                <a:lnTo>
                  <a:pt x="6184" y="4451"/>
                </a:lnTo>
                <a:lnTo>
                  <a:pt x="6141" y="4430"/>
                </a:lnTo>
                <a:lnTo>
                  <a:pt x="6098" y="4430"/>
                </a:lnTo>
                <a:lnTo>
                  <a:pt x="6034" y="4473"/>
                </a:lnTo>
                <a:lnTo>
                  <a:pt x="6013" y="4494"/>
                </a:lnTo>
                <a:lnTo>
                  <a:pt x="6013" y="4537"/>
                </a:lnTo>
                <a:lnTo>
                  <a:pt x="6013" y="4537"/>
                </a:lnTo>
                <a:close/>
                <a:moveTo>
                  <a:pt x="7553" y="4687"/>
                </a:moveTo>
                <a:lnTo>
                  <a:pt x="7553" y="4687"/>
                </a:lnTo>
                <a:lnTo>
                  <a:pt x="7532" y="4644"/>
                </a:lnTo>
                <a:lnTo>
                  <a:pt x="7511" y="4622"/>
                </a:lnTo>
                <a:lnTo>
                  <a:pt x="7425" y="4601"/>
                </a:lnTo>
                <a:lnTo>
                  <a:pt x="7382" y="4601"/>
                </a:lnTo>
                <a:lnTo>
                  <a:pt x="7339" y="4622"/>
                </a:lnTo>
                <a:lnTo>
                  <a:pt x="7318" y="4665"/>
                </a:lnTo>
                <a:lnTo>
                  <a:pt x="7318" y="4708"/>
                </a:lnTo>
                <a:lnTo>
                  <a:pt x="7318" y="4708"/>
                </a:lnTo>
                <a:lnTo>
                  <a:pt x="7339" y="4751"/>
                </a:lnTo>
                <a:lnTo>
                  <a:pt x="7361" y="4772"/>
                </a:lnTo>
                <a:lnTo>
                  <a:pt x="7446" y="4794"/>
                </a:lnTo>
                <a:lnTo>
                  <a:pt x="7489" y="4794"/>
                </a:lnTo>
                <a:lnTo>
                  <a:pt x="7511" y="4772"/>
                </a:lnTo>
                <a:lnTo>
                  <a:pt x="7532" y="4729"/>
                </a:lnTo>
                <a:lnTo>
                  <a:pt x="7553" y="4687"/>
                </a:lnTo>
                <a:lnTo>
                  <a:pt x="7553" y="4687"/>
                </a:lnTo>
                <a:close/>
                <a:moveTo>
                  <a:pt x="4815" y="5350"/>
                </a:moveTo>
                <a:lnTo>
                  <a:pt x="4815" y="5350"/>
                </a:lnTo>
                <a:lnTo>
                  <a:pt x="4793" y="5328"/>
                </a:lnTo>
                <a:lnTo>
                  <a:pt x="4772" y="5307"/>
                </a:lnTo>
                <a:lnTo>
                  <a:pt x="4729" y="5243"/>
                </a:lnTo>
                <a:lnTo>
                  <a:pt x="4708" y="5179"/>
                </a:lnTo>
                <a:lnTo>
                  <a:pt x="4665" y="5114"/>
                </a:lnTo>
                <a:lnTo>
                  <a:pt x="4665" y="5114"/>
                </a:lnTo>
                <a:lnTo>
                  <a:pt x="4579" y="5093"/>
                </a:lnTo>
                <a:lnTo>
                  <a:pt x="4494" y="5093"/>
                </a:lnTo>
                <a:lnTo>
                  <a:pt x="4430" y="5136"/>
                </a:lnTo>
                <a:lnTo>
                  <a:pt x="4365" y="5200"/>
                </a:lnTo>
                <a:lnTo>
                  <a:pt x="4365" y="5200"/>
                </a:lnTo>
                <a:lnTo>
                  <a:pt x="4301" y="5307"/>
                </a:lnTo>
                <a:lnTo>
                  <a:pt x="4280" y="5371"/>
                </a:lnTo>
                <a:lnTo>
                  <a:pt x="4280" y="5414"/>
                </a:lnTo>
                <a:lnTo>
                  <a:pt x="4301" y="5435"/>
                </a:lnTo>
                <a:lnTo>
                  <a:pt x="4301" y="5435"/>
                </a:lnTo>
                <a:lnTo>
                  <a:pt x="4344" y="5457"/>
                </a:lnTo>
                <a:lnTo>
                  <a:pt x="4365" y="5457"/>
                </a:lnTo>
                <a:lnTo>
                  <a:pt x="4430" y="5414"/>
                </a:lnTo>
                <a:lnTo>
                  <a:pt x="4494" y="5350"/>
                </a:lnTo>
                <a:lnTo>
                  <a:pt x="4537" y="5307"/>
                </a:lnTo>
                <a:lnTo>
                  <a:pt x="4537" y="5307"/>
                </a:lnTo>
                <a:lnTo>
                  <a:pt x="4601" y="5435"/>
                </a:lnTo>
                <a:lnTo>
                  <a:pt x="4708" y="5564"/>
                </a:lnTo>
                <a:lnTo>
                  <a:pt x="4708" y="5564"/>
                </a:lnTo>
                <a:lnTo>
                  <a:pt x="4793" y="5607"/>
                </a:lnTo>
                <a:lnTo>
                  <a:pt x="4858" y="5607"/>
                </a:lnTo>
                <a:lnTo>
                  <a:pt x="4922" y="5585"/>
                </a:lnTo>
                <a:lnTo>
                  <a:pt x="4965" y="5564"/>
                </a:lnTo>
                <a:lnTo>
                  <a:pt x="5071" y="5478"/>
                </a:lnTo>
                <a:lnTo>
                  <a:pt x="5136" y="5457"/>
                </a:lnTo>
                <a:lnTo>
                  <a:pt x="5200" y="5435"/>
                </a:lnTo>
                <a:lnTo>
                  <a:pt x="5200" y="5435"/>
                </a:lnTo>
                <a:lnTo>
                  <a:pt x="5264" y="5457"/>
                </a:lnTo>
                <a:lnTo>
                  <a:pt x="5328" y="5478"/>
                </a:lnTo>
                <a:lnTo>
                  <a:pt x="5414" y="5564"/>
                </a:lnTo>
                <a:lnTo>
                  <a:pt x="5521" y="5671"/>
                </a:lnTo>
                <a:lnTo>
                  <a:pt x="5564" y="5714"/>
                </a:lnTo>
                <a:lnTo>
                  <a:pt x="5628" y="5714"/>
                </a:lnTo>
                <a:lnTo>
                  <a:pt x="5628" y="5714"/>
                </a:lnTo>
                <a:lnTo>
                  <a:pt x="5735" y="5714"/>
                </a:lnTo>
                <a:lnTo>
                  <a:pt x="5799" y="5671"/>
                </a:lnTo>
                <a:lnTo>
                  <a:pt x="5885" y="5628"/>
                </a:lnTo>
                <a:lnTo>
                  <a:pt x="5970" y="5607"/>
                </a:lnTo>
                <a:lnTo>
                  <a:pt x="5970" y="5607"/>
                </a:lnTo>
                <a:lnTo>
                  <a:pt x="6034" y="5607"/>
                </a:lnTo>
                <a:lnTo>
                  <a:pt x="6098" y="5607"/>
                </a:lnTo>
                <a:lnTo>
                  <a:pt x="6184" y="5607"/>
                </a:lnTo>
                <a:lnTo>
                  <a:pt x="6248" y="5607"/>
                </a:lnTo>
                <a:lnTo>
                  <a:pt x="6248" y="5607"/>
                </a:lnTo>
                <a:lnTo>
                  <a:pt x="6312" y="5564"/>
                </a:lnTo>
                <a:lnTo>
                  <a:pt x="6355" y="5542"/>
                </a:lnTo>
                <a:lnTo>
                  <a:pt x="6377" y="5500"/>
                </a:lnTo>
                <a:lnTo>
                  <a:pt x="6355" y="5435"/>
                </a:lnTo>
                <a:lnTo>
                  <a:pt x="6334" y="5393"/>
                </a:lnTo>
                <a:lnTo>
                  <a:pt x="6291" y="5371"/>
                </a:lnTo>
                <a:lnTo>
                  <a:pt x="6227" y="5328"/>
                </a:lnTo>
                <a:lnTo>
                  <a:pt x="6163" y="5307"/>
                </a:lnTo>
                <a:lnTo>
                  <a:pt x="6163" y="5307"/>
                </a:lnTo>
                <a:lnTo>
                  <a:pt x="6098" y="5307"/>
                </a:lnTo>
                <a:lnTo>
                  <a:pt x="6034" y="5328"/>
                </a:lnTo>
                <a:lnTo>
                  <a:pt x="5885" y="5393"/>
                </a:lnTo>
                <a:lnTo>
                  <a:pt x="5756" y="5435"/>
                </a:lnTo>
                <a:lnTo>
                  <a:pt x="5692" y="5435"/>
                </a:lnTo>
                <a:lnTo>
                  <a:pt x="5649" y="5435"/>
                </a:lnTo>
                <a:lnTo>
                  <a:pt x="5649" y="5435"/>
                </a:lnTo>
                <a:lnTo>
                  <a:pt x="5585" y="5393"/>
                </a:lnTo>
                <a:lnTo>
                  <a:pt x="5542" y="5371"/>
                </a:lnTo>
                <a:lnTo>
                  <a:pt x="5457" y="5286"/>
                </a:lnTo>
                <a:lnTo>
                  <a:pt x="5371" y="5221"/>
                </a:lnTo>
                <a:lnTo>
                  <a:pt x="5307" y="5200"/>
                </a:lnTo>
                <a:lnTo>
                  <a:pt x="5221" y="5200"/>
                </a:lnTo>
                <a:lnTo>
                  <a:pt x="5221" y="5200"/>
                </a:lnTo>
                <a:lnTo>
                  <a:pt x="5178" y="5200"/>
                </a:lnTo>
                <a:lnTo>
                  <a:pt x="5114" y="5221"/>
                </a:lnTo>
                <a:lnTo>
                  <a:pt x="5007" y="5264"/>
                </a:lnTo>
                <a:lnTo>
                  <a:pt x="4922" y="5328"/>
                </a:lnTo>
                <a:lnTo>
                  <a:pt x="4858" y="5350"/>
                </a:lnTo>
                <a:lnTo>
                  <a:pt x="4815" y="5350"/>
                </a:lnTo>
                <a:lnTo>
                  <a:pt x="4815" y="5350"/>
                </a:lnTo>
                <a:close/>
                <a:moveTo>
                  <a:pt x="4237" y="5970"/>
                </a:moveTo>
                <a:lnTo>
                  <a:pt x="4237" y="5970"/>
                </a:lnTo>
                <a:lnTo>
                  <a:pt x="4130" y="5949"/>
                </a:lnTo>
                <a:lnTo>
                  <a:pt x="3959" y="5949"/>
                </a:lnTo>
                <a:lnTo>
                  <a:pt x="3895" y="5949"/>
                </a:lnTo>
                <a:lnTo>
                  <a:pt x="3831" y="5970"/>
                </a:lnTo>
                <a:lnTo>
                  <a:pt x="3809" y="5992"/>
                </a:lnTo>
                <a:lnTo>
                  <a:pt x="3809" y="6056"/>
                </a:lnTo>
                <a:lnTo>
                  <a:pt x="3809" y="6056"/>
                </a:lnTo>
                <a:lnTo>
                  <a:pt x="3831" y="6077"/>
                </a:lnTo>
                <a:lnTo>
                  <a:pt x="3852" y="6120"/>
                </a:lnTo>
                <a:lnTo>
                  <a:pt x="3980" y="6163"/>
                </a:lnTo>
                <a:lnTo>
                  <a:pt x="4151" y="6206"/>
                </a:lnTo>
                <a:lnTo>
                  <a:pt x="4344" y="6227"/>
                </a:lnTo>
                <a:lnTo>
                  <a:pt x="4515" y="6227"/>
                </a:lnTo>
                <a:lnTo>
                  <a:pt x="4665" y="6227"/>
                </a:lnTo>
                <a:lnTo>
                  <a:pt x="4751" y="6184"/>
                </a:lnTo>
                <a:lnTo>
                  <a:pt x="4772" y="6141"/>
                </a:lnTo>
                <a:lnTo>
                  <a:pt x="4772" y="6099"/>
                </a:lnTo>
                <a:lnTo>
                  <a:pt x="4772" y="6099"/>
                </a:lnTo>
                <a:lnTo>
                  <a:pt x="4751" y="6056"/>
                </a:lnTo>
                <a:lnTo>
                  <a:pt x="4686" y="6035"/>
                </a:lnTo>
                <a:lnTo>
                  <a:pt x="4537" y="5992"/>
                </a:lnTo>
                <a:lnTo>
                  <a:pt x="4237" y="5970"/>
                </a:lnTo>
                <a:lnTo>
                  <a:pt x="4237" y="5970"/>
                </a:lnTo>
                <a:close/>
                <a:moveTo>
                  <a:pt x="7939" y="6056"/>
                </a:moveTo>
                <a:lnTo>
                  <a:pt x="7939" y="6056"/>
                </a:lnTo>
                <a:lnTo>
                  <a:pt x="7917" y="6035"/>
                </a:lnTo>
                <a:lnTo>
                  <a:pt x="7853" y="6013"/>
                </a:lnTo>
                <a:lnTo>
                  <a:pt x="7703" y="6035"/>
                </a:lnTo>
                <a:lnTo>
                  <a:pt x="7575" y="6099"/>
                </a:lnTo>
                <a:lnTo>
                  <a:pt x="7532" y="6141"/>
                </a:lnTo>
                <a:lnTo>
                  <a:pt x="7511" y="6163"/>
                </a:lnTo>
                <a:lnTo>
                  <a:pt x="7511" y="6163"/>
                </a:lnTo>
                <a:lnTo>
                  <a:pt x="7532" y="6206"/>
                </a:lnTo>
                <a:lnTo>
                  <a:pt x="7575" y="6227"/>
                </a:lnTo>
                <a:lnTo>
                  <a:pt x="7660" y="6227"/>
                </a:lnTo>
                <a:lnTo>
                  <a:pt x="7746" y="6227"/>
                </a:lnTo>
                <a:lnTo>
                  <a:pt x="7832" y="6206"/>
                </a:lnTo>
                <a:lnTo>
                  <a:pt x="7917" y="6163"/>
                </a:lnTo>
                <a:lnTo>
                  <a:pt x="7939" y="6120"/>
                </a:lnTo>
                <a:lnTo>
                  <a:pt x="7939" y="6056"/>
                </a:lnTo>
                <a:lnTo>
                  <a:pt x="7939" y="6056"/>
                </a:lnTo>
                <a:close/>
                <a:moveTo>
                  <a:pt x="5457" y="6120"/>
                </a:moveTo>
                <a:lnTo>
                  <a:pt x="5457" y="6120"/>
                </a:lnTo>
                <a:lnTo>
                  <a:pt x="5414" y="6163"/>
                </a:lnTo>
                <a:lnTo>
                  <a:pt x="5414" y="6184"/>
                </a:lnTo>
                <a:lnTo>
                  <a:pt x="5435" y="6206"/>
                </a:lnTo>
                <a:lnTo>
                  <a:pt x="5478" y="6248"/>
                </a:lnTo>
                <a:lnTo>
                  <a:pt x="5564" y="6270"/>
                </a:lnTo>
                <a:lnTo>
                  <a:pt x="5756" y="6313"/>
                </a:lnTo>
                <a:lnTo>
                  <a:pt x="5863" y="6334"/>
                </a:lnTo>
                <a:lnTo>
                  <a:pt x="5863" y="6334"/>
                </a:lnTo>
                <a:lnTo>
                  <a:pt x="6227" y="6355"/>
                </a:lnTo>
                <a:lnTo>
                  <a:pt x="6441" y="6355"/>
                </a:lnTo>
                <a:lnTo>
                  <a:pt x="6505" y="6355"/>
                </a:lnTo>
                <a:lnTo>
                  <a:pt x="6548" y="6334"/>
                </a:lnTo>
                <a:lnTo>
                  <a:pt x="6548" y="6334"/>
                </a:lnTo>
                <a:lnTo>
                  <a:pt x="6419" y="6248"/>
                </a:lnTo>
                <a:lnTo>
                  <a:pt x="6270" y="6206"/>
                </a:lnTo>
                <a:lnTo>
                  <a:pt x="5970" y="6163"/>
                </a:lnTo>
                <a:lnTo>
                  <a:pt x="5970" y="6163"/>
                </a:lnTo>
                <a:lnTo>
                  <a:pt x="5713" y="6120"/>
                </a:lnTo>
                <a:lnTo>
                  <a:pt x="5564" y="6099"/>
                </a:lnTo>
                <a:lnTo>
                  <a:pt x="5499" y="6099"/>
                </a:lnTo>
                <a:lnTo>
                  <a:pt x="5457" y="6120"/>
                </a:lnTo>
                <a:lnTo>
                  <a:pt x="5457" y="6120"/>
                </a:lnTo>
                <a:close/>
                <a:moveTo>
                  <a:pt x="5200" y="7853"/>
                </a:moveTo>
                <a:lnTo>
                  <a:pt x="5200" y="7853"/>
                </a:lnTo>
                <a:lnTo>
                  <a:pt x="5114" y="7875"/>
                </a:lnTo>
                <a:lnTo>
                  <a:pt x="5093" y="7875"/>
                </a:lnTo>
                <a:lnTo>
                  <a:pt x="5093" y="7853"/>
                </a:lnTo>
                <a:lnTo>
                  <a:pt x="5178" y="7682"/>
                </a:lnTo>
                <a:lnTo>
                  <a:pt x="5178" y="7682"/>
                </a:lnTo>
                <a:lnTo>
                  <a:pt x="5221" y="7596"/>
                </a:lnTo>
                <a:lnTo>
                  <a:pt x="5264" y="7489"/>
                </a:lnTo>
                <a:lnTo>
                  <a:pt x="5264" y="7447"/>
                </a:lnTo>
                <a:lnTo>
                  <a:pt x="5264" y="7425"/>
                </a:lnTo>
                <a:lnTo>
                  <a:pt x="5243" y="7382"/>
                </a:lnTo>
                <a:lnTo>
                  <a:pt x="5178" y="7361"/>
                </a:lnTo>
                <a:lnTo>
                  <a:pt x="5178" y="7361"/>
                </a:lnTo>
                <a:lnTo>
                  <a:pt x="5093" y="7382"/>
                </a:lnTo>
                <a:lnTo>
                  <a:pt x="4986" y="7425"/>
                </a:lnTo>
                <a:lnTo>
                  <a:pt x="4879" y="7489"/>
                </a:lnTo>
                <a:lnTo>
                  <a:pt x="4751" y="7575"/>
                </a:lnTo>
                <a:lnTo>
                  <a:pt x="4558" y="7789"/>
                </a:lnTo>
                <a:lnTo>
                  <a:pt x="4430" y="7939"/>
                </a:lnTo>
                <a:lnTo>
                  <a:pt x="4430" y="7939"/>
                </a:lnTo>
                <a:lnTo>
                  <a:pt x="4430" y="7703"/>
                </a:lnTo>
                <a:lnTo>
                  <a:pt x="4451" y="7361"/>
                </a:lnTo>
                <a:lnTo>
                  <a:pt x="4430" y="7211"/>
                </a:lnTo>
                <a:lnTo>
                  <a:pt x="4387" y="7061"/>
                </a:lnTo>
                <a:lnTo>
                  <a:pt x="4365" y="7019"/>
                </a:lnTo>
                <a:lnTo>
                  <a:pt x="4323" y="6997"/>
                </a:lnTo>
                <a:lnTo>
                  <a:pt x="4280" y="6976"/>
                </a:lnTo>
                <a:lnTo>
                  <a:pt x="4216" y="6976"/>
                </a:lnTo>
                <a:lnTo>
                  <a:pt x="4216" y="6976"/>
                </a:lnTo>
                <a:lnTo>
                  <a:pt x="4109" y="7019"/>
                </a:lnTo>
                <a:lnTo>
                  <a:pt x="4023" y="7083"/>
                </a:lnTo>
                <a:lnTo>
                  <a:pt x="3938" y="7190"/>
                </a:lnTo>
                <a:lnTo>
                  <a:pt x="3852" y="7318"/>
                </a:lnTo>
                <a:lnTo>
                  <a:pt x="3702" y="7554"/>
                </a:lnTo>
                <a:lnTo>
                  <a:pt x="3595" y="7746"/>
                </a:lnTo>
                <a:lnTo>
                  <a:pt x="3595" y="7746"/>
                </a:lnTo>
                <a:lnTo>
                  <a:pt x="3488" y="7960"/>
                </a:lnTo>
                <a:lnTo>
                  <a:pt x="3445" y="8067"/>
                </a:lnTo>
                <a:lnTo>
                  <a:pt x="3424" y="8110"/>
                </a:lnTo>
                <a:lnTo>
                  <a:pt x="3445" y="8174"/>
                </a:lnTo>
                <a:lnTo>
                  <a:pt x="3445" y="8174"/>
                </a:lnTo>
                <a:lnTo>
                  <a:pt x="3467" y="8217"/>
                </a:lnTo>
                <a:lnTo>
                  <a:pt x="3488" y="8238"/>
                </a:lnTo>
                <a:lnTo>
                  <a:pt x="3531" y="8238"/>
                </a:lnTo>
                <a:lnTo>
                  <a:pt x="3552" y="8238"/>
                </a:lnTo>
                <a:lnTo>
                  <a:pt x="3638" y="8195"/>
                </a:lnTo>
                <a:lnTo>
                  <a:pt x="3702" y="8110"/>
                </a:lnTo>
                <a:lnTo>
                  <a:pt x="3702" y="8110"/>
                </a:lnTo>
                <a:lnTo>
                  <a:pt x="3788" y="7960"/>
                </a:lnTo>
                <a:lnTo>
                  <a:pt x="3895" y="7746"/>
                </a:lnTo>
                <a:lnTo>
                  <a:pt x="3959" y="7639"/>
                </a:lnTo>
                <a:lnTo>
                  <a:pt x="4023" y="7554"/>
                </a:lnTo>
                <a:lnTo>
                  <a:pt x="4087" y="7489"/>
                </a:lnTo>
                <a:lnTo>
                  <a:pt x="4173" y="7468"/>
                </a:lnTo>
                <a:lnTo>
                  <a:pt x="4173" y="7468"/>
                </a:lnTo>
                <a:lnTo>
                  <a:pt x="4151" y="7554"/>
                </a:lnTo>
                <a:lnTo>
                  <a:pt x="4130" y="7661"/>
                </a:lnTo>
                <a:lnTo>
                  <a:pt x="4130" y="7768"/>
                </a:lnTo>
                <a:lnTo>
                  <a:pt x="4130" y="7896"/>
                </a:lnTo>
                <a:lnTo>
                  <a:pt x="4151" y="8003"/>
                </a:lnTo>
                <a:lnTo>
                  <a:pt x="4216" y="8110"/>
                </a:lnTo>
                <a:lnTo>
                  <a:pt x="4280" y="8174"/>
                </a:lnTo>
                <a:lnTo>
                  <a:pt x="4387" y="8195"/>
                </a:lnTo>
                <a:lnTo>
                  <a:pt x="4387" y="8195"/>
                </a:lnTo>
                <a:lnTo>
                  <a:pt x="4472" y="8153"/>
                </a:lnTo>
                <a:lnTo>
                  <a:pt x="4622" y="8046"/>
                </a:lnTo>
                <a:lnTo>
                  <a:pt x="4836" y="7875"/>
                </a:lnTo>
                <a:lnTo>
                  <a:pt x="4836" y="7875"/>
                </a:lnTo>
                <a:lnTo>
                  <a:pt x="4815" y="7960"/>
                </a:lnTo>
                <a:lnTo>
                  <a:pt x="4793" y="8067"/>
                </a:lnTo>
                <a:lnTo>
                  <a:pt x="4815" y="8195"/>
                </a:lnTo>
                <a:lnTo>
                  <a:pt x="4836" y="8238"/>
                </a:lnTo>
                <a:lnTo>
                  <a:pt x="4879" y="8260"/>
                </a:lnTo>
                <a:lnTo>
                  <a:pt x="4879" y="8260"/>
                </a:lnTo>
                <a:lnTo>
                  <a:pt x="4922" y="8281"/>
                </a:lnTo>
                <a:lnTo>
                  <a:pt x="4965" y="8260"/>
                </a:lnTo>
                <a:lnTo>
                  <a:pt x="5029" y="8238"/>
                </a:lnTo>
                <a:lnTo>
                  <a:pt x="5114" y="8174"/>
                </a:lnTo>
                <a:lnTo>
                  <a:pt x="5178" y="8153"/>
                </a:lnTo>
                <a:lnTo>
                  <a:pt x="5178" y="8153"/>
                </a:lnTo>
                <a:lnTo>
                  <a:pt x="5178" y="8153"/>
                </a:lnTo>
                <a:lnTo>
                  <a:pt x="5157" y="8174"/>
                </a:lnTo>
                <a:lnTo>
                  <a:pt x="5157" y="8238"/>
                </a:lnTo>
                <a:lnTo>
                  <a:pt x="5157" y="8324"/>
                </a:lnTo>
                <a:lnTo>
                  <a:pt x="5200" y="8409"/>
                </a:lnTo>
                <a:lnTo>
                  <a:pt x="5243" y="8474"/>
                </a:lnTo>
                <a:lnTo>
                  <a:pt x="5264" y="8474"/>
                </a:lnTo>
                <a:lnTo>
                  <a:pt x="5307" y="8474"/>
                </a:lnTo>
                <a:lnTo>
                  <a:pt x="5328" y="8452"/>
                </a:lnTo>
                <a:lnTo>
                  <a:pt x="5350" y="8409"/>
                </a:lnTo>
                <a:lnTo>
                  <a:pt x="5414" y="8260"/>
                </a:lnTo>
                <a:lnTo>
                  <a:pt x="5414" y="8260"/>
                </a:lnTo>
                <a:lnTo>
                  <a:pt x="5478" y="8046"/>
                </a:lnTo>
                <a:lnTo>
                  <a:pt x="5499" y="7939"/>
                </a:lnTo>
                <a:lnTo>
                  <a:pt x="5499" y="7875"/>
                </a:lnTo>
                <a:lnTo>
                  <a:pt x="5478" y="7832"/>
                </a:lnTo>
                <a:lnTo>
                  <a:pt x="5478" y="7832"/>
                </a:lnTo>
                <a:lnTo>
                  <a:pt x="5457" y="7810"/>
                </a:lnTo>
                <a:lnTo>
                  <a:pt x="5414" y="7789"/>
                </a:lnTo>
                <a:lnTo>
                  <a:pt x="5392" y="7768"/>
                </a:lnTo>
                <a:lnTo>
                  <a:pt x="5350" y="7789"/>
                </a:lnTo>
                <a:lnTo>
                  <a:pt x="5200" y="7853"/>
                </a:lnTo>
                <a:lnTo>
                  <a:pt x="5200" y="7853"/>
                </a:lnTo>
                <a:close/>
                <a:moveTo>
                  <a:pt x="5842" y="7168"/>
                </a:moveTo>
                <a:lnTo>
                  <a:pt x="5842" y="7168"/>
                </a:lnTo>
                <a:lnTo>
                  <a:pt x="5820" y="7190"/>
                </a:lnTo>
                <a:lnTo>
                  <a:pt x="5820" y="7233"/>
                </a:lnTo>
                <a:lnTo>
                  <a:pt x="5842" y="7361"/>
                </a:lnTo>
                <a:lnTo>
                  <a:pt x="5885" y="7511"/>
                </a:lnTo>
                <a:lnTo>
                  <a:pt x="5970" y="7682"/>
                </a:lnTo>
                <a:lnTo>
                  <a:pt x="6141" y="8024"/>
                </a:lnTo>
                <a:lnTo>
                  <a:pt x="6205" y="8153"/>
                </a:lnTo>
                <a:lnTo>
                  <a:pt x="6227" y="8238"/>
                </a:lnTo>
                <a:lnTo>
                  <a:pt x="6227" y="8238"/>
                </a:lnTo>
                <a:lnTo>
                  <a:pt x="6227" y="8345"/>
                </a:lnTo>
                <a:lnTo>
                  <a:pt x="6205" y="8474"/>
                </a:lnTo>
                <a:lnTo>
                  <a:pt x="6205" y="8602"/>
                </a:lnTo>
                <a:lnTo>
                  <a:pt x="6205" y="8645"/>
                </a:lnTo>
                <a:lnTo>
                  <a:pt x="6227" y="8688"/>
                </a:lnTo>
                <a:lnTo>
                  <a:pt x="6227" y="8688"/>
                </a:lnTo>
                <a:lnTo>
                  <a:pt x="6291" y="8730"/>
                </a:lnTo>
                <a:lnTo>
                  <a:pt x="6355" y="8730"/>
                </a:lnTo>
                <a:lnTo>
                  <a:pt x="6419" y="8688"/>
                </a:lnTo>
                <a:lnTo>
                  <a:pt x="6462" y="8623"/>
                </a:lnTo>
                <a:lnTo>
                  <a:pt x="6462" y="8623"/>
                </a:lnTo>
                <a:lnTo>
                  <a:pt x="6484" y="8559"/>
                </a:lnTo>
                <a:lnTo>
                  <a:pt x="6505" y="8474"/>
                </a:lnTo>
                <a:lnTo>
                  <a:pt x="6484" y="8260"/>
                </a:lnTo>
                <a:lnTo>
                  <a:pt x="6419" y="7982"/>
                </a:lnTo>
                <a:lnTo>
                  <a:pt x="6312" y="7725"/>
                </a:lnTo>
                <a:lnTo>
                  <a:pt x="6184" y="7468"/>
                </a:lnTo>
                <a:lnTo>
                  <a:pt x="6056" y="7275"/>
                </a:lnTo>
                <a:lnTo>
                  <a:pt x="5992" y="7211"/>
                </a:lnTo>
                <a:lnTo>
                  <a:pt x="5949" y="7168"/>
                </a:lnTo>
                <a:lnTo>
                  <a:pt x="5885" y="7147"/>
                </a:lnTo>
                <a:lnTo>
                  <a:pt x="5842" y="7168"/>
                </a:lnTo>
                <a:lnTo>
                  <a:pt x="5842" y="7168"/>
                </a:lnTo>
                <a:close/>
                <a:moveTo>
                  <a:pt x="6869" y="8195"/>
                </a:moveTo>
                <a:lnTo>
                  <a:pt x="6869" y="8195"/>
                </a:lnTo>
                <a:lnTo>
                  <a:pt x="6890" y="8153"/>
                </a:lnTo>
                <a:lnTo>
                  <a:pt x="6869" y="8046"/>
                </a:lnTo>
                <a:lnTo>
                  <a:pt x="6847" y="7939"/>
                </a:lnTo>
                <a:lnTo>
                  <a:pt x="6805" y="7810"/>
                </a:lnTo>
                <a:lnTo>
                  <a:pt x="6740" y="7703"/>
                </a:lnTo>
                <a:lnTo>
                  <a:pt x="6676" y="7618"/>
                </a:lnTo>
                <a:lnTo>
                  <a:pt x="6612" y="7554"/>
                </a:lnTo>
                <a:lnTo>
                  <a:pt x="6569" y="7554"/>
                </a:lnTo>
                <a:lnTo>
                  <a:pt x="6548" y="7554"/>
                </a:lnTo>
                <a:lnTo>
                  <a:pt x="6548" y="7554"/>
                </a:lnTo>
                <a:lnTo>
                  <a:pt x="6505" y="7596"/>
                </a:lnTo>
                <a:lnTo>
                  <a:pt x="6505" y="7703"/>
                </a:lnTo>
                <a:lnTo>
                  <a:pt x="6548" y="7960"/>
                </a:lnTo>
                <a:lnTo>
                  <a:pt x="6633" y="8431"/>
                </a:lnTo>
                <a:lnTo>
                  <a:pt x="6633" y="8431"/>
                </a:lnTo>
                <a:lnTo>
                  <a:pt x="6633" y="8516"/>
                </a:lnTo>
                <a:lnTo>
                  <a:pt x="6655" y="8623"/>
                </a:lnTo>
                <a:lnTo>
                  <a:pt x="6676" y="8666"/>
                </a:lnTo>
                <a:lnTo>
                  <a:pt x="6698" y="8709"/>
                </a:lnTo>
                <a:lnTo>
                  <a:pt x="6740" y="8730"/>
                </a:lnTo>
                <a:lnTo>
                  <a:pt x="6805" y="8730"/>
                </a:lnTo>
                <a:lnTo>
                  <a:pt x="6805" y="8730"/>
                </a:lnTo>
                <a:lnTo>
                  <a:pt x="6847" y="8730"/>
                </a:lnTo>
                <a:lnTo>
                  <a:pt x="6890" y="8688"/>
                </a:lnTo>
                <a:lnTo>
                  <a:pt x="6976" y="8602"/>
                </a:lnTo>
                <a:lnTo>
                  <a:pt x="7040" y="8495"/>
                </a:lnTo>
                <a:lnTo>
                  <a:pt x="7083" y="8409"/>
                </a:lnTo>
                <a:lnTo>
                  <a:pt x="7083" y="8409"/>
                </a:lnTo>
                <a:lnTo>
                  <a:pt x="7125" y="8538"/>
                </a:lnTo>
                <a:lnTo>
                  <a:pt x="7147" y="8581"/>
                </a:lnTo>
                <a:lnTo>
                  <a:pt x="7190" y="8623"/>
                </a:lnTo>
                <a:lnTo>
                  <a:pt x="7211" y="8645"/>
                </a:lnTo>
                <a:lnTo>
                  <a:pt x="7254" y="8645"/>
                </a:lnTo>
                <a:lnTo>
                  <a:pt x="7297" y="8602"/>
                </a:lnTo>
                <a:lnTo>
                  <a:pt x="7339" y="8538"/>
                </a:lnTo>
                <a:lnTo>
                  <a:pt x="7339" y="8538"/>
                </a:lnTo>
                <a:lnTo>
                  <a:pt x="7361" y="8409"/>
                </a:lnTo>
                <a:lnTo>
                  <a:pt x="7361" y="8281"/>
                </a:lnTo>
                <a:lnTo>
                  <a:pt x="7297" y="8003"/>
                </a:lnTo>
                <a:lnTo>
                  <a:pt x="7297" y="8003"/>
                </a:lnTo>
                <a:lnTo>
                  <a:pt x="7254" y="7853"/>
                </a:lnTo>
                <a:lnTo>
                  <a:pt x="7211" y="7789"/>
                </a:lnTo>
                <a:lnTo>
                  <a:pt x="7168" y="7789"/>
                </a:lnTo>
                <a:lnTo>
                  <a:pt x="7147" y="7789"/>
                </a:lnTo>
                <a:lnTo>
                  <a:pt x="7083" y="7853"/>
                </a:lnTo>
                <a:lnTo>
                  <a:pt x="6976" y="8024"/>
                </a:lnTo>
                <a:lnTo>
                  <a:pt x="6869" y="8195"/>
                </a:lnTo>
                <a:lnTo>
                  <a:pt x="6869" y="8195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4"/>
          <p:cNvSpPr/>
          <p:nvPr/>
        </p:nvSpPr>
        <p:spPr>
          <a:xfrm>
            <a:off x="7420312" y="804140"/>
            <a:ext cx="590459" cy="542939"/>
          </a:xfrm>
          <a:custGeom>
            <a:rect b="b" l="l" r="r" t="t"/>
            <a:pathLst>
              <a:path extrusionOk="0" h="8773" w="8945">
                <a:moveTo>
                  <a:pt x="6205" y="385"/>
                </a:moveTo>
                <a:lnTo>
                  <a:pt x="6419" y="407"/>
                </a:lnTo>
                <a:lnTo>
                  <a:pt x="6633" y="449"/>
                </a:lnTo>
                <a:lnTo>
                  <a:pt x="6847" y="535"/>
                </a:lnTo>
                <a:lnTo>
                  <a:pt x="7040" y="663"/>
                </a:lnTo>
                <a:lnTo>
                  <a:pt x="7147" y="749"/>
                </a:lnTo>
                <a:lnTo>
                  <a:pt x="7232" y="834"/>
                </a:lnTo>
                <a:lnTo>
                  <a:pt x="7297" y="941"/>
                </a:lnTo>
                <a:lnTo>
                  <a:pt x="7361" y="1048"/>
                </a:lnTo>
                <a:lnTo>
                  <a:pt x="7404" y="1177"/>
                </a:lnTo>
                <a:lnTo>
                  <a:pt x="7425" y="1305"/>
                </a:lnTo>
                <a:lnTo>
                  <a:pt x="7425" y="1412"/>
                </a:lnTo>
                <a:lnTo>
                  <a:pt x="7382" y="1541"/>
                </a:lnTo>
                <a:lnTo>
                  <a:pt x="7339" y="1648"/>
                </a:lnTo>
                <a:lnTo>
                  <a:pt x="7254" y="1754"/>
                </a:lnTo>
                <a:lnTo>
                  <a:pt x="7061" y="1926"/>
                </a:lnTo>
                <a:lnTo>
                  <a:pt x="6890" y="2033"/>
                </a:lnTo>
                <a:lnTo>
                  <a:pt x="6805" y="2097"/>
                </a:lnTo>
                <a:lnTo>
                  <a:pt x="6740" y="2161"/>
                </a:lnTo>
                <a:lnTo>
                  <a:pt x="6719" y="2225"/>
                </a:lnTo>
                <a:lnTo>
                  <a:pt x="6719" y="2268"/>
                </a:lnTo>
                <a:lnTo>
                  <a:pt x="6719" y="2311"/>
                </a:lnTo>
                <a:lnTo>
                  <a:pt x="6762" y="2354"/>
                </a:lnTo>
                <a:lnTo>
                  <a:pt x="6847" y="2396"/>
                </a:lnTo>
                <a:lnTo>
                  <a:pt x="6954" y="2396"/>
                </a:lnTo>
                <a:lnTo>
                  <a:pt x="7061" y="2375"/>
                </a:lnTo>
                <a:lnTo>
                  <a:pt x="7147" y="2332"/>
                </a:lnTo>
                <a:lnTo>
                  <a:pt x="7318" y="2204"/>
                </a:lnTo>
                <a:lnTo>
                  <a:pt x="7446" y="2075"/>
                </a:lnTo>
                <a:lnTo>
                  <a:pt x="7532" y="2033"/>
                </a:lnTo>
                <a:lnTo>
                  <a:pt x="7596" y="2033"/>
                </a:lnTo>
                <a:lnTo>
                  <a:pt x="7639" y="2075"/>
                </a:lnTo>
                <a:lnTo>
                  <a:pt x="7660" y="2118"/>
                </a:lnTo>
                <a:lnTo>
                  <a:pt x="7660" y="2247"/>
                </a:lnTo>
                <a:lnTo>
                  <a:pt x="7660" y="2375"/>
                </a:lnTo>
                <a:lnTo>
                  <a:pt x="7660" y="2461"/>
                </a:lnTo>
                <a:lnTo>
                  <a:pt x="7618" y="2568"/>
                </a:lnTo>
                <a:lnTo>
                  <a:pt x="7553" y="2675"/>
                </a:lnTo>
                <a:lnTo>
                  <a:pt x="7468" y="2760"/>
                </a:lnTo>
                <a:lnTo>
                  <a:pt x="7382" y="2824"/>
                </a:lnTo>
                <a:lnTo>
                  <a:pt x="7254" y="2867"/>
                </a:lnTo>
                <a:lnTo>
                  <a:pt x="7147" y="2910"/>
                </a:lnTo>
                <a:lnTo>
                  <a:pt x="7019" y="2931"/>
                </a:lnTo>
                <a:lnTo>
                  <a:pt x="6826" y="2931"/>
                </a:lnTo>
                <a:lnTo>
                  <a:pt x="6698" y="2888"/>
                </a:lnTo>
                <a:lnTo>
                  <a:pt x="6462" y="2846"/>
                </a:lnTo>
                <a:lnTo>
                  <a:pt x="6334" y="2824"/>
                </a:lnTo>
                <a:lnTo>
                  <a:pt x="6248" y="2846"/>
                </a:lnTo>
                <a:lnTo>
                  <a:pt x="6227" y="2888"/>
                </a:lnTo>
                <a:lnTo>
                  <a:pt x="6205" y="2910"/>
                </a:lnTo>
                <a:lnTo>
                  <a:pt x="6205" y="2974"/>
                </a:lnTo>
                <a:lnTo>
                  <a:pt x="6205" y="3038"/>
                </a:lnTo>
                <a:lnTo>
                  <a:pt x="6227" y="3124"/>
                </a:lnTo>
                <a:lnTo>
                  <a:pt x="6270" y="3167"/>
                </a:lnTo>
                <a:lnTo>
                  <a:pt x="6270" y="3209"/>
                </a:lnTo>
                <a:lnTo>
                  <a:pt x="6227" y="3274"/>
                </a:lnTo>
                <a:lnTo>
                  <a:pt x="6163" y="3338"/>
                </a:lnTo>
                <a:lnTo>
                  <a:pt x="6056" y="3359"/>
                </a:lnTo>
                <a:lnTo>
                  <a:pt x="5970" y="3381"/>
                </a:lnTo>
                <a:lnTo>
                  <a:pt x="5863" y="3381"/>
                </a:lnTo>
                <a:lnTo>
                  <a:pt x="5778" y="3359"/>
                </a:lnTo>
                <a:lnTo>
                  <a:pt x="5692" y="3338"/>
                </a:lnTo>
                <a:lnTo>
                  <a:pt x="5649" y="3295"/>
                </a:lnTo>
                <a:lnTo>
                  <a:pt x="5628" y="3274"/>
                </a:lnTo>
                <a:lnTo>
                  <a:pt x="5606" y="3188"/>
                </a:lnTo>
                <a:lnTo>
                  <a:pt x="5606" y="3102"/>
                </a:lnTo>
                <a:lnTo>
                  <a:pt x="5564" y="3038"/>
                </a:lnTo>
                <a:lnTo>
                  <a:pt x="5499" y="2995"/>
                </a:lnTo>
                <a:lnTo>
                  <a:pt x="5414" y="2953"/>
                </a:lnTo>
                <a:lnTo>
                  <a:pt x="5307" y="2931"/>
                </a:lnTo>
                <a:lnTo>
                  <a:pt x="5221" y="2953"/>
                </a:lnTo>
                <a:lnTo>
                  <a:pt x="5178" y="2995"/>
                </a:lnTo>
                <a:lnTo>
                  <a:pt x="5136" y="3060"/>
                </a:lnTo>
                <a:lnTo>
                  <a:pt x="5093" y="3102"/>
                </a:lnTo>
                <a:lnTo>
                  <a:pt x="5050" y="3124"/>
                </a:lnTo>
                <a:lnTo>
                  <a:pt x="5007" y="3102"/>
                </a:lnTo>
                <a:lnTo>
                  <a:pt x="4965" y="3081"/>
                </a:lnTo>
                <a:lnTo>
                  <a:pt x="4943" y="3060"/>
                </a:lnTo>
                <a:lnTo>
                  <a:pt x="4922" y="2974"/>
                </a:lnTo>
                <a:lnTo>
                  <a:pt x="4900" y="2888"/>
                </a:lnTo>
                <a:lnTo>
                  <a:pt x="4879" y="2867"/>
                </a:lnTo>
                <a:lnTo>
                  <a:pt x="4815" y="2867"/>
                </a:lnTo>
                <a:lnTo>
                  <a:pt x="4793" y="2888"/>
                </a:lnTo>
                <a:lnTo>
                  <a:pt x="4772" y="2910"/>
                </a:lnTo>
                <a:lnTo>
                  <a:pt x="4751" y="2974"/>
                </a:lnTo>
                <a:lnTo>
                  <a:pt x="4729" y="3017"/>
                </a:lnTo>
                <a:lnTo>
                  <a:pt x="4708" y="3038"/>
                </a:lnTo>
                <a:lnTo>
                  <a:pt x="4665" y="3038"/>
                </a:lnTo>
                <a:lnTo>
                  <a:pt x="4644" y="3017"/>
                </a:lnTo>
                <a:lnTo>
                  <a:pt x="4622" y="2974"/>
                </a:lnTo>
                <a:lnTo>
                  <a:pt x="4622" y="2888"/>
                </a:lnTo>
                <a:lnTo>
                  <a:pt x="4622" y="2781"/>
                </a:lnTo>
                <a:lnTo>
                  <a:pt x="4622" y="2632"/>
                </a:lnTo>
                <a:lnTo>
                  <a:pt x="4622" y="2568"/>
                </a:lnTo>
                <a:lnTo>
                  <a:pt x="4601" y="2525"/>
                </a:lnTo>
                <a:lnTo>
                  <a:pt x="4558" y="2503"/>
                </a:lnTo>
                <a:lnTo>
                  <a:pt x="4515" y="2525"/>
                </a:lnTo>
                <a:lnTo>
                  <a:pt x="4451" y="2546"/>
                </a:lnTo>
                <a:lnTo>
                  <a:pt x="4430" y="2503"/>
                </a:lnTo>
                <a:lnTo>
                  <a:pt x="4430" y="2482"/>
                </a:lnTo>
                <a:lnTo>
                  <a:pt x="4451" y="2396"/>
                </a:lnTo>
                <a:lnTo>
                  <a:pt x="4451" y="2311"/>
                </a:lnTo>
                <a:lnTo>
                  <a:pt x="4451" y="2268"/>
                </a:lnTo>
                <a:lnTo>
                  <a:pt x="4430" y="2225"/>
                </a:lnTo>
                <a:lnTo>
                  <a:pt x="4344" y="2225"/>
                </a:lnTo>
                <a:lnTo>
                  <a:pt x="4301" y="2247"/>
                </a:lnTo>
                <a:lnTo>
                  <a:pt x="4280" y="2247"/>
                </a:lnTo>
                <a:lnTo>
                  <a:pt x="4237" y="2204"/>
                </a:lnTo>
                <a:lnTo>
                  <a:pt x="4258" y="2140"/>
                </a:lnTo>
                <a:lnTo>
                  <a:pt x="4258" y="2075"/>
                </a:lnTo>
                <a:lnTo>
                  <a:pt x="4258" y="2011"/>
                </a:lnTo>
                <a:lnTo>
                  <a:pt x="4216" y="1968"/>
                </a:lnTo>
                <a:lnTo>
                  <a:pt x="4194" y="1947"/>
                </a:lnTo>
                <a:lnTo>
                  <a:pt x="4109" y="1926"/>
                </a:lnTo>
                <a:lnTo>
                  <a:pt x="4087" y="1947"/>
                </a:lnTo>
                <a:lnTo>
                  <a:pt x="3873" y="1947"/>
                </a:lnTo>
                <a:lnTo>
                  <a:pt x="3809" y="1926"/>
                </a:lnTo>
                <a:lnTo>
                  <a:pt x="3788" y="1904"/>
                </a:lnTo>
                <a:lnTo>
                  <a:pt x="3745" y="1926"/>
                </a:lnTo>
                <a:lnTo>
                  <a:pt x="3724" y="1947"/>
                </a:lnTo>
                <a:lnTo>
                  <a:pt x="3724" y="1990"/>
                </a:lnTo>
                <a:lnTo>
                  <a:pt x="3724" y="2075"/>
                </a:lnTo>
                <a:lnTo>
                  <a:pt x="3681" y="2054"/>
                </a:lnTo>
                <a:lnTo>
                  <a:pt x="3659" y="2011"/>
                </a:lnTo>
                <a:lnTo>
                  <a:pt x="3659" y="1883"/>
                </a:lnTo>
                <a:lnTo>
                  <a:pt x="3638" y="1754"/>
                </a:lnTo>
                <a:lnTo>
                  <a:pt x="3638" y="1690"/>
                </a:lnTo>
                <a:lnTo>
                  <a:pt x="3595" y="1669"/>
                </a:lnTo>
                <a:lnTo>
                  <a:pt x="3552" y="1648"/>
                </a:lnTo>
                <a:lnTo>
                  <a:pt x="3510" y="1648"/>
                </a:lnTo>
                <a:lnTo>
                  <a:pt x="3488" y="1669"/>
                </a:lnTo>
                <a:lnTo>
                  <a:pt x="3467" y="1690"/>
                </a:lnTo>
                <a:lnTo>
                  <a:pt x="3424" y="1776"/>
                </a:lnTo>
                <a:lnTo>
                  <a:pt x="3381" y="1840"/>
                </a:lnTo>
                <a:lnTo>
                  <a:pt x="3381" y="1605"/>
                </a:lnTo>
                <a:lnTo>
                  <a:pt x="3360" y="1541"/>
                </a:lnTo>
                <a:lnTo>
                  <a:pt x="3338" y="1498"/>
                </a:lnTo>
                <a:lnTo>
                  <a:pt x="3317" y="1455"/>
                </a:lnTo>
                <a:lnTo>
                  <a:pt x="3253" y="1434"/>
                </a:lnTo>
                <a:lnTo>
                  <a:pt x="3189" y="1434"/>
                </a:lnTo>
                <a:lnTo>
                  <a:pt x="3124" y="1455"/>
                </a:lnTo>
                <a:lnTo>
                  <a:pt x="2996" y="1498"/>
                </a:lnTo>
                <a:lnTo>
                  <a:pt x="2632" y="1605"/>
                </a:lnTo>
                <a:lnTo>
                  <a:pt x="2525" y="1669"/>
                </a:lnTo>
                <a:lnTo>
                  <a:pt x="2418" y="1733"/>
                </a:lnTo>
                <a:lnTo>
                  <a:pt x="2290" y="1797"/>
                </a:lnTo>
                <a:lnTo>
                  <a:pt x="2204" y="1840"/>
                </a:lnTo>
                <a:lnTo>
                  <a:pt x="2162" y="1819"/>
                </a:lnTo>
                <a:lnTo>
                  <a:pt x="2140" y="1819"/>
                </a:lnTo>
                <a:lnTo>
                  <a:pt x="2076" y="1754"/>
                </a:lnTo>
                <a:lnTo>
                  <a:pt x="2076" y="1669"/>
                </a:lnTo>
                <a:lnTo>
                  <a:pt x="2076" y="1583"/>
                </a:lnTo>
                <a:lnTo>
                  <a:pt x="2119" y="1519"/>
                </a:lnTo>
                <a:lnTo>
                  <a:pt x="2162" y="1498"/>
                </a:lnTo>
                <a:lnTo>
                  <a:pt x="2226" y="1498"/>
                </a:lnTo>
                <a:lnTo>
                  <a:pt x="2290" y="1541"/>
                </a:lnTo>
                <a:lnTo>
                  <a:pt x="2376" y="1583"/>
                </a:lnTo>
                <a:lnTo>
                  <a:pt x="2483" y="1583"/>
                </a:lnTo>
                <a:lnTo>
                  <a:pt x="2525" y="1562"/>
                </a:lnTo>
                <a:lnTo>
                  <a:pt x="2547" y="1519"/>
                </a:lnTo>
                <a:lnTo>
                  <a:pt x="2568" y="1434"/>
                </a:lnTo>
                <a:lnTo>
                  <a:pt x="2590" y="1348"/>
                </a:lnTo>
                <a:lnTo>
                  <a:pt x="2611" y="1220"/>
                </a:lnTo>
                <a:lnTo>
                  <a:pt x="2632" y="1134"/>
                </a:lnTo>
                <a:lnTo>
                  <a:pt x="2675" y="1048"/>
                </a:lnTo>
                <a:lnTo>
                  <a:pt x="2761" y="963"/>
                </a:lnTo>
                <a:lnTo>
                  <a:pt x="2932" y="813"/>
                </a:lnTo>
                <a:lnTo>
                  <a:pt x="3146" y="685"/>
                </a:lnTo>
                <a:lnTo>
                  <a:pt x="3403" y="578"/>
                </a:lnTo>
                <a:lnTo>
                  <a:pt x="3659" y="535"/>
                </a:lnTo>
                <a:lnTo>
                  <a:pt x="3788" y="514"/>
                </a:lnTo>
                <a:lnTo>
                  <a:pt x="3916" y="535"/>
                </a:lnTo>
                <a:lnTo>
                  <a:pt x="4045" y="535"/>
                </a:lnTo>
                <a:lnTo>
                  <a:pt x="4173" y="578"/>
                </a:lnTo>
                <a:lnTo>
                  <a:pt x="4280" y="642"/>
                </a:lnTo>
                <a:lnTo>
                  <a:pt x="4365" y="706"/>
                </a:lnTo>
                <a:lnTo>
                  <a:pt x="4451" y="792"/>
                </a:lnTo>
                <a:lnTo>
                  <a:pt x="4537" y="920"/>
                </a:lnTo>
                <a:lnTo>
                  <a:pt x="4558" y="1006"/>
                </a:lnTo>
                <a:lnTo>
                  <a:pt x="4558" y="1113"/>
                </a:lnTo>
                <a:lnTo>
                  <a:pt x="4579" y="1220"/>
                </a:lnTo>
                <a:lnTo>
                  <a:pt x="4601" y="1262"/>
                </a:lnTo>
                <a:lnTo>
                  <a:pt x="4622" y="1284"/>
                </a:lnTo>
                <a:lnTo>
                  <a:pt x="4665" y="1305"/>
                </a:lnTo>
                <a:lnTo>
                  <a:pt x="4708" y="1305"/>
                </a:lnTo>
                <a:lnTo>
                  <a:pt x="4772" y="1284"/>
                </a:lnTo>
                <a:lnTo>
                  <a:pt x="4836" y="1220"/>
                </a:lnTo>
                <a:lnTo>
                  <a:pt x="4879" y="1155"/>
                </a:lnTo>
                <a:lnTo>
                  <a:pt x="5050" y="834"/>
                </a:lnTo>
                <a:lnTo>
                  <a:pt x="5093" y="749"/>
                </a:lnTo>
                <a:lnTo>
                  <a:pt x="5157" y="685"/>
                </a:lnTo>
                <a:lnTo>
                  <a:pt x="5221" y="642"/>
                </a:lnTo>
                <a:lnTo>
                  <a:pt x="5328" y="578"/>
                </a:lnTo>
                <a:lnTo>
                  <a:pt x="5542" y="492"/>
                </a:lnTo>
                <a:lnTo>
                  <a:pt x="5756" y="428"/>
                </a:lnTo>
                <a:lnTo>
                  <a:pt x="5970" y="385"/>
                </a:lnTo>
                <a:close/>
                <a:moveTo>
                  <a:pt x="6141" y="0"/>
                </a:moveTo>
                <a:lnTo>
                  <a:pt x="5885" y="21"/>
                </a:lnTo>
                <a:lnTo>
                  <a:pt x="5606" y="64"/>
                </a:lnTo>
                <a:lnTo>
                  <a:pt x="5478" y="107"/>
                </a:lnTo>
                <a:lnTo>
                  <a:pt x="5371" y="171"/>
                </a:lnTo>
                <a:lnTo>
                  <a:pt x="5264" y="235"/>
                </a:lnTo>
                <a:lnTo>
                  <a:pt x="5157" y="300"/>
                </a:lnTo>
                <a:lnTo>
                  <a:pt x="4986" y="492"/>
                </a:lnTo>
                <a:lnTo>
                  <a:pt x="4922" y="578"/>
                </a:lnTo>
                <a:lnTo>
                  <a:pt x="4879" y="621"/>
                </a:lnTo>
                <a:lnTo>
                  <a:pt x="4815" y="621"/>
                </a:lnTo>
                <a:lnTo>
                  <a:pt x="4729" y="599"/>
                </a:lnTo>
                <a:lnTo>
                  <a:pt x="4644" y="535"/>
                </a:lnTo>
                <a:lnTo>
                  <a:pt x="4558" y="471"/>
                </a:lnTo>
                <a:lnTo>
                  <a:pt x="4472" y="385"/>
                </a:lnTo>
                <a:lnTo>
                  <a:pt x="4365" y="321"/>
                </a:lnTo>
                <a:lnTo>
                  <a:pt x="4173" y="257"/>
                </a:lnTo>
                <a:lnTo>
                  <a:pt x="3980" y="214"/>
                </a:lnTo>
                <a:lnTo>
                  <a:pt x="3788" y="193"/>
                </a:lnTo>
                <a:lnTo>
                  <a:pt x="3595" y="193"/>
                </a:lnTo>
                <a:lnTo>
                  <a:pt x="3403" y="214"/>
                </a:lnTo>
                <a:lnTo>
                  <a:pt x="3231" y="257"/>
                </a:lnTo>
                <a:lnTo>
                  <a:pt x="3018" y="364"/>
                </a:lnTo>
                <a:lnTo>
                  <a:pt x="2825" y="492"/>
                </a:lnTo>
                <a:lnTo>
                  <a:pt x="2654" y="642"/>
                </a:lnTo>
                <a:lnTo>
                  <a:pt x="2504" y="792"/>
                </a:lnTo>
                <a:lnTo>
                  <a:pt x="2397" y="963"/>
                </a:lnTo>
                <a:lnTo>
                  <a:pt x="2354" y="1027"/>
                </a:lnTo>
                <a:lnTo>
                  <a:pt x="2269" y="1091"/>
                </a:lnTo>
                <a:lnTo>
                  <a:pt x="2204" y="1134"/>
                </a:lnTo>
                <a:lnTo>
                  <a:pt x="2119" y="1155"/>
                </a:lnTo>
                <a:lnTo>
                  <a:pt x="2033" y="1177"/>
                </a:lnTo>
                <a:lnTo>
                  <a:pt x="1948" y="1220"/>
                </a:lnTo>
                <a:lnTo>
                  <a:pt x="1862" y="1305"/>
                </a:lnTo>
                <a:lnTo>
                  <a:pt x="1798" y="1391"/>
                </a:lnTo>
                <a:lnTo>
                  <a:pt x="1755" y="1455"/>
                </a:lnTo>
                <a:lnTo>
                  <a:pt x="1712" y="1541"/>
                </a:lnTo>
                <a:lnTo>
                  <a:pt x="1712" y="1626"/>
                </a:lnTo>
                <a:lnTo>
                  <a:pt x="1712" y="1690"/>
                </a:lnTo>
                <a:lnTo>
                  <a:pt x="1734" y="1776"/>
                </a:lnTo>
                <a:lnTo>
                  <a:pt x="1777" y="1840"/>
                </a:lnTo>
                <a:lnTo>
                  <a:pt x="1819" y="1904"/>
                </a:lnTo>
                <a:lnTo>
                  <a:pt x="1884" y="1947"/>
                </a:lnTo>
                <a:lnTo>
                  <a:pt x="1948" y="1990"/>
                </a:lnTo>
                <a:lnTo>
                  <a:pt x="2033" y="2011"/>
                </a:lnTo>
                <a:lnTo>
                  <a:pt x="2119" y="2033"/>
                </a:lnTo>
                <a:lnTo>
                  <a:pt x="2311" y="2033"/>
                </a:lnTo>
                <a:lnTo>
                  <a:pt x="2418" y="2011"/>
                </a:lnTo>
                <a:lnTo>
                  <a:pt x="2632" y="1926"/>
                </a:lnTo>
                <a:lnTo>
                  <a:pt x="2761" y="1883"/>
                </a:lnTo>
                <a:lnTo>
                  <a:pt x="2846" y="1883"/>
                </a:lnTo>
                <a:lnTo>
                  <a:pt x="2889" y="1926"/>
                </a:lnTo>
                <a:lnTo>
                  <a:pt x="2932" y="2011"/>
                </a:lnTo>
                <a:lnTo>
                  <a:pt x="2975" y="2075"/>
                </a:lnTo>
                <a:lnTo>
                  <a:pt x="3018" y="2140"/>
                </a:lnTo>
                <a:lnTo>
                  <a:pt x="3189" y="2268"/>
                </a:lnTo>
                <a:lnTo>
                  <a:pt x="3403" y="2375"/>
                </a:lnTo>
                <a:lnTo>
                  <a:pt x="3510" y="2396"/>
                </a:lnTo>
                <a:lnTo>
                  <a:pt x="3766" y="2396"/>
                </a:lnTo>
                <a:lnTo>
                  <a:pt x="3873" y="2418"/>
                </a:lnTo>
                <a:lnTo>
                  <a:pt x="3916" y="2461"/>
                </a:lnTo>
                <a:lnTo>
                  <a:pt x="3938" y="2525"/>
                </a:lnTo>
                <a:lnTo>
                  <a:pt x="3980" y="2675"/>
                </a:lnTo>
                <a:lnTo>
                  <a:pt x="4023" y="2867"/>
                </a:lnTo>
                <a:lnTo>
                  <a:pt x="4066" y="2995"/>
                </a:lnTo>
                <a:lnTo>
                  <a:pt x="4173" y="3167"/>
                </a:lnTo>
                <a:lnTo>
                  <a:pt x="4323" y="3295"/>
                </a:lnTo>
                <a:lnTo>
                  <a:pt x="4472" y="3402"/>
                </a:lnTo>
                <a:lnTo>
                  <a:pt x="4665" y="3466"/>
                </a:lnTo>
                <a:lnTo>
                  <a:pt x="4793" y="3488"/>
                </a:lnTo>
                <a:lnTo>
                  <a:pt x="4922" y="3488"/>
                </a:lnTo>
                <a:lnTo>
                  <a:pt x="5050" y="3466"/>
                </a:lnTo>
                <a:lnTo>
                  <a:pt x="5178" y="3466"/>
                </a:lnTo>
                <a:lnTo>
                  <a:pt x="5264" y="3509"/>
                </a:lnTo>
                <a:lnTo>
                  <a:pt x="5350" y="3552"/>
                </a:lnTo>
                <a:lnTo>
                  <a:pt x="5521" y="3659"/>
                </a:lnTo>
                <a:lnTo>
                  <a:pt x="5735" y="3723"/>
                </a:lnTo>
                <a:lnTo>
                  <a:pt x="5949" y="3744"/>
                </a:lnTo>
                <a:lnTo>
                  <a:pt x="6056" y="3723"/>
                </a:lnTo>
                <a:lnTo>
                  <a:pt x="6163" y="3702"/>
                </a:lnTo>
                <a:lnTo>
                  <a:pt x="6270" y="3680"/>
                </a:lnTo>
                <a:lnTo>
                  <a:pt x="6377" y="3637"/>
                </a:lnTo>
                <a:lnTo>
                  <a:pt x="6441" y="3552"/>
                </a:lnTo>
                <a:lnTo>
                  <a:pt x="6526" y="3466"/>
                </a:lnTo>
                <a:lnTo>
                  <a:pt x="6591" y="3402"/>
                </a:lnTo>
                <a:lnTo>
                  <a:pt x="6676" y="3338"/>
                </a:lnTo>
                <a:lnTo>
                  <a:pt x="6762" y="3316"/>
                </a:lnTo>
                <a:lnTo>
                  <a:pt x="6869" y="3295"/>
                </a:lnTo>
                <a:lnTo>
                  <a:pt x="7083" y="3295"/>
                </a:lnTo>
                <a:lnTo>
                  <a:pt x="7297" y="3252"/>
                </a:lnTo>
                <a:lnTo>
                  <a:pt x="7468" y="3188"/>
                </a:lnTo>
                <a:lnTo>
                  <a:pt x="7639" y="3081"/>
                </a:lnTo>
                <a:lnTo>
                  <a:pt x="7810" y="2931"/>
                </a:lnTo>
                <a:lnTo>
                  <a:pt x="7874" y="2846"/>
                </a:lnTo>
                <a:lnTo>
                  <a:pt x="7939" y="2760"/>
                </a:lnTo>
                <a:lnTo>
                  <a:pt x="7981" y="2653"/>
                </a:lnTo>
                <a:lnTo>
                  <a:pt x="8003" y="2546"/>
                </a:lnTo>
                <a:lnTo>
                  <a:pt x="8003" y="2439"/>
                </a:lnTo>
                <a:lnTo>
                  <a:pt x="8003" y="2332"/>
                </a:lnTo>
                <a:lnTo>
                  <a:pt x="7981" y="2204"/>
                </a:lnTo>
                <a:lnTo>
                  <a:pt x="7960" y="2097"/>
                </a:lnTo>
                <a:lnTo>
                  <a:pt x="7896" y="2011"/>
                </a:lnTo>
                <a:lnTo>
                  <a:pt x="7832" y="1926"/>
                </a:lnTo>
                <a:lnTo>
                  <a:pt x="7767" y="1840"/>
                </a:lnTo>
                <a:lnTo>
                  <a:pt x="7746" y="1754"/>
                </a:lnTo>
                <a:lnTo>
                  <a:pt x="7746" y="1669"/>
                </a:lnTo>
                <a:lnTo>
                  <a:pt x="7767" y="1562"/>
                </a:lnTo>
                <a:lnTo>
                  <a:pt x="7810" y="1455"/>
                </a:lnTo>
                <a:lnTo>
                  <a:pt x="7810" y="1369"/>
                </a:lnTo>
                <a:lnTo>
                  <a:pt x="7810" y="1220"/>
                </a:lnTo>
                <a:lnTo>
                  <a:pt x="7789" y="1091"/>
                </a:lnTo>
                <a:lnTo>
                  <a:pt x="7746" y="963"/>
                </a:lnTo>
                <a:lnTo>
                  <a:pt x="7682" y="856"/>
                </a:lnTo>
                <a:lnTo>
                  <a:pt x="7618" y="727"/>
                </a:lnTo>
                <a:lnTo>
                  <a:pt x="7553" y="621"/>
                </a:lnTo>
                <a:lnTo>
                  <a:pt x="7361" y="449"/>
                </a:lnTo>
                <a:lnTo>
                  <a:pt x="7147" y="278"/>
                </a:lnTo>
                <a:lnTo>
                  <a:pt x="6912" y="150"/>
                </a:lnTo>
                <a:lnTo>
                  <a:pt x="6655" y="64"/>
                </a:lnTo>
                <a:lnTo>
                  <a:pt x="6398" y="21"/>
                </a:lnTo>
                <a:lnTo>
                  <a:pt x="6141" y="0"/>
                </a:lnTo>
                <a:close/>
                <a:moveTo>
                  <a:pt x="2311" y="2568"/>
                </a:moveTo>
                <a:lnTo>
                  <a:pt x="2397" y="2589"/>
                </a:lnTo>
                <a:lnTo>
                  <a:pt x="2483" y="2632"/>
                </a:lnTo>
                <a:lnTo>
                  <a:pt x="2525" y="2675"/>
                </a:lnTo>
                <a:lnTo>
                  <a:pt x="2547" y="2781"/>
                </a:lnTo>
                <a:lnTo>
                  <a:pt x="2568" y="2931"/>
                </a:lnTo>
                <a:lnTo>
                  <a:pt x="2590" y="3188"/>
                </a:lnTo>
                <a:lnTo>
                  <a:pt x="2697" y="3702"/>
                </a:lnTo>
                <a:lnTo>
                  <a:pt x="2804" y="4236"/>
                </a:lnTo>
                <a:lnTo>
                  <a:pt x="2846" y="4493"/>
                </a:lnTo>
                <a:lnTo>
                  <a:pt x="2889" y="4771"/>
                </a:lnTo>
                <a:lnTo>
                  <a:pt x="2889" y="4921"/>
                </a:lnTo>
                <a:lnTo>
                  <a:pt x="2868" y="5092"/>
                </a:lnTo>
                <a:lnTo>
                  <a:pt x="2846" y="5156"/>
                </a:lnTo>
                <a:lnTo>
                  <a:pt x="2804" y="5178"/>
                </a:lnTo>
                <a:lnTo>
                  <a:pt x="2761" y="5156"/>
                </a:lnTo>
                <a:lnTo>
                  <a:pt x="2675" y="5092"/>
                </a:lnTo>
                <a:lnTo>
                  <a:pt x="2697" y="5049"/>
                </a:lnTo>
                <a:lnTo>
                  <a:pt x="2697" y="4985"/>
                </a:lnTo>
                <a:lnTo>
                  <a:pt x="2654" y="4942"/>
                </a:lnTo>
                <a:lnTo>
                  <a:pt x="2611" y="4921"/>
                </a:lnTo>
                <a:lnTo>
                  <a:pt x="2547" y="4814"/>
                </a:lnTo>
                <a:lnTo>
                  <a:pt x="2525" y="4793"/>
                </a:lnTo>
                <a:lnTo>
                  <a:pt x="2461" y="4750"/>
                </a:lnTo>
                <a:lnTo>
                  <a:pt x="2440" y="4793"/>
                </a:lnTo>
                <a:lnTo>
                  <a:pt x="2440" y="4771"/>
                </a:lnTo>
                <a:lnTo>
                  <a:pt x="2440" y="4750"/>
                </a:lnTo>
                <a:lnTo>
                  <a:pt x="2461" y="4729"/>
                </a:lnTo>
                <a:lnTo>
                  <a:pt x="2461" y="4622"/>
                </a:lnTo>
                <a:lnTo>
                  <a:pt x="2440" y="4429"/>
                </a:lnTo>
                <a:lnTo>
                  <a:pt x="2440" y="4322"/>
                </a:lnTo>
                <a:lnTo>
                  <a:pt x="2440" y="4258"/>
                </a:lnTo>
                <a:lnTo>
                  <a:pt x="2397" y="4215"/>
                </a:lnTo>
                <a:lnTo>
                  <a:pt x="2376" y="4194"/>
                </a:lnTo>
                <a:lnTo>
                  <a:pt x="2290" y="4194"/>
                </a:lnTo>
                <a:lnTo>
                  <a:pt x="2247" y="4129"/>
                </a:lnTo>
                <a:lnTo>
                  <a:pt x="2247" y="4087"/>
                </a:lnTo>
                <a:lnTo>
                  <a:pt x="2269" y="4044"/>
                </a:lnTo>
                <a:lnTo>
                  <a:pt x="2290" y="4022"/>
                </a:lnTo>
                <a:lnTo>
                  <a:pt x="2376" y="3937"/>
                </a:lnTo>
                <a:lnTo>
                  <a:pt x="2418" y="3894"/>
                </a:lnTo>
                <a:lnTo>
                  <a:pt x="2440" y="3830"/>
                </a:lnTo>
                <a:lnTo>
                  <a:pt x="2418" y="3766"/>
                </a:lnTo>
                <a:lnTo>
                  <a:pt x="2397" y="3744"/>
                </a:lnTo>
                <a:lnTo>
                  <a:pt x="2333" y="3723"/>
                </a:lnTo>
                <a:lnTo>
                  <a:pt x="2269" y="3723"/>
                </a:lnTo>
                <a:lnTo>
                  <a:pt x="2290" y="3702"/>
                </a:lnTo>
                <a:lnTo>
                  <a:pt x="2333" y="3659"/>
                </a:lnTo>
                <a:lnTo>
                  <a:pt x="2397" y="3509"/>
                </a:lnTo>
                <a:lnTo>
                  <a:pt x="2440" y="3316"/>
                </a:lnTo>
                <a:lnTo>
                  <a:pt x="2418" y="3252"/>
                </a:lnTo>
                <a:lnTo>
                  <a:pt x="2397" y="3188"/>
                </a:lnTo>
                <a:lnTo>
                  <a:pt x="2354" y="3167"/>
                </a:lnTo>
                <a:lnTo>
                  <a:pt x="2311" y="3145"/>
                </a:lnTo>
                <a:lnTo>
                  <a:pt x="2226" y="3145"/>
                </a:lnTo>
                <a:lnTo>
                  <a:pt x="2140" y="3167"/>
                </a:lnTo>
                <a:lnTo>
                  <a:pt x="2097" y="3145"/>
                </a:lnTo>
                <a:lnTo>
                  <a:pt x="2055" y="3145"/>
                </a:lnTo>
                <a:lnTo>
                  <a:pt x="2033" y="3102"/>
                </a:lnTo>
                <a:lnTo>
                  <a:pt x="2033" y="3081"/>
                </a:lnTo>
                <a:lnTo>
                  <a:pt x="2076" y="3060"/>
                </a:lnTo>
                <a:lnTo>
                  <a:pt x="2140" y="3017"/>
                </a:lnTo>
                <a:lnTo>
                  <a:pt x="2183" y="2995"/>
                </a:lnTo>
                <a:lnTo>
                  <a:pt x="2226" y="2910"/>
                </a:lnTo>
                <a:lnTo>
                  <a:pt x="2226" y="2867"/>
                </a:lnTo>
                <a:lnTo>
                  <a:pt x="2183" y="2846"/>
                </a:lnTo>
                <a:lnTo>
                  <a:pt x="2140" y="2846"/>
                </a:lnTo>
                <a:lnTo>
                  <a:pt x="2076" y="2824"/>
                </a:lnTo>
                <a:lnTo>
                  <a:pt x="2033" y="2803"/>
                </a:lnTo>
                <a:lnTo>
                  <a:pt x="1991" y="2781"/>
                </a:lnTo>
                <a:lnTo>
                  <a:pt x="1991" y="2717"/>
                </a:lnTo>
                <a:lnTo>
                  <a:pt x="2012" y="2653"/>
                </a:lnTo>
                <a:lnTo>
                  <a:pt x="2055" y="2610"/>
                </a:lnTo>
                <a:lnTo>
                  <a:pt x="2140" y="2568"/>
                </a:lnTo>
                <a:close/>
                <a:moveTo>
                  <a:pt x="5906" y="4900"/>
                </a:moveTo>
                <a:lnTo>
                  <a:pt x="5949" y="4942"/>
                </a:lnTo>
                <a:lnTo>
                  <a:pt x="5970" y="4985"/>
                </a:lnTo>
                <a:lnTo>
                  <a:pt x="6013" y="5092"/>
                </a:lnTo>
                <a:lnTo>
                  <a:pt x="6013" y="5199"/>
                </a:lnTo>
                <a:lnTo>
                  <a:pt x="5992" y="5242"/>
                </a:lnTo>
                <a:lnTo>
                  <a:pt x="5949" y="5263"/>
                </a:lnTo>
                <a:lnTo>
                  <a:pt x="5885" y="5285"/>
                </a:lnTo>
                <a:lnTo>
                  <a:pt x="5542" y="5285"/>
                </a:lnTo>
                <a:lnTo>
                  <a:pt x="4900" y="5263"/>
                </a:lnTo>
                <a:lnTo>
                  <a:pt x="4579" y="5285"/>
                </a:lnTo>
                <a:lnTo>
                  <a:pt x="4430" y="5285"/>
                </a:lnTo>
                <a:lnTo>
                  <a:pt x="4344" y="5263"/>
                </a:lnTo>
                <a:lnTo>
                  <a:pt x="4301" y="5242"/>
                </a:lnTo>
                <a:lnTo>
                  <a:pt x="4194" y="5178"/>
                </a:lnTo>
                <a:lnTo>
                  <a:pt x="4194" y="5135"/>
                </a:lnTo>
                <a:lnTo>
                  <a:pt x="4194" y="5114"/>
                </a:lnTo>
                <a:lnTo>
                  <a:pt x="4258" y="5071"/>
                </a:lnTo>
                <a:lnTo>
                  <a:pt x="4387" y="5049"/>
                </a:lnTo>
                <a:lnTo>
                  <a:pt x="4644" y="5028"/>
                </a:lnTo>
                <a:lnTo>
                  <a:pt x="4815" y="5028"/>
                </a:lnTo>
                <a:lnTo>
                  <a:pt x="5136" y="5007"/>
                </a:lnTo>
                <a:lnTo>
                  <a:pt x="5457" y="4985"/>
                </a:lnTo>
                <a:lnTo>
                  <a:pt x="5692" y="4921"/>
                </a:lnTo>
                <a:lnTo>
                  <a:pt x="5820" y="4900"/>
                </a:lnTo>
                <a:close/>
                <a:moveTo>
                  <a:pt x="7211" y="5199"/>
                </a:moveTo>
                <a:lnTo>
                  <a:pt x="7275" y="5221"/>
                </a:lnTo>
                <a:lnTo>
                  <a:pt x="7361" y="5221"/>
                </a:lnTo>
                <a:lnTo>
                  <a:pt x="7404" y="5263"/>
                </a:lnTo>
                <a:lnTo>
                  <a:pt x="7318" y="5285"/>
                </a:lnTo>
                <a:lnTo>
                  <a:pt x="7232" y="5285"/>
                </a:lnTo>
                <a:lnTo>
                  <a:pt x="7147" y="5263"/>
                </a:lnTo>
                <a:lnTo>
                  <a:pt x="7125" y="5242"/>
                </a:lnTo>
                <a:lnTo>
                  <a:pt x="7125" y="5221"/>
                </a:lnTo>
                <a:lnTo>
                  <a:pt x="7168" y="5221"/>
                </a:lnTo>
                <a:lnTo>
                  <a:pt x="7211" y="5199"/>
                </a:lnTo>
                <a:close/>
                <a:moveTo>
                  <a:pt x="2911" y="5263"/>
                </a:moveTo>
                <a:lnTo>
                  <a:pt x="2932" y="5306"/>
                </a:lnTo>
                <a:lnTo>
                  <a:pt x="2889" y="5328"/>
                </a:lnTo>
                <a:lnTo>
                  <a:pt x="2868" y="5306"/>
                </a:lnTo>
                <a:lnTo>
                  <a:pt x="2889" y="5263"/>
                </a:lnTo>
                <a:close/>
                <a:moveTo>
                  <a:pt x="7019" y="6504"/>
                </a:moveTo>
                <a:lnTo>
                  <a:pt x="7061" y="6547"/>
                </a:lnTo>
                <a:lnTo>
                  <a:pt x="7083" y="6611"/>
                </a:lnTo>
                <a:lnTo>
                  <a:pt x="7104" y="6676"/>
                </a:lnTo>
                <a:lnTo>
                  <a:pt x="7083" y="6718"/>
                </a:lnTo>
                <a:lnTo>
                  <a:pt x="7061" y="6740"/>
                </a:lnTo>
                <a:lnTo>
                  <a:pt x="7040" y="6740"/>
                </a:lnTo>
                <a:lnTo>
                  <a:pt x="7019" y="6718"/>
                </a:lnTo>
                <a:lnTo>
                  <a:pt x="6997" y="6633"/>
                </a:lnTo>
                <a:lnTo>
                  <a:pt x="6997" y="6569"/>
                </a:lnTo>
                <a:lnTo>
                  <a:pt x="7019" y="6504"/>
                </a:lnTo>
                <a:close/>
                <a:moveTo>
                  <a:pt x="5949" y="6483"/>
                </a:moveTo>
                <a:lnTo>
                  <a:pt x="6013" y="6526"/>
                </a:lnTo>
                <a:lnTo>
                  <a:pt x="6034" y="6569"/>
                </a:lnTo>
                <a:lnTo>
                  <a:pt x="6056" y="6633"/>
                </a:lnTo>
                <a:lnTo>
                  <a:pt x="6056" y="6697"/>
                </a:lnTo>
                <a:lnTo>
                  <a:pt x="6034" y="6740"/>
                </a:lnTo>
                <a:lnTo>
                  <a:pt x="5992" y="6761"/>
                </a:lnTo>
                <a:lnTo>
                  <a:pt x="5927" y="6782"/>
                </a:lnTo>
                <a:lnTo>
                  <a:pt x="5863" y="6761"/>
                </a:lnTo>
                <a:lnTo>
                  <a:pt x="5799" y="6740"/>
                </a:lnTo>
                <a:lnTo>
                  <a:pt x="5778" y="6697"/>
                </a:lnTo>
                <a:lnTo>
                  <a:pt x="5756" y="6654"/>
                </a:lnTo>
                <a:lnTo>
                  <a:pt x="5756" y="6590"/>
                </a:lnTo>
                <a:lnTo>
                  <a:pt x="5778" y="6547"/>
                </a:lnTo>
                <a:lnTo>
                  <a:pt x="5820" y="6504"/>
                </a:lnTo>
                <a:lnTo>
                  <a:pt x="5885" y="6483"/>
                </a:lnTo>
                <a:close/>
                <a:moveTo>
                  <a:pt x="4708" y="6440"/>
                </a:moveTo>
                <a:lnTo>
                  <a:pt x="4772" y="6462"/>
                </a:lnTo>
                <a:lnTo>
                  <a:pt x="4793" y="6526"/>
                </a:lnTo>
                <a:lnTo>
                  <a:pt x="4772" y="6590"/>
                </a:lnTo>
                <a:lnTo>
                  <a:pt x="4729" y="6654"/>
                </a:lnTo>
                <a:lnTo>
                  <a:pt x="4601" y="6782"/>
                </a:lnTo>
                <a:lnTo>
                  <a:pt x="4558" y="6847"/>
                </a:lnTo>
                <a:lnTo>
                  <a:pt x="4537" y="6825"/>
                </a:lnTo>
                <a:lnTo>
                  <a:pt x="4537" y="6804"/>
                </a:lnTo>
                <a:lnTo>
                  <a:pt x="4558" y="6697"/>
                </a:lnTo>
                <a:lnTo>
                  <a:pt x="4601" y="6547"/>
                </a:lnTo>
                <a:lnTo>
                  <a:pt x="4622" y="6526"/>
                </a:lnTo>
                <a:lnTo>
                  <a:pt x="4622" y="6504"/>
                </a:lnTo>
                <a:lnTo>
                  <a:pt x="4601" y="6462"/>
                </a:lnTo>
                <a:lnTo>
                  <a:pt x="4601" y="6440"/>
                </a:lnTo>
                <a:close/>
                <a:moveTo>
                  <a:pt x="7019" y="6205"/>
                </a:moveTo>
                <a:lnTo>
                  <a:pt x="6783" y="6248"/>
                </a:lnTo>
                <a:lnTo>
                  <a:pt x="6698" y="6290"/>
                </a:lnTo>
                <a:lnTo>
                  <a:pt x="6655" y="6312"/>
                </a:lnTo>
                <a:lnTo>
                  <a:pt x="6633" y="6355"/>
                </a:lnTo>
                <a:lnTo>
                  <a:pt x="6612" y="6440"/>
                </a:lnTo>
                <a:lnTo>
                  <a:pt x="6633" y="6569"/>
                </a:lnTo>
                <a:lnTo>
                  <a:pt x="6676" y="6782"/>
                </a:lnTo>
                <a:lnTo>
                  <a:pt x="6698" y="6868"/>
                </a:lnTo>
                <a:lnTo>
                  <a:pt x="6762" y="6954"/>
                </a:lnTo>
                <a:lnTo>
                  <a:pt x="6826" y="7018"/>
                </a:lnTo>
                <a:lnTo>
                  <a:pt x="6912" y="7061"/>
                </a:lnTo>
                <a:lnTo>
                  <a:pt x="6997" y="7082"/>
                </a:lnTo>
                <a:lnTo>
                  <a:pt x="7104" y="7103"/>
                </a:lnTo>
                <a:lnTo>
                  <a:pt x="7211" y="7103"/>
                </a:lnTo>
                <a:lnTo>
                  <a:pt x="7297" y="7082"/>
                </a:lnTo>
                <a:lnTo>
                  <a:pt x="7382" y="7039"/>
                </a:lnTo>
                <a:lnTo>
                  <a:pt x="7446" y="6975"/>
                </a:lnTo>
                <a:lnTo>
                  <a:pt x="7468" y="6911"/>
                </a:lnTo>
                <a:lnTo>
                  <a:pt x="7468" y="6847"/>
                </a:lnTo>
                <a:lnTo>
                  <a:pt x="7446" y="6654"/>
                </a:lnTo>
                <a:lnTo>
                  <a:pt x="7382" y="6483"/>
                </a:lnTo>
                <a:lnTo>
                  <a:pt x="7339" y="6333"/>
                </a:lnTo>
                <a:lnTo>
                  <a:pt x="7318" y="6290"/>
                </a:lnTo>
                <a:lnTo>
                  <a:pt x="7275" y="6269"/>
                </a:lnTo>
                <a:lnTo>
                  <a:pt x="7168" y="6226"/>
                </a:lnTo>
                <a:lnTo>
                  <a:pt x="7019" y="6205"/>
                </a:lnTo>
                <a:close/>
                <a:moveTo>
                  <a:pt x="5842" y="6141"/>
                </a:moveTo>
                <a:lnTo>
                  <a:pt x="5735" y="6162"/>
                </a:lnTo>
                <a:lnTo>
                  <a:pt x="5606" y="6183"/>
                </a:lnTo>
                <a:lnTo>
                  <a:pt x="5499" y="6248"/>
                </a:lnTo>
                <a:lnTo>
                  <a:pt x="5414" y="6312"/>
                </a:lnTo>
                <a:lnTo>
                  <a:pt x="5371" y="6397"/>
                </a:lnTo>
                <a:lnTo>
                  <a:pt x="5371" y="6526"/>
                </a:lnTo>
                <a:lnTo>
                  <a:pt x="5414" y="6782"/>
                </a:lnTo>
                <a:lnTo>
                  <a:pt x="5457" y="6932"/>
                </a:lnTo>
                <a:lnTo>
                  <a:pt x="5499" y="7018"/>
                </a:lnTo>
                <a:lnTo>
                  <a:pt x="5542" y="7061"/>
                </a:lnTo>
                <a:lnTo>
                  <a:pt x="5585" y="7082"/>
                </a:lnTo>
                <a:lnTo>
                  <a:pt x="5713" y="7103"/>
                </a:lnTo>
                <a:lnTo>
                  <a:pt x="5949" y="7103"/>
                </a:lnTo>
                <a:lnTo>
                  <a:pt x="5992" y="7125"/>
                </a:lnTo>
                <a:lnTo>
                  <a:pt x="6120" y="7103"/>
                </a:lnTo>
                <a:lnTo>
                  <a:pt x="6227" y="7103"/>
                </a:lnTo>
                <a:lnTo>
                  <a:pt x="6312" y="7082"/>
                </a:lnTo>
                <a:lnTo>
                  <a:pt x="6377" y="7018"/>
                </a:lnTo>
                <a:lnTo>
                  <a:pt x="6419" y="6932"/>
                </a:lnTo>
                <a:lnTo>
                  <a:pt x="6419" y="6847"/>
                </a:lnTo>
                <a:lnTo>
                  <a:pt x="6419" y="6761"/>
                </a:lnTo>
                <a:lnTo>
                  <a:pt x="6398" y="6547"/>
                </a:lnTo>
                <a:lnTo>
                  <a:pt x="6355" y="6376"/>
                </a:lnTo>
                <a:lnTo>
                  <a:pt x="6312" y="6290"/>
                </a:lnTo>
                <a:lnTo>
                  <a:pt x="6248" y="6226"/>
                </a:lnTo>
                <a:lnTo>
                  <a:pt x="6184" y="6183"/>
                </a:lnTo>
                <a:lnTo>
                  <a:pt x="6077" y="6162"/>
                </a:lnTo>
                <a:lnTo>
                  <a:pt x="5842" y="6141"/>
                </a:lnTo>
                <a:close/>
                <a:moveTo>
                  <a:pt x="4622" y="6098"/>
                </a:moveTo>
                <a:lnTo>
                  <a:pt x="4494" y="6119"/>
                </a:lnTo>
                <a:lnTo>
                  <a:pt x="4387" y="6141"/>
                </a:lnTo>
                <a:lnTo>
                  <a:pt x="4280" y="6183"/>
                </a:lnTo>
                <a:lnTo>
                  <a:pt x="4194" y="6248"/>
                </a:lnTo>
                <a:lnTo>
                  <a:pt x="4130" y="6333"/>
                </a:lnTo>
                <a:lnTo>
                  <a:pt x="4087" y="6462"/>
                </a:lnTo>
                <a:lnTo>
                  <a:pt x="4087" y="6590"/>
                </a:lnTo>
                <a:lnTo>
                  <a:pt x="4109" y="6868"/>
                </a:lnTo>
                <a:lnTo>
                  <a:pt x="4130" y="6954"/>
                </a:lnTo>
                <a:lnTo>
                  <a:pt x="4173" y="7039"/>
                </a:lnTo>
                <a:lnTo>
                  <a:pt x="4237" y="7082"/>
                </a:lnTo>
                <a:lnTo>
                  <a:pt x="4323" y="7125"/>
                </a:lnTo>
                <a:lnTo>
                  <a:pt x="4430" y="7146"/>
                </a:lnTo>
                <a:lnTo>
                  <a:pt x="4579" y="7168"/>
                </a:lnTo>
                <a:lnTo>
                  <a:pt x="4601" y="7146"/>
                </a:lnTo>
                <a:lnTo>
                  <a:pt x="4644" y="7146"/>
                </a:lnTo>
                <a:lnTo>
                  <a:pt x="4793" y="7168"/>
                </a:lnTo>
                <a:lnTo>
                  <a:pt x="5072" y="7168"/>
                </a:lnTo>
                <a:lnTo>
                  <a:pt x="5114" y="7125"/>
                </a:lnTo>
                <a:lnTo>
                  <a:pt x="5136" y="7103"/>
                </a:lnTo>
                <a:lnTo>
                  <a:pt x="5178" y="6996"/>
                </a:lnTo>
                <a:lnTo>
                  <a:pt x="5178" y="6889"/>
                </a:lnTo>
                <a:lnTo>
                  <a:pt x="5157" y="6782"/>
                </a:lnTo>
                <a:lnTo>
                  <a:pt x="5136" y="6526"/>
                </a:lnTo>
                <a:lnTo>
                  <a:pt x="5136" y="6419"/>
                </a:lnTo>
                <a:lnTo>
                  <a:pt x="5093" y="6333"/>
                </a:lnTo>
                <a:lnTo>
                  <a:pt x="5050" y="6248"/>
                </a:lnTo>
                <a:lnTo>
                  <a:pt x="4986" y="6183"/>
                </a:lnTo>
                <a:lnTo>
                  <a:pt x="4879" y="6141"/>
                </a:lnTo>
                <a:lnTo>
                  <a:pt x="4751" y="6098"/>
                </a:lnTo>
                <a:close/>
                <a:moveTo>
                  <a:pt x="3510" y="6248"/>
                </a:moveTo>
                <a:lnTo>
                  <a:pt x="3231" y="6290"/>
                </a:lnTo>
                <a:lnTo>
                  <a:pt x="3082" y="6312"/>
                </a:lnTo>
                <a:lnTo>
                  <a:pt x="2975" y="6355"/>
                </a:lnTo>
                <a:lnTo>
                  <a:pt x="2911" y="6397"/>
                </a:lnTo>
                <a:lnTo>
                  <a:pt x="2868" y="6440"/>
                </a:lnTo>
                <a:lnTo>
                  <a:pt x="2846" y="6483"/>
                </a:lnTo>
                <a:lnTo>
                  <a:pt x="2846" y="6526"/>
                </a:lnTo>
                <a:lnTo>
                  <a:pt x="2825" y="6654"/>
                </a:lnTo>
                <a:lnTo>
                  <a:pt x="2846" y="6761"/>
                </a:lnTo>
                <a:lnTo>
                  <a:pt x="2825" y="6782"/>
                </a:lnTo>
                <a:lnTo>
                  <a:pt x="2825" y="6825"/>
                </a:lnTo>
                <a:lnTo>
                  <a:pt x="2825" y="6932"/>
                </a:lnTo>
                <a:lnTo>
                  <a:pt x="2889" y="7146"/>
                </a:lnTo>
                <a:lnTo>
                  <a:pt x="2975" y="7210"/>
                </a:lnTo>
                <a:lnTo>
                  <a:pt x="3060" y="7253"/>
                </a:lnTo>
                <a:lnTo>
                  <a:pt x="3274" y="7253"/>
                </a:lnTo>
                <a:lnTo>
                  <a:pt x="3403" y="7232"/>
                </a:lnTo>
                <a:lnTo>
                  <a:pt x="3574" y="7168"/>
                </a:lnTo>
                <a:lnTo>
                  <a:pt x="3724" y="7082"/>
                </a:lnTo>
                <a:lnTo>
                  <a:pt x="3766" y="7039"/>
                </a:lnTo>
                <a:lnTo>
                  <a:pt x="3788" y="6996"/>
                </a:lnTo>
                <a:lnTo>
                  <a:pt x="3809" y="6889"/>
                </a:lnTo>
                <a:lnTo>
                  <a:pt x="3788" y="6761"/>
                </a:lnTo>
                <a:lnTo>
                  <a:pt x="3745" y="6526"/>
                </a:lnTo>
                <a:lnTo>
                  <a:pt x="3724" y="6397"/>
                </a:lnTo>
                <a:lnTo>
                  <a:pt x="3702" y="6312"/>
                </a:lnTo>
                <a:lnTo>
                  <a:pt x="3638" y="6269"/>
                </a:lnTo>
                <a:lnTo>
                  <a:pt x="3510" y="6248"/>
                </a:lnTo>
                <a:close/>
                <a:moveTo>
                  <a:pt x="7446" y="5713"/>
                </a:moveTo>
                <a:lnTo>
                  <a:pt x="7575" y="5734"/>
                </a:lnTo>
                <a:lnTo>
                  <a:pt x="7660" y="5777"/>
                </a:lnTo>
                <a:lnTo>
                  <a:pt x="7725" y="5841"/>
                </a:lnTo>
                <a:lnTo>
                  <a:pt x="7746" y="5884"/>
                </a:lnTo>
                <a:lnTo>
                  <a:pt x="7746" y="5948"/>
                </a:lnTo>
                <a:lnTo>
                  <a:pt x="7746" y="6098"/>
                </a:lnTo>
                <a:lnTo>
                  <a:pt x="7703" y="6355"/>
                </a:lnTo>
                <a:lnTo>
                  <a:pt x="7682" y="6889"/>
                </a:lnTo>
                <a:lnTo>
                  <a:pt x="7703" y="7424"/>
                </a:lnTo>
                <a:lnTo>
                  <a:pt x="7703" y="7703"/>
                </a:lnTo>
                <a:lnTo>
                  <a:pt x="7703" y="7981"/>
                </a:lnTo>
                <a:lnTo>
                  <a:pt x="7682" y="8109"/>
                </a:lnTo>
                <a:lnTo>
                  <a:pt x="7660" y="8152"/>
                </a:lnTo>
                <a:lnTo>
                  <a:pt x="7639" y="8173"/>
                </a:lnTo>
                <a:lnTo>
                  <a:pt x="7553" y="8195"/>
                </a:lnTo>
                <a:lnTo>
                  <a:pt x="6013" y="8195"/>
                </a:lnTo>
                <a:lnTo>
                  <a:pt x="5863" y="8216"/>
                </a:lnTo>
                <a:lnTo>
                  <a:pt x="4194" y="8216"/>
                </a:lnTo>
                <a:lnTo>
                  <a:pt x="3809" y="8237"/>
                </a:lnTo>
                <a:lnTo>
                  <a:pt x="3424" y="8259"/>
                </a:lnTo>
                <a:lnTo>
                  <a:pt x="3338" y="8259"/>
                </a:lnTo>
                <a:lnTo>
                  <a:pt x="3231" y="8216"/>
                </a:lnTo>
                <a:lnTo>
                  <a:pt x="3189" y="8195"/>
                </a:lnTo>
                <a:lnTo>
                  <a:pt x="3167" y="8152"/>
                </a:lnTo>
                <a:lnTo>
                  <a:pt x="3146" y="8130"/>
                </a:lnTo>
                <a:lnTo>
                  <a:pt x="3082" y="8109"/>
                </a:lnTo>
                <a:lnTo>
                  <a:pt x="3060" y="8130"/>
                </a:lnTo>
                <a:lnTo>
                  <a:pt x="3018" y="8152"/>
                </a:lnTo>
                <a:lnTo>
                  <a:pt x="2932" y="8237"/>
                </a:lnTo>
                <a:lnTo>
                  <a:pt x="2889" y="8280"/>
                </a:lnTo>
                <a:lnTo>
                  <a:pt x="2846" y="8302"/>
                </a:lnTo>
                <a:lnTo>
                  <a:pt x="2804" y="8302"/>
                </a:lnTo>
                <a:lnTo>
                  <a:pt x="2761" y="8259"/>
                </a:lnTo>
                <a:lnTo>
                  <a:pt x="2761" y="8237"/>
                </a:lnTo>
                <a:lnTo>
                  <a:pt x="2782" y="8195"/>
                </a:lnTo>
                <a:lnTo>
                  <a:pt x="2846" y="8109"/>
                </a:lnTo>
                <a:lnTo>
                  <a:pt x="2868" y="8045"/>
                </a:lnTo>
                <a:lnTo>
                  <a:pt x="2889" y="8002"/>
                </a:lnTo>
                <a:lnTo>
                  <a:pt x="2868" y="7981"/>
                </a:lnTo>
                <a:lnTo>
                  <a:pt x="2804" y="7938"/>
                </a:lnTo>
                <a:lnTo>
                  <a:pt x="2418" y="8173"/>
                </a:lnTo>
                <a:lnTo>
                  <a:pt x="2290" y="8259"/>
                </a:lnTo>
                <a:lnTo>
                  <a:pt x="2162" y="8323"/>
                </a:lnTo>
                <a:lnTo>
                  <a:pt x="2076" y="8344"/>
                </a:lnTo>
                <a:lnTo>
                  <a:pt x="2055" y="8344"/>
                </a:lnTo>
                <a:lnTo>
                  <a:pt x="2033" y="8323"/>
                </a:lnTo>
                <a:lnTo>
                  <a:pt x="2055" y="8280"/>
                </a:lnTo>
                <a:lnTo>
                  <a:pt x="2076" y="8237"/>
                </a:lnTo>
                <a:lnTo>
                  <a:pt x="2162" y="8173"/>
                </a:lnTo>
                <a:lnTo>
                  <a:pt x="2226" y="8088"/>
                </a:lnTo>
                <a:lnTo>
                  <a:pt x="2247" y="8023"/>
                </a:lnTo>
                <a:lnTo>
                  <a:pt x="2247" y="7981"/>
                </a:lnTo>
                <a:lnTo>
                  <a:pt x="2226" y="7938"/>
                </a:lnTo>
                <a:lnTo>
                  <a:pt x="2204" y="7895"/>
                </a:lnTo>
                <a:lnTo>
                  <a:pt x="2119" y="7895"/>
                </a:lnTo>
                <a:lnTo>
                  <a:pt x="2033" y="7916"/>
                </a:lnTo>
                <a:lnTo>
                  <a:pt x="1948" y="7959"/>
                </a:lnTo>
                <a:lnTo>
                  <a:pt x="1798" y="8066"/>
                </a:lnTo>
                <a:lnTo>
                  <a:pt x="1584" y="8216"/>
                </a:lnTo>
                <a:lnTo>
                  <a:pt x="1477" y="8302"/>
                </a:lnTo>
                <a:lnTo>
                  <a:pt x="1391" y="8323"/>
                </a:lnTo>
                <a:lnTo>
                  <a:pt x="1349" y="8323"/>
                </a:lnTo>
                <a:lnTo>
                  <a:pt x="1349" y="8280"/>
                </a:lnTo>
                <a:lnTo>
                  <a:pt x="1349" y="8237"/>
                </a:lnTo>
                <a:lnTo>
                  <a:pt x="1370" y="8173"/>
                </a:lnTo>
                <a:lnTo>
                  <a:pt x="1477" y="8109"/>
                </a:lnTo>
                <a:lnTo>
                  <a:pt x="1691" y="7916"/>
                </a:lnTo>
                <a:lnTo>
                  <a:pt x="1798" y="7831"/>
                </a:lnTo>
                <a:lnTo>
                  <a:pt x="1862" y="7724"/>
                </a:lnTo>
                <a:lnTo>
                  <a:pt x="1862" y="7703"/>
                </a:lnTo>
                <a:lnTo>
                  <a:pt x="1862" y="7660"/>
                </a:lnTo>
                <a:lnTo>
                  <a:pt x="1819" y="7617"/>
                </a:lnTo>
                <a:lnTo>
                  <a:pt x="1777" y="7596"/>
                </a:lnTo>
                <a:lnTo>
                  <a:pt x="1712" y="7596"/>
                </a:lnTo>
                <a:lnTo>
                  <a:pt x="1627" y="7638"/>
                </a:lnTo>
                <a:lnTo>
                  <a:pt x="1391" y="7767"/>
                </a:lnTo>
                <a:lnTo>
                  <a:pt x="1284" y="7788"/>
                </a:lnTo>
                <a:lnTo>
                  <a:pt x="1199" y="7809"/>
                </a:lnTo>
                <a:lnTo>
                  <a:pt x="1177" y="7788"/>
                </a:lnTo>
                <a:lnTo>
                  <a:pt x="1156" y="7745"/>
                </a:lnTo>
                <a:lnTo>
                  <a:pt x="1199" y="7638"/>
                </a:lnTo>
                <a:lnTo>
                  <a:pt x="1242" y="7553"/>
                </a:lnTo>
                <a:lnTo>
                  <a:pt x="1327" y="7489"/>
                </a:lnTo>
                <a:lnTo>
                  <a:pt x="1541" y="7360"/>
                </a:lnTo>
                <a:lnTo>
                  <a:pt x="1648" y="7317"/>
                </a:lnTo>
                <a:lnTo>
                  <a:pt x="1734" y="7253"/>
                </a:lnTo>
                <a:lnTo>
                  <a:pt x="1819" y="7168"/>
                </a:lnTo>
                <a:lnTo>
                  <a:pt x="1884" y="7082"/>
                </a:lnTo>
                <a:lnTo>
                  <a:pt x="1905" y="6975"/>
                </a:lnTo>
                <a:lnTo>
                  <a:pt x="1884" y="6911"/>
                </a:lnTo>
                <a:lnTo>
                  <a:pt x="1841" y="6868"/>
                </a:lnTo>
                <a:lnTo>
                  <a:pt x="1691" y="6868"/>
                </a:lnTo>
                <a:lnTo>
                  <a:pt x="1605" y="6911"/>
                </a:lnTo>
                <a:lnTo>
                  <a:pt x="1456" y="6975"/>
                </a:lnTo>
                <a:lnTo>
                  <a:pt x="1306" y="7125"/>
                </a:lnTo>
                <a:lnTo>
                  <a:pt x="1199" y="7168"/>
                </a:lnTo>
                <a:lnTo>
                  <a:pt x="1177" y="7168"/>
                </a:lnTo>
                <a:lnTo>
                  <a:pt x="1135" y="7146"/>
                </a:lnTo>
                <a:lnTo>
                  <a:pt x="1113" y="7103"/>
                </a:lnTo>
                <a:lnTo>
                  <a:pt x="1113" y="7082"/>
                </a:lnTo>
                <a:lnTo>
                  <a:pt x="1156" y="7018"/>
                </a:lnTo>
                <a:lnTo>
                  <a:pt x="1284" y="6911"/>
                </a:lnTo>
                <a:lnTo>
                  <a:pt x="1391" y="6804"/>
                </a:lnTo>
                <a:lnTo>
                  <a:pt x="1520" y="6676"/>
                </a:lnTo>
                <a:lnTo>
                  <a:pt x="1563" y="6611"/>
                </a:lnTo>
                <a:lnTo>
                  <a:pt x="1584" y="6547"/>
                </a:lnTo>
                <a:lnTo>
                  <a:pt x="1563" y="6483"/>
                </a:lnTo>
                <a:lnTo>
                  <a:pt x="1498" y="6440"/>
                </a:lnTo>
                <a:lnTo>
                  <a:pt x="1413" y="6419"/>
                </a:lnTo>
                <a:lnTo>
                  <a:pt x="1327" y="6440"/>
                </a:lnTo>
                <a:lnTo>
                  <a:pt x="1199" y="6526"/>
                </a:lnTo>
                <a:lnTo>
                  <a:pt x="1156" y="6547"/>
                </a:lnTo>
                <a:lnTo>
                  <a:pt x="1113" y="6547"/>
                </a:lnTo>
                <a:lnTo>
                  <a:pt x="1071" y="6504"/>
                </a:lnTo>
                <a:lnTo>
                  <a:pt x="1028" y="6397"/>
                </a:lnTo>
                <a:lnTo>
                  <a:pt x="964" y="6141"/>
                </a:lnTo>
                <a:lnTo>
                  <a:pt x="942" y="6012"/>
                </a:lnTo>
                <a:lnTo>
                  <a:pt x="921" y="5905"/>
                </a:lnTo>
                <a:lnTo>
                  <a:pt x="942" y="5841"/>
                </a:lnTo>
                <a:lnTo>
                  <a:pt x="964" y="5798"/>
                </a:lnTo>
                <a:lnTo>
                  <a:pt x="1071" y="5777"/>
                </a:lnTo>
                <a:lnTo>
                  <a:pt x="1327" y="5756"/>
                </a:lnTo>
                <a:lnTo>
                  <a:pt x="1584" y="5777"/>
                </a:lnTo>
                <a:lnTo>
                  <a:pt x="1862" y="5798"/>
                </a:lnTo>
                <a:lnTo>
                  <a:pt x="2119" y="5798"/>
                </a:lnTo>
                <a:lnTo>
                  <a:pt x="2697" y="5777"/>
                </a:lnTo>
                <a:lnTo>
                  <a:pt x="3274" y="5734"/>
                </a:lnTo>
                <a:lnTo>
                  <a:pt x="3873" y="5713"/>
                </a:lnTo>
                <a:close/>
                <a:moveTo>
                  <a:pt x="2440" y="2161"/>
                </a:moveTo>
                <a:lnTo>
                  <a:pt x="2226" y="2182"/>
                </a:lnTo>
                <a:lnTo>
                  <a:pt x="2012" y="2225"/>
                </a:lnTo>
                <a:lnTo>
                  <a:pt x="1862" y="2289"/>
                </a:lnTo>
                <a:lnTo>
                  <a:pt x="1798" y="2332"/>
                </a:lnTo>
                <a:lnTo>
                  <a:pt x="1755" y="2418"/>
                </a:lnTo>
                <a:lnTo>
                  <a:pt x="1712" y="2482"/>
                </a:lnTo>
                <a:lnTo>
                  <a:pt x="1712" y="2589"/>
                </a:lnTo>
                <a:lnTo>
                  <a:pt x="1691" y="2781"/>
                </a:lnTo>
                <a:lnTo>
                  <a:pt x="1691" y="2931"/>
                </a:lnTo>
                <a:lnTo>
                  <a:pt x="1627" y="3851"/>
                </a:lnTo>
                <a:lnTo>
                  <a:pt x="1563" y="4771"/>
                </a:lnTo>
                <a:lnTo>
                  <a:pt x="1563" y="5092"/>
                </a:lnTo>
                <a:lnTo>
                  <a:pt x="1541" y="5263"/>
                </a:lnTo>
                <a:lnTo>
                  <a:pt x="1520" y="5328"/>
                </a:lnTo>
                <a:lnTo>
                  <a:pt x="1477" y="5392"/>
                </a:lnTo>
                <a:lnTo>
                  <a:pt x="1391" y="5435"/>
                </a:lnTo>
                <a:lnTo>
                  <a:pt x="1092" y="5435"/>
                </a:lnTo>
                <a:lnTo>
                  <a:pt x="857" y="5413"/>
                </a:lnTo>
                <a:lnTo>
                  <a:pt x="750" y="5435"/>
                </a:lnTo>
                <a:lnTo>
                  <a:pt x="664" y="5477"/>
                </a:lnTo>
                <a:lnTo>
                  <a:pt x="600" y="5520"/>
                </a:lnTo>
                <a:lnTo>
                  <a:pt x="578" y="5584"/>
                </a:lnTo>
                <a:lnTo>
                  <a:pt x="557" y="5670"/>
                </a:lnTo>
                <a:lnTo>
                  <a:pt x="578" y="5756"/>
                </a:lnTo>
                <a:lnTo>
                  <a:pt x="600" y="5927"/>
                </a:lnTo>
                <a:lnTo>
                  <a:pt x="643" y="6098"/>
                </a:lnTo>
                <a:lnTo>
                  <a:pt x="707" y="6504"/>
                </a:lnTo>
                <a:lnTo>
                  <a:pt x="750" y="6932"/>
                </a:lnTo>
                <a:lnTo>
                  <a:pt x="835" y="7874"/>
                </a:lnTo>
                <a:lnTo>
                  <a:pt x="878" y="8109"/>
                </a:lnTo>
                <a:lnTo>
                  <a:pt x="899" y="8237"/>
                </a:lnTo>
                <a:lnTo>
                  <a:pt x="899" y="8323"/>
                </a:lnTo>
                <a:lnTo>
                  <a:pt x="878" y="8387"/>
                </a:lnTo>
                <a:lnTo>
                  <a:pt x="857" y="8409"/>
                </a:lnTo>
                <a:lnTo>
                  <a:pt x="750" y="8430"/>
                </a:lnTo>
                <a:lnTo>
                  <a:pt x="600" y="8451"/>
                </a:lnTo>
                <a:lnTo>
                  <a:pt x="364" y="8473"/>
                </a:lnTo>
                <a:lnTo>
                  <a:pt x="150" y="8494"/>
                </a:lnTo>
                <a:lnTo>
                  <a:pt x="86" y="8516"/>
                </a:lnTo>
                <a:lnTo>
                  <a:pt x="44" y="8558"/>
                </a:lnTo>
                <a:lnTo>
                  <a:pt x="1" y="8644"/>
                </a:lnTo>
                <a:lnTo>
                  <a:pt x="22" y="8687"/>
                </a:lnTo>
                <a:lnTo>
                  <a:pt x="65" y="8730"/>
                </a:lnTo>
                <a:lnTo>
                  <a:pt x="150" y="8751"/>
                </a:lnTo>
                <a:lnTo>
                  <a:pt x="343" y="8772"/>
                </a:lnTo>
                <a:lnTo>
                  <a:pt x="493" y="8772"/>
                </a:lnTo>
                <a:lnTo>
                  <a:pt x="1349" y="8730"/>
                </a:lnTo>
                <a:lnTo>
                  <a:pt x="2204" y="8665"/>
                </a:lnTo>
                <a:lnTo>
                  <a:pt x="3082" y="8623"/>
                </a:lnTo>
                <a:lnTo>
                  <a:pt x="3938" y="8601"/>
                </a:lnTo>
                <a:lnTo>
                  <a:pt x="5799" y="8623"/>
                </a:lnTo>
                <a:lnTo>
                  <a:pt x="7660" y="8623"/>
                </a:lnTo>
                <a:lnTo>
                  <a:pt x="7917" y="8644"/>
                </a:lnTo>
                <a:lnTo>
                  <a:pt x="8431" y="8644"/>
                </a:lnTo>
                <a:lnTo>
                  <a:pt x="8687" y="8601"/>
                </a:lnTo>
                <a:lnTo>
                  <a:pt x="8794" y="8580"/>
                </a:lnTo>
                <a:lnTo>
                  <a:pt x="8880" y="8537"/>
                </a:lnTo>
                <a:lnTo>
                  <a:pt x="8923" y="8494"/>
                </a:lnTo>
                <a:lnTo>
                  <a:pt x="8944" y="8430"/>
                </a:lnTo>
                <a:lnTo>
                  <a:pt x="8923" y="8366"/>
                </a:lnTo>
                <a:lnTo>
                  <a:pt x="8859" y="8280"/>
                </a:lnTo>
                <a:lnTo>
                  <a:pt x="8794" y="8216"/>
                </a:lnTo>
                <a:lnTo>
                  <a:pt x="8709" y="8195"/>
                </a:lnTo>
                <a:lnTo>
                  <a:pt x="8602" y="8195"/>
                </a:lnTo>
                <a:lnTo>
                  <a:pt x="8495" y="8216"/>
                </a:lnTo>
                <a:lnTo>
                  <a:pt x="8302" y="8237"/>
                </a:lnTo>
                <a:lnTo>
                  <a:pt x="8217" y="8216"/>
                </a:lnTo>
                <a:lnTo>
                  <a:pt x="8152" y="8173"/>
                </a:lnTo>
                <a:lnTo>
                  <a:pt x="8110" y="8109"/>
                </a:lnTo>
                <a:lnTo>
                  <a:pt x="8088" y="8002"/>
                </a:lnTo>
                <a:lnTo>
                  <a:pt x="8088" y="7724"/>
                </a:lnTo>
                <a:lnTo>
                  <a:pt x="8110" y="7253"/>
                </a:lnTo>
                <a:lnTo>
                  <a:pt x="8131" y="6290"/>
                </a:lnTo>
                <a:lnTo>
                  <a:pt x="8174" y="5841"/>
                </a:lnTo>
                <a:lnTo>
                  <a:pt x="8174" y="5713"/>
                </a:lnTo>
                <a:lnTo>
                  <a:pt x="8174" y="5606"/>
                </a:lnTo>
                <a:lnTo>
                  <a:pt x="8131" y="5499"/>
                </a:lnTo>
                <a:lnTo>
                  <a:pt x="8088" y="5413"/>
                </a:lnTo>
                <a:lnTo>
                  <a:pt x="8003" y="5392"/>
                </a:lnTo>
                <a:lnTo>
                  <a:pt x="7939" y="5370"/>
                </a:lnTo>
                <a:lnTo>
                  <a:pt x="7853" y="5370"/>
                </a:lnTo>
                <a:lnTo>
                  <a:pt x="7789" y="5328"/>
                </a:lnTo>
                <a:lnTo>
                  <a:pt x="7746" y="5285"/>
                </a:lnTo>
                <a:lnTo>
                  <a:pt x="7746" y="5242"/>
                </a:lnTo>
                <a:lnTo>
                  <a:pt x="7725" y="5178"/>
                </a:lnTo>
                <a:lnTo>
                  <a:pt x="7725" y="5114"/>
                </a:lnTo>
                <a:lnTo>
                  <a:pt x="7682" y="5049"/>
                </a:lnTo>
                <a:lnTo>
                  <a:pt x="7639" y="5007"/>
                </a:lnTo>
                <a:lnTo>
                  <a:pt x="7575" y="4985"/>
                </a:lnTo>
                <a:lnTo>
                  <a:pt x="7532" y="4964"/>
                </a:lnTo>
                <a:lnTo>
                  <a:pt x="7404" y="4942"/>
                </a:lnTo>
                <a:lnTo>
                  <a:pt x="7254" y="4942"/>
                </a:lnTo>
                <a:lnTo>
                  <a:pt x="7061" y="4900"/>
                </a:lnTo>
                <a:lnTo>
                  <a:pt x="6954" y="4900"/>
                </a:lnTo>
                <a:lnTo>
                  <a:pt x="6869" y="4921"/>
                </a:lnTo>
                <a:lnTo>
                  <a:pt x="6805" y="4964"/>
                </a:lnTo>
                <a:lnTo>
                  <a:pt x="6783" y="5028"/>
                </a:lnTo>
                <a:lnTo>
                  <a:pt x="6805" y="5071"/>
                </a:lnTo>
                <a:lnTo>
                  <a:pt x="6805" y="5156"/>
                </a:lnTo>
                <a:lnTo>
                  <a:pt x="6783" y="5221"/>
                </a:lnTo>
                <a:lnTo>
                  <a:pt x="6805" y="5242"/>
                </a:lnTo>
                <a:lnTo>
                  <a:pt x="6698" y="5285"/>
                </a:lnTo>
                <a:lnTo>
                  <a:pt x="6398" y="5285"/>
                </a:lnTo>
                <a:lnTo>
                  <a:pt x="6312" y="5263"/>
                </a:lnTo>
                <a:lnTo>
                  <a:pt x="6270" y="5199"/>
                </a:lnTo>
                <a:lnTo>
                  <a:pt x="6270" y="5114"/>
                </a:lnTo>
                <a:lnTo>
                  <a:pt x="6270" y="4964"/>
                </a:lnTo>
                <a:lnTo>
                  <a:pt x="6291" y="4878"/>
                </a:lnTo>
                <a:lnTo>
                  <a:pt x="6270" y="4793"/>
                </a:lnTo>
                <a:lnTo>
                  <a:pt x="6248" y="4729"/>
                </a:lnTo>
                <a:lnTo>
                  <a:pt x="6184" y="4664"/>
                </a:lnTo>
                <a:lnTo>
                  <a:pt x="6120" y="4622"/>
                </a:lnTo>
                <a:lnTo>
                  <a:pt x="5820" y="4622"/>
                </a:lnTo>
                <a:lnTo>
                  <a:pt x="5457" y="4686"/>
                </a:lnTo>
                <a:lnTo>
                  <a:pt x="5243" y="4707"/>
                </a:lnTo>
                <a:lnTo>
                  <a:pt x="5029" y="4729"/>
                </a:lnTo>
                <a:lnTo>
                  <a:pt x="4601" y="4750"/>
                </a:lnTo>
                <a:lnTo>
                  <a:pt x="4280" y="4729"/>
                </a:lnTo>
                <a:lnTo>
                  <a:pt x="4087" y="4750"/>
                </a:lnTo>
                <a:lnTo>
                  <a:pt x="4023" y="4771"/>
                </a:lnTo>
                <a:lnTo>
                  <a:pt x="3980" y="4814"/>
                </a:lnTo>
                <a:lnTo>
                  <a:pt x="3938" y="4878"/>
                </a:lnTo>
                <a:lnTo>
                  <a:pt x="3938" y="4942"/>
                </a:lnTo>
                <a:lnTo>
                  <a:pt x="3959" y="5049"/>
                </a:lnTo>
                <a:lnTo>
                  <a:pt x="3959" y="5114"/>
                </a:lnTo>
                <a:lnTo>
                  <a:pt x="3959" y="5178"/>
                </a:lnTo>
                <a:lnTo>
                  <a:pt x="3938" y="5221"/>
                </a:lnTo>
                <a:lnTo>
                  <a:pt x="3873" y="5263"/>
                </a:lnTo>
                <a:lnTo>
                  <a:pt x="3766" y="5285"/>
                </a:lnTo>
                <a:lnTo>
                  <a:pt x="3595" y="5306"/>
                </a:lnTo>
                <a:lnTo>
                  <a:pt x="3424" y="5285"/>
                </a:lnTo>
                <a:lnTo>
                  <a:pt x="3360" y="5285"/>
                </a:lnTo>
                <a:lnTo>
                  <a:pt x="3317" y="5263"/>
                </a:lnTo>
                <a:lnTo>
                  <a:pt x="3274" y="5199"/>
                </a:lnTo>
                <a:lnTo>
                  <a:pt x="3253" y="5114"/>
                </a:lnTo>
                <a:lnTo>
                  <a:pt x="3231" y="4921"/>
                </a:lnTo>
                <a:lnTo>
                  <a:pt x="3231" y="4707"/>
                </a:lnTo>
                <a:lnTo>
                  <a:pt x="3231" y="4536"/>
                </a:lnTo>
                <a:lnTo>
                  <a:pt x="3167" y="4129"/>
                </a:lnTo>
                <a:lnTo>
                  <a:pt x="3082" y="3723"/>
                </a:lnTo>
                <a:lnTo>
                  <a:pt x="2868" y="2739"/>
                </a:lnTo>
                <a:lnTo>
                  <a:pt x="2825" y="2589"/>
                </a:lnTo>
                <a:lnTo>
                  <a:pt x="2804" y="2418"/>
                </a:lnTo>
                <a:lnTo>
                  <a:pt x="2761" y="2354"/>
                </a:lnTo>
                <a:lnTo>
                  <a:pt x="2718" y="2268"/>
                </a:lnTo>
                <a:lnTo>
                  <a:pt x="2675" y="2225"/>
                </a:lnTo>
                <a:lnTo>
                  <a:pt x="2611" y="2182"/>
                </a:lnTo>
                <a:lnTo>
                  <a:pt x="2525" y="2161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24"/>
          <p:cNvSpPr/>
          <p:nvPr/>
        </p:nvSpPr>
        <p:spPr>
          <a:xfrm>
            <a:off x="3810155" y="3633326"/>
            <a:ext cx="548700" cy="542925"/>
          </a:xfrm>
          <a:custGeom>
            <a:rect b="b" l="l" r="r" t="t"/>
            <a:pathLst>
              <a:path extrusionOk="0" h="7532" w="9008">
                <a:moveTo>
                  <a:pt x="7959" y="2867"/>
                </a:moveTo>
                <a:lnTo>
                  <a:pt x="7959" y="2867"/>
                </a:lnTo>
                <a:lnTo>
                  <a:pt x="7831" y="2867"/>
                </a:lnTo>
                <a:lnTo>
                  <a:pt x="7638" y="2889"/>
                </a:lnTo>
                <a:lnTo>
                  <a:pt x="7467" y="2910"/>
                </a:lnTo>
                <a:lnTo>
                  <a:pt x="7403" y="2910"/>
                </a:lnTo>
                <a:lnTo>
                  <a:pt x="7360" y="2889"/>
                </a:lnTo>
                <a:lnTo>
                  <a:pt x="7360" y="2889"/>
                </a:lnTo>
                <a:lnTo>
                  <a:pt x="7318" y="2846"/>
                </a:lnTo>
                <a:lnTo>
                  <a:pt x="7296" y="2782"/>
                </a:lnTo>
                <a:lnTo>
                  <a:pt x="7253" y="2589"/>
                </a:lnTo>
                <a:lnTo>
                  <a:pt x="7211" y="2247"/>
                </a:lnTo>
                <a:lnTo>
                  <a:pt x="7211" y="2247"/>
                </a:lnTo>
                <a:lnTo>
                  <a:pt x="7168" y="1969"/>
                </a:lnTo>
                <a:lnTo>
                  <a:pt x="7104" y="1712"/>
                </a:lnTo>
                <a:lnTo>
                  <a:pt x="7039" y="1455"/>
                </a:lnTo>
                <a:lnTo>
                  <a:pt x="6911" y="1198"/>
                </a:lnTo>
                <a:lnTo>
                  <a:pt x="6911" y="1198"/>
                </a:lnTo>
                <a:lnTo>
                  <a:pt x="6825" y="1049"/>
                </a:lnTo>
                <a:lnTo>
                  <a:pt x="6740" y="920"/>
                </a:lnTo>
                <a:lnTo>
                  <a:pt x="6526" y="685"/>
                </a:lnTo>
                <a:lnTo>
                  <a:pt x="6269" y="471"/>
                </a:lnTo>
                <a:lnTo>
                  <a:pt x="5991" y="300"/>
                </a:lnTo>
                <a:lnTo>
                  <a:pt x="5713" y="171"/>
                </a:lnTo>
                <a:lnTo>
                  <a:pt x="5392" y="86"/>
                </a:lnTo>
                <a:lnTo>
                  <a:pt x="5071" y="22"/>
                </a:lnTo>
                <a:lnTo>
                  <a:pt x="4750" y="0"/>
                </a:lnTo>
                <a:lnTo>
                  <a:pt x="4408" y="0"/>
                </a:lnTo>
                <a:lnTo>
                  <a:pt x="4087" y="43"/>
                </a:lnTo>
                <a:lnTo>
                  <a:pt x="3744" y="129"/>
                </a:lnTo>
                <a:lnTo>
                  <a:pt x="3423" y="214"/>
                </a:lnTo>
                <a:lnTo>
                  <a:pt x="3124" y="364"/>
                </a:lnTo>
                <a:lnTo>
                  <a:pt x="2846" y="514"/>
                </a:lnTo>
                <a:lnTo>
                  <a:pt x="2589" y="706"/>
                </a:lnTo>
                <a:lnTo>
                  <a:pt x="2354" y="899"/>
                </a:lnTo>
                <a:lnTo>
                  <a:pt x="2354" y="899"/>
                </a:lnTo>
                <a:lnTo>
                  <a:pt x="2225" y="1049"/>
                </a:lnTo>
                <a:lnTo>
                  <a:pt x="2118" y="1198"/>
                </a:lnTo>
                <a:lnTo>
                  <a:pt x="1926" y="1498"/>
                </a:lnTo>
                <a:lnTo>
                  <a:pt x="1776" y="1840"/>
                </a:lnTo>
                <a:lnTo>
                  <a:pt x="1648" y="2183"/>
                </a:lnTo>
                <a:lnTo>
                  <a:pt x="1648" y="2183"/>
                </a:lnTo>
                <a:lnTo>
                  <a:pt x="1541" y="2504"/>
                </a:lnTo>
                <a:lnTo>
                  <a:pt x="1455" y="2846"/>
                </a:lnTo>
                <a:lnTo>
                  <a:pt x="1455" y="2846"/>
                </a:lnTo>
                <a:lnTo>
                  <a:pt x="1434" y="3060"/>
                </a:lnTo>
                <a:lnTo>
                  <a:pt x="1391" y="3124"/>
                </a:lnTo>
                <a:lnTo>
                  <a:pt x="1305" y="3167"/>
                </a:lnTo>
                <a:lnTo>
                  <a:pt x="1305" y="3167"/>
                </a:lnTo>
                <a:lnTo>
                  <a:pt x="1220" y="3167"/>
                </a:lnTo>
                <a:lnTo>
                  <a:pt x="1113" y="3167"/>
                </a:lnTo>
                <a:lnTo>
                  <a:pt x="1027" y="3167"/>
                </a:lnTo>
                <a:lnTo>
                  <a:pt x="942" y="3167"/>
                </a:lnTo>
                <a:lnTo>
                  <a:pt x="942" y="3167"/>
                </a:lnTo>
                <a:lnTo>
                  <a:pt x="813" y="3231"/>
                </a:lnTo>
                <a:lnTo>
                  <a:pt x="706" y="3295"/>
                </a:lnTo>
                <a:lnTo>
                  <a:pt x="706" y="3295"/>
                </a:lnTo>
                <a:lnTo>
                  <a:pt x="471" y="3466"/>
                </a:lnTo>
                <a:lnTo>
                  <a:pt x="364" y="3573"/>
                </a:lnTo>
                <a:lnTo>
                  <a:pt x="278" y="3680"/>
                </a:lnTo>
                <a:lnTo>
                  <a:pt x="278" y="3680"/>
                </a:lnTo>
                <a:lnTo>
                  <a:pt x="171" y="3937"/>
                </a:lnTo>
                <a:lnTo>
                  <a:pt x="86" y="4215"/>
                </a:lnTo>
                <a:lnTo>
                  <a:pt x="22" y="4515"/>
                </a:lnTo>
                <a:lnTo>
                  <a:pt x="0" y="4793"/>
                </a:lnTo>
                <a:lnTo>
                  <a:pt x="0" y="4793"/>
                </a:lnTo>
                <a:lnTo>
                  <a:pt x="22" y="5114"/>
                </a:lnTo>
                <a:lnTo>
                  <a:pt x="86" y="5456"/>
                </a:lnTo>
                <a:lnTo>
                  <a:pt x="171" y="5777"/>
                </a:lnTo>
                <a:lnTo>
                  <a:pt x="236" y="5927"/>
                </a:lnTo>
                <a:lnTo>
                  <a:pt x="321" y="6077"/>
                </a:lnTo>
                <a:lnTo>
                  <a:pt x="407" y="6205"/>
                </a:lnTo>
                <a:lnTo>
                  <a:pt x="514" y="6312"/>
                </a:lnTo>
                <a:lnTo>
                  <a:pt x="621" y="6419"/>
                </a:lnTo>
                <a:lnTo>
                  <a:pt x="749" y="6505"/>
                </a:lnTo>
                <a:lnTo>
                  <a:pt x="899" y="6569"/>
                </a:lnTo>
                <a:lnTo>
                  <a:pt x="1049" y="6590"/>
                </a:lnTo>
                <a:lnTo>
                  <a:pt x="1220" y="6612"/>
                </a:lnTo>
                <a:lnTo>
                  <a:pt x="1391" y="6569"/>
                </a:lnTo>
                <a:lnTo>
                  <a:pt x="1391" y="6569"/>
                </a:lnTo>
                <a:lnTo>
                  <a:pt x="1583" y="6526"/>
                </a:lnTo>
                <a:lnTo>
                  <a:pt x="1712" y="6419"/>
                </a:lnTo>
                <a:lnTo>
                  <a:pt x="1797" y="6312"/>
                </a:lnTo>
                <a:lnTo>
                  <a:pt x="1862" y="6184"/>
                </a:lnTo>
                <a:lnTo>
                  <a:pt x="1904" y="6034"/>
                </a:lnTo>
                <a:lnTo>
                  <a:pt x="1904" y="5863"/>
                </a:lnTo>
                <a:lnTo>
                  <a:pt x="1926" y="5520"/>
                </a:lnTo>
                <a:lnTo>
                  <a:pt x="1926" y="5520"/>
                </a:lnTo>
                <a:lnTo>
                  <a:pt x="1926" y="4771"/>
                </a:lnTo>
                <a:lnTo>
                  <a:pt x="1926" y="4408"/>
                </a:lnTo>
                <a:lnTo>
                  <a:pt x="1904" y="4023"/>
                </a:lnTo>
                <a:lnTo>
                  <a:pt x="1904" y="4023"/>
                </a:lnTo>
                <a:lnTo>
                  <a:pt x="1883" y="3702"/>
                </a:lnTo>
                <a:lnTo>
                  <a:pt x="1883" y="3359"/>
                </a:lnTo>
                <a:lnTo>
                  <a:pt x="1904" y="3038"/>
                </a:lnTo>
                <a:lnTo>
                  <a:pt x="1947" y="2696"/>
                </a:lnTo>
                <a:lnTo>
                  <a:pt x="2011" y="2354"/>
                </a:lnTo>
                <a:lnTo>
                  <a:pt x="2118" y="2054"/>
                </a:lnTo>
                <a:lnTo>
                  <a:pt x="2268" y="1755"/>
                </a:lnTo>
                <a:lnTo>
                  <a:pt x="2439" y="1477"/>
                </a:lnTo>
                <a:lnTo>
                  <a:pt x="2439" y="1477"/>
                </a:lnTo>
                <a:lnTo>
                  <a:pt x="2568" y="1327"/>
                </a:lnTo>
                <a:lnTo>
                  <a:pt x="2696" y="1198"/>
                </a:lnTo>
                <a:lnTo>
                  <a:pt x="2846" y="1113"/>
                </a:lnTo>
                <a:lnTo>
                  <a:pt x="2996" y="1006"/>
                </a:lnTo>
                <a:lnTo>
                  <a:pt x="3167" y="942"/>
                </a:lnTo>
                <a:lnTo>
                  <a:pt x="3338" y="877"/>
                </a:lnTo>
                <a:lnTo>
                  <a:pt x="3680" y="770"/>
                </a:lnTo>
                <a:lnTo>
                  <a:pt x="3680" y="770"/>
                </a:lnTo>
                <a:lnTo>
                  <a:pt x="4001" y="728"/>
                </a:lnTo>
                <a:lnTo>
                  <a:pt x="4322" y="685"/>
                </a:lnTo>
                <a:lnTo>
                  <a:pt x="4322" y="685"/>
                </a:lnTo>
                <a:lnTo>
                  <a:pt x="4622" y="599"/>
                </a:lnTo>
                <a:lnTo>
                  <a:pt x="4771" y="578"/>
                </a:lnTo>
                <a:lnTo>
                  <a:pt x="4921" y="578"/>
                </a:lnTo>
                <a:lnTo>
                  <a:pt x="4921" y="578"/>
                </a:lnTo>
                <a:lnTo>
                  <a:pt x="5071" y="599"/>
                </a:lnTo>
                <a:lnTo>
                  <a:pt x="5221" y="621"/>
                </a:lnTo>
                <a:lnTo>
                  <a:pt x="5371" y="685"/>
                </a:lnTo>
                <a:lnTo>
                  <a:pt x="5520" y="749"/>
                </a:lnTo>
                <a:lnTo>
                  <a:pt x="5798" y="899"/>
                </a:lnTo>
                <a:lnTo>
                  <a:pt x="6055" y="1091"/>
                </a:lnTo>
                <a:lnTo>
                  <a:pt x="6269" y="1327"/>
                </a:lnTo>
                <a:lnTo>
                  <a:pt x="6462" y="1584"/>
                </a:lnTo>
                <a:lnTo>
                  <a:pt x="6633" y="1840"/>
                </a:lnTo>
                <a:lnTo>
                  <a:pt x="6740" y="2140"/>
                </a:lnTo>
                <a:lnTo>
                  <a:pt x="6740" y="2140"/>
                </a:lnTo>
                <a:lnTo>
                  <a:pt x="6825" y="2504"/>
                </a:lnTo>
                <a:lnTo>
                  <a:pt x="6890" y="2889"/>
                </a:lnTo>
                <a:lnTo>
                  <a:pt x="6954" y="3659"/>
                </a:lnTo>
                <a:lnTo>
                  <a:pt x="6954" y="3659"/>
                </a:lnTo>
                <a:lnTo>
                  <a:pt x="6997" y="4279"/>
                </a:lnTo>
                <a:lnTo>
                  <a:pt x="6997" y="4279"/>
                </a:lnTo>
                <a:lnTo>
                  <a:pt x="7018" y="4429"/>
                </a:lnTo>
                <a:lnTo>
                  <a:pt x="6997" y="4515"/>
                </a:lnTo>
                <a:lnTo>
                  <a:pt x="6932" y="4600"/>
                </a:lnTo>
                <a:lnTo>
                  <a:pt x="6804" y="4665"/>
                </a:lnTo>
                <a:lnTo>
                  <a:pt x="6804" y="4665"/>
                </a:lnTo>
                <a:lnTo>
                  <a:pt x="6654" y="4750"/>
                </a:lnTo>
                <a:lnTo>
                  <a:pt x="6547" y="4771"/>
                </a:lnTo>
                <a:lnTo>
                  <a:pt x="6504" y="4771"/>
                </a:lnTo>
                <a:lnTo>
                  <a:pt x="6483" y="4729"/>
                </a:lnTo>
                <a:lnTo>
                  <a:pt x="6462" y="4665"/>
                </a:lnTo>
                <a:lnTo>
                  <a:pt x="6462" y="4579"/>
                </a:lnTo>
                <a:lnTo>
                  <a:pt x="6462" y="4579"/>
                </a:lnTo>
                <a:lnTo>
                  <a:pt x="6398" y="3894"/>
                </a:lnTo>
                <a:lnTo>
                  <a:pt x="6398" y="3894"/>
                </a:lnTo>
                <a:lnTo>
                  <a:pt x="6376" y="3744"/>
                </a:lnTo>
                <a:lnTo>
                  <a:pt x="6376" y="3573"/>
                </a:lnTo>
                <a:lnTo>
                  <a:pt x="6398" y="3274"/>
                </a:lnTo>
                <a:lnTo>
                  <a:pt x="6419" y="2974"/>
                </a:lnTo>
                <a:lnTo>
                  <a:pt x="6419" y="2824"/>
                </a:lnTo>
                <a:lnTo>
                  <a:pt x="6419" y="2653"/>
                </a:lnTo>
                <a:lnTo>
                  <a:pt x="6419" y="2653"/>
                </a:lnTo>
                <a:lnTo>
                  <a:pt x="6333" y="2332"/>
                </a:lnTo>
                <a:lnTo>
                  <a:pt x="6269" y="2183"/>
                </a:lnTo>
                <a:lnTo>
                  <a:pt x="6205" y="2033"/>
                </a:lnTo>
                <a:lnTo>
                  <a:pt x="6141" y="1883"/>
                </a:lnTo>
                <a:lnTo>
                  <a:pt x="6034" y="1755"/>
                </a:lnTo>
                <a:lnTo>
                  <a:pt x="5927" y="1626"/>
                </a:lnTo>
                <a:lnTo>
                  <a:pt x="5820" y="1519"/>
                </a:lnTo>
                <a:lnTo>
                  <a:pt x="5820" y="1519"/>
                </a:lnTo>
                <a:lnTo>
                  <a:pt x="5584" y="1348"/>
                </a:lnTo>
                <a:lnTo>
                  <a:pt x="5328" y="1198"/>
                </a:lnTo>
                <a:lnTo>
                  <a:pt x="5328" y="1198"/>
                </a:lnTo>
                <a:lnTo>
                  <a:pt x="5178" y="1156"/>
                </a:lnTo>
                <a:lnTo>
                  <a:pt x="5028" y="1134"/>
                </a:lnTo>
                <a:lnTo>
                  <a:pt x="4878" y="1156"/>
                </a:lnTo>
                <a:lnTo>
                  <a:pt x="4707" y="1177"/>
                </a:lnTo>
                <a:lnTo>
                  <a:pt x="4707" y="1177"/>
                </a:lnTo>
                <a:lnTo>
                  <a:pt x="4065" y="1156"/>
                </a:lnTo>
                <a:lnTo>
                  <a:pt x="3916" y="1177"/>
                </a:lnTo>
                <a:lnTo>
                  <a:pt x="3744" y="1198"/>
                </a:lnTo>
                <a:lnTo>
                  <a:pt x="3595" y="1220"/>
                </a:lnTo>
                <a:lnTo>
                  <a:pt x="3445" y="1284"/>
                </a:lnTo>
                <a:lnTo>
                  <a:pt x="3445" y="1284"/>
                </a:lnTo>
                <a:lnTo>
                  <a:pt x="3145" y="1412"/>
                </a:lnTo>
                <a:lnTo>
                  <a:pt x="2889" y="1584"/>
                </a:lnTo>
                <a:lnTo>
                  <a:pt x="2782" y="1669"/>
                </a:lnTo>
                <a:lnTo>
                  <a:pt x="2675" y="1776"/>
                </a:lnTo>
                <a:lnTo>
                  <a:pt x="2568" y="1904"/>
                </a:lnTo>
                <a:lnTo>
                  <a:pt x="2482" y="2033"/>
                </a:lnTo>
                <a:lnTo>
                  <a:pt x="2482" y="2033"/>
                </a:lnTo>
                <a:lnTo>
                  <a:pt x="2311" y="2290"/>
                </a:lnTo>
                <a:lnTo>
                  <a:pt x="2247" y="2418"/>
                </a:lnTo>
                <a:lnTo>
                  <a:pt x="2225" y="2568"/>
                </a:lnTo>
                <a:lnTo>
                  <a:pt x="2225" y="2568"/>
                </a:lnTo>
                <a:lnTo>
                  <a:pt x="2204" y="2739"/>
                </a:lnTo>
                <a:lnTo>
                  <a:pt x="2225" y="2931"/>
                </a:lnTo>
                <a:lnTo>
                  <a:pt x="2290" y="3295"/>
                </a:lnTo>
                <a:lnTo>
                  <a:pt x="2290" y="3295"/>
                </a:lnTo>
                <a:lnTo>
                  <a:pt x="2290" y="3659"/>
                </a:lnTo>
                <a:lnTo>
                  <a:pt x="2290" y="4001"/>
                </a:lnTo>
                <a:lnTo>
                  <a:pt x="2225" y="4729"/>
                </a:lnTo>
                <a:lnTo>
                  <a:pt x="2225" y="4729"/>
                </a:lnTo>
                <a:lnTo>
                  <a:pt x="2225" y="4729"/>
                </a:lnTo>
                <a:lnTo>
                  <a:pt x="2204" y="4771"/>
                </a:lnTo>
                <a:lnTo>
                  <a:pt x="2225" y="4921"/>
                </a:lnTo>
                <a:lnTo>
                  <a:pt x="2290" y="5392"/>
                </a:lnTo>
                <a:lnTo>
                  <a:pt x="2375" y="5884"/>
                </a:lnTo>
                <a:lnTo>
                  <a:pt x="2439" y="6184"/>
                </a:lnTo>
                <a:lnTo>
                  <a:pt x="2439" y="6184"/>
                </a:lnTo>
                <a:lnTo>
                  <a:pt x="2568" y="6505"/>
                </a:lnTo>
                <a:lnTo>
                  <a:pt x="2653" y="6676"/>
                </a:lnTo>
                <a:lnTo>
                  <a:pt x="2739" y="6825"/>
                </a:lnTo>
                <a:lnTo>
                  <a:pt x="2867" y="6975"/>
                </a:lnTo>
                <a:lnTo>
                  <a:pt x="2974" y="7125"/>
                </a:lnTo>
                <a:lnTo>
                  <a:pt x="3124" y="7232"/>
                </a:lnTo>
                <a:lnTo>
                  <a:pt x="3274" y="7296"/>
                </a:lnTo>
                <a:lnTo>
                  <a:pt x="3274" y="7296"/>
                </a:lnTo>
                <a:lnTo>
                  <a:pt x="3616" y="7425"/>
                </a:lnTo>
                <a:lnTo>
                  <a:pt x="3809" y="7467"/>
                </a:lnTo>
                <a:lnTo>
                  <a:pt x="4001" y="7510"/>
                </a:lnTo>
                <a:lnTo>
                  <a:pt x="4194" y="7532"/>
                </a:lnTo>
                <a:lnTo>
                  <a:pt x="4386" y="7532"/>
                </a:lnTo>
                <a:lnTo>
                  <a:pt x="4579" y="7489"/>
                </a:lnTo>
                <a:lnTo>
                  <a:pt x="4750" y="7446"/>
                </a:lnTo>
                <a:lnTo>
                  <a:pt x="4750" y="7446"/>
                </a:lnTo>
                <a:lnTo>
                  <a:pt x="5114" y="7296"/>
                </a:lnTo>
                <a:lnTo>
                  <a:pt x="5456" y="7082"/>
                </a:lnTo>
                <a:lnTo>
                  <a:pt x="5627" y="6975"/>
                </a:lnTo>
                <a:lnTo>
                  <a:pt x="5777" y="6847"/>
                </a:lnTo>
                <a:lnTo>
                  <a:pt x="5927" y="6718"/>
                </a:lnTo>
                <a:lnTo>
                  <a:pt x="6034" y="6569"/>
                </a:lnTo>
                <a:lnTo>
                  <a:pt x="6034" y="6569"/>
                </a:lnTo>
                <a:lnTo>
                  <a:pt x="6226" y="6312"/>
                </a:lnTo>
                <a:lnTo>
                  <a:pt x="6291" y="6184"/>
                </a:lnTo>
                <a:lnTo>
                  <a:pt x="6355" y="6034"/>
                </a:lnTo>
                <a:lnTo>
                  <a:pt x="6355" y="6034"/>
                </a:lnTo>
                <a:lnTo>
                  <a:pt x="6376" y="5905"/>
                </a:lnTo>
                <a:lnTo>
                  <a:pt x="6398" y="5756"/>
                </a:lnTo>
                <a:lnTo>
                  <a:pt x="6440" y="5606"/>
                </a:lnTo>
                <a:lnTo>
                  <a:pt x="6462" y="5542"/>
                </a:lnTo>
                <a:lnTo>
                  <a:pt x="6483" y="5478"/>
                </a:lnTo>
                <a:lnTo>
                  <a:pt x="6483" y="5478"/>
                </a:lnTo>
                <a:lnTo>
                  <a:pt x="6590" y="5392"/>
                </a:lnTo>
                <a:lnTo>
                  <a:pt x="6761" y="5306"/>
                </a:lnTo>
                <a:lnTo>
                  <a:pt x="6932" y="5264"/>
                </a:lnTo>
                <a:lnTo>
                  <a:pt x="7018" y="5264"/>
                </a:lnTo>
                <a:lnTo>
                  <a:pt x="7061" y="5285"/>
                </a:lnTo>
                <a:lnTo>
                  <a:pt x="7061" y="5285"/>
                </a:lnTo>
                <a:lnTo>
                  <a:pt x="7082" y="5328"/>
                </a:lnTo>
                <a:lnTo>
                  <a:pt x="7082" y="5413"/>
                </a:lnTo>
                <a:lnTo>
                  <a:pt x="7082" y="5585"/>
                </a:lnTo>
                <a:lnTo>
                  <a:pt x="7082" y="5777"/>
                </a:lnTo>
                <a:lnTo>
                  <a:pt x="7104" y="5905"/>
                </a:lnTo>
                <a:lnTo>
                  <a:pt x="7104" y="5905"/>
                </a:lnTo>
                <a:lnTo>
                  <a:pt x="7125" y="5970"/>
                </a:lnTo>
                <a:lnTo>
                  <a:pt x="7168" y="6034"/>
                </a:lnTo>
                <a:lnTo>
                  <a:pt x="7232" y="6077"/>
                </a:lnTo>
                <a:lnTo>
                  <a:pt x="7296" y="6119"/>
                </a:lnTo>
                <a:lnTo>
                  <a:pt x="7446" y="6184"/>
                </a:lnTo>
                <a:lnTo>
                  <a:pt x="7617" y="6226"/>
                </a:lnTo>
                <a:lnTo>
                  <a:pt x="7788" y="6226"/>
                </a:lnTo>
                <a:lnTo>
                  <a:pt x="7959" y="6226"/>
                </a:lnTo>
                <a:lnTo>
                  <a:pt x="8131" y="6184"/>
                </a:lnTo>
                <a:lnTo>
                  <a:pt x="8259" y="6141"/>
                </a:lnTo>
                <a:lnTo>
                  <a:pt x="8259" y="6141"/>
                </a:lnTo>
                <a:lnTo>
                  <a:pt x="8387" y="6077"/>
                </a:lnTo>
                <a:lnTo>
                  <a:pt x="8516" y="5948"/>
                </a:lnTo>
                <a:lnTo>
                  <a:pt x="8623" y="5820"/>
                </a:lnTo>
                <a:lnTo>
                  <a:pt x="8730" y="5670"/>
                </a:lnTo>
                <a:lnTo>
                  <a:pt x="8815" y="5520"/>
                </a:lnTo>
                <a:lnTo>
                  <a:pt x="8879" y="5349"/>
                </a:lnTo>
                <a:lnTo>
                  <a:pt x="8965" y="5050"/>
                </a:lnTo>
                <a:lnTo>
                  <a:pt x="8965" y="5050"/>
                </a:lnTo>
                <a:lnTo>
                  <a:pt x="8986" y="4900"/>
                </a:lnTo>
                <a:lnTo>
                  <a:pt x="9008" y="4750"/>
                </a:lnTo>
                <a:lnTo>
                  <a:pt x="8986" y="4429"/>
                </a:lnTo>
                <a:lnTo>
                  <a:pt x="8944" y="4087"/>
                </a:lnTo>
                <a:lnTo>
                  <a:pt x="8837" y="3744"/>
                </a:lnTo>
                <a:lnTo>
                  <a:pt x="8772" y="3595"/>
                </a:lnTo>
                <a:lnTo>
                  <a:pt x="8687" y="3445"/>
                </a:lnTo>
                <a:lnTo>
                  <a:pt x="8601" y="3295"/>
                </a:lnTo>
                <a:lnTo>
                  <a:pt x="8494" y="3188"/>
                </a:lnTo>
                <a:lnTo>
                  <a:pt x="8366" y="3060"/>
                </a:lnTo>
                <a:lnTo>
                  <a:pt x="8259" y="2974"/>
                </a:lnTo>
                <a:lnTo>
                  <a:pt x="8109" y="2910"/>
                </a:lnTo>
                <a:lnTo>
                  <a:pt x="7959" y="2867"/>
                </a:lnTo>
                <a:lnTo>
                  <a:pt x="7959" y="2867"/>
                </a:lnTo>
                <a:close/>
                <a:moveTo>
                  <a:pt x="1434" y="6162"/>
                </a:moveTo>
                <a:lnTo>
                  <a:pt x="1434" y="6162"/>
                </a:lnTo>
                <a:lnTo>
                  <a:pt x="1305" y="6226"/>
                </a:lnTo>
                <a:lnTo>
                  <a:pt x="1284" y="6248"/>
                </a:lnTo>
                <a:lnTo>
                  <a:pt x="1241" y="6248"/>
                </a:lnTo>
                <a:lnTo>
                  <a:pt x="1220" y="6226"/>
                </a:lnTo>
                <a:lnTo>
                  <a:pt x="1220" y="6205"/>
                </a:lnTo>
                <a:lnTo>
                  <a:pt x="1220" y="6119"/>
                </a:lnTo>
                <a:lnTo>
                  <a:pt x="1263" y="5948"/>
                </a:lnTo>
                <a:lnTo>
                  <a:pt x="1305" y="5798"/>
                </a:lnTo>
                <a:lnTo>
                  <a:pt x="1305" y="5798"/>
                </a:lnTo>
                <a:lnTo>
                  <a:pt x="1305" y="5691"/>
                </a:lnTo>
                <a:lnTo>
                  <a:pt x="1263" y="5627"/>
                </a:lnTo>
                <a:lnTo>
                  <a:pt x="1241" y="5606"/>
                </a:lnTo>
                <a:lnTo>
                  <a:pt x="1198" y="5606"/>
                </a:lnTo>
                <a:lnTo>
                  <a:pt x="1091" y="5649"/>
                </a:lnTo>
                <a:lnTo>
                  <a:pt x="1091" y="5649"/>
                </a:lnTo>
                <a:lnTo>
                  <a:pt x="1049" y="5691"/>
                </a:lnTo>
                <a:lnTo>
                  <a:pt x="984" y="5798"/>
                </a:lnTo>
                <a:lnTo>
                  <a:pt x="920" y="5884"/>
                </a:lnTo>
                <a:lnTo>
                  <a:pt x="899" y="5905"/>
                </a:lnTo>
                <a:lnTo>
                  <a:pt x="856" y="5927"/>
                </a:lnTo>
                <a:lnTo>
                  <a:pt x="856" y="5927"/>
                </a:lnTo>
                <a:lnTo>
                  <a:pt x="856" y="5905"/>
                </a:lnTo>
                <a:lnTo>
                  <a:pt x="856" y="5884"/>
                </a:lnTo>
                <a:lnTo>
                  <a:pt x="877" y="5820"/>
                </a:lnTo>
                <a:lnTo>
                  <a:pt x="984" y="5563"/>
                </a:lnTo>
                <a:lnTo>
                  <a:pt x="1113" y="5328"/>
                </a:lnTo>
                <a:lnTo>
                  <a:pt x="1156" y="5221"/>
                </a:lnTo>
                <a:lnTo>
                  <a:pt x="1156" y="5178"/>
                </a:lnTo>
                <a:lnTo>
                  <a:pt x="1156" y="5178"/>
                </a:lnTo>
                <a:lnTo>
                  <a:pt x="1156" y="5135"/>
                </a:lnTo>
                <a:lnTo>
                  <a:pt x="1113" y="5114"/>
                </a:lnTo>
                <a:lnTo>
                  <a:pt x="1091" y="5114"/>
                </a:lnTo>
                <a:lnTo>
                  <a:pt x="1049" y="5114"/>
                </a:lnTo>
                <a:lnTo>
                  <a:pt x="963" y="5135"/>
                </a:lnTo>
                <a:lnTo>
                  <a:pt x="877" y="5221"/>
                </a:lnTo>
                <a:lnTo>
                  <a:pt x="706" y="5392"/>
                </a:lnTo>
                <a:lnTo>
                  <a:pt x="599" y="5520"/>
                </a:lnTo>
                <a:lnTo>
                  <a:pt x="599" y="5520"/>
                </a:lnTo>
                <a:lnTo>
                  <a:pt x="663" y="5392"/>
                </a:lnTo>
                <a:lnTo>
                  <a:pt x="728" y="5264"/>
                </a:lnTo>
                <a:lnTo>
                  <a:pt x="728" y="5264"/>
                </a:lnTo>
                <a:lnTo>
                  <a:pt x="899" y="4985"/>
                </a:lnTo>
                <a:lnTo>
                  <a:pt x="984" y="4857"/>
                </a:lnTo>
                <a:lnTo>
                  <a:pt x="1049" y="4707"/>
                </a:lnTo>
                <a:lnTo>
                  <a:pt x="1049" y="4707"/>
                </a:lnTo>
                <a:lnTo>
                  <a:pt x="1091" y="4600"/>
                </a:lnTo>
                <a:lnTo>
                  <a:pt x="1091" y="4515"/>
                </a:lnTo>
                <a:lnTo>
                  <a:pt x="1091" y="4493"/>
                </a:lnTo>
                <a:lnTo>
                  <a:pt x="1049" y="4472"/>
                </a:lnTo>
                <a:lnTo>
                  <a:pt x="1006" y="4472"/>
                </a:lnTo>
                <a:lnTo>
                  <a:pt x="942" y="4472"/>
                </a:lnTo>
                <a:lnTo>
                  <a:pt x="942" y="4472"/>
                </a:lnTo>
                <a:lnTo>
                  <a:pt x="856" y="4536"/>
                </a:lnTo>
                <a:lnTo>
                  <a:pt x="856" y="4536"/>
                </a:lnTo>
                <a:lnTo>
                  <a:pt x="835" y="4536"/>
                </a:lnTo>
                <a:lnTo>
                  <a:pt x="835" y="4536"/>
                </a:lnTo>
                <a:lnTo>
                  <a:pt x="813" y="4558"/>
                </a:lnTo>
                <a:lnTo>
                  <a:pt x="856" y="4536"/>
                </a:lnTo>
                <a:lnTo>
                  <a:pt x="856" y="4536"/>
                </a:lnTo>
                <a:lnTo>
                  <a:pt x="877" y="4472"/>
                </a:lnTo>
                <a:lnTo>
                  <a:pt x="920" y="4386"/>
                </a:lnTo>
                <a:lnTo>
                  <a:pt x="1049" y="4258"/>
                </a:lnTo>
                <a:lnTo>
                  <a:pt x="1113" y="4172"/>
                </a:lnTo>
                <a:lnTo>
                  <a:pt x="1156" y="4108"/>
                </a:lnTo>
                <a:lnTo>
                  <a:pt x="1177" y="4044"/>
                </a:lnTo>
                <a:lnTo>
                  <a:pt x="1156" y="3958"/>
                </a:lnTo>
                <a:lnTo>
                  <a:pt x="1156" y="3958"/>
                </a:lnTo>
                <a:lnTo>
                  <a:pt x="1134" y="3916"/>
                </a:lnTo>
                <a:lnTo>
                  <a:pt x="1091" y="3894"/>
                </a:lnTo>
                <a:lnTo>
                  <a:pt x="1049" y="3873"/>
                </a:lnTo>
                <a:lnTo>
                  <a:pt x="1027" y="3894"/>
                </a:lnTo>
                <a:lnTo>
                  <a:pt x="942" y="3916"/>
                </a:lnTo>
                <a:lnTo>
                  <a:pt x="856" y="3958"/>
                </a:lnTo>
                <a:lnTo>
                  <a:pt x="685" y="4087"/>
                </a:lnTo>
                <a:lnTo>
                  <a:pt x="621" y="4130"/>
                </a:lnTo>
                <a:lnTo>
                  <a:pt x="578" y="4108"/>
                </a:lnTo>
                <a:lnTo>
                  <a:pt x="578" y="4108"/>
                </a:lnTo>
                <a:lnTo>
                  <a:pt x="556" y="4087"/>
                </a:lnTo>
                <a:lnTo>
                  <a:pt x="556" y="4044"/>
                </a:lnTo>
                <a:lnTo>
                  <a:pt x="599" y="3980"/>
                </a:lnTo>
                <a:lnTo>
                  <a:pt x="663" y="3894"/>
                </a:lnTo>
                <a:lnTo>
                  <a:pt x="770" y="3809"/>
                </a:lnTo>
                <a:lnTo>
                  <a:pt x="984" y="3680"/>
                </a:lnTo>
                <a:lnTo>
                  <a:pt x="1070" y="3638"/>
                </a:lnTo>
                <a:lnTo>
                  <a:pt x="1134" y="3616"/>
                </a:lnTo>
                <a:lnTo>
                  <a:pt x="1134" y="3616"/>
                </a:lnTo>
                <a:lnTo>
                  <a:pt x="1241" y="3638"/>
                </a:lnTo>
                <a:lnTo>
                  <a:pt x="1327" y="3702"/>
                </a:lnTo>
                <a:lnTo>
                  <a:pt x="1391" y="3766"/>
                </a:lnTo>
                <a:lnTo>
                  <a:pt x="1434" y="3873"/>
                </a:lnTo>
                <a:lnTo>
                  <a:pt x="1455" y="3980"/>
                </a:lnTo>
                <a:lnTo>
                  <a:pt x="1455" y="4087"/>
                </a:lnTo>
                <a:lnTo>
                  <a:pt x="1455" y="4301"/>
                </a:lnTo>
                <a:lnTo>
                  <a:pt x="1455" y="4301"/>
                </a:lnTo>
                <a:lnTo>
                  <a:pt x="1476" y="4814"/>
                </a:lnTo>
                <a:lnTo>
                  <a:pt x="1498" y="5349"/>
                </a:lnTo>
                <a:lnTo>
                  <a:pt x="1498" y="5349"/>
                </a:lnTo>
                <a:lnTo>
                  <a:pt x="1541" y="5777"/>
                </a:lnTo>
                <a:lnTo>
                  <a:pt x="1541" y="5905"/>
                </a:lnTo>
                <a:lnTo>
                  <a:pt x="1519" y="6012"/>
                </a:lnTo>
                <a:lnTo>
                  <a:pt x="1476" y="6098"/>
                </a:lnTo>
                <a:lnTo>
                  <a:pt x="1434" y="6162"/>
                </a:lnTo>
                <a:lnTo>
                  <a:pt x="1434" y="6162"/>
                </a:lnTo>
                <a:close/>
                <a:moveTo>
                  <a:pt x="5413" y="1969"/>
                </a:moveTo>
                <a:lnTo>
                  <a:pt x="5413" y="1969"/>
                </a:lnTo>
                <a:lnTo>
                  <a:pt x="5499" y="1969"/>
                </a:lnTo>
                <a:lnTo>
                  <a:pt x="5584" y="2011"/>
                </a:lnTo>
                <a:lnTo>
                  <a:pt x="5649" y="2076"/>
                </a:lnTo>
                <a:lnTo>
                  <a:pt x="5691" y="2161"/>
                </a:lnTo>
                <a:lnTo>
                  <a:pt x="5691" y="2161"/>
                </a:lnTo>
                <a:lnTo>
                  <a:pt x="5670" y="2268"/>
                </a:lnTo>
                <a:lnTo>
                  <a:pt x="5670" y="2332"/>
                </a:lnTo>
                <a:lnTo>
                  <a:pt x="5649" y="2375"/>
                </a:lnTo>
                <a:lnTo>
                  <a:pt x="5649" y="2375"/>
                </a:lnTo>
                <a:lnTo>
                  <a:pt x="5606" y="2290"/>
                </a:lnTo>
                <a:lnTo>
                  <a:pt x="5584" y="2204"/>
                </a:lnTo>
                <a:lnTo>
                  <a:pt x="5563" y="2118"/>
                </a:lnTo>
                <a:lnTo>
                  <a:pt x="5520" y="2076"/>
                </a:lnTo>
                <a:lnTo>
                  <a:pt x="5499" y="2054"/>
                </a:lnTo>
                <a:lnTo>
                  <a:pt x="5499" y="2054"/>
                </a:lnTo>
                <a:lnTo>
                  <a:pt x="5456" y="2033"/>
                </a:lnTo>
                <a:lnTo>
                  <a:pt x="5413" y="2054"/>
                </a:lnTo>
                <a:lnTo>
                  <a:pt x="5392" y="2097"/>
                </a:lnTo>
                <a:lnTo>
                  <a:pt x="5371" y="2097"/>
                </a:lnTo>
                <a:lnTo>
                  <a:pt x="5371" y="2097"/>
                </a:lnTo>
                <a:lnTo>
                  <a:pt x="5328" y="2097"/>
                </a:lnTo>
                <a:lnTo>
                  <a:pt x="5328" y="2076"/>
                </a:lnTo>
                <a:lnTo>
                  <a:pt x="5349" y="2033"/>
                </a:lnTo>
                <a:lnTo>
                  <a:pt x="5392" y="1990"/>
                </a:lnTo>
                <a:lnTo>
                  <a:pt x="5413" y="1969"/>
                </a:lnTo>
                <a:lnTo>
                  <a:pt x="5413" y="1969"/>
                </a:lnTo>
                <a:close/>
                <a:moveTo>
                  <a:pt x="5007" y="1990"/>
                </a:moveTo>
                <a:lnTo>
                  <a:pt x="5007" y="1990"/>
                </a:lnTo>
                <a:lnTo>
                  <a:pt x="4985" y="1840"/>
                </a:lnTo>
                <a:lnTo>
                  <a:pt x="4985" y="1840"/>
                </a:lnTo>
                <a:lnTo>
                  <a:pt x="5007" y="1797"/>
                </a:lnTo>
                <a:lnTo>
                  <a:pt x="5028" y="1776"/>
                </a:lnTo>
                <a:lnTo>
                  <a:pt x="5050" y="1776"/>
                </a:lnTo>
                <a:lnTo>
                  <a:pt x="5050" y="1819"/>
                </a:lnTo>
                <a:lnTo>
                  <a:pt x="5071" y="1904"/>
                </a:lnTo>
                <a:lnTo>
                  <a:pt x="5050" y="1947"/>
                </a:lnTo>
                <a:lnTo>
                  <a:pt x="5007" y="1990"/>
                </a:lnTo>
                <a:lnTo>
                  <a:pt x="5007" y="1990"/>
                </a:lnTo>
                <a:close/>
                <a:moveTo>
                  <a:pt x="3851" y="2397"/>
                </a:moveTo>
                <a:lnTo>
                  <a:pt x="3851" y="2397"/>
                </a:lnTo>
                <a:lnTo>
                  <a:pt x="3873" y="2418"/>
                </a:lnTo>
                <a:lnTo>
                  <a:pt x="3873" y="2461"/>
                </a:lnTo>
                <a:lnTo>
                  <a:pt x="3873" y="2461"/>
                </a:lnTo>
                <a:lnTo>
                  <a:pt x="3851" y="2482"/>
                </a:lnTo>
                <a:lnTo>
                  <a:pt x="3830" y="2461"/>
                </a:lnTo>
                <a:lnTo>
                  <a:pt x="3851" y="2397"/>
                </a:lnTo>
                <a:lnTo>
                  <a:pt x="3851" y="2397"/>
                </a:lnTo>
                <a:close/>
                <a:moveTo>
                  <a:pt x="3103" y="2397"/>
                </a:moveTo>
                <a:lnTo>
                  <a:pt x="3103" y="2397"/>
                </a:lnTo>
                <a:lnTo>
                  <a:pt x="3124" y="2204"/>
                </a:lnTo>
                <a:lnTo>
                  <a:pt x="3145" y="2118"/>
                </a:lnTo>
                <a:lnTo>
                  <a:pt x="3145" y="2118"/>
                </a:lnTo>
                <a:lnTo>
                  <a:pt x="3167" y="2140"/>
                </a:lnTo>
                <a:lnTo>
                  <a:pt x="3188" y="2204"/>
                </a:lnTo>
                <a:lnTo>
                  <a:pt x="3252" y="2418"/>
                </a:lnTo>
                <a:lnTo>
                  <a:pt x="3295" y="2653"/>
                </a:lnTo>
                <a:lnTo>
                  <a:pt x="3295" y="2653"/>
                </a:lnTo>
                <a:lnTo>
                  <a:pt x="3295" y="2803"/>
                </a:lnTo>
                <a:lnTo>
                  <a:pt x="3274" y="2824"/>
                </a:lnTo>
                <a:lnTo>
                  <a:pt x="3274" y="2846"/>
                </a:lnTo>
                <a:lnTo>
                  <a:pt x="3231" y="2803"/>
                </a:lnTo>
                <a:lnTo>
                  <a:pt x="3188" y="2739"/>
                </a:lnTo>
                <a:lnTo>
                  <a:pt x="3124" y="2504"/>
                </a:lnTo>
                <a:lnTo>
                  <a:pt x="3103" y="2418"/>
                </a:lnTo>
                <a:lnTo>
                  <a:pt x="3103" y="2397"/>
                </a:lnTo>
                <a:lnTo>
                  <a:pt x="3103" y="2397"/>
                </a:lnTo>
                <a:close/>
                <a:moveTo>
                  <a:pt x="6077" y="3766"/>
                </a:moveTo>
                <a:lnTo>
                  <a:pt x="6077" y="3766"/>
                </a:lnTo>
                <a:lnTo>
                  <a:pt x="6055" y="4322"/>
                </a:lnTo>
                <a:lnTo>
                  <a:pt x="6034" y="4600"/>
                </a:lnTo>
                <a:lnTo>
                  <a:pt x="5991" y="4878"/>
                </a:lnTo>
                <a:lnTo>
                  <a:pt x="5991" y="4878"/>
                </a:lnTo>
                <a:lnTo>
                  <a:pt x="5970" y="4985"/>
                </a:lnTo>
                <a:lnTo>
                  <a:pt x="5884" y="5050"/>
                </a:lnTo>
                <a:lnTo>
                  <a:pt x="5798" y="5114"/>
                </a:lnTo>
                <a:lnTo>
                  <a:pt x="5713" y="5157"/>
                </a:lnTo>
                <a:lnTo>
                  <a:pt x="5477" y="5221"/>
                </a:lnTo>
                <a:lnTo>
                  <a:pt x="5264" y="5242"/>
                </a:lnTo>
                <a:lnTo>
                  <a:pt x="5264" y="5242"/>
                </a:lnTo>
                <a:lnTo>
                  <a:pt x="5028" y="5328"/>
                </a:lnTo>
                <a:lnTo>
                  <a:pt x="4921" y="5349"/>
                </a:lnTo>
                <a:lnTo>
                  <a:pt x="4814" y="5349"/>
                </a:lnTo>
                <a:lnTo>
                  <a:pt x="4814" y="5349"/>
                </a:lnTo>
                <a:lnTo>
                  <a:pt x="4707" y="5306"/>
                </a:lnTo>
                <a:lnTo>
                  <a:pt x="4622" y="5264"/>
                </a:lnTo>
                <a:lnTo>
                  <a:pt x="4515" y="5199"/>
                </a:lnTo>
                <a:lnTo>
                  <a:pt x="4408" y="5178"/>
                </a:lnTo>
                <a:lnTo>
                  <a:pt x="4408" y="5178"/>
                </a:lnTo>
                <a:lnTo>
                  <a:pt x="4301" y="5178"/>
                </a:lnTo>
                <a:lnTo>
                  <a:pt x="4194" y="5178"/>
                </a:lnTo>
                <a:lnTo>
                  <a:pt x="4087" y="5221"/>
                </a:lnTo>
                <a:lnTo>
                  <a:pt x="4001" y="5264"/>
                </a:lnTo>
                <a:lnTo>
                  <a:pt x="3916" y="5328"/>
                </a:lnTo>
                <a:lnTo>
                  <a:pt x="3830" y="5413"/>
                </a:lnTo>
                <a:lnTo>
                  <a:pt x="3766" y="5499"/>
                </a:lnTo>
                <a:lnTo>
                  <a:pt x="3723" y="5585"/>
                </a:lnTo>
                <a:lnTo>
                  <a:pt x="3723" y="5585"/>
                </a:lnTo>
                <a:lnTo>
                  <a:pt x="3702" y="5691"/>
                </a:lnTo>
                <a:lnTo>
                  <a:pt x="3702" y="5798"/>
                </a:lnTo>
                <a:lnTo>
                  <a:pt x="3723" y="5884"/>
                </a:lnTo>
                <a:lnTo>
                  <a:pt x="3744" y="5991"/>
                </a:lnTo>
                <a:lnTo>
                  <a:pt x="3809" y="6077"/>
                </a:lnTo>
                <a:lnTo>
                  <a:pt x="3873" y="6141"/>
                </a:lnTo>
                <a:lnTo>
                  <a:pt x="3937" y="6226"/>
                </a:lnTo>
                <a:lnTo>
                  <a:pt x="4023" y="6291"/>
                </a:lnTo>
                <a:lnTo>
                  <a:pt x="4108" y="6333"/>
                </a:lnTo>
                <a:lnTo>
                  <a:pt x="4194" y="6376"/>
                </a:lnTo>
                <a:lnTo>
                  <a:pt x="4301" y="6398"/>
                </a:lnTo>
                <a:lnTo>
                  <a:pt x="4386" y="6398"/>
                </a:lnTo>
                <a:lnTo>
                  <a:pt x="4493" y="6398"/>
                </a:lnTo>
                <a:lnTo>
                  <a:pt x="4579" y="6376"/>
                </a:lnTo>
                <a:lnTo>
                  <a:pt x="4664" y="6333"/>
                </a:lnTo>
                <a:lnTo>
                  <a:pt x="4750" y="6248"/>
                </a:lnTo>
                <a:lnTo>
                  <a:pt x="4750" y="6248"/>
                </a:lnTo>
                <a:lnTo>
                  <a:pt x="4814" y="6162"/>
                </a:lnTo>
                <a:lnTo>
                  <a:pt x="4857" y="6055"/>
                </a:lnTo>
                <a:lnTo>
                  <a:pt x="4900" y="5970"/>
                </a:lnTo>
                <a:lnTo>
                  <a:pt x="4943" y="5884"/>
                </a:lnTo>
                <a:lnTo>
                  <a:pt x="4943" y="5884"/>
                </a:lnTo>
                <a:lnTo>
                  <a:pt x="5007" y="5820"/>
                </a:lnTo>
                <a:lnTo>
                  <a:pt x="5092" y="5798"/>
                </a:lnTo>
                <a:lnTo>
                  <a:pt x="5285" y="5777"/>
                </a:lnTo>
                <a:lnTo>
                  <a:pt x="5285" y="5777"/>
                </a:lnTo>
                <a:lnTo>
                  <a:pt x="5435" y="5734"/>
                </a:lnTo>
                <a:lnTo>
                  <a:pt x="5649" y="5670"/>
                </a:lnTo>
                <a:lnTo>
                  <a:pt x="5756" y="5649"/>
                </a:lnTo>
                <a:lnTo>
                  <a:pt x="5841" y="5649"/>
                </a:lnTo>
                <a:lnTo>
                  <a:pt x="5927" y="5691"/>
                </a:lnTo>
                <a:lnTo>
                  <a:pt x="5927" y="5713"/>
                </a:lnTo>
                <a:lnTo>
                  <a:pt x="5948" y="5734"/>
                </a:lnTo>
                <a:lnTo>
                  <a:pt x="5948" y="5734"/>
                </a:lnTo>
                <a:lnTo>
                  <a:pt x="5948" y="5798"/>
                </a:lnTo>
                <a:lnTo>
                  <a:pt x="5927" y="5863"/>
                </a:lnTo>
                <a:lnTo>
                  <a:pt x="5841" y="6012"/>
                </a:lnTo>
                <a:lnTo>
                  <a:pt x="5670" y="6248"/>
                </a:lnTo>
                <a:lnTo>
                  <a:pt x="5670" y="6248"/>
                </a:lnTo>
                <a:lnTo>
                  <a:pt x="5520" y="6419"/>
                </a:lnTo>
                <a:lnTo>
                  <a:pt x="5349" y="6569"/>
                </a:lnTo>
                <a:lnTo>
                  <a:pt x="5349" y="6569"/>
                </a:lnTo>
                <a:lnTo>
                  <a:pt x="5157" y="6697"/>
                </a:lnTo>
                <a:lnTo>
                  <a:pt x="4964" y="6825"/>
                </a:lnTo>
                <a:lnTo>
                  <a:pt x="4750" y="6911"/>
                </a:lnTo>
                <a:lnTo>
                  <a:pt x="4536" y="6975"/>
                </a:lnTo>
                <a:lnTo>
                  <a:pt x="4536" y="6975"/>
                </a:lnTo>
                <a:lnTo>
                  <a:pt x="4408" y="6997"/>
                </a:lnTo>
                <a:lnTo>
                  <a:pt x="4301" y="6997"/>
                </a:lnTo>
                <a:lnTo>
                  <a:pt x="4065" y="6975"/>
                </a:lnTo>
                <a:lnTo>
                  <a:pt x="3851" y="6911"/>
                </a:lnTo>
                <a:lnTo>
                  <a:pt x="3680" y="6804"/>
                </a:lnTo>
                <a:lnTo>
                  <a:pt x="3509" y="6676"/>
                </a:lnTo>
                <a:lnTo>
                  <a:pt x="3359" y="6505"/>
                </a:lnTo>
                <a:lnTo>
                  <a:pt x="3210" y="6312"/>
                </a:lnTo>
                <a:lnTo>
                  <a:pt x="3103" y="6119"/>
                </a:lnTo>
                <a:lnTo>
                  <a:pt x="3103" y="6119"/>
                </a:lnTo>
                <a:lnTo>
                  <a:pt x="3017" y="5863"/>
                </a:lnTo>
                <a:lnTo>
                  <a:pt x="2931" y="5585"/>
                </a:lnTo>
                <a:lnTo>
                  <a:pt x="2867" y="5328"/>
                </a:lnTo>
                <a:lnTo>
                  <a:pt x="2824" y="5071"/>
                </a:lnTo>
                <a:lnTo>
                  <a:pt x="2782" y="4515"/>
                </a:lnTo>
                <a:lnTo>
                  <a:pt x="2717" y="3980"/>
                </a:lnTo>
                <a:lnTo>
                  <a:pt x="2717" y="3980"/>
                </a:lnTo>
                <a:lnTo>
                  <a:pt x="2696" y="3830"/>
                </a:lnTo>
                <a:lnTo>
                  <a:pt x="2696" y="3680"/>
                </a:lnTo>
                <a:lnTo>
                  <a:pt x="2696" y="3616"/>
                </a:lnTo>
                <a:lnTo>
                  <a:pt x="2717" y="3552"/>
                </a:lnTo>
                <a:lnTo>
                  <a:pt x="2760" y="3509"/>
                </a:lnTo>
                <a:lnTo>
                  <a:pt x="2803" y="3445"/>
                </a:lnTo>
                <a:lnTo>
                  <a:pt x="2803" y="3445"/>
                </a:lnTo>
                <a:lnTo>
                  <a:pt x="2889" y="3424"/>
                </a:lnTo>
                <a:lnTo>
                  <a:pt x="2974" y="3381"/>
                </a:lnTo>
                <a:lnTo>
                  <a:pt x="3167" y="3338"/>
                </a:lnTo>
                <a:lnTo>
                  <a:pt x="3167" y="3338"/>
                </a:lnTo>
                <a:lnTo>
                  <a:pt x="3381" y="3252"/>
                </a:lnTo>
                <a:lnTo>
                  <a:pt x="3595" y="3167"/>
                </a:lnTo>
                <a:lnTo>
                  <a:pt x="3595" y="3167"/>
                </a:lnTo>
                <a:lnTo>
                  <a:pt x="3830" y="3017"/>
                </a:lnTo>
                <a:lnTo>
                  <a:pt x="4044" y="2867"/>
                </a:lnTo>
                <a:lnTo>
                  <a:pt x="4237" y="2696"/>
                </a:lnTo>
                <a:lnTo>
                  <a:pt x="4429" y="2525"/>
                </a:lnTo>
                <a:lnTo>
                  <a:pt x="4429" y="2525"/>
                </a:lnTo>
                <a:lnTo>
                  <a:pt x="4515" y="2439"/>
                </a:lnTo>
                <a:lnTo>
                  <a:pt x="4557" y="2418"/>
                </a:lnTo>
                <a:lnTo>
                  <a:pt x="4600" y="2439"/>
                </a:lnTo>
                <a:lnTo>
                  <a:pt x="4664" y="2504"/>
                </a:lnTo>
                <a:lnTo>
                  <a:pt x="4664" y="2504"/>
                </a:lnTo>
                <a:lnTo>
                  <a:pt x="4750" y="2568"/>
                </a:lnTo>
                <a:lnTo>
                  <a:pt x="4814" y="2653"/>
                </a:lnTo>
                <a:lnTo>
                  <a:pt x="4900" y="2739"/>
                </a:lnTo>
                <a:lnTo>
                  <a:pt x="4985" y="2803"/>
                </a:lnTo>
                <a:lnTo>
                  <a:pt x="4985" y="2803"/>
                </a:lnTo>
                <a:lnTo>
                  <a:pt x="5071" y="2867"/>
                </a:lnTo>
                <a:lnTo>
                  <a:pt x="5178" y="2931"/>
                </a:lnTo>
                <a:lnTo>
                  <a:pt x="5413" y="3017"/>
                </a:lnTo>
                <a:lnTo>
                  <a:pt x="5863" y="3124"/>
                </a:lnTo>
                <a:lnTo>
                  <a:pt x="5863" y="3124"/>
                </a:lnTo>
                <a:lnTo>
                  <a:pt x="5948" y="3167"/>
                </a:lnTo>
                <a:lnTo>
                  <a:pt x="6012" y="3231"/>
                </a:lnTo>
                <a:lnTo>
                  <a:pt x="6055" y="3295"/>
                </a:lnTo>
                <a:lnTo>
                  <a:pt x="6077" y="3381"/>
                </a:lnTo>
                <a:lnTo>
                  <a:pt x="6077" y="3573"/>
                </a:lnTo>
                <a:lnTo>
                  <a:pt x="6077" y="3766"/>
                </a:lnTo>
                <a:lnTo>
                  <a:pt x="6077" y="3766"/>
                </a:lnTo>
                <a:close/>
                <a:moveTo>
                  <a:pt x="8473" y="5028"/>
                </a:moveTo>
                <a:lnTo>
                  <a:pt x="8473" y="5028"/>
                </a:lnTo>
                <a:lnTo>
                  <a:pt x="8451" y="5178"/>
                </a:lnTo>
                <a:lnTo>
                  <a:pt x="8409" y="5371"/>
                </a:lnTo>
                <a:lnTo>
                  <a:pt x="8387" y="5478"/>
                </a:lnTo>
                <a:lnTo>
                  <a:pt x="8345" y="5563"/>
                </a:lnTo>
                <a:lnTo>
                  <a:pt x="8280" y="5627"/>
                </a:lnTo>
                <a:lnTo>
                  <a:pt x="8216" y="5670"/>
                </a:lnTo>
                <a:lnTo>
                  <a:pt x="8216" y="5670"/>
                </a:lnTo>
                <a:lnTo>
                  <a:pt x="8173" y="5691"/>
                </a:lnTo>
                <a:lnTo>
                  <a:pt x="8109" y="5670"/>
                </a:lnTo>
                <a:lnTo>
                  <a:pt x="8045" y="5670"/>
                </a:lnTo>
                <a:lnTo>
                  <a:pt x="7981" y="5670"/>
                </a:lnTo>
                <a:lnTo>
                  <a:pt x="7981" y="5670"/>
                </a:lnTo>
                <a:lnTo>
                  <a:pt x="7917" y="5691"/>
                </a:lnTo>
                <a:lnTo>
                  <a:pt x="7874" y="5713"/>
                </a:lnTo>
                <a:lnTo>
                  <a:pt x="7831" y="5756"/>
                </a:lnTo>
                <a:lnTo>
                  <a:pt x="7767" y="5734"/>
                </a:lnTo>
                <a:lnTo>
                  <a:pt x="7767" y="5734"/>
                </a:lnTo>
                <a:lnTo>
                  <a:pt x="7745" y="5713"/>
                </a:lnTo>
                <a:lnTo>
                  <a:pt x="7745" y="5691"/>
                </a:lnTo>
                <a:lnTo>
                  <a:pt x="7745" y="5627"/>
                </a:lnTo>
                <a:lnTo>
                  <a:pt x="7788" y="5542"/>
                </a:lnTo>
                <a:lnTo>
                  <a:pt x="7831" y="5456"/>
                </a:lnTo>
                <a:lnTo>
                  <a:pt x="7959" y="5264"/>
                </a:lnTo>
                <a:lnTo>
                  <a:pt x="8002" y="5199"/>
                </a:lnTo>
                <a:lnTo>
                  <a:pt x="8024" y="5135"/>
                </a:lnTo>
                <a:lnTo>
                  <a:pt x="8024" y="5135"/>
                </a:lnTo>
                <a:lnTo>
                  <a:pt x="8024" y="5050"/>
                </a:lnTo>
                <a:lnTo>
                  <a:pt x="8002" y="5007"/>
                </a:lnTo>
                <a:lnTo>
                  <a:pt x="7959" y="4964"/>
                </a:lnTo>
                <a:lnTo>
                  <a:pt x="7895" y="4921"/>
                </a:lnTo>
                <a:lnTo>
                  <a:pt x="7895" y="4921"/>
                </a:lnTo>
                <a:lnTo>
                  <a:pt x="7831" y="4921"/>
                </a:lnTo>
                <a:lnTo>
                  <a:pt x="7788" y="4921"/>
                </a:lnTo>
                <a:lnTo>
                  <a:pt x="7724" y="4985"/>
                </a:lnTo>
                <a:lnTo>
                  <a:pt x="7681" y="5050"/>
                </a:lnTo>
                <a:lnTo>
                  <a:pt x="7638" y="5092"/>
                </a:lnTo>
                <a:lnTo>
                  <a:pt x="7638" y="5092"/>
                </a:lnTo>
                <a:lnTo>
                  <a:pt x="7574" y="5178"/>
                </a:lnTo>
                <a:lnTo>
                  <a:pt x="7553" y="5221"/>
                </a:lnTo>
                <a:lnTo>
                  <a:pt x="7510" y="5242"/>
                </a:lnTo>
                <a:lnTo>
                  <a:pt x="7510" y="5242"/>
                </a:lnTo>
                <a:lnTo>
                  <a:pt x="7531" y="5199"/>
                </a:lnTo>
                <a:lnTo>
                  <a:pt x="7574" y="5135"/>
                </a:lnTo>
                <a:lnTo>
                  <a:pt x="7660" y="5050"/>
                </a:lnTo>
                <a:lnTo>
                  <a:pt x="7660" y="5050"/>
                </a:lnTo>
                <a:lnTo>
                  <a:pt x="7917" y="4665"/>
                </a:lnTo>
                <a:lnTo>
                  <a:pt x="7917" y="4665"/>
                </a:lnTo>
                <a:lnTo>
                  <a:pt x="8024" y="4493"/>
                </a:lnTo>
                <a:lnTo>
                  <a:pt x="8066" y="4386"/>
                </a:lnTo>
                <a:lnTo>
                  <a:pt x="8045" y="4344"/>
                </a:lnTo>
                <a:lnTo>
                  <a:pt x="8045" y="4301"/>
                </a:lnTo>
                <a:lnTo>
                  <a:pt x="8045" y="4301"/>
                </a:lnTo>
                <a:lnTo>
                  <a:pt x="7981" y="4237"/>
                </a:lnTo>
                <a:lnTo>
                  <a:pt x="7917" y="4215"/>
                </a:lnTo>
                <a:lnTo>
                  <a:pt x="7831" y="4194"/>
                </a:lnTo>
                <a:lnTo>
                  <a:pt x="7810" y="4215"/>
                </a:lnTo>
                <a:lnTo>
                  <a:pt x="7788" y="4237"/>
                </a:lnTo>
                <a:lnTo>
                  <a:pt x="7788" y="4237"/>
                </a:lnTo>
                <a:lnTo>
                  <a:pt x="7852" y="4130"/>
                </a:lnTo>
                <a:lnTo>
                  <a:pt x="7938" y="4023"/>
                </a:lnTo>
                <a:lnTo>
                  <a:pt x="8002" y="3894"/>
                </a:lnTo>
                <a:lnTo>
                  <a:pt x="8024" y="3830"/>
                </a:lnTo>
                <a:lnTo>
                  <a:pt x="8024" y="3787"/>
                </a:lnTo>
                <a:lnTo>
                  <a:pt x="8024" y="3787"/>
                </a:lnTo>
                <a:lnTo>
                  <a:pt x="8002" y="3680"/>
                </a:lnTo>
                <a:lnTo>
                  <a:pt x="7981" y="3659"/>
                </a:lnTo>
                <a:lnTo>
                  <a:pt x="7938" y="3659"/>
                </a:lnTo>
                <a:lnTo>
                  <a:pt x="7874" y="3659"/>
                </a:lnTo>
                <a:lnTo>
                  <a:pt x="7788" y="3702"/>
                </a:lnTo>
                <a:lnTo>
                  <a:pt x="7617" y="3809"/>
                </a:lnTo>
                <a:lnTo>
                  <a:pt x="7489" y="3894"/>
                </a:lnTo>
                <a:lnTo>
                  <a:pt x="7489" y="3894"/>
                </a:lnTo>
                <a:lnTo>
                  <a:pt x="7467" y="3830"/>
                </a:lnTo>
                <a:lnTo>
                  <a:pt x="7467" y="3744"/>
                </a:lnTo>
                <a:lnTo>
                  <a:pt x="7510" y="3616"/>
                </a:lnTo>
                <a:lnTo>
                  <a:pt x="7596" y="3488"/>
                </a:lnTo>
                <a:lnTo>
                  <a:pt x="7703" y="3381"/>
                </a:lnTo>
                <a:lnTo>
                  <a:pt x="7703" y="3381"/>
                </a:lnTo>
                <a:lnTo>
                  <a:pt x="7767" y="3338"/>
                </a:lnTo>
                <a:lnTo>
                  <a:pt x="7831" y="3317"/>
                </a:lnTo>
                <a:lnTo>
                  <a:pt x="7895" y="3317"/>
                </a:lnTo>
                <a:lnTo>
                  <a:pt x="7981" y="3317"/>
                </a:lnTo>
                <a:lnTo>
                  <a:pt x="8045" y="3338"/>
                </a:lnTo>
                <a:lnTo>
                  <a:pt x="8109" y="3402"/>
                </a:lnTo>
                <a:lnTo>
                  <a:pt x="8152" y="3445"/>
                </a:lnTo>
                <a:lnTo>
                  <a:pt x="8216" y="3531"/>
                </a:lnTo>
                <a:lnTo>
                  <a:pt x="8216" y="3531"/>
                </a:lnTo>
                <a:lnTo>
                  <a:pt x="8280" y="3702"/>
                </a:lnTo>
                <a:lnTo>
                  <a:pt x="8345" y="3873"/>
                </a:lnTo>
                <a:lnTo>
                  <a:pt x="8387" y="4237"/>
                </a:lnTo>
                <a:lnTo>
                  <a:pt x="8387" y="4237"/>
                </a:lnTo>
                <a:lnTo>
                  <a:pt x="8473" y="4622"/>
                </a:lnTo>
                <a:lnTo>
                  <a:pt x="8473" y="4836"/>
                </a:lnTo>
                <a:lnTo>
                  <a:pt x="8473" y="5028"/>
                </a:lnTo>
                <a:lnTo>
                  <a:pt x="8473" y="5028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24"/>
          <p:cNvSpPr/>
          <p:nvPr/>
        </p:nvSpPr>
        <p:spPr>
          <a:xfrm>
            <a:off x="4938763" y="3379113"/>
            <a:ext cx="1118400" cy="10500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24"/>
          <p:cNvSpPr/>
          <p:nvPr/>
        </p:nvSpPr>
        <p:spPr>
          <a:xfrm>
            <a:off x="5223630" y="3632649"/>
            <a:ext cx="548680" cy="542929"/>
          </a:xfrm>
          <a:custGeom>
            <a:rect b="b" l="l" r="r" t="t"/>
            <a:pathLst>
              <a:path extrusionOk="0" h="8067" w="8901">
                <a:moveTo>
                  <a:pt x="3637" y="1306"/>
                </a:moveTo>
                <a:lnTo>
                  <a:pt x="3637" y="1327"/>
                </a:lnTo>
                <a:lnTo>
                  <a:pt x="3595" y="1306"/>
                </a:lnTo>
                <a:close/>
                <a:moveTo>
                  <a:pt x="2354" y="1306"/>
                </a:moveTo>
                <a:lnTo>
                  <a:pt x="2375" y="1349"/>
                </a:lnTo>
                <a:lnTo>
                  <a:pt x="2354" y="1370"/>
                </a:lnTo>
                <a:lnTo>
                  <a:pt x="2332" y="1327"/>
                </a:lnTo>
                <a:lnTo>
                  <a:pt x="2354" y="1306"/>
                </a:lnTo>
                <a:close/>
                <a:moveTo>
                  <a:pt x="4707" y="1135"/>
                </a:moveTo>
                <a:lnTo>
                  <a:pt x="4643" y="1177"/>
                </a:lnTo>
                <a:lnTo>
                  <a:pt x="4557" y="1220"/>
                </a:lnTo>
                <a:lnTo>
                  <a:pt x="4536" y="1263"/>
                </a:lnTo>
                <a:lnTo>
                  <a:pt x="4536" y="1284"/>
                </a:lnTo>
                <a:lnTo>
                  <a:pt x="4557" y="1327"/>
                </a:lnTo>
                <a:lnTo>
                  <a:pt x="4600" y="1349"/>
                </a:lnTo>
                <a:lnTo>
                  <a:pt x="4964" y="1413"/>
                </a:lnTo>
                <a:lnTo>
                  <a:pt x="5306" y="1456"/>
                </a:lnTo>
                <a:lnTo>
                  <a:pt x="6034" y="1456"/>
                </a:lnTo>
                <a:lnTo>
                  <a:pt x="6376" y="1477"/>
                </a:lnTo>
                <a:lnTo>
                  <a:pt x="6547" y="1456"/>
                </a:lnTo>
                <a:lnTo>
                  <a:pt x="6718" y="1434"/>
                </a:lnTo>
                <a:lnTo>
                  <a:pt x="6783" y="1413"/>
                </a:lnTo>
                <a:lnTo>
                  <a:pt x="6825" y="1370"/>
                </a:lnTo>
                <a:lnTo>
                  <a:pt x="6847" y="1327"/>
                </a:lnTo>
                <a:lnTo>
                  <a:pt x="6847" y="1284"/>
                </a:lnTo>
                <a:lnTo>
                  <a:pt x="6804" y="1263"/>
                </a:lnTo>
                <a:lnTo>
                  <a:pt x="6761" y="1220"/>
                </a:lnTo>
                <a:lnTo>
                  <a:pt x="6697" y="1199"/>
                </a:lnTo>
                <a:lnTo>
                  <a:pt x="5991" y="1199"/>
                </a:lnTo>
                <a:lnTo>
                  <a:pt x="5670" y="1220"/>
                </a:lnTo>
                <a:lnTo>
                  <a:pt x="5349" y="1199"/>
                </a:lnTo>
                <a:lnTo>
                  <a:pt x="5028" y="1156"/>
                </a:lnTo>
                <a:lnTo>
                  <a:pt x="4857" y="1135"/>
                </a:lnTo>
                <a:close/>
                <a:moveTo>
                  <a:pt x="2675" y="1284"/>
                </a:moveTo>
                <a:lnTo>
                  <a:pt x="2696" y="1306"/>
                </a:lnTo>
                <a:lnTo>
                  <a:pt x="2696" y="1391"/>
                </a:lnTo>
                <a:lnTo>
                  <a:pt x="2653" y="1498"/>
                </a:lnTo>
                <a:lnTo>
                  <a:pt x="2610" y="1520"/>
                </a:lnTo>
                <a:lnTo>
                  <a:pt x="2568" y="1520"/>
                </a:lnTo>
                <a:lnTo>
                  <a:pt x="2568" y="1477"/>
                </a:lnTo>
                <a:lnTo>
                  <a:pt x="2589" y="1413"/>
                </a:lnTo>
                <a:lnTo>
                  <a:pt x="2653" y="1306"/>
                </a:lnTo>
                <a:lnTo>
                  <a:pt x="2675" y="1284"/>
                </a:lnTo>
                <a:close/>
                <a:moveTo>
                  <a:pt x="3038" y="1284"/>
                </a:moveTo>
                <a:lnTo>
                  <a:pt x="3102" y="1306"/>
                </a:lnTo>
                <a:lnTo>
                  <a:pt x="3124" y="1370"/>
                </a:lnTo>
                <a:lnTo>
                  <a:pt x="3102" y="1434"/>
                </a:lnTo>
                <a:lnTo>
                  <a:pt x="3038" y="1541"/>
                </a:lnTo>
                <a:lnTo>
                  <a:pt x="2974" y="1627"/>
                </a:lnTo>
                <a:lnTo>
                  <a:pt x="2910" y="1669"/>
                </a:lnTo>
                <a:lnTo>
                  <a:pt x="2889" y="1627"/>
                </a:lnTo>
                <a:lnTo>
                  <a:pt x="2910" y="1541"/>
                </a:lnTo>
                <a:lnTo>
                  <a:pt x="2953" y="1391"/>
                </a:lnTo>
                <a:lnTo>
                  <a:pt x="2995" y="1306"/>
                </a:lnTo>
                <a:lnTo>
                  <a:pt x="3038" y="1284"/>
                </a:lnTo>
                <a:close/>
                <a:moveTo>
                  <a:pt x="4900" y="1648"/>
                </a:moveTo>
                <a:lnTo>
                  <a:pt x="4750" y="1669"/>
                </a:lnTo>
                <a:lnTo>
                  <a:pt x="4664" y="1712"/>
                </a:lnTo>
                <a:lnTo>
                  <a:pt x="4643" y="1755"/>
                </a:lnTo>
                <a:lnTo>
                  <a:pt x="4643" y="1776"/>
                </a:lnTo>
                <a:lnTo>
                  <a:pt x="4664" y="1841"/>
                </a:lnTo>
                <a:lnTo>
                  <a:pt x="4750" y="1905"/>
                </a:lnTo>
                <a:lnTo>
                  <a:pt x="4878" y="1948"/>
                </a:lnTo>
                <a:lnTo>
                  <a:pt x="6654" y="1948"/>
                </a:lnTo>
                <a:lnTo>
                  <a:pt x="6783" y="1926"/>
                </a:lnTo>
                <a:lnTo>
                  <a:pt x="6847" y="1905"/>
                </a:lnTo>
                <a:lnTo>
                  <a:pt x="6890" y="1862"/>
                </a:lnTo>
                <a:lnTo>
                  <a:pt x="6911" y="1819"/>
                </a:lnTo>
                <a:lnTo>
                  <a:pt x="6890" y="1776"/>
                </a:lnTo>
                <a:lnTo>
                  <a:pt x="6868" y="1734"/>
                </a:lnTo>
                <a:lnTo>
                  <a:pt x="6825" y="1712"/>
                </a:lnTo>
                <a:lnTo>
                  <a:pt x="6654" y="1691"/>
                </a:lnTo>
                <a:lnTo>
                  <a:pt x="6483" y="1669"/>
                </a:lnTo>
                <a:lnTo>
                  <a:pt x="6119" y="1669"/>
                </a:lnTo>
                <a:lnTo>
                  <a:pt x="5413" y="1691"/>
                </a:lnTo>
                <a:lnTo>
                  <a:pt x="5071" y="1669"/>
                </a:lnTo>
                <a:lnTo>
                  <a:pt x="4900" y="1648"/>
                </a:lnTo>
                <a:close/>
                <a:moveTo>
                  <a:pt x="3038" y="2119"/>
                </a:moveTo>
                <a:lnTo>
                  <a:pt x="3209" y="2140"/>
                </a:lnTo>
                <a:lnTo>
                  <a:pt x="3381" y="2140"/>
                </a:lnTo>
                <a:lnTo>
                  <a:pt x="3488" y="2162"/>
                </a:lnTo>
                <a:lnTo>
                  <a:pt x="3509" y="2162"/>
                </a:lnTo>
                <a:lnTo>
                  <a:pt x="3509" y="2183"/>
                </a:lnTo>
                <a:lnTo>
                  <a:pt x="3466" y="2204"/>
                </a:lnTo>
                <a:lnTo>
                  <a:pt x="3423" y="2226"/>
                </a:lnTo>
                <a:lnTo>
                  <a:pt x="3338" y="2226"/>
                </a:lnTo>
                <a:lnTo>
                  <a:pt x="3145" y="2204"/>
                </a:lnTo>
                <a:lnTo>
                  <a:pt x="2931" y="2204"/>
                </a:lnTo>
                <a:lnTo>
                  <a:pt x="2824" y="2183"/>
                </a:lnTo>
                <a:lnTo>
                  <a:pt x="2824" y="2162"/>
                </a:lnTo>
                <a:lnTo>
                  <a:pt x="2846" y="2140"/>
                </a:lnTo>
                <a:lnTo>
                  <a:pt x="2953" y="2119"/>
                </a:lnTo>
                <a:close/>
                <a:moveTo>
                  <a:pt x="2525" y="2097"/>
                </a:moveTo>
                <a:lnTo>
                  <a:pt x="2589" y="2119"/>
                </a:lnTo>
                <a:lnTo>
                  <a:pt x="2653" y="2140"/>
                </a:lnTo>
                <a:lnTo>
                  <a:pt x="2653" y="2162"/>
                </a:lnTo>
                <a:lnTo>
                  <a:pt x="2653" y="2204"/>
                </a:lnTo>
                <a:lnTo>
                  <a:pt x="2610" y="2226"/>
                </a:lnTo>
                <a:lnTo>
                  <a:pt x="2546" y="2247"/>
                </a:lnTo>
                <a:lnTo>
                  <a:pt x="2418" y="2247"/>
                </a:lnTo>
                <a:lnTo>
                  <a:pt x="2354" y="2226"/>
                </a:lnTo>
                <a:lnTo>
                  <a:pt x="2332" y="2204"/>
                </a:lnTo>
                <a:lnTo>
                  <a:pt x="2375" y="2162"/>
                </a:lnTo>
                <a:lnTo>
                  <a:pt x="2461" y="2097"/>
                </a:lnTo>
                <a:close/>
                <a:moveTo>
                  <a:pt x="6312" y="2140"/>
                </a:moveTo>
                <a:lnTo>
                  <a:pt x="5969" y="2162"/>
                </a:lnTo>
                <a:lnTo>
                  <a:pt x="5627" y="2204"/>
                </a:lnTo>
                <a:lnTo>
                  <a:pt x="4707" y="2204"/>
                </a:lnTo>
                <a:lnTo>
                  <a:pt x="4600" y="2226"/>
                </a:lnTo>
                <a:lnTo>
                  <a:pt x="4536" y="2226"/>
                </a:lnTo>
                <a:lnTo>
                  <a:pt x="4515" y="2269"/>
                </a:lnTo>
                <a:lnTo>
                  <a:pt x="4493" y="2311"/>
                </a:lnTo>
                <a:lnTo>
                  <a:pt x="4515" y="2354"/>
                </a:lnTo>
                <a:lnTo>
                  <a:pt x="4557" y="2397"/>
                </a:lnTo>
                <a:lnTo>
                  <a:pt x="4600" y="2418"/>
                </a:lnTo>
                <a:lnTo>
                  <a:pt x="4964" y="2461"/>
                </a:lnTo>
                <a:lnTo>
                  <a:pt x="5328" y="2483"/>
                </a:lnTo>
                <a:lnTo>
                  <a:pt x="5691" y="2461"/>
                </a:lnTo>
                <a:lnTo>
                  <a:pt x="6055" y="2440"/>
                </a:lnTo>
                <a:lnTo>
                  <a:pt x="6376" y="2440"/>
                </a:lnTo>
                <a:lnTo>
                  <a:pt x="6547" y="2418"/>
                </a:lnTo>
                <a:lnTo>
                  <a:pt x="6697" y="2397"/>
                </a:lnTo>
                <a:lnTo>
                  <a:pt x="6783" y="2354"/>
                </a:lnTo>
                <a:lnTo>
                  <a:pt x="6825" y="2311"/>
                </a:lnTo>
                <a:lnTo>
                  <a:pt x="6825" y="2290"/>
                </a:lnTo>
                <a:lnTo>
                  <a:pt x="6825" y="2247"/>
                </a:lnTo>
                <a:lnTo>
                  <a:pt x="6804" y="2226"/>
                </a:lnTo>
                <a:lnTo>
                  <a:pt x="6761" y="2204"/>
                </a:lnTo>
                <a:lnTo>
                  <a:pt x="6633" y="2162"/>
                </a:lnTo>
                <a:lnTo>
                  <a:pt x="6483" y="2140"/>
                </a:lnTo>
                <a:close/>
                <a:moveTo>
                  <a:pt x="3316" y="1006"/>
                </a:moveTo>
                <a:lnTo>
                  <a:pt x="3081" y="1028"/>
                </a:lnTo>
                <a:lnTo>
                  <a:pt x="2396" y="1028"/>
                </a:lnTo>
                <a:lnTo>
                  <a:pt x="2289" y="1049"/>
                </a:lnTo>
                <a:lnTo>
                  <a:pt x="2225" y="1092"/>
                </a:lnTo>
                <a:lnTo>
                  <a:pt x="2161" y="1156"/>
                </a:lnTo>
                <a:lnTo>
                  <a:pt x="2118" y="1220"/>
                </a:lnTo>
                <a:lnTo>
                  <a:pt x="2097" y="1306"/>
                </a:lnTo>
                <a:lnTo>
                  <a:pt x="2075" y="1456"/>
                </a:lnTo>
                <a:lnTo>
                  <a:pt x="2075" y="1798"/>
                </a:lnTo>
                <a:lnTo>
                  <a:pt x="2075" y="1948"/>
                </a:lnTo>
                <a:lnTo>
                  <a:pt x="2054" y="2162"/>
                </a:lnTo>
                <a:lnTo>
                  <a:pt x="2075" y="2247"/>
                </a:lnTo>
                <a:lnTo>
                  <a:pt x="2097" y="2333"/>
                </a:lnTo>
                <a:lnTo>
                  <a:pt x="2140" y="2418"/>
                </a:lnTo>
                <a:lnTo>
                  <a:pt x="2182" y="2461"/>
                </a:lnTo>
                <a:lnTo>
                  <a:pt x="2268" y="2483"/>
                </a:lnTo>
                <a:lnTo>
                  <a:pt x="2354" y="2504"/>
                </a:lnTo>
                <a:lnTo>
                  <a:pt x="2568" y="2504"/>
                </a:lnTo>
                <a:lnTo>
                  <a:pt x="2953" y="2461"/>
                </a:lnTo>
                <a:lnTo>
                  <a:pt x="3231" y="2461"/>
                </a:lnTo>
                <a:lnTo>
                  <a:pt x="3488" y="2483"/>
                </a:lnTo>
                <a:lnTo>
                  <a:pt x="3616" y="2504"/>
                </a:lnTo>
                <a:lnTo>
                  <a:pt x="3702" y="2525"/>
                </a:lnTo>
                <a:lnTo>
                  <a:pt x="3766" y="2504"/>
                </a:lnTo>
                <a:lnTo>
                  <a:pt x="3851" y="2440"/>
                </a:lnTo>
                <a:lnTo>
                  <a:pt x="3894" y="2333"/>
                </a:lnTo>
                <a:lnTo>
                  <a:pt x="3916" y="2226"/>
                </a:lnTo>
                <a:lnTo>
                  <a:pt x="3916" y="2119"/>
                </a:lnTo>
                <a:lnTo>
                  <a:pt x="3894" y="1883"/>
                </a:lnTo>
                <a:lnTo>
                  <a:pt x="3894" y="1669"/>
                </a:lnTo>
                <a:lnTo>
                  <a:pt x="3916" y="1498"/>
                </a:lnTo>
                <a:lnTo>
                  <a:pt x="3937" y="1306"/>
                </a:lnTo>
                <a:lnTo>
                  <a:pt x="3916" y="1220"/>
                </a:lnTo>
                <a:lnTo>
                  <a:pt x="3894" y="1135"/>
                </a:lnTo>
                <a:lnTo>
                  <a:pt x="3830" y="1070"/>
                </a:lnTo>
                <a:lnTo>
                  <a:pt x="3766" y="1028"/>
                </a:lnTo>
                <a:lnTo>
                  <a:pt x="3659" y="1006"/>
                </a:lnTo>
                <a:close/>
                <a:moveTo>
                  <a:pt x="2268" y="2889"/>
                </a:moveTo>
                <a:lnTo>
                  <a:pt x="2182" y="2910"/>
                </a:lnTo>
                <a:lnTo>
                  <a:pt x="2097" y="2953"/>
                </a:lnTo>
                <a:lnTo>
                  <a:pt x="2075" y="2975"/>
                </a:lnTo>
                <a:lnTo>
                  <a:pt x="2054" y="3017"/>
                </a:lnTo>
                <a:lnTo>
                  <a:pt x="2075" y="3039"/>
                </a:lnTo>
                <a:lnTo>
                  <a:pt x="2140" y="3060"/>
                </a:lnTo>
                <a:lnTo>
                  <a:pt x="2247" y="3103"/>
                </a:lnTo>
                <a:lnTo>
                  <a:pt x="2375" y="3124"/>
                </a:lnTo>
                <a:lnTo>
                  <a:pt x="2653" y="3146"/>
                </a:lnTo>
                <a:lnTo>
                  <a:pt x="3359" y="3146"/>
                </a:lnTo>
                <a:lnTo>
                  <a:pt x="3637" y="3124"/>
                </a:lnTo>
                <a:lnTo>
                  <a:pt x="3766" y="3103"/>
                </a:lnTo>
                <a:lnTo>
                  <a:pt x="3851" y="3060"/>
                </a:lnTo>
                <a:lnTo>
                  <a:pt x="3851" y="3039"/>
                </a:lnTo>
                <a:lnTo>
                  <a:pt x="3851" y="3017"/>
                </a:lnTo>
                <a:lnTo>
                  <a:pt x="3830" y="2975"/>
                </a:lnTo>
                <a:lnTo>
                  <a:pt x="3787" y="2932"/>
                </a:lnTo>
                <a:lnTo>
                  <a:pt x="3702" y="2910"/>
                </a:lnTo>
                <a:lnTo>
                  <a:pt x="3595" y="2910"/>
                </a:lnTo>
                <a:lnTo>
                  <a:pt x="3381" y="2932"/>
                </a:lnTo>
                <a:lnTo>
                  <a:pt x="2824" y="2889"/>
                </a:lnTo>
                <a:close/>
                <a:moveTo>
                  <a:pt x="6141" y="3060"/>
                </a:moveTo>
                <a:lnTo>
                  <a:pt x="6183" y="3082"/>
                </a:lnTo>
                <a:lnTo>
                  <a:pt x="6205" y="3103"/>
                </a:lnTo>
                <a:lnTo>
                  <a:pt x="6076" y="3210"/>
                </a:lnTo>
                <a:lnTo>
                  <a:pt x="5969" y="3317"/>
                </a:lnTo>
                <a:lnTo>
                  <a:pt x="5969" y="3231"/>
                </a:lnTo>
                <a:lnTo>
                  <a:pt x="5991" y="3146"/>
                </a:lnTo>
                <a:lnTo>
                  <a:pt x="6034" y="3103"/>
                </a:lnTo>
                <a:lnTo>
                  <a:pt x="6055" y="3082"/>
                </a:lnTo>
                <a:lnTo>
                  <a:pt x="6141" y="3060"/>
                </a:lnTo>
                <a:close/>
                <a:moveTo>
                  <a:pt x="5007" y="3039"/>
                </a:moveTo>
                <a:lnTo>
                  <a:pt x="5049" y="3060"/>
                </a:lnTo>
                <a:lnTo>
                  <a:pt x="5049" y="3103"/>
                </a:lnTo>
                <a:lnTo>
                  <a:pt x="5007" y="3231"/>
                </a:lnTo>
                <a:lnTo>
                  <a:pt x="4964" y="3317"/>
                </a:lnTo>
                <a:lnTo>
                  <a:pt x="4921" y="3360"/>
                </a:lnTo>
                <a:lnTo>
                  <a:pt x="4900" y="3317"/>
                </a:lnTo>
                <a:lnTo>
                  <a:pt x="4900" y="3210"/>
                </a:lnTo>
                <a:lnTo>
                  <a:pt x="4900" y="3103"/>
                </a:lnTo>
                <a:lnTo>
                  <a:pt x="4900" y="3060"/>
                </a:lnTo>
                <a:lnTo>
                  <a:pt x="4921" y="3060"/>
                </a:lnTo>
                <a:lnTo>
                  <a:pt x="4964" y="3039"/>
                </a:lnTo>
                <a:close/>
                <a:moveTo>
                  <a:pt x="5370" y="3017"/>
                </a:moveTo>
                <a:lnTo>
                  <a:pt x="5435" y="3039"/>
                </a:lnTo>
                <a:lnTo>
                  <a:pt x="5435" y="3082"/>
                </a:lnTo>
                <a:lnTo>
                  <a:pt x="5435" y="3124"/>
                </a:lnTo>
                <a:lnTo>
                  <a:pt x="5328" y="3231"/>
                </a:lnTo>
                <a:lnTo>
                  <a:pt x="5221" y="3360"/>
                </a:lnTo>
                <a:lnTo>
                  <a:pt x="5135" y="3445"/>
                </a:lnTo>
                <a:lnTo>
                  <a:pt x="5135" y="3403"/>
                </a:lnTo>
                <a:lnTo>
                  <a:pt x="5156" y="3403"/>
                </a:lnTo>
                <a:lnTo>
                  <a:pt x="5178" y="3317"/>
                </a:lnTo>
                <a:lnTo>
                  <a:pt x="5242" y="3146"/>
                </a:lnTo>
                <a:lnTo>
                  <a:pt x="5285" y="3082"/>
                </a:lnTo>
                <a:lnTo>
                  <a:pt x="5328" y="3039"/>
                </a:lnTo>
                <a:lnTo>
                  <a:pt x="5370" y="3017"/>
                </a:lnTo>
                <a:close/>
                <a:moveTo>
                  <a:pt x="3680" y="3317"/>
                </a:moveTo>
                <a:lnTo>
                  <a:pt x="3488" y="3338"/>
                </a:lnTo>
                <a:lnTo>
                  <a:pt x="2910" y="3360"/>
                </a:lnTo>
                <a:lnTo>
                  <a:pt x="2696" y="3360"/>
                </a:lnTo>
                <a:lnTo>
                  <a:pt x="2396" y="3381"/>
                </a:lnTo>
                <a:lnTo>
                  <a:pt x="2247" y="3403"/>
                </a:lnTo>
                <a:lnTo>
                  <a:pt x="2140" y="3445"/>
                </a:lnTo>
                <a:lnTo>
                  <a:pt x="2118" y="3467"/>
                </a:lnTo>
                <a:lnTo>
                  <a:pt x="2097" y="3488"/>
                </a:lnTo>
                <a:lnTo>
                  <a:pt x="2097" y="3531"/>
                </a:lnTo>
                <a:lnTo>
                  <a:pt x="2118" y="3574"/>
                </a:lnTo>
                <a:lnTo>
                  <a:pt x="2161" y="3595"/>
                </a:lnTo>
                <a:lnTo>
                  <a:pt x="2225" y="3617"/>
                </a:lnTo>
                <a:lnTo>
                  <a:pt x="2653" y="3617"/>
                </a:lnTo>
                <a:lnTo>
                  <a:pt x="3231" y="3595"/>
                </a:lnTo>
                <a:lnTo>
                  <a:pt x="3402" y="3595"/>
                </a:lnTo>
                <a:lnTo>
                  <a:pt x="3702" y="3552"/>
                </a:lnTo>
                <a:lnTo>
                  <a:pt x="3830" y="3510"/>
                </a:lnTo>
                <a:lnTo>
                  <a:pt x="3916" y="3467"/>
                </a:lnTo>
                <a:lnTo>
                  <a:pt x="3937" y="3445"/>
                </a:lnTo>
                <a:lnTo>
                  <a:pt x="3937" y="3403"/>
                </a:lnTo>
                <a:lnTo>
                  <a:pt x="3916" y="3381"/>
                </a:lnTo>
                <a:lnTo>
                  <a:pt x="3873" y="3338"/>
                </a:lnTo>
                <a:lnTo>
                  <a:pt x="3787" y="3317"/>
                </a:lnTo>
                <a:close/>
                <a:moveTo>
                  <a:pt x="6462" y="3017"/>
                </a:moveTo>
                <a:lnTo>
                  <a:pt x="6504" y="3039"/>
                </a:lnTo>
                <a:lnTo>
                  <a:pt x="6526" y="3082"/>
                </a:lnTo>
                <a:lnTo>
                  <a:pt x="6526" y="3146"/>
                </a:lnTo>
                <a:lnTo>
                  <a:pt x="6526" y="3274"/>
                </a:lnTo>
                <a:lnTo>
                  <a:pt x="6504" y="3360"/>
                </a:lnTo>
                <a:lnTo>
                  <a:pt x="6483" y="3445"/>
                </a:lnTo>
                <a:lnTo>
                  <a:pt x="6462" y="3531"/>
                </a:lnTo>
                <a:lnTo>
                  <a:pt x="6419" y="3595"/>
                </a:lnTo>
                <a:lnTo>
                  <a:pt x="6355" y="3638"/>
                </a:lnTo>
                <a:lnTo>
                  <a:pt x="6312" y="3681"/>
                </a:lnTo>
                <a:lnTo>
                  <a:pt x="6290" y="3681"/>
                </a:lnTo>
                <a:lnTo>
                  <a:pt x="6269" y="3617"/>
                </a:lnTo>
                <a:lnTo>
                  <a:pt x="6290" y="3531"/>
                </a:lnTo>
                <a:lnTo>
                  <a:pt x="6333" y="3424"/>
                </a:lnTo>
                <a:lnTo>
                  <a:pt x="6376" y="3317"/>
                </a:lnTo>
                <a:lnTo>
                  <a:pt x="6419" y="3060"/>
                </a:lnTo>
                <a:lnTo>
                  <a:pt x="6462" y="3017"/>
                </a:lnTo>
                <a:close/>
                <a:moveTo>
                  <a:pt x="5456" y="3274"/>
                </a:moveTo>
                <a:lnTo>
                  <a:pt x="5435" y="3360"/>
                </a:lnTo>
                <a:lnTo>
                  <a:pt x="5413" y="3424"/>
                </a:lnTo>
                <a:lnTo>
                  <a:pt x="5370" y="3510"/>
                </a:lnTo>
                <a:lnTo>
                  <a:pt x="5370" y="3595"/>
                </a:lnTo>
                <a:lnTo>
                  <a:pt x="5370" y="3659"/>
                </a:lnTo>
                <a:lnTo>
                  <a:pt x="5413" y="3723"/>
                </a:lnTo>
                <a:lnTo>
                  <a:pt x="5499" y="3745"/>
                </a:lnTo>
                <a:lnTo>
                  <a:pt x="5563" y="3702"/>
                </a:lnTo>
                <a:lnTo>
                  <a:pt x="5649" y="3766"/>
                </a:lnTo>
                <a:lnTo>
                  <a:pt x="5691" y="3809"/>
                </a:lnTo>
                <a:lnTo>
                  <a:pt x="5734" y="3852"/>
                </a:lnTo>
                <a:lnTo>
                  <a:pt x="5863" y="3809"/>
                </a:lnTo>
                <a:lnTo>
                  <a:pt x="5927" y="3809"/>
                </a:lnTo>
                <a:lnTo>
                  <a:pt x="5927" y="3830"/>
                </a:lnTo>
                <a:lnTo>
                  <a:pt x="5863" y="3873"/>
                </a:lnTo>
                <a:lnTo>
                  <a:pt x="5777" y="3895"/>
                </a:lnTo>
                <a:lnTo>
                  <a:pt x="5542" y="3937"/>
                </a:lnTo>
                <a:lnTo>
                  <a:pt x="5199" y="3937"/>
                </a:lnTo>
                <a:lnTo>
                  <a:pt x="5156" y="3916"/>
                </a:lnTo>
                <a:lnTo>
                  <a:pt x="5156" y="3852"/>
                </a:lnTo>
                <a:lnTo>
                  <a:pt x="5156" y="3788"/>
                </a:lnTo>
                <a:lnTo>
                  <a:pt x="5242" y="3574"/>
                </a:lnTo>
                <a:lnTo>
                  <a:pt x="5349" y="3381"/>
                </a:lnTo>
                <a:lnTo>
                  <a:pt x="5392" y="3317"/>
                </a:lnTo>
                <a:lnTo>
                  <a:pt x="5456" y="3274"/>
                </a:lnTo>
                <a:close/>
                <a:moveTo>
                  <a:pt x="3466" y="3809"/>
                </a:moveTo>
                <a:lnTo>
                  <a:pt x="3167" y="3830"/>
                </a:lnTo>
                <a:lnTo>
                  <a:pt x="2568" y="3852"/>
                </a:lnTo>
                <a:lnTo>
                  <a:pt x="2332" y="3852"/>
                </a:lnTo>
                <a:lnTo>
                  <a:pt x="2204" y="3873"/>
                </a:lnTo>
                <a:lnTo>
                  <a:pt x="2161" y="3895"/>
                </a:lnTo>
                <a:lnTo>
                  <a:pt x="2118" y="3916"/>
                </a:lnTo>
                <a:lnTo>
                  <a:pt x="2097" y="3980"/>
                </a:lnTo>
                <a:lnTo>
                  <a:pt x="2118" y="4023"/>
                </a:lnTo>
                <a:lnTo>
                  <a:pt x="2140" y="4066"/>
                </a:lnTo>
                <a:lnTo>
                  <a:pt x="2204" y="4087"/>
                </a:lnTo>
                <a:lnTo>
                  <a:pt x="2311" y="4109"/>
                </a:lnTo>
                <a:lnTo>
                  <a:pt x="2910" y="4109"/>
                </a:lnTo>
                <a:lnTo>
                  <a:pt x="3423" y="4087"/>
                </a:lnTo>
                <a:lnTo>
                  <a:pt x="3787" y="4087"/>
                </a:lnTo>
                <a:lnTo>
                  <a:pt x="3894" y="4044"/>
                </a:lnTo>
                <a:lnTo>
                  <a:pt x="3958" y="4002"/>
                </a:lnTo>
                <a:lnTo>
                  <a:pt x="3980" y="3959"/>
                </a:lnTo>
                <a:lnTo>
                  <a:pt x="3980" y="3916"/>
                </a:lnTo>
                <a:lnTo>
                  <a:pt x="3958" y="3873"/>
                </a:lnTo>
                <a:lnTo>
                  <a:pt x="3873" y="3830"/>
                </a:lnTo>
                <a:lnTo>
                  <a:pt x="3744" y="3809"/>
                </a:lnTo>
                <a:close/>
                <a:moveTo>
                  <a:pt x="5156" y="2761"/>
                </a:moveTo>
                <a:lnTo>
                  <a:pt x="4900" y="2782"/>
                </a:lnTo>
                <a:lnTo>
                  <a:pt x="4793" y="2825"/>
                </a:lnTo>
                <a:lnTo>
                  <a:pt x="4729" y="2868"/>
                </a:lnTo>
                <a:lnTo>
                  <a:pt x="4686" y="2910"/>
                </a:lnTo>
                <a:lnTo>
                  <a:pt x="4664" y="2953"/>
                </a:lnTo>
                <a:lnTo>
                  <a:pt x="4643" y="3082"/>
                </a:lnTo>
                <a:lnTo>
                  <a:pt x="4664" y="3338"/>
                </a:lnTo>
                <a:lnTo>
                  <a:pt x="4643" y="3595"/>
                </a:lnTo>
                <a:lnTo>
                  <a:pt x="4622" y="3745"/>
                </a:lnTo>
                <a:lnTo>
                  <a:pt x="4643" y="3852"/>
                </a:lnTo>
                <a:lnTo>
                  <a:pt x="4750" y="4023"/>
                </a:lnTo>
                <a:lnTo>
                  <a:pt x="4814" y="4087"/>
                </a:lnTo>
                <a:lnTo>
                  <a:pt x="4878" y="4130"/>
                </a:lnTo>
                <a:lnTo>
                  <a:pt x="4964" y="4173"/>
                </a:lnTo>
                <a:lnTo>
                  <a:pt x="5049" y="4173"/>
                </a:lnTo>
                <a:lnTo>
                  <a:pt x="5242" y="4194"/>
                </a:lnTo>
                <a:lnTo>
                  <a:pt x="5627" y="4151"/>
                </a:lnTo>
                <a:lnTo>
                  <a:pt x="6119" y="4130"/>
                </a:lnTo>
                <a:lnTo>
                  <a:pt x="6504" y="4130"/>
                </a:lnTo>
                <a:lnTo>
                  <a:pt x="6569" y="4109"/>
                </a:lnTo>
                <a:lnTo>
                  <a:pt x="6611" y="4087"/>
                </a:lnTo>
                <a:lnTo>
                  <a:pt x="6676" y="4023"/>
                </a:lnTo>
                <a:lnTo>
                  <a:pt x="6740" y="3937"/>
                </a:lnTo>
                <a:lnTo>
                  <a:pt x="6761" y="3830"/>
                </a:lnTo>
                <a:lnTo>
                  <a:pt x="6761" y="3702"/>
                </a:lnTo>
                <a:lnTo>
                  <a:pt x="6761" y="3467"/>
                </a:lnTo>
                <a:lnTo>
                  <a:pt x="6761" y="3274"/>
                </a:lnTo>
                <a:lnTo>
                  <a:pt x="6783" y="3082"/>
                </a:lnTo>
                <a:lnTo>
                  <a:pt x="6804" y="2932"/>
                </a:lnTo>
                <a:lnTo>
                  <a:pt x="6783" y="2868"/>
                </a:lnTo>
                <a:lnTo>
                  <a:pt x="6740" y="2825"/>
                </a:lnTo>
                <a:lnTo>
                  <a:pt x="6676" y="2782"/>
                </a:lnTo>
                <a:lnTo>
                  <a:pt x="5606" y="2782"/>
                </a:lnTo>
                <a:lnTo>
                  <a:pt x="5156" y="2761"/>
                </a:lnTo>
                <a:close/>
                <a:moveTo>
                  <a:pt x="7018" y="407"/>
                </a:moveTo>
                <a:lnTo>
                  <a:pt x="7253" y="450"/>
                </a:lnTo>
                <a:lnTo>
                  <a:pt x="7360" y="493"/>
                </a:lnTo>
                <a:lnTo>
                  <a:pt x="7446" y="557"/>
                </a:lnTo>
                <a:lnTo>
                  <a:pt x="7531" y="621"/>
                </a:lnTo>
                <a:lnTo>
                  <a:pt x="7617" y="685"/>
                </a:lnTo>
                <a:lnTo>
                  <a:pt x="7681" y="771"/>
                </a:lnTo>
                <a:lnTo>
                  <a:pt x="7724" y="856"/>
                </a:lnTo>
                <a:lnTo>
                  <a:pt x="7767" y="1049"/>
                </a:lnTo>
                <a:lnTo>
                  <a:pt x="7788" y="1263"/>
                </a:lnTo>
                <a:lnTo>
                  <a:pt x="7788" y="1456"/>
                </a:lnTo>
                <a:lnTo>
                  <a:pt x="7788" y="2504"/>
                </a:lnTo>
                <a:lnTo>
                  <a:pt x="7788" y="2932"/>
                </a:lnTo>
                <a:lnTo>
                  <a:pt x="7810" y="3403"/>
                </a:lnTo>
                <a:lnTo>
                  <a:pt x="7788" y="3638"/>
                </a:lnTo>
                <a:lnTo>
                  <a:pt x="7767" y="3852"/>
                </a:lnTo>
                <a:lnTo>
                  <a:pt x="7703" y="4066"/>
                </a:lnTo>
                <a:lnTo>
                  <a:pt x="7617" y="4258"/>
                </a:lnTo>
                <a:lnTo>
                  <a:pt x="7531" y="4365"/>
                </a:lnTo>
                <a:lnTo>
                  <a:pt x="7467" y="4430"/>
                </a:lnTo>
                <a:lnTo>
                  <a:pt x="7360" y="4515"/>
                </a:lnTo>
                <a:lnTo>
                  <a:pt x="7275" y="4558"/>
                </a:lnTo>
                <a:lnTo>
                  <a:pt x="7082" y="4622"/>
                </a:lnTo>
                <a:lnTo>
                  <a:pt x="6868" y="4665"/>
                </a:lnTo>
                <a:lnTo>
                  <a:pt x="6397" y="4665"/>
                </a:lnTo>
                <a:lnTo>
                  <a:pt x="5948" y="4622"/>
                </a:lnTo>
                <a:lnTo>
                  <a:pt x="4942" y="4579"/>
                </a:lnTo>
                <a:lnTo>
                  <a:pt x="3958" y="4537"/>
                </a:lnTo>
                <a:lnTo>
                  <a:pt x="3338" y="4494"/>
                </a:lnTo>
                <a:lnTo>
                  <a:pt x="3017" y="4494"/>
                </a:lnTo>
                <a:lnTo>
                  <a:pt x="2717" y="4515"/>
                </a:lnTo>
                <a:lnTo>
                  <a:pt x="2439" y="4537"/>
                </a:lnTo>
                <a:lnTo>
                  <a:pt x="2161" y="4537"/>
                </a:lnTo>
                <a:lnTo>
                  <a:pt x="1883" y="4515"/>
                </a:lnTo>
                <a:lnTo>
                  <a:pt x="1755" y="4494"/>
                </a:lnTo>
                <a:lnTo>
                  <a:pt x="1626" y="4451"/>
                </a:lnTo>
                <a:lnTo>
                  <a:pt x="1498" y="4387"/>
                </a:lnTo>
                <a:lnTo>
                  <a:pt x="1412" y="4301"/>
                </a:lnTo>
                <a:lnTo>
                  <a:pt x="1348" y="4194"/>
                </a:lnTo>
                <a:lnTo>
                  <a:pt x="1305" y="4066"/>
                </a:lnTo>
                <a:lnTo>
                  <a:pt x="1305" y="3916"/>
                </a:lnTo>
                <a:lnTo>
                  <a:pt x="1305" y="3788"/>
                </a:lnTo>
                <a:lnTo>
                  <a:pt x="1305" y="3510"/>
                </a:lnTo>
                <a:lnTo>
                  <a:pt x="1305" y="2910"/>
                </a:lnTo>
                <a:lnTo>
                  <a:pt x="1327" y="2333"/>
                </a:lnTo>
                <a:lnTo>
                  <a:pt x="1305" y="1905"/>
                </a:lnTo>
                <a:lnTo>
                  <a:pt x="1305" y="1648"/>
                </a:lnTo>
                <a:lnTo>
                  <a:pt x="1327" y="1370"/>
                </a:lnTo>
                <a:lnTo>
                  <a:pt x="1348" y="1113"/>
                </a:lnTo>
                <a:lnTo>
                  <a:pt x="1434" y="899"/>
                </a:lnTo>
                <a:lnTo>
                  <a:pt x="1476" y="792"/>
                </a:lnTo>
                <a:lnTo>
                  <a:pt x="1519" y="707"/>
                </a:lnTo>
                <a:lnTo>
                  <a:pt x="1605" y="664"/>
                </a:lnTo>
                <a:lnTo>
                  <a:pt x="1690" y="621"/>
                </a:lnTo>
                <a:lnTo>
                  <a:pt x="1926" y="536"/>
                </a:lnTo>
                <a:lnTo>
                  <a:pt x="2161" y="514"/>
                </a:lnTo>
                <a:lnTo>
                  <a:pt x="2418" y="493"/>
                </a:lnTo>
                <a:lnTo>
                  <a:pt x="3680" y="493"/>
                </a:lnTo>
                <a:lnTo>
                  <a:pt x="4750" y="471"/>
                </a:lnTo>
                <a:lnTo>
                  <a:pt x="5820" y="450"/>
                </a:lnTo>
                <a:lnTo>
                  <a:pt x="6269" y="429"/>
                </a:lnTo>
                <a:lnTo>
                  <a:pt x="6526" y="407"/>
                </a:lnTo>
                <a:close/>
                <a:moveTo>
                  <a:pt x="4343" y="1"/>
                </a:moveTo>
                <a:lnTo>
                  <a:pt x="3766" y="22"/>
                </a:lnTo>
                <a:lnTo>
                  <a:pt x="3167" y="43"/>
                </a:lnTo>
                <a:lnTo>
                  <a:pt x="1968" y="108"/>
                </a:lnTo>
                <a:lnTo>
                  <a:pt x="1712" y="108"/>
                </a:lnTo>
                <a:lnTo>
                  <a:pt x="1476" y="129"/>
                </a:lnTo>
                <a:lnTo>
                  <a:pt x="1348" y="172"/>
                </a:lnTo>
                <a:lnTo>
                  <a:pt x="1241" y="215"/>
                </a:lnTo>
                <a:lnTo>
                  <a:pt x="1134" y="279"/>
                </a:lnTo>
                <a:lnTo>
                  <a:pt x="1048" y="386"/>
                </a:lnTo>
                <a:lnTo>
                  <a:pt x="963" y="493"/>
                </a:lnTo>
                <a:lnTo>
                  <a:pt x="920" y="621"/>
                </a:lnTo>
                <a:lnTo>
                  <a:pt x="877" y="749"/>
                </a:lnTo>
                <a:lnTo>
                  <a:pt x="856" y="899"/>
                </a:lnTo>
                <a:lnTo>
                  <a:pt x="856" y="1199"/>
                </a:lnTo>
                <a:lnTo>
                  <a:pt x="835" y="1477"/>
                </a:lnTo>
                <a:lnTo>
                  <a:pt x="813" y="2183"/>
                </a:lnTo>
                <a:lnTo>
                  <a:pt x="813" y="2910"/>
                </a:lnTo>
                <a:lnTo>
                  <a:pt x="835" y="3659"/>
                </a:lnTo>
                <a:lnTo>
                  <a:pt x="899" y="4365"/>
                </a:lnTo>
                <a:lnTo>
                  <a:pt x="920" y="4494"/>
                </a:lnTo>
                <a:lnTo>
                  <a:pt x="963" y="4601"/>
                </a:lnTo>
                <a:lnTo>
                  <a:pt x="1027" y="4708"/>
                </a:lnTo>
                <a:lnTo>
                  <a:pt x="1113" y="4772"/>
                </a:lnTo>
                <a:lnTo>
                  <a:pt x="1198" y="4836"/>
                </a:lnTo>
                <a:lnTo>
                  <a:pt x="1305" y="4900"/>
                </a:lnTo>
                <a:lnTo>
                  <a:pt x="1412" y="4922"/>
                </a:lnTo>
                <a:lnTo>
                  <a:pt x="1541" y="4964"/>
                </a:lnTo>
                <a:lnTo>
                  <a:pt x="1776" y="4986"/>
                </a:lnTo>
                <a:lnTo>
                  <a:pt x="2033" y="4986"/>
                </a:lnTo>
                <a:lnTo>
                  <a:pt x="2503" y="4943"/>
                </a:lnTo>
                <a:lnTo>
                  <a:pt x="2782" y="4922"/>
                </a:lnTo>
                <a:lnTo>
                  <a:pt x="3081" y="4922"/>
                </a:lnTo>
                <a:lnTo>
                  <a:pt x="3659" y="4943"/>
                </a:lnTo>
                <a:lnTo>
                  <a:pt x="4793" y="5007"/>
                </a:lnTo>
                <a:lnTo>
                  <a:pt x="5392" y="5029"/>
                </a:lnTo>
                <a:lnTo>
                  <a:pt x="5991" y="5050"/>
                </a:lnTo>
                <a:lnTo>
                  <a:pt x="6633" y="5114"/>
                </a:lnTo>
                <a:lnTo>
                  <a:pt x="6954" y="5114"/>
                </a:lnTo>
                <a:lnTo>
                  <a:pt x="7125" y="5093"/>
                </a:lnTo>
                <a:lnTo>
                  <a:pt x="7275" y="5071"/>
                </a:lnTo>
                <a:lnTo>
                  <a:pt x="7424" y="5029"/>
                </a:lnTo>
                <a:lnTo>
                  <a:pt x="7553" y="4964"/>
                </a:lnTo>
                <a:lnTo>
                  <a:pt x="7660" y="4922"/>
                </a:lnTo>
                <a:lnTo>
                  <a:pt x="7767" y="4836"/>
                </a:lnTo>
                <a:lnTo>
                  <a:pt x="7852" y="4750"/>
                </a:lnTo>
                <a:lnTo>
                  <a:pt x="7917" y="4665"/>
                </a:lnTo>
                <a:lnTo>
                  <a:pt x="7981" y="4558"/>
                </a:lnTo>
                <a:lnTo>
                  <a:pt x="8045" y="4451"/>
                </a:lnTo>
                <a:lnTo>
                  <a:pt x="8130" y="4237"/>
                </a:lnTo>
                <a:lnTo>
                  <a:pt x="8173" y="3980"/>
                </a:lnTo>
                <a:lnTo>
                  <a:pt x="8195" y="3723"/>
                </a:lnTo>
                <a:lnTo>
                  <a:pt x="8195" y="3445"/>
                </a:lnTo>
                <a:lnTo>
                  <a:pt x="8216" y="2354"/>
                </a:lnTo>
                <a:lnTo>
                  <a:pt x="8216" y="1798"/>
                </a:lnTo>
                <a:lnTo>
                  <a:pt x="8216" y="1242"/>
                </a:lnTo>
                <a:lnTo>
                  <a:pt x="8195" y="985"/>
                </a:lnTo>
                <a:lnTo>
                  <a:pt x="8152" y="728"/>
                </a:lnTo>
                <a:lnTo>
                  <a:pt x="8109" y="578"/>
                </a:lnTo>
                <a:lnTo>
                  <a:pt x="8066" y="450"/>
                </a:lnTo>
                <a:lnTo>
                  <a:pt x="8002" y="343"/>
                </a:lnTo>
                <a:lnTo>
                  <a:pt x="7917" y="236"/>
                </a:lnTo>
                <a:lnTo>
                  <a:pt x="7810" y="150"/>
                </a:lnTo>
                <a:lnTo>
                  <a:pt x="7703" y="86"/>
                </a:lnTo>
                <a:lnTo>
                  <a:pt x="7596" y="43"/>
                </a:lnTo>
                <a:lnTo>
                  <a:pt x="7467" y="22"/>
                </a:lnTo>
                <a:lnTo>
                  <a:pt x="7189" y="1"/>
                </a:lnTo>
                <a:lnTo>
                  <a:pt x="6932" y="1"/>
                </a:lnTo>
                <a:lnTo>
                  <a:pt x="6312" y="22"/>
                </a:lnTo>
                <a:lnTo>
                  <a:pt x="5670" y="43"/>
                </a:lnTo>
                <a:lnTo>
                  <a:pt x="5349" y="43"/>
                </a:lnTo>
                <a:lnTo>
                  <a:pt x="5007" y="22"/>
                </a:lnTo>
                <a:lnTo>
                  <a:pt x="4686" y="1"/>
                </a:lnTo>
                <a:close/>
                <a:moveTo>
                  <a:pt x="4942" y="6526"/>
                </a:moveTo>
                <a:lnTo>
                  <a:pt x="4985" y="6548"/>
                </a:lnTo>
                <a:lnTo>
                  <a:pt x="5028" y="6591"/>
                </a:lnTo>
                <a:lnTo>
                  <a:pt x="5049" y="6655"/>
                </a:lnTo>
                <a:lnTo>
                  <a:pt x="5049" y="6740"/>
                </a:lnTo>
                <a:lnTo>
                  <a:pt x="5028" y="6804"/>
                </a:lnTo>
                <a:lnTo>
                  <a:pt x="5007" y="6826"/>
                </a:lnTo>
                <a:lnTo>
                  <a:pt x="4729" y="6826"/>
                </a:lnTo>
                <a:lnTo>
                  <a:pt x="4472" y="6804"/>
                </a:lnTo>
                <a:lnTo>
                  <a:pt x="3980" y="6783"/>
                </a:lnTo>
                <a:lnTo>
                  <a:pt x="3916" y="6762"/>
                </a:lnTo>
                <a:lnTo>
                  <a:pt x="3851" y="6740"/>
                </a:lnTo>
                <a:lnTo>
                  <a:pt x="3809" y="6719"/>
                </a:lnTo>
                <a:lnTo>
                  <a:pt x="3787" y="6697"/>
                </a:lnTo>
                <a:lnTo>
                  <a:pt x="3787" y="6655"/>
                </a:lnTo>
                <a:lnTo>
                  <a:pt x="3809" y="6612"/>
                </a:lnTo>
                <a:lnTo>
                  <a:pt x="3873" y="6591"/>
                </a:lnTo>
                <a:lnTo>
                  <a:pt x="3937" y="6548"/>
                </a:lnTo>
                <a:lnTo>
                  <a:pt x="4108" y="6526"/>
                </a:lnTo>
                <a:close/>
                <a:moveTo>
                  <a:pt x="3980" y="6141"/>
                </a:moveTo>
                <a:lnTo>
                  <a:pt x="3809" y="6184"/>
                </a:lnTo>
                <a:lnTo>
                  <a:pt x="3637" y="6227"/>
                </a:lnTo>
                <a:lnTo>
                  <a:pt x="3573" y="6270"/>
                </a:lnTo>
                <a:lnTo>
                  <a:pt x="3530" y="6312"/>
                </a:lnTo>
                <a:lnTo>
                  <a:pt x="3445" y="6441"/>
                </a:lnTo>
                <a:lnTo>
                  <a:pt x="3402" y="6612"/>
                </a:lnTo>
                <a:lnTo>
                  <a:pt x="3402" y="6783"/>
                </a:lnTo>
                <a:lnTo>
                  <a:pt x="3423" y="6847"/>
                </a:lnTo>
                <a:lnTo>
                  <a:pt x="3445" y="6911"/>
                </a:lnTo>
                <a:lnTo>
                  <a:pt x="3488" y="6976"/>
                </a:lnTo>
                <a:lnTo>
                  <a:pt x="3552" y="7018"/>
                </a:lnTo>
                <a:lnTo>
                  <a:pt x="3680" y="7061"/>
                </a:lnTo>
                <a:lnTo>
                  <a:pt x="3851" y="7083"/>
                </a:lnTo>
                <a:lnTo>
                  <a:pt x="4044" y="7104"/>
                </a:lnTo>
                <a:lnTo>
                  <a:pt x="4408" y="7061"/>
                </a:lnTo>
                <a:lnTo>
                  <a:pt x="4707" y="7040"/>
                </a:lnTo>
                <a:lnTo>
                  <a:pt x="5049" y="7061"/>
                </a:lnTo>
                <a:lnTo>
                  <a:pt x="5221" y="7040"/>
                </a:lnTo>
                <a:lnTo>
                  <a:pt x="5306" y="7018"/>
                </a:lnTo>
                <a:lnTo>
                  <a:pt x="5349" y="6976"/>
                </a:lnTo>
                <a:lnTo>
                  <a:pt x="5392" y="6911"/>
                </a:lnTo>
                <a:lnTo>
                  <a:pt x="5392" y="6847"/>
                </a:lnTo>
                <a:lnTo>
                  <a:pt x="5392" y="6655"/>
                </a:lnTo>
                <a:lnTo>
                  <a:pt x="5349" y="6484"/>
                </a:lnTo>
                <a:lnTo>
                  <a:pt x="5306" y="6355"/>
                </a:lnTo>
                <a:lnTo>
                  <a:pt x="5263" y="6291"/>
                </a:lnTo>
                <a:lnTo>
                  <a:pt x="5199" y="6248"/>
                </a:lnTo>
                <a:lnTo>
                  <a:pt x="5156" y="6205"/>
                </a:lnTo>
                <a:lnTo>
                  <a:pt x="5092" y="6184"/>
                </a:lnTo>
                <a:lnTo>
                  <a:pt x="4814" y="6184"/>
                </a:lnTo>
                <a:lnTo>
                  <a:pt x="4472" y="6141"/>
                </a:lnTo>
                <a:close/>
                <a:moveTo>
                  <a:pt x="3188" y="5564"/>
                </a:moveTo>
                <a:lnTo>
                  <a:pt x="4001" y="5585"/>
                </a:lnTo>
                <a:lnTo>
                  <a:pt x="4472" y="5606"/>
                </a:lnTo>
                <a:lnTo>
                  <a:pt x="5413" y="5606"/>
                </a:lnTo>
                <a:lnTo>
                  <a:pt x="5863" y="5628"/>
                </a:lnTo>
                <a:lnTo>
                  <a:pt x="6397" y="5670"/>
                </a:lnTo>
                <a:lnTo>
                  <a:pt x="6932" y="5713"/>
                </a:lnTo>
                <a:lnTo>
                  <a:pt x="7360" y="5692"/>
                </a:lnTo>
                <a:lnTo>
                  <a:pt x="7574" y="5713"/>
                </a:lnTo>
                <a:lnTo>
                  <a:pt x="7681" y="5756"/>
                </a:lnTo>
                <a:lnTo>
                  <a:pt x="7767" y="5799"/>
                </a:lnTo>
                <a:lnTo>
                  <a:pt x="7852" y="5884"/>
                </a:lnTo>
                <a:lnTo>
                  <a:pt x="7981" y="6056"/>
                </a:lnTo>
                <a:lnTo>
                  <a:pt x="8088" y="6291"/>
                </a:lnTo>
                <a:lnTo>
                  <a:pt x="8216" y="6548"/>
                </a:lnTo>
                <a:lnTo>
                  <a:pt x="8323" y="6804"/>
                </a:lnTo>
                <a:lnTo>
                  <a:pt x="8387" y="7018"/>
                </a:lnTo>
                <a:lnTo>
                  <a:pt x="8409" y="7190"/>
                </a:lnTo>
                <a:lnTo>
                  <a:pt x="8387" y="7232"/>
                </a:lnTo>
                <a:lnTo>
                  <a:pt x="8366" y="7254"/>
                </a:lnTo>
                <a:lnTo>
                  <a:pt x="8130" y="7318"/>
                </a:lnTo>
                <a:lnTo>
                  <a:pt x="7874" y="7361"/>
                </a:lnTo>
                <a:lnTo>
                  <a:pt x="7638" y="7382"/>
                </a:lnTo>
                <a:lnTo>
                  <a:pt x="7382" y="7361"/>
                </a:lnTo>
                <a:lnTo>
                  <a:pt x="6890" y="7339"/>
                </a:lnTo>
                <a:lnTo>
                  <a:pt x="6419" y="7275"/>
                </a:lnTo>
                <a:lnTo>
                  <a:pt x="5927" y="7232"/>
                </a:lnTo>
                <a:lnTo>
                  <a:pt x="5435" y="7211"/>
                </a:lnTo>
                <a:lnTo>
                  <a:pt x="4942" y="7190"/>
                </a:lnTo>
                <a:lnTo>
                  <a:pt x="4450" y="7211"/>
                </a:lnTo>
                <a:lnTo>
                  <a:pt x="3916" y="7232"/>
                </a:lnTo>
                <a:lnTo>
                  <a:pt x="3402" y="7254"/>
                </a:lnTo>
                <a:lnTo>
                  <a:pt x="3167" y="7254"/>
                </a:lnTo>
                <a:lnTo>
                  <a:pt x="2953" y="7232"/>
                </a:lnTo>
                <a:lnTo>
                  <a:pt x="2717" y="7211"/>
                </a:lnTo>
                <a:lnTo>
                  <a:pt x="2503" y="7211"/>
                </a:lnTo>
                <a:lnTo>
                  <a:pt x="1626" y="7254"/>
                </a:lnTo>
                <a:lnTo>
                  <a:pt x="1134" y="7275"/>
                </a:lnTo>
                <a:lnTo>
                  <a:pt x="770" y="7275"/>
                </a:lnTo>
                <a:lnTo>
                  <a:pt x="663" y="7232"/>
                </a:lnTo>
                <a:lnTo>
                  <a:pt x="599" y="7190"/>
                </a:lnTo>
                <a:lnTo>
                  <a:pt x="556" y="7147"/>
                </a:lnTo>
                <a:lnTo>
                  <a:pt x="514" y="7083"/>
                </a:lnTo>
                <a:lnTo>
                  <a:pt x="514" y="7018"/>
                </a:lnTo>
                <a:lnTo>
                  <a:pt x="535" y="6847"/>
                </a:lnTo>
                <a:lnTo>
                  <a:pt x="599" y="6655"/>
                </a:lnTo>
                <a:lnTo>
                  <a:pt x="706" y="6484"/>
                </a:lnTo>
                <a:lnTo>
                  <a:pt x="792" y="6291"/>
                </a:lnTo>
                <a:lnTo>
                  <a:pt x="984" y="6034"/>
                </a:lnTo>
                <a:lnTo>
                  <a:pt x="1155" y="5799"/>
                </a:lnTo>
                <a:lnTo>
                  <a:pt x="1241" y="5692"/>
                </a:lnTo>
                <a:lnTo>
                  <a:pt x="1305" y="5649"/>
                </a:lnTo>
                <a:lnTo>
                  <a:pt x="1391" y="5628"/>
                </a:lnTo>
                <a:lnTo>
                  <a:pt x="1626" y="5585"/>
                </a:lnTo>
                <a:lnTo>
                  <a:pt x="2354" y="5585"/>
                </a:lnTo>
                <a:lnTo>
                  <a:pt x="2782" y="5564"/>
                </a:lnTo>
                <a:close/>
                <a:moveTo>
                  <a:pt x="2140" y="5029"/>
                </a:moveTo>
                <a:lnTo>
                  <a:pt x="1883" y="5050"/>
                </a:lnTo>
                <a:lnTo>
                  <a:pt x="1626" y="5093"/>
                </a:lnTo>
                <a:lnTo>
                  <a:pt x="1391" y="5157"/>
                </a:lnTo>
                <a:lnTo>
                  <a:pt x="1262" y="5200"/>
                </a:lnTo>
                <a:lnTo>
                  <a:pt x="1155" y="5264"/>
                </a:lnTo>
                <a:lnTo>
                  <a:pt x="1070" y="5307"/>
                </a:lnTo>
                <a:lnTo>
                  <a:pt x="984" y="5392"/>
                </a:lnTo>
                <a:lnTo>
                  <a:pt x="856" y="5564"/>
                </a:lnTo>
                <a:lnTo>
                  <a:pt x="728" y="5756"/>
                </a:lnTo>
                <a:lnTo>
                  <a:pt x="407" y="6205"/>
                </a:lnTo>
                <a:lnTo>
                  <a:pt x="257" y="6441"/>
                </a:lnTo>
                <a:lnTo>
                  <a:pt x="150" y="6697"/>
                </a:lnTo>
                <a:lnTo>
                  <a:pt x="64" y="6911"/>
                </a:lnTo>
                <a:lnTo>
                  <a:pt x="21" y="7125"/>
                </a:lnTo>
                <a:lnTo>
                  <a:pt x="0" y="7361"/>
                </a:lnTo>
                <a:lnTo>
                  <a:pt x="0" y="7575"/>
                </a:lnTo>
                <a:lnTo>
                  <a:pt x="43" y="7703"/>
                </a:lnTo>
                <a:lnTo>
                  <a:pt x="86" y="7810"/>
                </a:lnTo>
                <a:lnTo>
                  <a:pt x="171" y="7874"/>
                </a:lnTo>
                <a:lnTo>
                  <a:pt x="257" y="7917"/>
                </a:lnTo>
                <a:lnTo>
                  <a:pt x="342" y="7938"/>
                </a:lnTo>
                <a:lnTo>
                  <a:pt x="471" y="7960"/>
                </a:lnTo>
                <a:lnTo>
                  <a:pt x="706" y="8003"/>
                </a:lnTo>
                <a:lnTo>
                  <a:pt x="963" y="8024"/>
                </a:lnTo>
                <a:lnTo>
                  <a:pt x="1220" y="8045"/>
                </a:lnTo>
                <a:lnTo>
                  <a:pt x="1755" y="8024"/>
                </a:lnTo>
                <a:lnTo>
                  <a:pt x="2268" y="8003"/>
                </a:lnTo>
                <a:lnTo>
                  <a:pt x="2525" y="7981"/>
                </a:lnTo>
                <a:lnTo>
                  <a:pt x="2782" y="7981"/>
                </a:lnTo>
                <a:lnTo>
                  <a:pt x="3316" y="8024"/>
                </a:lnTo>
                <a:lnTo>
                  <a:pt x="3573" y="8045"/>
                </a:lnTo>
                <a:lnTo>
                  <a:pt x="3830" y="8045"/>
                </a:lnTo>
                <a:lnTo>
                  <a:pt x="4429" y="8024"/>
                </a:lnTo>
                <a:lnTo>
                  <a:pt x="6248" y="8024"/>
                </a:lnTo>
                <a:lnTo>
                  <a:pt x="6569" y="8045"/>
                </a:lnTo>
                <a:lnTo>
                  <a:pt x="7788" y="8045"/>
                </a:lnTo>
                <a:lnTo>
                  <a:pt x="8130" y="8067"/>
                </a:lnTo>
                <a:lnTo>
                  <a:pt x="8280" y="8045"/>
                </a:lnTo>
                <a:lnTo>
                  <a:pt x="8451" y="8024"/>
                </a:lnTo>
                <a:lnTo>
                  <a:pt x="8580" y="7981"/>
                </a:lnTo>
                <a:lnTo>
                  <a:pt x="8708" y="7896"/>
                </a:lnTo>
                <a:lnTo>
                  <a:pt x="8772" y="7810"/>
                </a:lnTo>
                <a:lnTo>
                  <a:pt x="8837" y="7703"/>
                </a:lnTo>
                <a:lnTo>
                  <a:pt x="8858" y="7575"/>
                </a:lnTo>
                <a:lnTo>
                  <a:pt x="8879" y="7446"/>
                </a:lnTo>
                <a:lnTo>
                  <a:pt x="8901" y="7318"/>
                </a:lnTo>
                <a:lnTo>
                  <a:pt x="8879" y="7190"/>
                </a:lnTo>
                <a:lnTo>
                  <a:pt x="8858" y="7061"/>
                </a:lnTo>
                <a:lnTo>
                  <a:pt x="8837" y="6954"/>
                </a:lnTo>
                <a:lnTo>
                  <a:pt x="8665" y="6505"/>
                </a:lnTo>
                <a:lnTo>
                  <a:pt x="8558" y="6270"/>
                </a:lnTo>
                <a:lnTo>
                  <a:pt x="8451" y="6056"/>
                </a:lnTo>
                <a:lnTo>
                  <a:pt x="8259" y="5692"/>
                </a:lnTo>
                <a:lnTo>
                  <a:pt x="8152" y="5499"/>
                </a:lnTo>
                <a:lnTo>
                  <a:pt x="8088" y="5435"/>
                </a:lnTo>
                <a:lnTo>
                  <a:pt x="8002" y="5371"/>
                </a:lnTo>
                <a:lnTo>
                  <a:pt x="7895" y="5307"/>
                </a:lnTo>
                <a:lnTo>
                  <a:pt x="7767" y="5264"/>
                </a:lnTo>
                <a:lnTo>
                  <a:pt x="7638" y="5264"/>
                </a:lnTo>
                <a:lnTo>
                  <a:pt x="7489" y="5243"/>
                </a:lnTo>
                <a:lnTo>
                  <a:pt x="6954" y="5243"/>
                </a:lnTo>
                <a:lnTo>
                  <a:pt x="6333" y="5221"/>
                </a:lnTo>
                <a:lnTo>
                  <a:pt x="5691" y="5178"/>
                </a:lnTo>
                <a:lnTo>
                  <a:pt x="4557" y="5136"/>
                </a:lnTo>
                <a:lnTo>
                  <a:pt x="3423" y="5071"/>
                </a:lnTo>
                <a:lnTo>
                  <a:pt x="2931" y="5050"/>
                </a:lnTo>
                <a:lnTo>
                  <a:pt x="2396" y="5029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24"/>
          <p:cNvSpPr/>
          <p:nvPr/>
        </p:nvSpPr>
        <p:spPr>
          <a:xfrm>
            <a:off x="2144813" y="3379113"/>
            <a:ext cx="1118400" cy="10500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4"/>
          <p:cNvSpPr/>
          <p:nvPr/>
        </p:nvSpPr>
        <p:spPr>
          <a:xfrm>
            <a:off x="2460512" y="3580741"/>
            <a:ext cx="487003" cy="542914"/>
          </a:xfrm>
          <a:custGeom>
            <a:rect b="b" l="l" r="r" t="t"/>
            <a:pathLst>
              <a:path extrusionOk="0" h="10357" w="5414">
                <a:moveTo>
                  <a:pt x="5414" y="7703"/>
                </a:moveTo>
                <a:lnTo>
                  <a:pt x="5414" y="7703"/>
                </a:lnTo>
                <a:lnTo>
                  <a:pt x="5371" y="7639"/>
                </a:lnTo>
                <a:lnTo>
                  <a:pt x="5328" y="7553"/>
                </a:lnTo>
                <a:lnTo>
                  <a:pt x="5243" y="7468"/>
                </a:lnTo>
                <a:lnTo>
                  <a:pt x="5136" y="7404"/>
                </a:lnTo>
                <a:lnTo>
                  <a:pt x="4772" y="7168"/>
                </a:lnTo>
                <a:lnTo>
                  <a:pt x="4772" y="7168"/>
                </a:lnTo>
                <a:lnTo>
                  <a:pt x="4408" y="6933"/>
                </a:lnTo>
                <a:lnTo>
                  <a:pt x="4044" y="6719"/>
                </a:lnTo>
                <a:lnTo>
                  <a:pt x="4044" y="6719"/>
                </a:lnTo>
                <a:lnTo>
                  <a:pt x="3980" y="6676"/>
                </a:lnTo>
                <a:lnTo>
                  <a:pt x="3916" y="6612"/>
                </a:lnTo>
                <a:lnTo>
                  <a:pt x="3809" y="6462"/>
                </a:lnTo>
                <a:lnTo>
                  <a:pt x="3702" y="6291"/>
                </a:lnTo>
                <a:lnTo>
                  <a:pt x="3638" y="6120"/>
                </a:lnTo>
                <a:lnTo>
                  <a:pt x="3638" y="6120"/>
                </a:lnTo>
                <a:lnTo>
                  <a:pt x="3616" y="6013"/>
                </a:lnTo>
                <a:lnTo>
                  <a:pt x="3595" y="5927"/>
                </a:lnTo>
                <a:lnTo>
                  <a:pt x="3616" y="5842"/>
                </a:lnTo>
                <a:lnTo>
                  <a:pt x="3638" y="5756"/>
                </a:lnTo>
                <a:lnTo>
                  <a:pt x="3723" y="5585"/>
                </a:lnTo>
                <a:lnTo>
                  <a:pt x="3809" y="5392"/>
                </a:lnTo>
                <a:lnTo>
                  <a:pt x="3809" y="5392"/>
                </a:lnTo>
                <a:lnTo>
                  <a:pt x="4002" y="4965"/>
                </a:lnTo>
                <a:lnTo>
                  <a:pt x="4173" y="4537"/>
                </a:lnTo>
                <a:lnTo>
                  <a:pt x="4173" y="4537"/>
                </a:lnTo>
                <a:lnTo>
                  <a:pt x="4258" y="4344"/>
                </a:lnTo>
                <a:lnTo>
                  <a:pt x="4365" y="4194"/>
                </a:lnTo>
                <a:lnTo>
                  <a:pt x="4601" y="3873"/>
                </a:lnTo>
                <a:lnTo>
                  <a:pt x="4601" y="3873"/>
                </a:lnTo>
                <a:lnTo>
                  <a:pt x="4708" y="3702"/>
                </a:lnTo>
                <a:lnTo>
                  <a:pt x="4836" y="3510"/>
                </a:lnTo>
                <a:lnTo>
                  <a:pt x="4943" y="3317"/>
                </a:lnTo>
                <a:lnTo>
                  <a:pt x="4964" y="3210"/>
                </a:lnTo>
                <a:lnTo>
                  <a:pt x="4964" y="3124"/>
                </a:lnTo>
                <a:lnTo>
                  <a:pt x="4964" y="3124"/>
                </a:lnTo>
                <a:lnTo>
                  <a:pt x="4943" y="3039"/>
                </a:lnTo>
                <a:lnTo>
                  <a:pt x="4900" y="2996"/>
                </a:lnTo>
                <a:lnTo>
                  <a:pt x="4857" y="2953"/>
                </a:lnTo>
                <a:lnTo>
                  <a:pt x="4793" y="2953"/>
                </a:lnTo>
                <a:lnTo>
                  <a:pt x="4643" y="2975"/>
                </a:lnTo>
                <a:lnTo>
                  <a:pt x="4494" y="2975"/>
                </a:lnTo>
                <a:lnTo>
                  <a:pt x="4494" y="2975"/>
                </a:lnTo>
                <a:lnTo>
                  <a:pt x="4408" y="2953"/>
                </a:lnTo>
                <a:lnTo>
                  <a:pt x="4387" y="2932"/>
                </a:lnTo>
                <a:lnTo>
                  <a:pt x="4365" y="2911"/>
                </a:lnTo>
                <a:lnTo>
                  <a:pt x="4387" y="2846"/>
                </a:lnTo>
                <a:lnTo>
                  <a:pt x="4408" y="2739"/>
                </a:lnTo>
                <a:lnTo>
                  <a:pt x="4408" y="2739"/>
                </a:lnTo>
                <a:lnTo>
                  <a:pt x="4515" y="2333"/>
                </a:lnTo>
                <a:lnTo>
                  <a:pt x="4515" y="2333"/>
                </a:lnTo>
                <a:lnTo>
                  <a:pt x="4536" y="2162"/>
                </a:lnTo>
                <a:lnTo>
                  <a:pt x="4558" y="1990"/>
                </a:lnTo>
                <a:lnTo>
                  <a:pt x="4558" y="1905"/>
                </a:lnTo>
                <a:lnTo>
                  <a:pt x="4536" y="1819"/>
                </a:lnTo>
                <a:lnTo>
                  <a:pt x="4472" y="1777"/>
                </a:lnTo>
                <a:lnTo>
                  <a:pt x="4408" y="1712"/>
                </a:lnTo>
                <a:lnTo>
                  <a:pt x="4408" y="1712"/>
                </a:lnTo>
                <a:lnTo>
                  <a:pt x="4323" y="1691"/>
                </a:lnTo>
                <a:lnTo>
                  <a:pt x="4237" y="1691"/>
                </a:lnTo>
                <a:lnTo>
                  <a:pt x="4044" y="1691"/>
                </a:lnTo>
                <a:lnTo>
                  <a:pt x="3959" y="1691"/>
                </a:lnTo>
                <a:lnTo>
                  <a:pt x="3873" y="1670"/>
                </a:lnTo>
                <a:lnTo>
                  <a:pt x="3788" y="1648"/>
                </a:lnTo>
                <a:lnTo>
                  <a:pt x="3723" y="1584"/>
                </a:lnTo>
                <a:lnTo>
                  <a:pt x="3723" y="1584"/>
                </a:lnTo>
                <a:lnTo>
                  <a:pt x="3702" y="1477"/>
                </a:lnTo>
                <a:lnTo>
                  <a:pt x="3681" y="1391"/>
                </a:lnTo>
                <a:lnTo>
                  <a:pt x="3659" y="1306"/>
                </a:lnTo>
                <a:lnTo>
                  <a:pt x="3638" y="1263"/>
                </a:lnTo>
                <a:lnTo>
                  <a:pt x="3595" y="1220"/>
                </a:lnTo>
                <a:lnTo>
                  <a:pt x="3595" y="1220"/>
                </a:lnTo>
                <a:lnTo>
                  <a:pt x="3531" y="1177"/>
                </a:lnTo>
                <a:lnTo>
                  <a:pt x="3467" y="1156"/>
                </a:lnTo>
                <a:lnTo>
                  <a:pt x="3317" y="1135"/>
                </a:lnTo>
                <a:lnTo>
                  <a:pt x="2953" y="1135"/>
                </a:lnTo>
                <a:lnTo>
                  <a:pt x="2782" y="1135"/>
                </a:lnTo>
                <a:lnTo>
                  <a:pt x="2632" y="1092"/>
                </a:lnTo>
                <a:lnTo>
                  <a:pt x="2568" y="1070"/>
                </a:lnTo>
                <a:lnTo>
                  <a:pt x="2525" y="1028"/>
                </a:lnTo>
                <a:lnTo>
                  <a:pt x="2504" y="964"/>
                </a:lnTo>
                <a:lnTo>
                  <a:pt x="2483" y="899"/>
                </a:lnTo>
                <a:lnTo>
                  <a:pt x="2483" y="899"/>
                </a:lnTo>
                <a:lnTo>
                  <a:pt x="2483" y="835"/>
                </a:lnTo>
                <a:lnTo>
                  <a:pt x="2504" y="750"/>
                </a:lnTo>
                <a:lnTo>
                  <a:pt x="2589" y="600"/>
                </a:lnTo>
                <a:lnTo>
                  <a:pt x="2589" y="600"/>
                </a:lnTo>
                <a:lnTo>
                  <a:pt x="2654" y="493"/>
                </a:lnTo>
                <a:lnTo>
                  <a:pt x="2696" y="450"/>
                </a:lnTo>
                <a:lnTo>
                  <a:pt x="2739" y="450"/>
                </a:lnTo>
                <a:lnTo>
                  <a:pt x="2825" y="450"/>
                </a:lnTo>
                <a:lnTo>
                  <a:pt x="2825" y="450"/>
                </a:lnTo>
                <a:lnTo>
                  <a:pt x="2953" y="386"/>
                </a:lnTo>
                <a:lnTo>
                  <a:pt x="3060" y="343"/>
                </a:lnTo>
                <a:lnTo>
                  <a:pt x="3103" y="300"/>
                </a:lnTo>
                <a:lnTo>
                  <a:pt x="3124" y="236"/>
                </a:lnTo>
                <a:lnTo>
                  <a:pt x="3103" y="172"/>
                </a:lnTo>
                <a:lnTo>
                  <a:pt x="3039" y="108"/>
                </a:lnTo>
                <a:lnTo>
                  <a:pt x="3039" y="108"/>
                </a:lnTo>
                <a:lnTo>
                  <a:pt x="2996" y="65"/>
                </a:lnTo>
                <a:lnTo>
                  <a:pt x="2932" y="43"/>
                </a:lnTo>
                <a:lnTo>
                  <a:pt x="2761" y="1"/>
                </a:lnTo>
                <a:lnTo>
                  <a:pt x="2589" y="1"/>
                </a:lnTo>
                <a:lnTo>
                  <a:pt x="2440" y="1"/>
                </a:lnTo>
                <a:lnTo>
                  <a:pt x="2440" y="1"/>
                </a:lnTo>
                <a:lnTo>
                  <a:pt x="2290" y="22"/>
                </a:lnTo>
                <a:lnTo>
                  <a:pt x="2162" y="86"/>
                </a:lnTo>
                <a:lnTo>
                  <a:pt x="2033" y="172"/>
                </a:lnTo>
                <a:lnTo>
                  <a:pt x="1905" y="257"/>
                </a:lnTo>
                <a:lnTo>
                  <a:pt x="1905" y="257"/>
                </a:lnTo>
                <a:lnTo>
                  <a:pt x="1798" y="386"/>
                </a:lnTo>
                <a:lnTo>
                  <a:pt x="1712" y="536"/>
                </a:lnTo>
                <a:lnTo>
                  <a:pt x="1669" y="685"/>
                </a:lnTo>
                <a:lnTo>
                  <a:pt x="1648" y="857"/>
                </a:lnTo>
                <a:lnTo>
                  <a:pt x="1648" y="857"/>
                </a:lnTo>
                <a:lnTo>
                  <a:pt x="1648" y="942"/>
                </a:lnTo>
                <a:lnTo>
                  <a:pt x="1669" y="1028"/>
                </a:lnTo>
                <a:lnTo>
                  <a:pt x="1712" y="1220"/>
                </a:lnTo>
                <a:lnTo>
                  <a:pt x="1755" y="1391"/>
                </a:lnTo>
                <a:lnTo>
                  <a:pt x="1755" y="1477"/>
                </a:lnTo>
                <a:lnTo>
                  <a:pt x="1755" y="1541"/>
                </a:lnTo>
                <a:lnTo>
                  <a:pt x="1755" y="1541"/>
                </a:lnTo>
                <a:lnTo>
                  <a:pt x="1776" y="1563"/>
                </a:lnTo>
                <a:lnTo>
                  <a:pt x="1776" y="1563"/>
                </a:lnTo>
                <a:lnTo>
                  <a:pt x="1776" y="1563"/>
                </a:lnTo>
                <a:lnTo>
                  <a:pt x="1712" y="1520"/>
                </a:lnTo>
                <a:lnTo>
                  <a:pt x="1669" y="1520"/>
                </a:lnTo>
                <a:lnTo>
                  <a:pt x="1605" y="1520"/>
                </a:lnTo>
                <a:lnTo>
                  <a:pt x="1520" y="1541"/>
                </a:lnTo>
                <a:lnTo>
                  <a:pt x="1391" y="1627"/>
                </a:lnTo>
                <a:lnTo>
                  <a:pt x="1284" y="1691"/>
                </a:lnTo>
                <a:lnTo>
                  <a:pt x="1284" y="1691"/>
                </a:lnTo>
                <a:lnTo>
                  <a:pt x="1156" y="1734"/>
                </a:lnTo>
                <a:lnTo>
                  <a:pt x="1049" y="1777"/>
                </a:lnTo>
                <a:lnTo>
                  <a:pt x="1028" y="1819"/>
                </a:lnTo>
                <a:lnTo>
                  <a:pt x="1006" y="1862"/>
                </a:lnTo>
                <a:lnTo>
                  <a:pt x="985" y="2012"/>
                </a:lnTo>
                <a:lnTo>
                  <a:pt x="985" y="2012"/>
                </a:lnTo>
                <a:lnTo>
                  <a:pt x="985" y="2247"/>
                </a:lnTo>
                <a:lnTo>
                  <a:pt x="1006" y="2483"/>
                </a:lnTo>
                <a:lnTo>
                  <a:pt x="1028" y="2718"/>
                </a:lnTo>
                <a:lnTo>
                  <a:pt x="1028" y="2932"/>
                </a:lnTo>
                <a:lnTo>
                  <a:pt x="1028" y="2932"/>
                </a:lnTo>
                <a:lnTo>
                  <a:pt x="1028" y="3103"/>
                </a:lnTo>
                <a:lnTo>
                  <a:pt x="1006" y="3146"/>
                </a:lnTo>
                <a:lnTo>
                  <a:pt x="985" y="3167"/>
                </a:lnTo>
                <a:lnTo>
                  <a:pt x="899" y="3189"/>
                </a:lnTo>
                <a:lnTo>
                  <a:pt x="835" y="3210"/>
                </a:lnTo>
                <a:lnTo>
                  <a:pt x="771" y="3253"/>
                </a:lnTo>
                <a:lnTo>
                  <a:pt x="771" y="3253"/>
                </a:lnTo>
                <a:lnTo>
                  <a:pt x="685" y="3317"/>
                </a:lnTo>
                <a:lnTo>
                  <a:pt x="642" y="3381"/>
                </a:lnTo>
                <a:lnTo>
                  <a:pt x="621" y="3467"/>
                </a:lnTo>
                <a:lnTo>
                  <a:pt x="600" y="3531"/>
                </a:lnTo>
                <a:lnTo>
                  <a:pt x="621" y="3617"/>
                </a:lnTo>
                <a:lnTo>
                  <a:pt x="642" y="3702"/>
                </a:lnTo>
                <a:lnTo>
                  <a:pt x="728" y="3873"/>
                </a:lnTo>
                <a:lnTo>
                  <a:pt x="835" y="4044"/>
                </a:lnTo>
                <a:lnTo>
                  <a:pt x="963" y="4216"/>
                </a:lnTo>
                <a:lnTo>
                  <a:pt x="1070" y="4365"/>
                </a:lnTo>
                <a:lnTo>
                  <a:pt x="1135" y="4494"/>
                </a:lnTo>
                <a:lnTo>
                  <a:pt x="1135" y="4494"/>
                </a:lnTo>
                <a:lnTo>
                  <a:pt x="1284" y="4858"/>
                </a:lnTo>
                <a:lnTo>
                  <a:pt x="1456" y="5221"/>
                </a:lnTo>
                <a:lnTo>
                  <a:pt x="1456" y="5221"/>
                </a:lnTo>
                <a:lnTo>
                  <a:pt x="1541" y="5392"/>
                </a:lnTo>
                <a:lnTo>
                  <a:pt x="1648" y="5585"/>
                </a:lnTo>
                <a:lnTo>
                  <a:pt x="1734" y="5778"/>
                </a:lnTo>
                <a:lnTo>
                  <a:pt x="1734" y="5885"/>
                </a:lnTo>
                <a:lnTo>
                  <a:pt x="1734" y="5970"/>
                </a:lnTo>
                <a:lnTo>
                  <a:pt x="1734" y="5970"/>
                </a:lnTo>
                <a:lnTo>
                  <a:pt x="1691" y="6184"/>
                </a:lnTo>
                <a:lnTo>
                  <a:pt x="1605" y="6355"/>
                </a:lnTo>
                <a:lnTo>
                  <a:pt x="1520" y="6548"/>
                </a:lnTo>
                <a:lnTo>
                  <a:pt x="1391" y="6740"/>
                </a:lnTo>
                <a:lnTo>
                  <a:pt x="1263" y="6912"/>
                </a:lnTo>
                <a:lnTo>
                  <a:pt x="1135" y="7061"/>
                </a:lnTo>
                <a:lnTo>
                  <a:pt x="985" y="7211"/>
                </a:lnTo>
                <a:lnTo>
                  <a:pt x="835" y="7339"/>
                </a:lnTo>
                <a:lnTo>
                  <a:pt x="835" y="7339"/>
                </a:lnTo>
                <a:lnTo>
                  <a:pt x="578" y="7532"/>
                </a:lnTo>
                <a:lnTo>
                  <a:pt x="300" y="7767"/>
                </a:lnTo>
                <a:lnTo>
                  <a:pt x="193" y="7874"/>
                </a:lnTo>
                <a:lnTo>
                  <a:pt x="86" y="8003"/>
                </a:lnTo>
                <a:lnTo>
                  <a:pt x="22" y="8152"/>
                </a:lnTo>
                <a:lnTo>
                  <a:pt x="1" y="8302"/>
                </a:lnTo>
                <a:lnTo>
                  <a:pt x="1" y="8302"/>
                </a:lnTo>
                <a:lnTo>
                  <a:pt x="86" y="8409"/>
                </a:lnTo>
                <a:lnTo>
                  <a:pt x="86" y="8409"/>
                </a:lnTo>
                <a:lnTo>
                  <a:pt x="108" y="8580"/>
                </a:lnTo>
                <a:lnTo>
                  <a:pt x="108" y="8580"/>
                </a:lnTo>
                <a:lnTo>
                  <a:pt x="108" y="8709"/>
                </a:lnTo>
                <a:lnTo>
                  <a:pt x="150" y="8752"/>
                </a:lnTo>
                <a:lnTo>
                  <a:pt x="215" y="8773"/>
                </a:lnTo>
                <a:lnTo>
                  <a:pt x="215" y="8773"/>
                </a:lnTo>
                <a:lnTo>
                  <a:pt x="257" y="8773"/>
                </a:lnTo>
                <a:lnTo>
                  <a:pt x="300" y="8773"/>
                </a:lnTo>
                <a:lnTo>
                  <a:pt x="343" y="8709"/>
                </a:lnTo>
                <a:lnTo>
                  <a:pt x="343" y="8645"/>
                </a:lnTo>
                <a:lnTo>
                  <a:pt x="364" y="8538"/>
                </a:lnTo>
                <a:lnTo>
                  <a:pt x="364" y="8452"/>
                </a:lnTo>
                <a:lnTo>
                  <a:pt x="364" y="8366"/>
                </a:lnTo>
                <a:lnTo>
                  <a:pt x="407" y="8324"/>
                </a:lnTo>
                <a:lnTo>
                  <a:pt x="429" y="8324"/>
                </a:lnTo>
                <a:lnTo>
                  <a:pt x="471" y="8324"/>
                </a:lnTo>
                <a:lnTo>
                  <a:pt x="471" y="8324"/>
                </a:lnTo>
                <a:lnTo>
                  <a:pt x="493" y="8345"/>
                </a:lnTo>
                <a:lnTo>
                  <a:pt x="514" y="8409"/>
                </a:lnTo>
                <a:lnTo>
                  <a:pt x="535" y="8580"/>
                </a:lnTo>
                <a:lnTo>
                  <a:pt x="557" y="8645"/>
                </a:lnTo>
                <a:lnTo>
                  <a:pt x="578" y="8687"/>
                </a:lnTo>
                <a:lnTo>
                  <a:pt x="621" y="8709"/>
                </a:lnTo>
                <a:lnTo>
                  <a:pt x="707" y="8666"/>
                </a:lnTo>
                <a:lnTo>
                  <a:pt x="707" y="8666"/>
                </a:lnTo>
                <a:lnTo>
                  <a:pt x="707" y="8623"/>
                </a:lnTo>
                <a:lnTo>
                  <a:pt x="728" y="8538"/>
                </a:lnTo>
                <a:lnTo>
                  <a:pt x="728" y="8324"/>
                </a:lnTo>
                <a:lnTo>
                  <a:pt x="749" y="8110"/>
                </a:lnTo>
                <a:lnTo>
                  <a:pt x="771" y="8045"/>
                </a:lnTo>
                <a:lnTo>
                  <a:pt x="771" y="8045"/>
                </a:lnTo>
                <a:lnTo>
                  <a:pt x="792" y="8024"/>
                </a:lnTo>
                <a:lnTo>
                  <a:pt x="792" y="8024"/>
                </a:lnTo>
                <a:lnTo>
                  <a:pt x="835" y="8067"/>
                </a:lnTo>
                <a:lnTo>
                  <a:pt x="856" y="8131"/>
                </a:lnTo>
                <a:lnTo>
                  <a:pt x="835" y="8324"/>
                </a:lnTo>
                <a:lnTo>
                  <a:pt x="835" y="8431"/>
                </a:lnTo>
                <a:lnTo>
                  <a:pt x="835" y="8538"/>
                </a:lnTo>
                <a:lnTo>
                  <a:pt x="878" y="8602"/>
                </a:lnTo>
                <a:lnTo>
                  <a:pt x="921" y="8645"/>
                </a:lnTo>
                <a:lnTo>
                  <a:pt x="921" y="8645"/>
                </a:lnTo>
                <a:lnTo>
                  <a:pt x="963" y="8666"/>
                </a:lnTo>
                <a:lnTo>
                  <a:pt x="1006" y="8666"/>
                </a:lnTo>
                <a:lnTo>
                  <a:pt x="1028" y="8645"/>
                </a:lnTo>
                <a:lnTo>
                  <a:pt x="1049" y="8602"/>
                </a:lnTo>
                <a:lnTo>
                  <a:pt x="1092" y="8516"/>
                </a:lnTo>
                <a:lnTo>
                  <a:pt x="1092" y="8409"/>
                </a:lnTo>
                <a:lnTo>
                  <a:pt x="1092" y="8152"/>
                </a:lnTo>
                <a:lnTo>
                  <a:pt x="1092" y="7981"/>
                </a:lnTo>
                <a:lnTo>
                  <a:pt x="1092" y="7981"/>
                </a:lnTo>
                <a:lnTo>
                  <a:pt x="1070" y="7832"/>
                </a:lnTo>
                <a:lnTo>
                  <a:pt x="1092" y="7746"/>
                </a:lnTo>
                <a:lnTo>
                  <a:pt x="1113" y="7725"/>
                </a:lnTo>
                <a:lnTo>
                  <a:pt x="1135" y="7703"/>
                </a:lnTo>
                <a:lnTo>
                  <a:pt x="1135" y="7703"/>
                </a:lnTo>
                <a:lnTo>
                  <a:pt x="1177" y="7682"/>
                </a:lnTo>
                <a:lnTo>
                  <a:pt x="1199" y="7703"/>
                </a:lnTo>
                <a:lnTo>
                  <a:pt x="1199" y="7746"/>
                </a:lnTo>
                <a:lnTo>
                  <a:pt x="1220" y="7789"/>
                </a:lnTo>
                <a:lnTo>
                  <a:pt x="1220" y="7789"/>
                </a:lnTo>
                <a:lnTo>
                  <a:pt x="1242" y="7832"/>
                </a:lnTo>
                <a:lnTo>
                  <a:pt x="1263" y="7874"/>
                </a:lnTo>
                <a:lnTo>
                  <a:pt x="1284" y="7896"/>
                </a:lnTo>
                <a:lnTo>
                  <a:pt x="1349" y="7896"/>
                </a:lnTo>
                <a:lnTo>
                  <a:pt x="1349" y="7896"/>
                </a:lnTo>
                <a:lnTo>
                  <a:pt x="1370" y="7874"/>
                </a:lnTo>
                <a:lnTo>
                  <a:pt x="1391" y="7853"/>
                </a:lnTo>
                <a:lnTo>
                  <a:pt x="1391" y="7746"/>
                </a:lnTo>
                <a:lnTo>
                  <a:pt x="1391" y="7596"/>
                </a:lnTo>
                <a:lnTo>
                  <a:pt x="1391" y="7596"/>
                </a:lnTo>
                <a:lnTo>
                  <a:pt x="1391" y="7511"/>
                </a:lnTo>
                <a:lnTo>
                  <a:pt x="1413" y="7425"/>
                </a:lnTo>
                <a:lnTo>
                  <a:pt x="1456" y="7339"/>
                </a:lnTo>
                <a:lnTo>
                  <a:pt x="1498" y="7318"/>
                </a:lnTo>
                <a:lnTo>
                  <a:pt x="1541" y="7297"/>
                </a:lnTo>
                <a:lnTo>
                  <a:pt x="1541" y="7297"/>
                </a:lnTo>
                <a:lnTo>
                  <a:pt x="1562" y="7297"/>
                </a:lnTo>
                <a:lnTo>
                  <a:pt x="1584" y="7318"/>
                </a:lnTo>
                <a:lnTo>
                  <a:pt x="1627" y="7404"/>
                </a:lnTo>
                <a:lnTo>
                  <a:pt x="1669" y="7553"/>
                </a:lnTo>
                <a:lnTo>
                  <a:pt x="1669" y="7553"/>
                </a:lnTo>
                <a:lnTo>
                  <a:pt x="1712" y="7618"/>
                </a:lnTo>
                <a:lnTo>
                  <a:pt x="1755" y="7660"/>
                </a:lnTo>
                <a:lnTo>
                  <a:pt x="1798" y="7682"/>
                </a:lnTo>
                <a:lnTo>
                  <a:pt x="1841" y="7682"/>
                </a:lnTo>
                <a:lnTo>
                  <a:pt x="1926" y="7660"/>
                </a:lnTo>
                <a:lnTo>
                  <a:pt x="1990" y="7660"/>
                </a:lnTo>
                <a:lnTo>
                  <a:pt x="2033" y="7682"/>
                </a:lnTo>
                <a:lnTo>
                  <a:pt x="2033" y="7682"/>
                </a:lnTo>
                <a:lnTo>
                  <a:pt x="2097" y="7725"/>
                </a:lnTo>
                <a:lnTo>
                  <a:pt x="2140" y="7810"/>
                </a:lnTo>
                <a:lnTo>
                  <a:pt x="2247" y="7960"/>
                </a:lnTo>
                <a:lnTo>
                  <a:pt x="2247" y="7960"/>
                </a:lnTo>
                <a:lnTo>
                  <a:pt x="2311" y="8067"/>
                </a:lnTo>
                <a:lnTo>
                  <a:pt x="2333" y="8131"/>
                </a:lnTo>
                <a:lnTo>
                  <a:pt x="2311" y="8238"/>
                </a:lnTo>
                <a:lnTo>
                  <a:pt x="2290" y="8366"/>
                </a:lnTo>
                <a:lnTo>
                  <a:pt x="2290" y="8366"/>
                </a:lnTo>
                <a:lnTo>
                  <a:pt x="2226" y="8602"/>
                </a:lnTo>
                <a:lnTo>
                  <a:pt x="2162" y="8837"/>
                </a:lnTo>
                <a:lnTo>
                  <a:pt x="2097" y="9308"/>
                </a:lnTo>
                <a:lnTo>
                  <a:pt x="2097" y="9308"/>
                </a:lnTo>
                <a:lnTo>
                  <a:pt x="2055" y="9543"/>
                </a:lnTo>
                <a:lnTo>
                  <a:pt x="2012" y="9693"/>
                </a:lnTo>
                <a:lnTo>
                  <a:pt x="2012" y="9800"/>
                </a:lnTo>
                <a:lnTo>
                  <a:pt x="2012" y="9800"/>
                </a:lnTo>
                <a:lnTo>
                  <a:pt x="2033" y="9886"/>
                </a:lnTo>
                <a:lnTo>
                  <a:pt x="2055" y="9928"/>
                </a:lnTo>
                <a:lnTo>
                  <a:pt x="2097" y="9950"/>
                </a:lnTo>
                <a:lnTo>
                  <a:pt x="2119" y="10014"/>
                </a:lnTo>
                <a:lnTo>
                  <a:pt x="2119" y="10014"/>
                </a:lnTo>
                <a:lnTo>
                  <a:pt x="2140" y="10078"/>
                </a:lnTo>
                <a:lnTo>
                  <a:pt x="2140" y="10142"/>
                </a:lnTo>
                <a:lnTo>
                  <a:pt x="2140" y="10271"/>
                </a:lnTo>
                <a:lnTo>
                  <a:pt x="2162" y="10313"/>
                </a:lnTo>
                <a:lnTo>
                  <a:pt x="2204" y="10335"/>
                </a:lnTo>
                <a:lnTo>
                  <a:pt x="2269" y="10356"/>
                </a:lnTo>
                <a:lnTo>
                  <a:pt x="2376" y="10356"/>
                </a:lnTo>
                <a:lnTo>
                  <a:pt x="2376" y="10356"/>
                </a:lnTo>
                <a:lnTo>
                  <a:pt x="2504" y="10313"/>
                </a:lnTo>
                <a:lnTo>
                  <a:pt x="2654" y="10292"/>
                </a:lnTo>
                <a:lnTo>
                  <a:pt x="2654" y="10292"/>
                </a:lnTo>
                <a:lnTo>
                  <a:pt x="2782" y="10271"/>
                </a:lnTo>
                <a:lnTo>
                  <a:pt x="2889" y="10206"/>
                </a:lnTo>
                <a:lnTo>
                  <a:pt x="2889" y="10206"/>
                </a:lnTo>
                <a:lnTo>
                  <a:pt x="3017" y="10142"/>
                </a:lnTo>
                <a:lnTo>
                  <a:pt x="3146" y="10057"/>
                </a:lnTo>
                <a:lnTo>
                  <a:pt x="3146" y="10057"/>
                </a:lnTo>
                <a:lnTo>
                  <a:pt x="3189" y="9993"/>
                </a:lnTo>
                <a:lnTo>
                  <a:pt x="3210" y="9928"/>
                </a:lnTo>
                <a:lnTo>
                  <a:pt x="3231" y="9864"/>
                </a:lnTo>
                <a:lnTo>
                  <a:pt x="3274" y="9800"/>
                </a:lnTo>
                <a:lnTo>
                  <a:pt x="3274" y="9800"/>
                </a:lnTo>
                <a:lnTo>
                  <a:pt x="3317" y="9779"/>
                </a:lnTo>
                <a:lnTo>
                  <a:pt x="3360" y="9779"/>
                </a:lnTo>
                <a:lnTo>
                  <a:pt x="3445" y="9757"/>
                </a:lnTo>
                <a:lnTo>
                  <a:pt x="3488" y="9757"/>
                </a:lnTo>
                <a:lnTo>
                  <a:pt x="3488" y="9714"/>
                </a:lnTo>
                <a:lnTo>
                  <a:pt x="3509" y="9650"/>
                </a:lnTo>
                <a:lnTo>
                  <a:pt x="3488" y="9565"/>
                </a:lnTo>
                <a:lnTo>
                  <a:pt x="3488" y="9565"/>
                </a:lnTo>
                <a:lnTo>
                  <a:pt x="3445" y="9372"/>
                </a:lnTo>
                <a:lnTo>
                  <a:pt x="3360" y="9179"/>
                </a:lnTo>
                <a:lnTo>
                  <a:pt x="3274" y="8987"/>
                </a:lnTo>
                <a:lnTo>
                  <a:pt x="3210" y="8794"/>
                </a:lnTo>
                <a:lnTo>
                  <a:pt x="3210" y="8794"/>
                </a:lnTo>
                <a:lnTo>
                  <a:pt x="3060" y="8388"/>
                </a:lnTo>
                <a:lnTo>
                  <a:pt x="2996" y="8174"/>
                </a:lnTo>
                <a:lnTo>
                  <a:pt x="2975" y="8067"/>
                </a:lnTo>
                <a:lnTo>
                  <a:pt x="2996" y="8003"/>
                </a:lnTo>
                <a:lnTo>
                  <a:pt x="2996" y="8003"/>
                </a:lnTo>
                <a:lnTo>
                  <a:pt x="3082" y="7853"/>
                </a:lnTo>
                <a:lnTo>
                  <a:pt x="3167" y="7767"/>
                </a:lnTo>
                <a:lnTo>
                  <a:pt x="3210" y="7725"/>
                </a:lnTo>
                <a:lnTo>
                  <a:pt x="3210" y="7725"/>
                </a:lnTo>
                <a:lnTo>
                  <a:pt x="3274" y="7725"/>
                </a:lnTo>
                <a:lnTo>
                  <a:pt x="3317" y="7725"/>
                </a:lnTo>
                <a:lnTo>
                  <a:pt x="3360" y="7725"/>
                </a:lnTo>
                <a:lnTo>
                  <a:pt x="3424" y="7725"/>
                </a:lnTo>
                <a:lnTo>
                  <a:pt x="3424" y="7725"/>
                </a:lnTo>
                <a:lnTo>
                  <a:pt x="3488" y="7660"/>
                </a:lnTo>
                <a:lnTo>
                  <a:pt x="3552" y="7596"/>
                </a:lnTo>
                <a:lnTo>
                  <a:pt x="3638" y="7404"/>
                </a:lnTo>
                <a:lnTo>
                  <a:pt x="3745" y="7211"/>
                </a:lnTo>
                <a:lnTo>
                  <a:pt x="3830" y="7061"/>
                </a:lnTo>
                <a:lnTo>
                  <a:pt x="3830" y="7061"/>
                </a:lnTo>
                <a:lnTo>
                  <a:pt x="3895" y="6997"/>
                </a:lnTo>
                <a:lnTo>
                  <a:pt x="3937" y="6976"/>
                </a:lnTo>
                <a:lnTo>
                  <a:pt x="4002" y="6954"/>
                </a:lnTo>
                <a:lnTo>
                  <a:pt x="4044" y="6976"/>
                </a:lnTo>
                <a:lnTo>
                  <a:pt x="4173" y="7061"/>
                </a:lnTo>
                <a:lnTo>
                  <a:pt x="4301" y="7168"/>
                </a:lnTo>
                <a:lnTo>
                  <a:pt x="4301" y="7168"/>
                </a:lnTo>
                <a:lnTo>
                  <a:pt x="4686" y="7425"/>
                </a:lnTo>
                <a:lnTo>
                  <a:pt x="4879" y="7553"/>
                </a:lnTo>
                <a:lnTo>
                  <a:pt x="5050" y="7703"/>
                </a:lnTo>
                <a:lnTo>
                  <a:pt x="5050" y="7703"/>
                </a:lnTo>
                <a:lnTo>
                  <a:pt x="5157" y="7789"/>
                </a:lnTo>
                <a:lnTo>
                  <a:pt x="5285" y="7853"/>
                </a:lnTo>
                <a:lnTo>
                  <a:pt x="5328" y="7853"/>
                </a:lnTo>
                <a:lnTo>
                  <a:pt x="5371" y="7832"/>
                </a:lnTo>
                <a:lnTo>
                  <a:pt x="5392" y="7789"/>
                </a:lnTo>
                <a:lnTo>
                  <a:pt x="5414" y="7703"/>
                </a:lnTo>
                <a:lnTo>
                  <a:pt x="5414" y="7703"/>
                </a:lnTo>
                <a:close/>
                <a:moveTo>
                  <a:pt x="4323" y="3231"/>
                </a:moveTo>
                <a:lnTo>
                  <a:pt x="4323" y="3231"/>
                </a:lnTo>
                <a:lnTo>
                  <a:pt x="4408" y="3189"/>
                </a:lnTo>
                <a:lnTo>
                  <a:pt x="4515" y="3167"/>
                </a:lnTo>
                <a:lnTo>
                  <a:pt x="4622" y="3189"/>
                </a:lnTo>
                <a:lnTo>
                  <a:pt x="4708" y="3210"/>
                </a:lnTo>
                <a:lnTo>
                  <a:pt x="4708" y="3210"/>
                </a:lnTo>
                <a:lnTo>
                  <a:pt x="4665" y="3360"/>
                </a:lnTo>
                <a:lnTo>
                  <a:pt x="4579" y="3510"/>
                </a:lnTo>
                <a:lnTo>
                  <a:pt x="4472" y="3659"/>
                </a:lnTo>
                <a:lnTo>
                  <a:pt x="4408" y="3724"/>
                </a:lnTo>
                <a:lnTo>
                  <a:pt x="4365" y="3745"/>
                </a:lnTo>
                <a:lnTo>
                  <a:pt x="4365" y="3745"/>
                </a:lnTo>
                <a:lnTo>
                  <a:pt x="4301" y="3488"/>
                </a:lnTo>
                <a:lnTo>
                  <a:pt x="4301" y="3317"/>
                </a:lnTo>
                <a:lnTo>
                  <a:pt x="4301" y="3274"/>
                </a:lnTo>
                <a:lnTo>
                  <a:pt x="4323" y="3231"/>
                </a:lnTo>
                <a:lnTo>
                  <a:pt x="4323" y="3231"/>
                </a:lnTo>
                <a:close/>
                <a:moveTo>
                  <a:pt x="1092" y="3659"/>
                </a:moveTo>
                <a:lnTo>
                  <a:pt x="1092" y="3659"/>
                </a:lnTo>
                <a:lnTo>
                  <a:pt x="1070" y="3745"/>
                </a:lnTo>
                <a:lnTo>
                  <a:pt x="1049" y="3788"/>
                </a:lnTo>
                <a:lnTo>
                  <a:pt x="1028" y="3809"/>
                </a:lnTo>
                <a:lnTo>
                  <a:pt x="985" y="3809"/>
                </a:lnTo>
                <a:lnTo>
                  <a:pt x="942" y="3788"/>
                </a:lnTo>
                <a:lnTo>
                  <a:pt x="921" y="3745"/>
                </a:lnTo>
                <a:lnTo>
                  <a:pt x="878" y="3681"/>
                </a:lnTo>
                <a:lnTo>
                  <a:pt x="878" y="3617"/>
                </a:lnTo>
                <a:lnTo>
                  <a:pt x="878" y="3617"/>
                </a:lnTo>
                <a:lnTo>
                  <a:pt x="878" y="3531"/>
                </a:lnTo>
                <a:lnTo>
                  <a:pt x="899" y="3445"/>
                </a:lnTo>
                <a:lnTo>
                  <a:pt x="921" y="3424"/>
                </a:lnTo>
                <a:lnTo>
                  <a:pt x="942" y="3403"/>
                </a:lnTo>
                <a:lnTo>
                  <a:pt x="985" y="3403"/>
                </a:lnTo>
                <a:lnTo>
                  <a:pt x="1028" y="3424"/>
                </a:lnTo>
                <a:lnTo>
                  <a:pt x="1028" y="3424"/>
                </a:lnTo>
                <a:lnTo>
                  <a:pt x="1070" y="3424"/>
                </a:lnTo>
                <a:lnTo>
                  <a:pt x="1092" y="3467"/>
                </a:lnTo>
                <a:lnTo>
                  <a:pt x="1092" y="3531"/>
                </a:lnTo>
                <a:lnTo>
                  <a:pt x="1092" y="3659"/>
                </a:lnTo>
                <a:lnTo>
                  <a:pt x="1092" y="3659"/>
                </a:lnTo>
                <a:close/>
                <a:moveTo>
                  <a:pt x="1734" y="5285"/>
                </a:moveTo>
                <a:lnTo>
                  <a:pt x="1734" y="5285"/>
                </a:lnTo>
                <a:lnTo>
                  <a:pt x="1562" y="4900"/>
                </a:lnTo>
                <a:lnTo>
                  <a:pt x="1477" y="4708"/>
                </a:lnTo>
                <a:lnTo>
                  <a:pt x="1413" y="4515"/>
                </a:lnTo>
                <a:lnTo>
                  <a:pt x="1349" y="4323"/>
                </a:lnTo>
                <a:lnTo>
                  <a:pt x="1327" y="4109"/>
                </a:lnTo>
                <a:lnTo>
                  <a:pt x="1327" y="3916"/>
                </a:lnTo>
                <a:lnTo>
                  <a:pt x="1370" y="3702"/>
                </a:lnTo>
                <a:lnTo>
                  <a:pt x="1370" y="3702"/>
                </a:lnTo>
                <a:lnTo>
                  <a:pt x="1456" y="3873"/>
                </a:lnTo>
                <a:lnTo>
                  <a:pt x="1477" y="3916"/>
                </a:lnTo>
                <a:lnTo>
                  <a:pt x="1520" y="3916"/>
                </a:lnTo>
                <a:lnTo>
                  <a:pt x="1541" y="3916"/>
                </a:lnTo>
                <a:lnTo>
                  <a:pt x="1562" y="3873"/>
                </a:lnTo>
                <a:lnTo>
                  <a:pt x="1605" y="3788"/>
                </a:lnTo>
                <a:lnTo>
                  <a:pt x="1648" y="3659"/>
                </a:lnTo>
                <a:lnTo>
                  <a:pt x="1648" y="3531"/>
                </a:lnTo>
                <a:lnTo>
                  <a:pt x="1669" y="3424"/>
                </a:lnTo>
                <a:lnTo>
                  <a:pt x="1648" y="3381"/>
                </a:lnTo>
                <a:lnTo>
                  <a:pt x="1648" y="3381"/>
                </a:lnTo>
                <a:lnTo>
                  <a:pt x="1648" y="3189"/>
                </a:lnTo>
                <a:lnTo>
                  <a:pt x="1669" y="2996"/>
                </a:lnTo>
                <a:lnTo>
                  <a:pt x="1712" y="2804"/>
                </a:lnTo>
                <a:lnTo>
                  <a:pt x="1776" y="2611"/>
                </a:lnTo>
                <a:lnTo>
                  <a:pt x="1776" y="2611"/>
                </a:lnTo>
                <a:lnTo>
                  <a:pt x="1948" y="2269"/>
                </a:lnTo>
                <a:lnTo>
                  <a:pt x="2076" y="2076"/>
                </a:lnTo>
                <a:lnTo>
                  <a:pt x="2140" y="2012"/>
                </a:lnTo>
                <a:lnTo>
                  <a:pt x="2183" y="1990"/>
                </a:lnTo>
                <a:lnTo>
                  <a:pt x="2183" y="1990"/>
                </a:lnTo>
                <a:lnTo>
                  <a:pt x="2247" y="2012"/>
                </a:lnTo>
                <a:lnTo>
                  <a:pt x="2290" y="2055"/>
                </a:lnTo>
                <a:lnTo>
                  <a:pt x="2376" y="2162"/>
                </a:lnTo>
                <a:lnTo>
                  <a:pt x="2418" y="2247"/>
                </a:lnTo>
                <a:lnTo>
                  <a:pt x="2483" y="2290"/>
                </a:lnTo>
                <a:lnTo>
                  <a:pt x="2547" y="2333"/>
                </a:lnTo>
                <a:lnTo>
                  <a:pt x="2632" y="2333"/>
                </a:lnTo>
                <a:lnTo>
                  <a:pt x="2632" y="2333"/>
                </a:lnTo>
                <a:lnTo>
                  <a:pt x="2718" y="2311"/>
                </a:lnTo>
                <a:lnTo>
                  <a:pt x="2803" y="2290"/>
                </a:lnTo>
                <a:lnTo>
                  <a:pt x="2932" y="2183"/>
                </a:lnTo>
                <a:lnTo>
                  <a:pt x="3146" y="1948"/>
                </a:lnTo>
                <a:lnTo>
                  <a:pt x="3146" y="1948"/>
                </a:lnTo>
                <a:lnTo>
                  <a:pt x="3210" y="1862"/>
                </a:lnTo>
                <a:lnTo>
                  <a:pt x="3274" y="1841"/>
                </a:lnTo>
                <a:lnTo>
                  <a:pt x="3317" y="1819"/>
                </a:lnTo>
                <a:lnTo>
                  <a:pt x="3360" y="1819"/>
                </a:lnTo>
                <a:lnTo>
                  <a:pt x="3403" y="1862"/>
                </a:lnTo>
                <a:lnTo>
                  <a:pt x="3445" y="1905"/>
                </a:lnTo>
                <a:lnTo>
                  <a:pt x="3552" y="2055"/>
                </a:lnTo>
                <a:lnTo>
                  <a:pt x="3552" y="2055"/>
                </a:lnTo>
                <a:lnTo>
                  <a:pt x="3638" y="2183"/>
                </a:lnTo>
                <a:lnTo>
                  <a:pt x="3702" y="2333"/>
                </a:lnTo>
                <a:lnTo>
                  <a:pt x="3766" y="2483"/>
                </a:lnTo>
                <a:lnTo>
                  <a:pt x="3809" y="2654"/>
                </a:lnTo>
                <a:lnTo>
                  <a:pt x="3809" y="2654"/>
                </a:lnTo>
                <a:lnTo>
                  <a:pt x="3830" y="2846"/>
                </a:lnTo>
                <a:lnTo>
                  <a:pt x="3830" y="3060"/>
                </a:lnTo>
                <a:lnTo>
                  <a:pt x="3830" y="3274"/>
                </a:lnTo>
                <a:lnTo>
                  <a:pt x="3852" y="3381"/>
                </a:lnTo>
                <a:lnTo>
                  <a:pt x="3873" y="3488"/>
                </a:lnTo>
                <a:lnTo>
                  <a:pt x="3873" y="3488"/>
                </a:lnTo>
                <a:lnTo>
                  <a:pt x="3895" y="3552"/>
                </a:lnTo>
                <a:lnTo>
                  <a:pt x="3937" y="3617"/>
                </a:lnTo>
                <a:lnTo>
                  <a:pt x="3959" y="3681"/>
                </a:lnTo>
                <a:lnTo>
                  <a:pt x="4002" y="3745"/>
                </a:lnTo>
                <a:lnTo>
                  <a:pt x="4002" y="3745"/>
                </a:lnTo>
                <a:lnTo>
                  <a:pt x="4002" y="3831"/>
                </a:lnTo>
                <a:lnTo>
                  <a:pt x="4002" y="3916"/>
                </a:lnTo>
                <a:lnTo>
                  <a:pt x="3959" y="4087"/>
                </a:lnTo>
                <a:lnTo>
                  <a:pt x="3959" y="4087"/>
                </a:lnTo>
                <a:lnTo>
                  <a:pt x="3916" y="4301"/>
                </a:lnTo>
                <a:lnTo>
                  <a:pt x="3852" y="4515"/>
                </a:lnTo>
                <a:lnTo>
                  <a:pt x="3702" y="4922"/>
                </a:lnTo>
                <a:lnTo>
                  <a:pt x="3509" y="5328"/>
                </a:lnTo>
                <a:lnTo>
                  <a:pt x="3360" y="5735"/>
                </a:lnTo>
                <a:lnTo>
                  <a:pt x="3360" y="5735"/>
                </a:lnTo>
                <a:lnTo>
                  <a:pt x="3231" y="5992"/>
                </a:lnTo>
                <a:lnTo>
                  <a:pt x="3146" y="6184"/>
                </a:lnTo>
                <a:lnTo>
                  <a:pt x="3060" y="6355"/>
                </a:lnTo>
                <a:lnTo>
                  <a:pt x="2953" y="6505"/>
                </a:lnTo>
                <a:lnTo>
                  <a:pt x="2825" y="6633"/>
                </a:lnTo>
                <a:lnTo>
                  <a:pt x="2761" y="6676"/>
                </a:lnTo>
                <a:lnTo>
                  <a:pt x="2696" y="6719"/>
                </a:lnTo>
                <a:lnTo>
                  <a:pt x="2632" y="6719"/>
                </a:lnTo>
                <a:lnTo>
                  <a:pt x="2568" y="6698"/>
                </a:lnTo>
                <a:lnTo>
                  <a:pt x="2568" y="6698"/>
                </a:lnTo>
                <a:lnTo>
                  <a:pt x="2483" y="6676"/>
                </a:lnTo>
                <a:lnTo>
                  <a:pt x="2418" y="6612"/>
                </a:lnTo>
                <a:lnTo>
                  <a:pt x="2311" y="6441"/>
                </a:lnTo>
                <a:lnTo>
                  <a:pt x="2140" y="6077"/>
                </a:lnTo>
                <a:lnTo>
                  <a:pt x="2140" y="6077"/>
                </a:lnTo>
                <a:lnTo>
                  <a:pt x="1734" y="5285"/>
                </a:lnTo>
                <a:lnTo>
                  <a:pt x="1734" y="5285"/>
                </a:lnTo>
                <a:close/>
                <a:moveTo>
                  <a:pt x="2803" y="8366"/>
                </a:moveTo>
                <a:lnTo>
                  <a:pt x="2803" y="8366"/>
                </a:lnTo>
                <a:lnTo>
                  <a:pt x="2782" y="8409"/>
                </a:lnTo>
                <a:lnTo>
                  <a:pt x="2739" y="8452"/>
                </a:lnTo>
                <a:lnTo>
                  <a:pt x="2632" y="8516"/>
                </a:lnTo>
                <a:lnTo>
                  <a:pt x="2589" y="8538"/>
                </a:lnTo>
                <a:lnTo>
                  <a:pt x="2547" y="8538"/>
                </a:lnTo>
                <a:lnTo>
                  <a:pt x="2525" y="8495"/>
                </a:lnTo>
                <a:lnTo>
                  <a:pt x="2504" y="8431"/>
                </a:lnTo>
                <a:lnTo>
                  <a:pt x="2504" y="8431"/>
                </a:lnTo>
                <a:lnTo>
                  <a:pt x="2525" y="8345"/>
                </a:lnTo>
                <a:lnTo>
                  <a:pt x="2547" y="8302"/>
                </a:lnTo>
                <a:lnTo>
                  <a:pt x="2589" y="8238"/>
                </a:lnTo>
                <a:lnTo>
                  <a:pt x="2654" y="8217"/>
                </a:lnTo>
                <a:lnTo>
                  <a:pt x="2696" y="8217"/>
                </a:lnTo>
                <a:lnTo>
                  <a:pt x="2739" y="8238"/>
                </a:lnTo>
                <a:lnTo>
                  <a:pt x="2782" y="8281"/>
                </a:lnTo>
                <a:lnTo>
                  <a:pt x="2803" y="8366"/>
                </a:lnTo>
                <a:lnTo>
                  <a:pt x="2803" y="8366"/>
                </a:lnTo>
                <a:close/>
                <a:moveTo>
                  <a:pt x="2269" y="7489"/>
                </a:moveTo>
                <a:lnTo>
                  <a:pt x="2269" y="7489"/>
                </a:lnTo>
                <a:lnTo>
                  <a:pt x="2226" y="7446"/>
                </a:lnTo>
                <a:lnTo>
                  <a:pt x="2226" y="7425"/>
                </a:lnTo>
                <a:lnTo>
                  <a:pt x="2290" y="7361"/>
                </a:lnTo>
                <a:lnTo>
                  <a:pt x="2290" y="7361"/>
                </a:lnTo>
                <a:lnTo>
                  <a:pt x="2311" y="7382"/>
                </a:lnTo>
                <a:lnTo>
                  <a:pt x="2311" y="7425"/>
                </a:lnTo>
                <a:lnTo>
                  <a:pt x="2290" y="7446"/>
                </a:lnTo>
                <a:lnTo>
                  <a:pt x="2269" y="7489"/>
                </a:lnTo>
                <a:lnTo>
                  <a:pt x="2269" y="7489"/>
                </a:lnTo>
                <a:close/>
                <a:moveTo>
                  <a:pt x="1926" y="7361"/>
                </a:moveTo>
                <a:lnTo>
                  <a:pt x="1926" y="7361"/>
                </a:lnTo>
                <a:lnTo>
                  <a:pt x="1883" y="7361"/>
                </a:lnTo>
                <a:lnTo>
                  <a:pt x="1862" y="7339"/>
                </a:lnTo>
                <a:lnTo>
                  <a:pt x="1798" y="7275"/>
                </a:lnTo>
                <a:lnTo>
                  <a:pt x="1755" y="7190"/>
                </a:lnTo>
                <a:lnTo>
                  <a:pt x="1734" y="7083"/>
                </a:lnTo>
                <a:lnTo>
                  <a:pt x="1712" y="6890"/>
                </a:lnTo>
                <a:lnTo>
                  <a:pt x="1712" y="6805"/>
                </a:lnTo>
                <a:lnTo>
                  <a:pt x="1712" y="6805"/>
                </a:lnTo>
                <a:lnTo>
                  <a:pt x="1755" y="6655"/>
                </a:lnTo>
                <a:lnTo>
                  <a:pt x="1819" y="6484"/>
                </a:lnTo>
                <a:lnTo>
                  <a:pt x="1862" y="6398"/>
                </a:lnTo>
                <a:lnTo>
                  <a:pt x="1905" y="6334"/>
                </a:lnTo>
                <a:lnTo>
                  <a:pt x="1969" y="6291"/>
                </a:lnTo>
                <a:lnTo>
                  <a:pt x="2012" y="6312"/>
                </a:lnTo>
                <a:lnTo>
                  <a:pt x="2012" y="6312"/>
                </a:lnTo>
                <a:lnTo>
                  <a:pt x="2076" y="6398"/>
                </a:lnTo>
                <a:lnTo>
                  <a:pt x="2204" y="6591"/>
                </a:lnTo>
                <a:lnTo>
                  <a:pt x="2376" y="6890"/>
                </a:lnTo>
                <a:lnTo>
                  <a:pt x="2376" y="6890"/>
                </a:lnTo>
                <a:lnTo>
                  <a:pt x="2354" y="6933"/>
                </a:lnTo>
                <a:lnTo>
                  <a:pt x="2311" y="6997"/>
                </a:lnTo>
                <a:lnTo>
                  <a:pt x="2183" y="7147"/>
                </a:lnTo>
                <a:lnTo>
                  <a:pt x="2033" y="7297"/>
                </a:lnTo>
                <a:lnTo>
                  <a:pt x="1969" y="7339"/>
                </a:lnTo>
                <a:lnTo>
                  <a:pt x="1926" y="7361"/>
                </a:lnTo>
                <a:lnTo>
                  <a:pt x="1926" y="7361"/>
                </a:lnTo>
                <a:close/>
                <a:moveTo>
                  <a:pt x="3146" y="9458"/>
                </a:moveTo>
                <a:lnTo>
                  <a:pt x="3146" y="9458"/>
                </a:lnTo>
                <a:lnTo>
                  <a:pt x="3103" y="9479"/>
                </a:lnTo>
                <a:lnTo>
                  <a:pt x="2996" y="9543"/>
                </a:lnTo>
                <a:lnTo>
                  <a:pt x="2718" y="9650"/>
                </a:lnTo>
                <a:lnTo>
                  <a:pt x="2440" y="9714"/>
                </a:lnTo>
                <a:lnTo>
                  <a:pt x="2354" y="9736"/>
                </a:lnTo>
                <a:lnTo>
                  <a:pt x="2290" y="9714"/>
                </a:lnTo>
                <a:lnTo>
                  <a:pt x="2290" y="9714"/>
                </a:lnTo>
                <a:lnTo>
                  <a:pt x="2269" y="9693"/>
                </a:lnTo>
                <a:lnTo>
                  <a:pt x="2269" y="9650"/>
                </a:lnTo>
                <a:lnTo>
                  <a:pt x="2311" y="9565"/>
                </a:lnTo>
                <a:lnTo>
                  <a:pt x="2397" y="9479"/>
                </a:lnTo>
                <a:lnTo>
                  <a:pt x="2504" y="9372"/>
                </a:lnTo>
                <a:lnTo>
                  <a:pt x="2739" y="9201"/>
                </a:lnTo>
                <a:lnTo>
                  <a:pt x="2910" y="9137"/>
                </a:lnTo>
                <a:lnTo>
                  <a:pt x="2910" y="9137"/>
                </a:lnTo>
                <a:lnTo>
                  <a:pt x="2953" y="9137"/>
                </a:lnTo>
                <a:lnTo>
                  <a:pt x="3017" y="9137"/>
                </a:lnTo>
                <a:lnTo>
                  <a:pt x="3039" y="9179"/>
                </a:lnTo>
                <a:lnTo>
                  <a:pt x="3082" y="9201"/>
                </a:lnTo>
                <a:lnTo>
                  <a:pt x="3124" y="9329"/>
                </a:lnTo>
                <a:lnTo>
                  <a:pt x="3146" y="9458"/>
                </a:lnTo>
                <a:lnTo>
                  <a:pt x="3146" y="9458"/>
                </a:lnTo>
                <a:close/>
                <a:moveTo>
                  <a:pt x="2718" y="7896"/>
                </a:moveTo>
                <a:lnTo>
                  <a:pt x="2718" y="7896"/>
                </a:lnTo>
                <a:lnTo>
                  <a:pt x="2718" y="7853"/>
                </a:lnTo>
                <a:lnTo>
                  <a:pt x="2718" y="7832"/>
                </a:lnTo>
                <a:lnTo>
                  <a:pt x="2739" y="7725"/>
                </a:lnTo>
                <a:lnTo>
                  <a:pt x="2761" y="7639"/>
                </a:lnTo>
                <a:lnTo>
                  <a:pt x="2782" y="7553"/>
                </a:lnTo>
                <a:lnTo>
                  <a:pt x="2782" y="7553"/>
                </a:lnTo>
                <a:lnTo>
                  <a:pt x="2739" y="7511"/>
                </a:lnTo>
                <a:lnTo>
                  <a:pt x="2696" y="7468"/>
                </a:lnTo>
                <a:lnTo>
                  <a:pt x="2696" y="7425"/>
                </a:lnTo>
                <a:lnTo>
                  <a:pt x="2696" y="7404"/>
                </a:lnTo>
                <a:lnTo>
                  <a:pt x="2696" y="7382"/>
                </a:lnTo>
                <a:lnTo>
                  <a:pt x="2739" y="7361"/>
                </a:lnTo>
                <a:lnTo>
                  <a:pt x="2739" y="7361"/>
                </a:lnTo>
                <a:lnTo>
                  <a:pt x="2803" y="7382"/>
                </a:lnTo>
                <a:lnTo>
                  <a:pt x="2910" y="7446"/>
                </a:lnTo>
                <a:lnTo>
                  <a:pt x="2975" y="7511"/>
                </a:lnTo>
                <a:lnTo>
                  <a:pt x="3017" y="7575"/>
                </a:lnTo>
                <a:lnTo>
                  <a:pt x="3017" y="7575"/>
                </a:lnTo>
                <a:lnTo>
                  <a:pt x="2996" y="7639"/>
                </a:lnTo>
                <a:lnTo>
                  <a:pt x="2889" y="7746"/>
                </a:lnTo>
                <a:lnTo>
                  <a:pt x="2782" y="7832"/>
                </a:lnTo>
                <a:lnTo>
                  <a:pt x="2718" y="7896"/>
                </a:lnTo>
                <a:lnTo>
                  <a:pt x="2718" y="7896"/>
                </a:lnTo>
                <a:close/>
                <a:moveTo>
                  <a:pt x="3317" y="7425"/>
                </a:moveTo>
                <a:lnTo>
                  <a:pt x="3317" y="7425"/>
                </a:lnTo>
                <a:lnTo>
                  <a:pt x="3253" y="7425"/>
                </a:lnTo>
                <a:lnTo>
                  <a:pt x="3167" y="7382"/>
                </a:lnTo>
                <a:lnTo>
                  <a:pt x="2953" y="7232"/>
                </a:lnTo>
                <a:lnTo>
                  <a:pt x="2761" y="7083"/>
                </a:lnTo>
                <a:lnTo>
                  <a:pt x="2654" y="6997"/>
                </a:lnTo>
                <a:lnTo>
                  <a:pt x="2654" y="6997"/>
                </a:lnTo>
                <a:lnTo>
                  <a:pt x="2782" y="6954"/>
                </a:lnTo>
                <a:lnTo>
                  <a:pt x="2910" y="6933"/>
                </a:lnTo>
                <a:lnTo>
                  <a:pt x="3017" y="6912"/>
                </a:lnTo>
                <a:lnTo>
                  <a:pt x="3146" y="6847"/>
                </a:lnTo>
                <a:lnTo>
                  <a:pt x="3146" y="6847"/>
                </a:lnTo>
                <a:lnTo>
                  <a:pt x="3210" y="6783"/>
                </a:lnTo>
                <a:lnTo>
                  <a:pt x="3231" y="6698"/>
                </a:lnTo>
                <a:lnTo>
                  <a:pt x="3253" y="6633"/>
                </a:lnTo>
                <a:lnTo>
                  <a:pt x="3274" y="6548"/>
                </a:lnTo>
                <a:lnTo>
                  <a:pt x="3274" y="6548"/>
                </a:lnTo>
                <a:lnTo>
                  <a:pt x="3338" y="6419"/>
                </a:lnTo>
                <a:lnTo>
                  <a:pt x="3403" y="6377"/>
                </a:lnTo>
                <a:lnTo>
                  <a:pt x="3445" y="6377"/>
                </a:lnTo>
                <a:lnTo>
                  <a:pt x="3445" y="6377"/>
                </a:lnTo>
                <a:lnTo>
                  <a:pt x="3509" y="6441"/>
                </a:lnTo>
                <a:lnTo>
                  <a:pt x="3595" y="6548"/>
                </a:lnTo>
                <a:lnTo>
                  <a:pt x="3723" y="6740"/>
                </a:lnTo>
                <a:lnTo>
                  <a:pt x="3723" y="6740"/>
                </a:lnTo>
                <a:lnTo>
                  <a:pt x="3659" y="6890"/>
                </a:lnTo>
                <a:lnTo>
                  <a:pt x="3552" y="7125"/>
                </a:lnTo>
                <a:lnTo>
                  <a:pt x="3424" y="7318"/>
                </a:lnTo>
                <a:lnTo>
                  <a:pt x="3360" y="7404"/>
                </a:lnTo>
                <a:lnTo>
                  <a:pt x="3317" y="7425"/>
                </a:lnTo>
                <a:lnTo>
                  <a:pt x="3317" y="7425"/>
                </a:lnTo>
                <a:close/>
                <a:moveTo>
                  <a:pt x="2910" y="4708"/>
                </a:moveTo>
                <a:lnTo>
                  <a:pt x="2910" y="4708"/>
                </a:lnTo>
                <a:lnTo>
                  <a:pt x="2975" y="4644"/>
                </a:lnTo>
                <a:lnTo>
                  <a:pt x="3060" y="4515"/>
                </a:lnTo>
                <a:lnTo>
                  <a:pt x="3082" y="4472"/>
                </a:lnTo>
                <a:lnTo>
                  <a:pt x="3082" y="4408"/>
                </a:lnTo>
                <a:lnTo>
                  <a:pt x="3060" y="4365"/>
                </a:lnTo>
                <a:lnTo>
                  <a:pt x="3017" y="4344"/>
                </a:lnTo>
                <a:lnTo>
                  <a:pt x="3017" y="4344"/>
                </a:lnTo>
                <a:lnTo>
                  <a:pt x="2975" y="4344"/>
                </a:lnTo>
                <a:lnTo>
                  <a:pt x="2932" y="4365"/>
                </a:lnTo>
                <a:lnTo>
                  <a:pt x="2846" y="4472"/>
                </a:lnTo>
                <a:lnTo>
                  <a:pt x="2782" y="4558"/>
                </a:lnTo>
                <a:lnTo>
                  <a:pt x="2761" y="4601"/>
                </a:lnTo>
                <a:lnTo>
                  <a:pt x="2718" y="4622"/>
                </a:lnTo>
                <a:lnTo>
                  <a:pt x="2718" y="4622"/>
                </a:lnTo>
                <a:lnTo>
                  <a:pt x="2675" y="4601"/>
                </a:lnTo>
                <a:lnTo>
                  <a:pt x="2654" y="4601"/>
                </a:lnTo>
                <a:lnTo>
                  <a:pt x="2611" y="4558"/>
                </a:lnTo>
                <a:lnTo>
                  <a:pt x="2611" y="4515"/>
                </a:lnTo>
                <a:lnTo>
                  <a:pt x="2589" y="4408"/>
                </a:lnTo>
                <a:lnTo>
                  <a:pt x="2589" y="4280"/>
                </a:lnTo>
                <a:lnTo>
                  <a:pt x="2654" y="4023"/>
                </a:lnTo>
                <a:lnTo>
                  <a:pt x="2696" y="3852"/>
                </a:lnTo>
                <a:lnTo>
                  <a:pt x="2696" y="3852"/>
                </a:lnTo>
                <a:lnTo>
                  <a:pt x="2675" y="3788"/>
                </a:lnTo>
                <a:lnTo>
                  <a:pt x="2654" y="3745"/>
                </a:lnTo>
                <a:lnTo>
                  <a:pt x="2611" y="3745"/>
                </a:lnTo>
                <a:lnTo>
                  <a:pt x="2547" y="3766"/>
                </a:lnTo>
                <a:lnTo>
                  <a:pt x="2547" y="3766"/>
                </a:lnTo>
                <a:lnTo>
                  <a:pt x="2504" y="3809"/>
                </a:lnTo>
                <a:lnTo>
                  <a:pt x="2483" y="3873"/>
                </a:lnTo>
                <a:lnTo>
                  <a:pt x="2418" y="4066"/>
                </a:lnTo>
                <a:lnTo>
                  <a:pt x="2397" y="4258"/>
                </a:lnTo>
                <a:lnTo>
                  <a:pt x="2376" y="4387"/>
                </a:lnTo>
                <a:lnTo>
                  <a:pt x="2376" y="4387"/>
                </a:lnTo>
                <a:lnTo>
                  <a:pt x="2397" y="4515"/>
                </a:lnTo>
                <a:lnTo>
                  <a:pt x="2418" y="4622"/>
                </a:lnTo>
                <a:lnTo>
                  <a:pt x="2483" y="4708"/>
                </a:lnTo>
                <a:lnTo>
                  <a:pt x="2547" y="4772"/>
                </a:lnTo>
                <a:lnTo>
                  <a:pt x="2632" y="4815"/>
                </a:lnTo>
                <a:lnTo>
                  <a:pt x="2718" y="4836"/>
                </a:lnTo>
                <a:lnTo>
                  <a:pt x="2825" y="4793"/>
                </a:lnTo>
                <a:lnTo>
                  <a:pt x="2910" y="4708"/>
                </a:lnTo>
                <a:lnTo>
                  <a:pt x="2910" y="4708"/>
                </a:lnTo>
                <a:close/>
                <a:moveTo>
                  <a:pt x="2376" y="3060"/>
                </a:moveTo>
                <a:lnTo>
                  <a:pt x="2376" y="3060"/>
                </a:lnTo>
                <a:lnTo>
                  <a:pt x="2397" y="2996"/>
                </a:lnTo>
                <a:lnTo>
                  <a:pt x="2376" y="2953"/>
                </a:lnTo>
                <a:lnTo>
                  <a:pt x="2354" y="2911"/>
                </a:lnTo>
                <a:lnTo>
                  <a:pt x="2311" y="2868"/>
                </a:lnTo>
                <a:lnTo>
                  <a:pt x="2204" y="2804"/>
                </a:lnTo>
                <a:lnTo>
                  <a:pt x="2097" y="2782"/>
                </a:lnTo>
                <a:lnTo>
                  <a:pt x="2097" y="2782"/>
                </a:lnTo>
                <a:lnTo>
                  <a:pt x="1990" y="2825"/>
                </a:lnTo>
                <a:lnTo>
                  <a:pt x="1883" y="2889"/>
                </a:lnTo>
                <a:lnTo>
                  <a:pt x="1798" y="2996"/>
                </a:lnTo>
                <a:lnTo>
                  <a:pt x="1776" y="3039"/>
                </a:lnTo>
                <a:lnTo>
                  <a:pt x="1776" y="3103"/>
                </a:lnTo>
                <a:lnTo>
                  <a:pt x="1776" y="3103"/>
                </a:lnTo>
                <a:lnTo>
                  <a:pt x="1776" y="3189"/>
                </a:lnTo>
                <a:lnTo>
                  <a:pt x="1819" y="3231"/>
                </a:lnTo>
                <a:lnTo>
                  <a:pt x="1841" y="3253"/>
                </a:lnTo>
                <a:lnTo>
                  <a:pt x="1905" y="3231"/>
                </a:lnTo>
                <a:lnTo>
                  <a:pt x="1990" y="3146"/>
                </a:lnTo>
                <a:lnTo>
                  <a:pt x="2076" y="3082"/>
                </a:lnTo>
                <a:lnTo>
                  <a:pt x="2076" y="3082"/>
                </a:lnTo>
                <a:lnTo>
                  <a:pt x="2119" y="3082"/>
                </a:lnTo>
                <a:lnTo>
                  <a:pt x="2162" y="3082"/>
                </a:lnTo>
                <a:lnTo>
                  <a:pt x="2226" y="3124"/>
                </a:lnTo>
                <a:lnTo>
                  <a:pt x="2269" y="3124"/>
                </a:lnTo>
                <a:lnTo>
                  <a:pt x="2311" y="3124"/>
                </a:lnTo>
                <a:lnTo>
                  <a:pt x="2354" y="3103"/>
                </a:lnTo>
                <a:lnTo>
                  <a:pt x="2376" y="3060"/>
                </a:lnTo>
                <a:lnTo>
                  <a:pt x="2376" y="3060"/>
                </a:lnTo>
                <a:close/>
                <a:moveTo>
                  <a:pt x="2975" y="3167"/>
                </a:moveTo>
                <a:lnTo>
                  <a:pt x="2975" y="3167"/>
                </a:lnTo>
                <a:lnTo>
                  <a:pt x="3017" y="3189"/>
                </a:lnTo>
                <a:lnTo>
                  <a:pt x="3039" y="3167"/>
                </a:lnTo>
                <a:lnTo>
                  <a:pt x="3124" y="3124"/>
                </a:lnTo>
                <a:lnTo>
                  <a:pt x="3210" y="3060"/>
                </a:lnTo>
                <a:lnTo>
                  <a:pt x="3253" y="3060"/>
                </a:lnTo>
                <a:lnTo>
                  <a:pt x="3317" y="3060"/>
                </a:lnTo>
                <a:lnTo>
                  <a:pt x="3317" y="3060"/>
                </a:lnTo>
                <a:lnTo>
                  <a:pt x="3403" y="3060"/>
                </a:lnTo>
                <a:lnTo>
                  <a:pt x="3424" y="3039"/>
                </a:lnTo>
                <a:lnTo>
                  <a:pt x="3445" y="3017"/>
                </a:lnTo>
                <a:lnTo>
                  <a:pt x="3467" y="2975"/>
                </a:lnTo>
                <a:lnTo>
                  <a:pt x="3424" y="2911"/>
                </a:lnTo>
                <a:lnTo>
                  <a:pt x="3381" y="2846"/>
                </a:lnTo>
                <a:lnTo>
                  <a:pt x="3296" y="2804"/>
                </a:lnTo>
                <a:lnTo>
                  <a:pt x="3189" y="2804"/>
                </a:lnTo>
                <a:lnTo>
                  <a:pt x="3146" y="2825"/>
                </a:lnTo>
                <a:lnTo>
                  <a:pt x="3082" y="2846"/>
                </a:lnTo>
                <a:lnTo>
                  <a:pt x="3082" y="2846"/>
                </a:lnTo>
                <a:lnTo>
                  <a:pt x="3017" y="2911"/>
                </a:lnTo>
                <a:lnTo>
                  <a:pt x="2953" y="2996"/>
                </a:lnTo>
                <a:lnTo>
                  <a:pt x="2932" y="3039"/>
                </a:lnTo>
                <a:lnTo>
                  <a:pt x="2932" y="3082"/>
                </a:lnTo>
                <a:lnTo>
                  <a:pt x="2932" y="3124"/>
                </a:lnTo>
                <a:lnTo>
                  <a:pt x="2975" y="3167"/>
                </a:lnTo>
                <a:lnTo>
                  <a:pt x="2975" y="3167"/>
                </a:lnTo>
                <a:close/>
                <a:moveTo>
                  <a:pt x="3103" y="3510"/>
                </a:moveTo>
                <a:lnTo>
                  <a:pt x="3103" y="3510"/>
                </a:lnTo>
                <a:lnTo>
                  <a:pt x="3103" y="3638"/>
                </a:lnTo>
                <a:lnTo>
                  <a:pt x="3124" y="3724"/>
                </a:lnTo>
                <a:lnTo>
                  <a:pt x="3167" y="3766"/>
                </a:lnTo>
                <a:lnTo>
                  <a:pt x="3210" y="3788"/>
                </a:lnTo>
                <a:lnTo>
                  <a:pt x="3253" y="3766"/>
                </a:lnTo>
                <a:lnTo>
                  <a:pt x="3296" y="3724"/>
                </a:lnTo>
                <a:lnTo>
                  <a:pt x="3338" y="3659"/>
                </a:lnTo>
                <a:lnTo>
                  <a:pt x="3360" y="3552"/>
                </a:lnTo>
                <a:lnTo>
                  <a:pt x="3360" y="3552"/>
                </a:lnTo>
                <a:lnTo>
                  <a:pt x="3360" y="3445"/>
                </a:lnTo>
                <a:lnTo>
                  <a:pt x="3317" y="3360"/>
                </a:lnTo>
                <a:lnTo>
                  <a:pt x="3274" y="3317"/>
                </a:lnTo>
                <a:lnTo>
                  <a:pt x="3231" y="3296"/>
                </a:lnTo>
                <a:lnTo>
                  <a:pt x="3189" y="3296"/>
                </a:lnTo>
                <a:lnTo>
                  <a:pt x="3146" y="3338"/>
                </a:lnTo>
                <a:lnTo>
                  <a:pt x="3103" y="3403"/>
                </a:lnTo>
                <a:lnTo>
                  <a:pt x="3103" y="3510"/>
                </a:lnTo>
                <a:lnTo>
                  <a:pt x="3103" y="3510"/>
                </a:lnTo>
                <a:close/>
                <a:moveTo>
                  <a:pt x="2269" y="3574"/>
                </a:moveTo>
                <a:lnTo>
                  <a:pt x="2269" y="3574"/>
                </a:lnTo>
                <a:lnTo>
                  <a:pt x="2247" y="3510"/>
                </a:lnTo>
                <a:lnTo>
                  <a:pt x="2226" y="3424"/>
                </a:lnTo>
                <a:lnTo>
                  <a:pt x="2183" y="3360"/>
                </a:lnTo>
                <a:lnTo>
                  <a:pt x="2140" y="3338"/>
                </a:lnTo>
                <a:lnTo>
                  <a:pt x="2097" y="3338"/>
                </a:lnTo>
                <a:lnTo>
                  <a:pt x="2097" y="3338"/>
                </a:lnTo>
                <a:lnTo>
                  <a:pt x="2076" y="3338"/>
                </a:lnTo>
                <a:lnTo>
                  <a:pt x="2033" y="3381"/>
                </a:lnTo>
                <a:lnTo>
                  <a:pt x="2012" y="3445"/>
                </a:lnTo>
                <a:lnTo>
                  <a:pt x="2012" y="3617"/>
                </a:lnTo>
                <a:lnTo>
                  <a:pt x="2012" y="3617"/>
                </a:lnTo>
                <a:lnTo>
                  <a:pt x="2012" y="3702"/>
                </a:lnTo>
                <a:lnTo>
                  <a:pt x="2012" y="3788"/>
                </a:lnTo>
                <a:lnTo>
                  <a:pt x="2033" y="3831"/>
                </a:lnTo>
                <a:lnTo>
                  <a:pt x="2055" y="3852"/>
                </a:lnTo>
                <a:lnTo>
                  <a:pt x="2097" y="3873"/>
                </a:lnTo>
                <a:lnTo>
                  <a:pt x="2140" y="3873"/>
                </a:lnTo>
                <a:lnTo>
                  <a:pt x="2140" y="3873"/>
                </a:lnTo>
                <a:lnTo>
                  <a:pt x="2183" y="3852"/>
                </a:lnTo>
                <a:lnTo>
                  <a:pt x="2226" y="3809"/>
                </a:lnTo>
                <a:lnTo>
                  <a:pt x="2247" y="3745"/>
                </a:lnTo>
                <a:lnTo>
                  <a:pt x="2269" y="3659"/>
                </a:lnTo>
                <a:lnTo>
                  <a:pt x="2269" y="3574"/>
                </a:lnTo>
                <a:lnTo>
                  <a:pt x="2269" y="3574"/>
                </a:lnTo>
                <a:close/>
                <a:moveTo>
                  <a:pt x="2696" y="5029"/>
                </a:moveTo>
                <a:lnTo>
                  <a:pt x="2696" y="5029"/>
                </a:lnTo>
                <a:lnTo>
                  <a:pt x="2611" y="5050"/>
                </a:lnTo>
                <a:lnTo>
                  <a:pt x="2525" y="5093"/>
                </a:lnTo>
                <a:lnTo>
                  <a:pt x="2461" y="5136"/>
                </a:lnTo>
                <a:lnTo>
                  <a:pt x="2440" y="5178"/>
                </a:lnTo>
                <a:lnTo>
                  <a:pt x="2440" y="5221"/>
                </a:lnTo>
                <a:lnTo>
                  <a:pt x="2440" y="5221"/>
                </a:lnTo>
                <a:lnTo>
                  <a:pt x="2461" y="5243"/>
                </a:lnTo>
                <a:lnTo>
                  <a:pt x="2483" y="5264"/>
                </a:lnTo>
                <a:lnTo>
                  <a:pt x="2589" y="5285"/>
                </a:lnTo>
                <a:lnTo>
                  <a:pt x="2782" y="5243"/>
                </a:lnTo>
                <a:lnTo>
                  <a:pt x="2782" y="5243"/>
                </a:lnTo>
                <a:lnTo>
                  <a:pt x="2803" y="5264"/>
                </a:lnTo>
                <a:lnTo>
                  <a:pt x="2889" y="5264"/>
                </a:lnTo>
                <a:lnTo>
                  <a:pt x="2953" y="5221"/>
                </a:lnTo>
                <a:lnTo>
                  <a:pt x="2975" y="5200"/>
                </a:lnTo>
                <a:lnTo>
                  <a:pt x="2975" y="5157"/>
                </a:lnTo>
                <a:lnTo>
                  <a:pt x="2975" y="5157"/>
                </a:lnTo>
                <a:lnTo>
                  <a:pt x="2953" y="5114"/>
                </a:lnTo>
                <a:lnTo>
                  <a:pt x="2932" y="5093"/>
                </a:lnTo>
                <a:lnTo>
                  <a:pt x="2868" y="5050"/>
                </a:lnTo>
                <a:lnTo>
                  <a:pt x="2761" y="5029"/>
                </a:lnTo>
                <a:lnTo>
                  <a:pt x="2696" y="5029"/>
                </a:lnTo>
                <a:lnTo>
                  <a:pt x="2696" y="5029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24"/>
          <p:cNvSpPr/>
          <p:nvPr/>
        </p:nvSpPr>
        <p:spPr>
          <a:xfrm>
            <a:off x="2742761" y="4016705"/>
            <a:ext cx="241712" cy="211660"/>
          </a:xfrm>
          <a:custGeom>
            <a:rect b="b" l="l" r="r" t="t"/>
            <a:pathLst>
              <a:path extrusionOk="0" h="7832" w="8944">
                <a:moveTo>
                  <a:pt x="5371" y="471"/>
                </a:moveTo>
                <a:lnTo>
                  <a:pt x="5478" y="492"/>
                </a:lnTo>
                <a:lnTo>
                  <a:pt x="5585" y="535"/>
                </a:lnTo>
                <a:lnTo>
                  <a:pt x="5627" y="599"/>
                </a:lnTo>
                <a:lnTo>
                  <a:pt x="5670" y="685"/>
                </a:lnTo>
                <a:lnTo>
                  <a:pt x="5670" y="792"/>
                </a:lnTo>
                <a:lnTo>
                  <a:pt x="5670" y="920"/>
                </a:lnTo>
                <a:lnTo>
                  <a:pt x="5649" y="963"/>
                </a:lnTo>
                <a:lnTo>
                  <a:pt x="5606" y="963"/>
                </a:lnTo>
                <a:lnTo>
                  <a:pt x="5499" y="985"/>
                </a:lnTo>
                <a:lnTo>
                  <a:pt x="5371" y="1006"/>
                </a:lnTo>
                <a:lnTo>
                  <a:pt x="5306" y="1027"/>
                </a:lnTo>
                <a:lnTo>
                  <a:pt x="5242" y="1070"/>
                </a:lnTo>
                <a:lnTo>
                  <a:pt x="5199" y="1113"/>
                </a:lnTo>
                <a:lnTo>
                  <a:pt x="5199" y="1156"/>
                </a:lnTo>
                <a:lnTo>
                  <a:pt x="5199" y="1220"/>
                </a:lnTo>
                <a:lnTo>
                  <a:pt x="5199" y="1241"/>
                </a:lnTo>
                <a:lnTo>
                  <a:pt x="5178" y="1241"/>
                </a:lnTo>
                <a:lnTo>
                  <a:pt x="5050" y="1284"/>
                </a:lnTo>
                <a:lnTo>
                  <a:pt x="4793" y="1327"/>
                </a:lnTo>
                <a:lnTo>
                  <a:pt x="4515" y="1327"/>
                </a:lnTo>
                <a:lnTo>
                  <a:pt x="4237" y="1305"/>
                </a:lnTo>
                <a:lnTo>
                  <a:pt x="3959" y="1305"/>
                </a:lnTo>
                <a:lnTo>
                  <a:pt x="3616" y="1348"/>
                </a:lnTo>
                <a:lnTo>
                  <a:pt x="3338" y="1348"/>
                </a:lnTo>
                <a:lnTo>
                  <a:pt x="3295" y="1305"/>
                </a:lnTo>
                <a:lnTo>
                  <a:pt x="3252" y="1263"/>
                </a:lnTo>
                <a:lnTo>
                  <a:pt x="3252" y="1220"/>
                </a:lnTo>
                <a:lnTo>
                  <a:pt x="3231" y="1177"/>
                </a:lnTo>
                <a:lnTo>
                  <a:pt x="3210" y="1113"/>
                </a:lnTo>
                <a:lnTo>
                  <a:pt x="3188" y="1092"/>
                </a:lnTo>
                <a:lnTo>
                  <a:pt x="2825" y="1092"/>
                </a:lnTo>
                <a:lnTo>
                  <a:pt x="2825" y="920"/>
                </a:lnTo>
                <a:lnTo>
                  <a:pt x="2825" y="813"/>
                </a:lnTo>
                <a:lnTo>
                  <a:pt x="2846" y="728"/>
                </a:lnTo>
                <a:lnTo>
                  <a:pt x="2996" y="664"/>
                </a:lnTo>
                <a:lnTo>
                  <a:pt x="3188" y="621"/>
                </a:lnTo>
                <a:lnTo>
                  <a:pt x="3552" y="578"/>
                </a:lnTo>
                <a:lnTo>
                  <a:pt x="3787" y="578"/>
                </a:lnTo>
                <a:lnTo>
                  <a:pt x="4044" y="557"/>
                </a:lnTo>
                <a:lnTo>
                  <a:pt x="4301" y="557"/>
                </a:lnTo>
                <a:lnTo>
                  <a:pt x="4536" y="535"/>
                </a:lnTo>
                <a:lnTo>
                  <a:pt x="5007" y="471"/>
                </a:lnTo>
                <a:close/>
                <a:moveTo>
                  <a:pt x="2354" y="4451"/>
                </a:moveTo>
                <a:lnTo>
                  <a:pt x="2397" y="4472"/>
                </a:lnTo>
                <a:lnTo>
                  <a:pt x="2397" y="4493"/>
                </a:lnTo>
                <a:lnTo>
                  <a:pt x="2397" y="4515"/>
                </a:lnTo>
                <a:lnTo>
                  <a:pt x="2354" y="4558"/>
                </a:lnTo>
                <a:lnTo>
                  <a:pt x="2290" y="4558"/>
                </a:lnTo>
                <a:lnTo>
                  <a:pt x="2290" y="4515"/>
                </a:lnTo>
                <a:lnTo>
                  <a:pt x="2311" y="4493"/>
                </a:lnTo>
                <a:lnTo>
                  <a:pt x="2354" y="4493"/>
                </a:lnTo>
                <a:lnTo>
                  <a:pt x="2354" y="4451"/>
                </a:lnTo>
                <a:close/>
                <a:moveTo>
                  <a:pt x="7981" y="1712"/>
                </a:moveTo>
                <a:lnTo>
                  <a:pt x="8024" y="1733"/>
                </a:lnTo>
                <a:lnTo>
                  <a:pt x="8066" y="1755"/>
                </a:lnTo>
                <a:lnTo>
                  <a:pt x="8088" y="1819"/>
                </a:lnTo>
                <a:lnTo>
                  <a:pt x="8131" y="2012"/>
                </a:lnTo>
                <a:lnTo>
                  <a:pt x="8195" y="2375"/>
                </a:lnTo>
                <a:lnTo>
                  <a:pt x="8238" y="2760"/>
                </a:lnTo>
                <a:lnTo>
                  <a:pt x="8259" y="3124"/>
                </a:lnTo>
                <a:lnTo>
                  <a:pt x="8323" y="3509"/>
                </a:lnTo>
                <a:lnTo>
                  <a:pt x="8345" y="3745"/>
                </a:lnTo>
                <a:lnTo>
                  <a:pt x="8366" y="3852"/>
                </a:lnTo>
                <a:lnTo>
                  <a:pt x="8345" y="3959"/>
                </a:lnTo>
                <a:lnTo>
                  <a:pt x="8323" y="4066"/>
                </a:lnTo>
                <a:lnTo>
                  <a:pt x="8280" y="4108"/>
                </a:lnTo>
                <a:lnTo>
                  <a:pt x="8216" y="4108"/>
                </a:lnTo>
                <a:lnTo>
                  <a:pt x="8109" y="4130"/>
                </a:lnTo>
                <a:lnTo>
                  <a:pt x="7211" y="4237"/>
                </a:lnTo>
                <a:lnTo>
                  <a:pt x="6761" y="4301"/>
                </a:lnTo>
                <a:lnTo>
                  <a:pt x="6312" y="4365"/>
                </a:lnTo>
                <a:lnTo>
                  <a:pt x="5820" y="4365"/>
                </a:lnTo>
                <a:lnTo>
                  <a:pt x="5777" y="4386"/>
                </a:lnTo>
                <a:lnTo>
                  <a:pt x="5713" y="4408"/>
                </a:lnTo>
                <a:lnTo>
                  <a:pt x="5649" y="4472"/>
                </a:lnTo>
                <a:lnTo>
                  <a:pt x="5606" y="4515"/>
                </a:lnTo>
                <a:lnTo>
                  <a:pt x="5542" y="4536"/>
                </a:lnTo>
                <a:lnTo>
                  <a:pt x="5520" y="4365"/>
                </a:lnTo>
                <a:lnTo>
                  <a:pt x="5499" y="4215"/>
                </a:lnTo>
                <a:lnTo>
                  <a:pt x="5435" y="4066"/>
                </a:lnTo>
                <a:lnTo>
                  <a:pt x="5392" y="4001"/>
                </a:lnTo>
                <a:lnTo>
                  <a:pt x="5328" y="3937"/>
                </a:lnTo>
                <a:lnTo>
                  <a:pt x="5199" y="3894"/>
                </a:lnTo>
                <a:lnTo>
                  <a:pt x="5050" y="3852"/>
                </a:lnTo>
                <a:lnTo>
                  <a:pt x="4900" y="3852"/>
                </a:lnTo>
                <a:lnTo>
                  <a:pt x="4772" y="3873"/>
                </a:lnTo>
                <a:lnTo>
                  <a:pt x="4579" y="3894"/>
                </a:lnTo>
                <a:lnTo>
                  <a:pt x="4386" y="3937"/>
                </a:lnTo>
                <a:lnTo>
                  <a:pt x="4215" y="3980"/>
                </a:lnTo>
                <a:lnTo>
                  <a:pt x="4023" y="4001"/>
                </a:lnTo>
                <a:lnTo>
                  <a:pt x="3723" y="3980"/>
                </a:lnTo>
                <a:lnTo>
                  <a:pt x="3573" y="3980"/>
                </a:lnTo>
                <a:lnTo>
                  <a:pt x="3509" y="4001"/>
                </a:lnTo>
                <a:lnTo>
                  <a:pt x="3424" y="4044"/>
                </a:lnTo>
                <a:lnTo>
                  <a:pt x="3359" y="4087"/>
                </a:lnTo>
                <a:lnTo>
                  <a:pt x="3338" y="4151"/>
                </a:lnTo>
                <a:lnTo>
                  <a:pt x="3317" y="4194"/>
                </a:lnTo>
                <a:lnTo>
                  <a:pt x="3317" y="4258"/>
                </a:lnTo>
                <a:lnTo>
                  <a:pt x="3338" y="4365"/>
                </a:lnTo>
                <a:lnTo>
                  <a:pt x="3338" y="4429"/>
                </a:lnTo>
                <a:lnTo>
                  <a:pt x="3317" y="4515"/>
                </a:lnTo>
                <a:lnTo>
                  <a:pt x="3274" y="4558"/>
                </a:lnTo>
                <a:lnTo>
                  <a:pt x="3231" y="4579"/>
                </a:lnTo>
                <a:lnTo>
                  <a:pt x="3081" y="4579"/>
                </a:lnTo>
                <a:lnTo>
                  <a:pt x="3060" y="4558"/>
                </a:lnTo>
                <a:lnTo>
                  <a:pt x="3038" y="4536"/>
                </a:lnTo>
                <a:lnTo>
                  <a:pt x="3017" y="4515"/>
                </a:lnTo>
                <a:lnTo>
                  <a:pt x="2932" y="4515"/>
                </a:lnTo>
                <a:lnTo>
                  <a:pt x="2846" y="4536"/>
                </a:lnTo>
                <a:lnTo>
                  <a:pt x="2782" y="4558"/>
                </a:lnTo>
                <a:lnTo>
                  <a:pt x="2696" y="4558"/>
                </a:lnTo>
                <a:lnTo>
                  <a:pt x="2653" y="4515"/>
                </a:lnTo>
                <a:lnTo>
                  <a:pt x="2611" y="4451"/>
                </a:lnTo>
                <a:lnTo>
                  <a:pt x="2589" y="4386"/>
                </a:lnTo>
                <a:lnTo>
                  <a:pt x="2546" y="4344"/>
                </a:lnTo>
                <a:lnTo>
                  <a:pt x="2504" y="4322"/>
                </a:lnTo>
                <a:lnTo>
                  <a:pt x="2439" y="4344"/>
                </a:lnTo>
                <a:lnTo>
                  <a:pt x="2332" y="4386"/>
                </a:lnTo>
                <a:lnTo>
                  <a:pt x="2332" y="4258"/>
                </a:lnTo>
                <a:lnTo>
                  <a:pt x="2311" y="4215"/>
                </a:lnTo>
                <a:lnTo>
                  <a:pt x="2268" y="4194"/>
                </a:lnTo>
                <a:lnTo>
                  <a:pt x="2204" y="4194"/>
                </a:lnTo>
                <a:lnTo>
                  <a:pt x="2118" y="4237"/>
                </a:lnTo>
                <a:lnTo>
                  <a:pt x="1905" y="4386"/>
                </a:lnTo>
                <a:lnTo>
                  <a:pt x="1798" y="4451"/>
                </a:lnTo>
                <a:lnTo>
                  <a:pt x="1733" y="4493"/>
                </a:lnTo>
                <a:lnTo>
                  <a:pt x="1755" y="4408"/>
                </a:lnTo>
                <a:lnTo>
                  <a:pt x="1798" y="4365"/>
                </a:lnTo>
                <a:lnTo>
                  <a:pt x="1733" y="4322"/>
                </a:lnTo>
                <a:lnTo>
                  <a:pt x="1712" y="4258"/>
                </a:lnTo>
                <a:lnTo>
                  <a:pt x="1733" y="4215"/>
                </a:lnTo>
                <a:lnTo>
                  <a:pt x="1755" y="4151"/>
                </a:lnTo>
                <a:lnTo>
                  <a:pt x="1712" y="4130"/>
                </a:lnTo>
                <a:lnTo>
                  <a:pt x="1691" y="4130"/>
                </a:lnTo>
                <a:lnTo>
                  <a:pt x="1626" y="4151"/>
                </a:lnTo>
                <a:lnTo>
                  <a:pt x="1562" y="4194"/>
                </a:lnTo>
                <a:lnTo>
                  <a:pt x="1498" y="4215"/>
                </a:lnTo>
                <a:lnTo>
                  <a:pt x="1498" y="4215"/>
                </a:lnTo>
                <a:lnTo>
                  <a:pt x="1562" y="4130"/>
                </a:lnTo>
                <a:lnTo>
                  <a:pt x="1584" y="4044"/>
                </a:lnTo>
                <a:lnTo>
                  <a:pt x="1605" y="3980"/>
                </a:lnTo>
                <a:lnTo>
                  <a:pt x="1584" y="3959"/>
                </a:lnTo>
                <a:lnTo>
                  <a:pt x="1562" y="3916"/>
                </a:lnTo>
                <a:lnTo>
                  <a:pt x="1519" y="3894"/>
                </a:lnTo>
                <a:lnTo>
                  <a:pt x="1455" y="3894"/>
                </a:lnTo>
                <a:lnTo>
                  <a:pt x="1412" y="3916"/>
                </a:lnTo>
                <a:lnTo>
                  <a:pt x="1327" y="3959"/>
                </a:lnTo>
                <a:lnTo>
                  <a:pt x="1263" y="4023"/>
                </a:lnTo>
                <a:lnTo>
                  <a:pt x="1156" y="4066"/>
                </a:lnTo>
                <a:lnTo>
                  <a:pt x="1156" y="3980"/>
                </a:lnTo>
                <a:lnTo>
                  <a:pt x="1134" y="3959"/>
                </a:lnTo>
                <a:lnTo>
                  <a:pt x="1091" y="3937"/>
                </a:lnTo>
                <a:lnTo>
                  <a:pt x="1070" y="3873"/>
                </a:lnTo>
                <a:lnTo>
                  <a:pt x="1049" y="3787"/>
                </a:lnTo>
                <a:lnTo>
                  <a:pt x="1070" y="3680"/>
                </a:lnTo>
                <a:lnTo>
                  <a:pt x="1091" y="3552"/>
                </a:lnTo>
                <a:lnTo>
                  <a:pt x="1091" y="3531"/>
                </a:lnTo>
                <a:lnTo>
                  <a:pt x="1070" y="3509"/>
                </a:lnTo>
                <a:lnTo>
                  <a:pt x="1027" y="3509"/>
                </a:lnTo>
                <a:lnTo>
                  <a:pt x="920" y="3466"/>
                </a:lnTo>
                <a:lnTo>
                  <a:pt x="963" y="3359"/>
                </a:lnTo>
                <a:lnTo>
                  <a:pt x="984" y="3231"/>
                </a:lnTo>
                <a:lnTo>
                  <a:pt x="1006" y="3188"/>
                </a:lnTo>
                <a:lnTo>
                  <a:pt x="984" y="3146"/>
                </a:lnTo>
                <a:lnTo>
                  <a:pt x="963" y="3103"/>
                </a:lnTo>
                <a:lnTo>
                  <a:pt x="899" y="3103"/>
                </a:lnTo>
                <a:lnTo>
                  <a:pt x="856" y="3124"/>
                </a:lnTo>
                <a:lnTo>
                  <a:pt x="813" y="3167"/>
                </a:lnTo>
                <a:lnTo>
                  <a:pt x="792" y="3231"/>
                </a:lnTo>
                <a:lnTo>
                  <a:pt x="749" y="3252"/>
                </a:lnTo>
                <a:lnTo>
                  <a:pt x="749" y="3210"/>
                </a:lnTo>
                <a:lnTo>
                  <a:pt x="813" y="3060"/>
                </a:lnTo>
                <a:lnTo>
                  <a:pt x="942" y="2825"/>
                </a:lnTo>
                <a:lnTo>
                  <a:pt x="942" y="2718"/>
                </a:lnTo>
                <a:lnTo>
                  <a:pt x="920" y="2696"/>
                </a:lnTo>
                <a:lnTo>
                  <a:pt x="856" y="2696"/>
                </a:lnTo>
                <a:lnTo>
                  <a:pt x="792" y="2739"/>
                </a:lnTo>
                <a:lnTo>
                  <a:pt x="685" y="2846"/>
                </a:lnTo>
                <a:lnTo>
                  <a:pt x="621" y="2889"/>
                </a:lnTo>
                <a:lnTo>
                  <a:pt x="599" y="2889"/>
                </a:lnTo>
                <a:lnTo>
                  <a:pt x="599" y="2846"/>
                </a:lnTo>
                <a:lnTo>
                  <a:pt x="642" y="2782"/>
                </a:lnTo>
                <a:lnTo>
                  <a:pt x="771" y="2525"/>
                </a:lnTo>
                <a:lnTo>
                  <a:pt x="856" y="2375"/>
                </a:lnTo>
                <a:lnTo>
                  <a:pt x="899" y="2268"/>
                </a:lnTo>
                <a:lnTo>
                  <a:pt x="920" y="2161"/>
                </a:lnTo>
                <a:lnTo>
                  <a:pt x="920" y="2119"/>
                </a:lnTo>
                <a:lnTo>
                  <a:pt x="899" y="2097"/>
                </a:lnTo>
                <a:lnTo>
                  <a:pt x="856" y="2097"/>
                </a:lnTo>
                <a:lnTo>
                  <a:pt x="792" y="2119"/>
                </a:lnTo>
                <a:lnTo>
                  <a:pt x="728" y="2140"/>
                </a:lnTo>
                <a:lnTo>
                  <a:pt x="685" y="2140"/>
                </a:lnTo>
                <a:lnTo>
                  <a:pt x="621" y="2119"/>
                </a:lnTo>
                <a:lnTo>
                  <a:pt x="599" y="2140"/>
                </a:lnTo>
                <a:lnTo>
                  <a:pt x="578" y="2161"/>
                </a:lnTo>
                <a:lnTo>
                  <a:pt x="535" y="2183"/>
                </a:lnTo>
                <a:lnTo>
                  <a:pt x="514" y="2183"/>
                </a:lnTo>
                <a:lnTo>
                  <a:pt x="514" y="2076"/>
                </a:lnTo>
                <a:lnTo>
                  <a:pt x="514" y="1990"/>
                </a:lnTo>
                <a:lnTo>
                  <a:pt x="578" y="1947"/>
                </a:lnTo>
                <a:lnTo>
                  <a:pt x="706" y="1926"/>
                </a:lnTo>
                <a:lnTo>
                  <a:pt x="899" y="1905"/>
                </a:lnTo>
                <a:lnTo>
                  <a:pt x="1091" y="1883"/>
                </a:lnTo>
                <a:lnTo>
                  <a:pt x="2974" y="1883"/>
                </a:lnTo>
                <a:lnTo>
                  <a:pt x="5799" y="1776"/>
                </a:lnTo>
                <a:lnTo>
                  <a:pt x="6697" y="1755"/>
                </a:lnTo>
                <a:lnTo>
                  <a:pt x="7574" y="1733"/>
                </a:lnTo>
                <a:lnTo>
                  <a:pt x="7917" y="1733"/>
                </a:lnTo>
                <a:lnTo>
                  <a:pt x="7981" y="1712"/>
                </a:lnTo>
                <a:close/>
                <a:moveTo>
                  <a:pt x="599" y="4558"/>
                </a:moveTo>
                <a:lnTo>
                  <a:pt x="599" y="4579"/>
                </a:lnTo>
                <a:lnTo>
                  <a:pt x="621" y="4579"/>
                </a:lnTo>
                <a:lnTo>
                  <a:pt x="621" y="4600"/>
                </a:lnTo>
                <a:lnTo>
                  <a:pt x="578" y="4600"/>
                </a:lnTo>
                <a:lnTo>
                  <a:pt x="578" y="4579"/>
                </a:lnTo>
                <a:lnTo>
                  <a:pt x="599" y="4558"/>
                </a:lnTo>
                <a:close/>
                <a:moveTo>
                  <a:pt x="963" y="4451"/>
                </a:moveTo>
                <a:lnTo>
                  <a:pt x="1006" y="4515"/>
                </a:lnTo>
                <a:lnTo>
                  <a:pt x="1027" y="4558"/>
                </a:lnTo>
                <a:lnTo>
                  <a:pt x="1027" y="4579"/>
                </a:lnTo>
                <a:lnTo>
                  <a:pt x="1027" y="4600"/>
                </a:lnTo>
                <a:lnTo>
                  <a:pt x="984" y="4622"/>
                </a:lnTo>
                <a:lnTo>
                  <a:pt x="942" y="4622"/>
                </a:lnTo>
                <a:lnTo>
                  <a:pt x="920" y="4600"/>
                </a:lnTo>
                <a:lnTo>
                  <a:pt x="899" y="4600"/>
                </a:lnTo>
                <a:lnTo>
                  <a:pt x="920" y="4558"/>
                </a:lnTo>
                <a:lnTo>
                  <a:pt x="963" y="4493"/>
                </a:lnTo>
                <a:lnTo>
                  <a:pt x="963" y="4451"/>
                </a:lnTo>
                <a:close/>
                <a:moveTo>
                  <a:pt x="4921" y="4344"/>
                </a:moveTo>
                <a:lnTo>
                  <a:pt x="5007" y="4365"/>
                </a:lnTo>
                <a:lnTo>
                  <a:pt x="5028" y="4386"/>
                </a:lnTo>
                <a:lnTo>
                  <a:pt x="5071" y="4408"/>
                </a:lnTo>
                <a:lnTo>
                  <a:pt x="5135" y="4536"/>
                </a:lnTo>
                <a:lnTo>
                  <a:pt x="5157" y="4643"/>
                </a:lnTo>
                <a:lnTo>
                  <a:pt x="5178" y="4750"/>
                </a:lnTo>
                <a:lnTo>
                  <a:pt x="5178" y="4879"/>
                </a:lnTo>
                <a:lnTo>
                  <a:pt x="5178" y="4921"/>
                </a:lnTo>
                <a:lnTo>
                  <a:pt x="5135" y="4964"/>
                </a:lnTo>
                <a:lnTo>
                  <a:pt x="5092" y="5007"/>
                </a:lnTo>
                <a:lnTo>
                  <a:pt x="5028" y="5028"/>
                </a:lnTo>
                <a:lnTo>
                  <a:pt x="4857" y="5071"/>
                </a:lnTo>
                <a:lnTo>
                  <a:pt x="4558" y="5114"/>
                </a:lnTo>
                <a:lnTo>
                  <a:pt x="4237" y="5178"/>
                </a:lnTo>
                <a:lnTo>
                  <a:pt x="4087" y="5199"/>
                </a:lnTo>
                <a:lnTo>
                  <a:pt x="4001" y="5178"/>
                </a:lnTo>
                <a:lnTo>
                  <a:pt x="3937" y="5157"/>
                </a:lnTo>
                <a:lnTo>
                  <a:pt x="3766" y="5028"/>
                </a:lnTo>
                <a:lnTo>
                  <a:pt x="3680" y="4921"/>
                </a:lnTo>
                <a:lnTo>
                  <a:pt x="3638" y="4857"/>
                </a:lnTo>
                <a:lnTo>
                  <a:pt x="3638" y="4772"/>
                </a:lnTo>
                <a:lnTo>
                  <a:pt x="3680" y="4643"/>
                </a:lnTo>
                <a:lnTo>
                  <a:pt x="3723" y="4536"/>
                </a:lnTo>
                <a:lnTo>
                  <a:pt x="3766" y="4451"/>
                </a:lnTo>
                <a:lnTo>
                  <a:pt x="3809" y="4451"/>
                </a:lnTo>
                <a:lnTo>
                  <a:pt x="3873" y="4429"/>
                </a:lnTo>
                <a:lnTo>
                  <a:pt x="4322" y="4429"/>
                </a:lnTo>
                <a:lnTo>
                  <a:pt x="4558" y="4408"/>
                </a:lnTo>
                <a:lnTo>
                  <a:pt x="4772" y="4365"/>
                </a:lnTo>
                <a:lnTo>
                  <a:pt x="4921" y="4344"/>
                </a:lnTo>
                <a:close/>
                <a:moveTo>
                  <a:pt x="8066" y="6526"/>
                </a:moveTo>
                <a:lnTo>
                  <a:pt x="8131" y="6547"/>
                </a:lnTo>
                <a:lnTo>
                  <a:pt x="8152" y="6590"/>
                </a:lnTo>
                <a:lnTo>
                  <a:pt x="8195" y="6676"/>
                </a:lnTo>
                <a:lnTo>
                  <a:pt x="8195" y="6761"/>
                </a:lnTo>
                <a:lnTo>
                  <a:pt x="8195" y="6890"/>
                </a:lnTo>
                <a:lnTo>
                  <a:pt x="8173" y="6997"/>
                </a:lnTo>
                <a:lnTo>
                  <a:pt x="8131" y="7082"/>
                </a:lnTo>
                <a:lnTo>
                  <a:pt x="8066" y="7125"/>
                </a:lnTo>
                <a:lnTo>
                  <a:pt x="7767" y="7125"/>
                </a:lnTo>
                <a:lnTo>
                  <a:pt x="7382" y="7104"/>
                </a:lnTo>
                <a:lnTo>
                  <a:pt x="7232" y="7104"/>
                </a:lnTo>
                <a:lnTo>
                  <a:pt x="7189" y="7061"/>
                </a:lnTo>
                <a:lnTo>
                  <a:pt x="7211" y="6954"/>
                </a:lnTo>
                <a:lnTo>
                  <a:pt x="7211" y="6890"/>
                </a:lnTo>
                <a:lnTo>
                  <a:pt x="7253" y="6826"/>
                </a:lnTo>
                <a:lnTo>
                  <a:pt x="7339" y="6719"/>
                </a:lnTo>
                <a:lnTo>
                  <a:pt x="7403" y="6654"/>
                </a:lnTo>
                <a:lnTo>
                  <a:pt x="7467" y="6612"/>
                </a:lnTo>
                <a:lnTo>
                  <a:pt x="7617" y="6547"/>
                </a:lnTo>
                <a:lnTo>
                  <a:pt x="7788" y="6526"/>
                </a:lnTo>
                <a:close/>
                <a:moveTo>
                  <a:pt x="8002" y="4814"/>
                </a:moveTo>
                <a:lnTo>
                  <a:pt x="8045" y="4857"/>
                </a:lnTo>
                <a:lnTo>
                  <a:pt x="8088" y="4900"/>
                </a:lnTo>
                <a:lnTo>
                  <a:pt x="8109" y="5028"/>
                </a:lnTo>
                <a:lnTo>
                  <a:pt x="8131" y="5285"/>
                </a:lnTo>
                <a:lnTo>
                  <a:pt x="8173" y="5649"/>
                </a:lnTo>
                <a:lnTo>
                  <a:pt x="8173" y="5841"/>
                </a:lnTo>
                <a:lnTo>
                  <a:pt x="8173" y="6013"/>
                </a:lnTo>
                <a:lnTo>
                  <a:pt x="8173" y="6098"/>
                </a:lnTo>
                <a:lnTo>
                  <a:pt x="8152" y="6141"/>
                </a:lnTo>
                <a:lnTo>
                  <a:pt x="7681" y="6141"/>
                </a:lnTo>
                <a:lnTo>
                  <a:pt x="7489" y="6184"/>
                </a:lnTo>
                <a:lnTo>
                  <a:pt x="7275" y="6269"/>
                </a:lnTo>
                <a:lnTo>
                  <a:pt x="7211" y="6312"/>
                </a:lnTo>
                <a:lnTo>
                  <a:pt x="7146" y="6376"/>
                </a:lnTo>
                <a:lnTo>
                  <a:pt x="7039" y="6505"/>
                </a:lnTo>
                <a:lnTo>
                  <a:pt x="6954" y="6633"/>
                </a:lnTo>
                <a:lnTo>
                  <a:pt x="6911" y="6697"/>
                </a:lnTo>
                <a:lnTo>
                  <a:pt x="6847" y="6740"/>
                </a:lnTo>
                <a:lnTo>
                  <a:pt x="6847" y="6933"/>
                </a:lnTo>
                <a:lnTo>
                  <a:pt x="6826" y="7040"/>
                </a:lnTo>
                <a:lnTo>
                  <a:pt x="6804" y="7125"/>
                </a:lnTo>
                <a:lnTo>
                  <a:pt x="6740" y="7147"/>
                </a:lnTo>
                <a:lnTo>
                  <a:pt x="6654" y="7147"/>
                </a:lnTo>
                <a:lnTo>
                  <a:pt x="6505" y="7125"/>
                </a:lnTo>
                <a:lnTo>
                  <a:pt x="6355" y="7125"/>
                </a:lnTo>
                <a:lnTo>
                  <a:pt x="6205" y="7147"/>
                </a:lnTo>
                <a:lnTo>
                  <a:pt x="5906" y="7189"/>
                </a:lnTo>
                <a:lnTo>
                  <a:pt x="5285" y="7211"/>
                </a:lnTo>
                <a:lnTo>
                  <a:pt x="3402" y="7211"/>
                </a:lnTo>
                <a:lnTo>
                  <a:pt x="2718" y="7232"/>
                </a:lnTo>
                <a:lnTo>
                  <a:pt x="2439" y="7275"/>
                </a:lnTo>
                <a:lnTo>
                  <a:pt x="2183" y="7318"/>
                </a:lnTo>
                <a:lnTo>
                  <a:pt x="2033" y="7339"/>
                </a:lnTo>
                <a:lnTo>
                  <a:pt x="1947" y="7360"/>
                </a:lnTo>
                <a:lnTo>
                  <a:pt x="1883" y="7339"/>
                </a:lnTo>
                <a:lnTo>
                  <a:pt x="1862" y="7296"/>
                </a:lnTo>
                <a:lnTo>
                  <a:pt x="1862" y="7232"/>
                </a:lnTo>
                <a:lnTo>
                  <a:pt x="1862" y="7104"/>
                </a:lnTo>
                <a:lnTo>
                  <a:pt x="1819" y="6954"/>
                </a:lnTo>
                <a:lnTo>
                  <a:pt x="1755" y="6826"/>
                </a:lnTo>
                <a:lnTo>
                  <a:pt x="1648" y="6719"/>
                </a:lnTo>
                <a:lnTo>
                  <a:pt x="1541" y="6612"/>
                </a:lnTo>
                <a:lnTo>
                  <a:pt x="1412" y="6526"/>
                </a:lnTo>
                <a:lnTo>
                  <a:pt x="1284" y="6462"/>
                </a:lnTo>
                <a:lnTo>
                  <a:pt x="1134" y="6440"/>
                </a:lnTo>
                <a:lnTo>
                  <a:pt x="984" y="6440"/>
                </a:lnTo>
                <a:lnTo>
                  <a:pt x="984" y="6098"/>
                </a:lnTo>
                <a:lnTo>
                  <a:pt x="984" y="5756"/>
                </a:lnTo>
                <a:lnTo>
                  <a:pt x="942" y="5435"/>
                </a:lnTo>
                <a:lnTo>
                  <a:pt x="899" y="5093"/>
                </a:lnTo>
                <a:lnTo>
                  <a:pt x="1263" y="5050"/>
                </a:lnTo>
                <a:lnTo>
                  <a:pt x="2033" y="5050"/>
                </a:lnTo>
                <a:lnTo>
                  <a:pt x="2397" y="5071"/>
                </a:lnTo>
                <a:lnTo>
                  <a:pt x="3103" y="5093"/>
                </a:lnTo>
                <a:lnTo>
                  <a:pt x="3295" y="5114"/>
                </a:lnTo>
                <a:lnTo>
                  <a:pt x="3359" y="5135"/>
                </a:lnTo>
                <a:lnTo>
                  <a:pt x="3445" y="5178"/>
                </a:lnTo>
                <a:lnTo>
                  <a:pt x="3488" y="5285"/>
                </a:lnTo>
                <a:lnTo>
                  <a:pt x="3531" y="5392"/>
                </a:lnTo>
                <a:lnTo>
                  <a:pt x="3595" y="5456"/>
                </a:lnTo>
                <a:lnTo>
                  <a:pt x="3638" y="5499"/>
                </a:lnTo>
                <a:lnTo>
                  <a:pt x="3702" y="5542"/>
                </a:lnTo>
                <a:lnTo>
                  <a:pt x="3766" y="5563"/>
                </a:lnTo>
                <a:lnTo>
                  <a:pt x="3916" y="5606"/>
                </a:lnTo>
                <a:lnTo>
                  <a:pt x="4729" y="5606"/>
                </a:lnTo>
                <a:lnTo>
                  <a:pt x="4943" y="5563"/>
                </a:lnTo>
                <a:lnTo>
                  <a:pt x="5092" y="5542"/>
                </a:lnTo>
                <a:lnTo>
                  <a:pt x="5221" y="5478"/>
                </a:lnTo>
                <a:lnTo>
                  <a:pt x="5349" y="5392"/>
                </a:lnTo>
                <a:lnTo>
                  <a:pt x="5456" y="5306"/>
                </a:lnTo>
                <a:lnTo>
                  <a:pt x="5520" y="5199"/>
                </a:lnTo>
                <a:lnTo>
                  <a:pt x="5563" y="5135"/>
                </a:lnTo>
                <a:lnTo>
                  <a:pt x="5606" y="5093"/>
                </a:lnTo>
                <a:lnTo>
                  <a:pt x="5692" y="5071"/>
                </a:lnTo>
                <a:lnTo>
                  <a:pt x="6012" y="5071"/>
                </a:lnTo>
                <a:lnTo>
                  <a:pt x="6398" y="5028"/>
                </a:lnTo>
                <a:lnTo>
                  <a:pt x="6783" y="4964"/>
                </a:lnTo>
                <a:lnTo>
                  <a:pt x="7168" y="4900"/>
                </a:lnTo>
                <a:lnTo>
                  <a:pt x="7553" y="4857"/>
                </a:lnTo>
                <a:lnTo>
                  <a:pt x="7767" y="4836"/>
                </a:lnTo>
                <a:lnTo>
                  <a:pt x="7895" y="4814"/>
                </a:lnTo>
                <a:close/>
                <a:moveTo>
                  <a:pt x="984" y="6826"/>
                </a:moveTo>
                <a:lnTo>
                  <a:pt x="1134" y="6847"/>
                </a:lnTo>
                <a:lnTo>
                  <a:pt x="1241" y="6890"/>
                </a:lnTo>
                <a:lnTo>
                  <a:pt x="1305" y="6933"/>
                </a:lnTo>
                <a:lnTo>
                  <a:pt x="1370" y="6997"/>
                </a:lnTo>
                <a:lnTo>
                  <a:pt x="1412" y="7082"/>
                </a:lnTo>
                <a:lnTo>
                  <a:pt x="1434" y="7189"/>
                </a:lnTo>
                <a:lnTo>
                  <a:pt x="1455" y="7403"/>
                </a:lnTo>
                <a:lnTo>
                  <a:pt x="1284" y="7425"/>
                </a:lnTo>
                <a:lnTo>
                  <a:pt x="1049" y="7446"/>
                </a:lnTo>
                <a:lnTo>
                  <a:pt x="942" y="7446"/>
                </a:lnTo>
                <a:lnTo>
                  <a:pt x="856" y="7425"/>
                </a:lnTo>
                <a:lnTo>
                  <a:pt x="813" y="7382"/>
                </a:lnTo>
                <a:lnTo>
                  <a:pt x="813" y="7339"/>
                </a:lnTo>
                <a:lnTo>
                  <a:pt x="813" y="7296"/>
                </a:lnTo>
                <a:lnTo>
                  <a:pt x="856" y="7253"/>
                </a:lnTo>
                <a:lnTo>
                  <a:pt x="899" y="7211"/>
                </a:lnTo>
                <a:lnTo>
                  <a:pt x="963" y="7168"/>
                </a:lnTo>
                <a:lnTo>
                  <a:pt x="984" y="7104"/>
                </a:lnTo>
                <a:lnTo>
                  <a:pt x="1006" y="6954"/>
                </a:lnTo>
                <a:lnTo>
                  <a:pt x="984" y="6826"/>
                </a:lnTo>
                <a:close/>
                <a:moveTo>
                  <a:pt x="5328" y="0"/>
                </a:moveTo>
                <a:lnTo>
                  <a:pt x="4943" y="22"/>
                </a:lnTo>
                <a:lnTo>
                  <a:pt x="4622" y="65"/>
                </a:lnTo>
                <a:lnTo>
                  <a:pt x="3916" y="86"/>
                </a:lnTo>
                <a:lnTo>
                  <a:pt x="3552" y="107"/>
                </a:lnTo>
                <a:lnTo>
                  <a:pt x="3210" y="150"/>
                </a:lnTo>
                <a:lnTo>
                  <a:pt x="2889" y="214"/>
                </a:lnTo>
                <a:lnTo>
                  <a:pt x="2718" y="278"/>
                </a:lnTo>
                <a:lnTo>
                  <a:pt x="2568" y="364"/>
                </a:lnTo>
                <a:lnTo>
                  <a:pt x="2504" y="428"/>
                </a:lnTo>
                <a:lnTo>
                  <a:pt x="2461" y="514"/>
                </a:lnTo>
                <a:lnTo>
                  <a:pt x="2418" y="578"/>
                </a:lnTo>
                <a:lnTo>
                  <a:pt x="2397" y="664"/>
                </a:lnTo>
                <a:lnTo>
                  <a:pt x="2375" y="835"/>
                </a:lnTo>
                <a:lnTo>
                  <a:pt x="2375" y="1027"/>
                </a:lnTo>
                <a:lnTo>
                  <a:pt x="2332" y="1006"/>
                </a:lnTo>
                <a:lnTo>
                  <a:pt x="2247" y="985"/>
                </a:lnTo>
                <a:lnTo>
                  <a:pt x="2183" y="985"/>
                </a:lnTo>
                <a:lnTo>
                  <a:pt x="2118" y="1006"/>
                </a:lnTo>
                <a:lnTo>
                  <a:pt x="2054" y="1027"/>
                </a:lnTo>
                <a:lnTo>
                  <a:pt x="1990" y="1070"/>
                </a:lnTo>
                <a:lnTo>
                  <a:pt x="1969" y="1113"/>
                </a:lnTo>
                <a:lnTo>
                  <a:pt x="1969" y="1198"/>
                </a:lnTo>
                <a:lnTo>
                  <a:pt x="1990" y="1241"/>
                </a:lnTo>
                <a:lnTo>
                  <a:pt x="2033" y="1263"/>
                </a:lnTo>
                <a:lnTo>
                  <a:pt x="2118" y="1305"/>
                </a:lnTo>
                <a:lnTo>
                  <a:pt x="2204" y="1327"/>
                </a:lnTo>
                <a:lnTo>
                  <a:pt x="2225" y="1348"/>
                </a:lnTo>
                <a:lnTo>
                  <a:pt x="2247" y="1370"/>
                </a:lnTo>
                <a:lnTo>
                  <a:pt x="1990" y="1391"/>
                </a:lnTo>
                <a:lnTo>
                  <a:pt x="1733" y="1391"/>
                </a:lnTo>
                <a:lnTo>
                  <a:pt x="1198" y="1348"/>
                </a:lnTo>
                <a:lnTo>
                  <a:pt x="942" y="1370"/>
                </a:lnTo>
                <a:lnTo>
                  <a:pt x="685" y="1412"/>
                </a:lnTo>
                <a:lnTo>
                  <a:pt x="557" y="1455"/>
                </a:lnTo>
                <a:lnTo>
                  <a:pt x="450" y="1498"/>
                </a:lnTo>
                <a:lnTo>
                  <a:pt x="343" y="1584"/>
                </a:lnTo>
                <a:lnTo>
                  <a:pt x="236" y="1669"/>
                </a:lnTo>
                <a:lnTo>
                  <a:pt x="171" y="1733"/>
                </a:lnTo>
                <a:lnTo>
                  <a:pt x="129" y="1819"/>
                </a:lnTo>
                <a:lnTo>
                  <a:pt x="86" y="1926"/>
                </a:lnTo>
                <a:lnTo>
                  <a:pt x="43" y="2033"/>
                </a:lnTo>
                <a:lnTo>
                  <a:pt x="22" y="2268"/>
                </a:lnTo>
                <a:lnTo>
                  <a:pt x="0" y="2504"/>
                </a:lnTo>
                <a:lnTo>
                  <a:pt x="22" y="2739"/>
                </a:lnTo>
                <a:lnTo>
                  <a:pt x="43" y="2996"/>
                </a:lnTo>
                <a:lnTo>
                  <a:pt x="86" y="3424"/>
                </a:lnTo>
                <a:lnTo>
                  <a:pt x="86" y="3659"/>
                </a:lnTo>
                <a:lnTo>
                  <a:pt x="86" y="3894"/>
                </a:lnTo>
                <a:lnTo>
                  <a:pt x="129" y="4087"/>
                </a:lnTo>
                <a:lnTo>
                  <a:pt x="150" y="4301"/>
                </a:lnTo>
                <a:lnTo>
                  <a:pt x="129" y="4600"/>
                </a:lnTo>
                <a:lnTo>
                  <a:pt x="129" y="4772"/>
                </a:lnTo>
                <a:lnTo>
                  <a:pt x="171" y="4900"/>
                </a:lnTo>
                <a:lnTo>
                  <a:pt x="214" y="5007"/>
                </a:lnTo>
                <a:lnTo>
                  <a:pt x="278" y="5050"/>
                </a:lnTo>
                <a:lnTo>
                  <a:pt x="343" y="5093"/>
                </a:lnTo>
                <a:lnTo>
                  <a:pt x="407" y="5157"/>
                </a:lnTo>
                <a:lnTo>
                  <a:pt x="428" y="5199"/>
                </a:lnTo>
                <a:lnTo>
                  <a:pt x="450" y="5242"/>
                </a:lnTo>
                <a:lnTo>
                  <a:pt x="450" y="5371"/>
                </a:lnTo>
                <a:lnTo>
                  <a:pt x="407" y="5627"/>
                </a:lnTo>
                <a:lnTo>
                  <a:pt x="407" y="5927"/>
                </a:lnTo>
                <a:lnTo>
                  <a:pt x="407" y="6226"/>
                </a:lnTo>
                <a:lnTo>
                  <a:pt x="428" y="6826"/>
                </a:lnTo>
                <a:lnTo>
                  <a:pt x="428" y="7082"/>
                </a:lnTo>
                <a:lnTo>
                  <a:pt x="428" y="7339"/>
                </a:lnTo>
                <a:lnTo>
                  <a:pt x="385" y="7510"/>
                </a:lnTo>
                <a:lnTo>
                  <a:pt x="385" y="7617"/>
                </a:lnTo>
                <a:lnTo>
                  <a:pt x="407" y="7703"/>
                </a:lnTo>
                <a:lnTo>
                  <a:pt x="471" y="7767"/>
                </a:lnTo>
                <a:lnTo>
                  <a:pt x="557" y="7810"/>
                </a:lnTo>
                <a:lnTo>
                  <a:pt x="685" y="7831"/>
                </a:lnTo>
                <a:lnTo>
                  <a:pt x="1477" y="7831"/>
                </a:lnTo>
                <a:lnTo>
                  <a:pt x="1712" y="7810"/>
                </a:lnTo>
                <a:lnTo>
                  <a:pt x="2183" y="7724"/>
                </a:lnTo>
                <a:lnTo>
                  <a:pt x="2504" y="7681"/>
                </a:lnTo>
                <a:lnTo>
                  <a:pt x="2803" y="7660"/>
                </a:lnTo>
                <a:lnTo>
                  <a:pt x="3402" y="7660"/>
                </a:lnTo>
                <a:lnTo>
                  <a:pt x="5713" y="7703"/>
                </a:lnTo>
                <a:lnTo>
                  <a:pt x="6890" y="7767"/>
                </a:lnTo>
                <a:lnTo>
                  <a:pt x="7489" y="7746"/>
                </a:lnTo>
                <a:lnTo>
                  <a:pt x="7788" y="7724"/>
                </a:lnTo>
                <a:lnTo>
                  <a:pt x="8066" y="7703"/>
                </a:lnTo>
                <a:lnTo>
                  <a:pt x="8195" y="7681"/>
                </a:lnTo>
                <a:lnTo>
                  <a:pt x="8323" y="7639"/>
                </a:lnTo>
                <a:lnTo>
                  <a:pt x="8430" y="7596"/>
                </a:lnTo>
                <a:lnTo>
                  <a:pt x="8473" y="7553"/>
                </a:lnTo>
                <a:lnTo>
                  <a:pt x="8516" y="7489"/>
                </a:lnTo>
                <a:lnTo>
                  <a:pt x="8537" y="7382"/>
                </a:lnTo>
                <a:lnTo>
                  <a:pt x="8559" y="7253"/>
                </a:lnTo>
                <a:lnTo>
                  <a:pt x="8580" y="6997"/>
                </a:lnTo>
                <a:lnTo>
                  <a:pt x="8601" y="6676"/>
                </a:lnTo>
                <a:lnTo>
                  <a:pt x="8601" y="6376"/>
                </a:lnTo>
                <a:lnTo>
                  <a:pt x="8580" y="5756"/>
                </a:lnTo>
                <a:lnTo>
                  <a:pt x="8559" y="5478"/>
                </a:lnTo>
                <a:lnTo>
                  <a:pt x="8516" y="5135"/>
                </a:lnTo>
                <a:lnTo>
                  <a:pt x="8516" y="4964"/>
                </a:lnTo>
                <a:lnTo>
                  <a:pt x="8516" y="4814"/>
                </a:lnTo>
                <a:lnTo>
                  <a:pt x="8559" y="4686"/>
                </a:lnTo>
                <a:lnTo>
                  <a:pt x="8580" y="4622"/>
                </a:lnTo>
                <a:lnTo>
                  <a:pt x="8623" y="4579"/>
                </a:lnTo>
                <a:lnTo>
                  <a:pt x="8687" y="4536"/>
                </a:lnTo>
                <a:lnTo>
                  <a:pt x="8773" y="4515"/>
                </a:lnTo>
                <a:lnTo>
                  <a:pt x="8858" y="4472"/>
                </a:lnTo>
                <a:lnTo>
                  <a:pt x="8922" y="4408"/>
                </a:lnTo>
                <a:lnTo>
                  <a:pt x="8944" y="4365"/>
                </a:lnTo>
                <a:lnTo>
                  <a:pt x="8944" y="4322"/>
                </a:lnTo>
                <a:lnTo>
                  <a:pt x="8922" y="4237"/>
                </a:lnTo>
                <a:lnTo>
                  <a:pt x="8880" y="4173"/>
                </a:lnTo>
                <a:lnTo>
                  <a:pt x="8858" y="4066"/>
                </a:lnTo>
                <a:lnTo>
                  <a:pt x="8837" y="3638"/>
                </a:lnTo>
                <a:lnTo>
                  <a:pt x="8815" y="3188"/>
                </a:lnTo>
                <a:lnTo>
                  <a:pt x="8773" y="2739"/>
                </a:lnTo>
                <a:lnTo>
                  <a:pt x="8730" y="2311"/>
                </a:lnTo>
                <a:lnTo>
                  <a:pt x="8666" y="2012"/>
                </a:lnTo>
                <a:lnTo>
                  <a:pt x="8623" y="1840"/>
                </a:lnTo>
                <a:lnTo>
                  <a:pt x="8580" y="1691"/>
                </a:lnTo>
                <a:lnTo>
                  <a:pt x="8516" y="1541"/>
                </a:lnTo>
                <a:lnTo>
                  <a:pt x="8430" y="1412"/>
                </a:lnTo>
                <a:lnTo>
                  <a:pt x="8323" y="1305"/>
                </a:lnTo>
                <a:lnTo>
                  <a:pt x="8195" y="1241"/>
                </a:lnTo>
                <a:lnTo>
                  <a:pt x="8088" y="1220"/>
                </a:lnTo>
                <a:lnTo>
                  <a:pt x="7981" y="1198"/>
                </a:lnTo>
                <a:lnTo>
                  <a:pt x="7767" y="1220"/>
                </a:lnTo>
                <a:lnTo>
                  <a:pt x="7532" y="1220"/>
                </a:lnTo>
                <a:lnTo>
                  <a:pt x="7318" y="1241"/>
                </a:lnTo>
                <a:lnTo>
                  <a:pt x="6911" y="1241"/>
                </a:lnTo>
                <a:lnTo>
                  <a:pt x="6526" y="1263"/>
                </a:lnTo>
                <a:lnTo>
                  <a:pt x="6355" y="1284"/>
                </a:lnTo>
                <a:lnTo>
                  <a:pt x="6269" y="1284"/>
                </a:lnTo>
                <a:lnTo>
                  <a:pt x="6205" y="1263"/>
                </a:lnTo>
                <a:lnTo>
                  <a:pt x="6184" y="1241"/>
                </a:lnTo>
                <a:lnTo>
                  <a:pt x="6162" y="1177"/>
                </a:lnTo>
                <a:lnTo>
                  <a:pt x="6162" y="1049"/>
                </a:lnTo>
                <a:lnTo>
                  <a:pt x="6162" y="835"/>
                </a:lnTo>
                <a:lnTo>
                  <a:pt x="6162" y="664"/>
                </a:lnTo>
                <a:lnTo>
                  <a:pt x="6141" y="471"/>
                </a:lnTo>
                <a:lnTo>
                  <a:pt x="6098" y="300"/>
                </a:lnTo>
                <a:lnTo>
                  <a:pt x="6055" y="236"/>
                </a:lnTo>
                <a:lnTo>
                  <a:pt x="5991" y="150"/>
                </a:lnTo>
                <a:lnTo>
                  <a:pt x="5927" y="107"/>
                </a:lnTo>
                <a:lnTo>
                  <a:pt x="5863" y="65"/>
                </a:lnTo>
                <a:lnTo>
                  <a:pt x="5713" y="22"/>
                </a:lnTo>
                <a:lnTo>
                  <a:pt x="5520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24"/>
          <p:cNvSpPr/>
          <p:nvPr/>
        </p:nvSpPr>
        <p:spPr>
          <a:xfrm>
            <a:off x="6965676" y="2073370"/>
            <a:ext cx="241144" cy="179851"/>
          </a:xfrm>
          <a:custGeom>
            <a:rect b="b" l="l" r="r" t="t"/>
            <a:pathLst>
              <a:path extrusionOk="0" h="6655" w="8923">
                <a:moveTo>
                  <a:pt x="6056" y="1969"/>
                </a:moveTo>
                <a:lnTo>
                  <a:pt x="6312" y="1991"/>
                </a:lnTo>
                <a:lnTo>
                  <a:pt x="6912" y="2012"/>
                </a:lnTo>
                <a:lnTo>
                  <a:pt x="6890" y="2525"/>
                </a:lnTo>
                <a:lnTo>
                  <a:pt x="6890" y="3060"/>
                </a:lnTo>
                <a:lnTo>
                  <a:pt x="6762" y="3082"/>
                </a:lnTo>
                <a:lnTo>
                  <a:pt x="6633" y="3082"/>
                </a:lnTo>
                <a:lnTo>
                  <a:pt x="6355" y="3060"/>
                </a:lnTo>
                <a:lnTo>
                  <a:pt x="6099" y="3039"/>
                </a:lnTo>
                <a:lnTo>
                  <a:pt x="5820" y="3060"/>
                </a:lnTo>
                <a:lnTo>
                  <a:pt x="5820" y="2782"/>
                </a:lnTo>
                <a:lnTo>
                  <a:pt x="5778" y="2525"/>
                </a:lnTo>
                <a:lnTo>
                  <a:pt x="5735" y="2226"/>
                </a:lnTo>
                <a:lnTo>
                  <a:pt x="5735" y="2098"/>
                </a:lnTo>
                <a:lnTo>
                  <a:pt x="5756" y="2033"/>
                </a:lnTo>
                <a:lnTo>
                  <a:pt x="5799" y="2012"/>
                </a:lnTo>
                <a:lnTo>
                  <a:pt x="5906" y="1969"/>
                </a:lnTo>
                <a:close/>
                <a:moveTo>
                  <a:pt x="5457" y="2012"/>
                </a:moveTo>
                <a:lnTo>
                  <a:pt x="5499" y="2440"/>
                </a:lnTo>
                <a:lnTo>
                  <a:pt x="5564" y="2889"/>
                </a:lnTo>
                <a:lnTo>
                  <a:pt x="5564" y="3018"/>
                </a:lnTo>
                <a:lnTo>
                  <a:pt x="5542" y="3039"/>
                </a:lnTo>
                <a:lnTo>
                  <a:pt x="5478" y="3060"/>
                </a:lnTo>
                <a:lnTo>
                  <a:pt x="5264" y="3060"/>
                </a:lnTo>
                <a:lnTo>
                  <a:pt x="4900" y="3082"/>
                </a:lnTo>
                <a:lnTo>
                  <a:pt x="4601" y="3125"/>
                </a:lnTo>
                <a:lnTo>
                  <a:pt x="4365" y="3125"/>
                </a:lnTo>
                <a:lnTo>
                  <a:pt x="4323" y="3103"/>
                </a:lnTo>
                <a:lnTo>
                  <a:pt x="4258" y="3018"/>
                </a:lnTo>
                <a:lnTo>
                  <a:pt x="4237" y="2868"/>
                </a:lnTo>
                <a:lnTo>
                  <a:pt x="4173" y="2632"/>
                </a:lnTo>
                <a:lnTo>
                  <a:pt x="4087" y="2311"/>
                </a:lnTo>
                <a:lnTo>
                  <a:pt x="4023" y="2012"/>
                </a:lnTo>
                <a:close/>
                <a:moveTo>
                  <a:pt x="2333" y="1926"/>
                </a:moveTo>
                <a:lnTo>
                  <a:pt x="2697" y="1969"/>
                </a:lnTo>
                <a:lnTo>
                  <a:pt x="3060" y="1991"/>
                </a:lnTo>
                <a:lnTo>
                  <a:pt x="3788" y="2012"/>
                </a:lnTo>
                <a:lnTo>
                  <a:pt x="3809" y="2162"/>
                </a:lnTo>
                <a:lnTo>
                  <a:pt x="3809" y="2290"/>
                </a:lnTo>
                <a:lnTo>
                  <a:pt x="3873" y="2590"/>
                </a:lnTo>
                <a:lnTo>
                  <a:pt x="3938" y="2889"/>
                </a:lnTo>
                <a:lnTo>
                  <a:pt x="3938" y="3060"/>
                </a:lnTo>
                <a:lnTo>
                  <a:pt x="3938" y="3125"/>
                </a:lnTo>
                <a:lnTo>
                  <a:pt x="3916" y="3167"/>
                </a:lnTo>
                <a:lnTo>
                  <a:pt x="3831" y="3210"/>
                </a:lnTo>
                <a:lnTo>
                  <a:pt x="3659" y="3210"/>
                </a:lnTo>
                <a:lnTo>
                  <a:pt x="3360" y="3232"/>
                </a:lnTo>
                <a:lnTo>
                  <a:pt x="3018" y="3317"/>
                </a:lnTo>
                <a:lnTo>
                  <a:pt x="2675" y="3424"/>
                </a:lnTo>
                <a:lnTo>
                  <a:pt x="2483" y="2675"/>
                </a:lnTo>
                <a:lnTo>
                  <a:pt x="2397" y="2311"/>
                </a:lnTo>
                <a:lnTo>
                  <a:pt x="2333" y="1926"/>
                </a:lnTo>
                <a:close/>
                <a:moveTo>
                  <a:pt x="7275" y="1991"/>
                </a:moveTo>
                <a:lnTo>
                  <a:pt x="7874" y="2033"/>
                </a:lnTo>
                <a:lnTo>
                  <a:pt x="8046" y="2033"/>
                </a:lnTo>
                <a:lnTo>
                  <a:pt x="8238" y="2055"/>
                </a:lnTo>
                <a:lnTo>
                  <a:pt x="8324" y="2076"/>
                </a:lnTo>
                <a:lnTo>
                  <a:pt x="8345" y="2098"/>
                </a:lnTo>
                <a:lnTo>
                  <a:pt x="8388" y="2205"/>
                </a:lnTo>
                <a:lnTo>
                  <a:pt x="8431" y="2333"/>
                </a:lnTo>
                <a:lnTo>
                  <a:pt x="8431" y="2483"/>
                </a:lnTo>
                <a:lnTo>
                  <a:pt x="8431" y="2782"/>
                </a:lnTo>
                <a:lnTo>
                  <a:pt x="8409" y="3103"/>
                </a:lnTo>
                <a:lnTo>
                  <a:pt x="8366" y="3381"/>
                </a:lnTo>
                <a:lnTo>
                  <a:pt x="8217" y="3617"/>
                </a:lnTo>
                <a:lnTo>
                  <a:pt x="8088" y="3916"/>
                </a:lnTo>
                <a:lnTo>
                  <a:pt x="8003" y="4216"/>
                </a:lnTo>
                <a:lnTo>
                  <a:pt x="7939" y="4472"/>
                </a:lnTo>
                <a:lnTo>
                  <a:pt x="7917" y="4793"/>
                </a:lnTo>
                <a:lnTo>
                  <a:pt x="7874" y="4922"/>
                </a:lnTo>
                <a:lnTo>
                  <a:pt x="7853" y="4986"/>
                </a:lnTo>
                <a:lnTo>
                  <a:pt x="7810" y="5007"/>
                </a:lnTo>
                <a:lnTo>
                  <a:pt x="7746" y="5029"/>
                </a:lnTo>
                <a:lnTo>
                  <a:pt x="7660" y="5029"/>
                </a:lnTo>
                <a:lnTo>
                  <a:pt x="7446" y="5007"/>
                </a:lnTo>
                <a:lnTo>
                  <a:pt x="7104" y="4965"/>
                </a:lnTo>
                <a:lnTo>
                  <a:pt x="7126" y="4815"/>
                </a:lnTo>
                <a:lnTo>
                  <a:pt x="7147" y="4644"/>
                </a:lnTo>
                <a:lnTo>
                  <a:pt x="7168" y="4323"/>
                </a:lnTo>
                <a:lnTo>
                  <a:pt x="7168" y="4002"/>
                </a:lnTo>
                <a:lnTo>
                  <a:pt x="7190" y="3852"/>
                </a:lnTo>
                <a:lnTo>
                  <a:pt x="7232" y="3681"/>
                </a:lnTo>
                <a:lnTo>
                  <a:pt x="7254" y="3617"/>
                </a:lnTo>
                <a:lnTo>
                  <a:pt x="7275" y="3595"/>
                </a:lnTo>
                <a:lnTo>
                  <a:pt x="7382" y="3552"/>
                </a:lnTo>
                <a:lnTo>
                  <a:pt x="7511" y="3531"/>
                </a:lnTo>
                <a:lnTo>
                  <a:pt x="7639" y="3531"/>
                </a:lnTo>
                <a:lnTo>
                  <a:pt x="7767" y="3510"/>
                </a:lnTo>
                <a:lnTo>
                  <a:pt x="7896" y="3488"/>
                </a:lnTo>
                <a:lnTo>
                  <a:pt x="8024" y="3424"/>
                </a:lnTo>
                <a:lnTo>
                  <a:pt x="8110" y="3360"/>
                </a:lnTo>
                <a:lnTo>
                  <a:pt x="8024" y="3296"/>
                </a:lnTo>
                <a:lnTo>
                  <a:pt x="7939" y="3253"/>
                </a:lnTo>
                <a:lnTo>
                  <a:pt x="7746" y="3189"/>
                </a:lnTo>
                <a:lnTo>
                  <a:pt x="7489" y="3189"/>
                </a:lnTo>
                <a:lnTo>
                  <a:pt x="7361" y="3167"/>
                </a:lnTo>
                <a:lnTo>
                  <a:pt x="7297" y="3167"/>
                </a:lnTo>
                <a:lnTo>
                  <a:pt x="7275" y="3146"/>
                </a:lnTo>
                <a:lnTo>
                  <a:pt x="7254" y="3103"/>
                </a:lnTo>
                <a:lnTo>
                  <a:pt x="7254" y="2996"/>
                </a:lnTo>
                <a:lnTo>
                  <a:pt x="7275" y="2846"/>
                </a:lnTo>
                <a:lnTo>
                  <a:pt x="7275" y="1991"/>
                </a:lnTo>
                <a:close/>
                <a:moveTo>
                  <a:pt x="6505" y="3531"/>
                </a:moveTo>
                <a:lnTo>
                  <a:pt x="6719" y="3552"/>
                </a:lnTo>
                <a:lnTo>
                  <a:pt x="6847" y="3552"/>
                </a:lnTo>
                <a:lnTo>
                  <a:pt x="6869" y="3617"/>
                </a:lnTo>
                <a:lnTo>
                  <a:pt x="6869" y="3724"/>
                </a:lnTo>
                <a:lnTo>
                  <a:pt x="6847" y="3916"/>
                </a:lnTo>
                <a:lnTo>
                  <a:pt x="6805" y="4451"/>
                </a:lnTo>
                <a:lnTo>
                  <a:pt x="6805" y="4729"/>
                </a:lnTo>
                <a:lnTo>
                  <a:pt x="6805" y="4986"/>
                </a:lnTo>
                <a:lnTo>
                  <a:pt x="6526" y="5029"/>
                </a:lnTo>
                <a:lnTo>
                  <a:pt x="6270" y="5050"/>
                </a:lnTo>
                <a:lnTo>
                  <a:pt x="6120" y="5072"/>
                </a:lnTo>
                <a:lnTo>
                  <a:pt x="5949" y="5072"/>
                </a:lnTo>
                <a:lnTo>
                  <a:pt x="5927" y="5007"/>
                </a:lnTo>
                <a:lnTo>
                  <a:pt x="5927" y="4922"/>
                </a:lnTo>
                <a:lnTo>
                  <a:pt x="5927" y="4751"/>
                </a:lnTo>
                <a:lnTo>
                  <a:pt x="5906" y="4152"/>
                </a:lnTo>
                <a:lnTo>
                  <a:pt x="5885" y="3552"/>
                </a:lnTo>
                <a:lnTo>
                  <a:pt x="6291" y="3531"/>
                </a:lnTo>
                <a:close/>
                <a:moveTo>
                  <a:pt x="5350" y="3531"/>
                </a:moveTo>
                <a:lnTo>
                  <a:pt x="5478" y="3552"/>
                </a:lnTo>
                <a:lnTo>
                  <a:pt x="5585" y="3574"/>
                </a:lnTo>
                <a:lnTo>
                  <a:pt x="5606" y="3681"/>
                </a:lnTo>
                <a:lnTo>
                  <a:pt x="5628" y="3809"/>
                </a:lnTo>
                <a:lnTo>
                  <a:pt x="5628" y="3938"/>
                </a:lnTo>
                <a:lnTo>
                  <a:pt x="5649" y="4494"/>
                </a:lnTo>
                <a:lnTo>
                  <a:pt x="5713" y="5072"/>
                </a:lnTo>
                <a:lnTo>
                  <a:pt x="4579" y="5179"/>
                </a:lnTo>
                <a:lnTo>
                  <a:pt x="3445" y="5264"/>
                </a:lnTo>
                <a:lnTo>
                  <a:pt x="3253" y="5307"/>
                </a:lnTo>
                <a:lnTo>
                  <a:pt x="3082" y="5350"/>
                </a:lnTo>
                <a:lnTo>
                  <a:pt x="2889" y="4515"/>
                </a:lnTo>
                <a:lnTo>
                  <a:pt x="2804" y="4087"/>
                </a:lnTo>
                <a:lnTo>
                  <a:pt x="2718" y="3681"/>
                </a:lnTo>
                <a:lnTo>
                  <a:pt x="2868" y="3702"/>
                </a:lnTo>
                <a:lnTo>
                  <a:pt x="2996" y="3724"/>
                </a:lnTo>
                <a:lnTo>
                  <a:pt x="3253" y="3724"/>
                </a:lnTo>
                <a:lnTo>
                  <a:pt x="3788" y="3681"/>
                </a:lnTo>
                <a:lnTo>
                  <a:pt x="3916" y="3681"/>
                </a:lnTo>
                <a:lnTo>
                  <a:pt x="3959" y="3702"/>
                </a:lnTo>
                <a:lnTo>
                  <a:pt x="3980" y="3724"/>
                </a:lnTo>
                <a:lnTo>
                  <a:pt x="4023" y="3788"/>
                </a:lnTo>
                <a:lnTo>
                  <a:pt x="4023" y="3916"/>
                </a:lnTo>
                <a:lnTo>
                  <a:pt x="4045" y="4152"/>
                </a:lnTo>
                <a:lnTo>
                  <a:pt x="4045" y="4365"/>
                </a:lnTo>
                <a:lnTo>
                  <a:pt x="4023" y="4558"/>
                </a:lnTo>
                <a:lnTo>
                  <a:pt x="4045" y="4793"/>
                </a:lnTo>
                <a:lnTo>
                  <a:pt x="4045" y="4922"/>
                </a:lnTo>
                <a:lnTo>
                  <a:pt x="4087" y="5007"/>
                </a:lnTo>
                <a:lnTo>
                  <a:pt x="4130" y="5093"/>
                </a:lnTo>
                <a:lnTo>
                  <a:pt x="4216" y="5136"/>
                </a:lnTo>
                <a:lnTo>
                  <a:pt x="4301" y="5157"/>
                </a:lnTo>
                <a:lnTo>
                  <a:pt x="4365" y="5136"/>
                </a:lnTo>
                <a:lnTo>
                  <a:pt x="4408" y="5114"/>
                </a:lnTo>
                <a:lnTo>
                  <a:pt x="4472" y="5072"/>
                </a:lnTo>
                <a:lnTo>
                  <a:pt x="4515" y="4922"/>
                </a:lnTo>
                <a:lnTo>
                  <a:pt x="4537" y="4793"/>
                </a:lnTo>
                <a:lnTo>
                  <a:pt x="4537" y="4451"/>
                </a:lnTo>
                <a:lnTo>
                  <a:pt x="4515" y="4130"/>
                </a:lnTo>
                <a:lnTo>
                  <a:pt x="4451" y="3916"/>
                </a:lnTo>
                <a:lnTo>
                  <a:pt x="4430" y="3788"/>
                </a:lnTo>
                <a:lnTo>
                  <a:pt x="4451" y="3681"/>
                </a:lnTo>
                <a:lnTo>
                  <a:pt x="4472" y="3638"/>
                </a:lnTo>
                <a:lnTo>
                  <a:pt x="4515" y="3617"/>
                </a:lnTo>
                <a:lnTo>
                  <a:pt x="4644" y="3595"/>
                </a:lnTo>
                <a:lnTo>
                  <a:pt x="4943" y="3574"/>
                </a:lnTo>
                <a:lnTo>
                  <a:pt x="5200" y="3552"/>
                </a:lnTo>
                <a:lnTo>
                  <a:pt x="5350" y="3531"/>
                </a:lnTo>
                <a:close/>
                <a:moveTo>
                  <a:pt x="1541" y="1"/>
                </a:moveTo>
                <a:lnTo>
                  <a:pt x="1370" y="44"/>
                </a:lnTo>
                <a:lnTo>
                  <a:pt x="1199" y="108"/>
                </a:lnTo>
                <a:lnTo>
                  <a:pt x="1006" y="193"/>
                </a:lnTo>
                <a:lnTo>
                  <a:pt x="685" y="343"/>
                </a:lnTo>
                <a:lnTo>
                  <a:pt x="514" y="407"/>
                </a:lnTo>
                <a:lnTo>
                  <a:pt x="343" y="450"/>
                </a:lnTo>
                <a:lnTo>
                  <a:pt x="257" y="493"/>
                </a:lnTo>
                <a:lnTo>
                  <a:pt x="172" y="536"/>
                </a:lnTo>
                <a:lnTo>
                  <a:pt x="108" y="600"/>
                </a:lnTo>
                <a:lnTo>
                  <a:pt x="44" y="664"/>
                </a:lnTo>
                <a:lnTo>
                  <a:pt x="22" y="750"/>
                </a:lnTo>
                <a:lnTo>
                  <a:pt x="1" y="835"/>
                </a:lnTo>
                <a:lnTo>
                  <a:pt x="1" y="921"/>
                </a:lnTo>
                <a:lnTo>
                  <a:pt x="22" y="1006"/>
                </a:lnTo>
                <a:lnTo>
                  <a:pt x="44" y="1092"/>
                </a:lnTo>
                <a:lnTo>
                  <a:pt x="86" y="1156"/>
                </a:lnTo>
                <a:lnTo>
                  <a:pt x="151" y="1220"/>
                </a:lnTo>
                <a:lnTo>
                  <a:pt x="215" y="1263"/>
                </a:lnTo>
                <a:lnTo>
                  <a:pt x="322" y="1306"/>
                </a:lnTo>
                <a:lnTo>
                  <a:pt x="407" y="1327"/>
                </a:lnTo>
                <a:lnTo>
                  <a:pt x="514" y="1327"/>
                </a:lnTo>
                <a:lnTo>
                  <a:pt x="600" y="1284"/>
                </a:lnTo>
                <a:lnTo>
                  <a:pt x="685" y="1242"/>
                </a:lnTo>
                <a:lnTo>
                  <a:pt x="750" y="1178"/>
                </a:lnTo>
                <a:lnTo>
                  <a:pt x="814" y="1092"/>
                </a:lnTo>
                <a:lnTo>
                  <a:pt x="835" y="985"/>
                </a:lnTo>
                <a:lnTo>
                  <a:pt x="835" y="899"/>
                </a:lnTo>
                <a:lnTo>
                  <a:pt x="835" y="792"/>
                </a:lnTo>
                <a:lnTo>
                  <a:pt x="857" y="707"/>
                </a:lnTo>
                <a:lnTo>
                  <a:pt x="942" y="664"/>
                </a:lnTo>
                <a:lnTo>
                  <a:pt x="1092" y="578"/>
                </a:lnTo>
                <a:lnTo>
                  <a:pt x="1284" y="493"/>
                </a:lnTo>
                <a:lnTo>
                  <a:pt x="1370" y="471"/>
                </a:lnTo>
                <a:lnTo>
                  <a:pt x="1520" y="471"/>
                </a:lnTo>
                <a:lnTo>
                  <a:pt x="1563" y="514"/>
                </a:lnTo>
                <a:lnTo>
                  <a:pt x="1627" y="643"/>
                </a:lnTo>
                <a:lnTo>
                  <a:pt x="1648" y="792"/>
                </a:lnTo>
                <a:lnTo>
                  <a:pt x="1691" y="1092"/>
                </a:lnTo>
                <a:lnTo>
                  <a:pt x="1798" y="1648"/>
                </a:lnTo>
                <a:lnTo>
                  <a:pt x="2055" y="2782"/>
                </a:lnTo>
                <a:lnTo>
                  <a:pt x="2290" y="4023"/>
                </a:lnTo>
                <a:lnTo>
                  <a:pt x="2547" y="5264"/>
                </a:lnTo>
                <a:lnTo>
                  <a:pt x="2418" y="5264"/>
                </a:lnTo>
                <a:lnTo>
                  <a:pt x="2247" y="5307"/>
                </a:lnTo>
                <a:lnTo>
                  <a:pt x="2098" y="5371"/>
                </a:lnTo>
                <a:lnTo>
                  <a:pt x="1948" y="5478"/>
                </a:lnTo>
                <a:lnTo>
                  <a:pt x="1819" y="5585"/>
                </a:lnTo>
                <a:lnTo>
                  <a:pt x="1691" y="5692"/>
                </a:lnTo>
                <a:lnTo>
                  <a:pt x="1605" y="5820"/>
                </a:lnTo>
                <a:lnTo>
                  <a:pt x="1563" y="5970"/>
                </a:lnTo>
                <a:lnTo>
                  <a:pt x="1541" y="6120"/>
                </a:lnTo>
                <a:lnTo>
                  <a:pt x="1584" y="6270"/>
                </a:lnTo>
                <a:lnTo>
                  <a:pt x="1648" y="6377"/>
                </a:lnTo>
                <a:lnTo>
                  <a:pt x="1734" y="6484"/>
                </a:lnTo>
                <a:lnTo>
                  <a:pt x="1841" y="6548"/>
                </a:lnTo>
                <a:lnTo>
                  <a:pt x="1969" y="6591"/>
                </a:lnTo>
                <a:lnTo>
                  <a:pt x="2119" y="6633"/>
                </a:lnTo>
                <a:lnTo>
                  <a:pt x="2269" y="6655"/>
                </a:lnTo>
                <a:lnTo>
                  <a:pt x="2718" y="6655"/>
                </a:lnTo>
                <a:lnTo>
                  <a:pt x="3167" y="6591"/>
                </a:lnTo>
                <a:lnTo>
                  <a:pt x="3617" y="6526"/>
                </a:lnTo>
                <a:lnTo>
                  <a:pt x="4045" y="6441"/>
                </a:lnTo>
                <a:lnTo>
                  <a:pt x="4280" y="6398"/>
                </a:lnTo>
                <a:lnTo>
                  <a:pt x="4986" y="6398"/>
                </a:lnTo>
                <a:lnTo>
                  <a:pt x="5906" y="6462"/>
                </a:lnTo>
                <a:lnTo>
                  <a:pt x="6740" y="6462"/>
                </a:lnTo>
                <a:lnTo>
                  <a:pt x="7168" y="6484"/>
                </a:lnTo>
                <a:lnTo>
                  <a:pt x="7575" y="6505"/>
                </a:lnTo>
                <a:lnTo>
                  <a:pt x="7939" y="6505"/>
                </a:lnTo>
                <a:lnTo>
                  <a:pt x="8067" y="6484"/>
                </a:lnTo>
                <a:lnTo>
                  <a:pt x="8174" y="6441"/>
                </a:lnTo>
                <a:lnTo>
                  <a:pt x="8259" y="6377"/>
                </a:lnTo>
                <a:lnTo>
                  <a:pt x="8281" y="6334"/>
                </a:lnTo>
                <a:lnTo>
                  <a:pt x="8281" y="6270"/>
                </a:lnTo>
                <a:lnTo>
                  <a:pt x="8259" y="6227"/>
                </a:lnTo>
                <a:lnTo>
                  <a:pt x="8238" y="6141"/>
                </a:lnTo>
                <a:lnTo>
                  <a:pt x="8195" y="6077"/>
                </a:lnTo>
                <a:lnTo>
                  <a:pt x="8131" y="6034"/>
                </a:lnTo>
                <a:lnTo>
                  <a:pt x="8067" y="6013"/>
                </a:lnTo>
                <a:lnTo>
                  <a:pt x="7981" y="6013"/>
                </a:lnTo>
                <a:lnTo>
                  <a:pt x="7832" y="5992"/>
                </a:lnTo>
                <a:lnTo>
                  <a:pt x="7682" y="6013"/>
                </a:lnTo>
                <a:lnTo>
                  <a:pt x="6719" y="5992"/>
                </a:lnTo>
                <a:lnTo>
                  <a:pt x="5863" y="5970"/>
                </a:lnTo>
                <a:lnTo>
                  <a:pt x="5007" y="5970"/>
                </a:lnTo>
                <a:lnTo>
                  <a:pt x="4579" y="5992"/>
                </a:lnTo>
                <a:lnTo>
                  <a:pt x="4152" y="6013"/>
                </a:lnTo>
                <a:lnTo>
                  <a:pt x="3724" y="6056"/>
                </a:lnTo>
                <a:lnTo>
                  <a:pt x="3296" y="6141"/>
                </a:lnTo>
                <a:lnTo>
                  <a:pt x="3018" y="6184"/>
                </a:lnTo>
                <a:lnTo>
                  <a:pt x="2568" y="6227"/>
                </a:lnTo>
                <a:lnTo>
                  <a:pt x="2333" y="6227"/>
                </a:lnTo>
                <a:lnTo>
                  <a:pt x="2162" y="6206"/>
                </a:lnTo>
                <a:lnTo>
                  <a:pt x="2098" y="6184"/>
                </a:lnTo>
                <a:lnTo>
                  <a:pt x="2055" y="6141"/>
                </a:lnTo>
                <a:lnTo>
                  <a:pt x="2033" y="6099"/>
                </a:lnTo>
                <a:lnTo>
                  <a:pt x="2055" y="6034"/>
                </a:lnTo>
                <a:lnTo>
                  <a:pt x="2076" y="5992"/>
                </a:lnTo>
                <a:lnTo>
                  <a:pt x="2119" y="5927"/>
                </a:lnTo>
                <a:lnTo>
                  <a:pt x="2247" y="5842"/>
                </a:lnTo>
                <a:lnTo>
                  <a:pt x="2483" y="5735"/>
                </a:lnTo>
                <a:lnTo>
                  <a:pt x="2654" y="5628"/>
                </a:lnTo>
                <a:lnTo>
                  <a:pt x="2718" y="5606"/>
                </a:lnTo>
                <a:lnTo>
                  <a:pt x="2825" y="5585"/>
                </a:lnTo>
                <a:lnTo>
                  <a:pt x="2953" y="5628"/>
                </a:lnTo>
                <a:lnTo>
                  <a:pt x="3060" y="5649"/>
                </a:lnTo>
                <a:lnTo>
                  <a:pt x="3189" y="5692"/>
                </a:lnTo>
                <a:lnTo>
                  <a:pt x="3360" y="5692"/>
                </a:lnTo>
                <a:lnTo>
                  <a:pt x="3873" y="5671"/>
                </a:lnTo>
                <a:lnTo>
                  <a:pt x="4387" y="5628"/>
                </a:lnTo>
                <a:lnTo>
                  <a:pt x="4900" y="5606"/>
                </a:lnTo>
                <a:lnTo>
                  <a:pt x="5392" y="5585"/>
                </a:lnTo>
                <a:lnTo>
                  <a:pt x="6377" y="5564"/>
                </a:lnTo>
                <a:lnTo>
                  <a:pt x="6655" y="5542"/>
                </a:lnTo>
                <a:lnTo>
                  <a:pt x="6933" y="5499"/>
                </a:lnTo>
                <a:lnTo>
                  <a:pt x="7211" y="5478"/>
                </a:lnTo>
                <a:lnTo>
                  <a:pt x="7489" y="5478"/>
                </a:lnTo>
                <a:lnTo>
                  <a:pt x="7660" y="5499"/>
                </a:lnTo>
                <a:lnTo>
                  <a:pt x="7853" y="5542"/>
                </a:lnTo>
                <a:lnTo>
                  <a:pt x="8024" y="5542"/>
                </a:lnTo>
                <a:lnTo>
                  <a:pt x="8110" y="5521"/>
                </a:lnTo>
                <a:lnTo>
                  <a:pt x="8195" y="5499"/>
                </a:lnTo>
                <a:lnTo>
                  <a:pt x="8238" y="5457"/>
                </a:lnTo>
                <a:lnTo>
                  <a:pt x="8281" y="5392"/>
                </a:lnTo>
                <a:lnTo>
                  <a:pt x="8345" y="5221"/>
                </a:lnTo>
                <a:lnTo>
                  <a:pt x="8409" y="4879"/>
                </a:lnTo>
                <a:lnTo>
                  <a:pt x="8495" y="4472"/>
                </a:lnTo>
                <a:lnTo>
                  <a:pt x="8538" y="4280"/>
                </a:lnTo>
                <a:lnTo>
                  <a:pt x="8602" y="4066"/>
                </a:lnTo>
                <a:lnTo>
                  <a:pt x="8752" y="3681"/>
                </a:lnTo>
                <a:lnTo>
                  <a:pt x="8816" y="3488"/>
                </a:lnTo>
                <a:lnTo>
                  <a:pt x="8859" y="3274"/>
                </a:lnTo>
                <a:lnTo>
                  <a:pt x="8923" y="2889"/>
                </a:lnTo>
                <a:lnTo>
                  <a:pt x="8923" y="2654"/>
                </a:lnTo>
                <a:lnTo>
                  <a:pt x="8923" y="2440"/>
                </a:lnTo>
                <a:lnTo>
                  <a:pt x="8901" y="2226"/>
                </a:lnTo>
                <a:lnTo>
                  <a:pt x="8837" y="2012"/>
                </a:lnTo>
                <a:lnTo>
                  <a:pt x="8773" y="1819"/>
                </a:lnTo>
                <a:lnTo>
                  <a:pt x="8666" y="1670"/>
                </a:lnTo>
                <a:lnTo>
                  <a:pt x="8580" y="1627"/>
                </a:lnTo>
                <a:lnTo>
                  <a:pt x="8473" y="1605"/>
                </a:lnTo>
                <a:lnTo>
                  <a:pt x="8281" y="1563"/>
                </a:lnTo>
                <a:lnTo>
                  <a:pt x="7874" y="1563"/>
                </a:lnTo>
                <a:lnTo>
                  <a:pt x="7382" y="1520"/>
                </a:lnTo>
                <a:lnTo>
                  <a:pt x="5842" y="1520"/>
                </a:lnTo>
                <a:lnTo>
                  <a:pt x="4772" y="1541"/>
                </a:lnTo>
                <a:lnTo>
                  <a:pt x="3724" y="1563"/>
                </a:lnTo>
                <a:lnTo>
                  <a:pt x="3189" y="1563"/>
                </a:lnTo>
                <a:lnTo>
                  <a:pt x="2654" y="1605"/>
                </a:lnTo>
                <a:lnTo>
                  <a:pt x="2418" y="1627"/>
                </a:lnTo>
                <a:lnTo>
                  <a:pt x="2311" y="1627"/>
                </a:lnTo>
                <a:lnTo>
                  <a:pt x="2269" y="1605"/>
                </a:lnTo>
                <a:lnTo>
                  <a:pt x="2247" y="1584"/>
                </a:lnTo>
                <a:lnTo>
                  <a:pt x="2183" y="1498"/>
                </a:lnTo>
                <a:lnTo>
                  <a:pt x="2162" y="1370"/>
                </a:lnTo>
                <a:lnTo>
                  <a:pt x="2119" y="1135"/>
                </a:lnTo>
                <a:lnTo>
                  <a:pt x="2076" y="707"/>
                </a:lnTo>
                <a:lnTo>
                  <a:pt x="2033" y="471"/>
                </a:lnTo>
                <a:lnTo>
                  <a:pt x="1969" y="279"/>
                </a:lnTo>
                <a:lnTo>
                  <a:pt x="1905" y="193"/>
                </a:lnTo>
                <a:lnTo>
                  <a:pt x="1841" y="108"/>
                </a:lnTo>
                <a:lnTo>
                  <a:pt x="1777" y="65"/>
                </a:lnTo>
                <a:lnTo>
                  <a:pt x="1712" y="22"/>
                </a:lnTo>
                <a:lnTo>
                  <a:pt x="1627" y="1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24"/>
          <p:cNvSpPr/>
          <p:nvPr/>
        </p:nvSpPr>
        <p:spPr>
          <a:xfrm>
            <a:off x="1850113" y="1950406"/>
            <a:ext cx="241144" cy="234793"/>
          </a:xfrm>
          <a:custGeom>
            <a:rect b="b" l="l" r="r" t="t"/>
            <a:pathLst>
              <a:path extrusionOk="0" h="8688" w="8923">
                <a:moveTo>
                  <a:pt x="2161" y="1113"/>
                </a:moveTo>
                <a:lnTo>
                  <a:pt x="2182" y="1134"/>
                </a:lnTo>
                <a:lnTo>
                  <a:pt x="2118" y="1134"/>
                </a:lnTo>
                <a:lnTo>
                  <a:pt x="2161" y="1113"/>
                </a:lnTo>
                <a:close/>
                <a:moveTo>
                  <a:pt x="2439" y="985"/>
                </a:moveTo>
                <a:lnTo>
                  <a:pt x="2461" y="1027"/>
                </a:lnTo>
                <a:lnTo>
                  <a:pt x="2525" y="1134"/>
                </a:lnTo>
                <a:lnTo>
                  <a:pt x="2418" y="1070"/>
                </a:lnTo>
                <a:lnTo>
                  <a:pt x="2396" y="1049"/>
                </a:lnTo>
                <a:lnTo>
                  <a:pt x="2418" y="985"/>
                </a:lnTo>
                <a:close/>
                <a:moveTo>
                  <a:pt x="6076" y="728"/>
                </a:moveTo>
                <a:lnTo>
                  <a:pt x="6119" y="749"/>
                </a:lnTo>
                <a:lnTo>
                  <a:pt x="6269" y="899"/>
                </a:lnTo>
                <a:lnTo>
                  <a:pt x="6419" y="1070"/>
                </a:lnTo>
                <a:lnTo>
                  <a:pt x="6526" y="1177"/>
                </a:lnTo>
                <a:lnTo>
                  <a:pt x="6504" y="1177"/>
                </a:lnTo>
                <a:lnTo>
                  <a:pt x="6483" y="1156"/>
                </a:lnTo>
                <a:lnTo>
                  <a:pt x="6440" y="1092"/>
                </a:lnTo>
                <a:lnTo>
                  <a:pt x="6312" y="1049"/>
                </a:lnTo>
                <a:lnTo>
                  <a:pt x="6183" y="985"/>
                </a:lnTo>
                <a:lnTo>
                  <a:pt x="6119" y="942"/>
                </a:lnTo>
                <a:lnTo>
                  <a:pt x="6076" y="878"/>
                </a:lnTo>
                <a:lnTo>
                  <a:pt x="6055" y="813"/>
                </a:lnTo>
                <a:lnTo>
                  <a:pt x="6055" y="749"/>
                </a:lnTo>
                <a:lnTo>
                  <a:pt x="6055" y="728"/>
                </a:lnTo>
                <a:close/>
                <a:moveTo>
                  <a:pt x="4878" y="450"/>
                </a:moveTo>
                <a:lnTo>
                  <a:pt x="5135" y="471"/>
                </a:lnTo>
                <a:lnTo>
                  <a:pt x="5370" y="492"/>
                </a:lnTo>
                <a:lnTo>
                  <a:pt x="5499" y="492"/>
                </a:lnTo>
                <a:lnTo>
                  <a:pt x="5563" y="514"/>
                </a:lnTo>
                <a:lnTo>
                  <a:pt x="5584" y="535"/>
                </a:lnTo>
                <a:lnTo>
                  <a:pt x="5606" y="578"/>
                </a:lnTo>
                <a:lnTo>
                  <a:pt x="5627" y="599"/>
                </a:lnTo>
                <a:lnTo>
                  <a:pt x="5627" y="685"/>
                </a:lnTo>
                <a:lnTo>
                  <a:pt x="5606" y="771"/>
                </a:lnTo>
                <a:lnTo>
                  <a:pt x="5584" y="835"/>
                </a:lnTo>
                <a:lnTo>
                  <a:pt x="5606" y="942"/>
                </a:lnTo>
                <a:lnTo>
                  <a:pt x="5627" y="1027"/>
                </a:lnTo>
                <a:lnTo>
                  <a:pt x="5649" y="1113"/>
                </a:lnTo>
                <a:lnTo>
                  <a:pt x="5670" y="1199"/>
                </a:lnTo>
                <a:lnTo>
                  <a:pt x="5670" y="1284"/>
                </a:lnTo>
                <a:lnTo>
                  <a:pt x="5649" y="1391"/>
                </a:lnTo>
                <a:lnTo>
                  <a:pt x="5627" y="1455"/>
                </a:lnTo>
                <a:lnTo>
                  <a:pt x="5563" y="1541"/>
                </a:lnTo>
                <a:lnTo>
                  <a:pt x="5435" y="1669"/>
                </a:lnTo>
                <a:lnTo>
                  <a:pt x="5349" y="1733"/>
                </a:lnTo>
                <a:lnTo>
                  <a:pt x="5285" y="1776"/>
                </a:lnTo>
                <a:lnTo>
                  <a:pt x="5178" y="1798"/>
                </a:lnTo>
                <a:lnTo>
                  <a:pt x="5071" y="1798"/>
                </a:lnTo>
                <a:lnTo>
                  <a:pt x="4835" y="1755"/>
                </a:lnTo>
                <a:lnTo>
                  <a:pt x="4600" y="1712"/>
                </a:lnTo>
                <a:lnTo>
                  <a:pt x="4386" y="1691"/>
                </a:lnTo>
                <a:lnTo>
                  <a:pt x="3787" y="1691"/>
                </a:lnTo>
                <a:lnTo>
                  <a:pt x="3701" y="1648"/>
                </a:lnTo>
                <a:lnTo>
                  <a:pt x="3595" y="1605"/>
                </a:lnTo>
                <a:lnTo>
                  <a:pt x="3423" y="1519"/>
                </a:lnTo>
                <a:lnTo>
                  <a:pt x="3252" y="1413"/>
                </a:lnTo>
                <a:lnTo>
                  <a:pt x="3188" y="1348"/>
                </a:lnTo>
                <a:lnTo>
                  <a:pt x="3124" y="1284"/>
                </a:lnTo>
                <a:lnTo>
                  <a:pt x="3124" y="1199"/>
                </a:lnTo>
                <a:lnTo>
                  <a:pt x="3145" y="1092"/>
                </a:lnTo>
                <a:lnTo>
                  <a:pt x="3231" y="899"/>
                </a:lnTo>
                <a:lnTo>
                  <a:pt x="3295" y="792"/>
                </a:lnTo>
                <a:lnTo>
                  <a:pt x="3338" y="685"/>
                </a:lnTo>
                <a:lnTo>
                  <a:pt x="3423" y="642"/>
                </a:lnTo>
                <a:lnTo>
                  <a:pt x="3509" y="621"/>
                </a:lnTo>
                <a:lnTo>
                  <a:pt x="3680" y="578"/>
                </a:lnTo>
                <a:lnTo>
                  <a:pt x="4151" y="492"/>
                </a:lnTo>
                <a:lnTo>
                  <a:pt x="4365" y="450"/>
                </a:lnTo>
                <a:close/>
                <a:moveTo>
                  <a:pt x="4087" y="2247"/>
                </a:moveTo>
                <a:lnTo>
                  <a:pt x="4129" y="2268"/>
                </a:lnTo>
                <a:lnTo>
                  <a:pt x="4151" y="2290"/>
                </a:lnTo>
                <a:lnTo>
                  <a:pt x="4129" y="2375"/>
                </a:lnTo>
                <a:lnTo>
                  <a:pt x="4087" y="2504"/>
                </a:lnTo>
                <a:lnTo>
                  <a:pt x="4022" y="2611"/>
                </a:lnTo>
                <a:lnTo>
                  <a:pt x="3851" y="2867"/>
                </a:lnTo>
                <a:lnTo>
                  <a:pt x="3787" y="2953"/>
                </a:lnTo>
                <a:lnTo>
                  <a:pt x="3766" y="3017"/>
                </a:lnTo>
                <a:lnTo>
                  <a:pt x="3744" y="3039"/>
                </a:lnTo>
                <a:lnTo>
                  <a:pt x="3744" y="3017"/>
                </a:lnTo>
                <a:lnTo>
                  <a:pt x="3766" y="2974"/>
                </a:lnTo>
                <a:lnTo>
                  <a:pt x="3808" y="2867"/>
                </a:lnTo>
                <a:lnTo>
                  <a:pt x="3851" y="2589"/>
                </a:lnTo>
                <a:lnTo>
                  <a:pt x="3894" y="2461"/>
                </a:lnTo>
                <a:lnTo>
                  <a:pt x="3937" y="2333"/>
                </a:lnTo>
                <a:lnTo>
                  <a:pt x="4001" y="2268"/>
                </a:lnTo>
                <a:lnTo>
                  <a:pt x="4044" y="2247"/>
                </a:lnTo>
                <a:close/>
                <a:moveTo>
                  <a:pt x="5156" y="2525"/>
                </a:moveTo>
                <a:lnTo>
                  <a:pt x="5156" y="2653"/>
                </a:lnTo>
                <a:lnTo>
                  <a:pt x="5156" y="2782"/>
                </a:lnTo>
                <a:lnTo>
                  <a:pt x="5221" y="3103"/>
                </a:lnTo>
                <a:lnTo>
                  <a:pt x="5199" y="3146"/>
                </a:lnTo>
                <a:lnTo>
                  <a:pt x="5135" y="3167"/>
                </a:lnTo>
                <a:lnTo>
                  <a:pt x="5028" y="3231"/>
                </a:lnTo>
                <a:lnTo>
                  <a:pt x="4921" y="3253"/>
                </a:lnTo>
                <a:lnTo>
                  <a:pt x="4878" y="3253"/>
                </a:lnTo>
                <a:lnTo>
                  <a:pt x="4878" y="3231"/>
                </a:lnTo>
                <a:lnTo>
                  <a:pt x="4985" y="2846"/>
                </a:lnTo>
                <a:lnTo>
                  <a:pt x="5049" y="2653"/>
                </a:lnTo>
                <a:lnTo>
                  <a:pt x="5092" y="2589"/>
                </a:lnTo>
                <a:lnTo>
                  <a:pt x="5156" y="2525"/>
                </a:lnTo>
                <a:close/>
                <a:moveTo>
                  <a:pt x="7189" y="1562"/>
                </a:moveTo>
                <a:lnTo>
                  <a:pt x="7275" y="1605"/>
                </a:lnTo>
                <a:lnTo>
                  <a:pt x="7360" y="1691"/>
                </a:lnTo>
                <a:lnTo>
                  <a:pt x="7510" y="1883"/>
                </a:lnTo>
                <a:lnTo>
                  <a:pt x="7638" y="2119"/>
                </a:lnTo>
                <a:lnTo>
                  <a:pt x="7724" y="2290"/>
                </a:lnTo>
                <a:lnTo>
                  <a:pt x="7874" y="2546"/>
                </a:lnTo>
                <a:lnTo>
                  <a:pt x="7959" y="2675"/>
                </a:lnTo>
                <a:lnTo>
                  <a:pt x="8002" y="2803"/>
                </a:lnTo>
                <a:lnTo>
                  <a:pt x="8023" y="2889"/>
                </a:lnTo>
                <a:lnTo>
                  <a:pt x="8023" y="2932"/>
                </a:lnTo>
                <a:lnTo>
                  <a:pt x="8002" y="2932"/>
                </a:lnTo>
                <a:lnTo>
                  <a:pt x="7916" y="2953"/>
                </a:lnTo>
                <a:lnTo>
                  <a:pt x="7809" y="2996"/>
                </a:lnTo>
                <a:lnTo>
                  <a:pt x="7724" y="3060"/>
                </a:lnTo>
                <a:lnTo>
                  <a:pt x="7638" y="3124"/>
                </a:lnTo>
                <a:lnTo>
                  <a:pt x="7446" y="3274"/>
                </a:lnTo>
                <a:lnTo>
                  <a:pt x="7275" y="3424"/>
                </a:lnTo>
                <a:lnTo>
                  <a:pt x="7168" y="3467"/>
                </a:lnTo>
                <a:lnTo>
                  <a:pt x="7082" y="3488"/>
                </a:lnTo>
                <a:lnTo>
                  <a:pt x="7018" y="3467"/>
                </a:lnTo>
                <a:lnTo>
                  <a:pt x="6911" y="3424"/>
                </a:lnTo>
                <a:lnTo>
                  <a:pt x="6740" y="3338"/>
                </a:lnTo>
                <a:lnTo>
                  <a:pt x="6205" y="3146"/>
                </a:lnTo>
                <a:lnTo>
                  <a:pt x="5991" y="3060"/>
                </a:lnTo>
                <a:lnTo>
                  <a:pt x="5841" y="2974"/>
                </a:lnTo>
                <a:lnTo>
                  <a:pt x="5777" y="2932"/>
                </a:lnTo>
                <a:lnTo>
                  <a:pt x="5713" y="2867"/>
                </a:lnTo>
                <a:lnTo>
                  <a:pt x="5670" y="2760"/>
                </a:lnTo>
                <a:lnTo>
                  <a:pt x="5627" y="2653"/>
                </a:lnTo>
                <a:lnTo>
                  <a:pt x="5563" y="2440"/>
                </a:lnTo>
                <a:lnTo>
                  <a:pt x="5563" y="2333"/>
                </a:lnTo>
                <a:lnTo>
                  <a:pt x="5563" y="2204"/>
                </a:lnTo>
                <a:lnTo>
                  <a:pt x="5563" y="2097"/>
                </a:lnTo>
                <a:lnTo>
                  <a:pt x="5606" y="1990"/>
                </a:lnTo>
                <a:lnTo>
                  <a:pt x="5649" y="1905"/>
                </a:lnTo>
                <a:lnTo>
                  <a:pt x="5734" y="1840"/>
                </a:lnTo>
                <a:lnTo>
                  <a:pt x="5798" y="1776"/>
                </a:lnTo>
                <a:lnTo>
                  <a:pt x="5862" y="1712"/>
                </a:lnTo>
                <a:lnTo>
                  <a:pt x="5927" y="1648"/>
                </a:lnTo>
                <a:lnTo>
                  <a:pt x="5991" y="1605"/>
                </a:lnTo>
                <a:lnTo>
                  <a:pt x="6098" y="1562"/>
                </a:lnTo>
                <a:lnTo>
                  <a:pt x="6397" y="1562"/>
                </a:lnTo>
                <a:lnTo>
                  <a:pt x="6611" y="1584"/>
                </a:lnTo>
                <a:lnTo>
                  <a:pt x="6740" y="1605"/>
                </a:lnTo>
                <a:lnTo>
                  <a:pt x="6847" y="1605"/>
                </a:lnTo>
                <a:lnTo>
                  <a:pt x="7018" y="1562"/>
                </a:lnTo>
                <a:close/>
                <a:moveTo>
                  <a:pt x="4900" y="2247"/>
                </a:moveTo>
                <a:lnTo>
                  <a:pt x="4921" y="2268"/>
                </a:lnTo>
                <a:lnTo>
                  <a:pt x="4921" y="2290"/>
                </a:lnTo>
                <a:lnTo>
                  <a:pt x="4921" y="2375"/>
                </a:lnTo>
                <a:lnTo>
                  <a:pt x="4878" y="2482"/>
                </a:lnTo>
                <a:lnTo>
                  <a:pt x="4707" y="2996"/>
                </a:lnTo>
                <a:lnTo>
                  <a:pt x="4536" y="3509"/>
                </a:lnTo>
                <a:lnTo>
                  <a:pt x="4515" y="3573"/>
                </a:lnTo>
                <a:lnTo>
                  <a:pt x="4472" y="3659"/>
                </a:lnTo>
                <a:lnTo>
                  <a:pt x="4429" y="3680"/>
                </a:lnTo>
                <a:lnTo>
                  <a:pt x="4408" y="3702"/>
                </a:lnTo>
                <a:lnTo>
                  <a:pt x="4365" y="3702"/>
                </a:lnTo>
                <a:lnTo>
                  <a:pt x="4322" y="3680"/>
                </a:lnTo>
                <a:lnTo>
                  <a:pt x="4279" y="3659"/>
                </a:lnTo>
                <a:lnTo>
                  <a:pt x="4258" y="3616"/>
                </a:lnTo>
                <a:lnTo>
                  <a:pt x="4279" y="3531"/>
                </a:lnTo>
                <a:lnTo>
                  <a:pt x="4343" y="3338"/>
                </a:lnTo>
                <a:lnTo>
                  <a:pt x="4536" y="2910"/>
                </a:lnTo>
                <a:lnTo>
                  <a:pt x="4728" y="2482"/>
                </a:lnTo>
                <a:lnTo>
                  <a:pt x="4814" y="2311"/>
                </a:lnTo>
                <a:lnTo>
                  <a:pt x="4857" y="2268"/>
                </a:lnTo>
                <a:lnTo>
                  <a:pt x="4900" y="2247"/>
                </a:lnTo>
                <a:close/>
                <a:moveTo>
                  <a:pt x="2760" y="1562"/>
                </a:moveTo>
                <a:lnTo>
                  <a:pt x="2867" y="1605"/>
                </a:lnTo>
                <a:lnTo>
                  <a:pt x="2953" y="1669"/>
                </a:lnTo>
                <a:lnTo>
                  <a:pt x="3017" y="1733"/>
                </a:lnTo>
                <a:lnTo>
                  <a:pt x="3167" y="1905"/>
                </a:lnTo>
                <a:lnTo>
                  <a:pt x="3316" y="2033"/>
                </a:lnTo>
                <a:lnTo>
                  <a:pt x="3381" y="2097"/>
                </a:lnTo>
                <a:lnTo>
                  <a:pt x="3423" y="2161"/>
                </a:lnTo>
                <a:lnTo>
                  <a:pt x="3402" y="2247"/>
                </a:lnTo>
                <a:lnTo>
                  <a:pt x="3359" y="2375"/>
                </a:lnTo>
                <a:lnTo>
                  <a:pt x="3252" y="2589"/>
                </a:lnTo>
                <a:lnTo>
                  <a:pt x="3209" y="2675"/>
                </a:lnTo>
                <a:lnTo>
                  <a:pt x="3145" y="2782"/>
                </a:lnTo>
                <a:lnTo>
                  <a:pt x="2974" y="2932"/>
                </a:lnTo>
                <a:lnTo>
                  <a:pt x="2739" y="3081"/>
                </a:lnTo>
                <a:lnTo>
                  <a:pt x="2503" y="3253"/>
                </a:lnTo>
                <a:lnTo>
                  <a:pt x="2033" y="3552"/>
                </a:lnTo>
                <a:lnTo>
                  <a:pt x="1819" y="3702"/>
                </a:lnTo>
                <a:lnTo>
                  <a:pt x="1712" y="3766"/>
                </a:lnTo>
                <a:lnTo>
                  <a:pt x="1605" y="3809"/>
                </a:lnTo>
                <a:lnTo>
                  <a:pt x="1498" y="3809"/>
                </a:lnTo>
                <a:lnTo>
                  <a:pt x="1412" y="3766"/>
                </a:lnTo>
                <a:lnTo>
                  <a:pt x="1262" y="3616"/>
                </a:lnTo>
                <a:lnTo>
                  <a:pt x="1134" y="3509"/>
                </a:lnTo>
                <a:lnTo>
                  <a:pt x="941" y="3381"/>
                </a:lnTo>
                <a:lnTo>
                  <a:pt x="877" y="3317"/>
                </a:lnTo>
                <a:lnTo>
                  <a:pt x="792" y="3253"/>
                </a:lnTo>
                <a:lnTo>
                  <a:pt x="770" y="3188"/>
                </a:lnTo>
                <a:lnTo>
                  <a:pt x="749" y="3124"/>
                </a:lnTo>
                <a:lnTo>
                  <a:pt x="834" y="2846"/>
                </a:lnTo>
                <a:lnTo>
                  <a:pt x="941" y="2589"/>
                </a:lnTo>
                <a:lnTo>
                  <a:pt x="1048" y="2311"/>
                </a:lnTo>
                <a:lnTo>
                  <a:pt x="1177" y="2076"/>
                </a:lnTo>
                <a:lnTo>
                  <a:pt x="1305" y="1819"/>
                </a:lnTo>
                <a:lnTo>
                  <a:pt x="1369" y="1712"/>
                </a:lnTo>
                <a:lnTo>
                  <a:pt x="1412" y="1669"/>
                </a:lnTo>
                <a:lnTo>
                  <a:pt x="1455" y="1648"/>
                </a:lnTo>
                <a:lnTo>
                  <a:pt x="1583" y="1605"/>
                </a:lnTo>
                <a:lnTo>
                  <a:pt x="1733" y="1584"/>
                </a:lnTo>
                <a:lnTo>
                  <a:pt x="2011" y="1605"/>
                </a:lnTo>
                <a:lnTo>
                  <a:pt x="2418" y="1584"/>
                </a:lnTo>
                <a:lnTo>
                  <a:pt x="2653" y="1562"/>
                </a:lnTo>
                <a:close/>
                <a:moveTo>
                  <a:pt x="8344" y="3638"/>
                </a:moveTo>
                <a:lnTo>
                  <a:pt x="8344" y="3659"/>
                </a:lnTo>
                <a:lnTo>
                  <a:pt x="8366" y="3680"/>
                </a:lnTo>
                <a:lnTo>
                  <a:pt x="8366" y="3787"/>
                </a:lnTo>
                <a:lnTo>
                  <a:pt x="8344" y="3959"/>
                </a:lnTo>
                <a:lnTo>
                  <a:pt x="8344" y="3980"/>
                </a:lnTo>
                <a:lnTo>
                  <a:pt x="8280" y="3980"/>
                </a:lnTo>
                <a:lnTo>
                  <a:pt x="8195" y="3894"/>
                </a:lnTo>
                <a:lnTo>
                  <a:pt x="8195" y="3830"/>
                </a:lnTo>
                <a:lnTo>
                  <a:pt x="8237" y="3745"/>
                </a:lnTo>
                <a:lnTo>
                  <a:pt x="8280" y="3680"/>
                </a:lnTo>
                <a:lnTo>
                  <a:pt x="8344" y="3638"/>
                </a:lnTo>
                <a:close/>
                <a:moveTo>
                  <a:pt x="663" y="3916"/>
                </a:moveTo>
                <a:lnTo>
                  <a:pt x="685" y="3937"/>
                </a:lnTo>
                <a:lnTo>
                  <a:pt x="663" y="4001"/>
                </a:lnTo>
                <a:lnTo>
                  <a:pt x="599" y="4066"/>
                </a:lnTo>
                <a:lnTo>
                  <a:pt x="578" y="4087"/>
                </a:lnTo>
                <a:lnTo>
                  <a:pt x="535" y="4087"/>
                </a:lnTo>
                <a:lnTo>
                  <a:pt x="514" y="4066"/>
                </a:lnTo>
                <a:lnTo>
                  <a:pt x="535" y="4001"/>
                </a:lnTo>
                <a:lnTo>
                  <a:pt x="578" y="3937"/>
                </a:lnTo>
                <a:lnTo>
                  <a:pt x="642" y="3916"/>
                </a:lnTo>
                <a:close/>
                <a:moveTo>
                  <a:pt x="8045" y="4066"/>
                </a:moveTo>
                <a:lnTo>
                  <a:pt x="8088" y="4087"/>
                </a:lnTo>
                <a:lnTo>
                  <a:pt x="8195" y="4173"/>
                </a:lnTo>
                <a:lnTo>
                  <a:pt x="8302" y="4301"/>
                </a:lnTo>
                <a:lnTo>
                  <a:pt x="8344" y="4387"/>
                </a:lnTo>
                <a:lnTo>
                  <a:pt x="8302" y="4408"/>
                </a:lnTo>
                <a:lnTo>
                  <a:pt x="8259" y="4408"/>
                </a:lnTo>
                <a:lnTo>
                  <a:pt x="8130" y="4301"/>
                </a:lnTo>
                <a:lnTo>
                  <a:pt x="8023" y="4173"/>
                </a:lnTo>
                <a:lnTo>
                  <a:pt x="8002" y="4108"/>
                </a:lnTo>
                <a:lnTo>
                  <a:pt x="8002" y="4087"/>
                </a:lnTo>
                <a:lnTo>
                  <a:pt x="8045" y="4066"/>
                </a:lnTo>
                <a:close/>
                <a:moveTo>
                  <a:pt x="1006" y="4194"/>
                </a:moveTo>
                <a:lnTo>
                  <a:pt x="1048" y="4215"/>
                </a:lnTo>
                <a:lnTo>
                  <a:pt x="1091" y="4237"/>
                </a:lnTo>
                <a:lnTo>
                  <a:pt x="1113" y="4280"/>
                </a:lnTo>
                <a:lnTo>
                  <a:pt x="1113" y="4322"/>
                </a:lnTo>
                <a:lnTo>
                  <a:pt x="1091" y="4344"/>
                </a:lnTo>
                <a:lnTo>
                  <a:pt x="1048" y="4387"/>
                </a:lnTo>
                <a:lnTo>
                  <a:pt x="899" y="4472"/>
                </a:lnTo>
                <a:lnTo>
                  <a:pt x="813" y="4558"/>
                </a:lnTo>
                <a:lnTo>
                  <a:pt x="727" y="4665"/>
                </a:lnTo>
                <a:lnTo>
                  <a:pt x="621" y="4772"/>
                </a:lnTo>
                <a:lnTo>
                  <a:pt x="535" y="4814"/>
                </a:lnTo>
                <a:lnTo>
                  <a:pt x="535" y="4750"/>
                </a:lnTo>
                <a:lnTo>
                  <a:pt x="578" y="4643"/>
                </a:lnTo>
                <a:lnTo>
                  <a:pt x="642" y="4515"/>
                </a:lnTo>
                <a:lnTo>
                  <a:pt x="727" y="4387"/>
                </a:lnTo>
                <a:lnTo>
                  <a:pt x="813" y="4280"/>
                </a:lnTo>
                <a:lnTo>
                  <a:pt x="920" y="4215"/>
                </a:lnTo>
                <a:lnTo>
                  <a:pt x="963" y="4194"/>
                </a:lnTo>
                <a:close/>
                <a:moveTo>
                  <a:pt x="7852" y="4301"/>
                </a:moveTo>
                <a:lnTo>
                  <a:pt x="7959" y="4344"/>
                </a:lnTo>
                <a:lnTo>
                  <a:pt x="8066" y="4429"/>
                </a:lnTo>
                <a:lnTo>
                  <a:pt x="8152" y="4536"/>
                </a:lnTo>
                <a:lnTo>
                  <a:pt x="8216" y="4643"/>
                </a:lnTo>
                <a:lnTo>
                  <a:pt x="8259" y="4729"/>
                </a:lnTo>
                <a:lnTo>
                  <a:pt x="8259" y="4772"/>
                </a:lnTo>
                <a:lnTo>
                  <a:pt x="8237" y="4814"/>
                </a:lnTo>
                <a:lnTo>
                  <a:pt x="8195" y="4836"/>
                </a:lnTo>
                <a:lnTo>
                  <a:pt x="8109" y="4793"/>
                </a:lnTo>
                <a:lnTo>
                  <a:pt x="7916" y="4686"/>
                </a:lnTo>
                <a:lnTo>
                  <a:pt x="7831" y="4600"/>
                </a:lnTo>
                <a:lnTo>
                  <a:pt x="7745" y="4515"/>
                </a:lnTo>
                <a:lnTo>
                  <a:pt x="7702" y="4451"/>
                </a:lnTo>
                <a:lnTo>
                  <a:pt x="7702" y="4387"/>
                </a:lnTo>
                <a:lnTo>
                  <a:pt x="7724" y="4344"/>
                </a:lnTo>
                <a:lnTo>
                  <a:pt x="7767" y="4322"/>
                </a:lnTo>
                <a:lnTo>
                  <a:pt x="7809" y="4301"/>
                </a:lnTo>
                <a:close/>
                <a:moveTo>
                  <a:pt x="7660" y="4793"/>
                </a:moveTo>
                <a:lnTo>
                  <a:pt x="7745" y="4836"/>
                </a:lnTo>
                <a:lnTo>
                  <a:pt x="7852" y="4900"/>
                </a:lnTo>
                <a:lnTo>
                  <a:pt x="7959" y="4986"/>
                </a:lnTo>
                <a:lnTo>
                  <a:pt x="8023" y="5071"/>
                </a:lnTo>
                <a:lnTo>
                  <a:pt x="8045" y="5135"/>
                </a:lnTo>
                <a:lnTo>
                  <a:pt x="8045" y="5178"/>
                </a:lnTo>
                <a:lnTo>
                  <a:pt x="8023" y="5242"/>
                </a:lnTo>
                <a:lnTo>
                  <a:pt x="7981" y="5264"/>
                </a:lnTo>
                <a:lnTo>
                  <a:pt x="7959" y="5285"/>
                </a:lnTo>
                <a:lnTo>
                  <a:pt x="7916" y="5285"/>
                </a:lnTo>
                <a:lnTo>
                  <a:pt x="7831" y="5264"/>
                </a:lnTo>
                <a:lnTo>
                  <a:pt x="7745" y="5178"/>
                </a:lnTo>
                <a:lnTo>
                  <a:pt x="7681" y="5093"/>
                </a:lnTo>
                <a:lnTo>
                  <a:pt x="7638" y="5007"/>
                </a:lnTo>
                <a:lnTo>
                  <a:pt x="7617" y="4900"/>
                </a:lnTo>
                <a:lnTo>
                  <a:pt x="7638" y="4836"/>
                </a:lnTo>
                <a:lnTo>
                  <a:pt x="7660" y="4793"/>
                </a:lnTo>
                <a:close/>
                <a:moveTo>
                  <a:pt x="1070" y="4707"/>
                </a:moveTo>
                <a:lnTo>
                  <a:pt x="1091" y="4729"/>
                </a:lnTo>
                <a:lnTo>
                  <a:pt x="1091" y="4750"/>
                </a:lnTo>
                <a:lnTo>
                  <a:pt x="1070" y="4814"/>
                </a:lnTo>
                <a:lnTo>
                  <a:pt x="1027" y="4900"/>
                </a:lnTo>
                <a:lnTo>
                  <a:pt x="941" y="5007"/>
                </a:lnTo>
                <a:lnTo>
                  <a:pt x="663" y="5328"/>
                </a:lnTo>
                <a:lnTo>
                  <a:pt x="621" y="5349"/>
                </a:lnTo>
                <a:lnTo>
                  <a:pt x="599" y="5328"/>
                </a:lnTo>
                <a:lnTo>
                  <a:pt x="599" y="5307"/>
                </a:lnTo>
                <a:lnTo>
                  <a:pt x="642" y="5221"/>
                </a:lnTo>
                <a:lnTo>
                  <a:pt x="685" y="5114"/>
                </a:lnTo>
                <a:lnTo>
                  <a:pt x="770" y="4986"/>
                </a:lnTo>
                <a:lnTo>
                  <a:pt x="941" y="4793"/>
                </a:lnTo>
                <a:lnTo>
                  <a:pt x="1027" y="4729"/>
                </a:lnTo>
                <a:lnTo>
                  <a:pt x="1070" y="4707"/>
                </a:lnTo>
                <a:close/>
                <a:moveTo>
                  <a:pt x="1134" y="5349"/>
                </a:moveTo>
                <a:lnTo>
                  <a:pt x="1155" y="5478"/>
                </a:lnTo>
                <a:lnTo>
                  <a:pt x="1134" y="5542"/>
                </a:lnTo>
                <a:lnTo>
                  <a:pt x="1113" y="5563"/>
                </a:lnTo>
                <a:lnTo>
                  <a:pt x="1048" y="5627"/>
                </a:lnTo>
                <a:lnTo>
                  <a:pt x="920" y="5670"/>
                </a:lnTo>
                <a:lnTo>
                  <a:pt x="899" y="5649"/>
                </a:lnTo>
                <a:lnTo>
                  <a:pt x="920" y="5627"/>
                </a:lnTo>
                <a:lnTo>
                  <a:pt x="963" y="5520"/>
                </a:lnTo>
                <a:lnTo>
                  <a:pt x="1048" y="5414"/>
                </a:lnTo>
                <a:lnTo>
                  <a:pt x="1134" y="5349"/>
                </a:lnTo>
                <a:close/>
                <a:moveTo>
                  <a:pt x="5948" y="3616"/>
                </a:moveTo>
                <a:lnTo>
                  <a:pt x="6076" y="3659"/>
                </a:lnTo>
                <a:lnTo>
                  <a:pt x="6355" y="3723"/>
                </a:lnTo>
                <a:lnTo>
                  <a:pt x="6526" y="3809"/>
                </a:lnTo>
                <a:lnTo>
                  <a:pt x="6718" y="3916"/>
                </a:lnTo>
                <a:lnTo>
                  <a:pt x="6804" y="3980"/>
                </a:lnTo>
                <a:lnTo>
                  <a:pt x="6868" y="4044"/>
                </a:lnTo>
                <a:lnTo>
                  <a:pt x="6932" y="4130"/>
                </a:lnTo>
                <a:lnTo>
                  <a:pt x="6954" y="4194"/>
                </a:lnTo>
                <a:lnTo>
                  <a:pt x="6975" y="4494"/>
                </a:lnTo>
                <a:lnTo>
                  <a:pt x="6975" y="4772"/>
                </a:lnTo>
                <a:lnTo>
                  <a:pt x="7018" y="5007"/>
                </a:lnTo>
                <a:lnTo>
                  <a:pt x="7018" y="5135"/>
                </a:lnTo>
                <a:lnTo>
                  <a:pt x="6996" y="5242"/>
                </a:lnTo>
                <a:lnTo>
                  <a:pt x="6954" y="5328"/>
                </a:lnTo>
                <a:lnTo>
                  <a:pt x="6868" y="5414"/>
                </a:lnTo>
                <a:lnTo>
                  <a:pt x="6761" y="5478"/>
                </a:lnTo>
                <a:lnTo>
                  <a:pt x="6633" y="5542"/>
                </a:lnTo>
                <a:lnTo>
                  <a:pt x="6376" y="5670"/>
                </a:lnTo>
                <a:lnTo>
                  <a:pt x="6269" y="5713"/>
                </a:lnTo>
                <a:lnTo>
                  <a:pt x="6162" y="5777"/>
                </a:lnTo>
                <a:lnTo>
                  <a:pt x="5991" y="5927"/>
                </a:lnTo>
                <a:lnTo>
                  <a:pt x="5798" y="6077"/>
                </a:lnTo>
                <a:lnTo>
                  <a:pt x="5713" y="6141"/>
                </a:lnTo>
                <a:lnTo>
                  <a:pt x="5606" y="6162"/>
                </a:lnTo>
                <a:lnTo>
                  <a:pt x="5477" y="6162"/>
                </a:lnTo>
                <a:lnTo>
                  <a:pt x="5349" y="6120"/>
                </a:lnTo>
                <a:lnTo>
                  <a:pt x="5178" y="6034"/>
                </a:lnTo>
                <a:lnTo>
                  <a:pt x="5007" y="5927"/>
                </a:lnTo>
                <a:lnTo>
                  <a:pt x="4942" y="5863"/>
                </a:lnTo>
                <a:lnTo>
                  <a:pt x="4878" y="5799"/>
                </a:lnTo>
                <a:lnTo>
                  <a:pt x="4835" y="5713"/>
                </a:lnTo>
                <a:lnTo>
                  <a:pt x="4793" y="5606"/>
                </a:lnTo>
                <a:lnTo>
                  <a:pt x="4771" y="5328"/>
                </a:lnTo>
                <a:lnTo>
                  <a:pt x="4771" y="5028"/>
                </a:lnTo>
                <a:lnTo>
                  <a:pt x="4771" y="4707"/>
                </a:lnTo>
                <a:lnTo>
                  <a:pt x="4771" y="4429"/>
                </a:lnTo>
                <a:lnTo>
                  <a:pt x="4771" y="4301"/>
                </a:lnTo>
                <a:lnTo>
                  <a:pt x="4793" y="4194"/>
                </a:lnTo>
                <a:lnTo>
                  <a:pt x="4857" y="4087"/>
                </a:lnTo>
                <a:lnTo>
                  <a:pt x="4921" y="4023"/>
                </a:lnTo>
                <a:lnTo>
                  <a:pt x="5092" y="3873"/>
                </a:lnTo>
                <a:lnTo>
                  <a:pt x="5306" y="3745"/>
                </a:lnTo>
                <a:lnTo>
                  <a:pt x="5413" y="3680"/>
                </a:lnTo>
                <a:lnTo>
                  <a:pt x="5542" y="3638"/>
                </a:lnTo>
                <a:lnTo>
                  <a:pt x="5670" y="3616"/>
                </a:lnTo>
                <a:close/>
                <a:moveTo>
                  <a:pt x="3167" y="3552"/>
                </a:moveTo>
                <a:lnTo>
                  <a:pt x="3209" y="3573"/>
                </a:lnTo>
                <a:lnTo>
                  <a:pt x="3252" y="3595"/>
                </a:lnTo>
                <a:lnTo>
                  <a:pt x="3338" y="3680"/>
                </a:lnTo>
                <a:lnTo>
                  <a:pt x="3423" y="3787"/>
                </a:lnTo>
                <a:lnTo>
                  <a:pt x="3616" y="3980"/>
                </a:lnTo>
                <a:lnTo>
                  <a:pt x="3808" y="4194"/>
                </a:lnTo>
                <a:lnTo>
                  <a:pt x="3894" y="4301"/>
                </a:lnTo>
                <a:lnTo>
                  <a:pt x="3958" y="4429"/>
                </a:lnTo>
                <a:lnTo>
                  <a:pt x="4022" y="4558"/>
                </a:lnTo>
                <a:lnTo>
                  <a:pt x="4065" y="4686"/>
                </a:lnTo>
                <a:lnTo>
                  <a:pt x="4108" y="4900"/>
                </a:lnTo>
                <a:lnTo>
                  <a:pt x="4194" y="5242"/>
                </a:lnTo>
                <a:lnTo>
                  <a:pt x="4215" y="5414"/>
                </a:lnTo>
                <a:lnTo>
                  <a:pt x="4215" y="5563"/>
                </a:lnTo>
                <a:lnTo>
                  <a:pt x="4215" y="5692"/>
                </a:lnTo>
                <a:lnTo>
                  <a:pt x="4194" y="5734"/>
                </a:lnTo>
                <a:lnTo>
                  <a:pt x="4172" y="5756"/>
                </a:lnTo>
                <a:lnTo>
                  <a:pt x="3958" y="5906"/>
                </a:lnTo>
                <a:lnTo>
                  <a:pt x="3701" y="6077"/>
                </a:lnTo>
                <a:lnTo>
                  <a:pt x="3595" y="6162"/>
                </a:lnTo>
                <a:lnTo>
                  <a:pt x="3466" y="6205"/>
                </a:lnTo>
                <a:lnTo>
                  <a:pt x="3338" y="6248"/>
                </a:lnTo>
                <a:lnTo>
                  <a:pt x="3209" y="6227"/>
                </a:lnTo>
                <a:lnTo>
                  <a:pt x="2931" y="6162"/>
                </a:lnTo>
                <a:lnTo>
                  <a:pt x="2781" y="6120"/>
                </a:lnTo>
                <a:lnTo>
                  <a:pt x="2632" y="6077"/>
                </a:lnTo>
                <a:lnTo>
                  <a:pt x="2375" y="6055"/>
                </a:lnTo>
                <a:lnTo>
                  <a:pt x="2247" y="6034"/>
                </a:lnTo>
                <a:lnTo>
                  <a:pt x="2140" y="5991"/>
                </a:lnTo>
                <a:lnTo>
                  <a:pt x="1968" y="5948"/>
                </a:lnTo>
                <a:lnTo>
                  <a:pt x="1776" y="5863"/>
                </a:lnTo>
                <a:lnTo>
                  <a:pt x="1712" y="5820"/>
                </a:lnTo>
                <a:lnTo>
                  <a:pt x="1648" y="5756"/>
                </a:lnTo>
                <a:lnTo>
                  <a:pt x="1583" y="5713"/>
                </a:lnTo>
                <a:lnTo>
                  <a:pt x="1562" y="5627"/>
                </a:lnTo>
                <a:lnTo>
                  <a:pt x="1541" y="5478"/>
                </a:lnTo>
                <a:lnTo>
                  <a:pt x="1541" y="5328"/>
                </a:lnTo>
                <a:lnTo>
                  <a:pt x="1519" y="5028"/>
                </a:lnTo>
                <a:lnTo>
                  <a:pt x="1519" y="4879"/>
                </a:lnTo>
                <a:lnTo>
                  <a:pt x="1498" y="4772"/>
                </a:lnTo>
                <a:lnTo>
                  <a:pt x="1519" y="4665"/>
                </a:lnTo>
                <a:lnTo>
                  <a:pt x="1605" y="4558"/>
                </a:lnTo>
                <a:lnTo>
                  <a:pt x="1797" y="4365"/>
                </a:lnTo>
                <a:lnTo>
                  <a:pt x="2054" y="4194"/>
                </a:lnTo>
                <a:lnTo>
                  <a:pt x="2546" y="3873"/>
                </a:lnTo>
                <a:lnTo>
                  <a:pt x="2781" y="3702"/>
                </a:lnTo>
                <a:lnTo>
                  <a:pt x="2910" y="3638"/>
                </a:lnTo>
                <a:lnTo>
                  <a:pt x="3038" y="3573"/>
                </a:lnTo>
                <a:lnTo>
                  <a:pt x="3102" y="3552"/>
                </a:lnTo>
                <a:close/>
                <a:moveTo>
                  <a:pt x="3808" y="6740"/>
                </a:moveTo>
                <a:lnTo>
                  <a:pt x="3808" y="6783"/>
                </a:lnTo>
                <a:lnTo>
                  <a:pt x="3766" y="6826"/>
                </a:lnTo>
                <a:lnTo>
                  <a:pt x="3766" y="6933"/>
                </a:lnTo>
                <a:lnTo>
                  <a:pt x="3744" y="6997"/>
                </a:lnTo>
                <a:lnTo>
                  <a:pt x="3701" y="6997"/>
                </a:lnTo>
                <a:lnTo>
                  <a:pt x="3701" y="6954"/>
                </a:lnTo>
                <a:lnTo>
                  <a:pt x="3723" y="6868"/>
                </a:lnTo>
                <a:lnTo>
                  <a:pt x="3808" y="6740"/>
                </a:lnTo>
                <a:close/>
                <a:moveTo>
                  <a:pt x="4728" y="6376"/>
                </a:moveTo>
                <a:lnTo>
                  <a:pt x="4750" y="6398"/>
                </a:lnTo>
                <a:lnTo>
                  <a:pt x="4750" y="6483"/>
                </a:lnTo>
                <a:lnTo>
                  <a:pt x="4728" y="6633"/>
                </a:lnTo>
                <a:lnTo>
                  <a:pt x="4536" y="7104"/>
                </a:lnTo>
                <a:lnTo>
                  <a:pt x="4343" y="7596"/>
                </a:lnTo>
                <a:lnTo>
                  <a:pt x="4258" y="7746"/>
                </a:lnTo>
                <a:lnTo>
                  <a:pt x="4258" y="7703"/>
                </a:lnTo>
                <a:lnTo>
                  <a:pt x="4279" y="7617"/>
                </a:lnTo>
                <a:lnTo>
                  <a:pt x="4301" y="7489"/>
                </a:lnTo>
                <a:lnTo>
                  <a:pt x="4365" y="7232"/>
                </a:lnTo>
                <a:lnTo>
                  <a:pt x="4429" y="6975"/>
                </a:lnTo>
                <a:lnTo>
                  <a:pt x="4515" y="6719"/>
                </a:lnTo>
                <a:lnTo>
                  <a:pt x="4600" y="6505"/>
                </a:lnTo>
                <a:lnTo>
                  <a:pt x="4664" y="6419"/>
                </a:lnTo>
                <a:lnTo>
                  <a:pt x="4707" y="6398"/>
                </a:lnTo>
                <a:lnTo>
                  <a:pt x="4728" y="6376"/>
                </a:lnTo>
                <a:close/>
                <a:moveTo>
                  <a:pt x="7382" y="5799"/>
                </a:moveTo>
                <a:lnTo>
                  <a:pt x="7467" y="5820"/>
                </a:lnTo>
                <a:lnTo>
                  <a:pt x="7553" y="5863"/>
                </a:lnTo>
                <a:lnTo>
                  <a:pt x="7617" y="5927"/>
                </a:lnTo>
                <a:lnTo>
                  <a:pt x="7660" y="5991"/>
                </a:lnTo>
                <a:lnTo>
                  <a:pt x="7702" y="6077"/>
                </a:lnTo>
                <a:lnTo>
                  <a:pt x="7702" y="6162"/>
                </a:lnTo>
                <a:lnTo>
                  <a:pt x="7702" y="6248"/>
                </a:lnTo>
                <a:lnTo>
                  <a:pt x="7660" y="6334"/>
                </a:lnTo>
                <a:lnTo>
                  <a:pt x="7446" y="6676"/>
                </a:lnTo>
                <a:lnTo>
                  <a:pt x="7339" y="6847"/>
                </a:lnTo>
                <a:lnTo>
                  <a:pt x="7210" y="6997"/>
                </a:lnTo>
                <a:lnTo>
                  <a:pt x="7061" y="7125"/>
                </a:lnTo>
                <a:lnTo>
                  <a:pt x="6932" y="7275"/>
                </a:lnTo>
                <a:lnTo>
                  <a:pt x="6761" y="7382"/>
                </a:lnTo>
                <a:lnTo>
                  <a:pt x="6590" y="7510"/>
                </a:lnTo>
                <a:lnTo>
                  <a:pt x="6419" y="7596"/>
                </a:lnTo>
                <a:lnTo>
                  <a:pt x="6248" y="7660"/>
                </a:lnTo>
                <a:lnTo>
                  <a:pt x="6076" y="7703"/>
                </a:lnTo>
                <a:lnTo>
                  <a:pt x="5905" y="7724"/>
                </a:lnTo>
                <a:lnTo>
                  <a:pt x="5777" y="7746"/>
                </a:lnTo>
                <a:lnTo>
                  <a:pt x="5734" y="7746"/>
                </a:lnTo>
                <a:lnTo>
                  <a:pt x="5713" y="7681"/>
                </a:lnTo>
                <a:lnTo>
                  <a:pt x="5691" y="7574"/>
                </a:lnTo>
                <a:lnTo>
                  <a:pt x="5691" y="7339"/>
                </a:lnTo>
                <a:lnTo>
                  <a:pt x="5670" y="7082"/>
                </a:lnTo>
                <a:lnTo>
                  <a:pt x="5670" y="6868"/>
                </a:lnTo>
                <a:lnTo>
                  <a:pt x="5670" y="6761"/>
                </a:lnTo>
                <a:lnTo>
                  <a:pt x="5713" y="6676"/>
                </a:lnTo>
                <a:lnTo>
                  <a:pt x="5777" y="6612"/>
                </a:lnTo>
                <a:lnTo>
                  <a:pt x="5862" y="6569"/>
                </a:lnTo>
                <a:lnTo>
                  <a:pt x="6034" y="6483"/>
                </a:lnTo>
                <a:lnTo>
                  <a:pt x="6376" y="6227"/>
                </a:lnTo>
                <a:lnTo>
                  <a:pt x="6526" y="6120"/>
                </a:lnTo>
                <a:lnTo>
                  <a:pt x="6718" y="6013"/>
                </a:lnTo>
                <a:lnTo>
                  <a:pt x="7039" y="5863"/>
                </a:lnTo>
                <a:lnTo>
                  <a:pt x="7210" y="5799"/>
                </a:lnTo>
                <a:close/>
                <a:moveTo>
                  <a:pt x="1241" y="6227"/>
                </a:moveTo>
                <a:lnTo>
                  <a:pt x="1348" y="6248"/>
                </a:lnTo>
                <a:lnTo>
                  <a:pt x="1562" y="6312"/>
                </a:lnTo>
                <a:lnTo>
                  <a:pt x="1947" y="6462"/>
                </a:lnTo>
                <a:lnTo>
                  <a:pt x="2375" y="6590"/>
                </a:lnTo>
                <a:lnTo>
                  <a:pt x="2589" y="6654"/>
                </a:lnTo>
                <a:lnTo>
                  <a:pt x="2824" y="6719"/>
                </a:lnTo>
                <a:lnTo>
                  <a:pt x="2974" y="6719"/>
                </a:lnTo>
                <a:lnTo>
                  <a:pt x="3017" y="6740"/>
                </a:lnTo>
                <a:lnTo>
                  <a:pt x="3060" y="6804"/>
                </a:lnTo>
                <a:lnTo>
                  <a:pt x="3081" y="6890"/>
                </a:lnTo>
                <a:lnTo>
                  <a:pt x="3102" y="6997"/>
                </a:lnTo>
                <a:lnTo>
                  <a:pt x="3102" y="7211"/>
                </a:lnTo>
                <a:lnTo>
                  <a:pt x="3209" y="7617"/>
                </a:lnTo>
                <a:lnTo>
                  <a:pt x="3252" y="7853"/>
                </a:lnTo>
                <a:lnTo>
                  <a:pt x="3274" y="7938"/>
                </a:lnTo>
                <a:lnTo>
                  <a:pt x="3252" y="7960"/>
                </a:lnTo>
                <a:lnTo>
                  <a:pt x="3081" y="7917"/>
                </a:lnTo>
                <a:lnTo>
                  <a:pt x="2888" y="7853"/>
                </a:lnTo>
                <a:lnTo>
                  <a:pt x="2717" y="7767"/>
                </a:lnTo>
                <a:lnTo>
                  <a:pt x="2525" y="7681"/>
                </a:lnTo>
                <a:lnTo>
                  <a:pt x="2204" y="7468"/>
                </a:lnTo>
                <a:lnTo>
                  <a:pt x="1883" y="7232"/>
                </a:lnTo>
                <a:lnTo>
                  <a:pt x="1605" y="6975"/>
                </a:lnTo>
                <a:lnTo>
                  <a:pt x="1455" y="6847"/>
                </a:lnTo>
                <a:lnTo>
                  <a:pt x="1327" y="6719"/>
                </a:lnTo>
                <a:lnTo>
                  <a:pt x="1198" y="6612"/>
                </a:lnTo>
                <a:lnTo>
                  <a:pt x="1091" y="6462"/>
                </a:lnTo>
                <a:lnTo>
                  <a:pt x="1048" y="6398"/>
                </a:lnTo>
                <a:lnTo>
                  <a:pt x="1048" y="6334"/>
                </a:lnTo>
                <a:lnTo>
                  <a:pt x="1070" y="6269"/>
                </a:lnTo>
                <a:lnTo>
                  <a:pt x="1155" y="6227"/>
                </a:lnTo>
                <a:close/>
                <a:moveTo>
                  <a:pt x="4151" y="8131"/>
                </a:moveTo>
                <a:lnTo>
                  <a:pt x="4108" y="8152"/>
                </a:lnTo>
                <a:lnTo>
                  <a:pt x="4087" y="8152"/>
                </a:lnTo>
                <a:lnTo>
                  <a:pt x="4108" y="8131"/>
                </a:lnTo>
                <a:close/>
                <a:moveTo>
                  <a:pt x="5135" y="7724"/>
                </a:moveTo>
                <a:lnTo>
                  <a:pt x="5199" y="7853"/>
                </a:lnTo>
                <a:lnTo>
                  <a:pt x="5221" y="7981"/>
                </a:lnTo>
                <a:lnTo>
                  <a:pt x="5221" y="8045"/>
                </a:lnTo>
                <a:lnTo>
                  <a:pt x="5199" y="8109"/>
                </a:lnTo>
                <a:lnTo>
                  <a:pt x="5156" y="8152"/>
                </a:lnTo>
                <a:lnTo>
                  <a:pt x="5071" y="8174"/>
                </a:lnTo>
                <a:lnTo>
                  <a:pt x="5007" y="8152"/>
                </a:lnTo>
                <a:lnTo>
                  <a:pt x="4985" y="8109"/>
                </a:lnTo>
                <a:lnTo>
                  <a:pt x="5007" y="8067"/>
                </a:lnTo>
                <a:lnTo>
                  <a:pt x="5028" y="7981"/>
                </a:lnTo>
                <a:lnTo>
                  <a:pt x="5092" y="7831"/>
                </a:lnTo>
                <a:lnTo>
                  <a:pt x="5135" y="7724"/>
                </a:lnTo>
                <a:close/>
                <a:moveTo>
                  <a:pt x="5114" y="6569"/>
                </a:moveTo>
                <a:lnTo>
                  <a:pt x="5178" y="6612"/>
                </a:lnTo>
                <a:lnTo>
                  <a:pt x="5221" y="6654"/>
                </a:lnTo>
                <a:lnTo>
                  <a:pt x="5263" y="6740"/>
                </a:lnTo>
                <a:lnTo>
                  <a:pt x="5263" y="6804"/>
                </a:lnTo>
                <a:lnTo>
                  <a:pt x="5242" y="6890"/>
                </a:lnTo>
                <a:lnTo>
                  <a:pt x="5199" y="6954"/>
                </a:lnTo>
                <a:lnTo>
                  <a:pt x="5092" y="7040"/>
                </a:lnTo>
                <a:lnTo>
                  <a:pt x="5028" y="7147"/>
                </a:lnTo>
                <a:lnTo>
                  <a:pt x="4964" y="7275"/>
                </a:lnTo>
                <a:lnTo>
                  <a:pt x="4921" y="7425"/>
                </a:lnTo>
                <a:lnTo>
                  <a:pt x="4835" y="7703"/>
                </a:lnTo>
                <a:lnTo>
                  <a:pt x="4750" y="7960"/>
                </a:lnTo>
                <a:lnTo>
                  <a:pt x="4707" y="8024"/>
                </a:lnTo>
                <a:lnTo>
                  <a:pt x="4664" y="8131"/>
                </a:lnTo>
                <a:lnTo>
                  <a:pt x="4622" y="8174"/>
                </a:lnTo>
                <a:lnTo>
                  <a:pt x="4600" y="8195"/>
                </a:lnTo>
                <a:lnTo>
                  <a:pt x="4557" y="8174"/>
                </a:lnTo>
                <a:lnTo>
                  <a:pt x="4493" y="8131"/>
                </a:lnTo>
                <a:lnTo>
                  <a:pt x="4493" y="8109"/>
                </a:lnTo>
                <a:lnTo>
                  <a:pt x="4493" y="8045"/>
                </a:lnTo>
                <a:lnTo>
                  <a:pt x="4536" y="7917"/>
                </a:lnTo>
                <a:lnTo>
                  <a:pt x="4643" y="7681"/>
                </a:lnTo>
                <a:lnTo>
                  <a:pt x="4814" y="7189"/>
                </a:lnTo>
                <a:lnTo>
                  <a:pt x="4878" y="6890"/>
                </a:lnTo>
                <a:lnTo>
                  <a:pt x="4921" y="6740"/>
                </a:lnTo>
                <a:lnTo>
                  <a:pt x="4985" y="6633"/>
                </a:lnTo>
                <a:lnTo>
                  <a:pt x="5049" y="6590"/>
                </a:lnTo>
                <a:lnTo>
                  <a:pt x="5114" y="6569"/>
                </a:lnTo>
                <a:close/>
                <a:moveTo>
                  <a:pt x="4065" y="0"/>
                </a:moveTo>
                <a:lnTo>
                  <a:pt x="3701" y="22"/>
                </a:lnTo>
                <a:lnTo>
                  <a:pt x="3338" y="65"/>
                </a:lnTo>
                <a:lnTo>
                  <a:pt x="2995" y="129"/>
                </a:lnTo>
                <a:lnTo>
                  <a:pt x="2653" y="236"/>
                </a:lnTo>
                <a:lnTo>
                  <a:pt x="2311" y="364"/>
                </a:lnTo>
                <a:lnTo>
                  <a:pt x="2011" y="535"/>
                </a:lnTo>
                <a:lnTo>
                  <a:pt x="1733" y="728"/>
                </a:lnTo>
                <a:lnTo>
                  <a:pt x="1498" y="942"/>
                </a:lnTo>
                <a:lnTo>
                  <a:pt x="1262" y="1177"/>
                </a:lnTo>
                <a:lnTo>
                  <a:pt x="1048" y="1455"/>
                </a:lnTo>
                <a:lnTo>
                  <a:pt x="856" y="1712"/>
                </a:lnTo>
                <a:lnTo>
                  <a:pt x="685" y="2012"/>
                </a:lnTo>
                <a:lnTo>
                  <a:pt x="535" y="2311"/>
                </a:lnTo>
                <a:lnTo>
                  <a:pt x="407" y="2611"/>
                </a:lnTo>
                <a:lnTo>
                  <a:pt x="300" y="2889"/>
                </a:lnTo>
                <a:lnTo>
                  <a:pt x="214" y="3210"/>
                </a:lnTo>
                <a:lnTo>
                  <a:pt x="128" y="3531"/>
                </a:lnTo>
                <a:lnTo>
                  <a:pt x="64" y="3852"/>
                </a:lnTo>
                <a:lnTo>
                  <a:pt x="21" y="4173"/>
                </a:lnTo>
                <a:lnTo>
                  <a:pt x="0" y="4515"/>
                </a:lnTo>
                <a:lnTo>
                  <a:pt x="21" y="4836"/>
                </a:lnTo>
                <a:lnTo>
                  <a:pt x="64" y="5135"/>
                </a:lnTo>
                <a:lnTo>
                  <a:pt x="128" y="5478"/>
                </a:lnTo>
                <a:lnTo>
                  <a:pt x="235" y="5799"/>
                </a:lnTo>
                <a:lnTo>
                  <a:pt x="364" y="6098"/>
                </a:lnTo>
                <a:lnTo>
                  <a:pt x="514" y="6376"/>
                </a:lnTo>
                <a:lnTo>
                  <a:pt x="706" y="6654"/>
                </a:lnTo>
                <a:lnTo>
                  <a:pt x="899" y="6911"/>
                </a:lnTo>
                <a:lnTo>
                  <a:pt x="1134" y="7147"/>
                </a:lnTo>
                <a:lnTo>
                  <a:pt x="1391" y="7382"/>
                </a:lnTo>
                <a:lnTo>
                  <a:pt x="1648" y="7574"/>
                </a:lnTo>
                <a:lnTo>
                  <a:pt x="1904" y="7767"/>
                </a:lnTo>
                <a:lnTo>
                  <a:pt x="2182" y="7960"/>
                </a:lnTo>
                <a:lnTo>
                  <a:pt x="2482" y="8131"/>
                </a:lnTo>
                <a:lnTo>
                  <a:pt x="2781" y="8302"/>
                </a:lnTo>
                <a:lnTo>
                  <a:pt x="3081" y="8430"/>
                </a:lnTo>
                <a:lnTo>
                  <a:pt x="3381" y="8537"/>
                </a:lnTo>
                <a:lnTo>
                  <a:pt x="3701" y="8623"/>
                </a:lnTo>
                <a:lnTo>
                  <a:pt x="4022" y="8666"/>
                </a:lnTo>
                <a:lnTo>
                  <a:pt x="4343" y="8687"/>
                </a:lnTo>
                <a:lnTo>
                  <a:pt x="4964" y="8687"/>
                </a:lnTo>
                <a:lnTo>
                  <a:pt x="5328" y="8666"/>
                </a:lnTo>
                <a:lnTo>
                  <a:pt x="5627" y="8601"/>
                </a:lnTo>
                <a:lnTo>
                  <a:pt x="5927" y="8495"/>
                </a:lnTo>
                <a:lnTo>
                  <a:pt x="6248" y="8345"/>
                </a:lnTo>
                <a:lnTo>
                  <a:pt x="6569" y="8195"/>
                </a:lnTo>
                <a:lnTo>
                  <a:pt x="6718" y="8109"/>
                </a:lnTo>
                <a:lnTo>
                  <a:pt x="6868" y="8002"/>
                </a:lnTo>
                <a:lnTo>
                  <a:pt x="7018" y="7874"/>
                </a:lnTo>
                <a:lnTo>
                  <a:pt x="7146" y="7724"/>
                </a:lnTo>
                <a:lnTo>
                  <a:pt x="7424" y="7425"/>
                </a:lnTo>
                <a:lnTo>
                  <a:pt x="7702" y="7147"/>
                </a:lnTo>
                <a:lnTo>
                  <a:pt x="7981" y="6847"/>
                </a:lnTo>
                <a:lnTo>
                  <a:pt x="8216" y="6547"/>
                </a:lnTo>
                <a:lnTo>
                  <a:pt x="8323" y="6376"/>
                </a:lnTo>
                <a:lnTo>
                  <a:pt x="8430" y="6205"/>
                </a:lnTo>
                <a:lnTo>
                  <a:pt x="8580" y="5841"/>
                </a:lnTo>
                <a:lnTo>
                  <a:pt x="8729" y="5478"/>
                </a:lnTo>
                <a:lnTo>
                  <a:pt x="8815" y="5093"/>
                </a:lnTo>
                <a:lnTo>
                  <a:pt x="8879" y="4707"/>
                </a:lnTo>
                <a:lnTo>
                  <a:pt x="8922" y="4301"/>
                </a:lnTo>
                <a:lnTo>
                  <a:pt x="8901" y="3916"/>
                </a:lnTo>
                <a:lnTo>
                  <a:pt x="8836" y="3531"/>
                </a:lnTo>
                <a:lnTo>
                  <a:pt x="8794" y="3338"/>
                </a:lnTo>
                <a:lnTo>
                  <a:pt x="8729" y="3146"/>
                </a:lnTo>
                <a:lnTo>
                  <a:pt x="8623" y="2825"/>
                </a:lnTo>
                <a:lnTo>
                  <a:pt x="8494" y="2504"/>
                </a:lnTo>
                <a:lnTo>
                  <a:pt x="8344" y="2204"/>
                </a:lnTo>
                <a:lnTo>
                  <a:pt x="8195" y="1926"/>
                </a:lnTo>
                <a:lnTo>
                  <a:pt x="7981" y="1626"/>
                </a:lnTo>
                <a:lnTo>
                  <a:pt x="7745" y="1391"/>
                </a:lnTo>
                <a:lnTo>
                  <a:pt x="7467" y="1156"/>
                </a:lnTo>
                <a:lnTo>
                  <a:pt x="7210" y="920"/>
                </a:lnTo>
                <a:lnTo>
                  <a:pt x="6954" y="728"/>
                </a:lnTo>
                <a:lnTo>
                  <a:pt x="6697" y="557"/>
                </a:lnTo>
                <a:lnTo>
                  <a:pt x="6419" y="386"/>
                </a:lnTo>
                <a:lnTo>
                  <a:pt x="6141" y="236"/>
                </a:lnTo>
                <a:lnTo>
                  <a:pt x="5969" y="172"/>
                </a:lnTo>
                <a:lnTo>
                  <a:pt x="5820" y="129"/>
                </a:lnTo>
                <a:lnTo>
                  <a:pt x="5477" y="65"/>
                </a:lnTo>
                <a:lnTo>
                  <a:pt x="5135" y="43"/>
                </a:lnTo>
                <a:lnTo>
                  <a:pt x="4771" y="22"/>
                </a:lnTo>
                <a:lnTo>
                  <a:pt x="4429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4"/>
          <p:cNvSpPr/>
          <p:nvPr/>
        </p:nvSpPr>
        <p:spPr>
          <a:xfrm>
            <a:off x="4601832" y="2124932"/>
            <a:ext cx="182743" cy="240577"/>
          </a:xfrm>
          <a:custGeom>
            <a:rect b="b" l="l" r="r" t="t"/>
            <a:pathLst>
              <a:path extrusionOk="0" h="8902" w="6762">
                <a:moveTo>
                  <a:pt x="1305" y="1092"/>
                </a:moveTo>
                <a:lnTo>
                  <a:pt x="1348" y="1135"/>
                </a:lnTo>
                <a:lnTo>
                  <a:pt x="1477" y="1263"/>
                </a:lnTo>
                <a:lnTo>
                  <a:pt x="1562" y="1434"/>
                </a:lnTo>
                <a:lnTo>
                  <a:pt x="1584" y="1499"/>
                </a:lnTo>
                <a:lnTo>
                  <a:pt x="1562" y="1541"/>
                </a:lnTo>
                <a:lnTo>
                  <a:pt x="1541" y="1541"/>
                </a:lnTo>
                <a:lnTo>
                  <a:pt x="1477" y="1520"/>
                </a:lnTo>
                <a:lnTo>
                  <a:pt x="1348" y="1370"/>
                </a:lnTo>
                <a:lnTo>
                  <a:pt x="1284" y="1306"/>
                </a:lnTo>
                <a:lnTo>
                  <a:pt x="1241" y="1220"/>
                </a:lnTo>
                <a:lnTo>
                  <a:pt x="1241" y="1156"/>
                </a:lnTo>
                <a:lnTo>
                  <a:pt x="1241" y="1113"/>
                </a:lnTo>
                <a:lnTo>
                  <a:pt x="1263" y="1092"/>
                </a:lnTo>
                <a:close/>
                <a:moveTo>
                  <a:pt x="792" y="1734"/>
                </a:moveTo>
                <a:lnTo>
                  <a:pt x="856" y="1755"/>
                </a:lnTo>
                <a:lnTo>
                  <a:pt x="878" y="1798"/>
                </a:lnTo>
                <a:lnTo>
                  <a:pt x="899" y="1841"/>
                </a:lnTo>
                <a:lnTo>
                  <a:pt x="878" y="1862"/>
                </a:lnTo>
                <a:lnTo>
                  <a:pt x="856" y="1905"/>
                </a:lnTo>
                <a:lnTo>
                  <a:pt x="813" y="1905"/>
                </a:lnTo>
                <a:lnTo>
                  <a:pt x="749" y="1926"/>
                </a:lnTo>
                <a:lnTo>
                  <a:pt x="706" y="1905"/>
                </a:lnTo>
                <a:lnTo>
                  <a:pt x="685" y="1884"/>
                </a:lnTo>
                <a:lnTo>
                  <a:pt x="685" y="1841"/>
                </a:lnTo>
                <a:lnTo>
                  <a:pt x="728" y="1777"/>
                </a:lnTo>
                <a:lnTo>
                  <a:pt x="749" y="1755"/>
                </a:lnTo>
                <a:lnTo>
                  <a:pt x="792" y="1734"/>
                </a:lnTo>
                <a:close/>
                <a:moveTo>
                  <a:pt x="2910" y="1670"/>
                </a:moveTo>
                <a:lnTo>
                  <a:pt x="2846" y="1712"/>
                </a:lnTo>
                <a:lnTo>
                  <a:pt x="2760" y="1755"/>
                </a:lnTo>
                <a:lnTo>
                  <a:pt x="2718" y="1819"/>
                </a:lnTo>
                <a:lnTo>
                  <a:pt x="2675" y="1884"/>
                </a:lnTo>
                <a:lnTo>
                  <a:pt x="2675" y="1926"/>
                </a:lnTo>
                <a:lnTo>
                  <a:pt x="2696" y="1969"/>
                </a:lnTo>
                <a:lnTo>
                  <a:pt x="2932" y="1969"/>
                </a:lnTo>
                <a:lnTo>
                  <a:pt x="3081" y="1991"/>
                </a:lnTo>
                <a:lnTo>
                  <a:pt x="3231" y="2033"/>
                </a:lnTo>
                <a:lnTo>
                  <a:pt x="3317" y="2033"/>
                </a:lnTo>
                <a:lnTo>
                  <a:pt x="3381" y="2012"/>
                </a:lnTo>
                <a:lnTo>
                  <a:pt x="3702" y="1969"/>
                </a:lnTo>
                <a:lnTo>
                  <a:pt x="4023" y="1948"/>
                </a:lnTo>
                <a:lnTo>
                  <a:pt x="4237" y="1948"/>
                </a:lnTo>
                <a:lnTo>
                  <a:pt x="4451" y="1926"/>
                </a:lnTo>
                <a:lnTo>
                  <a:pt x="4879" y="1905"/>
                </a:lnTo>
                <a:lnTo>
                  <a:pt x="5135" y="1905"/>
                </a:lnTo>
                <a:lnTo>
                  <a:pt x="5199" y="1884"/>
                </a:lnTo>
                <a:lnTo>
                  <a:pt x="5242" y="1862"/>
                </a:lnTo>
                <a:lnTo>
                  <a:pt x="5242" y="1819"/>
                </a:lnTo>
                <a:lnTo>
                  <a:pt x="5199" y="1755"/>
                </a:lnTo>
                <a:lnTo>
                  <a:pt x="5135" y="1712"/>
                </a:lnTo>
                <a:lnTo>
                  <a:pt x="5050" y="1691"/>
                </a:lnTo>
                <a:lnTo>
                  <a:pt x="4836" y="1691"/>
                </a:lnTo>
                <a:lnTo>
                  <a:pt x="4451" y="1734"/>
                </a:lnTo>
                <a:lnTo>
                  <a:pt x="4237" y="1755"/>
                </a:lnTo>
                <a:lnTo>
                  <a:pt x="4044" y="1755"/>
                </a:lnTo>
                <a:lnTo>
                  <a:pt x="3616" y="1734"/>
                </a:lnTo>
                <a:lnTo>
                  <a:pt x="3531" y="1755"/>
                </a:lnTo>
                <a:lnTo>
                  <a:pt x="3424" y="1777"/>
                </a:lnTo>
                <a:lnTo>
                  <a:pt x="3317" y="1798"/>
                </a:lnTo>
                <a:lnTo>
                  <a:pt x="3231" y="1798"/>
                </a:lnTo>
                <a:lnTo>
                  <a:pt x="3167" y="1777"/>
                </a:lnTo>
                <a:lnTo>
                  <a:pt x="3103" y="1734"/>
                </a:lnTo>
                <a:lnTo>
                  <a:pt x="3060" y="1691"/>
                </a:lnTo>
                <a:lnTo>
                  <a:pt x="2996" y="1670"/>
                </a:lnTo>
                <a:close/>
                <a:moveTo>
                  <a:pt x="4707" y="2654"/>
                </a:moveTo>
                <a:lnTo>
                  <a:pt x="4451" y="2675"/>
                </a:lnTo>
                <a:lnTo>
                  <a:pt x="4279" y="2697"/>
                </a:lnTo>
                <a:lnTo>
                  <a:pt x="3809" y="2739"/>
                </a:lnTo>
                <a:lnTo>
                  <a:pt x="3573" y="2761"/>
                </a:lnTo>
                <a:lnTo>
                  <a:pt x="3359" y="2761"/>
                </a:lnTo>
                <a:lnTo>
                  <a:pt x="3124" y="2739"/>
                </a:lnTo>
                <a:lnTo>
                  <a:pt x="2910" y="2697"/>
                </a:lnTo>
                <a:lnTo>
                  <a:pt x="2803" y="2675"/>
                </a:lnTo>
                <a:lnTo>
                  <a:pt x="2696" y="2697"/>
                </a:lnTo>
                <a:lnTo>
                  <a:pt x="2482" y="2718"/>
                </a:lnTo>
                <a:lnTo>
                  <a:pt x="2397" y="2697"/>
                </a:lnTo>
                <a:lnTo>
                  <a:pt x="2290" y="2675"/>
                </a:lnTo>
                <a:lnTo>
                  <a:pt x="2097" y="2675"/>
                </a:lnTo>
                <a:lnTo>
                  <a:pt x="2033" y="2718"/>
                </a:lnTo>
                <a:lnTo>
                  <a:pt x="1990" y="2761"/>
                </a:lnTo>
                <a:lnTo>
                  <a:pt x="1969" y="2825"/>
                </a:lnTo>
                <a:lnTo>
                  <a:pt x="1990" y="2846"/>
                </a:lnTo>
                <a:lnTo>
                  <a:pt x="2012" y="2868"/>
                </a:lnTo>
                <a:lnTo>
                  <a:pt x="2140" y="2889"/>
                </a:lnTo>
                <a:lnTo>
                  <a:pt x="2247" y="2911"/>
                </a:lnTo>
                <a:lnTo>
                  <a:pt x="2504" y="2932"/>
                </a:lnTo>
                <a:lnTo>
                  <a:pt x="2974" y="2932"/>
                </a:lnTo>
                <a:lnTo>
                  <a:pt x="3210" y="2953"/>
                </a:lnTo>
                <a:lnTo>
                  <a:pt x="3424" y="2953"/>
                </a:lnTo>
                <a:lnTo>
                  <a:pt x="3873" y="2932"/>
                </a:lnTo>
                <a:lnTo>
                  <a:pt x="4322" y="2889"/>
                </a:lnTo>
                <a:lnTo>
                  <a:pt x="5028" y="2889"/>
                </a:lnTo>
                <a:lnTo>
                  <a:pt x="5093" y="2868"/>
                </a:lnTo>
                <a:lnTo>
                  <a:pt x="5135" y="2846"/>
                </a:lnTo>
                <a:lnTo>
                  <a:pt x="5135" y="2804"/>
                </a:lnTo>
                <a:lnTo>
                  <a:pt x="5114" y="2739"/>
                </a:lnTo>
                <a:lnTo>
                  <a:pt x="5050" y="2697"/>
                </a:lnTo>
                <a:lnTo>
                  <a:pt x="4943" y="2675"/>
                </a:lnTo>
                <a:lnTo>
                  <a:pt x="4707" y="2654"/>
                </a:lnTo>
                <a:close/>
                <a:moveTo>
                  <a:pt x="3295" y="3424"/>
                </a:moveTo>
                <a:lnTo>
                  <a:pt x="3060" y="3467"/>
                </a:lnTo>
                <a:lnTo>
                  <a:pt x="2825" y="3531"/>
                </a:lnTo>
                <a:lnTo>
                  <a:pt x="2568" y="3574"/>
                </a:lnTo>
                <a:lnTo>
                  <a:pt x="2461" y="3595"/>
                </a:lnTo>
                <a:lnTo>
                  <a:pt x="2332" y="3574"/>
                </a:lnTo>
                <a:lnTo>
                  <a:pt x="2119" y="3531"/>
                </a:lnTo>
                <a:lnTo>
                  <a:pt x="1905" y="3531"/>
                </a:lnTo>
                <a:lnTo>
                  <a:pt x="1840" y="3553"/>
                </a:lnTo>
                <a:lnTo>
                  <a:pt x="1776" y="3595"/>
                </a:lnTo>
                <a:lnTo>
                  <a:pt x="1755" y="3617"/>
                </a:lnTo>
                <a:lnTo>
                  <a:pt x="1755" y="3638"/>
                </a:lnTo>
                <a:lnTo>
                  <a:pt x="1776" y="3681"/>
                </a:lnTo>
                <a:lnTo>
                  <a:pt x="1819" y="3702"/>
                </a:lnTo>
                <a:lnTo>
                  <a:pt x="1926" y="3766"/>
                </a:lnTo>
                <a:lnTo>
                  <a:pt x="2033" y="3788"/>
                </a:lnTo>
                <a:lnTo>
                  <a:pt x="2140" y="3831"/>
                </a:lnTo>
                <a:lnTo>
                  <a:pt x="2482" y="3831"/>
                </a:lnTo>
                <a:lnTo>
                  <a:pt x="2718" y="3788"/>
                </a:lnTo>
                <a:lnTo>
                  <a:pt x="3167" y="3681"/>
                </a:lnTo>
                <a:lnTo>
                  <a:pt x="3402" y="3659"/>
                </a:lnTo>
                <a:lnTo>
                  <a:pt x="3638" y="3638"/>
                </a:lnTo>
                <a:lnTo>
                  <a:pt x="3894" y="3659"/>
                </a:lnTo>
                <a:lnTo>
                  <a:pt x="4001" y="3681"/>
                </a:lnTo>
                <a:lnTo>
                  <a:pt x="4130" y="3681"/>
                </a:lnTo>
                <a:lnTo>
                  <a:pt x="4365" y="3638"/>
                </a:lnTo>
                <a:lnTo>
                  <a:pt x="4472" y="3638"/>
                </a:lnTo>
                <a:lnTo>
                  <a:pt x="4579" y="3659"/>
                </a:lnTo>
                <a:lnTo>
                  <a:pt x="4814" y="3745"/>
                </a:lnTo>
                <a:lnTo>
                  <a:pt x="4986" y="3745"/>
                </a:lnTo>
                <a:lnTo>
                  <a:pt x="5050" y="3702"/>
                </a:lnTo>
                <a:lnTo>
                  <a:pt x="5093" y="3659"/>
                </a:lnTo>
                <a:lnTo>
                  <a:pt x="5114" y="3595"/>
                </a:lnTo>
                <a:lnTo>
                  <a:pt x="5114" y="3553"/>
                </a:lnTo>
                <a:lnTo>
                  <a:pt x="5071" y="3488"/>
                </a:lnTo>
                <a:lnTo>
                  <a:pt x="4986" y="3467"/>
                </a:lnTo>
                <a:lnTo>
                  <a:pt x="4729" y="3467"/>
                </a:lnTo>
                <a:lnTo>
                  <a:pt x="4515" y="3424"/>
                </a:lnTo>
                <a:lnTo>
                  <a:pt x="4301" y="3424"/>
                </a:lnTo>
                <a:lnTo>
                  <a:pt x="4044" y="3446"/>
                </a:lnTo>
                <a:lnTo>
                  <a:pt x="3809" y="3424"/>
                </a:lnTo>
                <a:close/>
                <a:moveTo>
                  <a:pt x="2632" y="4237"/>
                </a:moveTo>
                <a:lnTo>
                  <a:pt x="2397" y="4259"/>
                </a:lnTo>
                <a:lnTo>
                  <a:pt x="1947" y="4366"/>
                </a:lnTo>
                <a:lnTo>
                  <a:pt x="1776" y="4430"/>
                </a:lnTo>
                <a:lnTo>
                  <a:pt x="1648" y="4515"/>
                </a:lnTo>
                <a:lnTo>
                  <a:pt x="1626" y="4558"/>
                </a:lnTo>
                <a:lnTo>
                  <a:pt x="1626" y="4580"/>
                </a:lnTo>
                <a:lnTo>
                  <a:pt x="1712" y="4601"/>
                </a:lnTo>
                <a:lnTo>
                  <a:pt x="1840" y="4601"/>
                </a:lnTo>
                <a:lnTo>
                  <a:pt x="2119" y="4580"/>
                </a:lnTo>
                <a:lnTo>
                  <a:pt x="2375" y="4537"/>
                </a:lnTo>
                <a:lnTo>
                  <a:pt x="2653" y="4494"/>
                </a:lnTo>
                <a:lnTo>
                  <a:pt x="2932" y="4494"/>
                </a:lnTo>
                <a:lnTo>
                  <a:pt x="3188" y="4537"/>
                </a:lnTo>
                <a:lnTo>
                  <a:pt x="3295" y="4558"/>
                </a:lnTo>
                <a:lnTo>
                  <a:pt x="3424" y="4558"/>
                </a:lnTo>
                <a:lnTo>
                  <a:pt x="3680" y="4494"/>
                </a:lnTo>
                <a:lnTo>
                  <a:pt x="3809" y="4473"/>
                </a:lnTo>
                <a:lnTo>
                  <a:pt x="3937" y="4515"/>
                </a:lnTo>
                <a:lnTo>
                  <a:pt x="4108" y="4558"/>
                </a:lnTo>
                <a:lnTo>
                  <a:pt x="4536" y="4558"/>
                </a:lnTo>
                <a:lnTo>
                  <a:pt x="4729" y="4537"/>
                </a:lnTo>
                <a:lnTo>
                  <a:pt x="4814" y="4515"/>
                </a:lnTo>
                <a:lnTo>
                  <a:pt x="4921" y="4494"/>
                </a:lnTo>
                <a:lnTo>
                  <a:pt x="4964" y="4473"/>
                </a:lnTo>
                <a:lnTo>
                  <a:pt x="5007" y="4451"/>
                </a:lnTo>
                <a:lnTo>
                  <a:pt x="5007" y="4408"/>
                </a:lnTo>
                <a:lnTo>
                  <a:pt x="5007" y="4366"/>
                </a:lnTo>
                <a:lnTo>
                  <a:pt x="4986" y="4323"/>
                </a:lnTo>
                <a:lnTo>
                  <a:pt x="4943" y="4301"/>
                </a:lnTo>
                <a:lnTo>
                  <a:pt x="4836" y="4280"/>
                </a:lnTo>
                <a:lnTo>
                  <a:pt x="4386" y="4280"/>
                </a:lnTo>
                <a:lnTo>
                  <a:pt x="4151" y="4259"/>
                </a:lnTo>
                <a:lnTo>
                  <a:pt x="3937" y="4237"/>
                </a:lnTo>
                <a:lnTo>
                  <a:pt x="3702" y="4237"/>
                </a:lnTo>
                <a:lnTo>
                  <a:pt x="3488" y="4280"/>
                </a:lnTo>
                <a:lnTo>
                  <a:pt x="3402" y="4323"/>
                </a:lnTo>
                <a:lnTo>
                  <a:pt x="3188" y="4323"/>
                </a:lnTo>
                <a:lnTo>
                  <a:pt x="3081" y="4301"/>
                </a:lnTo>
                <a:lnTo>
                  <a:pt x="2867" y="4237"/>
                </a:lnTo>
                <a:close/>
                <a:moveTo>
                  <a:pt x="2268" y="5050"/>
                </a:moveTo>
                <a:lnTo>
                  <a:pt x="2140" y="5072"/>
                </a:lnTo>
                <a:lnTo>
                  <a:pt x="2033" y="5114"/>
                </a:lnTo>
                <a:lnTo>
                  <a:pt x="1926" y="5157"/>
                </a:lnTo>
                <a:lnTo>
                  <a:pt x="1819" y="5200"/>
                </a:lnTo>
                <a:lnTo>
                  <a:pt x="1584" y="5200"/>
                </a:lnTo>
                <a:lnTo>
                  <a:pt x="1562" y="5221"/>
                </a:lnTo>
                <a:lnTo>
                  <a:pt x="1562" y="5243"/>
                </a:lnTo>
                <a:lnTo>
                  <a:pt x="1584" y="5264"/>
                </a:lnTo>
                <a:lnTo>
                  <a:pt x="1605" y="5307"/>
                </a:lnTo>
                <a:lnTo>
                  <a:pt x="1691" y="5328"/>
                </a:lnTo>
                <a:lnTo>
                  <a:pt x="1798" y="5328"/>
                </a:lnTo>
                <a:lnTo>
                  <a:pt x="1926" y="5307"/>
                </a:lnTo>
                <a:lnTo>
                  <a:pt x="2161" y="5243"/>
                </a:lnTo>
                <a:lnTo>
                  <a:pt x="2268" y="5221"/>
                </a:lnTo>
                <a:lnTo>
                  <a:pt x="2332" y="5221"/>
                </a:lnTo>
                <a:lnTo>
                  <a:pt x="2546" y="5264"/>
                </a:lnTo>
                <a:lnTo>
                  <a:pt x="2653" y="5286"/>
                </a:lnTo>
                <a:lnTo>
                  <a:pt x="2760" y="5286"/>
                </a:lnTo>
                <a:lnTo>
                  <a:pt x="2974" y="5243"/>
                </a:lnTo>
                <a:lnTo>
                  <a:pt x="3124" y="5200"/>
                </a:lnTo>
                <a:lnTo>
                  <a:pt x="3188" y="5179"/>
                </a:lnTo>
                <a:lnTo>
                  <a:pt x="3146" y="5136"/>
                </a:lnTo>
                <a:lnTo>
                  <a:pt x="3081" y="5093"/>
                </a:lnTo>
                <a:lnTo>
                  <a:pt x="2910" y="5093"/>
                </a:lnTo>
                <a:lnTo>
                  <a:pt x="2782" y="5114"/>
                </a:lnTo>
                <a:lnTo>
                  <a:pt x="2653" y="5136"/>
                </a:lnTo>
                <a:lnTo>
                  <a:pt x="2568" y="5114"/>
                </a:lnTo>
                <a:lnTo>
                  <a:pt x="2461" y="5093"/>
                </a:lnTo>
                <a:lnTo>
                  <a:pt x="2375" y="5072"/>
                </a:lnTo>
                <a:lnTo>
                  <a:pt x="2268" y="5050"/>
                </a:lnTo>
                <a:close/>
                <a:moveTo>
                  <a:pt x="4515" y="6034"/>
                </a:moveTo>
                <a:lnTo>
                  <a:pt x="4558" y="6120"/>
                </a:lnTo>
                <a:lnTo>
                  <a:pt x="4579" y="6270"/>
                </a:lnTo>
                <a:lnTo>
                  <a:pt x="4579" y="6313"/>
                </a:lnTo>
                <a:lnTo>
                  <a:pt x="4558" y="6377"/>
                </a:lnTo>
                <a:lnTo>
                  <a:pt x="4536" y="6398"/>
                </a:lnTo>
                <a:lnTo>
                  <a:pt x="4451" y="6398"/>
                </a:lnTo>
                <a:lnTo>
                  <a:pt x="4429" y="6377"/>
                </a:lnTo>
                <a:lnTo>
                  <a:pt x="4408" y="6334"/>
                </a:lnTo>
                <a:lnTo>
                  <a:pt x="4451" y="6206"/>
                </a:lnTo>
                <a:lnTo>
                  <a:pt x="4493" y="6077"/>
                </a:lnTo>
                <a:lnTo>
                  <a:pt x="4515" y="6034"/>
                </a:lnTo>
                <a:close/>
                <a:moveTo>
                  <a:pt x="5627" y="5478"/>
                </a:moveTo>
                <a:lnTo>
                  <a:pt x="5585" y="5500"/>
                </a:lnTo>
                <a:lnTo>
                  <a:pt x="5520" y="5542"/>
                </a:lnTo>
                <a:lnTo>
                  <a:pt x="5478" y="5606"/>
                </a:lnTo>
                <a:lnTo>
                  <a:pt x="5478" y="5692"/>
                </a:lnTo>
                <a:lnTo>
                  <a:pt x="5478" y="5756"/>
                </a:lnTo>
                <a:lnTo>
                  <a:pt x="5478" y="5842"/>
                </a:lnTo>
                <a:lnTo>
                  <a:pt x="5499" y="5992"/>
                </a:lnTo>
                <a:lnTo>
                  <a:pt x="5499" y="6077"/>
                </a:lnTo>
                <a:lnTo>
                  <a:pt x="5478" y="6141"/>
                </a:lnTo>
                <a:lnTo>
                  <a:pt x="5435" y="6184"/>
                </a:lnTo>
                <a:lnTo>
                  <a:pt x="5392" y="6227"/>
                </a:lnTo>
                <a:lnTo>
                  <a:pt x="5306" y="6291"/>
                </a:lnTo>
                <a:lnTo>
                  <a:pt x="5264" y="6313"/>
                </a:lnTo>
                <a:lnTo>
                  <a:pt x="5242" y="6355"/>
                </a:lnTo>
                <a:lnTo>
                  <a:pt x="5242" y="6420"/>
                </a:lnTo>
                <a:lnTo>
                  <a:pt x="5264" y="6484"/>
                </a:lnTo>
                <a:lnTo>
                  <a:pt x="5306" y="6527"/>
                </a:lnTo>
                <a:lnTo>
                  <a:pt x="5371" y="6548"/>
                </a:lnTo>
                <a:lnTo>
                  <a:pt x="5435" y="6569"/>
                </a:lnTo>
                <a:lnTo>
                  <a:pt x="5499" y="6591"/>
                </a:lnTo>
                <a:lnTo>
                  <a:pt x="5542" y="6655"/>
                </a:lnTo>
                <a:lnTo>
                  <a:pt x="5563" y="6698"/>
                </a:lnTo>
                <a:lnTo>
                  <a:pt x="5563" y="6762"/>
                </a:lnTo>
                <a:lnTo>
                  <a:pt x="5606" y="6826"/>
                </a:lnTo>
                <a:lnTo>
                  <a:pt x="5649" y="6869"/>
                </a:lnTo>
                <a:lnTo>
                  <a:pt x="5692" y="6890"/>
                </a:lnTo>
                <a:lnTo>
                  <a:pt x="5734" y="6912"/>
                </a:lnTo>
                <a:lnTo>
                  <a:pt x="5820" y="6912"/>
                </a:lnTo>
                <a:lnTo>
                  <a:pt x="5863" y="6869"/>
                </a:lnTo>
                <a:lnTo>
                  <a:pt x="5906" y="6826"/>
                </a:lnTo>
                <a:lnTo>
                  <a:pt x="5927" y="6783"/>
                </a:lnTo>
                <a:lnTo>
                  <a:pt x="5948" y="6698"/>
                </a:lnTo>
                <a:lnTo>
                  <a:pt x="5927" y="6633"/>
                </a:lnTo>
                <a:lnTo>
                  <a:pt x="5927" y="6548"/>
                </a:lnTo>
                <a:lnTo>
                  <a:pt x="5927" y="6462"/>
                </a:lnTo>
                <a:lnTo>
                  <a:pt x="5970" y="6441"/>
                </a:lnTo>
                <a:lnTo>
                  <a:pt x="5991" y="6398"/>
                </a:lnTo>
                <a:lnTo>
                  <a:pt x="6077" y="6355"/>
                </a:lnTo>
                <a:lnTo>
                  <a:pt x="6141" y="6248"/>
                </a:lnTo>
                <a:lnTo>
                  <a:pt x="6162" y="6206"/>
                </a:lnTo>
                <a:lnTo>
                  <a:pt x="6162" y="6141"/>
                </a:lnTo>
                <a:lnTo>
                  <a:pt x="6141" y="6099"/>
                </a:lnTo>
                <a:lnTo>
                  <a:pt x="6120" y="6056"/>
                </a:lnTo>
                <a:lnTo>
                  <a:pt x="6055" y="6034"/>
                </a:lnTo>
                <a:lnTo>
                  <a:pt x="5991" y="6013"/>
                </a:lnTo>
                <a:lnTo>
                  <a:pt x="5884" y="5970"/>
                </a:lnTo>
                <a:lnTo>
                  <a:pt x="5863" y="5949"/>
                </a:lnTo>
                <a:lnTo>
                  <a:pt x="5841" y="5927"/>
                </a:lnTo>
                <a:lnTo>
                  <a:pt x="5820" y="5713"/>
                </a:lnTo>
                <a:lnTo>
                  <a:pt x="5777" y="5585"/>
                </a:lnTo>
                <a:lnTo>
                  <a:pt x="5713" y="5500"/>
                </a:lnTo>
                <a:lnTo>
                  <a:pt x="5670" y="5478"/>
                </a:lnTo>
                <a:close/>
                <a:moveTo>
                  <a:pt x="4408" y="5307"/>
                </a:moveTo>
                <a:lnTo>
                  <a:pt x="4344" y="5328"/>
                </a:lnTo>
                <a:lnTo>
                  <a:pt x="4301" y="5371"/>
                </a:lnTo>
                <a:lnTo>
                  <a:pt x="4258" y="5435"/>
                </a:lnTo>
                <a:lnTo>
                  <a:pt x="4194" y="5564"/>
                </a:lnTo>
                <a:lnTo>
                  <a:pt x="4151" y="5735"/>
                </a:lnTo>
                <a:lnTo>
                  <a:pt x="4108" y="6120"/>
                </a:lnTo>
                <a:lnTo>
                  <a:pt x="4087" y="6270"/>
                </a:lnTo>
                <a:lnTo>
                  <a:pt x="4066" y="6398"/>
                </a:lnTo>
                <a:lnTo>
                  <a:pt x="4023" y="6462"/>
                </a:lnTo>
                <a:lnTo>
                  <a:pt x="3980" y="6527"/>
                </a:lnTo>
                <a:lnTo>
                  <a:pt x="3894" y="6591"/>
                </a:lnTo>
                <a:lnTo>
                  <a:pt x="3787" y="6633"/>
                </a:lnTo>
                <a:lnTo>
                  <a:pt x="3723" y="6676"/>
                </a:lnTo>
                <a:lnTo>
                  <a:pt x="3680" y="6740"/>
                </a:lnTo>
                <a:lnTo>
                  <a:pt x="3659" y="6783"/>
                </a:lnTo>
                <a:lnTo>
                  <a:pt x="3638" y="6826"/>
                </a:lnTo>
                <a:lnTo>
                  <a:pt x="3638" y="6869"/>
                </a:lnTo>
                <a:lnTo>
                  <a:pt x="3659" y="6890"/>
                </a:lnTo>
                <a:lnTo>
                  <a:pt x="3723" y="6933"/>
                </a:lnTo>
                <a:lnTo>
                  <a:pt x="3787" y="6976"/>
                </a:lnTo>
                <a:lnTo>
                  <a:pt x="3852" y="7061"/>
                </a:lnTo>
                <a:lnTo>
                  <a:pt x="3873" y="7126"/>
                </a:lnTo>
                <a:lnTo>
                  <a:pt x="3873" y="7190"/>
                </a:lnTo>
                <a:lnTo>
                  <a:pt x="3830" y="7318"/>
                </a:lnTo>
                <a:lnTo>
                  <a:pt x="3809" y="7425"/>
                </a:lnTo>
                <a:lnTo>
                  <a:pt x="3787" y="7554"/>
                </a:lnTo>
                <a:lnTo>
                  <a:pt x="3787" y="7618"/>
                </a:lnTo>
                <a:lnTo>
                  <a:pt x="3787" y="7682"/>
                </a:lnTo>
                <a:lnTo>
                  <a:pt x="3830" y="7725"/>
                </a:lnTo>
                <a:lnTo>
                  <a:pt x="3873" y="7746"/>
                </a:lnTo>
                <a:lnTo>
                  <a:pt x="3980" y="7746"/>
                </a:lnTo>
                <a:lnTo>
                  <a:pt x="4087" y="7682"/>
                </a:lnTo>
                <a:lnTo>
                  <a:pt x="4172" y="7596"/>
                </a:lnTo>
                <a:lnTo>
                  <a:pt x="4237" y="7532"/>
                </a:lnTo>
                <a:lnTo>
                  <a:pt x="4279" y="7468"/>
                </a:lnTo>
                <a:lnTo>
                  <a:pt x="4279" y="7382"/>
                </a:lnTo>
                <a:lnTo>
                  <a:pt x="4301" y="7233"/>
                </a:lnTo>
                <a:lnTo>
                  <a:pt x="4301" y="7061"/>
                </a:lnTo>
                <a:lnTo>
                  <a:pt x="4322" y="6976"/>
                </a:lnTo>
                <a:lnTo>
                  <a:pt x="4365" y="6912"/>
                </a:lnTo>
                <a:lnTo>
                  <a:pt x="4451" y="6826"/>
                </a:lnTo>
                <a:lnTo>
                  <a:pt x="4558" y="6762"/>
                </a:lnTo>
                <a:lnTo>
                  <a:pt x="4600" y="6740"/>
                </a:lnTo>
                <a:lnTo>
                  <a:pt x="4665" y="6740"/>
                </a:lnTo>
                <a:lnTo>
                  <a:pt x="4707" y="6762"/>
                </a:lnTo>
                <a:lnTo>
                  <a:pt x="4772" y="6805"/>
                </a:lnTo>
                <a:lnTo>
                  <a:pt x="4793" y="6847"/>
                </a:lnTo>
                <a:lnTo>
                  <a:pt x="4836" y="6912"/>
                </a:lnTo>
                <a:lnTo>
                  <a:pt x="4857" y="7083"/>
                </a:lnTo>
                <a:lnTo>
                  <a:pt x="4900" y="7233"/>
                </a:lnTo>
                <a:lnTo>
                  <a:pt x="4943" y="7382"/>
                </a:lnTo>
                <a:lnTo>
                  <a:pt x="5007" y="7489"/>
                </a:lnTo>
                <a:lnTo>
                  <a:pt x="5028" y="7511"/>
                </a:lnTo>
                <a:lnTo>
                  <a:pt x="5071" y="7532"/>
                </a:lnTo>
                <a:lnTo>
                  <a:pt x="5135" y="7532"/>
                </a:lnTo>
                <a:lnTo>
                  <a:pt x="5264" y="7447"/>
                </a:lnTo>
                <a:lnTo>
                  <a:pt x="5328" y="7361"/>
                </a:lnTo>
                <a:lnTo>
                  <a:pt x="5371" y="7275"/>
                </a:lnTo>
                <a:lnTo>
                  <a:pt x="5371" y="7168"/>
                </a:lnTo>
                <a:lnTo>
                  <a:pt x="5328" y="7040"/>
                </a:lnTo>
                <a:lnTo>
                  <a:pt x="5285" y="6912"/>
                </a:lnTo>
                <a:lnTo>
                  <a:pt x="5242" y="6783"/>
                </a:lnTo>
                <a:lnTo>
                  <a:pt x="5178" y="6676"/>
                </a:lnTo>
                <a:lnTo>
                  <a:pt x="5135" y="6548"/>
                </a:lnTo>
                <a:lnTo>
                  <a:pt x="5135" y="6398"/>
                </a:lnTo>
                <a:lnTo>
                  <a:pt x="5114" y="6334"/>
                </a:lnTo>
                <a:lnTo>
                  <a:pt x="5093" y="6248"/>
                </a:lnTo>
                <a:lnTo>
                  <a:pt x="5050" y="6206"/>
                </a:lnTo>
                <a:lnTo>
                  <a:pt x="4986" y="6141"/>
                </a:lnTo>
                <a:lnTo>
                  <a:pt x="4943" y="6034"/>
                </a:lnTo>
                <a:lnTo>
                  <a:pt x="4900" y="5927"/>
                </a:lnTo>
                <a:lnTo>
                  <a:pt x="4793" y="5649"/>
                </a:lnTo>
                <a:lnTo>
                  <a:pt x="4750" y="5521"/>
                </a:lnTo>
                <a:lnTo>
                  <a:pt x="4665" y="5414"/>
                </a:lnTo>
                <a:lnTo>
                  <a:pt x="4579" y="5328"/>
                </a:lnTo>
                <a:lnTo>
                  <a:pt x="4536" y="5307"/>
                </a:lnTo>
                <a:close/>
                <a:moveTo>
                  <a:pt x="2632" y="429"/>
                </a:moveTo>
                <a:lnTo>
                  <a:pt x="2889" y="450"/>
                </a:lnTo>
                <a:lnTo>
                  <a:pt x="3124" y="472"/>
                </a:lnTo>
                <a:lnTo>
                  <a:pt x="3702" y="472"/>
                </a:lnTo>
                <a:lnTo>
                  <a:pt x="4258" y="514"/>
                </a:lnTo>
                <a:lnTo>
                  <a:pt x="4793" y="536"/>
                </a:lnTo>
                <a:lnTo>
                  <a:pt x="5306" y="557"/>
                </a:lnTo>
                <a:lnTo>
                  <a:pt x="5820" y="600"/>
                </a:lnTo>
                <a:lnTo>
                  <a:pt x="5970" y="600"/>
                </a:lnTo>
                <a:lnTo>
                  <a:pt x="6077" y="621"/>
                </a:lnTo>
                <a:lnTo>
                  <a:pt x="6098" y="621"/>
                </a:lnTo>
                <a:lnTo>
                  <a:pt x="6141" y="664"/>
                </a:lnTo>
                <a:lnTo>
                  <a:pt x="6162" y="707"/>
                </a:lnTo>
                <a:lnTo>
                  <a:pt x="6184" y="771"/>
                </a:lnTo>
                <a:lnTo>
                  <a:pt x="6205" y="1006"/>
                </a:lnTo>
                <a:lnTo>
                  <a:pt x="6226" y="1263"/>
                </a:lnTo>
                <a:lnTo>
                  <a:pt x="6205" y="1777"/>
                </a:lnTo>
                <a:lnTo>
                  <a:pt x="6226" y="2354"/>
                </a:lnTo>
                <a:lnTo>
                  <a:pt x="6248" y="2932"/>
                </a:lnTo>
                <a:lnTo>
                  <a:pt x="6248" y="5542"/>
                </a:lnTo>
                <a:lnTo>
                  <a:pt x="6269" y="6869"/>
                </a:lnTo>
                <a:lnTo>
                  <a:pt x="6291" y="7511"/>
                </a:lnTo>
                <a:lnTo>
                  <a:pt x="6269" y="7832"/>
                </a:lnTo>
                <a:lnTo>
                  <a:pt x="6248" y="7981"/>
                </a:lnTo>
                <a:lnTo>
                  <a:pt x="6205" y="8153"/>
                </a:lnTo>
                <a:lnTo>
                  <a:pt x="6184" y="8174"/>
                </a:lnTo>
                <a:lnTo>
                  <a:pt x="6141" y="8195"/>
                </a:lnTo>
                <a:lnTo>
                  <a:pt x="6055" y="8238"/>
                </a:lnTo>
                <a:lnTo>
                  <a:pt x="5906" y="8260"/>
                </a:lnTo>
                <a:lnTo>
                  <a:pt x="5413" y="8260"/>
                </a:lnTo>
                <a:lnTo>
                  <a:pt x="5199" y="8238"/>
                </a:lnTo>
                <a:lnTo>
                  <a:pt x="4857" y="8217"/>
                </a:lnTo>
                <a:lnTo>
                  <a:pt x="4515" y="8217"/>
                </a:lnTo>
                <a:lnTo>
                  <a:pt x="3830" y="8260"/>
                </a:lnTo>
                <a:lnTo>
                  <a:pt x="3167" y="8281"/>
                </a:lnTo>
                <a:lnTo>
                  <a:pt x="2504" y="8302"/>
                </a:lnTo>
                <a:lnTo>
                  <a:pt x="2268" y="8324"/>
                </a:lnTo>
                <a:lnTo>
                  <a:pt x="2119" y="8324"/>
                </a:lnTo>
                <a:lnTo>
                  <a:pt x="2076" y="8302"/>
                </a:lnTo>
                <a:lnTo>
                  <a:pt x="2033" y="8281"/>
                </a:lnTo>
                <a:lnTo>
                  <a:pt x="2012" y="8217"/>
                </a:lnTo>
                <a:lnTo>
                  <a:pt x="2012" y="8153"/>
                </a:lnTo>
                <a:lnTo>
                  <a:pt x="1990" y="8110"/>
                </a:lnTo>
                <a:lnTo>
                  <a:pt x="1969" y="8088"/>
                </a:lnTo>
                <a:lnTo>
                  <a:pt x="1883" y="8088"/>
                </a:lnTo>
                <a:lnTo>
                  <a:pt x="1798" y="8153"/>
                </a:lnTo>
                <a:lnTo>
                  <a:pt x="1626" y="8302"/>
                </a:lnTo>
                <a:lnTo>
                  <a:pt x="1541" y="8367"/>
                </a:lnTo>
                <a:lnTo>
                  <a:pt x="1455" y="8388"/>
                </a:lnTo>
                <a:lnTo>
                  <a:pt x="1412" y="8388"/>
                </a:lnTo>
                <a:lnTo>
                  <a:pt x="1391" y="8367"/>
                </a:lnTo>
                <a:lnTo>
                  <a:pt x="1348" y="8345"/>
                </a:lnTo>
                <a:lnTo>
                  <a:pt x="1327" y="8281"/>
                </a:lnTo>
                <a:lnTo>
                  <a:pt x="1327" y="8217"/>
                </a:lnTo>
                <a:lnTo>
                  <a:pt x="1348" y="8131"/>
                </a:lnTo>
                <a:lnTo>
                  <a:pt x="1348" y="8110"/>
                </a:lnTo>
                <a:lnTo>
                  <a:pt x="1348" y="8067"/>
                </a:lnTo>
                <a:lnTo>
                  <a:pt x="1327" y="8067"/>
                </a:lnTo>
                <a:lnTo>
                  <a:pt x="1263" y="8046"/>
                </a:lnTo>
                <a:lnTo>
                  <a:pt x="1220" y="8067"/>
                </a:lnTo>
                <a:lnTo>
                  <a:pt x="1177" y="8110"/>
                </a:lnTo>
                <a:lnTo>
                  <a:pt x="1092" y="8217"/>
                </a:lnTo>
                <a:lnTo>
                  <a:pt x="1006" y="8324"/>
                </a:lnTo>
                <a:lnTo>
                  <a:pt x="963" y="8367"/>
                </a:lnTo>
                <a:lnTo>
                  <a:pt x="920" y="8409"/>
                </a:lnTo>
                <a:lnTo>
                  <a:pt x="856" y="8431"/>
                </a:lnTo>
                <a:lnTo>
                  <a:pt x="792" y="8431"/>
                </a:lnTo>
                <a:lnTo>
                  <a:pt x="771" y="8409"/>
                </a:lnTo>
                <a:lnTo>
                  <a:pt x="771" y="8367"/>
                </a:lnTo>
                <a:lnTo>
                  <a:pt x="792" y="8281"/>
                </a:lnTo>
                <a:lnTo>
                  <a:pt x="856" y="8153"/>
                </a:lnTo>
                <a:lnTo>
                  <a:pt x="1049" y="7917"/>
                </a:lnTo>
                <a:lnTo>
                  <a:pt x="1156" y="7767"/>
                </a:lnTo>
                <a:lnTo>
                  <a:pt x="1156" y="7682"/>
                </a:lnTo>
                <a:lnTo>
                  <a:pt x="1134" y="7639"/>
                </a:lnTo>
                <a:lnTo>
                  <a:pt x="1070" y="7618"/>
                </a:lnTo>
                <a:lnTo>
                  <a:pt x="942" y="7618"/>
                </a:lnTo>
                <a:lnTo>
                  <a:pt x="856" y="7660"/>
                </a:lnTo>
                <a:lnTo>
                  <a:pt x="792" y="7703"/>
                </a:lnTo>
                <a:lnTo>
                  <a:pt x="749" y="7746"/>
                </a:lnTo>
                <a:lnTo>
                  <a:pt x="835" y="7575"/>
                </a:lnTo>
                <a:lnTo>
                  <a:pt x="878" y="7468"/>
                </a:lnTo>
                <a:lnTo>
                  <a:pt x="899" y="7404"/>
                </a:lnTo>
                <a:lnTo>
                  <a:pt x="899" y="7297"/>
                </a:lnTo>
                <a:lnTo>
                  <a:pt x="856" y="7275"/>
                </a:lnTo>
                <a:lnTo>
                  <a:pt x="835" y="7254"/>
                </a:lnTo>
                <a:lnTo>
                  <a:pt x="792" y="7297"/>
                </a:lnTo>
                <a:lnTo>
                  <a:pt x="685" y="7382"/>
                </a:lnTo>
                <a:lnTo>
                  <a:pt x="578" y="7468"/>
                </a:lnTo>
                <a:lnTo>
                  <a:pt x="557" y="7361"/>
                </a:lnTo>
                <a:lnTo>
                  <a:pt x="578" y="7254"/>
                </a:lnTo>
                <a:lnTo>
                  <a:pt x="621" y="7147"/>
                </a:lnTo>
                <a:lnTo>
                  <a:pt x="685" y="7040"/>
                </a:lnTo>
                <a:lnTo>
                  <a:pt x="835" y="6826"/>
                </a:lnTo>
                <a:lnTo>
                  <a:pt x="899" y="6719"/>
                </a:lnTo>
                <a:lnTo>
                  <a:pt x="942" y="6633"/>
                </a:lnTo>
                <a:lnTo>
                  <a:pt x="963" y="6484"/>
                </a:lnTo>
                <a:lnTo>
                  <a:pt x="942" y="6441"/>
                </a:lnTo>
                <a:lnTo>
                  <a:pt x="920" y="6420"/>
                </a:lnTo>
                <a:lnTo>
                  <a:pt x="899" y="6441"/>
                </a:lnTo>
                <a:lnTo>
                  <a:pt x="835" y="6462"/>
                </a:lnTo>
                <a:lnTo>
                  <a:pt x="706" y="6591"/>
                </a:lnTo>
                <a:lnTo>
                  <a:pt x="599" y="6655"/>
                </a:lnTo>
                <a:lnTo>
                  <a:pt x="599" y="6633"/>
                </a:lnTo>
                <a:lnTo>
                  <a:pt x="578" y="6591"/>
                </a:lnTo>
                <a:lnTo>
                  <a:pt x="557" y="6377"/>
                </a:lnTo>
                <a:lnTo>
                  <a:pt x="535" y="5713"/>
                </a:lnTo>
                <a:lnTo>
                  <a:pt x="578" y="4601"/>
                </a:lnTo>
                <a:lnTo>
                  <a:pt x="599" y="3446"/>
                </a:lnTo>
                <a:lnTo>
                  <a:pt x="599" y="2889"/>
                </a:lnTo>
                <a:lnTo>
                  <a:pt x="578" y="2632"/>
                </a:lnTo>
                <a:lnTo>
                  <a:pt x="557" y="2504"/>
                </a:lnTo>
                <a:lnTo>
                  <a:pt x="578" y="2397"/>
                </a:lnTo>
                <a:lnTo>
                  <a:pt x="599" y="2333"/>
                </a:lnTo>
                <a:lnTo>
                  <a:pt x="642" y="2290"/>
                </a:lnTo>
                <a:lnTo>
                  <a:pt x="728" y="2269"/>
                </a:lnTo>
                <a:lnTo>
                  <a:pt x="792" y="2269"/>
                </a:lnTo>
                <a:lnTo>
                  <a:pt x="1134" y="2247"/>
                </a:lnTo>
                <a:lnTo>
                  <a:pt x="1370" y="2226"/>
                </a:lnTo>
                <a:lnTo>
                  <a:pt x="1648" y="2226"/>
                </a:lnTo>
                <a:lnTo>
                  <a:pt x="1776" y="2205"/>
                </a:lnTo>
                <a:lnTo>
                  <a:pt x="1905" y="2162"/>
                </a:lnTo>
                <a:lnTo>
                  <a:pt x="2012" y="2119"/>
                </a:lnTo>
                <a:lnTo>
                  <a:pt x="2076" y="2033"/>
                </a:lnTo>
                <a:lnTo>
                  <a:pt x="2119" y="1948"/>
                </a:lnTo>
                <a:lnTo>
                  <a:pt x="2140" y="1819"/>
                </a:lnTo>
                <a:lnTo>
                  <a:pt x="2119" y="1691"/>
                </a:lnTo>
                <a:lnTo>
                  <a:pt x="2119" y="1563"/>
                </a:lnTo>
                <a:lnTo>
                  <a:pt x="2054" y="1285"/>
                </a:lnTo>
                <a:lnTo>
                  <a:pt x="2012" y="1071"/>
                </a:lnTo>
                <a:lnTo>
                  <a:pt x="1947" y="857"/>
                </a:lnTo>
                <a:lnTo>
                  <a:pt x="1926" y="750"/>
                </a:lnTo>
                <a:lnTo>
                  <a:pt x="1905" y="664"/>
                </a:lnTo>
                <a:lnTo>
                  <a:pt x="1926" y="600"/>
                </a:lnTo>
                <a:lnTo>
                  <a:pt x="1947" y="536"/>
                </a:lnTo>
                <a:lnTo>
                  <a:pt x="2033" y="472"/>
                </a:lnTo>
                <a:lnTo>
                  <a:pt x="2140" y="450"/>
                </a:lnTo>
                <a:lnTo>
                  <a:pt x="2397" y="429"/>
                </a:lnTo>
                <a:close/>
                <a:moveTo>
                  <a:pt x="6120" y="1"/>
                </a:moveTo>
                <a:lnTo>
                  <a:pt x="5863" y="44"/>
                </a:lnTo>
                <a:lnTo>
                  <a:pt x="5627" y="86"/>
                </a:lnTo>
                <a:lnTo>
                  <a:pt x="5413" y="108"/>
                </a:lnTo>
                <a:lnTo>
                  <a:pt x="5221" y="129"/>
                </a:lnTo>
                <a:lnTo>
                  <a:pt x="4814" y="129"/>
                </a:lnTo>
                <a:lnTo>
                  <a:pt x="4408" y="86"/>
                </a:lnTo>
                <a:lnTo>
                  <a:pt x="2589" y="86"/>
                </a:lnTo>
                <a:lnTo>
                  <a:pt x="2225" y="65"/>
                </a:lnTo>
                <a:lnTo>
                  <a:pt x="1691" y="65"/>
                </a:lnTo>
                <a:lnTo>
                  <a:pt x="1541" y="108"/>
                </a:lnTo>
                <a:lnTo>
                  <a:pt x="1391" y="193"/>
                </a:lnTo>
                <a:lnTo>
                  <a:pt x="1348" y="258"/>
                </a:lnTo>
                <a:lnTo>
                  <a:pt x="1284" y="322"/>
                </a:lnTo>
                <a:lnTo>
                  <a:pt x="878" y="857"/>
                </a:lnTo>
                <a:lnTo>
                  <a:pt x="664" y="1135"/>
                </a:lnTo>
                <a:lnTo>
                  <a:pt x="492" y="1413"/>
                </a:lnTo>
                <a:lnTo>
                  <a:pt x="343" y="1670"/>
                </a:lnTo>
                <a:lnTo>
                  <a:pt x="171" y="1926"/>
                </a:lnTo>
                <a:lnTo>
                  <a:pt x="65" y="2076"/>
                </a:lnTo>
                <a:lnTo>
                  <a:pt x="43" y="2162"/>
                </a:lnTo>
                <a:lnTo>
                  <a:pt x="22" y="2247"/>
                </a:lnTo>
                <a:lnTo>
                  <a:pt x="0" y="2376"/>
                </a:lnTo>
                <a:lnTo>
                  <a:pt x="0" y="2504"/>
                </a:lnTo>
                <a:lnTo>
                  <a:pt x="22" y="2739"/>
                </a:lnTo>
                <a:lnTo>
                  <a:pt x="43" y="3403"/>
                </a:lnTo>
                <a:lnTo>
                  <a:pt x="65" y="3724"/>
                </a:lnTo>
                <a:lnTo>
                  <a:pt x="65" y="4066"/>
                </a:lnTo>
                <a:lnTo>
                  <a:pt x="22" y="4900"/>
                </a:lnTo>
                <a:lnTo>
                  <a:pt x="22" y="5735"/>
                </a:lnTo>
                <a:lnTo>
                  <a:pt x="22" y="7254"/>
                </a:lnTo>
                <a:lnTo>
                  <a:pt x="22" y="7939"/>
                </a:lnTo>
                <a:lnTo>
                  <a:pt x="22" y="8367"/>
                </a:lnTo>
                <a:lnTo>
                  <a:pt x="0" y="8559"/>
                </a:lnTo>
                <a:lnTo>
                  <a:pt x="0" y="8666"/>
                </a:lnTo>
                <a:lnTo>
                  <a:pt x="0" y="8730"/>
                </a:lnTo>
                <a:lnTo>
                  <a:pt x="22" y="8794"/>
                </a:lnTo>
                <a:lnTo>
                  <a:pt x="65" y="8837"/>
                </a:lnTo>
                <a:lnTo>
                  <a:pt x="107" y="8859"/>
                </a:lnTo>
                <a:lnTo>
                  <a:pt x="171" y="8880"/>
                </a:lnTo>
                <a:lnTo>
                  <a:pt x="321" y="8901"/>
                </a:lnTo>
                <a:lnTo>
                  <a:pt x="471" y="8901"/>
                </a:lnTo>
                <a:lnTo>
                  <a:pt x="792" y="8837"/>
                </a:lnTo>
                <a:lnTo>
                  <a:pt x="1027" y="8794"/>
                </a:lnTo>
                <a:lnTo>
                  <a:pt x="1434" y="8773"/>
                </a:lnTo>
                <a:lnTo>
                  <a:pt x="1840" y="8773"/>
                </a:lnTo>
                <a:lnTo>
                  <a:pt x="2653" y="8794"/>
                </a:lnTo>
                <a:lnTo>
                  <a:pt x="3081" y="8773"/>
                </a:lnTo>
                <a:lnTo>
                  <a:pt x="3509" y="8752"/>
                </a:lnTo>
                <a:lnTo>
                  <a:pt x="3937" y="8709"/>
                </a:lnTo>
                <a:lnTo>
                  <a:pt x="4344" y="8687"/>
                </a:lnTo>
                <a:lnTo>
                  <a:pt x="4750" y="8687"/>
                </a:lnTo>
                <a:lnTo>
                  <a:pt x="5178" y="8709"/>
                </a:lnTo>
                <a:lnTo>
                  <a:pt x="5991" y="8773"/>
                </a:lnTo>
                <a:lnTo>
                  <a:pt x="6162" y="8794"/>
                </a:lnTo>
                <a:lnTo>
                  <a:pt x="6398" y="8794"/>
                </a:lnTo>
                <a:lnTo>
                  <a:pt x="6483" y="8773"/>
                </a:lnTo>
                <a:lnTo>
                  <a:pt x="6547" y="8730"/>
                </a:lnTo>
                <a:lnTo>
                  <a:pt x="6612" y="8666"/>
                </a:lnTo>
                <a:lnTo>
                  <a:pt x="6654" y="8581"/>
                </a:lnTo>
                <a:lnTo>
                  <a:pt x="6697" y="8495"/>
                </a:lnTo>
                <a:lnTo>
                  <a:pt x="6740" y="8260"/>
                </a:lnTo>
                <a:lnTo>
                  <a:pt x="6761" y="8046"/>
                </a:lnTo>
                <a:lnTo>
                  <a:pt x="6740" y="7832"/>
                </a:lnTo>
                <a:lnTo>
                  <a:pt x="6740" y="6013"/>
                </a:lnTo>
                <a:lnTo>
                  <a:pt x="6719" y="5264"/>
                </a:lnTo>
                <a:lnTo>
                  <a:pt x="6676" y="4494"/>
                </a:lnTo>
                <a:lnTo>
                  <a:pt x="6654" y="4109"/>
                </a:lnTo>
                <a:lnTo>
                  <a:pt x="6654" y="3702"/>
                </a:lnTo>
                <a:lnTo>
                  <a:pt x="6676" y="2932"/>
                </a:lnTo>
                <a:lnTo>
                  <a:pt x="6697" y="2183"/>
                </a:lnTo>
                <a:lnTo>
                  <a:pt x="6697" y="1456"/>
                </a:lnTo>
                <a:lnTo>
                  <a:pt x="6676" y="792"/>
                </a:lnTo>
                <a:lnTo>
                  <a:pt x="6697" y="472"/>
                </a:lnTo>
                <a:lnTo>
                  <a:pt x="6654" y="300"/>
                </a:lnTo>
                <a:lnTo>
                  <a:pt x="6633" y="236"/>
                </a:lnTo>
                <a:lnTo>
                  <a:pt x="6590" y="172"/>
                </a:lnTo>
                <a:lnTo>
                  <a:pt x="6483" y="65"/>
                </a:lnTo>
                <a:lnTo>
                  <a:pt x="6376" y="22"/>
                </a:lnTo>
                <a:lnTo>
                  <a:pt x="6248" y="1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24"/>
          <p:cNvSpPr/>
          <p:nvPr/>
        </p:nvSpPr>
        <p:spPr>
          <a:xfrm>
            <a:off x="4998987" y="2167563"/>
            <a:ext cx="209903" cy="231902"/>
          </a:xfrm>
          <a:custGeom>
            <a:rect b="b" l="l" r="r" t="t"/>
            <a:pathLst>
              <a:path extrusionOk="0" h="8581" w="7767">
                <a:moveTo>
                  <a:pt x="6569" y="5071"/>
                </a:moveTo>
                <a:lnTo>
                  <a:pt x="6569" y="5071"/>
                </a:lnTo>
                <a:lnTo>
                  <a:pt x="6376" y="5007"/>
                </a:lnTo>
                <a:lnTo>
                  <a:pt x="6162" y="4943"/>
                </a:lnTo>
                <a:lnTo>
                  <a:pt x="5927" y="4922"/>
                </a:lnTo>
                <a:lnTo>
                  <a:pt x="5692" y="4922"/>
                </a:lnTo>
                <a:lnTo>
                  <a:pt x="5242" y="4964"/>
                </a:lnTo>
                <a:lnTo>
                  <a:pt x="4793" y="4986"/>
                </a:lnTo>
                <a:lnTo>
                  <a:pt x="4793" y="4986"/>
                </a:lnTo>
                <a:lnTo>
                  <a:pt x="4215" y="4986"/>
                </a:lnTo>
                <a:lnTo>
                  <a:pt x="4215" y="4986"/>
                </a:lnTo>
                <a:lnTo>
                  <a:pt x="3980" y="4986"/>
                </a:lnTo>
                <a:lnTo>
                  <a:pt x="3873" y="4986"/>
                </a:lnTo>
                <a:lnTo>
                  <a:pt x="3766" y="4986"/>
                </a:lnTo>
                <a:lnTo>
                  <a:pt x="3766" y="4986"/>
                </a:lnTo>
                <a:lnTo>
                  <a:pt x="3680" y="5029"/>
                </a:lnTo>
                <a:lnTo>
                  <a:pt x="3616" y="5071"/>
                </a:lnTo>
                <a:lnTo>
                  <a:pt x="3595" y="5136"/>
                </a:lnTo>
                <a:lnTo>
                  <a:pt x="3573" y="5221"/>
                </a:lnTo>
                <a:lnTo>
                  <a:pt x="3552" y="5414"/>
                </a:lnTo>
                <a:lnTo>
                  <a:pt x="3552" y="5606"/>
                </a:lnTo>
                <a:lnTo>
                  <a:pt x="3552" y="5606"/>
                </a:lnTo>
                <a:lnTo>
                  <a:pt x="3552" y="5735"/>
                </a:lnTo>
                <a:lnTo>
                  <a:pt x="3531" y="5820"/>
                </a:lnTo>
                <a:lnTo>
                  <a:pt x="3466" y="5863"/>
                </a:lnTo>
                <a:lnTo>
                  <a:pt x="3338" y="5906"/>
                </a:lnTo>
                <a:lnTo>
                  <a:pt x="3338" y="5906"/>
                </a:lnTo>
                <a:lnTo>
                  <a:pt x="3103" y="5927"/>
                </a:lnTo>
                <a:lnTo>
                  <a:pt x="2846" y="5949"/>
                </a:lnTo>
                <a:lnTo>
                  <a:pt x="2846" y="5949"/>
                </a:lnTo>
                <a:lnTo>
                  <a:pt x="2632" y="5949"/>
                </a:lnTo>
                <a:lnTo>
                  <a:pt x="2375" y="5949"/>
                </a:lnTo>
                <a:lnTo>
                  <a:pt x="2140" y="5970"/>
                </a:lnTo>
                <a:lnTo>
                  <a:pt x="2033" y="6013"/>
                </a:lnTo>
                <a:lnTo>
                  <a:pt x="1947" y="6034"/>
                </a:lnTo>
                <a:lnTo>
                  <a:pt x="1947" y="6034"/>
                </a:lnTo>
                <a:lnTo>
                  <a:pt x="1883" y="6077"/>
                </a:lnTo>
                <a:lnTo>
                  <a:pt x="1840" y="6141"/>
                </a:lnTo>
                <a:lnTo>
                  <a:pt x="1798" y="6270"/>
                </a:lnTo>
                <a:lnTo>
                  <a:pt x="1776" y="6398"/>
                </a:lnTo>
                <a:lnTo>
                  <a:pt x="1755" y="6548"/>
                </a:lnTo>
                <a:lnTo>
                  <a:pt x="1755" y="6548"/>
                </a:lnTo>
                <a:lnTo>
                  <a:pt x="1755" y="6740"/>
                </a:lnTo>
                <a:lnTo>
                  <a:pt x="1733" y="6847"/>
                </a:lnTo>
                <a:lnTo>
                  <a:pt x="1712" y="6911"/>
                </a:lnTo>
                <a:lnTo>
                  <a:pt x="1712" y="6911"/>
                </a:lnTo>
                <a:lnTo>
                  <a:pt x="1648" y="6954"/>
                </a:lnTo>
                <a:lnTo>
                  <a:pt x="1562" y="6976"/>
                </a:lnTo>
                <a:lnTo>
                  <a:pt x="1348" y="6997"/>
                </a:lnTo>
                <a:lnTo>
                  <a:pt x="963" y="6976"/>
                </a:lnTo>
                <a:lnTo>
                  <a:pt x="963" y="6976"/>
                </a:lnTo>
                <a:lnTo>
                  <a:pt x="835" y="6954"/>
                </a:lnTo>
                <a:lnTo>
                  <a:pt x="535" y="6954"/>
                </a:lnTo>
                <a:lnTo>
                  <a:pt x="214" y="6997"/>
                </a:lnTo>
                <a:lnTo>
                  <a:pt x="107" y="7040"/>
                </a:lnTo>
                <a:lnTo>
                  <a:pt x="22" y="7083"/>
                </a:lnTo>
                <a:lnTo>
                  <a:pt x="22" y="7083"/>
                </a:lnTo>
                <a:lnTo>
                  <a:pt x="0" y="7168"/>
                </a:lnTo>
                <a:lnTo>
                  <a:pt x="0" y="7275"/>
                </a:lnTo>
                <a:lnTo>
                  <a:pt x="22" y="7468"/>
                </a:lnTo>
                <a:lnTo>
                  <a:pt x="22" y="7468"/>
                </a:lnTo>
                <a:lnTo>
                  <a:pt x="43" y="8110"/>
                </a:lnTo>
                <a:lnTo>
                  <a:pt x="43" y="8110"/>
                </a:lnTo>
                <a:lnTo>
                  <a:pt x="64" y="8281"/>
                </a:lnTo>
                <a:lnTo>
                  <a:pt x="107" y="8388"/>
                </a:lnTo>
                <a:lnTo>
                  <a:pt x="150" y="8473"/>
                </a:lnTo>
                <a:lnTo>
                  <a:pt x="214" y="8538"/>
                </a:lnTo>
                <a:lnTo>
                  <a:pt x="278" y="8559"/>
                </a:lnTo>
                <a:lnTo>
                  <a:pt x="385" y="8580"/>
                </a:lnTo>
                <a:lnTo>
                  <a:pt x="664" y="8559"/>
                </a:lnTo>
                <a:lnTo>
                  <a:pt x="664" y="8559"/>
                </a:lnTo>
                <a:lnTo>
                  <a:pt x="1284" y="8538"/>
                </a:lnTo>
                <a:lnTo>
                  <a:pt x="1905" y="8516"/>
                </a:lnTo>
                <a:lnTo>
                  <a:pt x="1905" y="8516"/>
                </a:lnTo>
                <a:lnTo>
                  <a:pt x="2996" y="8452"/>
                </a:lnTo>
                <a:lnTo>
                  <a:pt x="4087" y="8431"/>
                </a:lnTo>
                <a:lnTo>
                  <a:pt x="4087" y="8431"/>
                </a:lnTo>
                <a:lnTo>
                  <a:pt x="4579" y="8409"/>
                </a:lnTo>
                <a:lnTo>
                  <a:pt x="5071" y="8388"/>
                </a:lnTo>
                <a:lnTo>
                  <a:pt x="5585" y="8345"/>
                </a:lnTo>
                <a:lnTo>
                  <a:pt x="6077" y="8324"/>
                </a:lnTo>
                <a:lnTo>
                  <a:pt x="6077" y="8324"/>
                </a:lnTo>
                <a:lnTo>
                  <a:pt x="6205" y="8324"/>
                </a:lnTo>
                <a:lnTo>
                  <a:pt x="6312" y="8302"/>
                </a:lnTo>
                <a:lnTo>
                  <a:pt x="6398" y="8259"/>
                </a:lnTo>
                <a:lnTo>
                  <a:pt x="6483" y="8217"/>
                </a:lnTo>
                <a:lnTo>
                  <a:pt x="6526" y="8152"/>
                </a:lnTo>
                <a:lnTo>
                  <a:pt x="6569" y="8067"/>
                </a:lnTo>
                <a:lnTo>
                  <a:pt x="6590" y="7938"/>
                </a:lnTo>
                <a:lnTo>
                  <a:pt x="6612" y="7810"/>
                </a:lnTo>
                <a:lnTo>
                  <a:pt x="6612" y="7810"/>
                </a:lnTo>
                <a:lnTo>
                  <a:pt x="6654" y="7339"/>
                </a:lnTo>
                <a:lnTo>
                  <a:pt x="6654" y="6869"/>
                </a:lnTo>
                <a:lnTo>
                  <a:pt x="6654" y="6869"/>
                </a:lnTo>
                <a:lnTo>
                  <a:pt x="6697" y="6312"/>
                </a:lnTo>
                <a:lnTo>
                  <a:pt x="6740" y="5777"/>
                </a:lnTo>
                <a:lnTo>
                  <a:pt x="6740" y="5777"/>
                </a:lnTo>
                <a:lnTo>
                  <a:pt x="6761" y="5542"/>
                </a:lnTo>
                <a:lnTo>
                  <a:pt x="6761" y="5307"/>
                </a:lnTo>
                <a:lnTo>
                  <a:pt x="6761" y="5307"/>
                </a:lnTo>
                <a:lnTo>
                  <a:pt x="6740" y="5200"/>
                </a:lnTo>
                <a:lnTo>
                  <a:pt x="6719" y="5157"/>
                </a:lnTo>
                <a:lnTo>
                  <a:pt x="6569" y="5071"/>
                </a:lnTo>
                <a:lnTo>
                  <a:pt x="6569" y="5071"/>
                </a:lnTo>
                <a:close/>
                <a:moveTo>
                  <a:pt x="6355" y="5863"/>
                </a:moveTo>
                <a:lnTo>
                  <a:pt x="6355" y="5863"/>
                </a:lnTo>
                <a:lnTo>
                  <a:pt x="6312" y="6355"/>
                </a:lnTo>
                <a:lnTo>
                  <a:pt x="6269" y="6826"/>
                </a:lnTo>
                <a:lnTo>
                  <a:pt x="6269" y="6826"/>
                </a:lnTo>
                <a:lnTo>
                  <a:pt x="6269" y="7018"/>
                </a:lnTo>
                <a:lnTo>
                  <a:pt x="6291" y="7275"/>
                </a:lnTo>
                <a:lnTo>
                  <a:pt x="6291" y="7511"/>
                </a:lnTo>
                <a:lnTo>
                  <a:pt x="6269" y="7618"/>
                </a:lnTo>
                <a:lnTo>
                  <a:pt x="6248" y="7703"/>
                </a:lnTo>
                <a:lnTo>
                  <a:pt x="6248" y="7703"/>
                </a:lnTo>
                <a:lnTo>
                  <a:pt x="6205" y="7724"/>
                </a:lnTo>
                <a:lnTo>
                  <a:pt x="6162" y="7746"/>
                </a:lnTo>
                <a:lnTo>
                  <a:pt x="5970" y="7789"/>
                </a:lnTo>
                <a:lnTo>
                  <a:pt x="5734" y="7831"/>
                </a:lnTo>
                <a:lnTo>
                  <a:pt x="5456" y="7853"/>
                </a:lnTo>
                <a:lnTo>
                  <a:pt x="4985" y="7874"/>
                </a:lnTo>
                <a:lnTo>
                  <a:pt x="4750" y="7896"/>
                </a:lnTo>
                <a:lnTo>
                  <a:pt x="4750" y="7896"/>
                </a:lnTo>
                <a:lnTo>
                  <a:pt x="4493" y="7917"/>
                </a:lnTo>
                <a:lnTo>
                  <a:pt x="4344" y="7896"/>
                </a:lnTo>
                <a:lnTo>
                  <a:pt x="4279" y="7896"/>
                </a:lnTo>
                <a:lnTo>
                  <a:pt x="4237" y="7853"/>
                </a:lnTo>
                <a:lnTo>
                  <a:pt x="4237" y="7853"/>
                </a:lnTo>
                <a:lnTo>
                  <a:pt x="4301" y="7724"/>
                </a:lnTo>
                <a:lnTo>
                  <a:pt x="4322" y="7575"/>
                </a:lnTo>
                <a:lnTo>
                  <a:pt x="4322" y="7532"/>
                </a:lnTo>
                <a:lnTo>
                  <a:pt x="4301" y="7511"/>
                </a:lnTo>
                <a:lnTo>
                  <a:pt x="4258" y="7532"/>
                </a:lnTo>
                <a:lnTo>
                  <a:pt x="4172" y="7618"/>
                </a:lnTo>
                <a:lnTo>
                  <a:pt x="4172" y="7618"/>
                </a:lnTo>
                <a:lnTo>
                  <a:pt x="4065" y="7746"/>
                </a:lnTo>
                <a:lnTo>
                  <a:pt x="3980" y="7853"/>
                </a:lnTo>
                <a:lnTo>
                  <a:pt x="3916" y="7874"/>
                </a:lnTo>
                <a:lnTo>
                  <a:pt x="3852" y="7917"/>
                </a:lnTo>
                <a:lnTo>
                  <a:pt x="3787" y="7917"/>
                </a:lnTo>
                <a:lnTo>
                  <a:pt x="3702" y="7917"/>
                </a:lnTo>
                <a:lnTo>
                  <a:pt x="3702" y="7917"/>
                </a:lnTo>
                <a:lnTo>
                  <a:pt x="3595" y="7917"/>
                </a:lnTo>
                <a:lnTo>
                  <a:pt x="3552" y="7917"/>
                </a:lnTo>
                <a:lnTo>
                  <a:pt x="3552" y="7853"/>
                </a:lnTo>
                <a:lnTo>
                  <a:pt x="3552" y="7853"/>
                </a:lnTo>
                <a:lnTo>
                  <a:pt x="3573" y="7789"/>
                </a:lnTo>
                <a:lnTo>
                  <a:pt x="3616" y="7703"/>
                </a:lnTo>
                <a:lnTo>
                  <a:pt x="3723" y="7553"/>
                </a:lnTo>
                <a:lnTo>
                  <a:pt x="3723" y="7553"/>
                </a:lnTo>
                <a:lnTo>
                  <a:pt x="3766" y="7468"/>
                </a:lnTo>
                <a:lnTo>
                  <a:pt x="3809" y="7361"/>
                </a:lnTo>
                <a:lnTo>
                  <a:pt x="3809" y="7318"/>
                </a:lnTo>
                <a:lnTo>
                  <a:pt x="3787" y="7275"/>
                </a:lnTo>
                <a:lnTo>
                  <a:pt x="3745" y="7232"/>
                </a:lnTo>
                <a:lnTo>
                  <a:pt x="3680" y="7211"/>
                </a:lnTo>
                <a:lnTo>
                  <a:pt x="3680" y="7211"/>
                </a:lnTo>
                <a:lnTo>
                  <a:pt x="3638" y="7211"/>
                </a:lnTo>
                <a:lnTo>
                  <a:pt x="3573" y="7254"/>
                </a:lnTo>
                <a:lnTo>
                  <a:pt x="3445" y="7382"/>
                </a:lnTo>
                <a:lnTo>
                  <a:pt x="3252" y="7618"/>
                </a:lnTo>
                <a:lnTo>
                  <a:pt x="3252" y="7618"/>
                </a:lnTo>
                <a:lnTo>
                  <a:pt x="3167" y="7724"/>
                </a:lnTo>
                <a:lnTo>
                  <a:pt x="3060" y="7853"/>
                </a:lnTo>
                <a:lnTo>
                  <a:pt x="3017" y="7896"/>
                </a:lnTo>
                <a:lnTo>
                  <a:pt x="2953" y="7938"/>
                </a:lnTo>
                <a:lnTo>
                  <a:pt x="2867" y="7960"/>
                </a:lnTo>
                <a:lnTo>
                  <a:pt x="2803" y="7938"/>
                </a:lnTo>
                <a:lnTo>
                  <a:pt x="2803" y="7938"/>
                </a:lnTo>
                <a:lnTo>
                  <a:pt x="2718" y="7917"/>
                </a:lnTo>
                <a:lnTo>
                  <a:pt x="2696" y="7896"/>
                </a:lnTo>
                <a:lnTo>
                  <a:pt x="2696" y="7853"/>
                </a:lnTo>
                <a:lnTo>
                  <a:pt x="2718" y="7831"/>
                </a:lnTo>
                <a:lnTo>
                  <a:pt x="2782" y="7724"/>
                </a:lnTo>
                <a:lnTo>
                  <a:pt x="2803" y="7682"/>
                </a:lnTo>
                <a:lnTo>
                  <a:pt x="2803" y="7596"/>
                </a:lnTo>
                <a:lnTo>
                  <a:pt x="2803" y="7596"/>
                </a:lnTo>
                <a:lnTo>
                  <a:pt x="2782" y="7532"/>
                </a:lnTo>
                <a:lnTo>
                  <a:pt x="2739" y="7489"/>
                </a:lnTo>
                <a:lnTo>
                  <a:pt x="2675" y="7489"/>
                </a:lnTo>
                <a:lnTo>
                  <a:pt x="2632" y="7511"/>
                </a:lnTo>
                <a:lnTo>
                  <a:pt x="2504" y="7618"/>
                </a:lnTo>
                <a:lnTo>
                  <a:pt x="2418" y="7724"/>
                </a:lnTo>
                <a:lnTo>
                  <a:pt x="2418" y="7724"/>
                </a:lnTo>
                <a:lnTo>
                  <a:pt x="2311" y="7896"/>
                </a:lnTo>
                <a:lnTo>
                  <a:pt x="2225" y="7960"/>
                </a:lnTo>
                <a:lnTo>
                  <a:pt x="2183" y="7960"/>
                </a:lnTo>
                <a:lnTo>
                  <a:pt x="2161" y="7938"/>
                </a:lnTo>
                <a:lnTo>
                  <a:pt x="2161" y="7938"/>
                </a:lnTo>
                <a:lnTo>
                  <a:pt x="2161" y="7896"/>
                </a:lnTo>
                <a:lnTo>
                  <a:pt x="2183" y="7853"/>
                </a:lnTo>
                <a:lnTo>
                  <a:pt x="2225" y="7724"/>
                </a:lnTo>
                <a:lnTo>
                  <a:pt x="2247" y="7682"/>
                </a:lnTo>
                <a:lnTo>
                  <a:pt x="2247" y="7618"/>
                </a:lnTo>
                <a:lnTo>
                  <a:pt x="2204" y="7596"/>
                </a:lnTo>
                <a:lnTo>
                  <a:pt x="2140" y="7553"/>
                </a:lnTo>
                <a:lnTo>
                  <a:pt x="2140" y="7553"/>
                </a:lnTo>
                <a:lnTo>
                  <a:pt x="2076" y="7575"/>
                </a:lnTo>
                <a:lnTo>
                  <a:pt x="2011" y="7596"/>
                </a:lnTo>
                <a:lnTo>
                  <a:pt x="1947" y="7639"/>
                </a:lnTo>
                <a:lnTo>
                  <a:pt x="1905" y="7724"/>
                </a:lnTo>
                <a:lnTo>
                  <a:pt x="1819" y="7853"/>
                </a:lnTo>
                <a:lnTo>
                  <a:pt x="1733" y="7960"/>
                </a:lnTo>
                <a:lnTo>
                  <a:pt x="1733" y="7960"/>
                </a:lnTo>
                <a:lnTo>
                  <a:pt x="1626" y="8024"/>
                </a:lnTo>
                <a:lnTo>
                  <a:pt x="1584" y="8024"/>
                </a:lnTo>
                <a:lnTo>
                  <a:pt x="1519" y="8024"/>
                </a:lnTo>
                <a:lnTo>
                  <a:pt x="1519" y="8024"/>
                </a:lnTo>
                <a:lnTo>
                  <a:pt x="1477" y="7981"/>
                </a:lnTo>
                <a:lnTo>
                  <a:pt x="1477" y="7960"/>
                </a:lnTo>
                <a:lnTo>
                  <a:pt x="1498" y="7917"/>
                </a:lnTo>
                <a:lnTo>
                  <a:pt x="1519" y="7874"/>
                </a:lnTo>
                <a:lnTo>
                  <a:pt x="1519" y="7874"/>
                </a:lnTo>
                <a:lnTo>
                  <a:pt x="1519" y="7767"/>
                </a:lnTo>
                <a:lnTo>
                  <a:pt x="1498" y="7703"/>
                </a:lnTo>
                <a:lnTo>
                  <a:pt x="1477" y="7660"/>
                </a:lnTo>
                <a:lnTo>
                  <a:pt x="1455" y="7639"/>
                </a:lnTo>
                <a:lnTo>
                  <a:pt x="1412" y="7660"/>
                </a:lnTo>
                <a:lnTo>
                  <a:pt x="1370" y="7682"/>
                </a:lnTo>
                <a:lnTo>
                  <a:pt x="1263" y="7789"/>
                </a:lnTo>
                <a:lnTo>
                  <a:pt x="1070" y="8003"/>
                </a:lnTo>
                <a:lnTo>
                  <a:pt x="963" y="8067"/>
                </a:lnTo>
                <a:lnTo>
                  <a:pt x="942" y="8067"/>
                </a:lnTo>
                <a:lnTo>
                  <a:pt x="899" y="8045"/>
                </a:lnTo>
                <a:lnTo>
                  <a:pt x="899" y="8045"/>
                </a:lnTo>
                <a:lnTo>
                  <a:pt x="899" y="8024"/>
                </a:lnTo>
                <a:lnTo>
                  <a:pt x="899" y="7960"/>
                </a:lnTo>
                <a:lnTo>
                  <a:pt x="963" y="7853"/>
                </a:lnTo>
                <a:lnTo>
                  <a:pt x="1027" y="7746"/>
                </a:lnTo>
                <a:lnTo>
                  <a:pt x="1049" y="7703"/>
                </a:lnTo>
                <a:lnTo>
                  <a:pt x="1049" y="7660"/>
                </a:lnTo>
                <a:lnTo>
                  <a:pt x="1049" y="7660"/>
                </a:lnTo>
                <a:lnTo>
                  <a:pt x="1006" y="7553"/>
                </a:lnTo>
                <a:lnTo>
                  <a:pt x="963" y="7532"/>
                </a:lnTo>
                <a:lnTo>
                  <a:pt x="899" y="7553"/>
                </a:lnTo>
                <a:lnTo>
                  <a:pt x="856" y="7596"/>
                </a:lnTo>
                <a:lnTo>
                  <a:pt x="749" y="7703"/>
                </a:lnTo>
                <a:lnTo>
                  <a:pt x="728" y="7746"/>
                </a:lnTo>
                <a:lnTo>
                  <a:pt x="706" y="7746"/>
                </a:lnTo>
                <a:lnTo>
                  <a:pt x="706" y="7746"/>
                </a:lnTo>
                <a:lnTo>
                  <a:pt x="664" y="7703"/>
                </a:lnTo>
                <a:lnTo>
                  <a:pt x="642" y="7660"/>
                </a:lnTo>
                <a:lnTo>
                  <a:pt x="664" y="7553"/>
                </a:lnTo>
                <a:lnTo>
                  <a:pt x="685" y="7468"/>
                </a:lnTo>
                <a:lnTo>
                  <a:pt x="749" y="7404"/>
                </a:lnTo>
                <a:lnTo>
                  <a:pt x="749" y="7404"/>
                </a:lnTo>
                <a:lnTo>
                  <a:pt x="899" y="7339"/>
                </a:lnTo>
                <a:lnTo>
                  <a:pt x="1070" y="7318"/>
                </a:lnTo>
                <a:lnTo>
                  <a:pt x="1412" y="7275"/>
                </a:lnTo>
                <a:lnTo>
                  <a:pt x="1412" y="7275"/>
                </a:lnTo>
                <a:lnTo>
                  <a:pt x="1562" y="7297"/>
                </a:lnTo>
                <a:lnTo>
                  <a:pt x="1733" y="7318"/>
                </a:lnTo>
                <a:lnTo>
                  <a:pt x="1883" y="7339"/>
                </a:lnTo>
                <a:lnTo>
                  <a:pt x="1969" y="7339"/>
                </a:lnTo>
                <a:lnTo>
                  <a:pt x="2033" y="7318"/>
                </a:lnTo>
                <a:lnTo>
                  <a:pt x="2033" y="7318"/>
                </a:lnTo>
                <a:lnTo>
                  <a:pt x="2140" y="7275"/>
                </a:lnTo>
                <a:lnTo>
                  <a:pt x="2204" y="7211"/>
                </a:lnTo>
                <a:lnTo>
                  <a:pt x="2247" y="7147"/>
                </a:lnTo>
                <a:lnTo>
                  <a:pt x="2290" y="7061"/>
                </a:lnTo>
                <a:lnTo>
                  <a:pt x="2290" y="6976"/>
                </a:lnTo>
                <a:lnTo>
                  <a:pt x="2290" y="6869"/>
                </a:lnTo>
                <a:lnTo>
                  <a:pt x="2268" y="6676"/>
                </a:lnTo>
                <a:lnTo>
                  <a:pt x="2268" y="6676"/>
                </a:lnTo>
                <a:lnTo>
                  <a:pt x="2247" y="6505"/>
                </a:lnTo>
                <a:lnTo>
                  <a:pt x="2247" y="6441"/>
                </a:lnTo>
                <a:lnTo>
                  <a:pt x="2268" y="6398"/>
                </a:lnTo>
                <a:lnTo>
                  <a:pt x="2290" y="6377"/>
                </a:lnTo>
                <a:lnTo>
                  <a:pt x="2332" y="6355"/>
                </a:lnTo>
                <a:lnTo>
                  <a:pt x="2504" y="6355"/>
                </a:lnTo>
                <a:lnTo>
                  <a:pt x="2504" y="6355"/>
                </a:lnTo>
                <a:lnTo>
                  <a:pt x="2910" y="6334"/>
                </a:lnTo>
                <a:lnTo>
                  <a:pt x="3338" y="6312"/>
                </a:lnTo>
                <a:lnTo>
                  <a:pt x="3338" y="6312"/>
                </a:lnTo>
                <a:lnTo>
                  <a:pt x="3488" y="6312"/>
                </a:lnTo>
                <a:lnTo>
                  <a:pt x="3638" y="6312"/>
                </a:lnTo>
                <a:lnTo>
                  <a:pt x="3787" y="6312"/>
                </a:lnTo>
                <a:lnTo>
                  <a:pt x="3873" y="6291"/>
                </a:lnTo>
                <a:lnTo>
                  <a:pt x="3916" y="6270"/>
                </a:lnTo>
                <a:lnTo>
                  <a:pt x="3916" y="6270"/>
                </a:lnTo>
                <a:lnTo>
                  <a:pt x="3980" y="6205"/>
                </a:lnTo>
                <a:lnTo>
                  <a:pt x="4023" y="6120"/>
                </a:lnTo>
                <a:lnTo>
                  <a:pt x="4065" y="6034"/>
                </a:lnTo>
                <a:lnTo>
                  <a:pt x="4065" y="5949"/>
                </a:lnTo>
                <a:lnTo>
                  <a:pt x="4087" y="5756"/>
                </a:lnTo>
                <a:lnTo>
                  <a:pt x="4087" y="5606"/>
                </a:lnTo>
                <a:lnTo>
                  <a:pt x="4087" y="5606"/>
                </a:lnTo>
                <a:lnTo>
                  <a:pt x="4108" y="5392"/>
                </a:lnTo>
                <a:lnTo>
                  <a:pt x="4130" y="5350"/>
                </a:lnTo>
                <a:lnTo>
                  <a:pt x="4151" y="5307"/>
                </a:lnTo>
                <a:lnTo>
                  <a:pt x="4194" y="5285"/>
                </a:lnTo>
                <a:lnTo>
                  <a:pt x="4258" y="5285"/>
                </a:lnTo>
                <a:lnTo>
                  <a:pt x="4472" y="5285"/>
                </a:lnTo>
                <a:lnTo>
                  <a:pt x="4472" y="5285"/>
                </a:lnTo>
                <a:lnTo>
                  <a:pt x="5413" y="5307"/>
                </a:lnTo>
                <a:lnTo>
                  <a:pt x="5413" y="5307"/>
                </a:lnTo>
                <a:lnTo>
                  <a:pt x="5820" y="5328"/>
                </a:lnTo>
                <a:lnTo>
                  <a:pt x="5820" y="5328"/>
                </a:lnTo>
                <a:lnTo>
                  <a:pt x="6077" y="5307"/>
                </a:lnTo>
                <a:lnTo>
                  <a:pt x="6205" y="5307"/>
                </a:lnTo>
                <a:lnTo>
                  <a:pt x="6312" y="5350"/>
                </a:lnTo>
                <a:lnTo>
                  <a:pt x="6312" y="5350"/>
                </a:lnTo>
                <a:lnTo>
                  <a:pt x="6376" y="5392"/>
                </a:lnTo>
                <a:lnTo>
                  <a:pt x="6398" y="5435"/>
                </a:lnTo>
                <a:lnTo>
                  <a:pt x="6419" y="5499"/>
                </a:lnTo>
                <a:lnTo>
                  <a:pt x="6419" y="5564"/>
                </a:lnTo>
                <a:lnTo>
                  <a:pt x="6376" y="5713"/>
                </a:lnTo>
                <a:lnTo>
                  <a:pt x="6355" y="5863"/>
                </a:lnTo>
                <a:lnTo>
                  <a:pt x="6355" y="5863"/>
                </a:lnTo>
                <a:close/>
                <a:moveTo>
                  <a:pt x="7660" y="642"/>
                </a:moveTo>
                <a:lnTo>
                  <a:pt x="7660" y="642"/>
                </a:lnTo>
                <a:lnTo>
                  <a:pt x="7574" y="536"/>
                </a:lnTo>
                <a:lnTo>
                  <a:pt x="7446" y="471"/>
                </a:lnTo>
                <a:lnTo>
                  <a:pt x="7318" y="450"/>
                </a:lnTo>
                <a:lnTo>
                  <a:pt x="7189" y="450"/>
                </a:lnTo>
                <a:lnTo>
                  <a:pt x="7189" y="450"/>
                </a:lnTo>
                <a:lnTo>
                  <a:pt x="7082" y="493"/>
                </a:lnTo>
                <a:lnTo>
                  <a:pt x="6954" y="536"/>
                </a:lnTo>
                <a:lnTo>
                  <a:pt x="6847" y="578"/>
                </a:lnTo>
                <a:lnTo>
                  <a:pt x="6740" y="600"/>
                </a:lnTo>
                <a:lnTo>
                  <a:pt x="6740" y="600"/>
                </a:lnTo>
                <a:lnTo>
                  <a:pt x="6676" y="578"/>
                </a:lnTo>
                <a:lnTo>
                  <a:pt x="6633" y="536"/>
                </a:lnTo>
                <a:lnTo>
                  <a:pt x="6612" y="471"/>
                </a:lnTo>
                <a:lnTo>
                  <a:pt x="6612" y="407"/>
                </a:lnTo>
                <a:lnTo>
                  <a:pt x="6612" y="236"/>
                </a:lnTo>
                <a:lnTo>
                  <a:pt x="6590" y="172"/>
                </a:lnTo>
                <a:lnTo>
                  <a:pt x="6526" y="108"/>
                </a:lnTo>
                <a:lnTo>
                  <a:pt x="6526" y="108"/>
                </a:lnTo>
                <a:lnTo>
                  <a:pt x="6440" y="43"/>
                </a:lnTo>
                <a:lnTo>
                  <a:pt x="6312" y="22"/>
                </a:lnTo>
                <a:lnTo>
                  <a:pt x="6162" y="1"/>
                </a:lnTo>
                <a:lnTo>
                  <a:pt x="6012" y="22"/>
                </a:lnTo>
                <a:lnTo>
                  <a:pt x="5713" y="65"/>
                </a:lnTo>
                <a:lnTo>
                  <a:pt x="5478" y="108"/>
                </a:lnTo>
                <a:lnTo>
                  <a:pt x="5478" y="108"/>
                </a:lnTo>
                <a:lnTo>
                  <a:pt x="5199" y="129"/>
                </a:lnTo>
                <a:lnTo>
                  <a:pt x="4900" y="150"/>
                </a:lnTo>
                <a:lnTo>
                  <a:pt x="4344" y="193"/>
                </a:lnTo>
                <a:lnTo>
                  <a:pt x="4344" y="193"/>
                </a:lnTo>
                <a:lnTo>
                  <a:pt x="4023" y="193"/>
                </a:lnTo>
                <a:lnTo>
                  <a:pt x="3873" y="215"/>
                </a:lnTo>
                <a:lnTo>
                  <a:pt x="3809" y="236"/>
                </a:lnTo>
                <a:lnTo>
                  <a:pt x="3745" y="279"/>
                </a:lnTo>
                <a:lnTo>
                  <a:pt x="3745" y="279"/>
                </a:lnTo>
                <a:lnTo>
                  <a:pt x="3723" y="322"/>
                </a:lnTo>
                <a:lnTo>
                  <a:pt x="3723" y="364"/>
                </a:lnTo>
                <a:lnTo>
                  <a:pt x="3723" y="471"/>
                </a:lnTo>
                <a:lnTo>
                  <a:pt x="3723" y="578"/>
                </a:lnTo>
                <a:lnTo>
                  <a:pt x="3702" y="621"/>
                </a:lnTo>
                <a:lnTo>
                  <a:pt x="3680" y="664"/>
                </a:lnTo>
                <a:lnTo>
                  <a:pt x="3680" y="664"/>
                </a:lnTo>
                <a:lnTo>
                  <a:pt x="3616" y="685"/>
                </a:lnTo>
                <a:lnTo>
                  <a:pt x="3488" y="664"/>
                </a:lnTo>
                <a:lnTo>
                  <a:pt x="3381" y="642"/>
                </a:lnTo>
                <a:lnTo>
                  <a:pt x="3274" y="642"/>
                </a:lnTo>
                <a:lnTo>
                  <a:pt x="3274" y="642"/>
                </a:lnTo>
                <a:lnTo>
                  <a:pt x="3188" y="685"/>
                </a:lnTo>
                <a:lnTo>
                  <a:pt x="3081" y="749"/>
                </a:lnTo>
                <a:lnTo>
                  <a:pt x="2910" y="899"/>
                </a:lnTo>
                <a:lnTo>
                  <a:pt x="2910" y="899"/>
                </a:lnTo>
                <a:lnTo>
                  <a:pt x="2825" y="985"/>
                </a:lnTo>
                <a:lnTo>
                  <a:pt x="2739" y="1092"/>
                </a:lnTo>
                <a:lnTo>
                  <a:pt x="2675" y="1177"/>
                </a:lnTo>
                <a:lnTo>
                  <a:pt x="2653" y="1284"/>
                </a:lnTo>
                <a:lnTo>
                  <a:pt x="2653" y="1370"/>
                </a:lnTo>
                <a:lnTo>
                  <a:pt x="2696" y="1456"/>
                </a:lnTo>
                <a:lnTo>
                  <a:pt x="2782" y="1563"/>
                </a:lnTo>
                <a:lnTo>
                  <a:pt x="2910" y="1648"/>
                </a:lnTo>
                <a:lnTo>
                  <a:pt x="2910" y="1648"/>
                </a:lnTo>
                <a:lnTo>
                  <a:pt x="2996" y="1712"/>
                </a:lnTo>
                <a:lnTo>
                  <a:pt x="3103" y="1734"/>
                </a:lnTo>
                <a:lnTo>
                  <a:pt x="3317" y="1798"/>
                </a:lnTo>
                <a:lnTo>
                  <a:pt x="3531" y="1883"/>
                </a:lnTo>
                <a:lnTo>
                  <a:pt x="3616" y="1948"/>
                </a:lnTo>
                <a:lnTo>
                  <a:pt x="3680" y="2012"/>
                </a:lnTo>
                <a:lnTo>
                  <a:pt x="3680" y="2012"/>
                </a:lnTo>
                <a:lnTo>
                  <a:pt x="3723" y="2076"/>
                </a:lnTo>
                <a:lnTo>
                  <a:pt x="3745" y="2140"/>
                </a:lnTo>
                <a:lnTo>
                  <a:pt x="3745" y="2183"/>
                </a:lnTo>
                <a:lnTo>
                  <a:pt x="3723" y="2226"/>
                </a:lnTo>
                <a:lnTo>
                  <a:pt x="3638" y="2311"/>
                </a:lnTo>
                <a:lnTo>
                  <a:pt x="3531" y="2376"/>
                </a:lnTo>
                <a:lnTo>
                  <a:pt x="3531" y="2376"/>
                </a:lnTo>
                <a:lnTo>
                  <a:pt x="3445" y="2397"/>
                </a:lnTo>
                <a:lnTo>
                  <a:pt x="3338" y="2418"/>
                </a:lnTo>
                <a:lnTo>
                  <a:pt x="3231" y="2418"/>
                </a:lnTo>
                <a:lnTo>
                  <a:pt x="3167" y="2461"/>
                </a:lnTo>
                <a:lnTo>
                  <a:pt x="3167" y="2461"/>
                </a:lnTo>
                <a:lnTo>
                  <a:pt x="3081" y="2547"/>
                </a:lnTo>
                <a:lnTo>
                  <a:pt x="3081" y="2611"/>
                </a:lnTo>
                <a:lnTo>
                  <a:pt x="3103" y="2675"/>
                </a:lnTo>
                <a:lnTo>
                  <a:pt x="3167" y="2718"/>
                </a:lnTo>
                <a:lnTo>
                  <a:pt x="3274" y="2761"/>
                </a:lnTo>
                <a:lnTo>
                  <a:pt x="3359" y="2761"/>
                </a:lnTo>
                <a:lnTo>
                  <a:pt x="3445" y="2782"/>
                </a:lnTo>
                <a:lnTo>
                  <a:pt x="3531" y="2761"/>
                </a:lnTo>
                <a:lnTo>
                  <a:pt x="3531" y="2761"/>
                </a:lnTo>
                <a:lnTo>
                  <a:pt x="3638" y="2718"/>
                </a:lnTo>
                <a:lnTo>
                  <a:pt x="3766" y="2632"/>
                </a:lnTo>
                <a:lnTo>
                  <a:pt x="3894" y="2547"/>
                </a:lnTo>
                <a:lnTo>
                  <a:pt x="3980" y="2525"/>
                </a:lnTo>
                <a:lnTo>
                  <a:pt x="3980" y="2525"/>
                </a:lnTo>
                <a:lnTo>
                  <a:pt x="4023" y="2525"/>
                </a:lnTo>
                <a:lnTo>
                  <a:pt x="4065" y="2568"/>
                </a:lnTo>
                <a:lnTo>
                  <a:pt x="4130" y="2654"/>
                </a:lnTo>
                <a:lnTo>
                  <a:pt x="4237" y="2825"/>
                </a:lnTo>
                <a:lnTo>
                  <a:pt x="4237" y="2825"/>
                </a:lnTo>
                <a:lnTo>
                  <a:pt x="4365" y="2975"/>
                </a:lnTo>
                <a:lnTo>
                  <a:pt x="4515" y="3103"/>
                </a:lnTo>
                <a:lnTo>
                  <a:pt x="4515" y="3103"/>
                </a:lnTo>
                <a:lnTo>
                  <a:pt x="4686" y="3210"/>
                </a:lnTo>
                <a:lnTo>
                  <a:pt x="4772" y="3274"/>
                </a:lnTo>
                <a:lnTo>
                  <a:pt x="4836" y="3338"/>
                </a:lnTo>
                <a:lnTo>
                  <a:pt x="4836" y="3338"/>
                </a:lnTo>
                <a:lnTo>
                  <a:pt x="4836" y="3403"/>
                </a:lnTo>
                <a:lnTo>
                  <a:pt x="4814" y="3488"/>
                </a:lnTo>
                <a:lnTo>
                  <a:pt x="4793" y="3574"/>
                </a:lnTo>
                <a:lnTo>
                  <a:pt x="4814" y="3659"/>
                </a:lnTo>
                <a:lnTo>
                  <a:pt x="4814" y="3659"/>
                </a:lnTo>
                <a:lnTo>
                  <a:pt x="4857" y="3723"/>
                </a:lnTo>
                <a:lnTo>
                  <a:pt x="4921" y="3788"/>
                </a:lnTo>
                <a:lnTo>
                  <a:pt x="4985" y="3852"/>
                </a:lnTo>
                <a:lnTo>
                  <a:pt x="5007" y="3895"/>
                </a:lnTo>
                <a:lnTo>
                  <a:pt x="5007" y="3937"/>
                </a:lnTo>
                <a:lnTo>
                  <a:pt x="5007" y="3937"/>
                </a:lnTo>
                <a:lnTo>
                  <a:pt x="5007" y="4023"/>
                </a:lnTo>
                <a:lnTo>
                  <a:pt x="4943" y="4109"/>
                </a:lnTo>
                <a:lnTo>
                  <a:pt x="4857" y="4173"/>
                </a:lnTo>
                <a:lnTo>
                  <a:pt x="4772" y="4237"/>
                </a:lnTo>
                <a:lnTo>
                  <a:pt x="4558" y="4323"/>
                </a:lnTo>
                <a:lnTo>
                  <a:pt x="4386" y="4365"/>
                </a:lnTo>
                <a:lnTo>
                  <a:pt x="4386" y="4365"/>
                </a:lnTo>
                <a:lnTo>
                  <a:pt x="4194" y="4451"/>
                </a:lnTo>
                <a:lnTo>
                  <a:pt x="4087" y="4515"/>
                </a:lnTo>
                <a:lnTo>
                  <a:pt x="4001" y="4579"/>
                </a:lnTo>
                <a:lnTo>
                  <a:pt x="3916" y="4644"/>
                </a:lnTo>
                <a:lnTo>
                  <a:pt x="3916" y="4686"/>
                </a:lnTo>
                <a:lnTo>
                  <a:pt x="3894" y="4708"/>
                </a:lnTo>
                <a:lnTo>
                  <a:pt x="3916" y="4750"/>
                </a:lnTo>
                <a:lnTo>
                  <a:pt x="3937" y="4772"/>
                </a:lnTo>
                <a:lnTo>
                  <a:pt x="4065" y="4836"/>
                </a:lnTo>
                <a:lnTo>
                  <a:pt x="4065" y="4836"/>
                </a:lnTo>
                <a:lnTo>
                  <a:pt x="4194" y="4857"/>
                </a:lnTo>
                <a:lnTo>
                  <a:pt x="4344" y="4879"/>
                </a:lnTo>
                <a:lnTo>
                  <a:pt x="4643" y="4857"/>
                </a:lnTo>
                <a:lnTo>
                  <a:pt x="5199" y="4836"/>
                </a:lnTo>
                <a:lnTo>
                  <a:pt x="5199" y="4836"/>
                </a:lnTo>
                <a:lnTo>
                  <a:pt x="5264" y="4815"/>
                </a:lnTo>
                <a:lnTo>
                  <a:pt x="5413" y="4815"/>
                </a:lnTo>
                <a:lnTo>
                  <a:pt x="5841" y="4857"/>
                </a:lnTo>
                <a:lnTo>
                  <a:pt x="6098" y="4857"/>
                </a:lnTo>
                <a:lnTo>
                  <a:pt x="6291" y="4836"/>
                </a:lnTo>
                <a:lnTo>
                  <a:pt x="6376" y="4793"/>
                </a:lnTo>
                <a:lnTo>
                  <a:pt x="6440" y="4772"/>
                </a:lnTo>
                <a:lnTo>
                  <a:pt x="6483" y="4729"/>
                </a:lnTo>
                <a:lnTo>
                  <a:pt x="6483" y="4665"/>
                </a:lnTo>
                <a:lnTo>
                  <a:pt x="6483" y="4665"/>
                </a:lnTo>
                <a:lnTo>
                  <a:pt x="6483" y="4601"/>
                </a:lnTo>
                <a:lnTo>
                  <a:pt x="6440" y="4558"/>
                </a:lnTo>
                <a:lnTo>
                  <a:pt x="6376" y="4515"/>
                </a:lnTo>
                <a:lnTo>
                  <a:pt x="6291" y="4494"/>
                </a:lnTo>
                <a:lnTo>
                  <a:pt x="5991" y="4430"/>
                </a:lnTo>
                <a:lnTo>
                  <a:pt x="5991" y="4430"/>
                </a:lnTo>
                <a:lnTo>
                  <a:pt x="5820" y="4365"/>
                </a:lnTo>
                <a:lnTo>
                  <a:pt x="5692" y="4301"/>
                </a:lnTo>
                <a:lnTo>
                  <a:pt x="5585" y="4216"/>
                </a:lnTo>
                <a:lnTo>
                  <a:pt x="5478" y="4109"/>
                </a:lnTo>
                <a:lnTo>
                  <a:pt x="5478" y="4109"/>
                </a:lnTo>
                <a:lnTo>
                  <a:pt x="5392" y="3959"/>
                </a:lnTo>
                <a:lnTo>
                  <a:pt x="5392" y="3916"/>
                </a:lnTo>
                <a:lnTo>
                  <a:pt x="5413" y="3873"/>
                </a:lnTo>
                <a:lnTo>
                  <a:pt x="5456" y="3809"/>
                </a:lnTo>
                <a:lnTo>
                  <a:pt x="5499" y="3745"/>
                </a:lnTo>
                <a:lnTo>
                  <a:pt x="5542" y="3659"/>
                </a:lnTo>
                <a:lnTo>
                  <a:pt x="5542" y="3659"/>
                </a:lnTo>
                <a:lnTo>
                  <a:pt x="5585" y="3531"/>
                </a:lnTo>
                <a:lnTo>
                  <a:pt x="5585" y="3445"/>
                </a:lnTo>
                <a:lnTo>
                  <a:pt x="5627" y="3360"/>
                </a:lnTo>
                <a:lnTo>
                  <a:pt x="5713" y="3274"/>
                </a:lnTo>
                <a:lnTo>
                  <a:pt x="5713" y="3274"/>
                </a:lnTo>
                <a:lnTo>
                  <a:pt x="5863" y="3167"/>
                </a:lnTo>
                <a:lnTo>
                  <a:pt x="5970" y="3039"/>
                </a:lnTo>
                <a:lnTo>
                  <a:pt x="6077" y="2910"/>
                </a:lnTo>
                <a:lnTo>
                  <a:pt x="6162" y="2761"/>
                </a:lnTo>
                <a:lnTo>
                  <a:pt x="6162" y="2761"/>
                </a:lnTo>
                <a:lnTo>
                  <a:pt x="6248" y="2611"/>
                </a:lnTo>
                <a:lnTo>
                  <a:pt x="6312" y="2440"/>
                </a:lnTo>
                <a:lnTo>
                  <a:pt x="6398" y="2269"/>
                </a:lnTo>
                <a:lnTo>
                  <a:pt x="6483" y="2119"/>
                </a:lnTo>
                <a:lnTo>
                  <a:pt x="6483" y="2119"/>
                </a:lnTo>
                <a:lnTo>
                  <a:pt x="6505" y="2247"/>
                </a:lnTo>
                <a:lnTo>
                  <a:pt x="6505" y="2376"/>
                </a:lnTo>
                <a:lnTo>
                  <a:pt x="6526" y="2504"/>
                </a:lnTo>
                <a:lnTo>
                  <a:pt x="6547" y="2568"/>
                </a:lnTo>
                <a:lnTo>
                  <a:pt x="6569" y="2611"/>
                </a:lnTo>
                <a:lnTo>
                  <a:pt x="6569" y="2611"/>
                </a:lnTo>
                <a:lnTo>
                  <a:pt x="6654" y="2696"/>
                </a:lnTo>
                <a:lnTo>
                  <a:pt x="6761" y="2761"/>
                </a:lnTo>
                <a:lnTo>
                  <a:pt x="6868" y="2803"/>
                </a:lnTo>
                <a:lnTo>
                  <a:pt x="6933" y="2803"/>
                </a:lnTo>
                <a:lnTo>
                  <a:pt x="6975" y="2782"/>
                </a:lnTo>
                <a:lnTo>
                  <a:pt x="6975" y="2782"/>
                </a:lnTo>
                <a:lnTo>
                  <a:pt x="7039" y="2739"/>
                </a:lnTo>
                <a:lnTo>
                  <a:pt x="7061" y="2696"/>
                </a:lnTo>
                <a:lnTo>
                  <a:pt x="7061" y="2654"/>
                </a:lnTo>
                <a:lnTo>
                  <a:pt x="7039" y="2611"/>
                </a:lnTo>
                <a:lnTo>
                  <a:pt x="6975" y="2525"/>
                </a:lnTo>
                <a:lnTo>
                  <a:pt x="6890" y="2461"/>
                </a:lnTo>
                <a:lnTo>
                  <a:pt x="6890" y="2461"/>
                </a:lnTo>
                <a:lnTo>
                  <a:pt x="6826" y="2376"/>
                </a:lnTo>
                <a:lnTo>
                  <a:pt x="6783" y="2290"/>
                </a:lnTo>
                <a:lnTo>
                  <a:pt x="6761" y="2204"/>
                </a:lnTo>
                <a:lnTo>
                  <a:pt x="6761" y="2097"/>
                </a:lnTo>
                <a:lnTo>
                  <a:pt x="6761" y="2097"/>
                </a:lnTo>
                <a:lnTo>
                  <a:pt x="6804" y="1948"/>
                </a:lnTo>
                <a:lnTo>
                  <a:pt x="6868" y="1841"/>
                </a:lnTo>
                <a:lnTo>
                  <a:pt x="6954" y="1776"/>
                </a:lnTo>
                <a:lnTo>
                  <a:pt x="7039" y="1734"/>
                </a:lnTo>
                <a:lnTo>
                  <a:pt x="7275" y="1648"/>
                </a:lnTo>
                <a:lnTo>
                  <a:pt x="7382" y="1605"/>
                </a:lnTo>
                <a:lnTo>
                  <a:pt x="7489" y="1520"/>
                </a:lnTo>
                <a:lnTo>
                  <a:pt x="7489" y="1520"/>
                </a:lnTo>
                <a:lnTo>
                  <a:pt x="7574" y="1434"/>
                </a:lnTo>
                <a:lnTo>
                  <a:pt x="7660" y="1349"/>
                </a:lnTo>
                <a:lnTo>
                  <a:pt x="7724" y="1242"/>
                </a:lnTo>
                <a:lnTo>
                  <a:pt x="7767" y="1113"/>
                </a:lnTo>
                <a:lnTo>
                  <a:pt x="7767" y="985"/>
                </a:lnTo>
                <a:lnTo>
                  <a:pt x="7767" y="878"/>
                </a:lnTo>
                <a:lnTo>
                  <a:pt x="7724" y="749"/>
                </a:lnTo>
                <a:lnTo>
                  <a:pt x="7660" y="642"/>
                </a:lnTo>
                <a:lnTo>
                  <a:pt x="7660" y="642"/>
                </a:lnTo>
                <a:close/>
                <a:moveTo>
                  <a:pt x="3445" y="1541"/>
                </a:moveTo>
                <a:lnTo>
                  <a:pt x="3445" y="1541"/>
                </a:lnTo>
                <a:lnTo>
                  <a:pt x="3317" y="1520"/>
                </a:lnTo>
                <a:lnTo>
                  <a:pt x="3188" y="1477"/>
                </a:lnTo>
                <a:lnTo>
                  <a:pt x="3145" y="1434"/>
                </a:lnTo>
                <a:lnTo>
                  <a:pt x="3103" y="1391"/>
                </a:lnTo>
                <a:lnTo>
                  <a:pt x="3081" y="1327"/>
                </a:lnTo>
                <a:lnTo>
                  <a:pt x="3081" y="1242"/>
                </a:lnTo>
                <a:lnTo>
                  <a:pt x="3081" y="1242"/>
                </a:lnTo>
                <a:lnTo>
                  <a:pt x="3103" y="1177"/>
                </a:lnTo>
                <a:lnTo>
                  <a:pt x="3124" y="1135"/>
                </a:lnTo>
                <a:lnTo>
                  <a:pt x="3210" y="1028"/>
                </a:lnTo>
                <a:lnTo>
                  <a:pt x="3317" y="963"/>
                </a:lnTo>
                <a:lnTo>
                  <a:pt x="3445" y="942"/>
                </a:lnTo>
                <a:lnTo>
                  <a:pt x="3445" y="942"/>
                </a:lnTo>
                <a:lnTo>
                  <a:pt x="3509" y="942"/>
                </a:lnTo>
                <a:lnTo>
                  <a:pt x="3573" y="963"/>
                </a:lnTo>
                <a:lnTo>
                  <a:pt x="3616" y="985"/>
                </a:lnTo>
                <a:lnTo>
                  <a:pt x="3638" y="1028"/>
                </a:lnTo>
                <a:lnTo>
                  <a:pt x="3659" y="1135"/>
                </a:lnTo>
                <a:lnTo>
                  <a:pt x="3659" y="1263"/>
                </a:lnTo>
                <a:lnTo>
                  <a:pt x="3659" y="1263"/>
                </a:lnTo>
                <a:lnTo>
                  <a:pt x="3680" y="1434"/>
                </a:lnTo>
                <a:lnTo>
                  <a:pt x="3659" y="1520"/>
                </a:lnTo>
                <a:lnTo>
                  <a:pt x="3638" y="1563"/>
                </a:lnTo>
                <a:lnTo>
                  <a:pt x="3595" y="1563"/>
                </a:lnTo>
                <a:lnTo>
                  <a:pt x="3445" y="1541"/>
                </a:lnTo>
                <a:lnTo>
                  <a:pt x="3445" y="1541"/>
                </a:lnTo>
                <a:close/>
                <a:moveTo>
                  <a:pt x="6291" y="771"/>
                </a:moveTo>
                <a:lnTo>
                  <a:pt x="6291" y="771"/>
                </a:lnTo>
                <a:lnTo>
                  <a:pt x="6248" y="1242"/>
                </a:lnTo>
                <a:lnTo>
                  <a:pt x="6184" y="1691"/>
                </a:lnTo>
                <a:lnTo>
                  <a:pt x="6141" y="1905"/>
                </a:lnTo>
                <a:lnTo>
                  <a:pt x="6098" y="2119"/>
                </a:lnTo>
                <a:lnTo>
                  <a:pt x="6012" y="2333"/>
                </a:lnTo>
                <a:lnTo>
                  <a:pt x="5906" y="2547"/>
                </a:lnTo>
                <a:lnTo>
                  <a:pt x="5906" y="2547"/>
                </a:lnTo>
                <a:lnTo>
                  <a:pt x="5841" y="2654"/>
                </a:lnTo>
                <a:lnTo>
                  <a:pt x="5734" y="2782"/>
                </a:lnTo>
                <a:lnTo>
                  <a:pt x="5606" y="2910"/>
                </a:lnTo>
                <a:lnTo>
                  <a:pt x="5478" y="3039"/>
                </a:lnTo>
                <a:lnTo>
                  <a:pt x="5349" y="3103"/>
                </a:lnTo>
                <a:lnTo>
                  <a:pt x="5306" y="3103"/>
                </a:lnTo>
                <a:lnTo>
                  <a:pt x="5264" y="3103"/>
                </a:lnTo>
                <a:lnTo>
                  <a:pt x="5221" y="3060"/>
                </a:lnTo>
                <a:lnTo>
                  <a:pt x="5199" y="3017"/>
                </a:lnTo>
                <a:lnTo>
                  <a:pt x="5199" y="2932"/>
                </a:lnTo>
                <a:lnTo>
                  <a:pt x="5199" y="2825"/>
                </a:lnTo>
                <a:lnTo>
                  <a:pt x="5199" y="2825"/>
                </a:lnTo>
                <a:lnTo>
                  <a:pt x="5242" y="2696"/>
                </a:lnTo>
                <a:lnTo>
                  <a:pt x="5306" y="2547"/>
                </a:lnTo>
                <a:lnTo>
                  <a:pt x="5306" y="2461"/>
                </a:lnTo>
                <a:lnTo>
                  <a:pt x="5306" y="2418"/>
                </a:lnTo>
                <a:lnTo>
                  <a:pt x="5264" y="2376"/>
                </a:lnTo>
                <a:lnTo>
                  <a:pt x="5199" y="2376"/>
                </a:lnTo>
                <a:lnTo>
                  <a:pt x="5199" y="2376"/>
                </a:lnTo>
                <a:lnTo>
                  <a:pt x="5157" y="2397"/>
                </a:lnTo>
                <a:lnTo>
                  <a:pt x="5114" y="2461"/>
                </a:lnTo>
                <a:lnTo>
                  <a:pt x="5007" y="2590"/>
                </a:lnTo>
                <a:lnTo>
                  <a:pt x="4964" y="2654"/>
                </a:lnTo>
                <a:lnTo>
                  <a:pt x="4921" y="2675"/>
                </a:lnTo>
                <a:lnTo>
                  <a:pt x="4900" y="2675"/>
                </a:lnTo>
                <a:lnTo>
                  <a:pt x="4879" y="2675"/>
                </a:lnTo>
                <a:lnTo>
                  <a:pt x="4836" y="2590"/>
                </a:lnTo>
                <a:lnTo>
                  <a:pt x="4836" y="2590"/>
                </a:lnTo>
                <a:lnTo>
                  <a:pt x="4814" y="2547"/>
                </a:lnTo>
                <a:lnTo>
                  <a:pt x="4836" y="2483"/>
                </a:lnTo>
                <a:lnTo>
                  <a:pt x="4879" y="2354"/>
                </a:lnTo>
                <a:lnTo>
                  <a:pt x="4985" y="2097"/>
                </a:lnTo>
                <a:lnTo>
                  <a:pt x="4985" y="2097"/>
                </a:lnTo>
                <a:lnTo>
                  <a:pt x="5028" y="1969"/>
                </a:lnTo>
                <a:lnTo>
                  <a:pt x="5071" y="1883"/>
                </a:lnTo>
                <a:lnTo>
                  <a:pt x="5071" y="1819"/>
                </a:lnTo>
                <a:lnTo>
                  <a:pt x="5071" y="1819"/>
                </a:lnTo>
                <a:lnTo>
                  <a:pt x="5028" y="1755"/>
                </a:lnTo>
                <a:lnTo>
                  <a:pt x="4964" y="1734"/>
                </a:lnTo>
                <a:lnTo>
                  <a:pt x="4921" y="1755"/>
                </a:lnTo>
                <a:lnTo>
                  <a:pt x="4857" y="1798"/>
                </a:lnTo>
                <a:lnTo>
                  <a:pt x="4750" y="1926"/>
                </a:lnTo>
                <a:lnTo>
                  <a:pt x="4686" y="1990"/>
                </a:lnTo>
                <a:lnTo>
                  <a:pt x="4643" y="2012"/>
                </a:lnTo>
                <a:lnTo>
                  <a:pt x="4643" y="2012"/>
                </a:lnTo>
                <a:lnTo>
                  <a:pt x="4643" y="1926"/>
                </a:lnTo>
                <a:lnTo>
                  <a:pt x="4665" y="1841"/>
                </a:lnTo>
                <a:lnTo>
                  <a:pt x="4750" y="1669"/>
                </a:lnTo>
                <a:lnTo>
                  <a:pt x="4814" y="1477"/>
                </a:lnTo>
                <a:lnTo>
                  <a:pt x="4836" y="1413"/>
                </a:lnTo>
                <a:lnTo>
                  <a:pt x="4836" y="1327"/>
                </a:lnTo>
                <a:lnTo>
                  <a:pt x="4836" y="1327"/>
                </a:lnTo>
                <a:lnTo>
                  <a:pt x="4793" y="1263"/>
                </a:lnTo>
                <a:lnTo>
                  <a:pt x="4750" y="1242"/>
                </a:lnTo>
                <a:lnTo>
                  <a:pt x="4707" y="1242"/>
                </a:lnTo>
                <a:lnTo>
                  <a:pt x="4665" y="1284"/>
                </a:lnTo>
                <a:lnTo>
                  <a:pt x="4579" y="1391"/>
                </a:lnTo>
                <a:lnTo>
                  <a:pt x="4493" y="1477"/>
                </a:lnTo>
                <a:lnTo>
                  <a:pt x="4493" y="1477"/>
                </a:lnTo>
                <a:lnTo>
                  <a:pt x="4472" y="1413"/>
                </a:lnTo>
                <a:lnTo>
                  <a:pt x="4493" y="1327"/>
                </a:lnTo>
                <a:lnTo>
                  <a:pt x="4558" y="1156"/>
                </a:lnTo>
                <a:lnTo>
                  <a:pt x="4622" y="985"/>
                </a:lnTo>
                <a:lnTo>
                  <a:pt x="4643" y="899"/>
                </a:lnTo>
                <a:lnTo>
                  <a:pt x="4665" y="835"/>
                </a:lnTo>
                <a:lnTo>
                  <a:pt x="4665" y="835"/>
                </a:lnTo>
                <a:lnTo>
                  <a:pt x="4643" y="728"/>
                </a:lnTo>
                <a:lnTo>
                  <a:pt x="4622" y="685"/>
                </a:lnTo>
                <a:lnTo>
                  <a:pt x="4579" y="685"/>
                </a:lnTo>
                <a:lnTo>
                  <a:pt x="4536" y="707"/>
                </a:lnTo>
                <a:lnTo>
                  <a:pt x="4451" y="771"/>
                </a:lnTo>
                <a:lnTo>
                  <a:pt x="4408" y="792"/>
                </a:lnTo>
                <a:lnTo>
                  <a:pt x="4386" y="792"/>
                </a:lnTo>
                <a:lnTo>
                  <a:pt x="4386" y="792"/>
                </a:lnTo>
                <a:lnTo>
                  <a:pt x="4344" y="728"/>
                </a:lnTo>
                <a:lnTo>
                  <a:pt x="4322" y="707"/>
                </a:lnTo>
                <a:lnTo>
                  <a:pt x="4344" y="664"/>
                </a:lnTo>
                <a:lnTo>
                  <a:pt x="4386" y="642"/>
                </a:lnTo>
                <a:lnTo>
                  <a:pt x="4451" y="600"/>
                </a:lnTo>
                <a:lnTo>
                  <a:pt x="4622" y="557"/>
                </a:lnTo>
                <a:lnTo>
                  <a:pt x="4729" y="557"/>
                </a:lnTo>
                <a:lnTo>
                  <a:pt x="4729" y="557"/>
                </a:lnTo>
                <a:lnTo>
                  <a:pt x="5649" y="471"/>
                </a:lnTo>
                <a:lnTo>
                  <a:pt x="5649" y="471"/>
                </a:lnTo>
                <a:lnTo>
                  <a:pt x="5948" y="429"/>
                </a:lnTo>
                <a:lnTo>
                  <a:pt x="6098" y="407"/>
                </a:lnTo>
                <a:lnTo>
                  <a:pt x="6184" y="429"/>
                </a:lnTo>
                <a:lnTo>
                  <a:pt x="6226" y="429"/>
                </a:lnTo>
                <a:lnTo>
                  <a:pt x="6226" y="429"/>
                </a:lnTo>
                <a:lnTo>
                  <a:pt x="6269" y="471"/>
                </a:lnTo>
                <a:lnTo>
                  <a:pt x="6291" y="514"/>
                </a:lnTo>
                <a:lnTo>
                  <a:pt x="6312" y="600"/>
                </a:lnTo>
                <a:lnTo>
                  <a:pt x="6291" y="771"/>
                </a:lnTo>
                <a:lnTo>
                  <a:pt x="6291" y="771"/>
                </a:lnTo>
                <a:close/>
                <a:moveTo>
                  <a:pt x="6612" y="1520"/>
                </a:moveTo>
                <a:lnTo>
                  <a:pt x="6612" y="1520"/>
                </a:lnTo>
                <a:lnTo>
                  <a:pt x="6612" y="1349"/>
                </a:lnTo>
                <a:lnTo>
                  <a:pt x="6633" y="1199"/>
                </a:lnTo>
                <a:lnTo>
                  <a:pt x="6633" y="1135"/>
                </a:lnTo>
                <a:lnTo>
                  <a:pt x="6676" y="1070"/>
                </a:lnTo>
                <a:lnTo>
                  <a:pt x="6719" y="1006"/>
                </a:lnTo>
                <a:lnTo>
                  <a:pt x="6783" y="963"/>
                </a:lnTo>
                <a:lnTo>
                  <a:pt x="6783" y="963"/>
                </a:lnTo>
                <a:lnTo>
                  <a:pt x="6890" y="899"/>
                </a:lnTo>
                <a:lnTo>
                  <a:pt x="7039" y="878"/>
                </a:lnTo>
                <a:lnTo>
                  <a:pt x="7104" y="878"/>
                </a:lnTo>
                <a:lnTo>
                  <a:pt x="7168" y="921"/>
                </a:lnTo>
                <a:lnTo>
                  <a:pt x="7211" y="963"/>
                </a:lnTo>
                <a:lnTo>
                  <a:pt x="7232" y="1028"/>
                </a:lnTo>
                <a:lnTo>
                  <a:pt x="7232" y="1028"/>
                </a:lnTo>
                <a:lnTo>
                  <a:pt x="7253" y="1070"/>
                </a:lnTo>
                <a:lnTo>
                  <a:pt x="7232" y="1135"/>
                </a:lnTo>
                <a:lnTo>
                  <a:pt x="7168" y="1220"/>
                </a:lnTo>
                <a:lnTo>
                  <a:pt x="7082" y="1327"/>
                </a:lnTo>
                <a:lnTo>
                  <a:pt x="6954" y="1413"/>
                </a:lnTo>
                <a:lnTo>
                  <a:pt x="6826" y="1477"/>
                </a:lnTo>
                <a:lnTo>
                  <a:pt x="6719" y="1520"/>
                </a:lnTo>
                <a:lnTo>
                  <a:pt x="6633" y="1541"/>
                </a:lnTo>
                <a:lnTo>
                  <a:pt x="6612" y="1541"/>
                </a:lnTo>
                <a:lnTo>
                  <a:pt x="6612" y="1520"/>
                </a:lnTo>
                <a:lnTo>
                  <a:pt x="6612" y="152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24"/>
          <p:cNvSpPr/>
          <p:nvPr/>
        </p:nvSpPr>
        <p:spPr>
          <a:xfrm>
            <a:off x="7543479" y="2134047"/>
            <a:ext cx="303875" cy="300092"/>
          </a:xfrm>
          <a:custGeom>
            <a:rect b="b" l="l" r="r" t="t"/>
            <a:pathLst>
              <a:path extrusionOk="0" h="17374" w="17593">
                <a:moveTo>
                  <a:pt x="14673" y="1266"/>
                </a:moveTo>
                <a:lnTo>
                  <a:pt x="14624" y="1314"/>
                </a:lnTo>
                <a:lnTo>
                  <a:pt x="14600" y="1363"/>
                </a:lnTo>
                <a:lnTo>
                  <a:pt x="14575" y="1412"/>
                </a:lnTo>
                <a:lnTo>
                  <a:pt x="14575" y="1485"/>
                </a:lnTo>
                <a:lnTo>
                  <a:pt x="14600" y="1533"/>
                </a:lnTo>
                <a:lnTo>
                  <a:pt x="14648" y="1606"/>
                </a:lnTo>
                <a:lnTo>
                  <a:pt x="14697" y="1631"/>
                </a:lnTo>
                <a:lnTo>
                  <a:pt x="14940" y="1728"/>
                </a:lnTo>
                <a:lnTo>
                  <a:pt x="15159" y="1825"/>
                </a:lnTo>
                <a:lnTo>
                  <a:pt x="15354" y="1971"/>
                </a:lnTo>
                <a:lnTo>
                  <a:pt x="15524" y="2166"/>
                </a:lnTo>
                <a:lnTo>
                  <a:pt x="15597" y="2263"/>
                </a:lnTo>
                <a:lnTo>
                  <a:pt x="15646" y="2360"/>
                </a:lnTo>
                <a:lnTo>
                  <a:pt x="15695" y="2579"/>
                </a:lnTo>
                <a:lnTo>
                  <a:pt x="15792" y="3017"/>
                </a:lnTo>
                <a:lnTo>
                  <a:pt x="15816" y="3090"/>
                </a:lnTo>
                <a:lnTo>
                  <a:pt x="15865" y="3139"/>
                </a:lnTo>
                <a:lnTo>
                  <a:pt x="15938" y="3163"/>
                </a:lnTo>
                <a:lnTo>
                  <a:pt x="15987" y="3188"/>
                </a:lnTo>
                <a:lnTo>
                  <a:pt x="16060" y="3163"/>
                </a:lnTo>
                <a:lnTo>
                  <a:pt x="16133" y="3139"/>
                </a:lnTo>
                <a:lnTo>
                  <a:pt x="16181" y="3090"/>
                </a:lnTo>
                <a:lnTo>
                  <a:pt x="16206" y="3017"/>
                </a:lnTo>
                <a:lnTo>
                  <a:pt x="16254" y="2871"/>
                </a:lnTo>
                <a:lnTo>
                  <a:pt x="16254" y="2725"/>
                </a:lnTo>
                <a:lnTo>
                  <a:pt x="16230" y="2579"/>
                </a:lnTo>
                <a:lnTo>
                  <a:pt x="16181" y="2409"/>
                </a:lnTo>
                <a:lnTo>
                  <a:pt x="16133" y="2263"/>
                </a:lnTo>
                <a:lnTo>
                  <a:pt x="16060" y="2117"/>
                </a:lnTo>
                <a:lnTo>
                  <a:pt x="15889" y="1874"/>
                </a:lnTo>
                <a:lnTo>
                  <a:pt x="15670" y="1631"/>
                </a:lnTo>
                <a:lnTo>
                  <a:pt x="15524" y="1509"/>
                </a:lnTo>
                <a:lnTo>
                  <a:pt x="15378" y="1436"/>
                </a:lnTo>
                <a:lnTo>
                  <a:pt x="15232" y="1363"/>
                </a:lnTo>
                <a:lnTo>
                  <a:pt x="15086" y="1290"/>
                </a:lnTo>
                <a:lnTo>
                  <a:pt x="14916" y="1266"/>
                </a:lnTo>
                <a:close/>
                <a:moveTo>
                  <a:pt x="2458" y="2263"/>
                </a:moveTo>
                <a:lnTo>
                  <a:pt x="2725" y="2433"/>
                </a:lnTo>
                <a:lnTo>
                  <a:pt x="2993" y="2604"/>
                </a:lnTo>
                <a:lnTo>
                  <a:pt x="3553" y="2896"/>
                </a:lnTo>
                <a:lnTo>
                  <a:pt x="4550" y="3480"/>
                </a:lnTo>
                <a:lnTo>
                  <a:pt x="4477" y="3528"/>
                </a:lnTo>
                <a:lnTo>
                  <a:pt x="4137" y="3942"/>
                </a:lnTo>
                <a:lnTo>
                  <a:pt x="4015" y="4088"/>
                </a:lnTo>
                <a:lnTo>
                  <a:pt x="3918" y="4210"/>
                </a:lnTo>
                <a:lnTo>
                  <a:pt x="3261" y="3723"/>
                </a:lnTo>
                <a:lnTo>
                  <a:pt x="2969" y="3480"/>
                </a:lnTo>
                <a:lnTo>
                  <a:pt x="2677" y="3212"/>
                </a:lnTo>
                <a:lnTo>
                  <a:pt x="2360" y="2969"/>
                </a:lnTo>
                <a:lnTo>
                  <a:pt x="2044" y="2725"/>
                </a:lnTo>
                <a:lnTo>
                  <a:pt x="2239" y="2482"/>
                </a:lnTo>
                <a:lnTo>
                  <a:pt x="2458" y="2263"/>
                </a:lnTo>
                <a:close/>
                <a:moveTo>
                  <a:pt x="4721" y="3577"/>
                </a:moveTo>
                <a:lnTo>
                  <a:pt x="5232" y="3869"/>
                </a:lnTo>
                <a:lnTo>
                  <a:pt x="6278" y="4477"/>
                </a:lnTo>
                <a:lnTo>
                  <a:pt x="6132" y="4648"/>
                </a:lnTo>
                <a:lnTo>
                  <a:pt x="6010" y="4842"/>
                </a:lnTo>
                <a:lnTo>
                  <a:pt x="5840" y="5086"/>
                </a:lnTo>
                <a:lnTo>
                  <a:pt x="5694" y="5329"/>
                </a:lnTo>
                <a:lnTo>
                  <a:pt x="5256" y="5086"/>
                </a:lnTo>
                <a:lnTo>
                  <a:pt x="4842" y="4842"/>
                </a:lnTo>
                <a:lnTo>
                  <a:pt x="4137" y="4380"/>
                </a:lnTo>
                <a:lnTo>
                  <a:pt x="4258" y="4283"/>
                </a:lnTo>
                <a:lnTo>
                  <a:pt x="4356" y="4161"/>
                </a:lnTo>
                <a:lnTo>
                  <a:pt x="4696" y="3747"/>
                </a:lnTo>
                <a:lnTo>
                  <a:pt x="4721" y="3650"/>
                </a:lnTo>
                <a:lnTo>
                  <a:pt x="4721" y="3577"/>
                </a:lnTo>
                <a:close/>
                <a:moveTo>
                  <a:pt x="9271" y="9101"/>
                </a:moveTo>
                <a:lnTo>
                  <a:pt x="9247" y="9149"/>
                </a:lnTo>
                <a:lnTo>
                  <a:pt x="9125" y="9563"/>
                </a:lnTo>
                <a:lnTo>
                  <a:pt x="9028" y="9977"/>
                </a:lnTo>
                <a:lnTo>
                  <a:pt x="8979" y="10171"/>
                </a:lnTo>
                <a:lnTo>
                  <a:pt x="8955" y="10366"/>
                </a:lnTo>
                <a:lnTo>
                  <a:pt x="8955" y="10585"/>
                </a:lnTo>
                <a:lnTo>
                  <a:pt x="9003" y="10755"/>
                </a:lnTo>
                <a:lnTo>
                  <a:pt x="9003" y="10779"/>
                </a:lnTo>
                <a:lnTo>
                  <a:pt x="9028" y="10804"/>
                </a:lnTo>
                <a:lnTo>
                  <a:pt x="9052" y="10804"/>
                </a:lnTo>
                <a:lnTo>
                  <a:pt x="9076" y="10779"/>
                </a:lnTo>
                <a:lnTo>
                  <a:pt x="9149" y="10633"/>
                </a:lnTo>
                <a:lnTo>
                  <a:pt x="9174" y="10463"/>
                </a:lnTo>
                <a:lnTo>
                  <a:pt x="9222" y="10123"/>
                </a:lnTo>
                <a:lnTo>
                  <a:pt x="9271" y="9660"/>
                </a:lnTo>
                <a:lnTo>
                  <a:pt x="9320" y="9174"/>
                </a:lnTo>
                <a:lnTo>
                  <a:pt x="9320" y="9125"/>
                </a:lnTo>
                <a:lnTo>
                  <a:pt x="9295" y="9101"/>
                </a:lnTo>
                <a:close/>
                <a:moveTo>
                  <a:pt x="11874" y="9149"/>
                </a:moveTo>
                <a:lnTo>
                  <a:pt x="11899" y="9295"/>
                </a:lnTo>
                <a:lnTo>
                  <a:pt x="11947" y="9417"/>
                </a:lnTo>
                <a:lnTo>
                  <a:pt x="12093" y="9709"/>
                </a:lnTo>
                <a:lnTo>
                  <a:pt x="12239" y="9977"/>
                </a:lnTo>
                <a:lnTo>
                  <a:pt x="12385" y="10244"/>
                </a:lnTo>
                <a:lnTo>
                  <a:pt x="12556" y="10560"/>
                </a:lnTo>
                <a:lnTo>
                  <a:pt x="12385" y="10658"/>
                </a:lnTo>
                <a:lnTo>
                  <a:pt x="12264" y="10755"/>
                </a:lnTo>
                <a:lnTo>
                  <a:pt x="12045" y="10925"/>
                </a:lnTo>
                <a:lnTo>
                  <a:pt x="11923" y="10998"/>
                </a:lnTo>
                <a:lnTo>
                  <a:pt x="11826" y="11096"/>
                </a:lnTo>
                <a:lnTo>
                  <a:pt x="11582" y="10706"/>
                </a:lnTo>
                <a:lnTo>
                  <a:pt x="11461" y="10487"/>
                </a:lnTo>
                <a:lnTo>
                  <a:pt x="11315" y="10220"/>
                </a:lnTo>
                <a:lnTo>
                  <a:pt x="11169" y="9977"/>
                </a:lnTo>
                <a:lnTo>
                  <a:pt x="11071" y="9879"/>
                </a:lnTo>
                <a:lnTo>
                  <a:pt x="10974" y="9782"/>
                </a:lnTo>
                <a:lnTo>
                  <a:pt x="11412" y="9466"/>
                </a:lnTo>
                <a:lnTo>
                  <a:pt x="11850" y="9174"/>
                </a:lnTo>
                <a:lnTo>
                  <a:pt x="11874" y="9149"/>
                </a:lnTo>
                <a:close/>
                <a:moveTo>
                  <a:pt x="8492" y="9685"/>
                </a:moveTo>
                <a:lnTo>
                  <a:pt x="8492" y="9709"/>
                </a:lnTo>
                <a:lnTo>
                  <a:pt x="8395" y="10439"/>
                </a:lnTo>
                <a:lnTo>
                  <a:pt x="8346" y="10852"/>
                </a:lnTo>
                <a:lnTo>
                  <a:pt x="8346" y="11047"/>
                </a:lnTo>
                <a:lnTo>
                  <a:pt x="8346" y="11169"/>
                </a:lnTo>
                <a:lnTo>
                  <a:pt x="8371" y="11242"/>
                </a:lnTo>
                <a:lnTo>
                  <a:pt x="8419" y="11290"/>
                </a:lnTo>
                <a:lnTo>
                  <a:pt x="8444" y="11290"/>
                </a:lnTo>
                <a:lnTo>
                  <a:pt x="8468" y="11266"/>
                </a:lnTo>
                <a:lnTo>
                  <a:pt x="8517" y="11120"/>
                </a:lnTo>
                <a:lnTo>
                  <a:pt x="8541" y="10974"/>
                </a:lnTo>
                <a:lnTo>
                  <a:pt x="8565" y="10658"/>
                </a:lnTo>
                <a:lnTo>
                  <a:pt x="8565" y="10195"/>
                </a:lnTo>
                <a:lnTo>
                  <a:pt x="8565" y="9733"/>
                </a:lnTo>
                <a:lnTo>
                  <a:pt x="8541" y="9709"/>
                </a:lnTo>
                <a:lnTo>
                  <a:pt x="8517" y="9685"/>
                </a:lnTo>
                <a:close/>
                <a:moveTo>
                  <a:pt x="12702" y="10852"/>
                </a:moveTo>
                <a:lnTo>
                  <a:pt x="13286" y="11972"/>
                </a:lnTo>
                <a:lnTo>
                  <a:pt x="13578" y="12556"/>
                </a:lnTo>
                <a:lnTo>
                  <a:pt x="13505" y="12580"/>
                </a:lnTo>
                <a:lnTo>
                  <a:pt x="13407" y="12629"/>
                </a:lnTo>
                <a:lnTo>
                  <a:pt x="13286" y="12726"/>
                </a:lnTo>
                <a:lnTo>
                  <a:pt x="13018" y="12945"/>
                </a:lnTo>
                <a:lnTo>
                  <a:pt x="12677" y="12410"/>
                </a:lnTo>
                <a:lnTo>
                  <a:pt x="11947" y="11315"/>
                </a:lnTo>
                <a:lnTo>
                  <a:pt x="12069" y="11242"/>
                </a:lnTo>
                <a:lnTo>
                  <a:pt x="12191" y="11169"/>
                </a:lnTo>
                <a:lnTo>
                  <a:pt x="12410" y="11023"/>
                </a:lnTo>
                <a:lnTo>
                  <a:pt x="12556" y="10950"/>
                </a:lnTo>
                <a:lnTo>
                  <a:pt x="12702" y="10852"/>
                </a:lnTo>
                <a:close/>
                <a:moveTo>
                  <a:pt x="13724" y="12823"/>
                </a:moveTo>
                <a:lnTo>
                  <a:pt x="14965" y="15232"/>
                </a:lnTo>
                <a:lnTo>
                  <a:pt x="14770" y="15378"/>
                </a:lnTo>
                <a:lnTo>
                  <a:pt x="13991" y="14283"/>
                </a:lnTo>
                <a:lnTo>
                  <a:pt x="13188" y="13164"/>
                </a:lnTo>
                <a:lnTo>
                  <a:pt x="13334" y="13091"/>
                </a:lnTo>
                <a:lnTo>
                  <a:pt x="13456" y="13018"/>
                </a:lnTo>
                <a:lnTo>
                  <a:pt x="13578" y="12921"/>
                </a:lnTo>
                <a:lnTo>
                  <a:pt x="13724" y="12823"/>
                </a:lnTo>
                <a:close/>
                <a:moveTo>
                  <a:pt x="584" y="11534"/>
                </a:moveTo>
                <a:lnTo>
                  <a:pt x="925" y="11704"/>
                </a:lnTo>
                <a:lnTo>
                  <a:pt x="1290" y="11874"/>
                </a:lnTo>
                <a:lnTo>
                  <a:pt x="1655" y="12020"/>
                </a:lnTo>
                <a:lnTo>
                  <a:pt x="2020" y="12166"/>
                </a:lnTo>
                <a:lnTo>
                  <a:pt x="2847" y="12556"/>
                </a:lnTo>
                <a:lnTo>
                  <a:pt x="3261" y="12775"/>
                </a:lnTo>
                <a:lnTo>
                  <a:pt x="3674" y="13018"/>
                </a:lnTo>
                <a:lnTo>
                  <a:pt x="3869" y="13164"/>
                </a:lnTo>
                <a:lnTo>
                  <a:pt x="4064" y="13359"/>
                </a:lnTo>
                <a:lnTo>
                  <a:pt x="4258" y="13529"/>
                </a:lnTo>
                <a:lnTo>
                  <a:pt x="4404" y="13748"/>
                </a:lnTo>
                <a:lnTo>
                  <a:pt x="4550" y="13967"/>
                </a:lnTo>
                <a:lnTo>
                  <a:pt x="4696" y="14186"/>
                </a:lnTo>
                <a:lnTo>
                  <a:pt x="4940" y="14648"/>
                </a:lnTo>
                <a:lnTo>
                  <a:pt x="5159" y="15135"/>
                </a:lnTo>
                <a:lnTo>
                  <a:pt x="5378" y="15622"/>
                </a:lnTo>
                <a:lnTo>
                  <a:pt x="5572" y="16133"/>
                </a:lnTo>
                <a:lnTo>
                  <a:pt x="5816" y="16595"/>
                </a:lnTo>
                <a:lnTo>
                  <a:pt x="5621" y="16327"/>
                </a:lnTo>
                <a:lnTo>
                  <a:pt x="5305" y="15841"/>
                </a:lnTo>
                <a:lnTo>
                  <a:pt x="5037" y="15330"/>
                </a:lnTo>
                <a:lnTo>
                  <a:pt x="4842" y="14916"/>
                </a:lnTo>
                <a:lnTo>
                  <a:pt x="4648" y="14454"/>
                </a:lnTo>
                <a:lnTo>
                  <a:pt x="4550" y="14259"/>
                </a:lnTo>
                <a:lnTo>
                  <a:pt x="4429" y="14040"/>
                </a:lnTo>
                <a:lnTo>
                  <a:pt x="4283" y="13870"/>
                </a:lnTo>
                <a:lnTo>
                  <a:pt x="4112" y="13699"/>
                </a:lnTo>
                <a:lnTo>
                  <a:pt x="4137" y="13602"/>
                </a:lnTo>
                <a:lnTo>
                  <a:pt x="4112" y="13529"/>
                </a:lnTo>
                <a:lnTo>
                  <a:pt x="4039" y="13456"/>
                </a:lnTo>
                <a:lnTo>
                  <a:pt x="3918" y="13407"/>
                </a:lnTo>
                <a:lnTo>
                  <a:pt x="3820" y="13383"/>
                </a:lnTo>
                <a:lnTo>
                  <a:pt x="3747" y="13334"/>
                </a:lnTo>
                <a:lnTo>
                  <a:pt x="3553" y="13237"/>
                </a:lnTo>
                <a:lnTo>
                  <a:pt x="3382" y="13091"/>
                </a:lnTo>
                <a:lnTo>
                  <a:pt x="3212" y="12994"/>
                </a:lnTo>
                <a:lnTo>
                  <a:pt x="2774" y="12750"/>
                </a:lnTo>
                <a:lnTo>
                  <a:pt x="2312" y="12531"/>
                </a:lnTo>
                <a:lnTo>
                  <a:pt x="1144" y="11996"/>
                </a:lnTo>
                <a:lnTo>
                  <a:pt x="828" y="11850"/>
                </a:lnTo>
                <a:lnTo>
                  <a:pt x="682" y="11777"/>
                </a:lnTo>
                <a:lnTo>
                  <a:pt x="511" y="11704"/>
                </a:lnTo>
                <a:lnTo>
                  <a:pt x="584" y="11534"/>
                </a:lnTo>
                <a:close/>
                <a:moveTo>
                  <a:pt x="16011" y="438"/>
                </a:moveTo>
                <a:lnTo>
                  <a:pt x="16230" y="487"/>
                </a:lnTo>
                <a:lnTo>
                  <a:pt x="16449" y="560"/>
                </a:lnTo>
                <a:lnTo>
                  <a:pt x="16644" y="657"/>
                </a:lnTo>
                <a:lnTo>
                  <a:pt x="16838" y="803"/>
                </a:lnTo>
                <a:lnTo>
                  <a:pt x="16936" y="901"/>
                </a:lnTo>
                <a:lnTo>
                  <a:pt x="17009" y="1022"/>
                </a:lnTo>
                <a:lnTo>
                  <a:pt x="17082" y="1144"/>
                </a:lnTo>
                <a:lnTo>
                  <a:pt x="17130" y="1266"/>
                </a:lnTo>
                <a:lnTo>
                  <a:pt x="17057" y="1168"/>
                </a:lnTo>
                <a:lnTo>
                  <a:pt x="16960" y="1095"/>
                </a:lnTo>
                <a:lnTo>
                  <a:pt x="16936" y="1120"/>
                </a:lnTo>
                <a:lnTo>
                  <a:pt x="16911" y="1168"/>
                </a:lnTo>
                <a:lnTo>
                  <a:pt x="16911" y="1217"/>
                </a:lnTo>
                <a:lnTo>
                  <a:pt x="16911" y="1339"/>
                </a:lnTo>
                <a:lnTo>
                  <a:pt x="16984" y="1582"/>
                </a:lnTo>
                <a:lnTo>
                  <a:pt x="17033" y="1825"/>
                </a:lnTo>
                <a:lnTo>
                  <a:pt x="17057" y="1947"/>
                </a:lnTo>
                <a:lnTo>
                  <a:pt x="17106" y="2069"/>
                </a:lnTo>
                <a:lnTo>
                  <a:pt x="17033" y="2336"/>
                </a:lnTo>
                <a:lnTo>
                  <a:pt x="16911" y="2628"/>
                </a:lnTo>
                <a:lnTo>
                  <a:pt x="16887" y="2214"/>
                </a:lnTo>
                <a:lnTo>
                  <a:pt x="16838" y="2020"/>
                </a:lnTo>
                <a:lnTo>
                  <a:pt x="16741" y="1825"/>
                </a:lnTo>
                <a:lnTo>
                  <a:pt x="16717" y="1801"/>
                </a:lnTo>
                <a:lnTo>
                  <a:pt x="16668" y="1801"/>
                </a:lnTo>
                <a:lnTo>
                  <a:pt x="16644" y="1825"/>
                </a:lnTo>
                <a:lnTo>
                  <a:pt x="16595" y="2020"/>
                </a:lnTo>
                <a:lnTo>
                  <a:pt x="16571" y="2239"/>
                </a:lnTo>
                <a:lnTo>
                  <a:pt x="16571" y="2628"/>
                </a:lnTo>
                <a:lnTo>
                  <a:pt x="16571" y="2920"/>
                </a:lnTo>
                <a:lnTo>
                  <a:pt x="16595" y="3090"/>
                </a:lnTo>
                <a:lnTo>
                  <a:pt x="16619" y="3212"/>
                </a:lnTo>
                <a:lnTo>
                  <a:pt x="16522" y="3382"/>
                </a:lnTo>
                <a:lnTo>
                  <a:pt x="16473" y="3212"/>
                </a:lnTo>
                <a:lnTo>
                  <a:pt x="16473" y="2871"/>
                </a:lnTo>
                <a:lnTo>
                  <a:pt x="16473" y="2531"/>
                </a:lnTo>
                <a:lnTo>
                  <a:pt x="16449" y="2506"/>
                </a:lnTo>
                <a:lnTo>
                  <a:pt x="16425" y="2482"/>
                </a:lnTo>
                <a:lnTo>
                  <a:pt x="16400" y="2482"/>
                </a:lnTo>
                <a:lnTo>
                  <a:pt x="16400" y="2506"/>
                </a:lnTo>
                <a:lnTo>
                  <a:pt x="16327" y="2652"/>
                </a:lnTo>
                <a:lnTo>
                  <a:pt x="16303" y="2798"/>
                </a:lnTo>
                <a:lnTo>
                  <a:pt x="16279" y="2969"/>
                </a:lnTo>
                <a:lnTo>
                  <a:pt x="16254" y="3115"/>
                </a:lnTo>
                <a:lnTo>
                  <a:pt x="16279" y="3382"/>
                </a:lnTo>
                <a:lnTo>
                  <a:pt x="16303" y="3528"/>
                </a:lnTo>
                <a:lnTo>
                  <a:pt x="16352" y="3650"/>
                </a:lnTo>
                <a:lnTo>
                  <a:pt x="16133" y="3966"/>
                </a:lnTo>
                <a:lnTo>
                  <a:pt x="16084" y="4015"/>
                </a:lnTo>
                <a:lnTo>
                  <a:pt x="16035" y="3699"/>
                </a:lnTo>
                <a:lnTo>
                  <a:pt x="16011" y="3358"/>
                </a:lnTo>
                <a:lnTo>
                  <a:pt x="16011" y="3334"/>
                </a:lnTo>
                <a:lnTo>
                  <a:pt x="15962" y="3334"/>
                </a:lnTo>
                <a:lnTo>
                  <a:pt x="15938" y="3358"/>
                </a:lnTo>
                <a:lnTo>
                  <a:pt x="15889" y="3528"/>
                </a:lnTo>
                <a:lnTo>
                  <a:pt x="15841" y="3723"/>
                </a:lnTo>
                <a:lnTo>
                  <a:pt x="15841" y="3893"/>
                </a:lnTo>
                <a:lnTo>
                  <a:pt x="15841" y="4088"/>
                </a:lnTo>
                <a:lnTo>
                  <a:pt x="15865" y="4307"/>
                </a:lnTo>
                <a:lnTo>
                  <a:pt x="15719" y="4477"/>
                </a:lnTo>
                <a:lnTo>
                  <a:pt x="15695" y="4112"/>
                </a:lnTo>
                <a:lnTo>
                  <a:pt x="15646" y="3747"/>
                </a:lnTo>
                <a:lnTo>
                  <a:pt x="15646" y="3723"/>
                </a:lnTo>
                <a:lnTo>
                  <a:pt x="15597" y="3723"/>
                </a:lnTo>
                <a:lnTo>
                  <a:pt x="15573" y="3747"/>
                </a:lnTo>
                <a:lnTo>
                  <a:pt x="15524" y="4210"/>
                </a:lnTo>
                <a:lnTo>
                  <a:pt x="15500" y="4453"/>
                </a:lnTo>
                <a:lnTo>
                  <a:pt x="15524" y="4696"/>
                </a:lnTo>
                <a:lnTo>
                  <a:pt x="15257" y="4940"/>
                </a:lnTo>
                <a:lnTo>
                  <a:pt x="15281" y="4721"/>
                </a:lnTo>
                <a:lnTo>
                  <a:pt x="15281" y="4477"/>
                </a:lnTo>
                <a:lnTo>
                  <a:pt x="15257" y="3699"/>
                </a:lnTo>
                <a:lnTo>
                  <a:pt x="15232" y="3650"/>
                </a:lnTo>
                <a:lnTo>
                  <a:pt x="15159" y="3650"/>
                </a:lnTo>
                <a:lnTo>
                  <a:pt x="15135" y="3699"/>
                </a:lnTo>
                <a:lnTo>
                  <a:pt x="15086" y="4477"/>
                </a:lnTo>
                <a:lnTo>
                  <a:pt x="15062" y="4794"/>
                </a:lnTo>
                <a:lnTo>
                  <a:pt x="15062" y="4964"/>
                </a:lnTo>
                <a:lnTo>
                  <a:pt x="15086" y="5110"/>
                </a:lnTo>
                <a:lnTo>
                  <a:pt x="14916" y="5256"/>
                </a:lnTo>
                <a:lnTo>
                  <a:pt x="14916" y="5134"/>
                </a:lnTo>
                <a:lnTo>
                  <a:pt x="14867" y="4672"/>
                </a:lnTo>
                <a:lnTo>
                  <a:pt x="14819" y="4185"/>
                </a:lnTo>
                <a:lnTo>
                  <a:pt x="14794" y="4161"/>
                </a:lnTo>
                <a:lnTo>
                  <a:pt x="14770" y="4161"/>
                </a:lnTo>
                <a:lnTo>
                  <a:pt x="14770" y="4185"/>
                </a:lnTo>
                <a:lnTo>
                  <a:pt x="14697" y="4599"/>
                </a:lnTo>
                <a:lnTo>
                  <a:pt x="14648" y="5013"/>
                </a:lnTo>
                <a:lnTo>
                  <a:pt x="14624" y="5256"/>
                </a:lnTo>
                <a:lnTo>
                  <a:pt x="14624" y="5475"/>
                </a:lnTo>
                <a:lnTo>
                  <a:pt x="14186" y="5791"/>
                </a:lnTo>
                <a:lnTo>
                  <a:pt x="14162" y="5621"/>
                </a:lnTo>
                <a:lnTo>
                  <a:pt x="14113" y="4721"/>
                </a:lnTo>
                <a:lnTo>
                  <a:pt x="14089" y="4696"/>
                </a:lnTo>
                <a:lnTo>
                  <a:pt x="14064" y="4672"/>
                </a:lnTo>
                <a:lnTo>
                  <a:pt x="14016" y="4672"/>
                </a:lnTo>
                <a:lnTo>
                  <a:pt x="13991" y="4696"/>
                </a:lnTo>
                <a:lnTo>
                  <a:pt x="13943" y="4940"/>
                </a:lnTo>
                <a:lnTo>
                  <a:pt x="13894" y="5159"/>
                </a:lnTo>
                <a:lnTo>
                  <a:pt x="13870" y="5378"/>
                </a:lnTo>
                <a:lnTo>
                  <a:pt x="13870" y="5621"/>
                </a:lnTo>
                <a:lnTo>
                  <a:pt x="13870" y="5791"/>
                </a:lnTo>
                <a:lnTo>
                  <a:pt x="13870" y="5986"/>
                </a:lnTo>
                <a:lnTo>
                  <a:pt x="13529" y="6181"/>
                </a:lnTo>
                <a:lnTo>
                  <a:pt x="13480" y="6205"/>
                </a:lnTo>
                <a:lnTo>
                  <a:pt x="13505" y="6083"/>
                </a:lnTo>
                <a:lnTo>
                  <a:pt x="13505" y="5986"/>
                </a:lnTo>
                <a:lnTo>
                  <a:pt x="13480" y="5791"/>
                </a:lnTo>
                <a:lnTo>
                  <a:pt x="13456" y="5524"/>
                </a:lnTo>
                <a:lnTo>
                  <a:pt x="13383" y="5256"/>
                </a:lnTo>
                <a:lnTo>
                  <a:pt x="13359" y="5232"/>
                </a:lnTo>
                <a:lnTo>
                  <a:pt x="13334" y="5256"/>
                </a:lnTo>
                <a:lnTo>
                  <a:pt x="13286" y="5524"/>
                </a:lnTo>
                <a:lnTo>
                  <a:pt x="13286" y="5791"/>
                </a:lnTo>
                <a:lnTo>
                  <a:pt x="13286" y="6035"/>
                </a:lnTo>
                <a:lnTo>
                  <a:pt x="13310" y="6156"/>
                </a:lnTo>
                <a:lnTo>
                  <a:pt x="13359" y="6254"/>
                </a:lnTo>
                <a:lnTo>
                  <a:pt x="13383" y="6278"/>
                </a:lnTo>
                <a:lnTo>
                  <a:pt x="13407" y="6278"/>
                </a:lnTo>
                <a:lnTo>
                  <a:pt x="13407" y="6375"/>
                </a:lnTo>
                <a:lnTo>
                  <a:pt x="13432" y="6448"/>
                </a:lnTo>
                <a:lnTo>
                  <a:pt x="13480" y="6521"/>
                </a:lnTo>
                <a:lnTo>
                  <a:pt x="13553" y="6594"/>
                </a:lnTo>
                <a:lnTo>
                  <a:pt x="13553" y="6789"/>
                </a:lnTo>
                <a:lnTo>
                  <a:pt x="13578" y="6984"/>
                </a:lnTo>
                <a:lnTo>
                  <a:pt x="13699" y="7397"/>
                </a:lnTo>
                <a:lnTo>
                  <a:pt x="13821" y="7787"/>
                </a:lnTo>
                <a:lnTo>
                  <a:pt x="13967" y="8176"/>
                </a:lnTo>
                <a:lnTo>
                  <a:pt x="14575" y="10195"/>
                </a:lnTo>
                <a:lnTo>
                  <a:pt x="15184" y="12312"/>
                </a:lnTo>
                <a:lnTo>
                  <a:pt x="15500" y="13359"/>
                </a:lnTo>
                <a:lnTo>
                  <a:pt x="15865" y="14381"/>
                </a:lnTo>
                <a:lnTo>
                  <a:pt x="15695" y="14575"/>
                </a:lnTo>
                <a:lnTo>
                  <a:pt x="15524" y="14746"/>
                </a:lnTo>
                <a:lnTo>
                  <a:pt x="15208" y="15038"/>
                </a:lnTo>
                <a:lnTo>
                  <a:pt x="13553" y="11801"/>
                </a:lnTo>
                <a:lnTo>
                  <a:pt x="12653" y="10074"/>
                </a:lnTo>
                <a:lnTo>
                  <a:pt x="12531" y="9782"/>
                </a:lnTo>
                <a:lnTo>
                  <a:pt x="12361" y="9441"/>
                </a:lnTo>
                <a:lnTo>
                  <a:pt x="12288" y="9295"/>
                </a:lnTo>
                <a:lnTo>
                  <a:pt x="12191" y="9149"/>
                </a:lnTo>
                <a:lnTo>
                  <a:pt x="12069" y="9028"/>
                </a:lnTo>
                <a:lnTo>
                  <a:pt x="11947" y="8955"/>
                </a:lnTo>
                <a:lnTo>
                  <a:pt x="11899" y="8857"/>
                </a:lnTo>
                <a:lnTo>
                  <a:pt x="11826" y="8809"/>
                </a:lnTo>
                <a:lnTo>
                  <a:pt x="11753" y="8784"/>
                </a:lnTo>
                <a:lnTo>
                  <a:pt x="11704" y="8809"/>
                </a:lnTo>
                <a:lnTo>
                  <a:pt x="11655" y="8833"/>
                </a:lnTo>
                <a:lnTo>
                  <a:pt x="11534" y="8906"/>
                </a:lnTo>
                <a:lnTo>
                  <a:pt x="11534" y="8736"/>
                </a:lnTo>
                <a:lnTo>
                  <a:pt x="11534" y="8419"/>
                </a:lnTo>
                <a:lnTo>
                  <a:pt x="11534" y="8273"/>
                </a:lnTo>
                <a:lnTo>
                  <a:pt x="11509" y="8127"/>
                </a:lnTo>
                <a:lnTo>
                  <a:pt x="11485" y="8103"/>
                </a:lnTo>
                <a:lnTo>
                  <a:pt x="11461" y="8079"/>
                </a:lnTo>
                <a:lnTo>
                  <a:pt x="11436" y="8103"/>
                </a:lnTo>
                <a:lnTo>
                  <a:pt x="11412" y="8127"/>
                </a:lnTo>
                <a:lnTo>
                  <a:pt x="11388" y="8249"/>
                </a:lnTo>
                <a:lnTo>
                  <a:pt x="11363" y="8371"/>
                </a:lnTo>
                <a:lnTo>
                  <a:pt x="11363" y="8638"/>
                </a:lnTo>
                <a:lnTo>
                  <a:pt x="11339" y="8833"/>
                </a:lnTo>
                <a:lnTo>
                  <a:pt x="11363" y="9052"/>
                </a:lnTo>
                <a:lnTo>
                  <a:pt x="10925" y="9368"/>
                </a:lnTo>
                <a:lnTo>
                  <a:pt x="10950" y="9198"/>
                </a:lnTo>
                <a:lnTo>
                  <a:pt x="10974" y="9028"/>
                </a:lnTo>
                <a:lnTo>
                  <a:pt x="10974" y="8687"/>
                </a:lnTo>
                <a:lnTo>
                  <a:pt x="10998" y="8200"/>
                </a:lnTo>
                <a:lnTo>
                  <a:pt x="10974" y="7957"/>
                </a:lnTo>
                <a:lnTo>
                  <a:pt x="10925" y="7714"/>
                </a:lnTo>
                <a:lnTo>
                  <a:pt x="10925" y="7689"/>
                </a:lnTo>
                <a:lnTo>
                  <a:pt x="10852" y="7689"/>
                </a:lnTo>
                <a:lnTo>
                  <a:pt x="10828" y="7714"/>
                </a:lnTo>
                <a:lnTo>
                  <a:pt x="10779" y="7933"/>
                </a:lnTo>
                <a:lnTo>
                  <a:pt x="10731" y="8127"/>
                </a:lnTo>
                <a:lnTo>
                  <a:pt x="10682" y="8541"/>
                </a:lnTo>
                <a:lnTo>
                  <a:pt x="10633" y="9028"/>
                </a:lnTo>
                <a:lnTo>
                  <a:pt x="10633" y="9271"/>
                </a:lnTo>
                <a:lnTo>
                  <a:pt x="10658" y="9393"/>
                </a:lnTo>
                <a:lnTo>
                  <a:pt x="10682" y="9514"/>
                </a:lnTo>
                <a:lnTo>
                  <a:pt x="10706" y="9539"/>
                </a:lnTo>
                <a:lnTo>
                  <a:pt x="10560" y="9660"/>
                </a:lnTo>
                <a:lnTo>
                  <a:pt x="10487" y="9685"/>
                </a:lnTo>
                <a:lnTo>
                  <a:pt x="10439" y="9733"/>
                </a:lnTo>
                <a:lnTo>
                  <a:pt x="10463" y="9466"/>
                </a:lnTo>
                <a:lnTo>
                  <a:pt x="10487" y="9174"/>
                </a:lnTo>
                <a:lnTo>
                  <a:pt x="10536" y="8614"/>
                </a:lnTo>
                <a:lnTo>
                  <a:pt x="10512" y="8346"/>
                </a:lnTo>
                <a:lnTo>
                  <a:pt x="10487" y="8079"/>
                </a:lnTo>
                <a:lnTo>
                  <a:pt x="10463" y="8054"/>
                </a:lnTo>
                <a:lnTo>
                  <a:pt x="10439" y="8030"/>
                </a:lnTo>
                <a:lnTo>
                  <a:pt x="10414" y="8030"/>
                </a:lnTo>
                <a:lnTo>
                  <a:pt x="10414" y="8054"/>
                </a:lnTo>
                <a:lnTo>
                  <a:pt x="10317" y="8298"/>
                </a:lnTo>
                <a:lnTo>
                  <a:pt x="10268" y="8541"/>
                </a:lnTo>
                <a:lnTo>
                  <a:pt x="10195" y="9028"/>
                </a:lnTo>
                <a:lnTo>
                  <a:pt x="10147" y="9514"/>
                </a:lnTo>
                <a:lnTo>
                  <a:pt x="10122" y="9782"/>
                </a:lnTo>
                <a:lnTo>
                  <a:pt x="10147" y="10025"/>
                </a:lnTo>
                <a:lnTo>
                  <a:pt x="9685" y="10414"/>
                </a:lnTo>
                <a:lnTo>
                  <a:pt x="9733" y="10220"/>
                </a:lnTo>
                <a:lnTo>
                  <a:pt x="9733" y="10025"/>
                </a:lnTo>
                <a:lnTo>
                  <a:pt x="9758" y="9612"/>
                </a:lnTo>
                <a:lnTo>
                  <a:pt x="9782" y="8565"/>
                </a:lnTo>
                <a:lnTo>
                  <a:pt x="9782" y="8541"/>
                </a:lnTo>
                <a:lnTo>
                  <a:pt x="9733" y="8541"/>
                </a:lnTo>
                <a:lnTo>
                  <a:pt x="9733" y="8565"/>
                </a:lnTo>
                <a:lnTo>
                  <a:pt x="9612" y="9466"/>
                </a:lnTo>
                <a:lnTo>
                  <a:pt x="9539" y="10001"/>
                </a:lnTo>
                <a:lnTo>
                  <a:pt x="9514" y="10268"/>
                </a:lnTo>
                <a:lnTo>
                  <a:pt x="9539" y="10512"/>
                </a:lnTo>
                <a:lnTo>
                  <a:pt x="9003" y="10901"/>
                </a:lnTo>
                <a:lnTo>
                  <a:pt x="8444" y="11290"/>
                </a:lnTo>
                <a:lnTo>
                  <a:pt x="8371" y="11339"/>
                </a:lnTo>
                <a:lnTo>
                  <a:pt x="7762" y="11704"/>
                </a:lnTo>
                <a:lnTo>
                  <a:pt x="7762" y="11704"/>
                </a:lnTo>
                <a:lnTo>
                  <a:pt x="7811" y="11558"/>
                </a:lnTo>
                <a:lnTo>
                  <a:pt x="7835" y="11388"/>
                </a:lnTo>
                <a:lnTo>
                  <a:pt x="7884" y="11071"/>
                </a:lnTo>
                <a:lnTo>
                  <a:pt x="7981" y="10268"/>
                </a:lnTo>
                <a:lnTo>
                  <a:pt x="7957" y="10244"/>
                </a:lnTo>
                <a:lnTo>
                  <a:pt x="7933" y="10244"/>
                </a:lnTo>
                <a:lnTo>
                  <a:pt x="7908" y="10268"/>
                </a:lnTo>
                <a:lnTo>
                  <a:pt x="7738" y="11023"/>
                </a:lnTo>
                <a:lnTo>
                  <a:pt x="7665" y="11388"/>
                </a:lnTo>
                <a:lnTo>
                  <a:pt x="7641" y="11558"/>
                </a:lnTo>
                <a:lnTo>
                  <a:pt x="7665" y="11728"/>
                </a:lnTo>
                <a:lnTo>
                  <a:pt x="7665" y="11753"/>
                </a:lnTo>
                <a:lnTo>
                  <a:pt x="7178" y="12069"/>
                </a:lnTo>
                <a:lnTo>
                  <a:pt x="7227" y="11753"/>
                </a:lnTo>
                <a:lnTo>
                  <a:pt x="7227" y="11436"/>
                </a:lnTo>
                <a:lnTo>
                  <a:pt x="7203" y="10804"/>
                </a:lnTo>
                <a:lnTo>
                  <a:pt x="7203" y="10779"/>
                </a:lnTo>
                <a:lnTo>
                  <a:pt x="7178" y="10779"/>
                </a:lnTo>
                <a:lnTo>
                  <a:pt x="7154" y="10804"/>
                </a:lnTo>
                <a:lnTo>
                  <a:pt x="7105" y="11461"/>
                </a:lnTo>
                <a:lnTo>
                  <a:pt x="7081" y="11777"/>
                </a:lnTo>
                <a:lnTo>
                  <a:pt x="7105" y="12118"/>
                </a:lnTo>
                <a:lnTo>
                  <a:pt x="6886" y="12239"/>
                </a:lnTo>
                <a:lnTo>
                  <a:pt x="6667" y="12385"/>
                </a:lnTo>
                <a:lnTo>
                  <a:pt x="6692" y="12191"/>
                </a:lnTo>
                <a:lnTo>
                  <a:pt x="6716" y="11728"/>
                </a:lnTo>
                <a:lnTo>
                  <a:pt x="6716" y="11290"/>
                </a:lnTo>
                <a:lnTo>
                  <a:pt x="6692" y="11266"/>
                </a:lnTo>
                <a:lnTo>
                  <a:pt x="6667" y="11242"/>
                </a:lnTo>
                <a:lnTo>
                  <a:pt x="6643" y="11242"/>
                </a:lnTo>
                <a:lnTo>
                  <a:pt x="6619" y="11266"/>
                </a:lnTo>
                <a:lnTo>
                  <a:pt x="6546" y="11655"/>
                </a:lnTo>
                <a:lnTo>
                  <a:pt x="6497" y="12045"/>
                </a:lnTo>
                <a:lnTo>
                  <a:pt x="6448" y="12337"/>
                </a:lnTo>
                <a:lnTo>
                  <a:pt x="6424" y="12458"/>
                </a:lnTo>
                <a:lnTo>
                  <a:pt x="6424" y="12604"/>
                </a:lnTo>
                <a:lnTo>
                  <a:pt x="6375" y="12580"/>
                </a:lnTo>
                <a:lnTo>
                  <a:pt x="6302" y="12580"/>
                </a:lnTo>
                <a:lnTo>
                  <a:pt x="6254" y="12604"/>
                </a:lnTo>
                <a:lnTo>
                  <a:pt x="6229" y="12677"/>
                </a:lnTo>
                <a:lnTo>
                  <a:pt x="6181" y="12848"/>
                </a:lnTo>
                <a:lnTo>
                  <a:pt x="6181" y="12994"/>
                </a:lnTo>
                <a:lnTo>
                  <a:pt x="6205" y="13140"/>
                </a:lnTo>
                <a:lnTo>
                  <a:pt x="6229" y="13310"/>
                </a:lnTo>
                <a:lnTo>
                  <a:pt x="6473" y="14429"/>
                </a:lnTo>
                <a:lnTo>
                  <a:pt x="6692" y="15549"/>
                </a:lnTo>
                <a:lnTo>
                  <a:pt x="6740" y="15914"/>
                </a:lnTo>
                <a:lnTo>
                  <a:pt x="6765" y="16108"/>
                </a:lnTo>
                <a:lnTo>
                  <a:pt x="6838" y="16303"/>
                </a:lnTo>
                <a:lnTo>
                  <a:pt x="6716" y="16352"/>
                </a:lnTo>
                <a:lnTo>
                  <a:pt x="6594" y="16449"/>
                </a:lnTo>
                <a:lnTo>
                  <a:pt x="6351" y="16619"/>
                </a:lnTo>
                <a:lnTo>
                  <a:pt x="6132" y="16084"/>
                </a:lnTo>
                <a:lnTo>
                  <a:pt x="5889" y="15549"/>
                </a:lnTo>
                <a:lnTo>
                  <a:pt x="5353" y="14502"/>
                </a:lnTo>
                <a:lnTo>
                  <a:pt x="5110" y="14040"/>
                </a:lnTo>
                <a:lnTo>
                  <a:pt x="4867" y="13602"/>
                </a:lnTo>
                <a:lnTo>
                  <a:pt x="4721" y="13383"/>
                </a:lnTo>
                <a:lnTo>
                  <a:pt x="4550" y="13188"/>
                </a:lnTo>
                <a:lnTo>
                  <a:pt x="4380" y="12994"/>
                </a:lnTo>
                <a:lnTo>
                  <a:pt x="4185" y="12799"/>
                </a:lnTo>
                <a:lnTo>
                  <a:pt x="4015" y="12653"/>
                </a:lnTo>
                <a:lnTo>
                  <a:pt x="3820" y="12531"/>
                </a:lnTo>
                <a:lnTo>
                  <a:pt x="3431" y="12312"/>
                </a:lnTo>
                <a:lnTo>
                  <a:pt x="3017" y="12118"/>
                </a:lnTo>
                <a:lnTo>
                  <a:pt x="2579" y="11923"/>
                </a:lnTo>
                <a:lnTo>
                  <a:pt x="2093" y="11777"/>
                </a:lnTo>
                <a:lnTo>
                  <a:pt x="1606" y="11607"/>
                </a:lnTo>
                <a:lnTo>
                  <a:pt x="1168" y="11412"/>
                </a:lnTo>
                <a:lnTo>
                  <a:pt x="730" y="11217"/>
                </a:lnTo>
                <a:lnTo>
                  <a:pt x="779" y="11144"/>
                </a:lnTo>
                <a:lnTo>
                  <a:pt x="901" y="10974"/>
                </a:lnTo>
                <a:lnTo>
                  <a:pt x="1047" y="10804"/>
                </a:lnTo>
                <a:lnTo>
                  <a:pt x="1120" y="10828"/>
                </a:lnTo>
                <a:lnTo>
                  <a:pt x="1582" y="10877"/>
                </a:lnTo>
                <a:lnTo>
                  <a:pt x="2068" y="10925"/>
                </a:lnTo>
                <a:lnTo>
                  <a:pt x="2531" y="10950"/>
                </a:lnTo>
                <a:lnTo>
                  <a:pt x="2993" y="11023"/>
                </a:lnTo>
                <a:lnTo>
                  <a:pt x="3431" y="11120"/>
                </a:lnTo>
                <a:lnTo>
                  <a:pt x="3845" y="11242"/>
                </a:lnTo>
                <a:lnTo>
                  <a:pt x="4258" y="11363"/>
                </a:lnTo>
                <a:lnTo>
                  <a:pt x="4696" y="11485"/>
                </a:lnTo>
                <a:lnTo>
                  <a:pt x="4769" y="11485"/>
                </a:lnTo>
                <a:lnTo>
                  <a:pt x="4842" y="11461"/>
                </a:lnTo>
                <a:lnTo>
                  <a:pt x="4915" y="11412"/>
                </a:lnTo>
                <a:lnTo>
                  <a:pt x="4940" y="11339"/>
                </a:lnTo>
                <a:lnTo>
                  <a:pt x="4964" y="11290"/>
                </a:lnTo>
                <a:lnTo>
                  <a:pt x="4964" y="11217"/>
                </a:lnTo>
                <a:lnTo>
                  <a:pt x="4915" y="11144"/>
                </a:lnTo>
                <a:lnTo>
                  <a:pt x="4867" y="11096"/>
                </a:lnTo>
                <a:lnTo>
                  <a:pt x="4794" y="11071"/>
                </a:lnTo>
                <a:lnTo>
                  <a:pt x="4891" y="10974"/>
                </a:lnTo>
                <a:lnTo>
                  <a:pt x="4988" y="10852"/>
                </a:lnTo>
                <a:lnTo>
                  <a:pt x="5134" y="10609"/>
                </a:lnTo>
                <a:lnTo>
                  <a:pt x="6059" y="9393"/>
                </a:lnTo>
                <a:lnTo>
                  <a:pt x="7081" y="8079"/>
                </a:lnTo>
                <a:lnTo>
                  <a:pt x="7519" y="7543"/>
                </a:lnTo>
                <a:lnTo>
                  <a:pt x="7738" y="7276"/>
                </a:lnTo>
                <a:lnTo>
                  <a:pt x="7811" y="7130"/>
                </a:lnTo>
                <a:lnTo>
                  <a:pt x="7884" y="6959"/>
                </a:lnTo>
                <a:lnTo>
                  <a:pt x="7908" y="6959"/>
                </a:lnTo>
                <a:lnTo>
                  <a:pt x="7981" y="6935"/>
                </a:lnTo>
                <a:lnTo>
                  <a:pt x="8030" y="6911"/>
                </a:lnTo>
                <a:lnTo>
                  <a:pt x="8103" y="6886"/>
                </a:lnTo>
                <a:lnTo>
                  <a:pt x="8152" y="6813"/>
                </a:lnTo>
                <a:lnTo>
                  <a:pt x="8176" y="6740"/>
                </a:lnTo>
                <a:lnTo>
                  <a:pt x="8176" y="6667"/>
                </a:lnTo>
                <a:lnTo>
                  <a:pt x="8176" y="6594"/>
                </a:lnTo>
                <a:lnTo>
                  <a:pt x="8127" y="6546"/>
                </a:lnTo>
                <a:lnTo>
                  <a:pt x="8298" y="6327"/>
                </a:lnTo>
                <a:lnTo>
                  <a:pt x="8419" y="6181"/>
                </a:lnTo>
                <a:lnTo>
                  <a:pt x="8541" y="6035"/>
                </a:lnTo>
                <a:lnTo>
                  <a:pt x="8590" y="5962"/>
                </a:lnTo>
                <a:lnTo>
                  <a:pt x="8638" y="5889"/>
                </a:lnTo>
                <a:lnTo>
                  <a:pt x="8638" y="5791"/>
                </a:lnTo>
                <a:lnTo>
                  <a:pt x="8638" y="5718"/>
                </a:lnTo>
                <a:lnTo>
                  <a:pt x="8614" y="5718"/>
                </a:lnTo>
                <a:lnTo>
                  <a:pt x="8541" y="5694"/>
                </a:lnTo>
                <a:lnTo>
                  <a:pt x="8468" y="5718"/>
                </a:lnTo>
                <a:lnTo>
                  <a:pt x="8395" y="5767"/>
                </a:lnTo>
                <a:lnTo>
                  <a:pt x="8322" y="5840"/>
                </a:lnTo>
                <a:lnTo>
                  <a:pt x="8200" y="5962"/>
                </a:lnTo>
                <a:lnTo>
                  <a:pt x="8079" y="6083"/>
                </a:lnTo>
                <a:lnTo>
                  <a:pt x="7811" y="6375"/>
                </a:lnTo>
                <a:lnTo>
                  <a:pt x="6838" y="5913"/>
                </a:lnTo>
                <a:lnTo>
                  <a:pt x="5864" y="5426"/>
                </a:lnTo>
                <a:lnTo>
                  <a:pt x="6010" y="5280"/>
                </a:lnTo>
                <a:lnTo>
                  <a:pt x="6132" y="5110"/>
                </a:lnTo>
                <a:lnTo>
                  <a:pt x="6327" y="4842"/>
                </a:lnTo>
                <a:lnTo>
                  <a:pt x="6400" y="4721"/>
                </a:lnTo>
                <a:lnTo>
                  <a:pt x="6473" y="4575"/>
                </a:lnTo>
                <a:lnTo>
                  <a:pt x="6911" y="4818"/>
                </a:lnTo>
                <a:lnTo>
                  <a:pt x="7689" y="5280"/>
                </a:lnTo>
                <a:lnTo>
                  <a:pt x="7884" y="5402"/>
                </a:lnTo>
                <a:lnTo>
                  <a:pt x="8103" y="5475"/>
                </a:lnTo>
                <a:lnTo>
                  <a:pt x="8298" y="5572"/>
                </a:lnTo>
                <a:lnTo>
                  <a:pt x="8517" y="5621"/>
                </a:lnTo>
                <a:lnTo>
                  <a:pt x="8590" y="5597"/>
                </a:lnTo>
                <a:lnTo>
                  <a:pt x="8638" y="5572"/>
                </a:lnTo>
                <a:lnTo>
                  <a:pt x="8638" y="5499"/>
                </a:lnTo>
                <a:lnTo>
                  <a:pt x="8614" y="5426"/>
                </a:lnTo>
                <a:lnTo>
                  <a:pt x="8468" y="5305"/>
                </a:lnTo>
                <a:lnTo>
                  <a:pt x="8322" y="5183"/>
                </a:lnTo>
                <a:lnTo>
                  <a:pt x="7981" y="4964"/>
                </a:lnTo>
                <a:lnTo>
                  <a:pt x="7276" y="4599"/>
                </a:lnTo>
                <a:lnTo>
                  <a:pt x="5572" y="3674"/>
                </a:lnTo>
                <a:lnTo>
                  <a:pt x="4721" y="3236"/>
                </a:lnTo>
                <a:lnTo>
                  <a:pt x="3845" y="2798"/>
                </a:lnTo>
                <a:lnTo>
                  <a:pt x="3236" y="2433"/>
                </a:lnTo>
                <a:lnTo>
                  <a:pt x="2920" y="2263"/>
                </a:lnTo>
                <a:lnTo>
                  <a:pt x="2579" y="2117"/>
                </a:lnTo>
                <a:lnTo>
                  <a:pt x="2896" y="1850"/>
                </a:lnTo>
                <a:lnTo>
                  <a:pt x="3090" y="1704"/>
                </a:lnTo>
                <a:lnTo>
                  <a:pt x="3139" y="1606"/>
                </a:lnTo>
                <a:lnTo>
                  <a:pt x="3188" y="1509"/>
                </a:lnTo>
                <a:lnTo>
                  <a:pt x="3358" y="1606"/>
                </a:lnTo>
                <a:lnTo>
                  <a:pt x="3528" y="1704"/>
                </a:lnTo>
                <a:lnTo>
                  <a:pt x="3869" y="1874"/>
                </a:lnTo>
                <a:lnTo>
                  <a:pt x="4234" y="1996"/>
                </a:lnTo>
                <a:lnTo>
                  <a:pt x="4623" y="2117"/>
                </a:lnTo>
                <a:lnTo>
                  <a:pt x="5718" y="2433"/>
                </a:lnTo>
                <a:lnTo>
                  <a:pt x="6813" y="2750"/>
                </a:lnTo>
                <a:lnTo>
                  <a:pt x="8906" y="3334"/>
                </a:lnTo>
                <a:lnTo>
                  <a:pt x="9952" y="3601"/>
                </a:lnTo>
                <a:lnTo>
                  <a:pt x="11023" y="3820"/>
                </a:lnTo>
                <a:lnTo>
                  <a:pt x="11071" y="3845"/>
                </a:lnTo>
                <a:lnTo>
                  <a:pt x="11120" y="3869"/>
                </a:lnTo>
                <a:lnTo>
                  <a:pt x="11193" y="3845"/>
                </a:lnTo>
                <a:lnTo>
                  <a:pt x="11242" y="3820"/>
                </a:lnTo>
                <a:lnTo>
                  <a:pt x="11509" y="3553"/>
                </a:lnTo>
                <a:lnTo>
                  <a:pt x="11753" y="3236"/>
                </a:lnTo>
                <a:lnTo>
                  <a:pt x="11972" y="2920"/>
                </a:lnTo>
                <a:lnTo>
                  <a:pt x="12215" y="2628"/>
                </a:lnTo>
                <a:lnTo>
                  <a:pt x="12507" y="2336"/>
                </a:lnTo>
                <a:lnTo>
                  <a:pt x="12799" y="2044"/>
                </a:lnTo>
                <a:lnTo>
                  <a:pt x="13115" y="1777"/>
                </a:lnTo>
                <a:lnTo>
                  <a:pt x="13432" y="1533"/>
                </a:lnTo>
                <a:lnTo>
                  <a:pt x="13797" y="1266"/>
                </a:lnTo>
                <a:lnTo>
                  <a:pt x="14186" y="1022"/>
                </a:lnTo>
                <a:lnTo>
                  <a:pt x="14624" y="779"/>
                </a:lnTo>
                <a:lnTo>
                  <a:pt x="14867" y="682"/>
                </a:lnTo>
                <a:lnTo>
                  <a:pt x="15086" y="584"/>
                </a:lnTo>
                <a:lnTo>
                  <a:pt x="15330" y="511"/>
                </a:lnTo>
                <a:lnTo>
                  <a:pt x="15549" y="463"/>
                </a:lnTo>
                <a:lnTo>
                  <a:pt x="15792" y="438"/>
                </a:lnTo>
                <a:close/>
                <a:moveTo>
                  <a:pt x="15987" y="0"/>
                </a:moveTo>
                <a:lnTo>
                  <a:pt x="15743" y="25"/>
                </a:lnTo>
                <a:lnTo>
                  <a:pt x="15500" y="49"/>
                </a:lnTo>
                <a:lnTo>
                  <a:pt x="15281" y="98"/>
                </a:lnTo>
                <a:lnTo>
                  <a:pt x="15038" y="171"/>
                </a:lnTo>
                <a:lnTo>
                  <a:pt x="14575" y="341"/>
                </a:lnTo>
                <a:lnTo>
                  <a:pt x="14137" y="560"/>
                </a:lnTo>
                <a:lnTo>
                  <a:pt x="13724" y="803"/>
                </a:lnTo>
                <a:lnTo>
                  <a:pt x="13286" y="1095"/>
                </a:lnTo>
                <a:lnTo>
                  <a:pt x="12896" y="1387"/>
                </a:lnTo>
                <a:lnTo>
                  <a:pt x="12483" y="1728"/>
                </a:lnTo>
                <a:lnTo>
                  <a:pt x="12118" y="2093"/>
                </a:lnTo>
                <a:lnTo>
                  <a:pt x="11850" y="2360"/>
                </a:lnTo>
                <a:lnTo>
                  <a:pt x="11582" y="2677"/>
                </a:lnTo>
                <a:lnTo>
                  <a:pt x="11315" y="2993"/>
                </a:lnTo>
                <a:lnTo>
                  <a:pt x="11193" y="3163"/>
                </a:lnTo>
                <a:lnTo>
                  <a:pt x="11096" y="3358"/>
                </a:lnTo>
                <a:lnTo>
                  <a:pt x="10122" y="3066"/>
                </a:lnTo>
                <a:lnTo>
                  <a:pt x="9125" y="2798"/>
                </a:lnTo>
                <a:lnTo>
                  <a:pt x="8127" y="2555"/>
                </a:lnTo>
                <a:lnTo>
                  <a:pt x="7130" y="2287"/>
                </a:lnTo>
                <a:lnTo>
                  <a:pt x="5134" y="1704"/>
                </a:lnTo>
                <a:lnTo>
                  <a:pt x="4623" y="1558"/>
                </a:lnTo>
                <a:lnTo>
                  <a:pt x="4137" y="1412"/>
                </a:lnTo>
                <a:lnTo>
                  <a:pt x="3893" y="1363"/>
                </a:lnTo>
                <a:lnTo>
                  <a:pt x="3626" y="1314"/>
                </a:lnTo>
                <a:lnTo>
                  <a:pt x="3382" y="1290"/>
                </a:lnTo>
                <a:lnTo>
                  <a:pt x="3115" y="1314"/>
                </a:lnTo>
                <a:lnTo>
                  <a:pt x="3066" y="1290"/>
                </a:lnTo>
                <a:lnTo>
                  <a:pt x="2993" y="1266"/>
                </a:lnTo>
                <a:lnTo>
                  <a:pt x="2920" y="1266"/>
                </a:lnTo>
                <a:lnTo>
                  <a:pt x="2774" y="1314"/>
                </a:lnTo>
                <a:lnTo>
                  <a:pt x="2677" y="1387"/>
                </a:lnTo>
                <a:lnTo>
                  <a:pt x="2555" y="1485"/>
                </a:lnTo>
                <a:lnTo>
                  <a:pt x="2287" y="1728"/>
                </a:lnTo>
                <a:lnTo>
                  <a:pt x="2044" y="1971"/>
                </a:lnTo>
                <a:lnTo>
                  <a:pt x="1825" y="2239"/>
                </a:lnTo>
                <a:lnTo>
                  <a:pt x="1704" y="2433"/>
                </a:lnTo>
                <a:lnTo>
                  <a:pt x="1606" y="2628"/>
                </a:lnTo>
                <a:lnTo>
                  <a:pt x="1582" y="2652"/>
                </a:lnTo>
                <a:lnTo>
                  <a:pt x="1558" y="2701"/>
                </a:lnTo>
                <a:lnTo>
                  <a:pt x="1558" y="2750"/>
                </a:lnTo>
                <a:lnTo>
                  <a:pt x="1582" y="2823"/>
                </a:lnTo>
                <a:lnTo>
                  <a:pt x="1704" y="2993"/>
                </a:lnTo>
                <a:lnTo>
                  <a:pt x="1850" y="3188"/>
                </a:lnTo>
                <a:lnTo>
                  <a:pt x="1995" y="3358"/>
                </a:lnTo>
                <a:lnTo>
                  <a:pt x="2166" y="3528"/>
                </a:lnTo>
                <a:lnTo>
                  <a:pt x="2531" y="3820"/>
                </a:lnTo>
                <a:lnTo>
                  <a:pt x="2896" y="4112"/>
                </a:lnTo>
                <a:lnTo>
                  <a:pt x="3261" y="4404"/>
                </a:lnTo>
                <a:lnTo>
                  <a:pt x="3650" y="4672"/>
                </a:lnTo>
                <a:lnTo>
                  <a:pt x="4429" y="5207"/>
                </a:lnTo>
                <a:lnTo>
                  <a:pt x="5159" y="5645"/>
                </a:lnTo>
                <a:lnTo>
                  <a:pt x="5913" y="6083"/>
                </a:lnTo>
                <a:lnTo>
                  <a:pt x="6692" y="6448"/>
                </a:lnTo>
                <a:lnTo>
                  <a:pt x="7470" y="6789"/>
                </a:lnTo>
                <a:lnTo>
                  <a:pt x="7470" y="6813"/>
                </a:lnTo>
                <a:lnTo>
                  <a:pt x="7446" y="6862"/>
                </a:lnTo>
                <a:lnTo>
                  <a:pt x="7446" y="6911"/>
                </a:lnTo>
                <a:lnTo>
                  <a:pt x="7251" y="7105"/>
                </a:lnTo>
                <a:lnTo>
                  <a:pt x="7081" y="7324"/>
                </a:lnTo>
                <a:lnTo>
                  <a:pt x="6740" y="7762"/>
                </a:lnTo>
                <a:lnTo>
                  <a:pt x="5913" y="8857"/>
                </a:lnTo>
                <a:lnTo>
                  <a:pt x="4988" y="10074"/>
                </a:lnTo>
                <a:lnTo>
                  <a:pt x="4672" y="10463"/>
                </a:lnTo>
                <a:lnTo>
                  <a:pt x="4526" y="10682"/>
                </a:lnTo>
                <a:lnTo>
                  <a:pt x="4477" y="10779"/>
                </a:lnTo>
                <a:lnTo>
                  <a:pt x="4453" y="10901"/>
                </a:lnTo>
                <a:lnTo>
                  <a:pt x="4088" y="10779"/>
                </a:lnTo>
                <a:lnTo>
                  <a:pt x="3699" y="10682"/>
                </a:lnTo>
                <a:lnTo>
                  <a:pt x="2944" y="10536"/>
                </a:lnTo>
                <a:lnTo>
                  <a:pt x="2506" y="10463"/>
                </a:lnTo>
                <a:lnTo>
                  <a:pt x="2044" y="10439"/>
                </a:lnTo>
                <a:lnTo>
                  <a:pt x="1582" y="10414"/>
                </a:lnTo>
                <a:lnTo>
                  <a:pt x="1144" y="10439"/>
                </a:lnTo>
                <a:lnTo>
                  <a:pt x="1095" y="10414"/>
                </a:lnTo>
                <a:lnTo>
                  <a:pt x="1047" y="10414"/>
                </a:lnTo>
                <a:lnTo>
                  <a:pt x="949" y="10439"/>
                </a:lnTo>
                <a:lnTo>
                  <a:pt x="876" y="10463"/>
                </a:lnTo>
                <a:lnTo>
                  <a:pt x="682" y="10560"/>
                </a:lnTo>
                <a:lnTo>
                  <a:pt x="536" y="10706"/>
                </a:lnTo>
                <a:lnTo>
                  <a:pt x="390" y="10901"/>
                </a:lnTo>
                <a:lnTo>
                  <a:pt x="268" y="11096"/>
                </a:lnTo>
                <a:lnTo>
                  <a:pt x="171" y="11290"/>
                </a:lnTo>
                <a:lnTo>
                  <a:pt x="73" y="11485"/>
                </a:lnTo>
                <a:lnTo>
                  <a:pt x="25" y="11655"/>
                </a:lnTo>
                <a:lnTo>
                  <a:pt x="0" y="11728"/>
                </a:lnTo>
                <a:lnTo>
                  <a:pt x="0" y="11777"/>
                </a:lnTo>
                <a:lnTo>
                  <a:pt x="25" y="11850"/>
                </a:lnTo>
                <a:lnTo>
                  <a:pt x="73" y="11874"/>
                </a:lnTo>
                <a:lnTo>
                  <a:pt x="146" y="11947"/>
                </a:lnTo>
                <a:lnTo>
                  <a:pt x="268" y="11947"/>
                </a:lnTo>
                <a:lnTo>
                  <a:pt x="414" y="12069"/>
                </a:lnTo>
                <a:lnTo>
                  <a:pt x="584" y="12166"/>
                </a:lnTo>
                <a:lnTo>
                  <a:pt x="949" y="12361"/>
                </a:lnTo>
                <a:lnTo>
                  <a:pt x="1509" y="12653"/>
                </a:lnTo>
                <a:lnTo>
                  <a:pt x="2093" y="12921"/>
                </a:lnTo>
                <a:lnTo>
                  <a:pt x="2604" y="13188"/>
                </a:lnTo>
                <a:lnTo>
                  <a:pt x="3115" y="13480"/>
                </a:lnTo>
                <a:lnTo>
                  <a:pt x="3309" y="13578"/>
                </a:lnTo>
                <a:lnTo>
                  <a:pt x="3455" y="13724"/>
                </a:lnTo>
                <a:lnTo>
                  <a:pt x="3650" y="13821"/>
                </a:lnTo>
                <a:lnTo>
                  <a:pt x="3747" y="13845"/>
                </a:lnTo>
                <a:lnTo>
                  <a:pt x="3845" y="13870"/>
                </a:lnTo>
                <a:lnTo>
                  <a:pt x="3845" y="13967"/>
                </a:lnTo>
                <a:lnTo>
                  <a:pt x="3869" y="14089"/>
                </a:lnTo>
                <a:lnTo>
                  <a:pt x="3942" y="14186"/>
                </a:lnTo>
                <a:lnTo>
                  <a:pt x="4015" y="14283"/>
                </a:lnTo>
                <a:lnTo>
                  <a:pt x="4112" y="14381"/>
                </a:lnTo>
                <a:lnTo>
                  <a:pt x="4185" y="14527"/>
                </a:lnTo>
                <a:lnTo>
                  <a:pt x="4307" y="14819"/>
                </a:lnTo>
                <a:lnTo>
                  <a:pt x="4429" y="15135"/>
                </a:lnTo>
                <a:lnTo>
                  <a:pt x="4526" y="15427"/>
                </a:lnTo>
                <a:lnTo>
                  <a:pt x="4818" y="15938"/>
                </a:lnTo>
                <a:lnTo>
                  <a:pt x="5110" y="16449"/>
                </a:lnTo>
                <a:lnTo>
                  <a:pt x="5378" y="16887"/>
                </a:lnTo>
                <a:lnTo>
                  <a:pt x="5548" y="17082"/>
                </a:lnTo>
                <a:lnTo>
                  <a:pt x="5645" y="17179"/>
                </a:lnTo>
                <a:lnTo>
                  <a:pt x="5743" y="17252"/>
                </a:lnTo>
                <a:lnTo>
                  <a:pt x="5743" y="17325"/>
                </a:lnTo>
                <a:lnTo>
                  <a:pt x="5767" y="17349"/>
                </a:lnTo>
                <a:lnTo>
                  <a:pt x="5864" y="17374"/>
                </a:lnTo>
                <a:lnTo>
                  <a:pt x="5937" y="17374"/>
                </a:lnTo>
                <a:lnTo>
                  <a:pt x="6010" y="17349"/>
                </a:lnTo>
                <a:lnTo>
                  <a:pt x="6108" y="17301"/>
                </a:lnTo>
                <a:lnTo>
                  <a:pt x="6254" y="17228"/>
                </a:lnTo>
                <a:lnTo>
                  <a:pt x="6400" y="17106"/>
                </a:lnTo>
                <a:lnTo>
                  <a:pt x="6789" y="16863"/>
                </a:lnTo>
                <a:lnTo>
                  <a:pt x="6984" y="16741"/>
                </a:lnTo>
                <a:lnTo>
                  <a:pt x="7057" y="16644"/>
                </a:lnTo>
                <a:lnTo>
                  <a:pt x="7130" y="16571"/>
                </a:lnTo>
                <a:lnTo>
                  <a:pt x="7203" y="16522"/>
                </a:lnTo>
                <a:lnTo>
                  <a:pt x="7251" y="16449"/>
                </a:lnTo>
                <a:lnTo>
                  <a:pt x="7276" y="16230"/>
                </a:lnTo>
                <a:lnTo>
                  <a:pt x="7276" y="16011"/>
                </a:lnTo>
                <a:lnTo>
                  <a:pt x="7203" y="15597"/>
                </a:lnTo>
                <a:lnTo>
                  <a:pt x="7008" y="14478"/>
                </a:lnTo>
                <a:lnTo>
                  <a:pt x="6886" y="13918"/>
                </a:lnTo>
                <a:lnTo>
                  <a:pt x="6765" y="13359"/>
                </a:lnTo>
                <a:lnTo>
                  <a:pt x="6692" y="13091"/>
                </a:lnTo>
                <a:lnTo>
                  <a:pt x="6667" y="12969"/>
                </a:lnTo>
                <a:lnTo>
                  <a:pt x="6594" y="12848"/>
                </a:lnTo>
                <a:lnTo>
                  <a:pt x="6813" y="12799"/>
                </a:lnTo>
                <a:lnTo>
                  <a:pt x="6984" y="12702"/>
                </a:lnTo>
                <a:lnTo>
                  <a:pt x="7373" y="12483"/>
                </a:lnTo>
                <a:lnTo>
                  <a:pt x="8614" y="11753"/>
                </a:lnTo>
                <a:lnTo>
                  <a:pt x="9149" y="11412"/>
                </a:lnTo>
                <a:lnTo>
                  <a:pt x="9660" y="11047"/>
                </a:lnTo>
                <a:lnTo>
                  <a:pt x="10171" y="10658"/>
                </a:lnTo>
                <a:lnTo>
                  <a:pt x="10414" y="10439"/>
                </a:lnTo>
                <a:lnTo>
                  <a:pt x="10633" y="10220"/>
                </a:lnTo>
                <a:lnTo>
                  <a:pt x="10755" y="10414"/>
                </a:lnTo>
                <a:lnTo>
                  <a:pt x="10877" y="10633"/>
                </a:lnTo>
                <a:lnTo>
                  <a:pt x="11120" y="10998"/>
                </a:lnTo>
                <a:lnTo>
                  <a:pt x="11655" y="11850"/>
                </a:lnTo>
                <a:lnTo>
                  <a:pt x="12191" y="12677"/>
                </a:lnTo>
                <a:lnTo>
                  <a:pt x="12750" y="13505"/>
                </a:lnTo>
                <a:lnTo>
                  <a:pt x="13286" y="14308"/>
                </a:lnTo>
                <a:lnTo>
                  <a:pt x="13870" y="15086"/>
                </a:lnTo>
                <a:lnTo>
                  <a:pt x="14478" y="15865"/>
                </a:lnTo>
                <a:lnTo>
                  <a:pt x="14551" y="15914"/>
                </a:lnTo>
                <a:lnTo>
                  <a:pt x="14624" y="15938"/>
                </a:lnTo>
                <a:lnTo>
                  <a:pt x="14721" y="15914"/>
                </a:lnTo>
                <a:lnTo>
                  <a:pt x="14794" y="15889"/>
                </a:lnTo>
                <a:lnTo>
                  <a:pt x="14867" y="15865"/>
                </a:lnTo>
                <a:lnTo>
                  <a:pt x="15086" y="15743"/>
                </a:lnTo>
                <a:lnTo>
                  <a:pt x="15281" y="15597"/>
                </a:lnTo>
                <a:lnTo>
                  <a:pt x="15646" y="15281"/>
                </a:lnTo>
                <a:lnTo>
                  <a:pt x="15841" y="15135"/>
                </a:lnTo>
                <a:lnTo>
                  <a:pt x="16011" y="14965"/>
                </a:lnTo>
                <a:lnTo>
                  <a:pt x="16157" y="14770"/>
                </a:lnTo>
                <a:lnTo>
                  <a:pt x="16254" y="14575"/>
                </a:lnTo>
                <a:lnTo>
                  <a:pt x="16279" y="14527"/>
                </a:lnTo>
                <a:lnTo>
                  <a:pt x="16327" y="14478"/>
                </a:lnTo>
                <a:lnTo>
                  <a:pt x="16352" y="14429"/>
                </a:lnTo>
                <a:lnTo>
                  <a:pt x="16352" y="14356"/>
                </a:lnTo>
                <a:lnTo>
                  <a:pt x="16352" y="14283"/>
                </a:lnTo>
                <a:lnTo>
                  <a:pt x="16084" y="13261"/>
                </a:lnTo>
                <a:lnTo>
                  <a:pt x="15768" y="12264"/>
                </a:lnTo>
                <a:lnTo>
                  <a:pt x="15111" y="10244"/>
                </a:lnTo>
                <a:lnTo>
                  <a:pt x="14478" y="8225"/>
                </a:lnTo>
                <a:lnTo>
                  <a:pt x="14113" y="7130"/>
                </a:lnTo>
                <a:lnTo>
                  <a:pt x="14016" y="6813"/>
                </a:lnTo>
                <a:lnTo>
                  <a:pt x="13943" y="6643"/>
                </a:lnTo>
                <a:lnTo>
                  <a:pt x="13870" y="6521"/>
                </a:lnTo>
                <a:lnTo>
                  <a:pt x="14186" y="6327"/>
                </a:lnTo>
                <a:lnTo>
                  <a:pt x="14478" y="6132"/>
                </a:lnTo>
                <a:lnTo>
                  <a:pt x="14794" y="5913"/>
                </a:lnTo>
                <a:lnTo>
                  <a:pt x="15062" y="5694"/>
                </a:lnTo>
                <a:lnTo>
                  <a:pt x="15330" y="5475"/>
                </a:lnTo>
                <a:lnTo>
                  <a:pt x="15597" y="5232"/>
                </a:lnTo>
                <a:lnTo>
                  <a:pt x="15865" y="4964"/>
                </a:lnTo>
                <a:lnTo>
                  <a:pt x="16108" y="4696"/>
                </a:lnTo>
                <a:lnTo>
                  <a:pt x="16157" y="4696"/>
                </a:lnTo>
                <a:lnTo>
                  <a:pt x="16181" y="4648"/>
                </a:lnTo>
                <a:lnTo>
                  <a:pt x="16181" y="4599"/>
                </a:lnTo>
                <a:lnTo>
                  <a:pt x="16449" y="4283"/>
                </a:lnTo>
                <a:lnTo>
                  <a:pt x="16692" y="3942"/>
                </a:lnTo>
                <a:lnTo>
                  <a:pt x="16911" y="3601"/>
                </a:lnTo>
                <a:lnTo>
                  <a:pt x="17130" y="3188"/>
                </a:lnTo>
                <a:lnTo>
                  <a:pt x="17325" y="2774"/>
                </a:lnTo>
                <a:lnTo>
                  <a:pt x="17422" y="2531"/>
                </a:lnTo>
                <a:lnTo>
                  <a:pt x="17495" y="2312"/>
                </a:lnTo>
                <a:lnTo>
                  <a:pt x="17544" y="2093"/>
                </a:lnTo>
                <a:lnTo>
                  <a:pt x="17568" y="1850"/>
                </a:lnTo>
                <a:lnTo>
                  <a:pt x="17593" y="1631"/>
                </a:lnTo>
                <a:lnTo>
                  <a:pt x="17568" y="1412"/>
                </a:lnTo>
                <a:lnTo>
                  <a:pt x="17544" y="1193"/>
                </a:lnTo>
                <a:lnTo>
                  <a:pt x="17471" y="998"/>
                </a:lnTo>
                <a:lnTo>
                  <a:pt x="17374" y="779"/>
                </a:lnTo>
                <a:lnTo>
                  <a:pt x="17228" y="609"/>
                </a:lnTo>
                <a:lnTo>
                  <a:pt x="17057" y="414"/>
                </a:lnTo>
                <a:lnTo>
                  <a:pt x="16863" y="268"/>
                </a:lnTo>
                <a:lnTo>
                  <a:pt x="16644" y="146"/>
                </a:lnTo>
                <a:lnTo>
                  <a:pt x="16425" y="73"/>
                </a:lnTo>
                <a:lnTo>
                  <a:pt x="16206" y="25"/>
                </a:lnTo>
                <a:lnTo>
                  <a:pt x="15987" y="0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24"/>
          <p:cNvSpPr/>
          <p:nvPr/>
        </p:nvSpPr>
        <p:spPr>
          <a:xfrm>
            <a:off x="1949139" y="2083193"/>
            <a:ext cx="374900" cy="211415"/>
          </a:xfrm>
          <a:custGeom>
            <a:rect b="b" l="l" r="r" t="t"/>
            <a:pathLst>
              <a:path extrusionOk="0" h="12240" w="21705">
                <a:moveTo>
                  <a:pt x="17544" y="4258"/>
                </a:moveTo>
                <a:lnTo>
                  <a:pt x="17811" y="4307"/>
                </a:lnTo>
                <a:lnTo>
                  <a:pt x="18055" y="4356"/>
                </a:lnTo>
                <a:lnTo>
                  <a:pt x="17957" y="4575"/>
                </a:lnTo>
                <a:lnTo>
                  <a:pt x="17860" y="4769"/>
                </a:lnTo>
                <a:lnTo>
                  <a:pt x="17714" y="5207"/>
                </a:lnTo>
                <a:lnTo>
                  <a:pt x="17617" y="5669"/>
                </a:lnTo>
                <a:lnTo>
                  <a:pt x="17495" y="6083"/>
                </a:lnTo>
                <a:lnTo>
                  <a:pt x="17373" y="6618"/>
                </a:lnTo>
                <a:lnTo>
                  <a:pt x="17276" y="7129"/>
                </a:lnTo>
                <a:lnTo>
                  <a:pt x="17130" y="7129"/>
                </a:lnTo>
                <a:lnTo>
                  <a:pt x="16570" y="5840"/>
                </a:lnTo>
                <a:lnTo>
                  <a:pt x="16011" y="4526"/>
                </a:lnTo>
                <a:lnTo>
                  <a:pt x="16278" y="4429"/>
                </a:lnTo>
                <a:lnTo>
                  <a:pt x="16522" y="4331"/>
                </a:lnTo>
                <a:lnTo>
                  <a:pt x="16789" y="4283"/>
                </a:lnTo>
                <a:lnTo>
                  <a:pt x="17033" y="4258"/>
                </a:lnTo>
                <a:close/>
                <a:moveTo>
                  <a:pt x="15451" y="4599"/>
                </a:moveTo>
                <a:lnTo>
                  <a:pt x="15962" y="5888"/>
                </a:lnTo>
                <a:lnTo>
                  <a:pt x="16497" y="7178"/>
                </a:lnTo>
                <a:lnTo>
                  <a:pt x="16205" y="6935"/>
                </a:lnTo>
                <a:lnTo>
                  <a:pt x="15938" y="6691"/>
                </a:lnTo>
                <a:lnTo>
                  <a:pt x="15597" y="6326"/>
                </a:lnTo>
                <a:lnTo>
                  <a:pt x="15281" y="5937"/>
                </a:lnTo>
                <a:lnTo>
                  <a:pt x="14940" y="5548"/>
                </a:lnTo>
                <a:lnTo>
                  <a:pt x="14745" y="5402"/>
                </a:lnTo>
                <a:lnTo>
                  <a:pt x="14551" y="5256"/>
                </a:lnTo>
                <a:lnTo>
                  <a:pt x="14770" y="5061"/>
                </a:lnTo>
                <a:lnTo>
                  <a:pt x="14989" y="4891"/>
                </a:lnTo>
                <a:lnTo>
                  <a:pt x="15208" y="4745"/>
                </a:lnTo>
                <a:lnTo>
                  <a:pt x="15451" y="4599"/>
                </a:lnTo>
                <a:close/>
                <a:moveTo>
                  <a:pt x="5012" y="4307"/>
                </a:moveTo>
                <a:lnTo>
                  <a:pt x="5353" y="4404"/>
                </a:lnTo>
                <a:lnTo>
                  <a:pt x="5669" y="4526"/>
                </a:lnTo>
                <a:lnTo>
                  <a:pt x="5986" y="4696"/>
                </a:lnTo>
                <a:lnTo>
                  <a:pt x="6302" y="4866"/>
                </a:lnTo>
                <a:lnTo>
                  <a:pt x="6059" y="5183"/>
                </a:lnTo>
                <a:lnTo>
                  <a:pt x="5304" y="6180"/>
                </a:lnTo>
                <a:lnTo>
                  <a:pt x="4550" y="7202"/>
                </a:lnTo>
                <a:lnTo>
                  <a:pt x="4501" y="7129"/>
                </a:lnTo>
                <a:lnTo>
                  <a:pt x="4453" y="7081"/>
                </a:lnTo>
                <a:lnTo>
                  <a:pt x="4599" y="6156"/>
                </a:lnTo>
                <a:lnTo>
                  <a:pt x="4793" y="5231"/>
                </a:lnTo>
                <a:lnTo>
                  <a:pt x="5012" y="4307"/>
                </a:lnTo>
                <a:close/>
                <a:moveTo>
                  <a:pt x="4234" y="4210"/>
                </a:moveTo>
                <a:lnTo>
                  <a:pt x="4720" y="4258"/>
                </a:lnTo>
                <a:lnTo>
                  <a:pt x="4477" y="5158"/>
                </a:lnTo>
                <a:lnTo>
                  <a:pt x="4282" y="6083"/>
                </a:lnTo>
                <a:lnTo>
                  <a:pt x="4185" y="6545"/>
                </a:lnTo>
                <a:lnTo>
                  <a:pt x="4112" y="7008"/>
                </a:lnTo>
                <a:lnTo>
                  <a:pt x="4088" y="7008"/>
                </a:lnTo>
                <a:lnTo>
                  <a:pt x="3991" y="6618"/>
                </a:lnTo>
                <a:lnTo>
                  <a:pt x="3869" y="6253"/>
                </a:lnTo>
                <a:lnTo>
                  <a:pt x="3747" y="5767"/>
                </a:lnTo>
                <a:lnTo>
                  <a:pt x="3577" y="5304"/>
                </a:lnTo>
                <a:lnTo>
                  <a:pt x="3358" y="4842"/>
                </a:lnTo>
                <a:lnTo>
                  <a:pt x="3139" y="4404"/>
                </a:lnTo>
                <a:lnTo>
                  <a:pt x="3090" y="4380"/>
                </a:lnTo>
                <a:lnTo>
                  <a:pt x="3066" y="4356"/>
                </a:lnTo>
                <a:lnTo>
                  <a:pt x="2993" y="4380"/>
                </a:lnTo>
                <a:lnTo>
                  <a:pt x="2944" y="4429"/>
                </a:lnTo>
                <a:lnTo>
                  <a:pt x="2920" y="4453"/>
                </a:lnTo>
                <a:lnTo>
                  <a:pt x="2920" y="4502"/>
                </a:lnTo>
                <a:lnTo>
                  <a:pt x="3261" y="5329"/>
                </a:lnTo>
                <a:lnTo>
                  <a:pt x="3407" y="5742"/>
                </a:lnTo>
                <a:lnTo>
                  <a:pt x="3553" y="6156"/>
                </a:lnTo>
                <a:lnTo>
                  <a:pt x="3674" y="6594"/>
                </a:lnTo>
                <a:lnTo>
                  <a:pt x="3796" y="7081"/>
                </a:lnTo>
                <a:lnTo>
                  <a:pt x="3601" y="7202"/>
                </a:lnTo>
                <a:lnTo>
                  <a:pt x="3431" y="7373"/>
                </a:lnTo>
                <a:lnTo>
                  <a:pt x="2944" y="7056"/>
                </a:lnTo>
                <a:lnTo>
                  <a:pt x="2701" y="6886"/>
                </a:lnTo>
                <a:lnTo>
                  <a:pt x="2482" y="6691"/>
                </a:lnTo>
                <a:lnTo>
                  <a:pt x="2190" y="6399"/>
                </a:lnTo>
                <a:lnTo>
                  <a:pt x="1922" y="6083"/>
                </a:lnTo>
                <a:lnTo>
                  <a:pt x="1630" y="5791"/>
                </a:lnTo>
                <a:lnTo>
                  <a:pt x="1484" y="5645"/>
                </a:lnTo>
                <a:lnTo>
                  <a:pt x="1314" y="5523"/>
                </a:lnTo>
                <a:lnTo>
                  <a:pt x="1484" y="5329"/>
                </a:lnTo>
                <a:lnTo>
                  <a:pt x="1655" y="5158"/>
                </a:lnTo>
                <a:lnTo>
                  <a:pt x="1849" y="4988"/>
                </a:lnTo>
                <a:lnTo>
                  <a:pt x="2044" y="4842"/>
                </a:lnTo>
                <a:lnTo>
                  <a:pt x="2239" y="4721"/>
                </a:lnTo>
                <a:lnTo>
                  <a:pt x="2433" y="4599"/>
                </a:lnTo>
                <a:lnTo>
                  <a:pt x="2652" y="4502"/>
                </a:lnTo>
                <a:lnTo>
                  <a:pt x="2871" y="4404"/>
                </a:lnTo>
                <a:lnTo>
                  <a:pt x="3090" y="4331"/>
                </a:lnTo>
                <a:lnTo>
                  <a:pt x="3309" y="4283"/>
                </a:lnTo>
                <a:lnTo>
                  <a:pt x="3553" y="4234"/>
                </a:lnTo>
                <a:lnTo>
                  <a:pt x="3772" y="4210"/>
                </a:lnTo>
                <a:close/>
                <a:moveTo>
                  <a:pt x="18152" y="4404"/>
                </a:moveTo>
                <a:lnTo>
                  <a:pt x="18395" y="4477"/>
                </a:lnTo>
                <a:lnTo>
                  <a:pt x="18639" y="4575"/>
                </a:lnTo>
                <a:lnTo>
                  <a:pt x="18858" y="4672"/>
                </a:lnTo>
                <a:lnTo>
                  <a:pt x="19077" y="4793"/>
                </a:lnTo>
                <a:lnTo>
                  <a:pt x="19515" y="5085"/>
                </a:lnTo>
                <a:lnTo>
                  <a:pt x="19904" y="5426"/>
                </a:lnTo>
                <a:lnTo>
                  <a:pt x="19588" y="5742"/>
                </a:lnTo>
                <a:lnTo>
                  <a:pt x="19247" y="6083"/>
                </a:lnTo>
                <a:lnTo>
                  <a:pt x="18931" y="6424"/>
                </a:lnTo>
                <a:lnTo>
                  <a:pt x="18614" y="6740"/>
                </a:lnTo>
                <a:lnTo>
                  <a:pt x="18201" y="7081"/>
                </a:lnTo>
                <a:lnTo>
                  <a:pt x="17787" y="7421"/>
                </a:lnTo>
                <a:lnTo>
                  <a:pt x="17665" y="7275"/>
                </a:lnTo>
                <a:lnTo>
                  <a:pt x="17495" y="7178"/>
                </a:lnTo>
                <a:lnTo>
                  <a:pt x="17592" y="6667"/>
                </a:lnTo>
                <a:lnTo>
                  <a:pt x="17690" y="6156"/>
                </a:lnTo>
                <a:lnTo>
                  <a:pt x="17811" y="5718"/>
                </a:lnTo>
                <a:lnTo>
                  <a:pt x="17933" y="5280"/>
                </a:lnTo>
                <a:lnTo>
                  <a:pt x="18055" y="4842"/>
                </a:lnTo>
                <a:lnTo>
                  <a:pt x="18152" y="4404"/>
                </a:lnTo>
                <a:close/>
                <a:moveTo>
                  <a:pt x="6691" y="5183"/>
                </a:moveTo>
                <a:lnTo>
                  <a:pt x="7056" y="5645"/>
                </a:lnTo>
                <a:lnTo>
                  <a:pt x="7227" y="5888"/>
                </a:lnTo>
                <a:lnTo>
                  <a:pt x="7373" y="6132"/>
                </a:lnTo>
                <a:lnTo>
                  <a:pt x="7227" y="6205"/>
                </a:lnTo>
                <a:lnTo>
                  <a:pt x="7056" y="6302"/>
                </a:lnTo>
                <a:lnTo>
                  <a:pt x="6764" y="6521"/>
                </a:lnTo>
                <a:lnTo>
                  <a:pt x="6326" y="6789"/>
                </a:lnTo>
                <a:lnTo>
                  <a:pt x="5864" y="7081"/>
                </a:lnTo>
                <a:lnTo>
                  <a:pt x="5621" y="7202"/>
                </a:lnTo>
                <a:lnTo>
                  <a:pt x="5377" y="7324"/>
                </a:lnTo>
                <a:lnTo>
                  <a:pt x="4891" y="7567"/>
                </a:lnTo>
                <a:lnTo>
                  <a:pt x="5645" y="6570"/>
                </a:lnTo>
                <a:lnTo>
                  <a:pt x="6375" y="5596"/>
                </a:lnTo>
                <a:lnTo>
                  <a:pt x="6691" y="5183"/>
                </a:lnTo>
                <a:close/>
                <a:moveTo>
                  <a:pt x="14526" y="5280"/>
                </a:moveTo>
                <a:lnTo>
                  <a:pt x="14599" y="5499"/>
                </a:lnTo>
                <a:lnTo>
                  <a:pt x="14721" y="5718"/>
                </a:lnTo>
                <a:lnTo>
                  <a:pt x="14867" y="5937"/>
                </a:lnTo>
                <a:lnTo>
                  <a:pt x="15037" y="6132"/>
                </a:lnTo>
                <a:lnTo>
                  <a:pt x="15402" y="6521"/>
                </a:lnTo>
                <a:lnTo>
                  <a:pt x="15743" y="6862"/>
                </a:lnTo>
                <a:lnTo>
                  <a:pt x="16084" y="7178"/>
                </a:lnTo>
                <a:lnTo>
                  <a:pt x="16424" y="7494"/>
                </a:lnTo>
                <a:lnTo>
                  <a:pt x="16327" y="7689"/>
                </a:lnTo>
                <a:lnTo>
                  <a:pt x="15719" y="7494"/>
                </a:lnTo>
                <a:lnTo>
                  <a:pt x="15402" y="7373"/>
                </a:lnTo>
                <a:lnTo>
                  <a:pt x="15110" y="7251"/>
                </a:lnTo>
                <a:lnTo>
                  <a:pt x="14745" y="7081"/>
                </a:lnTo>
                <a:lnTo>
                  <a:pt x="14380" y="6862"/>
                </a:lnTo>
                <a:lnTo>
                  <a:pt x="14015" y="6667"/>
                </a:lnTo>
                <a:lnTo>
                  <a:pt x="13821" y="6594"/>
                </a:lnTo>
                <a:lnTo>
                  <a:pt x="13626" y="6545"/>
                </a:lnTo>
                <a:lnTo>
                  <a:pt x="13796" y="6205"/>
                </a:lnTo>
                <a:lnTo>
                  <a:pt x="14015" y="5864"/>
                </a:lnTo>
                <a:lnTo>
                  <a:pt x="14259" y="5572"/>
                </a:lnTo>
                <a:lnTo>
                  <a:pt x="14526" y="5280"/>
                </a:lnTo>
                <a:close/>
                <a:moveTo>
                  <a:pt x="8395" y="3163"/>
                </a:moveTo>
                <a:lnTo>
                  <a:pt x="8735" y="3188"/>
                </a:lnTo>
                <a:lnTo>
                  <a:pt x="11461" y="3188"/>
                </a:lnTo>
                <a:lnTo>
                  <a:pt x="14332" y="3212"/>
                </a:lnTo>
                <a:lnTo>
                  <a:pt x="13407" y="4404"/>
                </a:lnTo>
                <a:lnTo>
                  <a:pt x="12434" y="5572"/>
                </a:lnTo>
                <a:lnTo>
                  <a:pt x="11363" y="6813"/>
                </a:lnTo>
                <a:lnTo>
                  <a:pt x="10925" y="7300"/>
                </a:lnTo>
                <a:lnTo>
                  <a:pt x="10706" y="7519"/>
                </a:lnTo>
                <a:lnTo>
                  <a:pt x="10512" y="7786"/>
                </a:lnTo>
                <a:lnTo>
                  <a:pt x="10098" y="6935"/>
                </a:lnTo>
                <a:lnTo>
                  <a:pt x="9684" y="6083"/>
                </a:lnTo>
                <a:lnTo>
                  <a:pt x="8930" y="4356"/>
                </a:lnTo>
                <a:lnTo>
                  <a:pt x="8395" y="3163"/>
                </a:lnTo>
                <a:close/>
                <a:moveTo>
                  <a:pt x="20171" y="5669"/>
                </a:moveTo>
                <a:lnTo>
                  <a:pt x="20366" y="5913"/>
                </a:lnTo>
                <a:lnTo>
                  <a:pt x="20561" y="6156"/>
                </a:lnTo>
                <a:lnTo>
                  <a:pt x="20755" y="6424"/>
                </a:lnTo>
                <a:lnTo>
                  <a:pt x="20901" y="6691"/>
                </a:lnTo>
                <a:lnTo>
                  <a:pt x="20999" y="6886"/>
                </a:lnTo>
                <a:lnTo>
                  <a:pt x="21096" y="7105"/>
                </a:lnTo>
                <a:lnTo>
                  <a:pt x="20658" y="7178"/>
                </a:lnTo>
                <a:lnTo>
                  <a:pt x="20244" y="7275"/>
                </a:lnTo>
                <a:lnTo>
                  <a:pt x="19393" y="7494"/>
                </a:lnTo>
                <a:lnTo>
                  <a:pt x="18687" y="7665"/>
                </a:lnTo>
                <a:lnTo>
                  <a:pt x="17982" y="7835"/>
                </a:lnTo>
                <a:lnTo>
                  <a:pt x="17957" y="7762"/>
                </a:lnTo>
                <a:lnTo>
                  <a:pt x="18420" y="7373"/>
                </a:lnTo>
                <a:lnTo>
                  <a:pt x="18858" y="6983"/>
                </a:lnTo>
                <a:lnTo>
                  <a:pt x="19198" y="6691"/>
                </a:lnTo>
                <a:lnTo>
                  <a:pt x="19539" y="6375"/>
                </a:lnTo>
                <a:lnTo>
                  <a:pt x="19880" y="6034"/>
                </a:lnTo>
                <a:lnTo>
                  <a:pt x="20171" y="5669"/>
                </a:lnTo>
                <a:close/>
                <a:moveTo>
                  <a:pt x="3942" y="7543"/>
                </a:moveTo>
                <a:lnTo>
                  <a:pt x="4015" y="7689"/>
                </a:lnTo>
                <a:lnTo>
                  <a:pt x="4088" y="7835"/>
                </a:lnTo>
                <a:lnTo>
                  <a:pt x="4088" y="7859"/>
                </a:lnTo>
                <a:lnTo>
                  <a:pt x="3820" y="7640"/>
                </a:lnTo>
                <a:lnTo>
                  <a:pt x="3942" y="7543"/>
                </a:lnTo>
                <a:close/>
                <a:moveTo>
                  <a:pt x="16741" y="7762"/>
                </a:moveTo>
                <a:lnTo>
                  <a:pt x="16765" y="7786"/>
                </a:lnTo>
                <a:lnTo>
                  <a:pt x="16814" y="7884"/>
                </a:lnTo>
                <a:lnTo>
                  <a:pt x="16692" y="7835"/>
                </a:lnTo>
                <a:lnTo>
                  <a:pt x="16741" y="7762"/>
                </a:lnTo>
                <a:close/>
                <a:moveTo>
                  <a:pt x="7957" y="3504"/>
                </a:moveTo>
                <a:lnTo>
                  <a:pt x="8297" y="4283"/>
                </a:lnTo>
                <a:lnTo>
                  <a:pt x="8711" y="5183"/>
                </a:lnTo>
                <a:lnTo>
                  <a:pt x="9125" y="6083"/>
                </a:lnTo>
                <a:lnTo>
                  <a:pt x="10001" y="7859"/>
                </a:lnTo>
                <a:lnTo>
                  <a:pt x="8443" y="7908"/>
                </a:lnTo>
                <a:lnTo>
                  <a:pt x="8443" y="7446"/>
                </a:lnTo>
                <a:lnTo>
                  <a:pt x="8395" y="6983"/>
                </a:lnTo>
                <a:lnTo>
                  <a:pt x="8297" y="6545"/>
                </a:lnTo>
                <a:lnTo>
                  <a:pt x="8151" y="6107"/>
                </a:lnTo>
                <a:lnTo>
                  <a:pt x="8054" y="5913"/>
                </a:lnTo>
                <a:lnTo>
                  <a:pt x="7957" y="5718"/>
                </a:lnTo>
                <a:lnTo>
                  <a:pt x="7835" y="5523"/>
                </a:lnTo>
                <a:lnTo>
                  <a:pt x="7689" y="5329"/>
                </a:lnTo>
                <a:lnTo>
                  <a:pt x="7567" y="5158"/>
                </a:lnTo>
                <a:lnTo>
                  <a:pt x="7397" y="5012"/>
                </a:lnTo>
                <a:lnTo>
                  <a:pt x="7227" y="4866"/>
                </a:lnTo>
                <a:lnTo>
                  <a:pt x="7056" y="4721"/>
                </a:lnTo>
                <a:lnTo>
                  <a:pt x="7324" y="4356"/>
                </a:lnTo>
                <a:lnTo>
                  <a:pt x="7665" y="3942"/>
                </a:lnTo>
                <a:lnTo>
                  <a:pt x="7835" y="3747"/>
                </a:lnTo>
                <a:lnTo>
                  <a:pt x="7957" y="3504"/>
                </a:lnTo>
                <a:close/>
                <a:moveTo>
                  <a:pt x="3699" y="7811"/>
                </a:moveTo>
                <a:lnTo>
                  <a:pt x="4063" y="7932"/>
                </a:lnTo>
                <a:lnTo>
                  <a:pt x="4063" y="7957"/>
                </a:lnTo>
                <a:lnTo>
                  <a:pt x="3869" y="7908"/>
                </a:lnTo>
                <a:lnTo>
                  <a:pt x="3650" y="7884"/>
                </a:lnTo>
                <a:lnTo>
                  <a:pt x="3699" y="7811"/>
                </a:lnTo>
                <a:close/>
                <a:moveTo>
                  <a:pt x="7543" y="6424"/>
                </a:moveTo>
                <a:lnTo>
                  <a:pt x="7640" y="6643"/>
                </a:lnTo>
                <a:lnTo>
                  <a:pt x="7713" y="6862"/>
                </a:lnTo>
                <a:lnTo>
                  <a:pt x="7786" y="7129"/>
                </a:lnTo>
                <a:lnTo>
                  <a:pt x="7835" y="7397"/>
                </a:lnTo>
                <a:lnTo>
                  <a:pt x="7884" y="7932"/>
                </a:lnTo>
                <a:lnTo>
                  <a:pt x="7300" y="7932"/>
                </a:lnTo>
                <a:lnTo>
                  <a:pt x="5742" y="7957"/>
                </a:lnTo>
                <a:lnTo>
                  <a:pt x="4988" y="7932"/>
                </a:lnTo>
                <a:lnTo>
                  <a:pt x="4988" y="7884"/>
                </a:lnTo>
                <a:lnTo>
                  <a:pt x="5256" y="7762"/>
                </a:lnTo>
                <a:lnTo>
                  <a:pt x="5523" y="7616"/>
                </a:lnTo>
                <a:lnTo>
                  <a:pt x="6034" y="7348"/>
                </a:lnTo>
                <a:lnTo>
                  <a:pt x="6399" y="7178"/>
                </a:lnTo>
                <a:lnTo>
                  <a:pt x="6813" y="6959"/>
                </a:lnTo>
                <a:lnTo>
                  <a:pt x="7202" y="6716"/>
                </a:lnTo>
                <a:lnTo>
                  <a:pt x="7373" y="6570"/>
                </a:lnTo>
                <a:lnTo>
                  <a:pt x="7543" y="6424"/>
                </a:lnTo>
                <a:close/>
                <a:moveTo>
                  <a:pt x="3845" y="8127"/>
                </a:moveTo>
                <a:lnTo>
                  <a:pt x="3674" y="8224"/>
                </a:lnTo>
                <a:lnTo>
                  <a:pt x="3650" y="8200"/>
                </a:lnTo>
                <a:lnTo>
                  <a:pt x="3845" y="8127"/>
                </a:lnTo>
                <a:close/>
                <a:moveTo>
                  <a:pt x="1144" y="5767"/>
                </a:moveTo>
                <a:lnTo>
                  <a:pt x="1338" y="5913"/>
                </a:lnTo>
                <a:lnTo>
                  <a:pt x="1509" y="6059"/>
                </a:lnTo>
                <a:lnTo>
                  <a:pt x="1849" y="6424"/>
                </a:lnTo>
                <a:lnTo>
                  <a:pt x="2166" y="6764"/>
                </a:lnTo>
                <a:lnTo>
                  <a:pt x="2336" y="6935"/>
                </a:lnTo>
                <a:lnTo>
                  <a:pt x="2506" y="7105"/>
                </a:lnTo>
                <a:lnTo>
                  <a:pt x="2871" y="7373"/>
                </a:lnTo>
                <a:lnTo>
                  <a:pt x="3261" y="7616"/>
                </a:lnTo>
                <a:lnTo>
                  <a:pt x="3188" y="7786"/>
                </a:lnTo>
                <a:lnTo>
                  <a:pt x="3163" y="7932"/>
                </a:lnTo>
                <a:lnTo>
                  <a:pt x="2725" y="8030"/>
                </a:lnTo>
                <a:lnTo>
                  <a:pt x="2312" y="8103"/>
                </a:lnTo>
                <a:lnTo>
                  <a:pt x="1411" y="8224"/>
                </a:lnTo>
                <a:lnTo>
                  <a:pt x="973" y="8273"/>
                </a:lnTo>
                <a:lnTo>
                  <a:pt x="535" y="8370"/>
                </a:lnTo>
                <a:lnTo>
                  <a:pt x="511" y="8030"/>
                </a:lnTo>
                <a:lnTo>
                  <a:pt x="535" y="7665"/>
                </a:lnTo>
                <a:lnTo>
                  <a:pt x="560" y="7324"/>
                </a:lnTo>
                <a:lnTo>
                  <a:pt x="633" y="7008"/>
                </a:lnTo>
                <a:lnTo>
                  <a:pt x="730" y="6667"/>
                </a:lnTo>
                <a:lnTo>
                  <a:pt x="852" y="6351"/>
                </a:lnTo>
                <a:lnTo>
                  <a:pt x="973" y="6034"/>
                </a:lnTo>
                <a:lnTo>
                  <a:pt x="1144" y="5767"/>
                </a:lnTo>
                <a:close/>
                <a:moveTo>
                  <a:pt x="4477" y="8273"/>
                </a:moveTo>
                <a:lnTo>
                  <a:pt x="4526" y="8322"/>
                </a:lnTo>
                <a:lnTo>
                  <a:pt x="4501" y="8370"/>
                </a:lnTo>
                <a:lnTo>
                  <a:pt x="4453" y="8273"/>
                </a:lnTo>
                <a:close/>
                <a:moveTo>
                  <a:pt x="3942" y="8176"/>
                </a:moveTo>
                <a:lnTo>
                  <a:pt x="3820" y="8395"/>
                </a:lnTo>
                <a:lnTo>
                  <a:pt x="3747" y="8346"/>
                </a:lnTo>
                <a:lnTo>
                  <a:pt x="3942" y="8176"/>
                </a:lnTo>
                <a:close/>
                <a:moveTo>
                  <a:pt x="4112" y="8151"/>
                </a:moveTo>
                <a:lnTo>
                  <a:pt x="4136" y="8176"/>
                </a:lnTo>
                <a:lnTo>
                  <a:pt x="4063" y="8492"/>
                </a:lnTo>
                <a:lnTo>
                  <a:pt x="4039" y="8492"/>
                </a:lnTo>
                <a:lnTo>
                  <a:pt x="4112" y="8151"/>
                </a:lnTo>
                <a:close/>
                <a:moveTo>
                  <a:pt x="4234" y="8224"/>
                </a:moveTo>
                <a:lnTo>
                  <a:pt x="4380" y="8249"/>
                </a:lnTo>
                <a:lnTo>
                  <a:pt x="4428" y="8443"/>
                </a:lnTo>
                <a:lnTo>
                  <a:pt x="4355" y="8468"/>
                </a:lnTo>
                <a:lnTo>
                  <a:pt x="4282" y="8492"/>
                </a:lnTo>
                <a:lnTo>
                  <a:pt x="4234" y="8224"/>
                </a:lnTo>
                <a:close/>
                <a:moveTo>
                  <a:pt x="17349" y="8370"/>
                </a:moveTo>
                <a:lnTo>
                  <a:pt x="17422" y="8395"/>
                </a:lnTo>
                <a:lnTo>
                  <a:pt x="17446" y="8443"/>
                </a:lnTo>
                <a:lnTo>
                  <a:pt x="17373" y="8492"/>
                </a:lnTo>
                <a:lnTo>
                  <a:pt x="17349" y="8370"/>
                </a:lnTo>
                <a:close/>
                <a:moveTo>
                  <a:pt x="16984" y="8273"/>
                </a:moveTo>
                <a:lnTo>
                  <a:pt x="17008" y="8322"/>
                </a:lnTo>
                <a:lnTo>
                  <a:pt x="16887" y="8516"/>
                </a:lnTo>
                <a:lnTo>
                  <a:pt x="16789" y="8443"/>
                </a:lnTo>
                <a:lnTo>
                  <a:pt x="16984" y="8273"/>
                </a:lnTo>
                <a:close/>
                <a:moveTo>
                  <a:pt x="13577" y="6667"/>
                </a:moveTo>
                <a:lnTo>
                  <a:pt x="13699" y="6813"/>
                </a:lnTo>
                <a:lnTo>
                  <a:pt x="13845" y="6935"/>
                </a:lnTo>
                <a:lnTo>
                  <a:pt x="14015" y="7056"/>
                </a:lnTo>
                <a:lnTo>
                  <a:pt x="14210" y="7178"/>
                </a:lnTo>
                <a:lnTo>
                  <a:pt x="14599" y="7348"/>
                </a:lnTo>
                <a:lnTo>
                  <a:pt x="14964" y="7519"/>
                </a:lnTo>
                <a:lnTo>
                  <a:pt x="15597" y="7786"/>
                </a:lnTo>
                <a:lnTo>
                  <a:pt x="15913" y="7932"/>
                </a:lnTo>
                <a:lnTo>
                  <a:pt x="16254" y="8030"/>
                </a:lnTo>
                <a:lnTo>
                  <a:pt x="16254" y="8054"/>
                </a:lnTo>
                <a:lnTo>
                  <a:pt x="15816" y="8151"/>
                </a:lnTo>
                <a:lnTo>
                  <a:pt x="15402" y="8224"/>
                </a:lnTo>
                <a:lnTo>
                  <a:pt x="14891" y="8297"/>
                </a:lnTo>
                <a:lnTo>
                  <a:pt x="14356" y="8346"/>
                </a:lnTo>
                <a:lnTo>
                  <a:pt x="13845" y="8419"/>
                </a:lnTo>
                <a:lnTo>
                  <a:pt x="13602" y="8468"/>
                </a:lnTo>
                <a:lnTo>
                  <a:pt x="13334" y="8541"/>
                </a:lnTo>
                <a:lnTo>
                  <a:pt x="13310" y="8297"/>
                </a:lnTo>
                <a:lnTo>
                  <a:pt x="13310" y="8054"/>
                </a:lnTo>
                <a:lnTo>
                  <a:pt x="13310" y="7811"/>
                </a:lnTo>
                <a:lnTo>
                  <a:pt x="13334" y="7567"/>
                </a:lnTo>
                <a:lnTo>
                  <a:pt x="13358" y="7348"/>
                </a:lnTo>
                <a:lnTo>
                  <a:pt x="13407" y="7105"/>
                </a:lnTo>
                <a:lnTo>
                  <a:pt x="13480" y="6886"/>
                </a:lnTo>
                <a:lnTo>
                  <a:pt x="13577" y="6667"/>
                </a:lnTo>
                <a:close/>
                <a:moveTo>
                  <a:pt x="21169" y="7324"/>
                </a:moveTo>
                <a:lnTo>
                  <a:pt x="21193" y="7543"/>
                </a:lnTo>
                <a:lnTo>
                  <a:pt x="21218" y="7762"/>
                </a:lnTo>
                <a:lnTo>
                  <a:pt x="21218" y="7981"/>
                </a:lnTo>
                <a:lnTo>
                  <a:pt x="21218" y="8200"/>
                </a:lnTo>
                <a:lnTo>
                  <a:pt x="21169" y="8419"/>
                </a:lnTo>
                <a:lnTo>
                  <a:pt x="21120" y="8638"/>
                </a:lnTo>
                <a:lnTo>
                  <a:pt x="21072" y="8857"/>
                </a:lnTo>
                <a:lnTo>
                  <a:pt x="20974" y="9052"/>
                </a:lnTo>
                <a:lnTo>
                  <a:pt x="20828" y="8979"/>
                </a:lnTo>
                <a:lnTo>
                  <a:pt x="20682" y="8906"/>
                </a:lnTo>
                <a:lnTo>
                  <a:pt x="20317" y="8833"/>
                </a:lnTo>
                <a:lnTo>
                  <a:pt x="19223" y="8565"/>
                </a:lnTo>
                <a:lnTo>
                  <a:pt x="18614" y="8395"/>
                </a:lnTo>
                <a:lnTo>
                  <a:pt x="17982" y="8224"/>
                </a:lnTo>
                <a:lnTo>
                  <a:pt x="17982" y="8103"/>
                </a:lnTo>
                <a:lnTo>
                  <a:pt x="19077" y="7835"/>
                </a:lnTo>
                <a:lnTo>
                  <a:pt x="20123" y="7616"/>
                </a:lnTo>
                <a:lnTo>
                  <a:pt x="20658" y="7494"/>
                </a:lnTo>
                <a:lnTo>
                  <a:pt x="21169" y="7324"/>
                </a:lnTo>
                <a:close/>
                <a:moveTo>
                  <a:pt x="16303" y="8419"/>
                </a:moveTo>
                <a:lnTo>
                  <a:pt x="15962" y="8662"/>
                </a:lnTo>
                <a:lnTo>
                  <a:pt x="15670" y="8906"/>
                </a:lnTo>
                <a:lnTo>
                  <a:pt x="14794" y="9465"/>
                </a:lnTo>
                <a:lnTo>
                  <a:pt x="13942" y="10049"/>
                </a:lnTo>
                <a:lnTo>
                  <a:pt x="13723" y="9684"/>
                </a:lnTo>
                <a:lnTo>
                  <a:pt x="13529" y="9271"/>
                </a:lnTo>
                <a:lnTo>
                  <a:pt x="13456" y="9003"/>
                </a:lnTo>
                <a:lnTo>
                  <a:pt x="13383" y="8735"/>
                </a:lnTo>
                <a:lnTo>
                  <a:pt x="13626" y="8760"/>
                </a:lnTo>
                <a:lnTo>
                  <a:pt x="13869" y="8760"/>
                </a:lnTo>
                <a:lnTo>
                  <a:pt x="14356" y="8711"/>
                </a:lnTo>
                <a:lnTo>
                  <a:pt x="14843" y="8638"/>
                </a:lnTo>
                <a:lnTo>
                  <a:pt x="15305" y="8565"/>
                </a:lnTo>
                <a:lnTo>
                  <a:pt x="16303" y="8419"/>
                </a:lnTo>
                <a:close/>
                <a:moveTo>
                  <a:pt x="4988" y="8370"/>
                </a:moveTo>
                <a:lnTo>
                  <a:pt x="5499" y="8395"/>
                </a:lnTo>
                <a:lnTo>
                  <a:pt x="6034" y="8419"/>
                </a:lnTo>
                <a:lnTo>
                  <a:pt x="7105" y="8395"/>
                </a:lnTo>
                <a:lnTo>
                  <a:pt x="7932" y="8395"/>
                </a:lnTo>
                <a:lnTo>
                  <a:pt x="7957" y="8589"/>
                </a:lnTo>
                <a:lnTo>
                  <a:pt x="7859" y="8930"/>
                </a:lnTo>
                <a:lnTo>
                  <a:pt x="7713" y="9246"/>
                </a:lnTo>
                <a:lnTo>
                  <a:pt x="7567" y="9563"/>
                </a:lnTo>
                <a:lnTo>
                  <a:pt x="7421" y="9855"/>
                </a:lnTo>
                <a:lnTo>
                  <a:pt x="7300" y="10074"/>
                </a:lnTo>
                <a:lnTo>
                  <a:pt x="7154" y="10268"/>
                </a:lnTo>
                <a:lnTo>
                  <a:pt x="7032" y="10122"/>
                </a:lnTo>
                <a:lnTo>
                  <a:pt x="6886" y="10001"/>
                </a:lnTo>
                <a:lnTo>
                  <a:pt x="6570" y="9757"/>
                </a:lnTo>
                <a:lnTo>
                  <a:pt x="5961" y="9319"/>
                </a:lnTo>
                <a:lnTo>
                  <a:pt x="4915" y="8541"/>
                </a:lnTo>
                <a:lnTo>
                  <a:pt x="4988" y="8370"/>
                </a:lnTo>
                <a:close/>
                <a:moveTo>
                  <a:pt x="3212" y="8297"/>
                </a:moveTo>
                <a:lnTo>
                  <a:pt x="3236" y="8395"/>
                </a:lnTo>
                <a:lnTo>
                  <a:pt x="3309" y="8516"/>
                </a:lnTo>
                <a:lnTo>
                  <a:pt x="2677" y="9003"/>
                </a:lnTo>
                <a:lnTo>
                  <a:pt x="1922" y="9611"/>
                </a:lnTo>
                <a:lnTo>
                  <a:pt x="1557" y="9952"/>
                </a:lnTo>
                <a:lnTo>
                  <a:pt x="1192" y="10317"/>
                </a:lnTo>
                <a:lnTo>
                  <a:pt x="973" y="9952"/>
                </a:lnTo>
                <a:lnTo>
                  <a:pt x="803" y="9538"/>
                </a:lnTo>
                <a:lnTo>
                  <a:pt x="657" y="9125"/>
                </a:lnTo>
                <a:lnTo>
                  <a:pt x="560" y="8687"/>
                </a:lnTo>
                <a:lnTo>
                  <a:pt x="973" y="8638"/>
                </a:lnTo>
                <a:lnTo>
                  <a:pt x="1387" y="8565"/>
                </a:lnTo>
                <a:lnTo>
                  <a:pt x="2190" y="8419"/>
                </a:lnTo>
                <a:lnTo>
                  <a:pt x="2677" y="8346"/>
                </a:lnTo>
                <a:lnTo>
                  <a:pt x="3212" y="8297"/>
                </a:lnTo>
                <a:close/>
                <a:moveTo>
                  <a:pt x="18006" y="8614"/>
                </a:moveTo>
                <a:lnTo>
                  <a:pt x="18590" y="8760"/>
                </a:lnTo>
                <a:lnTo>
                  <a:pt x="19125" y="8881"/>
                </a:lnTo>
                <a:lnTo>
                  <a:pt x="20220" y="9149"/>
                </a:lnTo>
                <a:lnTo>
                  <a:pt x="20585" y="9222"/>
                </a:lnTo>
                <a:lnTo>
                  <a:pt x="20731" y="9246"/>
                </a:lnTo>
                <a:lnTo>
                  <a:pt x="20901" y="9222"/>
                </a:lnTo>
                <a:lnTo>
                  <a:pt x="20682" y="9611"/>
                </a:lnTo>
                <a:lnTo>
                  <a:pt x="20439" y="9976"/>
                </a:lnTo>
                <a:lnTo>
                  <a:pt x="20123" y="10317"/>
                </a:lnTo>
                <a:lnTo>
                  <a:pt x="19807" y="10609"/>
                </a:lnTo>
                <a:lnTo>
                  <a:pt x="19320" y="10074"/>
                </a:lnTo>
                <a:lnTo>
                  <a:pt x="18809" y="9563"/>
                </a:lnTo>
                <a:lnTo>
                  <a:pt x="18079" y="8711"/>
                </a:lnTo>
                <a:lnTo>
                  <a:pt x="18006" y="8614"/>
                </a:lnTo>
                <a:close/>
                <a:moveTo>
                  <a:pt x="16449" y="8687"/>
                </a:moveTo>
                <a:lnTo>
                  <a:pt x="16570" y="8808"/>
                </a:lnTo>
                <a:lnTo>
                  <a:pt x="16692" y="8906"/>
                </a:lnTo>
                <a:lnTo>
                  <a:pt x="16546" y="9246"/>
                </a:lnTo>
                <a:lnTo>
                  <a:pt x="16400" y="9563"/>
                </a:lnTo>
                <a:lnTo>
                  <a:pt x="16157" y="10001"/>
                </a:lnTo>
                <a:lnTo>
                  <a:pt x="15865" y="10414"/>
                </a:lnTo>
                <a:lnTo>
                  <a:pt x="15597" y="10828"/>
                </a:lnTo>
                <a:lnTo>
                  <a:pt x="15354" y="11266"/>
                </a:lnTo>
                <a:lnTo>
                  <a:pt x="15329" y="11315"/>
                </a:lnTo>
                <a:lnTo>
                  <a:pt x="14989" y="11096"/>
                </a:lnTo>
                <a:lnTo>
                  <a:pt x="14648" y="10852"/>
                </a:lnTo>
                <a:lnTo>
                  <a:pt x="14332" y="10560"/>
                </a:lnTo>
                <a:lnTo>
                  <a:pt x="14064" y="10244"/>
                </a:lnTo>
                <a:lnTo>
                  <a:pt x="14916" y="9684"/>
                </a:lnTo>
                <a:lnTo>
                  <a:pt x="15767" y="9100"/>
                </a:lnTo>
                <a:lnTo>
                  <a:pt x="16108" y="8906"/>
                </a:lnTo>
                <a:lnTo>
                  <a:pt x="16449" y="8687"/>
                </a:lnTo>
                <a:close/>
                <a:moveTo>
                  <a:pt x="4842" y="8662"/>
                </a:moveTo>
                <a:lnTo>
                  <a:pt x="5329" y="9100"/>
                </a:lnTo>
                <a:lnTo>
                  <a:pt x="5791" y="9538"/>
                </a:lnTo>
                <a:lnTo>
                  <a:pt x="6375" y="10025"/>
                </a:lnTo>
                <a:lnTo>
                  <a:pt x="6691" y="10244"/>
                </a:lnTo>
                <a:lnTo>
                  <a:pt x="6862" y="10341"/>
                </a:lnTo>
                <a:lnTo>
                  <a:pt x="7032" y="10414"/>
                </a:lnTo>
                <a:lnTo>
                  <a:pt x="6886" y="10585"/>
                </a:lnTo>
                <a:lnTo>
                  <a:pt x="6716" y="10731"/>
                </a:lnTo>
                <a:lnTo>
                  <a:pt x="6375" y="10998"/>
                </a:lnTo>
                <a:lnTo>
                  <a:pt x="6010" y="11193"/>
                </a:lnTo>
                <a:lnTo>
                  <a:pt x="5621" y="11363"/>
                </a:lnTo>
                <a:lnTo>
                  <a:pt x="5450" y="10706"/>
                </a:lnTo>
                <a:lnTo>
                  <a:pt x="5231" y="10074"/>
                </a:lnTo>
                <a:lnTo>
                  <a:pt x="4964" y="9441"/>
                </a:lnTo>
                <a:lnTo>
                  <a:pt x="4696" y="8808"/>
                </a:lnTo>
                <a:lnTo>
                  <a:pt x="4720" y="8784"/>
                </a:lnTo>
                <a:lnTo>
                  <a:pt x="4842" y="8662"/>
                </a:lnTo>
                <a:close/>
                <a:moveTo>
                  <a:pt x="3382" y="8614"/>
                </a:moveTo>
                <a:lnTo>
                  <a:pt x="3480" y="8735"/>
                </a:lnTo>
                <a:lnTo>
                  <a:pt x="3626" y="8833"/>
                </a:lnTo>
                <a:lnTo>
                  <a:pt x="3334" y="9636"/>
                </a:lnTo>
                <a:lnTo>
                  <a:pt x="2993" y="10536"/>
                </a:lnTo>
                <a:lnTo>
                  <a:pt x="2871" y="11023"/>
                </a:lnTo>
                <a:lnTo>
                  <a:pt x="2823" y="11242"/>
                </a:lnTo>
                <a:lnTo>
                  <a:pt x="2798" y="11485"/>
                </a:lnTo>
                <a:lnTo>
                  <a:pt x="2531" y="11388"/>
                </a:lnTo>
                <a:lnTo>
                  <a:pt x="2263" y="11266"/>
                </a:lnTo>
                <a:lnTo>
                  <a:pt x="2020" y="11120"/>
                </a:lnTo>
                <a:lnTo>
                  <a:pt x="1776" y="10950"/>
                </a:lnTo>
                <a:lnTo>
                  <a:pt x="1509" y="10706"/>
                </a:lnTo>
                <a:lnTo>
                  <a:pt x="1265" y="10414"/>
                </a:lnTo>
                <a:lnTo>
                  <a:pt x="1606" y="10122"/>
                </a:lnTo>
                <a:lnTo>
                  <a:pt x="1971" y="9806"/>
                </a:lnTo>
                <a:lnTo>
                  <a:pt x="2652" y="9198"/>
                </a:lnTo>
                <a:lnTo>
                  <a:pt x="3017" y="8906"/>
                </a:lnTo>
                <a:lnTo>
                  <a:pt x="3382" y="8614"/>
                </a:lnTo>
                <a:close/>
                <a:moveTo>
                  <a:pt x="4574" y="8881"/>
                </a:moveTo>
                <a:lnTo>
                  <a:pt x="4939" y="10171"/>
                </a:lnTo>
                <a:lnTo>
                  <a:pt x="5280" y="11461"/>
                </a:lnTo>
                <a:lnTo>
                  <a:pt x="5012" y="11534"/>
                </a:lnTo>
                <a:lnTo>
                  <a:pt x="4623" y="11582"/>
                </a:lnTo>
                <a:lnTo>
                  <a:pt x="4234" y="11607"/>
                </a:lnTo>
                <a:lnTo>
                  <a:pt x="4234" y="11607"/>
                </a:lnTo>
                <a:lnTo>
                  <a:pt x="4258" y="11193"/>
                </a:lnTo>
                <a:lnTo>
                  <a:pt x="4258" y="10755"/>
                </a:lnTo>
                <a:lnTo>
                  <a:pt x="4258" y="9928"/>
                </a:lnTo>
                <a:lnTo>
                  <a:pt x="4307" y="8979"/>
                </a:lnTo>
                <a:lnTo>
                  <a:pt x="4428" y="8930"/>
                </a:lnTo>
                <a:lnTo>
                  <a:pt x="4574" y="8881"/>
                </a:lnTo>
                <a:close/>
                <a:moveTo>
                  <a:pt x="3918" y="8954"/>
                </a:moveTo>
                <a:lnTo>
                  <a:pt x="4039" y="8979"/>
                </a:lnTo>
                <a:lnTo>
                  <a:pt x="4039" y="9733"/>
                </a:lnTo>
                <a:lnTo>
                  <a:pt x="3991" y="10682"/>
                </a:lnTo>
                <a:lnTo>
                  <a:pt x="3991" y="11144"/>
                </a:lnTo>
                <a:lnTo>
                  <a:pt x="3991" y="11631"/>
                </a:lnTo>
                <a:lnTo>
                  <a:pt x="3480" y="11607"/>
                </a:lnTo>
                <a:lnTo>
                  <a:pt x="3212" y="11558"/>
                </a:lnTo>
                <a:lnTo>
                  <a:pt x="2969" y="11509"/>
                </a:lnTo>
                <a:lnTo>
                  <a:pt x="3066" y="11339"/>
                </a:lnTo>
                <a:lnTo>
                  <a:pt x="3139" y="11120"/>
                </a:lnTo>
                <a:lnTo>
                  <a:pt x="3261" y="10706"/>
                </a:lnTo>
                <a:lnTo>
                  <a:pt x="3382" y="10293"/>
                </a:lnTo>
                <a:lnTo>
                  <a:pt x="3504" y="9879"/>
                </a:lnTo>
                <a:lnTo>
                  <a:pt x="3699" y="9417"/>
                </a:lnTo>
                <a:lnTo>
                  <a:pt x="3893" y="8954"/>
                </a:lnTo>
                <a:close/>
                <a:moveTo>
                  <a:pt x="17690" y="8784"/>
                </a:moveTo>
                <a:lnTo>
                  <a:pt x="18079" y="9222"/>
                </a:lnTo>
                <a:lnTo>
                  <a:pt x="18468" y="9636"/>
                </a:lnTo>
                <a:lnTo>
                  <a:pt x="18979" y="10268"/>
                </a:lnTo>
                <a:lnTo>
                  <a:pt x="19247" y="10560"/>
                </a:lnTo>
                <a:lnTo>
                  <a:pt x="19539" y="10828"/>
                </a:lnTo>
                <a:lnTo>
                  <a:pt x="19247" y="11023"/>
                </a:lnTo>
                <a:lnTo>
                  <a:pt x="18955" y="11217"/>
                </a:lnTo>
                <a:lnTo>
                  <a:pt x="18663" y="11363"/>
                </a:lnTo>
                <a:lnTo>
                  <a:pt x="18371" y="11485"/>
                </a:lnTo>
                <a:lnTo>
                  <a:pt x="18103" y="11582"/>
                </a:lnTo>
                <a:lnTo>
                  <a:pt x="17860" y="11631"/>
                </a:lnTo>
                <a:lnTo>
                  <a:pt x="17811" y="11217"/>
                </a:lnTo>
                <a:lnTo>
                  <a:pt x="17738" y="10779"/>
                </a:lnTo>
                <a:lnTo>
                  <a:pt x="17592" y="9928"/>
                </a:lnTo>
                <a:lnTo>
                  <a:pt x="17519" y="9441"/>
                </a:lnTo>
                <a:lnTo>
                  <a:pt x="17471" y="8930"/>
                </a:lnTo>
                <a:lnTo>
                  <a:pt x="17519" y="8906"/>
                </a:lnTo>
                <a:lnTo>
                  <a:pt x="17617" y="8857"/>
                </a:lnTo>
                <a:lnTo>
                  <a:pt x="17690" y="8784"/>
                </a:lnTo>
                <a:close/>
                <a:moveTo>
                  <a:pt x="17154" y="9003"/>
                </a:moveTo>
                <a:lnTo>
                  <a:pt x="17227" y="9490"/>
                </a:lnTo>
                <a:lnTo>
                  <a:pt x="17300" y="9976"/>
                </a:lnTo>
                <a:lnTo>
                  <a:pt x="17422" y="10828"/>
                </a:lnTo>
                <a:lnTo>
                  <a:pt x="17471" y="11266"/>
                </a:lnTo>
                <a:lnTo>
                  <a:pt x="17544" y="11704"/>
                </a:lnTo>
                <a:lnTo>
                  <a:pt x="17300" y="11728"/>
                </a:lnTo>
                <a:lnTo>
                  <a:pt x="17033" y="11728"/>
                </a:lnTo>
                <a:lnTo>
                  <a:pt x="16765" y="11704"/>
                </a:lnTo>
                <a:lnTo>
                  <a:pt x="16522" y="11680"/>
                </a:lnTo>
                <a:lnTo>
                  <a:pt x="16254" y="11631"/>
                </a:lnTo>
                <a:lnTo>
                  <a:pt x="16011" y="11582"/>
                </a:lnTo>
                <a:lnTo>
                  <a:pt x="15767" y="11485"/>
                </a:lnTo>
                <a:lnTo>
                  <a:pt x="15524" y="11388"/>
                </a:lnTo>
                <a:lnTo>
                  <a:pt x="15694" y="11242"/>
                </a:lnTo>
                <a:lnTo>
                  <a:pt x="15840" y="11071"/>
                </a:lnTo>
                <a:lnTo>
                  <a:pt x="16108" y="10682"/>
                </a:lnTo>
                <a:lnTo>
                  <a:pt x="16351" y="10268"/>
                </a:lnTo>
                <a:lnTo>
                  <a:pt x="16570" y="9855"/>
                </a:lnTo>
                <a:lnTo>
                  <a:pt x="16789" y="9465"/>
                </a:lnTo>
                <a:lnTo>
                  <a:pt x="17008" y="9003"/>
                </a:lnTo>
                <a:close/>
                <a:moveTo>
                  <a:pt x="14624" y="0"/>
                </a:moveTo>
                <a:lnTo>
                  <a:pt x="14478" y="24"/>
                </a:lnTo>
                <a:lnTo>
                  <a:pt x="14332" y="73"/>
                </a:lnTo>
                <a:lnTo>
                  <a:pt x="14186" y="122"/>
                </a:lnTo>
                <a:lnTo>
                  <a:pt x="14064" y="219"/>
                </a:lnTo>
                <a:lnTo>
                  <a:pt x="14040" y="268"/>
                </a:lnTo>
                <a:lnTo>
                  <a:pt x="14015" y="292"/>
                </a:lnTo>
                <a:lnTo>
                  <a:pt x="14015" y="389"/>
                </a:lnTo>
                <a:lnTo>
                  <a:pt x="14064" y="487"/>
                </a:lnTo>
                <a:lnTo>
                  <a:pt x="14161" y="535"/>
                </a:lnTo>
                <a:lnTo>
                  <a:pt x="14161" y="779"/>
                </a:lnTo>
                <a:lnTo>
                  <a:pt x="14210" y="998"/>
                </a:lnTo>
                <a:lnTo>
                  <a:pt x="14259" y="1241"/>
                </a:lnTo>
                <a:lnTo>
                  <a:pt x="14332" y="1460"/>
                </a:lnTo>
                <a:lnTo>
                  <a:pt x="14648" y="2336"/>
                </a:lnTo>
                <a:lnTo>
                  <a:pt x="14745" y="2652"/>
                </a:lnTo>
                <a:lnTo>
                  <a:pt x="11655" y="2652"/>
                </a:lnTo>
                <a:lnTo>
                  <a:pt x="9928" y="2628"/>
                </a:lnTo>
                <a:lnTo>
                  <a:pt x="8614" y="2628"/>
                </a:lnTo>
                <a:lnTo>
                  <a:pt x="8419" y="2652"/>
                </a:lnTo>
                <a:lnTo>
                  <a:pt x="8200" y="2677"/>
                </a:lnTo>
                <a:lnTo>
                  <a:pt x="8054" y="2360"/>
                </a:lnTo>
                <a:lnTo>
                  <a:pt x="7665" y="1436"/>
                </a:lnTo>
                <a:lnTo>
                  <a:pt x="7567" y="1144"/>
                </a:lnTo>
                <a:lnTo>
                  <a:pt x="7494" y="1022"/>
                </a:lnTo>
                <a:lnTo>
                  <a:pt x="7397" y="900"/>
                </a:lnTo>
                <a:lnTo>
                  <a:pt x="7421" y="900"/>
                </a:lnTo>
                <a:lnTo>
                  <a:pt x="7835" y="973"/>
                </a:lnTo>
                <a:lnTo>
                  <a:pt x="8249" y="1071"/>
                </a:lnTo>
                <a:lnTo>
                  <a:pt x="8468" y="1095"/>
                </a:lnTo>
                <a:lnTo>
                  <a:pt x="8881" y="1095"/>
                </a:lnTo>
                <a:lnTo>
                  <a:pt x="9076" y="1046"/>
                </a:lnTo>
                <a:lnTo>
                  <a:pt x="9149" y="1022"/>
                </a:lnTo>
                <a:lnTo>
                  <a:pt x="9198" y="973"/>
                </a:lnTo>
                <a:lnTo>
                  <a:pt x="9246" y="925"/>
                </a:lnTo>
                <a:lnTo>
                  <a:pt x="9246" y="852"/>
                </a:lnTo>
                <a:lnTo>
                  <a:pt x="9246" y="779"/>
                </a:lnTo>
                <a:lnTo>
                  <a:pt x="9246" y="730"/>
                </a:lnTo>
                <a:lnTo>
                  <a:pt x="9198" y="657"/>
                </a:lnTo>
                <a:lnTo>
                  <a:pt x="9149" y="608"/>
                </a:lnTo>
                <a:lnTo>
                  <a:pt x="8954" y="535"/>
                </a:lnTo>
                <a:lnTo>
                  <a:pt x="8760" y="462"/>
                </a:lnTo>
                <a:lnTo>
                  <a:pt x="8541" y="389"/>
                </a:lnTo>
                <a:lnTo>
                  <a:pt x="8297" y="365"/>
                </a:lnTo>
                <a:lnTo>
                  <a:pt x="7835" y="316"/>
                </a:lnTo>
                <a:lnTo>
                  <a:pt x="7397" y="268"/>
                </a:lnTo>
                <a:lnTo>
                  <a:pt x="6570" y="146"/>
                </a:lnTo>
                <a:lnTo>
                  <a:pt x="6351" y="122"/>
                </a:lnTo>
                <a:lnTo>
                  <a:pt x="6132" y="97"/>
                </a:lnTo>
                <a:lnTo>
                  <a:pt x="5937" y="122"/>
                </a:lnTo>
                <a:lnTo>
                  <a:pt x="5742" y="146"/>
                </a:lnTo>
                <a:lnTo>
                  <a:pt x="5669" y="195"/>
                </a:lnTo>
                <a:lnTo>
                  <a:pt x="5621" y="219"/>
                </a:lnTo>
                <a:lnTo>
                  <a:pt x="5596" y="268"/>
                </a:lnTo>
                <a:lnTo>
                  <a:pt x="5572" y="341"/>
                </a:lnTo>
                <a:lnTo>
                  <a:pt x="5572" y="389"/>
                </a:lnTo>
                <a:lnTo>
                  <a:pt x="5596" y="438"/>
                </a:lnTo>
                <a:lnTo>
                  <a:pt x="5621" y="511"/>
                </a:lnTo>
                <a:lnTo>
                  <a:pt x="5694" y="535"/>
                </a:lnTo>
                <a:lnTo>
                  <a:pt x="5840" y="633"/>
                </a:lnTo>
                <a:lnTo>
                  <a:pt x="5986" y="681"/>
                </a:lnTo>
                <a:lnTo>
                  <a:pt x="6351" y="779"/>
                </a:lnTo>
                <a:lnTo>
                  <a:pt x="6716" y="827"/>
                </a:lnTo>
                <a:lnTo>
                  <a:pt x="7081" y="876"/>
                </a:lnTo>
                <a:lnTo>
                  <a:pt x="7056" y="1046"/>
                </a:lnTo>
                <a:lnTo>
                  <a:pt x="7056" y="1241"/>
                </a:lnTo>
                <a:lnTo>
                  <a:pt x="7105" y="1411"/>
                </a:lnTo>
                <a:lnTo>
                  <a:pt x="7154" y="1606"/>
                </a:lnTo>
                <a:lnTo>
                  <a:pt x="7324" y="1995"/>
                </a:lnTo>
                <a:lnTo>
                  <a:pt x="7470" y="2312"/>
                </a:lnTo>
                <a:lnTo>
                  <a:pt x="7762" y="3042"/>
                </a:lnTo>
                <a:lnTo>
                  <a:pt x="7665" y="3115"/>
                </a:lnTo>
                <a:lnTo>
                  <a:pt x="7567" y="3188"/>
                </a:lnTo>
                <a:lnTo>
                  <a:pt x="7397" y="3382"/>
                </a:lnTo>
                <a:lnTo>
                  <a:pt x="7105" y="3796"/>
                </a:lnTo>
                <a:lnTo>
                  <a:pt x="6594" y="4477"/>
                </a:lnTo>
                <a:lnTo>
                  <a:pt x="6521" y="4429"/>
                </a:lnTo>
                <a:lnTo>
                  <a:pt x="6448" y="4404"/>
                </a:lnTo>
                <a:lnTo>
                  <a:pt x="6375" y="4429"/>
                </a:lnTo>
                <a:lnTo>
                  <a:pt x="6059" y="4234"/>
                </a:lnTo>
                <a:lnTo>
                  <a:pt x="5718" y="4064"/>
                </a:lnTo>
                <a:lnTo>
                  <a:pt x="5353" y="3918"/>
                </a:lnTo>
                <a:lnTo>
                  <a:pt x="5012" y="3820"/>
                </a:lnTo>
                <a:lnTo>
                  <a:pt x="4647" y="3772"/>
                </a:lnTo>
                <a:lnTo>
                  <a:pt x="4282" y="3747"/>
                </a:lnTo>
                <a:lnTo>
                  <a:pt x="3893" y="3747"/>
                </a:lnTo>
                <a:lnTo>
                  <a:pt x="3528" y="3772"/>
                </a:lnTo>
                <a:lnTo>
                  <a:pt x="3188" y="3845"/>
                </a:lnTo>
                <a:lnTo>
                  <a:pt x="2823" y="3966"/>
                </a:lnTo>
                <a:lnTo>
                  <a:pt x="2482" y="4088"/>
                </a:lnTo>
                <a:lnTo>
                  <a:pt x="2141" y="4258"/>
                </a:lnTo>
                <a:lnTo>
                  <a:pt x="1825" y="4453"/>
                </a:lnTo>
                <a:lnTo>
                  <a:pt x="1509" y="4672"/>
                </a:lnTo>
                <a:lnTo>
                  <a:pt x="1241" y="4915"/>
                </a:lnTo>
                <a:lnTo>
                  <a:pt x="973" y="5207"/>
                </a:lnTo>
                <a:lnTo>
                  <a:pt x="706" y="5548"/>
                </a:lnTo>
                <a:lnTo>
                  <a:pt x="487" y="5913"/>
                </a:lnTo>
                <a:lnTo>
                  <a:pt x="316" y="6302"/>
                </a:lnTo>
                <a:lnTo>
                  <a:pt x="195" y="6716"/>
                </a:lnTo>
                <a:lnTo>
                  <a:pt x="73" y="7129"/>
                </a:lnTo>
                <a:lnTo>
                  <a:pt x="24" y="7567"/>
                </a:lnTo>
                <a:lnTo>
                  <a:pt x="0" y="8005"/>
                </a:lnTo>
                <a:lnTo>
                  <a:pt x="24" y="8443"/>
                </a:lnTo>
                <a:lnTo>
                  <a:pt x="73" y="8881"/>
                </a:lnTo>
                <a:lnTo>
                  <a:pt x="170" y="9295"/>
                </a:lnTo>
                <a:lnTo>
                  <a:pt x="292" y="9709"/>
                </a:lnTo>
                <a:lnTo>
                  <a:pt x="462" y="10122"/>
                </a:lnTo>
                <a:lnTo>
                  <a:pt x="657" y="10487"/>
                </a:lnTo>
                <a:lnTo>
                  <a:pt x="900" y="10852"/>
                </a:lnTo>
                <a:lnTo>
                  <a:pt x="1192" y="11169"/>
                </a:lnTo>
                <a:lnTo>
                  <a:pt x="1484" y="11461"/>
                </a:lnTo>
                <a:lnTo>
                  <a:pt x="1679" y="11607"/>
                </a:lnTo>
                <a:lnTo>
                  <a:pt x="1874" y="11728"/>
                </a:lnTo>
                <a:lnTo>
                  <a:pt x="2068" y="11826"/>
                </a:lnTo>
                <a:lnTo>
                  <a:pt x="2287" y="11923"/>
                </a:lnTo>
                <a:lnTo>
                  <a:pt x="2506" y="11996"/>
                </a:lnTo>
                <a:lnTo>
                  <a:pt x="2725" y="12045"/>
                </a:lnTo>
                <a:lnTo>
                  <a:pt x="3163" y="12142"/>
                </a:lnTo>
                <a:lnTo>
                  <a:pt x="3626" y="12166"/>
                </a:lnTo>
                <a:lnTo>
                  <a:pt x="4088" y="12166"/>
                </a:lnTo>
                <a:lnTo>
                  <a:pt x="4550" y="12142"/>
                </a:lnTo>
                <a:lnTo>
                  <a:pt x="4988" y="12093"/>
                </a:lnTo>
                <a:lnTo>
                  <a:pt x="5450" y="11996"/>
                </a:lnTo>
                <a:lnTo>
                  <a:pt x="5840" y="11874"/>
                </a:lnTo>
                <a:lnTo>
                  <a:pt x="6229" y="11704"/>
                </a:lnTo>
                <a:lnTo>
                  <a:pt x="6594" y="11485"/>
                </a:lnTo>
                <a:lnTo>
                  <a:pt x="6910" y="11217"/>
                </a:lnTo>
                <a:lnTo>
                  <a:pt x="7202" y="10925"/>
                </a:lnTo>
                <a:lnTo>
                  <a:pt x="7494" y="10585"/>
                </a:lnTo>
                <a:lnTo>
                  <a:pt x="7738" y="10220"/>
                </a:lnTo>
                <a:lnTo>
                  <a:pt x="7981" y="9806"/>
                </a:lnTo>
                <a:lnTo>
                  <a:pt x="8151" y="9368"/>
                </a:lnTo>
                <a:lnTo>
                  <a:pt x="8297" y="8881"/>
                </a:lnTo>
                <a:lnTo>
                  <a:pt x="8395" y="8395"/>
                </a:lnTo>
                <a:lnTo>
                  <a:pt x="10244" y="8346"/>
                </a:lnTo>
                <a:lnTo>
                  <a:pt x="10293" y="8419"/>
                </a:lnTo>
                <a:lnTo>
                  <a:pt x="10366" y="8443"/>
                </a:lnTo>
                <a:lnTo>
                  <a:pt x="10439" y="8468"/>
                </a:lnTo>
                <a:lnTo>
                  <a:pt x="10512" y="8443"/>
                </a:lnTo>
                <a:lnTo>
                  <a:pt x="10585" y="8395"/>
                </a:lnTo>
                <a:lnTo>
                  <a:pt x="10633" y="8346"/>
                </a:lnTo>
                <a:lnTo>
                  <a:pt x="10682" y="8273"/>
                </a:lnTo>
                <a:lnTo>
                  <a:pt x="10682" y="8200"/>
                </a:lnTo>
                <a:lnTo>
                  <a:pt x="10925" y="7981"/>
                </a:lnTo>
                <a:lnTo>
                  <a:pt x="11169" y="7762"/>
                </a:lnTo>
                <a:lnTo>
                  <a:pt x="11582" y="7300"/>
                </a:lnTo>
                <a:lnTo>
                  <a:pt x="12190" y="6618"/>
                </a:lnTo>
                <a:lnTo>
                  <a:pt x="12799" y="5913"/>
                </a:lnTo>
                <a:lnTo>
                  <a:pt x="13894" y="4623"/>
                </a:lnTo>
                <a:lnTo>
                  <a:pt x="14964" y="3285"/>
                </a:lnTo>
                <a:lnTo>
                  <a:pt x="15329" y="4258"/>
                </a:lnTo>
                <a:lnTo>
                  <a:pt x="14964" y="4429"/>
                </a:lnTo>
                <a:lnTo>
                  <a:pt x="14648" y="4623"/>
                </a:lnTo>
                <a:lnTo>
                  <a:pt x="14332" y="4866"/>
                </a:lnTo>
                <a:lnTo>
                  <a:pt x="14040" y="5110"/>
                </a:lnTo>
                <a:lnTo>
                  <a:pt x="13796" y="5402"/>
                </a:lnTo>
                <a:lnTo>
                  <a:pt x="13553" y="5718"/>
                </a:lnTo>
                <a:lnTo>
                  <a:pt x="13358" y="6034"/>
                </a:lnTo>
                <a:lnTo>
                  <a:pt x="13188" y="6375"/>
                </a:lnTo>
                <a:lnTo>
                  <a:pt x="13042" y="6740"/>
                </a:lnTo>
                <a:lnTo>
                  <a:pt x="12945" y="7105"/>
                </a:lnTo>
                <a:lnTo>
                  <a:pt x="12872" y="7494"/>
                </a:lnTo>
                <a:lnTo>
                  <a:pt x="12823" y="7859"/>
                </a:lnTo>
                <a:lnTo>
                  <a:pt x="12823" y="8249"/>
                </a:lnTo>
                <a:lnTo>
                  <a:pt x="12847" y="8638"/>
                </a:lnTo>
                <a:lnTo>
                  <a:pt x="12920" y="9027"/>
                </a:lnTo>
                <a:lnTo>
                  <a:pt x="13018" y="9417"/>
                </a:lnTo>
                <a:lnTo>
                  <a:pt x="13188" y="9830"/>
                </a:lnTo>
                <a:lnTo>
                  <a:pt x="13383" y="10244"/>
                </a:lnTo>
                <a:lnTo>
                  <a:pt x="13626" y="10585"/>
                </a:lnTo>
                <a:lnTo>
                  <a:pt x="13918" y="10925"/>
                </a:lnTo>
                <a:lnTo>
                  <a:pt x="14210" y="11217"/>
                </a:lnTo>
                <a:lnTo>
                  <a:pt x="14551" y="11485"/>
                </a:lnTo>
                <a:lnTo>
                  <a:pt x="14916" y="11704"/>
                </a:lnTo>
                <a:lnTo>
                  <a:pt x="15305" y="11874"/>
                </a:lnTo>
                <a:lnTo>
                  <a:pt x="15694" y="12020"/>
                </a:lnTo>
                <a:lnTo>
                  <a:pt x="16108" y="12142"/>
                </a:lnTo>
                <a:lnTo>
                  <a:pt x="16522" y="12215"/>
                </a:lnTo>
                <a:lnTo>
                  <a:pt x="16960" y="12239"/>
                </a:lnTo>
                <a:lnTo>
                  <a:pt x="17398" y="12239"/>
                </a:lnTo>
                <a:lnTo>
                  <a:pt x="17836" y="12191"/>
                </a:lnTo>
                <a:lnTo>
                  <a:pt x="18249" y="12093"/>
                </a:lnTo>
                <a:lnTo>
                  <a:pt x="18687" y="11947"/>
                </a:lnTo>
                <a:lnTo>
                  <a:pt x="19052" y="11777"/>
                </a:lnTo>
                <a:lnTo>
                  <a:pt x="19442" y="11582"/>
                </a:lnTo>
                <a:lnTo>
                  <a:pt x="19782" y="11339"/>
                </a:lnTo>
                <a:lnTo>
                  <a:pt x="20123" y="11096"/>
                </a:lnTo>
                <a:lnTo>
                  <a:pt x="20439" y="10804"/>
                </a:lnTo>
                <a:lnTo>
                  <a:pt x="20707" y="10487"/>
                </a:lnTo>
                <a:lnTo>
                  <a:pt x="20974" y="10147"/>
                </a:lnTo>
                <a:lnTo>
                  <a:pt x="21193" y="9782"/>
                </a:lnTo>
                <a:lnTo>
                  <a:pt x="21388" y="9417"/>
                </a:lnTo>
                <a:lnTo>
                  <a:pt x="21534" y="9027"/>
                </a:lnTo>
                <a:lnTo>
                  <a:pt x="21631" y="8614"/>
                </a:lnTo>
                <a:lnTo>
                  <a:pt x="21680" y="8224"/>
                </a:lnTo>
                <a:lnTo>
                  <a:pt x="21704" y="7811"/>
                </a:lnTo>
                <a:lnTo>
                  <a:pt x="21656" y="7397"/>
                </a:lnTo>
                <a:lnTo>
                  <a:pt x="21583" y="6983"/>
                </a:lnTo>
                <a:lnTo>
                  <a:pt x="21412" y="6570"/>
                </a:lnTo>
                <a:lnTo>
                  <a:pt x="21218" y="6180"/>
                </a:lnTo>
                <a:lnTo>
                  <a:pt x="20974" y="5791"/>
                </a:lnTo>
                <a:lnTo>
                  <a:pt x="20682" y="5450"/>
                </a:lnTo>
                <a:lnTo>
                  <a:pt x="20342" y="5110"/>
                </a:lnTo>
                <a:lnTo>
                  <a:pt x="20001" y="4818"/>
                </a:lnTo>
                <a:lnTo>
                  <a:pt x="19636" y="4526"/>
                </a:lnTo>
                <a:lnTo>
                  <a:pt x="19247" y="4307"/>
                </a:lnTo>
                <a:lnTo>
                  <a:pt x="18858" y="4088"/>
                </a:lnTo>
                <a:lnTo>
                  <a:pt x="18493" y="3942"/>
                </a:lnTo>
                <a:lnTo>
                  <a:pt x="18103" y="3845"/>
                </a:lnTo>
                <a:lnTo>
                  <a:pt x="17738" y="3772"/>
                </a:lnTo>
                <a:lnTo>
                  <a:pt x="17349" y="3747"/>
                </a:lnTo>
                <a:lnTo>
                  <a:pt x="16960" y="3747"/>
                </a:lnTo>
                <a:lnTo>
                  <a:pt x="16570" y="3820"/>
                </a:lnTo>
                <a:lnTo>
                  <a:pt x="16205" y="3918"/>
                </a:lnTo>
                <a:lnTo>
                  <a:pt x="15840" y="4039"/>
                </a:lnTo>
                <a:lnTo>
                  <a:pt x="15159" y="2214"/>
                </a:lnTo>
                <a:lnTo>
                  <a:pt x="15013" y="1801"/>
                </a:lnTo>
                <a:lnTo>
                  <a:pt x="14891" y="1387"/>
                </a:lnTo>
                <a:lnTo>
                  <a:pt x="14721" y="973"/>
                </a:lnTo>
                <a:lnTo>
                  <a:pt x="14648" y="779"/>
                </a:lnTo>
                <a:lnTo>
                  <a:pt x="14526" y="584"/>
                </a:lnTo>
                <a:lnTo>
                  <a:pt x="14794" y="560"/>
                </a:lnTo>
                <a:lnTo>
                  <a:pt x="15256" y="560"/>
                </a:lnTo>
                <a:lnTo>
                  <a:pt x="15475" y="584"/>
                </a:lnTo>
                <a:lnTo>
                  <a:pt x="15694" y="633"/>
                </a:lnTo>
                <a:lnTo>
                  <a:pt x="15816" y="657"/>
                </a:lnTo>
                <a:lnTo>
                  <a:pt x="15840" y="706"/>
                </a:lnTo>
                <a:lnTo>
                  <a:pt x="15865" y="730"/>
                </a:lnTo>
                <a:lnTo>
                  <a:pt x="15865" y="852"/>
                </a:lnTo>
                <a:lnTo>
                  <a:pt x="15840" y="1022"/>
                </a:lnTo>
                <a:lnTo>
                  <a:pt x="15743" y="1119"/>
                </a:lnTo>
                <a:lnTo>
                  <a:pt x="15646" y="1217"/>
                </a:lnTo>
                <a:lnTo>
                  <a:pt x="15621" y="1314"/>
                </a:lnTo>
                <a:lnTo>
                  <a:pt x="15621" y="1387"/>
                </a:lnTo>
                <a:lnTo>
                  <a:pt x="15646" y="1411"/>
                </a:lnTo>
                <a:lnTo>
                  <a:pt x="15670" y="1436"/>
                </a:lnTo>
                <a:lnTo>
                  <a:pt x="15743" y="1484"/>
                </a:lnTo>
                <a:lnTo>
                  <a:pt x="15840" y="1484"/>
                </a:lnTo>
                <a:lnTo>
                  <a:pt x="16011" y="1387"/>
                </a:lnTo>
                <a:lnTo>
                  <a:pt x="16157" y="1265"/>
                </a:lnTo>
                <a:lnTo>
                  <a:pt x="16278" y="1119"/>
                </a:lnTo>
                <a:lnTo>
                  <a:pt x="16376" y="949"/>
                </a:lnTo>
                <a:lnTo>
                  <a:pt x="16424" y="779"/>
                </a:lnTo>
                <a:lnTo>
                  <a:pt x="16424" y="681"/>
                </a:lnTo>
                <a:lnTo>
                  <a:pt x="16400" y="584"/>
                </a:lnTo>
                <a:lnTo>
                  <a:pt x="16376" y="511"/>
                </a:lnTo>
                <a:lnTo>
                  <a:pt x="16327" y="414"/>
                </a:lnTo>
                <a:lnTo>
                  <a:pt x="16254" y="341"/>
                </a:lnTo>
                <a:lnTo>
                  <a:pt x="16157" y="268"/>
                </a:lnTo>
                <a:lnTo>
                  <a:pt x="15938" y="170"/>
                </a:lnTo>
                <a:lnTo>
                  <a:pt x="15719" y="97"/>
                </a:lnTo>
                <a:lnTo>
                  <a:pt x="15475" y="49"/>
                </a:lnTo>
                <a:lnTo>
                  <a:pt x="15232" y="24"/>
                </a:lnTo>
                <a:lnTo>
                  <a:pt x="14940" y="0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24"/>
          <p:cNvSpPr/>
          <p:nvPr/>
        </p:nvSpPr>
        <p:spPr>
          <a:xfrm>
            <a:off x="1751605" y="2591382"/>
            <a:ext cx="333722" cy="282025"/>
          </a:xfrm>
          <a:custGeom>
            <a:rect b="b" l="l" r="r" t="t"/>
            <a:pathLst>
              <a:path extrusionOk="0" h="16328" w="19321">
                <a:moveTo>
                  <a:pt x="15403" y="1996"/>
                </a:moveTo>
                <a:lnTo>
                  <a:pt x="15573" y="2215"/>
                </a:lnTo>
                <a:lnTo>
                  <a:pt x="15695" y="2458"/>
                </a:lnTo>
                <a:lnTo>
                  <a:pt x="15500" y="2531"/>
                </a:lnTo>
                <a:lnTo>
                  <a:pt x="15306" y="2629"/>
                </a:lnTo>
                <a:lnTo>
                  <a:pt x="14916" y="2799"/>
                </a:lnTo>
                <a:lnTo>
                  <a:pt x="14819" y="2483"/>
                </a:lnTo>
                <a:lnTo>
                  <a:pt x="14673" y="2215"/>
                </a:lnTo>
                <a:lnTo>
                  <a:pt x="14965" y="2118"/>
                </a:lnTo>
                <a:lnTo>
                  <a:pt x="15403" y="1996"/>
                </a:lnTo>
                <a:close/>
                <a:moveTo>
                  <a:pt x="15817" y="2702"/>
                </a:moveTo>
                <a:lnTo>
                  <a:pt x="16011" y="3140"/>
                </a:lnTo>
                <a:lnTo>
                  <a:pt x="15646" y="3286"/>
                </a:lnTo>
                <a:lnTo>
                  <a:pt x="15379" y="3407"/>
                </a:lnTo>
                <a:lnTo>
                  <a:pt x="15111" y="3553"/>
                </a:lnTo>
                <a:lnTo>
                  <a:pt x="14989" y="3042"/>
                </a:lnTo>
                <a:lnTo>
                  <a:pt x="15306" y="2921"/>
                </a:lnTo>
                <a:lnTo>
                  <a:pt x="15573" y="2823"/>
                </a:lnTo>
                <a:lnTo>
                  <a:pt x="15817" y="2702"/>
                </a:lnTo>
                <a:close/>
                <a:moveTo>
                  <a:pt x="16084" y="3286"/>
                </a:moveTo>
                <a:lnTo>
                  <a:pt x="16206" y="3602"/>
                </a:lnTo>
                <a:lnTo>
                  <a:pt x="15817" y="3772"/>
                </a:lnTo>
                <a:lnTo>
                  <a:pt x="15500" y="3894"/>
                </a:lnTo>
                <a:lnTo>
                  <a:pt x="15354" y="3943"/>
                </a:lnTo>
                <a:lnTo>
                  <a:pt x="15208" y="4040"/>
                </a:lnTo>
                <a:lnTo>
                  <a:pt x="15135" y="3699"/>
                </a:lnTo>
                <a:lnTo>
                  <a:pt x="15427" y="3578"/>
                </a:lnTo>
                <a:lnTo>
                  <a:pt x="15719" y="3456"/>
                </a:lnTo>
                <a:lnTo>
                  <a:pt x="16084" y="3286"/>
                </a:lnTo>
                <a:close/>
                <a:moveTo>
                  <a:pt x="16303" y="3894"/>
                </a:moveTo>
                <a:lnTo>
                  <a:pt x="16449" y="4283"/>
                </a:lnTo>
                <a:lnTo>
                  <a:pt x="16376" y="4259"/>
                </a:lnTo>
                <a:lnTo>
                  <a:pt x="16279" y="4259"/>
                </a:lnTo>
                <a:lnTo>
                  <a:pt x="16133" y="4308"/>
                </a:lnTo>
                <a:lnTo>
                  <a:pt x="15841" y="4454"/>
                </a:lnTo>
                <a:lnTo>
                  <a:pt x="15598" y="4575"/>
                </a:lnTo>
                <a:lnTo>
                  <a:pt x="15379" y="4697"/>
                </a:lnTo>
                <a:lnTo>
                  <a:pt x="15257" y="4259"/>
                </a:lnTo>
                <a:lnTo>
                  <a:pt x="15427" y="4210"/>
                </a:lnTo>
                <a:lnTo>
                  <a:pt x="15573" y="4162"/>
                </a:lnTo>
                <a:lnTo>
                  <a:pt x="15890" y="4040"/>
                </a:lnTo>
                <a:lnTo>
                  <a:pt x="16303" y="3894"/>
                </a:lnTo>
                <a:close/>
                <a:moveTo>
                  <a:pt x="16498" y="4405"/>
                </a:moveTo>
                <a:lnTo>
                  <a:pt x="16498" y="4454"/>
                </a:lnTo>
                <a:lnTo>
                  <a:pt x="16595" y="4721"/>
                </a:lnTo>
                <a:lnTo>
                  <a:pt x="16449" y="4770"/>
                </a:lnTo>
                <a:lnTo>
                  <a:pt x="16303" y="4819"/>
                </a:lnTo>
                <a:lnTo>
                  <a:pt x="16011" y="4965"/>
                </a:lnTo>
                <a:lnTo>
                  <a:pt x="15768" y="5086"/>
                </a:lnTo>
                <a:lnTo>
                  <a:pt x="15622" y="5184"/>
                </a:lnTo>
                <a:lnTo>
                  <a:pt x="15549" y="5232"/>
                </a:lnTo>
                <a:lnTo>
                  <a:pt x="15525" y="5305"/>
                </a:lnTo>
                <a:lnTo>
                  <a:pt x="15427" y="4892"/>
                </a:lnTo>
                <a:lnTo>
                  <a:pt x="15695" y="4819"/>
                </a:lnTo>
                <a:lnTo>
                  <a:pt x="15938" y="4721"/>
                </a:lnTo>
                <a:lnTo>
                  <a:pt x="16255" y="4624"/>
                </a:lnTo>
                <a:lnTo>
                  <a:pt x="16401" y="4527"/>
                </a:lnTo>
                <a:lnTo>
                  <a:pt x="16449" y="4478"/>
                </a:lnTo>
                <a:lnTo>
                  <a:pt x="16498" y="4405"/>
                </a:lnTo>
                <a:close/>
                <a:moveTo>
                  <a:pt x="16717" y="5062"/>
                </a:moveTo>
                <a:lnTo>
                  <a:pt x="16814" y="5305"/>
                </a:lnTo>
                <a:lnTo>
                  <a:pt x="16547" y="5403"/>
                </a:lnTo>
                <a:lnTo>
                  <a:pt x="16303" y="5524"/>
                </a:lnTo>
                <a:lnTo>
                  <a:pt x="15987" y="5670"/>
                </a:lnTo>
                <a:lnTo>
                  <a:pt x="15817" y="5743"/>
                </a:lnTo>
                <a:lnTo>
                  <a:pt x="15671" y="5816"/>
                </a:lnTo>
                <a:lnTo>
                  <a:pt x="15549" y="5354"/>
                </a:lnTo>
                <a:lnTo>
                  <a:pt x="15622" y="5403"/>
                </a:lnTo>
                <a:lnTo>
                  <a:pt x="15719" y="5427"/>
                </a:lnTo>
                <a:lnTo>
                  <a:pt x="15792" y="5403"/>
                </a:lnTo>
                <a:lnTo>
                  <a:pt x="15890" y="5378"/>
                </a:lnTo>
                <a:lnTo>
                  <a:pt x="16084" y="5305"/>
                </a:lnTo>
                <a:lnTo>
                  <a:pt x="16255" y="5257"/>
                </a:lnTo>
                <a:lnTo>
                  <a:pt x="16498" y="5159"/>
                </a:lnTo>
                <a:lnTo>
                  <a:pt x="16620" y="5111"/>
                </a:lnTo>
                <a:lnTo>
                  <a:pt x="16717" y="5062"/>
                </a:lnTo>
                <a:close/>
                <a:moveTo>
                  <a:pt x="17082" y="4551"/>
                </a:moveTo>
                <a:lnTo>
                  <a:pt x="17106" y="4575"/>
                </a:lnTo>
                <a:lnTo>
                  <a:pt x="17228" y="4673"/>
                </a:lnTo>
                <a:lnTo>
                  <a:pt x="17350" y="4746"/>
                </a:lnTo>
                <a:lnTo>
                  <a:pt x="17496" y="4794"/>
                </a:lnTo>
                <a:lnTo>
                  <a:pt x="17666" y="4819"/>
                </a:lnTo>
                <a:lnTo>
                  <a:pt x="17885" y="4867"/>
                </a:lnTo>
                <a:lnTo>
                  <a:pt x="18128" y="4965"/>
                </a:lnTo>
                <a:lnTo>
                  <a:pt x="18323" y="5062"/>
                </a:lnTo>
                <a:lnTo>
                  <a:pt x="18518" y="5208"/>
                </a:lnTo>
                <a:lnTo>
                  <a:pt x="18591" y="5281"/>
                </a:lnTo>
                <a:lnTo>
                  <a:pt x="18664" y="5354"/>
                </a:lnTo>
                <a:lnTo>
                  <a:pt x="18785" y="5573"/>
                </a:lnTo>
                <a:lnTo>
                  <a:pt x="18810" y="5670"/>
                </a:lnTo>
                <a:lnTo>
                  <a:pt x="18834" y="5768"/>
                </a:lnTo>
                <a:lnTo>
                  <a:pt x="18834" y="5889"/>
                </a:lnTo>
                <a:lnTo>
                  <a:pt x="18810" y="6011"/>
                </a:lnTo>
                <a:lnTo>
                  <a:pt x="18761" y="6108"/>
                </a:lnTo>
                <a:lnTo>
                  <a:pt x="18664" y="6181"/>
                </a:lnTo>
                <a:lnTo>
                  <a:pt x="18542" y="6254"/>
                </a:lnTo>
                <a:lnTo>
                  <a:pt x="18396" y="6303"/>
                </a:lnTo>
                <a:lnTo>
                  <a:pt x="18080" y="6376"/>
                </a:lnTo>
                <a:lnTo>
                  <a:pt x="17812" y="6400"/>
                </a:lnTo>
                <a:lnTo>
                  <a:pt x="17447" y="5476"/>
                </a:lnTo>
                <a:lnTo>
                  <a:pt x="17082" y="4551"/>
                </a:lnTo>
                <a:close/>
                <a:moveTo>
                  <a:pt x="16936" y="5622"/>
                </a:moveTo>
                <a:lnTo>
                  <a:pt x="17033" y="5889"/>
                </a:lnTo>
                <a:lnTo>
                  <a:pt x="16863" y="5938"/>
                </a:lnTo>
                <a:lnTo>
                  <a:pt x="16717" y="6011"/>
                </a:lnTo>
                <a:lnTo>
                  <a:pt x="16401" y="6157"/>
                </a:lnTo>
                <a:lnTo>
                  <a:pt x="16084" y="6303"/>
                </a:lnTo>
                <a:lnTo>
                  <a:pt x="15768" y="6425"/>
                </a:lnTo>
                <a:lnTo>
                  <a:pt x="15768" y="6376"/>
                </a:lnTo>
                <a:lnTo>
                  <a:pt x="15719" y="6303"/>
                </a:lnTo>
                <a:lnTo>
                  <a:pt x="15719" y="6157"/>
                </a:lnTo>
                <a:lnTo>
                  <a:pt x="15719" y="6011"/>
                </a:lnTo>
                <a:lnTo>
                  <a:pt x="15890" y="5987"/>
                </a:lnTo>
                <a:lnTo>
                  <a:pt x="16084" y="5938"/>
                </a:lnTo>
                <a:lnTo>
                  <a:pt x="16425" y="5816"/>
                </a:lnTo>
                <a:lnTo>
                  <a:pt x="16668" y="5719"/>
                </a:lnTo>
                <a:lnTo>
                  <a:pt x="16936" y="5622"/>
                </a:lnTo>
                <a:close/>
                <a:moveTo>
                  <a:pt x="2142" y="4770"/>
                </a:moveTo>
                <a:lnTo>
                  <a:pt x="1607" y="6303"/>
                </a:lnTo>
                <a:lnTo>
                  <a:pt x="1534" y="6473"/>
                </a:lnTo>
                <a:lnTo>
                  <a:pt x="1436" y="6449"/>
                </a:lnTo>
                <a:lnTo>
                  <a:pt x="877" y="6449"/>
                </a:lnTo>
                <a:lnTo>
                  <a:pt x="779" y="6400"/>
                </a:lnTo>
                <a:lnTo>
                  <a:pt x="706" y="6327"/>
                </a:lnTo>
                <a:lnTo>
                  <a:pt x="609" y="6230"/>
                </a:lnTo>
                <a:lnTo>
                  <a:pt x="536" y="6084"/>
                </a:lnTo>
                <a:lnTo>
                  <a:pt x="512" y="5938"/>
                </a:lnTo>
                <a:lnTo>
                  <a:pt x="536" y="5816"/>
                </a:lnTo>
                <a:lnTo>
                  <a:pt x="560" y="5670"/>
                </a:lnTo>
                <a:lnTo>
                  <a:pt x="633" y="5524"/>
                </a:lnTo>
                <a:lnTo>
                  <a:pt x="706" y="5403"/>
                </a:lnTo>
                <a:lnTo>
                  <a:pt x="804" y="5305"/>
                </a:lnTo>
                <a:lnTo>
                  <a:pt x="901" y="5208"/>
                </a:lnTo>
                <a:lnTo>
                  <a:pt x="998" y="5111"/>
                </a:lnTo>
                <a:lnTo>
                  <a:pt x="1144" y="5038"/>
                </a:lnTo>
                <a:lnTo>
                  <a:pt x="1266" y="4965"/>
                </a:lnTo>
                <a:lnTo>
                  <a:pt x="1412" y="4916"/>
                </a:lnTo>
                <a:lnTo>
                  <a:pt x="1704" y="4867"/>
                </a:lnTo>
                <a:lnTo>
                  <a:pt x="1996" y="4819"/>
                </a:lnTo>
                <a:lnTo>
                  <a:pt x="2142" y="4770"/>
                </a:lnTo>
                <a:close/>
                <a:moveTo>
                  <a:pt x="10342" y="1899"/>
                </a:moveTo>
                <a:lnTo>
                  <a:pt x="10926" y="1923"/>
                </a:lnTo>
                <a:lnTo>
                  <a:pt x="11510" y="1972"/>
                </a:lnTo>
                <a:lnTo>
                  <a:pt x="12094" y="2045"/>
                </a:lnTo>
                <a:lnTo>
                  <a:pt x="12702" y="2118"/>
                </a:lnTo>
                <a:lnTo>
                  <a:pt x="13286" y="2239"/>
                </a:lnTo>
                <a:lnTo>
                  <a:pt x="13797" y="2361"/>
                </a:lnTo>
                <a:lnTo>
                  <a:pt x="14065" y="2410"/>
                </a:lnTo>
                <a:lnTo>
                  <a:pt x="14308" y="2434"/>
                </a:lnTo>
                <a:lnTo>
                  <a:pt x="14332" y="2653"/>
                </a:lnTo>
                <a:lnTo>
                  <a:pt x="14357" y="2872"/>
                </a:lnTo>
                <a:lnTo>
                  <a:pt x="14478" y="3334"/>
                </a:lnTo>
                <a:lnTo>
                  <a:pt x="14600" y="3772"/>
                </a:lnTo>
                <a:lnTo>
                  <a:pt x="14722" y="4186"/>
                </a:lnTo>
                <a:lnTo>
                  <a:pt x="14989" y="5305"/>
                </a:lnTo>
                <a:lnTo>
                  <a:pt x="15111" y="5816"/>
                </a:lnTo>
                <a:lnTo>
                  <a:pt x="15184" y="6084"/>
                </a:lnTo>
                <a:lnTo>
                  <a:pt x="15281" y="6327"/>
                </a:lnTo>
                <a:lnTo>
                  <a:pt x="15014" y="6449"/>
                </a:lnTo>
                <a:lnTo>
                  <a:pt x="14722" y="6571"/>
                </a:lnTo>
                <a:lnTo>
                  <a:pt x="14162" y="6814"/>
                </a:lnTo>
                <a:lnTo>
                  <a:pt x="13457" y="7033"/>
                </a:lnTo>
                <a:lnTo>
                  <a:pt x="12751" y="7228"/>
                </a:lnTo>
                <a:lnTo>
                  <a:pt x="11972" y="7398"/>
                </a:lnTo>
                <a:lnTo>
                  <a:pt x="11169" y="7520"/>
                </a:lnTo>
                <a:lnTo>
                  <a:pt x="10366" y="7593"/>
                </a:lnTo>
                <a:lnTo>
                  <a:pt x="9588" y="7617"/>
                </a:lnTo>
                <a:lnTo>
                  <a:pt x="8809" y="7617"/>
                </a:lnTo>
                <a:lnTo>
                  <a:pt x="8055" y="7568"/>
                </a:lnTo>
                <a:lnTo>
                  <a:pt x="7300" y="7471"/>
                </a:lnTo>
                <a:lnTo>
                  <a:pt x="6546" y="7325"/>
                </a:lnTo>
                <a:lnTo>
                  <a:pt x="5840" y="7155"/>
                </a:lnTo>
                <a:lnTo>
                  <a:pt x="5135" y="6960"/>
                </a:lnTo>
                <a:lnTo>
                  <a:pt x="4794" y="6838"/>
                </a:lnTo>
                <a:lnTo>
                  <a:pt x="4478" y="6717"/>
                </a:lnTo>
                <a:lnTo>
                  <a:pt x="4137" y="6595"/>
                </a:lnTo>
                <a:lnTo>
                  <a:pt x="3821" y="6498"/>
                </a:lnTo>
                <a:lnTo>
                  <a:pt x="3821" y="6449"/>
                </a:lnTo>
                <a:lnTo>
                  <a:pt x="3943" y="5914"/>
                </a:lnTo>
                <a:lnTo>
                  <a:pt x="4064" y="5378"/>
                </a:lnTo>
                <a:lnTo>
                  <a:pt x="4186" y="4867"/>
                </a:lnTo>
                <a:lnTo>
                  <a:pt x="4356" y="4332"/>
                </a:lnTo>
                <a:lnTo>
                  <a:pt x="4527" y="3821"/>
                </a:lnTo>
                <a:lnTo>
                  <a:pt x="4697" y="3310"/>
                </a:lnTo>
                <a:lnTo>
                  <a:pt x="4843" y="2896"/>
                </a:lnTo>
                <a:lnTo>
                  <a:pt x="4916" y="2702"/>
                </a:lnTo>
                <a:lnTo>
                  <a:pt x="4965" y="2483"/>
                </a:lnTo>
                <a:lnTo>
                  <a:pt x="5038" y="2507"/>
                </a:lnTo>
                <a:lnTo>
                  <a:pt x="5111" y="2507"/>
                </a:lnTo>
                <a:lnTo>
                  <a:pt x="6254" y="2264"/>
                </a:lnTo>
                <a:lnTo>
                  <a:pt x="6838" y="2142"/>
                </a:lnTo>
                <a:lnTo>
                  <a:pt x="7398" y="2069"/>
                </a:lnTo>
                <a:lnTo>
                  <a:pt x="7982" y="1996"/>
                </a:lnTo>
                <a:lnTo>
                  <a:pt x="8566" y="1947"/>
                </a:lnTo>
                <a:lnTo>
                  <a:pt x="9150" y="1923"/>
                </a:lnTo>
                <a:lnTo>
                  <a:pt x="9734" y="1899"/>
                </a:lnTo>
                <a:close/>
                <a:moveTo>
                  <a:pt x="16863" y="7933"/>
                </a:moveTo>
                <a:lnTo>
                  <a:pt x="16011" y="8177"/>
                </a:lnTo>
                <a:lnTo>
                  <a:pt x="15160" y="8371"/>
                </a:lnTo>
                <a:lnTo>
                  <a:pt x="14308" y="8566"/>
                </a:lnTo>
                <a:lnTo>
                  <a:pt x="13432" y="8736"/>
                </a:lnTo>
                <a:lnTo>
                  <a:pt x="12581" y="8882"/>
                </a:lnTo>
                <a:lnTo>
                  <a:pt x="11705" y="9004"/>
                </a:lnTo>
                <a:lnTo>
                  <a:pt x="10829" y="9077"/>
                </a:lnTo>
                <a:lnTo>
                  <a:pt x="9953" y="9126"/>
                </a:lnTo>
                <a:lnTo>
                  <a:pt x="9052" y="9126"/>
                </a:lnTo>
                <a:lnTo>
                  <a:pt x="8176" y="9101"/>
                </a:lnTo>
                <a:lnTo>
                  <a:pt x="7276" y="9053"/>
                </a:lnTo>
                <a:lnTo>
                  <a:pt x="6400" y="8955"/>
                </a:lnTo>
                <a:lnTo>
                  <a:pt x="5476" y="8834"/>
                </a:lnTo>
                <a:lnTo>
                  <a:pt x="4575" y="8663"/>
                </a:lnTo>
                <a:lnTo>
                  <a:pt x="3675" y="8469"/>
                </a:lnTo>
                <a:lnTo>
                  <a:pt x="2775" y="8323"/>
                </a:lnTo>
                <a:lnTo>
                  <a:pt x="2702" y="8347"/>
                </a:lnTo>
                <a:lnTo>
                  <a:pt x="2677" y="8371"/>
                </a:lnTo>
                <a:lnTo>
                  <a:pt x="2677" y="8420"/>
                </a:lnTo>
                <a:lnTo>
                  <a:pt x="2726" y="8469"/>
                </a:lnTo>
                <a:lnTo>
                  <a:pt x="3140" y="8615"/>
                </a:lnTo>
                <a:lnTo>
                  <a:pt x="3553" y="8761"/>
                </a:lnTo>
                <a:lnTo>
                  <a:pt x="3991" y="8882"/>
                </a:lnTo>
                <a:lnTo>
                  <a:pt x="4429" y="8980"/>
                </a:lnTo>
                <a:lnTo>
                  <a:pt x="5305" y="9126"/>
                </a:lnTo>
                <a:lnTo>
                  <a:pt x="6181" y="9272"/>
                </a:lnTo>
                <a:lnTo>
                  <a:pt x="7081" y="9369"/>
                </a:lnTo>
                <a:lnTo>
                  <a:pt x="7957" y="9442"/>
                </a:lnTo>
                <a:lnTo>
                  <a:pt x="8858" y="9466"/>
                </a:lnTo>
                <a:lnTo>
                  <a:pt x="9758" y="9466"/>
                </a:lnTo>
                <a:lnTo>
                  <a:pt x="10658" y="9442"/>
                </a:lnTo>
                <a:lnTo>
                  <a:pt x="11583" y="9393"/>
                </a:lnTo>
                <a:lnTo>
                  <a:pt x="12508" y="9296"/>
                </a:lnTo>
                <a:lnTo>
                  <a:pt x="13408" y="9174"/>
                </a:lnTo>
                <a:lnTo>
                  <a:pt x="14308" y="9004"/>
                </a:lnTo>
                <a:lnTo>
                  <a:pt x="15208" y="8785"/>
                </a:lnTo>
                <a:lnTo>
                  <a:pt x="16084" y="8542"/>
                </a:lnTo>
                <a:lnTo>
                  <a:pt x="16960" y="8250"/>
                </a:lnTo>
                <a:lnTo>
                  <a:pt x="17009" y="8225"/>
                </a:lnTo>
                <a:lnTo>
                  <a:pt x="17058" y="8177"/>
                </a:lnTo>
                <a:lnTo>
                  <a:pt x="17058" y="8104"/>
                </a:lnTo>
                <a:lnTo>
                  <a:pt x="17058" y="8055"/>
                </a:lnTo>
                <a:lnTo>
                  <a:pt x="17033" y="8006"/>
                </a:lnTo>
                <a:lnTo>
                  <a:pt x="16985" y="7958"/>
                </a:lnTo>
                <a:lnTo>
                  <a:pt x="16936" y="7933"/>
                </a:lnTo>
                <a:close/>
                <a:moveTo>
                  <a:pt x="9320" y="9953"/>
                </a:moveTo>
                <a:lnTo>
                  <a:pt x="8639" y="9977"/>
                </a:lnTo>
                <a:lnTo>
                  <a:pt x="7714" y="9977"/>
                </a:lnTo>
                <a:lnTo>
                  <a:pt x="7446" y="10001"/>
                </a:lnTo>
                <a:lnTo>
                  <a:pt x="7300" y="10026"/>
                </a:lnTo>
                <a:lnTo>
                  <a:pt x="7179" y="10050"/>
                </a:lnTo>
                <a:lnTo>
                  <a:pt x="7081" y="10123"/>
                </a:lnTo>
                <a:lnTo>
                  <a:pt x="6984" y="10220"/>
                </a:lnTo>
                <a:lnTo>
                  <a:pt x="6960" y="10269"/>
                </a:lnTo>
                <a:lnTo>
                  <a:pt x="6984" y="10293"/>
                </a:lnTo>
                <a:lnTo>
                  <a:pt x="7057" y="10366"/>
                </a:lnTo>
                <a:lnTo>
                  <a:pt x="7154" y="10415"/>
                </a:lnTo>
                <a:lnTo>
                  <a:pt x="7252" y="10464"/>
                </a:lnTo>
                <a:lnTo>
                  <a:pt x="7349" y="10488"/>
                </a:lnTo>
                <a:lnTo>
                  <a:pt x="7568" y="10512"/>
                </a:lnTo>
                <a:lnTo>
                  <a:pt x="10585" y="10512"/>
                </a:lnTo>
                <a:lnTo>
                  <a:pt x="12021" y="10561"/>
                </a:lnTo>
                <a:lnTo>
                  <a:pt x="12143" y="10537"/>
                </a:lnTo>
                <a:lnTo>
                  <a:pt x="12216" y="10488"/>
                </a:lnTo>
                <a:lnTo>
                  <a:pt x="12264" y="10391"/>
                </a:lnTo>
                <a:lnTo>
                  <a:pt x="12289" y="10293"/>
                </a:lnTo>
                <a:lnTo>
                  <a:pt x="12264" y="10196"/>
                </a:lnTo>
                <a:lnTo>
                  <a:pt x="12216" y="10099"/>
                </a:lnTo>
                <a:lnTo>
                  <a:pt x="12143" y="10050"/>
                </a:lnTo>
                <a:lnTo>
                  <a:pt x="12021" y="10001"/>
                </a:lnTo>
                <a:lnTo>
                  <a:pt x="10683" y="9977"/>
                </a:lnTo>
                <a:lnTo>
                  <a:pt x="9320" y="9953"/>
                </a:lnTo>
                <a:close/>
                <a:moveTo>
                  <a:pt x="10950" y="10975"/>
                </a:moveTo>
                <a:lnTo>
                  <a:pt x="10683" y="10999"/>
                </a:lnTo>
                <a:lnTo>
                  <a:pt x="10123" y="11023"/>
                </a:lnTo>
                <a:lnTo>
                  <a:pt x="9612" y="11048"/>
                </a:lnTo>
                <a:lnTo>
                  <a:pt x="9028" y="11023"/>
                </a:lnTo>
                <a:lnTo>
                  <a:pt x="8152" y="11023"/>
                </a:lnTo>
                <a:lnTo>
                  <a:pt x="7860" y="11048"/>
                </a:lnTo>
                <a:lnTo>
                  <a:pt x="7568" y="11096"/>
                </a:lnTo>
                <a:lnTo>
                  <a:pt x="7300" y="11169"/>
                </a:lnTo>
                <a:lnTo>
                  <a:pt x="7252" y="11194"/>
                </a:lnTo>
                <a:lnTo>
                  <a:pt x="7227" y="11218"/>
                </a:lnTo>
                <a:lnTo>
                  <a:pt x="7203" y="11315"/>
                </a:lnTo>
                <a:lnTo>
                  <a:pt x="7227" y="11413"/>
                </a:lnTo>
                <a:lnTo>
                  <a:pt x="7252" y="11437"/>
                </a:lnTo>
                <a:lnTo>
                  <a:pt x="7300" y="11461"/>
                </a:lnTo>
                <a:lnTo>
                  <a:pt x="7568" y="11534"/>
                </a:lnTo>
                <a:lnTo>
                  <a:pt x="7811" y="11559"/>
                </a:lnTo>
                <a:lnTo>
                  <a:pt x="8079" y="11583"/>
                </a:lnTo>
                <a:lnTo>
                  <a:pt x="8347" y="11607"/>
                </a:lnTo>
                <a:lnTo>
                  <a:pt x="9417" y="11559"/>
                </a:lnTo>
                <a:lnTo>
                  <a:pt x="10561" y="11559"/>
                </a:lnTo>
                <a:lnTo>
                  <a:pt x="11145" y="11583"/>
                </a:lnTo>
                <a:lnTo>
                  <a:pt x="11437" y="11559"/>
                </a:lnTo>
                <a:lnTo>
                  <a:pt x="11583" y="11534"/>
                </a:lnTo>
                <a:lnTo>
                  <a:pt x="11729" y="11486"/>
                </a:lnTo>
                <a:lnTo>
                  <a:pt x="11802" y="11461"/>
                </a:lnTo>
                <a:lnTo>
                  <a:pt x="11851" y="11413"/>
                </a:lnTo>
                <a:lnTo>
                  <a:pt x="11875" y="11364"/>
                </a:lnTo>
                <a:lnTo>
                  <a:pt x="11875" y="11291"/>
                </a:lnTo>
                <a:lnTo>
                  <a:pt x="11875" y="11218"/>
                </a:lnTo>
                <a:lnTo>
                  <a:pt x="11851" y="11169"/>
                </a:lnTo>
                <a:lnTo>
                  <a:pt x="11802" y="11121"/>
                </a:lnTo>
                <a:lnTo>
                  <a:pt x="11729" y="11096"/>
                </a:lnTo>
                <a:lnTo>
                  <a:pt x="11486" y="11023"/>
                </a:lnTo>
                <a:lnTo>
                  <a:pt x="11218" y="10999"/>
                </a:lnTo>
                <a:lnTo>
                  <a:pt x="10950" y="10975"/>
                </a:lnTo>
                <a:close/>
                <a:moveTo>
                  <a:pt x="4210" y="9734"/>
                </a:moveTo>
                <a:lnTo>
                  <a:pt x="4356" y="9758"/>
                </a:lnTo>
                <a:lnTo>
                  <a:pt x="4478" y="9783"/>
                </a:lnTo>
                <a:lnTo>
                  <a:pt x="4600" y="9807"/>
                </a:lnTo>
                <a:lnTo>
                  <a:pt x="4819" y="9928"/>
                </a:lnTo>
                <a:lnTo>
                  <a:pt x="5013" y="10074"/>
                </a:lnTo>
                <a:lnTo>
                  <a:pt x="5184" y="10269"/>
                </a:lnTo>
                <a:lnTo>
                  <a:pt x="5330" y="10488"/>
                </a:lnTo>
                <a:lnTo>
                  <a:pt x="5451" y="10756"/>
                </a:lnTo>
                <a:lnTo>
                  <a:pt x="5524" y="10902"/>
                </a:lnTo>
                <a:lnTo>
                  <a:pt x="5549" y="11048"/>
                </a:lnTo>
                <a:lnTo>
                  <a:pt x="5549" y="11194"/>
                </a:lnTo>
                <a:lnTo>
                  <a:pt x="5524" y="11315"/>
                </a:lnTo>
                <a:lnTo>
                  <a:pt x="5476" y="11437"/>
                </a:lnTo>
                <a:lnTo>
                  <a:pt x="5427" y="11534"/>
                </a:lnTo>
                <a:lnTo>
                  <a:pt x="5330" y="11607"/>
                </a:lnTo>
                <a:lnTo>
                  <a:pt x="5232" y="11680"/>
                </a:lnTo>
                <a:lnTo>
                  <a:pt x="5135" y="11753"/>
                </a:lnTo>
                <a:lnTo>
                  <a:pt x="5013" y="11802"/>
                </a:lnTo>
                <a:lnTo>
                  <a:pt x="4770" y="11875"/>
                </a:lnTo>
                <a:lnTo>
                  <a:pt x="4478" y="11924"/>
                </a:lnTo>
                <a:lnTo>
                  <a:pt x="4210" y="11924"/>
                </a:lnTo>
                <a:lnTo>
                  <a:pt x="3967" y="11899"/>
                </a:lnTo>
                <a:lnTo>
                  <a:pt x="3699" y="11851"/>
                </a:lnTo>
                <a:lnTo>
                  <a:pt x="3456" y="11753"/>
                </a:lnTo>
                <a:lnTo>
                  <a:pt x="3213" y="11656"/>
                </a:lnTo>
                <a:lnTo>
                  <a:pt x="3018" y="11510"/>
                </a:lnTo>
                <a:lnTo>
                  <a:pt x="2921" y="11413"/>
                </a:lnTo>
                <a:lnTo>
                  <a:pt x="2848" y="11315"/>
                </a:lnTo>
                <a:lnTo>
                  <a:pt x="2799" y="11194"/>
                </a:lnTo>
                <a:lnTo>
                  <a:pt x="2750" y="11096"/>
                </a:lnTo>
                <a:lnTo>
                  <a:pt x="2702" y="10950"/>
                </a:lnTo>
                <a:lnTo>
                  <a:pt x="2677" y="10829"/>
                </a:lnTo>
                <a:lnTo>
                  <a:pt x="2702" y="10707"/>
                </a:lnTo>
                <a:lnTo>
                  <a:pt x="2702" y="10610"/>
                </a:lnTo>
                <a:lnTo>
                  <a:pt x="2726" y="10512"/>
                </a:lnTo>
                <a:lnTo>
                  <a:pt x="2775" y="10415"/>
                </a:lnTo>
                <a:lnTo>
                  <a:pt x="2896" y="10269"/>
                </a:lnTo>
                <a:lnTo>
                  <a:pt x="3042" y="10147"/>
                </a:lnTo>
                <a:lnTo>
                  <a:pt x="3213" y="10050"/>
                </a:lnTo>
                <a:lnTo>
                  <a:pt x="3383" y="9977"/>
                </a:lnTo>
                <a:lnTo>
                  <a:pt x="3772" y="9807"/>
                </a:lnTo>
                <a:lnTo>
                  <a:pt x="3797" y="9807"/>
                </a:lnTo>
                <a:lnTo>
                  <a:pt x="3943" y="9758"/>
                </a:lnTo>
                <a:lnTo>
                  <a:pt x="4089" y="9758"/>
                </a:lnTo>
                <a:lnTo>
                  <a:pt x="4210" y="9734"/>
                </a:lnTo>
                <a:close/>
                <a:moveTo>
                  <a:pt x="15208" y="9612"/>
                </a:moveTo>
                <a:lnTo>
                  <a:pt x="15476" y="9637"/>
                </a:lnTo>
                <a:lnTo>
                  <a:pt x="15622" y="9685"/>
                </a:lnTo>
                <a:lnTo>
                  <a:pt x="15719" y="9734"/>
                </a:lnTo>
                <a:lnTo>
                  <a:pt x="15914" y="9880"/>
                </a:lnTo>
                <a:lnTo>
                  <a:pt x="16084" y="10050"/>
                </a:lnTo>
                <a:lnTo>
                  <a:pt x="16279" y="10220"/>
                </a:lnTo>
                <a:lnTo>
                  <a:pt x="16401" y="10342"/>
                </a:lnTo>
                <a:lnTo>
                  <a:pt x="16498" y="10464"/>
                </a:lnTo>
                <a:lnTo>
                  <a:pt x="16547" y="10585"/>
                </a:lnTo>
                <a:lnTo>
                  <a:pt x="16571" y="10731"/>
                </a:lnTo>
                <a:lnTo>
                  <a:pt x="16571" y="10877"/>
                </a:lnTo>
                <a:lnTo>
                  <a:pt x="16547" y="11023"/>
                </a:lnTo>
                <a:lnTo>
                  <a:pt x="16498" y="11169"/>
                </a:lnTo>
                <a:lnTo>
                  <a:pt x="16425" y="11315"/>
                </a:lnTo>
                <a:lnTo>
                  <a:pt x="16352" y="11437"/>
                </a:lnTo>
                <a:lnTo>
                  <a:pt x="16255" y="11534"/>
                </a:lnTo>
                <a:lnTo>
                  <a:pt x="16133" y="11632"/>
                </a:lnTo>
                <a:lnTo>
                  <a:pt x="16011" y="11705"/>
                </a:lnTo>
                <a:lnTo>
                  <a:pt x="15768" y="11826"/>
                </a:lnTo>
                <a:lnTo>
                  <a:pt x="15500" y="11899"/>
                </a:lnTo>
                <a:lnTo>
                  <a:pt x="15208" y="11948"/>
                </a:lnTo>
                <a:lnTo>
                  <a:pt x="14916" y="11972"/>
                </a:lnTo>
                <a:lnTo>
                  <a:pt x="14624" y="11972"/>
                </a:lnTo>
                <a:lnTo>
                  <a:pt x="14357" y="11924"/>
                </a:lnTo>
                <a:lnTo>
                  <a:pt x="14235" y="11875"/>
                </a:lnTo>
                <a:lnTo>
                  <a:pt x="14113" y="11802"/>
                </a:lnTo>
                <a:lnTo>
                  <a:pt x="14016" y="11729"/>
                </a:lnTo>
                <a:lnTo>
                  <a:pt x="13919" y="11632"/>
                </a:lnTo>
                <a:lnTo>
                  <a:pt x="13846" y="11534"/>
                </a:lnTo>
                <a:lnTo>
                  <a:pt x="13797" y="11413"/>
                </a:lnTo>
                <a:lnTo>
                  <a:pt x="13773" y="11267"/>
                </a:lnTo>
                <a:lnTo>
                  <a:pt x="13748" y="11096"/>
                </a:lnTo>
                <a:lnTo>
                  <a:pt x="13773" y="10902"/>
                </a:lnTo>
                <a:lnTo>
                  <a:pt x="13821" y="10707"/>
                </a:lnTo>
                <a:lnTo>
                  <a:pt x="13919" y="10537"/>
                </a:lnTo>
                <a:lnTo>
                  <a:pt x="14040" y="10391"/>
                </a:lnTo>
                <a:lnTo>
                  <a:pt x="14284" y="10074"/>
                </a:lnTo>
                <a:lnTo>
                  <a:pt x="14405" y="9928"/>
                </a:lnTo>
                <a:lnTo>
                  <a:pt x="14503" y="9758"/>
                </a:lnTo>
                <a:lnTo>
                  <a:pt x="14746" y="9685"/>
                </a:lnTo>
                <a:lnTo>
                  <a:pt x="14989" y="9637"/>
                </a:lnTo>
                <a:lnTo>
                  <a:pt x="15208" y="9612"/>
                </a:lnTo>
                <a:close/>
                <a:moveTo>
                  <a:pt x="4064" y="9247"/>
                </a:moveTo>
                <a:lnTo>
                  <a:pt x="3870" y="9296"/>
                </a:lnTo>
                <a:lnTo>
                  <a:pt x="3675" y="9345"/>
                </a:lnTo>
                <a:lnTo>
                  <a:pt x="3626" y="9393"/>
                </a:lnTo>
                <a:lnTo>
                  <a:pt x="3578" y="9418"/>
                </a:lnTo>
                <a:lnTo>
                  <a:pt x="3334" y="9491"/>
                </a:lnTo>
                <a:lnTo>
                  <a:pt x="3091" y="9612"/>
                </a:lnTo>
                <a:lnTo>
                  <a:pt x="2848" y="9758"/>
                </a:lnTo>
                <a:lnTo>
                  <a:pt x="2653" y="9928"/>
                </a:lnTo>
                <a:lnTo>
                  <a:pt x="2458" y="10123"/>
                </a:lnTo>
                <a:lnTo>
                  <a:pt x="2337" y="10342"/>
                </a:lnTo>
                <a:lnTo>
                  <a:pt x="2239" y="10585"/>
                </a:lnTo>
                <a:lnTo>
                  <a:pt x="2215" y="10707"/>
                </a:lnTo>
                <a:lnTo>
                  <a:pt x="2215" y="10829"/>
                </a:lnTo>
                <a:lnTo>
                  <a:pt x="2239" y="11023"/>
                </a:lnTo>
                <a:lnTo>
                  <a:pt x="2264" y="11218"/>
                </a:lnTo>
                <a:lnTo>
                  <a:pt x="2337" y="11388"/>
                </a:lnTo>
                <a:lnTo>
                  <a:pt x="2434" y="11559"/>
                </a:lnTo>
                <a:lnTo>
                  <a:pt x="2531" y="11705"/>
                </a:lnTo>
                <a:lnTo>
                  <a:pt x="2653" y="11826"/>
                </a:lnTo>
                <a:lnTo>
                  <a:pt x="2775" y="11948"/>
                </a:lnTo>
                <a:lnTo>
                  <a:pt x="2945" y="12045"/>
                </a:lnTo>
                <a:lnTo>
                  <a:pt x="3091" y="12118"/>
                </a:lnTo>
                <a:lnTo>
                  <a:pt x="3261" y="12216"/>
                </a:lnTo>
                <a:lnTo>
                  <a:pt x="3626" y="12313"/>
                </a:lnTo>
                <a:lnTo>
                  <a:pt x="4016" y="12386"/>
                </a:lnTo>
                <a:lnTo>
                  <a:pt x="4381" y="12435"/>
                </a:lnTo>
                <a:lnTo>
                  <a:pt x="4575" y="12435"/>
                </a:lnTo>
                <a:lnTo>
                  <a:pt x="4746" y="12410"/>
                </a:lnTo>
                <a:lnTo>
                  <a:pt x="4916" y="12386"/>
                </a:lnTo>
                <a:lnTo>
                  <a:pt x="5086" y="12337"/>
                </a:lnTo>
                <a:lnTo>
                  <a:pt x="5232" y="12264"/>
                </a:lnTo>
                <a:lnTo>
                  <a:pt x="5378" y="12191"/>
                </a:lnTo>
                <a:lnTo>
                  <a:pt x="5500" y="12118"/>
                </a:lnTo>
                <a:lnTo>
                  <a:pt x="5622" y="11997"/>
                </a:lnTo>
                <a:lnTo>
                  <a:pt x="5719" y="11875"/>
                </a:lnTo>
                <a:lnTo>
                  <a:pt x="5816" y="11753"/>
                </a:lnTo>
                <a:lnTo>
                  <a:pt x="5889" y="11607"/>
                </a:lnTo>
                <a:lnTo>
                  <a:pt x="5938" y="11461"/>
                </a:lnTo>
                <a:lnTo>
                  <a:pt x="5986" y="11315"/>
                </a:lnTo>
                <a:lnTo>
                  <a:pt x="5986" y="11145"/>
                </a:lnTo>
                <a:lnTo>
                  <a:pt x="5986" y="10950"/>
                </a:lnTo>
                <a:lnTo>
                  <a:pt x="5962" y="10780"/>
                </a:lnTo>
                <a:lnTo>
                  <a:pt x="5913" y="10585"/>
                </a:lnTo>
                <a:lnTo>
                  <a:pt x="5865" y="10415"/>
                </a:lnTo>
                <a:lnTo>
                  <a:pt x="5768" y="10245"/>
                </a:lnTo>
                <a:lnTo>
                  <a:pt x="5670" y="10074"/>
                </a:lnTo>
                <a:lnTo>
                  <a:pt x="5549" y="9928"/>
                </a:lnTo>
                <a:lnTo>
                  <a:pt x="5427" y="9783"/>
                </a:lnTo>
                <a:lnTo>
                  <a:pt x="5281" y="9661"/>
                </a:lnTo>
                <a:lnTo>
                  <a:pt x="5111" y="9539"/>
                </a:lnTo>
                <a:lnTo>
                  <a:pt x="4965" y="9442"/>
                </a:lnTo>
                <a:lnTo>
                  <a:pt x="4794" y="9369"/>
                </a:lnTo>
                <a:lnTo>
                  <a:pt x="4600" y="9296"/>
                </a:lnTo>
                <a:lnTo>
                  <a:pt x="4429" y="9272"/>
                </a:lnTo>
                <a:lnTo>
                  <a:pt x="4235" y="9247"/>
                </a:lnTo>
                <a:close/>
                <a:moveTo>
                  <a:pt x="14916" y="9150"/>
                </a:moveTo>
                <a:lnTo>
                  <a:pt x="14746" y="9199"/>
                </a:lnTo>
                <a:lnTo>
                  <a:pt x="14576" y="9247"/>
                </a:lnTo>
                <a:lnTo>
                  <a:pt x="14405" y="9320"/>
                </a:lnTo>
                <a:lnTo>
                  <a:pt x="14259" y="9418"/>
                </a:lnTo>
                <a:lnTo>
                  <a:pt x="14113" y="9539"/>
                </a:lnTo>
                <a:lnTo>
                  <a:pt x="14065" y="9612"/>
                </a:lnTo>
                <a:lnTo>
                  <a:pt x="14065" y="9710"/>
                </a:lnTo>
                <a:lnTo>
                  <a:pt x="13846" y="9904"/>
                </a:lnTo>
                <a:lnTo>
                  <a:pt x="13676" y="10123"/>
                </a:lnTo>
                <a:lnTo>
                  <a:pt x="13505" y="10366"/>
                </a:lnTo>
                <a:lnTo>
                  <a:pt x="13408" y="10634"/>
                </a:lnTo>
                <a:lnTo>
                  <a:pt x="13335" y="10926"/>
                </a:lnTo>
                <a:lnTo>
                  <a:pt x="13311" y="11194"/>
                </a:lnTo>
                <a:lnTo>
                  <a:pt x="13335" y="11461"/>
                </a:lnTo>
                <a:lnTo>
                  <a:pt x="13359" y="11583"/>
                </a:lnTo>
                <a:lnTo>
                  <a:pt x="13408" y="11705"/>
                </a:lnTo>
                <a:lnTo>
                  <a:pt x="13505" y="11875"/>
                </a:lnTo>
                <a:lnTo>
                  <a:pt x="13627" y="12021"/>
                </a:lnTo>
                <a:lnTo>
                  <a:pt x="13773" y="12143"/>
                </a:lnTo>
                <a:lnTo>
                  <a:pt x="13919" y="12240"/>
                </a:lnTo>
                <a:lnTo>
                  <a:pt x="14089" y="12337"/>
                </a:lnTo>
                <a:lnTo>
                  <a:pt x="14259" y="12386"/>
                </a:lnTo>
                <a:lnTo>
                  <a:pt x="14454" y="12410"/>
                </a:lnTo>
                <a:lnTo>
                  <a:pt x="14649" y="12435"/>
                </a:lnTo>
                <a:lnTo>
                  <a:pt x="14843" y="12459"/>
                </a:lnTo>
                <a:lnTo>
                  <a:pt x="15038" y="12435"/>
                </a:lnTo>
                <a:lnTo>
                  <a:pt x="15452" y="12386"/>
                </a:lnTo>
                <a:lnTo>
                  <a:pt x="15817" y="12289"/>
                </a:lnTo>
                <a:lnTo>
                  <a:pt x="16157" y="12143"/>
                </a:lnTo>
                <a:lnTo>
                  <a:pt x="16303" y="12070"/>
                </a:lnTo>
                <a:lnTo>
                  <a:pt x="16449" y="11972"/>
                </a:lnTo>
                <a:lnTo>
                  <a:pt x="16571" y="11875"/>
                </a:lnTo>
                <a:lnTo>
                  <a:pt x="16693" y="11753"/>
                </a:lnTo>
                <a:lnTo>
                  <a:pt x="16790" y="11607"/>
                </a:lnTo>
                <a:lnTo>
                  <a:pt x="16887" y="11461"/>
                </a:lnTo>
                <a:lnTo>
                  <a:pt x="16936" y="11315"/>
                </a:lnTo>
                <a:lnTo>
                  <a:pt x="16985" y="11169"/>
                </a:lnTo>
                <a:lnTo>
                  <a:pt x="17033" y="10999"/>
                </a:lnTo>
                <a:lnTo>
                  <a:pt x="17033" y="10853"/>
                </a:lnTo>
                <a:lnTo>
                  <a:pt x="17033" y="10683"/>
                </a:lnTo>
                <a:lnTo>
                  <a:pt x="17009" y="10512"/>
                </a:lnTo>
                <a:lnTo>
                  <a:pt x="16936" y="10366"/>
                </a:lnTo>
                <a:lnTo>
                  <a:pt x="16863" y="10220"/>
                </a:lnTo>
                <a:lnTo>
                  <a:pt x="16790" y="10074"/>
                </a:lnTo>
                <a:lnTo>
                  <a:pt x="16668" y="9953"/>
                </a:lnTo>
                <a:lnTo>
                  <a:pt x="16401" y="9685"/>
                </a:lnTo>
                <a:lnTo>
                  <a:pt x="16109" y="9466"/>
                </a:lnTo>
                <a:lnTo>
                  <a:pt x="15963" y="9369"/>
                </a:lnTo>
                <a:lnTo>
                  <a:pt x="15817" y="9296"/>
                </a:lnTo>
                <a:lnTo>
                  <a:pt x="15646" y="9223"/>
                </a:lnTo>
                <a:lnTo>
                  <a:pt x="15452" y="9174"/>
                </a:lnTo>
                <a:lnTo>
                  <a:pt x="15281" y="9150"/>
                </a:lnTo>
                <a:close/>
                <a:moveTo>
                  <a:pt x="12337" y="561"/>
                </a:moveTo>
                <a:lnTo>
                  <a:pt x="12751" y="585"/>
                </a:lnTo>
                <a:lnTo>
                  <a:pt x="13213" y="658"/>
                </a:lnTo>
                <a:lnTo>
                  <a:pt x="13676" y="780"/>
                </a:lnTo>
                <a:lnTo>
                  <a:pt x="14113" y="974"/>
                </a:lnTo>
                <a:lnTo>
                  <a:pt x="14527" y="1193"/>
                </a:lnTo>
                <a:lnTo>
                  <a:pt x="14478" y="1218"/>
                </a:lnTo>
                <a:lnTo>
                  <a:pt x="14211" y="1315"/>
                </a:lnTo>
                <a:lnTo>
                  <a:pt x="14089" y="1412"/>
                </a:lnTo>
                <a:lnTo>
                  <a:pt x="13992" y="1534"/>
                </a:lnTo>
                <a:lnTo>
                  <a:pt x="13967" y="1558"/>
                </a:lnTo>
                <a:lnTo>
                  <a:pt x="13992" y="1607"/>
                </a:lnTo>
                <a:lnTo>
                  <a:pt x="14016" y="1631"/>
                </a:lnTo>
                <a:lnTo>
                  <a:pt x="14211" y="1631"/>
                </a:lnTo>
                <a:lnTo>
                  <a:pt x="14357" y="1583"/>
                </a:lnTo>
                <a:lnTo>
                  <a:pt x="14649" y="1461"/>
                </a:lnTo>
                <a:lnTo>
                  <a:pt x="14819" y="1412"/>
                </a:lnTo>
                <a:lnTo>
                  <a:pt x="15014" y="1558"/>
                </a:lnTo>
                <a:lnTo>
                  <a:pt x="15184" y="1729"/>
                </a:lnTo>
                <a:lnTo>
                  <a:pt x="14892" y="1850"/>
                </a:lnTo>
                <a:lnTo>
                  <a:pt x="14527" y="1996"/>
                </a:lnTo>
                <a:lnTo>
                  <a:pt x="14454" y="1972"/>
                </a:lnTo>
                <a:lnTo>
                  <a:pt x="14381" y="2020"/>
                </a:lnTo>
                <a:lnTo>
                  <a:pt x="14138" y="1923"/>
                </a:lnTo>
                <a:lnTo>
                  <a:pt x="13894" y="1826"/>
                </a:lnTo>
                <a:lnTo>
                  <a:pt x="13651" y="1777"/>
                </a:lnTo>
                <a:lnTo>
                  <a:pt x="13384" y="1729"/>
                </a:lnTo>
                <a:lnTo>
                  <a:pt x="12848" y="1656"/>
                </a:lnTo>
                <a:lnTo>
                  <a:pt x="12337" y="1583"/>
                </a:lnTo>
                <a:lnTo>
                  <a:pt x="11753" y="1510"/>
                </a:lnTo>
                <a:lnTo>
                  <a:pt x="11145" y="1461"/>
                </a:lnTo>
                <a:lnTo>
                  <a:pt x="10537" y="1437"/>
                </a:lnTo>
                <a:lnTo>
                  <a:pt x="9928" y="1412"/>
                </a:lnTo>
                <a:lnTo>
                  <a:pt x="9296" y="1412"/>
                </a:lnTo>
                <a:lnTo>
                  <a:pt x="8663" y="1437"/>
                </a:lnTo>
                <a:lnTo>
                  <a:pt x="8055" y="1485"/>
                </a:lnTo>
                <a:lnTo>
                  <a:pt x="7422" y="1534"/>
                </a:lnTo>
                <a:lnTo>
                  <a:pt x="6814" y="1631"/>
                </a:lnTo>
                <a:lnTo>
                  <a:pt x="6205" y="1729"/>
                </a:lnTo>
                <a:lnTo>
                  <a:pt x="5597" y="1874"/>
                </a:lnTo>
                <a:lnTo>
                  <a:pt x="4989" y="2020"/>
                </a:lnTo>
                <a:lnTo>
                  <a:pt x="4916" y="2069"/>
                </a:lnTo>
                <a:lnTo>
                  <a:pt x="4867" y="2118"/>
                </a:lnTo>
                <a:lnTo>
                  <a:pt x="4819" y="2166"/>
                </a:lnTo>
                <a:lnTo>
                  <a:pt x="4819" y="2239"/>
                </a:lnTo>
                <a:lnTo>
                  <a:pt x="4648" y="2410"/>
                </a:lnTo>
                <a:lnTo>
                  <a:pt x="4527" y="2580"/>
                </a:lnTo>
                <a:lnTo>
                  <a:pt x="4405" y="2799"/>
                </a:lnTo>
                <a:lnTo>
                  <a:pt x="4308" y="2994"/>
                </a:lnTo>
                <a:lnTo>
                  <a:pt x="4162" y="3456"/>
                </a:lnTo>
                <a:lnTo>
                  <a:pt x="4016" y="3870"/>
                </a:lnTo>
                <a:lnTo>
                  <a:pt x="3821" y="4478"/>
                </a:lnTo>
                <a:lnTo>
                  <a:pt x="3651" y="5086"/>
                </a:lnTo>
                <a:lnTo>
                  <a:pt x="3505" y="5695"/>
                </a:lnTo>
                <a:lnTo>
                  <a:pt x="3383" y="6303"/>
                </a:lnTo>
                <a:lnTo>
                  <a:pt x="3383" y="6376"/>
                </a:lnTo>
                <a:lnTo>
                  <a:pt x="3383" y="6425"/>
                </a:lnTo>
                <a:lnTo>
                  <a:pt x="3432" y="6522"/>
                </a:lnTo>
                <a:lnTo>
                  <a:pt x="3432" y="6595"/>
                </a:lnTo>
                <a:lnTo>
                  <a:pt x="3480" y="6644"/>
                </a:lnTo>
                <a:lnTo>
                  <a:pt x="3772" y="6863"/>
                </a:lnTo>
                <a:lnTo>
                  <a:pt x="4089" y="7057"/>
                </a:lnTo>
                <a:lnTo>
                  <a:pt x="4454" y="7203"/>
                </a:lnTo>
                <a:lnTo>
                  <a:pt x="4819" y="7349"/>
                </a:lnTo>
                <a:lnTo>
                  <a:pt x="5184" y="7471"/>
                </a:lnTo>
                <a:lnTo>
                  <a:pt x="5549" y="7568"/>
                </a:lnTo>
                <a:lnTo>
                  <a:pt x="6278" y="7763"/>
                </a:lnTo>
                <a:lnTo>
                  <a:pt x="7057" y="7933"/>
                </a:lnTo>
                <a:lnTo>
                  <a:pt x="7836" y="8031"/>
                </a:lnTo>
                <a:lnTo>
                  <a:pt x="8614" y="8104"/>
                </a:lnTo>
                <a:lnTo>
                  <a:pt x="9417" y="8128"/>
                </a:lnTo>
                <a:lnTo>
                  <a:pt x="10196" y="8128"/>
                </a:lnTo>
                <a:lnTo>
                  <a:pt x="10999" y="8055"/>
                </a:lnTo>
                <a:lnTo>
                  <a:pt x="11778" y="7933"/>
                </a:lnTo>
                <a:lnTo>
                  <a:pt x="12556" y="7787"/>
                </a:lnTo>
                <a:lnTo>
                  <a:pt x="12970" y="7714"/>
                </a:lnTo>
                <a:lnTo>
                  <a:pt x="13359" y="7593"/>
                </a:lnTo>
                <a:lnTo>
                  <a:pt x="14138" y="7349"/>
                </a:lnTo>
                <a:lnTo>
                  <a:pt x="14795" y="7106"/>
                </a:lnTo>
                <a:lnTo>
                  <a:pt x="15135" y="6984"/>
                </a:lnTo>
                <a:lnTo>
                  <a:pt x="15452" y="6814"/>
                </a:lnTo>
                <a:lnTo>
                  <a:pt x="15695" y="6814"/>
                </a:lnTo>
                <a:lnTo>
                  <a:pt x="15914" y="6765"/>
                </a:lnTo>
                <a:lnTo>
                  <a:pt x="16133" y="6668"/>
                </a:lnTo>
                <a:lnTo>
                  <a:pt x="16352" y="6595"/>
                </a:lnTo>
                <a:lnTo>
                  <a:pt x="16766" y="6425"/>
                </a:lnTo>
                <a:lnTo>
                  <a:pt x="16960" y="6327"/>
                </a:lnTo>
                <a:lnTo>
                  <a:pt x="17131" y="6206"/>
                </a:lnTo>
                <a:lnTo>
                  <a:pt x="17301" y="6619"/>
                </a:lnTo>
                <a:lnTo>
                  <a:pt x="17082" y="6692"/>
                </a:lnTo>
                <a:lnTo>
                  <a:pt x="16863" y="6790"/>
                </a:lnTo>
                <a:lnTo>
                  <a:pt x="16425" y="6984"/>
                </a:lnTo>
                <a:lnTo>
                  <a:pt x="15719" y="7252"/>
                </a:lnTo>
                <a:lnTo>
                  <a:pt x="15354" y="7422"/>
                </a:lnTo>
                <a:lnTo>
                  <a:pt x="15038" y="7593"/>
                </a:lnTo>
                <a:lnTo>
                  <a:pt x="15014" y="7617"/>
                </a:lnTo>
                <a:lnTo>
                  <a:pt x="15014" y="7666"/>
                </a:lnTo>
                <a:lnTo>
                  <a:pt x="15014" y="7690"/>
                </a:lnTo>
                <a:lnTo>
                  <a:pt x="15062" y="7690"/>
                </a:lnTo>
                <a:lnTo>
                  <a:pt x="15427" y="7641"/>
                </a:lnTo>
                <a:lnTo>
                  <a:pt x="15792" y="7544"/>
                </a:lnTo>
                <a:lnTo>
                  <a:pt x="16157" y="7422"/>
                </a:lnTo>
                <a:lnTo>
                  <a:pt x="16498" y="7301"/>
                </a:lnTo>
                <a:lnTo>
                  <a:pt x="16960" y="7130"/>
                </a:lnTo>
                <a:lnTo>
                  <a:pt x="17204" y="7033"/>
                </a:lnTo>
                <a:lnTo>
                  <a:pt x="17423" y="6911"/>
                </a:lnTo>
                <a:lnTo>
                  <a:pt x="17569" y="7252"/>
                </a:lnTo>
                <a:lnTo>
                  <a:pt x="17325" y="7276"/>
                </a:lnTo>
                <a:lnTo>
                  <a:pt x="17082" y="7349"/>
                </a:lnTo>
                <a:lnTo>
                  <a:pt x="16595" y="7520"/>
                </a:lnTo>
                <a:lnTo>
                  <a:pt x="16084" y="7690"/>
                </a:lnTo>
                <a:lnTo>
                  <a:pt x="15841" y="7812"/>
                </a:lnTo>
                <a:lnTo>
                  <a:pt x="15719" y="7885"/>
                </a:lnTo>
                <a:lnTo>
                  <a:pt x="15622" y="7958"/>
                </a:lnTo>
                <a:lnTo>
                  <a:pt x="15622" y="7982"/>
                </a:lnTo>
                <a:lnTo>
                  <a:pt x="15622" y="8006"/>
                </a:lnTo>
                <a:lnTo>
                  <a:pt x="15768" y="8031"/>
                </a:lnTo>
                <a:lnTo>
                  <a:pt x="15890" y="8031"/>
                </a:lnTo>
                <a:lnTo>
                  <a:pt x="16182" y="8006"/>
                </a:lnTo>
                <a:lnTo>
                  <a:pt x="16449" y="7933"/>
                </a:lnTo>
                <a:lnTo>
                  <a:pt x="16693" y="7860"/>
                </a:lnTo>
                <a:lnTo>
                  <a:pt x="16960" y="7787"/>
                </a:lnTo>
                <a:lnTo>
                  <a:pt x="17204" y="7690"/>
                </a:lnTo>
                <a:lnTo>
                  <a:pt x="17447" y="7568"/>
                </a:lnTo>
                <a:lnTo>
                  <a:pt x="17642" y="7422"/>
                </a:lnTo>
                <a:lnTo>
                  <a:pt x="17666" y="7471"/>
                </a:lnTo>
                <a:lnTo>
                  <a:pt x="17715" y="7544"/>
                </a:lnTo>
                <a:lnTo>
                  <a:pt x="17788" y="7568"/>
                </a:lnTo>
                <a:lnTo>
                  <a:pt x="17812" y="7763"/>
                </a:lnTo>
                <a:lnTo>
                  <a:pt x="17836" y="7958"/>
                </a:lnTo>
                <a:lnTo>
                  <a:pt x="17934" y="8347"/>
                </a:lnTo>
                <a:lnTo>
                  <a:pt x="17763" y="8396"/>
                </a:lnTo>
                <a:lnTo>
                  <a:pt x="17593" y="8444"/>
                </a:lnTo>
                <a:lnTo>
                  <a:pt x="17252" y="8590"/>
                </a:lnTo>
                <a:lnTo>
                  <a:pt x="16790" y="8761"/>
                </a:lnTo>
                <a:lnTo>
                  <a:pt x="16547" y="8834"/>
                </a:lnTo>
                <a:lnTo>
                  <a:pt x="16328" y="8955"/>
                </a:lnTo>
                <a:lnTo>
                  <a:pt x="16303" y="8955"/>
                </a:lnTo>
                <a:lnTo>
                  <a:pt x="16303" y="8980"/>
                </a:lnTo>
                <a:lnTo>
                  <a:pt x="16328" y="9004"/>
                </a:lnTo>
                <a:lnTo>
                  <a:pt x="16328" y="9028"/>
                </a:lnTo>
                <a:lnTo>
                  <a:pt x="16595" y="9028"/>
                </a:lnTo>
                <a:lnTo>
                  <a:pt x="16839" y="9004"/>
                </a:lnTo>
                <a:lnTo>
                  <a:pt x="17106" y="8955"/>
                </a:lnTo>
                <a:lnTo>
                  <a:pt x="17350" y="8882"/>
                </a:lnTo>
                <a:lnTo>
                  <a:pt x="17666" y="8785"/>
                </a:lnTo>
                <a:lnTo>
                  <a:pt x="17836" y="8712"/>
                </a:lnTo>
                <a:lnTo>
                  <a:pt x="18007" y="8639"/>
                </a:lnTo>
                <a:lnTo>
                  <a:pt x="18031" y="8809"/>
                </a:lnTo>
                <a:lnTo>
                  <a:pt x="17812" y="8907"/>
                </a:lnTo>
                <a:lnTo>
                  <a:pt x="17617" y="9004"/>
                </a:lnTo>
                <a:lnTo>
                  <a:pt x="17398" y="9077"/>
                </a:lnTo>
                <a:lnTo>
                  <a:pt x="17155" y="9174"/>
                </a:lnTo>
                <a:lnTo>
                  <a:pt x="16936" y="9247"/>
                </a:lnTo>
                <a:lnTo>
                  <a:pt x="16741" y="9369"/>
                </a:lnTo>
                <a:lnTo>
                  <a:pt x="16717" y="9418"/>
                </a:lnTo>
                <a:lnTo>
                  <a:pt x="16717" y="9466"/>
                </a:lnTo>
                <a:lnTo>
                  <a:pt x="16741" y="9515"/>
                </a:lnTo>
                <a:lnTo>
                  <a:pt x="16790" y="9539"/>
                </a:lnTo>
                <a:lnTo>
                  <a:pt x="16887" y="9564"/>
                </a:lnTo>
                <a:lnTo>
                  <a:pt x="17228" y="9564"/>
                </a:lnTo>
                <a:lnTo>
                  <a:pt x="17471" y="9491"/>
                </a:lnTo>
                <a:lnTo>
                  <a:pt x="17690" y="9442"/>
                </a:lnTo>
                <a:lnTo>
                  <a:pt x="17885" y="9369"/>
                </a:lnTo>
                <a:lnTo>
                  <a:pt x="18080" y="9272"/>
                </a:lnTo>
                <a:lnTo>
                  <a:pt x="18128" y="9564"/>
                </a:lnTo>
                <a:lnTo>
                  <a:pt x="17958" y="9612"/>
                </a:lnTo>
                <a:lnTo>
                  <a:pt x="17812" y="9661"/>
                </a:lnTo>
                <a:lnTo>
                  <a:pt x="17301" y="9880"/>
                </a:lnTo>
                <a:lnTo>
                  <a:pt x="17228" y="9928"/>
                </a:lnTo>
                <a:lnTo>
                  <a:pt x="17155" y="10001"/>
                </a:lnTo>
                <a:lnTo>
                  <a:pt x="17106" y="10074"/>
                </a:lnTo>
                <a:lnTo>
                  <a:pt x="17033" y="10147"/>
                </a:lnTo>
                <a:lnTo>
                  <a:pt x="17009" y="10172"/>
                </a:lnTo>
                <a:lnTo>
                  <a:pt x="17033" y="10172"/>
                </a:lnTo>
                <a:lnTo>
                  <a:pt x="17106" y="10196"/>
                </a:lnTo>
                <a:lnTo>
                  <a:pt x="17204" y="10220"/>
                </a:lnTo>
                <a:lnTo>
                  <a:pt x="17277" y="10245"/>
                </a:lnTo>
                <a:lnTo>
                  <a:pt x="17471" y="10245"/>
                </a:lnTo>
                <a:lnTo>
                  <a:pt x="17593" y="10196"/>
                </a:lnTo>
                <a:lnTo>
                  <a:pt x="17812" y="10123"/>
                </a:lnTo>
                <a:lnTo>
                  <a:pt x="17982" y="10074"/>
                </a:lnTo>
                <a:lnTo>
                  <a:pt x="18153" y="9977"/>
                </a:lnTo>
                <a:lnTo>
                  <a:pt x="18153" y="10220"/>
                </a:lnTo>
                <a:lnTo>
                  <a:pt x="18031" y="10269"/>
                </a:lnTo>
                <a:lnTo>
                  <a:pt x="17909" y="10318"/>
                </a:lnTo>
                <a:lnTo>
                  <a:pt x="17690" y="10415"/>
                </a:lnTo>
                <a:lnTo>
                  <a:pt x="17471" y="10512"/>
                </a:lnTo>
                <a:lnTo>
                  <a:pt x="17301" y="10634"/>
                </a:lnTo>
                <a:lnTo>
                  <a:pt x="17204" y="10731"/>
                </a:lnTo>
                <a:lnTo>
                  <a:pt x="17131" y="10829"/>
                </a:lnTo>
                <a:lnTo>
                  <a:pt x="17131" y="10853"/>
                </a:lnTo>
                <a:lnTo>
                  <a:pt x="17155" y="10902"/>
                </a:lnTo>
                <a:lnTo>
                  <a:pt x="17374" y="10902"/>
                </a:lnTo>
                <a:lnTo>
                  <a:pt x="17593" y="10877"/>
                </a:lnTo>
                <a:lnTo>
                  <a:pt x="17788" y="10804"/>
                </a:lnTo>
                <a:lnTo>
                  <a:pt x="17982" y="10731"/>
                </a:lnTo>
                <a:lnTo>
                  <a:pt x="18153" y="10683"/>
                </a:lnTo>
                <a:lnTo>
                  <a:pt x="18128" y="11169"/>
                </a:lnTo>
                <a:lnTo>
                  <a:pt x="17861" y="11267"/>
                </a:lnTo>
                <a:lnTo>
                  <a:pt x="17617" y="11364"/>
                </a:lnTo>
                <a:lnTo>
                  <a:pt x="17447" y="11413"/>
                </a:lnTo>
                <a:lnTo>
                  <a:pt x="17277" y="11461"/>
                </a:lnTo>
                <a:lnTo>
                  <a:pt x="17106" y="11510"/>
                </a:lnTo>
                <a:lnTo>
                  <a:pt x="16960" y="11607"/>
                </a:lnTo>
                <a:lnTo>
                  <a:pt x="16936" y="11632"/>
                </a:lnTo>
                <a:lnTo>
                  <a:pt x="16936" y="11680"/>
                </a:lnTo>
                <a:lnTo>
                  <a:pt x="16960" y="11729"/>
                </a:lnTo>
                <a:lnTo>
                  <a:pt x="16985" y="11753"/>
                </a:lnTo>
                <a:lnTo>
                  <a:pt x="17106" y="11802"/>
                </a:lnTo>
                <a:lnTo>
                  <a:pt x="17228" y="11826"/>
                </a:lnTo>
                <a:lnTo>
                  <a:pt x="17374" y="11826"/>
                </a:lnTo>
                <a:lnTo>
                  <a:pt x="17544" y="11778"/>
                </a:lnTo>
                <a:lnTo>
                  <a:pt x="17690" y="11753"/>
                </a:lnTo>
                <a:lnTo>
                  <a:pt x="17836" y="11680"/>
                </a:lnTo>
                <a:lnTo>
                  <a:pt x="17982" y="11607"/>
                </a:lnTo>
                <a:lnTo>
                  <a:pt x="18104" y="11510"/>
                </a:lnTo>
                <a:lnTo>
                  <a:pt x="18080" y="11656"/>
                </a:lnTo>
                <a:lnTo>
                  <a:pt x="17934" y="11705"/>
                </a:lnTo>
                <a:lnTo>
                  <a:pt x="17763" y="11753"/>
                </a:lnTo>
                <a:lnTo>
                  <a:pt x="17471" y="11899"/>
                </a:lnTo>
                <a:lnTo>
                  <a:pt x="17301" y="11948"/>
                </a:lnTo>
                <a:lnTo>
                  <a:pt x="17106" y="11972"/>
                </a:lnTo>
                <a:lnTo>
                  <a:pt x="16936" y="12021"/>
                </a:lnTo>
                <a:lnTo>
                  <a:pt x="16839" y="12045"/>
                </a:lnTo>
                <a:lnTo>
                  <a:pt x="16766" y="12094"/>
                </a:lnTo>
                <a:lnTo>
                  <a:pt x="16741" y="12143"/>
                </a:lnTo>
                <a:lnTo>
                  <a:pt x="16741" y="12167"/>
                </a:lnTo>
                <a:lnTo>
                  <a:pt x="16766" y="12240"/>
                </a:lnTo>
                <a:lnTo>
                  <a:pt x="16863" y="12289"/>
                </a:lnTo>
                <a:lnTo>
                  <a:pt x="16960" y="12337"/>
                </a:lnTo>
                <a:lnTo>
                  <a:pt x="17058" y="12362"/>
                </a:lnTo>
                <a:lnTo>
                  <a:pt x="17155" y="12362"/>
                </a:lnTo>
                <a:lnTo>
                  <a:pt x="17374" y="12313"/>
                </a:lnTo>
                <a:lnTo>
                  <a:pt x="17569" y="12289"/>
                </a:lnTo>
                <a:lnTo>
                  <a:pt x="17812" y="12216"/>
                </a:lnTo>
                <a:lnTo>
                  <a:pt x="18007" y="12094"/>
                </a:lnTo>
                <a:lnTo>
                  <a:pt x="17934" y="12435"/>
                </a:lnTo>
                <a:lnTo>
                  <a:pt x="17788" y="12459"/>
                </a:lnTo>
                <a:lnTo>
                  <a:pt x="17642" y="12508"/>
                </a:lnTo>
                <a:lnTo>
                  <a:pt x="17325" y="12629"/>
                </a:lnTo>
                <a:lnTo>
                  <a:pt x="16839" y="12751"/>
                </a:lnTo>
                <a:lnTo>
                  <a:pt x="16328" y="12897"/>
                </a:lnTo>
                <a:lnTo>
                  <a:pt x="16303" y="12897"/>
                </a:lnTo>
                <a:lnTo>
                  <a:pt x="16303" y="12946"/>
                </a:lnTo>
                <a:lnTo>
                  <a:pt x="16303" y="12970"/>
                </a:lnTo>
                <a:lnTo>
                  <a:pt x="16328" y="12970"/>
                </a:lnTo>
                <a:lnTo>
                  <a:pt x="16571" y="13019"/>
                </a:lnTo>
                <a:lnTo>
                  <a:pt x="16814" y="13019"/>
                </a:lnTo>
                <a:lnTo>
                  <a:pt x="17058" y="12994"/>
                </a:lnTo>
                <a:lnTo>
                  <a:pt x="17277" y="12946"/>
                </a:lnTo>
                <a:lnTo>
                  <a:pt x="17569" y="12897"/>
                </a:lnTo>
                <a:lnTo>
                  <a:pt x="17861" y="12824"/>
                </a:lnTo>
                <a:lnTo>
                  <a:pt x="17739" y="13286"/>
                </a:lnTo>
                <a:lnTo>
                  <a:pt x="15671" y="13286"/>
                </a:lnTo>
                <a:lnTo>
                  <a:pt x="13627" y="13311"/>
                </a:lnTo>
                <a:lnTo>
                  <a:pt x="9515" y="13359"/>
                </a:lnTo>
                <a:lnTo>
                  <a:pt x="5232" y="13408"/>
                </a:lnTo>
                <a:lnTo>
                  <a:pt x="3115" y="13432"/>
                </a:lnTo>
                <a:lnTo>
                  <a:pt x="1509" y="13432"/>
                </a:lnTo>
                <a:lnTo>
                  <a:pt x="1388" y="12654"/>
                </a:lnTo>
                <a:lnTo>
                  <a:pt x="1290" y="11851"/>
                </a:lnTo>
                <a:lnTo>
                  <a:pt x="1266" y="11048"/>
                </a:lnTo>
                <a:lnTo>
                  <a:pt x="1266" y="10245"/>
                </a:lnTo>
                <a:lnTo>
                  <a:pt x="1290" y="9442"/>
                </a:lnTo>
                <a:lnTo>
                  <a:pt x="1363" y="8615"/>
                </a:lnTo>
                <a:lnTo>
                  <a:pt x="1436" y="8152"/>
                </a:lnTo>
                <a:lnTo>
                  <a:pt x="1485" y="7690"/>
                </a:lnTo>
                <a:lnTo>
                  <a:pt x="1777" y="6936"/>
                </a:lnTo>
                <a:lnTo>
                  <a:pt x="2385" y="5305"/>
                </a:lnTo>
                <a:lnTo>
                  <a:pt x="2653" y="4575"/>
                </a:lnTo>
                <a:lnTo>
                  <a:pt x="2921" y="3821"/>
                </a:lnTo>
                <a:lnTo>
                  <a:pt x="3067" y="3456"/>
                </a:lnTo>
                <a:lnTo>
                  <a:pt x="3237" y="3091"/>
                </a:lnTo>
                <a:lnTo>
                  <a:pt x="3407" y="2750"/>
                </a:lnTo>
                <a:lnTo>
                  <a:pt x="3602" y="2410"/>
                </a:lnTo>
                <a:lnTo>
                  <a:pt x="3748" y="2215"/>
                </a:lnTo>
                <a:lnTo>
                  <a:pt x="3894" y="2045"/>
                </a:lnTo>
                <a:lnTo>
                  <a:pt x="4064" y="1899"/>
                </a:lnTo>
                <a:lnTo>
                  <a:pt x="4283" y="1753"/>
                </a:lnTo>
                <a:lnTo>
                  <a:pt x="4502" y="1607"/>
                </a:lnTo>
                <a:lnTo>
                  <a:pt x="4721" y="1485"/>
                </a:lnTo>
                <a:lnTo>
                  <a:pt x="4989" y="1388"/>
                </a:lnTo>
                <a:lnTo>
                  <a:pt x="5232" y="1291"/>
                </a:lnTo>
                <a:lnTo>
                  <a:pt x="5816" y="1096"/>
                </a:lnTo>
                <a:lnTo>
                  <a:pt x="6400" y="950"/>
                </a:lnTo>
                <a:lnTo>
                  <a:pt x="7033" y="853"/>
                </a:lnTo>
                <a:lnTo>
                  <a:pt x="7641" y="755"/>
                </a:lnTo>
                <a:lnTo>
                  <a:pt x="8249" y="707"/>
                </a:lnTo>
                <a:lnTo>
                  <a:pt x="8858" y="658"/>
                </a:lnTo>
                <a:lnTo>
                  <a:pt x="9904" y="609"/>
                </a:lnTo>
                <a:lnTo>
                  <a:pt x="10707" y="609"/>
                </a:lnTo>
                <a:lnTo>
                  <a:pt x="11121" y="585"/>
                </a:lnTo>
                <a:lnTo>
                  <a:pt x="11534" y="561"/>
                </a:lnTo>
                <a:close/>
                <a:moveTo>
                  <a:pt x="2410" y="13919"/>
                </a:moveTo>
                <a:lnTo>
                  <a:pt x="2239" y="14089"/>
                </a:lnTo>
                <a:lnTo>
                  <a:pt x="2093" y="14260"/>
                </a:lnTo>
                <a:lnTo>
                  <a:pt x="1850" y="14649"/>
                </a:lnTo>
                <a:lnTo>
                  <a:pt x="1826" y="14479"/>
                </a:lnTo>
                <a:lnTo>
                  <a:pt x="1850" y="14308"/>
                </a:lnTo>
                <a:lnTo>
                  <a:pt x="1899" y="14114"/>
                </a:lnTo>
                <a:lnTo>
                  <a:pt x="1972" y="13919"/>
                </a:lnTo>
                <a:close/>
                <a:moveTo>
                  <a:pt x="14746" y="13846"/>
                </a:moveTo>
                <a:lnTo>
                  <a:pt x="14649" y="13992"/>
                </a:lnTo>
                <a:lnTo>
                  <a:pt x="14551" y="14138"/>
                </a:lnTo>
                <a:lnTo>
                  <a:pt x="14405" y="14430"/>
                </a:lnTo>
                <a:lnTo>
                  <a:pt x="14235" y="14771"/>
                </a:lnTo>
                <a:lnTo>
                  <a:pt x="14235" y="14527"/>
                </a:lnTo>
                <a:lnTo>
                  <a:pt x="14259" y="14284"/>
                </a:lnTo>
                <a:lnTo>
                  <a:pt x="14235" y="14065"/>
                </a:lnTo>
                <a:lnTo>
                  <a:pt x="14211" y="13943"/>
                </a:lnTo>
                <a:lnTo>
                  <a:pt x="14186" y="13846"/>
                </a:lnTo>
                <a:close/>
                <a:moveTo>
                  <a:pt x="2994" y="13919"/>
                </a:moveTo>
                <a:lnTo>
                  <a:pt x="2848" y="14065"/>
                </a:lnTo>
                <a:lnTo>
                  <a:pt x="2702" y="14211"/>
                </a:lnTo>
                <a:lnTo>
                  <a:pt x="2458" y="14552"/>
                </a:lnTo>
                <a:lnTo>
                  <a:pt x="2288" y="14819"/>
                </a:lnTo>
                <a:lnTo>
                  <a:pt x="2191" y="15014"/>
                </a:lnTo>
                <a:lnTo>
                  <a:pt x="2142" y="15184"/>
                </a:lnTo>
                <a:lnTo>
                  <a:pt x="2045" y="15087"/>
                </a:lnTo>
                <a:lnTo>
                  <a:pt x="2239" y="14771"/>
                </a:lnTo>
                <a:lnTo>
                  <a:pt x="2434" y="14479"/>
                </a:lnTo>
                <a:lnTo>
                  <a:pt x="2629" y="14211"/>
                </a:lnTo>
                <a:lnTo>
                  <a:pt x="2799" y="13919"/>
                </a:lnTo>
                <a:close/>
                <a:moveTo>
                  <a:pt x="4405" y="14381"/>
                </a:moveTo>
                <a:lnTo>
                  <a:pt x="4381" y="14649"/>
                </a:lnTo>
                <a:lnTo>
                  <a:pt x="4308" y="14941"/>
                </a:lnTo>
                <a:lnTo>
                  <a:pt x="4259" y="15087"/>
                </a:lnTo>
                <a:lnTo>
                  <a:pt x="4162" y="15209"/>
                </a:lnTo>
                <a:lnTo>
                  <a:pt x="4040" y="15330"/>
                </a:lnTo>
                <a:lnTo>
                  <a:pt x="3894" y="15403"/>
                </a:lnTo>
                <a:lnTo>
                  <a:pt x="3894" y="15403"/>
                </a:lnTo>
                <a:lnTo>
                  <a:pt x="4016" y="15160"/>
                </a:lnTo>
                <a:lnTo>
                  <a:pt x="4235" y="14771"/>
                </a:lnTo>
                <a:lnTo>
                  <a:pt x="4308" y="14576"/>
                </a:lnTo>
                <a:lnTo>
                  <a:pt x="4405" y="14381"/>
                </a:lnTo>
                <a:close/>
                <a:moveTo>
                  <a:pt x="3845" y="13895"/>
                </a:moveTo>
                <a:lnTo>
                  <a:pt x="3651" y="14041"/>
                </a:lnTo>
                <a:lnTo>
                  <a:pt x="3456" y="14211"/>
                </a:lnTo>
                <a:lnTo>
                  <a:pt x="3286" y="14406"/>
                </a:lnTo>
                <a:lnTo>
                  <a:pt x="3140" y="14625"/>
                </a:lnTo>
                <a:lnTo>
                  <a:pt x="2848" y="15038"/>
                </a:lnTo>
                <a:lnTo>
                  <a:pt x="2629" y="15476"/>
                </a:lnTo>
                <a:lnTo>
                  <a:pt x="2629" y="15501"/>
                </a:lnTo>
                <a:lnTo>
                  <a:pt x="2458" y="15428"/>
                </a:lnTo>
                <a:lnTo>
                  <a:pt x="2556" y="15306"/>
                </a:lnTo>
                <a:lnTo>
                  <a:pt x="2629" y="15160"/>
                </a:lnTo>
                <a:lnTo>
                  <a:pt x="2726" y="14941"/>
                </a:lnTo>
                <a:lnTo>
                  <a:pt x="2896" y="14673"/>
                </a:lnTo>
                <a:lnTo>
                  <a:pt x="3067" y="14406"/>
                </a:lnTo>
                <a:lnTo>
                  <a:pt x="3261" y="14162"/>
                </a:lnTo>
                <a:lnTo>
                  <a:pt x="3432" y="13919"/>
                </a:lnTo>
                <a:lnTo>
                  <a:pt x="3845" y="13895"/>
                </a:lnTo>
                <a:close/>
                <a:moveTo>
                  <a:pt x="4381" y="13895"/>
                </a:moveTo>
                <a:lnTo>
                  <a:pt x="4381" y="14065"/>
                </a:lnTo>
                <a:lnTo>
                  <a:pt x="4186" y="14260"/>
                </a:lnTo>
                <a:lnTo>
                  <a:pt x="4016" y="14503"/>
                </a:lnTo>
                <a:lnTo>
                  <a:pt x="3724" y="14990"/>
                </a:lnTo>
                <a:lnTo>
                  <a:pt x="3529" y="15257"/>
                </a:lnTo>
                <a:lnTo>
                  <a:pt x="3359" y="15549"/>
                </a:lnTo>
                <a:lnTo>
                  <a:pt x="3261" y="15574"/>
                </a:lnTo>
                <a:lnTo>
                  <a:pt x="2994" y="15574"/>
                </a:lnTo>
                <a:lnTo>
                  <a:pt x="3237" y="15160"/>
                </a:lnTo>
                <a:lnTo>
                  <a:pt x="3505" y="14746"/>
                </a:lnTo>
                <a:lnTo>
                  <a:pt x="3821" y="14333"/>
                </a:lnTo>
                <a:lnTo>
                  <a:pt x="3967" y="14114"/>
                </a:lnTo>
                <a:lnTo>
                  <a:pt x="4113" y="13895"/>
                </a:lnTo>
                <a:close/>
                <a:moveTo>
                  <a:pt x="15865" y="13846"/>
                </a:moveTo>
                <a:lnTo>
                  <a:pt x="15695" y="13968"/>
                </a:lnTo>
                <a:lnTo>
                  <a:pt x="15525" y="14089"/>
                </a:lnTo>
                <a:lnTo>
                  <a:pt x="15403" y="14211"/>
                </a:lnTo>
                <a:lnTo>
                  <a:pt x="15306" y="14333"/>
                </a:lnTo>
                <a:lnTo>
                  <a:pt x="15111" y="14625"/>
                </a:lnTo>
                <a:lnTo>
                  <a:pt x="14965" y="14844"/>
                </a:lnTo>
                <a:lnTo>
                  <a:pt x="14819" y="15063"/>
                </a:lnTo>
                <a:lnTo>
                  <a:pt x="14746" y="15184"/>
                </a:lnTo>
                <a:lnTo>
                  <a:pt x="14697" y="15306"/>
                </a:lnTo>
                <a:lnTo>
                  <a:pt x="14673" y="15452"/>
                </a:lnTo>
                <a:lnTo>
                  <a:pt x="14673" y="15574"/>
                </a:lnTo>
                <a:lnTo>
                  <a:pt x="14503" y="15428"/>
                </a:lnTo>
                <a:lnTo>
                  <a:pt x="14381" y="15257"/>
                </a:lnTo>
                <a:lnTo>
                  <a:pt x="14478" y="15111"/>
                </a:lnTo>
                <a:lnTo>
                  <a:pt x="14551" y="14965"/>
                </a:lnTo>
                <a:lnTo>
                  <a:pt x="14673" y="14673"/>
                </a:lnTo>
                <a:lnTo>
                  <a:pt x="14819" y="14284"/>
                </a:lnTo>
                <a:lnTo>
                  <a:pt x="14868" y="14065"/>
                </a:lnTo>
                <a:lnTo>
                  <a:pt x="14892" y="13870"/>
                </a:lnTo>
                <a:lnTo>
                  <a:pt x="14868" y="13846"/>
                </a:lnTo>
                <a:close/>
                <a:moveTo>
                  <a:pt x="16790" y="14625"/>
                </a:moveTo>
                <a:lnTo>
                  <a:pt x="16766" y="14917"/>
                </a:lnTo>
                <a:lnTo>
                  <a:pt x="16717" y="15184"/>
                </a:lnTo>
                <a:lnTo>
                  <a:pt x="16644" y="15330"/>
                </a:lnTo>
                <a:lnTo>
                  <a:pt x="16571" y="15452"/>
                </a:lnTo>
                <a:lnTo>
                  <a:pt x="16449" y="15574"/>
                </a:lnTo>
                <a:lnTo>
                  <a:pt x="16352" y="15647"/>
                </a:lnTo>
                <a:lnTo>
                  <a:pt x="16352" y="15647"/>
                </a:lnTo>
                <a:lnTo>
                  <a:pt x="16571" y="15111"/>
                </a:lnTo>
                <a:lnTo>
                  <a:pt x="16693" y="14868"/>
                </a:lnTo>
                <a:lnTo>
                  <a:pt x="16790" y="14625"/>
                </a:lnTo>
                <a:close/>
                <a:moveTo>
                  <a:pt x="16498" y="13846"/>
                </a:moveTo>
                <a:lnTo>
                  <a:pt x="16328" y="14041"/>
                </a:lnTo>
                <a:lnTo>
                  <a:pt x="16133" y="14260"/>
                </a:lnTo>
                <a:lnTo>
                  <a:pt x="15987" y="14479"/>
                </a:lnTo>
                <a:lnTo>
                  <a:pt x="15817" y="14746"/>
                </a:lnTo>
                <a:lnTo>
                  <a:pt x="15525" y="15257"/>
                </a:lnTo>
                <a:lnTo>
                  <a:pt x="15379" y="15549"/>
                </a:lnTo>
                <a:lnTo>
                  <a:pt x="15257" y="15817"/>
                </a:lnTo>
                <a:lnTo>
                  <a:pt x="15062" y="15768"/>
                </a:lnTo>
                <a:lnTo>
                  <a:pt x="14868" y="15695"/>
                </a:lnTo>
                <a:lnTo>
                  <a:pt x="14965" y="15622"/>
                </a:lnTo>
                <a:lnTo>
                  <a:pt x="15038" y="15549"/>
                </a:lnTo>
                <a:lnTo>
                  <a:pt x="15160" y="15355"/>
                </a:lnTo>
                <a:lnTo>
                  <a:pt x="15379" y="14941"/>
                </a:lnTo>
                <a:lnTo>
                  <a:pt x="15719" y="14381"/>
                </a:lnTo>
                <a:lnTo>
                  <a:pt x="15817" y="14260"/>
                </a:lnTo>
                <a:lnTo>
                  <a:pt x="15865" y="14114"/>
                </a:lnTo>
                <a:lnTo>
                  <a:pt x="16011" y="13846"/>
                </a:lnTo>
                <a:close/>
                <a:moveTo>
                  <a:pt x="16717" y="13846"/>
                </a:moveTo>
                <a:lnTo>
                  <a:pt x="16766" y="14235"/>
                </a:lnTo>
                <a:lnTo>
                  <a:pt x="16620" y="14430"/>
                </a:lnTo>
                <a:lnTo>
                  <a:pt x="16474" y="14625"/>
                </a:lnTo>
                <a:lnTo>
                  <a:pt x="16255" y="15063"/>
                </a:lnTo>
                <a:lnTo>
                  <a:pt x="16084" y="15428"/>
                </a:lnTo>
                <a:lnTo>
                  <a:pt x="15987" y="15622"/>
                </a:lnTo>
                <a:lnTo>
                  <a:pt x="15938" y="15817"/>
                </a:lnTo>
                <a:lnTo>
                  <a:pt x="15646" y="15841"/>
                </a:lnTo>
                <a:lnTo>
                  <a:pt x="15890" y="15379"/>
                </a:lnTo>
                <a:lnTo>
                  <a:pt x="16133" y="14917"/>
                </a:lnTo>
                <a:lnTo>
                  <a:pt x="16401" y="14381"/>
                </a:lnTo>
                <a:lnTo>
                  <a:pt x="16644" y="13846"/>
                </a:lnTo>
                <a:close/>
                <a:moveTo>
                  <a:pt x="8493" y="1"/>
                </a:moveTo>
                <a:lnTo>
                  <a:pt x="7884" y="25"/>
                </a:lnTo>
                <a:lnTo>
                  <a:pt x="7252" y="98"/>
                </a:lnTo>
                <a:lnTo>
                  <a:pt x="6619" y="171"/>
                </a:lnTo>
                <a:lnTo>
                  <a:pt x="6011" y="317"/>
                </a:lnTo>
                <a:lnTo>
                  <a:pt x="5427" y="488"/>
                </a:lnTo>
                <a:lnTo>
                  <a:pt x="5135" y="585"/>
                </a:lnTo>
                <a:lnTo>
                  <a:pt x="4867" y="707"/>
                </a:lnTo>
                <a:lnTo>
                  <a:pt x="4600" y="853"/>
                </a:lnTo>
                <a:lnTo>
                  <a:pt x="4356" y="999"/>
                </a:lnTo>
                <a:lnTo>
                  <a:pt x="4113" y="1169"/>
                </a:lnTo>
                <a:lnTo>
                  <a:pt x="3894" y="1339"/>
                </a:lnTo>
                <a:lnTo>
                  <a:pt x="3699" y="1534"/>
                </a:lnTo>
                <a:lnTo>
                  <a:pt x="3529" y="1753"/>
                </a:lnTo>
                <a:lnTo>
                  <a:pt x="3310" y="2045"/>
                </a:lnTo>
                <a:lnTo>
                  <a:pt x="3115" y="2385"/>
                </a:lnTo>
                <a:lnTo>
                  <a:pt x="2945" y="2702"/>
                </a:lnTo>
                <a:lnTo>
                  <a:pt x="2799" y="3042"/>
                </a:lnTo>
                <a:lnTo>
                  <a:pt x="2507" y="3748"/>
                </a:lnTo>
                <a:lnTo>
                  <a:pt x="2264" y="4454"/>
                </a:lnTo>
                <a:lnTo>
                  <a:pt x="2142" y="4405"/>
                </a:lnTo>
                <a:lnTo>
                  <a:pt x="2020" y="4356"/>
                </a:lnTo>
                <a:lnTo>
                  <a:pt x="1728" y="4356"/>
                </a:lnTo>
                <a:lnTo>
                  <a:pt x="1412" y="4405"/>
                </a:lnTo>
                <a:lnTo>
                  <a:pt x="1193" y="4478"/>
                </a:lnTo>
                <a:lnTo>
                  <a:pt x="998" y="4551"/>
                </a:lnTo>
                <a:lnTo>
                  <a:pt x="804" y="4624"/>
                </a:lnTo>
                <a:lnTo>
                  <a:pt x="633" y="4746"/>
                </a:lnTo>
                <a:lnTo>
                  <a:pt x="487" y="4867"/>
                </a:lnTo>
                <a:lnTo>
                  <a:pt x="366" y="5013"/>
                </a:lnTo>
                <a:lnTo>
                  <a:pt x="244" y="5159"/>
                </a:lnTo>
                <a:lnTo>
                  <a:pt x="147" y="5354"/>
                </a:lnTo>
                <a:lnTo>
                  <a:pt x="49" y="5524"/>
                </a:lnTo>
                <a:lnTo>
                  <a:pt x="25" y="5695"/>
                </a:lnTo>
                <a:lnTo>
                  <a:pt x="1" y="5865"/>
                </a:lnTo>
                <a:lnTo>
                  <a:pt x="25" y="6060"/>
                </a:lnTo>
                <a:lnTo>
                  <a:pt x="49" y="6230"/>
                </a:lnTo>
                <a:lnTo>
                  <a:pt x="122" y="6400"/>
                </a:lnTo>
                <a:lnTo>
                  <a:pt x="220" y="6571"/>
                </a:lnTo>
                <a:lnTo>
                  <a:pt x="317" y="6692"/>
                </a:lnTo>
                <a:lnTo>
                  <a:pt x="463" y="6814"/>
                </a:lnTo>
                <a:lnTo>
                  <a:pt x="658" y="6911"/>
                </a:lnTo>
                <a:lnTo>
                  <a:pt x="901" y="6984"/>
                </a:lnTo>
                <a:lnTo>
                  <a:pt x="1023" y="6984"/>
                </a:lnTo>
                <a:lnTo>
                  <a:pt x="1120" y="7009"/>
                </a:lnTo>
                <a:lnTo>
                  <a:pt x="1242" y="6984"/>
                </a:lnTo>
                <a:lnTo>
                  <a:pt x="1363" y="6960"/>
                </a:lnTo>
                <a:lnTo>
                  <a:pt x="1169" y="7495"/>
                </a:lnTo>
                <a:lnTo>
                  <a:pt x="1071" y="7739"/>
                </a:lnTo>
                <a:lnTo>
                  <a:pt x="998" y="8006"/>
                </a:lnTo>
                <a:lnTo>
                  <a:pt x="901" y="8542"/>
                </a:lnTo>
                <a:lnTo>
                  <a:pt x="779" y="9393"/>
                </a:lnTo>
                <a:lnTo>
                  <a:pt x="731" y="10245"/>
                </a:lnTo>
                <a:lnTo>
                  <a:pt x="731" y="11072"/>
                </a:lnTo>
                <a:lnTo>
                  <a:pt x="755" y="11875"/>
                </a:lnTo>
                <a:lnTo>
                  <a:pt x="852" y="12702"/>
                </a:lnTo>
                <a:lnTo>
                  <a:pt x="974" y="13505"/>
                </a:lnTo>
                <a:lnTo>
                  <a:pt x="925" y="13505"/>
                </a:lnTo>
                <a:lnTo>
                  <a:pt x="877" y="13530"/>
                </a:lnTo>
                <a:lnTo>
                  <a:pt x="828" y="13578"/>
                </a:lnTo>
                <a:lnTo>
                  <a:pt x="804" y="13627"/>
                </a:lnTo>
                <a:lnTo>
                  <a:pt x="804" y="13676"/>
                </a:lnTo>
                <a:lnTo>
                  <a:pt x="804" y="13749"/>
                </a:lnTo>
                <a:lnTo>
                  <a:pt x="828" y="13797"/>
                </a:lnTo>
                <a:lnTo>
                  <a:pt x="877" y="13846"/>
                </a:lnTo>
                <a:lnTo>
                  <a:pt x="925" y="13870"/>
                </a:lnTo>
                <a:lnTo>
                  <a:pt x="1193" y="13895"/>
                </a:lnTo>
                <a:lnTo>
                  <a:pt x="1461" y="13919"/>
                </a:lnTo>
                <a:lnTo>
                  <a:pt x="1412" y="14041"/>
                </a:lnTo>
                <a:lnTo>
                  <a:pt x="1363" y="14187"/>
                </a:lnTo>
                <a:lnTo>
                  <a:pt x="1315" y="14333"/>
                </a:lnTo>
                <a:lnTo>
                  <a:pt x="1315" y="14479"/>
                </a:lnTo>
                <a:lnTo>
                  <a:pt x="1315" y="14649"/>
                </a:lnTo>
                <a:lnTo>
                  <a:pt x="1339" y="14795"/>
                </a:lnTo>
                <a:lnTo>
                  <a:pt x="1363" y="14941"/>
                </a:lnTo>
                <a:lnTo>
                  <a:pt x="1412" y="15063"/>
                </a:lnTo>
                <a:lnTo>
                  <a:pt x="1534" y="15282"/>
                </a:lnTo>
                <a:lnTo>
                  <a:pt x="1680" y="15476"/>
                </a:lnTo>
                <a:lnTo>
                  <a:pt x="1850" y="15647"/>
                </a:lnTo>
                <a:lnTo>
                  <a:pt x="2020" y="15768"/>
                </a:lnTo>
                <a:lnTo>
                  <a:pt x="2215" y="15890"/>
                </a:lnTo>
                <a:lnTo>
                  <a:pt x="2434" y="15987"/>
                </a:lnTo>
                <a:lnTo>
                  <a:pt x="2677" y="16036"/>
                </a:lnTo>
                <a:lnTo>
                  <a:pt x="2921" y="16085"/>
                </a:lnTo>
                <a:lnTo>
                  <a:pt x="3115" y="16109"/>
                </a:lnTo>
                <a:lnTo>
                  <a:pt x="3334" y="16109"/>
                </a:lnTo>
                <a:lnTo>
                  <a:pt x="3529" y="16085"/>
                </a:lnTo>
                <a:lnTo>
                  <a:pt x="3748" y="16036"/>
                </a:lnTo>
                <a:lnTo>
                  <a:pt x="3943" y="15963"/>
                </a:lnTo>
                <a:lnTo>
                  <a:pt x="4137" y="15890"/>
                </a:lnTo>
                <a:lnTo>
                  <a:pt x="4308" y="15793"/>
                </a:lnTo>
                <a:lnTo>
                  <a:pt x="4478" y="15647"/>
                </a:lnTo>
                <a:lnTo>
                  <a:pt x="4648" y="15476"/>
                </a:lnTo>
                <a:lnTo>
                  <a:pt x="4770" y="15282"/>
                </a:lnTo>
                <a:lnTo>
                  <a:pt x="4843" y="15063"/>
                </a:lnTo>
                <a:lnTo>
                  <a:pt x="4892" y="14844"/>
                </a:lnTo>
                <a:lnTo>
                  <a:pt x="4940" y="14600"/>
                </a:lnTo>
                <a:lnTo>
                  <a:pt x="4940" y="14357"/>
                </a:lnTo>
                <a:lnTo>
                  <a:pt x="4916" y="13895"/>
                </a:lnTo>
                <a:lnTo>
                  <a:pt x="5062" y="13895"/>
                </a:lnTo>
                <a:lnTo>
                  <a:pt x="9515" y="13870"/>
                </a:lnTo>
                <a:lnTo>
                  <a:pt x="14040" y="13846"/>
                </a:lnTo>
                <a:lnTo>
                  <a:pt x="13967" y="13919"/>
                </a:lnTo>
                <a:lnTo>
                  <a:pt x="13919" y="13992"/>
                </a:lnTo>
                <a:lnTo>
                  <a:pt x="13846" y="14162"/>
                </a:lnTo>
                <a:lnTo>
                  <a:pt x="13797" y="14357"/>
                </a:lnTo>
                <a:lnTo>
                  <a:pt x="13797" y="14576"/>
                </a:lnTo>
                <a:lnTo>
                  <a:pt x="13821" y="14795"/>
                </a:lnTo>
                <a:lnTo>
                  <a:pt x="13846" y="14990"/>
                </a:lnTo>
                <a:lnTo>
                  <a:pt x="13943" y="15355"/>
                </a:lnTo>
                <a:lnTo>
                  <a:pt x="13967" y="15476"/>
                </a:lnTo>
                <a:lnTo>
                  <a:pt x="14016" y="15574"/>
                </a:lnTo>
                <a:lnTo>
                  <a:pt x="14162" y="15768"/>
                </a:lnTo>
                <a:lnTo>
                  <a:pt x="14357" y="15914"/>
                </a:lnTo>
                <a:lnTo>
                  <a:pt x="14551" y="16060"/>
                </a:lnTo>
                <a:lnTo>
                  <a:pt x="14795" y="16158"/>
                </a:lnTo>
                <a:lnTo>
                  <a:pt x="15038" y="16231"/>
                </a:lnTo>
                <a:lnTo>
                  <a:pt x="15281" y="16279"/>
                </a:lnTo>
                <a:lnTo>
                  <a:pt x="15500" y="16328"/>
                </a:lnTo>
                <a:lnTo>
                  <a:pt x="15744" y="16328"/>
                </a:lnTo>
                <a:lnTo>
                  <a:pt x="15963" y="16304"/>
                </a:lnTo>
                <a:lnTo>
                  <a:pt x="16157" y="16255"/>
                </a:lnTo>
                <a:lnTo>
                  <a:pt x="16352" y="16182"/>
                </a:lnTo>
                <a:lnTo>
                  <a:pt x="16547" y="16060"/>
                </a:lnTo>
                <a:lnTo>
                  <a:pt x="16717" y="15939"/>
                </a:lnTo>
                <a:lnTo>
                  <a:pt x="16887" y="15793"/>
                </a:lnTo>
                <a:lnTo>
                  <a:pt x="17033" y="15622"/>
                </a:lnTo>
                <a:lnTo>
                  <a:pt x="17131" y="15428"/>
                </a:lnTo>
                <a:lnTo>
                  <a:pt x="17204" y="15209"/>
                </a:lnTo>
                <a:lnTo>
                  <a:pt x="17252" y="14990"/>
                </a:lnTo>
                <a:lnTo>
                  <a:pt x="17277" y="14746"/>
                </a:lnTo>
                <a:lnTo>
                  <a:pt x="17277" y="14527"/>
                </a:lnTo>
                <a:lnTo>
                  <a:pt x="17277" y="14284"/>
                </a:lnTo>
                <a:lnTo>
                  <a:pt x="17204" y="13822"/>
                </a:lnTo>
                <a:lnTo>
                  <a:pt x="18250" y="13797"/>
                </a:lnTo>
                <a:lnTo>
                  <a:pt x="18372" y="13773"/>
                </a:lnTo>
                <a:lnTo>
                  <a:pt x="18445" y="13724"/>
                </a:lnTo>
                <a:lnTo>
                  <a:pt x="18493" y="13627"/>
                </a:lnTo>
                <a:lnTo>
                  <a:pt x="18493" y="13530"/>
                </a:lnTo>
                <a:lnTo>
                  <a:pt x="18493" y="13457"/>
                </a:lnTo>
                <a:lnTo>
                  <a:pt x="18445" y="13359"/>
                </a:lnTo>
                <a:lnTo>
                  <a:pt x="18372" y="13311"/>
                </a:lnTo>
                <a:lnTo>
                  <a:pt x="18250" y="13286"/>
                </a:lnTo>
                <a:lnTo>
                  <a:pt x="18445" y="12556"/>
                </a:lnTo>
                <a:lnTo>
                  <a:pt x="18566" y="11802"/>
                </a:lnTo>
                <a:lnTo>
                  <a:pt x="18639" y="11048"/>
                </a:lnTo>
                <a:lnTo>
                  <a:pt x="18664" y="10293"/>
                </a:lnTo>
                <a:lnTo>
                  <a:pt x="18639" y="9880"/>
                </a:lnTo>
                <a:lnTo>
                  <a:pt x="18615" y="9466"/>
                </a:lnTo>
                <a:lnTo>
                  <a:pt x="18493" y="8639"/>
                </a:lnTo>
                <a:lnTo>
                  <a:pt x="18445" y="8323"/>
                </a:lnTo>
                <a:lnTo>
                  <a:pt x="18372" y="7982"/>
                </a:lnTo>
                <a:lnTo>
                  <a:pt x="18250" y="7666"/>
                </a:lnTo>
                <a:lnTo>
                  <a:pt x="18177" y="7520"/>
                </a:lnTo>
                <a:lnTo>
                  <a:pt x="18104" y="7374"/>
                </a:lnTo>
                <a:lnTo>
                  <a:pt x="18080" y="7276"/>
                </a:lnTo>
                <a:lnTo>
                  <a:pt x="17982" y="6887"/>
                </a:lnTo>
                <a:lnTo>
                  <a:pt x="18274" y="6838"/>
                </a:lnTo>
                <a:lnTo>
                  <a:pt x="18542" y="6741"/>
                </a:lnTo>
                <a:lnTo>
                  <a:pt x="18834" y="6644"/>
                </a:lnTo>
                <a:lnTo>
                  <a:pt x="19102" y="6498"/>
                </a:lnTo>
                <a:lnTo>
                  <a:pt x="19199" y="6400"/>
                </a:lnTo>
                <a:lnTo>
                  <a:pt x="19272" y="6279"/>
                </a:lnTo>
                <a:lnTo>
                  <a:pt x="19321" y="6157"/>
                </a:lnTo>
                <a:lnTo>
                  <a:pt x="19321" y="6011"/>
                </a:lnTo>
                <a:lnTo>
                  <a:pt x="19321" y="5841"/>
                </a:lnTo>
                <a:lnTo>
                  <a:pt x="19321" y="5695"/>
                </a:lnTo>
                <a:lnTo>
                  <a:pt x="19272" y="5451"/>
                </a:lnTo>
                <a:lnTo>
                  <a:pt x="19199" y="5281"/>
                </a:lnTo>
                <a:lnTo>
                  <a:pt x="19126" y="5135"/>
                </a:lnTo>
                <a:lnTo>
                  <a:pt x="19029" y="5013"/>
                </a:lnTo>
                <a:lnTo>
                  <a:pt x="18907" y="4892"/>
                </a:lnTo>
                <a:lnTo>
                  <a:pt x="18785" y="4794"/>
                </a:lnTo>
                <a:lnTo>
                  <a:pt x="18664" y="4697"/>
                </a:lnTo>
                <a:lnTo>
                  <a:pt x="18372" y="4527"/>
                </a:lnTo>
                <a:lnTo>
                  <a:pt x="18080" y="4429"/>
                </a:lnTo>
                <a:lnTo>
                  <a:pt x="17934" y="4356"/>
                </a:lnTo>
                <a:lnTo>
                  <a:pt x="17763" y="4332"/>
                </a:lnTo>
                <a:lnTo>
                  <a:pt x="17593" y="4308"/>
                </a:lnTo>
                <a:lnTo>
                  <a:pt x="17423" y="4308"/>
                </a:lnTo>
                <a:lnTo>
                  <a:pt x="17252" y="4356"/>
                </a:lnTo>
                <a:lnTo>
                  <a:pt x="17131" y="4405"/>
                </a:lnTo>
                <a:lnTo>
                  <a:pt x="17082" y="4478"/>
                </a:lnTo>
                <a:lnTo>
                  <a:pt x="17082" y="4527"/>
                </a:lnTo>
                <a:lnTo>
                  <a:pt x="16863" y="3967"/>
                </a:lnTo>
                <a:lnTo>
                  <a:pt x="16595" y="3261"/>
                </a:lnTo>
                <a:lnTo>
                  <a:pt x="16303" y="2580"/>
                </a:lnTo>
                <a:lnTo>
                  <a:pt x="16133" y="2239"/>
                </a:lnTo>
                <a:lnTo>
                  <a:pt x="15938" y="1923"/>
                </a:lnTo>
                <a:lnTo>
                  <a:pt x="15719" y="1607"/>
                </a:lnTo>
                <a:lnTo>
                  <a:pt x="15476" y="1315"/>
                </a:lnTo>
                <a:lnTo>
                  <a:pt x="15354" y="1193"/>
                </a:lnTo>
                <a:lnTo>
                  <a:pt x="15379" y="1145"/>
                </a:lnTo>
                <a:lnTo>
                  <a:pt x="15403" y="1120"/>
                </a:lnTo>
                <a:lnTo>
                  <a:pt x="15379" y="1023"/>
                </a:lnTo>
                <a:lnTo>
                  <a:pt x="15306" y="974"/>
                </a:lnTo>
                <a:lnTo>
                  <a:pt x="15257" y="950"/>
                </a:lnTo>
                <a:lnTo>
                  <a:pt x="15208" y="950"/>
                </a:lnTo>
                <a:lnTo>
                  <a:pt x="15111" y="974"/>
                </a:lnTo>
                <a:lnTo>
                  <a:pt x="14892" y="804"/>
                </a:lnTo>
                <a:lnTo>
                  <a:pt x="14624" y="658"/>
                </a:lnTo>
                <a:lnTo>
                  <a:pt x="14381" y="536"/>
                </a:lnTo>
                <a:lnTo>
                  <a:pt x="14113" y="415"/>
                </a:lnTo>
                <a:lnTo>
                  <a:pt x="13821" y="317"/>
                </a:lnTo>
                <a:lnTo>
                  <a:pt x="13530" y="244"/>
                </a:lnTo>
                <a:lnTo>
                  <a:pt x="12970" y="123"/>
                </a:lnTo>
                <a:lnTo>
                  <a:pt x="12556" y="74"/>
                </a:lnTo>
                <a:lnTo>
                  <a:pt x="12143" y="50"/>
                </a:lnTo>
                <a:lnTo>
                  <a:pt x="11729" y="50"/>
                </a:lnTo>
                <a:lnTo>
                  <a:pt x="11291" y="74"/>
                </a:lnTo>
                <a:lnTo>
                  <a:pt x="10902" y="50"/>
                </a:lnTo>
                <a:lnTo>
                  <a:pt x="10123" y="25"/>
                </a:lnTo>
                <a:lnTo>
                  <a:pt x="9077" y="1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24"/>
          <p:cNvSpPr/>
          <p:nvPr/>
        </p:nvSpPr>
        <p:spPr>
          <a:xfrm>
            <a:off x="2382050" y="2591648"/>
            <a:ext cx="387526" cy="218566"/>
          </a:xfrm>
          <a:custGeom>
            <a:rect b="b" l="l" r="r" t="t"/>
            <a:pathLst>
              <a:path extrusionOk="0" h="12654" w="18640">
                <a:moveTo>
                  <a:pt x="11486" y="512"/>
                </a:moveTo>
                <a:lnTo>
                  <a:pt x="14089" y="536"/>
                </a:lnTo>
                <a:lnTo>
                  <a:pt x="16206" y="585"/>
                </a:lnTo>
                <a:lnTo>
                  <a:pt x="17106" y="585"/>
                </a:lnTo>
                <a:lnTo>
                  <a:pt x="17374" y="633"/>
                </a:lnTo>
                <a:lnTo>
                  <a:pt x="17617" y="706"/>
                </a:lnTo>
                <a:lnTo>
                  <a:pt x="17715" y="755"/>
                </a:lnTo>
                <a:lnTo>
                  <a:pt x="17812" y="828"/>
                </a:lnTo>
                <a:lnTo>
                  <a:pt x="17885" y="925"/>
                </a:lnTo>
                <a:lnTo>
                  <a:pt x="17958" y="1047"/>
                </a:lnTo>
                <a:lnTo>
                  <a:pt x="17982" y="1169"/>
                </a:lnTo>
                <a:lnTo>
                  <a:pt x="18007" y="1315"/>
                </a:lnTo>
                <a:lnTo>
                  <a:pt x="17982" y="1607"/>
                </a:lnTo>
                <a:lnTo>
                  <a:pt x="17958" y="1753"/>
                </a:lnTo>
                <a:lnTo>
                  <a:pt x="17958" y="1923"/>
                </a:lnTo>
                <a:lnTo>
                  <a:pt x="17958" y="2264"/>
                </a:lnTo>
                <a:lnTo>
                  <a:pt x="18007" y="2604"/>
                </a:lnTo>
                <a:lnTo>
                  <a:pt x="18031" y="2945"/>
                </a:lnTo>
                <a:lnTo>
                  <a:pt x="18031" y="3115"/>
                </a:lnTo>
                <a:lnTo>
                  <a:pt x="17520" y="3164"/>
                </a:lnTo>
                <a:lnTo>
                  <a:pt x="17009" y="3188"/>
                </a:lnTo>
                <a:lnTo>
                  <a:pt x="15963" y="3212"/>
                </a:lnTo>
                <a:lnTo>
                  <a:pt x="14917" y="3188"/>
                </a:lnTo>
                <a:lnTo>
                  <a:pt x="13870" y="3164"/>
                </a:lnTo>
                <a:lnTo>
                  <a:pt x="12751" y="3139"/>
                </a:lnTo>
                <a:lnTo>
                  <a:pt x="11607" y="3115"/>
                </a:lnTo>
                <a:lnTo>
                  <a:pt x="11023" y="3139"/>
                </a:lnTo>
                <a:lnTo>
                  <a:pt x="10439" y="3188"/>
                </a:lnTo>
                <a:lnTo>
                  <a:pt x="9855" y="3237"/>
                </a:lnTo>
                <a:lnTo>
                  <a:pt x="9271" y="3261"/>
                </a:lnTo>
                <a:lnTo>
                  <a:pt x="8712" y="3261"/>
                </a:lnTo>
                <a:lnTo>
                  <a:pt x="8152" y="3237"/>
                </a:lnTo>
                <a:lnTo>
                  <a:pt x="7057" y="3164"/>
                </a:lnTo>
                <a:lnTo>
                  <a:pt x="5938" y="3091"/>
                </a:lnTo>
                <a:lnTo>
                  <a:pt x="5403" y="3091"/>
                </a:lnTo>
                <a:lnTo>
                  <a:pt x="4843" y="3066"/>
                </a:lnTo>
                <a:lnTo>
                  <a:pt x="3651" y="3091"/>
                </a:lnTo>
                <a:lnTo>
                  <a:pt x="2483" y="3139"/>
                </a:lnTo>
                <a:lnTo>
                  <a:pt x="1412" y="3164"/>
                </a:lnTo>
                <a:lnTo>
                  <a:pt x="950" y="3164"/>
                </a:lnTo>
                <a:lnTo>
                  <a:pt x="731" y="3188"/>
                </a:lnTo>
                <a:lnTo>
                  <a:pt x="487" y="3212"/>
                </a:lnTo>
                <a:lnTo>
                  <a:pt x="487" y="3212"/>
                </a:lnTo>
                <a:lnTo>
                  <a:pt x="512" y="2799"/>
                </a:lnTo>
                <a:lnTo>
                  <a:pt x="560" y="2410"/>
                </a:lnTo>
                <a:lnTo>
                  <a:pt x="633" y="1996"/>
                </a:lnTo>
                <a:lnTo>
                  <a:pt x="731" y="1607"/>
                </a:lnTo>
                <a:lnTo>
                  <a:pt x="828" y="1363"/>
                </a:lnTo>
                <a:lnTo>
                  <a:pt x="925" y="1169"/>
                </a:lnTo>
                <a:lnTo>
                  <a:pt x="1071" y="998"/>
                </a:lnTo>
                <a:lnTo>
                  <a:pt x="1217" y="852"/>
                </a:lnTo>
                <a:lnTo>
                  <a:pt x="1388" y="731"/>
                </a:lnTo>
                <a:lnTo>
                  <a:pt x="1582" y="658"/>
                </a:lnTo>
                <a:lnTo>
                  <a:pt x="1777" y="585"/>
                </a:lnTo>
                <a:lnTo>
                  <a:pt x="1996" y="512"/>
                </a:lnTo>
                <a:lnTo>
                  <a:pt x="2118" y="560"/>
                </a:lnTo>
                <a:lnTo>
                  <a:pt x="2239" y="560"/>
                </a:lnTo>
                <a:lnTo>
                  <a:pt x="2483" y="585"/>
                </a:lnTo>
                <a:lnTo>
                  <a:pt x="2969" y="536"/>
                </a:lnTo>
                <a:lnTo>
                  <a:pt x="4016" y="512"/>
                </a:lnTo>
                <a:lnTo>
                  <a:pt x="5062" y="512"/>
                </a:lnTo>
                <a:lnTo>
                  <a:pt x="6084" y="536"/>
                </a:lnTo>
                <a:lnTo>
                  <a:pt x="7106" y="560"/>
                </a:lnTo>
                <a:lnTo>
                  <a:pt x="8128" y="585"/>
                </a:lnTo>
                <a:lnTo>
                  <a:pt x="8639" y="585"/>
                </a:lnTo>
                <a:lnTo>
                  <a:pt x="9150" y="560"/>
                </a:lnTo>
                <a:lnTo>
                  <a:pt x="10220" y="512"/>
                </a:lnTo>
                <a:close/>
                <a:moveTo>
                  <a:pt x="487" y="3650"/>
                </a:moveTo>
                <a:lnTo>
                  <a:pt x="560" y="3675"/>
                </a:lnTo>
                <a:lnTo>
                  <a:pt x="512" y="3748"/>
                </a:lnTo>
                <a:lnTo>
                  <a:pt x="487" y="3772"/>
                </a:lnTo>
                <a:lnTo>
                  <a:pt x="487" y="3650"/>
                </a:lnTo>
                <a:close/>
                <a:moveTo>
                  <a:pt x="10147" y="3748"/>
                </a:moveTo>
                <a:lnTo>
                  <a:pt x="9782" y="4137"/>
                </a:lnTo>
                <a:lnTo>
                  <a:pt x="9612" y="4356"/>
                </a:lnTo>
                <a:lnTo>
                  <a:pt x="9466" y="4575"/>
                </a:lnTo>
                <a:lnTo>
                  <a:pt x="9344" y="4745"/>
                </a:lnTo>
                <a:lnTo>
                  <a:pt x="9344" y="4745"/>
                </a:lnTo>
                <a:lnTo>
                  <a:pt x="9515" y="4356"/>
                </a:lnTo>
                <a:lnTo>
                  <a:pt x="9685" y="3967"/>
                </a:lnTo>
                <a:lnTo>
                  <a:pt x="9782" y="3796"/>
                </a:lnTo>
                <a:lnTo>
                  <a:pt x="9807" y="3772"/>
                </a:lnTo>
                <a:lnTo>
                  <a:pt x="10147" y="3748"/>
                </a:lnTo>
                <a:close/>
                <a:moveTo>
                  <a:pt x="1509" y="3699"/>
                </a:moveTo>
                <a:lnTo>
                  <a:pt x="1339" y="3845"/>
                </a:lnTo>
                <a:lnTo>
                  <a:pt x="1217" y="3991"/>
                </a:lnTo>
                <a:lnTo>
                  <a:pt x="950" y="4332"/>
                </a:lnTo>
                <a:lnTo>
                  <a:pt x="731" y="4648"/>
                </a:lnTo>
                <a:lnTo>
                  <a:pt x="512" y="4989"/>
                </a:lnTo>
                <a:lnTo>
                  <a:pt x="512" y="4697"/>
                </a:lnTo>
                <a:lnTo>
                  <a:pt x="633" y="4380"/>
                </a:lnTo>
                <a:lnTo>
                  <a:pt x="779" y="4040"/>
                </a:lnTo>
                <a:lnTo>
                  <a:pt x="877" y="3869"/>
                </a:lnTo>
                <a:lnTo>
                  <a:pt x="998" y="3723"/>
                </a:lnTo>
                <a:lnTo>
                  <a:pt x="1509" y="3699"/>
                </a:lnTo>
                <a:close/>
                <a:moveTo>
                  <a:pt x="15452" y="3723"/>
                </a:moveTo>
                <a:lnTo>
                  <a:pt x="15111" y="4186"/>
                </a:lnTo>
                <a:lnTo>
                  <a:pt x="14746" y="4648"/>
                </a:lnTo>
                <a:lnTo>
                  <a:pt x="14454" y="5013"/>
                </a:lnTo>
                <a:lnTo>
                  <a:pt x="14333" y="5208"/>
                </a:lnTo>
                <a:lnTo>
                  <a:pt x="14235" y="5402"/>
                </a:lnTo>
                <a:lnTo>
                  <a:pt x="13846" y="5402"/>
                </a:lnTo>
                <a:lnTo>
                  <a:pt x="13919" y="5305"/>
                </a:lnTo>
                <a:lnTo>
                  <a:pt x="13992" y="5159"/>
                </a:lnTo>
                <a:lnTo>
                  <a:pt x="14089" y="4964"/>
                </a:lnTo>
                <a:lnTo>
                  <a:pt x="14479" y="4356"/>
                </a:lnTo>
                <a:lnTo>
                  <a:pt x="14673" y="4040"/>
                </a:lnTo>
                <a:lnTo>
                  <a:pt x="14722" y="3869"/>
                </a:lnTo>
                <a:lnTo>
                  <a:pt x="14771" y="3723"/>
                </a:lnTo>
                <a:close/>
                <a:moveTo>
                  <a:pt x="14503" y="3699"/>
                </a:moveTo>
                <a:lnTo>
                  <a:pt x="14187" y="4161"/>
                </a:lnTo>
                <a:lnTo>
                  <a:pt x="13919" y="4599"/>
                </a:lnTo>
                <a:lnTo>
                  <a:pt x="13651" y="4989"/>
                </a:lnTo>
                <a:lnTo>
                  <a:pt x="13530" y="5183"/>
                </a:lnTo>
                <a:lnTo>
                  <a:pt x="13505" y="5281"/>
                </a:lnTo>
                <a:lnTo>
                  <a:pt x="13481" y="5402"/>
                </a:lnTo>
                <a:lnTo>
                  <a:pt x="13481" y="5427"/>
                </a:lnTo>
                <a:lnTo>
                  <a:pt x="13019" y="5427"/>
                </a:lnTo>
                <a:lnTo>
                  <a:pt x="13116" y="5183"/>
                </a:lnTo>
                <a:lnTo>
                  <a:pt x="13238" y="4940"/>
                </a:lnTo>
                <a:lnTo>
                  <a:pt x="13432" y="4648"/>
                </a:lnTo>
                <a:lnTo>
                  <a:pt x="13627" y="4332"/>
                </a:lnTo>
                <a:lnTo>
                  <a:pt x="13822" y="4015"/>
                </a:lnTo>
                <a:lnTo>
                  <a:pt x="13968" y="3699"/>
                </a:lnTo>
                <a:close/>
                <a:moveTo>
                  <a:pt x="16255" y="3723"/>
                </a:moveTo>
                <a:lnTo>
                  <a:pt x="15914" y="4210"/>
                </a:lnTo>
                <a:lnTo>
                  <a:pt x="15573" y="4672"/>
                </a:lnTo>
                <a:lnTo>
                  <a:pt x="15282" y="5037"/>
                </a:lnTo>
                <a:lnTo>
                  <a:pt x="15160" y="5208"/>
                </a:lnTo>
                <a:lnTo>
                  <a:pt x="15111" y="5329"/>
                </a:lnTo>
                <a:lnTo>
                  <a:pt x="15087" y="5427"/>
                </a:lnTo>
                <a:lnTo>
                  <a:pt x="14722" y="5427"/>
                </a:lnTo>
                <a:lnTo>
                  <a:pt x="14795" y="5329"/>
                </a:lnTo>
                <a:lnTo>
                  <a:pt x="15257" y="4697"/>
                </a:lnTo>
                <a:lnTo>
                  <a:pt x="15403" y="4478"/>
                </a:lnTo>
                <a:lnTo>
                  <a:pt x="15525" y="4234"/>
                </a:lnTo>
                <a:lnTo>
                  <a:pt x="15622" y="3991"/>
                </a:lnTo>
                <a:lnTo>
                  <a:pt x="15646" y="3845"/>
                </a:lnTo>
                <a:lnTo>
                  <a:pt x="15671" y="3723"/>
                </a:lnTo>
                <a:close/>
                <a:moveTo>
                  <a:pt x="3748" y="3626"/>
                </a:moveTo>
                <a:lnTo>
                  <a:pt x="3602" y="3772"/>
                </a:lnTo>
                <a:lnTo>
                  <a:pt x="3480" y="3967"/>
                </a:lnTo>
                <a:lnTo>
                  <a:pt x="3286" y="4307"/>
                </a:lnTo>
                <a:lnTo>
                  <a:pt x="3091" y="4599"/>
                </a:lnTo>
                <a:lnTo>
                  <a:pt x="2872" y="4867"/>
                </a:lnTo>
                <a:lnTo>
                  <a:pt x="2677" y="5159"/>
                </a:lnTo>
                <a:lnTo>
                  <a:pt x="2580" y="5305"/>
                </a:lnTo>
                <a:lnTo>
                  <a:pt x="2507" y="5451"/>
                </a:lnTo>
                <a:lnTo>
                  <a:pt x="2191" y="5451"/>
                </a:lnTo>
                <a:lnTo>
                  <a:pt x="2312" y="5305"/>
                </a:lnTo>
                <a:lnTo>
                  <a:pt x="2410" y="5135"/>
                </a:lnTo>
                <a:lnTo>
                  <a:pt x="2604" y="4867"/>
                </a:lnTo>
                <a:lnTo>
                  <a:pt x="2799" y="4599"/>
                </a:lnTo>
                <a:lnTo>
                  <a:pt x="2945" y="4307"/>
                </a:lnTo>
                <a:lnTo>
                  <a:pt x="3091" y="4040"/>
                </a:lnTo>
                <a:lnTo>
                  <a:pt x="3213" y="3748"/>
                </a:lnTo>
                <a:lnTo>
                  <a:pt x="3213" y="3699"/>
                </a:lnTo>
                <a:lnTo>
                  <a:pt x="3164" y="3675"/>
                </a:lnTo>
                <a:lnTo>
                  <a:pt x="3115" y="3650"/>
                </a:lnTo>
                <a:lnTo>
                  <a:pt x="3091" y="3699"/>
                </a:lnTo>
                <a:lnTo>
                  <a:pt x="2872" y="3942"/>
                </a:lnTo>
                <a:lnTo>
                  <a:pt x="2653" y="4210"/>
                </a:lnTo>
                <a:lnTo>
                  <a:pt x="2434" y="4453"/>
                </a:lnTo>
                <a:lnTo>
                  <a:pt x="2215" y="4721"/>
                </a:lnTo>
                <a:lnTo>
                  <a:pt x="1947" y="5062"/>
                </a:lnTo>
                <a:lnTo>
                  <a:pt x="1826" y="5232"/>
                </a:lnTo>
                <a:lnTo>
                  <a:pt x="1777" y="5329"/>
                </a:lnTo>
                <a:lnTo>
                  <a:pt x="1753" y="5427"/>
                </a:lnTo>
                <a:lnTo>
                  <a:pt x="1388" y="5427"/>
                </a:lnTo>
                <a:lnTo>
                  <a:pt x="1461" y="5305"/>
                </a:lnTo>
                <a:lnTo>
                  <a:pt x="1534" y="5159"/>
                </a:lnTo>
                <a:lnTo>
                  <a:pt x="1631" y="5013"/>
                </a:lnTo>
                <a:lnTo>
                  <a:pt x="1728" y="4867"/>
                </a:lnTo>
                <a:lnTo>
                  <a:pt x="1972" y="4575"/>
                </a:lnTo>
                <a:lnTo>
                  <a:pt x="2142" y="4356"/>
                </a:lnTo>
                <a:lnTo>
                  <a:pt x="2288" y="4137"/>
                </a:lnTo>
                <a:lnTo>
                  <a:pt x="2410" y="3894"/>
                </a:lnTo>
                <a:lnTo>
                  <a:pt x="2507" y="3650"/>
                </a:lnTo>
                <a:lnTo>
                  <a:pt x="3748" y="3626"/>
                </a:lnTo>
                <a:close/>
                <a:moveTo>
                  <a:pt x="4551" y="3602"/>
                </a:moveTo>
                <a:lnTo>
                  <a:pt x="4356" y="3796"/>
                </a:lnTo>
                <a:lnTo>
                  <a:pt x="4186" y="4015"/>
                </a:lnTo>
                <a:lnTo>
                  <a:pt x="3894" y="4478"/>
                </a:lnTo>
                <a:lnTo>
                  <a:pt x="3699" y="4697"/>
                </a:lnTo>
                <a:lnTo>
                  <a:pt x="3505" y="4940"/>
                </a:lnTo>
                <a:lnTo>
                  <a:pt x="3407" y="5062"/>
                </a:lnTo>
                <a:lnTo>
                  <a:pt x="3334" y="5183"/>
                </a:lnTo>
                <a:lnTo>
                  <a:pt x="3286" y="5329"/>
                </a:lnTo>
                <a:lnTo>
                  <a:pt x="3261" y="5451"/>
                </a:lnTo>
                <a:lnTo>
                  <a:pt x="2921" y="5451"/>
                </a:lnTo>
                <a:lnTo>
                  <a:pt x="3067" y="5281"/>
                </a:lnTo>
                <a:lnTo>
                  <a:pt x="3213" y="5062"/>
                </a:lnTo>
                <a:lnTo>
                  <a:pt x="3432" y="4672"/>
                </a:lnTo>
                <a:lnTo>
                  <a:pt x="3724" y="4161"/>
                </a:lnTo>
                <a:lnTo>
                  <a:pt x="4016" y="3602"/>
                </a:lnTo>
                <a:close/>
                <a:moveTo>
                  <a:pt x="13140" y="3675"/>
                </a:moveTo>
                <a:lnTo>
                  <a:pt x="13724" y="3699"/>
                </a:lnTo>
                <a:lnTo>
                  <a:pt x="13505" y="3894"/>
                </a:lnTo>
                <a:lnTo>
                  <a:pt x="13335" y="4137"/>
                </a:lnTo>
                <a:lnTo>
                  <a:pt x="12994" y="4624"/>
                </a:lnTo>
                <a:lnTo>
                  <a:pt x="12751" y="5013"/>
                </a:lnTo>
                <a:lnTo>
                  <a:pt x="12605" y="5232"/>
                </a:lnTo>
                <a:lnTo>
                  <a:pt x="12483" y="5451"/>
                </a:lnTo>
                <a:lnTo>
                  <a:pt x="12313" y="5451"/>
                </a:lnTo>
                <a:lnTo>
                  <a:pt x="12459" y="5256"/>
                </a:lnTo>
                <a:lnTo>
                  <a:pt x="12556" y="5037"/>
                </a:lnTo>
                <a:lnTo>
                  <a:pt x="12775" y="4624"/>
                </a:lnTo>
                <a:lnTo>
                  <a:pt x="12873" y="4405"/>
                </a:lnTo>
                <a:lnTo>
                  <a:pt x="12946" y="4161"/>
                </a:lnTo>
                <a:lnTo>
                  <a:pt x="13043" y="3918"/>
                </a:lnTo>
                <a:lnTo>
                  <a:pt x="13140" y="3675"/>
                </a:lnTo>
                <a:close/>
                <a:moveTo>
                  <a:pt x="16912" y="3723"/>
                </a:moveTo>
                <a:lnTo>
                  <a:pt x="16547" y="4283"/>
                </a:lnTo>
                <a:lnTo>
                  <a:pt x="16328" y="4575"/>
                </a:lnTo>
                <a:lnTo>
                  <a:pt x="16109" y="4818"/>
                </a:lnTo>
                <a:lnTo>
                  <a:pt x="15841" y="5086"/>
                </a:lnTo>
                <a:lnTo>
                  <a:pt x="15695" y="5281"/>
                </a:lnTo>
                <a:lnTo>
                  <a:pt x="15573" y="5451"/>
                </a:lnTo>
                <a:lnTo>
                  <a:pt x="15501" y="5451"/>
                </a:lnTo>
                <a:lnTo>
                  <a:pt x="15695" y="5135"/>
                </a:lnTo>
                <a:lnTo>
                  <a:pt x="15914" y="4843"/>
                </a:lnTo>
                <a:lnTo>
                  <a:pt x="16084" y="4575"/>
                </a:lnTo>
                <a:lnTo>
                  <a:pt x="16230" y="4307"/>
                </a:lnTo>
                <a:lnTo>
                  <a:pt x="16474" y="3723"/>
                </a:lnTo>
                <a:close/>
                <a:moveTo>
                  <a:pt x="12921" y="3650"/>
                </a:moveTo>
                <a:lnTo>
                  <a:pt x="12800" y="3821"/>
                </a:lnTo>
                <a:lnTo>
                  <a:pt x="12702" y="3991"/>
                </a:lnTo>
                <a:lnTo>
                  <a:pt x="12532" y="4332"/>
                </a:lnTo>
                <a:lnTo>
                  <a:pt x="12362" y="4599"/>
                </a:lnTo>
                <a:lnTo>
                  <a:pt x="12167" y="4891"/>
                </a:lnTo>
                <a:lnTo>
                  <a:pt x="11997" y="5159"/>
                </a:lnTo>
                <a:lnTo>
                  <a:pt x="11948" y="5305"/>
                </a:lnTo>
                <a:lnTo>
                  <a:pt x="11899" y="5451"/>
                </a:lnTo>
                <a:lnTo>
                  <a:pt x="11583" y="5475"/>
                </a:lnTo>
                <a:lnTo>
                  <a:pt x="11583" y="5475"/>
                </a:lnTo>
                <a:lnTo>
                  <a:pt x="11729" y="5232"/>
                </a:lnTo>
                <a:lnTo>
                  <a:pt x="11826" y="4964"/>
                </a:lnTo>
                <a:lnTo>
                  <a:pt x="12045" y="4453"/>
                </a:lnTo>
                <a:lnTo>
                  <a:pt x="12216" y="4064"/>
                </a:lnTo>
                <a:lnTo>
                  <a:pt x="12289" y="3869"/>
                </a:lnTo>
                <a:lnTo>
                  <a:pt x="12337" y="3650"/>
                </a:lnTo>
                <a:close/>
                <a:moveTo>
                  <a:pt x="4746" y="3602"/>
                </a:moveTo>
                <a:lnTo>
                  <a:pt x="5792" y="3626"/>
                </a:lnTo>
                <a:lnTo>
                  <a:pt x="6814" y="3675"/>
                </a:lnTo>
                <a:lnTo>
                  <a:pt x="6571" y="3845"/>
                </a:lnTo>
                <a:lnTo>
                  <a:pt x="6352" y="4064"/>
                </a:lnTo>
                <a:lnTo>
                  <a:pt x="6157" y="4283"/>
                </a:lnTo>
                <a:lnTo>
                  <a:pt x="5987" y="4526"/>
                </a:lnTo>
                <a:lnTo>
                  <a:pt x="5573" y="5135"/>
                </a:lnTo>
                <a:lnTo>
                  <a:pt x="5427" y="5305"/>
                </a:lnTo>
                <a:lnTo>
                  <a:pt x="5403" y="5402"/>
                </a:lnTo>
                <a:lnTo>
                  <a:pt x="5378" y="5500"/>
                </a:lnTo>
                <a:lnTo>
                  <a:pt x="5013" y="5500"/>
                </a:lnTo>
                <a:lnTo>
                  <a:pt x="5232" y="5232"/>
                </a:lnTo>
                <a:lnTo>
                  <a:pt x="5427" y="4940"/>
                </a:lnTo>
                <a:lnTo>
                  <a:pt x="6206" y="3748"/>
                </a:lnTo>
                <a:lnTo>
                  <a:pt x="6230" y="3699"/>
                </a:lnTo>
                <a:lnTo>
                  <a:pt x="6206" y="3675"/>
                </a:lnTo>
                <a:lnTo>
                  <a:pt x="6108" y="3675"/>
                </a:lnTo>
                <a:lnTo>
                  <a:pt x="5865" y="3894"/>
                </a:lnTo>
                <a:lnTo>
                  <a:pt x="5646" y="4113"/>
                </a:lnTo>
                <a:lnTo>
                  <a:pt x="5427" y="4356"/>
                </a:lnTo>
                <a:lnTo>
                  <a:pt x="5208" y="4599"/>
                </a:lnTo>
                <a:lnTo>
                  <a:pt x="4892" y="5013"/>
                </a:lnTo>
                <a:lnTo>
                  <a:pt x="4770" y="5256"/>
                </a:lnTo>
                <a:lnTo>
                  <a:pt x="4648" y="5500"/>
                </a:lnTo>
                <a:lnTo>
                  <a:pt x="4429" y="5475"/>
                </a:lnTo>
                <a:lnTo>
                  <a:pt x="4746" y="5037"/>
                </a:lnTo>
                <a:lnTo>
                  <a:pt x="4989" y="4745"/>
                </a:lnTo>
                <a:lnTo>
                  <a:pt x="5208" y="4405"/>
                </a:lnTo>
                <a:lnTo>
                  <a:pt x="5403" y="4088"/>
                </a:lnTo>
                <a:lnTo>
                  <a:pt x="5476" y="3894"/>
                </a:lnTo>
                <a:lnTo>
                  <a:pt x="5549" y="3723"/>
                </a:lnTo>
                <a:lnTo>
                  <a:pt x="5549" y="3675"/>
                </a:lnTo>
                <a:lnTo>
                  <a:pt x="5500" y="3650"/>
                </a:lnTo>
                <a:lnTo>
                  <a:pt x="5476" y="3626"/>
                </a:lnTo>
                <a:lnTo>
                  <a:pt x="5427" y="3650"/>
                </a:lnTo>
                <a:lnTo>
                  <a:pt x="5159" y="3918"/>
                </a:lnTo>
                <a:lnTo>
                  <a:pt x="4916" y="4210"/>
                </a:lnTo>
                <a:lnTo>
                  <a:pt x="4429" y="4794"/>
                </a:lnTo>
                <a:lnTo>
                  <a:pt x="4162" y="5110"/>
                </a:lnTo>
                <a:lnTo>
                  <a:pt x="4016" y="5281"/>
                </a:lnTo>
                <a:lnTo>
                  <a:pt x="3894" y="5475"/>
                </a:lnTo>
                <a:lnTo>
                  <a:pt x="3529" y="5451"/>
                </a:lnTo>
                <a:lnTo>
                  <a:pt x="3821" y="5086"/>
                </a:lnTo>
                <a:lnTo>
                  <a:pt x="4064" y="4721"/>
                </a:lnTo>
                <a:lnTo>
                  <a:pt x="4405" y="4161"/>
                </a:lnTo>
                <a:lnTo>
                  <a:pt x="4575" y="3869"/>
                </a:lnTo>
                <a:lnTo>
                  <a:pt x="4746" y="3602"/>
                </a:lnTo>
                <a:close/>
                <a:moveTo>
                  <a:pt x="11997" y="3650"/>
                </a:moveTo>
                <a:lnTo>
                  <a:pt x="11875" y="3869"/>
                </a:lnTo>
                <a:lnTo>
                  <a:pt x="11778" y="4088"/>
                </a:lnTo>
                <a:lnTo>
                  <a:pt x="11559" y="4551"/>
                </a:lnTo>
                <a:lnTo>
                  <a:pt x="11315" y="4989"/>
                </a:lnTo>
                <a:lnTo>
                  <a:pt x="11218" y="5232"/>
                </a:lnTo>
                <a:lnTo>
                  <a:pt x="11194" y="5378"/>
                </a:lnTo>
                <a:lnTo>
                  <a:pt x="11169" y="5500"/>
                </a:lnTo>
                <a:lnTo>
                  <a:pt x="10756" y="5500"/>
                </a:lnTo>
                <a:lnTo>
                  <a:pt x="10950" y="5256"/>
                </a:lnTo>
                <a:lnTo>
                  <a:pt x="11121" y="4989"/>
                </a:lnTo>
                <a:lnTo>
                  <a:pt x="11291" y="4672"/>
                </a:lnTo>
                <a:lnTo>
                  <a:pt x="11437" y="4332"/>
                </a:lnTo>
                <a:lnTo>
                  <a:pt x="11705" y="3650"/>
                </a:lnTo>
                <a:close/>
                <a:moveTo>
                  <a:pt x="17593" y="3699"/>
                </a:moveTo>
                <a:lnTo>
                  <a:pt x="17471" y="3894"/>
                </a:lnTo>
                <a:lnTo>
                  <a:pt x="17325" y="4088"/>
                </a:lnTo>
                <a:lnTo>
                  <a:pt x="17082" y="4502"/>
                </a:lnTo>
                <a:lnTo>
                  <a:pt x="16887" y="4745"/>
                </a:lnTo>
                <a:lnTo>
                  <a:pt x="16668" y="4989"/>
                </a:lnTo>
                <a:lnTo>
                  <a:pt x="16474" y="5232"/>
                </a:lnTo>
                <a:lnTo>
                  <a:pt x="16376" y="5378"/>
                </a:lnTo>
                <a:lnTo>
                  <a:pt x="16303" y="5500"/>
                </a:lnTo>
                <a:lnTo>
                  <a:pt x="16133" y="5475"/>
                </a:lnTo>
                <a:lnTo>
                  <a:pt x="16620" y="4867"/>
                </a:lnTo>
                <a:lnTo>
                  <a:pt x="16790" y="4599"/>
                </a:lnTo>
                <a:lnTo>
                  <a:pt x="16936" y="4307"/>
                </a:lnTo>
                <a:lnTo>
                  <a:pt x="17033" y="4015"/>
                </a:lnTo>
                <a:lnTo>
                  <a:pt x="17131" y="3723"/>
                </a:lnTo>
                <a:lnTo>
                  <a:pt x="17593" y="3699"/>
                </a:lnTo>
                <a:close/>
                <a:moveTo>
                  <a:pt x="2337" y="3650"/>
                </a:moveTo>
                <a:lnTo>
                  <a:pt x="1947" y="4064"/>
                </a:lnTo>
                <a:lnTo>
                  <a:pt x="1558" y="4478"/>
                </a:lnTo>
                <a:lnTo>
                  <a:pt x="1363" y="4697"/>
                </a:lnTo>
                <a:lnTo>
                  <a:pt x="1193" y="4940"/>
                </a:lnTo>
                <a:lnTo>
                  <a:pt x="1096" y="5062"/>
                </a:lnTo>
                <a:lnTo>
                  <a:pt x="1047" y="5183"/>
                </a:lnTo>
                <a:lnTo>
                  <a:pt x="1023" y="5329"/>
                </a:lnTo>
                <a:lnTo>
                  <a:pt x="1023" y="5451"/>
                </a:lnTo>
                <a:lnTo>
                  <a:pt x="804" y="5475"/>
                </a:lnTo>
                <a:lnTo>
                  <a:pt x="609" y="5524"/>
                </a:lnTo>
                <a:lnTo>
                  <a:pt x="609" y="5524"/>
                </a:lnTo>
                <a:lnTo>
                  <a:pt x="682" y="5451"/>
                </a:lnTo>
                <a:lnTo>
                  <a:pt x="755" y="5354"/>
                </a:lnTo>
                <a:lnTo>
                  <a:pt x="901" y="5135"/>
                </a:lnTo>
                <a:lnTo>
                  <a:pt x="1023" y="4891"/>
                </a:lnTo>
                <a:lnTo>
                  <a:pt x="1120" y="4697"/>
                </a:lnTo>
                <a:lnTo>
                  <a:pt x="1485" y="4186"/>
                </a:lnTo>
                <a:lnTo>
                  <a:pt x="1874" y="3675"/>
                </a:lnTo>
                <a:lnTo>
                  <a:pt x="2288" y="3650"/>
                </a:lnTo>
                <a:close/>
                <a:moveTo>
                  <a:pt x="11510" y="3650"/>
                </a:moveTo>
                <a:lnTo>
                  <a:pt x="11291" y="3967"/>
                </a:lnTo>
                <a:lnTo>
                  <a:pt x="11096" y="4283"/>
                </a:lnTo>
                <a:lnTo>
                  <a:pt x="10902" y="4599"/>
                </a:lnTo>
                <a:lnTo>
                  <a:pt x="10707" y="4891"/>
                </a:lnTo>
                <a:lnTo>
                  <a:pt x="10464" y="5208"/>
                </a:lnTo>
                <a:lnTo>
                  <a:pt x="10366" y="5354"/>
                </a:lnTo>
                <a:lnTo>
                  <a:pt x="10269" y="5524"/>
                </a:lnTo>
                <a:lnTo>
                  <a:pt x="10001" y="5524"/>
                </a:lnTo>
                <a:lnTo>
                  <a:pt x="10269" y="5208"/>
                </a:lnTo>
                <a:lnTo>
                  <a:pt x="10488" y="4891"/>
                </a:lnTo>
                <a:lnTo>
                  <a:pt x="10683" y="4599"/>
                </a:lnTo>
                <a:lnTo>
                  <a:pt x="10853" y="4307"/>
                </a:lnTo>
                <a:lnTo>
                  <a:pt x="11023" y="3991"/>
                </a:lnTo>
                <a:lnTo>
                  <a:pt x="11145" y="3675"/>
                </a:lnTo>
                <a:lnTo>
                  <a:pt x="11437" y="3650"/>
                </a:lnTo>
                <a:close/>
                <a:moveTo>
                  <a:pt x="6936" y="3699"/>
                </a:moveTo>
                <a:lnTo>
                  <a:pt x="7325" y="3723"/>
                </a:lnTo>
                <a:lnTo>
                  <a:pt x="7057" y="4015"/>
                </a:lnTo>
                <a:lnTo>
                  <a:pt x="6814" y="4356"/>
                </a:lnTo>
                <a:lnTo>
                  <a:pt x="6619" y="4599"/>
                </a:lnTo>
                <a:lnTo>
                  <a:pt x="6400" y="4867"/>
                </a:lnTo>
                <a:lnTo>
                  <a:pt x="6327" y="5013"/>
                </a:lnTo>
                <a:lnTo>
                  <a:pt x="6254" y="5159"/>
                </a:lnTo>
                <a:lnTo>
                  <a:pt x="6206" y="5329"/>
                </a:lnTo>
                <a:lnTo>
                  <a:pt x="6206" y="5475"/>
                </a:lnTo>
                <a:lnTo>
                  <a:pt x="6206" y="5500"/>
                </a:lnTo>
                <a:lnTo>
                  <a:pt x="6230" y="5548"/>
                </a:lnTo>
                <a:lnTo>
                  <a:pt x="5768" y="5524"/>
                </a:lnTo>
                <a:lnTo>
                  <a:pt x="5889" y="5378"/>
                </a:lnTo>
                <a:lnTo>
                  <a:pt x="5987" y="5208"/>
                </a:lnTo>
                <a:lnTo>
                  <a:pt x="6157" y="4916"/>
                </a:lnTo>
                <a:lnTo>
                  <a:pt x="6546" y="4332"/>
                </a:lnTo>
                <a:lnTo>
                  <a:pt x="6936" y="3723"/>
                </a:lnTo>
                <a:lnTo>
                  <a:pt x="6936" y="3699"/>
                </a:lnTo>
                <a:close/>
                <a:moveTo>
                  <a:pt x="7568" y="3723"/>
                </a:moveTo>
                <a:lnTo>
                  <a:pt x="8103" y="3748"/>
                </a:lnTo>
                <a:lnTo>
                  <a:pt x="7933" y="3991"/>
                </a:lnTo>
                <a:lnTo>
                  <a:pt x="7763" y="4234"/>
                </a:lnTo>
                <a:lnTo>
                  <a:pt x="7592" y="4478"/>
                </a:lnTo>
                <a:lnTo>
                  <a:pt x="7422" y="4721"/>
                </a:lnTo>
                <a:lnTo>
                  <a:pt x="7057" y="5110"/>
                </a:lnTo>
                <a:lnTo>
                  <a:pt x="6887" y="5329"/>
                </a:lnTo>
                <a:lnTo>
                  <a:pt x="6838" y="5427"/>
                </a:lnTo>
                <a:lnTo>
                  <a:pt x="6814" y="5548"/>
                </a:lnTo>
                <a:lnTo>
                  <a:pt x="6327" y="5548"/>
                </a:lnTo>
                <a:lnTo>
                  <a:pt x="6449" y="5451"/>
                </a:lnTo>
                <a:lnTo>
                  <a:pt x="6546" y="5354"/>
                </a:lnTo>
                <a:lnTo>
                  <a:pt x="6717" y="5110"/>
                </a:lnTo>
                <a:lnTo>
                  <a:pt x="7009" y="4624"/>
                </a:lnTo>
                <a:lnTo>
                  <a:pt x="7325" y="4186"/>
                </a:lnTo>
                <a:lnTo>
                  <a:pt x="7447" y="3967"/>
                </a:lnTo>
                <a:lnTo>
                  <a:pt x="7568" y="3723"/>
                </a:lnTo>
                <a:close/>
                <a:moveTo>
                  <a:pt x="10902" y="3675"/>
                </a:moveTo>
                <a:lnTo>
                  <a:pt x="10172" y="4721"/>
                </a:lnTo>
                <a:lnTo>
                  <a:pt x="10026" y="4916"/>
                </a:lnTo>
                <a:lnTo>
                  <a:pt x="9855" y="5110"/>
                </a:lnTo>
                <a:lnTo>
                  <a:pt x="9709" y="5329"/>
                </a:lnTo>
                <a:lnTo>
                  <a:pt x="9661" y="5427"/>
                </a:lnTo>
                <a:lnTo>
                  <a:pt x="9612" y="5548"/>
                </a:lnTo>
                <a:lnTo>
                  <a:pt x="9320" y="5548"/>
                </a:lnTo>
                <a:lnTo>
                  <a:pt x="9515" y="5208"/>
                </a:lnTo>
                <a:lnTo>
                  <a:pt x="9661" y="4867"/>
                </a:lnTo>
                <a:lnTo>
                  <a:pt x="10026" y="4307"/>
                </a:lnTo>
                <a:lnTo>
                  <a:pt x="10391" y="3723"/>
                </a:lnTo>
                <a:lnTo>
                  <a:pt x="10902" y="3675"/>
                </a:lnTo>
                <a:close/>
                <a:moveTo>
                  <a:pt x="9150" y="5062"/>
                </a:moveTo>
                <a:lnTo>
                  <a:pt x="9004" y="5305"/>
                </a:lnTo>
                <a:lnTo>
                  <a:pt x="8979" y="5427"/>
                </a:lnTo>
                <a:lnTo>
                  <a:pt x="8931" y="5548"/>
                </a:lnTo>
                <a:lnTo>
                  <a:pt x="8736" y="5573"/>
                </a:lnTo>
                <a:lnTo>
                  <a:pt x="8736" y="5573"/>
                </a:lnTo>
                <a:lnTo>
                  <a:pt x="8955" y="5281"/>
                </a:lnTo>
                <a:lnTo>
                  <a:pt x="9150" y="5062"/>
                </a:lnTo>
                <a:close/>
                <a:moveTo>
                  <a:pt x="8785" y="3772"/>
                </a:moveTo>
                <a:lnTo>
                  <a:pt x="8663" y="3918"/>
                </a:lnTo>
                <a:lnTo>
                  <a:pt x="8541" y="4064"/>
                </a:lnTo>
                <a:lnTo>
                  <a:pt x="8322" y="4380"/>
                </a:lnTo>
                <a:lnTo>
                  <a:pt x="8103" y="4672"/>
                </a:lnTo>
                <a:lnTo>
                  <a:pt x="7884" y="4940"/>
                </a:lnTo>
                <a:lnTo>
                  <a:pt x="7690" y="5256"/>
                </a:lnTo>
                <a:lnTo>
                  <a:pt x="7617" y="5402"/>
                </a:lnTo>
                <a:lnTo>
                  <a:pt x="7544" y="5573"/>
                </a:lnTo>
                <a:lnTo>
                  <a:pt x="7228" y="5573"/>
                </a:lnTo>
                <a:lnTo>
                  <a:pt x="7374" y="5402"/>
                </a:lnTo>
                <a:lnTo>
                  <a:pt x="7495" y="5256"/>
                </a:lnTo>
                <a:lnTo>
                  <a:pt x="7714" y="4940"/>
                </a:lnTo>
                <a:lnTo>
                  <a:pt x="7909" y="4672"/>
                </a:lnTo>
                <a:lnTo>
                  <a:pt x="8079" y="4380"/>
                </a:lnTo>
                <a:lnTo>
                  <a:pt x="8225" y="4088"/>
                </a:lnTo>
                <a:lnTo>
                  <a:pt x="8347" y="3772"/>
                </a:lnTo>
                <a:close/>
                <a:moveTo>
                  <a:pt x="9515" y="3772"/>
                </a:moveTo>
                <a:lnTo>
                  <a:pt x="9490" y="3821"/>
                </a:lnTo>
                <a:lnTo>
                  <a:pt x="9393" y="3918"/>
                </a:lnTo>
                <a:lnTo>
                  <a:pt x="9320" y="4040"/>
                </a:lnTo>
                <a:lnTo>
                  <a:pt x="9150" y="4332"/>
                </a:lnTo>
                <a:lnTo>
                  <a:pt x="9028" y="4624"/>
                </a:lnTo>
                <a:lnTo>
                  <a:pt x="8833" y="4843"/>
                </a:lnTo>
                <a:lnTo>
                  <a:pt x="8614" y="5086"/>
                </a:lnTo>
                <a:lnTo>
                  <a:pt x="8541" y="5183"/>
                </a:lnTo>
                <a:lnTo>
                  <a:pt x="8444" y="5305"/>
                </a:lnTo>
                <a:lnTo>
                  <a:pt x="8395" y="5427"/>
                </a:lnTo>
                <a:lnTo>
                  <a:pt x="8347" y="5573"/>
                </a:lnTo>
                <a:lnTo>
                  <a:pt x="7884" y="5573"/>
                </a:lnTo>
                <a:lnTo>
                  <a:pt x="8055" y="5378"/>
                </a:lnTo>
                <a:lnTo>
                  <a:pt x="8201" y="5183"/>
                </a:lnTo>
                <a:lnTo>
                  <a:pt x="8444" y="4794"/>
                </a:lnTo>
                <a:lnTo>
                  <a:pt x="8614" y="4551"/>
                </a:lnTo>
                <a:lnTo>
                  <a:pt x="8760" y="4307"/>
                </a:lnTo>
                <a:lnTo>
                  <a:pt x="9028" y="3796"/>
                </a:lnTo>
                <a:lnTo>
                  <a:pt x="9271" y="3796"/>
                </a:lnTo>
                <a:lnTo>
                  <a:pt x="9515" y="3772"/>
                </a:lnTo>
                <a:close/>
                <a:moveTo>
                  <a:pt x="18031" y="3650"/>
                </a:moveTo>
                <a:lnTo>
                  <a:pt x="18031" y="4015"/>
                </a:lnTo>
                <a:lnTo>
                  <a:pt x="17934" y="4186"/>
                </a:lnTo>
                <a:lnTo>
                  <a:pt x="17836" y="4380"/>
                </a:lnTo>
                <a:lnTo>
                  <a:pt x="17642" y="4745"/>
                </a:lnTo>
                <a:lnTo>
                  <a:pt x="17350" y="5159"/>
                </a:lnTo>
                <a:lnTo>
                  <a:pt x="17228" y="5354"/>
                </a:lnTo>
                <a:lnTo>
                  <a:pt x="17131" y="5573"/>
                </a:lnTo>
                <a:lnTo>
                  <a:pt x="16766" y="5548"/>
                </a:lnTo>
                <a:lnTo>
                  <a:pt x="16912" y="5378"/>
                </a:lnTo>
                <a:lnTo>
                  <a:pt x="17058" y="5183"/>
                </a:lnTo>
                <a:lnTo>
                  <a:pt x="17325" y="4818"/>
                </a:lnTo>
                <a:lnTo>
                  <a:pt x="17471" y="4551"/>
                </a:lnTo>
                <a:lnTo>
                  <a:pt x="17569" y="4259"/>
                </a:lnTo>
                <a:lnTo>
                  <a:pt x="17739" y="3699"/>
                </a:lnTo>
                <a:lnTo>
                  <a:pt x="18031" y="3650"/>
                </a:lnTo>
                <a:close/>
                <a:moveTo>
                  <a:pt x="18007" y="4818"/>
                </a:moveTo>
                <a:lnTo>
                  <a:pt x="18007" y="5597"/>
                </a:lnTo>
                <a:lnTo>
                  <a:pt x="17544" y="5597"/>
                </a:lnTo>
                <a:lnTo>
                  <a:pt x="17642" y="5378"/>
                </a:lnTo>
                <a:lnTo>
                  <a:pt x="17812" y="5110"/>
                </a:lnTo>
                <a:lnTo>
                  <a:pt x="18007" y="4818"/>
                </a:lnTo>
                <a:close/>
                <a:moveTo>
                  <a:pt x="560" y="5913"/>
                </a:moveTo>
                <a:lnTo>
                  <a:pt x="537" y="5960"/>
                </a:lnTo>
                <a:lnTo>
                  <a:pt x="537" y="5960"/>
                </a:lnTo>
                <a:lnTo>
                  <a:pt x="536" y="5938"/>
                </a:lnTo>
                <a:lnTo>
                  <a:pt x="560" y="5913"/>
                </a:lnTo>
                <a:close/>
                <a:moveTo>
                  <a:pt x="4673" y="6692"/>
                </a:moveTo>
                <a:lnTo>
                  <a:pt x="4600" y="6716"/>
                </a:lnTo>
                <a:lnTo>
                  <a:pt x="4527" y="6765"/>
                </a:lnTo>
                <a:lnTo>
                  <a:pt x="4405" y="6838"/>
                </a:lnTo>
                <a:lnTo>
                  <a:pt x="4283" y="6911"/>
                </a:lnTo>
                <a:lnTo>
                  <a:pt x="4089" y="6984"/>
                </a:lnTo>
                <a:lnTo>
                  <a:pt x="4016" y="7008"/>
                </a:lnTo>
                <a:lnTo>
                  <a:pt x="4016" y="6935"/>
                </a:lnTo>
                <a:lnTo>
                  <a:pt x="3991" y="6862"/>
                </a:lnTo>
                <a:lnTo>
                  <a:pt x="3967" y="6789"/>
                </a:lnTo>
                <a:lnTo>
                  <a:pt x="3918" y="6741"/>
                </a:lnTo>
                <a:lnTo>
                  <a:pt x="3870" y="6716"/>
                </a:lnTo>
                <a:lnTo>
                  <a:pt x="3797" y="6716"/>
                </a:lnTo>
                <a:lnTo>
                  <a:pt x="3724" y="6741"/>
                </a:lnTo>
                <a:lnTo>
                  <a:pt x="3675" y="6789"/>
                </a:lnTo>
                <a:lnTo>
                  <a:pt x="3578" y="6887"/>
                </a:lnTo>
                <a:lnTo>
                  <a:pt x="3456" y="6984"/>
                </a:lnTo>
                <a:lnTo>
                  <a:pt x="3213" y="7130"/>
                </a:lnTo>
                <a:lnTo>
                  <a:pt x="3042" y="7227"/>
                </a:lnTo>
                <a:lnTo>
                  <a:pt x="2848" y="7252"/>
                </a:lnTo>
                <a:lnTo>
                  <a:pt x="2799" y="7252"/>
                </a:lnTo>
                <a:lnTo>
                  <a:pt x="2799" y="7227"/>
                </a:lnTo>
                <a:lnTo>
                  <a:pt x="2799" y="7106"/>
                </a:lnTo>
                <a:lnTo>
                  <a:pt x="2848" y="6984"/>
                </a:lnTo>
                <a:lnTo>
                  <a:pt x="2896" y="6887"/>
                </a:lnTo>
                <a:lnTo>
                  <a:pt x="2896" y="6838"/>
                </a:lnTo>
                <a:lnTo>
                  <a:pt x="2872" y="6789"/>
                </a:lnTo>
                <a:lnTo>
                  <a:pt x="2823" y="6741"/>
                </a:lnTo>
                <a:lnTo>
                  <a:pt x="2775" y="6741"/>
                </a:lnTo>
                <a:lnTo>
                  <a:pt x="2702" y="6765"/>
                </a:lnTo>
                <a:lnTo>
                  <a:pt x="2629" y="6789"/>
                </a:lnTo>
                <a:lnTo>
                  <a:pt x="2531" y="6887"/>
                </a:lnTo>
                <a:lnTo>
                  <a:pt x="2458" y="7008"/>
                </a:lnTo>
                <a:lnTo>
                  <a:pt x="2434" y="7130"/>
                </a:lnTo>
                <a:lnTo>
                  <a:pt x="2434" y="7276"/>
                </a:lnTo>
                <a:lnTo>
                  <a:pt x="2483" y="7422"/>
                </a:lnTo>
                <a:lnTo>
                  <a:pt x="2556" y="7519"/>
                </a:lnTo>
                <a:lnTo>
                  <a:pt x="2677" y="7617"/>
                </a:lnTo>
                <a:lnTo>
                  <a:pt x="2799" y="7641"/>
                </a:lnTo>
                <a:lnTo>
                  <a:pt x="2921" y="7665"/>
                </a:lnTo>
                <a:lnTo>
                  <a:pt x="3042" y="7641"/>
                </a:lnTo>
                <a:lnTo>
                  <a:pt x="3188" y="7617"/>
                </a:lnTo>
                <a:lnTo>
                  <a:pt x="3432" y="7495"/>
                </a:lnTo>
                <a:lnTo>
                  <a:pt x="3675" y="7349"/>
                </a:lnTo>
                <a:lnTo>
                  <a:pt x="3748" y="7373"/>
                </a:lnTo>
                <a:lnTo>
                  <a:pt x="3845" y="7398"/>
                </a:lnTo>
                <a:lnTo>
                  <a:pt x="4040" y="7398"/>
                </a:lnTo>
                <a:lnTo>
                  <a:pt x="4259" y="7349"/>
                </a:lnTo>
                <a:lnTo>
                  <a:pt x="4478" y="7276"/>
                </a:lnTo>
                <a:lnTo>
                  <a:pt x="4551" y="7373"/>
                </a:lnTo>
                <a:lnTo>
                  <a:pt x="4673" y="7446"/>
                </a:lnTo>
                <a:lnTo>
                  <a:pt x="4819" y="7495"/>
                </a:lnTo>
                <a:lnTo>
                  <a:pt x="4989" y="7519"/>
                </a:lnTo>
                <a:lnTo>
                  <a:pt x="5159" y="7519"/>
                </a:lnTo>
                <a:lnTo>
                  <a:pt x="5354" y="7495"/>
                </a:lnTo>
                <a:lnTo>
                  <a:pt x="5524" y="7446"/>
                </a:lnTo>
                <a:lnTo>
                  <a:pt x="5695" y="7373"/>
                </a:lnTo>
                <a:lnTo>
                  <a:pt x="5792" y="7446"/>
                </a:lnTo>
                <a:lnTo>
                  <a:pt x="5914" y="7495"/>
                </a:lnTo>
                <a:lnTo>
                  <a:pt x="6060" y="7519"/>
                </a:lnTo>
                <a:lnTo>
                  <a:pt x="6230" y="7519"/>
                </a:lnTo>
                <a:lnTo>
                  <a:pt x="6400" y="7495"/>
                </a:lnTo>
                <a:lnTo>
                  <a:pt x="6571" y="7422"/>
                </a:lnTo>
                <a:lnTo>
                  <a:pt x="6741" y="7373"/>
                </a:lnTo>
                <a:lnTo>
                  <a:pt x="6911" y="7276"/>
                </a:lnTo>
                <a:lnTo>
                  <a:pt x="7009" y="7373"/>
                </a:lnTo>
                <a:lnTo>
                  <a:pt x="7106" y="7422"/>
                </a:lnTo>
                <a:lnTo>
                  <a:pt x="7252" y="7446"/>
                </a:lnTo>
                <a:lnTo>
                  <a:pt x="7544" y="7446"/>
                </a:lnTo>
                <a:lnTo>
                  <a:pt x="7690" y="7398"/>
                </a:lnTo>
                <a:lnTo>
                  <a:pt x="7982" y="7300"/>
                </a:lnTo>
                <a:lnTo>
                  <a:pt x="8055" y="7398"/>
                </a:lnTo>
                <a:lnTo>
                  <a:pt x="8152" y="7471"/>
                </a:lnTo>
                <a:lnTo>
                  <a:pt x="8249" y="7519"/>
                </a:lnTo>
                <a:lnTo>
                  <a:pt x="8347" y="7544"/>
                </a:lnTo>
                <a:lnTo>
                  <a:pt x="8468" y="7519"/>
                </a:lnTo>
                <a:lnTo>
                  <a:pt x="8566" y="7471"/>
                </a:lnTo>
                <a:lnTo>
                  <a:pt x="8687" y="7422"/>
                </a:lnTo>
                <a:lnTo>
                  <a:pt x="8785" y="7325"/>
                </a:lnTo>
                <a:lnTo>
                  <a:pt x="8906" y="7373"/>
                </a:lnTo>
                <a:lnTo>
                  <a:pt x="9077" y="7422"/>
                </a:lnTo>
                <a:lnTo>
                  <a:pt x="9223" y="7446"/>
                </a:lnTo>
                <a:lnTo>
                  <a:pt x="9369" y="7471"/>
                </a:lnTo>
                <a:lnTo>
                  <a:pt x="9539" y="7446"/>
                </a:lnTo>
                <a:lnTo>
                  <a:pt x="9685" y="7422"/>
                </a:lnTo>
                <a:lnTo>
                  <a:pt x="9807" y="7373"/>
                </a:lnTo>
                <a:lnTo>
                  <a:pt x="9928" y="7276"/>
                </a:lnTo>
                <a:lnTo>
                  <a:pt x="9977" y="7227"/>
                </a:lnTo>
                <a:lnTo>
                  <a:pt x="9977" y="7154"/>
                </a:lnTo>
                <a:lnTo>
                  <a:pt x="9928" y="7081"/>
                </a:lnTo>
                <a:lnTo>
                  <a:pt x="9880" y="7033"/>
                </a:lnTo>
                <a:lnTo>
                  <a:pt x="9734" y="7008"/>
                </a:lnTo>
                <a:lnTo>
                  <a:pt x="9101" y="7008"/>
                </a:lnTo>
                <a:lnTo>
                  <a:pt x="8979" y="6960"/>
                </a:lnTo>
                <a:lnTo>
                  <a:pt x="8858" y="6887"/>
                </a:lnTo>
                <a:lnTo>
                  <a:pt x="8785" y="6838"/>
                </a:lnTo>
                <a:lnTo>
                  <a:pt x="8687" y="6814"/>
                </a:lnTo>
                <a:lnTo>
                  <a:pt x="8590" y="6862"/>
                </a:lnTo>
                <a:lnTo>
                  <a:pt x="8541" y="6935"/>
                </a:lnTo>
                <a:lnTo>
                  <a:pt x="8493" y="7008"/>
                </a:lnTo>
                <a:lnTo>
                  <a:pt x="8468" y="7033"/>
                </a:lnTo>
                <a:lnTo>
                  <a:pt x="8395" y="7033"/>
                </a:lnTo>
                <a:lnTo>
                  <a:pt x="8322" y="6984"/>
                </a:lnTo>
                <a:lnTo>
                  <a:pt x="8274" y="6887"/>
                </a:lnTo>
                <a:lnTo>
                  <a:pt x="8201" y="6789"/>
                </a:lnTo>
                <a:lnTo>
                  <a:pt x="8152" y="6765"/>
                </a:lnTo>
                <a:lnTo>
                  <a:pt x="8055" y="6765"/>
                </a:lnTo>
                <a:lnTo>
                  <a:pt x="8006" y="6789"/>
                </a:lnTo>
                <a:lnTo>
                  <a:pt x="7836" y="6887"/>
                </a:lnTo>
                <a:lnTo>
                  <a:pt x="7568" y="7008"/>
                </a:lnTo>
                <a:lnTo>
                  <a:pt x="7447" y="7033"/>
                </a:lnTo>
                <a:lnTo>
                  <a:pt x="7349" y="7033"/>
                </a:lnTo>
                <a:lnTo>
                  <a:pt x="7301" y="7008"/>
                </a:lnTo>
                <a:lnTo>
                  <a:pt x="7276" y="6984"/>
                </a:lnTo>
                <a:lnTo>
                  <a:pt x="7252" y="6960"/>
                </a:lnTo>
                <a:lnTo>
                  <a:pt x="7252" y="6911"/>
                </a:lnTo>
                <a:lnTo>
                  <a:pt x="7228" y="6838"/>
                </a:lnTo>
                <a:lnTo>
                  <a:pt x="7203" y="6765"/>
                </a:lnTo>
                <a:lnTo>
                  <a:pt x="7155" y="6741"/>
                </a:lnTo>
                <a:lnTo>
                  <a:pt x="7106" y="6716"/>
                </a:lnTo>
                <a:lnTo>
                  <a:pt x="6960" y="6716"/>
                </a:lnTo>
                <a:lnTo>
                  <a:pt x="6887" y="6741"/>
                </a:lnTo>
                <a:lnTo>
                  <a:pt x="6838" y="6814"/>
                </a:lnTo>
                <a:lnTo>
                  <a:pt x="6790" y="6862"/>
                </a:lnTo>
                <a:lnTo>
                  <a:pt x="6668" y="6935"/>
                </a:lnTo>
                <a:lnTo>
                  <a:pt x="6522" y="7008"/>
                </a:lnTo>
                <a:lnTo>
                  <a:pt x="6376" y="7057"/>
                </a:lnTo>
                <a:lnTo>
                  <a:pt x="6254" y="7106"/>
                </a:lnTo>
                <a:lnTo>
                  <a:pt x="6133" y="7106"/>
                </a:lnTo>
                <a:lnTo>
                  <a:pt x="6108" y="7081"/>
                </a:lnTo>
                <a:lnTo>
                  <a:pt x="6084" y="7057"/>
                </a:lnTo>
                <a:lnTo>
                  <a:pt x="6060" y="7033"/>
                </a:lnTo>
                <a:lnTo>
                  <a:pt x="6084" y="6960"/>
                </a:lnTo>
                <a:lnTo>
                  <a:pt x="6084" y="6887"/>
                </a:lnTo>
                <a:lnTo>
                  <a:pt x="6060" y="6814"/>
                </a:lnTo>
                <a:lnTo>
                  <a:pt x="6011" y="6741"/>
                </a:lnTo>
                <a:lnTo>
                  <a:pt x="5938" y="6716"/>
                </a:lnTo>
                <a:lnTo>
                  <a:pt x="5865" y="6692"/>
                </a:lnTo>
                <a:lnTo>
                  <a:pt x="5792" y="6692"/>
                </a:lnTo>
                <a:lnTo>
                  <a:pt x="5719" y="6741"/>
                </a:lnTo>
                <a:lnTo>
                  <a:pt x="5670" y="6789"/>
                </a:lnTo>
                <a:lnTo>
                  <a:pt x="5597" y="6911"/>
                </a:lnTo>
                <a:lnTo>
                  <a:pt x="5500" y="6984"/>
                </a:lnTo>
                <a:lnTo>
                  <a:pt x="5403" y="7057"/>
                </a:lnTo>
                <a:lnTo>
                  <a:pt x="5281" y="7106"/>
                </a:lnTo>
                <a:lnTo>
                  <a:pt x="5038" y="7106"/>
                </a:lnTo>
                <a:lnTo>
                  <a:pt x="4892" y="7081"/>
                </a:lnTo>
                <a:lnTo>
                  <a:pt x="4867" y="7057"/>
                </a:lnTo>
                <a:lnTo>
                  <a:pt x="4867" y="7008"/>
                </a:lnTo>
                <a:lnTo>
                  <a:pt x="4892" y="6935"/>
                </a:lnTo>
                <a:lnTo>
                  <a:pt x="4867" y="6862"/>
                </a:lnTo>
                <a:lnTo>
                  <a:pt x="4843" y="6789"/>
                </a:lnTo>
                <a:lnTo>
                  <a:pt x="4794" y="6741"/>
                </a:lnTo>
                <a:lnTo>
                  <a:pt x="4746" y="6716"/>
                </a:lnTo>
                <a:lnTo>
                  <a:pt x="4673" y="6692"/>
                </a:lnTo>
                <a:close/>
                <a:moveTo>
                  <a:pt x="14649" y="7690"/>
                </a:moveTo>
                <a:lnTo>
                  <a:pt x="14941" y="7714"/>
                </a:lnTo>
                <a:lnTo>
                  <a:pt x="15233" y="7763"/>
                </a:lnTo>
                <a:lnTo>
                  <a:pt x="15501" y="7860"/>
                </a:lnTo>
                <a:lnTo>
                  <a:pt x="15598" y="7909"/>
                </a:lnTo>
                <a:lnTo>
                  <a:pt x="15695" y="8006"/>
                </a:lnTo>
                <a:lnTo>
                  <a:pt x="15768" y="8103"/>
                </a:lnTo>
                <a:lnTo>
                  <a:pt x="15817" y="8225"/>
                </a:lnTo>
                <a:lnTo>
                  <a:pt x="15865" y="8347"/>
                </a:lnTo>
                <a:lnTo>
                  <a:pt x="15865" y="8468"/>
                </a:lnTo>
                <a:lnTo>
                  <a:pt x="15841" y="8590"/>
                </a:lnTo>
                <a:lnTo>
                  <a:pt x="15792" y="8712"/>
                </a:lnTo>
                <a:lnTo>
                  <a:pt x="15719" y="8785"/>
                </a:lnTo>
                <a:lnTo>
                  <a:pt x="15622" y="8858"/>
                </a:lnTo>
                <a:lnTo>
                  <a:pt x="15428" y="8955"/>
                </a:lnTo>
                <a:lnTo>
                  <a:pt x="15209" y="9004"/>
                </a:lnTo>
                <a:lnTo>
                  <a:pt x="14990" y="9052"/>
                </a:lnTo>
                <a:lnTo>
                  <a:pt x="14600" y="9077"/>
                </a:lnTo>
                <a:lnTo>
                  <a:pt x="14406" y="9077"/>
                </a:lnTo>
                <a:lnTo>
                  <a:pt x="14211" y="9028"/>
                </a:lnTo>
                <a:lnTo>
                  <a:pt x="14041" y="8979"/>
                </a:lnTo>
                <a:lnTo>
                  <a:pt x="13870" y="8882"/>
                </a:lnTo>
                <a:lnTo>
                  <a:pt x="13822" y="8809"/>
                </a:lnTo>
                <a:lnTo>
                  <a:pt x="13773" y="8736"/>
                </a:lnTo>
                <a:lnTo>
                  <a:pt x="13724" y="8639"/>
                </a:lnTo>
                <a:lnTo>
                  <a:pt x="13700" y="8541"/>
                </a:lnTo>
                <a:lnTo>
                  <a:pt x="13651" y="8347"/>
                </a:lnTo>
                <a:lnTo>
                  <a:pt x="13651" y="8128"/>
                </a:lnTo>
                <a:lnTo>
                  <a:pt x="13676" y="8006"/>
                </a:lnTo>
                <a:lnTo>
                  <a:pt x="13700" y="7909"/>
                </a:lnTo>
                <a:lnTo>
                  <a:pt x="13749" y="7811"/>
                </a:lnTo>
                <a:lnTo>
                  <a:pt x="13822" y="7738"/>
                </a:lnTo>
                <a:lnTo>
                  <a:pt x="13870" y="7714"/>
                </a:lnTo>
                <a:lnTo>
                  <a:pt x="14381" y="7714"/>
                </a:lnTo>
                <a:lnTo>
                  <a:pt x="14649" y="7690"/>
                </a:lnTo>
                <a:close/>
                <a:moveTo>
                  <a:pt x="5451" y="8493"/>
                </a:moveTo>
                <a:lnTo>
                  <a:pt x="5403" y="8517"/>
                </a:lnTo>
                <a:lnTo>
                  <a:pt x="5354" y="8541"/>
                </a:lnTo>
                <a:lnTo>
                  <a:pt x="5232" y="8663"/>
                </a:lnTo>
                <a:lnTo>
                  <a:pt x="5062" y="8785"/>
                </a:lnTo>
                <a:lnTo>
                  <a:pt x="4965" y="8833"/>
                </a:lnTo>
                <a:lnTo>
                  <a:pt x="4892" y="8858"/>
                </a:lnTo>
                <a:lnTo>
                  <a:pt x="4843" y="8833"/>
                </a:lnTo>
                <a:lnTo>
                  <a:pt x="4843" y="8760"/>
                </a:lnTo>
                <a:lnTo>
                  <a:pt x="4819" y="8687"/>
                </a:lnTo>
                <a:lnTo>
                  <a:pt x="4794" y="8639"/>
                </a:lnTo>
                <a:lnTo>
                  <a:pt x="4746" y="8590"/>
                </a:lnTo>
                <a:lnTo>
                  <a:pt x="4697" y="8566"/>
                </a:lnTo>
                <a:lnTo>
                  <a:pt x="4600" y="8566"/>
                </a:lnTo>
                <a:lnTo>
                  <a:pt x="4527" y="8590"/>
                </a:lnTo>
                <a:lnTo>
                  <a:pt x="4478" y="8614"/>
                </a:lnTo>
                <a:lnTo>
                  <a:pt x="4332" y="8712"/>
                </a:lnTo>
                <a:lnTo>
                  <a:pt x="4162" y="8785"/>
                </a:lnTo>
                <a:lnTo>
                  <a:pt x="4064" y="8809"/>
                </a:lnTo>
                <a:lnTo>
                  <a:pt x="3967" y="8809"/>
                </a:lnTo>
                <a:lnTo>
                  <a:pt x="3894" y="8785"/>
                </a:lnTo>
                <a:lnTo>
                  <a:pt x="3845" y="8712"/>
                </a:lnTo>
                <a:lnTo>
                  <a:pt x="3797" y="8614"/>
                </a:lnTo>
                <a:lnTo>
                  <a:pt x="3724" y="8566"/>
                </a:lnTo>
                <a:lnTo>
                  <a:pt x="3651" y="8566"/>
                </a:lnTo>
                <a:lnTo>
                  <a:pt x="3553" y="8590"/>
                </a:lnTo>
                <a:lnTo>
                  <a:pt x="3359" y="8687"/>
                </a:lnTo>
                <a:lnTo>
                  <a:pt x="3140" y="8736"/>
                </a:lnTo>
                <a:lnTo>
                  <a:pt x="2896" y="8809"/>
                </a:lnTo>
                <a:lnTo>
                  <a:pt x="2775" y="8809"/>
                </a:lnTo>
                <a:lnTo>
                  <a:pt x="2799" y="8663"/>
                </a:lnTo>
                <a:lnTo>
                  <a:pt x="2799" y="8639"/>
                </a:lnTo>
                <a:lnTo>
                  <a:pt x="2775" y="8639"/>
                </a:lnTo>
                <a:lnTo>
                  <a:pt x="2677" y="8663"/>
                </a:lnTo>
                <a:lnTo>
                  <a:pt x="2604" y="8736"/>
                </a:lnTo>
                <a:lnTo>
                  <a:pt x="2556" y="8809"/>
                </a:lnTo>
                <a:lnTo>
                  <a:pt x="2507" y="8882"/>
                </a:lnTo>
                <a:lnTo>
                  <a:pt x="2483" y="8955"/>
                </a:lnTo>
                <a:lnTo>
                  <a:pt x="2507" y="9028"/>
                </a:lnTo>
                <a:lnTo>
                  <a:pt x="2556" y="9101"/>
                </a:lnTo>
                <a:lnTo>
                  <a:pt x="2653" y="9150"/>
                </a:lnTo>
                <a:lnTo>
                  <a:pt x="2750" y="9174"/>
                </a:lnTo>
                <a:lnTo>
                  <a:pt x="2872" y="9198"/>
                </a:lnTo>
                <a:lnTo>
                  <a:pt x="3115" y="9174"/>
                </a:lnTo>
                <a:lnTo>
                  <a:pt x="3359" y="9125"/>
                </a:lnTo>
                <a:lnTo>
                  <a:pt x="3578" y="9028"/>
                </a:lnTo>
                <a:lnTo>
                  <a:pt x="3675" y="9101"/>
                </a:lnTo>
                <a:lnTo>
                  <a:pt x="3772" y="9174"/>
                </a:lnTo>
                <a:lnTo>
                  <a:pt x="3894" y="9198"/>
                </a:lnTo>
                <a:lnTo>
                  <a:pt x="3991" y="9223"/>
                </a:lnTo>
                <a:lnTo>
                  <a:pt x="4113" y="9198"/>
                </a:lnTo>
                <a:lnTo>
                  <a:pt x="4235" y="9174"/>
                </a:lnTo>
                <a:lnTo>
                  <a:pt x="4502" y="9077"/>
                </a:lnTo>
                <a:lnTo>
                  <a:pt x="4575" y="9174"/>
                </a:lnTo>
                <a:lnTo>
                  <a:pt x="4673" y="9247"/>
                </a:lnTo>
                <a:lnTo>
                  <a:pt x="4770" y="9271"/>
                </a:lnTo>
                <a:lnTo>
                  <a:pt x="4916" y="9271"/>
                </a:lnTo>
                <a:lnTo>
                  <a:pt x="5038" y="9247"/>
                </a:lnTo>
                <a:lnTo>
                  <a:pt x="5184" y="9174"/>
                </a:lnTo>
                <a:lnTo>
                  <a:pt x="5305" y="9101"/>
                </a:lnTo>
                <a:lnTo>
                  <a:pt x="5427" y="9028"/>
                </a:lnTo>
                <a:lnTo>
                  <a:pt x="5524" y="9125"/>
                </a:lnTo>
                <a:lnTo>
                  <a:pt x="5646" y="9198"/>
                </a:lnTo>
                <a:lnTo>
                  <a:pt x="5768" y="9223"/>
                </a:lnTo>
                <a:lnTo>
                  <a:pt x="5914" y="9247"/>
                </a:lnTo>
                <a:lnTo>
                  <a:pt x="6060" y="9247"/>
                </a:lnTo>
                <a:lnTo>
                  <a:pt x="6181" y="9223"/>
                </a:lnTo>
                <a:lnTo>
                  <a:pt x="6327" y="9174"/>
                </a:lnTo>
                <a:lnTo>
                  <a:pt x="6473" y="9125"/>
                </a:lnTo>
                <a:lnTo>
                  <a:pt x="6546" y="9198"/>
                </a:lnTo>
                <a:lnTo>
                  <a:pt x="6644" y="9247"/>
                </a:lnTo>
                <a:lnTo>
                  <a:pt x="6741" y="9271"/>
                </a:lnTo>
                <a:lnTo>
                  <a:pt x="6838" y="9296"/>
                </a:lnTo>
                <a:lnTo>
                  <a:pt x="6960" y="9271"/>
                </a:lnTo>
                <a:lnTo>
                  <a:pt x="7057" y="9247"/>
                </a:lnTo>
                <a:lnTo>
                  <a:pt x="7155" y="9223"/>
                </a:lnTo>
                <a:lnTo>
                  <a:pt x="7252" y="9150"/>
                </a:lnTo>
                <a:lnTo>
                  <a:pt x="7325" y="9174"/>
                </a:lnTo>
                <a:lnTo>
                  <a:pt x="7398" y="9150"/>
                </a:lnTo>
                <a:lnTo>
                  <a:pt x="7447" y="9125"/>
                </a:lnTo>
                <a:lnTo>
                  <a:pt x="7471" y="9077"/>
                </a:lnTo>
                <a:lnTo>
                  <a:pt x="7520" y="9028"/>
                </a:lnTo>
                <a:lnTo>
                  <a:pt x="7520" y="8979"/>
                </a:lnTo>
                <a:lnTo>
                  <a:pt x="7495" y="8906"/>
                </a:lnTo>
                <a:lnTo>
                  <a:pt x="7471" y="8833"/>
                </a:lnTo>
                <a:lnTo>
                  <a:pt x="7398" y="8760"/>
                </a:lnTo>
                <a:lnTo>
                  <a:pt x="7325" y="8712"/>
                </a:lnTo>
                <a:lnTo>
                  <a:pt x="7179" y="8712"/>
                </a:lnTo>
                <a:lnTo>
                  <a:pt x="7106" y="8760"/>
                </a:lnTo>
                <a:lnTo>
                  <a:pt x="7009" y="8858"/>
                </a:lnTo>
                <a:lnTo>
                  <a:pt x="6960" y="8882"/>
                </a:lnTo>
                <a:lnTo>
                  <a:pt x="6911" y="8882"/>
                </a:lnTo>
                <a:lnTo>
                  <a:pt x="6814" y="8858"/>
                </a:lnTo>
                <a:lnTo>
                  <a:pt x="6692" y="8760"/>
                </a:lnTo>
                <a:lnTo>
                  <a:pt x="6619" y="8687"/>
                </a:lnTo>
                <a:lnTo>
                  <a:pt x="6546" y="8663"/>
                </a:lnTo>
                <a:lnTo>
                  <a:pt x="6473" y="8663"/>
                </a:lnTo>
                <a:lnTo>
                  <a:pt x="6376" y="8712"/>
                </a:lnTo>
                <a:lnTo>
                  <a:pt x="6303" y="8760"/>
                </a:lnTo>
                <a:lnTo>
                  <a:pt x="6206" y="8809"/>
                </a:lnTo>
                <a:lnTo>
                  <a:pt x="6084" y="8858"/>
                </a:lnTo>
                <a:lnTo>
                  <a:pt x="5889" y="8858"/>
                </a:lnTo>
                <a:lnTo>
                  <a:pt x="5792" y="8809"/>
                </a:lnTo>
                <a:lnTo>
                  <a:pt x="5743" y="8736"/>
                </a:lnTo>
                <a:lnTo>
                  <a:pt x="5695" y="8639"/>
                </a:lnTo>
                <a:lnTo>
                  <a:pt x="5670" y="8590"/>
                </a:lnTo>
                <a:lnTo>
                  <a:pt x="5646" y="8541"/>
                </a:lnTo>
                <a:lnTo>
                  <a:pt x="5549" y="8493"/>
                </a:lnTo>
                <a:close/>
                <a:moveTo>
                  <a:pt x="13943" y="7276"/>
                </a:moveTo>
                <a:lnTo>
                  <a:pt x="13773" y="7325"/>
                </a:lnTo>
                <a:lnTo>
                  <a:pt x="13603" y="7373"/>
                </a:lnTo>
                <a:lnTo>
                  <a:pt x="13578" y="7398"/>
                </a:lnTo>
                <a:lnTo>
                  <a:pt x="13554" y="7422"/>
                </a:lnTo>
                <a:lnTo>
                  <a:pt x="13432" y="7544"/>
                </a:lnTo>
                <a:lnTo>
                  <a:pt x="13359" y="7714"/>
                </a:lnTo>
                <a:lnTo>
                  <a:pt x="13286" y="7884"/>
                </a:lnTo>
                <a:lnTo>
                  <a:pt x="13262" y="8079"/>
                </a:lnTo>
                <a:lnTo>
                  <a:pt x="13262" y="8298"/>
                </a:lnTo>
                <a:lnTo>
                  <a:pt x="13262" y="8493"/>
                </a:lnTo>
                <a:lnTo>
                  <a:pt x="13286" y="8663"/>
                </a:lnTo>
                <a:lnTo>
                  <a:pt x="13311" y="8809"/>
                </a:lnTo>
                <a:lnTo>
                  <a:pt x="13359" y="8955"/>
                </a:lnTo>
                <a:lnTo>
                  <a:pt x="13432" y="9077"/>
                </a:lnTo>
                <a:lnTo>
                  <a:pt x="13530" y="9174"/>
                </a:lnTo>
                <a:lnTo>
                  <a:pt x="13627" y="9247"/>
                </a:lnTo>
                <a:lnTo>
                  <a:pt x="13724" y="9320"/>
                </a:lnTo>
                <a:lnTo>
                  <a:pt x="13846" y="9393"/>
                </a:lnTo>
                <a:lnTo>
                  <a:pt x="14114" y="9466"/>
                </a:lnTo>
                <a:lnTo>
                  <a:pt x="14406" y="9490"/>
                </a:lnTo>
                <a:lnTo>
                  <a:pt x="14698" y="9515"/>
                </a:lnTo>
                <a:lnTo>
                  <a:pt x="14965" y="9490"/>
                </a:lnTo>
                <a:lnTo>
                  <a:pt x="15233" y="9442"/>
                </a:lnTo>
                <a:lnTo>
                  <a:pt x="15501" y="9369"/>
                </a:lnTo>
                <a:lnTo>
                  <a:pt x="15744" y="9247"/>
                </a:lnTo>
                <a:lnTo>
                  <a:pt x="15938" y="9101"/>
                </a:lnTo>
                <a:lnTo>
                  <a:pt x="16036" y="9004"/>
                </a:lnTo>
                <a:lnTo>
                  <a:pt x="16109" y="8906"/>
                </a:lnTo>
                <a:lnTo>
                  <a:pt x="16157" y="8809"/>
                </a:lnTo>
                <a:lnTo>
                  <a:pt x="16206" y="8687"/>
                </a:lnTo>
                <a:lnTo>
                  <a:pt x="16230" y="8566"/>
                </a:lnTo>
                <a:lnTo>
                  <a:pt x="16230" y="8444"/>
                </a:lnTo>
                <a:lnTo>
                  <a:pt x="16230" y="8322"/>
                </a:lnTo>
                <a:lnTo>
                  <a:pt x="16206" y="8176"/>
                </a:lnTo>
                <a:lnTo>
                  <a:pt x="16157" y="8030"/>
                </a:lnTo>
                <a:lnTo>
                  <a:pt x="16109" y="7909"/>
                </a:lnTo>
                <a:lnTo>
                  <a:pt x="16011" y="7763"/>
                </a:lnTo>
                <a:lnTo>
                  <a:pt x="15890" y="7665"/>
                </a:lnTo>
                <a:lnTo>
                  <a:pt x="15768" y="7568"/>
                </a:lnTo>
                <a:lnTo>
                  <a:pt x="15622" y="7495"/>
                </a:lnTo>
                <a:lnTo>
                  <a:pt x="15476" y="7422"/>
                </a:lnTo>
                <a:lnTo>
                  <a:pt x="15330" y="7398"/>
                </a:lnTo>
                <a:lnTo>
                  <a:pt x="15014" y="7325"/>
                </a:lnTo>
                <a:lnTo>
                  <a:pt x="14673" y="7300"/>
                </a:lnTo>
                <a:lnTo>
                  <a:pt x="14308" y="7276"/>
                </a:lnTo>
                <a:close/>
                <a:moveTo>
                  <a:pt x="15038" y="5889"/>
                </a:moveTo>
                <a:lnTo>
                  <a:pt x="15549" y="5913"/>
                </a:lnTo>
                <a:lnTo>
                  <a:pt x="16084" y="5962"/>
                </a:lnTo>
                <a:lnTo>
                  <a:pt x="16620" y="6011"/>
                </a:lnTo>
                <a:lnTo>
                  <a:pt x="17131" y="6059"/>
                </a:lnTo>
                <a:lnTo>
                  <a:pt x="17179" y="6084"/>
                </a:lnTo>
                <a:lnTo>
                  <a:pt x="17301" y="6084"/>
                </a:lnTo>
                <a:lnTo>
                  <a:pt x="17350" y="6059"/>
                </a:lnTo>
                <a:lnTo>
                  <a:pt x="18031" y="6059"/>
                </a:lnTo>
                <a:lnTo>
                  <a:pt x="18080" y="7130"/>
                </a:lnTo>
                <a:lnTo>
                  <a:pt x="18080" y="7665"/>
                </a:lnTo>
                <a:lnTo>
                  <a:pt x="18055" y="8201"/>
                </a:lnTo>
                <a:lnTo>
                  <a:pt x="17958" y="9369"/>
                </a:lnTo>
                <a:lnTo>
                  <a:pt x="17885" y="9928"/>
                </a:lnTo>
                <a:lnTo>
                  <a:pt x="17788" y="10512"/>
                </a:lnTo>
                <a:lnTo>
                  <a:pt x="17715" y="10780"/>
                </a:lnTo>
                <a:lnTo>
                  <a:pt x="17617" y="11047"/>
                </a:lnTo>
                <a:lnTo>
                  <a:pt x="17496" y="11291"/>
                </a:lnTo>
                <a:lnTo>
                  <a:pt x="17350" y="11534"/>
                </a:lnTo>
                <a:lnTo>
                  <a:pt x="17204" y="11680"/>
                </a:lnTo>
                <a:lnTo>
                  <a:pt x="17058" y="11826"/>
                </a:lnTo>
                <a:lnTo>
                  <a:pt x="16912" y="11923"/>
                </a:lnTo>
                <a:lnTo>
                  <a:pt x="16741" y="12021"/>
                </a:lnTo>
                <a:lnTo>
                  <a:pt x="16644" y="11996"/>
                </a:lnTo>
                <a:lnTo>
                  <a:pt x="16547" y="12021"/>
                </a:lnTo>
                <a:lnTo>
                  <a:pt x="16352" y="12069"/>
                </a:lnTo>
                <a:lnTo>
                  <a:pt x="16133" y="12118"/>
                </a:lnTo>
                <a:lnTo>
                  <a:pt x="15914" y="12142"/>
                </a:lnTo>
                <a:lnTo>
                  <a:pt x="15282" y="12142"/>
                </a:lnTo>
                <a:lnTo>
                  <a:pt x="14844" y="12118"/>
                </a:lnTo>
                <a:lnTo>
                  <a:pt x="14333" y="12069"/>
                </a:lnTo>
                <a:lnTo>
                  <a:pt x="10366" y="12069"/>
                </a:lnTo>
                <a:lnTo>
                  <a:pt x="7982" y="12094"/>
                </a:lnTo>
                <a:lnTo>
                  <a:pt x="5695" y="12069"/>
                </a:lnTo>
                <a:lnTo>
                  <a:pt x="2896" y="12069"/>
                </a:lnTo>
                <a:lnTo>
                  <a:pt x="2337" y="12045"/>
                </a:lnTo>
                <a:lnTo>
                  <a:pt x="2069" y="11996"/>
                </a:lnTo>
                <a:lnTo>
                  <a:pt x="1801" y="11948"/>
                </a:lnTo>
                <a:lnTo>
                  <a:pt x="1558" y="11875"/>
                </a:lnTo>
                <a:lnTo>
                  <a:pt x="1315" y="11753"/>
                </a:lnTo>
                <a:lnTo>
                  <a:pt x="1193" y="11656"/>
                </a:lnTo>
                <a:lnTo>
                  <a:pt x="1071" y="11558"/>
                </a:lnTo>
                <a:lnTo>
                  <a:pt x="974" y="11437"/>
                </a:lnTo>
                <a:lnTo>
                  <a:pt x="877" y="11315"/>
                </a:lnTo>
                <a:lnTo>
                  <a:pt x="755" y="11023"/>
                </a:lnTo>
                <a:lnTo>
                  <a:pt x="658" y="10707"/>
                </a:lnTo>
                <a:lnTo>
                  <a:pt x="682" y="10634"/>
                </a:lnTo>
                <a:lnTo>
                  <a:pt x="658" y="10536"/>
                </a:lnTo>
                <a:lnTo>
                  <a:pt x="609" y="10342"/>
                </a:lnTo>
                <a:lnTo>
                  <a:pt x="585" y="10123"/>
                </a:lnTo>
                <a:lnTo>
                  <a:pt x="560" y="9709"/>
                </a:lnTo>
                <a:lnTo>
                  <a:pt x="560" y="9296"/>
                </a:lnTo>
                <a:lnTo>
                  <a:pt x="585" y="8882"/>
                </a:lnTo>
                <a:lnTo>
                  <a:pt x="609" y="8395"/>
                </a:lnTo>
                <a:lnTo>
                  <a:pt x="609" y="7909"/>
                </a:lnTo>
                <a:lnTo>
                  <a:pt x="585" y="6960"/>
                </a:lnTo>
                <a:lnTo>
                  <a:pt x="537" y="5963"/>
                </a:lnTo>
                <a:lnTo>
                  <a:pt x="537" y="5963"/>
                </a:lnTo>
                <a:lnTo>
                  <a:pt x="560" y="5986"/>
                </a:lnTo>
                <a:lnTo>
                  <a:pt x="731" y="5962"/>
                </a:lnTo>
                <a:lnTo>
                  <a:pt x="1315" y="5913"/>
                </a:lnTo>
                <a:lnTo>
                  <a:pt x="3067" y="5913"/>
                </a:lnTo>
                <a:lnTo>
                  <a:pt x="4892" y="5962"/>
                </a:lnTo>
                <a:lnTo>
                  <a:pt x="6741" y="6011"/>
                </a:lnTo>
                <a:lnTo>
                  <a:pt x="7909" y="6035"/>
                </a:lnTo>
                <a:lnTo>
                  <a:pt x="9101" y="6035"/>
                </a:lnTo>
                <a:lnTo>
                  <a:pt x="10269" y="5986"/>
                </a:lnTo>
                <a:lnTo>
                  <a:pt x="11437" y="5938"/>
                </a:lnTo>
                <a:lnTo>
                  <a:pt x="12410" y="5913"/>
                </a:lnTo>
                <a:lnTo>
                  <a:pt x="12435" y="5938"/>
                </a:lnTo>
                <a:lnTo>
                  <a:pt x="12459" y="5962"/>
                </a:lnTo>
                <a:lnTo>
                  <a:pt x="12508" y="5986"/>
                </a:lnTo>
                <a:lnTo>
                  <a:pt x="12532" y="5986"/>
                </a:lnTo>
                <a:lnTo>
                  <a:pt x="12654" y="5913"/>
                </a:lnTo>
                <a:lnTo>
                  <a:pt x="13846" y="5889"/>
                </a:lnTo>
                <a:close/>
                <a:moveTo>
                  <a:pt x="5062" y="1"/>
                </a:moveTo>
                <a:lnTo>
                  <a:pt x="4210" y="25"/>
                </a:lnTo>
                <a:lnTo>
                  <a:pt x="3359" y="49"/>
                </a:lnTo>
                <a:lnTo>
                  <a:pt x="2507" y="98"/>
                </a:lnTo>
                <a:lnTo>
                  <a:pt x="2458" y="74"/>
                </a:lnTo>
                <a:lnTo>
                  <a:pt x="2118" y="49"/>
                </a:lnTo>
                <a:lnTo>
                  <a:pt x="1801" y="49"/>
                </a:lnTo>
                <a:lnTo>
                  <a:pt x="1534" y="122"/>
                </a:lnTo>
                <a:lnTo>
                  <a:pt x="1290" y="220"/>
                </a:lnTo>
                <a:lnTo>
                  <a:pt x="1071" y="366"/>
                </a:lnTo>
                <a:lnTo>
                  <a:pt x="852" y="536"/>
                </a:lnTo>
                <a:lnTo>
                  <a:pt x="682" y="731"/>
                </a:lnTo>
                <a:lnTo>
                  <a:pt x="536" y="974"/>
                </a:lnTo>
                <a:lnTo>
                  <a:pt x="414" y="1217"/>
                </a:lnTo>
                <a:lnTo>
                  <a:pt x="317" y="1485"/>
                </a:lnTo>
                <a:lnTo>
                  <a:pt x="220" y="1777"/>
                </a:lnTo>
                <a:lnTo>
                  <a:pt x="147" y="2069"/>
                </a:lnTo>
                <a:lnTo>
                  <a:pt x="98" y="2361"/>
                </a:lnTo>
                <a:lnTo>
                  <a:pt x="49" y="2653"/>
                </a:lnTo>
                <a:lnTo>
                  <a:pt x="25" y="3212"/>
                </a:lnTo>
                <a:lnTo>
                  <a:pt x="1" y="3991"/>
                </a:lnTo>
                <a:lnTo>
                  <a:pt x="1" y="4794"/>
                </a:lnTo>
                <a:lnTo>
                  <a:pt x="1" y="4818"/>
                </a:lnTo>
                <a:lnTo>
                  <a:pt x="1" y="4891"/>
                </a:lnTo>
                <a:lnTo>
                  <a:pt x="25" y="4940"/>
                </a:lnTo>
                <a:lnTo>
                  <a:pt x="49" y="6376"/>
                </a:lnTo>
                <a:lnTo>
                  <a:pt x="98" y="7544"/>
                </a:lnTo>
                <a:lnTo>
                  <a:pt x="98" y="8128"/>
                </a:lnTo>
                <a:lnTo>
                  <a:pt x="98" y="8712"/>
                </a:lnTo>
                <a:lnTo>
                  <a:pt x="49" y="9198"/>
                </a:lnTo>
                <a:lnTo>
                  <a:pt x="49" y="9709"/>
                </a:lnTo>
                <a:lnTo>
                  <a:pt x="74" y="10196"/>
                </a:lnTo>
                <a:lnTo>
                  <a:pt x="98" y="10439"/>
                </a:lnTo>
                <a:lnTo>
                  <a:pt x="171" y="10682"/>
                </a:lnTo>
                <a:lnTo>
                  <a:pt x="171" y="10707"/>
                </a:lnTo>
                <a:lnTo>
                  <a:pt x="220" y="10999"/>
                </a:lnTo>
                <a:lnTo>
                  <a:pt x="293" y="11291"/>
                </a:lnTo>
                <a:lnTo>
                  <a:pt x="414" y="11558"/>
                </a:lnTo>
                <a:lnTo>
                  <a:pt x="487" y="11704"/>
                </a:lnTo>
                <a:lnTo>
                  <a:pt x="585" y="11826"/>
                </a:lnTo>
                <a:lnTo>
                  <a:pt x="731" y="11972"/>
                </a:lnTo>
                <a:lnTo>
                  <a:pt x="877" y="12094"/>
                </a:lnTo>
                <a:lnTo>
                  <a:pt x="1023" y="12191"/>
                </a:lnTo>
                <a:lnTo>
                  <a:pt x="1193" y="12288"/>
                </a:lnTo>
                <a:lnTo>
                  <a:pt x="1363" y="12337"/>
                </a:lnTo>
                <a:lnTo>
                  <a:pt x="1558" y="12386"/>
                </a:lnTo>
                <a:lnTo>
                  <a:pt x="1947" y="12459"/>
                </a:lnTo>
                <a:lnTo>
                  <a:pt x="2580" y="12507"/>
                </a:lnTo>
                <a:lnTo>
                  <a:pt x="3237" y="12532"/>
                </a:lnTo>
                <a:lnTo>
                  <a:pt x="4527" y="12507"/>
                </a:lnTo>
                <a:lnTo>
                  <a:pt x="5865" y="12532"/>
                </a:lnTo>
                <a:lnTo>
                  <a:pt x="7203" y="12556"/>
                </a:lnTo>
                <a:lnTo>
                  <a:pt x="13773" y="12556"/>
                </a:lnTo>
                <a:lnTo>
                  <a:pt x="14381" y="12580"/>
                </a:lnTo>
                <a:lnTo>
                  <a:pt x="14990" y="12605"/>
                </a:lnTo>
                <a:lnTo>
                  <a:pt x="15330" y="12629"/>
                </a:lnTo>
                <a:lnTo>
                  <a:pt x="15671" y="12653"/>
                </a:lnTo>
                <a:lnTo>
                  <a:pt x="16036" y="12653"/>
                </a:lnTo>
                <a:lnTo>
                  <a:pt x="16206" y="12629"/>
                </a:lnTo>
                <a:lnTo>
                  <a:pt x="16376" y="12580"/>
                </a:lnTo>
                <a:lnTo>
                  <a:pt x="16449" y="12605"/>
                </a:lnTo>
                <a:lnTo>
                  <a:pt x="16595" y="12605"/>
                </a:lnTo>
                <a:lnTo>
                  <a:pt x="16741" y="12580"/>
                </a:lnTo>
                <a:lnTo>
                  <a:pt x="16985" y="12507"/>
                </a:lnTo>
                <a:lnTo>
                  <a:pt x="17228" y="12386"/>
                </a:lnTo>
                <a:lnTo>
                  <a:pt x="17447" y="12215"/>
                </a:lnTo>
                <a:lnTo>
                  <a:pt x="17642" y="12021"/>
                </a:lnTo>
                <a:lnTo>
                  <a:pt x="17812" y="11802"/>
                </a:lnTo>
                <a:lnTo>
                  <a:pt x="17982" y="11583"/>
                </a:lnTo>
                <a:lnTo>
                  <a:pt x="18104" y="11364"/>
                </a:lnTo>
                <a:lnTo>
                  <a:pt x="18201" y="11096"/>
                </a:lnTo>
                <a:lnTo>
                  <a:pt x="18299" y="10804"/>
                </a:lnTo>
                <a:lnTo>
                  <a:pt x="18347" y="10512"/>
                </a:lnTo>
                <a:lnTo>
                  <a:pt x="18420" y="10245"/>
                </a:lnTo>
                <a:lnTo>
                  <a:pt x="18469" y="9661"/>
                </a:lnTo>
                <a:lnTo>
                  <a:pt x="18542" y="9077"/>
                </a:lnTo>
                <a:lnTo>
                  <a:pt x="18591" y="8371"/>
                </a:lnTo>
                <a:lnTo>
                  <a:pt x="18615" y="8030"/>
                </a:lnTo>
                <a:lnTo>
                  <a:pt x="18639" y="7665"/>
                </a:lnTo>
                <a:lnTo>
                  <a:pt x="18639" y="7179"/>
                </a:lnTo>
                <a:lnTo>
                  <a:pt x="18615" y="6692"/>
                </a:lnTo>
                <a:lnTo>
                  <a:pt x="18566" y="5719"/>
                </a:lnTo>
                <a:lnTo>
                  <a:pt x="18542" y="5208"/>
                </a:lnTo>
                <a:lnTo>
                  <a:pt x="18542" y="4697"/>
                </a:lnTo>
                <a:lnTo>
                  <a:pt x="18566" y="3675"/>
                </a:lnTo>
                <a:lnTo>
                  <a:pt x="18566" y="2750"/>
                </a:lnTo>
                <a:lnTo>
                  <a:pt x="18518" y="1680"/>
                </a:lnTo>
                <a:lnTo>
                  <a:pt x="18493" y="1582"/>
                </a:lnTo>
                <a:lnTo>
                  <a:pt x="18493" y="1436"/>
                </a:lnTo>
                <a:lnTo>
                  <a:pt x="18493" y="1242"/>
                </a:lnTo>
                <a:lnTo>
                  <a:pt x="18445" y="1047"/>
                </a:lnTo>
                <a:lnTo>
                  <a:pt x="18396" y="852"/>
                </a:lnTo>
                <a:lnTo>
                  <a:pt x="18299" y="682"/>
                </a:lnTo>
                <a:lnTo>
                  <a:pt x="18201" y="560"/>
                </a:lnTo>
                <a:lnTo>
                  <a:pt x="18080" y="439"/>
                </a:lnTo>
                <a:lnTo>
                  <a:pt x="17909" y="341"/>
                </a:lnTo>
                <a:lnTo>
                  <a:pt x="17739" y="268"/>
                </a:lnTo>
                <a:lnTo>
                  <a:pt x="17569" y="195"/>
                </a:lnTo>
                <a:lnTo>
                  <a:pt x="17398" y="171"/>
                </a:lnTo>
                <a:lnTo>
                  <a:pt x="17204" y="171"/>
                </a:lnTo>
                <a:lnTo>
                  <a:pt x="17033" y="195"/>
                </a:lnTo>
                <a:lnTo>
                  <a:pt x="16985" y="171"/>
                </a:lnTo>
                <a:lnTo>
                  <a:pt x="16912" y="171"/>
                </a:lnTo>
                <a:lnTo>
                  <a:pt x="15963" y="147"/>
                </a:lnTo>
                <a:lnTo>
                  <a:pt x="15014" y="122"/>
                </a:lnTo>
                <a:lnTo>
                  <a:pt x="13116" y="74"/>
                </a:lnTo>
                <a:lnTo>
                  <a:pt x="11218" y="25"/>
                </a:lnTo>
                <a:lnTo>
                  <a:pt x="10293" y="25"/>
                </a:lnTo>
                <a:lnTo>
                  <a:pt x="9344" y="49"/>
                </a:lnTo>
                <a:lnTo>
                  <a:pt x="8493" y="74"/>
                </a:lnTo>
                <a:lnTo>
                  <a:pt x="7641" y="74"/>
                </a:lnTo>
                <a:lnTo>
                  <a:pt x="5914" y="25"/>
                </a:lnTo>
                <a:lnTo>
                  <a:pt x="5062" y="1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24"/>
          <p:cNvSpPr/>
          <p:nvPr/>
        </p:nvSpPr>
        <p:spPr>
          <a:xfrm>
            <a:off x="2534605" y="2741318"/>
            <a:ext cx="377900" cy="231175"/>
          </a:xfrm>
          <a:custGeom>
            <a:rect b="b" l="l" r="r" t="t"/>
            <a:pathLst>
              <a:path extrusionOk="0" h="13384" w="18177">
                <a:moveTo>
                  <a:pt x="10877" y="4039"/>
                </a:moveTo>
                <a:lnTo>
                  <a:pt x="10755" y="4064"/>
                </a:lnTo>
                <a:lnTo>
                  <a:pt x="10707" y="4088"/>
                </a:lnTo>
                <a:lnTo>
                  <a:pt x="10634" y="4112"/>
                </a:lnTo>
                <a:lnTo>
                  <a:pt x="10609" y="4185"/>
                </a:lnTo>
                <a:lnTo>
                  <a:pt x="10561" y="4258"/>
                </a:lnTo>
                <a:lnTo>
                  <a:pt x="10536" y="4331"/>
                </a:lnTo>
                <a:lnTo>
                  <a:pt x="10536" y="4429"/>
                </a:lnTo>
                <a:lnTo>
                  <a:pt x="10561" y="4575"/>
                </a:lnTo>
                <a:lnTo>
                  <a:pt x="10585" y="4623"/>
                </a:lnTo>
                <a:lnTo>
                  <a:pt x="10634" y="4696"/>
                </a:lnTo>
                <a:lnTo>
                  <a:pt x="10707" y="4745"/>
                </a:lnTo>
                <a:lnTo>
                  <a:pt x="10780" y="4769"/>
                </a:lnTo>
                <a:lnTo>
                  <a:pt x="10828" y="4794"/>
                </a:lnTo>
                <a:lnTo>
                  <a:pt x="10999" y="4794"/>
                </a:lnTo>
                <a:lnTo>
                  <a:pt x="11047" y="4769"/>
                </a:lnTo>
                <a:lnTo>
                  <a:pt x="11169" y="4696"/>
                </a:lnTo>
                <a:lnTo>
                  <a:pt x="11266" y="4575"/>
                </a:lnTo>
                <a:lnTo>
                  <a:pt x="11291" y="4502"/>
                </a:lnTo>
                <a:lnTo>
                  <a:pt x="11291" y="4429"/>
                </a:lnTo>
                <a:lnTo>
                  <a:pt x="11291" y="4356"/>
                </a:lnTo>
                <a:lnTo>
                  <a:pt x="11266" y="4283"/>
                </a:lnTo>
                <a:lnTo>
                  <a:pt x="11169" y="4161"/>
                </a:lnTo>
                <a:lnTo>
                  <a:pt x="11120" y="4088"/>
                </a:lnTo>
                <a:lnTo>
                  <a:pt x="11047" y="4064"/>
                </a:lnTo>
                <a:lnTo>
                  <a:pt x="10950" y="4039"/>
                </a:lnTo>
                <a:close/>
                <a:moveTo>
                  <a:pt x="12361" y="3942"/>
                </a:moveTo>
                <a:lnTo>
                  <a:pt x="12288" y="3966"/>
                </a:lnTo>
                <a:lnTo>
                  <a:pt x="12215" y="4015"/>
                </a:lnTo>
                <a:lnTo>
                  <a:pt x="12142" y="4064"/>
                </a:lnTo>
                <a:lnTo>
                  <a:pt x="12093" y="4137"/>
                </a:lnTo>
                <a:lnTo>
                  <a:pt x="12045" y="4210"/>
                </a:lnTo>
                <a:lnTo>
                  <a:pt x="12020" y="4307"/>
                </a:lnTo>
                <a:lnTo>
                  <a:pt x="11996" y="4380"/>
                </a:lnTo>
                <a:lnTo>
                  <a:pt x="12020" y="4477"/>
                </a:lnTo>
                <a:lnTo>
                  <a:pt x="12045" y="4550"/>
                </a:lnTo>
                <a:lnTo>
                  <a:pt x="12093" y="4623"/>
                </a:lnTo>
                <a:lnTo>
                  <a:pt x="12142" y="4696"/>
                </a:lnTo>
                <a:lnTo>
                  <a:pt x="12215" y="4745"/>
                </a:lnTo>
                <a:lnTo>
                  <a:pt x="12288" y="4794"/>
                </a:lnTo>
                <a:lnTo>
                  <a:pt x="12361" y="4818"/>
                </a:lnTo>
                <a:lnTo>
                  <a:pt x="12531" y="4818"/>
                </a:lnTo>
                <a:lnTo>
                  <a:pt x="12629" y="4794"/>
                </a:lnTo>
                <a:lnTo>
                  <a:pt x="12702" y="4745"/>
                </a:lnTo>
                <a:lnTo>
                  <a:pt x="12750" y="4696"/>
                </a:lnTo>
                <a:lnTo>
                  <a:pt x="12823" y="4623"/>
                </a:lnTo>
                <a:lnTo>
                  <a:pt x="12848" y="4550"/>
                </a:lnTo>
                <a:lnTo>
                  <a:pt x="12872" y="4477"/>
                </a:lnTo>
                <a:lnTo>
                  <a:pt x="12896" y="4380"/>
                </a:lnTo>
                <a:lnTo>
                  <a:pt x="12872" y="4307"/>
                </a:lnTo>
                <a:lnTo>
                  <a:pt x="12848" y="4210"/>
                </a:lnTo>
                <a:lnTo>
                  <a:pt x="12823" y="4137"/>
                </a:lnTo>
                <a:lnTo>
                  <a:pt x="12750" y="4064"/>
                </a:lnTo>
                <a:lnTo>
                  <a:pt x="12702" y="4015"/>
                </a:lnTo>
                <a:lnTo>
                  <a:pt x="12629" y="3966"/>
                </a:lnTo>
                <a:lnTo>
                  <a:pt x="12531" y="3942"/>
                </a:lnTo>
                <a:close/>
                <a:moveTo>
                  <a:pt x="11534" y="5013"/>
                </a:moveTo>
                <a:lnTo>
                  <a:pt x="11412" y="5061"/>
                </a:lnTo>
                <a:lnTo>
                  <a:pt x="11315" y="5110"/>
                </a:lnTo>
                <a:lnTo>
                  <a:pt x="11242" y="5232"/>
                </a:lnTo>
                <a:lnTo>
                  <a:pt x="11218" y="5353"/>
                </a:lnTo>
                <a:lnTo>
                  <a:pt x="11242" y="5475"/>
                </a:lnTo>
                <a:lnTo>
                  <a:pt x="11315" y="5572"/>
                </a:lnTo>
                <a:lnTo>
                  <a:pt x="11412" y="5645"/>
                </a:lnTo>
                <a:lnTo>
                  <a:pt x="11534" y="5670"/>
                </a:lnTo>
                <a:lnTo>
                  <a:pt x="11655" y="5645"/>
                </a:lnTo>
                <a:lnTo>
                  <a:pt x="11753" y="5572"/>
                </a:lnTo>
                <a:lnTo>
                  <a:pt x="11826" y="5475"/>
                </a:lnTo>
                <a:lnTo>
                  <a:pt x="11850" y="5353"/>
                </a:lnTo>
                <a:lnTo>
                  <a:pt x="11826" y="5232"/>
                </a:lnTo>
                <a:lnTo>
                  <a:pt x="11753" y="5110"/>
                </a:lnTo>
                <a:lnTo>
                  <a:pt x="11655" y="5061"/>
                </a:lnTo>
                <a:lnTo>
                  <a:pt x="11534" y="5013"/>
                </a:lnTo>
                <a:close/>
                <a:moveTo>
                  <a:pt x="12312" y="5889"/>
                </a:moveTo>
                <a:lnTo>
                  <a:pt x="12239" y="5913"/>
                </a:lnTo>
                <a:lnTo>
                  <a:pt x="12166" y="5937"/>
                </a:lnTo>
                <a:lnTo>
                  <a:pt x="12093" y="5986"/>
                </a:lnTo>
                <a:lnTo>
                  <a:pt x="12045" y="6059"/>
                </a:lnTo>
                <a:lnTo>
                  <a:pt x="12020" y="6132"/>
                </a:lnTo>
                <a:lnTo>
                  <a:pt x="11996" y="6205"/>
                </a:lnTo>
                <a:lnTo>
                  <a:pt x="11996" y="6278"/>
                </a:lnTo>
                <a:lnTo>
                  <a:pt x="11996" y="6351"/>
                </a:lnTo>
                <a:lnTo>
                  <a:pt x="12020" y="6424"/>
                </a:lnTo>
                <a:lnTo>
                  <a:pt x="12045" y="6497"/>
                </a:lnTo>
                <a:lnTo>
                  <a:pt x="12093" y="6570"/>
                </a:lnTo>
                <a:lnTo>
                  <a:pt x="12166" y="6619"/>
                </a:lnTo>
                <a:lnTo>
                  <a:pt x="12239" y="6643"/>
                </a:lnTo>
                <a:lnTo>
                  <a:pt x="12312" y="6667"/>
                </a:lnTo>
                <a:lnTo>
                  <a:pt x="12458" y="6667"/>
                </a:lnTo>
                <a:lnTo>
                  <a:pt x="12531" y="6643"/>
                </a:lnTo>
                <a:lnTo>
                  <a:pt x="12604" y="6619"/>
                </a:lnTo>
                <a:lnTo>
                  <a:pt x="12677" y="6570"/>
                </a:lnTo>
                <a:lnTo>
                  <a:pt x="12726" y="6497"/>
                </a:lnTo>
                <a:lnTo>
                  <a:pt x="12750" y="6424"/>
                </a:lnTo>
                <a:lnTo>
                  <a:pt x="12775" y="6351"/>
                </a:lnTo>
                <a:lnTo>
                  <a:pt x="12799" y="6278"/>
                </a:lnTo>
                <a:lnTo>
                  <a:pt x="12775" y="6205"/>
                </a:lnTo>
                <a:lnTo>
                  <a:pt x="12750" y="6132"/>
                </a:lnTo>
                <a:lnTo>
                  <a:pt x="12726" y="6059"/>
                </a:lnTo>
                <a:lnTo>
                  <a:pt x="12677" y="5986"/>
                </a:lnTo>
                <a:lnTo>
                  <a:pt x="12604" y="5937"/>
                </a:lnTo>
                <a:lnTo>
                  <a:pt x="12531" y="5913"/>
                </a:lnTo>
                <a:lnTo>
                  <a:pt x="12458" y="5889"/>
                </a:lnTo>
                <a:close/>
                <a:moveTo>
                  <a:pt x="10950" y="5889"/>
                </a:moveTo>
                <a:lnTo>
                  <a:pt x="10853" y="5913"/>
                </a:lnTo>
                <a:lnTo>
                  <a:pt x="10780" y="5937"/>
                </a:lnTo>
                <a:lnTo>
                  <a:pt x="10707" y="5986"/>
                </a:lnTo>
                <a:lnTo>
                  <a:pt x="10634" y="6035"/>
                </a:lnTo>
                <a:lnTo>
                  <a:pt x="10585" y="6108"/>
                </a:lnTo>
                <a:lnTo>
                  <a:pt x="10536" y="6181"/>
                </a:lnTo>
                <a:lnTo>
                  <a:pt x="10512" y="6254"/>
                </a:lnTo>
                <a:lnTo>
                  <a:pt x="10488" y="6351"/>
                </a:lnTo>
                <a:lnTo>
                  <a:pt x="10512" y="6424"/>
                </a:lnTo>
                <a:lnTo>
                  <a:pt x="10536" y="6521"/>
                </a:lnTo>
                <a:lnTo>
                  <a:pt x="10585" y="6594"/>
                </a:lnTo>
                <a:lnTo>
                  <a:pt x="10634" y="6643"/>
                </a:lnTo>
                <a:lnTo>
                  <a:pt x="10707" y="6716"/>
                </a:lnTo>
                <a:lnTo>
                  <a:pt x="10780" y="6740"/>
                </a:lnTo>
                <a:lnTo>
                  <a:pt x="10853" y="6765"/>
                </a:lnTo>
                <a:lnTo>
                  <a:pt x="10950" y="6789"/>
                </a:lnTo>
                <a:lnTo>
                  <a:pt x="11023" y="6765"/>
                </a:lnTo>
                <a:lnTo>
                  <a:pt x="11120" y="6740"/>
                </a:lnTo>
                <a:lnTo>
                  <a:pt x="11193" y="6716"/>
                </a:lnTo>
                <a:lnTo>
                  <a:pt x="11242" y="6643"/>
                </a:lnTo>
                <a:lnTo>
                  <a:pt x="11315" y="6594"/>
                </a:lnTo>
                <a:lnTo>
                  <a:pt x="11339" y="6521"/>
                </a:lnTo>
                <a:lnTo>
                  <a:pt x="11364" y="6424"/>
                </a:lnTo>
                <a:lnTo>
                  <a:pt x="11388" y="6351"/>
                </a:lnTo>
                <a:lnTo>
                  <a:pt x="11364" y="6254"/>
                </a:lnTo>
                <a:lnTo>
                  <a:pt x="11339" y="6181"/>
                </a:lnTo>
                <a:lnTo>
                  <a:pt x="11315" y="6108"/>
                </a:lnTo>
                <a:lnTo>
                  <a:pt x="11242" y="6035"/>
                </a:lnTo>
                <a:lnTo>
                  <a:pt x="11193" y="5986"/>
                </a:lnTo>
                <a:lnTo>
                  <a:pt x="11120" y="5937"/>
                </a:lnTo>
                <a:lnTo>
                  <a:pt x="11023" y="5913"/>
                </a:lnTo>
                <a:lnTo>
                  <a:pt x="10950" y="5889"/>
                </a:lnTo>
                <a:close/>
                <a:moveTo>
                  <a:pt x="2799" y="6351"/>
                </a:moveTo>
                <a:lnTo>
                  <a:pt x="2628" y="6546"/>
                </a:lnTo>
                <a:lnTo>
                  <a:pt x="2507" y="6692"/>
                </a:lnTo>
                <a:lnTo>
                  <a:pt x="2166" y="7057"/>
                </a:lnTo>
                <a:lnTo>
                  <a:pt x="2117" y="6740"/>
                </a:lnTo>
                <a:lnTo>
                  <a:pt x="2093" y="6570"/>
                </a:lnTo>
                <a:lnTo>
                  <a:pt x="2044" y="6424"/>
                </a:lnTo>
                <a:lnTo>
                  <a:pt x="2799" y="6351"/>
                </a:lnTo>
                <a:close/>
                <a:moveTo>
                  <a:pt x="11558" y="6813"/>
                </a:moveTo>
                <a:lnTo>
                  <a:pt x="11461" y="6838"/>
                </a:lnTo>
                <a:lnTo>
                  <a:pt x="11388" y="6862"/>
                </a:lnTo>
                <a:lnTo>
                  <a:pt x="11315" y="6911"/>
                </a:lnTo>
                <a:lnTo>
                  <a:pt x="11242" y="6959"/>
                </a:lnTo>
                <a:lnTo>
                  <a:pt x="11169" y="7032"/>
                </a:lnTo>
                <a:lnTo>
                  <a:pt x="11145" y="7105"/>
                </a:lnTo>
                <a:lnTo>
                  <a:pt x="11120" y="7203"/>
                </a:lnTo>
                <a:lnTo>
                  <a:pt x="11096" y="7276"/>
                </a:lnTo>
                <a:lnTo>
                  <a:pt x="11120" y="7373"/>
                </a:lnTo>
                <a:lnTo>
                  <a:pt x="11145" y="7470"/>
                </a:lnTo>
                <a:lnTo>
                  <a:pt x="11169" y="7543"/>
                </a:lnTo>
                <a:lnTo>
                  <a:pt x="11242" y="7616"/>
                </a:lnTo>
                <a:lnTo>
                  <a:pt x="11315" y="7665"/>
                </a:lnTo>
                <a:lnTo>
                  <a:pt x="11388" y="7714"/>
                </a:lnTo>
                <a:lnTo>
                  <a:pt x="11461" y="7738"/>
                </a:lnTo>
                <a:lnTo>
                  <a:pt x="11655" y="7738"/>
                </a:lnTo>
                <a:lnTo>
                  <a:pt x="11728" y="7714"/>
                </a:lnTo>
                <a:lnTo>
                  <a:pt x="11801" y="7665"/>
                </a:lnTo>
                <a:lnTo>
                  <a:pt x="11874" y="7616"/>
                </a:lnTo>
                <a:lnTo>
                  <a:pt x="11947" y="7543"/>
                </a:lnTo>
                <a:lnTo>
                  <a:pt x="11972" y="7470"/>
                </a:lnTo>
                <a:lnTo>
                  <a:pt x="11996" y="7373"/>
                </a:lnTo>
                <a:lnTo>
                  <a:pt x="12020" y="7276"/>
                </a:lnTo>
                <a:lnTo>
                  <a:pt x="11996" y="7203"/>
                </a:lnTo>
                <a:lnTo>
                  <a:pt x="11972" y="7105"/>
                </a:lnTo>
                <a:lnTo>
                  <a:pt x="11947" y="7032"/>
                </a:lnTo>
                <a:lnTo>
                  <a:pt x="11874" y="6959"/>
                </a:lnTo>
                <a:lnTo>
                  <a:pt x="11801" y="6911"/>
                </a:lnTo>
                <a:lnTo>
                  <a:pt x="11728" y="6862"/>
                </a:lnTo>
                <a:lnTo>
                  <a:pt x="11655" y="6838"/>
                </a:lnTo>
                <a:lnTo>
                  <a:pt x="11558" y="6813"/>
                </a:lnTo>
                <a:close/>
                <a:moveTo>
                  <a:pt x="3918" y="6327"/>
                </a:moveTo>
                <a:lnTo>
                  <a:pt x="3845" y="6375"/>
                </a:lnTo>
                <a:lnTo>
                  <a:pt x="3553" y="6667"/>
                </a:lnTo>
                <a:lnTo>
                  <a:pt x="3285" y="6959"/>
                </a:lnTo>
                <a:lnTo>
                  <a:pt x="2726" y="7592"/>
                </a:lnTo>
                <a:lnTo>
                  <a:pt x="2434" y="7908"/>
                </a:lnTo>
                <a:lnTo>
                  <a:pt x="2263" y="8103"/>
                </a:lnTo>
                <a:lnTo>
                  <a:pt x="2117" y="8298"/>
                </a:lnTo>
                <a:lnTo>
                  <a:pt x="2166" y="7543"/>
                </a:lnTo>
                <a:lnTo>
                  <a:pt x="2239" y="7519"/>
                </a:lnTo>
                <a:lnTo>
                  <a:pt x="2312" y="7470"/>
                </a:lnTo>
                <a:lnTo>
                  <a:pt x="2482" y="7349"/>
                </a:lnTo>
                <a:lnTo>
                  <a:pt x="2726" y="7081"/>
                </a:lnTo>
                <a:lnTo>
                  <a:pt x="3066" y="6716"/>
                </a:lnTo>
                <a:lnTo>
                  <a:pt x="3212" y="6594"/>
                </a:lnTo>
                <a:lnTo>
                  <a:pt x="3310" y="6448"/>
                </a:lnTo>
                <a:lnTo>
                  <a:pt x="3358" y="6400"/>
                </a:lnTo>
                <a:lnTo>
                  <a:pt x="3358" y="6327"/>
                </a:lnTo>
                <a:close/>
                <a:moveTo>
                  <a:pt x="12312" y="7860"/>
                </a:moveTo>
                <a:lnTo>
                  <a:pt x="12239" y="7884"/>
                </a:lnTo>
                <a:lnTo>
                  <a:pt x="12166" y="7908"/>
                </a:lnTo>
                <a:lnTo>
                  <a:pt x="12093" y="7957"/>
                </a:lnTo>
                <a:lnTo>
                  <a:pt x="12045" y="8006"/>
                </a:lnTo>
                <a:lnTo>
                  <a:pt x="11996" y="8079"/>
                </a:lnTo>
                <a:lnTo>
                  <a:pt x="11972" y="8152"/>
                </a:lnTo>
                <a:lnTo>
                  <a:pt x="11947" y="8273"/>
                </a:lnTo>
                <a:lnTo>
                  <a:pt x="11972" y="8395"/>
                </a:lnTo>
                <a:lnTo>
                  <a:pt x="12045" y="8517"/>
                </a:lnTo>
                <a:lnTo>
                  <a:pt x="12142" y="8590"/>
                </a:lnTo>
                <a:lnTo>
                  <a:pt x="12215" y="8638"/>
                </a:lnTo>
                <a:lnTo>
                  <a:pt x="12458" y="8638"/>
                </a:lnTo>
                <a:lnTo>
                  <a:pt x="12556" y="8590"/>
                </a:lnTo>
                <a:lnTo>
                  <a:pt x="12629" y="8541"/>
                </a:lnTo>
                <a:lnTo>
                  <a:pt x="12653" y="8517"/>
                </a:lnTo>
                <a:lnTo>
                  <a:pt x="12726" y="8444"/>
                </a:lnTo>
                <a:lnTo>
                  <a:pt x="12750" y="8346"/>
                </a:lnTo>
                <a:lnTo>
                  <a:pt x="12775" y="8225"/>
                </a:lnTo>
                <a:lnTo>
                  <a:pt x="12726" y="8103"/>
                </a:lnTo>
                <a:lnTo>
                  <a:pt x="12653" y="7981"/>
                </a:lnTo>
                <a:lnTo>
                  <a:pt x="12556" y="7908"/>
                </a:lnTo>
                <a:lnTo>
                  <a:pt x="12483" y="7860"/>
                </a:lnTo>
                <a:close/>
                <a:moveTo>
                  <a:pt x="10974" y="7981"/>
                </a:moveTo>
                <a:lnTo>
                  <a:pt x="10877" y="8006"/>
                </a:lnTo>
                <a:lnTo>
                  <a:pt x="10804" y="8030"/>
                </a:lnTo>
                <a:lnTo>
                  <a:pt x="10682" y="8127"/>
                </a:lnTo>
                <a:lnTo>
                  <a:pt x="10609" y="8225"/>
                </a:lnTo>
                <a:lnTo>
                  <a:pt x="10561" y="8346"/>
                </a:lnTo>
                <a:lnTo>
                  <a:pt x="10585" y="8492"/>
                </a:lnTo>
                <a:lnTo>
                  <a:pt x="10609" y="8590"/>
                </a:lnTo>
                <a:lnTo>
                  <a:pt x="10682" y="8663"/>
                </a:lnTo>
                <a:lnTo>
                  <a:pt x="10755" y="8711"/>
                </a:lnTo>
                <a:lnTo>
                  <a:pt x="10853" y="8736"/>
                </a:lnTo>
                <a:lnTo>
                  <a:pt x="10853" y="8760"/>
                </a:lnTo>
                <a:lnTo>
                  <a:pt x="10999" y="8760"/>
                </a:lnTo>
                <a:lnTo>
                  <a:pt x="11145" y="8736"/>
                </a:lnTo>
                <a:lnTo>
                  <a:pt x="11218" y="8711"/>
                </a:lnTo>
                <a:lnTo>
                  <a:pt x="11266" y="8638"/>
                </a:lnTo>
                <a:lnTo>
                  <a:pt x="11339" y="8565"/>
                </a:lnTo>
                <a:lnTo>
                  <a:pt x="11364" y="8468"/>
                </a:lnTo>
                <a:lnTo>
                  <a:pt x="11388" y="8371"/>
                </a:lnTo>
                <a:lnTo>
                  <a:pt x="11364" y="8273"/>
                </a:lnTo>
                <a:lnTo>
                  <a:pt x="11339" y="8176"/>
                </a:lnTo>
                <a:lnTo>
                  <a:pt x="11291" y="8127"/>
                </a:lnTo>
                <a:lnTo>
                  <a:pt x="11218" y="8054"/>
                </a:lnTo>
                <a:lnTo>
                  <a:pt x="11145" y="8006"/>
                </a:lnTo>
                <a:lnTo>
                  <a:pt x="11047" y="7981"/>
                </a:lnTo>
                <a:close/>
                <a:moveTo>
                  <a:pt x="11704" y="8882"/>
                </a:moveTo>
                <a:lnTo>
                  <a:pt x="11631" y="8906"/>
                </a:lnTo>
                <a:lnTo>
                  <a:pt x="11558" y="8930"/>
                </a:lnTo>
                <a:lnTo>
                  <a:pt x="11485" y="8955"/>
                </a:lnTo>
                <a:lnTo>
                  <a:pt x="11437" y="9003"/>
                </a:lnTo>
                <a:lnTo>
                  <a:pt x="11364" y="9101"/>
                </a:lnTo>
                <a:lnTo>
                  <a:pt x="11339" y="9198"/>
                </a:lnTo>
                <a:lnTo>
                  <a:pt x="11315" y="9295"/>
                </a:lnTo>
                <a:lnTo>
                  <a:pt x="11315" y="9393"/>
                </a:lnTo>
                <a:lnTo>
                  <a:pt x="11364" y="9490"/>
                </a:lnTo>
                <a:lnTo>
                  <a:pt x="11437" y="9587"/>
                </a:lnTo>
                <a:lnTo>
                  <a:pt x="11510" y="9636"/>
                </a:lnTo>
                <a:lnTo>
                  <a:pt x="11607" y="9685"/>
                </a:lnTo>
                <a:lnTo>
                  <a:pt x="11850" y="9685"/>
                </a:lnTo>
                <a:lnTo>
                  <a:pt x="11899" y="9636"/>
                </a:lnTo>
                <a:lnTo>
                  <a:pt x="11996" y="9587"/>
                </a:lnTo>
                <a:lnTo>
                  <a:pt x="12045" y="9514"/>
                </a:lnTo>
                <a:lnTo>
                  <a:pt x="12093" y="9393"/>
                </a:lnTo>
                <a:lnTo>
                  <a:pt x="12093" y="9295"/>
                </a:lnTo>
                <a:lnTo>
                  <a:pt x="12093" y="9222"/>
                </a:lnTo>
                <a:lnTo>
                  <a:pt x="12069" y="9125"/>
                </a:lnTo>
                <a:lnTo>
                  <a:pt x="11996" y="9003"/>
                </a:lnTo>
                <a:lnTo>
                  <a:pt x="11923" y="8955"/>
                </a:lnTo>
                <a:lnTo>
                  <a:pt x="11850" y="8930"/>
                </a:lnTo>
                <a:lnTo>
                  <a:pt x="11777" y="8906"/>
                </a:lnTo>
                <a:lnTo>
                  <a:pt x="11704" y="8882"/>
                </a:lnTo>
                <a:close/>
                <a:moveTo>
                  <a:pt x="4112" y="6327"/>
                </a:moveTo>
                <a:lnTo>
                  <a:pt x="4745" y="6375"/>
                </a:lnTo>
                <a:lnTo>
                  <a:pt x="4721" y="6619"/>
                </a:lnTo>
                <a:lnTo>
                  <a:pt x="4721" y="6886"/>
                </a:lnTo>
                <a:lnTo>
                  <a:pt x="4648" y="6886"/>
                </a:lnTo>
                <a:lnTo>
                  <a:pt x="4477" y="6959"/>
                </a:lnTo>
                <a:lnTo>
                  <a:pt x="4380" y="7081"/>
                </a:lnTo>
                <a:lnTo>
                  <a:pt x="4161" y="7349"/>
                </a:lnTo>
                <a:lnTo>
                  <a:pt x="3431" y="8249"/>
                </a:lnTo>
                <a:lnTo>
                  <a:pt x="3091" y="8590"/>
                </a:lnTo>
                <a:lnTo>
                  <a:pt x="2750" y="8955"/>
                </a:lnTo>
                <a:lnTo>
                  <a:pt x="2409" y="9344"/>
                </a:lnTo>
                <a:lnTo>
                  <a:pt x="2239" y="9539"/>
                </a:lnTo>
                <a:lnTo>
                  <a:pt x="2117" y="9733"/>
                </a:lnTo>
                <a:lnTo>
                  <a:pt x="2117" y="8736"/>
                </a:lnTo>
                <a:lnTo>
                  <a:pt x="2239" y="8687"/>
                </a:lnTo>
                <a:lnTo>
                  <a:pt x="2385" y="8614"/>
                </a:lnTo>
                <a:lnTo>
                  <a:pt x="2507" y="8517"/>
                </a:lnTo>
                <a:lnTo>
                  <a:pt x="2628" y="8371"/>
                </a:lnTo>
                <a:lnTo>
                  <a:pt x="2823" y="8127"/>
                </a:lnTo>
                <a:lnTo>
                  <a:pt x="3018" y="7884"/>
                </a:lnTo>
                <a:lnTo>
                  <a:pt x="3577" y="7276"/>
                </a:lnTo>
                <a:lnTo>
                  <a:pt x="3869" y="6959"/>
                </a:lnTo>
                <a:lnTo>
                  <a:pt x="4161" y="6667"/>
                </a:lnTo>
                <a:lnTo>
                  <a:pt x="4210" y="6619"/>
                </a:lnTo>
                <a:lnTo>
                  <a:pt x="4234" y="6570"/>
                </a:lnTo>
                <a:lnTo>
                  <a:pt x="4234" y="6521"/>
                </a:lnTo>
                <a:lnTo>
                  <a:pt x="4210" y="6448"/>
                </a:lnTo>
                <a:lnTo>
                  <a:pt x="4185" y="6375"/>
                </a:lnTo>
                <a:lnTo>
                  <a:pt x="4112" y="6327"/>
                </a:lnTo>
                <a:close/>
                <a:moveTo>
                  <a:pt x="12239" y="9709"/>
                </a:moveTo>
                <a:lnTo>
                  <a:pt x="12166" y="9733"/>
                </a:lnTo>
                <a:lnTo>
                  <a:pt x="12093" y="9782"/>
                </a:lnTo>
                <a:lnTo>
                  <a:pt x="12020" y="9831"/>
                </a:lnTo>
                <a:lnTo>
                  <a:pt x="11972" y="9879"/>
                </a:lnTo>
                <a:lnTo>
                  <a:pt x="11947" y="9952"/>
                </a:lnTo>
                <a:lnTo>
                  <a:pt x="11923" y="10025"/>
                </a:lnTo>
                <a:lnTo>
                  <a:pt x="11923" y="10098"/>
                </a:lnTo>
                <a:lnTo>
                  <a:pt x="11923" y="10196"/>
                </a:lnTo>
                <a:lnTo>
                  <a:pt x="11947" y="10269"/>
                </a:lnTo>
                <a:lnTo>
                  <a:pt x="11972" y="10342"/>
                </a:lnTo>
                <a:lnTo>
                  <a:pt x="12020" y="10390"/>
                </a:lnTo>
                <a:lnTo>
                  <a:pt x="12093" y="10439"/>
                </a:lnTo>
                <a:lnTo>
                  <a:pt x="12166" y="10488"/>
                </a:lnTo>
                <a:lnTo>
                  <a:pt x="12239" y="10512"/>
                </a:lnTo>
                <a:lnTo>
                  <a:pt x="12385" y="10512"/>
                </a:lnTo>
                <a:lnTo>
                  <a:pt x="12483" y="10488"/>
                </a:lnTo>
                <a:lnTo>
                  <a:pt x="12531" y="10439"/>
                </a:lnTo>
                <a:lnTo>
                  <a:pt x="12604" y="10390"/>
                </a:lnTo>
                <a:lnTo>
                  <a:pt x="12653" y="10342"/>
                </a:lnTo>
                <a:lnTo>
                  <a:pt x="12677" y="10269"/>
                </a:lnTo>
                <a:lnTo>
                  <a:pt x="12702" y="10196"/>
                </a:lnTo>
                <a:lnTo>
                  <a:pt x="12726" y="10098"/>
                </a:lnTo>
                <a:lnTo>
                  <a:pt x="12702" y="10025"/>
                </a:lnTo>
                <a:lnTo>
                  <a:pt x="12677" y="9952"/>
                </a:lnTo>
                <a:lnTo>
                  <a:pt x="12653" y="9879"/>
                </a:lnTo>
                <a:lnTo>
                  <a:pt x="12604" y="9831"/>
                </a:lnTo>
                <a:lnTo>
                  <a:pt x="12531" y="9782"/>
                </a:lnTo>
                <a:lnTo>
                  <a:pt x="12483" y="9733"/>
                </a:lnTo>
                <a:lnTo>
                  <a:pt x="12385" y="9709"/>
                </a:lnTo>
                <a:close/>
                <a:moveTo>
                  <a:pt x="10950" y="9831"/>
                </a:moveTo>
                <a:lnTo>
                  <a:pt x="10853" y="9855"/>
                </a:lnTo>
                <a:lnTo>
                  <a:pt x="10755" y="9879"/>
                </a:lnTo>
                <a:lnTo>
                  <a:pt x="10658" y="9952"/>
                </a:lnTo>
                <a:lnTo>
                  <a:pt x="10609" y="10025"/>
                </a:lnTo>
                <a:lnTo>
                  <a:pt x="10561" y="10123"/>
                </a:lnTo>
                <a:lnTo>
                  <a:pt x="10561" y="10220"/>
                </a:lnTo>
                <a:lnTo>
                  <a:pt x="10561" y="10342"/>
                </a:lnTo>
                <a:lnTo>
                  <a:pt x="10585" y="10415"/>
                </a:lnTo>
                <a:lnTo>
                  <a:pt x="10634" y="10463"/>
                </a:lnTo>
                <a:lnTo>
                  <a:pt x="10755" y="10560"/>
                </a:lnTo>
                <a:lnTo>
                  <a:pt x="10828" y="10609"/>
                </a:lnTo>
                <a:lnTo>
                  <a:pt x="10950" y="10633"/>
                </a:lnTo>
                <a:lnTo>
                  <a:pt x="11047" y="10609"/>
                </a:lnTo>
                <a:lnTo>
                  <a:pt x="11145" y="10560"/>
                </a:lnTo>
                <a:lnTo>
                  <a:pt x="11266" y="10463"/>
                </a:lnTo>
                <a:lnTo>
                  <a:pt x="11291" y="10415"/>
                </a:lnTo>
                <a:lnTo>
                  <a:pt x="11315" y="10342"/>
                </a:lnTo>
                <a:lnTo>
                  <a:pt x="11339" y="10220"/>
                </a:lnTo>
                <a:lnTo>
                  <a:pt x="11315" y="10123"/>
                </a:lnTo>
                <a:lnTo>
                  <a:pt x="11291" y="10025"/>
                </a:lnTo>
                <a:lnTo>
                  <a:pt x="11218" y="9952"/>
                </a:lnTo>
                <a:lnTo>
                  <a:pt x="11145" y="9879"/>
                </a:lnTo>
                <a:lnTo>
                  <a:pt x="11047" y="9855"/>
                </a:lnTo>
                <a:lnTo>
                  <a:pt x="10950" y="9831"/>
                </a:lnTo>
                <a:close/>
                <a:moveTo>
                  <a:pt x="4696" y="7373"/>
                </a:moveTo>
                <a:lnTo>
                  <a:pt x="4672" y="8079"/>
                </a:lnTo>
                <a:lnTo>
                  <a:pt x="4575" y="8127"/>
                </a:lnTo>
                <a:lnTo>
                  <a:pt x="4477" y="8176"/>
                </a:lnTo>
                <a:lnTo>
                  <a:pt x="4404" y="8273"/>
                </a:lnTo>
                <a:lnTo>
                  <a:pt x="4331" y="8346"/>
                </a:lnTo>
                <a:lnTo>
                  <a:pt x="4088" y="8760"/>
                </a:lnTo>
                <a:lnTo>
                  <a:pt x="3723" y="9320"/>
                </a:lnTo>
                <a:lnTo>
                  <a:pt x="3529" y="9587"/>
                </a:lnTo>
                <a:lnTo>
                  <a:pt x="3310" y="9855"/>
                </a:lnTo>
                <a:lnTo>
                  <a:pt x="3139" y="9977"/>
                </a:lnTo>
                <a:lnTo>
                  <a:pt x="2969" y="10098"/>
                </a:lnTo>
                <a:lnTo>
                  <a:pt x="2604" y="10390"/>
                </a:lnTo>
                <a:lnTo>
                  <a:pt x="2434" y="10560"/>
                </a:lnTo>
                <a:lnTo>
                  <a:pt x="2263" y="10706"/>
                </a:lnTo>
                <a:lnTo>
                  <a:pt x="2142" y="10901"/>
                </a:lnTo>
                <a:lnTo>
                  <a:pt x="2069" y="11071"/>
                </a:lnTo>
                <a:lnTo>
                  <a:pt x="2117" y="10536"/>
                </a:lnTo>
                <a:lnTo>
                  <a:pt x="2117" y="10001"/>
                </a:lnTo>
                <a:lnTo>
                  <a:pt x="2336" y="9904"/>
                </a:lnTo>
                <a:lnTo>
                  <a:pt x="2555" y="9782"/>
                </a:lnTo>
                <a:lnTo>
                  <a:pt x="2750" y="9612"/>
                </a:lnTo>
                <a:lnTo>
                  <a:pt x="2945" y="9441"/>
                </a:lnTo>
                <a:lnTo>
                  <a:pt x="3310" y="9052"/>
                </a:lnTo>
                <a:lnTo>
                  <a:pt x="3626" y="8687"/>
                </a:lnTo>
                <a:lnTo>
                  <a:pt x="4015" y="8249"/>
                </a:lnTo>
                <a:lnTo>
                  <a:pt x="4380" y="7787"/>
                </a:lnTo>
                <a:lnTo>
                  <a:pt x="4550" y="7592"/>
                </a:lnTo>
                <a:lnTo>
                  <a:pt x="4696" y="7373"/>
                </a:lnTo>
                <a:close/>
                <a:moveTo>
                  <a:pt x="17033" y="6254"/>
                </a:moveTo>
                <a:lnTo>
                  <a:pt x="17009" y="6473"/>
                </a:lnTo>
                <a:lnTo>
                  <a:pt x="17009" y="6692"/>
                </a:lnTo>
                <a:lnTo>
                  <a:pt x="17033" y="7154"/>
                </a:lnTo>
                <a:lnTo>
                  <a:pt x="17009" y="7884"/>
                </a:lnTo>
                <a:lnTo>
                  <a:pt x="16984" y="8614"/>
                </a:lnTo>
                <a:lnTo>
                  <a:pt x="16936" y="9247"/>
                </a:lnTo>
                <a:lnTo>
                  <a:pt x="16911" y="9879"/>
                </a:lnTo>
                <a:lnTo>
                  <a:pt x="16911" y="10488"/>
                </a:lnTo>
                <a:lnTo>
                  <a:pt x="16936" y="11120"/>
                </a:lnTo>
                <a:lnTo>
                  <a:pt x="16376" y="11193"/>
                </a:lnTo>
                <a:lnTo>
                  <a:pt x="16425" y="10488"/>
                </a:lnTo>
                <a:lnTo>
                  <a:pt x="16449" y="9758"/>
                </a:lnTo>
                <a:lnTo>
                  <a:pt x="16473" y="8298"/>
                </a:lnTo>
                <a:lnTo>
                  <a:pt x="16473" y="7592"/>
                </a:lnTo>
                <a:lnTo>
                  <a:pt x="16449" y="6886"/>
                </a:lnTo>
                <a:lnTo>
                  <a:pt x="16449" y="6594"/>
                </a:lnTo>
                <a:lnTo>
                  <a:pt x="16425" y="6448"/>
                </a:lnTo>
                <a:lnTo>
                  <a:pt x="16400" y="6302"/>
                </a:lnTo>
                <a:lnTo>
                  <a:pt x="16717" y="6278"/>
                </a:lnTo>
                <a:lnTo>
                  <a:pt x="17033" y="6254"/>
                </a:lnTo>
                <a:close/>
                <a:moveTo>
                  <a:pt x="10147" y="3334"/>
                </a:moveTo>
                <a:lnTo>
                  <a:pt x="10415" y="3407"/>
                </a:lnTo>
                <a:lnTo>
                  <a:pt x="10682" y="3431"/>
                </a:lnTo>
                <a:lnTo>
                  <a:pt x="10950" y="3407"/>
                </a:lnTo>
                <a:lnTo>
                  <a:pt x="11242" y="3407"/>
                </a:lnTo>
                <a:lnTo>
                  <a:pt x="11218" y="3455"/>
                </a:lnTo>
                <a:lnTo>
                  <a:pt x="11218" y="3528"/>
                </a:lnTo>
                <a:lnTo>
                  <a:pt x="11242" y="3626"/>
                </a:lnTo>
                <a:lnTo>
                  <a:pt x="11266" y="3699"/>
                </a:lnTo>
                <a:lnTo>
                  <a:pt x="11315" y="3772"/>
                </a:lnTo>
                <a:lnTo>
                  <a:pt x="11388" y="3820"/>
                </a:lnTo>
                <a:lnTo>
                  <a:pt x="11485" y="3869"/>
                </a:lnTo>
                <a:lnTo>
                  <a:pt x="11607" y="3869"/>
                </a:lnTo>
                <a:lnTo>
                  <a:pt x="11704" y="3820"/>
                </a:lnTo>
                <a:lnTo>
                  <a:pt x="11801" y="3772"/>
                </a:lnTo>
                <a:lnTo>
                  <a:pt x="11850" y="3723"/>
                </a:lnTo>
                <a:lnTo>
                  <a:pt x="11874" y="3650"/>
                </a:lnTo>
                <a:lnTo>
                  <a:pt x="11899" y="3528"/>
                </a:lnTo>
                <a:lnTo>
                  <a:pt x="11874" y="3431"/>
                </a:lnTo>
                <a:lnTo>
                  <a:pt x="11874" y="3382"/>
                </a:lnTo>
                <a:lnTo>
                  <a:pt x="12823" y="3382"/>
                </a:lnTo>
                <a:lnTo>
                  <a:pt x="12823" y="3626"/>
                </a:lnTo>
                <a:lnTo>
                  <a:pt x="12848" y="3820"/>
                </a:lnTo>
                <a:lnTo>
                  <a:pt x="12896" y="4380"/>
                </a:lnTo>
                <a:lnTo>
                  <a:pt x="12969" y="4940"/>
                </a:lnTo>
                <a:lnTo>
                  <a:pt x="12994" y="5499"/>
                </a:lnTo>
                <a:lnTo>
                  <a:pt x="12994" y="6059"/>
                </a:lnTo>
                <a:lnTo>
                  <a:pt x="12945" y="7397"/>
                </a:lnTo>
                <a:lnTo>
                  <a:pt x="12896" y="8711"/>
                </a:lnTo>
                <a:lnTo>
                  <a:pt x="12896" y="9320"/>
                </a:lnTo>
                <a:lnTo>
                  <a:pt x="12896" y="9928"/>
                </a:lnTo>
                <a:lnTo>
                  <a:pt x="12896" y="11120"/>
                </a:lnTo>
                <a:lnTo>
                  <a:pt x="12458" y="11096"/>
                </a:lnTo>
                <a:lnTo>
                  <a:pt x="12020" y="11096"/>
                </a:lnTo>
                <a:lnTo>
                  <a:pt x="12020" y="11023"/>
                </a:lnTo>
                <a:lnTo>
                  <a:pt x="12020" y="10925"/>
                </a:lnTo>
                <a:lnTo>
                  <a:pt x="11996" y="10852"/>
                </a:lnTo>
                <a:lnTo>
                  <a:pt x="11947" y="10779"/>
                </a:lnTo>
                <a:lnTo>
                  <a:pt x="11899" y="10731"/>
                </a:lnTo>
                <a:lnTo>
                  <a:pt x="11850" y="10682"/>
                </a:lnTo>
                <a:lnTo>
                  <a:pt x="11777" y="10633"/>
                </a:lnTo>
                <a:lnTo>
                  <a:pt x="11704" y="10609"/>
                </a:lnTo>
                <a:lnTo>
                  <a:pt x="11534" y="10609"/>
                </a:lnTo>
                <a:lnTo>
                  <a:pt x="11461" y="10633"/>
                </a:lnTo>
                <a:lnTo>
                  <a:pt x="11388" y="10682"/>
                </a:lnTo>
                <a:lnTo>
                  <a:pt x="11339" y="10731"/>
                </a:lnTo>
                <a:lnTo>
                  <a:pt x="11291" y="10779"/>
                </a:lnTo>
                <a:lnTo>
                  <a:pt x="11242" y="10852"/>
                </a:lnTo>
                <a:lnTo>
                  <a:pt x="11218" y="10925"/>
                </a:lnTo>
                <a:lnTo>
                  <a:pt x="11218" y="11023"/>
                </a:lnTo>
                <a:lnTo>
                  <a:pt x="11242" y="11120"/>
                </a:lnTo>
                <a:lnTo>
                  <a:pt x="10853" y="11144"/>
                </a:lnTo>
                <a:lnTo>
                  <a:pt x="10463" y="11217"/>
                </a:lnTo>
                <a:lnTo>
                  <a:pt x="10415" y="10852"/>
                </a:lnTo>
                <a:lnTo>
                  <a:pt x="10366" y="10488"/>
                </a:lnTo>
                <a:lnTo>
                  <a:pt x="10342" y="9758"/>
                </a:lnTo>
                <a:lnTo>
                  <a:pt x="10317" y="8322"/>
                </a:lnTo>
                <a:lnTo>
                  <a:pt x="10317" y="7251"/>
                </a:lnTo>
                <a:lnTo>
                  <a:pt x="10293" y="6716"/>
                </a:lnTo>
                <a:lnTo>
                  <a:pt x="10269" y="6205"/>
                </a:lnTo>
                <a:lnTo>
                  <a:pt x="10171" y="4502"/>
                </a:lnTo>
                <a:lnTo>
                  <a:pt x="10147" y="3699"/>
                </a:lnTo>
                <a:lnTo>
                  <a:pt x="10147" y="3334"/>
                </a:lnTo>
                <a:close/>
                <a:moveTo>
                  <a:pt x="16035" y="6302"/>
                </a:moveTo>
                <a:lnTo>
                  <a:pt x="16035" y="6448"/>
                </a:lnTo>
                <a:lnTo>
                  <a:pt x="16035" y="6594"/>
                </a:lnTo>
                <a:lnTo>
                  <a:pt x="16060" y="6886"/>
                </a:lnTo>
                <a:lnTo>
                  <a:pt x="16060" y="7592"/>
                </a:lnTo>
                <a:lnTo>
                  <a:pt x="16035" y="8298"/>
                </a:lnTo>
                <a:lnTo>
                  <a:pt x="16011" y="9028"/>
                </a:lnTo>
                <a:lnTo>
                  <a:pt x="15962" y="9758"/>
                </a:lnTo>
                <a:lnTo>
                  <a:pt x="15938" y="10488"/>
                </a:lnTo>
                <a:lnTo>
                  <a:pt x="15938" y="10852"/>
                </a:lnTo>
                <a:lnTo>
                  <a:pt x="15962" y="11217"/>
                </a:lnTo>
                <a:lnTo>
                  <a:pt x="15719" y="11217"/>
                </a:lnTo>
                <a:lnTo>
                  <a:pt x="15743" y="11169"/>
                </a:lnTo>
                <a:lnTo>
                  <a:pt x="15768" y="10852"/>
                </a:lnTo>
                <a:lnTo>
                  <a:pt x="15768" y="10536"/>
                </a:lnTo>
                <a:lnTo>
                  <a:pt x="15743" y="10220"/>
                </a:lnTo>
                <a:lnTo>
                  <a:pt x="15743" y="9904"/>
                </a:lnTo>
                <a:lnTo>
                  <a:pt x="15743" y="9198"/>
                </a:lnTo>
                <a:lnTo>
                  <a:pt x="15743" y="8517"/>
                </a:lnTo>
                <a:lnTo>
                  <a:pt x="15695" y="7884"/>
                </a:lnTo>
                <a:lnTo>
                  <a:pt x="15622" y="7251"/>
                </a:lnTo>
                <a:lnTo>
                  <a:pt x="15622" y="7008"/>
                </a:lnTo>
                <a:lnTo>
                  <a:pt x="15622" y="6765"/>
                </a:lnTo>
                <a:lnTo>
                  <a:pt x="15670" y="6302"/>
                </a:lnTo>
                <a:close/>
                <a:moveTo>
                  <a:pt x="15354" y="6302"/>
                </a:moveTo>
                <a:lnTo>
                  <a:pt x="15281" y="6546"/>
                </a:lnTo>
                <a:lnTo>
                  <a:pt x="15257" y="6813"/>
                </a:lnTo>
                <a:lnTo>
                  <a:pt x="15232" y="7081"/>
                </a:lnTo>
                <a:lnTo>
                  <a:pt x="15232" y="7349"/>
                </a:lnTo>
                <a:lnTo>
                  <a:pt x="15305" y="7884"/>
                </a:lnTo>
                <a:lnTo>
                  <a:pt x="15354" y="8395"/>
                </a:lnTo>
                <a:lnTo>
                  <a:pt x="15354" y="8760"/>
                </a:lnTo>
                <a:lnTo>
                  <a:pt x="15354" y="9149"/>
                </a:lnTo>
                <a:lnTo>
                  <a:pt x="15330" y="9904"/>
                </a:lnTo>
                <a:lnTo>
                  <a:pt x="15305" y="10220"/>
                </a:lnTo>
                <a:lnTo>
                  <a:pt x="15305" y="10585"/>
                </a:lnTo>
                <a:lnTo>
                  <a:pt x="15330" y="10925"/>
                </a:lnTo>
                <a:lnTo>
                  <a:pt x="15378" y="11071"/>
                </a:lnTo>
                <a:lnTo>
                  <a:pt x="15427" y="11242"/>
                </a:lnTo>
                <a:lnTo>
                  <a:pt x="15208" y="11242"/>
                </a:lnTo>
                <a:lnTo>
                  <a:pt x="15232" y="11193"/>
                </a:lnTo>
                <a:lnTo>
                  <a:pt x="15232" y="11120"/>
                </a:lnTo>
                <a:lnTo>
                  <a:pt x="15184" y="10755"/>
                </a:lnTo>
                <a:lnTo>
                  <a:pt x="15135" y="10366"/>
                </a:lnTo>
                <a:lnTo>
                  <a:pt x="15086" y="9636"/>
                </a:lnTo>
                <a:lnTo>
                  <a:pt x="15062" y="8882"/>
                </a:lnTo>
                <a:lnTo>
                  <a:pt x="15013" y="8127"/>
                </a:lnTo>
                <a:lnTo>
                  <a:pt x="14989" y="7543"/>
                </a:lnTo>
                <a:lnTo>
                  <a:pt x="14989" y="6959"/>
                </a:lnTo>
                <a:lnTo>
                  <a:pt x="14989" y="6789"/>
                </a:lnTo>
                <a:lnTo>
                  <a:pt x="15013" y="6619"/>
                </a:lnTo>
                <a:lnTo>
                  <a:pt x="15038" y="6473"/>
                </a:lnTo>
                <a:lnTo>
                  <a:pt x="15038" y="6302"/>
                </a:lnTo>
                <a:close/>
                <a:moveTo>
                  <a:pt x="4575" y="10633"/>
                </a:moveTo>
                <a:lnTo>
                  <a:pt x="4575" y="10950"/>
                </a:lnTo>
                <a:lnTo>
                  <a:pt x="4599" y="11290"/>
                </a:lnTo>
                <a:lnTo>
                  <a:pt x="4429" y="11242"/>
                </a:lnTo>
                <a:lnTo>
                  <a:pt x="4258" y="11217"/>
                </a:lnTo>
                <a:lnTo>
                  <a:pt x="3893" y="11217"/>
                </a:lnTo>
                <a:lnTo>
                  <a:pt x="4088" y="11047"/>
                </a:lnTo>
                <a:lnTo>
                  <a:pt x="4283" y="10852"/>
                </a:lnTo>
                <a:lnTo>
                  <a:pt x="4575" y="10633"/>
                </a:lnTo>
                <a:close/>
                <a:moveTo>
                  <a:pt x="4648" y="8711"/>
                </a:moveTo>
                <a:lnTo>
                  <a:pt x="4648" y="8882"/>
                </a:lnTo>
                <a:lnTo>
                  <a:pt x="4599" y="9952"/>
                </a:lnTo>
                <a:lnTo>
                  <a:pt x="4550" y="9952"/>
                </a:lnTo>
                <a:lnTo>
                  <a:pt x="4477" y="10001"/>
                </a:lnTo>
                <a:lnTo>
                  <a:pt x="4404" y="10074"/>
                </a:lnTo>
                <a:lnTo>
                  <a:pt x="4283" y="10196"/>
                </a:lnTo>
                <a:lnTo>
                  <a:pt x="3942" y="10536"/>
                </a:lnTo>
                <a:lnTo>
                  <a:pt x="3626" y="10828"/>
                </a:lnTo>
                <a:lnTo>
                  <a:pt x="3480" y="10974"/>
                </a:lnTo>
                <a:lnTo>
                  <a:pt x="3358" y="11169"/>
                </a:lnTo>
                <a:lnTo>
                  <a:pt x="3334" y="11242"/>
                </a:lnTo>
                <a:lnTo>
                  <a:pt x="3237" y="11242"/>
                </a:lnTo>
                <a:lnTo>
                  <a:pt x="2653" y="11266"/>
                </a:lnTo>
                <a:lnTo>
                  <a:pt x="2044" y="11315"/>
                </a:lnTo>
                <a:lnTo>
                  <a:pt x="2044" y="11315"/>
                </a:lnTo>
                <a:lnTo>
                  <a:pt x="2069" y="11144"/>
                </a:lnTo>
                <a:lnTo>
                  <a:pt x="2093" y="11193"/>
                </a:lnTo>
                <a:lnTo>
                  <a:pt x="2142" y="11217"/>
                </a:lnTo>
                <a:lnTo>
                  <a:pt x="2190" y="11242"/>
                </a:lnTo>
                <a:lnTo>
                  <a:pt x="2239" y="11217"/>
                </a:lnTo>
                <a:lnTo>
                  <a:pt x="2409" y="11120"/>
                </a:lnTo>
                <a:lnTo>
                  <a:pt x="2555" y="11023"/>
                </a:lnTo>
                <a:lnTo>
                  <a:pt x="2823" y="10779"/>
                </a:lnTo>
                <a:lnTo>
                  <a:pt x="3261" y="10415"/>
                </a:lnTo>
                <a:lnTo>
                  <a:pt x="3650" y="10050"/>
                </a:lnTo>
                <a:lnTo>
                  <a:pt x="3845" y="9831"/>
                </a:lnTo>
                <a:lnTo>
                  <a:pt x="4039" y="9612"/>
                </a:lnTo>
                <a:lnTo>
                  <a:pt x="4356" y="9125"/>
                </a:lnTo>
                <a:lnTo>
                  <a:pt x="4648" y="8711"/>
                </a:lnTo>
                <a:close/>
                <a:moveTo>
                  <a:pt x="6035" y="536"/>
                </a:moveTo>
                <a:lnTo>
                  <a:pt x="6327" y="560"/>
                </a:lnTo>
                <a:lnTo>
                  <a:pt x="6619" y="584"/>
                </a:lnTo>
                <a:lnTo>
                  <a:pt x="7203" y="584"/>
                </a:lnTo>
                <a:lnTo>
                  <a:pt x="7592" y="609"/>
                </a:lnTo>
                <a:lnTo>
                  <a:pt x="8346" y="609"/>
                </a:lnTo>
                <a:lnTo>
                  <a:pt x="8736" y="560"/>
                </a:lnTo>
                <a:lnTo>
                  <a:pt x="8663" y="803"/>
                </a:lnTo>
                <a:lnTo>
                  <a:pt x="8638" y="1047"/>
                </a:lnTo>
                <a:lnTo>
                  <a:pt x="8638" y="1436"/>
                </a:lnTo>
                <a:lnTo>
                  <a:pt x="8638" y="1971"/>
                </a:lnTo>
                <a:lnTo>
                  <a:pt x="8687" y="2531"/>
                </a:lnTo>
                <a:lnTo>
                  <a:pt x="8711" y="3066"/>
                </a:lnTo>
                <a:lnTo>
                  <a:pt x="8711" y="3626"/>
                </a:lnTo>
                <a:lnTo>
                  <a:pt x="8687" y="4575"/>
                </a:lnTo>
                <a:lnTo>
                  <a:pt x="8711" y="5499"/>
                </a:lnTo>
                <a:lnTo>
                  <a:pt x="8760" y="7373"/>
                </a:lnTo>
                <a:lnTo>
                  <a:pt x="8833" y="9271"/>
                </a:lnTo>
                <a:lnTo>
                  <a:pt x="8857" y="11144"/>
                </a:lnTo>
                <a:lnTo>
                  <a:pt x="7178" y="11144"/>
                </a:lnTo>
                <a:lnTo>
                  <a:pt x="6911" y="11169"/>
                </a:lnTo>
                <a:lnTo>
                  <a:pt x="6643" y="11169"/>
                </a:lnTo>
                <a:lnTo>
                  <a:pt x="6400" y="11217"/>
                </a:lnTo>
                <a:lnTo>
                  <a:pt x="6156" y="11315"/>
                </a:lnTo>
                <a:lnTo>
                  <a:pt x="6132" y="11023"/>
                </a:lnTo>
                <a:lnTo>
                  <a:pt x="6132" y="10731"/>
                </a:lnTo>
                <a:lnTo>
                  <a:pt x="6132" y="10147"/>
                </a:lnTo>
                <a:lnTo>
                  <a:pt x="6059" y="8711"/>
                </a:lnTo>
                <a:lnTo>
                  <a:pt x="6035" y="7933"/>
                </a:lnTo>
                <a:lnTo>
                  <a:pt x="6035" y="7178"/>
                </a:lnTo>
                <a:lnTo>
                  <a:pt x="6083" y="6424"/>
                </a:lnTo>
                <a:lnTo>
                  <a:pt x="6132" y="5645"/>
                </a:lnTo>
                <a:lnTo>
                  <a:pt x="6229" y="4210"/>
                </a:lnTo>
                <a:lnTo>
                  <a:pt x="6254" y="3480"/>
                </a:lnTo>
                <a:lnTo>
                  <a:pt x="6254" y="3115"/>
                </a:lnTo>
                <a:lnTo>
                  <a:pt x="6229" y="2750"/>
                </a:lnTo>
                <a:lnTo>
                  <a:pt x="6035" y="1485"/>
                </a:lnTo>
                <a:lnTo>
                  <a:pt x="6035" y="1241"/>
                </a:lnTo>
                <a:lnTo>
                  <a:pt x="6035" y="1022"/>
                </a:lnTo>
                <a:lnTo>
                  <a:pt x="6035" y="536"/>
                </a:lnTo>
                <a:close/>
                <a:moveTo>
                  <a:pt x="14721" y="6327"/>
                </a:moveTo>
                <a:lnTo>
                  <a:pt x="14624" y="6497"/>
                </a:lnTo>
                <a:lnTo>
                  <a:pt x="14600" y="6716"/>
                </a:lnTo>
                <a:lnTo>
                  <a:pt x="14575" y="6959"/>
                </a:lnTo>
                <a:lnTo>
                  <a:pt x="14551" y="7203"/>
                </a:lnTo>
                <a:lnTo>
                  <a:pt x="14575" y="7665"/>
                </a:lnTo>
                <a:lnTo>
                  <a:pt x="14600" y="8006"/>
                </a:lnTo>
                <a:lnTo>
                  <a:pt x="14673" y="9612"/>
                </a:lnTo>
                <a:lnTo>
                  <a:pt x="14721" y="10439"/>
                </a:lnTo>
                <a:lnTo>
                  <a:pt x="14770" y="10828"/>
                </a:lnTo>
                <a:lnTo>
                  <a:pt x="14843" y="11242"/>
                </a:lnTo>
                <a:lnTo>
                  <a:pt x="14843" y="11266"/>
                </a:lnTo>
                <a:lnTo>
                  <a:pt x="14600" y="11290"/>
                </a:lnTo>
                <a:lnTo>
                  <a:pt x="14381" y="11339"/>
                </a:lnTo>
                <a:lnTo>
                  <a:pt x="14454" y="10755"/>
                </a:lnTo>
                <a:lnTo>
                  <a:pt x="14502" y="10171"/>
                </a:lnTo>
                <a:lnTo>
                  <a:pt x="14502" y="9587"/>
                </a:lnTo>
                <a:lnTo>
                  <a:pt x="14478" y="9003"/>
                </a:lnTo>
                <a:lnTo>
                  <a:pt x="14429" y="7689"/>
                </a:lnTo>
                <a:lnTo>
                  <a:pt x="14405" y="7008"/>
                </a:lnTo>
                <a:lnTo>
                  <a:pt x="14356" y="6375"/>
                </a:lnTo>
                <a:lnTo>
                  <a:pt x="14721" y="6327"/>
                </a:lnTo>
                <a:close/>
                <a:moveTo>
                  <a:pt x="12361" y="2871"/>
                </a:moveTo>
                <a:lnTo>
                  <a:pt x="11680" y="2920"/>
                </a:lnTo>
                <a:lnTo>
                  <a:pt x="10901" y="2944"/>
                </a:lnTo>
                <a:lnTo>
                  <a:pt x="10512" y="2944"/>
                </a:lnTo>
                <a:lnTo>
                  <a:pt x="10147" y="2993"/>
                </a:lnTo>
                <a:lnTo>
                  <a:pt x="10074" y="3042"/>
                </a:lnTo>
                <a:lnTo>
                  <a:pt x="10025" y="3090"/>
                </a:lnTo>
                <a:lnTo>
                  <a:pt x="10001" y="3090"/>
                </a:lnTo>
                <a:lnTo>
                  <a:pt x="9904" y="3139"/>
                </a:lnTo>
                <a:lnTo>
                  <a:pt x="9831" y="3212"/>
                </a:lnTo>
                <a:lnTo>
                  <a:pt x="9806" y="3334"/>
                </a:lnTo>
                <a:lnTo>
                  <a:pt x="9782" y="3455"/>
                </a:lnTo>
                <a:lnTo>
                  <a:pt x="9758" y="3723"/>
                </a:lnTo>
                <a:lnTo>
                  <a:pt x="9782" y="3918"/>
                </a:lnTo>
                <a:lnTo>
                  <a:pt x="9782" y="4429"/>
                </a:lnTo>
                <a:lnTo>
                  <a:pt x="9806" y="4940"/>
                </a:lnTo>
                <a:lnTo>
                  <a:pt x="9855" y="5937"/>
                </a:lnTo>
                <a:lnTo>
                  <a:pt x="9879" y="7032"/>
                </a:lnTo>
                <a:lnTo>
                  <a:pt x="9904" y="8127"/>
                </a:lnTo>
                <a:lnTo>
                  <a:pt x="9928" y="9758"/>
                </a:lnTo>
                <a:lnTo>
                  <a:pt x="9952" y="10560"/>
                </a:lnTo>
                <a:lnTo>
                  <a:pt x="10001" y="10974"/>
                </a:lnTo>
                <a:lnTo>
                  <a:pt x="10050" y="11363"/>
                </a:lnTo>
                <a:lnTo>
                  <a:pt x="10025" y="11388"/>
                </a:lnTo>
                <a:lnTo>
                  <a:pt x="10001" y="11436"/>
                </a:lnTo>
                <a:lnTo>
                  <a:pt x="10001" y="11534"/>
                </a:lnTo>
                <a:lnTo>
                  <a:pt x="10025" y="11631"/>
                </a:lnTo>
                <a:lnTo>
                  <a:pt x="10074" y="11655"/>
                </a:lnTo>
                <a:lnTo>
                  <a:pt x="10123" y="11680"/>
                </a:lnTo>
                <a:lnTo>
                  <a:pt x="10171" y="11680"/>
                </a:lnTo>
                <a:lnTo>
                  <a:pt x="10244" y="11704"/>
                </a:lnTo>
                <a:lnTo>
                  <a:pt x="10317" y="11704"/>
                </a:lnTo>
                <a:lnTo>
                  <a:pt x="10585" y="11728"/>
                </a:lnTo>
                <a:lnTo>
                  <a:pt x="10853" y="11704"/>
                </a:lnTo>
                <a:lnTo>
                  <a:pt x="11364" y="11655"/>
                </a:lnTo>
                <a:lnTo>
                  <a:pt x="12142" y="11631"/>
                </a:lnTo>
                <a:lnTo>
                  <a:pt x="12921" y="11607"/>
                </a:lnTo>
                <a:lnTo>
                  <a:pt x="12969" y="11655"/>
                </a:lnTo>
                <a:lnTo>
                  <a:pt x="13042" y="11680"/>
                </a:lnTo>
                <a:lnTo>
                  <a:pt x="13091" y="11704"/>
                </a:lnTo>
                <a:lnTo>
                  <a:pt x="13164" y="11680"/>
                </a:lnTo>
                <a:lnTo>
                  <a:pt x="13237" y="11655"/>
                </a:lnTo>
                <a:lnTo>
                  <a:pt x="13286" y="11607"/>
                </a:lnTo>
                <a:lnTo>
                  <a:pt x="13334" y="11558"/>
                </a:lnTo>
                <a:lnTo>
                  <a:pt x="13359" y="11461"/>
                </a:lnTo>
                <a:lnTo>
                  <a:pt x="13383" y="10877"/>
                </a:lnTo>
                <a:lnTo>
                  <a:pt x="13383" y="10293"/>
                </a:lnTo>
                <a:lnTo>
                  <a:pt x="13359" y="9685"/>
                </a:lnTo>
                <a:lnTo>
                  <a:pt x="13359" y="9101"/>
                </a:lnTo>
                <a:lnTo>
                  <a:pt x="13432" y="6619"/>
                </a:lnTo>
                <a:lnTo>
                  <a:pt x="13432" y="6059"/>
                </a:lnTo>
                <a:lnTo>
                  <a:pt x="13432" y="5524"/>
                </a:lnTo>
                <a:lnTo>
                  <a:pt x="13407" y="4964"/>
                </a:lnTo>
                <a:lnTo>
                  <a:pt x="13334" y="4404"/>
                </a:lnTo>
                <a:lnTo>
                  <a:pt x="13213" y="3723"/>
                </a:lnTo>
                <a:lnTo>
                  <a:pt x="13188" y="3480"/>
                </a:lnTo>
                <a:lnTo>
                  <a:pt x="13188" y="3212"/>
                </a:lnTo>
                <a:lnTo>
                  <a:pt x="13213" y="3139"/>
                </a:lnTo>
                <a:lnTo>
                  <a:pt x="13188" y="3042"/>
                </a:lnTo>
                <a:lnTo>
                  <a:pt x="13140" y="2969"/>
                </a:lnTo>
                <a:lnTo>
                  <a:pt x="13042" y="2920"/>
                </a:lnTo>
                <a:lnTo>
                  <a:pt x="12896" y="2871"/>
                </a:lnTo>
                <a:close/>
                <a:moveTo>
                  <a:pt x="3188" y="5816"/>
                </a:moveTo>
                <a:lnTo>
                  <a:pt x="2823" y="5840"/>
                </a:lnTo>
                <a:lnTo>
                  <a:pt x="2458" y="5864"/>
                </a:lnTo>
                <a:lnTo>
                  <a:pt x="2093" y="5937"/>
                </a:lnTo>
                <a:lnTo>
                  <a:pt x="1923" y="5986"/>
                </a:lnTo>
                <a:lnTo>
                  <a:pt x="1752" y="6035"/>
                </a:lnTo>
                <a:lnTo>
                  <a:pt x="1679" y="6059"/>
                </a:lnTo>
                <a:lnTo>
                  <a:pt x="1631" y="6083"/>
                </a:lnTo>
                <a:lnTo>
                  <a:pt x="1631" y="6108"/>
                </a:lnTo>
                <a:lnTo>
                  <a:pt x="1582" y="6181"/>
                </a:lnTo>
                <a:lnTo>
                  <a:pt x="1582" y="6278"/>
                </a:lnTo>
                <a:lnTo>
                  <a:pt x="1606" y="6351"/>
                </a:lnTo>
                <a:lnTo>
                  <a:pt x="1655" y="6400"/>
                </a:lnTo>
                <a:lnTo>
                  <a:pt x="1704" y="7032"/>
                </a:lnTo>
                <a:lnTo>
                  <a:pt x="1704" y="7665"/>
                </a:lnTo>
                <a:lnTo>
                  <a:pt x="1704" y="8930"/>
                </a:lnTo>
                <a:lnTo>
                  <a:pt x="1606" y="11461"/>
                </a:lnTo>
                <a:lnTo>
                  <a:pt x="1631" y="11558"/>
                </a:lnTo>
                <a:lnTo>
                  <a:pt x="1655" y="11631"/>
                </a:lnTo>
                <a:lnTo>
                  <a:pt x="1728" y="11655"/>
                </a:lnTo>
                <a:lnTo>
                  <a:pt x="1801" y="11680"/>
                </a:lnTo>
                <a:lnTo>
                  <a:pt x="1947" y="11728"/>
                </a:lnTo>
                <a:lnTo>
                  <a:pt x="2117" y="11753"/>
                </a:lnTo>
                <a:lnTo>
                  <a:pt x="2434" y="11753"/>
                </a:lnTo>
                <a:lnTo>
                  <a:pt x="2750" y="11728"/>
                </a:lnTo>
                <a:lnTo>
                  <a:pt x="3066" y="11704"/>
                </a:lnTo>
                <a:lnTo>
                  <a:pt x="3942" y="11704"/>
                </a:lnTo>
                <a:lnTo>
                  <a:pt x="4356" y="11728"/>
                </a:lnTo>
                <a:lnTo>
                  <a:pt x="4575" y="11728"/>
                </a:lnTo>
                <a:lnTo>
                  <a:pt x="4794" y="11704"/>
                </a:lnTo>
                <a:lnTo>
                  <a:pt x="4891" y="11680"/>
                </a:lnTo>
                <a:lnTo>
                  <a:pt x="4964" y="11655"/>
                </a:lnTo>
                <a:lnTo>
                  <a:pt x="5013" y="11582"/>
                </a:lnTo>
                <a:lnTo>
                  <a:pt x="5013" y="11509"/>
                </a:lnTo>
                <a:lnTo>
                  <a:pt x="4988" y="11169"/>
                </a:lnTo>
                <a:lnTo>
                  <a:pt x="4964" y="10852"/>
                </a:lnTo>
                <a:lnTo>
                  <a:pt x="4988" y="10196"/>
                </a:lnTo>
                <a:lnTo>
                  <a:pt x="5037" y="8882"/>
                </a:lnTo>
                <a:lnTo>
                  <a:pt x="5086" y="7178"/>
                </a:lnTo>
                <a:lnTo>
                  <a:pt x="5110" y="6692"/>
                </a:lnTo>
                <a:lnTo>
                  <a:pt x="5110" y="6448"/>
                </a:lnTo>
                <a:lnTo>
                  <a:pt x="5086" y="6205"/>
                </a:lnTo>
                <a:lnTo>
                  <a:pt x="5061" y="6132"/>
                </a:lnTo>
                <a:lnTo>
                  <a:pt x="5037" y="6035"/>
                </a:lnTo>
                <a:lnTo>
                  <a:pt x="4988" y="5962"/>
                </a:lnTo>
                <a:lnTo>
                  <a:pt x="4915" y="5889"/>
                </a:lnTo>
                <a:lnTo>
                  <a:pt x="4818" y="5864"/>
                </a:lnTo>
                <a:lnTo>
                  <a:pt x="3991" y="5816"/>
                </a:lnTo>
                <a:close/>
                <a:moveTo>
                  <a:pt x="5889" y="25"/>
                </a:moveTo>
                <a:lnTo>
                  <a:pt x="5816" y="49"/>
                </a:lnTo>
                <a:lnTo>
                  <a:pt x="5743" y="98"/>
                </a:lnTo>
                <a:lnTo>
                  <a:pt x="5670" y="219"/>
                </a:lnTo>
                <a:lnTo>
                  <a:pt x="5621" y="341"/>
                </a:lnTo>
                <a:lnTo>
                  <a:pt x="5548" y="609"/>
                </a:lnTo>
                <a:lnTo>
                  <a:pt x="5524" y="901"/>
                </a:lnTo>
                <a:lnTo>
                  <a:pt x="5524" y="1193"/>
                </a:lnTo>
                <a:lnTo>
                  <a:pt x="5548" y="1509"/>
                </a:lnTo>
                <a:lnTo>
                  <a:pt x="5572" y="1801"/>
                </a:lnTo>
                <a:lnTo>
                  <a:pt x="5670" y="2361"/>
                </a:lnTo>
                <a:lnTo>
                  <a:pt x="5718" y="2750"/>
                </a:lnTo>
                <a:lnTo>
                  <a:pt x="5743" y="3139"/>
                </a:lnTo>
                <a:lnTo>
                  <a:pt x="5743" y="3528"/>
                </a:lnTo>
                <a:lnTo>
                  <a:pt x="5718" y="3918"/>
                </a:lnTo>
                <a:lnTo>
                  <a:pt x="5694" y="4672"/>
                </a:lnTo>
                <a:lnTo>
                  <a:pt x="5621" y="5475"/>
                </a:lnTo>
                <a:lnTo>
                  <a:pt x="5572" y="6278"/>
                </a:lnTo>
                <a:lnTo>
                  <a:pt x="5548" y="7081"/>
                </a:lnTo>
                <a:lnTo>
                  <a:pt x="5524" y="7908"/>
                </a:lnTo>
                <a:lnTo>
                  <a:pt x="5548" y="8711"/>
                </a:lnTo>
                <a:lnTo>
                  <a:pt x="5645" y="10293"/>
                </a:lnTo>
                <a:lnTo>
                  <a:pt x="5645" y="10925"/>
                </a:lnTo>
                <a:lnTo>
                  <a:pt x="5670" y="11242"/>
                </a:lnTo>
                <a:lnTo>
                  <a:pt x="5718" y="11558"/>
                </a:lnTo>
                <a:lnTo>
                  <a:pt x="5743" y="11631"/>
                </a:lnTo>
                <a:lnTo>
                  <a:pt x="5767" y="11680"/>
                </a:lnTo>
                <a:lnTo>
                  <a:pt x="5816" y="11728"/>
                </a:lnTo>
                <a:lnTo>
                  <a:pt x="5986" y="11728"/>
                </a:lnTo>
                <a:lnTo>
                  <a:pt x="6108" y="11680"/>
                </a:lnTo>
                <a:lnTo>
                  <a:pt x="6351" y="11728"/>
                </a:lnTo>
                <a:lnTo>
                  <a:pt x="6619" y="11753"/>
                </a:lnTo>
                <a:lnTo>
                  <a:pt x="8030" y="11753"/>
                </a:lnTo>
                <a:lnTo>
                  <a:pt x="8857" y="11728"/>
                </a:lnTo>
                <a:lnTo>
                  <a:pt x="8955" y="11704"/>
                </a:lnTo>
                <a:lnTo>
                  <a:pt x="9028" y="11680"/>
                </a:lnTo>
                <a:lnTo>
                  <a:pt x="9149" y="11680"/>
                </a:lnTo>
                <a:lnTo>
                  <a:pt x="9271" y="11655"/>
                </a:lnTo>
                <a:lnTo>
                  <a:pt x="9320" y="11607"/>
                </a:lnTo>
                <a:lnTo>
                  <a:pt x="9344" y="11582"/>
                </a:lnTo>
                <a:lnTo>
                  <a:pt x="9368" y="11509"/>
                </a:lnTo>
                <a:lnTo>
                  <a:pt x="9393" y="11436"/>
                </a:lnTo>
                <a:lnTo>
                  <a:pt x="9368" y="9563"/>
                </a:lnTo>
                <a:lnTo>
                  <a:pt x="9295" y="7714"/>
                </a:lnTo>
                <a:lnTo>
                  <a:pt x="9222" y="5840"/>
                </a:lnTo>
                <a:lnTo>
                  <a:pt x="9198" y="4915"/>
                </a:lnTo>
                <a:lnTo>
                  <a:pt x="9198" y="3991"/>
                </a:lnTo>
                <a:lnTo>
                  <a:pt x="9198" y="3431"/>
                </a:lnTo>
                <a:lnTo>
                  <a:pt x="9174" y="2871"/>
                </a:lnTo>
                <a:lnTo>
                  <a:pt x="9125" y="2312"/>
                </a:lnTo>
                <a:lnTo>
                  <a:pt x="9076" y="1752"/>
                </a:lnTo>
                <a:lnTo>
                  <a:pt x="9052" y="1266"/>
                </a:lnTo>
                <a:lnTo>
                  <a:pt x="9052" y="803"/>
                </a:lnTo>
                <a:lnTo>
                  <a:pt x="9076" y="609"/>
                </a:lnTo>
                <a:lnTo>
                  <a:pt x="9076" y="487"/>
                </a:lnTo>
                <a:lnTo>
                  <a:pt x="9076" y="463"/>
                </a:lnTo>
                <a:lnTo>
                  <a:pt x="9052" y="414"/>
                </a:lnTo>
                <a:lnTo>
                  <a:pt x="9076" y="341"/>
                </a:lnTo>
                <a:lnTo>
                  <a:pt x="9076" y="268"/>
                </a:lnTo>
                <a:lnTo>
                  <a:pt x="9052" y="195"/>
                </a:lnTo>
                <a:lnTo>
                  <a:pt x="9003" y="146"/>
                </a:lnTo>
                <a:lnTo>
                  <a:pt x="8955" y="73"/>
                </a:lnTo>
                <a:lnTo>
                  <a:pt x="8906" y="25"/>
                </a:lnTo>
                <a:lnTo>
                  <a:pt x="8736" y="25"/>
                </a:lnTo>
                <a:lnTo>
                  <a:pt x="8298" y="73"/>
                </a:lnTo>
                <a:lnTo>
                  <a:pt x="7884" y="73"/>
                </a:lnTo>
                <a:lnTo>
                  <a:pt x="7032" y="49"/>
                </a:lnTo>
                <a:lnTo>
                  <a:pt x="6521" y="49"/>
                </a:lnTo>
                <a:lnTo>
                  <a:pt x="6278" y="73"/>
                </a:lnTo>
                <a:lnTo>
                  <a:pt x="6010" y="98"/>
                </a:lnTo>
                <a:lnTo>
                  <a:pt x="5962" y="49"/>
                </a:lnTo>
                <a:lnTo>
                  <a:pt x="5889" y="25"/>
                </a:lnTo>
                <a:close/>
                <a:moveTo>
                  <a:pt x="16619" y="5791"/>
                </a:moveTo>
                <a:lnTo>
                  <a:pt x="16108" y="5816"/>
                </a:lnTo>
                <a:lnTo>
                  <a:pt x="15622" y="5864"/>
                </a:lnTo>
                <a:lnTo>
                  <a:pt x="15111" y="5889"/>
                </a:lnTo>
                <a:lnTo>
                  <a:pt x="14697" y="5889"/>
                </a:lnTo>
                <a:lnTo>
                  <a:pt x="14478" y="5937"/>
                </a:lnTo>
                <a:lnTo>
                  <a:pt x="14283" y="6010"/>
                </a:lnTo>
                <a:lnTo>
                  <a:pt x="14210" y="5937"/>
                </a:lnTo>
                <a:lnTo>
                  <a:pt x="14113" y="5913"/>
                </a:lnTo>
                <a:lnTo>
                  <a:pt x="14089" y="5913"/>
                </a:lnTo>
                <a:lnTo>
                  <a:pt x="14040" y="5937"/>
                </a:lnTo>
                <a:lnTo>
                  <a:pt x="14016" y="5986"/>
                </a:lnTo>
                <a:lnTo>
                  <a:pt x="13991" y="6035"/>
                </a:lnTo>
                <a:lnTo>
                  <a:pt x="13943" y="6351"/>
                </a:lnTo>
                <a:lnTo>
                  <a:pt x="13918" y="6667"/>
                </a:lnTo>
                <a:lnTo>
                  <a:pt x="13918" y="7008"/>
                </a:lnTo>
                <a:lnTo>
                  <a:pt x="13918" y="7324"/>
                </a:lnTo>
                <a:lnTo>
                  <a:pt x="13967" y="7981"/>
                </a:lnTo>
                <a:lnTo>
                  <a:pt x="14016" y="8614"/>
                </a:lnTo>
                <a:lnTo>
                  <a:pt x="14040" y="9344"/>
                </a:lnTo>
                <a:lnTo>
                  <a:pt x="14040" y="10050"/>
                </a:lnTo>
                <a:lnTo>
                  <a:pt x="14016" y="10755"/>
                </a:lnTo>
                <a:lnTo>
                  <a:pt x="13967" y="11120"/>
                </a:lnTo>
                <a:lnTo>
                  <a:pt x="13894" y="11461"/>
                </a:lnTo>
                <a:lnTo>
                  <a:pt x="13894" y="11558"/>
                </a:lnTo>
                <a:lnTo>
                  <a:pt x="13918" y="11631"/>
                </a:lnTo>
                <a:lnTo>
                  <a:pt x="13967" y="11704"/>
                </a:lnTo>
                <a:lnTo>
                  <a:pt x="14040" y="11728"/>
                </a:lnTo>
                <a:lnTo>
                  <a:pt x="14089" y="11753"/>
                </a:lnTo>
                <a:lnTo>
                  <a:pt x="14235" y="11753"/>
                </a:lnTo>
                <a:lnTo>
                  <a:pt x="14308" y="11704"/>
                </a:lnTo>
                <a:lnTo>
                  <a:pt x="14624" y="11728"/>
                </a:lnTo>
                <a:lnTo>
                  <a:pt x="15597" y="11728"/>
                </a:lnTo>
                <a:lnTo>
                  <a:pt x="16327" y="11704"/>
                </a:lnTo>
                <a:lnTo>
                  <a:pt x="16668" y="11655"/>
                </a:lnTo>
                <a:lnTo>
                  <a:pt x="17033" y="11607"/>
                </a:lnTo>
                <a:lnTo>
                  <a:pt x="17082" y="11655"/>
                </a:lnTo>
                <a:lnTo>
                  <a:pt x="17130" y="11680"/>
                </a:lnTo>
                <a:lnTo>
                  <a:pt x="17203" y="11704"/>
                </a:lnTo>
                <a:lnTo>
                  <a:pt x="17276" y="11704"/>
                </a:lnTo>
                <a:lnTo>
                  <a:pt x="17349" y="11680"/>
                </a:lnTo>
                <a:lnTo>
                  <a:pt x="17398" y="11631"/>
                </a:lnTo>
                <a:lnTo>
                  <a:pt x="17422" y="11582"/>
                </a:lnTo>
                <a:lnTo>
                  <a:pt x="17422" y="11509"/>
                </a:lnTo>
                <a:lnTo>
                  <a:pt x="17374" y="11144"/>
                </a:lnTo>
                <a:lnTo>
                  <a:pt x="17349" y="10779"/>
                </a:lnTo>
                <a:lnTo>
                  <a:pt x="17349" y="10050"/>
                </a:lnTo>
                <a:lnTo>
                  <a:pt x="17349" y="9344"/>
                </a:lnTo>
                <a:lnTo>
                  <a:pt x="17398" y="8614"/>
                </a:lnTo>
                <a:lnTo>
                  <a:pt x="17422" y="7884"/>
                </a:lnTo>
                <a:lnTo>
                  <a:pt x="17447" y="7154"/>
                </a:lnTo>
                <a:lnTo>
                  <a:pt x="17447" y="6911"/>
                </a:lnTo>
                <a:lnTo>
                  <a:pt x="17422" y="6643"/>
                </a:lnTo>
                <a:lnTo>
                  <a:pt x="17398" y="6375"/>
                </a:lnTo>
                <a:lnTo>
                  <a:pt x="17349" y="6254"/>
                </a:lnTo>
                <a:lnTo>
                  <a:pt x="17301" y="6156"/>
                </a:lnTo>
                <a:lnTo>
                  <a:pt x="17325" y="6083"/>
                </a:lnTo>
                <a:lnTo>
                  <a:pt x="17325" y="6035"/>
                </a:lnTo>
                <a:lnTo>
                  <a:pt x="17301" y="5937"/>
                </a:lnTo>
                <a:lnTo>
                  <a:pt x="17228" y="5840"/>
                </a:lnTo>
                <a:lnTo>
                  <a:pt x="17179" y="5816"/>
                </a:lnTo>
                <a:lnTo>
                  <a:pt x="17106" y="5791"/>
                </a:lnTo>
                <a:close/>
                <a:moveTo>
                  <a:pt x="195" y="0"/>
                </a:moveTo>
                <a:lnTo>
                  <a:pt x="146" y="49"/>
                </a:lnTo>
                <a:lnTo>
                  <a:pt x="98" y="73"/>
                </a:lnTo>
                <a:lnTo>
                  <a:pt x="49" y="195"/>
                </a:lnTo>
                <a:lnTo>
                  <a:pt x="25" y="317"/>
                </a:lnTo>
                <a:lnTo>
                  <a:pt x="0" y="438"/>
                </a:lnTo>
                <a:lnTo>
                  <a:pt x="0" y="584"/>
                </a:lnTo>
                <a:lnTo>
                  <a:pt x="49" y="876"/>
                </a:lnTo>
                <a:lnTo>
                  <a:pt x="73" y="1120"/>
                </a:lnTo>
                <a:lnTo>
                  <a:pt x="49" y="1947"/>
                </a:lnTo>
                <a:lnTo>
                  <a:pt x="49" y="2774"/>
                </a:lnTo>
                <a:lnTo>
                  <a:pt x="49" y="3601"/>
                </a:lnTo>
                <a:lnTo>
                  <a:pt x="49" y="4429"/>
                </a:lnTo>
                <a:lnTo>
                  <a:pt x="0" y="6108"/>
                </a:lnTo>
                <a:lnTo>
                  <a:pt x="0" y="6984"/>
                </a:lnTo>
                <a:lnTo>
                  <a:pt x="25" y="7860"/>
                </a:lnTo>
                <a:lnTo>
                  <a:pt x="73" y="9587"/>
                </a:lnTo>
                <a:lnTo>
                  <a:pt x="146" y="11315"/>
                </a:lnTo>
                <a:lnTo>
                  <a:pt x="171" y="12191"/>
                </a:lnTo>
                <a:lnTo>
                  <a:pt x="195" y="13067"/>
                </a:lnTo>
                <a:lnTo>
                  <a:pt x="219" y="13188"/>
                </a:lnTo>
                <a:lnTo>
                  <a:pt x="292" y="13261"/>
                </a:lnTo>
                <a:lnTo>
                  <a:pt x="341" y="13310"/>
                </a:lnTo>
                <a:lnTo>
                  <a:pt x="390" y="13310"/>
                </a:lnTo>
                <a:lnTo>
                  <a:pt x="901" y="13383"/>
                </a:lnTo>
                <a:lnTo>
                  <a:pt x="1923" y="13383"/>
                </a:lnTo>
                <a:lnTo>
                  <a:pt x="2409" y="13334"/>
                </a:lnTo>
                <a:lnTo>
                  <a:pt x="3431" y="13261"/>
                </a:lnTo>
                <a:lnTo>
                  <a:pt x="3942" y="13213"/>
                </a:lnTo>
                <a:lnTo>
                  <a:pt x="4453" y="13188"/>
                </a:lnTo>
                <a:lnTo>
                  <a:pt x="10050" y="13188"/>
                </a:lnTo>
                <a:lnTo>
                  <a:pt x="11169" y="13164"/>
                </a:lnTo>
                <a:lnTo>
                  <a:pt x="13432" y="13091"/>
                </a:lnTo>
                <a:lnTo>
                  <a:pt x="14575" y="13067"/>
                </a:lnTo>
                <a:lnTo>
                  <a:pt x="16765" y="13067"/>
                </a:lnTo>
                <a:lnTo>
                  <a:pt x="17301" y="13091"/>
                </a:lnTo>
                <a:lnTo>
                  <a:pt x="17544" y="13140"/>
                </a:lnTo>
                <a:lnTo>
                  <a:pt x="17812" y="13164"/>
                </a:lnTo>
                <a:lnTo>
                  <a:pt x="17933" y="13164"/>
                </a:lnTo>
                <a:lnTo>
                  <a:pt x="18031" y="13115"/>
                </a:lnTo>
                <a:lnTo>
                  <a:pt x="18104" y="13042"/>
                </a:lnTo>
                <a:lnTo>
                  <a:pt x="18152" y="12945"/>
                </a:lnTo>
                <a:lnTo>
                  <a:pt x="18177" y="12848"/>
                </a:lnTo>
                <a:lnTo>
                  <a:pt x="18152" y="12750"/>
                </a:lnTo>
                <a:lnTo>
                  <a:pt x="18079" y="12677"/>
                </a:lnTo>
                <a:lnTo>
                  <a:pt x="17958" y="12629"/>
                </a:lnTo>
                <a:lnTo>
                  <a:pt x="17495" y="12556"/>
                </a:lnTo>
                <a:lnTo>
                  <a:pt x="17033" y="12531"/>
                </a:lnTo>
                <a:lnTo>
                  <a:pt x="16084" y="12507"/>
                </a:lnTo>
                <a:lnTo>
                  <a:pt x="14940" y="12483"/>
                </a:lnTo>
                <a:lnTo>
                  <a:pt x="13821" y="12507"/>
                </a:lnTo>
                <a:lnTo>
                  <a:pt x="11558" y="12580"/>
                </a:lnTo>
                <a:lnTo>
                  <a:pt x="10415" y="12604"/>
                </a:lnTo>
                <a:lnTo>
                  <a:pt x="9271" y="12629"/>
                </a:lnTo>
                <a:lnTo>
                  <a:pt x="7057" y="12604"/>
                </a:lnTo>
                <a:lnTo>
                  <a:pt x="5937" y="12604"/>
                </a:lnTo>
                <a:lnTo>
                  <a:pt x="4818" y="12629"/>
                </a:lnTo>
                <a:lnTo>
                  <a:pt x="3796" y="12677"/>
                </a:lnTo>
                <a:lnTo>
                  <a:pt x="2774" y="12726"/>
                </a:lnTo>
                <a:lnTo>
                  <a:pt x="1752" y="12799"/>
                </a:lnTo>
                <a:lnTo>
                  <a:pt x="730" y="12848"/>
                </a:lnTo>
                <a:lnTo>
                  <a:pt x="682" y="11169"/>
                </a:lnTo>
                <a:lnTo>
                  <a:pt x="609" y="9490"/>
                </a:lnTo>
                <a:lnTo>
                  <a:pt x="560" y="7787"/>
                </a:lnTo>
                <a:lnTo>
                  <a:pt x="536" y="6959"/>
                </a:lnTo>
                <a:lnTo>
                  <a:pt x="560" y="6108"/>
                </a:lnTo>
                <a:lnTo>
                  <a:pt x="584" y="4356"/>
                </a:lnTo>
                <a:lnTo>
                  <a:pt x="560" y="2579"/>
                </a:lnTo>
                <a:lnTo>
                  <a:pt x="584" y="1752"/>
                </a:lnTo>
                <a:lnTo>
                  <a:pt x="584" y="1363"/>
                </a:lnTo>
                <a:lnTo>
                  <a:pt x="584" y="949"/>
                </a:lnTo>
                <a:lnTo>
                  <a:pt x="560" y="706"/>
                </a:lnTo>
                <a:lnTo>
                  <a:pt x="536" y="438"/>
                </a:lnTo>
                <a:lnTo>
                  <a:pt x="511" y="317"/>
                </a:lnTo>
                <a:lnTo>
                  <a:pt x="463" y="219"/>
                </a:lnTo>
                <a:lnTo>
                  <a:pt x="390" y="98"/>
                </a:lnTo>
                <a:lnTo>
                  <a:pt x="317" y="25"/>
                </a:lnTo>
                <a:lnTo>
                  <a:pt x="268" y="0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24"/>
          <p:cNvSpPr/>
          <p:nvPr/>
        </p:nvSpPr>
        <p:spPr>
          <a:xfrm>
            <a:off x="4556381" y="2552090"/>
            <a:ext cx="273631" cy="275289"/>
          </a:xfrm>
          <a:custGeom>
            <a:rect b="b" l="l" r="r" t="t"/>
            <a:pathLst>
              <a:path extrusionOk="0" h="15938" w="15842">
                <a:moveTo>
                  <a:pt x="4794" y="7470"/>
                </a:moveTo>
                <a:lnTo>
                  <a:pt x="4867" y="7495"/>
                </a:lnTo>
                <a:lnTo>
                  <a:pt x="4940" y="7543"/>
                </a:lnTo>
                <a:lnTo>
                  <a:pt x="4989" y="7616"/>
                </a:lnTo>
                <a:lnTo>
                  <a:pt x="5013" y="7714"/>
                </a:lnTo>
                <a:lnTo>
                  <a:pt x="5013" y="7787"/>
                </a:lnTo>
                <a:lnTo>
                  <a:pt x="4989" y="7908"/>
                </a:lnTo>
                <a:lnTo>
                  <a:pt x="4916" y="7981"/>
                </a:lnTo>
                <a:lnTo>
                  <a:pt x="4843" y="8054"/>
                </a:lnTo>
                <a:lnTo>
                  <a:pt x="4721" y="8079"/>
                </a:lnTo>
                <a:lnTo>
                  <a:pt x="4600" y="8054"/>
                </a:lnTo>
                <a:lnTo>
                  <a:pt x="4527" y="7981"/>
                </a:lnTo>
                <a:lnTo>
                  <a:pt x="4454" y="7908"/>
                </a:lnTo>
                <a:lnTo>
                  <a:pt x="4429" y="7787"/>
                </a:lnTo>
                <a:lnTo>
                  <a:pt x="4454" y="7665"/>
                </a:lnTo>
                <a:lnTo>
                  <a:pt x="4527" y="7543"/>
                </a:lnTo>
                <a:lnTo>
                  <a:pt x="4600" y="7495"/>
                </a:lnTo>
                <a:lnTo>
                  <a:pt x="4697" y="7470"/>
                </a:lnTo>
                <a:close/>
                <a:moveTo>
                  <a:pt x="11169" y="7470"/>
                </a:moveTo>
                <a:lnTo>
                  <a:pt x="11242" y="7495"/>
                </a:lnTo>
                <a:lnTo>
                  <a:pt x="11315" y="7543"/>
                </a:lnTo>
                <a:lnTo>
                  <a:pt x="11364" y="7616"/>
                </a:lnTo>
                <a:lnTo>
                  <a:pt x="11388" y="7714"/>
                </a:lnTo>
                <a:lnTo>
                  <a:pt x="11388" y="7787"/>
                </a:lnTo>
                <a:lnTo>
                  <a:pt x="11364" y="7908"/>
                </a:lnTo>
                <a:lnTo>
                  <a:pt x="11291" y="7981"/>
                </a:lnTo>
                <a:lnTo>
                  <a:pt x="11218" y="8054"/>
                </a:lnTo>
                <a:lnTo>
                  <a:pt x="11096" y="8079"/>
                </a:lnTo>
                <a:lnTo>
                  <a:pt x="10975" y="8054"/>
                </a:lnTo>
                <a:lnTo>
                  <a:pt x="10902" y="7981"/>
                </a:lnTo>
                <a:lnTo>
                  <a:pt x="10829" y="7908"/>
                </a:lnTo>
                <a:lnTo>
                  <a:pt x="10804" y="7787"/>
                </a:lnTo>
                <a:lnTo>
                  <a:pt x="10829" y="7665"/>
                </a:lnTo>
                <a:lnTo>
                  <a:pt x="10902" y="7543"/>
                </a:lnTo>
                <a:lnTo>
                  <a:pt x="10975" y="7495"/>
                </a:lnTo>
                <a:lnTo>
                  <a:pt x="11072" y="7470"/>
                </a:lnTo>
                <a:close/>
                <a:moveTo>
                  <a:pt x="4770" y="7081"/>
                </a:moveTo>
                <a:lnTo>
                  <a:pt x="4600" y="7105"/>
                </a:lnTo>
                <a:lnTo>
                  <a:pt x="4429" y="7178"/>
                </a:lnTo>
                <a:lnTo>
                  <a:pt x="4308" y="7300"/>
                </a:lnTo>
                <a:lnTo>
                  <a:pt x="4186" y="7446"/>
                </a:lnTo>
                <a:lnTo>
                  <a:pt x="4113" y="7568"/>
                </a:lnTo>
                <a:lnTo>
                  <a:pt x="4064" y="7714"/>
                </a:lnTo>
                <a:lnTo>
                  <a:pt x="4016" y="7835"/>
                </a:lnTo>
                <a:lnTo>
                  <a:pt x="4016" y="7981"/>
                </a:lnTo>
                <a:lnTo>
                  <a:pt x="3967" y="8225"/>
                </a:lnTo>
                <a:lnTo>
                  <a:pt x="3967" y="8395"/>
                </a:lnTo>
                <a:lnTo>
                  <a:pt x="4016" y="8565"/>
                </a:lnTo>
                <a:lnTo>
                  <a:pt x="4064" y="8711"/>
                </a:lnTo>
                <a:lnTo>
                  <a:pt x="4162" y="8833"/>
                </a:lnTo>
                <a:lnTo>
                  <a:pt x="4259" y="8955"/>
                </a:lnTo>
                <a:lnTo>
                  <a:pt x="4381" y="9028"/>
                </a:lnTo>
                <a:lnTo>
                  <a:pt x="4527" y="9101"/>
                </a:lnTo>
                <a:lnTo>
                  <a:pt x="4697" y="9149"/>
                </a:lnTo>
                <a:lnTo>
                  <a:pt x="4892" y="9174"/>
                </a:lnTo>
                <a:lnTo>
                  <a:pt x="5062" y="9149"/>
                </a:lnTo>
                <a:lnTo>
                  <a:pt x="5232" y="9101"/>
                </a:lnTo>
                <a:lnTo>
                  <a:pt x="5378" y="9028"/>
                </a:lnTo>
                <a:lnTo>
                  <a:pt x="5500" y="8930"/>
                </a:lnTo>
                <a:lnTo>
                  <a:pt x="5622" y="8809"/>
                </a:lnTo>
                <a:lnTo>
                  <a:pt x="5719" y="8663"/>
                </a:lnTo>
                <a:lnTo>
                  <a:pt x="5792" y="8517"/>
                </a:lnTo>
                <a:lnTo>
                  <a:pt x="5841" y="8346"/>
                </a:lnTo>
                <a:lnTo>
                  <a:pt x="5865" y="8176"/>
                </a:lnTo>
                <a:lnTo>
                  <a:pt x="5841" y="8006"/>
                </a:lnTo>
                <a:lnTo>
                  <a:pt x="5816" y="7835"/>
                </a:lnTo>
                <a:lnTo>
                  <a:pt x="5768" y="7689"/>
                </a:lnTo>
                <a:lnTo>
                  <a:pt x="5695" y="7519"/>
                </a:lnTo>
                <a:lnTo>
                  <a:pt x="5573" y="7397"/>
                </a:lnTo>
                <a:lnTo>
                  <a:pt x="5427" y="7251"/>
                </a:lnTo>
                <a:lnTo>
                  <a:pt x="5281" y="7154"/>
                </a:lnTo>
                <a:lnTo>
                  <a:pt x="5111" y="7105"/>
                </a:lnTo>
                <a:lnTo>
                  <a:pt x="4940" y="7081"/>
                </a:lnTo>
                <a:close/>
                <a:moveTo>
                  <a:pt x="11145" y="7081"/>
                </a:moveTo>
                <a:lnTo>
                  <a:pt x="10975" y="7105"/>
                </a:lnTo>
                <a:lnTo>
                  <a:pt x="10804" y="7178"/>
                </a:lnTo>
                <a:lnTo>
                  <a:pt x="10683" y="7300"/>
                </a:lnTo>
                <a:lnTo>
                  <a:pt x="10561" y="7446"/>
                </a:lnTo>
                <a:lnTo>
                  <a:pt x="10488" y="7568"/>
                </a:lnTo>
                <a:lnTo>
                  <a:pt x="10439" y="7714"/>
                </a:lnTo>
                <a:lnTo>
                  <a:pt x="10391" y="7835"/>
                </a:lnTo>
                <a:lnTo>
                  <a:pt x="10391" y="7981"/>
                </a:lnTo>
                <a:lnTo>
                  <a:pt x="10342" y="8225"/>
                </a:lnTo>
                <a:lnTo>
                  <a:pt x="10342" y="8395"/>
                </a:lnTo>
                <a:lnTo>
                  <a:pt x="10391" y="8565"/>
                </a:lnTo>
                <a:lnTo>
                  <a:pt x="10439" y="8711"/>
                </a:lnTo>
                <a:lnTo>
                  <a:pt x="10537" y="8833"/>
                </a:lnTo>
                <a:lnTo>
                  <a:pt x="10634" y="8955"/>
                </a:lnTo>
                <a:lnTo>
                  <a:pt x="10756" y="9028"/>
                </a:lnTo>
                <a:lnTo>
                  <a:pt x="10902" y="9101"/>
                </a:lnTo>
                <a:lnTo>
                  <a:pt x="11072" y="9149"/>
                </a:lnTo>
                <a:lnTo>
                  <a:pt x="11267" y="9174"/>
                </a:lnTo>
                <a:lnTo>
                  <a:pt x="11437" y="9149"/>
                </a:lnTo>
                <a:lnTo>
                  <a:pt x="11607" y="9101"/>
                </a:lnTo>
                <a:lnTo>
                  <a:pt x="11753" y="9028"/>
                </a:lnTo>
                <a:lnTo>
                  <a:pt x="11875" y="8930"/>
                </a:lnTo>
                <a:lnTo>
                  <a:pt x="11997" y="8809"/>
                </a:lnTo>
                <a:lnTo>
                  <a:pt x="12094" y="8663"/>
                </a:lnTo>
                <a:lnTo>
                  <a:pt x="12167" y="8517"/>
                </a:lnTo>
                <a:lnTo>
                  <a:pt x="12216" y="8346"/>
                </a:lnTo>
                <a:lnTo>
                  <a:pt x="12240" y="8176"/>
                </a:lnTo>
                <a:lnTo>
                  <a:pt x="12216" y="8006"/>
                </a:lnTo>
                <a:lnTo>
                  <a:pt x="12191" y="7835"/>
                </a:lnTo>
                <a:lnTo>
                  <a:pt x="12143" y="7689"/>
                </a:lnTo>
                <a:lnTo>
                  <a:pt x="12070" y="7519"/>
                </a:lnTo>
                <a:lnTo>
                  <a:pt x="11948" y="7397"/>
                </a:lnTo>
                <a:lnTo>
                  <a:pt x="11802" y="7251"/>
                </a:lnTo>
                <a:lnTo>
                  <a:pt x="11656" y="7154"/>
                </a:lnTo>
                <a:lnTo>
                  <a:pt x="11486" y="7105"/>
                </a:lnTo>
                <a:lnTo>
                  <a:pt x="11315" y="7081"/>
                </a:lnTo>
                <a:close/>
                <a:moveTo>
                  <a:pt x="11972" y="10925"/>
                </a:moveTo>
                <a:lnTo>
                  <a:pt x="11875" y="10974"/>
                </a:lnTo>
                <a:lnTo>
                  <a:pt x="11778" y="11047"/>
                </a:lnTo>
                <a:lnTo>
                  <a:pt x="11607" y="11290"/>
                </a:lnTo>
                <a:lnTo>
                  <a:pt x="11413" y="11485"/>
                </a:lnTo>
                <a:lnTo>
                  <a:pt x="11194" y="11680"/>
                </a:lnTo>
                <a:lnTo>
                  <a:pt x="10950" y="11850"/>
                </a:lnTo>
                <a:lnTo>
                  <a:pt x="10707" y="11996"/>
                </a:lnTo>
                <a:lnTo>
                  <a:pt x="10439" y="12118"/>
                </a:lnTo>
                <a:lnTo>
                  <a:pt x="10172" y="12215"/>
                </a:lnTo>
                <a:lnTo>
                  <a:pt x="9880" y="12312"/>
                </a:lnTo>
                <a:lnTo>
                  <a:pt x="9588" y="12385"/>
                </a:lnTo>
                <a:lnTo>
                  <a:pt x="9296" y="12434"/>
                </a:lnTo>
                <a:lnTo>
                  <a:pt x="8712" y="12507"/>
                </a:lnTo>
                <a:lnTo>
                  <a:pt x="8128" y="12531"/>
                </a:lnTo>
                <a:lnTo>
                  <a:pt x="7568" y="12507"/>
                </a:lnTo>
                <a:lnTo>
                  <a:pt x="7325" y="12483"/>
                </a:lnTo>
                <a:lnTo>
                  <a:pt x="7106" y="12434"/>
                </a:lnTo>
                <a:lnTo>
                  <a:pt x="6668" y="12312"/>
                </a:lnTo>
                <a:lnTo>
                  <a:pt x="6230" y="12166"/>
                </a:lnTo>
                <a:lnTo>
                  <a:pt x="5816" y="11996"/>
                </a:lnTo>
                <a:lnTo>
                  <a:pt x="5427" y="11826"/>
                </a:lnTo>
                <a:lnTo>
                  <a:pt x="5013" y="11631"/>
                </a:lnTo>
                <a:lnTo>
                  <a:pt x="4794" y="11509"/>
                </a:lnTo>
                <a:lnTo>
                  <a:pt x="4600" y="11388"/>
                </a:lnTo>
                <a:lnTo>
                  <a:pt x="4454" y="11242"/>
                </a:lnTo>
                <a:lnTo>
                  <a:pt x="4308" y="11096"/>
                </a:lnTo>
                <a:lnTo>
                  <a:pt x="4259" y="11047"/>
                </a:lnTo>
                <a:lnTo>
                  <a:pt x="4210" y="11023"/>
                </a:lnTo>
                <a:lnTo>
                  <a:pt x="4089" y="11023"/>
                </a:lnTo>
                <a:lnTo>
                  <a:pt x="4040" y="11071"/>
                </a:lnTo>
                <a:lnTo>
                  <a:pt x="3991" y="11096"/>
                </a:lnTo>
                <a:lnTo>
                  <a:pt x="3991" y="11169"/>
                </a:lnTo>
                <a:lnTo>
                  <a:pt x="3991" y="11242"/>
                </a:lnTo>
                <a:lnTo>
                  <a:pt x="4016" y="11339"/>
                </a:lnTo>
                <a:lnTo>
                  <a:pt x="4064" y="11436"/>
                </a:lnTo>
                <a:lnTo>
                  <a:pt x="4210" y="11631"/>
                </a:lnTo>
                <a:lnTo>
                  <a:pt x="4381" y="11801"/>
                </a:lnTo>
                <a:lnTo>
                  <a:pt x="4575" y="11947"/>
                </a:lnTo>
                <a:lnTo>
                  <a:pt x="4794" y="12069"/>
                </a:lnTo>
                <a:lnTo>
                  <a:pt x="5038" y="12191"/>
                </a:lnTo>
                <a:lnTo>
                  <a:pt x="5451" y="12385"/>
                </a:lnTo>
                <a:lnTo>
                  <a:pt x="5938" y="12604"/>
                </a:lnTo>
                <a:lnTo>
                  <a:pt x="6424" y="12799"/>
                </a:lnTo>
                <a:lnTo>
                  <a:pt x="6935" y="12945"/>
                </a:lnTo>
                <a:lnTo>
                  <a:pt x="7446" y="13042"/>
                </a:lnTo>
                <a:lnTo>
                  <a:pt x="7763" y="13067"/>
                </a:lnTo>
                <a:lnTo>
                  <a:pt x="8079" y="13091"/>
                </a:lnTo>
                <a:lnTo>
                  <a:pt x="8420" y="13091"/>
                </a:lnTo>
                <a:lnTo>
                  <a:pt x="8760" y="13067"/>
                </a:lnTo>
                <a:lnTo>
                  <a:pt x="9101" y="13042"/>
                </a:lnTo>
                <a:lnTo>
                  <a:pt x="9442" y="12969"/>
                </a:lnTo>
                <a:lnTo>
                  <a:pt x="9758" y="12896"/>
                </a:lnTo>
                <a:lnTo>
                  <a:pt x="10099" y="12799"/>
                </a:lnTo>
                <a:lnTo>
                  <a:pt x="10415" y="12702"/>
                </a:lnTo>
                <a:lnTo>
                  <a:pt x="10731" y="12556"/>
                </a:lnTo>
                <a:lnTo>
                  <a:pt x="11023" y="12410"/>
                </a:lnTo>
                <a:lnTo>
                  <a:pt x="11315" y="12239"/>
                </a:lnTo>
                <a:lnTo>
                  <a:pt x="11583" y="12045"/>
                </a:lnTo>
                <a:lnTo>
                  <a:pt x="11826" y="11826"/>
                </a:lnTo>
                <a:lnTo>
                  <a:pt x="12045" y="11582"/>
                </a:lnTo>
                <a:lnTo>
                  <a:pt x="12264" y="11339"/>
                </a:lnTo>
                <a:lnTo>
                  <a:pt x="12313" y="11217"/>
                </a:lnTo>
                <a:lnTo>
                  <a:pt x="12289" y="11120"/>
                </a:lnTo>
                <a:lnTo>
                  <a:pt x="12240" y="11047"/>
                </a:lnTo>
                <a:lnTo>
                  <a:pt x="12167" y="10974"/>
                </a:lnTo>
                <a:lnTo>
                  <a:pt x="12070" y="10950"/>
                </a:lnTo>
                <a:lnTo>
                  <a:pt x="11972" y="10925"/>
                </a:lnTo>
                <a:close/>
                <a:moveTo>
                  <a:pt x="8493" y="682"/>
                </a:moveTo>
                <a:lnTo>
                  <a:pt x="8663" y="706"/>
                </a:lnTo>
                <a:lnTo>
                  <a:pt x="9101" y="755"/>
                </a:lnTo>
                <a:lnTo>
                  <a:pt x="9539" y="803"/>
                </a:lnTo>
                <a:lnTo>
                  <a:pt x="10001" y="901"/>
                </a:lnTo>
                <a:lnTo>
                  <a:pt x="10439" y="1022"/>
                </a:lnTo>
                <a:lnTo>
                  <a:pt x="10780" y="1120"/>
                </a:lnTo>
                <a:lnTo>
                  <a:pt x="11121" y="1241"/>
                </a:lnTo>
                <a:lnTo>
                  <a:pt x="11437" y="1411"/>
                </a:lnTo>
                <a:lnTo>
                  <a:pt x="11753" y="1557"/>
                </a:lnTo>
                <a:lnTo>
                  <a:pt x="11753" y="1582"/>
                </a:lnTo>
                <a:lnTo>
                  <a:pt x="11729" y="1655"/>
                </a:lnTo>
                <a:lnTo>
                  <a:pt x="11729" y="1752"/>
                </a:lnTo>
                <a:lnTo>
                  <a:pt x="11753" y="1801"/>
                </a:lnTo>
                <a:lnTo>
                  <a:pt x="11826" y="1825"/>
                </a:lnTo>
                <a:lnTo>
                  <a:pt x="11899" y="1825"/>
                </a:lnTo>
                <a:lnTo>
                  <a:pt x="11948" y="1776"/>
                </a:lnTo>
                <a:lnTo>
                  <a:pt x="11972" y="1752"/>
                </a:lnTo>
                <a:lnTo>
                  <a:pt x="11997" y="1752"/>
                </a:lnTo>
                <a:lnTo>
                  <a:pt x="11997" y="1728"/>
                </a:lnTo>
                <a:lnTo>
                  <a:pt x="12021" y="1728"/>
                </a:lnTo>
                <a:lnTo>
                  <a:pt x="12143" y="1801"/>
                </a:lnTo>
                <a:lnTo>
                  <a:pt x="12094" y="1874"/>
                </a:lnTo>
                <a:lnTo>
                  <a:pt x="12094" y="1947"/>
                </a:lnTo>
                <a:lnTo>
                  <a:pt x="12094" y="1995"/>
                </a:lnTo>
                <a:lnTo>
                  <a:pt x="12143" y="2020"/>
                </a:lnTo>
                <a:lnTo>
                  <a:pt x="12167" y="2044"/>
                </a:lnTo>
                <a:lnTo>
                  <a:pt x="12216" y="2020"/>
                </a:lnTo>
                <a:lnTo>
                  <a:pt x="12240" y="1995"/>
                </a:lnTo>
                <a:lnTo>
                  <a:pt x="12313" y="1922"/>
                </a:lnTo>
                <a:lnTo>
                  <a:pt x="12337" y="1922"/>
                </a:lnTo>
                <a:lnTo>
                  <a:pt x="12532" y="2068"/>
                </a:lnTo>
                <a:lnTo>
                  <a:pt x="12483" y="2190"/>
                </a:lnTo>
                <a:lnTo>
                  <a:pt x="12483" y="2239"/>
                </a:lnTo>
                <a:lnTo>
                  <a:pt x="12508" y="2336"/>
                </a:lnTo>
                <a:lnTo>
                  <a:pt x="12532" y="2385"/>
                </a:lnTo>
                <a:lnTo>
                  <a:pt x="12556" y="2409"/>
                </a:lnTo>
                <a:lnTo>
                  <a:pt x="12581" y="2409"/>
                </a:lnTo>
                <a:lnTo>
                  <a:pt x="12629" y="2385"/>
                </a:lnTo>
                <a:lnTo>
                  <a:pt x="12678" y="2360"/>
                </a:lnTo>
                <a:lnTo>
                  <a:pt x="12751" y="2287"/>
                </a:lnTo>
                <a:lnTo>
                  <a:pt x="12775" y="2239"/>
                </a:lnTo>
                <a:lnTo>
                  <a:pt x="12970" y="2409"/>
                </a:lnTo>
                <a:lnTo>
                  <a:pt x="12873" y="2531"/>
                </a:lnTo>
                <a:lnTo>
                  <a:pt x="12848" y="2604"/>
                </a:lnTo>
                <a:lnTo>
                  <a:pt x="12824" y="2677"/>
                </a:lnTo>
                <a:lnTo>
                  <a:pt x="12824" y="2725"/>
                </a:lnTo>
                <a:lnTo>
                  <a:pt x="12873" y="2750"/>
                </a:lnTo>
                <a:lnTo>
                  <a:pt x="12921" y="2774"/>
                </a:lnTo>
                <a:lnTo>
                  <a:pt x="12946" y="2774"/>
                </a:lnTo>
                <a:lnTo>
                  <a:pt x="13067" y="2701"/>
                </a:lnTo>
                <a:lnTo>
                  <a:pt x="13189" y="2604"/>
                </a:lnTo>
                <a:lnTo>
                  <a:pt x="13311" y="2725"/>
                </a:lnTo>
                <a:lnTo>
                  <a:pt x="13384" y="2823"/>
                </a:lnTo>
                <a:lnTo>
                  <a:pt x="13262" y="3017"/>
                </a:lnTo>
                <a:lnTo>
                  <a:pt x="13213" y="3066"/>
                </a:lnTo>
                <a:lnTo>
                  <a:pt x="13189" y="3163"/>
                </a:lnTo>
                <a:lnTo>
                  <a:pt x="13165" y="3236"/>
                </a:lnTo>
                <a:lnTo>
                  <a:pt x="13189" y="3285"/>
                </a:lnTo>
                <a:lnTo>
                  <a:pt x="13238" y="3309"/>
                </a:lnTo>
                <a:lnTo>
                  <a:pt x="13335" y="3285"/>
                </a:lnTo>
                <a:lnTo>
                  <a:pt x="13408" y="3236"/>
                </a:lnTo>
                <a:lnTo>
                  <a:pt x="13554" y="3115"/>
                </a:lnTo>
                <a:lnTo>
                  <a:pt x="13578" y="3042"/>
                </a:lnTo>
                <a:lnTo>
                  <a:pt x="13773" y="3309"/>
                </a:lnTo>
                <a:lnTo>
                  <a:pt x="13676" y="3407"/>
                </a:lnTo>
                <a:lnTo>
                  <a:pt x="13554" y="3504"/>
                </a:lnTo>
                <a:lnTo>
                  <a:pt x="13505" y="3577"/>
                </a:lnTo>
                <a:lnTo>
                  <a:pt x="13481" y="3650"/>
                </a:lnTo>
                <a:lnTo>
                  <a:pt x="13481" y="3699"/>
                </a:lnTo>
                <a:lnTo>
                  <a:pt x="13505" y="3723"/>
                </a:lnTo>
                <a:lnTo>
                  <a:pt x="13603" y="3747"/>
                </a:lnTo>
                <a:lnTo>
                  <a:pt x="13700" y="3723"/>
                </a:lnTo>
                <a:lnTo>
                  <a:pt x="13773" y="3674"/>
                </a:lnTo>
                <a:lnTo>
                  <a:pt x="13870" y="3626"/>
                </a:lnTo>
                <a:lnTo>
                  <a:pt x="13968" y="3577"/>
                </a:lnTo>
                <a:lnTo>
                  <a:pt x="14162" y="3918"/>
                </a:lnTo>
                <a:lnTo>
                  <a:pt x="14065" y="3991"/>
                </a:lnTo>
                <a:lnTo>
                  <a:pt x="13870" y="4161"/>
                </a:lnTo>
                <a:lnTo>
                  <a:pt x="13773" y="4234"/>
                </a:lnTo>
                <a:lnTo>
                  <a:pt x="13700" y="4331"/>
                </a:lnTo>
                <a:lnTo>
                  <a:pt x="13700" y="4356"/>
                </a:lnTo>
                <a:lnTo>
                  <a:pt x="13724" y="4380"/>
                </a:lnTo>
                <a:lnTo>
                  <a:pt x="13846" y="4380"/>
                </a:lnTo>
                <a:lnTo>
                  <a:pt x="13943" y="4356"/>
                </a:lnTo>
                <a:lnTo>
                  <a:pt x="14065" y="4307"/>
                </a:lnTo>
                <a:lnTo>
                  <a:pt x="14162" y="4234"/>
                </a:lnTo>
                <a:lnTo>
                  <a:pt x="14284" y="4161"/>
                </a:lnTo>
                <a:lnTo>
                  <a:pt x="14503" y="4696"/>
                </a:lnTo>
                <a:lnTo>
                  <a:pt x="14332" y="4769"/>
                </a:lnTo>
                <a:lnTo>
                  <a:pt x="14211" y="4842"/>
                </a:lnTo>
                <a:lnTo>
                  <a:pt x="14065" y="4940"/>
                </a:lnTo>
                <a:lnTo>
                  <a:pt x="13968" y="5061"/>
                </a:lnTo>
                <a:lnTo>
                  <a:pt x="13919" y="5134"/>
                </a:lnTo>
                <a:lnTo>
                  <a:pt x="13895" y="5207"/>
                </a:lnTo>
                <a:lnTo>
                  <a:pt x="13895" y="5256"/>
                </a:lnTo>
                <a:lnTo>
                  <a:pt x="13919" y="5280"/>
                </a:lnTo>
                <a:lnTo>
                  <a:pt x="13968" y="5305"/>
                </a:lnTo>
                <a:lnTo>
                  <a:pt x="14016" y="5305"/>
                </a:lnTo>
                <a:lnTo>
                  <a:pt x="14114" y="5256"/>
                </a:lnTo>
                <a:lnTo>
                  <a:pt x="14235" y="5183"/>
                </a:lnTo>
                <a:lnTo>
                  <a:pt x="14551" y="5037"/>
                </a:lnTo>
                <a:lnTo>
                  <a:pt x="14600" y="5013"/>
                </a:lnTo>
                <a:lnTo>
                  <a:pt x="14770" y="5524"/>
                </a:lnTo>
                <a:lnTo>
                  <a:pt x="14430" y="5670"/>
                </a:lnTo>
                <a:lnTo>
                  <a:pt x="14162" y="5791"/>
                </a:lnTo>
                <a:lnTo>
                  <a:pt x="13919" y="5937"/>
                </a:lnTo>
                <a:lnTo>
                  <a:pt x="13919" y="5986"/>
                </a:lnTo>
                <a:lnTo>
                  <a:pt x="13943" y="6010"/>
                </a:lnTo>
                <a:lnTo>
                  <a:pt x="14089" y="6035"/>
                </a:lnTo>
                <a:lnTo>
                  <a:pt x="14235" y="6059"/>
                </a:lnTo>
                <a:lnTo>
                  <a:pt x="14381" y="6035"/>
                </a:lnTo>
                <a:lnTo>
                  <a:pt x="14527" y="6010"/>
                </a:lnTo>
                <a:lnTo>
                  <a:pt x="14843" y="5889"/>
                </a:lnTo>
                <a:lnTo>
                  <a:pt x="14965" y="6424"/>
                </a:lnTo>
                <a:lnTo>
                  <a:pt x="14795" y="6497"/>
                </a:lnTo>
                <a:lnTo>
                  <a:pt x="14405" y="6619"/>
                </a:lnTo>
                <a:lnTo>
                  <a:pt x="14041" y="6740"/>
                </a:lnTo>
                <a:lnTo>
                  <a:pt x="13992" y="6789"/>
                </a:lnTo>
                <a:lnTo>
                  <a:pt x="13992" y="6813"/>
                </a:lnTo>
                <a:lnTo>
                  <a:pt x="13992" y="6862"/>
                </a:lnTo>
                <a:lnTo>
                  <a:pt x="14041" y="6886"/>
                </a:lnTo>
                <a:lnTo>
                  <a:pt x="14235" y="6886"/>
                </a:lnTo>
                <a:lnTo>
                  <a:pt x="14430" y="6862"/>
                </a:lnTo>
                <a:lnTo>
                  <a:pt x="14795" y="6813"/>
                </a:lnTo>
                <a:lnTo>
                  <a:pt x="15038" y="6740"/>
                </a:lnTo>
                <a:lnTo>
                  <a:pt x="15111" y="7178"/>
                </a:lnTo>
                <a:lnTo>
                  <a:pt x="14843" y="7227"/>
                </a:lnTo>
                <a:lnTo>
                  <a:pt x="14430" y="7349"/>
                </a:lnTo>
                <a:lnTo>
                  <a:pt x="14235" y="7422"/>
                </a:lnTo>
                <a:lnTo>
                  <a:pt x="14065" y="7543"/>
                </a:lnTo>
                <a:lnTo>
                  <a:pt x="14041" y="7592"/>
                </a:lnTo>
                <a:lnTo>
                  <a:pt x="14041" y="7665"/>
                </a:lnTo>
                <a:lnTo>
                  <a:pt x="14089" y="7714"/>
                </a:lnTo>
                <a:lnTo>
                  <a:pt x="14138" y="7738"/>
                </a:lnTo>
                <a:lnTo>
                  <a:pt x="14357" y="7714"/>
                </a:lnTo>
                <a:lnTo>
                  <a:pt x="14551" y="7665"/>
                </a:lnTo>
                <a:lnTo>
                  <a:pt x="14941" y="7568"/>
                </a:lnTo>
                <a:lnTo>
                  <a:pt x="15135" y="7519"/>
                </a:lnTo>
                <a:lnTo>
                  <a:pt x="15184" y="7981"/>
                </a:lnTo>
                <a:lnTo>
                  <a:pt x="14868" y="8030"/>
                </a:lnTo>
                <a:lnTo>
                  <a:pt x="14624" y="8054"/>
                </a:lnTo>
                <a:lnTo>
                  <a:pt x="14381" y="8079"/>
                </a:lnTo>
                <a:lnTo>
                  <a:pt x="14235" y="8103"/>
                </a:lnTo>
                <a:lnTo>
                  <a:pt x="14138" y="8152"/>
                </a:lnTo>
                <a:lnTo>
                  <a:pt x="14016" y="8200"/>
                </a:lnTo>
                <a:lnTo>
                  <a:pt x="13943" y="8298"/>
                </a:lnTo>
                <a:lnTo>
                  <a:pt x="13919" y="8322"/>
                </a:lnTo>
                <a:lnTo>
                  <a:pt x="13919" y="8346"/>
                </a:lnTo>
                <a:lnTo>
                  <a:pt x="13943" y="8395"/>
                </a:lnTo>
                <a:lnTo>
                  <a:pt x="13968" y="8395"/>
                </a:lnTo>
                <a:lnTo>
                  <a:pt x="14089" y="8419"/>
                </a:lnTo>
                <a:lnTo>
                  <a:pt x="14211" y="8444"/>
                </a:lnTo>
                <a:lnTo>
                  <a:pt x="14478" y="8444"/>
                </a:lnTo>
                <a:lnTo>
                  <a:pt x="14989" y="8395"/>
                </a:lnTo>
                <a:lnTo>
                  <a:pt x="15208" y="8395"/>
                </a:lnTo>
                <a:lnTo>
                  <a:pt x="15208" y="8857"/>
                </a:lnTo>
                <a:lnTo>
                  <a:pt x="14722" y="8882"/>
                </a:lnTo>
                <a:lnTo>
                  <a:pt x="14503" y="8882"/>
                </a:lnTo>
                <a:lnTo>
                  <a:pt x="14284" y="8906"/>
                </a:lnTo>
                <a:lnTo>
                  <a:pt x="14065" y="8955"/>
                </a:lnTo>
                <a:lnTo>
                  <a:pt x="13968" y="8979"/>
                </a:lnTo>
                <a:lnTo>
                  <a:pt x="13870" y="9028"/>
                </a:lnTo>
                <a:lnTo>
                  <a:pt x="13870" y="9052"/>
                </a:lnTo>
                <a:lnTo>
                  <a:pt x="13870" y="9076"/>
                </a:lnTo>
                <a:lnTo>
                  <a:pt x="13968" y="9125"/>
                </a:lnTo>
                <a:lnTo>
                  <a:pt x="14065" y="9174"/>
                </a:lnTo>
                <a:lnTo>
                  <a:pt x="14284" y="9222"/>
                </a:lnTo>
                <a:lnTo>
                  <a:pt x="14722" y="9222"/>
                </a:lnTo>
                <a:lnTo>
                  <a:pt x="14941" y="9247"/>
                </a:lnTo>
                <a:lnTo>
                  <a:pt x="15184" y="9247"/>
                </a:lnTo>
                <a:lnTo>
                  <a:pt x="15160" y="9465"/>
                </a:lnTo>
                <a:lnTo>
                  <a:pt x="14965" y="9514"/>
                </a:lnTo>
                <a:lnTo>
                  <a:pt x="14722" y="9563"/>
                </a:lnTo>
                <a:lnTo>
                  <a:pt x="14503" y="9660"/>
                </a:lnTo>
                <a:lnTo>
                  <a:pt x="14260" y="9757"/>
                </a:lnTo>
                <a:lnTo>
                  <a:pt x="14041" y="9879"/>
                </a:lnTo>
                <a:lnTo>
                  <a:pt x="14016" y="9903"/>
                </a:lnTo>
                <a:lnTo>
                  <a:pt x="14016" y="9952"/>
                </a:lnTo>
                <a:lnTo>
                  <a:pt x="14041" y="9976"/>
                </a:lnTo>
                <a:lnTo>
                  <a:pt x="14089" y="9976"/>
                </a:lnTo>
                <a:lnTo>
                  <a:pt x="14308" y="10001"/>
                </a:lnTo>
                <a:lnTo>
                  <a:pt x="14527" y="9976"/>
                </a:lnTo>
                <a:lnTo>
                  <a:pt x="14965" y="9903"/>
                </a:lnTo>
                <a:lnTo>
                  <a:pt x="15087" y="9879"/>
                </a:lnTo>
                <a:lnTo>
                  <a:pt x="14989" y="10390"/>
                </a:lnTo>
                <a:lnTo>
                  <a:pt x="14527" y="10463"/>
                </a:lnTo>
                <a:lnTo>
                  <a:pt x="14357" y="10487"/>
                </a:lnTo>
                <a:lnTo>
                  <a:pt x="14162" y="10512"/>
                </a:lnTo>
                <a:lnTo>
                  <a:pt x="13992" y="10560"/>
                </a:lnTo>
                <a:lnTo>
                  <a:pt x="13919" y="10609"/>
                </a:lnTo>
                <a:lnTo>
                  <a:pt x="13870" y="10682"/>
                </a:lnTo>
                <a:lnTo>
                  <a:pt x="13846" y="10731"/>
                </a:lnTo>
                <a:lnTo>
                  <a:pt x="13846" y="10804"/>
                </a:lnTo>
                <a:lnTo>
                  <a:pt x="13870" y="10852"/>
                </a:lnTo>
                <a:lnTo>
                  <a:pt x="13919" y="10901"/>
                </a:lnTo>
                <a:lnTo>
                  <a:pt x="13992" y="10925"/>
                </a:lnTo>
                <a:lnTo>
                  <a:pt x="14065" y="10950"/>
                </a:lnTo>
                <a:lnTo>
                  <a:pt x="14235" y="10950"/>
                </a:lnTo>
                <a:lnTo>
                  <a:pt x="14600" y="10901"/>
                </a:lnTo>
                <a:lnTo>
                  <a:pt x="14819" y="10877"/>
                </a:lnTo>
                <a:lnTo>
                  <a:pt x="14819" y="10877"/>
                </a:lnTo>
                <a:lnTo>
                  <a:pt x="14624" y="11339"/>
                </a:lnTo>
                <a:lnTo>
                  <a:pt x="14478" y="11339"/>
                </a:lnTo>
                <a:lnTo>
                  <a:pt x="14308" y="11315"/>
                </a:lnTo>
                <a:lnTo>
                  <a:pt x="14114" y="11339"/>
                </a:lnTo>
                <a:lnTo>
                  <a:pt x="13919" y="11363"/>
                </a:lnTo>
                <a:lnTo>
                  <a:pt x="13749" y="11436"/>
                </a:lnTo>
                <a:lnTo>
                  <a:pt x="13724" y="11461"/>
                </a:lnTo>
                <a:lnTo>
                  <a:pt x="13749" y="11485"/>
                </a:lnTo>
                <a:lnTo>
                  <a:pt x="13919" y="11558"/>
                </a:lnTo>
                <a:lnTo>
                  <a:pt x="14089" y="11607"/>
                </a:lnTo>
                <a:lnTo>
                  <a:pt x="14430" y="11655"/>
                </a:lnTo>
                <a:lnTo>
                  <a:pt x="14454" y="11655"/>
                </a:lnTo>
                <a:lnTo>
                  <a:pt x="14211" y="12069"/>
                </a:lnTo>
                <a:lnTo>
                  <a:pt x="13968" y="12069"/>
                </a:lnTo>
                <a:lnTo>
                  <a:pt x="13724" y="12093"/>
                </a:lnTo>
                <a:lnTo>
                  <a:pt x="13603" y="12069"/>
                </a:lnTo>
                <a:lnTo>
                  <a:pt x="13481" y="12045"/>
                </a:lnTo>
                <a:lnTo>
                  <a:pt x="13335" y="12020"/>
                </a:lnTo>
                <a:lnTo>
                  <a:pt x="13213" y="12020"/>
                </a:lnTo>
                <a:lnTo>
                  <a:pt x="13189" y="12045"/>
                </a:lnTo>
                <a:lnTo>
                  <a:pt x="13189" y="12069"/>
                </a:lnTo>
                <a:lnTo>
                  <a:pt x="13189" y="12166"/>
                </a:lnTo>
                <a:lnTo>
                  <a:pt x="13238" y="12239"/>
                </a:lnTo>
                <a:lnTo>
                  <a:pt x="13311" y="12312"/>
                </a:lnTo>
                <a:lnTo>
                  <a:pt x="13408" y="12361"/>
                </a:lnTo>
                <a:lnTo>
                  <a:pt x="13530" y="12385"/>
                </a:lnTo>
                <a:lnTo>
                  <a:pt x="13651" y="12410"/>
                </a:lnTo>
                <a:lnTo>
                  <a:pt x="13943" y="12434"/>
                </a:lnTo>
                <a:lnTo>
                  <a:pt x="13603" y="12823"/>
                </a:lnTo>
                <a:lnTo>
                  <a:pt x="13067" y="12726"/>
                </a:lnTo>
                <a:lnTo>
                  <a:pt x="12848" y="12677"/>
                </a:lnTo>
                <a:lnTo>
                  <a:pt x="12727" y="12677"/>
                </a:lnTo>
                <a:lnTo>
                  <a:pt x="12629" y="12702"/>
                </a:lnTo>
                <a:lnTo>
                  <a:pt x="12605" y="12726"/>
                </a:lnTo>
                <a:lnTo>
                  <a:pt x="12605" y="12775"/>
                </a:lnTo>
                <a:lnTo>
                  <a:pt x="12629" y="12848"/>
                </a:lnTo>
                <a:lnTo>
                  <a:pt x="12678" y="12921"/>
                </a:lnTo>
                <a:lnTo>
                  <a:pt x="12751" y="12969"/>
                </a:lnTo>
                <a:lnTo>
                  <a:pt x="12824" y="13018"/>
                </a:lnTo>
                <a:lnTo>
                  <a:pt x="13043" y="13115"/>
                </a:lnTo>
                <a:lnTo>
                  <a:pt x="13262" y="13164"/>
                </a:lnTo>
                <a:lnTo>
                  <a:pt x="13116" y="13286"/>
                </a:lnTo>
                <a:lnTo>
                  <a:pt x="13067" y="13286"/>
                </a:lnTo>
                <a:lnTo>
                  <a:pt x="12605" y="13261"/>
                </a:lnTo>
                <a:lnTo>
                  <a:pt x="12362" y="13213"/>
                </a:lnTo>
                <a:lnTo>
                  <a:pt x="12240" y="13188"/>
                </a:lnTo>
                <a:lnTo>
                  <a:pt x="12094" y="13188"/>
                </a:lnTo>
                <a:lnTo>
                  <a:pt x="12021" y="13213"/>
                </a:lnTo>
                <a:lnTo>
                  <a:pt x="11997" y="13261"/>
                </a:lnTo>
                <a:lnTo>
                  <a:pt x="11972" y="13334"/>
                </a:lnTo>
                <a:lnTo>
                  <a:pt x="12021" y="13383"/>
                </a:lnTo>
                <a:lnTo>
                  <a:pt x="12143" y="13505"/>
                </a:lnTo>
                <a:lnTo>
                  <a:pt x="12289" y="13578"/>
                </a:lnTo>
                <a:lnTo>
                  <a:pt x="12483" y="13626"/>
                </a:lnTo>
                <a:lnTo>
                  <a:pt x="12654" y="13651"/>
                </a:lnTo>
                <a:lnTo>
                  <a:pt x="12240" y="13943"/>
                </a:lnTo>
                <a:lnTo>
                  <a:pt x="12143" y="13918"/>
                </a:lnTo>
                <a:lnTo>
                  <a:pt x="11680" y="13821"/>
                </a:lnTo>
                <a:lnTo>
                  <a:pt x="11461" y="13772"/>
                </a:lnTo>
                <a:lnTo>
                  <a:pt x="11267" y="13724"/>
                </a:lnTo>
                <a:lnTo>
                  <a:pt x="11218" y="13748"/>
                </a:lnTo>
                <a:lnTo>
                  <a:pt x="11218" y="13821"/>
                </a:lnTo>
                <a:lnTo>
                  <a:pt x="11242" y="13894"/>
                </a:lnTo>
                <a:lnTo>
                  <a:pt x="11315" y="13967"/>
                </a:lnTo>
                <a:lnTo>
                  <a:pt x="11437" y="14064"/>
                </a:lnTo>
                <a:lnTo>
                  <a:pt x="11607" y="14137"/>
                </a:lnTo>
                <a:lnTo>
                  <a:pt x="11802" y="14210"/>
                </a:lnTo>
                <a:lnTo>
                  <a:pt x="11437" y="14381"/>
                </a:lnTo>
                <a:lnTo>
                  <a:pt x="11388" y="14332"/>
                </a:lnTo>
                <a:lnTo>
                  <a:pt x="11315" y="14308"/>
                </a:lnTo>
                <a:lnTo>
                  <a:pt x="11194" y="14259"/>
                </a:lnTo>
                <a:lnTo>
                  <a:pt x="10902" y="14235"/>
                </a:lnTo>
                <a:lnTo>
                  <a:pt x="10634" y="14210"/>
                </a:lnTo>
                <a:lnTo>
                  <a:pt x="10512" y="14210"/>
                </a:lnTo>
                <a:lnTo>
                  <a:pt x="10391" y="14235"/>
                </a:lnTo>
                <a:lnTo>
                  <a:pt x="10366" y="14235"/>
                </a:lnTo>
                <a:lnTo>
                  <a:pt x="10366" y="14283"/>
                </a:lnTo>
                <a:lnTo>
                  <a:pt x="10366" y="14332"/>
                </a:lnTo>
                <a:lnTo>
                  <a:pt x="10391" y="14381"/>
                </a:lnTo>
                <a:lnTo>
                  <a:pt x="10488" y="14478"/>
                </a:lnTo>
                <a:lnTo>
                  <a:pt x="10610" y="14551"/>
                </a:lnTo>
                <a:lnTo>
                  <a:pt x="10731" y="14575"/>
                </a:lnTo>
                <a:lnTo>
                  <a:pt x="10877" y="14624"/>
                </a:lnTo>
                <a:lnTo>
                  <a:pt x="10512" y="14746"/>
                </a:lnTo>
                <a:lnTo>
                  <a:pt x="10318" y="14673"/>
                </a:lnTo>
                <a:lnTo>
                  <a:pt x="10123" y="14624"/>
                </a:lnTo>
                <a:lnTo>
                  <a:pt x="9904" y="14600"/>
                </a:lnTo>
                <a:lnTo>
                  <a:pt x="9807" y="14600"/>
                </a:lnTo>
                <a:lnTo>
                  <a:pt x="9709" y="14648"/>
                </a:lnTo>
                <a:lnTo>
                  <a:pt x="9661" y="14673"/>
                </a:lnTo>
                <a:lnTo>
                  <a:pt x="9685" y="14721"/>
                </a:lnTo>
                <a:lnTo>
                  <a:pt x="9734" y="14794"/>
                </a:lnTo>
                <a:lnTo>
                  <a:pt x="9807" y="14843"/>
                </a:lnTo>
                <a:lnTo>
                  <a:pt x="9928" y="14916"/>
                </a:lnTo>
                <a:lnTo>
                  <a:pt x="9612" y="14989"/>
                </a:lnTo>
                <a:lnTo>
                  <a:pt x="9588" y="14940"/>
                </a:lnTo>
                <a:lnTo>
                  <a:pt x="9539" y="14916"/>
                </a:lnTo>
                <a:lnTo>
                  <a:pt x="9417" y="14867"/>
                </a:lnTo>
                <a:lnTo>
                  <a:pt x="9223" y="14843"/>
                </a:lnTo>
                <a:lnTo>
                  <a:pt x="9150" y="14843"/>
                </a:lnTo>
                <a:lnTo>
                  <a:pt x="9052" y="14867"/>
                </a:lnTo>
                <a:lnTo>
                  <a:pt x="9004" y="14916"/>
                </a:lnTo>
                <a:lnTo>
                  <a:pt x="8979" y="14965"/>
                </a:lnTo>
                <a:lnTo>
                  <a:pt x="8979" y="15013"/>
                </a:lnTo>
                <a:lnTo>
                  <a:pt x="9004" y="15062"/>
                </a:lnTo>
                <a:lnTo>
                  <a:pt x="9004" y="15086"/>
                </a:lnTo>
                <a:lnTo>
                  <a:pt x="8663" y="15135"/>
                </a:lnTo>
                <a:lnTo>
                  <a:pt x="8298" y="15159"/>
                </a:lnTo>
                <a:lnTo>
                  <a:pt x="7227" y="15159"/>
                </a:lnTo>
                <a:lnTo>
                  <a:pt x="6862" y="15111"/>
                </a:lnTo>
                <a:lnTo>
                  <a:pt x="6497" y="15062"/>
                </a:lnTo>
                <a:lnTo>
                  <a:pt x="6157" y="14989"/>
                </a:lnTo>
                <a:lnTo>
                  <a:pt x="5816" y="14916"/>
                </a:lnTo>
                <a:lnTo>
                  <a:pt x="5451" y="14819"/>
                </a:lnTo>
                <a:lnTo>
                  <a:pt x="5135" y="14697"/>
                </a:lnTo>
                <a:lnTo>
                  <a:pt x="4794" y="14575"/>
                </a:lnTo>
                <a:lnTo>
                  <a:pt x="4478" y="14405"/>
                </a:lnTo>
                <a:lnTo>
                  <a:pt x="4162" y="14259"/>
                </a:lnTo>
                <a:lnTo>
                  <a:pt x="3845" y="14064"/>
                </a:lnTo>
                <a:lnTo>
                  <a:pt x="3553" y="13870"/>
                </a:lnTo>
                <a:lnTo>
                  <a:pt x="3286" y="13675"/>
                </a:lnTo>
                <a:lnTo>
                  <a:pt x="3018" y="13456"/>
                </a:lnTo>
                <a:lnTo>
                  <a:pt x="2775" y="13237"/>
                </a:lnTo>
                <a:lnTo>
                  <a:pt x="2531" y="12994"/>
                </a:lnTo>
                <a:lnTo>
                  <a:pt x="2312" y="12775"/>
                </a:lnTo>
                <a:lnTo>
                  <a:pt x="2118" y="12507"/>
                </a:lnTo>
                <a:lnTo>
                  <a:pt x="1899" y="12239"/>
                </a:lnTo>
                <a:lnTo>
                  <a:pt x="1728" y="11972"/>
                </a:lnTo>
                <a:lnTo>
                  <a:pt x="1558" y="11704"/>
                </a:lnTo>
                <a:lnTo>
                  <a:pt x="1412" y="11412"/>
                </a:lnTo>
                <a:lnTo>
                  <a:pt x="1266" y="11120"/>
                </a:lnTo>
                <a:lnTo>
                  <a:pt x="1144" y="10828"/>
                </a:lnTo>
                <a:lnTo>
                  <a:pt x="1047" y="10512"/>
                </a:lnTo>
                <a:lnTo>
                  <a:pt x="950" y="10195"/>
                </a:lnTo>
                <a:lnTo>
                  <a:pt x="877" y="9879"/>
                </a:lnTo>
                <a:lnTo>
                  <a:pt x="828" y="9538"/>
                </a:lnTo>
                <a:lnTo>
                  <a:pt x="779" y="9003"/>
                </a:lnTo>
                <a:lnTo>
                  <a:pt x="755" y="8468"/>
                </a:lnTo>
                <a:lnTo>
                  <a:pt x="755" y="7933"/>
                </a:lnTo>
                <a:lnTo>
                  <a:pt x="779" y="7397"/>
                </a:lnTo>
                <a:lnTo>
                  <a:pt x="852" y="6862"/>
                </a:lnTo>
                <a:lnTo>
                  <a:pt x="950" y="6351"/>
                </a:lnTo>
                <a:lnTo>
                  <a:pt x="1096" y="5840"/>
                </a:lnTo>
                <a:lnTo>
                  <a:pt x="1266" y="5353"/>
                </a:lnTo>
                <a:lnTo>
                  <a:pt x="1388" y="5061"/>
                </a:lnTo>
                <a:lnTo>
                  <a:pt x="1558" y="4745"/>
                </a:lnTo>
                <a:lnTo>
                  <a:pt x="1753" y="4404"/>
                </a:lnTo>
                <a:lnTo>
                  <a:pt x="1996" y="4064"/>
                </a:lnTo>
                <a:lnTo>
                  <a:pt x="2264" y="3699"/>
                </a:lnTo>
                <a:lnTo>
                  <a:pt x="2556" y="3334"/>
                </a:lnTo>
                <a:lnTo>
                  <a:pt x="2896" y="2944"/>
                </a:lnTo>
                <a:lnTo>
                  <a:pt x="3261" y="2604"/>
                </a:lnTo>
                <a:lnTo>
                  <a:pt x="3651" y="2263"/>
                </a:lnTo>
                <a:lnTo>
                  <a:pt x="4089" y="1922"/>
                </a:lnTo>
                <a:lnTo>
                  <a:pt x="4527" y="1630"/>
                </a:lnTo>
                <a:lnTo>
                  <a:pt x="5013" y="1363"/>
                </a:lnTo>
                <a:lnTo>
                  <a:pt x="5524" y="1144"/>
                </a:lnTo>
                <a:lnTo>
                  <a:pt x="6035" y="974"/>
                </a:lnTo>
                <a:lnTo>
                  <a:pt x="6327" y="925"/>
                </a:lnTo>
                <a:lnTo>
                  <a:pt x="6595" y="876"/>
                </a:lnTo>
                <a:lnTo>
                  <a:pt x="6887" y="828"/>
                </a:lnTo>
                <a:lnTo>
                  <a:pt x="7179" y="803"/>
                </a:lnTo>
                <a:lnTo>
                  <a:pt x="7544" y="779"/>
                </a:lnTo>
                <a:lnTo>
                  <a:pt x="7933" y="730"/>
                </a:lnTo>
                <a:lnTo>
                  <a:pt x="8322" y="682"/>
                </a:lnTo>
                <a:close/>
                <a:moveTo>
                  <a:pt x="8152" y="0"/>
                </a:moveTo>
                <a:lnTo>
                  <a:pt x="7763" y="25"/>
                </a:lnTo>
                <a:lnTo>
                  <a:pt x="7373" y="73"/>
                </a:lnTo>
                <a:lnTo>
                  <a:pt x="7081" y="49"/>
                </a:lnTo>
                <a:lnTo>
                  <a:pt x="6789" y="49"/>
                </a:lnTo>
                <a:lnTo>
                  <a:pt x="6473" y="73"/>
                </a:lnTo>
                <a:lnTo>
                  <a:pt x="6157" y="146"/>
                </a:lnTo>
                <a:lnTo>
                  <a:pt x="5841" y="219"/>
                </a:lnTo>
                <a:lnTo>
                  <a:pt x="5549" y="317"/>
                </a:lnTo>
                <a:lnTo>
                  <a:pt x="5232" y="438"/>
                </a:lnTo>
                <a:lnTo>
                  <a:pt x="4916" y="560"/>
                </a:lnTo>
                <a:lnTo>
                  <a:pt x="4332" y="876"/>
                </a:lnTo>
                <a:lnTo>
                  <a:pt x="3748" y="1217"/>
                </a:lnTo>
                <a:lnTo>
                  <a:pt x="3237" y="1606"/>
                </a:lnTo>
                <a:lnTo>
                  <a:pt x="2775" y="1995"/>
                </a:lnTo>
                <a:lnTo>
                  <a:pt x="2507" y="2239"/>
                </a:lnTo>
                <a:lnTo>
                  <a:pt x="2264" y="2482"/>
                </a:lnTo>
                <a:lnTo>
                  <a:pt x="2045" y="2725"/>
                </a:lnTo>
                <a:lnTo>
                  <a:pt x="1826" y="2993"/>
                </a:lnTo>
                <a:lnTo>
                  <a:pt x="1631" y="3261"/>
                </a:lnTo>
                <a:lnTo>
                  <a:pt x="1461" y="3528"/>
                </a:lnTo>
                <a:lnTo>
                  <a:pt x="1120" y="4088"/>
                </a:lnTo>
                <a:lnTo>
                  <a:pt x="852" y="4696"/>
                </a:lnTo>
                <a:lnTo>
                  <a:pt x="609" y="5305"/>
                </a:lnTo>
                <a:lnTo>
                  <a:pt x="414" y="5962"/>
                </a:lnTo>
                <a:lnTo>
                  <a:pt x="220" y="6643"/>
                </a:lnTo>
                <a:lnTo>
                  <a:pt x="122" y="7008"/>
                </a:lnTo>
                <a:lnTo>
                  <a:pt x="74" y="7373"/>
                </a:lnTo>
                <a:lnTo>
                  <a:pt x="25" y="7738"/>
                </a:lnTo>
                <a:lnTo>
                  <a:pt x="1" y="8103"/>
                </a:lnTo>
                <a:lnTo>
                  <a:pt x="1" y="8468"/>
                </a:lnTo>
                <a:lnTo>
                  <a:pt x="25" y="8809"/>
                </a:lnTo>
                <a:lnTo>
                  <a:pt x="49" y="9174"/>
                </a:lnTo>
                <a:lnTo>
                  <a:pt x="98" y="9514"/>
                </a:lnTo>
                <a:lnTo>
                  <a:pt x="195" y="9879"/>
                </a:lnTo>
                <a:lnTo>
                  <a:pt x="268" y="10220"/>
                </a:lnTo>
                <a:lnTo>
                  <a:pt x="390" y="10560"/>
                </a:lnTo>
                <a:lnTo>
                  <a:pt x="512" y="10901"/>
                </a:lnTo>
                <a:lnTo>
                  <a:pt x="658" y="11242"/>
                </a:lnTo>
                <a:lnTo>
                  <a:pt x="804" y="11582"/>
                </a:lnTo>
                <a:lnTo>
                  <a:pt x="1169" y="12264"/>
                </a:lnTo>
                <a:lnTo>
                  <a:pt x="1388" y="12629"/>
                </a:lnTo>
                <a:lnTo>
                  <a:pt x="1631" y="12994"/>
                </a:lnTo>
                <a:lnTo>
                  <a:pt x="1899" y="13334"/>
                </a:lnTo>
                <a:lnTo>
                  <a:pt x="2166" y="13651"/>
                </a:lnTo>
                <a:lnTo>
                  <a:pt x="2434" y="13943"/>
                </a:lnTo>
                <a:lnTo>
                  <a:pt x="2750" y="14235"/>
                </a:lnTo>
                <a:lnTo>
                  <a:pt x="3042" y="14502"/>
                </a:lnTo>
                <a:lnTo>
                  <a:pt x="3383" y="14746"/>
                </a:lnTo>
                <a:lnTo>
                  <a:pt x="3699" y="14965"/>
                </a:lnTo>
                <a:lnTo>
                  <a:pt x="4064" y="15159"/>
                </a:lnTo>
                <a:lnTo>
                  <a:pt x="4429" y="15354"/>
                </a:lnTo>
                <a:lnTo>
                  <a:pt x="4794" y="15500"/>
                </a:lnTo>
                <a:lnTo>
                  <a:pt x="5184" y="15622"/>
                </a:lnTo>
                <a:lnTo>
                  <a:pt x="5597" y="15743"/>
                </a:lnTo>
                <a:lnTo>
                  <a:pt x="6011" y="15816"/>
                </a:lnTo>
                <a:lnTo>
                  <a:pt x="6424" y="15889"/>
                </a:lnTo>
                <a:lnTo>
                  <a:pt x="6862" y="15914"/>
                </a:lnTo>
                <a:lnTo>
                  <a:pt x="7300" y="15938"/>
                </a:lnTo>
                <a:lnTo>
                  <a:pt x="7738" y="15938"/>
                </a:lnTo>
                <a:lnTo>
                  <a:pt x="8152" y="15914"/>
                </a:lnTo>
                <a:lnTo>
                  <a:pt x="8590" y="15889"/>
                </a:lnTo>
                <a:lnTo>
                  <a:pt x="9004" y="15841"/>
                </a:lnTo>
                <a:lnTo>
                  <a:pt x="9442" y="15768"/>
                </a:lnTo>
                <a:lnTo>
                  <a:pt x="9855" y="15670"/>
                </a:lnTo>
                <a:lnTo>
                  <a:pt x="10245" y="15573"/>
                </a:lnTo>
                <a:lnTo>
                  <a:pt x="10658" y="15451"/>
                </a:lnTo>
                <a:lnTo>
                  <a:pt x="11048" y="15305"/>
                </a:lnTo>
                <a:lnTo>
                  <a:pt x="11461" y="15135"/>
                </a:lnTo>
                <a:lnTo>
                  <a:pt x="11826" y="14940"/>
                </a:lnTo>
                <a:lnTo>
                  <a:pt x="12216" y="14721"/>
                </a:lnTo>
                <a:lnTo>
                  <a:pt x="12581" y="14478"/>
                </a:lnTo>
                <a:lnTo>
                  <a:pt x="12921" y="14235"/>
                </a:lnTo>
                <a:lnTo>
                  <a:pt x="13286" y="13943"/>
                </a:lnTo>
                <a:lnTo>
                  <a:pt x="13603" y="13651"/>
                </a:lnTo>
                <a:lnTo>
                  <a:pt x="13895" y="13334"/>
                </a:lnTo>
                <a:lnTo>
                  <a:pt x="14187" y="13018"/>
                </a:lnTo>
                <a:lnTo>
                  <a:pt x="14454" y="12702"/>
                </a:lnTo>
                <a:lnTo>
                  <a:pt x="14697" y="12361"/>
                </a:lnTo>
                <a:lnTo>
                  <a:pt x="14916" y="11996"/>
                </a:lnTo>
                <a:lnTo>
                  <a:pt x="15111" y="11631"/>
                </a:lnTo>
                <a:lnTo>
                  <a:pt x="15135" y="11631"/>
                </a:lnTo>
                <a:lnTo>
                  <a:pt x="15160" y="11582"/>
                </a:lnTo>
                <a:lnTo>
                  <a:pt x="15160" y="11534"/>
                </a:lnTo>
                <a:lnTo>
                  <a:pt x="15330" y="11096"/>
                </a:lnTo>
                <a:lnTo>
                  <a:pt x="15500" y="10658"/>
                </a:lnTo>
                <a:lnTo>
                  <a:pt x="15622" y="10195"/>
                </a:lnTo>
                <a:lnTo>
                  <a:pt x="15719" y="9733"/>
                </a:lnTo>
                <a:lnTo>
                  <a:pt x="15744" y="9709"/>
                </a:lnTo>
                <a:lnTo>
                  <a:pt x="15768" y="9684"/>
                </a:lnTo>
                <a:lnTo>
                  <a:pt x="15792" y="9636"/>
                </a:lnTo>
                <a:lnTo>
                  <a:pt x="15768" y="9611"/>
                </a:lnTo>
                <a:lnTo>
                  <a:pt x="15744" y="9563"/>
                </a:lnTo>
                <a:lnTo>
                  <a:pt x="15792" y="9174"/>
                </a:lnTo>
                <a:lnTo>
                  <a:pt x="15841" y="8760"/>
                </a:lnTo>
                <a:lnTo>
                  <a:pt x="15841" y="8371"/>
                </a:lnTo>
                <a:lnTo>
                  <a:pt x="15817" y="7957"/>
                </a:lnTo>
                <a:lnTo>
                  <a:pt x="15744" y="7105"/>
                </a:lnTo>
                <a:lnTo>
                  <a:pt x="15671" y="6667"/>
                </a:lnTo>
                <a:lnTo>
                  <a:pt x="15598" y="6254"/>
                </a:lnTo>
                <a:lnTo>
                  <a:pt x="15525" y="5840"/>
                </a:lnTo>
                <a:lnTo>
                  <a:pt x="15403" y="5426"/>
                </a:lnTo>
                <a:lnTo>
                  <a:pt x="15281" y="5013"/>
                </a:lnTo>
                <a:lnTo>
                  <a:pt x="15160" y="4623"/>
                </a:lnTo>
                <a:lnTo>
                  <a:pt x="14989" y="4234"/>
                </a:lnTo>
                <a:lnTo>
                  <a:pt x="14819" y="3845"/>
                </a:lnTo>
                <a:lnTo>
                  <a:pt x="14624" y="3480"/>
                </a:lnTo>
                <a:lnTo>
                  <a:pt x="14405" y="3115"/>
                </a:lnTo>
                <a:lnTo>
                  <a:pt x="14162" y="2774"/>
                </a:lnTo>
                <a:lnTo>
                  <a:pt x="13895" y="2458"/>
                </a:lnTo>
                <a:lnTo>
                  <a:pt x="13603" y="2141"/>
                </a:lnTo>
                <a:lnTo>
                  <a:pt x="13286" y="1849"/>
                </a:lnTo>
                <a:lnTo>
                  <a:pt x="12970" y="1582"/>
                </a:lnTo>
                <a:lnTo>
                  <a:pt x="12654" y="1363"/>
                </a:lnTo>
                <a:lnTo>
                  <a:pt x="12313" y="1144"/>
                </a:lnTo>
                <a:lnTo>
                  <a:pt x="11948" y="949"/>
                </a:lnTo>
                <a:lnTo>
                  <a:pt x="11607" y="779"/>
                </a:lnTo>
                <a:lnTo>
                  <a:pt x="11218" y="609"/>
                </a:lnTo>
                <a:lnTo>
                  <a:pt x="10853" y="487"/>
                </a:lnTo>
                <a:lnTo>
                  <a:pt x="10464" y="365"/>
                </a:lnTo>
                <a:lnTo>
                  <a:pt x="10099" y="268"/>
                </a:lnTo>
                <a:lnTo>
                  <a:pt x="9709" y="171"/>
                </a:lnTo>
                <a:lnTo>
                  <a:pt x="9320" y="98"/>
                </a:lnTo>
                <a:lnTo>
                  <a:pt x="8931" y="49"/>
                </a:lnTo>
                <a:lnTo>
                  <a:pt x="8541" y="25"/>
                </a:lnTo>
                <a:lnTo>
                  <a:pt x="8152" y="0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61" name="Google Shape;46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2795" y="2009634"/>
            <a:ext cx="226075" cy="449084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24"/>
          <p:cNvSpPr/>
          <p:nvPr/>
        </p:nvSpPr>
        <p:spPr>
          <a:xfrm>
            <a:off x="7128062" y="2000225"/>
            <a:ext cx="118928" cy="136275"/>
          </a:xfrm>
          <a:custGeom>
            <a:rect b="b" l="l" r="r" t="t"/>
            <a:pathLst>
              <a:path extrusionOk="0" h="4109" w="2676">
                <a:moveTo>
                  <a:pt x="1028" y="835"/>
                </a:moveTo>
                <a:lnTo>
                  <a:pt x="1049" y="856"/>
                </a:lnTo>
                <a:lnTo>
                  <a:pt x="1092" y="942"/>
                </a:lnTo>
                <a:lnTo>
                  <a:pt x="1156" y="1156"/>
                </a:lnTo>
                <a:lnTo>
                  <a:pt x="1199" y="1412"/>
                </a:lnTo>
                <a:lnTo>
                  <a:pt x="1221" y="1562"/>
                </a:lnTo>
                <a:lnTo>
                  <a:pt x="1114" y="1562"/>
                </a:lnTo>
                <a:lnTo>
                  <a:pt x="1049" y="1519"/>
                </a:lnTo>
                <a:lnTo>
                  <a:pt x="1028" y="1455"/>
                </a:lnTo>
                <a:lnTo>
                  <a:pt x="1007" y="1348"/>
                </a:lnTo>
                <a:lnTo>
                  <a:pt x="942" y="1198"/>
                </a:lnTo>
                <a:lnTo>
                  <a:pt x="921" y="1113"/>
                </a:lnTo>
                <a:lnTo>
                  <a:pt x="900" y="1027"/>
                </a:lnTo>
                <a:lnTo>
                  <a:pt x="921" y="942"/>
                </a:lnTo>
                <a:lnTo>
                  <a:pt x="942" y="920"/>
                </a:lnTo>
                <a:lnTo>
                  <a:pt x="964" y="899"/>
                </a:lnTo>
                <a:lnTo>
                  <a:pt x="1028" y="835"/>
                </a:lnTo>
                <a:close/>
                <a:moveTo>
                  <a:pt x="1798" y="2140"/>
                </a:moveTo>
                <a:lnTo>
                  <a:pt x="1948" y="2183"/>
                </a:lnTo>
                <a:lnTo>
                  <a:pt x="2076" y="2225"/>
                </a:lnTo>
                <a:lnTo>
                  <a:pt x="2141" y="2247"/>
                </a:lnTo>
                <a:lnTo>
                  <a:pt x="2205" y="2290"/>
                </a:lnTo>
                <a:lnTo>
                  <a:pt x="2248" y="2354"/>
                </a:lnTo>
                <a:lnTo>
                  <a:pt x="2269" y="2418"/>
                </a:lnTo>
                <a:lnTo>
                  <a:pt x="2248" y="2525"/>
                </a:lnTo>
                <a:lnTo>
                  <a:pt x="2226" y="2675"/>
                </a:lnTo>
                <a:lnTo>
                  <a:pt x="2162" y="2803"/>
                </a:lnTo>
                <a:lnTo>
                  <a:pt x="2119" y="2825"/>
                </a:lnTo>
                <a:lnTo>
                  <a:pt x="2076" y="2846"/>
                </a:lnTo>
                <a:lnTo>
                  <a:pt x="2012" y="2803"/>
                </a:lnTo>
                <a:lnTo>
                  <a:pt x="1969" y="2718"/>
                </a:lnTo>
                <a:lnTo>
                  <a:pt x="1884" y="2482"/>
                </a:lnTo>
                <a:lnTo>
                  <a:pt x="1820" y="2247"/>
                </a:lnTo>
                <a:lnTo>
                  <a:pt x="1798" y="2140"/>
                </a:lnTo>
                <a:close/>
                <a:moveTo>
                  <a:pt x="1221" y="2033"/>
                </a:moveTo>
                <a:lnTo>
                  <a:pt x="1306" y="2054"/>
                </a:lnTo>
                <a:lnTo>
                  <a:pt x="1392" y="2076"/>
                </a:lnTo>
                <a:lnTo>
                  <a:pt x="1563" y="2546"/>
                </a:lnTo>
                <a:lnTo>
                  <a:pt x="1713" y="3017"/>
                </a:lnTo>
                <a:lnTo>
                  <a:pt x="1627" y="3039"/>
                </a:lnTo>
                <a:lnTo>
                  <a:pt x="1584" y="3039"/>
                </a:lnTo>
                <a:lnTo>
                  <a:pt x="1541" y="2996"/>
                </a:lnTo>
                <a:lnTo>
                  <a:pt x="1499" y="2910"/>
                </a:lnTo>
                <a:lnTo>
                  <a:pt x="1434" y="2760"/>
                </a:lnTo>
                <a:lnTo>
                  <a:pt x="1392" y="2611"/>
                </a:lnTo>
                <a:lnTo>
                  <a:pt x="1285" y="2332"/>
                </a:lnTo>
                <a:lnTo>
                  <a:pt x="1242" y="2183"/>
                </a:lnTo>
                <a:lnTo>
                  <a:pt x="1221" y="2033"/>
                </a:lnTo>
                <a:close/>
                <a:moveTo>
                  <a:pt x="1007" y="0"/>
                </a:moveTo>
                <a:lnTo>
                  <a:pt x="964" y="22"/>
                </a:lnTo>
                <a:lnTo>
                  <a:pt x="942" y="43"/>
                </a:lnTo>
                <a:lnTo>
                  <a:pt x="942" y="86"/>
                </a:lnTo>
                <a:lnTo>
                  <a:pt x="921" y="171"/>
                </a:lnTo>
                <a:lnTo>
                  <a:pt x="921" y="278"/>
                </a:lnTo>
                <a:lnTo>
                  <a:pt x="921" y="343"/>
                </a:lnTo>
                <a:lnTo>
                  <a:pt x="942" y="385"/>
                </a:lnTo>
                <a:lnTo>
                  <a:pt x="921" y="407"/>
                </a:lnTo>
                <a:lnTo>
                  <a:pt x="857" y="450"/>
                </a:lnTo>
                <a:lnTo>
                  <a:pt x="771" y="450"/>
                </a:lnTo>
                <a:lnTo>
                  <a:pt x="728" y="364"/>
                </a:lnTo>
                <a:lnTo>
                  <a:pt x="707" y="278"/>
                </a:lnTo>
                <a:lnTo>
                  <a:pt x="686" y="193"/>
                </a:lnTo>
                <a:lnTo>
                  <a:pt x="643" y="107"/>
                </a:lnTo>
                <a:lnTo>
                  <a:pt x="621" y="86"/>
                </a:lnTo>
                <a:lnTo>
                  <a:pt x="579" y="65"/>
                </a:lnTo>
                <a:lnTo>
                  <a:pt x="514" y="65"/>
                </a:lnTo>
                <a:lnTo>
                  <a:pt x="472" y="107"/>
                </a:lnTo>
                <a:lnTo>
                  <a:pt x="450" y="150"/>
                </a:lnTo>
                <a:lnTo>
                  <a:pt x="429" y="193"/>
                </a:lnTo>
                <a:lnTo>
                  <a:pt x="429" y="300"/>
                </a:lnTo>
                <a:lnTo>
                  <a:pt x="450" y="407"/>
                </a:lnTo>
                <a:lnTo>
                  <a:pt x="450" y="535"/>
                </a:lnTo>
                <a:lnTo>
                  <a:pt x="450" y="578"/>
                </a:lnTo>
                <a:lnTo>
                  <a:pt x="407" y="642"/>
                </a:lnTo>
                <a:lnTo>
                  <a:pt x="365" y="685"/>
                </a:lnTo>
                <a:lnTo>
                  <a:pt x="301" y="728"/>
                </a:lnTo>
                <a:lnTo>
                  <a:pt x="215" y="813"/>
                </a:lnTo>
                <a:lnTo>
                  <a:pt x="108" y="985"/>
                </a:lnTo>
                <a:lnTo>
                  <a:pt x="22" y="1156"/>
                </a:lnTo>
                <a:lnTo>
                  <a:pt x="1" y="1391"/>
                </a:lnTo>
                <a:lnTo>
                  <a:pt x="22" y="1498"/>
                </a:lnTo>
                <a:lnTo>
                  <a:pt x="65" y="1605"/>
                </a:lnTo>
                <a:lnTo>
                  <a:pt x="108" y="1691"/>
                </a:lnTo>
                <a:lnTo>
                  <a:pt x="172" y="1733"/>
                </a:lnTo>
                <a:lnTo>
                  <a:pt x="236" y="1798"/>
                </a:lnTo>
                <a:lnTo>
                  <a:pt x="322" y="1819"/>
                </a:lnTo>
                <a:lnTo>
                  <a:pt x="450" y="1862"/>
                </a:lnTo>
                <a:lnTo>
                  <a:pt x="600" y="1883"/>
                </a:lnTo>
                <a:lnTo>
                  <a:pt x="750" y="1905"/>
                </a:lnTo>
                <a:lnTo>
                  <a:pt x="793" y="1926"/>
                </a:lnTo>
                <a:lnTo>
                  <a:pt x="835" y="1947"/>
                </a:lnTo>
                <a:lnTo>
                  <a:pt x="900" y="2033"/>
                </a:lnTo>
                <a:lnTo>
                  <a:pt x="942" y="2161"/>
                </a:lnTo>
                <a:lnTo>
                  <a:pt x="1007" y="2418"/>
                </a:lnTo>
                <a:lnTo>
                  <a:pt x="1178" y="2910"/>
                </a:lnTo>
                <a:lnTo>
                  <a:pt x="1221" y="3039"/>
                </a:lnTo>
                <a:lnTo>
                  <a:pt x="1221" y="3103"/>
                </a:lnTo>
                <a:lnTo>
                  <a:pt x="1221" y="3145"/>
                </a:lnTo>
                <a:lnTo>
                  <a:pt x="1199" y="3167"/>
                </a:lnTo>
                <a:lnTo>
                  <a:pt x="1156" y="3188"/>
                </a:lnTo>
                <a:lnTo>
                  <a:pt x="1007" y="3210"/>
                </a:lnTo>
                <a:lnTo>
                  <a:pt x="878" y="3188"/>
                </a:lnTo>
                <a:lnTo>
                  <a:pt x="707" y="3167"/>
                </a:lnTo>
                <a:lnTo>
                  <a:pt x="514" y="3145"/>
                </a:lnTo>
                <a:lnTo>
                  <a:pt x="407" y="3145"/>
                </a:lnTo>
                <a:lnTo>
                  <a:pt x="386" y="3167"/>
                </a:lnTo>
                <a:lnTo>
                  <a:pt x="386" y="3210"/>
                </a:lnTo>
                <a:lnTo>
                  <a:pt x="365" y="3317"/>
                </a:lnTo>
                <a:lnTo>
                  <a:pt x="386" y="3424"/>
                </a:lnTo>
                <a:lnTo>
                  <a:pt x="407" y="3488"/>
                </a:lnTo>
                <a:lnTo>
                  <a:pt x="472" y="3552"/>
                </a:lnTo>
                <a:lnTo>
                  <a:pt x="536" y="3595"/>
                </a:lnTo>
                <a:lnTo>
                  <a:pt x="686" y="3659"/>
                </a:lnTo>
                <a:lnTo>
                  <a:pt x="878" y="3680"/>
                </a:lnTo>
                <a:lnTo>
                  <a:pt x="1049" y="3680"/>
                </a:lnTo>
                <a:lnTo>
                  <a:pt x="1242" y="3638"/>
                </a:lnTo>
                <a:lnTo>
                  <a:pt x="1413" y="3638"/>
                </a:lnTo>
                <a:lnTo>
                  <a:pt x="1456" y="3680"/>
                </a:lnTo>
                <a:lnTo>
                  <a:pt x="1499" y="3723"/>
                </a:lnTo>
                <a:lnTo>
                  <a:pt x="1541" y="3787"/>
                </a:lnTo>
                <a:lnTo>
                  <a:pt x="1584" y="3809"/>
                </a:lnTo>
                <a:lnTo>
                  <a:pt x="1648" y="3787"/>
                </a:lnTo>
                <a:lnTo>
                  <a:pt x="1670" y="3787"/>
                </a:lnTo>
                <a:lnTo>
                  <a:pt x="1691" y="3723"/>
                </a:lnTo>
                <a:lnTo>
                  <a:pt x="1691" y="3659"/>
                </a:lnTo>
                <a:lnTo>
                  <a:pt x="1713" y="3595"/>
                </a:lnTo>
                <a:lnTo>
                  <a:pt x="1777" y="3509"/>
                </a:lnTo>
                <a:lnTo>
                  <a:pt x="1820" y="3488"/>
                </a:lnTo>
                <a:lnTo>
                  <a:pt x="1841" y="3488"/>
                </a:lnTo>
                <a:lnTo>
                  <a:pt x="1884" y="3509"/>
                </a:lnTo>
                <a:lnTo>
                  <a:pt x="1927" y="3595"/>
                </a:lnTo>
                <a:lnTo>
                  <a:pt x="2012" y="3787"/>
                </a:lnTo>
                <a:lnTo>
                  <a:pt x="2055" y="3937"/>
                </a:lnTo>
                <a:lnTo>
                  <a:pt x="2098" y="4044"/>
                </a:lnTo>
                <a:lnTo>
                  <a:pt x="2162" y="4108"/>
                </a:lnTo>
                <a:lnTo>
                  <a:pt x="2226" y="4108"/>
                </a:lnTo>
                <a:lnTo>
                  <a:pt x="2248" y="4087"/>
                </a:lnTo>
                <a:lnTo>
                  <a:pt x="2290" y="4023"/>
                </a:lnTo>
                <a:lnTo>
                  <a:pt x="2312" y="3916"/>
                </a:lnTo>
                <a:lnTo>
                  <a:pt x="2290" y="3809"/>
                </a:lnTo>
                <a:lnTo>
                  <a:pt x="2248" y="3595"/>
                </a:lnTo>
                <a:lnTo>
                  <a:pt x="2205" y="3509"/>
                </a:lnTo>
                <a:lnTo>
                  <a:pt x="2183" y="3402"/>
                </a:lnTo>
                <a:lnTo>
                  <a:pt x="2205" y="3295"/>
                </a:lnTo>
                <a:lnTo>
                  <a:pt x="2226" y="3274"/>
                </a:lnTo>
                <a:lnTo>
                  <a:pt x="2269" y="3231"/>
                </a:lnTo>
                <a:lnTo>
                  <a:pt x="2354" y="3124"/>
                </a:lnTo>
                <a:lnTo>
                  <a:pt x="2461" y="3039"/>
                </a:lnTo>
                <a:lnTo>
                  <a:pt x="2547" y="2953"/>
                </a:lnTo>
                <a:lnTo>
                  <a:pt x="2633" y="2825"/>
                </a:lnTo>
                <a:lnTo>
                  <a:pt x="2654" y="2718"/>
                </a:lnTo>
                <a:lnTo>
                  <a:pt x="2675" y="2611"/>
                </a:lnTo>
                <a:lnTo>
                  <a:pt x="2654" y="2418"/>
                </a:lnTo>
                <a:lnTo>
                  <a:pt x="2611" y="2225"/>
                </a:lnTo>
                <a:lnTo>
                  <a:pt x="2526" y="2054"/>
                </a:lnTo>
                <a:lnTo>
                  <a:pt x="2397" y="1905"/>
                </a:lnTo>
                <a:lnTo>
                  <a:pt x="2248" y="1755"/>
                </a:lnTo>
                <a:lnTo>
                  <a:pt x="2076" y="1669"/>
                </a:lnTo>
                <a:lnTo>
                  <a:pt x="1884" y="1584"/>
                </a:lnTo>
                <a:lnTo>
                  <a:pt x="1713" y="1562"/>
                </a:lnTo>
                <a:lnTo>
                  <a:pt x="1627" y="1562"/>
                </a:lnTo>
                <a:lnTo>
                  <a:pt x="1563" y="1541"/>
                </a:lnTo>
                <a:lnTo>
                  <a:pt x="1541" y="1477"/>
                </a:lnTo>
                <a:lnTo>
                  <a:pt x="1520" y="1370"/>
                </a:lnTo>
                <a:lnTo>
                  <a:pt x="1477" y="1156"/>
                </a:lnTo>
                <a:lnTo>
                  <a:pt x="1392" y="942"/>
                </a:lnTo>
                <a:lnTo>
                  <a:pt x="1349" y="813"/>
                </a:lnTo>
                <a:lnTo>
                  <a:pt x="1349" y="771"/>
                </a:lnTo>
                <a:lnTo>
                  <a:pt x="1392" y="728"/>
                </a:lnTo>
                <a:lnTo>
                  <a:pt x="1499" y="685"/>
                </a:lnTo>
                <a:lnTo>
                  <a:pt x="1648" y="685"/>
                </a:lnTo>
                <a:lnTo>
                  <a:pt x="1798" y="664"/>
                </a:lnTo>
                <a:lnTo>
                  <a:pt x="1884" y="664"/>
                </a:lnTo>
                <a:lnTo>
                  <a:pt x="1948" y="621"/>
                </a:lnTo>
                <a:lnTo>
                  <a:pt x="2012" y="578"/>
                </a:lnTo>
                <a:lnTo>
                  <a:pt x="2055" y="514"/>
                </a:lnTo>
                <a:lnTo>
                  <a:pt x="2076" y="428"/>
                </a:lnTo>
                <a:lnTo>
                  <a:pt x="2055" y="364"/>
                </a:lnTo>
                <a:lnTo>
                  <a:pt x="2012" y="300"/>
                </a:lnTo>
                <a:lnTo>
                  <a:pt x="1927" y="278"/>
                </a:lnTo>
                <a:lnTo>
                  <a:pt x="1777" y="236"/>
                </a:lnTo>
                <a:lnTo>
                  <a:pt x="1606" y="236"/>
                </a:lnTo>
                <a:lnTo>
                  <a:pt x="1413" y="257"/>
                </a:lnTo>
                <a:lnTo>
                  <a:pt x="1306" y="278"/>
                </a:lnTo>
                <a:lnTo>
                  <a:pt x="1221" y="278"/>
                </a:lnTo>
                <a:lnTo>
                  <a:pt x="1199" y="257"/>
                </a:lnTo>
                <a:lnTo>
                  <a:pt x="1178" y="236"/>
                </a:lnTo>
                <a:lnTo>
                  <a:pt x="1156" y="150"/>
                </a:lnTo>
                <a:lnTo>
                  <a:pt x="1135" y="86"/>
                </a:lnTo>
                <a:lnTo>
                  <a:pt x="1114" y="43"/>
                </a:lnTo>
                <a:lnTo>
                  <a:pt x="1071" y="22"/>
                </a:lnTo>
                <a:lnTo>
                  <a:pt x="1007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24"/>
          <p:cNvSpPr/>
          <p:nvPr/>
        </p:nvSpPr>
        <p:spPr>
          <a:xfrm>
            <a:off x="6731900" y="2446725"/>
            <a:ext cx="486900" cy="4377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4"/>
          <p:cNvSpPr/>
          <p:nvPr/>
        </p:nvSpPr>
        <p:spPr>
          <a:xfrm>
            <a:off x="6814267" y="2514570"/>
            <a:ext cx="333307" cy="315240"/>
          </a:xfrm>
          <a:custGeom>
            <a:rect b="b" l="l" r="r" t="t"/>
            <a:pathLst>
              <a:path extrusionOk="0" h="18251" w="19297">
                <a:moveTo>
                  <a:pt x="18396" y="828"/>
                </a:moveTo>
                <a:lnTo>
                  <a:pt x="18761" y="877"/>
                </a:lnTo>
                <a:lnTo>
                  <a:pt x="18737" y="1242"/>
                </a:lnTo>
                <a:lnTo>
                  <a:pt x="18615" y="1266"/>
                </a:lnTo>
                <a:lnTo>
                  <a:pt x="18493" y="1315"/>
                </a:lnTo>
                <a:lnTo>
                  <a:pt x="18274" y="1436"/>
                </a:lnTo>
                <a:lnTo>
                  <a:pt x="18007" y="1582"/>
                </a:lnTo>
                <a:lnTo>
                  <a:pt x="17739" y="1777"/>
                </a:lnTo>
                <a:lnTo>
                  <a:pt x="17642" y="1850"/>
                </a:lnTo>
                <a:lnTo>
                  <a:pt x="17618" y="1801"/>
                </a:lnTo>
                <a:lnTo>
                  <a:pt x="17545" y="1704"/>
                </a:lnTo>
                <a:lnTo>
                  <a:pt x="17496" y="1680"/>
                </a:lnTo>
                <a:lnTo>
                  <a:pt x="17423" y="1655"/>
                </a:lnTo>
                <a:lnTo>
                  <a:pt x="17131" y="1631"/>
                </a:lnTo>
                <a:lnTo>
                  <a:pt x="17301" y="1509"/>
                </a:lnTo>
                <a:lnTo>
                  <a:pt x="17472" y="1388"/>
                </a:lnTo>
                <a:lnTo>
                  <a:pt x="17837" y="1144"/>
                </a:lnTo>
                <a:lnTo>
                  <a:pt x="18104" y="974"/>
                </a:lnTo>
                <a:lnTo>
                  <a:pt x="18250" y="901"/>
                </a:lnTo>
                <a:lnTo>
                  <a:pt x="18396" y="828"/>
                </a:lnTo>
                <a:close/>
                <a:moveTo>
                  <a:pt x="18712" y="1582"/>
                </a:moveTo>
                <a:lnTo>
                  <a:pt x="18688" y="2385"/>
                </a:lnTo>
                <a:lnTo>
                  <a:pt x="18688" y="3164"/>
                </a:lnTo>
                <a:lnTo>
                  <a:pt x="18469" y="3334"/>
                </a:lnTo>
                <a:lnTo>
                  <a:pt x="18250" y="3529"/>
                </a:lnTo>
                <a:lnTo>
                  <a:pt x="17982" y="3748"/>
                </a:lnTo>
                <a:lnTo>
                  <a:pt x="17861" y="3870"/>
                </a:lnTo>
                <a:lnTo>
                  <a:pt x="17764" y="4016"/>
                </a:lnTo>
                <a:lnTo>
                  <a:pt x="17739" y="3407"/>
                </a:lnTo>
                <a:lnTo>
                  <a:pt x="17739" y="3334"/>
                </a:lnTo>
                <a:lnTo>
                  <a:pt x="17958" y="3140"/>
                </a:lnTo>
                <a:lnTo>
                  <a:pt x="18177" y="2945"/>
                </a:lnTo>
                <a:lnTo>
                  <a:pt x="18493" y="2653"/>
                </a:lnTo>
                <a:lnTo>
                  <a:pt x="18615" y="2531"/>
                </a:lnTo>
                <a:lnTo>
                  <a:pt x="18664" y="2458"/>
                </a:lnTo>
                <a:lnTo>
                  <a:pt x="18688" y="2361"/>
                </a:lnTo>
                <a:lnTo>
                  <a:pt x="18664" y="2312"/>
                </a:lnTo>
                <a:lnTo>
                  <a:pt x="18615" y="2288"/>
                </a:lnTo>
                <a:lnTo>
                  <a:pt x="18518" y="2264"/>
                </a:lnTo>
                <a:lnTo>
                  <a:pt x="18445" y="2288"/>
                </a:lnTo>
                <a:lnTo>
                  <a:pt x="18347" y="2312"/>
                </a:lnTo>
                <a:lnTo>
                  <a:pt x="18274" y="2385"/>
                </a:lnTo>
                <a:lnTo>
                  <a:pt x="18128" y="2531"/>
                </a:lnTo>
                <a:lnTo>
                  <a:pt x="18007" y="2653"/>
                </a:lnTo>
                <a:lnTo>
                  <a:pt x="17739" y="2945"/>
                </a:lnTo>
                <a:lnTo>
                  <a:pt x="17739" y="2531"/>
                </a:lnTo>
                <a:lnTo>
                  <a:pt x="17691" y="2118"/>
                </a:lnTo>
                <a:lnTo>
                  <a:pt x="17788" y="2069"/>
                </a:lnTo>
                <a:lnTo>
                  <a:pt x="18055" y="1947"/>
                </a:lnTo>
                <a:lnTo>
                  <a:pt x="18323" y="1777"/>
                </a:lnTo>
                <a:lnTo>
                  <a:pt x="18518" y="1680"/>
                </a:lnTo>
                <a:lnTo>
                  <a:pt x="18712" y="1582"/>
                </a:lnTo>
                <a:close/>
                <a:moveTo>
                  <a:pt x="18688" y="3529"/>
                </a:moveTo>
                <a:lnTo>
                  <a:pt x="18688" y="3894"/>
                </a:lnTo>
                <a:lnTo>
                  <a:pt x="18664" y="4843"/>
                </a:lnTo>
                <a:lnTo>
                  <a:pt x="18639" y="4843"/>
                </a:lnTo>
                <a:lnTo>
                  <a:pt x="18518" y="4916"/>
                </a:lnTo>
                <a:lnTo>
                  <a:pt x="18396" y="5038"/>
                </a:lnTo>
                <a:lnTo>
                  <a:pt x="18177" y="5305"/>
                </a:lnTo>
                <a:lnTo>
                  <a:pt x="17982" y="5451"/>
                </a:lnTo>
                <a:lnTo>
                  <a:pt x="17788" y="5597"/>
                </a:lnTo>
                <a:lnTo>
                  <a:pt x="17788" y="5013"/>
                </a:lnTo>
                <a:lnTo>
                  <a:pt x="18128" y="4819"/>
                </a:lnTo>
                <a:lnTo>
                  <a:pt x="18274" y="4746"/>
                </a:lnTo>
                <a:lnTo>
                  <a:pt x="18445" y="4673"/>
                </a:lnTo>
                <a:lnTo>
                  <a:pt x="18591" y="4575"/>
                </a:lnTo>
                <a:lnTo>
                  <a:pt x="18639" y="4527"/>
                </a:lnTo>
                <a:lnTo>
                  <a:pt x="18664" y="4454"/>
                </a:lnTo>
                <a:lnTo>
                  <a:pt x="18664" y="4429"/>
                </a:lnTo>
                <a:lnTo>
                  <a:pt x="18639" y="4381"/>
                </a:lnTo>
                <a:lnTo>
                  <a:pt x="18566" y="4332"/>
                </a:lnTo>
                <a:lnTo>
                  <a:pt x="18420" y="4332"/>
                </a:lnTo>
                <a:lnTo>
                  <a:pt x="18347" y="4356"/>
                </a:lnTo>
                <a:lnTo>
                  <a:pt x="18177" y="4429"/>
                </a:lnTo>
                <a:lnTo>
                  <a:pt x="18031" y="4502"/>
                </a:lnTo>
                <a:lnTo>
                  <a:pt x="17788" y="4673"/>
                </a:lnTo>
                <a:lnTo>
                  <a:pt x="17764" y="4137"/>
                </a:lnTo>
                <a:lnTo>
                  <a:pt x="17958" y="4040"/>
                </a:lnTo>
                <a:lnTo>
                  <a:pt x="18128" y="3943"/>
                </a:lnTo>
                <a:lnTo>
                  <a:pt x="18445" y="3699"/>
                </a:lnTo>
                <a:lnTo>
                  <a:pt x="18688" y="3529"/>
                </a:lnTo>
                <a:close/>
                <a:moveTo>
                  <a:pt x="18664" y="5305"/>
                </a:moveTo>
                <a:lnTo>
                  <a:pt x="18639" y="6011"/>
                </a:lnTo>
                <a:lnTo>
                  <a:pt x="18396" y="6108"/>
                </a:lnTo>
                <a:lnTo>
                  <a:pt x="18177" y="6230"/>
                </a:lnTo>
                <a:lnTo>
                  <a:pt x="17982" y="6376"/>
                </a:lnTo>
                <a:lnTo>
                  <a:pt x="17764" y="6522"/>
                </a:lnTo>
                <a:lnTo>
                  <a:pt x="17764" y="6522"/>
                </a:lnTo>
                <a:lnTo>
                  <a:pt x="17788" y="5865"/>
                </a:lnTo>
                <a:lnTo>
                  <a:pt x="17934" y="5816"/>
                </a:lnTo>
                <a:lnTo>
                  <a:pt x="18080" y="5743"/>
                </a:lnTo>
                <a:lnTo>
                  <a:pt x="18201" y="5670"/>
                </a:lnTo>
                <a:lnTo>
                  <a:pt x="18323" y="5597"/>
                </a:lnTo>
                <a:lnTo>
                  <a:pt x="18493" y="5476"/>
                </a:lnTo>
                <a:lnTo>
                  <a:pt x="18664" y="5305"/>
                </a:lnTo>
                <a:close/>
                <a:moveTo>
                  <a:pt x="18615" y="6425"/>
                </a:moveTo>
                <a:lnTo>
                  <a:pt x="18615" y="6473"/>
                </a:lnTo>
                <a:lnTo>
                  <a:pt x="18518" y="6498"/>
                </a:lnTo>
                <a:lnTo>
                  <a:pt x="18420" y="6546"/>
                </a:lnTo>
                <a:lnTo>
                  <a:pt x="18250" y="6668"/>
                </a:lnTo>
                <a:lnTo>
                  <a:pt x="18104" y="6765"/>
                </a:lnTo>
                <a:lnTo>
                  <a:pt x="17982" y="6887"/>
                </a:lnTo>
                <a:lnTo>
                  <a:pt x="17739" y="7155"/>
                </a:lnTo>
                <a:lnTo>
                  <a:pt x="17764" y="6717"/>
                </a:lnTo>
                <a:lnTo>
                  <a:pt x="17982" y="6668"/>
                </a:lnTo>
                <a:lnTo>
                  <a:pt x="18201" y="6595"/>
                </a:lnTo>
                <a:lnTo>
                  <a:pt x="18615" y="6425"/>
                </a:lnTo>
                <a:close/>
                <a:moveTo>
                  <a:pt x="18615" y="6838"/>
                </a:moveTo>
                <a:lnTo>
                  <a:pt x="18591" y="7349"/>
                </a:lnTo>
                <a:lnTo>
                  <a:pt x="18591" y="7666"/>
                </a:lnTo>
                <a:lnTo>
                  <a:pt x="18420" y="7787"/>
                </a:lnTo>
                <a:lnTo>
                  <a:pt x="18250" y="7909"/>
                </a:lnTo>
                <a:lnTo>
                  <a:pt x="17958" y="8103"/>
                </a:lnTo>
                <a:lnTo>
                  <a:pt x="17666" y="8322"/>
                </a:lnTo>
                <a:lnTo>
                  <a:pt x="17715" y="7739"/>
                </a:lnTo>
                <a:lnTo>
                  <a:pt x="17739" y="7349"/>
                </a:lnTo>
                <a:lnTo>
                  <a:pt x="18080" y="7155"/>
                </a:lnTo>
                <a:lnTo>
                  <a:pt x="18420" y="6960"/>
                </a:lnTo>
                <a:lnTo>
                  <a:pt x="18615" y="6838"/>
                </a:lnTo>
                <a:close/>
                <a:moveTo>
                  <a:pt x="18566" y="8103"/>
                </a:moveTo>
                <a:lnTo>
                  <a:pt x="18542" y="8420"/>
                </a:lnTo>
                <a:lnTo>
                  <a:pt x="18420" y="8493"/>
                </a:lnTo>
                <a:lnTo>
                  <a:pt x="18274" y="8566"/>
                </a:lnTo>
                <a:lnTo>
                  <a:pt x="18055" y="8785"/>
                </a:lnTo>
                <a:lnTo>
                  <a:pt x="17812" y="9004"/>
                </a:lnTo>
                <a:lnTo>
                  <a:pt x="17593" y="9247"/>
                </a:lnTo>
                <a:lnTo>
                  <a:pt x="17642" y="8566"/>
                </a:lnTo>
                <a:lnTo>
                  <a:pt x="18031" y="8395"/>
                </a:lnTo>
                <a:lnTo>
                  <a:pt x="18420" y="8201"/>
                </a:lnTo>
                <a:lnTo>
                  <a:pt x="18566" y="8103"/>
                </a:lnTo>
                <a:close/>
                <a:moveTo>
                  <a:pt x="18542" y="8809"/>
                </a:moveTo>
                <a:lnTo>
                  <a:pt x="18542" y="9077"/>
                </a:lnTo>
                <a:lnTo>
                  <a:pt x="18299" y="9271"/>
                </a:lnTo>
                <a:lnTo>
                  <a:pt x="17934" y="9588"/>
                </a:lnTo>
                <a:lnTo>
                  <a:pt x="17593" y="9928"/>
                </a:lnTo>
                <a:lnTo>
                  <a:pt x="17569" y="9953"/>
                </a:lnTo>
                <a:lnTo>
                  <a:pt x="17569" y="9977"/>
                </a:lnTo>
                <a:lnTo>
                  <a:pt x="17593" y="10001"/>
                </a:lnTo>
                <a:lnTo>
                  <a:pt x="17642" y="10001"/>
                </a:lnTo>
                <a:lnTo>
                  <a:pt x="18080" y="9831"/>
                </a:lnTo>
                <a:lnTo>
                  <a:pt x="18274" y="9709"/>
                </a:lnTo>
                <a:lnTo>
                  <a:pt x="18493" y="9588"/>
                </a:lnTo>
                <a:lnTo>
                  <a:pt x="18518" y="9563"/>
                </a:lnTo>
                <a:lnTo>
                  <a:pt x="18518" y="9977"/>
                </a:lnTo>
                <a:lnTo>
                  <a:pt x="18396" y="10026"/>
                </a:lnTo>
                <a:lnTo>
                  <a:pt x="18274" y="10074"/>
                </a:lnTo>
                <a:lnTo>
                  <a:pt x="18080" y="10220"/>
                </a:lnTo>
                <a:lnTo>
                  <a:pt x="17788" y="10464"/>
                </a:lnTo>
                <a:lnTo>
                  <a:pt x="17520" y="10731"/>
                </a:lnTo>
                <a:lnTo>
                  <a:pt x="17520" y="10245"/>
                </a:lnTo>
                <a:lnTo>
                  <a:pt x="17569" y="9490"/>
                </a:lnTo>
                <a:lnTo>
                  <a:pt x="17837" y="9344"/>
                </a:lnTo>
                <a:lnTo>
                  <a:pt x="18104" y="9150"/>
                </a:lnTo>
                <a:lnTo>
                  <a:pt x="18274" y="8979"/>
                </a:lnTo>
                <a:lnTo>
                  <a:pt x="18469" y="8833"/>
                </a:lnTo>
                <a:lnTo>
                  <a:pt x="18542" y="8809"/>
                </a:lnTo>
                <a:close/>
                <a:moveTo>
                  <a:pt x="18518" y="10342"/>
                </a:moveTo>
                <a:lnTo>
                  <a:pt x="18518" y="10975"/>
                </a:lnTo>
                <a:lnTo>
                  <a:pt x="18347" y="11096"/>
                </a:lnTo>
                <a:lnTo>
                  <a:pt x="18201" y="11194"/>
                </a:lnTo>
                <a:lnTo>
                  <a:pt x="17861" y="11486"/>
                </a:lnTo>
                <a:lnTo>
                  <a:pt x="17715" y="11632"/>
                </a:lnTo>
                <a:lnTo>
                  <a:pt x="17569" y="11802"/>
                </a:lnTo>
                <a:lnTo>
                  <a:pt x="17545" y="11559"/>
                </a:lnTo>
                <a:lnTo>
                  <a:pt x="17520" y="11048"/>
                </a:lnTo>
                <a:lnTo>
                  <a:pt x="17691" y="10975"/>
                </a:lnTo>
                <a:lnTo>
                  <a:pt x="17837" y="10877"/>
                </a:lnTo>
                <a:lnTo>
                  <a:pt x="18128" y="10634"/>
                </a:lnTo>
                <a:lnTo>
                  <a:pt x="18518" y="10342"/>
                </a:lnTo>
                <a:close/>
                <a:moveTo>
                  <a:pt x="18518" y="11413"/>
                </a:moveTo>
                <a:lnTo>
                  <a:pt x="18542" y="11802"/>
                </a:lnTo>
                <a:lnTo>
                  <a:pt x="18347" y="11899"/>
                </a:lnTo>
                <a:lnTo>
                  <a:pt x="18177" y="12021"/>
                </a:lnTo>
                <a:lnTo>
                  <a:pt x="17837" y="12289"/>
                </a:lnTo>
                <a:lnTo>
                  <a:pt x="17764" y="12240"/>
                </a:lnTo>
                <a:lnTo>
                  <a:pt x="17642" y="12240"/>
                </a:lnTo>
                <a:lnTo>
                  <a:pt x="17593" y="12021"/>
                </a:lnTo>
                <a:lnTo>
                  <a:pt x="18299" y="11559"/>
                </a:lnTo>
                <a:lnTo>
                  <a:pt x="18518" y="11413"/>
                </a:lnTo>
                <a:close/>
                <a:moveTo>
                  <a:pt x="2093" y="1899"/>
                </a:moveTo>
                <a:lnTo>
                  <a:pt x="2385" y="1972"/>
                </a:lnTo>
                <a:lnTo>
                  <a:pt x="2702" y="1996"/>
                </a:lnTo>
                <a:lnTo>
                  <a:pt x="3334" y="2045"/>
                </a:lnTo>
                <a:lnTo>
                  <a:pt x="4356" y="2093"/>
                </a:lnTo>
                <a:lnTo>
                  <a:pt x="5354" y="2118"/>
                </a:lnTo>
                <a:lnTo>
                  <a:pt x="6376" y="2118"/>
                </a:lnTo>
                <a:lnTo>
                  <a:pt x="7398" y="2093"/>
                </a:lnTo>
                <a:lnTo>
                  <a:pt x="9466" y="2020"/>
                </a:lnTo>
                <a:lnTo>
                  <a:pt x="11413" y="1972"/>
                </a:lnTo>
                <a:lnTo>
                  <a:pt x="13359" y="1947"/>
                </a:lnTo>
                <a:lnTo>
                  <a:pt x="14357" y="1947"/>
                </a:lnTo>
                <a:lnTo>
                  <a:pt x="15330" y="1996"/>
                </a:lnTo>
                <a:lnTo>
                  <a:pt x="16304" y="2045"/>
                </a:lnTo>
                <a:lnTo>
                  <a:pt x="17277" y="2142"/>
                </a:lnTo>
                <a:lnTo>
                  <a:pt x="17253" y="2483"/>
                </a:lnTo>
                <a:lnTo>
                  <a:pt x="17228" y="2823"/>
                </a:lnTo>
                <a:lnTo>
                  <a:pt x="17228" y="3529"/>
                </a:lnTo>
                <a:lnTo>
                  <a:pt x="17277" y="4210"/>
                </a:lnTo>
                <a:lnTo>
                  <a:pt x="17301" y="4892"/>
                </a:lnTo>
                <a:lnTo>
                  <a:pt x="17301" y="5646"/>
                </a:lnTo>
                <a:lnTo>
                  <a:pt x="17277" y="6376"/>
                </a:lnTo>
                <a:lnTo>
                  <a:pt x="17180" y="7885"/>
                </a:lnTo>
                <a:lnTo>
                  <a:pt x="17082" y="9125"/>
                </a:lnTo>
                <a:lnTo>
                  <a:pt x="17034" y="9758"/>
                </a:lnTo>
                <a:lnTo>
                  <a:pt x="17009" y="10391"/>
                </a:lnTo>
                <a:lnTo>
                  <a:pt x="16985" y="10829"/>
                </a:lnTo>
                <a:lnTo>
                  <a:pt x="16961" y="11291"/>
                </a:lnTo>
                <a:lnTo>
                  <a:pt x="16985" y="11778"/>
                </a:lnTo>
                <a:lnTo>
                  <a:pt x="17009" y="12021"/>
                </a:lnTo>
                <a:lnTo>
                  <a:pt x="17058" y="12240"/>
                </a:lnTo>
                <a:lnTo>
                  <a:pt x="9539" y="12240"/>
                </a:lnTo>
                <a:lnTo>
                  <a:pt x="8566" y="12264"/>
                </a:lnTo>
                <a:lnTo>
                  <a:pt x="7568" y="12289"/>
                </a:lnTo>
                <a:lnTo>
                  <a:pt x="5622" y="12386"/>
                </a:lnTo>
                <a:lnTo>
                  <a:pt x="5086" y="12410"/>
                </a:lnTo>
                <a:lnTo>
                  <a:pt x="4551" y="12410"/>
                </a:lnTo>
                <a:lnTo>
                  <a:pt x="4040" y="12362"/>
                </a:lnTo>
                <a:lnTo>
                  <a:pt x="3529" y="12313"/>
                </a:lnTo>
                <a:lnTo>
                  <a:pt x="2994" y="12216"/>
                </a:lnTo>
                <a:lnTo>
                  <a:pt x="2702" y="12191"/>
                </a:lnTo>
                <a:lnTo>
                  <a:pt x="2434" y="12216"/>
                </a:lnTo>
                <a:lnTo>
                  <a:pt x="2385" y="11997"/>
                </a:lnTo>
                <a:lnTo>
                  <a:pt x="2361" y="11753"/>
                </a:lnTo>
                <a:lnTo>
                  <a:pt x="2337" y="11267"/>
                </a:lnTo>
                <a:lnTo>
                  <a:pt x="2361" y="10318"/>
                </a:lnTo>
                <a:lnTo>
                  <a:pt x="2361" y="9661"/>
                </a:lnTo>
                <a:lnTo>
                  <a:pt x="2337" y="8979"/>
                </a:lnTo>
                <a:lnTo>
                  <a:pt x="2312" y="7666"/>
                </a:lnTo>
                <a:lnTo>
                  <a:pt x="2312" y="6887"/>
                </a:lnTo>
                <a:lnTo>
                  <a:pt x="2288" y="6084"/>
                </a:lnTo>
                <a:lnTo>
                  <a:pt x="2239" y="4527"/>
                </a:lnTo>
                <a:lnTo>
                  <a:pt x="2215" y="2896"/>
                </a:lnTo>
                <a:lnTo>
                  <a:pt x="2215" y="2385"/>
                </a:lnTo>
                <a:lnTo>
                  <a:pt x="2166" y="2118"/>
                </a:lnTo>
                <a:lnTo>
                  <a:pt x="2142" y="2020"/>
                </a:lnTo>
                <a:lnTo>
                  <a:pt x="2093" y="1899"/>
                </a:lnTo>
                <a:close/>
                <a:moveTo>
                  <a:pt x="18566" y="12118"/>
                </a:moveTo>
                <a:lnTo>
                  <a:pt x="18591" y="12264"/>
                </a:lnTo>
                <a:lnTo>
                  <a:pt x="18420" y="12313"/>
                </a:lnTo>
                <a:lnTo>
                  <a:pt x="18274" y="12410"/>
                </a:lnTo>
                <a:lnTo>
                  <a:pt x="17958" y="12581"/>
                </a:lnTo>
                <a:lnTo>
                  <a:pt x="17885" y="12629"/>
                </a:lnTo>
                <a:lnTo>
                  <a:pt x="17909" y="12532"/>
                </a:lnTo>
                <a:lnTo>
                  <a:pt x="17909" y="12435"/>
                </a:lnTo>
                <a:lnTo>
                  <a:pt x="18250" y="12264"/>
                </a:lnTo>
                <a:lnTo>
                  <a:pt x="18566" y="12118"/>
                </a:lnTo>
                <a:close/>
                <a:moveTo>
                  <a:pt x="8761" y="512"/>
                </a:moveTo>
                <a:lnTo>
                  <a:pt x="10318" y="585"/>
                </a:lnTo>
                <a:lnTo>
                  <a:pt x="13432" y="755"/>
                </a:lnTo>
                <a:lnTo>
                  <a:pt x="14138" y="779"/>
                </a:lnTo>
                <a:lnTo>
                  <a:pt x="14844" y="804"/>
                </a:lnTo>
                <a:lnTo>
                  <a:pt x="16279" y="779"/>
                </a:lnTo>
                <a:lnTo>
                  <a:pt x="17034" y="755"/>
                </a:lnTo>
                <a:lnTo>
                  <a:pt x="17034" y="755"/>
                </a:lnTo>
                <a:lnTo>
                  <a:pt x="16912" y="852"/>
                </a:lnTo>
                <a:lnTo>
                  <a:pt x="16790" y="950"/>
                </a:lnTo>
                <a:lnTo>
                  <a:pt x="16790" y="998"/>
                </a:lnTo>
                <a:lnTo>
                  <a:pt x="16790" y="1023"/>
                </a:lnTo>
                <a:lnTo>
                  <a:pt x="16815" y="1047"/>
                </a:lnTo>
                <a:lnTo>
                  <a:pt x="16863" y="1047"/>
                </a:lnTo>
                <a:lnTo>
                  <a:pt x="17131" y="901"/>
                </a:lnTo>
                <a:lnTo>
                  <a:pt x="17399" y="755"/>
                </a:lnTo>
                <a:lnTo>
                  <a:pt x="17837" y="779"/>
                </a:lnTo>
                <a:lnTo>
                  <a:pt x="17593" y="925"/>
                </a:lnTo>
                <a:lnTo>
                  <a:pt x="17399" y="1071"/>
                </a:lnTo>
                <a:lnTo>
                  <a:pt x="17228" y="1217"/>
                </a:lnTo>
                <a:lnTo>
                  <a:pt x="17082" y="1412"/>
                </a:lnTo>
                <a:lnTo>
                  <a:pt x="17034" y="1509"/>
                </a:lnTo>
                <a:lnTo>
                  <a:pt x="17009" y="1631"/>
                </a:lnTo>
                <a:lnTo>
                  <a:pt x="16060" y="1558"/>
                </a:lnTo>
                <a:lnTo>
                  <a:pt x="15111" y="1509"/>
                </a:lnTo>
                <a:lnTo>
                  <a:pt x="14162" y="1461"/>
                </a:lnTo>
                <a:lnTo>
                  <a:pt x="13238" y="1461"/>
                </a:lnTo>
                <a:lnTo>
                  <a:pt x="11340" y="1485"/>
                </a:lnTo>
                <a:lnTo>
                  <a:pt x="9466" y="1558"/>
                </a:lnTo>
                <a:lnTo>
                  <a:pt x="7495" y="1631"/>
                </a:lnTo>
                <a:lnTo>
                  <a:pt x="5549" y="1655"/>
                </a:lnTo>
                <a:lnTo>
                  <a:pt x="4527" y="1631"/>
                </a:lnTo>
                <a:lnTo>
                  <a:pt x="3505" y="1607"/>
                </a:lnTo>
                <a:lnTo>
                  <a:pt x="3140" y="1558"/>
                </a:lnTo>
                <a:lnTo>
                  <a:pt x="2726" y="1509"/>
                </a:lnTo>
                <a:lnTo>
                  <a:pt x="2312" y="1509"/>
                </a:lnTo>
                <a:lnTo>
                  <a:pt x="2118" y="1534"/>
                </a:lnTo>
                <a:lnTo>
                  <a:pt x="1948" y="1582"/>
                </a:lnTo>
                <a:lnTo>
                  <a:pt x="1899" y="1607"/>
                </a:lnTo>
                <a:lnTo>
                  <a:pt x="1850" y="1631"/>
                </a:lnTo>
                <a:lnTo>
                  <a:pt x="1850" y="1704"/>
                </a:lnTo>
                <a:lnTo>
                  <a:pt x="1850" y="1777"/>
                </a:lnTo>
                <a:lnTo>
                  <a:pt x="1899" y="1826"/>
                </a:lnTo>
                <a:lnTo>
                  <a:pt x="1850" y="1947"/>
                </a:lnTo>
                <a:lnTo>
                  <a:pt x="1802" y="2069"/>
                </a:lnTo>
                <a:lnTo>
                  <a:pt x="1777" y="2215"/>
                </a:lnTo>
                <a:lnTo>
                  <a:pt x="1753" y="2337"/>
                </a:lnTo>
                <a:lnTo>
                  <a:pt x="1753" y="2604"/>
                </a:lnTo>
                <a:lnTo>
                  <a:pt x="1753" y="2896"/>
                </a:lnTo>
                <a:lnTo>
                  <a:pt x="1753" y="4527"/>
                </a:lnTo>
                <a:lnTo>
                  <a:pt x="1802" y="6181"/>
                </a:lnTo>
                <a:lnTo>
                  <a:pt x="1826" y="7009"/>
                </a:lnTo>
                <a:lnTo>
                  <a:pt x="1826" y="7836"/>
                </a:lnTo>
                <a:lnTo>
                  <a:pt x="1875" y="9223"/>
                </a:lnTo>
                <a:lnTo>
                  <a:pt x="1875" y="9904"/>
                </a:lnTo>
                <a:lnTo>
                  <a:pt x="1875" y="10585"/>
                </a:lnTo>
                <a:lnTo>
                  <a:pt x="1850" y="11048"/>
                </a:lnTo>
                <a:lnTo>
                  <a:pt x="1826" y="11583"/>
                </a:lnTo>
                <a:lnTo>
                  <a:pt x="1826" y="11851"/>
                </a:lnTo>
                <a:lnTo>
                  <a:pt x="1875" y="12094"/>
                </a:lnTo>
                <a:lnTo>
                  <a:pt x="1948" y="12337"/>
                </a:lnTo>
                <a:lnTo>
                  <a:pt x="2045" y="12532"/>
                </a:lnTo>
                <a:lnTo>
                  <a:pt x="2118" y="12605"/>
                </a:lnTo>
                <a:lnTo>
                  <a:pt x="2215" y="12654"/>
                </a:lnTo>
                <a:lnTo>
                  <a:pt x="2312" y="12629"/>
                </a:lnTo>
                <a:lnTo>
                  <a:pt x="2385" y="12581"/>
                </a:lnTo>
                <a:lnTo>
                  <a:pt x="2677" y="12654"/>
                </a:lnTo>
                <a:lnTo>
                  <a:pt x="2969" y="12678"/>
                </a:lnTo>
                <a:lnTo>
                  <a:pt x="3553" y="12775"/>
                </a:lnTo>
                <a:lnTo>
                  <a:pt x="4040" y="12824"/>
                </a:lnTo>
                <a:lnTo>
                  <a:pt x="4502" y="12873"/>
                </a:lnTo>
                <a:lnTo>
                  <a:pt x="5427" y="12873"/>
                </a:lnTo>
                <a:lnTo>
                  <a:pt x="6449" y="12848"/>
                </a:lnTo>
                <a:lnTo>
                  <a:pt x="7495" y="12800"/>
                </a:lnTo>
                <a:lnTo>
                  <a:pt x="8517" y="12751"/>
                </a:lnTo>
                <a:lnTo>
                  <a:pt x="9539" y="12727"/>
                </a:lnTo>
                <a:lnTo>
                  <a:pt x="17277" y="12727"/>
                </a:lnTo>
                <a:lnTo>
                  <a:pt x="17350" y="12775"/>
                </a:lnTo>
                <a:lnTo>
                  <a:pt x="17496" y="12775"/>
                </a:lnTo>
                <a:lnTo>
                  <a:pt x="17569" y="12727"/>
                </a:lnTo>
                <a:lnTo>
                  <a:pt x="17715" y="12727"/>
                </a:lnTo>
                <a:lnTo>
                  <a:pt x="17569" y="12824"/>
                </a:lnTo>
                <a:lnTo>
                  <a:pt x="17423" y="12946"/>
                </a:lnTo>
                <a:lnTo>
                  <a:pt x="17301" y="13092"/>
                </a:lnTo>
                <a:lnTo>
                  <a:pt x="17180" y="13238"/>
                </a:lnTo>
                <a:lnTo>
                  <a:pt x="17180" y="13262"/>
                </a:lnTo>
                <a:lnTo>
                  <a:pt x="17180" y="13286"/>
                </a:lnTo>
                <a:lnTo>
                  <a:pt x="17204" y="13311"/>
                </a:lnTo>
                <a:lnTo>
                  <a:pt x="17253" y="13311"/>
                </a:lnTo>
                <a:lnTo>
                  <a:pt x="17472" y="13262"/>
                </a:lnTo>
                <a:lnTo>
                  <a:pt x="17666" y="13189"/>
                </a:lnTo>
                <a:lnTo>
                  <a:pt x="18055" y="12994"/>
                </a:lnTo>
                <a:lnTo>
                  <a:pt x="18347" y="12848"/>
                </a:lnTo>
                <a:lnTo>
                  <a:pt x="18615" y="12727"/>
                </a:lnTo>
                <a:lnTo>
                  <a:pt x="18664" y="12946"/>
                </a:lnTo>
                <a:lnTo>
                  <a:pt x="18396" y="13092"/>
                </a:lnTo>
                <a:lnTo>
                  <a:pt x="17982" y="13335"/>
                </a:lnTo>
                <a:lnTo>
                  <a:pt x="17593" y="13603"/>
                </a:lnTo>
                <a:lnTo>
                  <a:pt x="17545" y="13627"/>
                </a:lnTo>
                <a:lnTo>
                  <a:pt x="17545" y="13676"/>
                </a:lnTo>
                <a:lnTo>
                  <a:pt x="17569" y="13700"/>
                </a:lnTo>
                <a:lnTo>
                  <a:pt x="17618" y="13724"/>
                </a:lnTo>
                <a:lnTo>
                  <a:pt x="17861" y="13700"/>
                </a:lnTo>
                <a:lnTo>
                  <a:pt x="18080" y="13651"/>
                </a:lnTo>
                <a:lnTo>
                  <a:pt x="18274" y="13578"/>
                </a:lnTo>
                <a:lnTo>
                  <a:pt x="18493" y="13457"/>
                </a:lnTo>
                <a:lnTo>
                  <a:pt x="18712" y="13335"/>
                </a:lnTo>
                <a:lnTo>
                  <a:pt x="18785" y="13724"/>
                </a:lnTo>
                <a:lnTo>
                  <a:pt x="18250" y="13773"/>
                </a:lnTo>
                <a:lnTo>
                  <a:pt x="17739" y="13797"/>
                </a:lnTo>
                <a:lnTo>
                  <a:pt x="17204" y="13773"/>
                </a:lnTo>
                <a:lnTo>
                  <a:pt x="16669" y="13724"/>
                </a:lnTo>
                <a:lnTo>
                  <a:pt x="15622" y="13603"/>
                </a:lnTo>
                <a:lnTo>
                  <a:pt x="15087" y="13554"/>
                </a:lnTo>
                <a:lnTo>
                  <a:pt x="14576" y="13530"/>
                </a:lnTo>
                <a:lnTo>
                  <a:pt x="12118" y="13530"/>
                </a:lnTo>
                <a:lnTo>
                  <a:pt x="9661" y="13554"/>
                </a:lnTo>
                <a:lnTo>
                  <a:pt x="8469" y="13578"/>
                </a:lnTo>
                <a:lnTo>
                  <a:pt x="7301" y="13627"/>
                </a:lnTo>
                <a:lnTo>
                  <a:pt x="4916" y="13773"/>
                </a:lnTo>
                <a:lnTo>
                  <a:pt x="3772" y="13822"/>
                </a:lnTo>
                <a:lnTo>
                  <a:pt x="2629" y="13846"/>
                </a:lnTo>
                <a:lnTo>
                  <a:pt x="2020" y="13822"/>
                </a:lnTo>
                <a:lnTo>
                  <a:pt x="1412" y="13797"/>
                </a:lnTo>
                <a:lnTo>
                  <a:pt x="1145" y="13773"/>
                </a:lnTo>
                <a:lnTo>
                  <a:pt x="853" y="13749"/>
                </a:lnTo>
                <a:lnTo>
                  <a:pt x="853" y="13724"/>
                </a:lnTo>
                <a:lnTo>
                  <a:pt x="731" y="13408"/>
                </a:lnTo>
                <a:lnTo>
                  <a:pt x="658" y="13092"/>
                </a:lnTo>
                <a:lnTo>
                  <a:pt x="585" y="12775"/>
                </a:lnTo>
                <a:lnTo>
                  <a:pt x="561" y="12435"/>
                </a:lnTo>
                <a:lnTo>
                  <a:pt x="561" y="11753"/>
                </a:lnTo>
                <a:lnTo>
                  <a:pt x="561" y="11121"/>
                </a:lnTo>
                <a:lnTo>
                  <a:pt x="561" y="9320"/>
                </a:lnTo>
                <a:lnTo>
                  <a:pt x="561" y="8420"/>
                </a:lnTo>
                <a:lnTo>
                  <a:pt x="585" y="7495"/>
                </a:lnTo>
                <a:lnTo>
                  <a:pt x="658" y="5792"/>
                </a:lnTo>
                <a:lnTo>
                  <a:pt x="731" y="4064"/>
                </a:lnTo>
                <a:lnTo>
                  <a:pt x="755" y="3188"/>
                </a:lnTo>
                <a:lnTo>
                  <a:pt x="755" y="2337"/>
                </a:lnTo>
                <a:lnTo>
                  <a:pt x="731" y="1485"/>
                </a:lnTo>
                <a:lnTo>
                  <a:pt x="707" y="609"/>
                </a:lnTo>
                <a:lnTo>
                  <a:pt x="804" y="682"/>
                </a:lnTo>
                <a:lnTo>
                  <a:pt x="950" y="755"/>
                </a:lnTo>
                <a:lnTo>
                  <a:pt x="1072" y="804"/>
                </a:lnTo>
                <a:lnTo>
                  <a:pt x="1242" y="852"/>
                </a:lnTo>
                <a:lnTo>
                  <a:pt x="1583" y="901"/>
                </a:lnTo>
                <a:lnTo>
                  <a:pt x="1948" y="925"/>
                </a:lnTo>
                <a:lnTo>
                  <a:pt x="2312" y="901"/>
                </a:lnTo>
                <a:lnTo>
                  <a:pt x="2653" y="901"/>
                </a:lnTo>
                <a:lnTo>
                  <a:pt x="3164" y="852"/>
                </a:lnTo>
                <a:lnTo>
                  <a:pt x="4162" y="755"/>
                </a:lnTo>
                <a:lnTo>
                  <a:pt x="5184" y="633"/>
                </a:lnTo>
                <a:lnTo>
                  <a:pt x="6181" y="560"/>
                </a:lnTo>
                <a:lnTo>
                  <a:pt x="6692" y="512"/>
                </a:lnTo>
                <a:close/>
                <a:moveTo>
                  <a:pt x="11096" y="14016"/>
                </a:moveTo>
                <a:lnTo>
                  <a:pt x="11096" y="14187"/>
                </a:lnTo>
                <a:lnTo>
                  <a:pt x="10926" y="14260"/>
                </a:lnTo>
                <a:lnTo>
                  <a:pt x="10780" y="14357"/>
                </a:lnTo>
                <a:lnTo>
                  <a:pt x="10488" y="14552"/>
                </a:lnTo>
                <a:lnTo>
                  <a:pt x="10293" y="14698"/>
                </a:lnTo>
                <a:lnTo>
                  <a:pt x="10123" y="14868"/>
                </a:lnTo>
                <a:lnTo>
                  <a:pt x="9953" y="15038"/>
                </a:lnTo>
                <a:lnTo>
                  <a:pt x="9807" y="15233"/>
                </a:lnTo>
                <a:lnTo>
                  <a:pt x="9807" y="15282"/>
                </a:lnTo>
                <a:lnTo>
                  <a:pt x="9831" y="15330"/>
                </a:lnTo>
                <a:lnTo>
                  <a:pt x="9856" y="15379"/>
                </a:lnTo>
                <a:lnTo>
                  <a:pt x="9929" y="15379"/>
                </a:lnTo>
                <a:lnTo>
                  <a:pt x="10099" y="15282"/>
                </a:lnTo>
                <a:lnTo>
                  <a:pt x="10245" y="15184"/>
                </a:lnTo>
                <a:lnTo>
                  <a:pt x="10537" y="14941"/>
                </a:lnTo>
                <a:lnTo>
                  <a:pt x="10804" y="14771"/>
                </a:lnTo>
                <a:lnTo>
                  <a:pt x="11072" y="14600"/>
                </a:lnTo>
                <a:lnTo>
                  <a:pt x="11072" y="14600"/>
                </a:lnTo>
                <a:lnTo>
                  <a:pt x="11048" y="15087"/>
                </a:lnTo>
                <a:lnTo>
                  <a:pt x="10926" y="15136"/>
                </a:lnTo>
                <a:lnTo>
                  <a:pt x="10804" y="15209"/>
                </a:lnTo>
                <a:lnTo>
                  <a:pt x="10585" y="15330"/>
                </a:lnTo>
                <a:lnTo>
                  <a:pt x="10439" y="15403"/>
                </a:lnTo>
                <a:lnTo>
                  <a:pt x="10269" y="15525"/>
                </a:lnTo>
                <a:lnTo>
                  <a:pt x="10123" y="15647"/>
                </a:lnTo>
                <a:lnTo>
                  <a:pt x="10074" y="15695"/>
                </a:lnTo>
                <a:lnTo>
                  <a:pt x="10050" y="15793"/>
                </a:lnTo>
                <a:lnTo>
                  <a:pt x="10050" y="15817"/>
                </a:lnTo>
                <a:lnTo>
                  <a:pt x="10074" y="15841"/>
                </a:lnTo>
                <a:lnTo>
                  <a:pt x="10245" y="15841"/>
                </a:lnTo>
                <a:lnTo>
                  <a:pt x="10391" y="15817"/>
                </a:lnTo>
                <a:lnTo>
                  <a:pt x="10683" y="15671"/>
                </a:lnTo>
                <a:lnTo>
                  <a:pt x="11023" y="15501"/>
                </a:lnTo>
                <a:lnTo>
                  <a:pt x="10999" y="15841"/>
                </a:lnTo>
                <a:lnTo>
                  <a:pt x="10756" y="15987"/>
                </a:lnTo>
                <a:lnTo>
                  <a:pt x="10610" y="16085"/>
                </a:lnTo>
                <a:lnTo>
                  <a:pt x="10464" y="16206"/>
                </a:lnTo>
                <a:lnTo>
                  <a:pt x="10342" y="16352"/>
                </a:lnTo>
                <a:lnTo>
                  <a:pt x="10196" y="16474"/>
                </a:lnTo>
                <a:lnTo>
                  <a:pt x="10172" y="16498"/>
                </a:lnTo>
                <a:lnTo>
                  <a:pt x="10172" y="16522"/>
                </a:lnTo>
                <a:lnTo>
                  <a:pt x="10196" y="16547"/>
                </a:lnTo>
                <a:lnTo>
                  <a:pt x="10245" y="16547"/>
                </a:lnTo>
                <a:lnTo>
                  <a:pt x="10537" y="16425"/>
                </a:lnTo>
                <a:lnTo>
                  <a:pt x="10804" y="16303"/>
                </a:lnTo>
                <a:lnTo>
                  <a:pt x="10975" y="16230"/>
                </a:lnTo>
                <a:lnTo>
                  <a:pt x="10975" y="16449"/>
                </a:lnTo>
                <a:lnTo>
                  <a:pt x="10902" y="16474"/>
                </a:lnTo>
                <a:lnTo>
                  <a:pt x="10756" y="16547"/>
                </a:lnTo>
                <a:lnTo>
                  <a:pt x="10634" y="16620"/>
                </a:lnTo>
                <a:lnTo>
                  <a:pt x="10415" y="16814"/>
                </a:lnTo>
                <a:lnTo>
                  <a:pt x="10391" y="16863"/>
                </a:lnTo>
                <a:lnTo>
                  <a:pt x="10391" y="16887"/>
                </a:lnTo>
                <a:lnTo>
                  <a:pt x="10391" y="16960"/>
                </a:lnTo>
                <a:lnTo>
                  <a:pt x="10464" y="16985"/>
                </a:lnTo>
                <a:lnTo>
                  <a:pt x="10537" y="16985"/>
                </a:lnTo>
                <a:lnTo>
                  <a:pt x="10780" y="16887"/>
                </a:lnTo>
                <a:lnTo>
                  <a:pt x="11023" y="16790"/>
                </a:lnTo>
                <a:lnTo>
                  <a:pt x="11048" y="16887"/>
                </a:lnTo>
                <a:lnTo>
                  <a:pt x="10926" y="16960"/>
                </a:lnTo>
                <a:lnTo>
                  <a:pt x="10829" y="17058"/>
                </a:lnTo>
                <a:lnTo>
                  <a:pt x="10585" y="17252"/>
                </a:lnTo>
                <a:lnTo>
                  <a:pt x="10561" y="17277"/>
                </a:lnTo>
                <a:lnTo>
                  <a:pt x="10561" y="17301"/>
                </a:lnTo>
                <a:lnTo>
                  <a:pt x="10585" y="17325"/>
                </a:lnTo>
                <a:lnTo>
                  <a:pt x="10610" y="17325"/>
                </a:lnTo>
                <a:lnTo>
                  <a:pt x="10780" y="17301"/>
                </a:lnTo>
                <a:lnTo>
                  <a:pt x="10950" y="17252"/>
                </a:lnTo>
                <a:lnTo>
                  <a:pt x="11096" y="17179"/>
                </a:lnTo>
                <a:lnTo>
                  <a:pt x="11242" y="17082"/>
                </a:lnTo>
                <a:lnTo>
                  <a:pt x="11388" y="17155"/>
                </a:lnTo>
                <a:lnTo>
                  <a:pt x="11534" y="17179"/>
                </a:lnTo>
                <a:lnTo>
                  <a:pt x="11705" y="17204"/>
                </a:lnTo>
                <a:lnTo>
                  <a:pt x="11875" y="17204"/>
                </a:lnTo>
                <a:lnTo>
                  <a:pt x="12216" y="17179"/>
                </a:lnTo>
                <a:lnTo>
                  <a:pt x="12508" y="17155"/>
                </a:lnTo>
                <a:lnTo>
                  <a:pt x="12897" y="17179"/>
                </a:lnTo>
                <a:lnTo>
                  <a:pt x="13067" y="17179"/>
                </a:lnTo>
                <a:lnTo>
                  <a:pt x="13262" y="17228"/>
                </a:lnTo>
                <a:lnTo>
                  <a:pt x="13432" y="17277"/>
                </a:lnTo>
                <a:lnTo>
                  <a:pt x="13554" y="17374"/>
                </a:lnTo>
                <a:lnTo>
                  <a:pt x="13676" y="17496"/>
                </a:lnTo>
                <a:lnTo>
                  <a:pt x="13773" y="17617"/>
                </a:lnTo>
                <a:lnTo>
                  <a:pt x="13530" y="17593"/>
                </a:lnTo>
                <a:lnTo>
                  <a:pt x="12556" y="17593"/>
                </a:lnTo>
                <a:lnTo>
                  <a:pt x="11826" y="17642"/>
                </a:lnTo>
                <a:lnTo>
                  <a:pt x="10366" y="17715"/>
                </a:lnTo>
                <a:lnTo>
                  <a:pt x="9637" y="17739"/>
                </a:lnTo>
                <a:lnTo>
                  <a:pt x="8907" y="17763"/>
                </a:lnTo>
                <a:lnTo>
                  <a:pt x="7763" y="17788"/>
                </a:lnTo>
                <a:lnTo>
                  <a:pt x="6644" y="17788"/>
                </a:lnTo>
                <a:lnTo>
                  <a:pt x="6181" y="17739"/>
                </a:lnTo>
                <a:lnTo>
                  <a:pt x="5816" y="17715"/>
                </a:lnTo>
                <a:lnTo>
                  <a:pt x="5500" y="17690"/>
                </a:lnTo>
                <a:lnTo>
                  <a:pt x="5597" y="17544"/>
                </a:lnTo>
                <a:lnTo>
                  <a:pt x="5743" y="17447"/>
                </a:lnTo>
                <a:lnTo>
                  <a:pt x="5865" y="17350"/>
                </a:lnTo>
                <a:lnTo>
                  <a:pt x="6035" y="17277"/>
                </a:lnTo>
                <a:lnTo>
                  <a:pt x="6206" y="17228"/>
                </a:lnTo>
                <a:lnTo>
                  <a:pt x="6376" y="17179"/>
                </a:lnTo>
                <a:lnTo>
                  <a:pt x="6765" y="17155"/>
                </a:lnTo>
                <a:lnTo>
                  <a:pt x="7057" y="17179"/>
                </a:lnTo>
                <a:lnTo>
                  <a:pt x="7374" y="17204"/>
                </a:lnTo>
                <a:lnTo>
                  <a:pt x="7544" y="17179"/>
                </a:lnTo>
                <a:lnTo>
                  <a:pt x="7690" y="17179"/>
                </a:lnTo>
                <a:lnTo>
                  <a:pt x="7836" y="17131"/>
                </a:lnTo>
                <a:lnTo>
                  <a:pt x="7958" y="17058"/>
                </a:lnTo>
                <a:lnTo>
                  <a:pt x="7982" y="17009"/>
                </a:lnTo>
                <a:lnTo>
                  <a:pt x="8055" y="17033"/>
                </a:lnTo>
                <a:lnTo>
                  <a:pt x="8128" y="17033"/>
                </a:lnTo>
                <a:lnTo>
                  <a:pt x="8177" y="17009"/>
                </a:lnTo>
                <a:lnTo>
                  <a:pt x="8225" y="16960"/>
                </a:lnTo>
                <a:lnTo>
                  <a:pt x="8274" y="16887"/>
                </a:lnTo>
                <a:lnTo>
                  <a:pt x="8298" y="16766"/>
                </a:lnTo>
                <a:lnTo>
                  <a:pt x="8298" y="16668"/>
                </a:lnTo>
                <a:lnTo>
                  <a:pt x="8298" y="16620"/>
                </a:lnTo>
                <a:lnTo>
                  <a:pt x="8274" y="16595"/>
                </a:lnTo>
                <a:lnTo>
                  <a:pt x="8298" y="16303"/>
                </a:lnTo>
                <a:lnTo>
                  <a:pt x="8298" y="15768"/>
                </a:lnTo>
                <a:lnTo>
                  <a:pt x="8298" y="15233"/>
                </a:lnTo>
                <a:lnTo>
                  <a:pt x="8298" y="14965"/>
                </a:lnTo>
                <a:lnTo>
                  <a:pt x="8323" y="14649"/>
                </a:lnTo>
                <a:lnTo>
                  <a:pt x="8323" y="14333"/>
                </a:lnTo>
                <a:lnTo>
                  <a:pt x="8323" y="14187"/>
                </a:lnTo>
                <a:lnTo>
                  <a:pt x="8298" y="14065"/>
                </a:lnTo>
                <a:lnTo>
                  <a:pt x="9101" y="14041"/>
                </a:lnTo>
                <a:lnTo>
                  <a:pt x="9101" y="14041"/>
                </a:lnTo>
                <a:lnTo>
                  <a:pt x="8980" y="14138"/>
                </a:lnTo>
                <a:lnTo>
                  <a:pt x="8834" y="14260"/>
                </a:lnTo>
                <a:lnTo>
                  <a:pt x="8688" y="14406"/>
                </a:lnTo>
                <a:lnTo>
                  <a:pt x="8663" y="14454"/>
                </a:lnTo>
                <a:lnTo>
                  <a:pt x="8639" y="14503"/>
                </a:lnTo>
                <a:lnTo>
                  <a:pt x="8615" y="14600"/>
                </a:lnTo>
                <a:lnTo>
                  <a:pt x="8615" y="14649"/>
                </a:lnTo>
                <a:lnTo>
                  <a:pt x="8639" y="14673"/>
                </a:lnTo>
                <a:lnTo>
                  <a:pt x="8761" y="14673"/>
                </a:lnTo>
                <a:lnTo>
                  <a:pt x="8858" y="14649"/>
                </a:lnTo>
                <a:lnTo>
                  <a:pt x="9028" y="14527"/>
                </a:lnTo>
                <a:lnTo>
                  <a:pt x="9199" y="14406"/>
                </a:lnTo>
                <a:lnTo>
                  <a:pt x="9466" y="14235"/>
                </a:lnTo>
                <a:lnTo>
                  <a:pt x="9710" y="14016"/>
                </a:lnTo>
                <a:lnTo>
                  <a:pt x="9953" y="14016"/>
                </a:lnTo>
                <a:lnTo>
                  <a:pt x="9734" y="14211"/>
                </a:lnTo>
                <a:lnTo>
                  <a:pt x="9539" y="14406"/>
                </a:lnTo>
                <a:lnTo>
                  <a:pt x="9345" y="14625"/>
                </a:lnTo>
                <a:lnTo>
                  <a:pt x="9199" y="14868"/>
                </a:lnTo>
                <a:lnTo>
                  <a:pt x="9199" y="14892"/>
                </a:lnTo>
                <a:lnTo>
                  <a:pt x="9199" y="14917"/>
                </a:lnTo>
                <a:lnTo>
                  <a:pt x="9223" y="14941"/>
                </a:lnTo>
                <a:lnTo>
                  <a:pt x="9272" y="14941"/>
                </a:lnTo>
                <a:lnTo>
                  <a:pt x="9393" y="14892"/>
                </a:lnTo>
                <a:lnTo>
                  <a:pt x="9515" y="14844"/>
                </a:lnTo>
                <a:lnTo>
                  <a:pt x="9758" y="14698"/>
                </a:lnTo>
                <a:lnTo>
                  <a:pt x="10196" y="14357"/>
                </a:lnTo>
                <a:lnTo>
                  <a:pt x="10464" y="14235"/>
                </a:lnTo>
                <a:lnTo>
                  <a:pt x="10658" y="14138"/>
                </a:lnTo>
                <a:lnTo>
                  <a:pt x="10804" y="14016"/>
                </a:lnTo>
                <a:close/>
                <a:moveTo>
                  <a:pt x="6936" y="1"/>
                </a:moveTo>
                <a:lnTo>
                  <a:pt x="5914" y="74"/>
                </a:lnTo>
                <a:lnTo>
                  <a:pt x="4892" y="147"/>
                </a:lnTo>
                <a:lnTo>
                  <a:pt x="3870" y="268"/>
                </a:lnTo>
                <a:lnTo>
                  <a:pt x="2945" y="366"/>
                </a:lnTo>
                <a:lnTo>
                  <a:pt x="2483" y="390"/>
                </a:lnTo>
                <a:lnTo>
                  <a:pt x="1680" y="390"/>
                </a:lnTo>
                <a:lnTo>
                  <a:pt x="1339" y="317"/>
                </a:lnTo>
                <a:lnTo>
                  <a:pt x="658" y="195"/>
                </a:lnTo>
                <a:lnTo>
                  <a:pt x="634" y="147"/>
                </a:lnTo>
                <a:lnTo>
                  <a:pt x="585" y="122"/>
                </a:lnTo>
                <a:lnTo>
                  <a:pt x="512" y="98"/>
                </a:lnTo>
                <a:lnTo>
                  <a:pt x="463" y="98"/>
                </a:lnTo>
                <a:lnTo>
                  <a:pt x="390" y="122"/>
                </a:lnTo>
                <a:lnTo>
                  <a:pt x="342" y="147"/>
                </a:lnTo>
                <a:lnTo>
                  <a:pt x="317" y="220"/>
                </a:lnTo>
                <a:lnTo>
                  <a:pt x="293" y="293"/>
                </a:lnTo>
                <a:lnTo>
                  <a:pt x="244" y="1169"/>
                </a:lnTo>
                <a:lnTo>
                  <a:pt x="220" y="2069"/>
                </a:lnTo>
                <a:lnTo>
                  <a:pt x="196" y="3821"/>
                </a:lnTo>
                <a:lnTo>
                  <a:pt x="171" y="4794"/>
                </a:lnTo>
                <a:lnTo>
                  <a:pt x="123" y="5768"/>
                </a:lnTo>
                <a:lnTo>
                  <a:pt x="25" y="7690"/>
                </a:lnTo>
                <a:lnTo>
                  <a:pt x="1" y="8614"/>
                </a:lnTo>
                <a:lnTo>
                  <a:pt x="1" y="9539"/>
                </a:lnTo>
                <a:lnTo>
                  <a:pt x="25" y="11364"/>
                </a:lnTo>
                <a:lnTo>
                  <a:pt x="1" y="11997"/>
                </a:lnTo>
                <a:lnTo>
                  <a:pt x="1" y="12362"/>
                </a:lnTo>
                <a:lnTo>
                  <a:pt x="25" y="12702"/>
                </a:lnTo>
                <a:lnTo>
                  <a:pt x="50" y="13067"/>
                </a:lnTo>
                <a:lnTo>
                  <a:pt x="123" y="13408"/>
                </a:lnTo>
                <a:lnTo>
                  <a:pt x="244" y="13700"/>
                </a:lnTo>
                <a:lnTo>
                  <a:pt x="317" y="13846"/>
                </a:lnTo>
                <a:lnTo>
                  <a:pt x="390" y="13968"/>
                </a:lnTo>
                <a:lnTo>
                  <a:pt x="463" y="14065"/>
                </a:lnTo>
                <a:lnTo>
                  <a:pt x="561" y="14089"/>
                </a:lnTo>
                <a:lnTo>
                  <a:pt x="634" y="14089"/>
                </a:lnTo>
                <a:lnTo>
                  <a:pt x="731" y="14065"/>
                </a:lnTo>
                <a:lnTo>
                  <a:pt x="901" y="14138"/>
                </a:lnTo>
                <a:lnTo>
                  <a:pt x="1072" y="14162"/>
                </a:lnTo>
                <a:lnTo>
                  <a:pt x="1412" y="14211"/>
                </a:lnTo>
                <a:lnTo>
                  <a:pt x="2093" y="14260"/>
                </a:lnTo>
                <a:lnTo>
                  <a:pt x="2726" y="14308"/>
                </a:lnTo>
                <a:lnTo>
                  <a:pt x="3334" y="14308"/>
                </a:lnTo>
                <a:lnTo>
                  <a:pt x="3943" y="14284"/>
                </a:lnTo>
                <a:lnTo>
                  <a:pt x="4551" y="14260"/>
                </a:lnTo>
                <a:lnTo>
                  <a:pt x="7958" y="14089"/>
                </a:lnTo>
                <a:lnTo>
                  <a:pt x="7958" y="14089"/>
                </a:lnTo>
                <a:lnTo>
                  <a:pt x="7909" y="14211"/>
                </a:lnTo>
                <a:lnTo>
                  <a:pt x="7885" y="14357"/>
                </a:lnTo>
                <a:lnTo>
                  <a:pt x="7860" y="14673"/>
                </a:lnTo>
                <a:lnTo>
                  <a:pt x="7860" y="15233"/>
                </a:lnTo>
                <a:lnTo>
                  <a:pt x="7860" y="15768"/>
                </a:lnTo>
                <a:lnTo>
                  <a:pt x="7836" y="16303"/>
                </a:lnTo>
                <a:lnTo>
                  <a:pt x="7812" y="16547"/>
                </a:lnTo>
                <a:lnTo>
                  <a:pt x="7812" y="16668"/>
                </a:lnTo>
                <a:lnTo>
                  <a:pt x="7812" y="16790"/>
                </a:lnTo>
                <a:lnTo>
                  <a:pt x="7666" y="16741"/>
                </a:lnTo>
                <a:lnTo>
                  <a:pt x="7471" y="16693"/>
                </a:lnTo>
                <a:lnTo>
                  <a:pt x="7276" y="16693"/>
                </a:lnTo>
                <a:lnTo>
                  <a:pt x="7057" y="16668"/>
                </a:lnTo>
                <a:lnTo>
                  <a:pt x="6644" y="16693"/>
                </a:lnTo>
                <a:lnTo>
                  <a:pt x="6303" y="16741"/>
                </a:lnTo>
                <a:lnTo>
                  <a:pt x="6060" y="16790"/>
                </a:lnTo>
                <a:lnTo>
                  <a:pt x="5841" y="16863"/>
                </a:lnTo>
                <a:lnTo>
                  <a:pt x="5646" y="16936"/>
                </a:lnTo>
                <a:lnTo>
                  <a:pt x="5451" y="17058"/>
                </a:lnTo>
                <a:lnTo>
                  <a:pt x="5281" y="17204"/>
                </a:lnTo>
                <a:lnTo>
                  <a:pt x="5135" y="17374"/>
                </a:lnTo>
                <a:lnTo>
                  <a:pt x="5038" y="17569"/>
                </a:lnTo>
                <a:lnTo>
                  <a:pt x="4940" y="17812"/>
                </a:lnTo>
                <a:lnTo>
                  <a:pt x="4940" y="17885"/>
                </a:lnTo>
                <a:lnTo>
                  <a:pt x="4940" y="17958"/>
                </a:lnTo>
                <a:lnTo>
                  <a:pt x="4989" y="18031"/>
                </a:lnTo>
                <a:lnTo>
                  <a:pt x="5038" y="18055"/>
                </a:lnTo>
                <a:lnTo>
                  <a:pt x="5111" y="18080"/>
                </a:lnTo>
                <a:lnTo>
                  <a:pt x="5184" y="18080"/>
                </a:lnTo>
                <a:lnTo>
                  <a:pt x="5257" y="18055"/>
                </a:lnTo>
                <a:lnTo>
                  <a:pt x="5330" y="18007"/>
                </a:lnTo>
                <a:lnTo>
                  <a:pt x="5451" y="18080"/>
                </a:lnTo>
                <a:lnTo>
                  <a:pt x="5597" y="18128"/>
                </a:lnTo>
                <a:lnTo>
                  <a:pt x="5743" y="18177"/>
                </a:lnTo>
                <a:lnTo>
                  <a:pt x="5914" y="18201"/>
                </a:lnTo>
                <a:lnTo>
                  <a:pt x="6254" y="18226"/>
                </a:lnTo>
                <a:lnTo>
                  <a:pt x="6498" y="18226"/>
                </a:lnTo>
                <a:lnTo>
                  <a:pt x="7082" y="18250"/>
                </a:lnTo>
                <a:lnTo>
                  <a:pt x="7641" y="18250"/>
                </a:lnTo>
                <a:lnTo>
                  <a:pt x="8785" y="18226"/>
                </a:lnTo>
                <a:lnTo>
                  <a:pt x="10147" y="18201"/>
                </a:lnTo>
                <a:lnTo>
                  <a:pt x="11486" y="18128"/>
                </a:lnTo>
                <a:lnTo>
                  <a:pt x="12994" y="18080"/>
                </a:lnTo>
                <a:lnTo>
                  <a:pt x="13238" y="18080"/>
                </a:lnTo>
                <a:lnTo>
                  <a:pt x="13505" y="18104"/>
                </a:lnTo>
                <a:lnTo>
                  <a:pt x="13773" y="18080"/>
                </a:lnTo>
                <a:lnTo>
                  <a:pt x="13919" y="18080"/>
                </a:lnTo>
                <a:lnTo>
                  <a:pt x="14016" y="18031"/>
                </a:lnTo>
                <a:lnTo>
                  <a:pt x="14089" y="18080"/>
                </a:lnTo>
                <a:lnTo>
                  <a:pt x="14235" y="18080"/>
                </a:lnTo>
                <a:lnTo>
                  <a:pt x="14284" y="18055"/>
                </a:lnTo>
                <a:lnTo>
                  <a:pt x="14333" y="18007"/>
                </a:lnTo>
                <a:lnTo>
                  <a:pt x="14381" y="17958"/>
                </a:lnTo>
                <a:lnTo>
                  <a:pt x="14406" y="17885"/>
                </a:lnTo>
                <a:lnTo>
                  <a:pt x="14381" y="17812"/>
                </a:lnTo>
                <a:lnTo>
                  <a:pt x="14308" y="17569"/>
                </a:lnTo>
                <a:lnTo>
                  <a:pt x="14211" y="17374"/>
                </a:lnTo>
                <a:lnTo>
                  <a:pt x="14065" y="17179"/>
                </a:lnTo>
                <a:lnTo>
                  <a:pt x="13895" y="17033"/>
                </a:lnTo>
                <a:lnTo>
                  <a:pt x="13700" y="16912"/>
                </a:lnTo>
                <a:lnTo>
                  <a:pt x="13505" y="16814"/>
                </a:lnTo>
                <a:lnTo>
                  <a:pt x="13262" y="16741"/>
                </a:lnTo>
                <a:lnTo>
                  <a:pt x="13043" y="16693"/>
                </a:lnTo>
                <a:lnTo>
                  <a:pt x="12581" y="16693"/>
                </a:lnTo>
                <a:lnTo>
                  <a:pt x="12118" y="16766"/>
                </a:lnTo>
                <a:lnTo>
                  <a:pt x="11802" y="16790"/>
                </a:lnTo>
                <a:lnTo>
                  <a:pt x="11486" y="16814"/>
                </a:lnTo>
                <a:lnTo>
                  <a:pt x="11461" y="16620"/>
                </a:lnTo>
                <a:lnTo>
                  <a:pt x="11510" y="16571"/>
                </a:lnTo>
                <a:lnTo>
                  <a:pt x="11534" y="16498"/>
                </a:lnTo>
                <a:lnTo>
                  <a:pt x="11534" y="16449"/>
                </a:lnTo>
                <a:lnTo>
                  <a:pt x="11486" y="16425"/>
                </a:lnTo>
                <a:lnTo>
                  <a:pt x="11437" y="16401"/>
                </a:lnTo>
                <a:lnTo>
                  <a:pt x="11437" y="15939"/>
                </a:lnTo>
                <a:lnTo>
                  <a:pt x="11461" y="15501"/>
                </a:lnTo>
                <a:lnTo>
                  <a:pt x="11534" y="14746"/>
                </a:lnTo>
                <a:lnTo>
                  <a:pt x="11534" y="14381"/>
                </a:lnTo>
                <a:lnTo>
                  <a:pt x="11510" y="14187"/>
                </a:lnTo>
                <a:lnTo>
                  <a:pt x="11461" y="14016"/>
                </a:lnTo>
                <a:lnTo>
                  <a:pt x="14576" y="14016"/>
                </a:lnTo>
                <a:lnTo>
                  <a:pt x="15136" y="14041"/>
                </a:lnTo>
                <a:lnTo>
                  <a:pt x="15720" y="14089"/>
                </a:lnTo>
                <a:lnTo>
                  <a:pt x="16839" y="14211"/>
                </a:lnTo>
                <a:lnTo>
                  <a:pt x="17423" y="14260"/>
                </a:lnTo>
                <a:lnTo>
                  <a:pt x="17982" y="14260"/>
                </a:lnTo>
                <a:lnTo>
                  <a:pt x="18542" y="14235"/>
                </a:lnTo>
                <a:lnTo>
                  <a:pt x="18834" y="14211"/>
                </a:lnTo>
                <a:lnTo>
                  <a:pt x="19102" y="14138"/>
                </a:lnTo>
                <a:lnTo>
                  <a:pt x="19199" y="14114"/>
                </a:lnTo>
                <a:lnTo>
                  <a:pt x="19272" y="14041"/>
                </a:lnTo>
                <a:lnTo>
                  <a:pt x="19296" y="13968"/>
                </a:lnTo>
                <a:lnTo>
                  <a:pt x="19272" y="13870"/>
                </a:lnTo>
                <a:lnTo>
                  <a:pt x="19272" y="13773"/>
                </a:lnTo>
                <a:lnTo>
                  <a:pt x="19150" y="13043"/>
                </a:lnTo>
                <a:lnTo>
                  <a:pt x="19248" y="12921"/>
                </a:lnTo>
                <a:lnTo>
                  <a:pt x="19248" y="12873"/>
                </a:lnTo>
                <a:lnTo>
                  <a:pt x="19248" y="12824"/>
                </a:lnTo>
                <a:lnTo>
                  <a:pt x="19223" y="12800"/>
                </a:lnTo>
                <a:lnTo>
                  <a:pt x="19102" y="12800"/>
                </a:lnTo>
                <a:lnTo>
                  <a:pt x="19053" y="12337"/>
                </a:lnTo>
                <a:lnTo>
                  <a:pt x="19029" y="11875"/>
                </a:lnTo>
                <a:lnTo>
                  <a:pt x="18980" y="10926"/>
                </a:lnTo>
                <a:lnTo>
                  <a:pt x="18980" y="10001"/>
                </a:lnTo>
                <a:lnTo>
                  <a:pt x="19004" y="9052"/>
                </a:lnTo>
                <a:lnTo>
                  <a:pt x="19004" y="8955"/>
                </a:lnTo>
                <a:lnTo>
                  <a:pt x="19077" y="7203"/>
                </a:lnTo>
                <a:lnTo>
                  <a:pt x="19150" y="5549"/>
                </a:lnTo>
                <a:lnTo>
                  <a:pt x="19175" y="3894"/>
                </a:lnTo>
                <a:lnTo>
                  <a:pt x="19223" y="2385"/>
                </a:lnTo>
                <a:lnTo>
                  <a:pt x="19248" y="1607"/>
                </a:lnTo>
                <a:lnTo>
                  <a:pt x="19223" y="1242"/>
                </a:lnTo>
                <a:lnTo>
                  <a:pt x="19199" y="852"/>
                </a:lnTo>
                <a:lnTo>
                  <a:pt x="19248" y="804"/>
                </a:lnTo>
                <a:lnTo>
                  <a:pt x="19272" y="755"/>
                </a:lnTo>
                <a:lnTo>
                  <a:pt x="19296" y="682"/>
                </a:lnTo>
                <a:lnTo>
                  <a:pt x="19296" y="609"/>
                </a:lnTo>
                <a:lnTo>
                  <a:pt x="19272" y="560"/>
                </a:lnTo>
                <a:lnTo>
                  <a:pt x="19223" y="512"/>
                </a:lnTo>
                <a:lnTo>
                  <a:pt x="19175" y="463"/>
                </a:lnTo>
                <a:lnTo>
                  <a:pt x="19102" y="439"/>
                </a:lnTo>
                <a:lnTo>
                  <a:pt x="18493" y="317"/>
                </a:lnTo>
                <a:lnTo>
                  <a:pt x="17885" y="268"/>
                </a:lnTo>
                <a:lnTo>
                  <a:pt x="17277" y="244"/>
                </a:lnTo>
                <a:lnTo>
                  <a:pt x="16644" y="244"/>
                </a:lnTo>
                <a:lnTo>
                  <a:pt x="15403" y="293"/>
                </a:lnTo>
                <a:lnTo>
                  <a:pt x="14187" y="293"/>
                </a:lnTo>
                <a:lnTo>
                  <a:pt x="12629" y="220"/>
                </a:lnTo>
                <a:lnTo>
                  <a:pt x="11072" y="122"/>
                </a:lnTo>
                <a:lnTo>
                  <a:pt x="9515" y="49"/>
                </a:lnTo>
                <a:lnTo>
                  <a:pt x="7958" y="1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4"/>
          <p:cNvSpPr/>
          <p:nvPr/>
        </p:nvSpPr>
        <p:spPr>
          <a:xfrm>
            <a:off x="6882769" y="2564325"/>
            <a:ext cx="182738" cy="136250"/>
          </a:xfrm>
          <a:custGeom>
            <a:rect b="b" l="l" r="r" t="t"/>
            <a:pathLst>
              <a:path extrusionOk="0" h="13822" w="17690">
                <a:moveTo>
                  <a:pt x="4867" y="2166"/>
                </a:moveTo>
                <a:lnTo>
                  <a:pt x="5694" y="2215"/>
                </a:lnTo>
                <a:lnTo>
                  <a:pt x="6497" y="2263"/>
                </a:lnTo>
                <a:lnTo>
                  <a:pt x="7568" y="2288"/>
                </a:lnTo>
                <a:lnTo>
                  <a:pt x="8638" y="2312"/>
                </a:lnTo>
                <a:lnTo>
                  <a:pt x="10755" y="2312"/>
                </a:lnTo>
                <a:lnTo>
                  <a:pt x="11826" y="2361"/>
                </a:lnTo>
                <a:lnTo>
                  <a:pt x="12896" y="2434"/>
                </a:lnTo>
                <a:lnTo>
                  <a:pt x="13967" y="2507"/>
                </a:lnTo>
                <a:lnTo>
                  <a:pt x="15013" y="2555"/>
                </a:lnTo>
                <a:lnTo>
                  <a:pt x="15841" y="2531"/>
                </a:lnTo>
                <a:lnTo>
                  <a:pt x="16644" y="2531"/>
                </a:lnTo>
                <a:lnTo>
                  <a:pt x="16838" y="2555"/>
                </a:lnTo>
                <a:lnTo>
                  <a:pt x="17033" y="2604"/>
                </a:lnTo>
                <a:lnTo>
                  <a:pt x="17106" y="2628"/>
                </a:lnTo>
                <a:lnTo>
                  <a:pt x="17179" y="2701"/>
                </a:lnTo>
                <a:lnTo>
                  <a:pt x="17228" y="2774"/>
                </a:lnTo>
                <a:lnTo>
                  <a:pt x="17252" y="2872"/>
                </a:lnTo>
                <a:lnTo>
                  <a:pt x="17252" y="2872"/>
                </a:lnTo>
                <a:lnTo>
                  <a:pt x="16863" y="2799"/>
                </a:lnTo>
                <a:lnTo>
                  <a:pt x="16473" y="2774"/>
                </a:lnTo>
                <a:lnTo>
                  <a:pt x="16084" y="2750"/>
                </a:lnTo>
                <a:lnTo>
                  <a:pt x="15695" y="2726"/>
                </a:lnTo>
                <a:lnTo>
                  <a:pt x="14892" y="2726"/>
                </a:lnTo>
                <a:lnTo>
                  <a:pt x="14113" y="2750"/>
                </a:lnTo>
                <a:lnTo>
                  <a:pt x="12239" y="2750"/>
                </a:lnTo>
                <a:lnTo>
                  <a:pt x="10390" y="2726"/>
                </a:lnTo>
                <a:lnTo>
                  <a:pt x="9466" y="2677"/>
                </a:lnTo>
                <a:lnTo>
                  <a:pt x="8541" y="2653"/>
                </a:lnTo>
                <a:lnTo>
                  <a:pt x="7641" y="2604"/>
                </a:lnTo>
                <a:lnTo>
                  <a:pt x="6716" y="2580"/>
                </a:lnTo>
                <a:lnTo>
                  <a:pt x="5207" y="2555"/>
                </a:lnTo>
                <a:lnTo>
                  <a:pt x="5013" y="2555"/>
                </a:lnTo>
                <a:lnTo>
                  <a:pt x="4818" y="2580"/>
                </a:lnTo>
                <a:lnTo>
                  <a:pt x="4648" y="2628"/>
                </a:lnTo>
                <a:lnTo>
                  <a:pt x="4477" y="2701"/>
                </a:lnTo>
                <a:lnTo>
                  <a:pt x="4356" y="2239"/>
                </a:lnTo>
                <a:lnTo>
                  <a:pt x="4380" y="2215"/>
                </a:lnTo>
                <a:lnTo>
                  <a:pt x="4404" y="2215"/>
                </a:lnTo>
                <a:lnTo>
                  <a:pt x="4550" y="2166"/>
                </a:lnTo>
                <a:close/>
                <a:moveTo>
                  <a:pt x="15330" y="3163"/>
                </a:moveTo>
                <a:lnTo>
                  <a:pt x="16230" y="3188"/>
                </a:lnTo>
                <a:lnTo>
                  <a:pt x="16035" y="3577"/>
                </a:lnTo>
                <a:lnTo>
                  <a:pt x="15524" y="3577"/>
                </a:lnTo>
                <a:lnTo>
                  <a:pt x="15135" y="3601"/>
                </a:lnTo>
                <a:lnTo>
                  <a:pt x="15232" y="3334"/>
                </a:lnTo>
                <a:lnTo>
                  <a:pt x="15330" y="3163"/>
                </a:lnTo>
                <a:close/>
                <a:moveTo>
                  <a:pt x="16425" y="3212"/>
                </a:moveTo>
                <a:lnTo>
                  <a:pt x="17179" y="3261"/>
                </a:lnTo>
                <a:lnTo>
                  <a:pt x="17155" y="3285"/>
                </a:lnTo>
                <a:lnTo>
                  <a:pt x="17106" y="3382"/>
                </a:lnTo>
                <a:lnTo>
                  <a:pt x="16984" y="3577"/>
                </a:lnTo>
                <a:lnTo>
                  <a:pt x="16522" y="3601"/>
                </a:lnTo>
                <a:lnTo>
                  <a:pt x="16352" y="3577"/>
                </a:lnTo>
                <a:lnTo>
                  <a:pt x="16400" y="3382"/>
                </a:lnTo>
                <a:lnTo>
                  <a:pt x="16425" y="3212"/>
                </a:lnTo>
                <a:close/>
                <a:moveTo>
                  <a:pt x="15038" y="3139"/>
                </a:moveTo>
                <a:lnTo>
                  <a:pt x="14940" y="3334"/>
                </a:lnTo>
                <a:lnTo>
                  <a:pt x="14843" y="3504"/>
                </a:lnTo>
                <a:lnTo>
                  <a:pt x="14794" y="3601"/>
                </a:lnTo>
                <a:lnTo>
                  <a:pt x="13894" y="3650"/>
                </a:lnTo>
                <a:lnTo>
                  <a:pt x="13943" y="3407"/>
                </a:lnTo>
                <a:lnTo>
                  <a:pt x="13943" y="3139"/>
                </a:lnTo>
                <a:close/>
                <a:moveTo>
                  <a:pt x="14575" y="4064"/>
                </a:moveTo>
                <a:lnTo>
                  <a:pt x="14308" y="4623"/>
                </a:lnTo>
                <a:lnTo>
                  <a:pt x="13602" y="4623"/>
                </a:lnTo>
                <a:lnTo>
                  <a:pt x="13724" y="4356"/>
                </a:lnTo>
                <a:lnTo>
                  <a:pt x="13797" y="4064"/>
                </a:lnTo>
                <a:close/>
                <a:moveTo>
                  <a:pt x="15524" y="3991"/>
                </a:moveTo>
                <a:lnTo>
                  <a:pt x="15816" y="4015"/>
                </a:lnTo>
                <a:lnTo>
                  <a:pt x="15670" y="4283"/>
                </a:lnTo>
                <a:lnTo>
                  <a:pt x="15451" y="4648"/>
                </a:lnTo>
                <a:lnTo>
                  <a:pt x="14916" y="4648"/>
                </a:lnTo>
                <a:lnTo>
                  <a:pt x="14673" y="4623"/>
                </a:lnTo>
                <a:lnTo>
                  <a:pt x="14965" y="4039"/>
                </a:lnTo>
                <a:lnTo>
                  <a:pt x="15524" y="3991"/>
                </a:lnTo>
                <a:close/>
                <a:moveTo>
                  <a:pt x="16741" y="4039"/>
                </a:moveTo>
                <a:lnTo>
                  <a:pt x="16425" y="4648"/>
                </a:lnTo>
                <a:lnTo>
                  <a:pt x="15816" y="4648"/>
                </a:lnTo>
                <a:lnTo>
                  <a:pt x="16011" y="4307"/>
                </a:lnTo>
                <a:lnTo>
                  <a:pt x="16157" y="4039"/>
                </a:lnTo>
                <a:lnTo>
                  <a:pt x="16449" y="4064"/>
                </a:lnTo>
                <a:lnTo>
                  <a:pt x="16741" y="4039"/>
                </a:lnTo>
                <a:close/>
                <a:moveTo>
                  <a:pt x="14916" y="4988"/>
                </a:moveTo>
                <a:lnTo>
                  <a:pt x="15208" y="5013"/>
                </a:lnTo>
                <a:lnTo>
                  <a:pt x="14965" y="5426"/>
                </a:lnTo>
                <a:lnTo>
                  <a:pt x="14259" y="5426"/>
                </a:lnTo>
                <a:lnTo>
                  <a:pt x="14502" y="4988"/>
                </a:lnTo>
                <a:close/>
                <a:moveTo>
                  <a:pt x="13480" y="4964"/>
                </a:moveTo>
                <a:lnTo>
                  <a:pt x="14113" y="4988"/>
                </a:lnTo>
                <a:lnTo>
                  <a:pt x="13918" y="5378"/>
                </a:lnTo>
                <a:lnTo>
                  <a:pt x="13894" y="5426"/>
                </a:lnTo>
                <a:lnTo>
                  <a:pt x="13578" y="5426"/>
                </a:lnTo>
                <a:lnTo>
                  <a:pt x="13261" y="5451"/>
                </a:lnTo>
                <a:lnTo>
                  <a:pt x="13261" y="5451"/>
                </a:lnTo>
                <a:lnTo>
                  <a:pt x="13480" y="4964"/>
                </a:lnTo>
                <a:close/>
                <a:moveTo>
                  <a:pt x="16206" y="5037"/>
                </a:moveTo>
                <a:lnTo>
                  <a:pt x="15987" y="5451"/>
                </a:lnTo>
                <a:lnTo>
                  <a:pt x="15670" y="5402"/>
                </a:lnTo>
                <a:lnTo>
                  <a:pt x="15354" y="5402"/>
                </a:lnTo>
                <a:lnTo>
                  <a:pt x="15573" y="5037"/>
                </a:lnTo>
                <a:close/>
                <a:moveTo>
                  <a:pt x="15135" y="5816"/>
                </a:moveTo>
                <a:lnTo>
                  <a:pt x="15768" y="5840"/>
                </a:lnTo>
                <a:lnTo>
                  <a:pt x="15549" y="6278"/>
                </a:lnTo>
                <a:lnTo>
                  <a:pt x="15208" y="6278"/>
                </a:lnTo>
                <a:lnTo>
                  <a:pt x="14892" y="6327"/>
                </a:lnTo>
                <a:lnTo>
                  <a:pt x="15135" y="5816"/>
                </a:lnTo>
                <a:close/>
                <a:moveTo>
                  <a:pt x="14259" y="5791"/>
                </a:moveTo>
                <a:lnTo>
                  <a:pt x="14770" y="5816"/>
                </a:lnTo>
                <a:lnTo>
                  <a:pt x="14478" y="6351"/>
                </a:lnTo>
                <a:lnTo>
                  <a:pt x="13845" y="6351"/>
                </a:lnTo>
                <a:lnTo>
                  <a:pt x="13943" y="6083"/>
                </a:lnTo>
                <a:lnTo>
                  <a:pt x="14064" y="5840"/>
                </a:lnTo>
                <a:lnTo>
                  <a:pt x="14089" y="5791"/>
                </a:lnTo>
                <a:close/>
                <a:moveTo>
                  <a:pt x="13164" y="5694"/>
                </a:moveTo>
                <a:lnTo>
                  <a:pt x="13432" y="5743"/>
                </a:lnTo>
                <a:lnTo>
                  <a:pt x="13724" y="5767"/>
                </a:lnTo>
                <a:lnTo>
                  <a:pt x="13456" y="6327"/>
                </a:lnTo>
                <a:lnTo>
                  <a:pt x="13188" y="6351"/>
                </a:lnTo>
                <a:lnTo>
                  <a:pt x="12896" y="6400"/>
                </a:lnTo>
                <a:lnTo>
                  <a:pt x="13164" y="5694"/>
                </a:lnTo>
                <a:close/>
                <a:moveTo>
                  <a:pt x="15378" y="6594"/>
                </a:moveTo>
                <a:lnTo>
                  <a:pt x="15257" y="6838"/>
                </a:lnTo>
                <a:lnTo>
                  <a:pt x="15159" y="6862"/>
                </a:lnTo>
                <a:lnTo>
                  <a:pt x="14892" y="6911"/>
                </a:lnTo>
                <a:lnTo>
                  <a:pt x="14624" y="6935"/>
                </a:lnTo>
                <a:lnTo>
                  <a:pt x="14600" y="6935"/>
                </a:lnTo>
                <a:lnTo>
                  <a:pt x="14746" y="6643"/>
                </a:lnTo>
                <a:lnTo>
                  <a:pt x="15208" y="6594"/>
                </a:lnTo>
                <a:close/>
                <a:moveTo>
                  <a:pt x="15038" y="7349"/>
                </a:moveTo>
                <a:lnTo>
                  <a:pt x="14916" y="7592"/>
                </a:lnTo>
                <a:lnTo>
                  <a:pt x="14794" y="7811"/>
                </a:lnTo>
                <a:lnTo>
                  <a:pt x="14162" y="7811"/>
                </a:lnTo>
                <a:lnTo>
                  <a:pt x="14356" y="7397"/>
                </a:lnTo>
                <a:lnTo>
                  <a:pt x="14697" y="7397"/>
                </a:lnTo>
                <a:lnTo>
                  <a:pt x="15038" y="7349"/>
                </a:lnTo>
                <a:close/>
                <a:moveTo>
                  <a:pt x="14040" y="8030"/>
                </a:moveTo>
                <a:lnTo>
                  <a:pt x="14283" y="8079"/>
                </a:lnTo>
                <a:lnTo>
                  <a:pt x="14575" y="8103"/>
                </a:lnTo>
                <a:lnTo>
                  <a:pt x="14405" y="8273"/>
                </a:lnTo>
                <a:lnTo>
                  <a:pt x="14210" y="8395"/>
                </a:lnTo>
                <a:lnTo>
                  <a:pt x="14016" y="8492"/>
                </a:lnTo>
                <a:lnTo>
                  <a:pt x="13772" y="8565"/>
                </a:lnTo>
                <a:lnTo>
                  <a:pt x="14040" y="8030"/>
                </a:lnTo>
                <a:close/>
                <a:moveTo>
                  <a:pt x="13748" y="6619"/>
                </a:moveTo>
                <a:lnTo>
                  <a:pt x="14332" y="6643"/>
                </a:lnTo>
                <a:lnTo>
                  <a:pt x="14162" y="6935"/>
                </a:lnTo>
                <a:lnTo>
                  <a:pt x="13967" y="6935"/>
                </a:lnTo>
                <a:lnTo>
                  <a:pt x="13772" y="6959"/>
                </a:lnTo>
                <a:lnTo>
                  <a:pt x="13724" y="6984"/>
                </a:lnTo>
                <a:lnTo>
                  <a:pt x="13699" y="7008"/>
                </a:lnTo>
                <a:lnTo>
                  <a:pt x="13675" y="7057"/>
                </a:lnTo>
                <a:lnTo>
                  <a:pt x="13675" y="7130"/>
                </a:lnTo>
                <a:lnTo>
                  <a:pt x="13724" y="7203"/>
                </a:lnTo>
                <a:lnTo>
                  <a:pt x="13845" y="7276"/>
                </a:lnTo>
                <a:lnTo>
                  <a:pt x="13967" y="7324"/>
                </a:lnTo>
                <a:lnTo>
                  <a:pt x="13724" y="7811"/>
                </a:lnTo>
                <a:lnTo>
                  <a:pt x="13456" y="7811"/>
                </a:lnTo>
                <a:lnTo>
                  <a:pt x="13432" y="7835"/>
                </a:lnTo>
                <a:lnTo>
                  <a:pt x="13456" y="7860"/>
                </a:lnTo>
                <a:lnTo>
                  <a:pt x="13480" y="7884"/>
                </a:lnTo>
                <a:lnTo>
                  <a:pt x="13651" y="7933"/>
                </a:lnTo>
                <a:lnTo>
                  <a:pt x="13310" y="8614"/>
                </a:lnTo>
                <a:lnTo>
                  <a:pt x="12896" y="8638"/>
                </a:lnTo>
                <a:lnTo>
                  <a:pt x="12872" y="8638"/>
                </a:lnTo>
                <a:lnTo>
                  <a:pt x="13018" y="8419"/>
                </a:lnTo>
                <a:lnTo>
                  <a:pt x="13140" y="8176"/>
                </a:lnTo>
                <a:lnTo>
                  <a:pt x="13359" y="7665"/>
                </a:lnTo>
                <a:lnTo>
                  <a:pt x="13553" y="7130"/>
                </a:lnTo>
                <a:lnTo>
                  <a:pt x="13748" y="6619"/>
                </a:lnTo>
                <a:close/>
                <a:moveTo>
                  <a:pt x="12872" y="6473"/>
                </a:moveTo>
                <a:lnTo>
                  <a:pt x="13359" y="6570"/>
                </a:lnTo>
                <a:lnTo>
                  <a:pt x="12945" y="7616"/>
                </a:lnTo>
                <a:lnTo>
                  <a:pt x="12702" y="8152"/>
                </a:lnTo>
                <a:lnTo>
                  <a:pt x="12434" y="8638"/>
                </a:lnTo>
                <a:lnTo>
                  <a:pt x="12434" y="8687"/>
                </a:lnTo>
                <a:lnTo>
                  <a:pt x="12166" y="8687"/>
                </a:lnTo>
                <a:lnTo>
                  <a:pt x="12264" y="8395"/>
                </a:lnTo>
                <a:lnTo>
                  <a:pt x="12507" y="7641"/>
                </a:lnTo>
                <a:lnTo>
                  <a:pt x="12750" y="6886"/>
                </a:lnTo>
                <a:lnTo>
                  <a:pt x="12872" y="6473"/>
                </a:lnTo>
                <a:close/>
                <a:moveTo>
                  <a:pt x="13821" y="3115"/>
                </a:moveTo>
                <a:lnTo>
                  <a:pt x="13578" y="3674"/>
                </a:lnTo>
                <a:lnTo>
                  <a:pt x="12921" y="3650"/>
                </a:lnTo>
                <a:lnTo>
                  <a:pt x="12872" y="3674"/>
                </a:lnTo>
                <a:lnTo>
                  <a:pt x="12823" y="3723"/>
                </a:lnTo>
                <a:lnTo>
                  <a:pt x="12823" y="3796"/>
                </a:lnTo>
                <a:lnTo>
                  <a:pt x="12872" y="3820"/>
                </a:lnTo>
                <a:lnTo>
                  <a:pt x="13140" y="3942"/>
                </a:lnTo>
                <a:lnTo>
                  <a:pt x="13432" y="4015"/>
                </a:lnTo>
                <a:lnTo>
                  <a:pt x="13164" y="4672"/>
                </a:lnTo>
                <a:lnTo>
                  <a:pt x="12872" y="4696"/>
                </a:lnTo>
                <a:lnTo>
                  <a:pt x="12823" y="4745"/>
                </a:lnTo>
                <a:lnTo>
                  <a:pt x="12799" y="4794"/>
                </a:lnTo>
                <a:lnTo>
                  <a:pt x="12823" y="4842"/>
                </a:lnTo>
                <a:lnTo>
                  <a:pt x="12872" y="4867"/>
                </a:lnTo>
                <a:lnTo>
                  <a:pt x="13042" y="4891"/>
                </a:lnTo>
                <a:lnTo>
                  <a:pt x="12750" y="5670"/>
                </a:lnTo>
                <a:lnTo>
                  <a:pt x="12483" y="6448"/>
                </a:lnTo>
                <a:lnTo>
                  <a:pt x="12045" y="7860"/>
                </a:lnTo>
                <a:lnTo>
                  <a:pt x="11826" y="8444"/>
                </a:lnTo>
                <a:lnTo>
                  <a:pt x="11753" y="8638"/>
                </a:lnTo>
                <a:lnTo>
                  <a:pt x="11704" y="8711"/>
                </a:lnTo>
                <a:lnTo>
                  <a:pt x="11777" y="8663"/>
                </a:lnTo>
                <a:lnTo>
                  <a:pt x="11729" y="8736"/>
                </a:lnTo>
                <a:lnTo>
                  <a:pt x="10999" y="8784"/>
                </a:lnTo>
                <a:lnTo>
                  <a:pt x="11120" y="8517"/>
                </a:lnTo>
                <a:lnTo>
                  <a:pt x="11218" y="8225"/>
                </a:lnTo>
                <a:lnTo>
                  <a:pt x="11364" y="7689"/>
                </a:lnTo>
                <a:lnTo>
                  <a:pt x="11607" y="6789"/>
                </a:lnTo>
                <a:lnTo>
                  <a:pt x="11753" y="6351"/>
                </a:lnTo>
                <a:lnTo>
                  <a:pt x="11899" y="5889"/>
                </a:lnTo>
                <a:lnTo>
                  <a:pt x="12118" y="5207"/>
                </a:lnTo>
                <a:lnTo>
                  <a:pt x="12337" y="4502"/>
                </a:lnTo>
                <a:lnTo>
                  <a:pt x="12556" y="3820"/>
                </a:lnTo>
                <a:lnTo>
                  <a:pt x="12799" y="3115"/>
                </a:lnTo>
                <a:close/>
                <a:moveTo>
                  <a:pt x="12434" y="3115"/>
                </a:moveTo>
                <a:lnTo>
                  <a:pt x="12288" y="3382"/>
                </a:lnTo>
                <a:lnTo>
                  <a:pt x="12142" y="3674"/>
                </a:lnTo>
                <a:lnTo>
                  <a:pt x="12045" y="3991"/>
                </a:lnTo>
                <a:lnTo>
                  <a:pt x="11948" y="4307"/>
                </a:lnTo>
                <a:lnTo>
                  <a:pt x="11777" y="4964"/>
                </a:lnTo>
                <a:lnTo>
                  <a:pt x="11607" y="5572"/>
                </a:lnTo>
                <a:lnTo>
                  <a:pt x="10536" y="8809"/>
                </a:lnTo>
                <a:lnTo>
                  <a:pt x="10342" y="8833"/>
                </a:lnTo>
                <a:lnTo>
                  <a:pt x="10488" y="8249"/>
                </a:lnTo>
                <a:lnTo>
                  <a:pt x="10585" y="7665"/>
                </a:lnTo>
                <a:lnTo>
                  <a:pt x="10950" y="6132"/>
                </a:lnTo>
                <a:lnTo>
                  <a:pt x="11120" y="5402"/>
                </a:lnTo>
                <a:lnTo>
                  <a:pt x="11315" y="4648"/>
                </a:lnTo>
                <a:lnTo>
                  <a:pt x="11388" y="4258"/>
                </a:lnTo>
                <a:lnTo>
                  <a:pt x="11437" y="3869"/>
                </a:lnTo>
                <a:lnTo>
                  <a:pt x="11485" y="3480"/>
                </a:lnTo>
                <a:lnTo>
                  <a:pt x="11485" y="3115"/>
                </a:lnTo>
                <a:close/>
                <a:moveTo>
                  <a:pt x="11169" y="3090"/>
                </a:moveTo>
                <a:lnTo>
                  <a:pt x="11072" y="3455"/>
                </a:lnTo>
                <a:lnTo>
                  <a:pt x="10974" y="3820"/>
                </a:lnTo>
                <a:lnTo>
                  <a:pt x="10804" y="4550"/>
                </a:lnTo>
                <a:lnTo>
                  <a:pt x="10658" y="5305"/>
                </a:lnTo>
                <a:lnTo>
                  <a:pt x="10512" y="6035"/>
                </a:lnTo>
                <a:lnTo>
                  <a:pt x="10342" y="6716"/>
                </a:lnTo>
                <a:lnTo>
                  <a:pt x="10147" y="7422"/>
                </a:lnTo>
                <a:lnTo>
                  <a:pt x="9977" y="8152"/>
                </a:lnTo>
                <a:lnTo>
                  <a:pt x="9904" y="8517"/>
                </a:lnTo>
                <a:lnTo>
                  <a:pt x="9855" y="8857"/>
                </a:lnTo>
                <a:lnTo>
                  <a:pt x="9490" y="8906"/>
                </a:lnTo>
                <a:lnTo>
                  <a:pt x="9539" y="8687"/>
                </a:lnTo>
                <a:lnTo>
                  <a:pt x="9539" y="8468"/>
                </a:lnTo>
                <a:lnTo>
                  <a:pt x="9514" y="8054"/>
                </a:lnTo>
                <a:lnTo>
                  <a:pt x="9539" y="7616"/>
                </a:lnTo>
                <a:lnTo>
                  <a:pt x="9563" y="7178"/>
                </a:lnTo>
                <a:lnTo>
                  <a:pt x="9685" y="6327"/>
                </a:lnTo>
                <a:lnTo>
                  <a:pt x="9758" y="5816"/>
                </a:lnTo>
                <a:lnTo>
                  <a:pt x="9855" y="5353"/>
                </a:lnTo>
                <a:lnTo>
                  <a:pt x="9977" y="4867"/>
                </a:lnTo>
                <a:lnTo>
                  <a:pt x="10098" y="4380"/>
                </a:lnTo>
                <a:lnTo>
                  <a:pt x="10171" y="4088"/>
                </a:lnTo>
                <a:lnTo>
                  <a:pt x="10244" y="3747"/>
                </a:lnTo>
                <a:lnTo>
                  <a:pt x="10293" y="3407"/>
                </a:lnTo>
                <a:lnTo>
                  <a:pt x="10293" y="3236"/>
                </a:lnTo>
                <a:lnTo>
                  <a:pt x="10269" y="3090"/>
                </a:lnTo>
                <a:close/>
                <a:moveTo>
                  <a:pt x="9149" y="3042"/>
                </a:moveTo>
                <a:lnTo>
                  <a:pt x="9952" y="3066"/>
                </a:lnTo>
                <a:lnTo>
                  <a:pt x="9879" y="3382"/>
                </a:lnTo>
                <a:lnTo>
                  <a:pt x="9831" y="3674"/>
                </a:lnTo>
                <a:lnTo>
                  <a:pt x="9782" y="3991"/>
                </a:lnTo>
                <a:lnTo>
                  <a:pt x="9709" y="4283"/>
                </a:lnTo>
                <a:lnTo>
                  <a:pt x="9490" y="5110"/>
                </a:lnTo>
                <a:lnTo>
                  <a:pt x="9393" y="5548"/>
                </a:lnTo>
                <a:lnTo>
                  <a:pt x="9320" y="5962"/>
                </a:lnTo>
                <a:lnTo>
                  <a:pt x="9222" y="6789"/>
                </a:lnTo>
                <a:lnTo>
                  <a:pt x="9125" y="7592"/>
                </a:lnTo>
                <a:lnTo>
                  <a:pt x="9125" y="7738"/>
                </a:lnTo>
                <a:lnTo>
                  <a:pt x="9125" y="7908"/>
                </a:lnTo>
                <a:lnTo>
                  <a:pt x="9149" y="8273"/>
                </a:lnTo>
                <a:lnTo>
                  <a:pt x="9149" y="8614"/>
                </a:lnTo>
                <a:lnTo>
                  <a:pt x="9125" y="8784"/>
                </a:lnTo>
                <a:lnTo>
                  <a:pt x="9076" y="8930"/>
                </a:lnTo>
                <a:lnTo>
                  <a:pt x="9052" y="8955"/>
                </a:lnTo>
                <a:lnTo>
                  <a:pt x="8906" y="8955"/>
                </a:lnTo>
                <a:lnTo>
                  <a:pt x="8517" y="9003"/>
                </a:lnTo>
                <a:lnTo>
                  <a:pt x="8638" y="8273"/>
                </a:lnTo>
                <a:lnTo>
                  <a:pt x="8736" y="7519"/>
                </a:lnTo>
                <a:lnTo>
                  <a:pt x="8857" y="6035"/>
                </a:lnTo>
                <a:lnTo>
                  <a:pt x="8955" y="5280"/>
                </a:lnTo>
                <a:lnTo>
                  <a:pt x="9052" y="4550"/>
                </a:lnTo>
                <a:lnTo>
                  <a:pt x="9149" y="3796"/>
                </a:lnTo>
                <a:lnTo>
                  <a:pt x="9149" y="3407"/>
                </a:lnTo>
                <a:lnTo>
                  <a:pt x="9149" y="3042"/>
                </a:lnTo>
                <a:close/>
                <a:moveTo>
                  <a:pt x="8006" y="2993"/>
                </a:moveTo>
                <a:lnTo>
                  <a:pt x="8809" y="3017"/>
                </a:lnTo>
                <a:lnTo>
                  <a:pt x="8784" y="3139"/>
                </a:lnTo>
                <a:lnTo>
                  <a:pt x="8784" y="3261"/>
                </a:lnTo>
                <a:lnTo>
                  <a:pt x="8784" y="3504"/>
                </a:lnTo>
                <a:lnTo>
                  <a:pt x="8784" y="3747"/>
                </a:lnTo>
                <a:lnTo>
                  <a:pt x="8760" y="3991"/>
                </a:lnTo>
                <a:lnTo>
                  <a:pt x="8687" y="4502"/>
                </a:lnTo>
                <a:lnTo>
                  <a:pt x="8590" y="4988"/>
                </a:lnTo>
                <a:lnTo>
                  <a:pt x="8517" y="5475"/>
                </a:lnTo>
                <a:lnTo>
                  <a:pt x="8395" y="6375"/>
                </a:lnTo>
                <a:lnTo>
                  <a:pt x="8298" y="7251"/>
                </a:lnTo>
                <a:lnTo>
                  <a:pt x="8200" y="8152"/>
                </a:lnTo>
                <a:lnTo>
                  <a:pt x="8079" y="9028"/>
                </a:lnTo>
                <a:lnTo>
                  <a:pt x="7957" y="9028"/>
                </a:lnTo>
                <a:lnTo>
                  <a:pt x="7981" y="8273"/>
                </a:lnTo>
                <a:lnTo>
                  <a:pt x="8006" y="7495"/>
                </a:lnTo>
                <a:lnTo>
                  <a:pt x="8103" y="5962"/>
                </a:lnTo>
                <a:lnTo>
                  <a:pt x="8127" y="5572"/>
                </a:lnTo>
                <a:lnTo>
                  <a:pt x="8103" y="5159"/>
                </a:lnTo>
                <a:lnTo>
                  <a:pt x="8054" y="4380"/>
                </a:lnTo>
                <a:lnTo>
                  <a:pt x="8030" y="3674"/>
                </a:lnTo>
                <a:lnTo>
                  <a:pt x="8030" y="3334"/>
                </a:lnTo>
                <a:lnTo>
                  <a:pt x="8006" y="2993"/>
                </a:lnTo>
                <a:close/>
                <a:moveTo>
                  <a:pt x="6959" y="2945"/>
                </a:moveTo>
                <a:lnTo>
                  <a:pt x="7081" y="2969"/>
                </a:lnTo>
                <a:lnTo>
                  <a:pt x="7714" y="2969"/>
                </a:lnTo>
                <a:lnTo>
                  <a:pt x="7641" y="3285"/>
                </a:lnTo>
                <a:lnTo>
                  <a:pt x="7592" y="3626"/>
                </a:lnTo>
                <a:lnTo>
                  <a:pt x="7592" y="3966"/>
                </a:lnTo>
                <a:lnTo>
                  <a:pt x="7616" y="4307"/>
                </a:lnTo>
                <a:lnTo>
                  <a:pt x="7665" y="5013"/>
                </a:lnTo>
                <a:lnTo>
                  <a:pt x="7689" y="5329"/>
                </a:lnTo>
                <a:lnTo>
                  <a:pt x="7689" y="5670"/>
                </a:lnTo>
                <a:lnTo>
                  <a:pt x="7665" y="6497"/>
                </a:lnTo>
                <a:lnTo>
                  <a:pt x="7592" y="7349"/>
                </a:lnTo>
                <a:lnTo>
                  <a:pt x="7543" y="8200"/>
                </a:lnTo>
                <a:lnTo>
                  <a:pt x="7543" y="8638"/>
                </a:lnTo>
                <a:lnTo>
                  <a:pt x="7543" y="9052"/>
                </a:lnTo>
                <a:lnTo>
                  <a:pt x="7081" y="9052"/>
                </a:lnTo>
                <a:lnTo>
                  <a:pt x="7130" y="8614"/>
                </a:lnTo>
                <a:lnTo>
                  <a:pt x="7178" y="8152"/>
                </a:lnTo>
                <a:lnTo>
                  <a:pt x="7178" y="7689"/>
                </a:lnTo>
                <a:lnTo>
                  <a:pt x="7178" y="7227"/>
                </a:lnTo>
                <a:lnTo>
                  <a:pt x="7154" y="6302"/>
                </a:lnTo>
                <a:lnTo>
                  <a:pt x="7081" y="5402"/>
                </a:lnTo>
                <a:lnTo>
                  <a:pt x="7008" y="4648"/>
                </a:lnTo>
                <a:lnTo>
                  <a:pt x="6935" y="3893"/>
                </a:lnTo>
                <a:lnTo>
                  <a:pt x="6935" y="3674"/>
                </a:lnTo>
                <a:lnTo>
                  <a:pt x="6959" y="3431"/>
                </a:lnTo>
                <a:lnTo>
                  <a:pt x="6959" y="3188"/>
                </a:lnTo>
                <a:lnTo>
                  <a:pt x="6959" y="2945"/>
                </a:lnTo>
                <a:close/>
                <a:moveTo>
                  <a:pt x="6570" y="2945"/>
                </a:moveTo>
                <a:lnTo>
                  <a:pt x="6546" y="3163"/>
                </a:lnTo>
                <a:lnTo>
                  <a:pt x="6521" y="3382"/>
                </a:lnTo>
                <a:lnTo>
                  <a:pt x="6497" y="3796"/>
                </a:lnTo>
                <a:lnTo>
                  <a:pt x="6521" y="4210"/>
                </a:lnTo>
                <a:lnTo>
                  <a:pt x="6619" y="5061"/>
                </a:lnTo>
                <a:lnTo>
                  <a:pt x="6716" y="6059"/>
                </a:lnTo>
                <a:lnTo>
                  <a:pt x="6740" y="6546"/>
                </a:lnTo>
                <a:lnTo>
                  <a:pt x="6765" y="7057"/>
                </a:lnTo>
                <a:lnTo>
                  <a:pt x="6765" y="7568"/>
                </a:lnTo>
                <a:lnTo>
                  <a:pt x="6765" y="8079"/>
                </a:lnTo>
                <a:lnTo>
                  <a:pt x="6716" y="8590"/>
                </a:lnTo>
                <a:lnTo>
                  <a:pt x="6643" y="9076"/>
                </a:lnTo>
                <a:lnTo>
                  <a:pt x="6473" y="9076"/>
                </a:lnTo>
                <a:lnTo>
                  <a:pt x="6473" y="8979"/>
                </a:lnTo>
                <a:lnTo>
                  <a:pt x="6448" y="8882"/>
                </a:lnTo>
                <a:lnTo>
                  <a:pt x="6400" y="8711"/>
                </a:lnTo>
                <a:lnTo>
                  <a:pt x="6351" y="8298"/>
                </a:lnTo>
                <a:lnTo>
                  <a:pt x="6302" y="7884"/>
                </a:lnTo>
                <a:lnTo>
                  <a:pt x="6229" y="7081"/>
                </a:lnTo>
                <a:lnTo>
                  <a:pt x="6181" y="6424"/>
                </a:lnTo>
                <a:lnTo>
                  <a:pt x="6108" y="5767"/>
                </a:lnTo>
                <a:lnTo>
                  <a:pt x="5913" y="4137"/>
                </a:lnTo>
                <a:lnTo>
                  <a:pt x="5864" y="3820"/>
                </a:lnTo>
                <a:lnTo>
                  <a:pt x="5816" y="3528"/>
                </a:lnTo>
                <a:lnTo>
                  <a:pt x="5743" y="3212"/>
                </a:lnTo>
                <a:lnTo>
                  <a:pt x="5645" y="2945"/>
                </a:lnTo>
                <a:close/>
                <a:moveTo>
                  <a:pt x="5013" y="2920"/>
                </a:moveTo>
                <a:lnTo>
                  <a:pt x="5475" y="2945"/>
                </a:lnTo>
                <a:lnTo>
                  <a:pt x="5451" y="3236"/>
                </a:lnTo>
                <a:lnTo>
                  <a:pt x="5475" y="3528"/>
                </a:lnTo>
                <a:lnTo>
                  <a:pt x="5524" y="4137"/>
                </a:lnTo>
                <a:lnTo>
                  <a:pt x="5718" y="5767"/>
                </a:lnTo>
                <a:lnTo>
                  <a:pt x="5791" y="6424"/>
                </a:lnTo>
                <a:lnTo>
                  <a:pt x="5840" y="7081"/>
                </a:lnTo>
                <a:lnTo>
                  <a:pt x="5889" y="7860"/>
                </a:lnTo>
                <a:lnTo>
                  <a:pt x="5986" y="8663"/>
                </a:lnTo>
                <a:lnTo>
                  <a:pt x="6010" y="8857"/>
                </a:lnTo>
                <a:lnTo>
                  <a:pt x="6035" y="9003"/>
                </a:lnTo>
                <a:lnTo>
                  <a:pt x="6083" y="9125"/>
                </a:lnTo>
                <a:lnTo>
                  <a:pt x="5913" y="9149"/>
                </a:lnTo>
                <a:lnTo>
                  <a:pt x="5962" y="9052"/>
                </a:lnTo>
                <a:lnTo>
                  <a:pt x="5962" y="8906"/>
                </a:lnTo>
                <a:lnTo>
                  <a:pt x="5864" y="8395"/>
                </a:lnTo>
                <a:lnTo>
                  <a:pt x="5718" y="7860"/>
                </a:lnTo>
                <a:lnTo>
                  <a:pt x="5572" y="7349"/>
                </a:lnTo>
                <a:lnTo>
                  <a:pt x="5451" y="6838"/>
                </a:lnTo>
                <a:lnTo>
                  <a:pt x="5207" y="5670"/>
                </a:lnTo>
                <a:lnTo>
                  <a:pt x="5086" y="5110"/>
                </a:lnTo>
                <a:lnTo>
                  <a:pt x="4940" y="4550"/>
                </a:lnTo>
                <a:lnTo>
                  <a:pt x="4721" y="3723"/>
                </a:lnTo>
                <a:lnTo>
                  <a:pt x="4526" y="2920"/>
                </a:lnTo>
                <a:close/>
                <a:moveTo>
                  <a:pt x="5572" y="9612"/>
                </a:moveTo>
                <a:lnTo>
                  <a:pt x="5791" y="9660"/>
                </a:lnTo>
                <a:lnTo>
                  <a:pt x="5621" y="9904"/>
                </a:lnTo>
                <a:lnTo>
                  <a:pt x="5499" y="10147"/>
                </a:lnTo>
                <a:lnTo>
                  <a:pt x="5426" y="10293"/>
                </a:lnTo>
                <a:lnTo>
                  <a:pt x="5378" y="10439"/>
                </a:lnTo>
                <a:lnTo>
                  <a:pt x="5329" y="10609"/>
                </a:lnTo>
                <a:lnTo>
                  <a:pt x="5353" y="10755"/>
                </a:lnTo>
                <a:lnTo>
                  <a:pt x="5378" y="10804"/>
                </a:lnTo>
                <a:lnTo>
                  <a:pt x="5402" y="10853"/>
                </a:lnTo>
                <a:lnTo>
                  <a:pt x="5402" y="10926"/>
                </a:lnTo>
                <a:lnTo>
                  <a:pt x="5426" y="10999"/>
                </a:lnTo>
                <a:lnTo>
                  <a:pt x="5451" y="11120"/>
                </a:lnTo>
                <a:lnTo>
                  <a:pt x="5499" y="11217"/>
                </a:lnTo>
                <a:lnTo>
                  <a:pt x="5305" y="11242"/>
                </a:lnTo>
                <a:lnTo>
                  <a:pt x="5110" y="11290"/>
                </a:lnTo>
                <a:lnTo>
                  <a:pt x="4988" y="11193"/>
                </a:lnTo>
                <a:lnTo>
                  <a:pt x="4940" y="11144"/>
                </a:lnTo>
                <a:lnTo>
                  <a:pt x="4867" y="11071"/>
                </a:lnTo>
                <a:lnTo>
                  <a:pt x="5037" y="10853"/>
                </a:lnTo>
                <a:lnTo>
                  <a:pt x="5159" y="10585"/>
                </a:lnTo>
                <a:lnTo>
                  <a:pt x="5353" y="10074"/>
                </a:lnTo>
                <a:lnTo>
                  <a:pt x="5451" y="9831"/>
                </a:lnTo>
                <a:lnTo>
                  <a:pt x="5572" y="9612"/>
                </a:lnTo>
                <a:close/>
                <a:moveTo>
                  <a:pt x="14016" y="11193"/>
                </a:moveTo>
                <a:lnTo>
                  <a:pt x="14040" y="11290"/>
                </a:lnTo>
                <a:lnTo>
                  <a:pt x="13845" y="11290"/>
                </a:lnTo>
                <a:lnTo>
                  <a:pt x="13724" y="11315"/>
                </a:lnTo>
                <a:lnTo>
                  <a:pt x="13651" y="11217"/>
                </a:lnTo>
                <a:lnTo>
                  <a:pt x="13772" y="11217"/>
                </a:lnTo>
                <a:lnTo>
                  <a:pt x="14016" y="11193"/>
                </a:lnTo>
                <a:close/>
                <a:moveTo>
                  <a:pt x="5864" y="10950"/>
                </a:moveTo>
                <a:lnTo>
                  <a:pt x="6083" y="11023"/>
                </a:lnTo>
                <a:lnTo>
                  <a:pt x="6302" y="11047"/>
                </a:lnTo>
                <a:lnTo>
                  <a:pt x="6692" y="11071"/>
                </a:lnTo>
                <a:lnTo>
                  <a:pt x="7397" y="11096"/>
                </a:lnTo>
                <a:lnTo>
                  <a:pt x="8079" y="11120"/>
                </a:lnTo>
                <a:lnTo>
                  <a:pt x="9490" y="11120"/>
                </a:lnTo>
                <a:lnTo>
                  <a:pt x="10877" y="11169"/>
                </a:lnTo>
                <a:lnTo>
                  <a:pt x="12288" y="11217"/>
                </a:lnTo>
                <a:lnTo>
                  <a:pt x="13188" y="11217"/>
                </a:lnTo>
                <a:lnTo>
                  <a:pt x="13261" y="11315"/>
                </a:lnTo>
                <a:lnTo>
                  <a:pt x="13310" y="11388"/>
                </a:lnTo>
                <a:lnTo>
                  <a:pt x="12872" y="11339"/>
                </a:lnTo>
                <a:lnTo>
                  <a:pt x="12434" y="11315"/>
                </a:lnTo>
                <a:lnTo>
                  <a:pt x="11534" y="11315"/>
                </a:lnTo>
                <a:lnTo>
                  <a:pt x="10634" y="11363"/>
                </a:lnTo>
                <a:lnTo>
                  <a:pt x="9733" y="11363"/>
                </a:lnTo>
                <a:lnTo>
                  <a:pt x="9247" y="11339"/>
                </a:lnTo>
                <a:lnTo>
                  <a:pt x="8736" y="11290"/>
                </a:lnTo>
                <a:lnTo>
                  <a:pt x="8225" y="11242"/>
                </a:lnTo>
                <a:lnTo>
                  <a:pt x="7738" y="11193"/>
                </a:lnTo>
                <a:lnTo>
                  <a:pt x="6862" y="11120"/>
                </a:lnTo>
                <a:lnTo>
                  <a:pt x="6424" y="11120"/>
                </a:lnTo>
                <a:lnTo>
                  <a:pt x="6205" y="11144"/>
                </a:lnTo>
                <a:lnTo>
                  <a:pt x="6010" y="11193"/>
                </a:lnTo>
                <a:lnTo>
                  <a:pt x="5986" y="11169"/>
                </a:lnTo>
                <a:lnTo>
                  <a:pt x="5864" y="10950"/>
                </a:lnTo>
                <a:close/>
                <a:moveTo>
                  <a:pt x="5572" y="12191"/>
                </a:moveTo>
                <a:lnTo>
                  <a:pt x="5499" y="12215"/>
                </a:lnTo>
                <a:lnTo>
                  <a:pt x="5402" y="12264"/>
                </a:lnTo>
                <a:lnTo>
                  <a:pt x="5329" y="12312"/>
                </a:lnTo>
                <a:lnTo>
                  <a:pt x="5256" y="12361"/>
                </a:lnTo>
                <a:lnTo>
                  <a:pt x="5232" y="12434"/>
                </a:lnTo>
                <a:lnTo>
                  <a:pt x="5183" y="12507"/>
                </a:lnTo>
                <a:lnTo>
                  <a:pt x="5183" y="12580"/>
                </a:lnTo>
                <a:lnTo>
                  <a:pt x="5207" y="12629"/>
                </a:lnTo>
                <a:lnTo>
                  <a:pt x="5232" y="12726"/>
                </a:lnTo>
                <a:lnTo>
                  <a:pt x="5305" y="12799"/>
                </a:lnTo>
                <a:lnTo>
                  <a:pt x="5378" y="12823"/>
                </a:lnTo>
                <a:lnTo>
                  <a:pt x="5475" y="12848"/>
                </a:lnTo>
                <a:lnTo>
                  <a:pt x="5572" y="12823"/>
                </a:lnTo>
                <a:lnTo>
                  <a:pt x="5670" y="12799"/>
                </a:lnTo>
                <a:lnTo>
                  <a:pt x="5767" y="12750"/>
                </a:lnTo>
                <a:lnTo>
                  <a:pt x="5840" y="12653"/>
                </a:lnTo>
                <a:lnTo>
                  <a:pt x="5864" y="12580"/>
                </a:lnTo>
                <a:lnTo>
                  <a:pt x="5889" y="12483"/>
                </a:lnTo>
                <a:lnTo>
                  <a:pt x="5864" y="12410"/>
                </a:lnTo>
                <a:lnTo>
                  <a:pt x="5816" y="12312"/>
                </a:lnTo>
                <a:lnTo>
                  <a:pt x="5743" y="12264"/>
                </a:lnTo>
                <a:lnTo>
                  <a:pt x="5670" y="12215"/>
                </a:lnTo>
                <a:lnTo>
                  <a:pt x="5572" y="12191"/>
                </a:lnTo>
                <a:close/>
                <a:moveTo>
                  <a:pt x="14040" y="12239"/>
                </a:moveTo>
                <a:lnTo>
                  <a:pt x="13967" y="12264"/>
                </a:lnTo>
                <a:lnTo>
                  <a:pt x="13918" y="12288"/>
                </a:lnTo>
                <a:lnTo>
                  <a:pt x="13797" y="12361"/>
                </a:lnTo>
                <a:lnTo>
                  <a:pt x="13724" y="12458"/>
                </a:lnTo>
                <a:lnTo>
                  <a:pt x="13699" y="12531"/>
                </a:lnTo>
                <a:lnTo>
                  <a:pt x="13675" y="12604"/>
                </a:lnTo>
                <a:lnTo>
                  <a:pt x="13699" y="12677"/>
                </a:lnTo>
                <a:lnTo>
                  <a:pt x="13724" y="12750"/>
                </a:lnTo>
                <a:lnTo>
                  <a:pt x="13797" y="12872"/>
                </a:lnTo>
                <a:lnTo>
                  <a:pt x="13918" y="12945"/>
                </a:lnTo>
                <a:lnTo>
                  <a:pt x="13967" y="12969"/>
                </a:lnTo>
                <a:lnTo>
                  <a:pt x="14113" y="12969"/>
                </a:lnTo>
                <a:lnTo>
                  <a:pt x="14186" y="12945"/>
                </a:lnTo>
                <a:lnTo>
                  <a:pt x="14308" y="12872"/>
                </a:lnTo>
                <a:lnTo>
                  <a:pt x="14381" y="12750"/>
                </a:lnTo>
                <a:lnTo>
                  <a:pt x="14405" y="12677"/>
                </a:lnTo>
                <a:lnTo>
                  <a:pt x="14405" y="12604"/>
                </a:lnTo>
                <a:lnTo>
                  <a:pt x="14405" y="12531"/>
                </a:lnTo>
                <a:lnTo>
                  <a:pt x="14381" y="12458"/>
                </a:lnTo>
                <a:lnTo>
                  <a:pt x="14308" y="12361"/>
                </a:lnTo>
                <a:lnTo>
                  <a:pt x="14186" y="12288"/>
                </a:lnTo>
                <a:lnTo>
                  <a:pt x="14113" y="12264"/>
                </a:lnTo>
                <a:lnTo>
                  <a:pt x="14040" y="12239"/>
                </a:lnTo>
                <a:close/>
                <a:moveTo>
                  <a:pt x="14089" y="11753"/>
                </a:moveTo>
                <a:lnTo>
                  <a:pt x="14235" y="11777"/>
                </a:lnTo>
                <a:lnTo>
                  <a:pt x="14381" y="11801"/>
                </a:lnTo>
                <a:lnTo>
                  <a:pt x="14502" y="11874"/>
                </a:lnTo>
                <a:lnTo>
                  <a:pt x="14600" y="11972"/>
                </a:lnTo>
                <a:lnTo>
                  <a:pt x="14673" y="12093"/>
                </a:lnTo>
                <a:lnTo>
                  <a:pt x="14746" y="12215"/>
                </a:lnTo>
                <a:lnTo>
                  <a:pt x="14770" y="12385"/>
                </a:lnTo>
                <a:lnTo>
                  <a:pt x="14794" y="12580"/>
                </a:lnTo>
                <a:lnTo>
                  <a:pt x="14770" y="12750"/>
                </a:lnTo>
                <a:lnTo>
                  <a:pt x="14721" y="12896"/>
                </a:lnTo>
                <a:lnTo>
                  <a:pt x="14648" y="13042"/>
                </a:lnTo>
                <a:lnTo>
                  <a:pt x="14551" y="13164"/>
                </a:lnTo>
                <a:lnTo>
                  <a:pt x="14405" y="13261"/>
                </a:lnTo>
                <a:lnTo>
                  <a:pt x="14259" y="13334"/>
                </a:lnTo>
                <a:lnTo>
                  <a:pt x="14089" y="13383"/>
                </a:lnTo>
                <a:lnTo>
                  <a:pt x="13870" y="13383"/>
                </a:lnTo>
                <a:lnTo>
                  <a:pt x="13651" y="13334"/>
                </a:lnTo>
                <a:lnTo>
                  <a:pt x="13480" y="13261"/>
                </a:lnTo>
                <a:lnTo>
                  <a:pt x="13334" y="13164"/>
                </a:lnTo>
                <a:lnTo>
                  <a:pt x="13237" y="13018"/>
                </a:lnTo>
                <a:lnTo>
                  <a:pt x="13164" y="12848"/>
                </a:lnTo>
                <a:lnTo>
                  <a:pt x="13164" y="12653"/>
                </a:lnTo>
                <a:lnTo>
                  <a:pt x="13213" y="12434"/>
                </a:lnTo>
                <a:lnTo>
                  <a:pt x="13286" y="12264"/>
                </a:lnTo>
                <a:lnTo>
                  <a:pt x="13359" y="12118"/>
                </a:lnTo>
                <a:lnTo>
                  <a:pt x="13480" y="11972"/>
                </a:lnTo>
                <a:lnTo>
                  <a:pt x="13602" y="11850"/>
                </a:lnTo>
                <a:lnTo>
                  <a:pt x="13602" y="11826"/>
                </a:lnTo>
                <a:lnTo>
                  <a:pt x="13675" y="11850"/>
                </a:lnTo>
                <a:lnTo>
                  <a:pt x="13748" y="11850"/>
                </a:lnTo>
                <a:lnTo>
                  <a:pt x="13797" y="11826"/>
                </a:lnTo>
                <a:lnTo>
                  <a:pt x="13845" y="11777"/>
                </a:lnTo>
                <a:lnTo>
                  <a:pt x="13918" y="11777"/>
                </a:lnTo>
                <a:lnTo>
                  <a:pt x="14089" y="11753"/>
                </a:lnTo>
                <a:close/>
                <a:moveTo>
                  <a:pt x="5475" y="11631"/>
                </a:moveTo>
                <a:lnTo>
                  <a:pt x="5524" y="11704"/>
                </a:lnTo>
                <a:lnTo>
                  <a:pt x="5597" y="11728"/>
                </a:lnTo>
                <a:lnTo>
                  <a:pt x="5645" y="11753"/>
                </a:lnTo>
                <a:lnTo>
                  <a:pt x="5743" y="11753"/>
                </a:lnTo>
                <a:lnTo>
                  <a:pt x="5840" y="11728"/>
                </a:lnTo>
                <a:lnTo>
                  <a:pt x="5937" y="11753"/>
                </a:lnTo>
                <a:lnTo>
                  <a:pt x="6010" y="11801"/>
                </a:lnTo>
                <a:lnTo>
                  <a:pt x="6083" y="11874"/>
                </a:lnTo>
                <a:lnTo>
                  <a:pt x="6132" y="11972"/>
                </a:lnTo>
                <a:lnTo>
                  <a:pt x="6181" y="12093"/>
                </a:lnTo>
                <a:lnTo>
                  <a:pt x="6229" y="12361"/>
                </a:lnTo>
                <a:lnTo>
                  <a:pt x="6229" y="12653"/>
                </a:lnTo>
                <a:lnTo>
                  <a:pt x="6181" y="12945"/>
                </a:lnTo>
                <a:lnTo>
                  <a:pt x="6132" y="13067"/>
                </a:lnTo>
                <a:lnTo>
                  <a:pt x="6083" y="13164"/>
                </a:lnTo>
                <a:lnTo>
                  <a:pt x="6010" y="13261"/>
                </a:lnTo>
                <a:lnTo>
                  <a:pt x="5937" y="13310"/>
                </a:lnTo>
                <a:lnTo>
                  <a:pt x="5840" y="13359"/>
                </a:lnTo>
                <a:lnTo>
                  <a:pt x="5743" y="13383"/>
                </a:lnTo>
                <a:lnTo>
                  <a:pt x="5645" y="13407"/>
                </a:lnTo>
                <a:lnTo>
                  <a:pt x="5548" y="13407"/>
                </a:lnTo>
                <a:lnTo>
                  <a:pt x="5353" y="13359"/>
                </a:lnTo>
                <a:lnTo>
                  <a:pt x="5159" y="13286"/>
                </a:lnTo>
                <a:lnTo>
                  <a:pt x="5013" y="13140"/>
                </a:lnTo>
                <a:lnTo>
                  <a:pt x="4867" y="12994"/>
                </a:lnTo>
                <a:lnTo>
                  <a:pt x="4769" y="12823"/>
                </a:lnTo>
                <a:lnTo>
                  <a:pt x="4721" y="12629"/>
                </a:lnTo>
                <a:lnTo>
                  <a:pt x="4721" y="12434"/>
                </a:lnTo>
                <a:lnTo>
                  <a:pt x="4745" y="12264"/>
                </a:lnTo>
                <a:lnTo>
                  <a:pt x="4818" y="12118"/>
                </a:lnTo>
                <a:lnTo>
                  <a:pt x="4915" y="11972"/>
                </a:lnTo>
                <a:lnTo>
                  <a:pt x="5037" y="11850"/>
                </a:lnTo>
                <a:lnTo>
                  <a:pt x="5159" y="11753"/>
                </a:lnTo>
                <a:lnTo>
                  <a:pt x="5329" y="11680"/>
                </a:lnTo>
                <a:lnTo>
                  <a:pt x="5475" y="11631"/>
                </a:lnTo>
                <a:close/>
                <a:moveTo>
                  <a:pt x="706" y="0"/>
                </a:moveTo>
                <a:lnTo>
                  <a:pt x="511" y="25"/>
                </a:lnTo>
                <a:lnTo>
                  <a:pt x="317" y="49"/>
                </a:lnTo>
                <a:lnTo>
                  <a:pt x="146" y="122"/>
                </a:lnTo>
                <a:lnTo>
                  <a:pt x="73" y="171"/>
                </a:lnTo>
                <a:lnTo>
                  <a:pt x="25" y="268"/>
                </a:lnTo>
                <a:lnTo>
                  <a:pt x="0" y="341"/>
                </a:lnTo>
                <a:lnTo>
                  <a:pt x="25" y="438"/>
                </a:lnTo>
                <a:lnTo>
                  <a:pt x="49" y="536"/>
                </a:lnTo>
                <a:lnTo>
                  <a:pt x="122" y="609"/>
                </a:lnTo>
                <a:lnTo>
                  <a:pt x="195" y="633"/>
                </a:lnTo>
                <a:lnTo>
                  <a:pt x="292" y="657"/>
                </a:lnTo>
                <a:lnTo>
                  <a:pt x="657" y="657"/>
                </a:lnTo>
                <a:lnTo>
                  <a:pt x="1047" y="682"/>
                </a:lnTo>
                <a:lnTo>
                  <a:pt x="1412" y="730"/>
                </a:lnTo>
                <a:lnTo>
                  <a:pt x="1777" y="755"/>
                </a:lnTo>
                <a:lnTo>
                  <a:pt x="3188" y="828"/>
                </a:lnTo>
                <a:lnTo>
                  <a:pt x="3212" y="998"/>
                </a:lnTo>
                <a:lnTo>
                  <a:pt x="3237" y="1144"/>
                </a:lnTo>
                <a:lnTo>
                  <a:pt x="3358" y="1460"/>
                </a:lnTo>
                <a:lnTo>
                  <a:pt x="3480" y="1777"/>
                </a:lnTo>
                <a:lnTo>
                  <a:pt x="3602" y="2069"/>
                </a:lnTo>
                <a:lnTo>
                  <a:pt x="3772" y="2701"/>
                </a:lnTo>
                <a:lnTo>
                  <a:pt x="3918" y="3309"/>
                </a:lnTo>
                <a:lnTo>
                  <a:pt x="4210" y="4550"/>
                </a:lnTo>
                <a:lnTo>
                  <a:pt x="5329" y="9076"/>
                </a:lnTo>
                <a:lnTo>
                  <a:pt x="5329" y="9101"/>
                </a:lnTo>
                <a:lnTo>
                  <a:pt x="5159" y="9344"/>
                </a:lnTo>
                <a:lnTo>
                  <a:pt x="5037" y="9563"/>
                </a:lnTo>
                <a:lnTo>
                  <a:pt x="4842" y="9928"/>
                </a:lnTo>
                <a:lnTo>
                  <a:pt x="4696" y="10317"/>
                </a:lnTo>
                <a:lnTo>
                  <a:pt x="4526" y="10634"/>
                </a:lnTo>
                <a:lnTo>
                  <a:pt x="4453" y="10780"/>
                </a:lnTo>
                <a:lnTo>
                  <a:pt x="4380" y="10950"/>
                </a:lnTo>
                <a:lnTo>
                  <a:pt x="4356" y="10999"/>
                </a:lnTo>
                <a:lnTo>
                  <a:pt x="4380" y="11047"/>
                </a:lnTo>
                <a:lnTo>
                  <a:pt x="4404" y="11144"/>
                </a:lnTo>
                <a:lnTo>
                  <a:pt x="4429" y="11217"/>
                </a:lnTo>
                <a:lnTo>
                  <a:pt x="4453" y="11315"/>
                </a:lnTo>
                <a:lnTo>
                  <a:pt x="4526" y="11412"/>
                </a:lnTo>
                <a:lnTo>
                  <a:pt x="4672" y="11607"/>
                </a:lnTo>
                <a:lnTo>
                  <a:pt x="4502" y="11801"/>
                </a:lnTo>
                <a:lnTo>
                  <a:pt x="4380" y="12045"/>
                </a:lnTo>
                <a:lnTo>
                  <a:pt x="4307" y="12288"/>
                </a:lnTo>
                <a:lnTo>
                  <a:pt x="4283" y="12556"/>
                </a:lnTo>
                <a:lnTo>
                  <a:pt x="4283" y="12726"/>
                </a:lnTo>
                <a:lnTo>
                  <a:pt x="4307" y="12872"/>
                </a:lnTo>
                <a:lnTo>
                  <a:pt x="4356" y="13018"/>
                </a:lnTo>
                <a:lnTo>
                  <a:pt x="4429" y="13140"/>
                </a:lnTo>
                <a:lnTo>
                  <a:pt x="4502" y="13261"/>
                </a:lnTo>
                <a:lnTo>
                  <a:pt x="4575" y="13383"/>
                </a:lnTo>
                <a:lnTo>
                  <a:pt x="4696" y="13480"/>
                </a:lnTo>
                <a:lnTo>
                  <a:pt x="4818" y="13578"/>
                </a:lnTo>
                <a:lnTo>
                  <a:pt x="4940" y="13651"/>
                </a:lnTo>
                <a:lnTo>
                  <a:pt x="5061" y="13724"/>
                </a:lnTo>
                <a:lnTo>
                  <a:pt x="5207" y="13772"/>
                </a:lnTo>
                <a:lnTo>
                  <a:pt x="5353" y="13797"/>
                </a:lnTo>
                <a:lnTo>
                  <a:pt x="5499" y="13821"/>
                </a:lnTo>
                <a:lnTo>
                  <a:pt x="5791" y="13821"/>
                </a:lnTo>
                <a:lnTo>
                  <a:pt x="5937" y="13797"/>
                </a:lnTo>
                <a:lnTo>
                  <a:pt x="6108" y="13748"/>
                </a:lnTo>
                <a:lnTo>
                  <a:pt x="6254" y="13675"/>
                </a:lnTo>
                <a:lnTo>
                  <a:pt x="6375" y="13553"/>
                </a:lnTo>
                <a:lnTo>
                  <a:pt x="6473" y="13432"/>
                </a:lnTo>
                <a:lnTo>
                  <a:pt x="6570" y="13286"/>
                </a:lnTo>
                <a:lnTo>
                  <a:pt x="6619" y="13140"/>
                </a:lnTo>
                <a:lnTo>
                  <a:pt x="6667" y="12969"/>
                </a:lnTo>
                <a:lnTo>
                  <a:pt x="6692" y="12799"/>
                </a:lnTo>
                <a:lnTo>
                  <a:pt x="6692" y="12629"/>
                </a:lnTo>
                <a:lnTo>
                  <a:pt x="6692" y="12434"/>
                </a:lnTo>
                <a:lnTo>
                  <a:pt x="6667" y="12264"/>
                </a:lnTo>
                <a:lnTo>
                  <a:pt x="6619" y="12093"/>
                </a:lnTo>
                <a:lnTo>
                  <a:pt x="6570" y="11923"/>
                </a:lnTo>
                <a:lnTo>
                  <a:pt x="6497" y="11777"/>
                </a:lnTo>
                <a:lnTo>
                  <a:pt x="6424" y="11631"/>
                </a:lnTo>
                <a:lnTo>
                  <a:pt x="6327" y="11509"/>
                </a:lnTo>
                <a:lnTo>
                  <a:pt x="6862" y="11534"/>
                </a:lnTo>
                <a:lnTo>
                  <a:pt x="7373" y="11534"/>
                </a:lnTo>
                <a:lnTo>
                  <a:pt x="8371" y="11631"/>
                </a:lnTo>
                <a:lnTo>
                  <a:pt x="9368" y="11728"/>
                </a:lnTo>
                <a:lnTo>
                  <a:pt x="9831" y="11753"/>
                </a:lnTo>
                <a:lnTo>
                  <a:pt x="10293" y="11753"/>
                </a:lnTo>
                <a:lnTo>
                  <a:pt x="11218" y="11704"/>
                </a:lnTo>
                <a:lnTo>
                  <a:pt x="11704" y="11680"/>
                </a:lnTo>
                <a:lnTo>
                  <a:pt x="12166" y="11680"/>
                </a:lnTo>
                <a:lnTo>
                  <a:pt x="12629" y="11704"/>
                </a:lnTo>
                <a:lnTo>
                  <a:pt x="13091" y="11753"/>
                </a:lnTo>
                <a:lnTo>
                  <a:pt x="12921" y="11996"/>
                </a:lnTo>
                <a:lnTo>
                  <a:pt x="12799" y="12264"/>
                </a:lnTo>
                <a:lnTo>
                  <a:pt x="12750" y="12434"/>
                </a:lnTo>
                <a:lnTo>
                  <a:pt x="12702" y="12580"/>
                </a:lnTo>
                <a:lnTo>
                  <a:pt x="12702" y="12726"/>
                </a:lnTo>
                <a:lnTo>
                  <a:pt x="12702" y="12872"/>
                </a:lnTo>
                <a:lnTo>
                  <a:pt x="12750" y="13018"/>
                </a:lnTo>
                <a:lnTo>
                  <a:pt x="12799" y="13140"/>
                </a:lnTo>
                <a:lnTo>
                  <a:pt x="12848" y="13261"/>
                </a:lnTo>
                <a:lnTo>
                  <a:pt x="12945" y="13383"/>
                </a:lnTo>
                <a:lnTo>
                  <a:pt x="13042" y="13480"/>
                </a:lnTo>
                <a:lnTo>
                  <a:pt x="13140" y="13553"/>
                </a:lnTo>
                <a:lnTo>
                  <a:pt x="13261" y="13626"/>
                </a:lnTo>
                <a:lnTo>
                  <a:pt x="13407" y="13699"/>
                </a:lnTo>
                <a:lnTo>
                  <a:pt x="13553" y="13748"/>
                </a:lnTo>
                <a:lnTo>
                  <a:pt x="13699" y="13797"/>
                </a:lnTo>
                <a:lnTo>
                  <a:pt x="13845" y="13821"/>
                </a:lnTo>
                <a:lnTo>
                  <a:pt x="14016" y="13821"/>
                </a:lnTo>
                <a:lnTo>
                  <a:pt x="14283" y="13797"/>
                </a:lnTo>
                <a:lnTo>
                  <a:pt x="14502" y="13748"/>
                </a:lnTo>
                <a:lnTo>
                  <a:pt x="14697" y="13651"/>
                </a:lnTo>
                <a:lnTo>
                  <a:pt x="14867" y="13505"/>
                </a:lnTo>
                <a:lnTo>
                  <a:pt x="14989" y="13359"/>
                </a:lnTo>
                <a:lnTo>
                  <a:pt x="15086" y="13164"/>
                </a:lnTo>
                <a:lnTo>
                  <a:pt x="15159" y="12969"/>
                </a:lnTo>
                <a:lnTo>
                  <a:pt x="15208" y="12750"/>
                </a:lnTo>
                <a:lnTo>
                  <a:pt x="15208" y="12531"/>
                </a:lnTo>
                <a:lnTo>
                  <a:pt x="15184" y="12337"/>
                </a:lnTo>
                <a:lnTo>
                  <a:pt x="15159" y="12118"/>
                </a:lnTo>
                <a:lnTo>
                  <a:pt x="15086" y="11923"/>
                </a:lnTo>
                <a:lnTo>
                  <a:pt x="14989" y="11728"/>
                </a:lnTo>
                <a:lnTo>
                  <a:pt x="14867" y="11582"/>
                </a:lnTo>
                <a:lnTo>
                  <a:pt x="14721" y="11436"/>
                </a:lnTo>
                <a:lnTo>
                  <a:pt x="14551" y="11339"/>
                </a:lnTo>
                <a:lnTo>
                  <a:pt x="14405" y="11144"/>
                </a:lnTo>
                <a:lnTo>
                  <a:pt x="14648" y="11120"/>
                </a:lnTo>
                <a:lnTo>
                  <a:pt x="14989" y="11120"/>
                </a:lnTo>
                <a:lnTo>
                  <a:pt x="15062" y="11071"/>
                </a:lnTo>
                <a:lnTo>
                  <a:pt x="15086" y="10999"/>
                </a:lnTo>
                <a:lnTo>
                  <a:pt x="15111" y="10926"/>
                </a:lnTo>
                <a:lnTo>
                  <a:pt x="15086" y="10853"/>
                </a:lnTo>
                <a:lnTo>
                  <a:pt x="15062" y="10780"/>
                </a:lnTo>
                <a:lnTo>
                  <a:pt x="14989" y="10707"/>
                </a:lnTo>
                <a:lnTo>
                  <a:pt x="14892" y="10682"/>
                </a:lnTo>
                <a:lnTo>
                  <a:pt x="14648" y="10682"/>
                </a:lnTo>
                <a:lnTo>
                  <a:pt x="14429" y="10707"/>
                </a:lnTo>
                <a:lnTo>
                  <a:pt x="13967" y="10780"/>
                </a:lnTo>
                <a:lnTo>
                  <a:pt x="12653" y="10780"/>
                </a:lnTo>
                <a:lnTo>
                  <a:pt x="11339" y="10755"/>
                </a:lnTo>
                <a:lnTo>
                  <a:pt x="10050" y="10707"/>
                </a:lnTo>
                <a:lnTo>
                  <a:pt x="8760" y="10707"/>
                </a:lnTo>
                <a:lnTo>
                  <a:pt x="7495" y="10731"/>
                </a:lnTo>
                <a:lnTo>
                  <a:pt x="7081" y="10707"/>
                </a:lnTo>
                <a:lnTo>
                  <a:pt x="6643" y="10682"/>
                </a:lnTo>
                <a:lnTo>
                  <a:pt x="6229" y="10634"/>
                </a:lnTo>
                <a:lnTo>
                  <a:pt x="5816" y="10634"/>
                </a:lnTo>
                <a:lnTo>
                  <a:pt x="5864" y="10439"/>
                </a:lnTo>
                <a:lnTo>
                  <a:pt x="5913" y="10269"/>
                </a:lnTo>
                <a:lnTo>
                  <a:pt x="6035" y="9977"/>
                </a:lnTo>
                <a:lnTo>
                  <a:pt x="6059" y="9831"/>
                </a:lnTo>
                <a:lnTo>
                  <a:pt x="6083" y="9709"/>
                </a:lnTo>
                <a:lnTo>
                  <a:pt x="6400" y="9709"/>
                </a:lnTo>
                <a:lnTo>
                  <a:pt x="6716" y="9685"/>
                </a:lnTo>
                <a:lnTo>
                  <a:pt x="7300" y="9660"/>
                </a:lnTo>
                <a:lnTo>
                  <a:pt x="7860" y="9636"/>
                </a:lnTo>
                <a:lnTo>
                  <a:pt x="8395" y="9612"/>
                </a:lnTo>
                <a:lnTo>
                  <a:pt x="9466" y="9514"/>
                </a:lnTo>
                <a:lnTo>
                  <a:pt x="10512" y="9417"/>
                </a:lnTo>
                <a:lnTo>
                  <a:pt x="11558" y="9368"/>
                </a:lnTo>
                <a:lnTo>
                  <a:pt x="12604" y="9295"/>
                </a:lnTo>
                <a:lnTo>
                  <a:pt x="13140" y="9247"/>
                </a:lnTo>
                <a:lnTo>
                  <a:pt x="13651" y="9174"/>
                </a:lnTo>
                <a:lnTo>
                  <a:pt x="13991" y="9125"/>
                </a:lnTo>
                <a:lnTo>
                  <a:pt x="14332" y="9003"/>
                </a:lnTo>
                <a:lnTo>
                  <a:pt x="14624" y="8833"/>
                </a:lnTo>
                <a:lnTo>
                  <a:pt x="14916" y="8614"/>
                </a:lnTo>
                <a:lnTo>
                  <a:pt x="15062" y="8492"/>
                </a:lnTo>
                <a:lnTo>
                  <a:pt x="15159" y="8322"/>
                </a:lnTo>
                <a:lnTo>
                  <a:pt x="15257" y="8152"/>
                </a:lnTo>
                <a:lnTo>
                  <a:pt x="15354" y="7957"/>
                </a:lnTo>
                <a:lnTo>
                  <a:pt x="15500" y="7592"/>
                </a:lnTo>
                <a:lnTo>
                  <a:pt x="15646" y="7227"/>
                </a:lnTo>
                <a:lnTo>
                  <a:pt x="15914" y="6546"/>
                </a:lnTo>
                <a:lnTo>
                  <a:pt x="15987" y="6546"/>
                </a:lnTo>
                <a:lnTo>
                  <a:pt x="16011" y="6521"/>
                </a:lnTo>
                <a:lnTo>
                  <a:pt x="16035" y="6497"/>
                </a:lnTo>
                <a:lnTo>
                  <a:pt x="16035" y="6473"/>
                </a:lnTo>
                <a:lnTo>
                  <a:pt x="16011" y="6424"/>
                </a:lnTo>
                <a:lnTo>
                  <a:pt x="15987" y="6424"/>
                </a:lnTo>
                <a:lnTo>
                  <a:pt x="16303" y="5816"/>
                </a:lnTo>
                <a:lnTo>
                  <a:pt x="16327" y="5767"/>
                </a:lnTo>
                <a:lnTo>
                  <a:pt x="16352" y="5743"/>
                </a:lnTo>
                <a:lnTo>
                  <a:pt x="16376" y="5670"/>
                </a:lnTo>
                <a:lnTo>
                  <a:pt x="17009" y="4550"/>
                </a:lnTo>
                <a:lnTo>
                  <a:pt x="17325" y="3991"/>
                </a:lnTo>
                <a:lnTo>
                  <a:pt x="17641" y="3431"/>
                </a:lnTo>
                <a:lnTo>
                  <a:pt x="17666" y="3334"/>
                </a:lnTo>
                <a:lnTo>
                  <a:pt x="17641" y="3236"/>
                </a:lnTo>
                <a:lnTo>
                  <a:pt x="17690" y="2945"/>
                </a:lnTo>
                <a:lnTo>
                  <a:pt x="17690" y="2799"/>
                </a:lnTo>
                <a:lnTo>
                  <a:pt x="17690" y="2677"/>
                </a:lnTo>
                <a:lnTo>
                  <a:pt x="17641" y="2555"/>
                </a:lnTo>
                <a:lnTo>
                  <a:pt x="17568" y="2458"/>
                </a:lnTo>
                <a:lnTo>
                  <a:pt x="17495" y="2361"/>
                </a:lnTo>
                <a:lnTo>
                  <a:pt x="17398" y="2288"/>
                </a:lnTo>
                <a:lnTo>
                  <a:pt x="17301" y="2215"/>
                </a:lnTo>
                <a:lnTo>
                  <a:pt x="17155" y="2166"/>
                </a:lnTo>
                <a:lnTo>
                  <a:pt x="16984" y="2117"/>
                </a:lnTo>
                <a:lnTo>
                  <a:pt x="16790" y="2069"/>
                </a:lnTo>
                <a:lnTo>
                  <a:pt x="16376" y="2069"/>
                </a:lnTo>
                <a:lnTo>
                  <a:pt x="15597" y="2093"/>
                </a:lnTo>
                <a:lnTo>
                  <a:pt x="14283" y="2093"/>
                </a:lnTo>
                <a:lnTo>
                  <a:pt x="13651" y="2069"/>
                </a:lnTo>
                <a:lnTo>
                  <a:pt x="12994" y="2020"/>
                </a:lnTo>
                <a:lnTo>
                  <a:pt x="11753" y="1923"/>
                </a:lnTo>
                <a:lnTo>
                  <a:pt x="10488" y="1898"/>
                </a:lnTo>
                <a:lnTo>
                  <a:pt x="9222" y="1874"/>
                </a:lnTo>
                <a:lnTo>
                  <a:pt x="7981" y="1874"/>
                </a:lnTo>
                <a:lnTo>
                  <a:pt x="7032" y="1850"/>
                </a:lnTo>
                <a:lnTo>
                  <a:pt x="6083" y="1825"/>
                </a:lnTo>
                <a:lnTo>
                  <a:pt x="5159" y="1801"/>
                </a:lnTo>
                <a:lnTo>
                  <a:pt x="4210" y="1801"/>
                </a:lnTo>
                <a:lnTo>
                  <a:pt x="4112" y="1509"/>
                </a:lnTo>
                <a:lnTo>
                  <a:pt x="3991" y="1241"/>
                </a:lnTo>
                <a:lnTo>
                  <a:pt x="3942" y="998"/>
                </a:lnTo>
                <a:lnTo>
                  <a:pt x="3845" y="633"/>
                </a:lnTo>
                <a:lnTo>
                  <a:pt x="3796" y="463"/>
                </a:lnTo>
                <a:lnTo>
                  <a:pt x="3723" y="292"/>
                </a:lnTo>
                <a:lnTo>
                  <a:pt x="3650" y="195"/>
                </a:lnTo>
                <a:lnTo>
                  <a:pt x="3577" y="146"/>
                </a:lnTo>
                <a:lnTo>
                  <a:pt x="3529" y="146"/>
                </a:lnTo>
                <a:lnTo>
                  <a:pt x="2604" y="122"/>
                </a:lnTo>
                <a:lnTo>
                  <a:pt x="1655" y="73"/>
                </a:lnTo>
                <a:lnTo>
                  <a:pt x="901" y="0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24"/>
          <p:cNvSpPr/>
          <p:nvPr/>
        </p:nvSpPr>
        <p:spPr>
          <a:xfrm>
            <a:off x="7599857" y="2569837"/>
            <a:ext cx="302200" cy="318177"/>
          </a:xfrm>
          <a:custGeom>
            <a:rect b="b" l="l" r="r" t="t"/>
            <a:pathLst>
              <a:path extrusionOk="0" h="18421" w="17496">
                <a:moveTo>
                  <a:pt x="7421" y="1047"/>
                </a:moveTo>
                <a:lnTo>
                  <a:pt x="7373" y="1071"/>
                </a:lnTo>
                <a:lnTo>
                  <a:pt x="7348" y="1120"/>
                </a:lnTo>
                <a:lnTo>
                  <a:pt x="7324" y="1169"/>
                </a:lnTo>
                <a:lnTo>
                  <a:pt x="7348" y="1315"/>
                </a:lnTo>
                <a:lnTo>
                  <a:pt x="7348" y="1461"/>
                </a:lnTo>
                <a:lnTo>
                  <a:pt x="7324" y="1582"/>
                </a:lnTo>
                <a:lnTo>
                  <a:pt x="7300" y="1704"/>
                </a:lnTo>
                <a:lnTo>
                  <a:pt x="7178" y="1923"/>
                </a:lnTo>
                <a:lnTo>
                  <a:pt x="7008" y="2142"/>
                </a:lnTo>
                <a:lnTo>
                  <a:pt x="6862" y="2385"/>
                </a:lnTo>
                <a:lnTo>
                  <a:pt x="6813" y="2483"/>
                </a:lnTo>
                <a:lnTo>
                  <a:pt x="6765" y="2604"/>
                </a:lnTo>
                <a:lnTo>
                  <a:pt x="6740" y="2750"/>
                </a:lnTo>
                <a:lnTo>
                  <a:pt x="6740" y="2872"/>
                </a:lnTo>
                <a:lnTo>
                  <a:pt x="6740" y="3018"/>
                </a:lnTo>
                <a:lnTo>
                  <a:pt x="6789" y="3164"/>
                </a:lnTo>
                <a:lnTo>
                  <a:pt x="6862" y="3286"/>
                </a:lnTo>
                <a:lnTo>
                  <a:pt x="6959" y="3432"/>
                </a:lnTo>
                <a:lnTo>
                  <a:pt x="7154" y="3699"/>
                </a:lnTo>
                <a:lnTo>
                  <a:pt x="7251" y="3845"/>
                </a:lnTo>
                <a:lnTo>
                  <a:pt x="7275" y="3991"/>
                </a:lnTo>
                <a:lnTo>
                  <a:pt x="7275" y="4064"/>
                </a:lnTo>
                <a:lnTo>
                  <a:pt x="7275" y="4137"/>
                </a:lnTo>
                <a:lnTo>
                  <a:pt x="7251" y="4186"/>
                </a:lnTo>
                <a:lnTo>
                  <a:pt x="7178" y="4259"/>
                </a:lnTo>
                <a:lnTo>
                  <a:pt x="7154" y="4332"/>
                </a:lnTo>
                <a:lnTo>
                  <a:pt x="7129" y="4405"/>
                </a:lnTo>
                <a:lnTo>
                  <a:pt x="7129" y="4478"/>
                </a:lnTo>
                <a:lnTo>
                  <a:pt x="7178" y="4527"/>
                </a:lnTo>
                <a:lnTo>
                  <a:pt x="7251" y="4575"/>
                </a:lnTo>
                <a:lnTo>
                  <a:pt x="7324" y="4600"/>
                </a:lnTo>
                <a:lnTo>
                  <a:pt x="7397" y="4575"/>
                </a:lnTo>
                <a:lnTo>
                  <a:pt x="7470" y="4527"/>
                </a:lnTo>
                <a:lnTo>
                  <a:pt x="7567" y="4429"/>
                </a:lnTo>
                <a:lnTo>
                  <a:pt x="7616" y="4332"/>
                </a:lnTo>
                <a:lnTo>
                  <a:pt x="7665" y="4235"/>
                </a:lnTo>
                <a:lnTo>
                  <a:pt x="7689" y="4113"/>
                </a:lnTo>
                <a:lnTo>
                  <a:pt x="7689" y="4016"/>
                </a:lnTo>
                <a:lnTo>
                  <a:pt x="7665" y="3918"/>
                </a:lnTo>
                <a:lnTo>
                  <a:pt x="7592" y="3724"/>
                </a:lnTo>
                <a:lnTo>
                  <a:pt x="7470" y="3505"/>
                </a:lnTo>
                <a:lnTo>
                  <a:pt x="7324" y="3310"/>
                </a:lnTo>
                <a:lnTo>
                  <a:pt x="7202" y="3115"/>
                </a:lnTo>
                <a:lnTo>
                  <a:pt x="7105" y="2921"/>
                </a:lnTo>
                <a:lnTo>
                  <a:pt x="7081" y="2823"/>
                </a:lnTo>
                <a:lnTo>
                  <a:pt x="7105" y="2726"/>
                </a:lnTo>
                <a:lnTo>
                  <a:pt x="7154" y="2604"/>
                </a:lnTo>
                <a:lnTo>
                  <a:pt x="7202" y="2483"/>
                </a:lnTo>
                <a:lnTo>
                  <a:pt x="7373" y="2239"/>
                </a:lnTo>
                <a:lnTo>
                  <a:pt x="7543" y="1972"/>
                </a:lnTo>
                <a:lnTo>
                  <a:pt x="7689" y="1728"/>
                </a:lnTo>
                <a:lnTo>
                  <a:pt x="7738" y="1607"/>
                </a:lnTo>
                <a:lnTo>
                  <a:pt x="7762" y="1485"/>
                </a:lnTo>
                <a:lnTo>
                  <a:pt x="7762" y="1363"/>
                </a:lnTo>
                <a:lnTo>
                  <a:pt x="7713" y="1242"/>
                </a:lnTo>
                <a:lnTo>
                  <a:pt x="7616" y="1144"/>
                </a:lnTo>
                <a:lnTo>
                  <a:pt x="7494" y="1071"/>
                </a:lnTo>
                <a:lnTo>
                  <a:pt x="7421" y="1047"/>
                </a:lnTo>
                <a:close/>
                <a:moveTo>
                  <a:pt x="10293" y="1242"/>
                </a:moveTo>
                <a:lnTo>
                  <a:pt x="10268" y="1266"/>
                </a:lnTo>
                <a:lnTo>
                  <a:pt x="10244" y="1363"/>
                </a:lnTo>
                <a:lnTo>
                  <a:pt x="10220" y="1485"/>
                </a:lnTo>
                <a:lnTo>
                  <a:pt x="10195" y="1607"/>
                </a:lnTo>
                <a:lnTo>
                  <a:pt x="10171" y="1680"/>
                </a:lnTo>
                <a:lnTo>
                  <a:pt x="10098" y="1826"/>
                </a:lnTo>
                <a:lnTo>
                  <a:pt x="10001" y="1923"/>
                </a:lnTo>
                <a:lnTo>
                  <a:pt x="9782" y="2166"/>
                </a:lnTo>
                <a:lnTo>
                  <a:pt x="9684" y="2288"/>
                </a:lnTo>
                <a:lnTo>
                  <a:pt x="9611" y="2434"/>
                </a:lnTo>
                <a:lnTo>
                  <a:pt x="9587" y="2604"/>
                </a:lnTo>
                <a:lnTo>
                  <a:pt x="9587" y="2775"/>
                </a:lnTo>
                <a:lnTo>
                  <a:pt x="9636" y="2921"/>
                </a:lnTo>
                <a:lnTo>
                  <a:pt x="9709" y="3042"/>
                </a:lnTo>
                <a:lnTo>
                  <a:pt x="9879" y="3286"/>
                </a:lnTo>
                <a:lnTo>
                  <a:pt x="10001" y="3456"/>
                </a:lnTo>
                <a:lnTo>
                  <a:pt x="10074" y="3626"/>
                </a:lnTo>
                <a:lnTo>
                  <a:pt x="10098" y="3724"/>
                </a:lnTo>
                <a:lnTo>
                  <a:pt x="10098" y="3821"/>
                </a:lnTo>
                <a:lnTo>
                  <a:pt x="10074" y="3918"/>
                </a:lnTo>
                <a:lnTo>
                  <a:pt x="10025" y="4016"/>
                </a:lnTo>
                <a:lnTo>
                  <a:pt x="9952" y="4137"/>
                </a:lnTo>
                <a:lnTo>
                  <a:pt x="9855" y="4235"/>
                </a:lnTo>
                <a:lnTo>
                  <a:pt x="9782" y="4332"/>
                </a:lnTo>
                <a:lnTo>
                  <a:pt x="9709" y="4454"/>
                </a:lnTo>
                <a:lnTo>
                  <a:pt x="9684" y="4502"/>
                </a:lnTo>
                <a:lnTo>
                  <a:pt x="9684" y="4575"/>
                </a:lnTo>
                <a:lnTo>
                  <a:pt x="9733" y="4673"/>
                </a:lnTo>
                <a:lnTo>
                  <a:pt x="9757" y="4721"/>
                </a:lnTo>
                <a:lnTo>
                  <a:pt x="9806" y="4746"/>
                </a:lnTo>
                <a:lnTo>
                  <a:pt x="9855" y="4770"/>
                </a:lnTo>
                <a:lnTo>
                  <a:pt x="9928" y="4746"/>
                </a:lnTo>
                <a:lnTo>
                  <a:pt x="10122" y="4648"/>
                </a:lnTo>
                <a:lnTo>
                  <a:pt x="10268" y="4502"/>
                </a:lnTo>
                <a:lnTo>
                  <a:pt x="10414" y="4332"/>
                </a:lnTo>
                <a:lnTo>
                  <a:pt x="10487" y="4137"/>
                </a:lnTo>
                <a:lnTo>
                  <a:pt x="10536" y="3943"/>
                </a:lnTo>
                <a:lnTo>
                  <a:pt x="10536" y="3724"/>
                </a:lnTo>
                <a:lnTo>
                  <a:pt x="10487" y="3505"/>
                </a:lnTo>
                <a:lnTo>
                  <a:pt x="10414" y="3310"/>
                </a:lnTo>
                <a:lnTo>
                  <a:pt x="10293" y="3140"/>
                </a:lnTo>
                <a:lnTo>
                  <a:pt x="10171" y="2994"/>
                </a:lnTo>
                <a:lnTo>
                  <a:pt x="10074" y="2872"/>
                </a:lnTo>
                <a:lnTo>
                  <a:pt x="10025" y="2775"/>
                </a:lnTo>
                <a:lnTo>
                  <a:pt x="10001" y="2653"/>
                </a:lnTo>
                <a:lnTo>
                  <a:pt x="10025" y="2556"/>
                </a:lnTo>
                <a:lnTo>
                  <a:pt x="10074" y="2434"/>
                </a:lnTo>
                <a:lnTo>
                  <a:pt x="10122" y="2337"/>
                </a:lnTo>
                <a:lnTo>
                  <a:pt x="10293" y="2118"/>
                </a:lnTo>
                <a:lnTo>
                  <a:pt x="10414" y="1947"/>
                </a:lnTo>
                <a:lnTo>
                  <a:pt x="10512" y="1753"/>
                </a:lnTo>
                <a:lnTo>
                  <a:pt x="10512" y="1655"/>
                </a:lnTo>
                <a:lnTo>
                  <a:pt x="10536" y="1558"/>
                </a:lnTo>
                <a:lnTo>
                  <a:pt x="10512" y="1461"/>
                </a:lnTo>
                <a:lnTo>
                  <a:pt x="10487" y="1363"/>
                </a:lnTo>
                <a:lnTo>
                  <a:pt x="10463" y="1290"/>
                </a:lnTo>
                <a:lnTo>
                  <a:pt x="10390" y="1266"/>
                </a:lnTo>
                <a:lnTo>
                  <a:pt x="10317" y="1242"/>
                </a:lnTo>
                <a:close/>
                <a:moveTo>
                  <a:pt x="8322" y="1"/>
                </a:moveTo>
                <a:lnTo>
                  <a:pt x="8273" y="49"/>
                </a:lnTo>
                <a:lnTo>
                  <a:pt x="8249" y="98"/>
                </a:lnTo>
                <a:lnTo>
                  <a:pt x="8273" y="171"/>
                </a:lnTo>
                <a:lnTo>
                  <a:pt x="8492" y="512"/>
                </a:lnTo>
                <a:lnTo>
                  <a:pt x="8614" y="682"/>
                </a:lnTo>
                <a:lnTo>
                  <a:pt x="8687" y="877"/>
                </a:lnTo>
                <a:lnTo>
                  <a:pt x="8711" y="1023"/>
                </a:lnTo>
                <a:lnTo>
                  <a:pt x="8735" y="1144"/>
                </a:lnTo>
                <a:lnTo>
                  <a:pt x="8711" y="1266"/>
                </a:lnTo>
                <a:lnTo>
                  <a:pt x="8687" y="1388"/>
                </a:lnTo>
                <a:lnTo>
                  <a:pt x="8614" y="1631"/>
                </a:lnTo>
                <a:lnTo>
                  <a:pt x="8492" y="1850"/>
                </a:lnTo>
                <a:lnTo>
                  <a:pt x="8322" y="2166"/>
                </a:lnTo>
                <a:lnTo>
                  <a:pt x="8249" y="2312"/>
                </a:lnTo>
                <a:lnTo>
                  <a:pt x="8200" y="2458"/>
                </a:lnTo>
                <a:lnTo>
                  <a:pt x="8200" y="2604"/>
                </a:lnTo>
                <a:lnTo>
                  <a:pt x="8200" y="2775"/>
                </a:lnTo>
                <a:lnTo>
                  <a:pt x="8249" y="2921"/>
                </a:lnTo>
                <a:lnTo>
                  <a:pt x="8322" y="3091"/>
                </a:lnTo>
                <a:lnTo>
                  <a:pt x="8419" y="3213"/>
                </a:lnTo>
                <a:lnTo>
                  <a:pt x="8516" y="3334"/>
                </a:lnTo>
                <a:lnTo>
                  <a:pt x="8589" y="3432"/>
                </a:lnTo>
                <a:lnTo>
                  <a:pt x="8638" y="3529"/>
                </a:lnTo>
                <a:lnTo>
                  <a:pt x="8662" y="3651"/>
                </a:lnTo>
                <a:lnTo>
                  <a:pt x="8662" y="3748"/>
                </a:lnTo>
                <a:lnTo>
                  <a:pt x="8638" y="3845"/>
                </a:lnTo>
                <a:lnTo>
                  <a:pt x="8614" y="3967"/>
                </a:lnTo>
                <a:lnTo>
                  <a:pt x="8516" y="4162"/>
                </a:lnTo>
                <a:lnTo>
                  <a:pt x="8297" y="4551"/>
                </a:lnTo>
                <a:lnTo>
                  <a:pt x="8200" y="4746"/>
                </a:lnTo>
                <a:lnTo>
                  <a:pt x="8103" y="4940"/>
                </a:lnTo>
                <a:lnTo>
                  <a:pt x="8054" y="5062"/>
                </a:lnTo>
                <a:lnTo>
                  <a:pt x="8054" y="5208"/>
                </a:lnTo>
                <a:lnTo>
                  <a:pt x="8054" y="5354"/>
                </a:lnTo>
                <a:lnTo>
                  <a:pt x="8078" y="5476"/>
                </a:lnTo>
                <a:lnTo>
                  <a:pt x="8127" y="5622"/>
                </a:lnTo>
                <a:lnTo>
                  <a:pt x="8224" y="5719"/>
                </a:lnTo>
                <a:lnTo>
                  <a:pt x="8297" y="5816"/>
                </a:lnTo>
                <a:lnTo>
                  <a:pt x="8419" y="5889"/>
                </a:lnTo>
                <a:lnTo>
                  <a:pt x="8492" y="5914"/>
                </a:lnTo>
                <a:lnTo>
                  <a:pt x="8565" y="5914"/>
                </a:lnTo>
                <a:lnTo>
                  <a:pt x="8614" y="5889"/>
                </a:lnTo>
                <a:lnTo>
                  <a:pt x="8662" y="5841"/>
                </a:lnTo>
                <a:lnTo>
                  <a:pt x="8711" y="5792"/>
                </a:lnTo>
                <a:lnTo>
                  <a:pt x="8711" y="5719"/>
                </a:lnTo>
                <a:lnTo>
                  <a:pt x="8687" y="5670"/>
                </a:lnTo>
                <a:lnTo>
                  <a:pt x="8662" y="5597"/>
                </a:lnTo>
                <a:lnTo>
                  <a:pt x="8589" y="5476"/>
                </a:lnTo>
                <a:lnTo>
                  <a:pt x="8541" y="5378"/>
                </a:lnTo>
                <a:lnTo>
                  <a:pt x="8516" y="5257"/>
                </a:lnTo>
                <a:lnTo>
                  <a:pt x="8516" y="5159"/>
                </a:lnTo>
                <a:lnTo>
                  <a:pt x="8541" y="5038"/>
                </a:lnTo>
                <a:lnTo>
                  <a:pt x="8565" y="4940"/>
                </a:lnTo>
                <a:lnTo>
                  <a:pt x="8687" y="4721"/>
                </a:lnTo>
                <a:lnTo>
                  <a:pt x="8954" y="4283"/>
                </a:lnTo>
                <a:lnTo>
                  <a:pt x="9076" y="4040"/>
                </a:lnTo>
                <a:lnTo>
                  <a:pt x="9100" y="3943"/>
                </a:lnTo>
                <a:lnTo>
                  <a:pt x="9125" y="3821"/>
                </a:lnTo>
                <a:lnTo>
                  <a:pt x="9125" y="3626"/>
                </a:lnTo>
                <a:lnTo>
                  <a:pt x="9076" y="3480"/>
                </a:lnTo>
                <a:lnTo>
                  <a:pt x="9027" y="3310"/>
                </a:lnTo>
                <a:lnTo>
                  <a:pt x="8930" y="3164"/>
                </a:lnTo>
                <a:lnTo>
                  <a:pt x="8784" y="2921"/>
                </a:lnTo>
                <a:lnTo>
                  <a:pt x="8711" y="2823"/>
                </a:lnTo>
                <a:lnTo>
                  <a:pt x="8662" y="2726"/>
                </a:lnTo>
                <a:lnTo>
                  <a:pt x="8662" y="2604"/>
                </a:lnTo>
                <a:lnTo>
                  <a:pt x="8662" y="2507"/>
                </a:lnTo>
                <a:lnTo>
                  <a:pt x="8711" y="2361"/>
                </a:lnTo>
                <a:lnTo>
                  <a:pt x="8784" y="2215"/>
                </a:lnTo>
                <a:lnTo>
                  <a:pt x="8954" y="1899"/>
                </a:lnTo>
                <a:lnTo>
                  <a:pt x="9076" y="1582"/>
                </a:lnTo>
                <a:lnTo>
                  <a:pt x="9125" y="1436"/>
                </a:lnTo>
                <a:lnTo>
                  <a:pt x="9149" y="1266"/>
                </a:lnTo>
                <a:lnTo>
                  <a:pt x="9149" y="1096"/>
                </a:lnTo>
                <a:lnTo>
                  <a:pt x="9125" y="901"/>
                </a:lnTo>
                <a:lnTo>
                  <a:pt x="9100" y="755"/>
                </a:lnTo>
                <a:lnTo>
                  <a:pt x="9052" y="609"/>
                </a:lnTo>
                <a:lnTo>
                  <a:pt x="8979" y="463"/>
                </a:lnTo>
                <a:lnTo>
                  <a:pt x="8881" y="341"/>
                </a:lnTo>
                <a:lnTo>
                  <a:pt x="8784" y="220"/>
                </a:lnTo>
                <a:lnTo>
                  <a:pt x="8662" y="122"/>
                </a:lnTo>
                <a:lnTo>
                  <a:pt x="8541" y="49"/>
                </a:lnTo>
                <a:lnTo>
                  <a:pt x="8395" y="1"/>
                </a:lnTo>
                <a:close/>
                <a:moveTo>
                  <a:pt x="6497" y="7982"/>
                </a:moveTo>
                <a:lnTo>
                  <a:pt x="6424" y="8079"/>
                </a:lnTo>
                <a:lnTo>
                  <a:pt x="6229" y="8055"/>
                </a:lnTo>
                <a:lnTo>
                  <a:pt x="5791" y="8030"/>
                </a:lnTo>
                <a:lnTo>
                  <a:pt x="6156" y="8006"/>
                </a:lnTo>
                <a:lnTo>
                  <a:pt x="6497" y="7982"/>
                </a:lnTo>
                <a:close/>
                <a:moveTo>
                  <a:pt x="10512" y="6911"/>
                </a:moveTo>
                <a:lnTo>
                  <a:pt x="11242" y="6960"/>
                </a:lnTo>
                <a:lnTo>
                  <a:pt x="11972" y="7009"/>
                </a:lnTo>
                <a:lnTo>
                  <a:pt x="12677" y="7106"/>
                </a:lnTo>
                <a:lnTo>
                  <a:pt x="13407" y="7228"/>
                </a:lnTo>
                <a:lnTo>
                  <a:pt x="14089" y="7374"/>
                </a:lnTo>
                <a:lnTo>
                  <a:pt x="14186" y="7422"/>
                </a:lnTo>
                <a:lnTo>
                  <a:pt x="14259" y="7471"/>
                </a:lnTo>
                <a:lnTo>
                  <a:pt x="14283" y="7520"/>
                </a:lnTo>
                <a:lnTo>
                  <a:pt x="14283" y="7593"/>
                </a:lnTo>
                <a:lnTo>
                  <a:pt x="14259" y="7666"/>
                </a:lnTo>
                <a:lnTo>
                  <a:pt x="14210" y="7714"/>
                </a:lnTo>
                <a:lnTo>
                  <a:pt x="14162" y="7787"/>
                </a:lnTo>
                <a:lnTo>
                  <a:pt x="14089" y="7836"/>
                </a:lnTo>
                <a:lnTo>
                  <a:pt x="13894" y="7909"/>
                </a:lnTo>
                <a:lnTo>
                  <a:pt x="13699" y="7958"/>
                </a:lnTo>
                <a:lnTo>
                  <a:pt x="13310" y="8030"/>
                </a:lnTo>
                <a:lnTo>
                  <a:pt x="12775" y="8079"/>
                </a:lnTo>
                <a:lnTo>
                  <a:pt x="12750" y="8006"/>
                </a:lnTo>
                <a:lnTo>
                  <a:pt x="12677" y="7982"/>
                </a:lnTo>
                <a:lnTo>
                  <a:pt x="12215" y="7860"/>
                </a:lnTo>
                <a:lnTo>
                  <a:pt x="11753" y="7787"/>
                </a:lnTo>
                <a:lnTo>
                  <a:pt x="11290" y="7714"/>
                </a:lnTo>
                <a:lnTo>
                  <a:pt x="10804" y="7666"/>
                </a:lnTo>
                <a:lnTo>
                  <a:pt x="9855" y="7617"/>
                </a:lnTo>
                <a:lnTo>
                  <a:pt x="8906" y="7593"/>
                </a:lnTo>
                <a:lnTo>
                  <a:pt x="7884" y="7593"/>
                </a:lnTo>
                <a:lnTo>
                  <a:pt x="6862" y="7641"/>
                </a:lnTo>
                <a:lnTo>
                  <a:pt x="6424" y="7666"/>
                </a:lnTo>
                <a:lnTo>
                  <a:pt x="5986" y="7714"/>
                </a:lnTo>
                <a:lnTo>
                  <a:pt x="5767" y="7739"/>
                </a:lnTo>
                <a:lnTo>
                  <a:pt x="5548" y="7787"/>
                </a:lnTo>
                <a:lnTo>
                  <a:pt x="5353" y="7860"/>
                </a:lnTo>
                <a:lnTo>
                  <a:pt x="5159" y="7933"/>
                </a:lnTo>
                <a:lnTo>
                  <a:pt x="5159" y="7958"/>
                </a:lnTo>
                <a:lnTo>
                  <a:pt x="5159" y="7982"/>
                </a:lnTo>
                <a:lnTo>
                  <a:pt x="5207" y="8006"/>
                </a:lnTo>
                <a:lnTo>
                  <a:pt x="5207" y="8006"/>
                </a:lnTo>
                <a:lnTo>
                  <a:pt x="4696" y="7958"/>
                </a:lnTo>
                <a:lnTo>
                  <a:pt x="4331" y="7933"/>
                </a:lnTo>
                <a:lnTo>
                  <a:pt x="3869" y="7909"/>
                </a:lnTo>
                <a:lnTo>
                  <a:pt x="3626" y="7860"/>
                </a:lnTo>
                <a:lnTo>
                  <a:pt x="3431" y="7787"/>
                </a:lnTo>
                <a:lnTo>
                  <a:pt x="3334" y="7739"/>
                </a:lnTo>
                <a:lnTo>
                  <a:pt x="3261" y="7666"/>
                </a:lnTo>
                <a:lnTo>
                  <a:pt x="3212" y="7617"/>
                </a:lnTo>
                <a:lnTo>
                  <a:pt x="3163" y="7520"/>
                </a:lnTo>
                <a:lnTo>
                  <a:pt x="3261" y="7471"/>
                </a:lnTo>
                <a:lnTo>
                  <a:pt x="3358" y="7398"/>
                </a:lnTo>
                <a:lnTo>
                  <a:pt x="3577" y="7325"/>
                </a:lnTo>
                <a:lnTo>
                  <a:pt x="3820" y="7301"/>
                </a:lnTo>
                <a:lnTo>
                  <a:pt x="4064" y="7276"/>
                </a:lnTo>
                <a:lnTo>
                  <a:pt x="5548" y="7130"/>
                </a:lnTo>
                <a:lnTo>
                  <a:pt x="6935" y="7009"/>
                </a:lnTo>
                <a:lnTo>
                  <a:pt x="8322" y="6936"/>
                </a:lnTo>
                <a:lnTo>
                  <a:pt x="9052" y="6911"/>
                </a:lnTo>
                <a:close/>
                <a:moveTo>
                  <a:pt x="7032" y="7933"/>
                </a:moveTo>
                <a:lnTo>
                  <a:pt x="6935" y="8079"/>
                </a:lnTo>
                <a:lnTo>
                  <a:pt x="6935" y="8103"/>
                </a:lnTo>
                <a:lnTo>
                  <a:pt x="6765" y="8079"/>
                </a:lnTo>
                <a:lnTo>
                  <a:pt x="6789" y="8030"/>
                </a:lnTo>
                <a:lnTo>
                  <a:pt x="6862" y="7958"/>
                </a:lnTo>
                <a:lnTo>
                  <a:pt x="6862" y="7933"/>
                </a:lnTo>
                <a:close/>
                <a:moveTo>
                  <a:pt x="7519" y="7909"/>
                </a:moveTo>
                <a:lnTo>
                  <a:pt x="7470" y="8006"/>
                </a:lnTo>
                <a:lnTo>
                  <a:pt x="7421" y="8103"/>
                </a:lnTo>
                <a:lnTo>
                  <a:pt x="7275" y="8103"/>
                </a:lnTo>
                <a:lnTo>
                  <a:pt x="7348" y="8006"/>
                </a:lnTo>
                <a:lnTo>
                  <a:pt x="7421" y="7909"/>
                </a:lnTo>
                <a:close/>
                <a:moveTo>
                  <a:pt x="8054" y="7909"/>
                </a:moveTo>
                <a:lnTo>
                  <a:pt x="7981" y="8006"/>
                </a:lnTo>
                <a:lnTo>
                  <a:pt x="7908" y="8103"/>
                </a:lnTo>
                <a:lnTo>
                  <a:pt x="7908" y="8128"/>
                </a:lnTo>
                <a:lnTo>
                  <a:pt x="7665" y="8128"/>
                </a:lnTo>
                <a:lnTo>
                  <a:pt x="7689" y="8030"/>
                </a:lnTo>
                <a:lnTo>
                  <a:pt x="7786" y="7909"/>
                </a:lnTo>
                <a:close/>
                <a:moveTo>
                  <a:pt x="8468" y="7909"/>
                </a:moveTo>
                <a:lnTo>
                  <a:pt x="8395" y="8006"/>
                </a:lnTo>
                <a:lnTo>
                  <a:pt x="8322" y="8128"/>
                </a:lnTo>
                <a:lnTo>
                  <a:pt x="8224" y="8128"/>
                </a:lnTo>
                <a:lnTo>
                  <a:pt x="8322" y="7909"/>
                </a:lnTo>
                <a:close/>
                <a:moveTo>
                  <a:pt x="8784" y="7909"/>
                </a:moveTo>
                <a:lnTo>
                  <a:pt x="8662" y="8128"/>
                </a:lnTo>
                <a:lnTo>
                  <a:pt x="8541" y="8128"/>
                </a:lnTo>
                <a:lnTo>
                  <a:pt x="8589" y="7909"/>
                </a:lnTo>
                <a:close/>
                <a:moveTo>
                  <a:pt x="10171" y="7958"/>
                </a:moveTo>
                <a:lnTo>
                  <a:pt x="10122" y="8006"/>
                </a:lnTo>
                <a:lnTo>
                  <a:pt x="10001" y="8128"/>
                </a:lnTo>
                <a:lnTo>
                  <a:pt x="9976" y="8128"/>
                </a:lnTo>
                <a:lnTo>
                  <a:pt x="10049" y="7958"/>
                </a:lnTo>
                <a:close/>
                <a:moveTo>
                  <a:pt x="10414" y="7982"/>
                </a:moveTo>
                <a:lnTo>
                  <a:pt x="10585" y="8006"/>
                </a:lnTo>
                <a:lnTo>
                  <a:pt x="10585" y="8055"/>
                </a:lnTo>
                <a:lnTo>
                  <a:pt x="10560" y="8128"/>
                </a:lnTo>
                <a:lnTo>
                  <a:pt x="10341" y="8128"/>
                </a:lnTo>
                <a:lnTo>
                  <a:pt x="10414" y="7982"/>
                </a:lnTo>
                <a:close/>
                <a:moveTo>
                  <a:pt x="10779" y="8006"/>
                </a:moveTo>
                <a:lnTo>
                  <a:pt x="11485" y="8103"/>
                </a:lnTo>
                <a:lnTo>
                  <a:pt x="10804" y="8128"/>
                </a:lnTo>
                <a:lnTo>
                  <a:pt x="10779" y="8055"/>
                </a:lnTo>
                <a:lnTo>
                  <a:pt x="10779" y="8006"/>
                </a:lnTo>
                <a:close/>
                <a:moveTo>
                  <a:pt x="9319" y="7909"/>
                </a:moveTo>
                <a:lnTo>
                  <a:pt x="9222" y="8030"/>
                </a:lnTo>
                <a:lnTo>
                  <a:pt x="9125" y="8152"/>
                </a:lnTo>
                <a:lnTo>
                  <a:pt x="8979" y="8152"/>
                </a:lnTo>
                <a:lnTo>
                  <a:pt x="9027" y="7909"/>
                </a:lnTo>
                <a:close/>
                <a:moveTo>
                  <a:pt x="9417" y="7909"/>
                </a:moveTo>
                <a:lnTo>
                  <a:pt x="9952" y="7958"/>
                </a:lnTo>
                <a:lnTo>
                  <a:pt x="9855" y="8103"/>
                </a:lnTo>
                <a:lnTo>
                  <a:pt x="9855" y="8128"/>
                </a:lnTo>
                <a:lnTo>
                  <a:pt x="9611" y="8128"/>
                </a:lnTo>
                <a:lnTo>
                  <a:pt x="9660" y="8030"/>
                </a:lnTo>
                <a:lnTo>
                  <a:pt x="9660" y="7982"/>
                </a:lnTo>
                <a:lnTo>
                  <a:pt x="9636" y="7958"/>
                </a:lnTo>
                <a:lnTo>
                  <a:pt x="9611" y="7933"/>
                </a:lnTo>
                <a:lnTo>
                  <a:pt x="9563" y="7958"/>
                </a:lnTo>
                <a:lnTo>
                  <a:pt x="9441" y="8103"/>
                </a:lnTo>
                <a:lnTo>
                  <a:pt x="9417" y="8152"/>
                </a:lnTo>
                <a:lnTo>
                  <a:pt x="9344" y="8152"/>
                </a:lnTo>
                <a:lnTo>
                  <a:pt x="9417" y="7933"/>
                </a:lnTo>
                <a:lnTo>
                  <a:pt x="9417" y="7909"/>
                </a:lnTo>
                <a:close/>
                <a:moveTo>
                  <a:pt x="1874" y="8955"/>
                </a:moveTo>
                <a:lnTo>
                  <a:pt x="2117" y="9004"/>
                </a:lnTo>
                <a:lnTo>
                  <a:pt x="2360" y="9052"/>
                </a:lnTo>
                <a:lnTo>
                  <a:pt x="2604" y="9052"/>
                </a:lnTo>
                <a:lnTo>
                  <a:pt x="2823" y="10342"/>
                </a:lnTo>
                <a:lnTo>
                  <a:pt x="3115" y="11607"/>
                </a:lnTo>
                <a:lnTo>
                  <a:pt x="3309" y="12362"/>
                </a:lnTo>
                <a:lnTo>
                  <a:pt x="3309" y="12362"/>
                </a:lnTo>
                <a:lnTo>
                  <a:pt x="3163" y="12167"/>
                </a:lnTo>
                <a:lnTo>
                  <a:pt x="2993" y="11997"/>
                </a:lnTo>
                <a:lnTo>
                  <a:pt x="2823" y="11826"/>
                </a:lnTo>
                <a:lnTo>
                  <a:pt x="2628" y="11656"/>
                </a:lnTo>
                <a:lnTo>
                  <a:pt x="2385" y="11486"/>
                </a:lnTo>
                <a:lnTo>
                  <a:pt x="2117" y="11315"/>
                </a:lnTo>
                <a:lnTo>
                  <a:pt x="1825" y="11145"/>
                </a:lnTo>
                <a:lnTo>
                  <a:pt x="1557" y="10950"/>
                </a:lnTo>
                <a:lnTo>
                  <a:pt x="1338" y="10731"/>
                </a:lnTo>
                <a:lnTo>
                  <a:pt x="1217" y="10610"/>
                </a:lnTo>
                <a:lnTo>
                  <a:pt x="1144" y="10464"/>
                </a:lnTo>
                <a:lnTo>
                  <a:pt x="1071" y="10342"/>
                </a:lnTo>
                <a:lnTo>
                  <a:pt x="998" y="10196"/>
                </a:lnTo>
                <a:lnTo>
                  <a:pt x="973" y="10050"/>
                </a:lnTo>
                <a:lnTo>
                  <a:pt x="949" y="9880"/>
                </a:lnTo>
                <a:lnTo>
                  <a:pt x="949" y="9734"/>
                </a:lnTo>
                <a:lnTo>
                  <a:pt x="998" y="9563"/>
                </a:lnTo>
                <a:lnTo>
                  <a:pt x="1046" y="9442"/>
                </a:lnTo>
                <a:lnTo>
                  <a:pt x="1119" y="9320"/>
                </a:lnTo>
                <a:lnTo>
                  <a:pt x="1241" y="9198"/>
                </a:lnTo>
                <a:lnTo>
                  <a:pt x="1338" y="9101"/>
                </a:lnTo>
                <a:lnTo>
                  <a:pt x="1484" y="9028"/>
                </a:lnTo>
                <a:lnTo>
                  <a:pt x="1630" y="8979"/>
                </a:lnTo>
                <a:lnTo>
                  <a:pt x="1752" y="8955"/>
                </a:lnTo>
                <a:close/>
                <a:moveTo>
                  <a:pt x="14137" y="15525"/>
                </a:moveTo>
                <a:lnTo>
                  <a:pt x="14405" y="15598"/>
                </a:lnTo>
                <a:lnTo>
                  <a:pt x="14405" y="15720"/>
                </a:lnTo>
                <a:lnTo>
                  <a:pt x="14405" y="15841"/>
                </a:lnTo>
                <a:lnTo>
                  <a:pt x="14381" y="15939"/>
                </a:lnTo>
                <a:lnTo>
                  <a:pt x="14356" y="16012"/>
                </a:lnTo>
                <a:lnTo>
                  <a:pt x="14283" y="16060"/>
                </a:lnTo>
                <a:lnTo>
                  <a:pt x="14235" y="16085"/>
                </a:lnTo>
                <a:lnTo>
                  <a:pt x="14137" y="16109"/>
                </a:lnTo>
                <a:lnTo>
                  <a:pt x="14040" y="16109"/>
                </a:lnTo>
                <a:lnTo>
                  <a:pt x="13529" y="16133"/>
                </a:lnTo>
                <a:lnTo>
                  <a:pt x="13018" y="16133"/>
                </a:lnTo>
                <a:lnTo>
                  <a:pt x="13213" y="15866"/>
                </a:lnTo>
                <a:lnTo>
                  <a:pt x="13383" y="15549"/>
                </a:lnTo>
                <a:lnTo>
                  <a:pt x="13797" y="15549"/>
                </a:lnTo>
                <a:lnTo>
                  <a:pt x="14137" y="15525"/>
                </a:lnTo>
                <a:close/>
                <a:moveTo>
                  <a:pt x="4623" y="15379"/>
                </a:moveTo>
                <a:lnTo>
                  <a:pt x="4891" y="15768"/>
                </a:lnTo>
                <a:lnTo>
                  <a:pt x="5183" y="16157"/>
                </a:lnTo>
                <a:lnTo>
                  <a:pt x="5183" y="16157"/>
                </a:lnTo>
                <a:lnTo>
                  <a:pt x="3796" y="16085"/>
                </a:lnTo>
                <a:lnTo>
                  <a:pt x="3674" y="16109"/>
                </a:lnTo>
                <a:lnTo>
                  <a:pt x="3577" y="16060"/>
                </a:lnTo>
                <a:lnTo>
                  <a:pt x="3504" y="15987"/>
                </a:lnTo>
                <a:lnTo>
                  <a:pt x="3455" y="15841"/>
                </a:lnTo>
                <a:lnTo>
                  <a:pt x="3772" y="15695"/>
                </a:lnTo>
                <a:lnTo>
                  <a:pt x="4185" y="15525"/>
                </a:lnTo>
                <a:lnTo>
                  <a:pt x="4623" y="15379"/>
                </a:lnTo>
                <a:close/>
                <a:moveTo>
                  <a:pt x="3017" y="7982"/>
                </a:moveTo>
                <a:lnTo>
                  <a:pt x="3163" y="8079"/>
                </a:lnTo>
                <a:lnTo>
                  <a:pt x="3309" y="8152"/>
                </a:lnTo>
                <a:lnTo>
                  <a:pt x="3480" y="8201"/>
                </a:lnTo>
                <a:lnTo>
                  <a:pt x="3650" y="8249"/>
                </a:lnTo>
                <a:lnTo>
                  <a:pt x="3991" y="8298"/>
                </a:lnTo>
                <a:lnTo>
                  <a:pt x="4331" y="8322"/>
                </a:lnTo>
                <a:lnTo>
                  <a:pt x="5329" y="8420"/>
                </a:lnTo>
                <a:lnTo>
                  <a:pt x="6302" y="8493"/>
                </a:lnTo>
                <a:lnTo>
                  <a:pt x="7300" y="8541"/>
                </a:lnTo>
                <a:lnTo>
                  <a:pt x="8297" y="8566"/>
                </a:lnTo>
                <a:lnTo>
                  <a:pt x="10293" y="8566"/>
                </a:lnTo>
                <a:lnTo>
                  <a:pt x="12288" y="8517"/>
                </a:lnTo>
                <a:lnTo>
                  <a:pt x="13067" y="8493"/>
                </a:lnTo>
                <a:lnTo>
                  <a:pt x="13432" y="8468"/>
                </a:lnTo>
                <a:lnTo>
                  <a:pt x="13821" y="8395"/>
                </a:lnTo>
                <a:lnTo>
                  <a:pt x="14016" y="8347"/>
                </a:lnTo>
                <a:lnTo>
                  <a:pt x="14235" y="8249"/>
                </a:lnTo>
                <a:lnTo>
                  <a:pt x="14454" y="8152"/>
                </a:lnTo>
                <a:lnTo>
                  <a:pt x="14648" y="8006"/>
                </a:lnTo>
                <a:lnTo>
                  <a:pt x="14648" y="8931"/>
                </a:lnTo>
                <a:lnTo>
                  <a:pt x="14478" y="8931"/>
                </a:lnTo>
                <a:lnTo>
                  <a:pt x="14308" y="8955"/>
                </a:lnTo>
                <a:lnTo>
                  <a:pt x="13943" y="9052"/>
                </a:lnTo>
                <a:lnTo>
                  <a:pt x="13334" y="9174"/>
                </a:lnTo>
                <a:lnTo>
                  <a:pt x="12726" y="9247"/>
                </a:lnTo>
                <a:lnTo>
                  <a:pt x="12458" y="9271"/>
                </a:lnTo>
                <a:lnTo>
                  <a:pt x="12191" y="9271"/>
                </a:lnTo>
                <a:lnTo>
                  <a:pt x="11655" y="9247"/>
                </a:lnTo>
                <a:lnTo>
                  <a:pt x="10585" y="9247"/>
                </a:lnTo>
                <a:lnTo>
                  <a:pt x="10536" y="9271"/>
                </a:lnTo>
                <a:lnTo>
                  <a:pt x="10536" y="9296"/>
                </a:lnTo>
                <a:lnTo>
                  <a:pt x="10536" y="9344"/>
                </a:lnTo>
                <a:lnTo>
                  <a:pt x="10560" y="9369"/>
                </a:lnTo>
                <a:lnTo>
                  <a:pt x="10828" y="9442"/>
                </a:lnTo>
                <a:lnTo>
                  <a:pt x="11096" y="9490"/>
                </a:lnTo>
                <a:lnTo>
                  <a:pt x="11363" y="9539"/>
                </a:lnTo>
                <a:lnTo>
                  <a:pt x="11631" y="9563"/>
                </a:lnTo>
                <a:lnTo>
                  <a:pt x="12191" y="9539"/>
                </a:lnTo>
                <a:lnTo>
                  <a:pt x="12726" y="9515"/>
                </a:lnTo>
                <a:lnTo>
                  <a:pt x="13213" y="9490"/>
                </a:lnTo>
                <a:lnTo>
                  <a:pt x="13724" y="9417"/>
                </a:lnTo>
                <a:lnTo>
                  <a:pt x="13967" y="9369"/>
                </a:lnTo>
                <a:lnTo>
                  <a:pt x="14210" y="9320"/>
                </a:lnTo>
                <a:lnTo>
                  <a:pt x="14429" y="9223"/>
                </a:lnTo>
                <a:lnTo>
                  <a:pt x="14648" y="9125"/>
                </a:lnTo>
                <a:lnTo>
                  <a:pt x="14648" y="9125"/>
                </a:lnTo>
                <a:lnTo>
                  <a:pt x="14600" y="9612"/>
                </a:lnTo>
                <a:lnTo>
                  <a:pt x="13748" y="9855"/>
                </a:lnTo>
                <a:lnTo>
                  <a:pt x="13310" y="9977"/>
                </a:lnTo>
                <a:lnTo>
                  <a:pt x="12872" y="10050"/>
                </a:lnTo>
                <a:lnTo>
                  <a:pt x="12410" y="10050"/>
                </a:lnTo>
                <a:lnTo>
                  <a:pt x="11947" y="10026"/>
                </a:lnTo>
                <a:lnTo>
                  <a:pt x="11485" y="9977"/>
                </a:lnTo>
                <a:lnTo>
                  <a:pt x="11266" y="9977"/>
                </a:lnTo>
                <a:lnTo>
                  <a:pt x="11047" y="10001"/>
                </a:lnTo>
                <a:lnTo>
                  <a:pt x="10974" y="10026"/>
                </a:lnTo>
                <a:lnTo>
                  <a:pt x="10950" y="10074"/>
                </a:lnTo>
                <a:lnTo>
                  <a:pt x="10950" y="10123"/>
                </a:lnTo>
                <a:lnTo>
                  <a:pt x="10998" y="10172"/>
                </a:lnTo>
                <a:lnTo>
                  <a:pt x="11217" y="10293"/>
                </a:lnTo>
                <a:lnTo>
                  <a:pt x="11461" y="10366"/>
                </a:lnTo>
                <a:lnTo>
                  <a:pt x="11704" y="10439"/>
                </a:lnTo>
                <a:lnTo>
                  <a:pt x="11996" y="10464"/>
                </a:lnTo>
                <a:lnTo>
                  <a:pt x="12264" y="10464"/>
                </a:lnTo>
                <a:lnTo>
                  <a:pt x="12531" y="10439"/>
                </a:lnTo>
                <a:lnTo>
                  <a:pt x="13042" y="10415"/>
                </a:lnTo>
                <a:lnTo>
                  <a:pt x="13432" y="10342"/>
                </a:lnTo>
                <a:lnTo>
                  <a:pt x="13821" y="10269"/>
                </a:lnTo>
                <a:lnTo>
                  <a:pt x="14210" y="10123"/>
                </a:lnTo>
                <a:lnTo>
                  <a:pt x="14551" y="9953"/>
                </a:lnTo>
                <a:lnTo>
                  <a:pt x="14551" y="10074"/>
                </a:lnTo>
                <a:lnTo>
                  <a:pt x="14454" y="10537"/>
                </a:lnTo>
                <a:lnTo>
                  <a:pt x="14113" y="10585"/>
                </a:lnTo>
                <a:lnTo>
                  <a:pt x="13772" y="10658"/>
                </a:lnTo>
                <a:lnTo>
                  <a:pt x="13456" y="10756"/>
                </a:lnTo>
                <a:lnTo>
                  <a:pt x="13140" y="10829"/>
                </a:lnTo>
                <a:lnTo>
                  <a:pt x="12702" y="10853"/>
                </a:lnTo>
                <a:lnTo>
                  <a:pt x="12264" y="10902"/>
                </a:lnTo>
                <a:lnTo>
                  <a:pt x="11826" y="10950"/>
                </a:lnTo>
                <a:lnTo>
                  <a:pt x="11607" y="10999"/>
                </a:lnTo>
                <a:lnTo>
                  <a:pt x="11412" y="11072"/>
                </a:lnTo>
                <a:lnTo>
                  <a:pt x="11388" y="11096"/>
                </a:lnTo>
                <a:lnTo>
                  <a:pt x="11412" y="11121"/>
                </a:lnTo>
                <a:lnTo>
                  <a:pt x="11607" y="11218"/>
                </a:lnTo>
                <a:lnTo>
                  <a:pt x="11826" y="11267"/>
                </a:lnTo>
                <a:lnTo>
                  <a:pt x="12045" y="11291"/>
                </a:lnTo>
                <a:lnTo>
                  <a:pt x="12288" y="11291"/>
                </a:lnTo>
                <a:lnTo>
                  <a:pt x="12750" y="11242"/>
                </a:lnTo>
                <a:lnTo>
                  <a:pt x="13188" y="11194"/>
                </a:lnTo>
                <a:lnTo>
                  <a:pt x="13748" y="11121"/>
                </a:lnTo>
                <a:lnTo>
                  <a:pt x="14064" y="11048"/>
                </a:lnTo>
                <a:lnTo>
                  <a:pt x="14356" y="10950"/>
                </a:lnTo>
                <a:lnTo>
                  <a:pt x="14162" y="11729"/>
                </a:lnTo>
                <a:lnTo>
                  <a:pt x="13845" y="11753"/>
                </a:lnTo>
                <a:lnTo>
                  <a:pt x="13553" y="11778"/>
                </a:lnTo>
                <a:lnTo>
                  <a:pt x="12921" y="11875"/>
                </a:lnTo>
                <a:lnTo>
                  <a:pt x="12653" y="11875"/>
                </a:lnTo>
                <a:lnTo>
                  <a:pt x="12337" y="11899"/>
                </a:lnTo>
                <a:lnTo>
                  <a:pt x="12191" y="11899"/>
                </a:lnTo>
                <a:lnTo>
                  <a:pt x="12069" y="11948"/>
                </a:lnTo>
                <a:lnTo>
                  <a:pt x="11923" y="11997"/>
                </a:lnTo>
                <a:lnTo>
                  <a:pt x="11801" y="12070"/>
                </a:lnTo>
                <a:lnTo>
                  <a:pt x="11801" y="12094"/>
                </a:lnTo>
                <a:lnTo>
                  <a:pt x="11801" y="12118"/>
                </a:lnTo>
                <a:lnTo>
                  <a:pt x="11923" y="12191"/>
                </a:lnTo>
                <a:lnTo>
                  <a:pt x="12069" y="12240"/>
                </a:lnTo>
                <a:lnTo>
                  <a:pt x="12191" y="12264"/>
                </a:lnTo>
                <a:lnTo>
                  <a:pt x="12653" y="12264"/>
                </a:lnTo>
                <a:lnTo>
                  <a:pt x="12921" y="12216"/>
                </a:lnTo>
                <a:lnTo>
                  <a:pt x="13505" y="12167"/>
                </a:lnTo>
                <a:lnTo>
                  <a:pt x="13772" y="12143"/>
                </a:lnTo>
                <a:lnTo>
                  <a:pt x="14064" y="12070"/>
                </a:lnTo>
                <a:lnTo>
                  <a:pt x="14064" y="12070"/>
                </a:lnTo>
                <a:lnTo>
                  <a:pt x="13943" y="12483"/>
                </a:lnTo>
                <a:lnTo>
                  <a:pt x="13845" y="12848"/>
                </a:lnTo>
                <a:lnTo>
                  <a:pt x="13724" y="12800"/>
                </a:lnTo>
                <a:lnTo>
                  <a:pt x="13626" y="12775"/>
                </a:lnTo>
                <a:lnTo>
                  <a:pt x="13383" y="12775"/>
                </a:lnTo>
                <a:lnTo>
                  <a:pt x="12896" y="12848"/>
                </a:lnTo>
                <a:lnTo>
                  <a:pt x="12337" y="12897"/>
                </a:lnTo>
                <a:lnTo>
                  <a:pt x="12069" y="12946"/>
                </a:lnTo>
                <a:lnTo>
                  <a:pt x="11777" y="13043"/>
                </a:lnTo>
                <a:lnTo>
                  <a:pt x="11753" y="13067"/>
                </a:lnTo>
                <a:lnTo>
                  <a:pt x="11753" y="13116"/>
                </a:lnTo>
                <a:lnTo>
                  <a:pt x="11777" y="13165"/>
                </a:lnTo>
                <a:lnTo>
                  <a:pt x="11801" y="13189"/>
                </a:lnTo>
                <a:lnTo>
                  <a:pt x="12069" y="13238"/>
                </a:lnTo>
                <a:lnTo>
                  <a:pt x="12361" y="13238"/>
                </a:lnTo>
                <a:lnTo>
                  <a:pt x="12896" y="13213"/>
                </a:lnTo>
                <a:lnTo>
                  <a:pt x="13334" y="13189"/>
                </a:lnTo>
                <a:lnTo>
                  <a:pt x="13578" y="13165"/>
                </a:lnTo>
                <a:lnTo>
                  <a:pt x="13675" y="13140"/>
                </a:lnTo>
                <a:lnTo>
                  <a:pt x="13772" y="13092"/>
                </a:lnTo>
                <a:lnTo>
                  <a:pt x="13772" y="13092"/>
                </a:lnTo>
                <a:lnTo>
                  <a:pt x="13505" y="13870"/>
                </a:lnTo>
                <a:lnTo>
                  <a:pt x="13310" y="13870"/>
                </a:lnTo>
                <a:lnTo>
                  <a:pt x="13115" y="13895"/>
                </a:lnTo>
                <a:lnTo>
                  <a:pt x="12896" y="13919"/>
                </a:lnTo>
                <a:lnTo>
                  <a:pt x="12702" y="13943"/>
                </a:lnTo>
                <a:lnTo>
                  <a:pt x="12483" y="13943"/>
                </a:lnTo>
                <a:lnTo>
                  <a:pt x="12239" y="13919"/>
                </a:lnTo>
                <a:lnTo>
                  <a:pt x="11777" y="13870"/>
                </a:lnTo>
                <a:lnTo>
                  <a:pt x="11753" y="13895"/>
                </a:lnTo>
                <a:lnTo>
                  <a:pt x="11753" y="13919"/>
                </a:lnTo>
                <a:lnTo>
                  <a:pt x="11947" y="14041"/>
                </a:lnTo>
                <a:lnTo>
                  <a:pt x="12142" y="14138"/>
                </a:lnTo>
                <a:lnTo>
                  <a:pt x="12361" y="14187"/>
                </a:lnTo>
                <a:lnTo>
                  <a:pt x="12604" y="14211"/>
                </a:lnTo>
                <a:lnTo>
                  <a:pt x="12775" y="14235"/>
                </a:lnTo>
                <a:lnTo>
                  <a:pt x="13188" y="14235"/>
                </a:lnTo>
                <a:lnTo>
                  <a:pt x="13383" y="14187"/>
                </a:lnTo>
                <a:lnTo>
                  <a:pt x="13383" y="14187"/>
                </a:lnTo>
                <a:lnTo>
                  <a:pt x="13286" y="14430"/>
                </a:lnTo>
                <a:lnTo>
                  <a:pt x="13261" y="14454"/>
                </a:lnTo>
                <a:lnTo>
                  <a:pt x="13237" y="14479"/>
                </a:lnTo>
                <a:lnTo>
                  <a:pt x="13213" y="14576"/>
                </a:lnTo>
                <a:lnTo>
                  <a:pt x="13140" y="14527"/>
                </a:lnTo>
                <a:lnTo>
                  <a:pt x="12872" y="14527"/>
                </a:lnTo>
                <a:lnTo>
                  <a:pt x="12507" y="14552"/>
                </a:lnTo>
                <a:lnTo>
                  <a:pt x="12288" y="14552"/>
                </a:lnTo>
                <a:lnTo>
                  <a:pt x="12069" y="14503"/>
                </a:lnTo>
                <a:lnTo>
                  <a:pt x="11850" y="14479"/>
                </a:lnTo>
                <a:lnTo>
                  <a:pt x="11631" y="14454"/>
                </a:lnTo>
                <a:lnTo>
                  <a:pt x="11582" y="14479"/>
                </a:lnTo>
                <a:lnTo>
                  <a:pt x="11558" y="14503"/>
                </a:lnTo>
                <a:lnTo>
                  <a:pt x="11558" y="14552"/>
                </a:lnTo>
                <a:lnTo>
                  <a:pt x="11582" y="14600"/>
                </a:lnTo>
                <a:lnTo>
                  <a:pt x="11655" y="14673"/>
                </a:lnTo>
                <a:lnTo>
                  <a:pt x="11753" y="14746"/>
                </a:lnTo>
                <a:lnTo>
                  <a:pt x="11947" y="14844"/>
                </a:lnTo>
                <a:lnTo>
                  <a:pt x="12166" y="14917"/>
                </a:lnTo>
                <a:lnTo>
                  <a:pt x="12410" y="14941"/>
                </a:lnTo>
                <a:lnTo>
                  <a:pt x="12750" y="14941"/>
                </a:lnTo>
                <a:lnTo>
                  <a:pt x="12945" y="14892"/>
                </a:lnTo>
                <a:lnTo>
                  <a:pt x="13115" y="14819"/>
                </a:lnTo>
                <a:lnTo>
                  <a:pt x="12872" y="15257"/>
                </a:lnTo>
                <a:lnTo>
                  <a:pt x="12750" y="15233"/>
                </a:lnTo>
                <a:lnTo>
                  <a:pt x="12629" y="15257"/>
                </a:lnTo>
                <a:lnTo>
                  <a:pt x="12385" y="15257"/>
                </a:lnTo>
                <a:lnTo>
                  <a:pt x="12191" y="15233"/>
                </a:lnTo>
                <a:lnTo>
                  <a:pt x="11996" y="15209"/>
                </a:lnTo>
                <a:lnTo>
                  <a:pt x="11801" y="15184"/>
                </a:lnTo>
                <a:lnTo>
                  <a:pt x="11631" y="15184"/>
                </a:lnTo>
                <a:lnTo>
                  <a:pt x="11582" y="15209"/>
                </a:lnTo>
                <a:lnTo>
                  <a:pt x="11607" y="15257"/>
                </a:lnTo>
                <a:lnTo>
                  <a:pt x="11655" y="15330"/>
                </a:lnTo>
                <a:lnTo>
                  <a:pt x="11728" y="15403"/>
                </a:lnTo>
                <a:lnTo>
                  <a:pt x="11801" y="15476"/>
                </a:lnTo>
                <a:lnTo>
                  <a:pt x="11899" y="15525"/>
                </a:lnTo>
                <a:lnTo>
                  <a:pt x="12093" y="15574"/>
                </a:lnTo>
                <a:lnTo>
                  <a:pt x="12288" y="15598"/>
                </a:lnTo>
                <a:lnTo>
                  <a:pt x="12458" y="15622"/>
                </a:lnTo>
                <a:lnTo>
                  <a:pt x="12653" y="15622"/>
                </a:lnTo>
                <a:lnTo>
                  <a:pt x="12458" y="15890"/>
                </a:lnTo>
                <a:lnTo>
                  <a:pt x="12264" y="15866"/>
                </a:lnTo>
                <a:lnTo>
                  <a:pt x="12045" y="15890"/>
                </a:lnTo>
                <a:lnTo>
                  <a:pt x="11826" y="15866"/>
                </a:lnTo>
                <a:lnTo>
                  <a:pt x="11631" y="15841"/>
                </a:lnTo>
                <a:lnTo>
                  <a:pt x="11558" y="15841"/>
                </a:lnTo>
                <a:lnTo>
                  <a:pt x="11461" y="15890"/>
                </a:lnTo>
                <a:lnTo>
                  <a:pt x="11509" y="15987"/>
                </a:lnTo>
                <a:lnTo>
                  <a:pt x="11607" y="16060"/>
                </a:lnTo>
                <a:lnTo>
                  <a:pt x="11728" y="16133"/>
                </a:lnTo>
                <a:lnTo>
                  <a:pt x="11850" y="16157"/>
                </a:lnTo>
                <a:lnTo>
                  <a:pt x="8930" y="16206"/>
                </a:lnTo>
                <a:lnTo>
                  <a:pt x="7324" y="16206"/>
                </a:lnTo>
                <a:lnTo>
                  <a:pt x="5694" y="16182"/>
                </a:lnTo>
                <a:lnTo>
                  <a:pt x="5718" y="16109"/>
                </a:lnTo>
                <a:lnTo>
                  <a:pt x="5718" y="16036"/>
                </a:lnTo>
                <a:lnTo>
                  <a:pt x="5694" y="15963"/>
                </a:lnTo>
                <a:lnTo>
                  <a:pt x="5645" y="15890"/>
                </a:lnTo>
                <a:lnTo>
                  <a:pt x="5305" y="15428"/>
                </a:lnTo>
                <a:lnTo>
                  <a:pt x="5013" y="14965"/>
                </a:lnTo>
                <a:lnTo>
                  <a:pt x="4721" y="14454"/>
                </a:lnTo>
                <a:lnTo>
                  <a:pt x="4477" y="13968"/>
                </a:lnTo>
                <a:lnTo>
                  <a:pt x="4258" y="13432"/>
                </a:lnTo>
                <a:lnTo>
                  <a:pt x="4064" y="12897"/>
                </a:lnTo>
                <a:lnTo>
                  <a:pt x="3869" y="12362"/>
                </a:lnTo>
                <a:lnTo>
                  <a:pt x="3723" y="11826"/>
                </a:lnTo>
                <a:lnTo>
                  <a:pt x="3553" y="11267"/>
                </a:lnTo>
                <a:lnTo>
                  <a:pt x="3431" y="10683"/>
                </a:lnTo>
                <a:lnTo>
                  <a:pt x="3163" y="9539"/>
                </a:lnTo>
                <a:lnTo>
                  <a:pt x="3090" y="9125"/>
                </a:lnTo>
                <a:lnTo>
                  <a:pt x="3042" y="8736"/>
                </a:lnTo>
                <a:lnTo>
                  <a:pt x="3017" y="8371"/>
                </a:lnTo>
                <a:lnTo>
                  <a:pt x="3017" y="7982"/>
                </a:lnTo>
                <a:close/>
                <a:moveTo>
                  <a:pt x="4258" y="14746"/>
                </a:moveTo>
                <a:lnTo>
                  <a:pt x="4502" y="15209"/>
                </a:lnTo>
                <a:lnTo>
                  <a:pt x="4064" y="15257"/>
                </a:lnTo>
                <a:lnTo>
                  <a:pt x="3626" y="15379"/>
                </a:lnTo>
                <a:lnTo>
                  <a:pt x="3455" y="15428"/>
                </a:lnTo>
                <a:lnTo>
                  <a:pt x="3285" y="15501"/>
                </a:lnTo>
                <a:lnTo>
                  <a:pt x="3115" y="15622"/>
                </a:lnTo>
                <a:lnTo>
                  <a:pt x="3042" y="15671"/>
                </a:lnTo>
                <a:lnTo>
                  <a:pt x="2993" y="15744"/>
                </a:lnTo>
                <a:lnTo>
                  <a:pt x="2944" y="15914"/>
                </a:lnTo>
                <a:lnTo>
                  <a:pt x="2944" y="16060"/>
                </a:lnTo>
                <a:lnTo>
                  <a:pt x="2993" y="16182"/>
                </a:lnTo>
                <a:lnTo>
                  <a:pt x="3066" y="16279"/>
                </a:lnTo>
                <a:lnTo>
                  <a:pt x="3163" y="16352"/>
                </a:lnTo>
                <a:lnTo>
                  <a:pt x="3309" y="16401"/>
                </a:lnTo>
                <a:lnTo>
                  <a:pt x="3455" y="16449"/>
                </a:lnTo>
                <a:lnTo>
                  <a:pt x="3601" y="16474"/>
                </a:lnTo>
                <a:lnTo>
                  <a:pt x="4283" y="16547"/>
                </a:lnTo>
                <a:lnTo>
                  <a:pt x="4988" y="16571"/>
                </a:lnTo>
                <a:lnTo>
                  <a:pt x="6375" y="16620"/>
                </a:lnTo>
                <a:lnTo>
                  <a:pt x="9125" y="16620"/>
                </a:lnTo>
                <a:lnTo>
                  <a:pt x="11801" y="16571"/>
                </a:lnTo>
                <a:lnTo>
                  <a:pt x="13018" y="16571"/>
                </a:lnTo>
                <a:lnTo>
                  <a:pt x="13626" y="16547"/>
                </a:lnTo>
                <a:lnTo>
                  <a:pt x="13943" y="16522"/>
                </a:lnTo>
                <a:lnTo>
                  <a:pt x="14235" y="16498"/>
                </a:lnTo>
                <a:lnTo>
                  <a:pt x="14381" y="16449"/>
                </a:lnTo>
                <a:lnTo>
                  <a:pt x="14527" y="16376"/>
                </a:lnTo>
                <a:lnTo>
                  <a:pt x="14673" y="16303"/>
                </a:lnTo>
                <a:lnTo>
                  <a:pt x="14819" y="16182"/>
                </a:lnTo>
                <a:lnTo>
                  <a:pt x="14916" y="16060"/>
                </a:lnTo>
                <a:lnTo>
                  <a:pt x="14965" y="15914"/>
                </a:lnTo>
                <a:lnTo>
                  <a:pt x="14965" y="15841"/>
                </a:lnTo>
                <a:lnTo>
                  <a:pt x="14965" y="15744"/>
                </a:lnTo>
                <a:lnTo>
                  <a:pt x="14940" y="15671"/>
                </a:lnTo>
                <a:lnTo>
                  <a:pt x="14916" y="15574"/>
                </a:lnTo>
                <a:lnTo>
                  <a:pt x="14794" y="15403"/>
                </a:lnTo>
                <a:lnTo>
                  <a:pt x="14648" y="15282"/>
                </a:lnTo>
                <a:lnTo>
                  <a:pt x="14478" y="15209"/>
                </a:lnTo>
                <a:lnTo>
                  <a:pt x="14308" y="15184"/>
                </a:lnTo>
                <a:lnTo>
                  <a:pt x="14137" y="15160"/>
                </a:lnTo>
                <a:lnTo>
                  <a:pt x="13553" y="15160"/>
                </a:lnTo>
                <a:lnTo>
                  <a:pt x="13699" y="14819"/>
                </a:lnTo>
                <a:lnTo>
                  <a:pt x="13724" y="14771"/>
                </a:lnTo>
                <a:lnTo>
                  <a:pt x="14454" y="14844"/>
                </a:lnTo>
                <a:lnTo>
                  <a:pt x="14794" y="14917"/>
                </a:lnTo>
                <a:lnTo>
                  <a:pt x="15135" y="14990"/>
                </a:lnTo>
                <a:lnTo>
                  <a:pt x="15500" y="15087"/>
                </a:lnTo>
                <a:lnTo>
                  <a:pt x="15816" y="15184"/>
                </a:lnTo>
                <a:lnTo>
                  <a:pt x="16157" y="15330"/>
                </a:lnTo>
                <a:lnTo>
                  <a:pt x="16497" y="15452"/>
                </a:lnTo>
                <a:lnTo>
                  <a:pt x="16741" y="15598"/>
                </a:lnTo>
                <a:lnTo>
                  <a:pt x="16911" y="15744"/>
                </a:lnTo>
                <a:lnTo>
                  <a:pt x="17033" y="15914"/>
                </a:lnTo>
                <a:lnTo>
                  <a:pt x="17081" y="16060"/>
                </a:lnTo>
                <a:lnTo>
                  <a:pt x="17081" y="16230"/>
                </a:lnTo>
                <a:lnTo>
                  <a:pt x="17008" y="16401"/>
                </a:lnTo>
                <a:lnTo>
                  <a:pt x="16911" y="16547"/>
                </a:lnTo>
                <a:lnTo>
                  <a:pt x="16789" y="16717"/>
                </a:lnTo>
                <a:lnTo>
                  <a:pt x="16643" y="16863"/>
                </a:lnTo>
                <a:lnTo>
                  <a:pt x="16449" y="17009"/>
                </a:lnTo>
                <a:lnTo>
                  <a:pt x="16059" y="17277"/>
                </a:lnTo>
                <a:lnTo>
                  <a:pt x="15670" y="17496"/>
                </a:lnTo>
                <a:lnTo>
                  <a:pt x="15305" y="17642"/>
                </a:lnTo>
                <a:lnTo>
                  <a:pt x="14965" y="17763"/>
                </a:lnTo>
                <a:lnTo>
                  <a:pt x="14600" y="17836"/>
                </a:lnTo>
                <a:lnTo>
                  <a:pt x="14259" y="17909"/>
                </a:lnTo>
                <a:lnTo>
                  <a:pt x="13894" y="17958"/>
                </a:lnTo>
                <a:lnTo>
                  <a:pt x="13140" y="18007"/>
                </a:lnTo>
                <a:lnTo>
                  <a:pt x="12410" y="18055"/>
                </a:lnTo>
                <a:lnTo>
                  <a:pt x="11558" y="18080"/>
                </a:lnTo>
                <a:lnTo>
                  <a:pt x="10706" y="18080"/>
                </a:lnTo>
                <a:lnTo>
                  <a:pt x="9027" y="18055"/>
                </a:lnTo>
                <a:lnTo>
                  <a:pt x="7324" y="18031"/>
                </a:lnTo>
                <a:lnTo>
                  <a:pt x="6473" y="18007"/>
                </a:lnTo>
                <a:lnTo>
                  <a:pt x="5645" y="17982"/>
                </a:lnTo>
                <a:lnTo>
                  <a:pt x="4794" y="17934"/>
                </a:lnTo>
                <a:lnTo>
                  <a:pt x="3942" y="17861"/>
                </a:lnTo>
                <a:lnTo>
                  <a:pt x="3115" y="17739"/>
                </a:lnTo>
                <a:lnTo>
                  <a:pt x="2287" y="17593"/>
                </a:lnTo>
                <a:lnTo>
                  <a:pt x="1898" y="17496"/>
                </a:lnTo>
                <a:lnTo>
                  <a:pt x="1509" y="17350"/>
                </a:lnTo>
                <a:lnTo>
                  <a:pt x="1168" y="17179"/>
                </a:lnTo>
                <a:lnTo>
                  <a:pt x="827" y="16985"/>
                </a:lnTo>
                <a:lnTo>
                  <a:pt x="633" y="16839"/>
                </a:lnTo>
                <a:lnTo>
                  <a:pt x="487" y="16668"/>
                </a:lnTo>
                <a:lnTo>
                  <a:pt x="365" y="16449"/>
                </a:lnTo>
                <a:lnTo>
                  <a:pt x="316" y="16328"/>
                </a:lnTo>
                <a:lnTo>
                  <a:pt x="316" y="16230"/>
                </a:lnTo>
                <a:lnTo>
                  <a:pt x="316" y="16085"/>
                </a:lnTo>
                <a:lnTo>
                  <a:pt x="341" y="15963"/>
                </a:lnTo>
                <a:lnTo>
                  <a:pt x="414" y="15866"/>
                </a:lnTo>
                <a:lnTo>
                  <a:pt x="511" y="15768"/>
                </a:lnTo>
                <a:lnTo>
                  <a:pt x="730" y="15622"/>
                </a:lnTo>
                <a:lnTo>
                  <a:pt x="949" y="15501"/>
                </a:lnTo>
                <a:lnTo>
                  <a:pt x="1314" y="15330"/>
                </a:lnTo>
                <a:lnTo>
                  <a:pt x="1728" y="15184"/>
                </a:lnTo>
                <a:lnTo>
                  <a:pt x="2141" y="15063"/>
                </a:lnTo>
                <a:lnTo>
                  <a:pt x="2555" y="14965"/>
                </a:lnTo>
                <a:lnTo>
                  <a:pt x="2993" y="14892"/>
                </a:lnTo>
                <a:lnTo>
                  <a:pt x="3407" y="14844"/>
                </a:lnTo>
                <a:lnTo>
                  <a:pt x="4258" y="14746"/>
                </a:lnTo>
                <a:close/>
                <a:moveTo>
                  <a:pt x="9076" y="6498"/>
                </a:moveTo>
                <a:lnTo>
                  <a:pt x="8103" y="6522"/>
                </a:lnTo>
                <a:lnTo>
                  <a:pt x="7129" y="6571"/>
                </a:lnTo>
                <a:lnTo>
                  <a:pt x="6156" y="6644"/>
                </a:lnTo>
                <a:lnTo>
                  <a:pt x="5183" y="6717"/>
                </a:lnTo>
                <a:lnTo>
                  <a:pt x="4526" y="6765"/>
                </a:lnTo>
                <a:lnTo>
                  <a:pt x="4161" y="6790"/>
                </a:lnTo>
                <a:lnTo>
                  <a:pt x="3796" y="6838"/>
                </a:lnTo>
                <a:lnTo>
                  <a:pt x="3431" y="6911"/>
                </a:lnTo>
                <a:lnTo>
                  <a:pt x="3285" y="6960"/>
                </a:lnTo>
                <a:lnTo>
                  <a:pt x="3115" y="7033"/>
                </a:lnTo>
                <a:lnTo>
                  <a:pt x="2993" y="7106"/>
                </a:lnTo>
                <a:lnTo>
                  <a:pt x="2847" y="7228"/>
                </a:lnTo>
                <a:lnTo>
                  <a:pt x="2750" y="7325"/>
                </a:lnTo>
                <a:lnTo>
                  <a:pt x="2652" y="7471"/>
                </a:lnTo>
                <a:lnTo>
                  <a:pt x="2628" y="7520"/>
                </a:lnTo>
                <a:lnTo>
                  <a:pt x="2628" y="7593"/>
                </a:lnTo>
                <a:lnTo>
                  <a:pt x="2652" y="7666"/>
                </a:lnTo>
                <a:lnTo>
                  <a:pt x="2579" y="7812"/>
                </a:lnTo>
                <a:lnTo>
                  <a:pt x="2555" y="7982"/>
                </a:lnTo>
                <a:lnTo>
                  <a:pt x="2531" y="8152"/>
                </a:lnTo>
                <a:lnTo>
                  <a:pt x="2506" y="8298"/>
                </a:lnTo>
                <a:lnTo>
                  <a:pt x="2360" y="8249"/>
                </a:lnTo>
                <a:lnTo>
                  <a:pt x="2214" y="8201"/>
                </a:lnTo>
                <a:lnTo>
                  <a:pt x="2044" y="8176"/>
                </a:lnTo>
                <a:lnTo>
                  <a:pt x="1874" y="8176"/>
                </a:lnTo>
                <a:lnTo>
                  <a:pt x="1557" y="8201"/>
                </a:lnTo>
                <a:lnTo>
                  <a:pt x="1265" y="8249"/>
                </a:lnTo>
                <a:lnTo>
                  <a:pt x="1046" y="8347"/>
                </a:lnTo>
                <a:lnTo>
                  <a:pt x="827" y="8468"/>
                </a:lnTo>
                <a:lnTo>
                  <a:pt x="657" y="8639"/>
                </a:lnTo>
                <a:lnTo>
                  <a:pt x="487" y="8833"/>
                </a:lnTo>
                <a:lnTo>
                  <a:pt x="365" y="9052"/>
                </a:lnTo>
                <a:lnTo>
                  <a:pt x="268" y="9271"/>
                </a:lnTo>
                <a:lnTo>
                  <a:pt x="195" y="9515"/>
                </a:lnTo>
                <a:lnTo>
                  <a:pt x="170" y="9758"/>
                </a:lnTo>
                <a:lnTo>
                  <a:pt x="170" y="10026"/>
                </a:lnTo>
                <a:lnTo>
                  <a:pt x="219" y="10293"/>
                </a:lnTo>
                <a:lnTo>
                  <a:pt x="292" y="10537"/>
                </a:lnTo>
                <a:lnTo>
                  <a:pt x="389" y="10780"/>
                </a:lnTo>
                <a:lnTo>
                  <a:pt x="535" y="10999"/>
                </a:lnTo>
                <a:lnTo>
                  <a:pt x="706" y="11194"/>
                </a:lnTo>
                <a:lnTo>
                  <a:pt x="900" y="11388"/>
                </a:lnTo>
                <a:lnTo>
                  <a:pt x="1095" y="11559"/>
                </a:lnTo>
                <a:lnTo>
                  <a:pt x="1363" y="11729"/>
                </a:lnTo>
                <a:lnTo>
                  <a:pt x="1606" y="11899"/>
                </a:lnTo>
                <a:lnTo>
                  <a:pt x="2117" y="12240"/>
                </a:lnTo>
                <a:lnTo>
                  <a:pt x="2409" y="12459"/>
                </a:lnTo>
                <a:lnTo>
                  <a:pt x="2531" y="12581"/>
                </a:lnTo>
                <a:lnTo>
                  <a:pt x="2652" y="12727"/>
                </a:lnTo>
                <a:lnTo>
                  <a:pt x="2725" y="12873"/>
                </a:lnTo>
                <a:lnTo>
                  <a:pt x="2774" y="13043"/>
                </a:lnTo>
                <a:lnTo>
                  <a:pt x="2750" y="13165"/>
                </a:lnTo>
                <a:lnTo>
                  <a:pt x="2725" y="13238"/>
                </a:lnTo>
                <a:lnTo>
                  <a:pt x="2677" y="13262"/>
                </a:lnTo>
                <a:lnTo>
                  <a:pt x="2604" y="13262"/>
                </a:lnTo>
                <a:lnTo>
                  <a:pt x="2531" y="13213"/>
                </a:lnTo>
                <a:lnTo>
                  <a:pt x="2458" y="13189"/>
                </a:lnTo>
                <a:lnTo>
                  <a:pt x="2312" y="13165"/>
                </a:lnTo>
                <a:lnTo>
                  <a:pt x="2190" y="13213"/>
                </a:lnTo>
                <a:lnTo>
                  <a:pt x="2068" y="13286"/>
                </a:lnTo>
                <a:lnTo>
                  <a:pt x="1995" y="13408"/>
                </a:lnTo>
                <a:lnTo>
                  <a:pt x="1971" y="13530"/>
                </a:lnTo>
                <a:lnTo>
                  <a:pt x="1971" y="13603"/>
                </a:lnTo>
                <a:lnTo>
                  <a:pt x="1995" y="13651"/>
                </a:lnTo>
                <a:lnTo>
                  <a:pt x="2020" y="13724"/>
                </a:lnTo>
                <a:lnTo>
                  <a:pt x="2093" y="13773"/>
                </a:lnTo>
                <a:lnTo>
                  <a:pt x="2263" y="13895"/>
                </a:lnTo>
                <a:lnTo>
                  <a:pt x="2458" y="13968"/>
                </a:lnTo>
                <a:lnTo>
                  <a:pt x="2677" y="13992"/>
                </a:lnTo>
                <a:lnTo>
                  <a:pt x="2871" y="13968"/>
                </a:lnTo>
                <a:lnTo>
                  <a:pt x="3066" y="13895"/>
                </a:lnTo>
                <a:lnTo>
                  <a:pt x="3236" y="13773"/>
                </a:lnTo>
                <a:lnTo>
                  <a:pt x="3309" y="13700"/>
                </a:lnTo>
                <a:lnTo>
                  <a:pt x="3358" y="13603"/>
                </a:lnTo>
                <a:lnTo>
                  <a:pt x="3431" y="13505"/>
                </a:lnTo>
                <a:lnTo>
                  <a:pt x="3455" y="13408"/>
                </a:lnTo>
                <a:lnTo>
                  <a:pt x="3504" y="13213"/>
                </a:lnTo>
                <a:lnTo>
                  <a:pt x="3504" y="13019"/>
                </a:lnTo>
                <a:lnTo>
                  <a:pt x="3650" y="13432"/>
                </a:lnTo>
                <a:lnTo>
                  <a:pt x="3820" y="13822"/>
                </a:lnTo>
                <a:lnTo>
                  <a:pt x="3991" y="14211"/>
                </a:lnTo>
                <a:lnTo>
                  <a:pt x="4185" y="14600"/>
                </a:lnTo>
                <a:lnTo>
                  <a:pt x="3723" y="14600"/>
                </a:lnTo>
                <a:lnTo>
                  <a:pt x="3285" y="14625"/>
                </a:lnTo>
                <a:lnTo>
                  <a:pt x="2823" y="14673"/>
                </a:lnTo>
                <a:lnTo>
                  <a:pt x="2385" y="14746"/>
                </a:lnTo>
                <a:lnTo>
                  <a:pt x="1922" y="14819"/>
                </a:lnTo>
                <a:lnTo>
                  <a:pt x="1484" y="14941"/>
                </a:lnTo>
                <a:lnTo>
                  <a:pt x="1071" y="15087"/>
                </a:lnTo>
                <a:lnTo>
                  <a:pt x="657" y="15282"/>
                </a:lnTo>
                <a:lnTo>
                  <a:pt x="487" y="15379"/>
                </a:lnTo>
                <a:lnTo>
                  <a:pt x="341" y="15476"/>
                </a:lnTo>
                <a:lnTo>
                  <a:pt x="219" y="15574"/>
                </a:lnTo>
                <a:lnTo>
                  <a:pt x="122" y="15695"/>
                </a:lnTo>
                <a:lnTo>
                  <a:pt x="49" y="15841"/>
                </a:lnTo>
                <a:lnTo>
                  <a:pt x="24" y="15963"/>
                </a:lnTo>
                <a:lnTo>
                  <a:pt x="0" y="16109"/>
                </a:lnTo>
                <a:lnTo>
                  <a:pt x="0" y="16255"/>
                </a:lnTo>
                <a:lnTo>
                  <a:pt x="24" y="16376"/>
                </a:lnTo>
                <a:lnTo>
                  <a:pt x="49" y="16522"/>
                </a:lnTo>
                <a:lnTo>
                  <a:pt x="122" y="16668"/>
                </a:lnTo>
                <a:lnTo>
                  <a:pt x="195" y="16790"/>
                </a:lnTo>
                <a:lnTo>
                  <a:pt x="292" y="16936"/>
                </a:lnTo>
                <a:lnTo>
                  <a:pt x="389" y="17058"/>
                </a:lnTo>
                <a:lnTo>
                  <a:pt x="511" y="17179"/>
                </a:lnTo>
                <a:lnTo>
                  <a:pt x="633" y="17301"/>
                </a:lnTo>
                <a:lnTo>
                  <a:pt x="827" y="17423"/>
                </a:lnTo>
                <a:lnTo>
                  <a:pt x="1046" y="17544"/>
                </a:lnTo>
                <a:lnTo>
                  <a:pt x="1241" y="17642"/>
                </a:lnTo>
                <a:lnTo>
                  <a:pt x="1460" y="17739"/>
                </a:lnTo>
                <a:lnTo>
                  <a:pt x="1922" y="17885"/>
                </a:lnTo>
                <a:lnTo>
                  <a:pt x="2409" y="18007"/>
                </a:lnTo>
                <a:lnTo>
                  <a:pt x="2896" y="18080"/>
                </a:lnTo>
                <a:lnTo>
                  <a:pt x="3382" y="18128"/>
                </a:lnTo>
                <a:lnTo>
                  <a:pt x="4331" y="18226"/>
                </a:lnTo>
                <a:lnTo>
                  <a:pt x="5451" y="18299"/>
                </a:lnTo>
                <a:lnTo>
                  <a:pt x="6570" y="18347"/>
                </a:lnTo>
                <a:lnTo>
                  <a:pt x="8833" y="18396"/>
                </a:lnTo>
                <a:lnTo>
                  <a:pt x="9928" y="18420"/>
                </a:lnTo>
                <a:lnTo>
                  <a:pt x="11047" y="18420"/>
                </a:lnTo>
                <a:lnTo>
                  <a:pt x="12142" y="18396"/>
                </a:lnTo>
                <a:lnTo>
                  <a:pt x="13261" y="18347"/>
                </a:lnTo>
                <a:lnTo>
                  <a:pt x="13675" y="18323"/>
                </a:lnTo>
                <a:lnTo>
                  <a:pt x="14113" y="18274"/>
                </a:lnTo>
                <a:lnTo>
                  <a:pt x="14527" y="18201"/>
                </a:lnTo>
                <a:lnTo>
                  <a:pt x="14965" y="18128"/>
                </a:lnTo>
                <a:lnTo>
                  <a:pt x="15378" y="18007"/>
                </a:lnTo>
                <a:lnTo>
                  <a:pt x="15767" y="17861"/>
                </a:lnTo>
                <a:lnTo>
                  <a:pt x="16157" y="17690"/>
                </a:lnTo>
                <a:lnTo>
                  <a:pt x="16546" y="17471"/>
                </a:lnTo>
                <a:lnTo>
                  <a:pt x="16814" y="17277"/>
                </a:lnTo>
                <a:lnTo>
                  <a:pt x="17057" y="17033"/>
                </a:lnTo>
                <a:lnTo>
                  <a:pt x="17276" y="16766"/>
                </a:lnTo>
                <a:lnTo>
                  <a:pt x="17349" y="16620"/>
                </a:lnTo>
                <a:lnTo>
                  <a:pt x="17422" y="16474"/>
                </a:lnTo>
                <a:lnTo>
                  <a:pt x="17471" y="16328"/>
                </a:lnTo>
                <a:lnTo>
                  <a:pt x="17495" y="16157"/>
                </a:lnTo>
                <a:lnTo>
                  <a:pt x="17495" y="16012"/>
                </a:lnTo>
                <a:lnTo>
                  <a:pt x="17471" y="15866"/>
                </a:lnTo>
                <a:lnTo>
                  <a:pt x="17398" y="15720"/>
                </a:lnTo>
                <a:lnTo>
                  <a:pt x="17325" y="15598"/>
                </a:lnTo>
                <a:lnTo>
                  <a:pt x="17179" y="15452"/>
                </a:lnTo>
                <a:lnTo>
                  <a:pt x="17033" y="15330"/>
                </a:lnTo>
                <a:lnTo>
                  <a:pt x="16692" y="15111"/>
                </a:lnTo>
                <a:lnTo>
                  <a:pt x="16327" y="14941"/>
                </a:lnTo>
                <a:lnTo>
                  <a:pt x="15938" y="14795"/>
                </a:lnTo>
                <a:lnTo>
                  <a:pt x="15524" y="14673"/>
                </a:lnTo>
                <a:lnTo>
                  <a:pt x="15110" y="14576"/>
                </a:lnTo>
                <a:lnTo>
                  <a:pt x="14697" y="14503"/>
                </a:lnTo>
                <a:lnTo>
                  <a:pt x="14283" y="14454"/>
                </a:lnTo>
                <a:lnTo>
                  <a:pt x="13870" y="14406"/>
                </a:lnTo>
                <a:lnTo>
                  <a:pt x="14040" y="13968"/>
                </a:lnTo>
                <a:lnTo>
                  <a:pt x="14186" y="13530"/>
                </a:lnTo>
                <a:lnTo>
                  <a:pt x="14454" y="12629"/>
                </a:lnTo>
                <a:lnTo>
                  <a:pt x="14794" y="11340"/>
                </a:lnTo>
                <a:lnTo>
                  <a:pt x="14916" y="10683"/>
                </a:lnTo>
                <a:lnTo>
                  <a:pt x="15038" y="10026"/>
                </a:lnTo>
                <a:lnTo>
                  <a:pt x="15135" y="9417"/>
                </a:lnTo>
                <a:lnTo>
                  <a:pt x="15159" y="9077"/>
                </a:lnTo>
                <a:lnTo>
                  <a:pt x="15159" y="8760"/>
                </a:lnTo>
                <a:lnTo>
                  <a:pt x="15159" y="8444"/>
                </a:lnTo>
                <a:lnTo>
                  <a:pt x="15110" y="8128"/>
                </a:lnTo>
                <a:lnTo>
                  <a:pt x="15038" y="7836"/>
                </a:lnTo>
                <a:lnTo>
                  <a:pt x="14940" y="7544"/>
                </a:lnTo>
                <a:lnTo>
                  <a:pt x="14916" y="7495"/>
                </a:lnTo>
                <a:lnTo>
                  <a:pt x="14892" y="7471"/>
                </a:lnTo>
                <a:lnTo>
                  <a:pt x="14794" y="7447"/>
                </a:lnTo>
                <a:lnTo>
                  <a:pt x="14746" y="7325"/>
                </a:lnTo>
                <a:lnTo>
                  <a:pt x="14673" y="7228"/>
                </a:lnTo>
                <a:lnTo>
                  <a:pt x="14600" y="7130"/>
                </a:lnTo>
                <a:lnTo>
                  <a:pt x="14478" y="7057"/>
                </a:lnTo>
                <a:lnTo>
                  <a:pt x="14235" y="6936"/>
                </a:lnTo>
                <a:lnTo>
                  <a:pt x="13943" y="6863"/>
                </a:lnTo>
                <a:lnTo>
                  <a:pt x="13626" y="6790"/>
                </a:lnTo>
                <a:lnTo>
                  <a:pt x="13310" y="6765"/>
                </a:lnTo>
                <a:lnTo>
                  <a:pt x="12823" y="6717"/>
                </a:lnTo>
                <a:lnTo>
                  <a:pt x="11899" y="6595"/>
                </a:lnTo>
                <a:lnTo>
                  <a:pt x="10950" y="6522"/>
                </a:lnTo>
                <a:lnTo>
                  <a:pt x="10025" y="6498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24"/>
          <p:cNvSpPr/>
          <p:nvPr/>
        </p:nvSpPr>
        <p:spPr>
          <a:xfrm>
            <a:off x="7356123" y="2736319"/>
            <a:ext cx="293373" cy="297156"/>
          </a:xfrm>
          <a:custGeom>
            <a:rect b="b" l="l" r="r" t="t"/>
            <a:pathLst>
              <a:path extrusionOk="0" h="17204" w="16985">
                <a:moveTo>
                  <a:pt x="8906" y="7252"/>
                </a:moveTo>
                <a:lnTo>
                  <a:pt x="8833" y="7349"/>
                </a:lnTo>
                <a:lnTo>
                  <a:pt x="8784" y="7446"/>
                </a:lnTo>
                <a:lnTo>
                  <a:pt x="8760" y="7616"/>
                </a:lnTo>
                <a:lnTo>
                  <a:pt x="8784" y="7689"/>
                </a:lnTo>
                <a:lnTo>
                  <a:pt x="8809" y="7762"/>
                </a:lnTo>
                <a:lnTo>
                  <a:pt x="8833" y="7787"/>
                </a:lnTo>
                <a:lnTo>
                  <a:pt x="8882" y="7811"/>
                </a:lnTo>
                <a:lnTo>
                  <a:pt x="8955" y="7811"/>
                </a:lnTo>
                <a:lnTo>
                  <a:pt x="9028" y="7738"/>
                </a:lnTo>
                <a:lnTo>
                  <a:pt x="9052" y="7714"/>
                </a:lnTo>
                <a:lnTo>
                  <a:pt x="9028" y="7665"/>
                </a:lnTo>
                <a:lnTo>
                  <a:pt x="8979" y="7470"/>
                </a:lnTo>
                <a:lnTo>
                  <a:pt x="8979" y="7397"/>
                </a:lnTo>
                <a:lnTo>
                  <a:pt x="8979" y="7300"/>
                </a:lnTo>
                <a:lnTo>
                  <a:pt x="8979" y="7276"/>
                </a:lnTo>
                <a:lnTo>
                  <a:pt x="8955" y="7252"/>
                </a:lnTo>
                <a:close/>
                <a:moveTo>
                  <a:pt x="1363" y="414"/>
                </a:moveTo>
                <a:lnTo>
                  <a:pt x="1533" y="463"/>
                </a:lnTo>
                <a:lnTo>
                  <a:pt x="1728" y="560"/>
                </a:lnTo>
                <a:lnTo>
                  <a:pt x="1898" y="657"/>
                </a:lnTo>
                <a:lnTo>
                  <a:pt x="2190" y="876"/>
                </a:lnTo>
                <a:lnTo>
                  <a:pt x="2750" y="1363"/>
                </a:lnTo>
                <a:lnTo>
                  <a:pt x="3261" y="1874"/>
                </a:lnTo>
                <a:lnTo>
                  <a:pt x="4283" y="2945"/>
                </a:lnTo>
                <a:lnTo>
                  <a:pt x="6327" y="5013"/>
                </a:lnTo>
                <a:lnTo>
                  <a:pt x="8395" y="7106"/>
                </a:lnTo>
                <a:lnTo>
                  <a:pt x="6984" y="8395"/>
                </a:lnTo>
                <a:lnTo>
                  <a:pt x="6887" y="8298"/>
                </a:lnTo>
                <a:lnTo>
                  <a:pt x="6765" y="8225"/>
                </a:lnTo>
                <a:lnTo>
                  <a:pt x="6668" y="8176"/>
                </a:lnTo>
                <a:lnTo>
                  <a:pt x="6570" y="8152"/>
                </a:lnTo>
                <a:lnTo>
                  <a:pt x="6497" y="8127"/>
                </a:lnTo>
                <a:lnTo>
                  <a:pt x="6424" y="8054"/>
                </a:lnTo>
                <a:lnTo>
                  <a:pt x="6351" y="8030"/>
                </a:lnTo>
                <a:lnTo>
                  <a:pt x="6303" y="8030"/>
                </a:lnTo>
                <a:lnTo>
                  <a:pt x="6230" y="8054"/>
                </a:lnTo>
                <a:lnTo>
                  <a:pt x="6181" y="8103"/>
                </a:lnTo>
                <a:lnTo>
                  <a:pt x="6084" y="8200"/>
                </a:lnTo>
                <a:lnTo>
                  <a:pt x="6011" y="8249"/>
                </a:lnTo>
                <a:lnTo>
                  <a:pt x="5938" y="8225"/>
                </a:lnTo>
                <a:lnTo>
                  <a:pt x="5889" y="8152"/>
                </a:lnTo>
                <a:lnTo>
                  <a:pt x="5816" y="7981"/>
                </a:lnTo>
                <a:lnTo>
                  <a:pt x="5767" y="7835"/>
                </a:lnTo>
                <a:lnTo>
                  <a:pt x="5694" y="7787"/>
                </a:lnTo>
                <a:lnTo>
                  <a:pt x="5646" y="7787"/>
                </a:lnTo>
                <a:lnTo>
                  <a:pt x="5500" y="7860"/>
                </a:lnTo>
                <a:lnTo>
                  <a:pt x="5402" y="7981"/>
                </a:lnTo>
                <a:lnTo>
                  <a:pt x="5305" y="7787"/>
                </a:lnTo>
                <a:lnTo>
                  <a:pt x="5232" y="7616"/>
                </a:lnTo>
                <a:lnTo>
                  <a:pt x="5208" y="7568"/>
                </a:lnTo>
                <a:lnTo>
                  <a:pt x="5159" y="7543"/>
                </a:lnTo>
                <a:lnTo>
                  <a:pt x="5086" y="7543"/>
                </a:lnTo>
                <a:lnTo>
                  <a:pt x="5013" y="7568"/>
                </a:lnTo>
                <a:lnTo>
                  <a:pt x="4964" y="7641"/>
                </a:lnTo>
                <a:lnTo>
                  <a:pt x="4672" y="7616"/>
                </a:lnTo>
                <a:lnTo>
                  <a:pt x="4672" y="7495"/>
                </a:lnTo>
                <a:lnTo>
                  <a:pt x="4648" y="7422"/>
                </a:lnTo>
                <a:lnTo>
                  <a:pt x="4575" y="7373"/>
                </a:lnTo>
                <a:lnTo>
                  <a:pt x="4526" y="7349"/>
                </a:lnTo>
                <a:lnTo>
                  <a:pt x="4453" y="7373"/>
                </a:lnTo>
                <a:lnTo>
                  <a:pt x="4332" y="7446"/>
                </a:lnTo>
                <a:lnTo>
                  <a:pt x="4283" y="7470"/>
                </a:lnTo>
                <a:lnTo>
                  <a:pt x="4210" y="7495"/>
                </a:lnTo>
                <a:lnTo>
                  <a:pt x="4161" y="7470"/>
                </a:lnTo>
                <a:lnTo>
                  <a:pt x="4161" y="7422"/>
                </a:lnTo>
                <a:lnTo>
                  <a:pt x="4161" y="7276"/>
                </a:lnTo>
                <a:lnTo>
                  <a:pt x="4210" y="7081"/>
                </a:lnTo>
                <a:lnTo>
                  <a:pt x="4210" y="7008"/>
                </a:lnTo>
                <a:lnTo>
                  <a:pt x="4161" y="6960"/>
                </a:lnTo>
                <a:lnTo>
                  <a:pt x="4113" y="6935"/>
                </a:lnTo>
                <a:lnTo>
                  <a:pt x="4064" y="6960"/>
                </a:lnTo>
                <a:lnTo>
                  <a:pt x="3967" y="7008"/>
                </a:lnTo>
                <a:lnTo>
                  <a:pt x="3845" y="7081"/>
                </a:lnTo>
                <a:lnTo>
                  <a:pt x="3748" y="7081"/>
                </a:lnTo>
                <a:lnTo>
                  <a:pt x="3699" y="7033"/>
                </a:lnTo>
                <a:lnTo>
                  <a:pt x="3699" y="6960"/>
                </a:lnTo>
                <a:lnTo>
                  <a:pt x="3723" y="6838"/>
                </a:lnTo>
                <a:lnTo>
                  <a:pt x="3675" y="6741"/>
                </a:lnTo>
                <a:lnTo>
                  <a:pt x="3650" y="6716"/>
                </a:lnTo>
                <a:lnTo>
                  <a:pt x="3602" y="6716"/>
                </a:lnTo>
                <a:lnTo>
                  <a:pt x="3456" y="6765"/>
                </a:lnTo>
                <a:lnTo>
                  <a:pt x="3334" y="6741"/>
                </a:lnTo>
                <a:lnTo>
                  <a:pt x="3237" y="6692"/>
                </a:lnTo>
                <a:lnTo>
                  <a:pt x="3164" y="6619"/>
                </a:lnTo>
                <a:lnTo>
                  <a:pt x="3115" y="6522"/>
                </a:lnTo>
                <a:lnTo>
                  <a:pt x="3091" y="6424"/>
                </a:lnTo>
                <a:lnTo>
                  <a:pt x="3091" y="6303"/>
                </a:lnTo>
                <a:lnTo>
                  <a:pt x="3115" y="6205"/>
                </a:lnTo>
                <a:lnTo>
                  <a:pt x="3139" y="6132"/>
                </a:lnTo>
                <a:lnTo>
                  <a:pt x="3091" y="6059"/>
                </a:lnTo>
                <a:lnTo>
                  <a:pt x="3018" y="6035"/>
                </a:lnTo>
                <a:lnTo>
                  <a:pt x="2945" y="6035"/>
                </a:lnTo>
                <a:lnTo>
                  <a:pt x="2823" y="6084"/>
                </a:lnTo>
                <a:lnTo>
                  <a:pt x="2701" y="6132"/>
                </a:lnTo>
                <a:lnTo>
                  <a:pt x="2653" y="6059"/>
                </a:lnTo>
                <a:lnTo>
                  <a:pt x="2604" y="5962"/>
                </a:lnTo>
                <a:lnTo>
                  <a:pt x="2604" y="5767"/>
                </a:lnTo>
                <a:lnTo>
                  <a:pt x="2580" y="5573"/>
                </a:lnTo>
                <a:lnTo>
                  <a:pt x="2531" y="5524"/>
                </a:lnTo>
                <a:lnTo>
                  <a:pt x="2482" y="5500"/>
                </a:lnTo>
                <a:lnTo>
                  <a:pt x="2409" y="5500"/>
                </a:lnTo>
                <a:lnTo>
                  <a:pt x="2361" y="5524"/>
                </a:lnTo>
                <a:lnTo>
                  <a:pt x="2263" y="5427"/>
                </a:lnTo>
                <a:lnTo>
                  <a:pt x="2190" y="5305"/>
                </a:lnTo>
                <a:lnTo>
                  <a:pt x="2190" y="5183"/>
                </a:lnTo>
                <a:lnTo>
                  <a:pt x="2215" y="5062"/>
                </a:lnTo>
                <a:lnTo>
                  <a:pt x="2215" y="4989"/>
                </a:lnTo>
                <a:lnTo>
                  <a:pt x="2190" y="4916"/>
                </a:lnTo>
                <a:lnTo>
                  <a:pt x="2117" y="4867"/>
                </a:lnTo>
                <a:lnTo>
                  <a:pt x="2020" y="4867"/>
                </a:lnTo>
                <a:lnTo>
                  <a:pt x="1898" y="4891"/>
                </a:lnTo>
                <a:lnTo>
                  <a:pt x="1801" y="4867"/>
                </a:lnTo>
                <a:lnTo>
                  <a:pt x="1752" y="4794"/>
                </a:lnTo>
                <a:lnTo>
                  <a:pt x="1704" y="4697"/>
                </a:lnTo>
                <a:lnTo>
                  <a:pt x="1655" y="4575"/>
                </a:lnTo>
                <a:lnTo>
                  <a:pt x="1655" y="4453"/>
                </a:lnTo>
                <a:lnTo>
                  <a:pt x="1655" y="4234"/>
                </a:lnTo>
                <a:lnTo>
                  <a:pt x="1655" y="4186"/>
                </a:lnTo>
                <a:lnTo>
                  <a:pt x="1631" y="4137"/>
                </a:lnTo>
                <a:lnTo>
                  <a:pt x="1582" y="4088"/>
                </a:lnTo>
                <a:lnTo>
                  <a:pt x="1558" y="4088"/>
                </a:lnTo>
                <a:lnTo>
                  <a:pt x="1460" y="4064"/>
                </a:lnTo>
                <a:lnTo>
                  <a:pt x="1363" y="4113"/>
                </a:lnTo>
                <a:lnTo>
                  <a:pt x="1266" y="4186"/>
                </a:lnTo>
                <a:lnTo>
                  <a:pt x="1217" y="3942"/>
                </a:lnTo>
                <a:lnTo>
                  <a:pt x="1193" y="3699"/>
                </a:lnTo>
                <a:lnTo>
                  <a:pt x="1193" y="3650"/>
                </a:lnTo>
                <a:lnTo>
                  <a:pt x="1144" y="3626"/>
                </a:lnTo>
                <a:lnTo>
                  <a:pt x="1095" y="3602"/>
                </a:lnTo>
                <a:lnTo>
                  <a:pt x="974" y="3602"/>
                </a:lnTo>
                <a:lnTo>
                  <a:pt x="925" y="3529"/>
                </a:lnTo>
                <a:lnTo>
                  <a:pt x="925" y="3431"/>
                </a:lnTo>
                <a:lnTo>
                  <a:pt x="925" y="3310"/>
                </a:lnTo>
                <a:lnTo>
                  <a:pt x="949" y="3042"/>
                </a:lnTo>
                <a:lnTo>
                  <a:pt x="974" y="2896"/>
                </a:lnTo>
                <a:lnTo>
                  <a:pt x="974" y="2823"/>
                </a:lnTo>
                <a:lnTo>
                  <a:pt x="949" y="2774"/>
                </a:lnTo>
                <a:lnTo>
                  <a:pt x="925" y="2726"/>
                </a:lnTo>
                <a:lnTo>
                  <a:pt x="852" y="2701"/>
                </a:lnTo>
                <a:lnTo>
                  <a:pt x="658" y="2701"/>
                </a:lnTo>
                <a:lnTo>
                  <a:pt x="682" y="2044"/>
                </a:lnTo>
                <a:lnTo>
                  <a:pt x="658" y="1971"/>
                </a:lnTo>
                <a:lnTo>
                  <a:pt x="633" y="1923"/>
                </a:lnTo>
                <a:lnTo>
                  <a:pt x="585" y="1898"/>
                </a:lnTo>
                <a:lnTo>
                  <a:pt x="512" y="1874"/>
                </a:lnTo>
                <a:lnTo>
                  <a:pt x="317" y="1898"/>
                </a:lnTo>
                <a:lnTo>
                  <a:pt x="317" y="1704"/>
                </a:lnTo>
                <a:lnTo>
                  <a:pt x="293" y="1509"/>
                </a:lnTo>
                <a:lnTo>
                  <a:pt x="317" y="1460"/>
                </a:lnTo>
                <a:lnTo>
                  <a:pt x="366" y="1193"/>
                </a:lnTo>
                <a:lnTo>
                  <a:pt x="463" y="949"/>
                </a:lnTo>
                <a:lnTo>
                  <a:pt x="536" y="828"/>
                </a:lnTo>
                <a:lnTo>
                  <a:pt x="609" y="730"/>
                </a:lnTo>
                <a:lnTo>
                  <a:pt x="706" y="633"/>
                </a:lnTo>
                <a:lnTo>
                  <a:pt x="828" y="536"/>
                </a:lnTo>
                <a:lnTo>
                  <a:pt x="998" y="463"/>
                </a:lnTo>
                <a:lnTo>
                  <a:pt x="1168" y="414"/>
                </a:lnTo>
                <a:close/>
                <a:moveTo>
                  <a:pt x="1241" y="14357"/>
                </a:moveTo>
                <a:lnTo>
                  <a:pt x="1266" y="14527"/>
                </a:lnTo>
                <a:lnTo>
                  <a:pt x="1339" y="14770"/>
                </a:lnTo>
                <a:lnTo>
                  <a:pt x="1266" y="14795"/>
                </a:lnTo>
                <a:lnTo>
                  <a:pt x="1193" y="14843"/>
                </a:lnTo>
                <a:lnTo>
                  <a:pt x="1071" y="14624"/>
                </a:lnTo>
                <a:lnTo>
                  <a:pt x="1047" y="14576"/>
                </a:lnTo>
                <a:lnTo>
                  <a:pt x="1241" y="14357"/>
                </a:lnTo>
                <a:close/>
                <a:moveTo>
                  <a:pt x="12970" y="1631"/>
                </a:moveTo>
                <a:lnTo>
                  <a:pt x="12629" y="2093"/>
                </a:lnTo>
                <a:lnTo>
                  <a:pt x="12313" y="2580"/>
                </a:lnTo>
                <a:lnTo>
                  <a:pt x="11996" y="3066"/>
                </a:lnTo>
                <a:lnTo>
                  <a:pt x="11729" y="3577"/>
                </a:lnTo>
                <a:lnTo>
                  <a:pt x="11680" y="3650"/>
                </a:lnTo>
                <a:lnTo>
                  <a:pt x="11680" y="3723"/>
                </a:lnTo>
                <a:lnTo>
                  <a:pt x="11680" y="3772"/>
                </a:lnTo>
                <a:lnTo>
                  <a:pt x="11704" y="3821"/>
                </a:lnTo>
                <a:lnTo>
                  <a:pt x="11802" y="3918"/>
                </a:lnTo>
                <a:lnTo>
                  <a:pt x="11899" y="3967"/>
                </a:lnTo>
                <a:lnTo>
                  <a:pt x="11875" y="4015"/>
                </a:lnTo>
                <a:lnTo>
                  <a:pt x="11899" y="4040"/>
                </a:lnTo>
                <a:lnTo>
                  <a:pt x="11899" y="4064"/>
                </a:lnTo>
                <a:lnTo>
                  <a:pt x="11948" y="4064"/>
                </a:lnTo>
                <a:lnTo>
                  <a:pt x="12215" y="4015"/>
                </a:lnTo>
                <a:lnTo>
                  <a:pt x="12483" y="3918"/>
                </a:lnTo>
                <a:lnTo>
                  <a:pt x="12751" y="3796"/>
                </a:lnTo>
                <a:lnTo>
                  <a:pt x="13018" y="3626"/>
                </a:lnTo>
                <a:lnTo>
                  <a:pt x="13505" y="3261"/>
                </a:lnTo>
                <a:lnTo>
                  <a:pt x="13943" y="2920"/>
                </a:lnTo>
                <a:lnTo>
                  <a:pt x="14722" y="2288"/>
                </a:lnTo>
                <a:lnTo>
                  <a:pt x="14722" y="2288"/>
                </a:lnTo>
                <a:lnTo>
                  <a:pt x="14430" y="2726"/>
                </a:lnTo>
                <a:lnTo>
                  <a:pt x="13675" y="3796"/>
                </a:lnTo>
                <a:lnTo>
                  <a:pt x="12945" y="4891"/>
                </a:lnTo>
                <a:lnTo>
                  <a:pt x="12897" y="4989"/>
                </a:lnTo>
                <a:lnTo>
                  <a:pt x="12921" y="5062"/>
                </a:lnTo>
                <a:lnTo>
                  <a:pt x="12945" y="5135"/>
                </a:lnTo>
                <a:lnTo>
                  <a:pt x="13018" y="5208"/>
                </a:lnTo>
                <a:lnTo>
                  <a:pt x="13091" y="5232"/>
                </a:lnTo>
                <a:lnTo>
                  <a:pt x="13164" y="5256"/>
                </a:lnTo>
                <a:lnTo>
                  <a:pt x="13262" y="5232"/>
                </a:lnTo>
                <a:lnTo>
                  <a:pt x="13335" y="5183"/>
                </a:lnTo>
                <a:lnTo>
                  <a:pt x="13481" y="5135"/>
                </a:lnTo>
                <a:lnTo>
                  <a:pt x="13602" y="5086"/>
                </a:lnTo>
                <a:lnTo>
                  <a:pt x="13846" y="4916"/>
                </a:lnTo>
                <a:lnTo>
                  <a:pt x="14381" y="4575"/>
                </a:lnTo>
                <a:lnTo>
                  <a:pt x="14892" y="4234"/>
                </a:lnTo>
                <a:lnTo>
                  <a:pt x="15476" y="3796"/>
                </a:lnTo>
                <a:lnTo>
                  <a:pt x="16084" y="3358"/>
                </a:lnTo>
                <a:lnTo>
                  <a:pt x="16084" y="3358"/>
                </a:lnTo>
                <a:lnTo>
                  <a:pt x="15646" y="4161"/>
                </a:lnTo>
                <a:lnTo>
                  <a:pt x="15208" y="4964"/>
                </a:lnTo>
                <a:lnTo>
                  <a:pt x="14965" y="5329"/>
                </a:lnTo>
                <a:lnTo>
                  <a:pt x="14697" y="5719"/>
                </a:lnTo>
                <a:lnTo>
                  <a:pt x="14430" y="6084"/>
                </a:lnTo>
                <a:lnTo>
                  <a:pt x="14138" y="6424"/>
                </a:lnTo>
                <a:lnTo>
                  <a:pt x="13967" y="6619"/>
                </a:lnTo>
                <a:lnTo>
                  <a:pt x="13797" y="6814"/>
                </a:lnTo>
                <a:lnTo>
                  <a:pt x="13602" y="6984"/>
                </a:lnTo>
                <a:lnTo>
                  <a:pt x="13383" y="7130"/>
                </a:lnTo>
                <a:lnTo>
                  <a:pt x="13164" y="7276"/>
                </a:lnTo>
                <a:lnTo>
                  <a:pt x="12945" y="7397"/>
                </a:lnTo>
                <a:lnTo>
                  <a:pt x="12702" y="7495"/>
                </a:lnTo>
                <a:lnTo>
                  <a:pt x="12459" y="7568"/>
                </a:lnTo>
                <a:lnTo>
                  <a:pt x="12240" y="7592"/>
                </a:lnTo>
                <a:lnTo>
                  <a:pt x="12021" y="7616"/>
                </a:lnTo>
                <a:lnTo>
                  <a:pt x="11826" y="7592"/>
                </a:lnTo>
                <a:lnTo>
                  <a:pt x="11607" y="7543"/>
                </a:lnTo>
                <a:lnTo>
                  <a:pt x="11242" y="7422"/>
                </a:lnTo>
                <a:lnTo>
                  <a:pt x="10828" y="7276"/>
                </a:lnTo>
                <a:lnTo>
                  <a:pt x="10780" y="7179"/>
                </a:lnTo>
                <a:lnTo>
                  <a:pt x="10682" y="7106"/>
                </a:lnTo>
                <a:lnTo>
                  <a:pt x="10561" y="7106"/>
                </a:lnTo>
                <a:lnTo>
                  <a:pt x="10512" y="7130"/>
                </a:lnTo>
                <a:lnTo>
                  <a:pt x="10463" y="7179"/>
                </a:lnTo>
                <a:lnTo>
                  <a:pt x="9393" y="8492"/>
                </a:lnTo>
                <a:lnTo>
                  <a:pt x="8322" y="9782"/>
                </a:lnTo>
                <a:lnTo>
                  <a:pt x="7227" y="11047"/>
                </a:lnTo>
                <a:lnTo>
                  <a:pt x="6108" y="12313"/>
                </a:lnTo>
                <a:lnTo>
                  <a:pt x="4916" y="13578"/>
                </a:lnTo>
                <a:lnTo>
                  <a:pt x="3723" y="14819"/>
                </a:lnTo>
                <a:lnTo>
                  <a:pt x="3139" y="15427"/>
                </a:lnTo>
                <a:lnTo>
                  <a:pt x="2823" y="15743"/>
                </a:lnTo>
                <a:lnTo>
                  <a:pt x="2507" y="16011"/>
                </a:lnTo>
                <a:lnTo>
                  <a:pt x="2312" y="16133"/>
                </a:lnTo>
                <a:lnTo>
                  <a:pt x="2142" y="16230"/>
                </a:lnTo>
                <a:lnTo>
                  <a:pt x="1947" y="16303"/>
                </a:lnTo>
                <a:lnTo>
                  <a:pt x="1752" y="16352"/>
                </a:lnTo>
                <a:lnTo>
                  <a:pt x="1558" y="16376"/>
                </a:lnTo>
                <a:lnTo>
                  <a:pt x="1363" y="16376"/>
                </a:lnTo>
                <a:lnTo>
                  <a:pt x="1168" y="16303"/>
                </a:lnTo>
                <a:lnTo>
                  <a:pt x="949" y="16230"/>
                </a:lnTo>
                <a:lnTo>
                  <a:pt x="876" y="16206"/>
                </a:lnTo>
                <a:lnTo>
                  <a:pt x="828" y="16206"/>
                </a:lnTo>
                <a:lnTo>
                  <a:pt x="779" y="16011"/>
                </a:lnTo>
                <a:lnTo>
                  <a:pt x="828" y="16060"/>
                </a:lnTo>
                <a:lnTo>
                  <a:pt x="901" y="16084"/>
                </a:lnTo>
                <a:lnTo>
                  <a:pt x="949" y="16084"/>
                </a:lnTo>
                <a:lnTo>
                  <a:pt x="998" y="16035"/>
                </a:lnTo>
                <a:lnTo>
                  <a:pt x="998" y="15962"/>
                </a:lnTo>
                <a:lnTo>
                  <a:pt x="925" y="15792"/>
                </a:lnTo>
                <a:lnTo>
                  <a:pt x="852" y="15646"/>
                </a:lnTo>
                <a:lnTo>
                  <a:pt x="779" y="15476"/>
                </a:lnTo>
                <a:lnTo>
                  <a:pt x="706" y="15330"/>
                </a:lnTo>
                <a:lnTo>
                  <a:pt x="779" y="15087"/>
                </a:lnTo>
                <a:lnTo>
                  <a:pt x="852" y="14892"/>
                </a:lnTo>
                <a:lnTo>
                  <a:pt x="876" y="14989"/>
                </a:lnTo>
                <a:lnTo>
                  <a:pt x="974" y="15257"/>
                </a:lnTo>
                <a:lnTo>
                  <a:pt x="1120" y="15500"/>
                </a:lnTo>
                <a:lnTo>
                  <a:pt x="1168" y="15549"/>
                </a:lnTo>
                <a:lnTo>
                  <a:pt x="1266" y="15646"/>
                </a:lnTo>
                <a:lnTo>
                  <a:pt x="1363" y="15719"/>
                </a:lnTo>
                <a:lnTo>
                  <a:pt x="1509" y="15743"/>
                </a:lnTo>
                <a:lnTo>
                  <a:pt x="1655" y="15768"/>
                </a:lnTo>
                <a:lnTo>
                  <a:pt x="1801" y="15743"/>
                </a:lnTo>
                <a:lnTo>
                  <a:pt x="1947" y="15719"/>
                </a:lnTo>
                <a:lnTo>
                  <a:pt x="2215" y="15646"/>
                </a:lnTo>
                <a:lnTo>
                  <a:pt x="2458" y="15500"/>
                </a:lnTo>
                <a:lnTo>
                  <a:pt x="2677" y="15354"/>
                </a:lnTo>
                <a:lnTo>
                  <a:pt x="2896" y="15184"/>
                </a:lnTo>
                <a:lnTo>
                  <a:pt x="3115" y="15014"/>
                </a:lnTo>
                <a:lnTo>
                  <a:pt x="3553" y="14624"/>
                </a:lnTo>
                <a:lnTo>
                  <a:pt x="3918" y="14259"/>
                </a:lnTo>
                <a:lnTo>
                  <a:pt x="4259" y="13870"/>
                </a:lnTo>
                <a:lnTo>
                  <a:pt x="4599" y="13481"/>
                </a:lnTo>
                <a:lnTo>
                  <a:pt x="4745" y="13262"/>
                </a:lnTo>
                <a:lnTo>
                  <a:pt x="4916" y="13067"/>
                </a:lnTo>
                <a:lnTo>
                  <a:pt x="4989" y="12945"/>
                </a:lnTo>
                <a:lnTo>
                  <a:pt x="5037" y="12824"/>
                </a:lnTo>
                <a:lnTo>
                  <a:pt x="5086" y="12702"/>
                </a:lnTo>
                <a:lnTo>
                  <a:pt x="5086" y="12580"/>
                </a:lnTo>
                <a:lnTo>
                  <a:pt x="5086" y="12532"/>
                </a:lnTo>
                <a:lnTo>
                  <a:pt x="5037" y="12507"/>
                </a:lnTo>
                <a:lnTo>
                  <a:pt x="4964" y="12507"/>
                </a:lnTo>
                <a:lnTo>
                  <a:pt x="4867" y="12580"/>
                </a:lnTo>
                <a:lnTo>
                  <a:pt x="4770" y="12653"/>
                </a:lnTo>
                <a:lnTo>
                  <a:pt x="4599" y="12848"/>
                </a:lnTo>
                <a:lnTo>
                  <a:pt x="4453" y="13067"/>
                </a:lnTo>
                <a:lnTo>
                  <a:pt x="4307" y="13262"/>
                </a:lnTo>
                <a:lnTo>
                  <a:pt x="3942" y="13700"/>
                </a:lnTo>
                <a:lnTo>
                  <a:pt x="3529" y="14089"/>
                </a:lnTo>
                <a:lnTo>
                  <a:pt x="3066" y="14503"/>
                </a:lnTo>
                <a:lnTo>
                  <a:pt x="2604" y="14892"/>
                </a:lnTo>
                <a:lnTo>
                  <a:pt x="2312" y="15111"/>
                </a:lnTo>
                <a:lnTo>
                  <a:pt x="2020" y="15306"/>
                </a:lnTo>
                <a:lnTo>
                  <a:pt x="1898" y="15354"/>
                </a:lnTo>
                <a:lnTo>
                  <a:pt x="1777" y="15379"/>
                </a:lnTo>
                <a:lnTo>
                  <a:pt x="1655" y="15379"/>
                </a:lnTo>
                <a:lnTo>
                  <a:pt x="1558" y="15330"/>
                </a:lnTo>
                <a:lnTo>
                  <a:pt x="1485" y="15281"/>
                </a:lnTo>
                <a:lnTo>
                  <a:pt x="1436" y="15184"/>
                </a:lnTo>
                <a:lnTo>
                  <a:pt x="1460" y="15087"/>
                </a:lnTo>
                <a:lnTo>
                  <a:pt x="1533" y="14941"/>
                </a:lnTo>
                <a:lnTo>
                  <a:pt x="1631" y="14941"/>
                </a:lnTo>
                <a:lnTo>
                  <a:pt x="1704" y="14892"/>
                </a:lnTo>
                <a:lnTo>
                  <a:pt x="1728" y="14819"/>
                </a:lnTo>
                <a:lnTo>
                  <a:pt x="1728" y="14770"/>
                </a:lnTo>
                <a:lnTo>
                  <a:pt x="1704" y="14673"/>
                </a:lnTo>
                <a:lnTo>
                  <a:pt x="1655" y="14551"/>
                </a:lnTo>
                <a:lnTo>
                  <a:pt x="1606" y="14454"/>
                </a:lnTo>
                <a:lnTo>
                  <a:pt x="1509" y="14308"/>
                </a:lnTo>
                <a:lnTo>
                  <a:pt x="1412" y="14162"/>
                </a:lnTo>
                <a:lnTo>
                  <a:pt x="1679" y="13919"/>
                </a:lnTo>
                <a:lnTo>
                  <a:pt x="1801" y="14405"/>
                </a:lnTo>
                <a:lnTo>
                  <a:pt x="1825" y="14478"/>
                </a:lnTo>
                <a:lnTo>
                  <a:pt x="1898" y="14527"/>
                </a:lnTo>
                <a:lnTo>
                  <a:pt x="2020" y="14527"/>
                </a:lnTo>
                <a:lnTo>
                  <a:pt x="2069" y="14503"/>
                </a:lnTo>
                <a:lnTo>
                  <a:pt x="2117" y="14454"/>
                </a:lnTo>
                <a:lnTo>
                  <a:pt x="2142" y="14381"/>
                </a:lnTo>
                <a:lnTo>
                  <a:pt x="2142" y="14308"/>
                </a:lnTo>
                <a:lnTo>
                  <a:pt x="2044" y="13992"/>
                </a:lnTo>
                <a:lnTo>
                  <a:pt x="1923" y="13675"/>
                </a:lnTo>
                <a:lnTo>
                  <a:pt x="2093" y="13529"/>
                </a:lnTo>
                <a:lnTo>
                  <a:pt x="2117" y="13748"/>
                </a:lnTo>
                <a:lnTo>
                  <a:pt x="2117" y="13870"/>
                </a:lnTo>
                <a:lnTo>
                  <a:pt x="2142" y="13967"/>
                </a:lnTo>
                <a:lnTo>
                  <a:pt x="2190" y="14065"/>
                </a:lnTo>
                <a:lnTo>
                  <a:pt x="2239" y="14089"/>
                </a:lnTo>
                <a:lnTo>
                  <a:pt x="2288" y="14113"/>
                </a:lnTo>
                <a:lnTo>
                  <a:pt x="2336" y="14113"/>
                </a:lnTo>
                <a:lnTo>
                  <a:pt x="2385" y="14089"/>
                </a:lnTo>
                <a:lnTo>
                  <a:pt x="2434" y="14016"/>
                </a:lnTo>
                <a:lnTo>
                  <a:pt x="2434" y="13919"/>
                </a:lnTo>
                <a:lnTo>
                  <a:pt x="2385" y="13724"/>
                </a:lnTo>
                <a:lnTo>
                  <a:pt x="2263" y="13359"/>
                </a:lnTo>
                <a:lnTo>
                  <a:pt x="2385" y="13262"/>
                </a:lnTo>
                <a:lnTo>
                  <a:pt x="2458" y="13554"/>
                </a:lnTo>
                <a:lnTo>
                  <a:pt x="2531" y="13846"/>
                </a:lnTo>
                <a:lnTo>
                  <a:pt x="2555" y="13894"/>
                </a:lnTo>
                <a:lnTo>
                  <a:pt x="2580" y="13943"/>
                </a:lnTo>
                <a:lnTo>
                  <a:pt x="2628" y="13967"/>
                </a:lnTo>
                <a:lnTo>
                  <a:pt x="2677" y="13967"/>
                </a:lnTo>
                <a:lnTo>
                  <a:pt x="2774" y="13943"/>
                </a:lnTo>
                <a:lnTo>
                  <a:pt x="2823" y="13919"/>
                </a:lnTo>
                <a:lnTo>
                  <a:pt x="2847" y="13870"/>
                </a:lnTo>
                <a:lnTo>
                  <a:pt x="2872" y="13797"/>
                </a:lnTo>
                <a:lnTo>
                  <a:pt x="2847" y="13748"/>
                </a:lnTo>
                <a:lnTo>
                  <a:pt x="2750" y="13408"/>
                </a:lnTo>
                <a:lnTo>
                  <a:pt x="2604" y="13067"/>
                </a:lnTo>
                <a:lnTo>
                  <a:pt x="2823" y="12848"/>
                </a:lnTo>
                <a:lnTo>
                  <a:pt x="2920" y="13164"/>
                </a:lnTo>
                <a:lnTo>
                  <a:pt x="2969" y="13286"/>
                </a:lnTo>
                <a:lnTo>
                  <a:pt x="3018" y="13383"/>
                </a:lnTo>
                <a:lnTo>
                  <a:pt x="3066" y="13481"/>
                </a:lnTo>
                <a:lnTo>
                  <a:pt x="3115" y="13529"/>
                </a:lnTo>
                <a:lnTo>
                  <a:pt x="3212" y="13529"/>
                </a:lnTo>
                <a:lnTo>
                  <a:pt x="3237" y="13505"/>
                </a:lnTo>
                <a:lnTo>
                  <a:pt x="3261" y="13456"/>
                </a:lnTo>
                <a:lnTo>
                  <a:pt x="3285" y="13408"/>
                </a:lnTo>
                <a:lnTo>
                  <a:pt x="3261" y="13310"/>
                </a:lnTo>
                <a:lnTo>
                  <a:pt x="3188" y="13116"/>
                </a:lnTo>
                <a:lnTo>
                  <a:pt x="3091" y="12921"/>
                </a:lnTo>
                <a:lnTo>
                  <a:pt x="2969" y="12726"/>
                </a:lnTo>
                <a:lnTo>
                  <a:pt x="3261" y="12459"/>
                </a:lnTo>
                <a:lnTo>
                  <a:pt x="3285" y="12678"/>
                </a:lnTo>
                <a:lnTo>
                  <a:pt x="3334" y="12897"/>
                </a:lnTo>
                <a:lnTo>
                  <a:pt x="3383" y="12994"/>
                </a:lnTo>
                <a:lnTo>
                  <a:pt x="3480" y="13067"/>
                </a:lnTo>
                <a:lnTo>
                  <a:pt x="3529" y="13067"/>
                </a:lnTo>
                <a:lnTo>
                  <a:pt x="3577" y="13043"/>
                </a:lnTo>
                <a:lnTo>
                  <a:pt x="3626" y="12945"/>
                </a:lnTo>
                <a:lnTo>
                  <a:pt x="3626" y="12848"/>
                </a:lnTo>
                <a:lnTo>
                  <a:pt x="3577" y="12678"/>
                </a:lnTo>
                <a:lnTo>
                  <a:pt x="3529" y="12483"/>
                </a:lnTo>
                <a:lnTo>
                  <a:pt x="3431" y="12288"/>
                </a:lnTo>
                <a:lnTo>
                  <a:pt x="3650" y="12094"/>
                </a:lnTo>
                <a:lnTo>
                  <a:pt x="3699" y="12313"/>
                </a:lnTo>
                <a:lnTo>
                  <a:pt x="3748" y="12483"/>
                </a:lnTo>
                <a:lnTo>
                  <a:pt x="3796" y="12556"/>
                </a:lnTo>
                <a:lnTo>
                  <a:pt x="3845" y="12605"/>
                </a:lnTo>
                <a:lnTo>
                  <a:pt x="3942" y="12605"/>
                </a:lnTo>
                <a:lnTo>
                  <a:pt x="4015" y="12580"/>
                </a:lnTo>
                <a:lnTo>
                  <a:pt x="4040" y="12532"/>
                </a:lnTo>
                <a:lnTo>
                  <a:pt x="4064" y="12483"/>
                </a:lnTo>
                <a:lnTo>
                  <a:pt x="4064" y="12410"/>
                </a:lnTo>
                <a:lnTo>
                  <a:pt x="4015" y="12142"/>
                </a:lnTo>
                <a:lnTo>
                  <a:pt x="3967" y="11996"/>
                </a:lnTo>
                <a:lnTo>
                  <a:pt x="3894" y="11875"/>
                </a:lnTo>
                <a:lnTo>
                  <a:pt x="4161" y="11607"/>
                </a:lnTo>
                <a:lnTo>
                  <a:pt x="4210" y="11729"/>
                </a:lnTo>
                <a:lnTo>
                  <a:pt x="4283" y="11923"/>
                </a:lnTo>
                <a:lnTo>
                  <a:pt x="4332" y="11996"/>
                </a:lnTo>
                <a:lnTo>
                  <a:pt x="4380" y="12021"/>
                </a:lnTo>
                <a:lnTo>
                  <a:pt x="4429" y="12045"/>
                </a:lnTo>
                <a:lnTo>
                  <a:pt x="4478" y="12045"/>
                </a:lnTo>
                <a:lnTo>
                  <a:pt x="4526" y="11996"/>
                </a:lnTo>
                <a:lnTo>
                  <a:pt x="4551" y="11923"/>
                </a:lnTo>
                <a:lnTo>
                  <a:pt x="4551" y="11826"/>
                </a:lnTo>
                <a:lnTo>
                  <a:pt x="4478" y="11680"/>
                </a:lnTo>
                <a:lnTo>
                  <a:pt x="4356" y="11437"/>
                </a:lnTo>
                <a:lnTo>
                  <a:pt x="4405" y="11388"/>
                </a:lnTo>
                <a:lnTo>
                  <a:pt x="4672" y="11169"/>
                </a:lnTo>
                <a:lnTo>
                  <a:pt x="4745" y="11364"/>
                </a:lnTo>
                <a:lnTo>
                  <a:pt x="4818" y="11607"/>
                </a:lnTo>
                <a:lnTo>
                  <a:pt x="4867" y="11729"/>
                </a:lnTo>
                <a:lnTo>
                  <a:pt x="4916" y="11777"/>
                </a:lnTo>
                <a:lnTo>
                  <a:pt x="4964" y="11826"/>
                </a:lnTo>
                <a:lnTo>
                  <a:pt x="5013" y="11826"/>
                </a:lnTo>
                <a:lnTo>
                  <a:pt x="5037" y="11802"/>
                </a:lnTo>
                <a:lnTo>
                  <a:pt x="5062" y="11729"/>
                </a:lnTo>
                <a:lnTo>
                  <a:pt x="5086" y="11680"/>
                </a:lnTo>
                <a:lnTo>
                  <a:pt x="5062" y="11558"/>
                </a:lnTo>
                <a:lnTo>
                  <a:pt x="4964" y="11339"/>
                </a:lnTo>
                <a:lnTo>
                  <a:pt x="4794" y="11023"/>
                </a:lnTo>
                <a:lnTo>
                  <a:pt x="5135" y="10731"/>
                </a:lnTo>
                <a:lnTo>
                  <a:pt x="5135" y="10755"/>
                </a:lnTo>
                <a:lnTo>
                  <a:pt x="5208" y="10950"/>
                </a:lnTo>
                <a:lnTo>
                  <a:pt x="5281" y="11145"/>
                </a:lnTo>
                <a:lnTo>
                  <a:pt x="5329" y="11218"/>
                </a:lnTo>
                <a:lnTo>
                  <a:pt x="5378" y="11242"/>
                </a:lnTo>
                <a:lnTo>
                  <a:pt x="5427" y="11242"/>
                </a:lnTo>
                <a:lnTo>
                  <a:pt x="5475" y="11218"/>
                </a:lnTo>
                <a:lnTo>
                  <a:pt x="5524" y="11193"/>
                </a:lnTo>
                <a:lnTo>
                  <a:pt x="5573" y="11145"/>
                </a:lnTo>
                <a:lnTo>
                  <a:pt x="5597" y="11096"/>
                </a:lnTo>
                <a:lnTo>
                  <a:pt x="5597" y="11023"/>
                </a:lnTo>
                <a:lnTo>
                  <a:pt x="5524" y="10828"/>
                </a:lnTo>
                <a:lnTo>
                  <a:pt x="5475" y="10658"/>
                </a:lnTo>
                <a:lnTo>
                  <a:pt x="5378" y="10488"/>
                </a:lnTo>
                <a:lnTo>
                  <a:pt x="5670" y="10244"/>
                </a:lnTo>
                <a:lnTo>
                  <a:pt x="5670" y="10366"/>
                </a:lnTo>
                <a:lnTo>
                  <a:pt x="5694" y="10512"/>
                </a:lnTo>
                <a:lnTo>
                  <a:pt x="5743" y="10707"/>
                </a:lnTo>
                <a:lnTo>
                  <a:pt x="5792" y="10780"/>
                </a:lnTo>
                <a:lnTo>
                  <a:pt x="5816" y="10804"/>
                </a:lnTo>
                <a:lnTo>
                  <a:pt x="5865" y="10828"/>
                </a:lnTo>
                <a:lnTo>
                  <a:pt x="5913" y="10828"/>
                </a:lnTo>
                <a:lnTo>
                  <a:pt x="5938" y="10804"/>
                </a:lnTo>
                <a:lnTo>
                  <a:pt x="5986" y="10731"/>
                </a:lnTo>
                <a:lnTo>
                  <a:pt x="5986" y="10658"/>
                </a:lnTo>
                <a:lnTo>
                  <a:pt x="5938" y="10488"/>
                </a:lnTo>
                <a:lnTo>
                  <a:pt x="5865" y="10293"/>
                </a:lnTo>
                <a:lnTo>
                  <a:pt x="5767" y="10123"/>
                </a:lnTo>
                <a:lnTo>
                  <a:pt x="5986" y="9928"/>
                </a:lnTo>
                <a:lnTo>
                  <a:pt x="6011" y="10050"/>
                </a:lnTo>
                <a:lnTo>
                  <a:pt x="6035" y="10147"/>
                </a:lnTo>
                <a:lnTo>
                  <a:pt x="6108" y="10244"/>
                </a:lnTo>
                <a:lnTo>
                  <a:pt x="6181" y="10317"/>
                </a:lnTo>
                <a:lnTo>
                  <a:pt x="6230" y="10366"/>
                </a:lnTo>
                <a:lnTo>
                  <a:pt x="6303" y="10366"/>
                </a:lnTo>
                <a:lnTo>
                  <a:pt x="6376" y="10317"/>
                </a:lnTo>
                <a:lnTo>
                  <a:pt x="6400" y="10269"/>
                </a:lnTo>
                <a:lnTo>
                  <a:pt x="6400" y="10220"/>
                </a:lnTo>
                <a:lnTo>
                  <a:pt x="6376" y="10171"/>
                </a:lnTo>
                <a:lnTo>
                  <a:pt x="6327" y="10074"/>
                </a:lnTo>
                <a:lnTo>
                  <a:pt x="6205" y="9952"/>
                </a:lnTo>
                <a:lnTo>
                  <a:pt x="6084" y="9855"/>
                </a:lnTo>
                <a:lnTo>
                  <a:pt x="6376" y="9587"/>
                </a:lnTo>
                <a:lnTo>
                  <a:pt x="6400" y="9758"/>
                </a:lnTo>
                <a:lnTo>
                  <a:pt x="6449" y="9952"/>
                </a:lnTo>
                <a:lnTo>
                  <a:pt x="6473" y="10025"/>
                </a:lnTo>
                <a:lnTo>
                  <a:pt x="6522" y="10050"/>
                </a:lnTo>
                <a:lnTo>
                  <a:pt x="6595" y="10074"/>
                </a:lnTo>
                <a:lnTo>
                  <a:pt x="6643" y="10074"/>
                </a:lnTo>
                <a:lnTo>
                  <a:pt x="6716" y="10025"/>
                </a:lnTo>
                <a:lnTo>
                  <a:pt x="6741" y="10001"/>
                </a:lnTo>
                <a:lnTo>
                  <a:pt x="6765" y="9928"/>
                </a:lnTo>
                <a:lnTo>
                  <a:pt x="6765" y="9855"/>
                </a:lnTo>
                <a:lnTo>
                  <a:pt x="6692" y="9612"/>
                </a:lnTo>
                <a:lnTo>
                  <a:pt x="6643" y="9490"/>
                </a:lnTo>
                <a:lnTo>
                  <a:pt x="6595" y="9393"/>
                </a:lnTo>
                <a:lnTo>
                  <a:pt x="6765" y="9222"/>
                </a:lnTo>
                <a:lnTo>
                  <a:pt x="6814" y="9417"/>
                </a:lnTo>
                <a:lnTo>
                  <a:pt x="6887" y="9587"/>
                </a:lnTo>
                <a:lnTo>
                  <a:pt x="6911" y="9636"/>
                </a:lnTo>
                <a:lnTo>
                  <a:pt x="6960" y="9660"/>
                </a:lnTo>
                <a:lnTo>
                  <a:pt x="7033" y="9660"/>
                </a:lnTo>
                <a:lnTo>
                  <a:pt x="7081" y="9636"/>
                </a:lnTo>
                <a:lnTo>
                  <a:pt x="7130" y="9612"/>
                </a:lnTo>
                <a:lnTo>
                  <a:pt x="7179" y="9563"/>
                </a:lnTo>
                <a:lnTo>
                  <a:pt x="7179" y="9514"/>
                </a:lnTo>
                <a:lnTo>
                  <a:pt x="7179" y="9441"/>
                </a:lnTo>
                <a:lnTo>
                  <a:pt x="7057" y="9174"/>
                </a:lnTo>
                <a:lnTo>
                  <a:pt x="6984" y="9003"/>
                </a:lnTo>
                <a:lnTo>
                  <a:pt x="7106" y="8906"/>
                </a:lnTo>
                <a:lnTo>
                  <a:pt x="7106" y="8955"/>
                </a:lnTo>
                <a:lnTo>
                  <a:pt x="7106" y="9125"/>
                </a:lnTo>
                <a:lnTo>
                  <a:pt x="7130" y="9198"/>
                </a:lnTo>
                <a:lnTo>
                  <a:pt x="7179" y="9271"/>
                </a:lnTo>
                <a:lnTo>
                  <a:pt x="7227" y="9271"/>
                </a:lnTo>
                <a:lnTo>
                  <a:pt x="7276" y="9247"/>
                </a:lnTo>
                <a:lnTo>
                  <a:pt x="7325" y="9198"/>
                </a:lnTo>
                <a:lnTo>
                  <a:pt x="7349" y="9125"/>
                </a:lnTo>
                <a:lnTo>
                  <a:pt x="7325" y="8955"/>
                </a:lnTo>
                <a:lnTo>
                  <a:pt x="7276" y="8736"/>
                </a:lnTo>
                <a:lnTo>
                  <a:pt x="7519" y="8517"/>
                </a:lnTo>
                <a:lnTo>
                  <a:pt x="7544" y="8638"/>
                </a:lnTo>
                <a:lnTo>
                  <a:pt x="7617" y="8760"/>
                </a:lnTo>
                <a:lnTo>
                  <a:pt x="7665" y="8784"/>
                </a:lnTo>
                <a:lnTo>
                  <a:pt x="7714" y="8784"/>
                </a:lnTo>
                <a:lnTo>
                  <a:pt x="7763" y="8736"/>
                </a:lnTo>
                <a:lnTo>
                  <a:pt x="7787" y="8687"/>
                </a:lnTo>
                <a:lnTo>
                  <a:pt x="7763" y="8638"/>
                </a:lnTo>
                <a:lnTo>
                  <a:pt x="7738" y="8590"/>
                </a:lnTo>
                <a:lnTo>
                  <a:pt x="7690" y="8492"/>
                </a:lnTo>
                <a:lnTo>
                  <a:pt x="7641" y="8419"/>
                </a:lnTo>
                <a:lnTo>
                  <a:pt x="7884" y="8176"/>
                </a:lnTo>
                <a:lnTo>
                  <a:pt x="7909" y="8298"/>
                </a:lnTo>
                <a:lnTo>
                  <a:pt x="7933" y="8419"/>
                </a:lnTo>
                <a:lnTo>
                  <a:pt x="7957" y="8468"/>
                </a:lnTo>
                <a:lnTo>
                  <a:pt x="8006" y="8517"/>
                </a:lnTo>
                <a:lnTo>
                  <a:pt x="8152" y="8517"/>
                </a:lnTo>
                <a:lnTo>
                  <a:pt x="8201" y="8492"/>
                </a:lnTo>
                <a:lnTo>
                  <a:pt x="8225" y="8444"/>
                </a:lnTo>
                <a:lnTo>
                  <a:pt x="8249" y="8371"/>
                </a:lnTo>
                <a:lnTo>
                  <a:pt x="8201" y="8152"/>
                </a:lnTo>
                <a:lnTo>
                  <a:pt x="8128" y="7957"/>
                </a:lnTo>
                <a:lnTo>
                  <a:pt x="8468" y="7641"/>
                </a:lnTo>
                <a:lnTo>
                  <a:pt x="8444" y="7762"/>
                </a:lnTo>
                <a:lnTo>
                  <a:pt x="8444" y="7884"/>
                </a:lnTo>
                <a:lnTo>
                  <a:pt x="8493" y="7981"/>
                </a:lnTo>
                <a:lnTo>
                  <a:pt x="8517" y="8030"/>
                </a:lnTo>
                <a:lnTo>
                  <a:pt x="8566" y="8054"/>
                </a:lnTo>
                <a:lnTo>
                  <a:pt x="8590" y="8054"/>
                </a:lnTo>
                <a:lnTo>
                  <a:pt x="8614" y="8030"/>
                </a:lnTo>
                <a:lnTo>
                  <a:pt x="8639" y="7981"/>
                </a:lnTo>
                <a:lnTo>
                  <a:pt x="8639" y="7933"/>
                </a:lnTo>
                <a:lnTo>
                  <a:pt x="8614" y="7835"/>
                </a:lnTo>
                <a:lnTo>
                  <a:pt x="8566" y="7714"/>
                </a:lnTo>
                <a:lnTo>
                  <a:pt x="8541" y="7568"/>
                </a:lnTo>
                <a:lnTo>
                  <a:pt x="9125" y="7033"/>
                </a:lnTo>
                <a:lnTo>
                  <a:pt x="9125" y="7179"/>
                </a:lnTo>
                <a:lnTo>
                  <a:pt x="9149" y="7325"/>
                </a:lnTo>
                <a:lnTo>
                  <a:pt x="9198" y="7373"/>
                </a:lnTo>
                <a:lnTo>
                  <a:pt x="9222" y="7397"/>
                </a:lnTo>
                <a:lnTo>
                  <a:pt x="9271" y="7422"/>
                </a:lnTo>
                <a:lnTo>
                  <a:pt x="9320" y="7397"/>
                </a:lnTo>
                <a:lnTo>
                  <a:pt x="9368" y="7397"/>
                </a:lnTo>
                <a:lnTo>
                  <a:pt x="9393" y="7349"/>
                </a:lnTo>
                <a:lnTo>
                  <a:pt x="9417" y="7300"/>
                </a:lnTo>
                <a:lnTo>
                  <a:pt x="9417" y="7252"/>
                </a:lnTo>
                <a:lnTo>
                  <a:pt x="9393" y="7154"/>
                </a:lnTo>
                <a:lnTo>
                  <a:pt x="9393" y="7033"/>
                </a:lnTo>
                <a:lnTo>
                  <a:pt x="9417" y="6935"/>
                </a:lnTo>
                <a:lnTo>
                  <a:pt x="9417" y="6838"/>
                </a:lnTo>
                <a:lnTo>
                  <a:pt x="9393" y="6789"/>
                </a:lnTo>
                <a:lnTo>
                  <a:pt x="9466" y="6716"/>
                </a:lnTo>
                <a:lnTo>
                  <a:pt x="9490" y="6838"/>
                </a:lnTo>
                <a:lnTo>
                  <a:pt x="9514" y="6960"/>
                </a:lnTo>
                <a:lnTo>
                  <a:pt x="9539" y="7008"/>
                </a:lnTo>
                <a:lnTo>
                  <a:pt x="9587" y="7033"/>
                </a:lnTo>
                <a:lnTo>
                  <a:pt x="9636" y="7057"/>
                </a:lnTo>
                <a:lnTo>
                  <a:pt x="9660" y="7057"/>
                </a:lnTo>
                <a:lnTo>
                  <a:pt x="9709" y="7033"/>
                </a:lnTo>
                <a:lnTo>
                  <a:pt x="9733" y="7008"/>
                </a:lnTo>
                <a:lnTo>
                  <a:pt x="9782" y="6984"/>
                </a:lnTo>
                <a:lnTo>
                  <a:pt x="9782" y="6935"/>
                </a:lnTo>
                <a:lnTo>
                  <a:pt x="9782" y="6741"/>
                </a:lnTo>
                <a:lnTo>
                  <a:pt x="9733" y="6619"/>
                </a:lnTo>
                <a:lnTo>
                  <a:pt x="9709" y="6522"/>
                </a:lnTo>
                <a:lnTo>
                  <a:pt x="9831" y="6376"/>
                </a:lnTo>
                <a:lnTo>
                  <a:pt x="9879" y="6327"/>
                </a:lnTo>
                <a:lnTo>
                  <a:pt x="9904" y="6278"/>
                </a:lnTo>
                <a:lnTo>
                  <a:pt x="9904" y="6205"/>
                </a:lnTo>
                <a:lnTo>
                  <a:pt x="9928" y="6132"/>
                </a:lnTo>
                <a:lnTo>
                  <a:pt x="9952" y="6059"/>
                </a:lnTo>
                <a:lnTo>
                  <a:pt x="9855" y="5670"/>
                </a:lnTo>
                <a:lnTo>
                  <a:pt x="9831" y="5475"/>
                </a:lnTo>
                <a:lnTo>
                  <a:pt x="9806" y="5281"/>
                </a:lnTo>
                <a:lnTo>
                  <a:pt x="9806" y="5037"/>
                </a:lnTo>
                <a:lnTo>
                  <a:pt x="9855" y="4794"/>
                </a:lnTo>
                <a:lnTo>
                  <a:pt x="9904" y="4575"/>
                </a:lnTo>
                <a:lnTo>
                  <a:pt x="9977" y="4332"/>
                </a:lnTo>
                <a:lnTo>
                  <a:pt x="10074" y="4088"/>
                </a:lnTo>
                <a:lnTo>
                  <a:pt x="10196" y="3869"/>
                </a:lnTo>
                <a:lnTo>
                  <a:pt x="10317" y="3650"/>
                </a:lnTo>
                <a:lnTo>
                  <a:pt x="10488" y="3456"/>
                </a:lnTo>
                <a:lnTo>
                  <a:pt x="10658" y="3261"/>
                </a:lnTo>
                <a:lnTo>
                  <a:pt x="10853" y="3091"/>
                </a:lnTo>
                <a:lnTo>
                  <a:pt x="11242" y="2750"/>
                </a:lnTo>
                <a:lnTo>
                  <a:pt x="11680" y="2458"/>
                </a:lnTo>
                <a:lnTo>
                  <a:pt x="12094" y="2166"/>
                </a:lnTo>
                <a:lnTo>
                  <a:pt x="12970" y="1631"/>
                </a:lnTo>
                <a:close/>
                <a:moveTo>
                  <a:pt x="10755" y="11631"/>
                </a:moveTo>
                <a:lnTo>
                  <a:pt x="10755" y="11680"/>
                </a:lnTo>
                <a:lnTo>
                  <a:pt x="10853" y="11850"/>
                </a:lnTo>
                <a:lnTo>
                  <a:pt x="10974" y="12021"/>
                </a:lnTo>
                <a:lnTo>
                  <a:pt x="11266" y="12361"/>
                </a:lnTo>
                <a:lnTo>
                  <a:pt x="11875" y="12970"/>
                </a:lnTo>
                <a:lnTo>
                  <a:pt x="13286" y="14503"/>
                </a:lnTo>
                <a:lnTo>
                  <a:pt x="13943" y="15184"/>
                </a:lnTo>
                <a:lnTo>
                  <a:pt x="14259" y="15549"/>
                </a:lnTo>
                <a:lnTo>
                  <a:pt x="14430" y="15719"/>
                </a:lnTo>
                <a:lnTo>
                  <a:pt x="14503" y="15792"/>
                </a:lnTo>
                <a:lnTo>
                  <a:pt x="14600" y="15841"/>
                </a:lnTo>
                <a:lnTo>
                  <a:pt x="14916" y="16035"/>
                </a:lnTo>
                <a:lnTo>
                  <a:pt x="15208" y="16206"/>
                </a:lnTo>
                <a:lnTo>
                  <a:pt x="15354" y="16279"/>
                </a:lnTo>
                <a:lnTo>
                  <a:pt x="15500" y="16352"/>
                </a:lnTo>
                <a:lnTo>
                  <a:pt x="15671" y="16376"/>
                </a:lnTo>
                <a:lnTo>
                  <a:pt x="15890" y="16376"/>
                </a:lnTo>
                <a:lnTo>
                  <a:pt x="15914" y="16352"/>
                </a:lnTo>
                <a:lnTo>
                  <a:pt x="15938" y="16279"/>
                </a:lnTo>
                <a:lnTo>
                  <a:pt x="15914" y="16230"/>
                </a:lnTo>
                <a:lnTo>
                  <a:pt x="15890" y="16206"/>
                </a:lnTo>
                <a:lnTo>
                  <a:pt x="15865" y="16206"/>
                </a:lnTo>
                <a:lnTo>
                  <a:pt x="15622" y="16157"/>
                </a:lnTo>
                <a:lnTo>
                  <a:pt x="15403" y="16084"/>
                </a:lnTo>
                <a:lnTo>
                  <a:pt x="15233" y="15987"/>
                </a:lnTo>
                <a:lnTo>
                  <a:pt x="15062" y="15865"/>
                </a:lnTo>
                <a:lnTo>
                  <a:pt x="14892" y="15743"/>
                </a:lnTo>
                <a:lnTo>
                  <a:pt x="14746" y="15573"/>
                </a:lnTo>
                <a:lnTo>
                  <a:pt x="14454" y="15233"/>
                </a:lnTo>
                <a:lnTo>
                  <a:pt x="13846" y="14624"/>
                </a:lnTo>
                <a:lnTo>
                  <a:pt x="13262" y="14016"/>
                </a:lnTo>
                <a:lnTo>
                  <a:pt x="12045" y="12799"/>
                </a:lnTo>
                <a:lnTo>
                  <a:pt x="11461" y="12167"/>
                </a:lnTo>
                <a:lnTo>
                  <a:pt x="11145" y="11875"/>
                </a:lnTo>
                <a:lnTo>
                  <a:pt x="10974" y="11729"/>
                </a:lnTo>
                <a:lnTo>
                  <a:pt x="10804" y="11631"/>
                </a:lnTo>
                <a:close/>
                <a:moveTo>
                  <a:pt x="9904" y="8638"/>
                </a:moveTo>
                <a:lnTo>
                  <a:pt x="10123" y="8882"/>
                </a:lnTo>
                <a:lnTo>
                  <a:pt x="9977" y="9003"/>
                </a:lnTo>
                <a:lnTo>
                  <a:pt x="9709" y="9271"/>
                </a:lnTo>
                <a:lnTo>
                  <a:pt x="9587" y="9417"/>
                </a:lnTo>
                <a:lnTo>
                  <a:pt x="9466" y="9587"/>
                </a:lnTo>
                <a:lnTo>
                  <a:pt x="9466" y="9612"/>
                </a:lnTo>
                <a:lnTo>
                  <a:pt x="9490" y="9660"/>
                </a:lnTo>
                <a:lnTo>
                  <a:pt x="9539" y="9660"/>
                </a:lnTo>
                <a:lnTo>
                  <a:pt x="9685" y="9612"/>
                </a:lnTo>
                <a:lnTo>
                  <a:pt x="9831" y="9539"/>
                </a:lnTo>
                <a:lnTo>
                  <a:pt x="10098" y="9320"/>
                </a:lnTo>
                <a:lnTo>
                  <a:pt x="10366" y="9101"/>
                </a:lnTo>
                <a:lnTo>
                  <a:pt x="10536" y="9247"/>
                </a:lnTo>
                <a:lnTo>
                  <a:pt x="10244" y="9466"/>
                </a:lnTo>
                <a:lnTo>
                  <a:pt x="10025" y="9636"/>
                </a:lnTo>
                <a:lnTo>
                  <a:pt x="9928" y="9733"/>
                </a:lnTo>
                <a:lnTo>
                  <a:pt x="9831" y="9855"/>
                </a:lnTo>
                <a:lnTo>
                  <a:pt x="9831" y="9928"/>
                </a:lnTo>
                <a:lnTo>
                  <a:pt x="9855" y="9977"/>
                </a:lnTo>
                <a:lnTo>
                  <a:pt x="9904" y="10025"/>
                </a:lnTo>
                <a:lnTo>
                  <a:pt x="9977" y="10025"/>
                </a:lnTo>
                <a:lnTo>
                  <a:pt x="10098" y="9977"/>
                </a:lnTo>
                <a:lnTo>
                  <a:pt x="10196" y="9904"/>
                </a:lnTo>
                <a:lnTo>
                  <a:pt x="10390" y="9758"/>
                </a:lnTo>
                <a:lnTo>
                  <a:pt x="10780" y="9490"/>
                </a:lnTo>
                <a:lnTo>
                  <a:pt x="10950" y="9660"/>
                </a:lnTo>
                <a:lnTo>
                  <a:pt x="10780" y="9733"/>
                </a:lnTo>
                <a:lnTo>
                  <a:pt x="10609" y="9855"/>
                </a:lnTo>
                <a:lnTo>
                  <a:pt x="10390" y="10001"/>
                </a:lnTo>
                <a:lnTo>
                  <a:pt x="10293" y="10098"/>
                </a:lnTo>
                <a:lnTo>
                  <a:pt x="10220" y="10220"/>
                </a:lnTo>
                <a:lnTo>
                  <a:pt x="10220" y="10269"/>
                </a:lnTo>
                <a:lnTo>
                  <a:pt x="10244" y="10293"/>
                </a:lnTo>
                <a:lnTo>
                  <a:pt x="10293" y="10317"/>
                </a:lnTo>
                <a:lnTo>
                  <a:pt x="10439" y="10317"/>
                </a:lnTo>
                <a:lnTo>
                  <a:pt x="10585" y="10244"/>
                </a:lnTo>
                <a:lnTo>
                  <a:pt x="10828" y="10074"/>
                </a:lnTo>
                <a:lnTo>
                  <a:pt x="10999" y="9977"/>
                </a:lnTo>
                <a:lnTo>
                  <a:pt x="11072" y="9904"/>
                </a:lnTo>
                <a:lnTo>
                  <a:pt x="11145" y="9831"/>
                </a:lnTo>
                <a:lnTo>
                  <a:pt x="11364" y="10025"/>
                </a:lnTo>
                <a:lnTo>
                  <a:pt x="11193" y="10123"/>
                </a:lnTo>
                <a:lnTo>
                  <a:pt x="11072" y="10244"/>
                </a:lnTo>
                <a:lnTo>
                  <a:pt x="10974" y="10342"/>
                </a:lnTo>
                <a:lnTo>
                  <a:pt x="10901" y="10439"/>
                </a:lnTo>
                <a:lnTo>
                  <a:pt x="10853" y="10561"/>
                </a:lnTo>
                <a:lnTo>
                  <a:pt x="10853" y="10634"/>
                </a:lnTo>
                <a:lnTo>
                  <a:pt x="10853" y="10682"/>
                </a:lnTo>
                <a:lnTo>
                  <a:pt x="10877" y="10707"/>
                </a:lnTo>
                <a:lnTo>
                  <a:pt x="10974" y="10682"/>
                </a:lnTo>
                <a:lnTo>
                  <a:pt x="11072" y="10634"/>
                </a:lnTo>
                <a:lnTo>
                  <a:pt x="11218" y="10536"/>
                </a:lnTo>
                <a:lnTo>
                  <a:pt x="11437" y="10366"/>
                </a:lnTo>
                <a:lnTo>
                  <a:pt x="11607" y="10269"/>
                </a:lnTo>
                <a:lnTo>
                  <a:pt x="11753" y="10415"/>
                </a:lnTo>
                <a:lnTo>
                  <a:pt x="11656" y="10488"/>
                </a:lnTo>
                <a:lnTo>
                  <a:pt x="11364" y="10731"/>
                </a:lnTo>
                <a:lnTo>
                  <a:pt x="11242" y="10877"/>
                </a:lnTo>
                <a:lnTo>
                  <a:pt x="11218" y="10950"/>
                </a:lnTo>
                <a:lnTo>
                  <a:pt x="11169" y="11023"/>
                </a:lnTo>
                <a:lnTo>
                  <a:pt x="11193" y="11072"/>
                </a:lnTo>
                <a:lnTo>
                  <a:pt x="11242" y="11096"/>
                </a:lnTo>
                <a:lnTo>
                  <a:pt x="11388" y="11047"/>
                </a:lnTo>
                <a:lnTo>
                  <a:pt x="11510" y="10974"/>
                </a:lnTo>
                <a:lnTo>
                  <a:pt x="11777" y="10780"/>
                </a:lnTo>
                <a:lnTo>
                  <a:pt x="11972" y="10634"/>
                </a:lnTo>
                <a:lnTo>
                  <a:pt x="12191" y="10828"/>
                </a:lnTo>
                <a:lnTo>
                  <a:pt x="12069" y="10926"/>
                </a:lnTo>
                <a:lnTo>
                  <a:pt x="11923" y="11023"/>
                </a:lnTo>
                <a:lnTo>
                  <a:pt x="11777" y="11169"/>
                </a:lnTo>
                <a:lnTo>
                  <a:pt x="11729" y="11242"/>
                </a:lnTo>
                <a:lnTo>
                  <a:pt x="11680" y="11315"/>
                </a:lnTo>
                <a:lnTo>
                  <a:pt x="11656" y="11388"/>
                </a:lnTo>
                <a:lnTo>
                  <a:pt x="11656" y="11485"/>
                </a:lnTo>
                <a:lnTo>
                  <a:pt x="11680" y="11534"/>
                </a:lnTo>
                <a:lnTo>
                  <a:pt x="11704" y="11558"/>
                </a:lnTo>
                <a:lnTo>
                  <a:pt x="11729" y="11558"/>
                </a:lnTo>
                <a:lnTo>
                  <a:pt x="11826" y="11534"/>
                </a:lnTo>
                <a:lnTo>
                  <a:pt x="11899" y="11510"/>
                </a:lnTo>
                <a:lnTo>
                  <a:pt x="12021" y="11412"/>
                </a:lnTo>
                <a:lnTo>
                  <a:pt x="12288" y="11193"/>
                </a:lnTo>
                <a:lnTo>
                  <a:pt x="12459" y="11072"/>
                </a:lnTo>
                <a:lnTo>
                  <a:pt x="12726" y="11315"/>
                </a:lnTo>
                <a:lnTo>
                  <a:pt x="12483" y="11534"/>
                </a:lnTo>
                <a:lnTo>
                  <a:pt x="12361" y="11656"/>
                </a:lnTo>
                <a:lnTo>
                  <a:pt x="12264" y="11777"/>
                </a:lnTo>
                <a:lnTo>
                  <a:pt x="12264" y="11826"/>
                </a:lnTo>
                <a:lnTo>
                  <a:pt x="12264" y="11850"/>
                </a:lnTo>
                <a:lnTo>
                  <a:pt x="12288" y="11948"/>
                </a:lnTo>
                <a:lnTo>
                  <a:pt x="12361" y="11972"/>
                </a:lnTo>
                <a:lnTo>
                  <a:pt x="12459" y="11972"/>
                </a:lnTo>
                <a:lnTo>
                  <a:pt x="12605" y="11875"/>
                </a:lnTo>
                <a:lnTo>
                  <a:pt x="12726" y="11777"/>
                </a:lnTo>
                <a:lnTo>
                  <a:pt x="12970" y="11558"/>
                </a:lnTo>
                <a:lnTo>
                  <a:pt x="12970" y="11534"/>
                </a:lnTo>
                <a:lnTo>
                  <a:pt x="13262" y="11802"/>
                </a:lnTo>
                <a:lnTo>
                  <a:pt x="13116" y="11923"/>
                </a:lnTo>
                <a:lnTo>
                  <a:pt x="12994" y="12021"/>
                </a:lnTo>
                <a:lnTo>
                  <a:pt x="12872" y="12142"/>
                </a:lnTo>
                <a:lnTo>
                  <a:pt x="12799" y="12288"/>
                </a:lnTo>
                <a:lnTo>
                  <a:pt x="12775" y="12361"/>
                </a:lnTo>
                <a:lnTo>
                  <a:pt x="12775" y="12434"/>
                </a:lnTo>
                <a:lnTo>
                  <a:pt x="12799" y="12507"/>
                </a:lnTo>
                <a:lnTo>
                  <a:pt x="12824" y="12532"/>
                </a:lnTo>
                <a:lnTo>
                  <a:pt x="12872" y="12532"/>
                </a:lnTo>
                <a:lnTo>
                  <a:pt x="12994" y="12483"/>
                </a:lnTo>
                <a:lnTo>
                  <a:pt x="13116" y="12434"/>
                </a:lnTo>
                <a:lnTo>
                  <a:pt x="13310" y="12264"/>
                </a:lnTo>
                <a:lnTo>
                  <a:pt x="13554" y="12094"/>
                </a:lnTo>
                <a:lnTo>
                  <a:pt x="13700" y="12215"/>
                </a:lnTo>
                <a:lnTo>
                  <a:pt x="13627" y="12264"/>
                </a:lnTo>
                <a:lnTo>
                  <a:pt x="13432" y="12434"/>
                </a:lnTo>
                <a:lnTo>
                  <a:pt x="13262" y="12653"/>
                </a:lnTo>
                <a:lnTo>
                  <a:pt x="13237" y="12702"/>
                </a:lnTo>
                <a:lnTo>
                  <a:pt x="13262" y="12751"/>
                </a:lnTo>
                <a:lnTo>
                  <a:pt x="13310" y="12799"/>
                </a:lnTo>
                <a:lnTo>
                  <a:pt x="13383" y="12799"/>
                </a:lnTo>
                <a:lnTo>
                  <a:pt x="13602" y="12702"/>
                </a:lnTo>
                <a:lnTo>
                  <a:pt x="13797" y="12556"/>
                </a:lnTo>
                <a:lnTo>
                  <a:pt x="13919" y="12459"/>
                </a:lnTo>
                <a:lnTo>
                  <a:pt x="14162" y="12702"/>
                </a:lnTo>
                <a:lnTo>
                  <a:pt x="13992" y="12848"/>
                </a:lnTo>
                <a:lnTo>
                  <a:pt x="13894" y="12945"/>
                </a:lnTo>
                <a:lnTo>
                  <a:pt x="13797" y="13043"/>
                </a:lnTo>
                <a:lnTo>
                  <a:pt x="13724" y="13164"/>
                </a:lnTo>
                <a:lnTo>
                  <a:pt x="13700" y="13237"/>
                </a:lnTo>
                <a:lnTo>
                  <a:pt x="13700" y="13310"/>
                </a:lnTo>
                <a:lnTo>
                  <a:pt x="13700" y="13359"/>
                </a:lnTo>
                <a:lnTo>
                  <a:pt x="13748" y="13359"/>
                </a:lnTo>
                <a:lnTo>
                  <a:pt x="13870" y="13335"/>
                </a:lnTo>
                <a:lnTo>
                  <a:pt x="13992" y="13286"/>
                </a:lnTo>
                <a:lnTo>
                  <a:pt x="14089" y="13189"/>
                </a:lnTo>
                <a:lnTo>
                  <a:pt x="14186" y="13116"/>
                </a:lnTo>
                <a:lnTo>
                  <a:pt x="14381" y="12921"/>
                </a:lnTo>
                <a:lnTo>
                  <a:pt x="14746" y="13335"/>
                </a:lnTo>
                <a:lnTo>
                  <a:pt x="14624" y="13408"/>
                </a:lnTo>
                <a:lnTo>
                  <a:pt x="14503" y="13505"/>
                </a:lnTo>
                <a:lnTo>
                  <a:pt x="14284" y="13651"/>
                </a:lnTo>
                <a:lnTo>
                  <a:pt x="14186" y="13748"/>
                </a:lnTo>
                <a:lnTo>
                  <a:pt x="14138" y="13870"/>
                </a:lnTo>
                <a:lnTo>
                  <a:pt x="14138" y="13919"/>
                </a:lnTo>
                <a:lnTo>
                  <a:pt x="14162" y="13992"/>
                </a:lnTo>
                <a:lnTo>
                  <a:pt x="14211" y="14016"/>
                </a:lnTo>
                <a:lnTo>
                  <a:pt x="14259" y="14040"/>
                </a:lnTo>
                <a:lnTo>
                  <a:pt x="14381" y="14016"/>
                </a:lnTo>
                <a:lnTo>
                  <a:pt x="14503" y="13943"/>
                </a:lnTo>
                <a:lnTo>
                  <a:pt x="14697" y="13773"/>
                </a:lnTo>
                <a:lnTo>
                  <a:pt x="14819" y="13651"/>
                </a:lnTo>
                <a:lnTo>
                  <a:pt x="14941" y="13529"/>
                </a:lnTo>
                <a:lnTo>
                  <a:pt x="15160" y="13748"/>
                </a:lnTo>
                <a:lnTo>
                  <a:pt x="14989" y="13919"/>
                </a:lnTo>
                <a:lnTo>
                  <a:pt x="14795" y="14065"/>
                </a:lnTo>
                <a:lnTo>
                  <a:pt x="14722" y="14138"/>
                </a:lnTo>
                <a:lnTo>
                  <a:pt x="14673" y="14259"/>
                </a:lnTo>
                <a:lnTo>
                  <a:pt x="14673" y="14284"/>
                </a:lnTo>
                <a:lnTo>
                  <a:pt x="14697" y="14284"/>
                </a:lnTo>
                <a:lnTo>
                  <a:pt x="14770" y="14308"/>
                </a:lnTo>
                <a:lnTo>
                  <a:pt x="14819" y="14308"/>
                </a:lnTo>
                <a:lnTo>
                  <a:pt x="14941" y="14284"/>
                </a:lnTo>
                <a:lnTo>
                  <a:pt x="15062" y="14235"/>
                </a:lnTo>
                <a:lnTo>
                  <a:pt x="15184" y="14162"/>
                </a:lnTo>
                <a:lnTo>
                  <a:pt x="15281" y="14089"/>
                </a:lnTo>
                <a:lnTo>
                  <a:pt x="15379" y="13992"/>
                </a:lnTo>
                <a:lnTo>
                  <a:pt x="15573" y="14186"/>
                </a:lnTo>
                <a:lnTo>
                  <a:pt x="15452" y="14284"/>
                </a:lnTo>
                <a:lnTo>
                  <a:pt x="15330" y="14381"/>
                </a:lnTo>
                <a:lnTo>
                  <a:pt x="15184" y="14503"/>
                </a:lnTo>
                <a:lnTo>
                  <a:pt x="15111" y="14576"/>
                </a:lnTo>
                <a:lnTo>
                  <a:pt x="15038" y="14673"/>
                </a:lnTo>
                <a:lnTo>
                  <a:pt x="15038" y="14746"/>
                </a:lnTo>
                <a:lnTo>
                  <a:pt x="15062" y="14795"/>
                </a:lnTo>
                <a:lnTo>
                  <a:pt x="15111" y="14843"/>
                </a:lnTo>
                <a:lnTo>
                  <a:pt x="15184" y="14843"/>
                </a:lnTo>
                <a:lnTo>
                  <a:pt x="15257" y="14819"/>
                </a:lnTo>
                <a:lnTo>
                  <a:pt x="15354" y="14770"/>
                </a:lnTo>
                <a:lnTo>
                  <a:pt x="15500" y="14649"/>
                </a:lnTo>
                <a:lnTo>
                  <a:pt x="15646" y="14527"/>
                </a:lnTo>
                <a:lnTo>
                  <a:pt x="15792" y="14405"/>
                </a:lnTo>
                <a:lnTo>
                  <a:pt x="15987" y="14649"/>
                </a:lnTo>
                <a:lnTo>
                  <a:pt x="15890" y="14722"/>
                </a:lnTo>
                <a:lnTo>
                  <a:pt x="15744" y="14892"/>
                </a:lnTo>
                <a:lnTo>
                  <a:pt x="15598" y="15087"/>
                </a:lnTo>
                <a:lnTo>
                  <a:pt x="15573" y="15111"/>
                </a:lnTo>
                <a:lnTo>
                  <a:pt x="15598" y="15135"/>
                </a:lnTo>
                <a:lnTo>
                  <a:pt x="15622" y="15160"/>
                </a:lnTo>
                <a:lnTo>
                  <a:pt x="15646" y="15160"/>
                </a:lnTo>
                <a:lnTo>
                  <a:pt x="15865" y="15038"/>
                </a:lnTo>
                <a:lnTo>
                  <a:pt x="16036" y="14916"/>
                </a:lnTo>
                <a:lnTo>
                  <a:pt x="16133" y="14868"/>
                </a:lnTo>
                <a:lnTo>
                  <a:pt x="16230" y="15014"/>
                </a:lnTo>
                <a:lnTo>
                  <a:pt x="16084" y="15135"/>
                </a:lnTo>
                <a:lnTo>
                  <a:pt x="15914" y="15306"/>
                </a:lnTo>
                <a:lnTo>
                  <a:pt x="15768" y="15476"/>
                </a:lnTo>
                <a:lnTo>
                  <a:pt x="15744" y="15524"/>
                </a:lnTo>
                <a:lnTo>
                  <a:pt x="15744" y="15573"/>
                </a:lnTo>
                <a:lnTo>
                  <a:pt x="15792" y="15622"/>
                </a:lnTo>
                <a:lnTo>
                  <a:pt x="15865" y="15670"/>
                </a:lnTo>
                <a:lnTo>
                  <a:pt x="15938" y="15646"/>
                </a:lnTo>
                <a:lnTo>
                  <a:pt x="16109" y="15524"/>
                </a:lnTo>
                <a:lnTo>
                  <a:pt x="16303" y="15403"/>
                </a:lnTo>
                <a:lnTo>
                  <a:pt x="16376" y="15330"/>
                </a:lnTo>
                <a:lnTo>
                  <a:pt x="16425" y="15500"/>
                </a:lnTo>
                <a:lnTo>
                  <a:pt x="16449" y="15695"/>
                </a:lnTo>
                <a:lnTo>
                  <a:pt x="16376" y="15719"/>
                </a:lnTo>
                <a:lnTo>
                  <a:pt x="16255" y="15841"/>
                </a:lnTo>
                <a:lnTo>
                  <a:pt x="16206" y="15938"/>
                </a:lnTo>
                <a:lnTo>
                  <a:pt x="16182" y="16011"/>
                </a:lnTo>
                <a:lnTo>
                  <a:pt x="16157" y="16060"/>
                </a:lnTo>
                <a:lnTo>
                  <a:pt x="16206" y="16108"/>
                </a:lnTo>
                <a:lnTo>
                  <a:pt x="16255" y="16133"/>
                </a:lnTo>
                <a:lnTo>
                  <a:pt x="16303" y="16133"/>
                </a:lnTo>
                <a:lnTo>
                  <a:pt x="16401" y="16108"/>
                </a:lnTo>
                <a:lnTo>
                  <a:pt x="16401" y="16108"/>
                </a:lnTo>
                <a:lnTo>
                  <a:pt x="16328" y="16327"/>
                </a:lnTo>
                <a:lnTo>
                  <a:pt x="16255" y="16449"/>
                </a:lnTo>
                <a:lnTo>
                  <a:pt x="16157" y="16546"/>
                </a:lnTo>
                <a:lnTo>
                  <a:pt x="16060" y="16619"/>
                </a:lnTo>
                <a:lnTo>
                  <a:pt x="15963" y="16668"/>
                </a:lnTo>
                <a:lnTo>
                  <a:pt x="15841" y="16692"/>
                </a:lnTo>
                <a:lnTo>
                  <a:pt x="15719" y="16692"/>
                </a:lnTo>
                <a:lnTo>
                  <a:pt x="15598" y="16668"/>
                </a:lnTo>
                <a:lnTo>
                  <a:pt x="15452" y="16644"/>
                </a:lnTo>
                <a:lnTo>
                  <a:pt x="15160" y="16522"/>
                </a:lnTo>
                <a:lnTo>
                  <a:pt x="14843" y="16327"/>
                </a:lnTo>
                <a:lnTo>
                  <a:pt x="14527" y="16108"/>
                </a:lnTo>
                <a:lnTo>
                  <a:pt x="14186" y="15841"/>
                </a:lnTo>
                <a:lnTo>
                  <a:pt x="13870" y="15549"/>
                </a:lnTo>
                <a:lnTo>
                  <a:pt x="13554" y="15257"/>
                </a:lnTo>
                <a:lnTo>
                  <a:pt x="12970" y="14649"/>
                </a:lnTo>
                <a:lnTo>
                  <a:pt x="12167" y="13797"/>
                </a:lnTo>
                <a:lnTo>
                  <a:pt x="11291" y="12897"/>
                </a:lnTo>
                <a:lnTo>
                  <a:pt x="10439" y="11972"/>
                </a:lnTo>
                <a:lnTo>
                  <a:pt x="10001" y="11534"/>
                </a:lnTo>
                <a:lnTo>
                  <a:pt x="9539" y="11096"/>
                </a:lnTo>
                <a:lnTo>
                  <a:pt x="9076" y="10658"/>
                </a:lnTo>
                <a:lnTo>
                  <a:pt x="8614" y="10269"/>
                </a:lnTo>
                <a:lnTo>
                  <a:pt x="8566" y="10244"/>
                </a:lnTo>
                <a:lnTo>
                  <a:pt x="9904" y="8638"/>
                </a:lnTo>
                <a:close/>
                <a:moveTo>
                  <a:pt x="1071" y="0"/>
                </a:moveTo>
                <a:lnTo>
                  <a:pt x="828" y="73"/>
                </a:lnTo>
                <a:lnTo>
                  <a:pt x="609" y="171"/>
                </a:lnTo>
                <a:lnTo>
                  <a:pt x="414" y="317"/>
                </a:lnTo>
                <a:lnTo>
                  <a:pt x="244" y="511"/>
                </a:lnTo>
                <a:lnTo>
                  <a:pt x="122" y="730"/>
                </a:lnTo>
                <a:lnTo>
                  <a:pt x="25" y="949"/>
                </a:lnTo>
                <a:lnTo>
                  <a:pt x="25" y="1071"/>
                </a:lnTo>
                <a:lnTo>
                  <a:pt x="25" y="1193"/>
                </a:lnTo>
                <a:lnTo>
                  <a:pt x="25" y="1314"/>
                </a:lnTo>
                <a:lnTo>
                  <a:pt x="49" y="1436"/>
                </a:lnTo>
                <a:lnTo>
                  <a:pt x="25" y="1777"/>
                </a:lnTo>
                <a:lnTo>
                  <a:pt x="1" y="2117"/>
                </a:lnTo>
                <a:lnTo>
                  <a:pt x="25" y="2215"/>
                </a:lnTo>
                <a:lnTo>
                  <a:pt x="74" y="2263"/>
                </a:lnTo>
                <a:lnTo>
                  <a:pt x="147" y="2288"/>
                </a:lnTo>
                <a:lnTo>
                  <a:pt x="244" y="2263"/>
                </a:lnTo>
                <a:lnTo>
                  <a:pt x="341" y="2239"/>
                </a:lnTo>
                <a:lnTo>
                  <a:pt x="317" y="2896"/>
                </a:lnTo>
                <a:lnTo>
                  <a:pt x="341" y="2993"/>
                </a:lnTo>
                <a:lnTo>
                  <a:pt x="414" y="3042"/>
                </a:lnTo>
                <a:lnTo>
                  <a:pt x="560" y="3042"/>
                </a:lnTo>
                <a:lnTo>
                  <a:pt x="658" y="3018"/>
                </a:lnTo>
                <a:lnTo>
                  <a:pt x="658" y="3285"/>
                </a:lnTo>
                <a:lnTo>
                  <a:pt x="658" y="3431"/>
                </a:lnTo>
                <a:lnTo>
                  <a:pt x="682" y="3529"/>
                </a:lnTo>
                <a:lnTo>
                  <a:pt x="731" y="3650"/>
                </a:lnTo>
                <a:lnTo>
                  <a:pt x="779" y="3723"/>
                </a:lnTo>
                <a:lnTo>
                  <a:pt x="876" y="3748"/>
                </a:lnTo>
                <a:lnTo>
                  <a:pt x="998" y="3772"/>
                </a:lnTo>
                <a:lnTo>
                  <a:pt x="949" y="3942"/>
                </a:lnTo>
                <a:lnTo>
                  <a:pt x="949" y="4137"/>
                </a:lnTo>
                <a:lnTo>
                  <a:pt x="949" y="4332"/>
                </a:lnTo>
                <a:lnTo>
                  <a:pt x="998" y="4526"/>
                </a:lnTo>
                <a:lnTo>
                  <a:pt x="1047" y="4575"/>
                </a:lnTo>
                <a:lnTo>
                  <a:pt x="1095" y="4624"/>
                </a:lnTo>
                <a:lnTo>
                  <a:pt x="1168" y="4648"/>
                </a:lnTo>
                <a:lnTo>
                  <a:pt x="1241" y="4624"/>
                </a:lnTo>
                <a:lnTo>
                  <a:pt x="1339" y="4551"/>
                </a:lnTo>
                <a:lnTo>
                  <a:pt x="1363" y="4745"/>
                </a:lnTo>
                <a:lnTo>
                  <a:pt x="1436" y="4916"/>
                </a:lnTo>
                <a:lnTo>
                  <a:pt x="1533" y="5086"/>
                </a:lnTo>
                <a:lnTo>
                  <a:pt x="1655" y="5232"/>
                </a:lnTo>
                <a:lnTo>
                  <a:pt x="1728" y="5281"/>
                </a:lnTo>
                <a:lnTo>
                  <a:pt x="1801" y="5281"/>
                </a:lnTo>
                <a:lnTo>
                  <a:pt x="1874" y="5256"/>
                </a:lnTo>
                <a:lnTo>
                  <a:pt x="1850" y="5378"/>
                </a:lnTo>
                <a:lnTo>
                  <a:pt x="1874" y="5500"/>
                </a:lnTo>
                <a:lnTo>
                  <a:pt x="1923" y="5621"/>
                </a:lnTo>
                <a:lnTo>
                  <a:pt x="1996" y="5719"/>
                </a:lnTo>
                <a:lnTo>
                  <a:pt x="2093" y="5792"/>
                </a:lnTo>
                <a:lnTo>
                  <a:pt x="2190" y="5840"/>
                </a:lnTo>
                <a:lnTo>
                  <a:pt x="2263" y="5840"/>
                </a:lnTo>
                <a:lnTo>
                  <a:pt x="2361" y="5816"/>
                </a:lnTo>
                <a:lnTo>
                  <a:pt x="2458" y="5986"/>
                </a:lnTo>
                <a:lnTo>
                  <a:pt x="2434" y="6084"/>
                </a:lnTo>
                <a:lnTo>
                  <a:pt x="2434" y="6181"/>
                </a:lnTo>
                <a:lnTo>
                  <a:pt x="2482" y="6424"/>
                </a:lnTo>
                <a:lnTo>
                  <a:pt x="2531" y="6473"/>
                </a:lnTo>
                <a:lnTo>
                  <a:pt x="2580" y="6522"/>
                </a:lnTo>
                <a:lnTo>
                  <a:pt x="2653" y="6522"/>
                </a:lnTo>
                <a:lnTo>
                  <a:pt x="2726" y="6473"/>
                </a:lnTo>
                <a:lnTo>
                  <a:pt x="2823" y="6424"/>
                </a:lnTo>
                <a:lnTo>
                  <a:pt x="2847" y="6546"/>
                </a:lnTo>
                <a:lnTo>
                  <a:pt x="2896" y="6643"/>
                </a:lnTo>
                <a:lnTo>
                  <a:pt x="2969" y="6741"/>
                </a:lnTo>
                <a:lnTo>
                  <a:pt x="3042" y="6838"/>
                </a:lnTo>
                <a:lnTo>
                  <a:pt x="3139" y="6887"/>
                </a:lnTo>
                <a:lnTo>
                  <a:pt x="3261" y="6911"/>
                </a:lnTo>
                <a:lnTo>
                  <a:pt x="3383" y="6911"/>
                </a:lnTo>
                <a:lnTo>
                  <a:pt x="3529" y="6887"/>
                </a:lnTo>
                <a:lnTo>
                  <a:pt x="3553" y="6887"/>
                </a:lnTo>
                <a:lnTo>
                  <a:pt x="3553" y="6911"/>
                </a:lnTo>
                <a:lnTo>
                  <a:pt x="3529" y="6984"/>
                </a:lnTo>
                <a:lnTo>
                  <a:pt x="3504" y="7130"/>
                </a:lnTo>
                <a:lnTo>
                  <a:pt x="3504" y="7252"/>
                </a:lnTo>
                <a:lnTo>
                  <a:pt x="3529" y="7276"/>
                </a:lnTo>
                <a:lnTo>
                  <a:pt x="3553" y="7325"/>
                </a:lnTo>
                <a:lnTo>
                  <a:pt x="3626" y="7349"/>
                </a:lnTo>
                <a:lnTo>
                  <a:pt x="3723" y="7349"/>
                </a:lnTo>
                <a:lnTo>
                  <a:pt x="3845" y="7300"/>
                </a:lnTo>
                <a:lnTo>
                  <a:pt x="3942" y="7252"/>
                </a:lnTo>
                <a:lnTo>
                  <a:pt x="3942" y="7373"/>
                </a:lnTo>
                <a:lnTo>
                  <a:pt x="3967" y="7470"/>
                </a:lnTo>
                <a:lnTo>
                  <a:pt x="3991" y="7568"/>
                </a:lnTo>
                <a:lnTo>
                  <a:pt x="4088" y="7641"/>
                </a:lnTo>
                <a:lnTo>
                  <a:pt x="4210" y="7689"/>
                </a:lnTo>
                <a:lnTo>
                  <a:pt x="4283" y="7714"/>
                </a:lnTo>
                <a:lnTo>
                  <a:pt x="4356" y="7689"/>
                </a:lnTo>
                <a:lnTo>
                  <a:pt x="4453" y="7641"/>
                </a:lnTo>
                <a:lnTo>
                  <a:pt x="4453" y="7762"/>
                </a:lnTo>
                <a:lnTo>
                  <a:pt x="4453" y="7884"/>
                </a:lnTo>
                <a:lnTo>
                  <a:pt x="4478" y="7933"/>
                </a:lnTo>
                <a:lnTo>
                  <a:pt x="4526" y="7981"/>
                </a:lnTo>
                <a:lnTo>
                  <a:pt x="4575" y="8030"/>
                </a:lnTo>
                <a:lnTo>
                  <a:pt x="4648" y="8054"/>
                </a:lnTo>
                <a:lnTo>
                  <a:pt x="4770" y="8103"/>
                </a:lnTo>
                <a:lnTo>
                  <a:pt x="4891" y="8079"/>
                </a:lnTo>
                <a:lnTo>
                  <a:pt x="5013" y="8054"/>
                </a:lnTo>
                <a:lnTo>
                  <a:pt x="5110" y="7981"/>
                </a:lnTo>
                <a:lnTo>
                  <a:pt x="5159" y="8079"/>
                </a:lnTo>
                <a:lnTo>
                  <a:pt x="5208" y="8103"/>
                </a:lnTo>
                <a:lnTo>
                  <a:pt x="5232" y="8127"/>
                </a:lnTo>
                <a:lnTo>
                  <a:pt x="5329" y="8103"/>
                </a:lnTo>
                <a:lnTo>
                  <a:pt x="5329" y="8127"/>
                </a:lnTo>
                <a:lnTo>
                  <a:pt x="5329" y="8152"/>
                </a:lnTo>
                <a:lnTo>
                  <a:pt x="5354" y="8152"/>
                </a:lnTo>
                <a:lnTo>
                  <a:pt x="5475" y="8103"/>
                </a:lnTo>
                <a:lnTo>
                  <a:pt x="5597" y="8054"/>
                </a:lnTo>
                <a:lnTo>
                  <a:pt x="5597" y="8225"/>
                </a:lnTo>
                <a:lnTo>
                  <a:pt x="5646" y="8298"/>
                </a:lnTo>
                <a:lnTo>
                  <a:pt x="5694" y="8346"/>
                </a:lnTo>
                <a:lnTo>
                  <a:pt x="5840" y="8444"/>
                </a:lnTo>
                <a:lnTo>
                  <a:pt x="5938" y="8492"/>
                </a:lnTo>
                <a:lnTo>
                  <a:pt x="6059" y="8492"/>
                </a:lnTo>
                <a:lnTo>
                  <a:pt x="6181" y="8468"/>
                </a:lnTo>
                <a:lnTo>
                  <a:pt x="6278" y="8419"/>
                </a:lnTo>
                <a:lnTo>
                  <a:pt x="6400" y="8492"/>
                </a:lnTo>
                <a:lnTo>
                  <a:pt x="6546" y="8565"/>
                </a:lnTo>
                <a:lnTo>
                  <a:pt x="6668" y="8687"/>
                </a:lnTo>
                <a:lnTo>
                  <a:pt x="3383" y="11729"/>
                </a:lnTo>
                <a:lnTo>
                  <a:pt x="1947" y="13067"/>
                </a:lnTo>
                <a:lnTo>
                  <a:pt x="1314" y="13627"/>
                </a:lnTo>
                <a:lnTo>
                  <a:pt x="1022" y="13943"/>
                </a:lnTo>
                <a:lnTo>
                  <a:pt x="731" y="14259"/>
                </a:lnTo>
                <a:lnTo>
                  <a:pt x="585" y="14503"/>
                </a:lnTo>
                <a:lnTo>
                  <a:pt x="463" y="14770"/>
                </a:lnTo>
                <a:lnTo>
                  <a:pt x="341" y="15087"/>
                </a:lnTo>
                <a:lnTo>
                  <a:pt x="268" y="15403"/>
                </a:lnTo>
                <a:lnTo>
                  <a:pt x="268" y="15573"/>
                </a:lnTo>
                <a:lnTo>
                  <a:pt x="268" y="15719"/>
                </a:lnTo>
                <a:lnTo>
                  <a:pt x="268" y="15865"/>
                </a:lnTo>
                <a:lnTo>
                  <a:pt x="317" y="16011"/>
                </a:lnTo>
                <a:lnTo>
                  <a:pt x="366" y="16157"/>
                </a:lnTo>
                <a:lnTo>
                  <a:pt x="463" y="16279"/>
                </a:lnTo>
                <a:lnTo>
                  <a:pt x="560" y="16376"/>
                </a:lnTo>
                <a:lnTo>
                  <a:pt x="682" y="16473"/>
                </a:lnTo>
                <a:lnTo>
                  <a:pt x="731" y="16522"/>
                </a:lnTo>
                <a:lnTo>
                  <a:pt x="852" y="16644"/>
                </a:lnTo>
                <a:lnTo>
                  <a:pt x="974" y="16741"/>
                </a:lnTo>
                <a:lnTo>
                  <a:pt x="1095" y="16790"/>
                </a:lnTo>
                <a:lnTo>
                  <a:pt x="1241" y="16838"/>
                </a:lnTo>
                <a:lnTo>
                  <a:pt x="1387" y="16863"/>
                </a:lnTo>
                <a:lnTo>
                  <a:pt x="1679" y="16863"/>
                </a:lnTo>
                <a:lnTo>
                  <a:pt x="1850" y="16838"/>
                </a:lnTo>
                <a:lnTo>
                  <a:pt x="2142" y="16741"/>
                </a:lnTo>
                <a:lnTo>
                  <a:pt x="2434" y="16595"/>
                </a:lnTo>
                <a:lnTo>
                  <a:pt x="2701" y="16425"/>
                </a:lnTo>
                <a:lnTo>
                  <a:pt x="2920" y="16254"/>
                </a:lnTo>
                <a:lnTo>
                  <a:pt x="3285" y="15938"/>
                </a:lnTo>
                <a:lnTo>
                  <a:pt x="3650" y="15597"/>
                </a:lnTo>
                <a:lnTo>
                  <a:pt x="4356" y="14892"/>
                </a:lnTo>
                <a:lnTo>
                  <a:pt x="5694" y="13432"/>
                </a:lnTo>
                <a:lnTo>
                  <a:pt x="7057" y="11972"/>
                </a:lnTo>
                <a:lnTo>
                  <a:pt x="8371" y="10463"/>
                </a:lnTo>
                <a:lnTo>
                  <a:pt x="8833" y="11047"/>
                </a:lnTo>
                <a:lnTo>
                  <a:pt x="9320" y="11583"/>
                </a:lnTo>
                <a:lnTo>
                  <a:pt x="10342" y="12629"/>
                </a:lnTo>
                <a:lnTo>
                  <a:pt x="12386" y="14770"/>
                </a:lnTo>
                <a:lnTo>
                  <a:pt x="12775" y="15160"/>
                </a:lnTo>
                <a:lnTo>
                  <a:pt x="13237" y="15622"/>
                </a:lnTo>
                <a:lnTo>
                  <a:pt x="13773" y="16133"/>
                </a:lnTo>
                <a:lnTo>
                  <a:pt x="14065" y="16376"/>
                </a:lnTo>
                <a:lnTo>
                  <a:pt x="14357" y="16595"/>
                </a:lnTo>
                <a:lnTo>
                  <a:pt x="14649" y="16814"/>
                </a:lnTo>
                <a:lnTo>
                  <a:pt x="14965" y="16960"/>
                </a:lnTo>
                <a:lnTo>
                  <a:pt x="15257" y="17106"/>
                </a:lnTo>
                <a:lnTo>
                  <a:pt x="15549" y="17179"/>
                </a:lnTo>
                <a:lnTo>
                  <a:pt x="15695" y="17203"/>
                </a:lnTo>
                <a:lnTo>
                  <a:pt x="15963" y="17203"/>
                </a:lnTo>
                <a:lnTo>
                  <a:pt x="16084" y="17179"/>
                </a:lnTo>
                <a:lnTo>
                  <a:pt x="16230" y="17130"/>
                </a:lnTo>
                <a:lnTo>
                  <a:pt x="16352" y="17057"/>
                </a:lnTo>
                <a:lnTo>
                  <a:pt x="16474" y="16984"/>
                </a:lnTo>
                <a:lnTo>
                  <a:pt x="16595" y="16863"/>
                </a:lnTo>
                <a:lnTo>
                  <a:pt x="16741" y="16692"/>
                </a:lnTo>
                <a:lnTo>
                  <a:pt x="16863" y="16473"/>
                </a:lnTo>
                <a:lnTo>
                  <a:pt x="16936" y="16230"/>
                </a:lnTo>
                <a:lnTo>
                  <a:pt x="16984" y="15987"/>
                </a:lnTo>
                <a:lnTo>
                  <a:pt x="16984" y="15743"/>
                </a:lnTo>
                <a:lnTo>
                  <a:pt x="16960" y="15500"/>
                </a:lnTo>
                <a:lnTo>
                  <a:pt x="16911" y="15257"/>
                </a:lnTo>
                <a:lnTo>
                  <a:pt x="16838" y="15038"/>
                </a:lnTo>
                <a:lnTo>
                  <a:pt x="16668" y="14722"/>
                </a:lnTo>
                <a:lnTo>
                  <a:pt x="16425" y="14381"/>
                </a:lnTo>
                <a:lnTo>
                  <a:pt x="16157" y="14016"/>
                </a:lnTo>
                <a:lnTo>
                  <a:pt x="15865" y="13651"/>
                </a:lnTo>
                <a:lnTo>
                  <a:pt x="15549" y="13310"/>
                </a:lnTo>
                <a:lnTo>
                  <a:pt x="15233" y="12970"/>
                </a:lnTo>
                <a:lnTo>
                  <a:pt x="14673" y="12459"/>
                </a:lnTo>
                <a:lnTo>
                  <a:pt x="13967" y="11826"/>
                </a:lnTo>
                <a:lnTo>
                  <a:pt x="13262" y="11193"/>
                </a:lnTo>
                <a:lnTo>
                  <a:pt x="13286" y="11120"/>
                </a:lnTo>
                <a:lnTo>
                  <a:pt x="13286" y="11072"/>
                </a:lnTo>
                <a:lnTo>
                  <a:pt x="13262" y="11047"/>
                </a:lnTo>
                <a:lnTo>
                  <a:pt x="13189" y="11023"/>
                </a:lnTo>
                <a:lnTo>
                  <a:pt x="13091" y="11047"/>
                </a:lnTo>
                <a:lnTo>
                  <a:pt x="11631" y="9660"/>
                </a:lnTo>
                <a:lnTo>
                  <a:pt x="10196" y="8273"/>
                </a:lnTo>
                <a:lnTo>
                  <a:pt x="10707" y="7641"/>
                </a:lnTo>
                <a:lnTo>
                  <a:pt x="10828" y="7762"/>
                </a:lnTo>
                <a:lnTo>
                  <a:pt x="10974" y="7860"/>
                </a:lnTo>
                <a:lnTo>
                  <a:pt x="11120" y="7933"/>
                </a:lnTo>
                <a:lnTo>
                  <a:pt x="11291" y="8006"/>
                </a:lnTo>
                <a:lnTo>
                  <a:pt x="11461" y="8054"/>
                </a:lnTo>
                <a:lnTo>
                  <a:pt x="11631" y="8103"/>
                </a:lnTo>
                <a:lnTo>
                  <a:pt x="11996" y="8127"/>
                </a:lnTo>
                <a:lnTo>
                  <a:pt x="12264" y="8127"/>
                </a:lnTo>
                <a:lnTo>
                  <a:pt x="12532" y="8103"/>
                </a:lnTo>
                <a:lnTo>
                  <a:pt x="12799" y="8030"/>
                </a:lnTo>
                <a:lnTo>
                  <a:pt x="13067" y="7933"/>
                </a:lnTo>
                <a:lnTo>
                  <a:pt x="13310" y="7811"/>
                </a:lnTo>
                <a:lnTo>
                  <a:pt x="13554" y="7665"/>
                </a:lnTo>
                <a:lnTo>
                  <a:pt x="13773" y="7519"/>
                </a:lnTo>
                <a:lnTo>
                  <a:pt x="13992" y="7349"/>
                </a:lnTo>
                <a:lnTo>
                  <a:pt x="14235" y="7130"/>
                </a:lnTo>
                <a:lnTo>
                  <a:pt x="14478" y="6911"/>
                </a:lnTo>
                <a:lnTo>
                  <a:pt x="14697" y="6668"/>
                </a:lnTo>
                <a:lnTo>
                  <a:pt x="14892" y="6400"/>
                </a:lnTo>
                <a:lnTo>
                  <a:pt x="15281" y="5865"/>
                </a:lnTo>
                <a:lnTo>
                  <a:pt x="15622" y="5305"/>
                </a:lnTo>
                <a:lnTo>
                  <a:pt x="16011" y="4697"/>
                </a:lnTo>
                <a:lnTo>
                  <a:pt x="16376" y="4064"/>
                </a:lnTo>
                <a:lnTo>
                  <a:pt x="16692" y="3407"/>
                </a:lnTo>
                <a:lnTo>
                  <a:pt x="16960" y="2726"/>
                </a:lnTo>
                <a:lnTo>
                  <a:pt x="16984" y="2628"/>
                </a:lnTo>
                <a:lnTo>
                  <a:pt x="16960" y="2555"/>
                </a:lnTo>
                <a:lnTo>
                  <a:pt x="16960" y="2507"/>
                </a:lnTo>
                <a:lnTo>
                  <a:pt x="16960" y="2434"/>
                </a:lnTo>
                <a:lnTo>
                  <a:pt x="16911" y="2385"/>
                </a:lnTo>
                <a:lnTo>
                  <a:pt x="16863" y="2336"/>
                </a:lnTo>
                <a:lnTo>
                  <a:pt x="16814" y="2288"/>
                </a:lnTo>
                <a:lnTo>
                  <a:pt x="16692" y="2288"/>
                </a:lnTo>
                <a:lnTo>
                  <a:pt x="16644" y="2312"/>
                </a:lnTo>
                <a:lnTo>
                  <a:pt x="15646" y="3066"/>
                </a:lnTo>
                <a:lnTo>
                  <a:pt x="15160" y="3456"/>
                </a:lnTo>
                <a:lnTo>
                  <a:pt x="14649" y="3821"/>
                </a:lnTo>
                <a:lnTo>
                  <a:pt x="13919" y="4332"/>
                </a:lnTo>
                <a:lnTo>
                  <a:pt x="13919" y="4332"/>
                </a:lnTo>
                <a:lnTo>
                  <a:pt x="14746" y="3115"/>
                </a:lnTo>
                <a:lnTo>
                  <a:pt x="15476" y="2020"/>
                </a:lnTo>
                <a:lnTo>
                  <a:pt x="15671" y="1704"/>
                </a:lnTo>
                <a:lnTo>
                  <a:pt x="15768" y="1533"/>
                </a:lnTo>
                <a:lnTo>
                  <a:pt x="15817" y="1363"/>
                </a:lnTo>
                <a:lnTo>
                  <a:pt x="15890" y="1290"/>
                </a:lnTo>
                <a:lnTo>
                  <a:pt x="15963" y="1217"/>
                </a:lnTo>
                <a:lnTo>
                  <a:pt x="15987" y="1120"/>
                </a:lnTo>
                <a:lnTo>
                  <a:pt x="15963" y="1022"/>
                </a:lnTo>
                <a:lnTo>
                  <a:pt x="15890" y="949"/>
                </a:lnTo>
                <a:lnTo>
                  <a:pt x="15817" y="901"/>
                </a:lnTo>
                <a:lnTo>
                  <a:pt x="15744" y="876"/>
                </a:lnTo>
                <a:lnTo>
                  <a:pt x="15622" y="876"/>
                </a:lnTo>
                <a:lnTo>
                  <a:pt x="15549" y="949"/>
                </a:lnTo>
                <a:lnTo>
                  <a:pt x="14551" y="1777"/>
                </a:lnTo>
                <a:lnTo>
                  <a:pt x="13554" y="2580"/>
                </a:lnTo>
                <a:lnTo>
                  <a:pt x="13043" y="2920"/>
                </a:lnTo>
                <a:lnTo>
                  <a:pt x="12532" y="3310"/>
                </a:lnTo>
                <a:lnTo>
                  <a:pt x="12532" y="3310"/>
                </a:lnTo>
                <a:lnTo>
                  <a:pt x="12945" y="2653"/>
                </a:lnTo>
                <a:lnTo>
                  <a:pt x="13359" y="1996"/>
                </a:lnTo>
                <a:lnTo>
                  <a:pt x="13554" y="1752"/>
                </a:lnTo>
                <a:lnTo>
                  <a:pt x="13821" y="1436"/>
                </a:lnTo>
                <a:lnTo>
                  <a:pt x="13919" y="1290"/>
                </a:lnTo>
                <a:lnTo>
                  <a:pt x="14040" y="1120"/>
                </a:lnTo>
                <a:lnTo>
                  <a:pt x="14113" y="949"/>
                </a:lnTo>
                <a:lnTo>
                  <a:pt x="14162" y="779"/>
                </a:lnTo>
                <a:lnTo>
                  <a:pt x="14357" y="584"/>
                </a:lnTo>
                <a:lnTo>
                  <a:pt x="14430" y="487"/>
                </a:lnTo>
                <a:lnTo>
                  <a:pt x="14454" y="390"/>
                </a:lnTo>
                <a:lnTo>
                  <a:pt x="14430" y="292"/>
                </a:lnTo>
                <a:lnTo>
                  <a:pt x="14357" y="195"/>
                </a:lnTo>
                <a:lnTo>
                  <a:pt x="14284" y="146"/>
                </a:lnTo>
                <a:lnTo>
                  <a:pt x="14186" y="122"/>
                </a:lnTo>
                <a:lnTo>
                  <a:pt x="14065" y="122"/>
                </a:lnTo>
                <a:lnTo>
                  <a:pt x="13967" y="195"/>
                </a:lnTo>
                <a:lnTo>
                  <a:pt x="13554" y="560"/>
                </a:lnTo>
                <a:lnTo>
                  <a:pt x="13091" y="901"/>
                </a:lnTo>
                <a:lnTo>
                  <a:pt x="12629" y="1217"/>
                </a:lnTo>
                <a:lnTo>
                  <a:pt x="12142" y="1509"/>
                </a:lnTo>
                <a:lnTo>
                  <a:pt x="11680" y="1801"/>
                </a:lnTo>
                <a:lnTo>
                  <a:pt x="11193" y="2117"/>
                </a:lnTo>
                <a:lnTo>
                  <a:pt x="10755" y="2434"/>
                </a:lnTo>
                <a:lnTo>
                  <a:pt x="10317" y="2823"/>
                </a:lnTo>
                <a:lnTo>
                  <a:pt x="10147" y="2993"/>
                </a:lnTo>
                <a:lnTo>
                  <a:pt x="10001" y="3164"/>
                </a:lnTo>
                <a:lnTo>
                  <a:pt x="9855" y="3383"/>
                </a:lnTo>
                <a:lnTo>
                  <a:pt x="9733" y="3577"/>
                </a:lnTo>
                <a:lnTo>
                  <a:pt x="9612" y="3796"/>
                </a:lnTo>
                <a:lnTo>
                  <a:pt x="9514" y="4015"/>
                </a:lnTo>
                <a:lnTo>
                  <a:pt x="9417" y="4234"/>
                </a:lnTo>
                <a:lnTo>
                  <a:pt x="9368" y="4478"/>
                </a:lnTo>
                <a:lnTo>
                  <a:pt x="9320" y="4672"/>
                </a:lnTo>
                <a:lnTo>
                  <a:pt x="9295" y="4867"/>
                </a:lnTo>
                <a:lnTo>
                  <a:pt x="9295" y="5062"/>
                </a:lnTo>
                <a:lnTo>
                  <a:pt x="9295" y="5281"/>
                </a:lnTo>
                <a:lnTo>
                  <a:pt x="9344" y="5475"/>
                </a:lnTo>
                <a:lnTo>
                  <a:pt x="9393" y="5670"/>
                </a:lnTo>
                <a:lnTo>
                  <a:pt x="9441" y="5865"/>
                </a:lnTo>
                <a:lnTo>
                  <a:pt x="9539" y="6035"/>
                </a:lnTo>
                <a:lnTo>
                  <a:pt x="9514" y="6059"/>
                </a:lnTo>
                <a:lnTo>
                  <a:pt x="8760" y="6765"/>
                </a:lnTo>
                <a:lnTo>
                  <a:pt x="7422" y="5402"/>
                </a:lnTo>
                <a:lnTo>
                  <a:pt x="6059" y="4088"/>
                </a:lnTo>
                <a:lnTo>
                  <a:pt x="3358" y="1412"/>
                </a:lnTo>
                <a:lnTo>
                  <a:pt x="2872" y="925"/>
                </a:lnTo>
                <a:lnTo>
                  <a:pt x="2604" y="682"/>
                </a:lnTo>
                <a:lnTo>
                  <a:pt x="2336" y="438"/>
                </a:lnTo>
                <a:lnTo>
                  <a:pt x="2044" y="244"/>
                </a:lnTo>
                <a:lnTo>
                  <a:pt x="1898" y="171"/>
                </a:lnTo>
                <a:lnTo>
                  <a:pt x="1728" y="98"/>
                </a:lnTo>
                <a:lnTo>
                  <a:pt x="1582" y="49"/>
                </a:lnTo>
                <a:lnTo>
                  <a:pt x="1412" y="0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68" name="Google Shape;46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830920">
            <a:off x="3300500" y="2068325"/>
            <a:ext cx="660300" cy="24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2">
            <a:off x="3178225" y="2349487"/>
            <a:ext cx="660300" cy="24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1030222">
            <a:off x="3299175" y="2680525"/>
            <a:ext cx="660300" cy="24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 rot="2">
            <a:off x="5850150" y="2358777"/>
            <a:ext cx="660300" cy="22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 rot="-856966">
            <a:off x="5722325" y="2033277"/>
            <a:ext cx="660300" cy="22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 rot="589626">
            <a:off x="5809262" y="2661002"/>
            <a:ext cx="660300" cy="22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337334">
            <a:off x="3308256" y="1883311"/>
            <a:ext cx="1078889" cy="272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2700053">
            <a:off x="3909481" y="1660665"/>
            <a:ext cx="726616" cy="272098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400059">
            <a:off x="4780175" y="1635945"/>
            <a:ext cx="272250" cy="272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8100006">
            <a:off x="5136506" y="1588772"/>
            <a:ext cx="760237" cy="2721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9356858">
            <a:off x="5401554" y="1826809"/>
            <a:ext cx="1127519" cy="272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1693124">
            <a:off x="3314731" y="2923386"/>
            <a:ext cx="1078889" cy="272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479483">
            <a:off x="4271115" y="3102076"/>
            <a:ext cx="466970" cy="272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6982072">
            <a:off x="5041215" y="3046848"/>
            <a:ext cx="394095" cy="272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8873667">
            <a:off x="5330807" y="2982387"/>
            <a:ext cx="987032" cy="272099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24"/>
          <p:cNvSpPr/>
          <p:nvPr/>
        </p:nvSpPr>
        <p:spPr>
          <a:xfrm>
            <a:off x="4931063" y="3379800"/>
            <a:ext cx="1118400" cy="10500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4"/>
          <p:cNvSpPr/>
          <p:nvPr/>
        </p:nvSpPr>
        <p:spPr>
          <a:xfrm>
            <a:off x="4973525" y="2567275"/>
            <a:ext cx="273615" cy="231173"/>
          </a:xfrm>
          <a:custGeom>
            <a:rect b="b" l="l" r="r" t="t"/>
            <a:pathLst>
              <a:path extrusionOk="0" h="8045" w="8709">
                <a:moveTo>
                  <a:pt x="8665" y="4793"/>
                </a:moveTo>
                <a:lnTo>
                  <a:pt x="8665" y="4793"/>
                </a:lnTo>
                <a:lnTo>
                  <a:pt x="8687" y="3916"/>
                </a:lnTo>
                <a:lnTo>
                  <a:pt x="8708" y="3038"/>
                </a:lnTo>
                <a:lnTo>
                  <a:pt x="8708" y="3038"/>
                </a:lnTo>
                <a:lnTo>
                  <a:pt x="8687" y="2717"/>
                </a:lnTo>
                <a:lnTo>
                  <a:pt x="8665" y="2396"/>
                </a:lnTo>
                <a:lnTo>
                  <a:pt x="8622" y="2225"/>
                </a:lnTo>
                <a:lnTo>
                  <a:pt x="8580" y="2076"/>
                </a:lnTo>
                <a:lnTo>
                  <a:pt x="8516" y="1926"/>
                </a:lnTo>
                <a:lnTo>
                  <a:pt x="8409" y="1797"/>
                </a:lnTo>
                <a:lnTo>
                  <a:pt x="8409" y="1797"/>
                </a:lnTo>
                <a:lnTo>
                  <a:pt x="8366" y="1733"/>
                </a:lnTo>
                <a:lnTo>
                  <a:pt x="8302" y="1690"/>
                </a:lnTo>
                <a:lnTo>
                  <a:pt x="8130" y="1626"/>
                </a:lnTo>
                <a:lnTo>
                  <a:pt x="7959" y="1583"/>
                </a:lnTo>
                <a:lnTo>
                  <a:pt x="7767" y="1541"/>
                </a:lnTo>
                <a:lnTo>
                  <a:pt x="7360" y="1541"/>
                </a:lnTo>
                <a:lnTo>
                  <a:pt x="7018" y="1541"/>
                </a:lnTo>
                <a:lnTo>
                  <a:pt x="7018" y="1541"/>
                </a:lnTo>
                <a:lnTo>
                  <a:pt x="6633" y="1541"/>
                </a:lnTo>
                <a:lnTo>
                  <a:pt x="6226" y="1562"/>
                </a:lnTo>
                <a:lnTo>
                  <a:pt x="6226" y="1562"/>
                </a:lnTo>
                <a:lnTo>
                  <a:pt x="6141" y="1562"/>
                </a:lnTo>
                <a:lnTo>
                  <a:pt x="6076" y="1541"/>
                </a:lnTo>
                <a:lnTo>
                  <a:pt x="6034" y="1519"/>
                </a:lnTo>
                <a:lnTo>
                  <a:pt x="6012" y="1476"/>
                </a:lnTo>
                <a:lnTo>
                  <a:pt x="6012" y="1348"/>
                </a:lnTo>
                <a:lnTo>
                  <a:pt x="6012" y="1177"/>
                </a:lnTo>
                <a:lnTo>
                  <a:pt x="6012" y="1177"/>
                </a:lnTo>
                <a:lnTo>
                  <a:pt x="6012" y="1006"/>
                </a:lnTo>
                <a:lnTo>
                  <a:pt x="6012" y="856"/>
                </a:lnTo>
                <a:lnTo>
                  <a:pt x="5991" y="770"/>
                </a:lnTo>
                <a:lnTo>
                  <a:pt x="5948" y="706"/>
                </a:lnTo>
                <a:lnTo>
                  <a:pt x="5905" y="663"/>
                </a:lnTo>
                <a:lnTo>
                  <a:pt x="5841" y="599"/>
                </a:lnTo>
                <a:lnTo>
                  <a:pt x="5841" y="599"/>
                </a:lnTo>
                <a:lnTo>
                  <a:pt x="5691" y="514"/>
                </a:lnTo>
                <a:lnTo>
                  <a:pt x="5520" y="428"/>
                </a:lnTo>
                <a:lnTo>
                  <a:pt x="5199" y="278"/>
                </a:lnTo>
                <a:lnTo>
                  <a:pt x="5199" y="278"/>
                </a:lnTo>
                <a:lnTo>
                  <a:pt x="4921" y="150"/>
                </a:lnTo>
                <a:lnTo>
                  <a:pt x="4793" y="86"/>
                </a:lnTo>
                <a:lnTo>
                  <a:pt x="4664" y="43"/>
                </a:lnTo>
                <a:lnTo>
                  <a:pt x="4515" y="22"/>
                </a:lnTo>
                <a:lnTo>
                  <a:pt x="4365" y="0"/>
                </a:lnTo>
                <a:lnTo>
                  <a:pt x="4236" y="22"/>
                </a:lnTo>
                <a:lnTo>
                  <a:pt x="4087" y="64"/>
                </a:lnTo>
                <a:lnTo>
                  <a:pt x="4087" y="64"/>
                </a:lnTo>
                <a:lnTo>
                  <a:pt x="3701" y="257"/>
                </a:lnTo>
                <a:lnTo>
                  <a:pt x="3316" y="428"/>
                </a:lnTo>
                <a:lnTo>
                  <a:pt x="3316" y="428"/>
                </a:lnTo>
                <a:lnTo>
                  <a:pt x="2995" y="599"/>
                </a:lnTo>
                <a:lnTo>
                  <a:pt x="2846" y="685"/>
                </a:lnTo>
                <a:lnTo>
                  <a:pt x="2717" y="792"/>
                </a:lnTo>
                <a:lnTo>
                  <a:pt x="2717" y="792"/>
                </a:lnTo>
                <a:lnTo>
                  <a:pt x="2674" y="856"/>
                </a:lnTo>
                <a:lnTo>
                  <a:pt x="2653" y="920"/>
                </a:lnTo>
                <a:lnTo>
                  <a:pt x="2632" y="984"/>
                </a:lnTo>
                <a:lnTo>
                  <a:pt x="2632" y="1049"/>
                </a:lnTo>
                <a:lnTo>
                  <a:pt x="2653" y="1177"/>
                </a:lnTo>
                <a:lnTo>
                  <a:pt x="2674" y="1327"/>
                </a:lnTo>
                <a:lnTo>
                  <a:pt x="2674" y="1327"/>
                </a:lnTo>
                <a:lnTo>
                  <a:pt x="2653" y="1391"/>
                </a:lnTo>
                <a:lnTo>
                  <a:pt x="2632" y="1455"/>
                </a:lnTo>
                <a:lnTo>
                  <a:pt x="2610" y="1476"/>
                </a:lnTo>
                <a:lnTo>
                  <a:pt x="2546" y="1498"/>
                </a:lnTo>
                <a:lnTo>
                  <a:pt x="2439" y="1498"/>
                </a:lnTo>
                <a:lnTo>
                  <a:pt x="2289" y="1498"/>
                </a:lnTo>
                <a:lnTo>
                  <a:pt x="2289" y="1498"/>
                </a:lnTo>
                <a:lnTo>
                  <a:pt x="1562" y="1519"/>
                </a:lnTo>
                <a:lnTo>
                  <a:pt x="1198" y="1562"/>
                </a:lnTo>
                <a:lnTo>
                  <a:pt x="856" y="1605"/>
                </a:lnTo>
                <a:lnTo>
                  <a:pt x="856" y="1605"/>
                </a:lnTo>
                <a:lnTo>
                  <a:pt x="706" y="1626"/>
                </a:lnTo>
                <a:lnTo>
                  <a:pt x="556" y="1669"/>
                </a:lnTo>
                <a:lnTo>
                  <a:pt x="407" y="1712"/>
                </a:lnTo>
                <a:lnTo>
                  <a:pt x="278" y="1797"/>
                </a:lnTo>
                <a:lnTo>
                  <a:pt x="278" y="1797"/>
                </a:lnTo>
                <a:lnTo>
                  <a:pt x="235" y="1862"/>
                </a:lnTo>
                <a:lnTo>
                  <a:pt x="193" y="1926"/>
                </a:lnTo>
                <a:lnTo>
                  <a:pt x="150" y="2097"/>
                </a:lnTo>
                <a:lnTo>
                  <a:pt x="86" y="2418"/>
                </a:lnTo>
                <a:lnTo>
                  <a:pt x="86" y="2418"/>
                </a:lnTo>
                <a:lnTo>
                  <a:pt x="43" y="2824"/>
                </a:lnTo>
                <a:lnTo>
                  <a:pt x="0" y="3231"/>
                </a:lnTo>
                <a:lnTo>
                  <a:pt x="0" y="3659"/>
                </a:lnTo>
                <a:lnTo>
                  <a:pt x="0" y="4065"/>
                </a:lnTo>
                <a:lnTo>
                  <a:pt x="43" y="4900"/>
                </a:lnTo>
                <a:lnTo>
                  <a:pt x="64" y="5734"/>
                </a:lnTo>
                <a:lnTo>
                  <a:pt x="64" y="5734"/>
                </a:lnTo>
                <a:lnTo>
                  <a:pt x="43" y="5798"/>
                </a:lnTo>
                <a:lnTo>
                  <a:pt x="43" y="5970"/>
                </a:lnTo>
                <a:lnTo>
                  <a:pt x="43" y="6483"/>
                </a:lnTo>
                <a:lnTo>
                  <a:pt x="86" y="7039"/>
                </a:lnTo>
                <a:lnTo>
                  <a:pt x="107" y="7253"/>
                </a:lnTo>
                <a:lnTo>
                  <a:pt x="128" y="7360"/>
                </a:lnTo>
                <a:lnTo>
                  <a:pt x="128" y="7360"/>
                </a:lnTo>
                <a:lnTo>
                  <a:pt x="214" y="7510"/>
                </a:lnTo>
                <a:lnTo>
                  <a:pt x="342" y="7617"/>
                </a:lnTo>
                <a:lnTo>
                  <a:pt x="514" y="7724"/>
                </a:lnTo>
                <a:lnTo>
                  <a:pt x="685" y="7810"/>
                </a:lnTo>
                <a:lnTo>
                  <a:pt x="877" y="7874"/>
                </a:lnTo>
                <a:lnTo>
                  <a:pt x="1070" y="7938"/>
                </a:lnTo>
                <a:lnTo>
                  <a:pt x="1412" y="8002"/>
                </a:lnTo>
                <a:lnTo>
                  <a:pt x="1412" y="8002"/>
                </a:lnTo>
                <a:lnTo>
                  <a:pt x="1861" y="8045"/>
                </a:lnTo>
                <a:lnTo>
                  <a:pt x="2332" y="8045"/>
                </a:lnTo>
                <a:lnTo>
                  <a:pt x="2803" y="8045"/>
                </a:lnTo>
                <a:lnTo>
                  <a:pt x="3252" y="8024"/>
                </a:lnTo>
                <a:lnTo>
                  <a:pt x="4194" y="7959"/>
                </a:lnTo>
                <a:lnTo>
                  <a:pt x="4664" y="7959"/>
                </a:lnTo>
                <a:lnTo>
                  <a:pt x="5114" y="7959"/>
                </a:lnTo>
                <a:lnTo>
                  <a:pt x="5114" y="7959"/>
                </a:lnTo>
                <a:lnTo>
                  <a:pt x="5969" y="7981"/>
                </a:lnTo>
                <a:lnTo>
                  <a:pt x="6397" y="7981"/>
                </a:lnTo>
                <a:lnTo>
                  <a:pt x="6825" y="7959"/>
                </a:lnTo>
                <a:lnTo>
                  <a:pt x="6825" y="7959"/>
                </a:lnTo>
                <a:lnTo>
                  <a:pt x="7210" y="7938"/>
                </a:lnTo>
                <a:lnTo>
                  <a:pt x="7617" y="7917"/>
                </a:lnTo>
                <a:lnTo>
                  <a:pt x="7809" y="7874"/>
                </a:lnTo>
                <a:lnTo>
                  <a:pt x="8023" y="7852"/>
                </a:lnTo>
                <a:lnTo>
                  <a:pt x="8195" y="7788"/>
                </a:lnTo>
                <a:lnTo>
                  <a:pt x="8366" y="7703"/>
                </a:lnTo>
                <a:lnTo>
                  <a:pt x="8366" y="7703"/>
                </a:lnTo>
                <a:lnTo>
                  <a:pt x="8430" y="7660"/>
                </a:lnTo>
                <a:lnTo>
                  <a:pt x="8494" y="7617"/>
                </a:lnTo>
                <a:lnTo>
                  <a:pt x="8580" y="7467"/>
                </a:lnTo>
                <a:lnTo>
                  <a:pt x="8622" y="7318"/>
                </a:lnTo>
                <a:lnTo>
                  <a:pt x="8665" y="7146"/>
                </a:lnTo>
                <a:lnTo>
                  <a:pt x="8665" y="6954"/>
                </a:lnTo>
                <a:lnTo>
                  <a:pt x="8665" y="6783"/>
                </a:lnTo>
                <a:lnTo>
                  <a:pt x="8644" y="6462"/>
                </a:lnTo>
                <a:lnTo>
                  <a:pt x="8644" y="6462"/>
                </a:lnTo>
                <a:lnTo>
                  <a:pt x="8665" y="4793"/>
                </a:lnTo>
                <a:lnTo>
                  <a:pt x="8665" y="4793"/>
                </a:lnTo>
                <a:close/>
                <a:moveTo>
                  <a:pt x="3124" y="1049"/>
                </a:moveTo>
                <a:lnTo>
                  <a:pt x="3124" y="1049"/>
                </a:lnTo>
                <a:lnTo>
                  <a:pt x="3167" y="963"/>
                </a:lnTo>
                <a:lnTo>
                  <a:pt x="3252" y="920"/>
                </a:lnTo>
                <a:lnTo>
                  <a:pt x="3252" y="920"/>
                </a:lnTo>
                <a:lnTo>
                  <a:pt x="3445" y="856"/>
                </a:lnTo>
                <a:lnTo>
                  <a:pt x="3637" y="792"/>
                </a:lnTo>
                <a:lnTo>
                  <a:pt x="3830" y="728"/>
                </a:lnTo>
                <a:lnTo>
                  <a:pt x="4022" y="642"/>
                </a:lnTo>
                <a:lnTo>
                  <a:pt x="4022" y="642"/>
                </a:lnTo>
                <a:lnTo>
                  <a:pt x="4236" y="535"/>
                </a:lnTo>
                <a:lnTo>
                  <a:pt x="4408" y="471"/>
                </a:lnTo>
                <a:lnTo>
                  <a:pt x="4493" y="471"/>
                </a:lnTo>
                <a:lnTo>
                  <a:pt x="4579" y="471"/>
                </a:lnTo>
                <a:lnTo>
                  <a:pt x="4664" y="492"/>
                </a:lnTo>
                <a:lnTo>
                  <a:pt x="4793" y="535"/>
                </a:lnTo>
                <a:lnTo>
                  <a:pt x="4793" y="535"/>
                </a:lnTo>
                <a:lnTo>
                  <a:pt x="5178" y="663"/>
                </a:lnTo>
                <a:lnTo>
                  <a:pt x="5370" y="749"/>
                </a:lnTo>
                <a:lnTo>
                  <a:pt x="5456" y="792"/>
                </a:lnTo>
                <a:lnTo>
                  <a:pt x="5499" y="856"/>
                </a:lnTo>
                <a:lnTo>
                  <a:pt x="5499" y="856"/>
                </a:lnTo>
                <a:lnTo>
                  <a:pt x="5542" y="920"/>
                </a:lnTo>
                <a:lnTo>
                  <a:pt x="5584" y="1006"/>
                </a:lnTo>
                <a:lnTo>
                  <a:pt x="5627" y="1198"/>
                </a:lnTo>
                <a:lnTo>
                  <a:pt x="5627" y="1412"/>
                </a:lnTo>
                <a:lnTo>
                  <a:pt x="5606" y="1498"/>
                </a:lnTo>
                <a:lnTo>
                  <a:pt x="5584" y="1583"/>
                </a:lnTo>
                <a:lnTo>
                  <a:pt x="5584" y="1583"/>
                </a:lnTo>
                <a:lnTo>
                  <a:pt x="5542" y="1626"/>
                </a:lnTo>
                <a:lnTo>
                  <a:pt x="5456" y="1669"/>
                </a:lnTo>
                <a:lnTo>
                  <a:pt x="5242" y="1755"/>
                </a:lnTo>
                <a:lnTo>
                  <a:pt x="5049" y="1797"/>
                </a:lnTo>
                <a:lnTo>
                  <a:pt x="4985" y="1797"/>
                </a:lnTo>
                <a:lnTo>
                  <a:pt x="4964" y="1776"/>
                </a:lnTo>
                <a:lnTo>
                  <a:pt x="4964" y="1776"/>
                </a:lnTo>
                <a:lnTo>
                  <a:pt x="3851" y="1755"/>
                </a:lnTo>
                <a:lnTo>
                  <a:pt x="3851" y="1755"/>
                </a:lnTo>
                <a:lnTo>
                  <a:pt x="3680" y="1755"/>
                </a:lnTo>
                <a:lnTo>
                  <a:pt x="3488" y="1755"/>
                </a:lnTo>
                <a:lnTo>
                  <a:pt x="3381" y="1733"/>
                </a:lnTo>
                <a:lnTo>
                  <a:pt x="3295" y="1712"/>
                </a:lnTo>
                <a:lnTo>
                  <a:pt x="3231" y="1669"/>
                </a:lnTo>
                <a:lnTo>
                  <a:pt x="3167" y="1605"/>
                </a:lnTo>
                <a:lnTo>
                  <a:pt x="3167" y="1605"/>
                </a:lnTo>
                <a:lnTo>
                  <a:pt x="3145" y="1519"/>
                </a:lnTo>
                <a:lnTo>
                  <a:pt x="3124" y="1327"/>
                </a:lnTo>
                <a:lnTo>
                  <a:pt x="3102" y="1156"/>
                </a:lnTo>
                <a:lnTo>
                  <a:pt x="3124" y="1049"/>
                </a:lnTo>
                <a:lnTo>
                  <a:pt x="3124" y="1049"/>
                </a:lnTo>
                <a:close/>
                <a:moveTo>
                  <a:pt x="8216" y="4108"/>
                </a:moveTo>
                <a:lnTo>
                  <a:pt x="8216" y="4108"/>
                </a:lnTo>
                <a:lnTo>
                  <a:pt x="8195" y="4429"/>
                </a:lnTo>
                <a:lnTo>
                  <a:pt x="8152" y="4750"/>
                </a:lnTo>
                <a:lnTo>
                  <a:pt x="8109" y="5092"/>
                </a:lnTo>
                <a:lnTo>
                  <a:pt x="8088" y="5413"/>
                </a:lnTo>
                <a:lnTo>
                  <a:pt x="8088" y="5413"/>
                </a:lnTo>
                <a:lnTo>
                  <a:pt x="8088" y="6077"/>
                </a:lnTo>
                <a:lnTo>
                  <a:pt x="8088" y="6419"/>
                </a:lnTo>
                <a:lnTo>
                  <a:pt x="8066" y="6740"/>
                </a:lnTo>
                <a:lnTo>
                  <a:pt x="8066" y="6740"/>
                </a:lnTo>
                <a:lnTo>
                  <a:pt x="8045" y="6868"/>
                </a:lnTo>
                <a:lnTo>
                  <a:pt x="8023" y="6997"/>
                </a:lnTo>
                <a:lnTo>
                  <a:pt x="7959" y="7104"/>
                </a:lnTo>
                <a:lnTo>
                  <a:pt x="7916" y="7146"/>
                </a:lnTo>
                <a:lnTo>
                  <a:pt x="7852" y="7189"/>
                </a:lnTo>
                <a:lnTo>
                  <a:pt x="7852" y="7189"/>
                </a:lnTo>
                <a:lnTo>
                  <a:pt x="7745" y="7253"/>
                </a:lnTo>
                <a:lnTo>
                  <a:pt x="7595" y="7296"/>
                </a:lnTo>
                <a:lnTo>
                  <a:pt x="7339" y="7360"/>
                </a:lnTo>
                <a:lnTo>
                  <a:pt x="7339" y="7360"/>
                </a:lnTo>
                <a:lnTo>
                  <a:pt x="6697" y="7382"/>
                </a:lnTo>
                <a:lnTo>
                  <a:pt x="6312" y="7382"/>
                </a:lnTo>
                <a:lnTo>
                  <a:pt x="6183" y="7360"/>
                </a:lnTo>
                <a:lnTo>
                  <a:pt x="6141" y="7360"/>
                </a:lnTo>
                <a:lnTo>
                  <a:pt x="6141" y="7360"/>
                </a:lnTo>
                <a:lnTo>
                  <a:pt x="4621" y="7403"/>
                </a:lnTo>
                <a:lnTo>
                  <a:pt x="3102" y="7424"/>
                </a:lnTo>
                <a:lnTo>
                  <a:pt x="3102" y="7424"/>
                </a:lnTo>
                <a:lnTo>
                  <a:pt x="2781" y="7424"/>
                </a:lnTo>
                <a:lnTo>
                  <a:pt x="2461" y="7403"/>
                </a:lnTo>
                <a:lnTo>
                  <a:pt x="1797" y="7382"/>
                </a:lnTo>
                <a:lnTo>
                  <a:pt x="1797" y="7382"/>
                </a:lnTo>
                <a:lnTo>
                  <a:pt x="1519" y="7360"/>
                </a:lnTo>
                <a:lnTo>
                  <a:pt x="1348" y="7339"/>
                </a:lnTo>
                <a:lnTo>
                  <a:pt x="1198" y="7318"/>
                </a:lnTo>
                <a:lnTo>
                  <a:pt x="1070" y="7275"/>
                </a:lnTo>
                <a:lnTo>
                  <a:pt x="941" y="7189"/>
                </a:lnTo>
                <a:lnTo>
                  <a:pt x="834" y="7104"/>
                </a:lnTo>
                <a:lnTo>
                  <a:pt x="749" y="6975"/>
                </a:lnTo>
                <a:lnTo>
                  <a:pt x="749" y="6975"/>
                </a:lnTo>
                <a:lnTo>
                  <a:pt x="685" y="6847"/>
                </a:lnTo>
                <a:lnTo>
                  <a:pt x="663" y="6718"/>
                </a:lnTo>
                <a:lnTo>
                  <a:pt x="642" y="6397"/>
                </a:lnTo>
                <a:lnTo>
                  <a:pt x="642" y="5820"/>
                </a:lnTo>
                <a:lnTo>
                  <a:pt x="642" y="5820"/>
                </a:lnTo>
                <a:lnTo>
                  <a:pt x="599" y="4536"/>
                </a:lnTo>
                <a:lnTo>
                  <a:pt x="599" y="4536"/>
                </a:lnTo>
                <a:lnTo>
                  <a:pt x="578" y="3830"/>
                </a:lnTo>
                <a:lnTo>
                  <a:pt x="578" y="3124"/>
                </a:lnTo>
                <a:lnTo>
                  <a:pt x="578" y="3124"/>
                </a:lnTo>
                <a:lnTo>
                  <a:pt x="599" y="2889"/>
                </a:lnTo>
                <a:lnTo>
                  <a:pt x="620" y="2653"/>
                </a:lnTo>
                <a:lnTo>
                  <a:pt x="663" y="2546"/>
                </a:lnTo>
                <a:lnTo>
                  <a:pt x="706" y="2439"/>
                </a:lnTo>
                <a:lnTo>
                  <a:pt x="770" y="2354"/>
                </a:lnTo>
                <a:lnTo>
                  <a:pt x="856" y="2268"/>
                </a:lnTo>
                <a:lnTo>
                  <a:pt x="856" y="2268"/>
                </a:lnTo>
                <a:lnTo>
                  <a:pt x="984" y="2183"/>
                </a:lnTo>
                <a:lnTo>
                  <a:pt x="1134" y="2118"/>
                </a:lnTo>
                <a:lnTo>
                  <a:pt x="1262" y="2097"/>
                </a:lnTo>
                <a:lnTo>
                  <a:pt x="1434" y="2076"/>
                </a:lnTo>
                <a:lnTo>
                  <a:pt x="1733" y="2054"/>
                </a:lnTo>
                <a:lnTo>
                  <a:pt x="2033" y="2054"/>
                </a:lnTo>
                <a:lnTo>
                  <a:pt x="2033" y="2054"/>
                </a:lnTo>
                <a:lnTo>
                  <a:pt x="2289" y="2033"/>
                </a:lnTo>
                <a:lnTo>
                  <a:pt x="2546" y="1990"/>
                </a:lnTo>
                <a:lnTo>
                  <a:pt x="2546" y="1990"/>
                </a:lnTo>
                <a:lnTo>
                  <a:pt x="2674" y="2011"/>
                </a:lnTo>
                <a:lnTo>
                  <a:pt x="2717" y="2033"/>
                </a:lnTo>
                <a:lnTo>
                  <a:pt x="2739" y="2054"/>
                </a:lnTo>
                <a:lnTo>
                  <a:pt x="2781" y="2140"/>
                </a:lnTo>
                <a:lnTo>
                  <a:pt x="2867" y="2247"/>
                </a:lnTo>
                <a:lnTo>
                  <a:pt x="2867" y="2247"/>
                </a:lnTo>
                <a:lnTo>
                  <a:pt x="2974" y="2311"/>
                </a:lnTo>
                <a:lnTo>
                  <a:pt x="3102" y="2354"/>
                </a:lnTo>
                <a:lnTo>
                  <a:pt x="3252" y="2375"/>
                </a:lnTo>
                <a:lnTo>
                  <a:pt x="3402" y="2375"/>
                </a:lnTo>
                <a:lnTo>
                  <a:pt x="3723" y="2354"/>
                </a:lnTo>
                <a:lnTo>
                  <a:pt x="4001" y="2332"/>
                </a:lnTo>
                <a:lnTo>
                  <a:pt x="4001" y="2332"/>
                </a:lnTo>
                <a:lnTo>
                  <a:pt x="4686" y="2354"/>
                </a:lnTo>
                <a:lnTo>
                  <a:pt x="5370" y="2354"/>
                </a:lnTo>
                <a:lnTo>
                  <a:pt x="5370" y="2354"/>
                </a:lnTo>
                <a:lnTo>
                  <a:pt x="5542" y="2354"/>
                </a:lnTo>
                <a:lnTo>
                  <a:pt x="5670" y="2332"/>
                </a:lnTo>
                <a:lnTo>
                  <a:pt x="5777" y="2290"/>
                </a:lnTo>
                <a:lnTo>
                  <a:pt x="5927" y="2225"/>
                </a:lnTo>
                <a:lnTo>
                  <a:pt x="5927" y="2225"/>
                </a:lnTo>
                <a:lnTo>
                  <a:pt x="6055" y="2161"/>
                </a:lnTo>
                <a:lnTo>
                  <a:pt x="6205" y="2140"/>
                </a:lnTo>
                <a:lnTo>
                  <a:pt x="6504" y="2118"/>
                </a:lnTo>
                <a:lnTo>
                  <a:pt x="6504" y="2118"/>
                </a:lnTo>
                <a:lnTo>
                  <a:pt x="7146" y="2076"/>
                </a:lnTo>
                <a:lnTo>
                  <a:pt x="7489" y="2076"/>
                </a:lnTo>
                <a:lnTo>
                  <a:pt x="7809" y="2097"/>
                </a:lnTo>
                <a:lnTo>
                  <a:pt x="7809" y="2097"/>
                </a:lnTo>
                <a:lnTo>
                  <a:pt x="7938" y="2140"/>
                </a:lnTo>
                <a:lnTo>
                  <a:pt x="8023" y="2183"/>
                </a:lnTo>
                <a:lnTo>
                  <a:pt x="8109" y="2268"/>
                </a:lnTo>
                <a:lnTo>
                  <a:pt x="8152" y="2375"/>
                </a:lnTo>
                <a:lnTo>
                  <a:pt x="8195" y="2482"/>
                </a:lnTo>
                <a:lnTo>
                  <a:pt x="8216" y="2610"/>
                </a:lnTo>
                <a:lnTo>
                  <a:pt x="8216" y="2846"/>
                </a:lnTo>
                <a:lnTo>
                  <a:pt x="8216" y="2846"/>
                </a:lnTo>
                <a:lnTo>
                  <a:pt x="8237" y="3488"/>
                </a:lnTo>
                <a:lnTo>
                  <a:pt x="8237" y="3787"/>
                </a:lnTo>
                <a:lnTo>
                  <a:pt x="8216" y="4108"/>
                </a:lnTo>
                <a:lnTo>
                  <a:pt x="8216" y="4108"/>
                </a:lnTo>
                <a:close/>
                <a:moveTo>
                  <a:pt x="3209" y="4557"/>
                </a:moveTo>
                <a:lnTo>
                  <a:pt x="3209" y="4557"/>
                </a:lnTo>
                <a:lnTo>
                  <a:pt x="3102" y="4515"/>
                </a:lnTo>
                <a:lnTo>
                  <a:pt x="2995" y="4472"/>
                </a:lnTo>
                <a:lnTo>
                  <a:pt x="2953" y="4450"/>
                </a:lnTo>
                <a:lnTo>
                  <a:pt x="2931" y="4429"/>
                </a:lnTo>
                <a:lnTo>
                  <a:pt x="2910" y="4386"/>
                </a:lnTo>
                <a:lnTo>
                  <a:pt x="2888" y="4322"/>
                </a:lnTo>
                <a:lnTo>
                  <a:pt x="2888" y="4322"/>
                </a:lnTo>
                <a:lnTo>
                  <a:pt x="2910" y="4194"/>
                </a:lnTo>
                <a:lnTo>
                  <a:pt x="2931" y="4044"/>
                </a:lnTo>
                <a:lnTo>
                  <a:pt x="2974" y="3787"/>
                </a:lnTo>
                <a:lnTo>
                  <a:pt x="2974" y="3637"/>
                </a:lnTo>
                <a:lnTo>
                  <a:pt x="2974" y="3509"/>
                </a:lnTo>
                <a:lnTo>
                  <a:pt x="2931" y="3381"/>
                </a:lnTo>
                <a:lnTo>
                  <a:pt x="2846" y="3274"/>
                </a:lnTo>
                <a:lnTo>
                  <a:pt x="2846" y="3274"/>
                </a:lnTo>
                <a:lnTo>
                  <a:pt x="2781" y="3231"/>
                </a:lnTo>
                <a:lnTo>
                  <a:pt x="2717" y="3188"/>
                </a:lnTo>
                <a:lnTo>
                  <a:pt x="2589" y="3145"/>
                </a:lnTo>
                <a:lnTo>
                  <a:pt x="2439" y="3167"/>
                </a:lnTo>
                <a:lnTo>
                  <a:pt x="2311" y="3210"/>
                </a:lnTo>
                <a:lnTo>
                  <a:pt x="2161" y="3274"/>
                </a:lnTo>
                <a:lnTo>
                  <a:pt x="2033" y="3359"/>
                </a:lnTo>
                <a:lnTo>
                  <a:pt x="1947" y="3466"/>
                </a:lnTo>
                <a:lnTo>
                  <a:pt x="1883" y="3595"/>
                </a:lnTo>
                <a:lnTo>
                  <a:pt x="1883" y="3595"/>
                </a:lnTo>
                <a:lnTo>
                  <a:pt x="1861" y="3702"/>
                </a:lnTo>
                <a:lnTo>
                  <a:pt x="1840" y="3830"/>
                </a:lnTo>
                <a:lnTo>
                  <a:pt x="1840" y="3958"/>
                </a:lnTo>
                <a:lnTo>
                  <a:pt x="1861" y="4065"/>
                </a:lnTo>
                <a:lnTo>
                  <a:pt x="1861" y="4065"/>
                </a:lnTo>
                <a:lnTo>
                  <a:pt x="1904" y="4172"/>
                </a:lnTo>
                <a:lnTo>
                  <a:pt x="1990" y="4279"/>
                </a:lnTo>
                <a:lnTo>
                  <a:pt x="2054" y="4408"/>
                </a:lnTo>
                <a:lnTo>
                  <a:pt x="2054" y="4450"/>
                </a:lnTo>
                <a:lnTo>
                  <a:pt x="2054" y="4515"/>
                </a:lnTo>
                <a:lnTo>
                  <a:pt x="2054" y="4515"/>
                </a:lnTo>
                <a:lnTo>
                  <a:pt x="2011" y="4557"/>
                </a:lnTo>
                <a:lnTo>
                  <a:pt x="1968" y="4600"/>
                </a:lnTo>
                <a:lnTo>
                  <a:pt x="1819" y="4664"/>
                </a:lnTo>
                <a:lnTo>
                  <a:pt x="1669" y="4729"/>
                </a:lnTo>
                <a:lnTo>
                  <a:pt x="1605" y="4771"/>
                </a:lnTo>
                <a:lnTo>
                  <a:pt x="1562" y="4814"/>
                </a:lnTo>
                <a:lnTo>
                  <a:pt x="1562" y="4814"/>
                </a:lnTo>
                <a:lnTo>
                  <a:pt x="1498" y="4943"/>
                </a:lnTo>
                <a:lnTo>
                  <a:pt x="1455" y="5071"/>
                </a:lnTo>
                <a:lnTo>
                  <a:pt x="1412" y="5371"/>
                </a:lnTo>
                <a:lnTo>
                  <a:pt x="1412" y="5371"/>
                </a:lnTo>
                <a:lnTo>
                  <a:pt x="1391" y="5520"/>
                </a:lnTo>
                <a:lnTo>
                  <a:pt x="1369" y="5691"/>
                </a:lnTo>
                <a:lnTo>
                  <a:pt x="1369" y="5863"/>
                </a:lnTo>
                <a:lnTo>
                  <a:pt x="1391" y="5927"/>
                </a:lnTo>
                <a:lnTo>
                  <a:pt x="1412" y="6012"/>
                </a:lnTo>
                <a:lnTo>
                  <a:pt x="1412" y="6012"/>
                </a:lnTo>
                <a:lnTo>
                  <a:pt x="1455" y="6055"/>
                </a:lnTo>
                <a:lnTo>
                  <a:pt x="1519" y="6098"/>
                </a:lnTo>
                <a:lnTo>
                  <a:pt x="1647" y="6162"/>
                </a:lnTo>
                <a:lnTo>
                  <a:pt x="1776" y="6184"/>
                </a:lnTo>
                <a:lnTo>
                  <a:pt x="1904" y="6184"/>
                </a:lnTo>
                <a:lnTo>
                  <a:pt x="1904" y="6184"/>
                </a:lnTo>
                <a:lnTo>
                  <a:pt x="2311" y="6162"/>
                </a:lnTo>
                <a:lnTo>
                  <a:pt x="2717" y="6119"/>
                </a:lnTo>
                <a:lnTo>
                  <a:pt x="2717" y="6119"/>
                </a:lnTo>
                <a:lnTo>
                  <a:pt x="3081" y="6098"/>
                </a:lnTo>
                <a:lnTo>
                  <a:pt x="3252" y="6055"/>
                </a:lnTo>
                <a:lnTo>
                  <a:pt x="3338" y="6034"/>
                </a:lnTo>
                <a:lnTo>
                  <a:pt x="3423" y="5991"/>
                </a:lnTo>
                <a:lnTo>
                  <a:pt x="3423" y="5991"/>
                </a:lnTo>
                <a:lnTo>
                  <a:pt x="3509" y="5905"/>
                </a:lnTo>
                <a:lnTo>
                  <a:pt x="3573" y="5777"/>
                </a:lnTo>
                <a:lnTo>
                  <a:pt x="3616" y="5649"/>
                </a:lnTo>
                <a:lnTo>
                  <a:pt x="3637" y="5499"/>
                </a:lnTo>
                <a:lnTo>
                  <a:pt x="3659" y="5349"/>
                </a:lnTo>
                <a:lnTo>
                  <a:pt x="3637" y="5199"/>
                </a:lnTo>
                <a:lnTo>
                  <a:pt x="3616" y="5071"/>
                </a:lnTo>
                <a:lnTo>
                  <a:pt x="3573" y="4943"/>
                </a:lnTo>
                <a:lnTo>
                  <a:pt x="3573" y="4943"/>
                </a:lnTo>
                <a:lnTo>
                  <a:pt x="3509" y="4836"/>
                </a:lnTo>
                <a:lnTo>
                  <a:pt x="3423" y="4729"/>
                </a:lnTo>
                <a:lnTo>
                  <a:pt x="3338" y="4643"/>
                </a:lnTo>
                <a:lnTo>
                  <a:pt x="3209" y="4557"/>
                </a:lnTo>
                <a:lnTo>
                  <a:pt x="3209" y="4557"/>
                </a:lnTo>
                <a:close/>
                <a:moveTo>
                  <a:pt x="3167" y="5349"/>
                </a:moveTo>
                <a:lnTo>
                  <a:pt x="3167" y="5349"/>
                </a:lnTo>
                <a:lnTo>
                  <a:pt x="3167" y="5477"/>
                </a:lnTo>
                <a:lnTo>
                  <a:pt x="3167" y="5542"/>
                </a:lnTo>
                <a:lnTo>
                  <a:pt x="3102" y="5606"/>
                </a:lnTo>
                <a:lnTo>
                  <a:pt x="2995" y="5649"/>
                </a:lnTo>
                <a:lnTo>
                  <a:pt x="2995" y="5649"/>
                </a:lnTo>
                <a:lnTo>
                  <a:pt x="2846" y="5691"/>
                </a:lnTo>
                <a:lnTo>
                  <a:pt x="2781" y="5691"/>
                </a:lnTo>
                <a:lnTo>
                  <a:pt x="2739" y="5691"/>
                </a:lnTo>
                <a:lnTo>
                  <a:pt x="2696" y="5649"/>
                </a:lnTo>
                <a:lnTo>
                  <a:pt x="2674" y="5627"/>
                </a:lnTo>
                <a:lnTo>
                  <a:pt x="2632" y="5477"/>
                </a:lnTo>
                <a:lnTo>
                  <a:pt x="2632" y="5477"/>
                </a:lnTo>
                <a:lnTo>
                  <a:pt x="2589" y="5221"/>
                </a:lnTo>
                <a:lnTo>
                  <a:pt x="2568" y="5092"/>
                </a:lnTo>
                <a:lnTo>
                  <a:pt x="2525" y="4985"/>
                </a:lnTo>
                <a:lnTo>
                  <a:pt x="2525" y="4985"/>
                </a:lnTo>
                <a:lnTo>
                  <a:pt x="2525" y="4921"/>
                </a:lnTo>
                <a:lnTo>
                  <a:pt x="2525" y="4857"/>
                </a:lnTo>
                <a:lnTo>
                  <a:pt x="2503" y="4814"/>
                </a:lnTo>
                <a:lnTo>
                  <a:pt x="2439" y="4793"/>
                </a:lnTo>
                <a:lnTo>
                  <a:pt x="2439" y="4793"/>
                </a:lnTo>
                <a:lnTo>
                  <a:pt x="2375" y="4793"/>
                </a:lnTo>
                <a:lnTo>
                  <a:pt x="2311" y="4814"/>
                </a:lnTo>
                <a:lnTo>
                  <a:pt x="2289" y="4878"/>
                </a:lnTo>
                <a:lnTo>
                  <a:pt x="2268" y="4943"/>
                </a:lnTo>
                <a:lnTo>
                  <a:pt x="2268" y="4943"/>
                </a:lnTo>
                <a:lnTo>
                  <a:pt x="2289" y="4985"/>
                </a:lnTo>
                <a:lnTo>
                  <a:pt x="2311" y="5028"/>
                </a:lnTo>
                <a:lnTo>
                  <a:pt x="2332" y="5114"/>
                </a:lnTo>
                <a:lnTo>
                  <a:pt x="2332" y="5114"/>
                </a:lnTo>
                <a:lnTo>
                  <a:pt x="2332" y="5242"/>
                </a:lnTo>
                <a:lnTo>
                  <a:pt x="2311" y="5371"/>
                </a:lnTo>
                <a:lnTo>
                  <a:pt x="2311" y="5371"/>
                </a:lnTo>
                <a:lnTo>
                  <a:pt x="2311" y="5520"/>
                </a:lnTo>
                <a:lnTo>
                  <a:pt x="2289" y="5649"/>
                </a:lnTo>
                <a:lnTo>
                  <a:pt x="2268" y="5691"/>
                </a:lnTo>
                <a:lnTo>
                  <a:pt x="2225" y="5734"/>
                </a:lnTo>
                <a:lnTo>
                  <a:pt x="2161" y="5756"/>
                </a:lnTo>
                <a:lnTo>
                  <a:pt x="2097" y="5777"/>
                </a:lnTo>
                <a:lnTo>
                  <a:pt x="2097" y="5777"/>
                </a:lnTo>
                <a:lnTo>
                  <a:pt x="1968" y="5777"/>
                </a:lnTo>
                <a:lnTo>
                  <a:pt x="1926" y="5756"/>
                </a:lnTo>
                <a:lnTo>
                  <a:pt x="1904" y="5713"/>
                </a:lnTo>
                <a:lnTo>
                  <a:pt x="1861" y="5627"/>
                </a:lnTo>
                <a:lnTo>
                  <a:pt x="1861" y="5627"/>
                </a:lnTo>
                <a:lnTo>
                  <a:pt x="1840" y="5499"/>
                </a:lnTo>
                <a:lnTo>
                  <a:pt x="1819" y="5328"/>
                </a:lnTo>
                <a:lnTo>
                  <a:pt x="1819" y="5157"/>
                </a:lnTo>
                <a:lnTo>
                  <a:pt x="1840" y="5050"/>
                </a:lnTo>
                <a:lnTo>
                  <a:pt x="1840" y="5050"/>
                </a:lnTo>
                <a:lnTo>
                  <a:pt x="1861" y="4985"/>
                </a:lnTo>
                <a:lnTo>
                  <a:pt x="1904" y="4964"/>
                </a:lnTo>
                <a:lnTo>
                  <a:pt x="2011" y="4900"/>
                </a:lnTo>
                <a:lnTo>
                  <a:pt x="2118" y="4836"/>
                </a:lnTo>
                <a:lnTo>
                  <a:pt x="2204" y="4771"/>
                </a:lnTo>
                <a:lnTo>
                  <a:pt x="2204" y="4771"/>
                </a:lnTo>
                <a:lnTo>
                  <a:pt x="2247" y="4707"/>
                </a:lnTo>
                <a:lnTo>
                  <a:pt x="2268" y="4643"/>
                </a:lnTo>
                <a:lnTo>
                  <a:pt x="2289" y="4515"/>
                </a:lnTo>
                <a:lnTo>
                  <a:pt x="2268" y="4386"/>
                </a:lnTo>
                <a:lnTo>
                  <a:pt x="2225" y="4237"/>
                </a:lnTo>
                <a:lnTo>
                  <a:pt x="2225" y="4237"/>
                </a:lnTo>
                <a:lnTo>
                  <a:pt x="2204" y="4108"/>
                </a:lnTo>
                <a:lnTo>
                  <a:pt x="2182" y="3980"/>
                </a:lnTo>
                <a:lnTo>
                  <a:pt x="2182" y="3830"/>
                </a:lnTo>
                <a:lnTo>
                  <a:pt x="2204" y="3766"/>
                </a:lnTo>
                <a:lnTo>
                  <a:pt x="2225" y="3702"/>
                </a:lnTo>
                <a:lnTo>
                  <a:pt x="2225" y="3702"/>
                </a:lnTo>
                <a:lnTo>
                  <a:pt x="2311" y="3616"/>
                </a:lnTo>
                <a:lnTo>
                  <a:pt x="2418" y="3573"/>
                </a:lnTo>
                <a:lnTo>
                  <a:pt x="2461" y="3573"/>
                </a:lnTo>
                <a:lnTo>
                  <a:pt x="2503" y="3595"/>
                </a:lnTo>
                <a:lnTo>
                  <a:pt x="2546" y="3616"/>
                </a:lnTo>
                <a:lnTo>
                  <a:pt x="2568" y="3680"/>
                </a:lnTo>
                <a:lnTo>
                  <a:pt x="2568" y="3680"/>
                </a:lnTo>
                <a:lnTo>
                  <a:pt x="2589" y="3744"/>
                </a:lnTo>
                <a:lnTo>
                  <a:pt x="2589" y="3809"/>
                </a:lnTo>
                <a:lnTo>
                  <a:pt x="2568" y="3958"/>
                </a:lnTo>
                <a:lnTo>
                  <a:pt x="2503" y="4237"/>
                </a:lnTo>
                <a:lnTo>
                  <a:pt x="2503" y="4237"/>
                </a:lnTo>
                <a:lnTo>
                  <a:pt x="2461" y="4386"/>
                </a:lnTo>
                <a:lnTo>
                  <a:pt x="2461" y="4493"/>
                </a:lnTo>
                <a:lnTo>
                  <a:pt x="2503" y="4557"/>
                </a:lnTo>
                <a:lnTo>
                  <a:pt x="2610" y="4664"/>
                </a:lnTo>
                <a:lnTo>
                  <a:pt x="2610" y="4664"/>
                </a:lnTo>
                <a:lnTo>
                  <a:pt x="2739" y="4729"/>
                </a:lnTo>
                <a:lnTo>
                  <a:pt x="2867" y="4793"/>
                </a:lnTo>
                <a:lnTo>
                  <a:pt x="2995" y="4878"/>
                </a:lnTo>
                <a:lnTo>
                  <a:pt x="3102" y="4964"/>
                </a:lnTo>
                <a:lnTo>
                  <a:pt x="3102" y="4964"/>
                </a:lnTo>
                <a:lnTo>
                  <a:pt x="3124" y="5028"/>
                </a:lnTo>
                <a:lnTo>
                  <a:pt x="3167" y="5157"/>
                </a:lnTo>
                <a:lnTo>
                  <a:pt x="3188" y="5285"/>
                </a:lnTo>
                <a:lnTo>
                  <a:pt x="3188" y="5328"/>
                </a:lnTo>
                <a:lnTo>
                  <a:pt x="3167" y="5349"/>
                </a:lnTo>
                <a:lnTo>
                  <a:pt x="3167" y="5349"/>
                </a:lnTo>
                <a:close/>
                <a:moveTo>
                  <a:pt x="4279" y="3787"/>
                </a:moveTo>
                <a:lnTo>
                  <a:pt x="4279" y="3787"/>
                </a:lnTo>
                <a:lnTo>
                  <a:pt x="4322" y="3744"/>
                </a:lnTo>
                <a:lnTo>
                  <a:pt x="4365" y="3702"/>
                </a:lnTo>
                <a:lnTo>
                  <a:pt x="4429" y="3595"/>
                </a:lnTo>
                <a:lnTo>
                  <a:pt x="4450" y="3552"/>
                </a:lnTo>
                <a:lnTo>
                  <a:pt x="4493" y="3530"/>
                </a:lnTo>
                <a:lnTo>
                  <a:pt x="4557" y="3530"/>
                </a:lnTo>
                <a:lnTo>
                  <a:pt x="4621" y="3573"/>
                </a:lnTo>
                <a:lnTo>
                  <a:pt x="4621" y="3573"/>
                </a:lnTo>
                <a:lnTo>
                  <a:pt x="4686" y="3616"/>
                </a:lnTo>
                <a:lnTo>
                  <a:pt x="4728" y="3680"/>
                </a:lnTo>
                <a:lnTo>
                  <a:pt x="4814" y="3809"/>
                </a:lnTo>
                <a:lnTo>
                  <a:pt x="4857" y="3873"/>
                </a:lnTo>
                <a:lnTo>
                  <a:pt x="4921" y="3894"/>
                </a:lnTo>
                <a:lnTo>
                  <a:pt x="5007" y="3916"/>
                </a:lnTo>
                <a:lnTo>
                  <a:pt x="5114" y="3894"/>
                </a:lnTo>
                <a:lnTo>
                  <a:pt x="5114" y="3894"/>
                </a:lnTo>
                <a:lnTo>
                  <a:pt x="5199" y="3851"/>
                </a:lnTo>
                <a:lnTo>
                  <a:pt x="5242" y="3809"/>
                </a:lnTo>
                <a:lnTo>
                  <a:pt x="5349" y="3702"/>
                </a:lnTo>
                <a:lnTo>
                  <a:pt x="5456" y="3637"/>
                </a:lnTo>
                <a:lnTo>
                  <a:pt x="5499" y="3616"/>
                </a:lnTo>
                <a:lnTo>
                  <a:pt x="5563" y="3637"/>
                </a:lnTo>
                <a:lnTo>
                  <a:pt x="5563" y="3637"/>
                </a:lnTo>
                <a:lnTo>
                  <a:pt x="5606" y="3680"/>
                </a:lnTo>
                <a:lnTo>
                  <a:pt x="5670" y="3766"/>
                </a:lnTo>
                <a:lnTo>
                  <a:pt x="5713" y="3851"/>
                </a:lnTo>
                <a:lnTo>
                  <a:pt x="5777" y="3916"/>
                </a:lnTo>
                <a:lnTo>
                  <a:pt x="5777" y="3916"/>
                </a:lnTo>
                <a:lnTo>
                  <a:pt x="5841" y="3958"/>
                </a:lnTo>
                <a:lnTo>
                  <a:pt x="5905" y="4001"/>
                </a:lnTo>
                <a:lnTo>
                  <a:pt x="5969" y="4023"/>
                </a:lnTo>
                <a:lnTo>
                  <a:pt x="6055" y="4023"/>
                </a:lnTo>
                <a:lnTo>
                  <a:pt x="6055" y="4023"/>
                </a:lnTo>
                <a:lnTo>
                  <a:pt x="6119" y="3980"/>
                </a:lnTo>
                <a:lnTo>
                  <a:pt x="6162" y="3937"/>
                </a:lnTo>
                <a:lnTo>
                  <a:pt x="6248" y="3809"/>
                </a:lnTo>
                <a:lnTo>
                  <a:pt x="6333" y="3702"/>
                </a:lnTo>
                <a:lnTo>
                  <a:pt x="6376" y="3637"/>
                </a:lnTo>
                <a:lnTo>
                  <a:pt x="6419" y="3616"/>
                </a:lnTo>
                <a:lnTo>
                  <a:pt x="6419" y="3616"/>
                </a:lnTo>
                <a:lnTo>
                  <a:pt x="6483" y="3595"/>
                </a:lnTo>
                <a:lnTo>
                  <a:pt x="6547" y="3616"/>
                </a:lnTo>
                <a:lnTo>
                  <a:pt x="6697" y="3723"/>
                </a:lnTo>
                <a:lnTo>
                  <a:pt x="6847" y="3830"/>
                </a:lnTo>
                <a:lnTo>
                  <a:pt x="6911" y="3873"/>
                </a:lnTo>
                <a:lnTo>
                  <a:pt x="6996" y="3873"/>
                </a:lnTo>
                <a:lnTo>
                  <a:pt x="6996" y="3873"/>
                </a:lnTo>
                <a:lnTo>
                  <a:pt x="7103" y="3873"/>
                </a:lnTo>
                <a:lnTo>
                  <a:pt x="7168" y="3851"/>
                </a:lnTo>
                <a:lnTo>
                  <a:pt x="7210" y="3809"/>
                </a:lnTo>
                <a:lnTo>
                  <a:pt x="7253" y="3766"/>
                </a:lnTo>
                <a:lnTo>
                  <a:pt x="7339" y="3637"/>
                </a:lnTo>
                <a:lnTo>
                  <a:pt x="7424" y="3509"/>
                </a:lnTo>
                <a:lnTo>
                  <a:pt x="7424" y="3509"/>
                </a:lnTo>
                <a:lnTo>
                  <a:pt x="7510" y="3423"/>
                </a:lnTo>
                <a:lnTo>
                  <a:pt x="7574" y="3317"/>
                </a:lnTo>
                <a:lnTo>
                  <a:pt x="7595" y="3274"/>
                </a:lnTo>
                <a:lnTo>
                  <a:pt x="7595" y="3210"/>
                </a:lnTo>
                <a:lnTo>
                  <a:pt x="7574" y="3167"/>
                </a:lnTo>
                <a:lnTo>
                  <a:pt x="7489" y="3103"/>
                </a:lnTo>
                <a:lnTo>
                  <a:pt x="7489" y="3103"/>
                </a:lnTo>
                <a:lnTo>
                  <a:pt x="7403" y="3081"/>
                </a:lnTo>
                <a:lnTo>
                  <a:pt x="7339" y="3103"/>
                </a:lnTo>
                <a:lnTo>
                  <a:pt x="7275" y="3124"/>
                </a:lnTo>
                <a:lnTo>
                  <a:pt x="7232" y="3167"/>
                </a:lnTo>
                <a:lnTo>
                  <a:pt x="7125" y="3295"/>
                </a:lnTo>
                <a:lnTo>
                  <a:pt x="7082" y="3338"/>
                </a:lnTo>
                <a:lnTo>
                  <a:pt x="7018" y="3359"/>
                </a:lnTo>
                <a:lnTo>
                  <a:pt x="7018" y="3359"/>
                </a:lnTo>
                <a:lnTo>
                  <a:pt x="6975" y="3359"/>
                </a:lnTo>
                <a:lnTo>
                  <a:pt x="6911" y="3338"/>
                </a:lnTo>
                <a:lnTo>
                  <a:pt x="6825" y="3252"/>
                </a:lnTo>
                <a:lnTo>
                  <a:pt x="6740" y="3167"/>
                </a:lnTo>
                <a:lnTo>
                  <a:pt x="6697" y="3145"/>
                </a:lnTo>
                <a:lnTo>
                  <a:pt x="6633" y="3124"/>
                </a:lnTo>
                <a:lnTo>
                  <a:pt x="6633" y="3124"/>
                </a:lnTo>
                <a:lnTo>
                  <a:pt x="6547" y="3103"/>
                </a:lnTo>
                <a:lnTo>
                  <a:pt x="6462" y="3124"/>
                </a:lnTo>
                <a:lnTo>
                  <a:pt x="6376" y="3167"/>
                </a:lnTo>
                <a:lnTo>
                  <a:pt x="6312" y="3210"/>
                </a:lnTo>
                <a:lnTo>
                  <a:pt x="6183" y="3317"/>
                </a:lnTo>
                <a:lnTo>
                  <a:pt x="6119" y="3359"/>
                </a:lnTo>
                <a:lnTo>
                  <a:pt x="6055" y="3381"/>
                </a:lnTo>
                <a:lnTo>
                  <a:pt x="6055" y="3381"/>
                </a:lnTo>
                <a:lnTo>
                  <a:pt x="5991" y="3359"/>
                </a:lnTo>
                <a:lnTo>
                  <a:pt x="5948" y="3338"/>
                </a:lnTo>
                <a:lnTo>
                  <a:pt x="5841" y="3252"/>
                </a:lnTo>
                <a:lnTo>
                  <a:pt x="5755" y="3145"/>
                </a:lnTo>
                <a:lnTo>
                  <a:pt x="5691" y="3124"/>
                </a:lnTo>
                <a:lnTo>
                  <a:pt x="5627" y="3103"/>
                </a:lnTo>
                <a:lnTo>
                  <a:pt x="5627" y="3103"/>
                </a:lnTo>
                <a:lnTo>
                  <a:pt x="5542" y="3103"/>
                </a:lnTo>
                <a:lnTo>
                  <a:pt x="5456" y="3124"/>
                </a:lnTo>
                <a:lnTo>
                  <a:pt x="5392" y="3167"/>
                </a:lnTo>
                <a:lnTo>
                  <a:pt x="5328" y="3231"/>
                </a:lnTo>
                <a:lnTo>
                  <a:pt x="5199" y="3359"/>
                </a:lnTo>
                <a:lnTo>
                  <a:pt x="5135" y="3423"/>
                </a:lnTo>
                <a:lnTo>
                  <a:pt x="5071" y="3466"/>
                </a:lnTo>
                <a:lnTo>
                  <a:pt x="5071" y="3466"/>
                </a:lnTo>
                <a:lnTo>
                  <a:pt x="5007" y="3466"/>
                </a:lnTo>
                <a:lnTo>
                  <a:pt x="4964" y="3466"/>
                </a:lnTo>
                <a:lnTo>
                  <a:pt x="4921" y="3423"/>
                </a:lnTo>
                <a:lnTo>
                  <a:pt x="4878" y="3381"/>
                </a:lnTo>
                <a:lnTo>
                  <a:pt x="4793" y="3295"/>
                </a:lnTo>
                <a:lnTo>
                  <a:pt x="4728" y="3252"/>
                </a:lnTo>
                <a:lnTo>
                  <a:pt x="4664" y="3210"/>
                </a:lnTo>
                <a:lnTo>
                  <a:pt x="4664" y="3210"/>
                </a:lnTo>
                <a:lnTo>
                  <a:pt x="4600" y="3188"/>
                </a:lnTo>
                <a:lnTo>
                  <a:pt x="4515" y="3188"/>
                </a:lnTo>
                <a:lnTo>
                  <a:pt x="4429" y="3210"/>
                </a:lnTo>
                <a:lnTo>
                  <a:pt x="4365" y="3231"/>
                </a:lnTo>
                <a:lnTo>
                  <a:pt x="4236" y="3338"/>
                </a:lnTo>
                <a:lnTo>
                  <a:pt x="4151" y="3466"/>
                </a:lnTo>
                <a:lnTo>
                  <a:pt x="4151" y="3466"/>
                </a:lnTo>
                <a:lnTo>
                  <a:pt x="4087" y="3595"/>
                </a:lnTo>
                <a:lnTo>
                  <a:pt x="4087" y="3659"/>
                </a:lnTo>
                <a:lnTo>
                  <a:pt x="4087" y="3723"/>
                </a:lnTo>
                <a:lnTo>
                  <a:pt x="4087" y="3787"/>
                </a:lnTo>
                <a:lnTo>
                  <a:pt x="4129" y="3830"/>
                </a:lnTo>
                <a:lnTo>
                  <a:pt x="4194" y="3830"/>
                </a:lnTo>
                <a:lnTo>
                  <a:pt x="4279" y="3787"/>
                </a:lnTo>
                <a:lnTo>
                  <a:pt x="4279" y="3787"/>
                </a:lnTo>
                <a:close/>
                <a:moveTo>
                  <a:pt x="4921" y="4643"/>
                </a:moveTo>
                <a:lnTo>
                  <a:pt x="4921" y="4643"/>
                </a:lnTo>
                <a:lnTo>
                  <a:pt x="6996" y="4557"/>
                </a:lnTo>
                <a:lnTo>
                  <a:pt x="6996" y="4557"/>
                </a:lnTo>
                <a:lnTo>
                  <a:pt x="7168" y="4557"/>
                </a:lnTo>
                <a:lnTo>
                  <a:pt x="7424" y="4536"/>
                </a:lnTo>
                <a:lnTo>
                  <a:pt x="7553" y="4493"/>
                </a:lnTo>
                <a:lnTo>
                  <a:pt x="7638" y="4450"/>
                </a:lnTo>
                <a:lnTo>
                  <a:pt x="7660" y="4429"/>
                </a:lnTo>
                <a:lnTo>
                  <a:pt x="7681" y="4386"/>
                </a:lnTo>
                <a:lnTo>
                  <a:pt x="7681" y="4344"/>
                </a:lnTo>
                <a:lnTo>
                  <a:pt x="7660" y="4279"/>
                </a:lnTo>
                <a:lnTo>
                  <a:pt x="7660" y="4279"/>
                </a:lnTo>
                <a:lnTo>
                  <a:pt x="7638" y="4237"/>
                </a:lnTo>
                <a:lnTo>
                  <a:pt x="7595" y="4215"/>
                </a:lnTo>
                <a:lnTo>
                  <a:pt x="7510" y="4172"/>
                </a:lnTo>
                <a:lnTo>
                  <a:pt x="7403" y="4151"/>
                </a:lnTo>
                <a:lnTo>
                  <a:pt x="7253" y="4151"/>
                </a:lnTo>
                <a:lnTo>
                  <a:pt x="6996" y="4194"/>
                </a:lnTo>
                <a:lnTo>
                  <a:pt x="6804" y="4215"/>
                </a:lnTo>
                <a:lnTo>
                  <a:pt x="6804" y="4215"/>
                </a:lnTo>
                <a:lnTo>
                  <a:pt x="5734" y="4258"/>
                </a:lnTo>
                <a:lnTo>
                  <a:pt x="4664" y="4301"/>
                </a:lnTo>
                <a:lnTo>
                  <a:pt x="4664" y="4301"/>
                </a:lnTo>
                <a:lnTo>
                  <a:pt x="4515" y="4301"/>
                </a:lnTo>
                <a:lnTo>
                  <a:pt x="4279" y="4322"/>
                </a:lnTo>
                <a:lnTo>
                  <a:pt x="4172" y="4344"/>
                </a:lnTo>
                <a:lnTo>
                  <a:pt x="4087" y="4386"/>
                </a:lnTo>
                <a:lnTo>
                  <a:pt x="4065" y="4408"/>
                </a:lnTo>
                <a:lnTo>
                  <a:pt x="4044" y="4450"/>
                </a:lnTo>
                <a:lnTo>
                  <a:pt x="4044" y="4493"/>
                </a:lnTo>
                <a:lnTo>
                  <a:pt x="4065" y="4536"/>
                </a:lnTo>
                <a:lnTo>
                  <a:pt x="4065" y="4536"/>
                </a:lnTo>
                <a:lnTo>
                  <a:pt x="4108" y="4600"/>
                </a:lnTo>
                <a:lnTo>
                  <a:pt x="4215" y="4643"/>
                </a:lnTo>
                <a:lnTo>
                  <a:pt x="4322" y="4664"/>
                </a:lnTo>
                <a:lnTo>
                  <a:pt x="4450" y="4664"/>
                </a:lnTo>
                <a:lnTo>
                  <a:pt x="4728" y="4643"/>
                </a:lnTo>
                <a:lnTo>
                  <a:pt x="4921" y="4643"/>
                </a:lnTo>
                <a:lnTo>
                  <a:pt x="4921" y="4643"/>
                </a:lnTo>
                <a:close/>
                <a:moveTo>
                  <a:pt x="6419" y="5477"/>
                </a:moveTo>
                <a:lnTo>
                  <a:pt x="6419" y="5477"/>
                </a:lnTo>
                <a:lnTo>
                  <a:pt x="6141" y="5456"/>
                </a:lnTo>
                <a:lnTo>
                  <a:pt x="5884" y="5477"/>
                </a:lnTo>
                <a:lnTo>
                  <a:pt x="5349" y="5499"/>
                </a:lnTo>
                <a:lnTo>
                  <a:pt x="5349" y="5499"/>
                </a:lnTo>
                <a:lnTo>
                  <a:pt x="4878" y="5520"/>
                </a:lnTo>
                <a:lnTo>
                  <a:pt x="4643" y="5542"/>
                </a:lnTo>
                <a:lnTo>
                  <a:pt x="4408" y="5606"/>
                </a:lnTo>
                <a:lnTo>
                  <a:pt x="4408" y="5606"/>
                </a:lnTo>
                <a:lnTo>
                  <a:pt x="4279" y="5649"/>
                </a:lnTo>
                <a:lnTo>
                  <a:pt x="4194" y="5713"/>
                </a:lnTo>
                <a:lnTo>
                  <a:pt x="4172" y="5756"/>
                </a:lnTo>
                <a:lnTo>
                  <a:pt x="4172" y="5798"/>
                </a:lnTo>
                <a:lnTo>
                  <a:pt x="4194" y="5841"/>
                </a:lnTo>
                <a:lnTo>
                  <a:pt x="4258" y="5884"/>
                </a:lnTo>
                <a:lnTo>
                  <a:pt x="4258" y="5884"/>
                </a:lnTo>
                <a:lnTo>
                  <a:pt x="4343" y="5905"/>
                </a:lnTo>
                <a:lnTo>
                  <a:pt x="4472" y="5884"/>
                </a:lnTo>
                <a:lnTo>
                  <a:pt x="4707" y="5841"/>
                </a:lnTo>
                <a:lnTo>
                  <a:pt x="4707" y="5841"/>
                </a:lnTo>
                <a:lnTo>
                  <a:pt x="4985" y="5841"/>
                </a:lnTo>
                <a:lnTo>
                  <a:pt x="5263" y="5820"/>
                </a:lnTo>
                <a:lnTo>
                  <a:pt x="5263" y="5820"/>
                </a:lnTo>
                <a:lnTo>
                  <a:pt x="6162" y="5798"/>
                </a:lnTo>
                <a:lnTo>
                  <a:pt x="7061" y="5777"/>
                </a:lnTo>
                <a:lnTo>
                  <a:pt x="7061" y="5777"/>
                </a:lnTo>
                <a:lnTo>
                  <a:pt x="7210" y="5777"/>
                </a:lnTo>
                <a:lnTo>
                  <a:pt x="7382" y="5734"/>
                </a:lnTo>
                <a:lnTo>
                  <a:pt x="7446" y="5691"/>
                </a:lnTo>
                <a:lnTo>
                  <a:pt x="7489" y="5649"/>
                </a:lnTo>
                <a:lnTo>
                  <a:pt x="7489" y="5584"/>
                </a:lnTo>
                <a:lnTo>
                  <a:pt x="7403" y="5499"/>
                </a:lnTo>
                <a:lnTo>
                  <a:pt x="7403" y="5499"/>
                </a:lnTo>
                <a:lnTo>
                  <a:pt x="7339" y="5456"/>
                </a:lnTo>
                <a:lnTo>
                  <a:pt x="7210" y="5413"/>
                </a:lnTo>
                <a:lnTo>
                  <a:pt x="7082" y="5413"/>
                </a:lnTo>
                <a:lnTo>
                  <a:pt x="6932" y="5413"/>
                </a:lnTo>
                <a:lnTo>
                  <a:pt x="6419" y="5477"/>
                </a:lnTo>
                <a:lnTo>
                  <a:pt x="6419" y="5477"/>
                </a:lnTo>
                <a:close/>
                <a:moveTo>
                  <a:pt x="6911" y="4857"/>
                </a:moveTo>
                <a:lnTo>
                  <a:pt x="6911" y="4857"/>
                </a:lnTo>
                <a:lnTo>
                  <a:pt x="5884" y="4921"/>
                </a:lnTo>
                <a:lnTo>
                  <a:pt x="5370" y="4964"/>
                </a:lnTo>
                <a:lnTo>
                  <a:pt x="4835" y="4985"/>
                </a:lnTo>
                <a:lnTo>
                  <a:pt x="4835" y="4985"/>
                </a:lnTo>
                <a:lnTo>
                  <a:pt x="4707" y="4985"/>
                </a:lnTo>
                <a:lnTo>
                  <a:pt x="4515" y="4985"/>
                </a:lnTo>
                <a:lnTo>
                  <a:pt x="4408" y="5007"/>
                </a:lnTo>
                <a:lnTo>
                  <a:pt x="4322" y="5028"/>
                </a:lnTo>
                <a:lnTo>
                  <a:pt x="4258" y="5071"/>
                </a:lnTo>
                <a:lnTo>
                  <a:pt x="4258" y="5092"/>
                </a:lnTo>
                <a:lnTo>
                  <a:pt x="4258" y="5135"/>
                </a:lnTo>
                <a:lnTo>
                  <a:pt x="4258" y="5135"/>
                </a:lnTo>
                <a:lnTo>
                  <a:pt x="4258" y="5157"/>
                </a:lnTo>
                <a:lnTo>
                  <a:pt x="4301" y="5178"/>
                </a:lnTo>
                <a:lnTo>
                  <a:pt x="4386" y="5199"/>
                </a:lnTo>
                <a:lnTo>
                  <a:pt x="4664" y="5221"/>
                </a:lnTo>
                <a:lnTo>
                  <a:pt x="5156" y="5199"/>
                </a:lnTo>
                <a:lnTo>
                  <a:pt x="5156" y="5199"/>
                </a:lnTo>
                <a:lnTo>
                  <a:pt x="5413" y="5199"/>
                </a:lnTo>
                <a:lnTo>
                  <a:pt x="6012" y="5178"/>
                </a:lnTo>
                <a:lnTo>
                  <a:pt x="7018" y="5135"/>
                </a:lnTo>
                <a:lnTo>
                  <a:pt x="7018" y="5135"/>
                </a:lnTo>
                <a:lnTo>
                  <a:pt x="7189" y="5135"/>
                </a:lnTo>
                <a:lnTo>
                  <a:pt x="7467" y="5135"/>
                </a:lnTo>
                <a:lnTo>
                  <a:pt x="7595" y="5114"/>
                </a:lnTo>
                <a:lnTo>
                  <a:pt x="7681" y="5071"/>
                </a:lnTo>
                <a:lnTo>
                  <a:pt x="7724" y="5050"/>
                </a:lnTo>
                <a:lnTo>
                  <a:pt x="7724" y="5007"/>
                </a:lnTo>
                <a:lnTo>
                  <a:pt x="7745" y="4985"/>
                </a:lnTo>
                <a:lnTo>
                  <a:pt x="7724" y="4943"/>
                </a:lnTo>
                <a:lnTo>
                  <a:pt x="7724" y="4943"/>
                </a:lnTo>
                <a:lnTo>
                  <a:pt x="7660" y="4878"/>
                </a:lnTo>
                <a:lnTo>
                  <a:pt x="7574" y="4836"/>
                </a:lnTo>
                <a:lnTo>
                  <a:pt x="7467" y="4814"/>
                </a:lnTo>
                <a:lnTo>
                  <a:pt x="7339" y="4814"/>
                </a:lnTo>
                <a:lnTo>
                  <a:pt x="7082" y="4836"/>
                </a:lnTo>
                <a:lnTo>
                  <a:pt x="6911" y="4857"/>
                </a:lnTo>
                <a:lnTo>
                  <a:pt x="6911" y="4857"/>
                </a:lnTo>
                <a:close/>
                <a:moveTo>
                  <a:pt x="6697" y="6141"/>
                </a:moveTo>
                <a:lnTo>
                  <a:pt x="6697" y="6141"/>
                </a:lnTo>
                <a:lnTo>
                  <a:pt x="6526" y="6184"/>
                </a:lnTo>
                <a:lnTo>
                  <a:pt x="6376" y="6269"/>
                </a:lnTo>
                <a:lnTo>
                  <a:pt x="6312" y="6312"/>
                </a:lnTo>
                <a:lnTo>
                  <a:pt x="6269" y="6376"/>
                </a:lnTo>
                <a:lnTo>
                  <a:pt x="6226" y="6462"/>
                </a:lnTo>
                <a:lnTo>
                  <a:pt x="6226" y="6547"/>
                </a:lnTo>
                <a:lnTo>
                  <a:pt x="6226" y="6547"/>
                </a:lnTo>
                <a:lnTo>
                  <a:pt x="6226" y="6611"/>
                </a:lnTo>
                <a:lnTo>
                  <a:pt x="6248" y="6697"/>
                </a:lnTo>
                <a:lnTo>
                  <a:pt x="6290" y="6740"/>
                </a:lnTo>
                <a:lnTo>
                  <a:pt x="6355" y="6783"/>
                </a:lnTo>
                <a:lnTo>
                  <a:pt x="6483" y="6847"/>
                </a:lnTo>
                <a:lnTo>
                  <a:pt x="6633" y="6868"/>
                </a:lnTo>
                <a:lnTo>
                  <a:pt x="6633" y="6868"/>
                </a:lnTo>
                <a:lnTo>
                  <a:pt x="6740" y="6847"/>
                </a:lnTo>
                <a:lnTo>
                  <a:pt x="6825" y="6825"/>
                </a:lnTo>
                <a:lnTo>
                  <a:pt x="6889" y="6804"/>
                </a:lnTo>
                <a:lnTo>
                  <a:pt x="6954" y="6761"/>
                </a:lnTo>
                <a:lnTo>
                  <a:pt x="7018" y="6697"/>
                </a:lnTo>
                <a:lnTo>
                  <a:pt x="7039" y="6654"/>
                </a:lnTo>
                <a:lnTo>
                  <a:pt x="7082" y="6590"/>
                </a:lnTo>
                <a:lnTo>
                  <a:pt x="7082" y="6526"/>
                </a:lnTo>
                <a:lnTo>
                  <a:pt x="7082" y="6462"/>
                </a:lnTo>
                <a:lnTo>
                  <a:pt x="7082" y="6397"/>
                </a:lnTo>
                <a:lnTo>
                  <a:pt x="7061" y="6333"/>
                </a:lnTo>
                <a:lnTo>
                  <a:pt x="7018" y="6291"/>
                </a:lnTo>
                <a:lnTo>
                  <a:pt x="6954" y="6248"/>
                </a:lnTo>
                <a:lnTo>
                  <a:pt x="6889" y="6205"/>
                </a:lnTo>
                <a:lnTo>
                  <a:pt x="6804" y="6162"/>
                </a:lnTo>
                <a:lnTo>
                  <a:pt x="6697" y="6141"/>
                </a:lnTo>
                <a:lnTo>
                  <a:pt x="6697" y="6141"/>
                </a:lnTo>
                <a:close/>
                <a:moveTo>
                  <a:pt x="4686" y="1134"/>
                </a:moveTo>
                <a:lnTo>
                  <a:pt x="4686" y="1134"/>
                </a:lnTo>
                <a:lnTo>
                  <a:pt x="4686" y="1070"/>
                </a:lnTo>
                <a:lnTo>
                  <a:pt x="4664" y="1027"/>
                </a:lnTo>
                <a:lnTo>
                  <a:pt x="4643" y="984"/>
                </a:lnTo>
                <a:lnTo>
                  <a:pt x="4600" y="942"/>
                </a:lnTo>
                <a:lnTo>
                  <a:pt x="4493" y="899"/>
                </a:lnTo>
                <a:lnTo>
                  <a:pt x="4386" y="899"/>
                </a:lnTo>
                <a:lnTo>
                  <a:pt x="4279" y="920"/>
                </a:lnTo>
                <a:lnTo>
                  <a:pt x="4194" y="963"/>
                </a:lnTo>
                <a:lnTo>
                  <a:pt x="4108" y="1049"/>
                </a:lnTo>
                <a:lnTo>
                  <a:pt x="4108" y="1113"/>
                </a:lnTo>
                <a:lnTo>
                  <a:pt x="4087" y="1177"/>
                </a:lnTo>
                <a:lnTo>
                  <a:pt x="4087" y="1177"/>
                </a:lnTo>
                <a:lnTo>
                  <a:pt x="4087" y="1241"/>
                </a:lnTo>
                <a:lnTo>
                  <a:pt x="4108" y="1284"/>
                </a:lnTo>
                <a:lnTo>
                  <a:pt x="4151" y="1327"/>
                </a:lnTo>
                <a:lnTo>
                  <a:pt x="4172" y="1369"/>
                </a:lnTo>
                <a:lnTo>
                  <a:pt x="4279" y="1412"/>
                </a:lnTo>
                <a:lnTo>
                  <a:pt x="4386" y="1412"/>
                </a:lnTo>
                <a:lnTo>
                  <a:pt x="4493" y="1391"/>
                </a:lnTo>
                <a:lnTo>
                  <a:pt x="4579" y="1327"/>
                </a:lnTo>
                <a:lnTo>
                  <a:pt x="4664" y="1241"/>
                </a:lnTo>
                <a:lnTo>
                  <a:pt x="4686" y="1198"/>
                </a:lnTo>
                <a:lnTo>
                  <a:pt x="4686" y="1134"/>
                </a:lnTo>
                <a:lnTo>
                  <a:pt x="4686" y="1134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24"/>
          <p:cNvSpPr/>
          <p:nvPr/>
        </p:nvSpPr>
        <p:spPr>
          <a:xfrm>
            <a:off x="4977579" y="2564721"/>
            <a:ext cx="273615" cy="231173"/>
          </a:xfrm>
          <a:custGeom>
            <a:rect b="b" l="l" r="r" t="t"/>
            <a:pathLst>
              <a:path extrusionOk="0" h="8045" w="8709">
                <a:moveTo>
                  <a:pt x="8665" y="4793"/>
                </a:moveTo>
                <a:lnTo>
                  <a:pt x="8665" y="4793"/>
                </a:lnTo>
                <a:lnTo>
                  <a:pt x="8687" y="3916"/>
                </a:lnTo>
                <a:lnTo>
                  <a:pt x="8708" y="3038"/>
                </a:lnTo>
                <a:lnTo>
                  <a:pt x="8708" y="3038"/>
                </a:lnTo>
                <a:lnTo>
                  <a:pt x="8687" y="2717"/>
                </a:lnTo>
                <a:lnTo>
                  <a:pt x="8665" y="2396"/>
                </a:lnTo>
                <a:lnTo>
                  <a:pt x="8622" y="2225"/>
                </a:lnTo>
                <a:lnTo>
                  <a:pt x="8580" y="2076"/>
                </a:lnTo>
                <a:lnTo>
                  <a:pt x="8516" y="1926"/>
                </a:lnTo>
                <a:lnTo>
                  <a:pt x="8409" y="1797"/>
                </a:lnTo>
                <a:lnTo>
                  <a:pt x="8409" y="1797"/>
                </a:lnTo>
                <a:lnTo>
                  <a:pt x="8366" y="1733"/>
                </a:lnTo>
                <a:lnTo>
                  <a:pt x="8302" y="1690"/>
                </a:lnTo>
                <a:lnTo>
                  <a:pt x="8130" y="1626"/>
                </a:lnTo>
                <a:lnTo>
                  <a:pt x="7959" y="1583"/>
                </a:lnTo>
                <a:lnTo>
                  <a:pt x="7767" y="1541"/>
                </a:lnTo>
                <a:lnTo>
                  <a:pt x="7360" y="1541"/>
                </a:lnTo>
                <a:lnTo>
                  <a:pt x="7018" y="1541"/>
                </a:lnTo>
                <a:lnTo>
                  <a:pt x="7018" y="1541"/>
                </a:lnTo>
                <a:lnTo>
                  <a:pt x="6633" y="1541"/>
                </a:lnTo>
                <a:lnTo>
                  <a:pt x="6226" y="1562"/>
                </a:lnTo>
                <a:lnTo>
                  <a:pt x="6226" y="1562"/>
                </a:lnTo>
                <a:lnTo>
                  <a:pt x="6141" y="1562"/>
                </a:lnTo>
                <a:lnTo>
                  <a:pt x="6076" y="1541"/>
                </a:lnTo>
                <a:lnTo>
                  <a:pt x="6034" y="1519"/>
                </a:lnTo>
                <a:lnTo>
                  <a:pt x="6012" y="1476"/>
                </a:lnTo>
                <a:lnTo>
                  <a:pt x="6012" y="1348"/>
                </a:lnTo>
                <a:lnTo>
                  <a:pt x="6012" y="1177"/>
                </a:lnTo>
                <a:lnTo>
                  <a:pt x="6012" y="1177"/>
                </a:lnTo>
                <a:lnTo>
                  <a:pt x="6012" y="1006"/>
                </a:lnTo>
                <a:lnTo>
                  <a:pt x="6012" y="856"/>
                </a:lnTo>
                <a:lnTo>
                  <a:pt x="5991" y="770"/>
                </a:lnTo>
                <a:lnTo>
                  <a:pt x="5948" y="706"/>
                </a:lnTo>
                <a:lnTo>
                  <a:pt x="5905" y="663"/>
                </a:lnTo>
                <a:lnTo>
                  <a:pt x="5841" y="599"/>
                </a:lnTo>
                <a:lnTo>
                  <a:pt x="5841" y="599"/>
                </a:lnTo>
                <a:lnTo>
                  <a:pt x="5691" y="514"/>
                </a:lnTo>
                <a:lnTo>
                  <a:pt x="5520" y="428"/>
                </a:lnTo>
                <a:lnTo>
                  <a:pt x="5199" y="278"/>
                </a:lnTo>
                <a:lnTo>
                  <a:pt x="5199" y="278"/>
                </a:lnTo>
                <a:lnTo>
                  <a:pt x="4921" y="150"/>
                </a:lnTo>
                <a:lnTo>
                  <a:pt x="4793" y="86"/>
                </a:lnTo>
                <a:lnTo>
                  <a:pt x="4664" y="43"/>
                </a:lnTo>
                <a:lnTo>
                  <a:pt x="4515" y="22"/>
                </a:lnTo>
                <a:lnTo>
                  <a:pt x="4365" y="0"/>
                </a:lnTo>
                <a:lnTo>
                  <a:pt x="4236" y="22"/>
                </a:lnTo>
                <a:lnTo>
                  <a:pt x="4087" y="64"/>
                </a:lnTo>
                <a:lnTo>
                  <a:pt x="4087" y="64"/>
                </a:lnTo>
                <a:lnTo>
                  <a:pt x="3701" y="257"/>
                </a:lnTo>
                <a:lnTo>
                  <a:pt x="3316" y="428"/>
                </a:lnTo>
                <a:lnTo>
                  <a:pt x="3316" y="428"/>
                </a:lnTo>
                <a:lnTo>
                  <a:pt x="2995" y="599"/>
                </a:lnTo>
                <a:lnTo>
                  <a:pt x="2846" y="685"/>
                </a:lnTo>
                <a:lnTo>
                  <a:pt x="2717" y="792"/>
                </a:lnTo>
                <a:lnTo>
                  <a:pt x="2717" y="792"/>
                </a:lnTo>
                <a:lnTo>
                  <a:pt x="2674" y="856"/>
                </a:lnTo>
                <a:lnTo>
                  <a:pt x="2653" y="920"/>
                </a:lnTo>
                <a:lnTo>
                  <a:pt x="2632" y="984"/>
                </a:lnTo>
                <a:lnTo>
                  <a:pt x="2632" y="1049"/>
                </a:lnTo>
                <a:lnTo>
                  <a:pt x="2653" y="1177"/>
                </a:lnTo>
                <a:lnTo>
                  <a:pt x="2674" y="1327"/>
                </a:lnTo>
                <a:lnTo>
                  <a:pt x="2674" y="1327"/>
                </a:lnTo>
                <a:lnTo>
                  <a:pt x="2653" y="1391"/>
                </a:lnTo>
                <a:lnTo>
                  <a:pt x="2632" y="1455"/>
                </a:lnTo>
                <a:lnTo>
                  <a:pt x="2610" y="1476"/>
                </a:lnTo>
                <a:lnTo>
                  <a:pt x="2546" y="1498"/>
                </a:lnTo>
                <a:lnTo>
                  <a:pt x="2439" y="1498"/>
                </a:lnTo>
                <a:lnTo>
                  <a:pt x="2289" y="1498"/>
                </a:lnTo>
                <a:lnTo>
                  <a:pt x="2289" y="1498"/>
                </a:lnTo>
                <a:lnTo>
                  <a:pt x="1562" y="1519"/>
                </a:lnTo>
                <a:lnTo>
                  <a:pt x="1198" y="1562"/>
                </a:lnTo>
                <a:lnTo>
                  <a:pt x="856" y="1605"/>
                </a:lnTo>
                <a:lnTo>
                  <a:pt x="856" y="1605"/>
                </a:lnTo>
                <a:lnTo>
                  <a:pt x="706" y="1626"/>
                </a:lnTo>
                <a:lnTo>
                  <a:pt x="556" y="1669"/>
                </a:lnTo>
                <a:lnTo>
                  <a:pt x="407" y="1712"/>
                </a:lnTo>
                <a:lnTo>
                  <a:pt x="278" y="1797"/>
                </a:lnTo>
                <a:lnTo>
                  <a:pt x="278" y="1797"/>
                </a:lnTo>
                <a:lnTo>
                  <a:pt x="235" y="1862"/>
                </a:lnTo>
                <a:lnTo>
                  <a:pt x="193" y="1926"/>
                </a:lnTo>
                <a:lnTo>
                  <a:pt x="150" y="2097"/>
                </a:lnTo>
                <a:lnTo>
                  <a:pt x="86" y="2418"/>
                </a:lnTo>
                <a:lnTo>
                  <a:pt x="86" y="2418"/>
                </a:lnTo>
                <a:lnTo>
                  <a:pt x="43" y="2824"/>
                </a:lnTo>
                <a:lnTo>
                  <a:pt x="0" y="3231"/>
                </a:lnTo>
                <a:lnTo>
                  <a:pt x="0" y="3659"/>
                </a:lnTo>
                <a:lnTo>
                  <a:pt x="0" y="4065"/>
                </a:lnTo>
                <a:lnTo>
                  <a:pt x="43" y="4900"/>
                </a:lnTo>
                <a:lnTo>
                  <a:pt x="64" y="5734"/>
                </a:lnTo>
                <a:lnTo>
                  <a:pt x="64" y="5734"/>
                </a:lnTo>
                <a:lnTo>
                  <a:pt x="43" y="5798"/>
                </a:lnTo>
                <a:lnTo>
                  <a:pt x="43" y="5970"/>
                </a:lnTo>
                <a:lnTo>
                  <a:pt x="43" y="6483"/>
                </a:lnTo>
                <a:lnTo>
                  <a:pt x="86" y="7039"/>
                </a:lnTo>
                <a:lnTo>
                  <a:pt x="107" y="7253"/>
                </a:lnTo>
                <a:lnTo>
                  <a:pt x="128" y="7360"/>
                </a:lnTo>
                <a:lnTo>
                  <a:pt x="128" y="7360"/>
                </a:lnTo>
                <a:lnTo>
                  <a:pt x="214" y="7510"/>
                </a:lnTo>
                <a:lnTo>
                  <a:pt x="342" y="7617"/>
                </a:lnTo>
                <a:lnTo>
                  <a:pt x="514" y="7724"/>
                </a:lnTo>
                <a:lnTo>
                  <a:pt x="685" y="7810"/>
                </a:lnTo>
                <a:lnTo>
                  <a:pt x="877" y="7874"/>
                </a:lnTo>
                <a:lnTo>
                  <a:pt x="1070" y="7938"/>
                </a:lnTo>
                <a:lnTo>
                  <a:pt x="1412" y="8002"/>
                </a:lnTo>
                <a:lnTo>
                  <a:pt x="1412" y="8002"/>
                </a:lnTo>
                <a:lnTo>
                  <a:pt x="1861" y="8045"/>
                </a:lnTo>
                <a:lnTo>
                  <a:pt x="2332" y="8045"/>
                </a:lnTo>
                <a:lnTo>
                  <a:pt x="2803" y="8045"/>
                </a:lnTo>
                <a:lnTo>
                  <a:pt x="3252" y="8024"/>
                </a:lnTo>
                <a:lnTo>
                  <a:pt x="4194" y="7959"/>
                </a:lnTo>
                <a:lnTo>
                  <a:pt x="4664" y="7959"/>
                </a:lnTo>
                <a:lnTo>
                  <a:pt x="5114" y="7959"/>
                </a:lnTo>
                <a:lnTo>
                  <a:pt x="5114" y="7959"/>
                </a:lnTo>
                <a:lnTo>
                  <a:pt x="5969" y="7981"/>
                </a:lnTo>
                <a:lnTo>
                  <a:pt x="6397" y="7981"/>
                </a:lnTo>
                <a:lnTo>
                  <a:pt x="6825" y="7959"/>
                </a:lnTo>
                <a:lnTo>
                  <a:pt x="6825" y="7959"/>
                </a:lnTo>
                <a:lnTo>
                  <a:pt x="7210" y="7938"/>
                </a:lnTo>
                <a:lnTo>
                  <a:pt x="7617" y="7917"/>
                </a:lnTo>
                <a:lnTo>
                  <a:pt x="7809" y="7874"/>
                </a:lnTo>
                <a:lnTo>
                  <a:pt x="8023" y="7852"/>
                </a:lnTo>
                <a:lnTo>
                  <a:pt x="8195" y="7788"/>
                </a:lnTo>
                <a:lnTo>
                  <a:pt x="8366" y="7703"/>
                </a:lnTo>
                <a:lnTo>
                  <a:pt x="8366" y="7703"/>
                </a:lnTo>
                <a:lnTo>
                  <a:pt x="8430" y="7660"/>
                </a:lnTo>
                <a:lnTo>
                  <a:pt x="8494" y="7617"/>
                </a:lnTo>
                <a:lnTo>
                  <a:pt x="8580" y="7467"/>
                </a:lnTo>
                <a:lnTo>
                  <a:pt x="8622" y="7318"/>
                </a:lnTo>
                <a:lnTo>
                  <a:pt x="8665" y="7146"/>
                </a:lnTo>
                <a:lnTo>
                  <a:pt x="8665" y="6954"/>
                </a:lnTo>
                <a:lnTo>
                  <a:pt x="8665" y="6783"/>
                </a:lnTo>
                <a:lnTo>
                  <a:pt x="8644" y="6462"/>
                </a:lnTo>
                <a:lnTo>
                  <a:pt x="8644" y="6462"/>
                </a:lnTo>
                <a:lnTo>
                  <a:pt x="8665" y="4793"/>
                </a:lnTo>
                <a:lnTo>
                  <a:pt x="8665" y="4793"/>
                </a:lnTo>
                <a:close/>
                <a:moveTo>
                  <a:pt x="3124" y="1049"/>
                </a:moveTo>
                <a:lnTo>
                  <a:pt x="3124" y="1049"/>
                </a:lnTo>
                <a:lnTo>
                  <a:pt x="3167" y="963"/>
                </a:lnTo>
                <a:lnTo>
                  <a:pt x="3252" y="920"/>
                </a:lnTo>
                <a:lnTo>
                  <a:pt x="3252" y="920"/>
                </a:lnTo>
                <a:lnTo>
                  <a:pt x="3445" y="856"/>
                </a:lnTo>
                <a:lnTo>
                  <a:pt x="3637" y="792"/>
                </a:lnTo>
                <a:lnTo>
                  <a:pt x="3830" y="728"/>
                </a:lnTo>
                <a:lnTo>
                  <a:pt x="4022" y="642"/>
                </a:lnTo>
                <a:lnTo>
                  <a:pt x="4022" y="642"/>
                </a:lnTo>
                <a:lnTo>
                  <a:pt x="4236" y="535"/>
                </a:lnTo>
                <a:lnTo>
                  <a:pt x="4408" y="471"/>
                </a:lnTo>
                <a:lnTo>
                  <a:pt x="4493" y="471"/>
                </a:lnTo>
                <a:lnTo>
                  <a:pt x="4579" y="471"/>
                </a:lnTo>
                <a:lnTo>
                  <a:pt x="4664" y="492"/>
                </a:lnTo>
                <a:lnTo>
                  <a:pt x="4793" y="535"/>
                </a:lnTo>
                <a:lnTo>
                  <a:pt x="4793" y="535"/>
                </a:lnTo>
                <a:lnTo>
                  <a:pt x="5178" y="663"/>
                </a:lnTo>
                <a:lnTo>
                  <a:pt x="5370" y="749"/>
                </a:lnTo>
                <a:lnTo>
                  <a:pt x="5456" y="792"/>
                </a:lnTo>
                <a:lnTo>
                  <a:pt x="5499" y="856"/>
                </a:lnTo>
                <a:lnTo>
                  <a:pt x="5499" y="856"/>
                </a:lnTo>
                <a:lnTo>
                  <a:pt x="5542" y="920"/>
                </a:lnTo>
                <a:lnTo>
                  <a:pt x="5584" y="1006"/>
                </a:lnTo>
                <a:lnTo>
                  <a:pt x="5627" y="1198"/>
                </a:lnTo>
                <a:lnTo>
                  <a:pt x="5627" y="1412"/>
                </a:lnTo>
                <a:lnTo>
                  <a:pt x="5606" y="1498"/>
                </a:lnTo>
                <a:lnTo>
                  <a:pt x="5584" y="1583"/>
                </a:lnTo>
                <a:lnTo>
                  <a:pt x="5584" y="1583"/>
                </a:lnTo>
                <a:lnTo>
                  <a:pt x="5542" y="1626"/>
                </a:lnTo>
                <a:lnTo>
                  <a:pt x="5456" y="1669"/>
                </a:lnTo>
                <a:lnTo>
                  <a:pt x="5242" y="1755"/>
                </a:lnTo>
                <a:lnTo>
                  <a:pt x="5049" y="1797"/>
                </a:lnTo>
                <a:lnTo>
                  <a:pt x="4985" y="1797"/>
                </a:lnTo>
                <a:lnTo>
                  <a:pt x="4964" y="1776"/>
                </a:lnTo>
                <a:lnTo>
                  <a:pt x="4964" y="1776"/>
                </a:lnTo>
                <a:lnTo>
                  <a:pt x="3851" y="1755"/>
                </a:lnTo>
                <a:lnTo>
                  <a:pt x="3851" y="1755"/>
                </a:lnTo>
                <a:lnTo>
                  <a:pt x="3680" y="1755"/>
                </a:lnTo>
                <a:lnTo>
                  <a:pt x="3488" y="1755"/>
                </a:lnTo>
                <a:lnTo>
                  <a:pt x="3381" y="1733"/>
                </a:lnTo>
                <a:lnTo>
                  <a:pt x="3295" y="1712"/>
                </a:lnTo>
                <a:lnTo>
                  <a:pt x="3231" y="1669"/>
                </a:lnTo>
                <a:lnTo>
                  <a:pt x="3167" y="1605"/>
                </a:lnTo>
                <a:lnTo>
                  <a:pt x="3167" y="1605"/>
                </a:lnTo>
                <a:lnTo>
                  <a:pt x="3145" y="1519"/>
                </a:lnTo>
                <a:lnTo>
                  <a:pt x="3124" y="1327"/>
                </a:lnTo>
                <a:lnTo>
                  <a:pt x="3102" y="1156"/>
                </a:lnTo>
                <a:lnTo>
                  <a:pt x="3124" y="1049"/>
                </a:lnTo>
                <a:lnTo>
                  <a:pt x="3124" y="1049"/>
                </a:lnTo>
                <a:close/>
                <a:moveTo>
                  <a:pt x="8216" y="4108"/>
                </a:moveTo>
                <a:lnTo>
                  <a:pt x="8216" y="4108"/>
                </a:lnTo>
                <a:lnTo>
                  <a:pt x="8195" y="4429"/>
                </a:lnTo>
                <a:lnTo>
                  <a:pt x="8152" y="4750"/>
                </a:lnTo>
                <a:lnTo>
                  <a:pt x="8109" y="5092"/>
                </a:lnTo>
                <a:lnTo>
                  <a:pt x="8088" y="5413"/>
                </a:lnTo>
                <a:lnTo>
                  <a:pt x="8088" y="5413"/>
                </a:lnTo>
                <a:lnTo>
                  <a:pt x="8088" y="6077"/>
                </a:lnTo>
                <a:lnTo>
                  <a:pt x="8088" y="6419"/>
                </a:lnTo>
                <a:lnTo>
                  <a:pt x="8066" y="6740"/>
                </a:lnTo>
                <a:lnTo>
                  <a:pt x="8066" y="6740"/>
                </a:lnTo>
                <a:lnTo>
                  <a:pt x="8045" y="6868"/>
                </a:lnTo>
                <a:lnTo>
                  <a:pt x="8023" y="6997"/>
                </a:lnTo>
                <a:lnTo>
                  <a:pt x="7959" y="7104"/>
                </a:lnTo>
                <a:lnTo>
                  <a:pt x="7916" y="7146"/>
                </a:lnTo>
                <a:lnTo>
                  <a:pt x="7852" y="7189"/>
                </a:lnTo>
                <a:lnTo>
                  <a:pt x="7852" y="7189"/>
                </a:lnTo>
                <a:lnTo>
                  <a:pt x="7745" y="7253"/>
                </a:lnTo>
                <a:lnTo>
                  <a:pt x="7595" y="7296"/>
                </a:lnTo>
                <a:lnTo>
                  <a:pt x="7339" y="7360"/>
                </a:lnTo>
                <a:lnTo>
                  <a:pt x="7339" y="7360"/>
                </a:lnTo>
                <a:lnTo>
                  <a:pt x="6697" y="7382"/>
                </a:lnTo>
                <a:lnTo>
                  <a:pt x="6312" y="7382"/>
                </a:lnTo>
                <a:lnTo>
                  <a:pt x="6183" y="7360"/>
                </a:lnTo>
                <a:lnTo>
                  <a:pt x="6141" y="7360"/>
                </a:lnTo>
                <a:lnTo>
                  <a:pt x="6141" y="7360"/>
                </a:lnTo>
                <a:lnTo>
                  <a:pt x="4621" y="7403"/>
                </a:lnTo>
                <a:lnTo>
                  <a:pt x="3102" y="7424"/>
                </a:lnTo>
                <a:lnTo>
                  <a:pt x="3102" y="7424"/>
                </a:lnTo>
                <a:lnTo>
                  <a:pt x="2781" y="7424"/>
                </a:lnTo>
                <a:lnTo>
                  <a:pt x="2461" y="7403"/>
                </a:lnTo>
                <a:lnTo>
                  <a:pt x="1797" y="7382"/>
                </a:lnTo>
                <a:lnTo>
                  <a:pt x="1797" y="7382"/>
                </a:lnTo>
                <a:lnTo>
                  <a:pt x="1519" y="7360"/>
                </a:lnTo>
                <a:lnTo>
                  <a:pt x="1348" y="7339"/>
                </a:lnTo>
                <a:lnTo>
                  <a:pt x="1198" y="7318"/>
                </a:lnTo>
                <a:lnTo>
                  <a:pt x="1070" y="7275"/>
                </a:lnTo>
                <a:lnTo>
                  <a:pt x="941" y="7189"/>
                </a:lnTo>
                <a:lnTo>
                  <a:pt x="834" y="7104"/>
                </a:lnTo>
                <a:lnTo>
                  <a:pt x="749" y="6975"/>
                </a:lnTo>
                <a:lnTo>
                  <a:pt x="749" y="6975"/>
                </a:lnTo>
                <a:lnTo>
                  <a:pt x="685" y="6847"/>
                </a:lnTo>
                <a:lnTo>
                  <a:pt x="663" y="6718"/>
                </a:lnTo>
                <a:lnTo>
                  <a:pt x="642" y="6397"/>
                </a:lnTo>
                <a:lnTo>
                  <a:pt x="642" y="5820"/>
                </a:lnTo>
                <a:lnTo>
                  <a:pt x="642" y="5820"/>
                </a:lnTo>
                <a:lnTo>
                  <a:pt x="599" y="4536"/>
                </a:lnTo>
                <a:lnTo>
                  <a:pt x="599" y="4536"/>
                </a:lnTo>
                <a:lnTo>
                  <a:pt x="578" y="3830"/>
                </a:lnTo>
                <a:lnTo>
                  <a:pt x="578" y="3124"/>
                </a:lnTo>
                <a:lnTo>
                  <a:pt x="578" y="3124"/>
                </a:lnTo>
                <a:lnTo>
                  <a:pt x="599" y="2889"/>
                </a:lnTo>
                <a:lnTo>
                  <a:pt x="620" y="2653"/>
                </a:lnTo>
                <a:lnTo>
                  <a:pt x="663" y="2546"/>
                </a:lnTo>
                <a:lnTo>
                  <a:pt x="706" y="2439"/>
                </a:lnTo>
                <a:lnTo>
                  <a:pt x="770" y="2354"/>
                </a:lnTo>
                <a:lnTo>
                  <a:pt x="856" y="2268"/>
                </a:lnTo>
                <a:lnTo>
                  <a:pt x="856" y="2268"/>
                </a:lnTo>
                <a:lnTo>
                  <a:pt x="984" y="2183"/>
                </a:lnTo>
                <a:lnTo>
                  <a:pt x="1134" y="2118"/>
                </a:lnTo>
                <a:lnTo>
                  <a:pt x="1262" y="2097"/>
                </a:lnTo>
                <a:lnTo>
                  <a:pt x="1434" y="2076"/>
                </a:lnTo>
                <a:lnTo>
                  <a:pt x="1733" y="2054"/>
                </a:lnTo>
                <a:lnTo>
                  <a:pt x="2033" y="2054"/>
                </a:lnTo>
                <a:lnTo>
                  <a:pt x="2033" y="2054"/>
                </a:lnTo>
                <a:lnTo>
                  <a:pt x="2289" y="2033"/>
                </a:lnTo>
                <a:lnTo>
                  <a:pt x="2546" y="1990"/>
                </a:lnTo>
                <a:lnTo>
                  <a:pt x="2546" y="1990"/>
                </a:lnTo>
                <a:lnTo>
                  <a:pt x="2674" y="2011"/>
                </a:lnTo>
                <a:lnTo>
                  <a:pt x="2717" y="2033"/>
                </a:lnTo>
                <a:lnTo>
                  <a:pt x="2739" y="2054"/>
                </a:lnTo>
                <a:lnTo>
                  <a:pt x="2781" y="2140"/>
                </a:lnTo>
                <a:lnTo>
                  <a:pt x="2867" y="2247"/>
                </a:lnTo>
                <a:lnTo>
                  <a:pt x="2867" y="2247"/>
                </a:lnTo>
                <a:lnTo>
                  <a:pt x="2974" y="2311"/>
                </a:lnTo>
                <a:lnTo>
                  <a:pt x="3102" y="2354"/>
                </a:lnTo>
                <a:lnTo>
                  <a:pt x="3252" y="2375"/>
                </a:lnTo>
                <a:lnTo>
                  <a:pt x="3402" y="2375"/>
                </a:lnTo>
                <a:lnTo>
                  <a:pt x="3723" y="2354"/>
                </a:lnTo>
                <a:lnTo>
                  <a:pt x="4001" y="2332"/>
                </a:lnTo>
                <a:lnTo>
                  <a:pt x="4001" y="2332"/>
                </a:lnTo>
                <a:lnTo>
                  <a:pt x="4686" y="2354"/>
                </a:lnTo>
                <a:lnTo>
                  <a:pt x="5370" y="2354"/>
                </a:lnTo>
                <a:lnTo>
                  <a:pt x="5370" y="2354"/>
                </a:lnTo>
                <a:lnTo>
                  <a:pt x="5542" y="2354"/>
                </a:lnTo>
                <a:lnTo>
                  <a:pt x="5670" y="2332"/>
                </a:lnTo>
                <a:lnTo>
                  <a:pt x="5777" y="2290"/>
                </a:lnTo>
                <a:lnTo>
                  <a:pt x="5927" y="2225"/>
                </a:lnTo>
                <a:lnTo>
                  <a:pt x="5927" y="2225"/>
                </a:lnTo>
                <a:lnTo>
                  <a:pt x="6055" y="2161"/>
                </a:lnTo>
                <a:lnTo>
                  <a:pt x="6205" y="2140"/>
                </a:lnTo>
                <a:lnTo>
                  <a:pt x="6504" y="2118"/>
                </a:lnTo>
                <a:lnTo>
                  <a:pt x="6504" y="2118"/>
                </a:lnTo>
                <a:lnTo>
                  <a:pt x="7146" y="2076"/>
                </a:lnTo>
                <a:lnTo>
                  <a:pt x="7489" y="2076"/>
                </a:lnTo>
                <a:lnTo>
                  <a:pt x="7809" y="2097"/>
                </a:lnTo>
                <a:lnTo>
                  <a:pt x="7809" y="2097"/>
                </a:lnTo>
                <a:lnTo>
                  <a:pt x="7938" y="2140"/>
                </a:lnTo>
                <a:lnTo>
                  <a:pt x="8023" y="2183"/>
                </a:lnTo>
                <a:lnTo>
                  <a:pt x="8109" y="2268"/>
                </a:lnTo>
                <a:lnTo>
                  <a:pt x="8152" y="2375"/>
                </a:lnTo>
                <a:lnTo>
                  <a:pt x="8195" y="2482"/>
                </a:lnTo>
                <a:lnTo>
                  <a:pt x="8216" y="2610"/>
                </a:lnTo>
                <a:lnTo>
                  <a:pt x="8216" y="2846"/>
                </a:lnTo>
                <a:lnTo>
                  <a:pt x="8216" y="2846"/>
                </a:lnTo>
                <a:lnTo>
                  <a:pt x="8237" y="3488"/>
                </a:lnTo>
                <a:lnTo>
                  <a:pt x="8237" y="3787"/>
                </a:lnTo>
                <a:lnTo>
                  <a:pt x="8216" y="4108"/>
                </a:lnTo>
                <a:lnTo>
                  <a:pt x="8216" y="4108"/>
                </a:lnTo>
                <a:close/>
                <a:moveTo>
                  <a:pt x="3209" y="4557"/>
                </a:moveTo>
                <a:lnTo>
                  <a:pt x="3209" y="4557"/>
                </a:lnTo>
                <a:lnTo>
                  <a:pt x="3102" y="4515"/>
                </a:lnTo>
                <a:lnTo>
                  <a:pt x="2995" y="4472"/>
                </a:lnTo>
                <a:lnTo>
                  <a:pt x="2953" y="4450"/>
                </a:lnTo>
                <a:lnTo>
                  <a:pt x="2931" y="4429"/>
                </a:lnTo>
                <a:lnTo>
                  <a:pt x="2910" y="4386"/>
                </a:lnTo>
                <a:lnTo>
                  <a:pt x="2888" y="4322"/>
                </a:lnTo>
                <a:lnTo>
                  <a:pt x="2888" y="4322"/>
                </a:lnTo>
                <a:lnTo>
                  <a:pt x="2910" y="4194"/>
                </a:lnTo>
                <a:lnTo>
                  <a:pt x="2931" y="4044"/>
                </a:lnTo>
                <a:lnTo>
                  <a:pt x="2974" y="3787"/>
                </a:lnTo>
                <a:lnTo>
                  <a:pt x="2974" y="3637"/>
                </a:lnTo>
                <a:lnTo>
                  <a:pt x="2974" y="3509"/>
                </a:lnTo>
                <a:lnTo>
                  <a:pt x="2931" y="3381"/>
                </a:lnTo>
                <a:lnTo>
                  <a:pt x="2846" y="3274"/>
                </a:lnTo>
                <a:lnTo>
                  <a:pt x="2846" y="3274"/>
                </a:lnTo>
                <a:lnTo>
                  <a:pt x="2781" y="3231"/>
                </a:lnTo>
                <a:lnTo>
                  <a:pt x="2717" y="3188"/>
                </a:lnTo>
                <a:lnTo>
                  <a:pt x="2589" y="3145"/>
                </a:lnTo>
                <a:lnTo>
                  <a:pt x="2439" y="3167"/>
                </a:lnTo>
                <a:lnTo>
                  <a:pt x="2311" y="3210"/>
                </a:lnTo>
                <a:lnTo>
                  <a:pt x="2161" y="3274"/>
                </a:lnTo>
                <a:lnTo>
                  <a:pt x="2033" y="3359"/>
                </a:lnTo>
                <a:lnTo>
                  <a:pt x="1947" y="3466"/>
                </a:lnTo>
                <a:lnTo>
                  <a:pt x="1883" y="3595"/>
                </a:lnTo>
                <a:lnTo>
                  <a:pt x="1883" y="3595"/>
                </a:lnTo>
                <a:lnTo>
                  <a:pt x="1861" y="3702"/>
                </a:lnTo>
                <a:lnTo>
                  <a:pt x="1840" y="3830"/>
                </a:lnTo>
                <a:lnTo>
                  <a:pt x="1840" y="3958"/>
                </a:lnTo>
                <a:lnTo>
                  <a:pt x="1861" y="4065"/>
                </a:lnTo>
                <a:lnTo>
                  <a:pt x="1861" y="4065"/>
                </a:lnTo>
                <a:lnTo>
                  <a:pt x="1904" y="4172"/>
                </a:lnTo>
                <a:lnTo>
                  <a:pt x="1990" y="4279"/>
                </a:lnTo>
                <a:lnTo>
                  <a:pt x="2054" y="4408"/>
                </a:lnTo>
                <a:lnTo>
                  <a:pt x="2054" y="4450"/>
                </a:lnTo>
                <a:lnTo>
                  <a:pt x="2054" y="4515"/>
                </a:lnTo>
                <a:lnTo>
                  <a:pt x="2054" y="4515"/>
                </a:lnTo>
                <a:lnTo>
                  <a:pt x="2011" y="4557"/>
                </a:lnTo>
                <a:lnTo>
                  <a:pt x="1968" y="4600"/>
                </a:lnTo>
                <a:lnTo>
                  <a:pt x="1819" y="4664"/>
                </a:lnTo>
                <a:lnTo>
                  <a:pt x="1669" y="4729"/>
                </a:lnTo>
                <a:lnTo>
                  <a:pt x="1605" y="4771"/>
                </a:lnTo>
                <a:lnTo>
                  <a:pt x="1562" y="4814"/>
                </a:lnTo>
                <a:lnTo>
                  <a:pt x="1562" y="4814"/>
                </a:lnTo>
                <a:lnTo>
                  <a:pt x="1498" y="4943"/>
                </a:lnTo>
                <a:lnTo>
                  <a:pt x="1455" y="5071"/>
                </a:lnTo>
                <a:lnTo>
                  <a:pt x="1412" y="5371"/>
                </a:lnTo>
                <a:lnTo>
                  <a:pt x="1412" y="5371"/>
                </a:lnTo>
                <a:lnTo>
                  <a:pt x="1391" y="5520"/>
                </a:lnTo>
                <a:lnTo>
                  <a:pt x="1369" y="5691"/>
                </a:lnTo>
                <a:lnTo>
                  <a:pt x="1369" y="5863"/>
                </a:lnTo>
                <a:lnTo>
                  <a:pt x="1391" y="5927"/>
                </a:lnTo>
                <a:lnTo>
                  <a:pt x="1412" y="6012"/>
                </a:lnTo>
                <a:lnTo>
                  <a:pt x="1412" y="6012"/>
                </a:lnTo>
                <a:lnTo>
                  <a:pt x="1455" y="6055"/>
                </a:lnTo>
                <a:lnTo>
                  <a:pt x="1519" y="6098"/>
                </a:lnTo>
                <a:lnTo>
                  <a:pt x="1647" y="6162"/>
                </a:lnTo>
                <a:lnTo>
                  <a:pt x="1776" y="6184"/>
                </a:lnTo>
                <a:lnTo>
                  <a:pt x="1904" y="6184"/>
                </a:lnTo>
                <a:lnTo>
                  <a:pt x="1904" y="6184"/>
                </a:lnTo>
                <a:lnTo>
                  <a:pt x="2311" y="6162"/>
                </a:lnTo>
                <a:lnTo>
                  <a:pt x="2717" y="6119"/>
                </a:lnTo>
                <a:lnTo>
                  <a:pt x="2717" y="6119"/>
                </a:lnTo>
                <a:lnTo>
                  <a:pt x="3081" y="6098"/>
                </a:lnTo>
                <a:lnTo>
                  <a:pt x="3252" y="6055"/>
                </a:lnTo>
                <a:lnTo>
                  <a:pt x="3338" y="6034"/>
                </a:lnTo>
                <a:lnTo>
                  <a:pt x="3423" y="5991"/>
                </a:lnTo>
                <a:lnTo>
                  <a:pt x="3423" y="5991"/>
                </a:lnTo>
                <a:lnTo>
                  <a:pt x="3509" y="5905"/>
                </a:lnTo>
                <a:lnTo>
                  <a:pt x="3573" y="5777"/>
                </a:lnTo>
                <a:lnTo>
                  <a:pt x="3616" y="5649"/>
                </a:lnTo>
                <a:lnTo>
                  <a:pt x="3637" y="5499"/>
                </a:lnTo>
                <a:lnTo>
                  <a:pt x="3659" y="5349"/>
                </a:lnTo>
                <a:lnTo>
                  <a:pt x="3637" y="5199"/>
                </a:lnTo>
                <a:lnTo>
                  <a:pt x="3616" y="5071"/>
                </a:lnTo>
                <a:lnTo>
                  <a:pt x="3573" y="4943"/>
                </a:lnTo>
                <a:lnTo>
                  <a:pt x="3573" y="4943"/>
                </a:lnTo>
                <a:lnTo>
                  <a:pt x="3509" y="4836"/>
                </a:lnTo>
                <a:lnTo>
                  <a:pt x="3423" y="4729"/>
                </a:lnTo>
                <a:lnTo>
                  <a:pt x="3338" y="4643"/>
                </a:lnTo>
                <a:lnTo>
                  <a:pt x="3209" y="4557"/>
                </a:lnTo>
                <a:lnTo>
                  <a:pt x="3209" y="4557"/>
                </a:lnTo>
                <a:close/>
                <a:moveTo>
                  <a:pt x="3167" y="5349"/>
                </a:moveTo>
                <a:lnTo>
                  <a:pt x="3167" y="5349"/>
                </a:lnTo>
                <a:lnTo>
                  <a:pt x="3167" y="5477"/>
                </a:lnTo>
                <a:lnTo>
                  <a:pt x="3167" y="5542"/>
                </a:lnTo>
                <a:lnTo>
                  <a:pt x="3102" y="5606"/>
                </a:lnTo>
                <a:lnTo>
                  <a:pt x="2995" y="5649"/>
                </a:lnTo>
                <a:lnTo>
                  <a:pt x="2995" y="5649"/>
                </a:lnTo>
                <a:lnTo>
                  <a:pt x="2846" y="5691"/>
                </a:lnTo>
                <a:lnTo>
                  <a:pt x="2781" y="5691"/>
                </a:lnTo>
                <a:lnTo>
                  <a:pt x="2739" y="5691"/>
                </a:lnTo>
                <a:lnTo>
                  <a:pt x="2696" y="5649"/>
                </a:lnTo>
                <a:lnTo>
                  <a:pt x="2674" y="5627"/>
                </a:lnTo>
                <a:lnTo>
                  <a:pt x="2632" y="5477"/>
                </a:lnTo>
                <a:lnTo>
                  <a:pt x="2632" y="5477"/>
                </a:lnTo>
                <a:lnTo>
                  <a:pt x="2589" y="5221"/>
                </a:lnTo>
                <a:lnTo>
                  <a:pt x="2568" y="5092"/>
                </a:lnTo>
                <a:lnTo>
                  <a:pt x="2525" y="4985"/>
                </a:lnTo>
                <a:lnTo>
                  <a:pt x="2525" y="4985"/>
                </a:lnTo>
                <a:lnTo>
                  <a:pt x="2525" y="4921"/>
                </a:lnTo>
                <a:lnTo>
                  <a:pt x="2525" y="4857"/>
                </a:lnTo>
                <a:lnTo>
                  <a:pt x="2503" y="4814"/>
                </a:lnTo>
                <a:lnTo>
                  <a:pt x="2439" y="4793"/>
                </a:lnTo>
                <a:lnTo>
                  <a:pt x="2439" y="4793"/>
                </a:lnTo>
                <a:lnTo>
                  <a:pt x="2375" y="4793"/>
                </a:lnTo>
                <a:lnTo>
                  <a:pt x="2311" y="4814"/>
                </a:lnTo>
                <a:lnTo>
                  <a:pt x="2289" y="4878"/>
                </a:lnTo>
                <a:lnTo>
                  <a:pt x="2268" y="4943"/>
                </a:lnTo>
                <a:lnTo>
                  <a:pt x="2268" y="4943"/>
                </a:lnTo>
                <a:lnTo>
                  <a:pt x="2289" y="4985"/>
                </a:lnTo>
                <a:lnTo>
                  <a:pt x="2311" y="5028"/>
                </a:lnTo>
                <a:lnTo>
                  <a:pt x="2332" y="5114"/>
                </a:lnTo>
                <a:lnTo>
                  <a:pt x="2332" y="5114"/>
                </a:lnTo>
                <a:lnTo>
                  <a:pt x="2332" y="5242"/>
                </a:lnTo>
                <a:lnTo>
                  <a:pt x="2311" y="5371"/>
                </a:lnTo>
                <a:lnTo>
                  <a:pt x="2311" y="5371"/>
                </a:lnTo>
                <a:lnTo>
                  <a:pt x="2311" y="5520"/>
                </a:lnTo>
                <a:lnTo>
                  <a:pt x="2289" y="5649"/>
                </a:lnTo>
                <a:lnTo>
                  <a:pt x="2268" y="5691"/>
                </a:lnTo>
                <a:lnTo>
                  <a:pt x="2225" y="5734"/>
                </a:lnTo>
                <a:lnTo>
                  <a:pt x="2161" y="5756"/>
                </a:lnTo>
                <a:lnTo>
                  <a:pt x="2097" y="5777"/>
                </a:lnTo>
                <a:lnTo>
                  <a:pt x="2097" y="5777"/>
                </a:lnTo>
                <a:lnTo>
                  <a:pt x="1968" y="5777"/>
                </a:lnTo>
                <a:lnTo>
                  <a:pt x="1926" y="5756"/>
                </a:lnTo>
                <a:lnTo>
                  <a:pt x="1904" y="5713"/>
                </a:lnTo>
                <a:lnTo>
                  <a:pt x="1861" y="5627"/>
                </a:lnTo>
                <a:lnTo>
                  <a:pt x="1861" y="5627"/>
                </a:lnTo>
                <a:lnTo>
                  <a:pt x="1840" y="5499"/>
                </a:lnTo>
                <a:lnTo>
                  <a:pt x="1819" y="5328"/>
                </a:lnTo>
                <a:lnTo>
                  <a:pt x="1819" y="5157"/>
                </a:lnTo>
                <a:lnTo>
                  <a:pt x="1840" y="5050"/>
                </a:lnTo>
                <a:lnTo>
                  <a:pt x="1840" y="5050"/>
                </a:lnTo>
                <a:lnTo>
                  <a:pt x="1861" y="4985"/>
                </a:lnTo>
                <a:lnTo>
                  <a:pt x="1904" y="4964"/>
                </a:lnTo>
                <a:lnTo>
                  <a:pt x="2011" y="4900"/>
                </a:lnTo>
                <a:lnTo>
                  <a:pt x="2118" y="4836"/>
                </a:lnTo>
                <a:lnTo>
                  <a:pt x="2204" y="4771"/>
                </a:lnTo>
                <a:lnTo>
                  <a:pt x="2204" y="4771"/>
                </a:lnTo>
                <a:lnTo>
                  <a:pt x="2247" y="4707"/>
                </a:lnTo>
                <a:lnTo>
                  <a:pt x="2268" y="4643"/>
                </a:lnTo>
                <a:lnTo>
                  <a:pt x="2289" y="4515"/>
                </a:lnTo>
                <a:lnTo>
                  <a:pt x="2268" y="4386"/>
                </a:lnTo>
                <a:lnTo>
                  <a:pt x="2225" y="4237"/>
                </a:lnTo>
                <a:lnTo>
                  <a:pt x="2225" y="4237"/>
                </a:lnTo>
                <a:lnTo>
                  <a:pt x="2204" y="4108"/>
                </a:lnTo>
                <a:lnTo>
                  <a:pt x="2182" y="3980"/>
                </a:lnTo>
                <a:lnTo>
                  <a:pt x="2182" y="3830"/>
                </a:lnTo>
                <a:lnTo>
                  <a:pt x="2204" y="3766"/>
                </a:lnTo>
                <a:lnTo>
                  <a:pt x="2225" y="3702"/>
                </a:lnTo>
                <a:lnTo>
                  <a:pt x="2225" y="3702"/>
                </a:lnTo>
                <a:lnTo>
                  <a:pt x="2311" y="3616"/>
                </a:lnTo>
                <a:lnTo>
                  <a:pt x="2418" y="3573"/>
                </a:lnTo>
                <a:lnTo>
                  <a:pt x="2461" y="3573"/>
                </a:lnTo>
                <a:lnTo>
                  <a:pt x="2503" y="3595"/>
                </a:lnTo>
                <a:lnTo>
                  <a:pt x="2546" y="3616"/>
                </a:lnTo>
                <a:lnTo>
                  <a:pt x="2568" y="3680"/>
                </a:lnTo>
                <a:lnTo>
                  <a:pt x="2568" y="3680"/>
                </a:lnTo>
                <a:lnTo>
                  <a:pt x="2589" y="3744"/>
                </a:lnTo>
                <a:lnTo>
                  <a:pt x="2589" y="3809"/>
                </a:lnTo>
                <a:lnTo>
                  <a:pt x="2568" y="3958"/>
                </a:lnTo>
                <a:lnTo>
                  <a:pt x="2503" y="4237"/>
                </a:lnTo>
                <a:lnTo>
                  <a:pt x="2503" y="4237"/>
                </a:lnTo>
                <a:lnTo>
                  <a:pt x="2461" y="4386"/>
                </a:lnTo>
                <a:lnTo>
                  <a:pt x="2461" y="4493"/>
                </a:lnTo>
                <a:lnTo>
                  <a:pt x="2503" y="4557"/>
                </a:lnTo>
                <a:lnTo>
                  <a:pt x="2610" y="4664"/>
                </a:lnTo>
                <a:lnTo>
                  <a:pt x="2610" y="4664"/>
                </a:lnTo>
                <a:lnTo>
                  <a:pt x="2739" y="4729"/>
                </a:lnTo>
                <a:lnTo>
                  <a:pt x="2867" y="4793"/>
                </a:lnTo>
                <a:lnTo>
                  <a:pt x="2995" y="4878"/>
                </a:lnTo>
                <a:lnTo>
                  <a:pt x="3102" y="4964"/>
                </a:lnTo>
                <a:lnTo>
                  <a:pt x="3102" y="4964"/>
                </a:lnTo>
                <a:lnTo>
                  <a:pt x="3124" y="5028"/>
                </a:lnTo>
                <a:lnTo>
                  <a:pt x="3167" y="5157"/>
                </a:lnTo>
                <a:lnTo>
                  <a:pt x="3188" y="5285"/>
                </a:lnTo>
                <a:lnTo>
                  <a:pt x="3188" y="5328"/>
                </a:lnTo>
                <a:lnTo>
                  <a:pt x="3167" y="5349"/>
                </a:lnTo>
                <a:lnTo>
                  <a:pt x="3167" y="5349"/>
                </a:lnTo>
                <a:close/>
                <a:moveTo>
                  <a:pt x="4279" y="3787"/>
                </a:moveTo>
                <a:lnTo>
                  <a:pt x="4279" y="3787"/>
                </a:lnTo>
                <a:lnTo>
                  <a:pt x="4322" y="3744"/>
                </a:lnTo>
                <a:lnTo>
                  <a:pt x="4365" y="3702"/>
                </a:lnTo>
                <a:lnTo>
                  <a:pt x="4429" y="3595"/>
                </a:lnTo>
                <a:lnTo>
                  <a:pt x="4450" y="3552"/>
                </a:lnTo>
                <a:lnTo>
                  <a:pt x="4493" y="3530"/>
                </a:lnTo>
                <a:lnTo>
                  <a:pt x="4557" y="3530"/>
                </a:lnTo>
                <a:lnTo>
                  <a:pt x="4621" y="3573"/>
                </a:lnTo>
                <a:lnTo>
                  <a:pt x="4621" y="3573"/>
                </a:lnTo>
                <a:lnTo>
                  <a:pt x="4686" y="3616"/>
                </a:lnTo>
                <a:lnTo>
                  <a:pt x="4728" y="3680"/>
                </a:lnTo>
                <a:lnTo>
                  <a:pt x="4814" y="3809"/>
                </a:lnTo>
                <a:lnTo>
                  <a:pt x="4857" y="3873"/>
                </a:lnTo>
                <a:lnTo>
                  <a:pt x="4921" y="3894"/>
                </a:lnTo>
                <a:lnTo>
                  <a:pt x="5007" y="3916"/>
                </a:lnTo>
                <a:lnTo>
                  <a:pt x="5114" y="3894"/>
                </a:lnTo>
                <a:lnTo>
                  <a:pt x="5114" y="3894"/>
                </a:lnTo>
                <a:lnTo>
                  <a:pt x="5199" y="3851"/>
                </a:lnTo>
                <a:lnTo>
                  <a:pt x="5242" y="3809"/>
                </a:lnTo>
                <a:lnTo>
                  <a:pt x="5349" y="3702"/>
                </a:lnTo>
                <a:lnTo>
                  <a:pt x="5456" y="3637"/>
                </a:lnTo>
                <a:lnTo>
                  <a:pt x="5499" y="3616"/>
                </a:lnTo>
                <a:lnTo>
                  <a:pt x="5563" y="3637"/>
                </a:lnTo>
                <a:lnTo>
                  <a:pt x="5563" y="3637"/>
                </a:lnTo>
                <a:lnTo>
                  <a:pt x="5606" y="3680"/>
                </a:lnTo>
                <a:lnTo>
                  <a:pt x="5670" y="3766"/>
                </a:lnTo>
                <a:lnTo>
                  <a:pt x="5713" y="3851"/>
                </a:lnTo>
                <a:lnTo>
                  <a:pt x="5777" y="3916"/>
                </a:lnTo>
                <a:lnTo>
                  <a:pt x="5777" y="3916"/>
                </a:lnTo>
                <a:lnTo>
                  <a:pt x="5841" y="3958"/>
                </a:lnTo>
                <a:lnTo>
                  <a:pt x="5905" y="4001"/>
                </a:lnTo>
                <a:lnTo>
                  <a:pt x="5969" y="4023"/>
                </a:lnTo>
                <a:lnTo>
                  <a:pt x="6055" y="4023"/>
                </a:lnTo>
                <a:lnTo>
                  <a:pt x="6055" y="4023"/>
                </a:lnTo>
                <a:lnTo>
                  <a:pt x="6119" y="3980"/>
                </a:lnTo>
                <a:lnTo>
                  <a:pt x="6162" y="3937"/>
                </a:lnTo>
                <a:lnTo>
                  <a:pt x="6248" y="3809"/>
                </a:lnTo>
                <a:lnTo>
                  <a:pt x="6333" y="3702"/>
                </a:lnTo>
                <a:lnTo>
                  <a:pt x="6376" y="3637"/>
                </a:lnTo>
                <a:lnTo>
                  <a:pt x="6419" y="3616"/>
                </a:lnTo>
                <a:lnTo>
                  <a:pt x="6419" y="3616"/>
                </a:lnTo>
                <a:lnTo>
                  <a:pt x="6483" y="3595"/>
                </a:lnTo>
                <a:lnTo>
                  <a:pt x="6547" y="3616"/>
                </a:lnTo>
                <a:lnTo>
                  <a:pt x="6697" y="3723"/>
                </a:lnTo>
                <a:lnTo>
                  <a:pt x="6847" y="3830"/>
                </a:lnTo>
                <a:lnTo>
                  <a:pt x="6911" y="3873"/>
                </a:lnTo>
                <a:lnTo>
                  <a:pt x="6996" y="3873"/>
                </a:lnTo>
                <a:lnTo>
                  <a:pt x="6996" y="3873"/>
                </a:lnTo>
                <a:lnTo>
                  <a:pt x="7103" y="3873"/>
                </a:lnTo>
                <a:lnTo>
                  <a:pt x="7168" y="3851"/>
                </a:lnTo>
                <a:lnTo>
                  <a:pt x="7210" y="3809"/>
                </a:lnTo>
                <a:lnTo>
                  <a:pt x="7253" y="3766"/>
                </a:lnTo>
                <a:lnTo>
                  <a:pt x="7339" y="3637"/>
                </a:lnTo>
                <a:lnTo>
                  <a:pt x="7424" y="3509"/>
                </a:lnTo>
                <a:lnTo>
                  <a:pt x="7424" y="3509"/>
                </a:lnTo>
                <a:lnTo>
                  <a:pt x="7510" y="3423"/>
                </a:lnTo>
                <a:lnTo>
                  <a:pt x="7574" y="3317"/>
                </a:lnTo>
                <a:lnTo>
                  <a:pt x="7595" y="3274"/>
                </a:lnTo>
                <a:lnTo>
                  <a:pt x="7595" y="3210"/>
                </a:lnTo>
                <a:lnTo>
                  <a:pt x="7574" y="3167"/>
                </a:lnTo>
                <a:lnTo>
                  <a:pt x="7489" y="3103"/>
                </a:lnTo>
                <a:lnTo>
                  <a:pt x="7489" y="3103"/>
                </a:lnTo>
                <a:lnTo>
                  <a:pt x="7403" y="3081"/>
                </a:lnTo>
                <a:lnTo>
                  <a:pt x="7339" y="3103"/>
                </a:lnTo>
                <a:lnTo>
                  <a:pt x="7275" y="3124"/>
                </a:lnTo>
                <a:lnTo>
                  <a:pt x="7232" y="3167"/>
                </a:lnTo>
                <a:lnTo>
                  <a:pt x="7125" y="3295"/>
                </a:lnTo>
                <a:lnTo>
                  <a:pt x="7082" y="3338"/>
                </a:lnTo>
                <a:lnTo>
                  <a:pt x="7018" y="3359"/>
                </a:lnTo>
                <a:lnTo>
                  <a:pt x="7018" y="3359"/>
                </a:lnTo>
                <a:lnTo>
                  <a:pt x="6975" y="3359"/>
                </a:lnTo>
                <a:lnTo>
                  <a:pt x="6911" y="3338"/>
                </a:lnTo>
                <a:lnTo>
                  <a:pt x="6825" y="3252"/>
                </a:lnTo>
                <a:lnTo>
                  <a:pt x="6740" y="3167"/>
                </a:lnTo>
                <a:lnTo>
                  <a:pt x="6697" y="3145"/>
                </a:lnTo>
                <a:lnTo>
                  <a:pt x="6633" y="3124"/>
                </a:lnTo>
                <a:lnTo>
                  <a:pt x="6633" y="3124"/>
                </a:lnTo>
                <a:lnTo>
                  <a:pt x="6547" y="3103"/>
                </a:lnTo>
                <a:lnTo>
                  <a:pt x="6462" y="3124"/>
                </a:lnTo>
                <a:lnTo>
                  <a:pt x="6376" y="3167"/>
                </a:lnTo>
                <a:lnTo>
                  <a:pt x="6312" y="3210"/>
                </a:lnTo>
                <a:lnTo>
                  <a:pt x="6183" y="3317"/>
                </a:lnTo>
                <a:lnTo>
                  <a:pt x="6119" y="3359"/>
                </a:lnTo>
                <a:lnTo>
                  <a:pt x="6055" y="3381"/>
                </a:lnTo>
                <a:lnTo>
                  <a:pt x="6055" y="3381"/>
                </a:lnTo>
                <a:lnTo>
                  <a:pt x="5991" y="3359"/>
                </a:lnTo>
                <a:lnTo>
                  <a:pt x="5948" y="3338"/>
                </a:lnTo>
                <a:lnTo>
                  <a:pt x="5841" y="3252"/>
                </a:lnTo>
                <a:lnTo>
                  <a:pt x="5755" y="3145"/>
                </a:lnTo>
                <a:lnTo>
                  <a:pt x="5691" y="3124"/>
                </a:lnTo>
                <a:lnTo>
                  <a:pt x="5627" y="3103"/>
                </a:lnTo>
                <a:lnTo>
                  <a:pt x="5627" y="3103"/>
                </a:lnTo>
                <a:lnTo>
                  <a:pt x="5542" y="3103"/>
                </a:lnTo>
                <a:lnTo>
                  <a:pt x="5456" y="3124"/>
                </a:lnTo>
                <a:lnTo>
                  <a:pt x="5392" y="3167"/>
                </a:lnTo>
                <a:lnTo>
                  <a:pt x="5328" y="3231"/>
                </a:lnTo>
                <a:lnTo>
                  <a:pt x="5199" y="3359"/>
                </a:lnTo>
                <a:lnTo>
                  <a:pt x="5135" y="3423"/>
                </a:lnTo>
                <a:lnTo>
                  <a:pt x="5071" y="3466"/>
                </a:lnTo>
                <a:lnTo>
                  <a:pt x="5071" y="3466"/>
                </a:lnTo>
                <a:lnTo>
                  <a:pt x="5007" y="3466"/>
                </a:lnTo>
                <a:lnTo>
                  <a:pt x="4964" y="3466"/>
                </a:lnTo>
                <a:lnTo>
                  <a:pt x="4921" y="3423"/>
                </a:lnTo>
                <a:lnTo>
                  <a:pt x="4878" y="3381"/>
                </a:lnTo>
                <a:lnTo>
                  <a:pt x="4793" y="3295"/>
                </a:lnTo>
                <a:lnTo>
                  <a:pt x="4728" y="3252"/>
                </a:lnTo>
                <a:lnTo>
                  <a:pt x="4664" y="3210"/>
                </a:lnTo>
                <a:lnTo>
                  <a:pt x="4664" y="3210"/>
                </a:lnTo>
                <a:lnTo>
                  <a:pt x="4600" y="3188"/>
                </a:lnTo>
                <a:lnTo>
                  <a:pt x="4515" y="3188"/>
                </a:lnTo>
                <a:lnTo>
                  <a:pt x="4429" y="3210"/>
                </a:lnTo>
                <a:lnTo>
                  <a:pt x="4365" y="3231"/>
                </a:lnTo>
                <a:lnTo>
                  <a:pt x="4236" y="3338"/>
                </a:lnTo>
                <a:lnTo>
                  <a:pt x="4151" y="3466"/>
                </a:lnTo>
                <a:lnTo>
                  <a:pt x="4151" y="3466"/>
                </a:lnTo>
                <a:lnTo>
                  <a:pt x="4087" y="3595"/>
                </a:lnTo>
                <a:lnTo>
                  <a:pt x="4087" y="3659"/>
                </a:lnTo>
                <a:lnTo>
                  <a:pt x="4087" y="3723"/>
                </a:lnTo>
                <a:lnTo>
                  <a:pt x="4087" y="3787"/>
                </a:lnTo>
                <a:lnTo>
                  <a:pt x="4129" y="3830"/>
                </a:lnTo>
                <a:lnTo>
                  <a:pt x="4194" y="3830"/>
                </a:lnTo>
                <a:lnTo>
                  <a:pt x="4279" y="3787"/>
                </a:lnTo>
                <a:lnTo>
                  <a:pt x="4279" y="3787"/>
                </a:lnTo>
                <a:close/>
                <a:moveTo>
                  <a:pt x="4921" y="4643"/>
                </a:moveTo>
                <a:lnTo>
                  <a:pt x="4921" y="4643"/>
                </a:lnTo>
                <a:lnTo>
                  <a:pt x="6996" y="4557"/>
                </a:lnTo>
                <a:lnTo>
                  <a:pt x="6996" y="4557"/>
                </a:lnTo>
                <a:lnTo>
                  <a:pt x="7168" y="4557"/>
                </a:lnTo>
                <a:lnTo>
                  <a:pt x="7424" y="4536"/>
                </a:lnTo>
                <a:lnTo>
                  <a:pt x="7553" y="4493"/>
                </a:lnTo>
                <a:lnTo>
                  <a:pt x="7638" y="4450"/>
                </a:lnTo>
                <a:lnTo>
                  <a:pt x="7660" y="4429"/>
                </a:lnTo>
                <a:lnTo>
                  <a:pt x="7681" y="4386"/>
                </a:lnTo>
                <a:lnTo>
                  <a:pt x="7681" y="4344"/>
                </a:lnTo>
                <a:lnTo>
                  <a:pt x="7660" y="4279"/>
                </a:lnTo>
                <a:lnTo>
                  <a:pt x="7660" y="4279"/>
                </a:lnTo>
                <a:lnTo>
                  <a:pt x="7638" y="4237"/>
                </a:lnTo>
                <a:lnTo>
                  <a:pt x="7595" y="4215"/>
                </a:lnTo>
                <a:lnTo>
                  <a:pt x="7510" y="4172"/>
                </a:lnTo>
                <a:lnTo>
                  <a:pt x="7403" y="4151"/>
                </a:lnTo>
                <a:lnTo>
                  <a:pt x="7253" y="4151"/>
                </a:lnTo>
                <a:lnTo>
                  <a:pt x="6996" y="4194"/>
                </a:lnTo>
                <a:lnTo>
                  <a:pt x="6804" y="4215"/>
                </a:lnTo>
                <a:lnTo>
                  <a:pt x="6804" y="4215"/>
                </a:lnTo>
                <a:lnTo>
                  <a:pt x="5734" y="4258"/>
                </a:lnTo>
                <a:lnTo>
                  <a:pt x="4664" y="4301"/>
                </a:lnTo>
                <a:lnTo>
                  <a:pt x="4664" y="4301"/>
                </a:lnTo>
                <a:lnTo>
                  <a:pt x="4515" y="4301"/>
                </a:lnTo>
                <a:lnTo>
                  <a:pt x="4279" y="4322"/>
                </a:lnTo>
                <a:lnTo>
                  <a:pt x="4172" y="4344"/>
                </a:lnTo>
                <a:lnTo>
                  <a:pt x="4087" y="4386"/>
                </a:lnTo>
                <a:lnTo>
                  <a:pt x="4065" y="4408"/>
                </a:lnTo>
                <a:lnTo>
                  <a:pt x="4044" y="4450"/>
                </a:lnTo>
                <a:lnTo>
                  <a:pt x="4044" y="4493"/>
                </a:lnTo>
                <a:lnTo>
                  <a:pt x="4065" y="4536"/>
                </a:lnTo>
                <a:lnTo>
                  <a:pt x="4065" y="4536"/>
                </a:lnTo>
                <a:lnTo>
                  <a:pt x="4108" y="4600"/>
                </a:lnTo>
                <a:lnTo>
                  <a:pt x="4215" y="4643"/>
                </a:lnTo>
                <a:lnTo>
                  <a:pt x="4322" y="4664"/>
                </a:lnTo>
                <a:lnTo>
                  <a:pt x="4450" y="4664"/>
                </a:lnTo>
                <a:lnTo>
                  <a:pt x="4728" y="4643"/>
                </a:lnTo>
                <a:lnTo>
                  <a:pt x="4921" y="4643"/>
                </a:lnTo>
                <a:lnTo>
                  <a:pt x="4921" y="4643"/>
                </a:lnTo>
                <a:close/>
                <a:moveTo>
                  <a:pt x="6419" y="5477"/>
                </a:moveTo>
                <a:lnTo>
                  <a:pt x="6419" y="5477"/>
                </a:lnTo>
                <a:lnTo>
                  <a:pt x="6141" y="5456"/>
                </a:lnTo>
                <a:lnTo>
                  <a:pt x="5884" y="5477"/>
                </a:lnTo>
                <a:lnTo>
                  <a:pt x="5349" y="5499"/>
                </a:lnTo>
                <a:lnTo>
                  <a:pt x="5349" y="5499"/>
                </a:lnTo>
                <a:lnTo>
                  <a:pt x="4878" y="5520"/>
                </a:lnTo>
                <a:lnTo>
                  <a:pt x="4643" y="5542"/>
                </a:lnTo>
                <a:lnTo>
                  <a:pt x="4408" y="5606"/>
                </a:lnTo>
                <a:lnTo>
                  <a:pt x="4408" y="5606"/>
                </a:lnTo>
                <a:lnTo>
                  <a:pt x="4279" y="5649"/>
                </a:lnTo>
                <a:lnTo>
                  <a:pt x="4194" y="5713"/>
                </a:lnTo>
                <a:lnTo>
                  <a:pt x="4172" y="5756"/>
                </a:lnTo>
                <a:lnTo>
                  <a:pt x="4172" y="5798"/>
                </a:lnTo>
                <a:lnTo>
                  <a:pt x="4194" y="5841"/>
                </a:lnTo>
                <a:lnTo>
                  <a:pt x="4258" y="5884"/>
                </a:lnTo>
                <a:lnTo>
                  <a:pt x="4258" y="5884"/>
                </a:lnTo>
                <a:lnTo>
                  <a:pt x="4343" y="5905"/>
                </a:lnTo>
                <a:lnTo>
                  <a:pt x="4472" y="5884"/>
                </a:lnTo>
                <a:lnTo>
                  <a:pt x="4707" y="5841"/>
                </a:lnTo>
                <a:lnTo>
                  <a:pt x="4707" y="5841"/>
                </a:lnTo>
                <a:lnTo>
                  <a:pt x="4985" y="5841"/>
                </a:lnTo>
                <a:lnTo>
                  <a:pt x="5263" y="5820"/>
                </a:lnTo>
                <a:lnTo>
                  <a:pt x="5263" y="5820"/>
                </a:lnTo>
                <a:lnTo>
                  <a:pt x="6162" y="5798"/>
                </a:lnTo>
                <a:lnTo>
                  <a:pt x="7061" y="5777"/>
                </a:lnTo>
                <a:lnTo>
                  <a:pt x="7061" y="5777"/>
                </a:lnTo>
                <a:lnTo>
                  <a:pt x="7210" y="5777"/>
                </a:lnTo>
                <a:lnTo>
                  <a:pt x="7382" y="5734"/>
                </a:lnTo>
                <a:lnTo>
                  <a:pt x="7446" y="5691"/>
                </a:lnTo>
                <a:lnTo>
                  <a:pt x="7489" y="5649"/>
                </a:lnTo>
                <a:lnTo>
                  <a:pt x="7489" y="5584"/>
                </a:lnTo>
                <a:lnTo>
                  <a:pt x="7403" y="5499"/>
                </a:lnTo>
                <a:lnTo>
                  <a:pt x="7403" y="5499"/>
                </a:lnTo>
                <a:lnTo>
                  <a:pt x="7339" y="5456"/>
                </a:lnTo>
                <a:lnTo>
                  <a:pt x="7210" y="5413"/>
                </a:lnTo>
                <a:lnTo>
                  <a:pt x="7082" y="5413"/>
                </a:lnTo>
                <a:lnTo>
                  <a:pt x="6932" y="5413"/>
                </a:lnTo>
                <a:lnTo>
                  <a:pt x="6419" y="5477"/>
                </a:lnTo>
                <a:lnTo>
                  <a:pt x="6419" y="5477"/>
                </a:lnTo>
                <a:close/>
                <a:moveTo>
                  <a:pt x="6911" y="4857"/>
                </a:moveTo>
                <a:lnTo>
                  <a:pt x="6911" y="4857"/>
                </a:lnTo>
                <a:lnTo>
                  <a:pt x="5884" y="4921"/>
                </a:lnTo>
                <a:lnTo>
                  <a:pt x="5370" y="4964"/>
                </a:lnTo>
                <a:lnTo>
                  <a:pt x="4835" y="4985"/>
                </a:lnTo>
                <a:lnTo>
                  <a:pt x="4835" y="4985"/>
                </a:lnTo>
                <a:lnTo>
                  <a:pt x="4707" y="4985"/>
                </a:lnTo>
                <a:lnTo>
                  <a:pt x="4515" y="4985"/>
                </a:lnTo>
                <a:lnTo>
                  <a:pt x="4408" y="5007"/>
                </a:lnTo>
                <a:lnTo>
                  <a:pt x="4322" y="5028"/>
                </a:lnTo>
                <a:lnTo>
                  <a:pt x="4258" y="5071"/>
                </a:lnTo>
                <a:lnTo>
                  <a:pt x="4258" y="5092"/>
                </a:lnTo>
                <a:lnTo>
                  <a:pt x="4258" y="5135"/>
                </a:lnTo>
                <a:lnTo>
                  <a:pt x="4258" y="5135"/>
                </a:lnTo>
                <a:lnTo>
                  <a:pt x="4258" y="5157"/>
                </a:lnTo>
                <a:lnTo>
                  <a:pt x="4301" y="5178"/>
                </a:lnTo>
                <a:lnTo>
                  <a:pt x="4386" y="5199"/>
                </a:lnTo>
                <a:lnTo>
                  <a:pt x="4664" y="5221"/>
                </a:lnTo>
                <a:lnTo>
                  <a:pt x="5156" y="5199"/>
                </a:lnTo>
                <a:lnTo>
                  <a:pt x="5156" y="5199"/>
                </a:lnTo>
                <a:lnTo>
                  <a:pt x="5413" y="5199"/>
                </a:lnTo>
                <a:lnTo>
                  <a:pt x="6012" y="5178"/>
                </a:lnTo>
                <a:lnTo>
                  <a:pt x="7018" y="5135"/>
                </a:lnTo>
                <a:lnTo>
                  <a:pt x="7018" y="5135"/>
                </a:lnTo>
                <a:lnTo>
                  <a:pt x="7189" y="5135"/>
                </a:lnTo>
                <a:lnTo>
                  <a:pt x="7467" y="5135"/>
                </a:lnTo>
                <a:lnTo>
                  <a:pt x="7595" y="5114"/>
                </a:lnTo>
                <a:lnTo>
                  <a:pt x="7681" y="5071"/>
                </a:lnTo>
                <a:lnTo>
                  <a:pt x="7724" y="5050"/>
                </a:lnTo>
                <a:lnTo>
                  <a:pt x="7724" y="5007"/>
                </a:lnTo>
                <a:lnTo>
                  <a:pt x="7745" y="4985"/>
                </a:lnTo>
                <a:lnTo>
                  <a:pt x="7724" y="4943"/>
                </a:lnTo>
                <a:lnTo>
                  <a:pt x="7724" y="4943"/>
                </a:lnTo>
                <a:lnTo>
                  <a:pt x="7660" y="4878"/>
                </a:lnTo>
                <a:lnTo>
                  <a:pt x="7574" y="4836"/>
                </a:lnTo>
                <a:lnTo>
                  <a:pt x="7467" y="4814"/>
                </a:lnTo>
                <a:lnTo>
                  <a:pt x="7339" y="4814"/>
                </a:lnTo>
                <a:lnTo>
                  <a:pt x="7082" y="4836"/>
                </a:lnTo>
                <a:lnTo>
                  <a:pt x="6911" y="4857"/>
                </a:lnTo>
                <a:lnTo>
                  <a:pt x="6911" y="4857"/>
                </a:lnTo>
                <a:close/>
                <a:moveTo>
                  <a:pt x="6697" y="6141"/>
                </a:moveTo>
                <a:lnTo>
                  <a:pt x="6697" y="6141"/>
                </a:lnTo>
                <a:lnTo>
                  <a:pt x="6526" y="6184"/>
                </a:lnTo>
                <a:lnTo>
                  <a:pt x="6376" y="6269"/>
                </a:lnTo>
                <a:lnTo>
                  <a:pt x="6312" y="6312"/>
                </a:lnTo>
                <a:lnTo>
                  <a:pt x="6269" y="6376"/>
                </a:lnTo>
                <a:lnTo>
                  <a:pt x="6226" y="6462"/>
                </a:lnTo>
                <a:lnTo>
                  <a:pt x="6226" y="6547"/>
                </a:lnTo>
                <a:lnTo>
                  <a:pt x="6226" y="6547"/>
                </a:lnTo>
                <a:lnTo>
                  <a:pt x="6226" y="6611"/>
                </a:lnTo>
                <a:lnTo>
                  <a:pt x="6248" y="6697"/>
                </a:lnTo>
                <a:lnTo>
                  <a:pt x="6290" y="6740"/>
                </a:lnTo>
                <a:lnTo>
                  <a:pt x="6355" y="6783"/>
                </a:lnTo>
                <a:lnTo>
                  <a:pt x="6483" y="6847"/>
                </a:lnTo>
                <a:lnTo>
                  <a:pt x="6633" y="6868"/>
                </a:lnTo>
                <a:lnTo>
                  <a:pt x="6633" y="6868"/>
                </a:lnTo>
                <a:lnTo>
                  <a:pt x="6740" y="6847"/>
                </a:lnTo>
                <a:lnTo>
                  <a:pt x="6825" y="6825"/>
                </a:lnTo>
                <a:lnTo>
                  <a:pt x="6889" y="6804"/>
                </a:lnTo>
                <a:lnTo>
                  <a:pt x="6954" y="6761"/>
                </a:lnTo>
                <a:lnTo>
                  <a:pt x="7018" y="6697"/>
                </a:lnTo>
                <a:lnTo>
                  <a:pt x="7039" y="6654"/>
                </a:lnTo>
                <a:lnTo>
                  <a:pt x="7082" y="6590"/>
                </a:lnTo>
                <a:lnTo>
                  <a:pt x="7082" y="6526"/>
                </a:lnTo>
                <a:lnTo>
                  <a:pt x="7082" y="6462"/>
                </a:lnTo>
                <a:lnTo>
                  <a:pt x="7082" y="6397"/>
                </a:lnTo>
                <a:lnTo>
                  <a:pt x="7061" y="6333"/>
                </a:lnTo>
                <a:lnTo>
                  <a:pt x="7018" y="6291"/>
                </a:lnTo>
                <a:lnTo>
                  <a:pt x="6954" y="6248"/>
                </a:lnTo>
                <a:lnTo>
                  <a:pt x="6889" y="6205"/>
                </a:lnTo>
                <a:lnTo>
                  <a:pt x="6804" y="6162"/>
                </a:lnTo>
                <a:lnTo>
                  <a:pt x="6697" y="6141"/>
                </a:lnTo>
                <a:lnTo>
                  <a:pt x="6697" y="6141"/>
                </a:lnTo>
                <a:close/>
                <a:moveTo>
                  <a:pt x="4686" y="1134"/>
                </a:moveTo>
                <a:lnTo>
                  <a:pt x="4686" y="1134"/>
                </a:lnTo>
                <a:lnTo>
                  <a:pt x="4686" y="1070"/>
                </a:lnTo>
                <a:lnTo>
                  <a:pt x="4664" y="1027"/>
                </a:lnTo>
                <a:lnTo>
                  <a:pt x="4643" y="984"/>
                </a:lnTo>
                <a:lnTo>
                  <a:pt x="4600" y="942"/>
                </a:lnTo>
                <a:lnTo>
                  <a:pt x="4493" y="899"/>
                </a:lnTo>
                <a:lnTo>
                  <a:pt x="4386" y="899"/>
                </a:lnTo>
                <a:lnTo>
                  <a:pt x="4279" y="920"/>
                </a:lnTo>
                <a:lnTo>
                  <a:pt x="4194" y="963"/>
                </a:lnTo>
                <a:lnTo>
                  <a:pt x="4108" y="1049"/>
                </a:lnTo>
                <a:lnTo>
                  <a:pt x="4108" y="1113"/>
                </a:lnTo>
                <a:lnTo>
                  <a:pt x="4087" y="1177"/>
                </a:lnTo>
                <a:lnTo>
                  <a:pt x="4087" y="1177"/>
                </a:lnTo>
                <a:lnTo>
                  <a:pt x="4087" y="1241"/>
                </a:lnTo>
                <a:lnTo>
                  <a:pt x="4108" y="1284"/>
                </a:lnTo>
                <a:lnTo>
                  <a:pt x="4151" y="1327"/>
                </a:lnTo>
                <a:lnTo>
                  <a:pt x="4172" y="1369"/>
                </a:lnTo>
                <a:lnTo>
                  <a:pt x="4279" y="1412"/>
                </a:lnTo>
                <a:lnTo>
                  <a:pt x="4386" y="1412"/>
                </a:lnTo>
                <a:lnTo>
                  <a:pt x="4493" y="1391"/>
                </a:lnTo>
                <a:lnTo>
                  <a:pt x="4579" y="1327"/>
                </a:lnTo>
                <a:lnTo>
                  <a:pt x="4664" y="1241"/>
                </a:lnTo>
                <a:lnTo>
                  <a:pt x="4686" y="1198"/>
                </a:lnTo>
                <a:lnTo>
                  <a:pt x="4686" y="1134"/>
                </a:lnTo>
                <a:lnTo>
                  <a:pt x="4686" y="1134"/>
                </a:lnTo>
                <a:close/>
              </a:path>
            </a:pathLst>
          </a:cu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24"/>
          <p:cNvSpPr/>
          <p:nvPr/>
        </p:nvSpPr>
        <p:spPr>
          <a:xfrm>
            <a:off x="4556515" y="2559464"/>
            <a:ext cx="273631" cy="275289"/>
          </a:xfrm>
          <a:custGeom>
            <a:rect b="b" l="l" r="r" t="t"/>
            <a:pathLst>
              <a:path extrusionOk="0" h="15938" w="15842">
                <a:moveTo>
                  <a:pt x="4794" y="7470"/>
                </a:moveTo>
                <a:lnTo>
                  <a:pt x="4867" y="7495"/>
                </a:lnTo>
                <a:lnTo>
                  <a:pt x="4940" y="7543"/>
                </a:lnTo>
                <a:lnTo>
                  <a:pt x="4989" y="7616"/>
                </a:lnTo>
                <a:lnTo>
                  <a:pt x="5013" y="7714"/>
                </a:lnTo>
                <a:lnTo>
                  <a:pt x="5013" y="7787"/>
                </a:lnTo>
                <a:lnTo>
                  <a:pt x="4989" y="7908"/>
                </a:lnTo>
                <a:lnTo>
                  <a:pt x="4916" y="7981"/>
                </a:lnTo>
                <a:lnTo>
                  <a:pt x="4843" y="8054"/>
                </a:lnTo>
                <a:lnTo>
                  <a:pt x="4721" y="8079"/>
                </a:lnTo>
                <a:lnTo>
                  <a:pt x="4600" y="8054"/>
                </a:lnTo>
                <a:lnTo>
                  <a:pt x="4527" y="7981"/>
                </a:lnTo>
                <a:lnTo>
                  <a:pt x="4454" y="7908"/>
                </a:lnTo>
                <a:lnTo>
                  <a:pt x="4429" y="7787"/>
                </a:lnTo>
                <a:lnTo>
                  <a:pt x="4454" y="7665"/>
                </a:lnTo>
                <a:lnTo>
                  <a:pt x="4527" y="7543"/>
                </a:lnTo>
                <a:lnTo>
                  <a:pt x="4600" y="7495"/>
                </a:lnTo>
                <a:lnTo>
                  <a:pt x="4697" y="7470"/>
                </a:lnTo>
                <a:close/>
                <a:moveTo>
                  <a:pt x="11169" y="7470"/>
                </a:moveTo>
                <a:lnTo>
                  <a:pt x="11242" y="7495"/>
                </a:lnTo>
                <a:lnTo>
                  <a:pt x="11315" y="7543"/>
                </a:lnTo>
                <a:lnTo>
                  <a:pt x="11364" y="7616"/>
                </a:lnTo>
                <a:lnTo>
                  <a:pt x="11388" y="7714"/>
                </a:lnTo>
                <a:lnTo>
                  <a:pt x="11388" y="7787"/>
                </a:lnTo>
                <a:lnTo>
                  <a:pt x="11364" y="7908"/>
                </a:lnTo>
                <a:lnTo>
                  <a:pt x="11291" y="7981"/>
                </a:lnTo>
                <a:lnTo>
                  <a:pt x="11218" y="8054"/>
                </a:lnTo>
                <a:lnTo>
                  <a:pt x="11096" y="8079"/>
                </a:lnTo>
                <a:lnTo>
                  <a:pt x="10975" y="8054"/>
                </a:lnTo>
                <a:lnTo>
                  <a:pt x="10902" y="7981"/>
                </a:lnTo>
                <a:lnTo>
                  <a:pt x="10829" y="7908"/>
                </a:lnTo>
                <a:lnTo>
                  <a:pt x="10804" y="7787"/>
                </a:lnTo>
                <a:lnTo>
                  <a:pt x="10829" y="7665"/>
                </a:lnTo>
                <a:lnTo>
                  <a:pt x="10902" y="7543"/>
                </a:lnTo>
                <a:lnTo>
                  <a:pt x="10975" y="7495"/>
                </a:lnTo>
                <a:lnTo>
                  <a:pt x="11072" y="7470"/>
                </a:lnTo>
                <a:close/>
                <a:moveTo>
                  <a:pt x="4770" y="7081"/>
                </a:moveTo>
                <a:lnTo>
                  <a:pt x="4600" y="7105"/>
                </a:lnTo>
                <a:lnTo>
                  <a:pt x="4429" y="7178"/>
                </a:lnTo>
                <a:lnTo>
                  <a:pt x="4308" y="7300"/>
                </a:lnTo>
                <a:lnTo>
                  <a:pt x="4186" y="7446"/>
                </a:lnTo>
                <a:lnTo>
                  <a:pt x="4113" y="7568"/>
                </a:lnTo>
                <a:lnTo>
                  <a:pt x="4064" y="7714"/>
                </a:lnTo>
                <a:lnTo>
                  <a:pt x="4016" y="7835"/>
                </a:lnTo>
                <a:lnTo>
                  <a:pt x="4016" y="7981"/>
                </a:lnTo>
                <a:lnTo>
                  <a:pt x="3967" y="8225"/>
                </a:lnTo>
                <a:lnTo>
                  <a:pt x="3967" y="8395"/>
                </a:lnTo>
                <a:lnTo>
                  <a:pt x="4016" y="8565"/>
                </a:lnTo>
                <a:lnTo>
                  <a:pt x="4064" y="8711"/>
                </a:lnTo>
                <a:lnTo>
                  <a:pt x="4162" y="8833"/>
                </a:lnTo>
                <a:lnTo>
                  <a:pt x="4259" y="8955"/>
                </a:lnTo>
                <a:lnTo>
                  <a:pt x="4381" y="9028"/>
                </a:lnTo>
                <a:lnTo>
                  <a:pt x="4527" y="9101"/>
                </a:lnTo>
                <a:lnTo>
                  <a:pt x="4697" y="9149"/>
                </a:lnTo>
                <a:lnTo>
                  <a:pt x="4892" y="9174"/>
                </a:lnTo>
                <a:lnTo>
                  <a:pt x="5062" y="9149"/>
                </a:lnTo>
                <a:lnTo>
                  <a:pt x="5232" y="9101"/>
                </a:lnTo>
                <a:lnTo>
                  <a:pt x="5378" y="9028"/>
                </a:lnTo>
                <a:lnTo>
                  <a:pt x="5500" y="8930"/>
                </a:lnTo>
                <a:lnTo>
                  <a:pt x="5622" y="8809"/>
                </a:lnTo>
                <a:lnTo>
                  <a:pt x="5719" y="8663"/>
                </a:lnTo>
                <a:lnTo>
                  <a:pt x="5792" y="8517"/>
                </a:lnTo>
                <a:lnTo>
                  <a:pt x="5841" y="8346"/>
                </a:lnTo>
                <a:lnTo>
                  <a:pt x="5865" y="8176"/>
                </a:lnTo>
                <a:lnTo>
                  <a:pt x="5841" y="8006"/>
                </a:lnTo>
                <a:lnTo>
                  <a:pt x="5816" y="7835"/>
                </a:lnTo>
                <a:lnTo>
                  <a:pt x="5768" y="7689"/>
                </a:lnTo>
                <a:lnTo>
                  <a:pt x="5695" y="7519"/>
                </a:lnTo>
                <a:lnTo>
                  <a:pt x="5573" y="7397"/>
                </a:lnTo>
                <a:lnTo>
                  <a:pt x="5427" y="7251"/>
                </a:lnTo>
                <a:lnTo>
                  <a:pt x="5281" y="7154"/>
                </a:lnTo>
                <a:lnTo>
                  <a:pt x="5111" y="7105"/>
                </a:lnTo>
                <a:lnTo>
                  <a:pt x="4940" y="7081"/>
                </a:lnTo>
                <a:close/>
                <a:moveTo>
                  <a:pt x="11145" y="7081"/>
                </a:moveTo>
                <a:lnTo>
                  <a:pt x="10975" y="7105"/>
                </a:lnTo>
                <a:lnTo>
                  <a:pt x="10804" y="7178"/>
                </a:lnTo>
                <a:lnTo>
                  <a:pt x="10683" y="7300"/>
                </a:lnTo>
                <a:lnTo>
                  <a:pt x="10561" y="7446"/>
                </a:lnTo>
                <a:lnTo>
                  <a:pt x="10488" y="7568"/>
                </a:lnTo>
                <a:lnTo>
                  <a:pt x="10439" y="7714"/>
                </a:lnTo>
                <a:lnTo>
                  <a:pt x="10391" y="7835"/>
                </a:lnTo>
                <a:lnTo>
                  <a:pt x="10391" y="7981"/>
                </a:lnTo>
                <a:lnTo>
                  <a:pt x="10342" y="8225"/>
                </a:lnTo>
                <a:lnTo>
                  <a:pt x="10342" y="8395"/>
                </a:lnTo>
                <a:lnTo>
                  <a:pt x="10391" y="8565"/>
                </a:lnTo>
                <a:lnTo>
                  <a:pt x="10439" y="8711"/>
                </a:lnTo>
                <a:lnTo>
                  <a:pt x="10537" y="8833"/>
                </a:lnTo>
                <a:lnTo>
                  <a:pt x="10634" y="8955"/>
                </a:lnTo>
                <a:lnTo>
                  <a:pt x="10756" y="9028"/>
                </a:lnTo>
                <a:lnTo>
                  <a:pt x="10902" y="9101"/>
                </a:lnTo>
                <a:lnTo>
                  <a:pt x="11072" y="9149"/>
                </a:lnTo>
                <a:lnTo>
                  <a:pt x="11267" y="9174"/>
                </a:lnTo>
                <a:lnTo>
                  <a:pt x="11437" y="9149"/>
                </a:lnTo>
                <a:lnTo>
                  <a:pt x="11607" y="9101"/>
                </a:lnTo>
                <a:lnTo>
                  <a:pt x="11753" y="9028"/>
                </a:lnTo>
                <a:lnTo>
                  <a:pt x="11875" y="8930"/>
                </a:lnTo>
                <a:lnTo>
                  <a:pt x="11997" y="8809"/>
                </a:lnTo>
                <a:lnTo>
                  <a:pt x="12094" y="8663"/>
                </a:lnTo>
                <a:lnTo>
                  <a:pt x="12167" y="8517"/>
                </a:lnTo>
                <a:lnTo>
                  <a:pt x="12216" y="8346"/>
                </a:lnTo>
                <a:lnTo>
                  <a:pt x="12240" y="8176"/>
                </a:lnTo>
                <a:lnTo>
                  <a:pt x="12216" y="8006"/>
                </a:lnTo>
                <a:lnTo>
                  <a:pt x="12191" y="7835"/>
                </a:lnTo>
                <a:lnTo>
                  <a:pt x="12143" y="7689"/>
                </a:lnTo>
                <a:lnTo>
                  <a:pt x="12070" y="7519"/>
                </a:lnTo>
                <a:lnTo>
                  <a:pt x="11948" y="7397"/>
                </a:lnTo>
                <a:lnTo>
                  <a:pt x="11802" y="7251"/>
                </a:lnTo>
                <a:lnTo>
                  <a:pt x="11656" y="7154"/>
                </a:lnTo>
                <a:lnTo>
                  <a:pt x="11486" y="7105"/>
                </a:lnTo>
                <a:lnTo>
                  <a:pt x="11315" y="7081"/>
                </a:lnTo>
                <a:close/>
                <a:moveTo>
                  <a:pt x="11972" y="10925"/>
                </a:moveTo>
                <a:lnTo>
                  <a:pt x="11875" y="10974"/>
                </a:lnTo>
                <a:lnTo>
                  <a:pt x="11778" y="11047"/>
                </a:lnTo>
                <a:lnTo>
                  <a:pt x="11607" y="11290"/>
                </a:lnTo>
                <a:lnTo>
                  <a:pt x="11413" y="11485"/>
                </a:lnTo>
                <a:lnTo>
                  <a:pt x="11194" y="11680"/>
                </a:lnTo>
                <a:lnTo>
                  <a:pt x="10950" y="11850"/>
                </a:lnTo>
                <a:lnTo>
                  <a:pt x="10707" y="11996"/>
                </a:lnTo>
                <a:lnTo>
                  <a:pt x="10439" y="12118"/>
                </a:lnTo>
                <a:lnTo>
                  <a:pt x="10172" y="12215"/>
                </a:lnTo>
                <a:lnTo>
                  <a:pt x="9880" y="12312"/>
                </a:lnTo>
                <a:lnTo>
                  <a:pt x="9588" y="12385"/>
                </a:lnTo>
                <a:lnTo>
                  <a:pt x="9296" y="12434"/>
                </a:lnTo>
                <a:lnTo>
                  <a:pt x="8712" y="12507"/>
                </a:lnTo>
                <a:lnTo>
                  <a:pt x="8128" y="12531"/>
                </a:lnTo>
                <a:lnTo>
                  <a:pt x="7568" y="12507"/>
                </a:lnTo>
                <a:lnTo>
                  <a:pt x="7325" y="12483"/>
                </a:lnTo>
                <a:lnTo>
                  <a:pt x="7106" y="12434"/>
                </a:lnTo>
                <a:lnTo>
                  <a:pt x="6668" y="12312"/>
                </a:lnTo>
                <a:lnTo>
                  <a:pt x="6230" y="12166"/>
                </a:lnTo>
                <a:lnTo>
                  <a:pt x="5816" y="11996"/>
                </a:lnTo>
                <a:lnTo>
                  <a:pt x="5427" y="11826"/>
                </a:lnTo>
                <a:lnTo>
                  <a:pt x="5013" y="11631"/>
                </a:lnTo>
                <a:lnTo>
                  <a:pt x="4794" y="11509"/>
                </a:lnTo>
                <a:lnTo>
                  <a:pt x="4600" y="11388"/>
                </a:lnTo>
                <a:lnTo>
                  <a:pt x="4454" y="11242"/>
                </a:lnTo>
                <a:lnTo>
                  <a:pt x="4308" y="11096"/>
                </a:lnTo>
                <a:lnTo>
                  <a:pt x="4259" y="11047"/>
                </a:lnTo>
                <a:lnTo>
                  <a:pt x="4210" y="11023"/>
                </a:lnTo>
                <a:lnTo>
                  <a:pt x="4089" y="11023"/>
                </a:lnTo>
                <a:lnTo>
                  <a:pt x="4040" y="11071"/>
                </a:lnTo>
                <a:lnTo>
                  <a:pt x="3991" y="11096"/>
                </a:lnTo>
                <a:lnTo>
                  <a:pt x="3991" y="11169"/>
                </a:lnTo>
                <a:lnTo>
                  <a:pt x="3991" y="11242"/>
                </a:lnTo>
                <a:lnTo>
                  <a:pt x="4016" y="11339"/>
                </a:lnTo>
                <a:lnTo>
                  <a:pt x="4064" y="11436"/>
                </a:lnTo>
                <a:lnTo>
                  <a:pt x="4210" y="11631"/>
                </a:lnTo>
                <a:lnTo>
                  <a:pt x="4381" y="11801"/>
                </a:lnTo>
                <a:lnTo>
                  <a:pt x="4575" y="11947"/>
                </a:lnTo>
                <a:lnTo>
                  <a:pt x="4794" y="12069"/>
                </a:lnTo>
                <a:lnTo>
                  <a:pt x="5038" y="12191"/>
                </a:lnTo>
                <a:lnTo>
                  <a:pt x="5451" y="12385"/>
                </a:lnTo>
                <a:lnTo>
                  <a:pt x="5938" y="12604"/>
                </a:lnTo>
                <a:lnTo>
                  <a:pt x="6424" y="12799"/>
                </a:lnTo>
                <a:lnTo>
                  <a:pt x="6935" y="12945"/>
                </a:lnTo>
                <a:lnTo>
                  <a:pt x="7446" y="13042"/>
                </a:lnTo>
                <a:lnTo>
                  <a:pt x="7763" y="13067"/>
                </a:lnTo>
                <a:lnTo>
                  <a:pt x="8079" y="13091"/>
                </a:lnTo>
                <a:lnTo>
                  <a:pt x="8420" y="13091"/>
                </a:lnTo>
                <a:lnTo>
                  <a:pt x="8760" y="13067"/>
                </a:lnTo>
                <a:lnTo>
                  <a:pt x="9101" y="13042"/>
                </a:lnTo>
                <a:lnTo>
                  <a:pt x="9442" y="12969"/>
                </a:lnTo>
                <a:lnTo>
                  <a:pt x="9758" y="12896"/>
                </a:lnTo>
                <a:lnTo>
                  <a:pt x="10099" y="12799"/>
                </a:lnTo>
                <a:lnTo>
                  <a:pt x="10415" y="12702"/>
                </a:lnTo>
                <a:lnTo>
                  <a:pt x="10731" y="12556"/>
                </a:lnTo>
                <a:lnTo>
                  <a:pt x="11023" y="12410"/>
                </a:lnTo>
                <a:lnTo>
                  <a:pt x="11315" y="12239"/>
                </a:lnTo>
                <a:lnTo>
                  <a:pt x="11583" y="12045"/>
                </a:lnTo>
                <a:lnTo>
                  <a:pt x="11826" y="11826"/>
                </a:lnTo>
                <a:lnTo>
                  <a:pt x="12045" y="11582"/>
                </a:lnTo>
                <a:lnTo>
                  <a:pt x="12264" y="11339"/>
                </a:lnTo>
                <a:lnTo>
                  <a:pt x="12313" y="11217"/>
                </a:lnTo>
                <a:lnTo>
                  <a:pt x="12289" y="11120"/>
                </a:lnTo>
                <a:lnTo>
                  <a:pt x="12240" y="11047"/>
                </a:lnTo>
                <a:lnTo>
                  <a:pt x="12167" y="10974"/>
                </a:lnTo>
                <a:lnTo>
                  <a:pt x="12070" y="10950"/>
                </a:lnTo>
                <a:lnTo>
                  <a:pt x="11972" y="10925"/>
                </a:lnTo>
                <a:close/>
                <a:moveTo>
                  <a:pt x="8493" y="682"/>
                </a:moveTo>
                <a:lnTo>
                  <a:pt x="8663" y="706"/>
                </a:lnTo>
                <a:lnTo>
                  <a:pt x="9101" y="755"/>
                </a:lnTo>
                <a:lnTo>
                  <a:pt x="9539" y="803"/>
                </a:lnTo>
                <a:lnTo>
                  <a:pt x="10001" y="901"/>
                </a:lnTo>
                <a:lnTo>
                  <a:pt x="10439" y="1022"/>
                </a:lnTo>
                <a:lnTo>
                  <a:pt x="10780" y="1120"/>
                </a:lnTo>
                <a:lnTo>
                  <a:pt x="11121" y="1241"/>
                </a:lnTo>
                <a:lnTo>
                  <a:pt x="11437" y="1411"/>
                </a:lnTo>
                <a:lnTo>
                  <a:pt x="11753" y="1557"/>
                </a:lnTo>
                <a:lnTo>
                  <a:pt x="11753" y="1582"/>
                </a:lnTo>
                <a:lnTo>
                  <a:pt x="11729" y="1655"/>
                </a:lnTo>
                <a:lnTo>
                  <a:pt x="11729" y="1752"/>
                </a:lnTo>
                <a:lnTo>
                  <a:pt x="11753" y="1801"/>
                </a:lnTo>
                <a:lnTo>
                  <a:pt x="11826" y="1825"/>
                </a:lnTo>
                <a:lnTo>
                  <a:pt x="11899" y="1825"/>
                </a:lnTo>
                <a:lnTo>
                  <a:pt x="11948" y="1776"/>
                </a:lnTo>
                <a:lnTo>
                  <a:pt x="11972" y="1752"/>
                </a:lnTo>
                <a:lnTo>
                  <a:pt x="11997" y="1752"/>
                </a:lnTo>
                <a:lnTo>
                  <a:pt x="11997" y="1728"/>
                </a:lnTo>
                <a:lnTo>
                  <a:pt x="12021" y="1728"/>
                </a:lnTo>
                <a:lnTo>
                  <a:pt x="12143" y="1801"/>
                </a:lnTo>
                <a:lnTo>
                  <a:pt x="12094" y="1874"/>
                </a:lnTo>
                <a:lnTo>
                  <a:pt x="12094" y="1947"/>
                </a:lnTo>
                <a:lnTo>
                  <a:pt x="12094" y="1995"/>
                </a:lnTo>
                <a:lnTo>
                  <a:pt x="12143" y="2020"/>
                </a:lnTo>
                <a:lnTo>
                  <a:pt x="12167" y="2044"/>
                </a:lnTo>
                <a:lnTo>
                  <a:pt x="12216" y="2020"/>
                </a:lnTo>
                <a:lnTo>
                  <a:pt x="12240" y="1995"/>
                </a:lnTo>
                <a:lnTo>
                  <a:pt x="12313" y="1922"/>
                </a:lnTo>
                <a:lnTo>
                  <a:pt x="12337" y="1922"/>
                </a:lnTo>
                <a:lnTo>
                  <a:pt x="12532" y="2068"/>
                </a:lnTo>
                <a:lnTo>
                  <a:pt x="12483" y="2190"/>
                </a:lnTo>
                <a:lnTo>
                  <a:pt x="12483" y="2239"/>
                </a:lnTo>
                <a:lnTo>
                  <a:pt x="12508" y="2336"/>
                </a:lnTo>
                <a:lnTo>
                  <a:pt x="12532" y="2385"/>
                </a:lnTo>
                <a:lnTo>
                  <a:pt x="12556" y="2409"/>
                </a:lnTo>
                <a:lnTo>
                  <a:pt x="12581" y="2409"/>
                </a:lnTo>
                <a:lnTo>
                  <a:pt x="12629" y="2385"/>
                </a:lnTo>
                <a:lnTo>
                  <a:pt x="12678" y="2360"/>
                </a:lnTo>
                <a:lnTo>
                  <a:pt x="12751" y="2287"/>
                </a:lnTo>
                <a:lnTo>
                  <a:pt x="12775" y="2239"/>
                </a:lnTo>
                <a:lnTo>
                  <a:pt x="12970" y="2409"/>
                </a:lnTo>
                <a:lnTo>
                  <a:pt x="12873" y="2531"/>
                </a:lnTo>
                <a:lnTo>
                  <a:pt x="12848" y="2604"/>
                </a:lnTo>
                <a:lnTo>
                  <a:pt x="12824" y="2677"/>
                </a:lnTo>
                <a:lnTo>
                  <a:pt x="12824" y="2725"/>
                </a:lnTo>
                <a:lnTo>
                  <a:pt x="12873" y="2750"/>
                </a:lnTo>
                <a:lnTo>
                  <a:pt x="12921" y="2774"/>
                </a:lnTo>
                <a:lnTo>
                  <a:pt x="12946" y="2774"/>
                </a:lnTo>
                <a:lnTo>
                  <a:pt x="13067" y="2701"/>
                </a:lnTo>
                <a:lnTo>
                  <a:pt x="13189" y="2604"/>
                </a:lnTo>
                <a:lnTo>
                  <a:pt x="13311" y="2725"/>
                </a:lnTo>
                <a:lnTo>
                  <a:pt x="13384" y="2823"/>
                </a:lnTo>
                <a:lnTo>
                  <a:pt x="13262" y="3017"/>
                </a:lnTo>
                <a:lnTo>
                  <a:pt x="13213" y="3066"/>
                </a:lnTo>
                <a:lnTo>
                  <a:pt x="13189" y="3163"/>
                </a:lnTo>
                <a:lnTo>
                  <a:pt x="13165" y="3236"/>
                </a:lnTo>
                <a:lnTo>
                  <a:pt x="13189" y="3285"/>
                </a:lnTo>
                <a:lnTo>
                  <a:pt x="13238" y="3309"/>
                </a:lnTo>
                <a:lnTo>
                  <a:pt x="13335" y="3285"/>
                </a:lnTo>
                <a:lnTo>
                  <a:pt x="13408" y="3236"/>
                </a:lnTo>
                <a:lnTo>
                  <a:pt x="13554" y="3115"/>
                </a:lnTo>
                <a:lnTo>
                  <a:pt x="13578" y="3042"/>
                </a:lnTo>
                <a:lnTo>
                  <a:pt x="13773" y="3309"/>
                </a:lnTo>
                <a:lnTo>
                  <a:pt x="13676" y="3407"/>
                </a:lnTo>
                <a:lnTo>
                  <a:pt x="13554" y="3504"/>
                </a:lnTo>
                <a:lnTo>
                  <a:pt x="13505" y="3577"/>
                </a:lnTo>
                <a:lnTo>
                  <a:pt x="13481" y="3650"/>
                </a:lnTo>
                <a:lnTo>
                  <a:pt x="13481" y="3699"/>
                </a:lnTo>
                <a:lnTo>
                  <a:pt x="13505" y="3723"/>
                </a:lnTo>
                <a:lnTo>
                  <a:pt x="13603" y="3747"/>
                </a:lnTo>
                <a:lnTo>
                  <a:pt x="13700" y="3723"/>
                </a:lnTo>
                <a:lnTo>
                  <a:pt x="13773" y="3674"/>
                </a:lnTo>
                <a:lnTo>
                  <a:pt x="13870" y="3626"/>
                </a:lnTo>
                <a:lnTo>
                  <a:pt x="13968" y="3577"/>
                </a:lnTo>
                <a:lnTo>
                  <a:pt x="14162" y="3918"/>
                </a:lnTo>
                <a:lnTo>
                  <a:pt x="14065" y="3991"/>
                </a:lnTo>
                <a:lnTo>
                  <a:pt x="13870" y="4161"/>
                </a:lnTo>
                <a:lnTo>
                  <a:pt x="13773" y="4234"/>
                </a:lnTo>
                <a:lnTo>
                  <a:pt x="13700" y="4331"/>
                </a:lnTo>
                <a:lnTo>
                  <a:pt x="13700" y="4356"/>
                </a:lnTo>
                <a:lnTo>
                  <a:pt x="13724" y="4380"/>
                </a:lnTo>
                <a:lnTo>
                  <a:pt x="13846" y="4380"/>
                </a:lnTo>
                <a:lnTo>
                  <a:pt x="13943" y="4356"/>
                </a:lnTo>
                <a:lnTo>
                  <a:pt x="14065" y="4307"/>
                </a:lnTo>
                <a:lnTo>
                  <a:pt x="14162" y="4234"/>
                </a:lnTo>
                <a:lnTo>
                  <a:pt x="14284" y="4161"/>
                </a:lnTo>
                <a:lnTo>
                  <a:pt x="14503" y="4696"/>
                </a:lnTo>
                <a:lnTo>
                  <a:pt x="14332" y="4769"/>
                </a:lnTo>
                <a:lnTo>
                  <a:pt x="14211" y="4842"/>
                </a:lnTo>
                <a:lnTo>
                  <a:pt x="14065" y="4940"/>
                </a:lnTo>
                <a:lnTo>
                  <a:pt x="13968" y="5061"/>
                </a:lnTo>
                <a:lnTo>
                  <a:pt x="13919" y="5134"/>
                </a:lnTo>
                <a:lnTo>
                  <a:pt x="13895" y="5207"/>
                </a:lnTo>
                <a:lnTo>
                  <a:pt x="13895" y="5256"/>
                </a:lnTo>
                <a:lnTo>
                  <a:pt x="13919" y="5280"/>
                </a:lnTo>
                <a:lnTo>
                  <a:pt x="13968" y="5305"/>
                </a:lnTo>
                <a:lnTo>
                  <a:pt x="14016" y="5305"/>
                </a:lnTo>
                <a:lnTo>
                  <a:pt x="14114" y="5256"/>
                </a:lnTo>
                <a:lnTo>
                  <a:pt x="14235" y="5183"/>
                </a:lnTo>
                <a:lnTo>
                  <a:pt x="14551" y="5037"/>
                </a:lnTo>
                <a:lnTo>
                  <a:pt x="14600" y="5013"/>
                </a:lnTo>
                <a:lnTo>
                  <a:pt x="14770" y="5524"/>
                </a:lnTo>
                <a:lnTo>
                  <a:pt x="14430" y="5670"/>
                </a:lnTo>
                <a:lnTo>
                  <a:pt x="14162" y="5791"/>
                </a:lnTo>
                <a:lnTo>
                  <a:pt x="13919" y="5937"/>
                </a:lnTo>
                <a:lnTo>
                  <a:pt x="13919" y="5986"/>
                </a:lnTo>
                <a:lnTo>
                  <a:pt x="13943" y="6010"/>
                </a:lnTo>
                <a:lnTo>
                  <a:pt x="14089" y="6035"/>
                </a:lnTo>
                <a:lnTo>
                  <a:pt x="14235" y="6059"/>
                </a:lnTo>
                <a:lnTo>
                  <a:pt x="14381" y="6035"/>
                </a:lnTo>
                <a:lnTo>
                  <a:pt x="14527" y="6010"/>
                </a:lnTo>
                <a:lnTo>
                  <a:pt x="14843" y="5889"/>
                </a:lnTo>
                <a:lnTo>
                  <a:pt x="14965" y="6424"/>
                </a:lnTo>
                <a:lnTo>
                  <a:pt x="14795" y="6497"/>
                </a:lnTo>
                <a:lnTo>
                  <a:pt x="14405" y="6619"/>
                </a:lnTo>
                <a:lnTo>
                  <a:pt x="14041" y="6740"/>
                </a:lnTo>
                <a:lnTo>
                  <a:pt x="13992" y="6789"/>
                </a:lnTo>
                <a:lnTo>
                  <a:pt x="13992" y="6813"/>
                </a:lnTo>
                <a:lnTo>
                  <a:pt x="13992" y="6862"/>
                </a:lnTo>
                <a:lnTo>
                  <a:pt x="14041" y="6886"/>
                </a:lnTo>
                <a:lnTo>
                  <a:pt x="14235" y="6886"/>
                </a:lnTo>
                <a:lnTo>
                  <a:pt x="14430" y="6862"/>
                </a:lnTo>
                <a:lnTo>
                  <a:pt x="14795" y="6813"/>
                </a:lnTo>
                <a:lnTo>
                  <a:pt x="15038" y="6740"/>
                </a:lnTo>
                <a:lnTo>
                  <a:pt x="15111" y="7178"/>
                </a:lnTo>
                <a:lnTo>
                  <a:pt x="14843" y="7227"/>
                </a:lnTo>
                <a:lnTo>
                  <a:pt x="14430" y="7349"/>
                </a:lnTo>
                <a:lnTo>
                  <a:pt x="14235" y="7422"/>
                </a:lnTo>
                <a:lnTo>
                  <a:pt x="14065" y="7543"/>
                </a:lnTo>
                <a:lnTo>
                  <a:pt x="14041" y="7592"/>
                </a:lnTo>
                <a:lnTo>
                  <a:pt x="14041" y="7665"/>
                </a:lnTo>
                <a:lnTo>
                  <a:pt x="14089" y="7714"/>
                </a:lnTo>
                <a:lnTo>
                  <a:pt x="14138" y="7738"/>
                </a:lnTo>
                <a:lnTo>
                  <a:pt x="14357" y="7714"/>
                </a:lnTo>
                <a:lnTo>
                  <a:pt x="14551" y="7665"/>
                </a:lnTo>
                <a:lnTo>
                  <a:pt x="14941" y="7568"/>
                </a:lnTo>
                <a:lnTo>
                  <a:pt x="15135" y="7519"/>
                </a:lnTo>
                <a:lnTo>
                  <a:pt x="15184" y="7981"/>
                </a:lnTo>
                <a:lnTo>
                  <a:pt x="14868" y="8030"/>
                </a:lnTo>
                <a:lnTo>
                  <a:pt x="14624" y="8054"/>
                </a:lnTo>
                <a:lnTo>
                  <a:pt x="14381" y="8079"/>
                </a:lnTo>
                <a:lnTo>
                  <a:pt x="14235" y="8103"/>
                </a:lnTo>
                <a:lnTo>
                  <a:pt x="14138" y="8152"/>
                </a:lnTo>
                <a:lnTo>
                  <a:pt x="14016" y="8200"/>
                </a:lnTo>
                <a:lnTo>
                  <a:pt x="13943" y="8298"/>
                </a:lnTo>
                <a:lnTo>
                  <a:pt x="13919" y="8322"/>
                </a:lnTo>
                <a:lnTo>
                  <a:pt x="13919" y="8346"/>
                </a:lnTo>
                <a:lnTo>
                  <a:pt x="13943" y="8395"/>
                </a:lnTo>
                <a:lnTo>
                  <a:pt x="13968" y="8395"/>
                </a:lnTo>
                <a:lnTo>
                  <a:pt x="14089" y="8419"/>
                </a:lnTo>
                <a:lnTo>
                  <a:pt x="14211" y="8444"/>
                </a:lnTo>
                <a:lnTo>
                  <a:pt x="14478" y="8444"/>
                </a:lnTo>
                <a:lnTo>
                  <a:pt x="14989" y="8395"/>
                </a:lnTo>
                <a:lnTo>
                  <a:pt x="15208" y="8395"/>
                </a:lnTo>
                <a:lnTo>
                  <a:pt x="15208" y="8857"/>
                </a:lnTo>
                <a:lnTo>
                  <a:pt x="14722" y="8882"/>
                </a:lnTo>
                <a:lnTo>
                  <a:pt x="14503" y="8882"/>
                </a:lnTo>
                <a:lnTo>
                  <a:pt x="14284" y="8906"/>
                </a:lnTo>
                <a:lnTo>
                  <a:pt x="14065" y="8955"/>
                </a:lnTo>
                <a:lnTo>
                  <a:pt x="13968" y="8979"/>
                </a:lnTo>
                <a:lnTo>
                  <a:pt x="13870" y="9028"/>
                </a:lnTo>
                <a:lnTo>
                  <a:pt x="13870" y="9052"/>
                </a:lnTo>
                <a:lnTo>
                  <a:pt x="13870" y="9076"/>
                </a:lnTo>
                <a:lnTo>
                  <a:pt x="13968" y="9125"/>
                </a:lnTo>
                <a:lnTo>
                  <a:pt x="14065" y="9174"/>
                </a:lnTo>
                <a:lnTo>
                  <a:pt x="14284" y="9222"/>
                </a:lnTo>
                <a:lnTo>
                  <a:pt x="14722" y="9222"/>
                </a:lnTo>
                <a:lnTo>
                  <a:pt x="14941" y="9247"/>
                </a:lnTo>
                <a:lnTo>
                  <a:pt x="15184" y="9247"/>
                </a:lnTo>
                <a:lnTo>
                  <a:pt x="15160" y="9465"/>
                </a:lnTo>
                <a:lnTo>
                  <a:pt x="14965" y="9514"/>
                </a:lnTo>
                <a:lnTo>
                  <a:pt x="14722" y="9563"/>
                </a:lnTo>
                <a:lnTo>
                  <a:pt x="14503" y="9660"/>
                </a:lnTo>
                <a:lnTo>
                  <a:pt x="14260" y="9757"/>
                </a:lnTo>
                <a:lnTo>
                  <a:pt x="14041" y="9879"/>
                </a:lnTo>
                <a:lnTo>
                  <a:pt x="14016" y="9903"/>
                </a:lnTo>
                <a:lnTo>
                  <a:pt x="14016" y="9952"/>
                </a:lnTo>
                <a:lnTo>
                  <a:pt x="14041" y="9976"/>
                </a:lnTo>
                <a:lnTo>
                  <a:pt x="14089" y="9976"/>
                </a:lnTo>
                <a:lnTo>
                  <a:pt x="14308" y="10001"/>
                </a:lnTo>
                <a:lnTo>
                  <a:pt x="14527" y="9976"/>
                </a:lnTo>
                <a:lnTo>
                  <a:pt x="14965" y="9903"/>
                </a:lnTo>
                <a:lnTo>
                  <a:pt x="15087" y="9879"/>
                </a:lnTo>
                <a:lnTo>
                  <a:pt x="14989" y="10390"/>
                </a:lnTo>
                <a:lnTo>
                  <a:pt x="14527" y="10463"/>
                </a:lnTo>
                <a:lnTo>
                  <a:pt x="14357" y="10487"/>
                </a:lnTo>
                <a:lnTo>
                  <a:pt x="14162" y="10512"/>
                </a:lnTo>
                <a:lnTo>
                  <a:pt x="13992" y="10560"/>
                </a:lnTo>
                <a:lnTo>
                  <a:pt x="13919" y="10609"/>
                </a:lnTo>
                <a:lnTo>
                  <a:pt x="13870" y="10682"/>
                </a:lnTo>
                <a:lnTo>
                  <a:pt x="13846" y="10731"/>
                </a:lnTo>
                <a:lnTo>
                  <a:pt x="13846" y="10804"/>
                </a:lnTo>
                <a:lnTo>
                  <a:pt x="13870" y="10852"/>
                </a:lnTo>
                <a:lnTo>
                  <a:pt x="13919" y="10901"/>
                </a:lnTo>
                <a:lnTo>
                  <a:pt x="13992" y="10925"/>
                </a:lnTo>
                <a:lnTo>
                  <a:pt x="14065" y="10950"/>
                </a:lnTo>
                <a:lnTo>
                  <a:pt x="14235" y="10950"/>
                </a:lnTo>
                <a:lnTo>
                  <a:pt x="14600" y="10901"/>
                </a:lnTo>
                <a:lnTo>
                  <a:pt x="14819" y="10877"/>
                </a:lnTo>
                <a:lnTo>
                  <a:pt x="14819" y="10877"/>
                </a:lnTo>
                <a:lnTo>
                  <a:pt x="14624" y="11339"/>
                </a:lnTo>
                <a:lnTo>
                  <a:pt x="14478" y="11339"/>
                </a:lnTo>
                <a:lnTo>
                  <a:pt x="14308" y="11315"/>
                </a:lnTo>
                <a:lnTo>
                  <a:pt x="14114" y="11339"/>
                </a:lnTo>
                <a:lnTo>
                  <a:pt x="13919" y="11363"/>
                </a:lnTo>
                <a:lnTo>
                  <a:pt x="13749" y="11436"/>
                </a:lnTo>
                <a:lnTo>
                  <a:pt x="13724" y="11461"/>
                </a:lnTo>
                <a:lnTo>
                  <a:pt x="13749" y="11485"/>
                </a:lnTo>
                <a:lnTo>
                  <a:pt x="13919" y="11558"/>
                </a:lnTo>
                <a:lnTo>
                  <a:pt x="14089" y="11607"/>
                </a:lnTo>
                <a:lnTo>
                  <a:pt x="14430" y="11655"/>
                </a:lnTo>
                <a:lnTo>
                  <a:pt x="14454" y="11655"/>
                </a:lnTo>
                <a:lnTo>
                  <a:pt x="14211" y="12069"/>
                </a:lnTo>
                <a:lnTo>
                  <a:pt x="13968" y="12069"/>
                </a:lnTo>
                <a:lnTo>
                  <a:pt x="13724" y="12093"/>
                </a:lnTo>
                <a:lnTo>
                  <a:pt x="13603" y="12069"/>
                </a:lnTo>
                <a:lnTo>
                  <a:pt x="13481" y="12045"/>
                </a:lnTo>
                <a:lnTo>
                  <a:pt x="13335" y="12020"/>
                </a:lnTo>
                <a:lnTo>
                  <a:pt x="13213" y="12020"/>
                </a:lnTo>
                <a:lnTo>
                  <a:pt x="13189" y="12045"/>
                </a:lnTo>
                <a:lnTo>
                  <a:pt x="13189" y="12069"/>
                </a:lnTo>
                <a:lnTo>
                  <a:pt x="13189" y="12166"/>
                </a:lnTo>
                <a:lnTo>
                  <a:pt x="13238" y="12239"/>
                </a:lnTo>
                <a:lnTo>
                  <a:pt x="13311" y="12312"/>
                </a:lnTo>
                <a:lnTo>
                  <a:pt x="13408" y="12361"/>
                </a:lnTo>
                <a:lnTo>
                  <a:pt x="13530" y="12385"/>
                </a:lnTo>
                <a:lnTo>
                  <a:pt x="13651" y="12410"/>
                </a:lnTo>
                <a:lnTo>
                  <a:pt x="13943" y="12434"/>
                </a:lnTo>
                <a:lnTo>
                  <a:pt x="13603" y="12823"/>
                </a:lnTo>
                <a:lnTo>
                  <a:pt x="13067" y="12726"/>
                </a:lnTo>
                <a:lnTo>
                  <a:pt x="12848" y="12677"/>
                </a:lnTo>
                <a:lnTo>
                  <a:pt x="12727" y="12677"/>
                </a:lnTo>
                <a:lnTo>
                  <a:pt x="12629" y="12702"/>
                </a:lnTo>
                <a:lnTo>
                  <a:pt x="12605" y="12726"/>
                </a:lnTo>
                <a:lnTo>
                  <a:pt x="12605" y="12775"/>
                </a:lnTo>
                <a:lnTo>
                  <a:pt x="12629" y="12848"/>
                </a:lnTo>
                <a:lnTo>
                  <a:pt x="12678" y="12921"/>
                </a:lnTo>
                <a:lnTo>
                  <a:pt x="12751" y="12969"/>
                </a:lnTo>
                <a:lnTo>
                  <a:pt x="12824" y="13018"/>
                </a:lnTo>
                <a:lnTo>
                  <a:pt x="13043" y="13115"/>
                </a:lnTo>
                <a:lnTo>
                  <a:pt x="13262" y="13164"/>
                </a:lnTo>
                <a:lnTo>
                  <a:pt x="13116" y="13286"/>
                </a:lnTo>
                <a:lnTo>
                  <a:pt x="13067" y="13286"/>
                </a:lnTo>
                <a:lnTo>
                  <a:pt x="12605" y="13261"/>
                </a:lnTo>
                <a:lnTo>
                  <a:pt x="12362" y="13213"/>
                </a:lnTo>
                <a:lnTo>
                  <a:pt x="12240" y="13188"/>
                </a:lnTo>
                <a:lnTo>
                  <a:pt x="12094" y="13188"/>
                </a:lnTo>
                <a:lnTo>
                  <a:pt x="12021" y="13213"/>
                </a:lnTo>
                <a:lnTo>
                  <a:pt x="11997" y="13261"/>
                </a:lnTo>
                <a:lnTo>
                  <a:pt x="11972" y="13334"/>
                </a:lnTo>
                <a:lnTo>
                  <a:pt x="12021" y="13383"/>
                </a:lnTo>
                <a:lnTo>
                  <a:pt x="12143" y="13505"/>
                </a:lnTo>
                <a:lnTo>
                  <a:pt x="12289" y="13578"/>
                </a:lnTo>
                <a:lnTo>
                  <a:pt x="12483" y="13626"/>
                </a:lnTo>
                <a:lnTo>
                  <a:pt x="12654" y="13651"/>
                </a:lnTo>
                <a:lnTo>
                  <a:pt x="12240" y="13943"/>
                </a:lnTo>
                <a:lnTo>
                  <a:pt x="12143" y="13918"/>
                </a:lnTo>
                <a:lnTo>
                  <a:pt x="11680" y="13821"/>
                </a:lnTo>
                <a:lnTo>
                  <a:pt x="11461" y="13772"/>
                </a:lnTo>
                <a:lnTo>
                  <a:pt x="11267" y="13724"/>
                </a:lnTo>
                <a:lnTo>
                  <a:pt x="11218" y="13748"/>
                </a:lnTo>
                <a:lnTo>
                  <a:pt x="11218" y="13821"/>
                </a:lnTo>
                <a:lnTo>
                  <a:pt x="11242" y="13894"/>
                </a:lnTo>
                <a:lnTo>
                  <a:pt x="11315" y="13967"/>
                </a:lnTo>
                <a:lnTo>
                  <a:pt x="11437" y="14064"/>
                </a:lnTo>
                <a:lnTo>
                  <a:pt x="11607" y="14137"/>
                </a:lnTo>
                <a:lnTo>
                  <a:pt x="11802" y="14210"/>
                </a:lnTo>
                <a:lnTo>
                  <a:pt x="11437" y="14381"/>
                </a:lnTo>
                <a:lnTo>
                  <a:pt x="11388" y="14332"/>
                </a:lnTo>
                <a:lnTo>
                  <a:pt x="11315" y="14308"/>
                </a:lnTo>
                <a:lnTo>
                  <a:pt x="11194" y="14259"/>
                </a:lnTo>
                <a:lnTo>
                  <a:pt x="10902" y="14235"/>
                </a:lnTo>
                <a:lnTo>
                  <a:pt x="10634" y="14210"/>
                </a:lnTo>
                <a:lnTo>
                  <a:pt x="10512" y="14210"/>
                </a:lnTo>
                <a:lnTo>
                  <a:pt x="10391" y="14235"/>
                </a:lnTo>
                <a:lnTo>
                  <a:pt x="10366" y="14235"/>
                </a:lnTo>
                <a:lnTo>
                  <a:pt x="10366" y="14283"/>
                </a:lnTo>
                <a:lnTo>
                  <a:pt x="10366" y="14332"/>
                </a:lnTo>
                <a:lnTo>
                  <a:pt x="10391" y="14381"/>
                </a:lnTo>
                <a:lnTo>
                  <a:pt x="10488" y="14478"/>
                </a:lnTo>
                <a:lnTo>
                  <a:pt x="10610" y="14551"/>
                </a:lnTo>
                <a:lnTo>
                  <a:pt x="10731" y="14575"/>
                </a:lnTo>
                <a:lnTo>
                  <a:pt x="10877" y="14624"/>
                </a:lnTo>
                <a:lnTo>
                  <a:pt x="10512" y="14746"/>
                </a:lnTo>
                <a:lnTo>
                  <a:pt x="10318" y="14673"/>
                </a:lnTo>
                <a:lnTo>
                  <a:pt x="10123" y="14624"/>
                </a:lnTo>
                <a:lnTo>
                  <a:pt x="9904" y="14600"/>
                </a:lnTo>
                <a:lnTo>
                  <a:pt x="9807" y="14600"/>
                </a:lnTo>
                <a:lnTo>
                  <a:pt x="9709" y="14648"/>
                </a:lnTo>
                <a:lnTo>
                  <a:pt x="9661" y="14673"/>
                </a:lnTo>
                <a:lnTo>
                  <a:pt x="9685" y="14721"/>
                </a:lnTo>
                <a:lnTo>
                  <a:pt x="9734" y="14794"/>
                </a:lnTo>
                <a:lnTo>
                  <a:pt x="9807" y="14843"/>
                </a:lnTo>
                <a:lnTo>
                  <a:pt x="9928" y="14916"/>
                </a:lnTo>
                <a:lnTo>
                  <a:pt x="9612" y="14989"/>
                </a:lnTo>
                <a:lnTo>
                  <a:pt x="9588" y="14940"/>
                </a:lnTo>
                <a:lnTo>
                  <a:pt x="9539" y="14916"/>
                </a:lnTo>
                <a:lnTo>
                  <a:pt x="9417" y="14867"/>
                </a:lnTo>
                <a:lnTo>
                  <a:pt x="9223" y="14843"/>
                </a:lnTo>
                <a:lnTo>
                  <a:pt x="9150" y="14843"/>
                </a:lnTo>
                <a:lnTo>
                  <a:pt x="9052" y="14867"/>
                </a:lnTo>
                <a:lnTo>
                  <a:pt x="9004" y="14916"/>
                </a:lnTo>
                <a:lnTo>
                  <a:pt x="8979" y="14965"/>
                </a:lnTo>
                <a:lnTo>
                  <a:pt x="8979" y="15013"/>
                </a:lnTo>
                <a:lnTo>
                  <a:pt x="9004" y="15062"/>
                </a:lnTo>
                <a:lnTo>
                  <a:pt x="9004" y="15086"/>
                </a:lnTo>
                <a:lnTo>
                  <a:pt x="8663" y="15135"/>
                </a:lnTo>
                <a:lnTo>
                  <a:pt x="8298" y="15159"/>
                </a:lnTo>
                <a:lnTo>
                  <a:pt x="7227" y="15159"/>
                </a:lnTo>
                <a:lnTo>
                  <a:pt x="6862" y="15111"/>
                </a:lnTo>
                <a:lnTo>
                  <a:pt x="6497" y="15062"/>
                </a:lnTo>
                <a:lnTo>
                  <a:pt x="6157" y="14989"/>
                </a:lnTo>
                <a:lnTo>
                  <a:pt x="5816" y="14916"/>
                </a:lnTo>
                <a:lnTo>
                  <a:pt x="5451" y="14819"/>
                </a:lnTo>
                <a:lnTo>
                  <a:pt x="5135" y="14697"/>
                </a:lnTo>
                <a:lnTo>
                  <a:pt x="4794" y="14575"/>
                </a:lnTo>
                <a:lnTo>
                  <a:pt x="4478" y="14405"/>
                </a:lnTo>
                <a:lnTo>
                  <a:pt x="4162" y="14259"/>
                </a:lnTo>
                <a:lnTo>
                  <a:pt x="3845" y="14064"/>
                </a:lnTo>
                <a:lnTo>
                  <a:pt x="3553" y="13870"/>
                </a:lnTo>
                <a:lnTo>
                  <a:pt x="3286" y="13675"/>
                </a:lnTo>
                <a:lnTo>
                  <a:pt x="3018" y="13456"/>
                </a:lnTo>
                <a:lnTo>
                  <a:pt x="2775" y="13237"/>
                </a:lnTo>
                <a:lnTo>
                  <a:pt x="2531" y="12994"/>
                </a:lnTo>
                <a:lnTo>
                  <a:pt x="2312" y="12775"/>
                </a:lnTo>
                <a:lnTo>
                  <a:pt x="2118" y="12507"/>
                </a:lnTo>
                <a:lnTo>
                  <a:pt x="1899" y="12239"/>
                </a:lnTo>
                <a:lnTo>
                  <a:pt x="1728" y="11972"/>
                </a:lnTo>
                <a:lnTo>
                  <a:pt x="1558" y="11704"/>
                </a:lnTo>
                <a:lnTo>
                  <a:pt x="1412" y="11412"/>
                </a:lnTo>
                <a:lnTo>
                  <a:pt x="1266" y="11120"/>
                </a:lnTo>
                <a:lnTo>
                  <a:pt x="1144" y="10828"/>
                </a:lnTo>
                <a:lnTo>
                  <a:pt x="1047" y="10512"/>
                </a:lnTo>
                <a:lnTo>
                  <a:pt x="950" y="10195"/>
                </a:lnTo>
                <a:lnTo>
                  <a:pt x="877" y="9879"/>
                </a:lnTo>
                <a:lnTo>
                  <a:pt x="828" y="9538"/>
                </a:lnTo>
                <a:lnTo>
                  <a:pt x="779" y="9003"/>
                </a:lnTo>
                <a:lnTo>
                  <a:pt x="755" y="8468"/>
                </a:lnTo>
                <a:lnTo>
                  <a:pt x="755" y="7933"/>
                </a:lnTo>
                <a:lnTo>
                  <a:pt x="779" y="7397"/>
                </a:lnTo>
                <a:lnTo>
                  <a:pt x="852" y="6862"/>
                </a:lnTo>
                <a:lnTo>
                  <a:pt x="950" y="6351"/>
                </a:lnTo>
                <a:lnTo>
                  <a:pt x="1096" y="5840"/>
                </a:lnTo>
                <a:lnTo>
                  <a:pt x="1266" y="5353"/>
                </a:lnTo>
                <a:lnTo>
                  <a:pt x="1388" y="5061"/>
                </a:lnTo>
                <a:lnTo>
                  <a:pt x="1558" y="4745"/>
                </a:lnTo>
                <a:lnTo>
                  <a:pt x="1753" y="4404"/>
                </a:lnTo>
                <a:lnTo>
                  <a:pt x="1996" y="4064"/>
                </a:lnTo>
                <a:lnTo>
                  <a:pt x="2264" y="3699"/>
                </a:lnTo>
                <a:lnTo>
                  <a:pt x="2556" y="3334"/>
                </a:lnTo>
                <a:lnTo>
                  <a:pt x="2896" y="2944"/>
                </a:lnTo>
                <a:lnTo>
                  <a:pt x="3261" y="2604"/>
                </a:lnTo>
                <a:lnTo>
                  <a:pt x="3651" y="2263"/>
                </a:lnTo>
                <a:lnTo>
                  <a:pt x="4089" y="1922"/>
                </a:lnTo>
                <a:lnTo>
                  <a:pt x="4527" y="1630"/>
                </a:lnTo>
                <a:lnTo>
                  <a:pt x="5013" y="1363"/>
                </a:lnTo>
                <a:lnTo>
                  <a:pt x="5524" y="1144"/>
                </a:lnTo>
                <a:lnTo>
                  <a:pt x="6035" y="974"/>
                </a:lnTo>
                <a:lnTo>
                  <a:pt x="6327" y="925"/>
                </a:lnTo>
                <a:lnTo>
                  <a:pt x="6595" y="876"/>
                </a:lnTo>
                <a:lnTo>
                  <a:pt x="6887" y="828"/>
                </a:lnTo>
                <a:lnTo>
                  <a:pt x="7179" y="803"/>
                </a:lnTo>
                <a:lnTo>
                  <a:pt x="7544" y="779"/>
                </a:lnTo>
                <a:lnTo>
                  <a:pt x="7933" y="730"/>
                </a:lnTo>
                <a:lnTo>
                  <a:pt x="8322" y="682"/>
                </a:lnTo>
                <a:close/>
                <a:moveTo>
                  <a:pt x="8152" y="0"/>
                </a:moveTo>
                <a:lnTo>
                  <a:pt x="7763" y="25"/>
                </a:lnTo>
                <a:lnTo>
                  <a:pt x="7373" y="73"/>
                </a:lnTo>
                <a:lnTo>
                  <a:pt x="7081" y="49"/>
                </a:lnTo>
                <a:lnTo>
                  <a:pt x="6789" y="49"/>
                </a:lnTo>
                <a:lnTo>
                  <a:pt x="6473" y="73"/>
                </a:lnTo>
                <a:lnTo>
                  <a:pt x="6157" y="146"/>
                </a:lnTo>
                <a:lnTo>
                  <a:pt x="5841" y="219"/>
                </a:lnTo>
                <a:lnTo>
                  <a:pt x="5549" y="317"/>
                </a:lnTo>
                <a:lnTo>
                  <a:pt x="5232" y="438"/>
                </a:lnTo>
                <a:lnTo>
                  <a:pt x="4916" y="560"/>
                </a:lnTo>
                <a:lnTo>
                  <a:pt x="4332" y="876"/>
                </a:lnTo>
                <a:lnTo>
                  <a:pt x="3748" y="1217"/>
                </a:lnTo>
                <a:lnTo>
                  <a:pt x="3237" y="1606"/>
                </a:lnTo>
                <a:lnTo>
                  <a:pt x="2775" y="1995"/>
                </a:lnTo>
                <a:lnTo>
                  <a:pt x="2507" y="2239"/>
                </a:lnTo>
                <a:lnTo>
                  <a:pt x="2264" y="2482"/>
                </a:lnTo>
                <a:lnTo>
                  <a:pt x="2045" y="2725"/>
                </a:lnTo>
                <a:lnTo>
                  <a:pt x="1826" y="2993"/>
                </a:lnTo>
                <a:lnTo>
                  <a:pt x="1631" y="3261"/>
                </a:lnTo>
                <a:lnTo>
                  <a:pt x="1461" y="3528"/>
                </a:lnTo>
                <a:lnTo>
                  <a:pt x="1120" y="4088"/>
                </a:lnTo>
                <a:lnTo>
                  <a:pt x="852" y="4696"/>
                </a:lnTo>
                <a:lnTo>
                  <a:pt x="609" y="5305"/>
                </a:lnTo>
                <a:lnTo>
                  <a:pt x="414" y="5962"/>
                </a:lnTo>
                <a:lnTo>
                  <a:pt x="220" y="6643"/>
                </a:lnTo>
                <a:lnTo>
                  <a:pt x="122" y="7008"/>
                </a:lnTo>
                <a:lnTo>
                  <a:pt x="74" y="7373"/>
                </a:lnTo>
                <a:lnTo>
                  <a:pt x="25" y="7738"/>
                </a:lnTo>
                <a:lnTo>
                  <a:pt x="1" y="8103"/>
                </a:lnTo>
                <a:lnTo>
                  <a:pt x="1" y="8468"/>
                </a:lnTo>
                <a:lnTo>
                  <a:pt x="25" y="8809"/>
                </a:lnTo>
                <a:lnTo>
                  <a:pt x="49" y="9174"/>
                </a:lnTo>
                <a:lnTo>
                  <a:pt x="98" y="9514"/>
                </a:lnTo>
                <a:lnTo>
                  <a:pt x="195" y="9879"/>
                </a:lnTo>
                <a:lnTo>
                  <a:pt x="268" y="10220"/>
                </a:lnTo>
                <a:lnTo>
                  <a:pt x="390" y="10560"/>
                </a:lnTo>
                <a:lnTo>
                  <a:pt x="512" y="10901"/>
                </a:lnTo>
                <a:lnTo>
                  <a:pt x="658" y="11242"/>
                </a:lnTo>
                <a:lnTo>
                  <a:pt x="804" y="11582"/>
                </a:lnTo>
                <a:lnTo>
                  <a:pt x="1169" y="12264"/>
                </a:lnTo>
                <a:lnTo>
                  <a:pt x="1388" y="12629"/>
                </a:lnTo>
                <a:lnTo>
                  <a:pt x="1631" y="12994"/>
                </a:lnTo>
                <a:lnTo>
                  <a:pt x="1899" y="13334"/>
                </a:lnTo>
                <a:lnTo>
                  <a:pt x="2166" y="13651"/>
                </a:lnTo>
                <a:lnTo>
                  <a:pt x="2434" y="13943"/>
                </a:lnTo>
                <a:lnTo>
                  <a:pt x="2750" y="14235"/>
                </a:lnTo>
                <a:lnTo>
                  <a:pt x="3042" y="14502"/>
                </a:lnTo>
                <a:lnTo>
                  <a:pt x="3383" y="14746"/>
                </a:lnTo>
                <a:lnTo>
                  <a:pt x="3699" y="14965"/>
                </a:lnTo>
                <a:lnTo>
                  <a:pt x="4064" y="15159"/>
                </a:lnTo>
                <a:lnTo>
                  <a:pt x="4429" y="15354"/>
                </a:lnTo>
                <a:lnTo>
                  <a:pt x="4794" y="15500"/>
                </a:lnTo>
                <a:lnTo>
                  <a:pt x="5184" y="15622"/>
                </a:lnTo>
                <a:lnTo>
                  <a:pt x="5597" y="15743"/>
                </a:lnTo>
                <a:lnTo>
                  <a:pt x="6011" y="15816"/>
                </a:lnTo>
                <a:lnTo>
                  <a:pt x="6424" y="15889"/>
                </a:lnTo>
                <a:lnTo>
                  <a:pt x="6862" y="15914"/>
                </a:lnTo>
                <a:lnTo>
                  <a:pt x="7300" y="15938"/>
                </a:lnTo>
                <a:lnTo>
                  <a:pt x="7738" y="15938"/>
                </a:lnTo>
                <a:lnTo>
                  <a:pt x="8152" y="15914"/>
                </a:lnTo>
                <a:lnTo>
                  <a:pt x="8590" y="15889"/>
                </a:lnTo>
                <a:lnTo>
                  <a:pt x="9004" y="15841"/>
                </a:lnTo>
                <a:lnTo>
                  <a:pt x="9442" y="15768"/>
                </a:lnTo>
                <a:lnTo>
                  <a:pt x="9855" y="15670"/>
                </a:lnTo>
                <a:lnTo>
                  <a:pt x="10245" y="15573"/>
                </a:lnTo>
                <a:lnTo>
                  <a:pt x="10658" y="15451"/>
                </a:lnTo>
                <a:lnTo>
                  <a:pt x="11048" y="15305"/>
                </a:lnTo>
                <a:lnTo>
                  <a:pt x="11461" y="15135"/>
                </a:lnTo>
                <a:lnTo>
                  <a:pt x="11826" y="14940"/>
                </a:lnTo>
                <a:lnTo>
                  <a:pt x="12216" y="14721"/>
                </a:lnTo>
                <a:lnTo>
                  <a:pt x="12581" y="14478"/>
                </a:lnTo>
                <a:lnTo>
                  <a:pt x="12921" y="14235"/>
                </a:lnTo>
                <a:lnTo>
                  <a:pt x="13286" y="13943"/>
                </a:lnTo>
                <a:lnTo>
                  <a:pt x="13603" y="13651"/>
                </a:lnTo>
                <a:lnTo>
                  <a:pt x="13895" y="13334"/>
                </a:lnTo>
                <a:lnTo>
                  <a:pt x="14187" y="13018"/>
                </a:lnTo>
                <a:lnTo>
                  <a:pt x="14454" y="12702"/>
                </a:lnTo>
                <a:lnTo>
                  <a:pt x="14697" y="12361"/>
                </a:lnTo>
                <a:lnTo>
                  <a:pt x="14916" y="11996"/>
                </a:lnTo>
                <a:lnTo>
                  <a:pt x="15111" y="11631"/>
                </a:lnTo>
                <a:lnTo>
                  <a:pt x="15135" y="11631"/>
                </a:lnTo>
                <a:lnTo>
                  <a:pt x="15160" y="11582"/>
                </a:lnTo>
                <a:lnTo>
                  <a:pt x="15160" y="11534"/>
                </a:lnTo>
                <a:lnTo>
                  <a:pt x="15330" y="11096"/>
                </a:lnTo>
                <a:lnTo>
                  <a:pt x="15500" y="10658"/>
                </a:lnTo>
                <a:lnTo>
                  <a:pt x="15622" y="10195"/>
                </a:lnTo>
                <a:lnTo>
                  <a:pt x="15719" y="9733"/>
                </a:lnTo>
                <a:lnTo>
                  <a:pt x="15744" y="9709"/>
                </a:lnTo>
                <a:lnTo>
                  <a:pt x="15768" y="9684"/>
                </a:lnTo>
                <a:lnTo>
                  <a:pt x="15792" y="9636"/>
                </a:lnTo>
                <a:lnTo>
                  <a:pt x="15768" y="9611"/>
                </a:lnTo>
                <a:lnTo>
                  <a:pt x="15744" y="9563"/>
                </a:lnTo>
                <a:lnTo>
                  <a:pt x="15792" y="9174"/>
                </a:lnTo>
                <a:lnTo>
                  <a:pt x="15841" y="8760"/>
                </a:lnTo>
                <a:lnTo>
                  <a:pt x="15841" y="8371"/>
                </a:lnTo>
                <a:lnTo>
                  <a:pt x="15817" y="7957"/>
                </a:lnTo>
                <a:lnTo>
                  <a:pt x="15744" y="7105"/>
                </a:lnTo>
                <a:lnTo>
                  <a:pt x="15671" y="6667"/>
                </a:lnTo>
                <a:lnTo>
                  <a:pt x="15598" y="6254"/>
                </a:lnTo>
                <a:lnTo>
                  <a:pt x="15525" y="5840"/>
                </a:lnTo>
                <a:lnTo>
                  <a:pt x="15403" y="5426"/>
                </a:lnTo>
                <a:lnTo>
                  <a:pt x="15281" y="5013"/>
                </a:lnTo>
                <a:lnTo>
                  <a:pt x="15160" y="4623"/>
                </a:lnTo>
                <a:lnTo>
                  <a:pt x="14989" y="4234"/>
                </a:lnTo>
                <a:lnTo>
                  <a:pt x="14819" y="3845"/>
                </a:lnTo>
                <a:lnTo>
                  <a:pt x="14624" y="3480"/>
                </a:lnTo>
                <a:lnTo>
                  <a:pt x="14405" y="3115"/>
                </a:lnTo>
                <a:lnTo>
                  <a:pt x="14162" y="2774"/>
                </a:lnTo>
                <a:lnTo>
                  <a:pt x="13895" y="2458"/>
                </a:lnTo>
                <a:lnTo>
                  <a:pt x="13603" y="2141"/>
                </a:lnTo>
                <a:lnTo>
                  <a:pt x="13286" y="1849"/>
                </a:lnTo>
                <a:lnTo>
                  <a:pt x="12970" y="1582"/>
                </a:lnTo>
                <a:lnTo>
                  <a:pt x="12654" y="1363"/>
                </a:lnTo>
                <a:lnTo>
                  <a:pt x="12313" y="1144"/>
                </a:lnTo>
                <a:lnTo>
                  <a:pt x="11948" y="949"/>
                </a:lnTo>
                <a:lnTo>
                  <a:pt x="11607" y="779"/>
                </a:lnTo>
                <a:lnTo>
                  <a:pt x="11218" y="609"/>
                </a:lnTo>
                <a:lnTo>
                  <a:pt x="10853" y="487"/>
                </a:lnTo>
                <a:lnTo>
                  <a:pt x="10464" y="365"/>
                </a:lnTo>
                <a:lnTo>
                  <a:pt x="10099" y="268"/>
                </a:lnTo>
                <a:lnTo>
                  <a:pt x="9709" y="171"/>
                </a:lnTo>
                <a:lnTo>
                  <a:pt x="9320" y="98"/>
                </a:lnTo>
                <a:lnTo>
                  <a:pt x="8931" y="49"/>
                </a:lnTo>
                <a:lnTo>
                  <a:pt x="8541" y="25"/>
                </a:lnTo>
                <a:lnTo>
                  <a:pt x="8152" y="0"/>
                </a:lnTo>
                <a:close/>
              </a:path>
            </a:pathLst>
          </a:cu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24"/>
          <p:cNvSpPr/>
          <p:nvPr/>
        </p:nvSpPr>
        <p:spPr>
          <a:xfrm>
            <a:off x="2316843" y="2552100"/>
            <a:ext cx="660300" cy="49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24"/>
          <p:cNvSpPr/>
          <p:nvPr/>
        </p:nvSpPr>
        <p:spPr>
          <a:xfrm>
            <a:off x="2428485" y="2011643"/>
            <a:ext cx="486900" cy="49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24"/>
          <p:cNvSpPr/>
          <p:nvPr/>
        </p:nvSpPr>
        <p:spPr>
          <a:xfrm>
            <a:off x="1800173" y="1913723"/>
            <a:ext cx="548700" cy="49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24"/>
          <p:cNvSpPr/>
          <p:nvPr/>
        </p:nvSpPr>
        <p:spPr>
          <a:xfrm>
            <a:off x="1644113" y="2491475"/>
            <a:ext cx="548700" cy="49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24"/>
          <p:cNvSpPr/>
          <p:nvPr/>
        </p:nvSpPr>
        <p:spPr>
          <a:xfrm>
            <a:off x="4601832" y="2124932"/>
            <a:ext cx="182743" cy="240577"/>
          </a:xfrm>
          <a:custGeom>
            <a:rect b="b" l="l" r="r" t="t"/>
            <a:pathLst>
              <a:path extrusionOk="0" h="8902" w="6762">
                <a:moveTo>
                  <a:pt x="1305" y="1092"/>
                </a:moveTo>
                <a:lnTo>
                  <a:pt x="1348" y="1135"/>
                </a:lnTo>
                <a:lnTo>
                  <a:pt x="1477" y="1263"/>
                </a:lnTo>
                <a:lnTo>
                  <a:pt x="1562" y="1434"/>
                </a:lnTo>
                <a:lnTo>
                  <a:pt x="1584" y="1499"/>
                </a:lnTo>
                <a:lnTo>
                  <a:pt x="1562" y="1541"/>
                </a:lnTo>
                <a:lnTo>
                  <a:pt x="1541" y="1541"/>
                </a:lnTo>
                <a:lnTo>
                  <a:pt x="1477" y="1520"/>
                </a:lnTo>
                <a:lnTo>
                  <a:pt x="1348" y="1370"/>
                </a:lnTo>
                <a:lnTo>
                  <a:pt x="1284" y="1306"/>
                </a:lnTo>
                <a:lnTo>
                  <a:pt x="1241" y="1220"/>
                </a:lnTo>
                <a:lnTo>
                  <a:pt x="1241" y="1156"/>
                </a:lnTo>
                <a:lnTo>
                  <a:pt x="1241" y="1113"/>
                </a:lnTo>
                <a:lnTo>
                  <a:pt x="1263" y="1092"/>
                </a:lnTo>
                <a:close/>
                <a:moveTo>
                  <a:pt x="792" y="1734"/>
                </a:moveTo>
                <a:lnTo>
                  <a:pt x="856" y="1755"/>
                </a:lnTo>
                <a:lnTo>
                  <a:pt x="878" y="1798"/>
                </a:lnTo>
                <a:lnTo>
                  <a:pt x="899" y="1841"/>
                </a:lnTo>
                <a:lnTo>
                  <a:pt x="878" y="1862"/>
                </a:lnTo>
                <a:lnTo>
                  <a:pt x="856" y="1905"/>
                </a:lnTo>
                <a:lnTo>
                  <a:pt x="813" y="1905"/>
                </a:lnTo>
                <a:lnTo>
                  <a:pt x="749" y="1926"/>
                </a:lnTo>
                <a:lnTo>
                  <a:pt x="706" y="1905"/>
                </a:lnTo>
                <a:lnTo>
                  <a:pt x="685" y="1884"/>
                </a:lnTo>
                <a:lnTo>
                  <a:pt x="685" y="1841"/>
                </a:lnTo>
                <a:lnTo>
                  <a:pt x="728" y="1777"/>
                </a:lnTo>
                <a:lnTo>
                  <a:pt x="749" y="1755"/>
                </a:lnTo>
                <a:lnTo>
                  <a:pt x="792" y="1734"/>
                </a:lnTo>
                <a:close/>
                <a:moveTo>
                  <a:pt x="2910" y="1670"/>
                </a:moveTo>
                <a:lnTo>
                  <a:pt x="2846" y="1712"/>
                </a:lnTo>
                <a:lnTo>
                  <a:pt x="2760" y="1755"/>
                </a:lnTo>
                <a:lnTo>
                  <a:pt x="2718" y="1819"/>
                </a:lnTo>
                <a:lnTo>
                  <a:pt x="2675" y="1884"/>
                </a:lnTo>
                <a:lnTo>
                  <a:pt x="2675" y="1926"/>
                </a:lnTo>
                <a:lnTo>
                  <a:pt x="2696" y="1969"/>
                </a:lnTo>
                <a:lnTo>
                  <a:pt x="2932" y="1969"/>
                </a:lnTo>
                <a:lnTo>
                  <a:pt x="3081" y="1991"/>
                </a:lnTo>
                <a:lnTo>
                  <a:pt x="3231" y="2033"/>
                </a:lnTo>
                <a:lnTo>
                  <a:pt x="3317" y="2033"/>
                </a:lnTo>
                <a:lnTo>
                  <a:pt x="3381" y="2012"/>
                </a:lnTo>
                <a:lnTo>
                  <a:pt x="3702" y="1969"/>
                </a:lnTo>
                <a:lnTo>
                  <a:pt x="4023" y="1948"/>
                </a:lnTo>
                <a:lnTo>
                  <a:pt x="4237" y="1948"/>
                </a:lnTo>
                <a:lnTo>
                  <a:pt x="4451" y="1926"/>
                </a:lnTo>
                <a:lnTo>
                  <a:pt x="4879" y="1905"/>
                </a:lnTo>
                <a:lnTo>
                  <a:pt x="5135" y="1905"/>
                </a:lnTo>
                <a:lnTo>
                  <a:pt x="5199" y="1884"/>
                </a:lnTo>
                <a:lnTo>
                  <a:pt x="5242" y="1862"/>
                </a:lnTo>
                <a:lnTo>
                  <a:pt x="5242" y="1819"/>
                </a:lnTo>
                <a:lnTo>
                  <a:pt x="5199" y="1755"/>
                </a:lnTo>
                <a:lnTo>
                  <a:pt x="5135" y="1712"/>
                </a:lnTo>
                <a:lnTo>
                  <a:pt x="5050" y="1691"/>
                </a:lnTo>
                <a:lnTo>
                  <a:pt x="4836" y="1691"/>
                </a:lnTo>
                <a:lnTo>
                  <a:pt x="4451" y="1734"/>
                </a:lnTo>
                <a:lnTo>
                  <a:pt x="4237" y="1755"/>
                </a:lnTo>
                <a:lnTo>
                  <a:pt x="4044" y="1755"/>
                </a:lnTo>
                <a:lnTo>
                  <a:pt x="3616" y="1734"/>
                </a:lnTo>
                <a:lnTo>
                  <a:pt x="3531" y="1755"/>
                </a:lnTo>
                <a:lnTo>
                  <a:pt x="3424" y="1777"/>
                </a:lnTo>
                <a:lnTo>
                  <a:pt x="3317" y="1798"/>
                </a:lnTo>
                <a:lnTo>
                  <a:pt x="3231" y="1798"/>
                </a:lnTo>
                <a:lnTo>
                  <a:pt x="3167" y="1777"/>
                </a:lnTo>
                <a:lnTo>
                  <a:pt x="3103" y="1734"/>
                </a:lnTo>
                <a:lnTo>
                  <a:pt x="3060" y="1691"/>
                </a:lnTo>
                <a:lnTo>
                  <a:pt x="2996" y="1670"/>
                </a:lnTo>
                <a:close/>
                <a:moveTo>
                  <a:pt x="4707" y="2654"/>
                </a:moveTo>
                <a:lnTo>
                  <a:pt x="4451" y="2675"/>
                </a:lnTo>
                <a:lnTo>
                  <a:pt x="4279" y="2697"/>
                </a:lnTo>
                <a:lnTo>
                  <a:pt x="3809" y="2739"/>
                </a:lnTo>
                <a:lnTo>
                  <a:pt x="3573" y="2761"/>
                </a:lnTo>
                <a:lnTo>
                  <a:pt x="3359" y="2761"/>
                </a:lnTo>
                <a:lnTo>
                  <a:pt x="3124" y="2739"/>
                </a:lnTo>
                <a:lnTo>
                  <a:pt x="2910" y="2697"/>
                </a:lnTo>
                <a:lnTo>
                  <a:pt x="2803" y="2675"/>
                </a:lnTo>
                <a:lnTo>
                  <a:pt x="2696" y="2697"/>
                </a:lnTo>
                <a:lnTo>
                  <a:pt x="2482" y="2718"/>
                </a:lnTo>
                <a:lnTo>
                  <a:pt x="2397" y="2697"/>
                </a:lnTo>
                <a:lnTo>
                  <a:pt x="2290" y="2675"/>
                </a:lnTo>
                <a:lnTo>
                  <a:pt x="2097" y="2675"/>
                </a:lnTo>
                <a:lnTo>
                  <a:pt x="2033" y="2718"/>
                </a:lnTo>
                <a:lnTo>
                  <a:pt x="1990" y="2761"/>
                </a:lnTo>
                <a:lnTo>
                  <a:pt x="1969" y="2825"/>
                </a:lnTo>
                <a:lnTo>
                  <a:pt x="1990" y="2846"/>
                </a:lnTo>
                <a:lnTo>
                  <a:pt x="2012" y="2868"/>
                </a:lnTo>
                <a:lnTo>
                  <a:pt x="2140" y="2889"/>
                </a:lnTo>
                <a:lnTo>
                  <a:pt x="2247" y="2911"/>
                </a:lnTo>
                <a:lnTo>
                  <a:pt x="2504" y="2932"/>
                </a:lnTo>
                <a:lnTo>
                  <a:pt x="2974" y="2932"/>
                </a:lnTo>
                <a:lnTo>
                  <a:pt x="3210" y="2953"/>
                </a:lnTo>
                <a:lnTo>
                  <a:pt x="3424" y="2953"/>
                </a:lnTo>
                <a:lnTo>
                  <a:pt x="3873" y="2932"/>
                </a:lnTo>
                <a:lnTo>
                  <a:pt x="4322" y="2889"/>
                </a:lnTo>
                <a:lnTo>
                  <a:pt x="5028" y="2889"/>
                </a:lnTo>
                <a:lnTo>
                  <a:pt x="5093" y="2868"/>
                </a:lnTo>
                <a:lnTo>
                  <a:pt x="5135" y="2846"/>
                </a:lnTo>
                <a:lnTo>
                  <a:pt x="5135" y="2804"/>
                </a:lnTo>
                <a:lnTo>
                  <a:pt x="5114" y="2739"/>
                </a:lnTo>
                <a:lnTo>
                  <a:pt x="5050" y="2697"/>
                </a:lnTo>
                <a:lnTo>
                  <a:pt x="4943" y="2675"/>
                </a:lnTo>
                <a:lnTo>
                  <a:pt x="4707" y="2654"/>
                </a:lnTo>
                <a:close/>
                <a:moveTo>
                  <a:pt x="3295" y="3424"/>
                </a:moveTo>
                <a:lnTo>
                  <a:pt x="3060" y="3467"/>
                </a:lnTo>
                <a:lnTo>
                  <a:pt x="2825" y="3531"/>
                </a:lnTo>
                <a:lnTo>
                  <a:pt x="2568" y="3574"/>
                </a:lnTo>
                <a:lnTo>
                  <a:pt x="2461" y="3595"/>
                </a:lnTo>
                <a:lnTo>
                  <a:pt x="2332" y="3574"/>
                </a:lnTo>
                <a:lnTo>
                  <a:pt x="2119" y="3531"/>
                </a:lnTo>
                <a:lnTo>
                  <a:pt x="1905" y="3531"/>
                </a:lnTo>
                <a:lnTo>
                  <a:pt x="1840" y="3553"/>
                </a:lnTo>
                <a:lnTo>
                  <a:pt x="1776" y="3595"/>
                </a:lnTo>
                <a:lnTo>
                  <a:pt x="1755" y="3617"/>
                </a:lnTo>
                <a:lnTo>
                  <a:pt x="1755" y="3638"/>
                </a:lnTo>
                <a:lnTo>
                  <a:pt x="1776" y="3681"/>
                </a:lnTo>
                <a:lnTo>
                  <a:pt x="1819" y="3702"/>
                </a:lnTo>
                <a:lnTo>
                  <a:pt x="1926" y="3766"/>
                </a:lnTo>
                <a:lnTo>
                  <a:pt x="2033" y="3788"/>
                </a:lnTo>
                <a:lnTo>
                  <a:pt x="2140" y="3831"/>
                </a:lnTo>
                <a:lnTo>
                  <a:pt x="2482" y="3831"/>
                </a:lnTo>
                <a:lnTo>
                  <a:pt x="2718" y="3788"/>
                </a:lnTo>
                <a:lnTo>
                  <a:pt x="3167" y="3681"/>
                </a:lnTo>
                <a:lnTo>
                  <a:pt x="3402" y="3659"/>
                </a:lnTo>
                <a:lnTo>
                  <a:pt x="3638" y="3638"/>
                </a:lnTo>
                <a:lnTo>
                  <a:pt x="3894" y="3659"/>
                </a:lnTo>
                <a:lnTo>
                  <a:pt x="4001" y="3681"/>
                </a:lnTo>
                <a:lnTo>
                  <a:pt x="4130" y="3681"/>
                </a:lnTo>
                <a:lnTo>
                  <a:pt x="4365" y="3638"/>
                </a:lnTo>
                <a:lnTo>
                  <a:pt x="4472" y="3638"/>
                </a:lnTo>
                <a:lnTo>
                  <a:pt x="4579" y="3659"/>
                </a:lnTo>
                <a:lnTo>
                  <a:pt x="4814" y="3745"/>
                </a:lnTo>
                <a:lnTo>
                  <a:pt x="4986" y="3745"/>
                </a:lnTo>
                <a:lnTo>
                  <a:pt x="5050" y="3702"/>
                </a:lnTo>
                <a:lnTo>
                  <a:pt x="5093" y="3659"/>
                </a:lnTo>
                <a:lnTo>
                  <a:pt x="5114" y="3595"/>
                </a:lnTo>
                <a:lnTo>
                  <a:pt x="5114" y="3553"/>
                </a:lnTo>
                <a:lnTo>
                  <a:pt x="5071" y="3488"/>
                </a:lnTo>
                <a:lnTo>
                  <a:pt x="4986" y="3467"/>
                </a:lnTo>
                <a:lnTo>
                  <a:pt x="4729" y="3467"/>
                </a:lnTo>
                <a:lnTo>
                  <a:pt x="4515" y="3424"/>
                </a:lnTo>
                <a:lnTo>
                  <a:pt x="4301" y="3424"/>
                </a:lnTo>
                <a:lnTo>
                  <a:pt x="4044" y="3446"/>
                </a:lnTo>
                <a:lnTo>
                  <a:pt x="3809" y="3424"/>
                </a:lnTo>
                <a:close/>
                <a:moveTo>
                  <a:pt x="2632" y="4237"/>
                </a:moveTo>
                <a:lnTo>
                  <a:pt x="2397" y="4259"/>
                </a:lnTo>
                <a:lnTo>
                  <a:pt x="1947" y="4366"/>
                </a:lnTo>
                <a:lnTo>
                  <a:pt x="1776" y="4430"/>
                </a:lnTo>
                <a:lnTo>
                  <a:pt x="1648" y="4515"/>
                </a:lnTo>
                <a:lnTo>
                  <a:pt x="1626" y="4558"/>
                </a:lnTo>
                <a:lnTo>
                  <a:pt x="1626" y="4580"/>
                </a:lnTo>
                <a:lnTo>
                  <a:pt x="1712" y="4601"/>
                </a:lnTo>
                <a:lnTo>
                  <a:pt x="1840" y="4601"/>
                </a:lnTo>
                <a:lnTo>
                  <a:pt x="2119" y="4580"/>
                </a:lnTo>
                <a:lnTo>
                  <a:pt x="2375" y="4537"/>
                </a:lnTo>
                <a:lnTo>
                  <a:pt x="2653" y="4494"/>
                </a:lnTo>
                <a:lnTo>
                  <a:pt x="2932" y="4494"/>
                </a:lnTo>
                <a:lnTo>
                  <a:pt x="3188" y="4537"/>
                </a:lnTo>
                <a:lnTo>
                  <a:pt x="3295" y="4558"/>
                </a:lnTo>
                <a:lnTo>
                  <a:pt x="3424" y="4558"/>
                </a:lnTo>
                <a:lnTo>
                  <a:pt x="3680" y="4494"/>
                </a:lnTo>
                <a:lnTo>
                  <a:pt x="3809" y="4473"/>
                </a:lnTo>
                <a:lnTo>
                  <a:pt x="3937" y="4515"/>
                </a:lnTo>
                <a:lnTo>
                  <a:pt x="4108" y="4558"/>
                </a:lnTo>
                <a:lnTo>
                  <a:pt x="4536" y="4558"/>
                </a:lnTo>
                <a:lnTo>
                  <a:pt x="4729" y="4537"/>
                </a:lnTo>
                <a:lnTo>
                  <a:pt x="4814" y="4515"/>
                </a:lnTo>
                <a:lnTo>
                  <a:pt x="4921" y="4494"/>
                </a:lnTo>
                <a:lnTo>
                  <a:pt x="4964" y="4473"/>
                </a:lnTo>
                <a:lnTo>
                  <a:pt x="5007" y="4451"/>
                </a:lnTo>
                <a:lnTo>
                  <a:pt x="5007" y="4408"/>
                </a:lnTo>
                <a:lnTo>
                  <a:pt x="5007" y="4366"/>
                </a:lnTo>
                <a:lnTo>
                  <a:pt x="4986" y="4323"/>
                </a:lnTo>
                <a:lnTo>
                  <a:pt x="4943" y="4301"/>
                </a:lnTo>
                <a:lnTo>
                  <a:pt x="4836" y="4280"/>
                </a:lnTo>
                <a:lnTo>
                  <a:pt x="4386" y="4280"/>
                </a:lnTo>
                <a:lnTo>
                  <a:pt x="4151" y="4259"/>
                </a:lnTo>
                <a:lnTo>
                  <a:pt x="3937" y="4237"/>
                </a:lnTo>
                <a:lnTo>
                  <a:pt x="3702" y="4237"/>
                </a:lnTo>
                <a:lnTo>
                  <a:pt x="3488" y="4280"/>
                </a:lnTo>
                <a:lnTo>
                  <a:pt x="3402" y="4323"/>
                </a:lnTo>
                <a:lnTo>
                  <a:pt x="3188" y="4323"/>
                </a:lnTo>
                <a:lnTo>
                  <a:pt x="3081" y="4301"/>
                </a:lnTo>
                <a:lnTo>
                  <a:pt x="2867" y="4237"/>
                </a:lnTo>
                <a:close/>
                <a:moveTo>
                  <a:pt x="2268" y="5050"/>
                </a:moveTo>
                <a:lnTo>
                  <a:pt x="2140" y="5072"/>
                </a:lnTo>
                <a:lnTo>
                  <a:pt x="2033" y="5114"/>
                </a:lnTo>
                <a:lnTo>
                  <a:pt x="1926" y="5157"/>
                </a:lnTo>
                <a:lnTo>
                  <a:pt x="1819" y="5200"/>
                </a:lnTo>
                <a:lnTo>
                  <a:pt x="1584" y="5200"/>
                </a:lnTo>
                <a:lnTo>
                  <a:pt x="1562" y="5221"/>
                </a:lnTo>
                <a:lnTo>
                  <a:pt x="1562" y="5243"/>
                </a:lnTo>
                <a:lnTo>
                  <a:pt x="1584" y="5264"/>
                </a:lnTo>
                <a:lnTo>
                  <a:pt x="1605" y="5307"/>
                </a:lnTo>
                <a:lnTo>
                  <a:pt x="1691" y="5328"/>
                </a:lnTo>
                <a:lnTo>
                  <a:pt x="1798" y="5328"/>
                </a:lnTo>
                <a:lnTo>
                  <a:pt x="1926" y="5307"/>
                </a:lnTo>
                <a:lnTo>
                  <a:pt x="2161" y="5243"/>
                </a:lnTo>
                <a:lnTo>
                  <a:pt x="2268" y="5221"/>
                </a:lnTo>
                <a:lnTo>
                  <a:pt x="2332" y="5221"/>
                </a:lnTo>
                <a:lnTo>
                  <a:pt x="2546" y="5264"/>
                </a:lnTo>
                <a:lnTo>
                  <a:pt x="2653" y="5286"/>
                </a:lnTo>
                <a:lnTo>
                  <a:pt x="2760" y="5286"/>
                </a:lnTo>
                <a:lnTo>
                  <a:pt x="2974" y="5243"/>
                </a:lnTo>
                <a:lnTo>
                  <a:pt x="3124" y="5200"/>
                </a:lnTo>
                <a:lnTo>
                  <a:pt x="3188" y="5179"/>
                </a:lnTo>
                <a:lnTo>
                  <a:pt x="3146" y="5136"/>
                </a:lnTo>
                <a:lnTo>
                  <a:pt x="3081" y="5093"/>
                </a:lnTo>
                <a:lnTo>
                  <a:pt x="2910" y="5093"/>
                </a:lnTo>
                <a:lnTo>
                  <a:pt x="2782" y="5114"/>
                </a:lnTo>
                <a:lnTo>
                  <a:pt x="2653" y="5136"/>
                </a:lnTo>
                <a:lnTo>
                  <a:pt x="2568" y="5114"/>
                </a:lnTo>
                <a:lnTo>
                  <a:pt x="2461" y="5093"/>
                </a:lnTo>
                <a:lnTo>
                  <a:pt x="2375" y="5072"/>
                </a:lnTo>
                <a:lnTo>
                  <a:pt x="2268" y="5050"/>
                </a:lnTo>
                <a:close/>
                <a:moveTo>
                  <a:pt x="4515" y="6034"/>
                </a:moveTo>
                <a:lnTo>
                  <a:pt x="4558" y="6120"/>
                </a:lnTo>
                <a:lnTo>
                  <a:pt x="4579" y="6270"/>
                </a:lnTo>
                <a:lnTo>
                  <a:pt x="4579" y="6313"/>
                </a:lnTo>
                <a:lnTo>
                  <a:pt x="4558" y="6377"/>
                </a:lnTo>
                <a:lnTo>
                  <a:pt x="4536" y="6398"/>
                </a:lnTo>
                <a:lnTo>
                  <a:pt x="4451" y="6398"/>
                </a:lnTo>
                <a:lnTo>
                  <a:pt x="4429" y="6377"/>
                </a:lnTo>
                <a:lnTo>
                  <a:pt x="4408" y="6334"/>
                </a:lnTo>
                <a:lnTo>
                  <a:pt x="4451" y="6206"/>
                </a:lnTo>
                <a:lnTo>
                  <a:pt x="4493" y="6077"/>
                </a:lnTo>
                <a:lnTo>
                  <a:pt x="4515" y="6034"/>
                </a:lnTo>
                <a:close/>
                <a:moveTo>
                  <a:pt x="5627" y="5478"/>
                </a:moveTo>
                <a:lnTo>
                  <a:pt x="5585" y="5500"/>
                </a:lnTo>
                <a:lnTo>
                  <a:pt x="5520" y="5542"/>
                </a:lnTo>
                <a:lnTo>
                  <a:pt x="5478" y="5606"/>
                </a:lnTo>
                <a:lnTo>
                  <a:pt x="5478" y="5692"/>
                </a:lnTo>
                <a:lnTo>
                  <a:pt x="5478" y="5756"/>
                </a:lnTo>
                <a:lnTo>
                  <a:pt x="5478" y="5842"/>
                </a:lnTo>
                <a:lnTo>
                  <a:pt x="5499" y="5992"/>
                </a:lnTo>
                <a:lnTo>
                  <a:pt x="5499" y="6077"/>
                </a:lnTo>
                <a:lnTo>
                  <a:pt x="5478" y="6141"/>
                </a:lnTo>
                <a:lnTo>
                  <a:pt x="5435" y="6184"/>
                </a:lnTo>
                <a:lnTo>
                  <a:pt x="5392" y="6227"/>
                </a:lnTo>
                <a:lnTo>
                  <a:pt x="5306" y="6291"/>
                </a:lnTo>
                <a:lnTo>
                  <a:pt x="5264" y="6313"/>
                </a:lnTo>
                <a:lnTo>
                  <a:pt x="5242" y="6355"/>
                </a:lnTo>
                <a:lnTo>
                  <a:pt x="5242" y="6420"/>
                </a:lnTo>
                <a:lnTo>
                  <a:pt x="5264" y="6484"/>
                </a:lnTo>
                <a:lnTo>
                  <a:pt x="5306" y="6527"/>
                </a:lnTo>
                <a:lnTo>
                  <a:pt x="5371" y="6548"/>
                </a:lnTo>
                <a:lnTo>
                  <a:pt x="5435" y="6569"/>
                </a:lnTo>
                <a:lnTo>
                  <a:pt x="5499" y="6591"/>
                </a:lnTo>
                <a:lnTo>
                  <a:pt x="5542" y="6655"/>
                </a:lnTo>
                <a:lnTo>
                  <a:pt x="5563" y="6698"/>
                </a:lnTo>
                <a:lnTo>
                  <a:pt x="5563" y="6762"/>
                </a:lnTo>
                <a:lnTo>
                  <a:pt x="5606" y="6826"/>
                </a:lnTo>
                <a:lnTo>
                  <a:pt x="5649" y="6869"/>
                </a:lnTo>
                <a:lnTo>
                  <a:pt x="5692" y="6890"/>
                </a:lnTo>
                <a:lnTo>
                  <a:pt x="5734" y="6912"/>
                </a:lnTo>
                <a:lnTo>
                  <a:pt x="5820" y="6912"/>
                </a:lnTo>
                <a:lnTo>
                  <a:pt x="5863" y="6869"/>
                </a:lnTo>
                <a:lnTo>
                  <a:pt x="5906" y="6826"/>
                </a:lnTo>
                <a:lnTo>
                  <a:pt x="5927" y="6783"/>
                </a:lnTo>
                <a:lnTo>
                  <a:pt x="5948" y="6698"/>
                </a:lnTo>
                <a:lnTo>
                  <a:pt x="5927" y="6633"/>
                </a:lnTo>
                <a:lnTo>
                  <a:pt x="5927" y="6548"/>
                </a:lnTo>
                <a:lnTo>
                  <a:pt x="5927" y="6462"/>
                </a:lnTo>
                <a:lnTo>
                  <a:pt x="5970" y="6441"/>
                </a:lnTo>
                <a:lnTo>
                  <a:pt x="5991" y="6398"/>
                </a:lnTo>
                <a:lnTo>
                  <a:pt x="6077" y="6355"/>
                </a:lnTo>
                <a:lnTo>
                  <a:pt x="6141" y="6248"/>
                </a:lnTo>
                <a:lnTo>
                  <a:pt x="6162" y="6206"/>
                </a:lnTo>
                <a:lnTo>
                  <a:pt x="6162" y="6141"/>
                </a:lnTo>
                <a:lnTo>
                  <a:pt x="6141" y="6099"/>
                </a:lnTo>
                <a:lnTo>
                  <a:pt x="6120" y="6056"/>
                </a:lnTo>
                <a:lnTo>
                  <a:pt x="6055" y="6034"/>
                </a:lnTo>
                <a:lnTo>
                  <a:pt x="5991" y="6013"/>
                </a:lnTo>
                <a:lnTo>
                  <a:pt x="5884" y="5970"/>
                </a:lnTo>
                <a:lnTo>
                  <a:pt x="5863" y="5949"/>
                </a:lnTo>
                <a:lnTo>
                  <a:pt x="5841" y="5927"/>
                </a:lnTo>
                <a:lnTo>
                  <a:pt x="5820" y="5713"/>
                </a:lnTo>
                <a:lnTo>
                  <a:pt x="5777" y="5585"/>
                </a:lnTo>
                <a:lnTo>
                  <a:pt x="5713" y="5500"/>
                </a:lnTo>
                <a:lnTo>
                  <a:pt x="5670" y="5478"/>
                </a:lnTo>
                <a:close/>
                <a:moveTo>
                  <a:pt x="4408" y="5307"/>
                </a:moveTo>
                <a:lnTo>
                  <a:pt x="4344" y="5328"/>
                </a:lnTo>
                <a:lnTo>
                  <a:pt x="4301" y="5371"/>
                </a:lnTo>
                <a:lnTo>
                  <a:pt x="4258" y="5435"/>
                </a:lnTo>
                <a:lnTo>
                  <a:pt x="4194" y="5564"/>
                </a:lnTo>
                <a:lnTo>
                  <a:pt x="4151" y="5735"/>
                </a:lnTo>
                <a:lnTo>
                  <a:pt x="4108" y="6120"/>
                </a:lnTo>
                <a:lnTo>
                  <a:pt x="4087" y="6270"/>
                </a:lnTo>
                <a:lnTo>
                  <a:pt x="4066" y="6398"/>
                </a:lnTo>
                <a:lnTo>
                  <a:pt x="4023" y="6462"/>
                </a:lnTo>
                <a:lnTo>
                  <a:pt x="3980" y="6527"/>
                </a:lnTo>
                <a:lnTo>
                  <a:pt x="3894" y="6591"/>
                </a:lnTo>
                <a:lnTo>
                  <a:pt x="3787" y="6633"/>
                </a:lnTo>
                <a:lnTo>
                  <a:pt x="3723" y="6676"/>
                </a:lnTo>
                <a:lnTo>
                  <a:pt x="3680" y="6740"/>
                </a:lnTo>
                <a:lnTo>
                  <a:pt x="3659" y="6783"/>
                </a:lnTo>
                <a:lnTo>
                  <a:pt x="3638" y="6826"/>
                </a:lnTo>
                <a:lnTo>
                  <a:pt x="3638" y="6869"/>
                </a:lnTo>
                <a:lnTo>
                  <a:pt x="3659" y="6890"/>
                </a:lnTo>
                <a:lnTo>
                  <a:pt x="3723" y="6933"/>
                </a:lnTo>
                <a:lnTo>
                  <a:pt x="3787" y="6976"/>
                </a:lnTo>
                <a:lnTo>
                  <a:pt x="3852" y="7061"/>
                </a:lnTo>
                <a:lnTo>
                  <a:pt x="3873" y="7126"/>
                </a:lnTo>
                <a:lnTo>
                  <a:pt x="3873" y="7190"/>
                </a:lnTo>
                <a:lnTo>
                  <a:pt x="3830" y="7318"/>
                </a:lnTo>
                <a:lnTo>
                  <a:pt x="3809" y="7425"/>
                </a:lnTo>
                <a:lnTo>
                  <a:pt x="3787" y="7554"/>
                </a:lnTo>
                <a:lnTo>
                  <a:pt x="3787" y="7618"/>
                </a:lnTo>
                <a:lnTo>
                  <a:pt x="3787" y="7682"/>
                </a:lnTo>
                <a:lnTo>
                  <a:pt x="3830" y="7725"/>
                </a:lnTo>
                <a:lnTo>
                  <a:pt x="3873" y="7746"/>
                </a:lnTo>
                <a:lnTo>
                  <a:pt x="3980" y="7746"/>
                </a:lnTo>
                <a:lnTo>
                  <a:pt x="4087" y="7682"/>
                </a:lnTo>
                <a:lnTo>
                  <a:pt x="4172" y="7596"/>
                </a:lnTo>
                <a:lnTo>
                  <a:pt x="4237" y="7532"/>
                </a:lnTo>
                <a:lnTo>
                  <a:pt x="4279" y="7468"/>
                </a:lnTo>
                <a:lnTo>
                  <a:pt x="4279" y="7382"/>
                </a:lnTo>
                <a:lnTo>
                  <a:pt x="4301" y="7233"/>
                </a:lnTo>
                <a:lnTo>
                  <a:pt x="4301" y="7061"/>
                </a:lnTo>
                <a:lnTo>
                  <a:pt x="4322" y="6976"/>
                </a:lnTo>
                <a:lnTo>
                  <a:pt x="4365" y="6912"/>
                </a:lnTo>
                <a:lnTo>
                  <a:pt x="4451" y="6826"/>
                </a:lnTo>
                <a:lnTo>
                  <a:pt x="4558" y="6762"/>
                </a:lnTo>
                <a:lnTo>
                  <a:pt x="4600" y="6740"/>
                </a:lnTo>
                <a:lnTo>
                  <a:pt x="4665" y="6740"/>
                </a:lnTo>
                <a:lnTo>
                  <a:pt x="4707" y="6762"/>
                </a:lnTo>
                <a:lnTo>
                  <a:pt x="4772" y="6805"/>
                </a:lnTo>
                <a:lnTo>
                  <a:pt x="4793" y="6847"/>
                </a:lnTo>
                <a:lnTo>
                  <a:pt x="4836" y="6912"/>
                </a:lnTo>
                <a:lnTo>
                  <a:pt x="4857" y="7083"/>
                </a:lnTo>
                <a:lnTo>
                  <a:pt x="4900" y="7233"/>
                </a:lnTo>
                <a:lnTo>
                  <a:pt x="4943" y="7382"/>
                </a:lnTo>
                <a:lnTo>
                  <a:pt x="5007" y="7489"/>
                </a:lnTo>
                <a:lnTo>
                  <a:pt x="5028" y="7511"/>
                </a:lnTo>
                <a:lnTo>
                  <a:pt x="5071" y="7532"/>
                </a:lnTo>
                <a:lnTo>
                  <a:pt x="5135" y="7532"/>
                </a:lnTo>
                <a:lnTo>
                  <a:pt x="5264" y="7447"/>
                </a:lnTo>
                <a:lnTo>
                  <a:pt x="5328" y="7361"/>
                </a:lnTo>
                <a:lnTo>
                  <a:pt x="5371" y="7275"/>
                </a:lnTo>
                <a:lnTo>
                  <a:pt x="5371" y="7168"/>
                </a:lnTo>
                <a:lnTo>
                  <a:pt x="5328" y="7040"/>
                </a:lnTo>
                <a:lnTo>
                  <a:pt x="5285" y="6912"/>
                </a:lnTo>
                <a:lnTo>
                  <a:pt x="5242" y="6783"/>
                </a:lnTo>
                <a:lnTo>
                  <a:pt x="5178" y="6676"/>
                </a:lnTo>
                <a:lnTo>
                  <a:pt x="5135" y="6548"/>
                </a:lnTo>
                <a:lnTo>
                  <a:pt x="5135" y="6398"/>
                </a:lnTo>
                <a:lnTo>
                  <a:pt x="5114" y="6334"/>
                </a:lnTo>
                <a:lnTo>
                  <a:pt x="5093" y="6248"/>
                </a:lnTo>
                <a:lnTo>
                  <a:pt x="5050" y="6206"/>
                </a:lnTo>
                <a:lnTo>
                  <a:pt x="4986" y="6141"/>
                </a:lnTo>
                <a:lnTo>
                  <a:pt x="4943" y="6034"/>
                </a:lnTo>
                <a:lnTo>
                  <a:pt x="4900" y="5927"/>
                </a:lnTo>
                <a:lnTo>
                  <a:pt x="4793" y="5649"/>
                </a:lnTo>
                <a:lnTo>
                  <a:pt x="4750" y="5521"/>
                </a:lnTo>
                <a:lnTo>
                  <a:pt x="4665" y="5414"/>
                </a:lnTo>
                <a:lnTo>
                  <a:pt x="4579" y="5328"/>
                </a:lnTo>
                <a:lnTo>
                  <a:pt x="4536" y="5307"/>
                </a:lnTo>
                <a:close/>
                <a:moveTo>
                  <a:pt x="2632" y="429"/>
                </a:moveTo>
                <a:lnTo>
                  <a:pt x="2889" y="450"/>
                </a:lnTo>
                <a:lnTo>
                  <a:pt x="3124" y="472"/>
                </a:lnTo>
                <a:lnTo>
                  <a:pt x="3702" y="472"/>
                </a:lnTo>
                <a:lnTo>
                  <a:pt x="4258" y="514"/>
                </a:lnTo>
                <a:lnTo>
                  <a:pt x="4793" y="536"/>
                </a:lnTo>
                <a:lnTo>
                  <a:pt x="5306" y="557"/>
                </a:lnTo>
                <a:lnTo>
                  <a:pt x="5820" y="600"/>
                </a:lnTo>
                <a:lnTo>
                  <a:pt x="5970" y="600"/>
                </a:lnTo>
                <a:lnTo>
                  <a:pt x="6077" y="621"/>
                </a:lnTo>
                <a:lnTo>
                  <a:pt x="6098" y="621"/>
                </a:lnTo>
                <a:lnTo>
                  <a:pt x="6141" y="664"/>
                </a:lnTo>
                <a:lnTo>
                  <a:pt x="6162" y="707"/>
                </a:lnTo>
                <a:lnTo>
                  <a:pt x="6184" y="771"/>
                </a:lnTo>
                <a:lnTo>
                  <a:pt x="6205" y="1006"/>
                </a:lnTo>
                <a:lnTo>
                  <a:pt x="6226" y="1263"/>
                </a:lnTo>
                <a:lnTo>
                  <a:pt x="6205" y="1777"/>
                </a:lnTo>
                <a:lnTo>
                  <a:pt x="6226" y="2354"/>
                </a:lnTo>
                <a:lnTo>
                  <a:pt x="6248" y="2932"/>
                </a:lnTo>
                <a:lnTo>
                  <a:pt x="6248" y="5542"/>
                </a:lnTo>
                <a:lnTo>
                  <a:pt x="6269" y="6869"/>
                </a:lnTo>
                <a:lnTo>
                  <a:pt x="6291" y="7511"/>
                </a:lnTo>
                <a:lnTo>
                  <a:pt x="6269" y="7832"/>
                </a:lnTo>
                <a:lnTo>
                  <a:pt x="6248" y="7981"/>
                </a:lnTo>
                <a:lnTo>
                  <a:pt x="6205" y="8153"/>
                </a:lnTo>
                <a:lnTo>
                  <a:pt x="6184" y="8174"/>
                </a:lnTo>
                <a:lnTo>
                  <a:pt x="6141" y="8195"/>
                </a:lnTo>
                <a:lnTo>
                  <a:pt x="6055" y="8238"/>
                </a:lnTo>
                <a:lnTo>
                  <a:pt x="5906" y="8260"/>
                </a:lnTo>
                <a:lnTo>
                  <a:pt x="5413" y="8260"/>
                </a:lnTo>
                <a:lnTo>
                  <a:pt x="5199" y="8238"/>
                </a:lnTo>
                <a:lnTo>
                  <a:pt x="4857" y="8217"/>
                </a:lnTo>
                <a:lnTo>
                  <a:pt x="4515" y="8217"/>
                </a:lnTo>
                <a:lnTo>
                  <a:pt x="3830" y="8260"/>
                </a:lnTo>
                <a:lnTo>
                  <a:pt x="3167" y="8281"/>
                </a:lnTo>
                <a:lnTo>
                  <a:pt x="2504" y="8302"/>
                </a:lnTo>
                <a:lnTo>
                  <a:pt x="2268" y="8324"/>
                </a:lnTo>
                <a:lnTo>
                  <a:pt x="2119" y="8324"/>
                </a:lnTo>
                <a:lnTo>
                  <a:pt x="2076" y="8302"/>
                </a:lnTo>
                <a:lnTo>
                  <a:pt x="2033" y="8281"/>
                </a:lnTo>
                <a:lnTo>
                  <a:pt x="2012" y="8217"/>
                </a:lnTo>
                <a:lnTo>
                  <a:pt x="2012" y="8153"/>
                </a:lnTo>
                <a:lnTo>
                  <a:pt x="1990" y="8110"/>
                </a:lnTo>
                <a:lnTo>
                  <a:pt x="1969" y="8088"/>
                </a:lnTo>
                <a:lnTo>
                  <a:pt x="1883" y="8088"/>
                </a:lnTo>
                <a:lnTo>
                  <a:pt x="1798" y="8153"/>
                </a:lnTo>
                <a:lnTo>
                  <a:pt x="1626" y="8302"/>
                </a:lnTo>
                <a:lnTo>
                  <a:pt x="1541" y="8367"/>
                </a:lnTo>
                <a:lnTo>
                  <a:pt x="1455" y="8388"/>
                </a:lnTo>
                <a:lnTo>
                  <a:pt x="1412" y="8388"/>
                </a:lnTo>
                <a:lnTo>
                  <a:pt x="1391" y="8367"/>
                </a:lnTo>
                <a:lnTo>
                  <a:pt x="1348" y="8345"/>
                </a:lnTo>
                <a:lnTo>
                  <a:pt x="1327" y="8281"/>
                </a:lnTo>
                <a:lnTo>
                  <a:pt x="1327" y="8217"/>
                </a:lnTo>
                <a:lnTo>
                  <a:pt x="1348" y="8131"/>
                </a:lnTo>
                <a:lnTo>
                  <a:pt x="1348" y="8110"/>
                </a:lnTo>
                <a:lnTo>
                  <a:pt x="1348" y="8067"/>
                </a:lnTo>
                <a:lnTo>
                  <a:pt x="1327" y="8067"/>
                </a:lnTo>
                <a:lnTo>
                  <a:pt x="1263" y="8046"/>
                </a:lnTo>
                <a:lnTo>
                  <a:pt x="1220" y="8067"/>
                </a:lnTo>
                <a:lnTo>
                  <a:pt x="1177" y="8110"/>
                </a:lnTo>
                <a:lnTo>
                  <a:pt x="1092" y="8217"/>
                </a:lnTo>
                <a:lnTo>
                  <a:pt x="1006" y="8324"/>
                </a:lnTo>
                <a:lnTo>
                  <a:pt x="963" y="8367"/>
                </a:lnTo>
                <a:lnTo>
                  <a:pt x="920" y="8409"/>
                </a:lnTo>
                <a:lnTo>
                  <a:pt x="856" y="8431"/>
                </a:lnTo>
                <a:lnTo>
                  <a:pt x="792" y="8431"/>
                </a:lnTo>
                <a:lnTo>
                  <a:pt x="771" y="8409"/>
                </a:lnTo>
                <a:lnTo>
                  <a:pt x="771" y="8367"/>
                </a:lnTo>
                <a:lnTo>
                  <a:pt x="792" y="8281"/>
                </a:lnTo>
                <a:lnTo>
                  <a:pt x="856" y="8153"/>
                </a:lnTo>
                <a:lnTo>
                  <a:pt x="1049" y="7917"/>
                </a:lnTo>
                <a:lnTo>
                  <a:pt x="1156" y="7767"/>
                </a:lnTo>
                <a:lnTo>
                  <a:pt x="1156" y="7682"/>
                </a:lnTo>
                <a:lnTo>
                  <a:pt x="1134" y="7639"/>
                </a:lnTo>
                <a:lnTo>
                  <a:pt x="1070" y="7618"/>
                </a:lnTo>
                <a:lnTo>
                  <a:pt x="942" y="7618"/>
                </a:lnTo>
                <a:lnTo>
                  <a:pt x="856" y="7660"/>
                </a:lnTo>
                <a:lnTo>
                  <a:pt x="792" y="7703"/>
                </a:lnTo>
                <a:lnTo>
                  <a:pt x="749" y="7746"/>
                </a:lnTo>
                <a:lnTo>
                  <a:pt x="835" y="7575"/>
                </a:lnTo>
                <a:lnTo>
                  <a:pt x="878" y="7468"/>
                </a:lnTo>
                <a:lnTo>
                  <a:pt x="899" y="7404"/>
                </a:lnTo>
                <a:lnTo>
                  <a:pt x="899" y="7297"/>
                </a:lnTo>
                <a:lnTo>
                  <a:pt x="856" y="7275"/>
                </a:lnTo>
                <a:lnTo>
                  <a:pt x="835" y="7254"/>
                </a:lnTo>
                <a:lnTo>
                  <a:pt x="792" y="7297"/>
                </a:lnTo>
                <a:lnTo>
                  <a:pt x="685" y="7382"/>
                </a:lnTo>
                <a:lnTo>
                  <a:pt x="578" y="7468"/>
                </a:lnTo>
                <a:lnTo>
                  <a:pt x="557" y="7361"/>
                </a:lnTo>
                <a:lnTo>
                  <a:pt x="578" y="7254"/>
                </a:lnTo>
                <a:lnTo>
                  <a:pt x="621" y="7147"/>
                </a:lnTo>
                <a:lnTo>
                  <a:pt x="685" y="7040"/>
                </a:lnTo>
                <a:lnTo>
                  <a:pt x="835" y="6826"/>
                </a:lnTo>
                <a:lnTo>
                  <a:pt x="899" y="6719"/>
                </a:lnTo>
                <a:lnTo>
                  <a:pt x="942" y="6633"/>
                </a:lnTo>
                <a:lnTo>
                  <a:pt x="963" y="6484"/>
                </a:lnTo>
                <a:lnTo>
                  <a:pt x="942" y="6441"/>
                </a:lnTo>
                <a:lnTo>
                  <a:pt x="920" y="6420"/>
                </a:lnTo>
                <a:lnTo>
                  <a:pt x="899" y="6441"/>
                </a:lnTo>
                <a:lnTo>
                  <a:pt x="835" y="6462"/>
                </a:lnTo>
                <a:lnTo>
                  <a:pt x="706" y="6591"/>
                </a:lnTo>
                <a:lnTo>
                  <a:pt x="599" y="6655"/>
                </a:lnTo>
                <a:lnTo>
                  <a:pt x="599" y="6633"/>
                </a:lnTo>
                <a:lnTo>
                  <a:pt x="578" y="6591"/>
                </a:lnTo>
                <a:lnTo>
                  <a:pt x="557" y="6377"/>
                </a:lnTo>
                <a:lnTo>
                  <a:pt x="535" y="5713"/>
                </a:lnTo>
                <a:lnTo>
                  <a:pt x="578" y="4601"/>
                </a:lnTo>
                <a:lnTo>
                  <a:pt x="599" y="3446"/>
                </a:lnTo>
                <a:lnTo>
                  <a:pt x="599" y="2889"/>
                </a:lnTo>
                <a:lnTo>
                  <a:pt x="578" y="2632"/>
                </a:lnTo>
                <a:lnTo>
                  <a:pt x="557" y="2504"/>
                </a:lnTo>
                <a:lnTo>
                  <a:pt x="578" y="2397"/>
                </a:lnTo>
                <a:lnTo>
                  <a:pt x="599" y="2333"/>
                </a:lnTo>
                <a:lnTo>
                  <a:pt x="642" y="2290"/>
                </a:lnTo>
                <a:lnTo>
                  <a:pt x="728" y="2269"/>
                </a:lnTo>
                <a:lnTo>
                  <a:pt x="792" y="2269"/>
                </a:lnTo>
                <a:lnTo>
                  <a:pt x="1134" y="2247"/>
                </a:lnTo>
                <a:lnTo>
                  <a:pt x="1370" y="2226"/>
                </a:lnTo>
                <a:lnTo>
                  <a:pt x="1648" y="2226"/>
                </a:lnTo>
                <a:lnTo>
                  <a:pt x="1776" y="2205"/>
                </a:lnTo>
                <a:lnTo>
                  <a:pt x="1905" y="2162"/>
                </a:lnTo>
                <a:lnTo>
                  <a:pt x="2012" y="2119"/>
                </a:lnTo>
                <a:lnTo>
                  <a:pt x="2076" y="2033"/>
                </a:lnTo>
                <a:lnTo>
                  <a:pt x="2119" y="1948"/>
                </a:lnTo>
                <a:lnTo>
                  <a:pt x="2140" y="1819"/>
                </a:lnTo>
                <a:lnTo>
                  <a:pt x="2119" y="1691"/>
                </a:lnTo>
                <a:lnTo>
                  <a:pt x="2119" y="1563"/>
                </a:lnTo>
                <a:lnTo>
                  <a:pt x="2054" y="1285"/>
                </a:lnTo>
                <a:lnTo>
                  <a:pt x="2012" y="1071"/>
                </a:lnTo>
                <a:lnTo>
                  <a:pt x="1947" y="857"/>
                </a:lnTo>
                <a:lnTo>
                  <a:pt x="1926" y="750"/>
                </a:lnTo>
                <a:lnTo>
                  <a:pt x="1905" y="664"/>
                </a:lnTo>
                <a:lnTo>
                  <a:pt x="1926" y="600"/>
                </a:lnTo>
                <a:lnTo>
                  <a:pt x="1947" y="536"/>
                </a:lnTo>
                <a:lnTo>
                  <a:pt x="2033" y="472"/>
                </a:lnTo>
                <a:lnTo>
                  <a:pt x="2140" y="450"/>
                </a:lnTo>
                <a:lnTo>
                  <a:pt x="2397" y="429"/>
                </a:lnTo>
                <a:close/>
                <a:moveTo>
                  <a:pt x="6120" y="1"/>
                </a:moveTo>
                <a:lnTo>
                  <a:pt x="5863" y="44"/>
                </a:lnTo>
                <a:lnTo>
                  <a:pt x="5627" y="86"/>
                </a:lnTo>
                <a:lnTo>
                  <a:pt x="5413" y="108"/>
                </a:lnTo>
                <a:lnTo>
                  <a:pt x="5221" y="129"/>
                </a:lnTo>
                <a:lnTo>
                  <a:pt x="4814" y="129"/>
                </a:lnTo>
                <a:lnTo>
                  <a:pt x="4408" y="86"/>
                </a:lnTo>
                <a:lnTo>
                  <a:pt x="2589" y="86"/>
                </a:lnTo>
                <a:lnTo>
                  <a:pt x="2225" y="65"/>
                </a:lnTo>
                <a:lnTo>
                  <a:pt x="1691" y="65"/>
                </a:lnTo>
                <a:lnTo>
                  <a:pt x="1541" y="108"/>
                </a:lnTo>
                <a:lnTo>
                  <a:pt x="1391" y="193"/>
                </a:lnTo>
                <a:lnTo>
                  <a:pt x="1348" y="258"/>
                </a:lnTo>
                <a:lnTo>
                  <a:pt x="1284" y="322"/>
                </a:lnTo>
                <a:lnTo>
                  <a:pt x="878" y="857"/>
                </a:lnTo>
                <a:lnTo>
                  <a:pt x="664" y="1135"/>
                </a:lnTo>
                <a:lnTo>
                  <a:pt x="492" y="1413"/>
                </a:lnTo>
                <a:lnTo>
                  <a:pt x="343" y="1670"/>
                </a:lnTo>
                <a:lnTo>
                  <a:pt x="171" y="1926"/>
                </a:lnTo>
                <a:lnTo>
                  <a:pt x="65" y="2076"/>
                </a:lnTo>
                <a:lnTo>
                  <a:pt x="43" y="2162"/>
                </a:lnTo>
                <a:lnTo>
                  <a:pt x="22" y="2247"/>
                </a:lnTo>
                <a:lnTo>
                  <a:pt x="0" y="2376"/>
                </a:lnTo>
                <a:lnTo>
                  <a:pt x="0" y="2504"/>
                </a:lnTo>
                <a:lnTo>
                  <a:pt x="22" y="2739"/>
                </a:lnTo>
                <a:lnTo>
                  <a:pt x="43" y="3403"/>
                </a:lnTo>
                <a:lnTo>
                  <a:pt x="65" y="3724"/>
                </a:lnTo>
                <a:lnTo>
                  <a:pt x="65" y="4066"/>
                </a:lnTo>
                <a:lnTo>
                  <a:pt x="22" y="4900"/>
                </a:lnTo>
                <a:lnTo>
                  <a:pt x="22" y="5735"/>
                </a:lnTo>
                <a:lnTo>
                  <a:pt x="22" y="7254"/>
                </a:lnTo>
                <a:lnTo>
                  <a:pt x="22" y="7939"/>
                </a:lnTo>
                <a:lnTo>
                  <a:pt x="22" y="8367"/>
                </a:lnTo>
                <a:lnTo>
                  <a:pt x="0" y="8559"/>
                </a:lnTo>
                <a:lnTo>
                  <a:pt x="0" y="8666"/>
                </a:lnTo>
                <a:lnTo>
                  <a:pt x="0" y="8730"/>
                </a:lnTo>
                <a:lnTo>
                  <a:pt x="22" y="8794"/>
                </a:lnTo>
                <a:lnTo>
                  <a:pt x="65" y="8837"/>
                </a:lnTo>
                <a:lnTo>
                  <a:pt x="107" y="8859"/>
                </a:lnTo>
                <a:lnTo>
                  <a:pt x="171" y="8880"/>
                </a:lnTo>
                <a:lnTo>
                  <a:pt x="321" y="8901"/>
                </a:lnTo>
                <a:lnTo>
                  <a:pt x="471" y="8901"/>
                </a:lnTo>
                <a:lnTo>
                  <a:pt x="792" y="8837"/>
                </a:lnTo>
                <a:lnTo>
                  <a:pt x="1027" y="8794"/>
                </a:lnTo>
                <a:lnTo>
                  <a:pt x="1434" y="8773"/>
                </a:lnTo>
                <a:lnTo>
                  <a:pt x="1840" y="8773"/>
                </a:lnTo>
                <a:lnTo>
                  <a:pt x="2653" y="8794"/>
                </a:lnTo>
                <a:lnTo>
                  <a:pt x="3081" y="8773"/>
                </a:lnTo>
                <a:lnTo>
                  <a:pt x="3509" y="8752"/>
                </a:lnTo>
                <a:lnTo>
                  <a:pt x="3937" y="8709"/>
                </a:lnTo>
                <a:lnTo>
                  <a:pt x="4344" y="8687"/>
                </a:lnTo>
                <a:lnTo>
                  <a:pt x="4750" y="8687"/>
                </a:lnTo>
                <a:lnTo>
                  <a:pt x="5178" y="8709"/>
                </a:lnTo>
                <a:lnTo>
                  <a:pt x="5991" y="8773"/>
                </a:lnTo>
                <a:lnTo>
                  <a:pt x="6162" y="8794"/>
                </a:lnTo>
                <a:lnTo>
                  <a:pt x="6398" y="8794"/>
                </a:lnTo>
                <a:lnTo>
                  <a:pt x="6483" y="8773"/>
                </a:lnTo>
                <a:lnTo>
                  <a:pt x="6547" y="8730"/>
                </a:lnTo>
                <a:lnTo>
                  <a:pt x="6612" y="8666"/>
                </a:lnTo>
                <a:lnTo>
                  <a:pt x="6654" y="8581"/>
                </a:lnTo>
                <a:lnTo>
                  <a:pt x="6697" y="8495"/>
                </a:lnTo>
                <a:lnTo>
                  <a:pt x="6740" y="8260"/>
                </a:lnTo>
                <a:lnTo>
                  <a:pt x="6761" y="8046"/>
                </a:lnTo>
                <a:lnTo>
                  <a:pt x="6740" y="7832"/>
                </a:lnTo>
                <a:lnTo>
                  <a:pt x="6740" y="6013"/>
                </a:lnTo>
                <a:lnTo>
                  <a:pt x="6719" y="5264"/>
                </a:lnTo>
                <a:lnTo>
                  <a:pt x="6676" y="4494"/>
                </a:lnTo>
                <a:lnTo>
                  <a:pt x="6654" y="4109"/>
                </a:lnTo>
                <a:lnTo>
                  <a:pt x="6654" y="3702"/>
                </a:lnTo>
                <a:lnTo>
                  <a:pt x="6676" y="2932"/>
                </a:lnTo>
                <a:lnTo>
                  <a:pt x="6697" y="2183"/>
                </a:lnTo>
                <a:lnTo>
                  <a:pt x="6697" y="1456"/>
                </a:lnTo>
                <a:lnTo>
                  <a:pt x="6676" y="792"/>
                </a:lnTo>
                <a:lnTo>
                  <a:pt x="6697" y="472"/>
                </a:lnTo>
                <a:lnTo>
                  <a:pt x="6654" y="300"/>
                </a:lnTo>
                <a:lnTo>
                  <a:pt x="6633" y="236"/>
                </a:lnTo>
                <a:lnTo>
                  <a:pt x="6590" y="172"/>
                </a:lnTo>
                <a:lnTo>
                  <a:pt x="6483" y="65"/>
                </a:lnTo>
                <a:lnTo>
                  <a:pt x="6376" y="22"/>
                </a:lnTo>
                <a:lnTo>
                  <a:pt x="6248" y="1"/>
                </a:lnTo>
                <a:close/>
              </a:path>
            </a:pathLst>
          </a:cu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24"/>
          <p:cNvSpPr/>
          <p:nvPr/>
        </p:nvSpPr>
        <p:spPr>
          <a:xfrm>
            <a:off x="6335738" y="3379125"/>
            <a:ext cx="1118400" cy="10500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24"/>
          <p:cNvSpPr/>
          <p:nvPr/>
        </p:nvSpPr>
        <p:spPr>
          <a:xfrm>
            <a:off x="6731911" y="3685915"/>
            <a:ext cx="326044" cy="437745"/>
          </a:xfrm>
          <a:custGeom>
            <a:rect b="b" l="l" r="r" t="t"/>
            <a:pathLst>
              <a:path extrusionOk="0" h="8859" w="5308">
                <a:moveTo>
                  <a:pt x="4152" y="942"/>
                </a:moveTo>
                <a:lnTo>
                  <a:pt x="4237" y="964"/>
                </a:lnTo>
                <a:lnTo>
                  <a:pt x="4344" y="985"/>
                </a:lnTo>
                <a:lnTo>
                  <a:pt x="4366" y="1071"/>
                </a:lnTo>
                <a:lnTo>
                  <a:pt x="4387" y="1156"/>
                </a:lnTo>
                <a:lnTo>
                  <a:pt x="4408" y="1242"/>
                </a:lnTo>
                <a:lnTo>
                  <a:pt x="4387" y="1413"/>
                </a:lnTo>
                <a:lnTo>
                  <a:pt x="4387" y="2376"/>
                </a:lnTo>
                <a:lnTo>
                  <a:pt x="4408" y="2804"/>
                </a:lnTo>
                <a:lnTo>
                  <a:pt x="4451" y="3232"/>
                </a:lnTo>
                <a:lnTo>
                  <a:pt x="4494" y="3660"/>
                </a:lnTo>
                <a:lnTo>
                  <a:pt x="4494" y="3874"/>
                </a:lnTo>
                <a:lnTo>
                  <a:pt x="4473" y="4088"/>
                </a:lnTo>
                <a:lnTo>
                  <a:pt x="4430" y="4601"/>
                </a:lnTo>
                <a:lnTo>
                  <a:pt x="4430" y="5136"/>
                </a:lnTo>
                <a:lnTo>
                  <a:pt x="4408" y="5649"/>
                </a:lnTo>
                <a:lnTo>
                  <a:pt x="4387" y="6184"/>
                </a:lnTo>
                <a:lnTo>
                  <a:pt x="4366" y="6291"/>
                </a:lnTo>
                <a:lnTo>
                  <a:pt x="4344" y="6377"/>
                </a:lnTo>
                <a:lnTo>
                  <a:pt x="4280" y="6462"/>
                </a:lnTo>
                <a:lnTo>
                  <a:pt x="4194" y="6527"/>
                </a:lnTo>
                <a:lnTo>
                  <a:pt x="4087" y="6569"/>
                </a:lnTo>
                <a:lnTo>
                  <a:pt x="4002" y="6591"/>
                </a:lnTo>
                <a:lnTo>
                  <a:pt x="3274" y="6591"/>
                </a:lnTo>
                <a:lnTo>
                  <a:pt x="2761" y="6612"/>
                </a:lnTo>
                <a:lnTo>
                  <a:pt x="1884" y="6655"/>
                </a:lnTo>
                <a:lnTo>
                  <a:pt x="1456" y="6698"/>
                </a:lnTo>
                <a:lnTo>
                  <a:pt x="1349" y="6676"/>
                </a:lnTo>
                <a:lnTo>
                  <a:pt x="1242" y="6676"/>
                </a:lnTo>
                <a:lnTo>
                  <a:pt x="1156" y="6655"/>
                </a:lnTo>
                <a:lnTo>
                  <a:pt x="1071" y="6591"/>
                </a:lnTo>
                <a:lnTo>
                  <a:pt x="985" y="6527"/>
                </a:lnTo>
                <a:lnTo>
                  <a:pt x="921" y="6420"/>
                </a:lnTo>
                <a:lnTo>
                  <a:pt x="878" y="6313"/>
                </a:lnTo>
                <a:lnTo>
                  <a:pt x="857" y="6206"/>
                </a:lnTo>
                <a:lnTo>
                  <a:pt x="835" y="5949"/>
                </a:lnTo>
                <a:lnTo>
                  <a:pt x="835" y="5735"/>
                </a:lnTo>
                <a:lnTo>
                  <a:pt x="814" y="5371"/>
                </a:lnTo>
                <a:lnTo>
                  <a:pt x="814" y="5008"/>
                </a:lnTo>
                <a:lnTo>
                  <a:pt x="793" y="4408"/>
                </a:lnTo>
                <a:lnTo>
                  <a:pt x="814" y="3788"/>
                </a:lnTo>
                <a:lnTo>
                  <a:pt x="814" y="3168"/>
                </a:lnTo>
                <a:lnTo>
                  <a:pt x="814" y="2547"/>
                </a:lnTo>
                <a:lnTo>
                  <a:pt x="835" y="2354"/>
                </a:lnTo>
                <a:lnTo>
                  <a:pt x="857" y="2183"/>
                </a:lnTo>
                <a:lnTo>
                  <a:pt x="900" y="2012"/>
                </a:lnTo>
                <a:lnTo>
                  <a:pt x="900" y="1820"/>
                </a:lnTo>
                <a:lnTo>
                  <a:pt x="921" y="1627"/>
                </a:lnTo>
                <a:lnTo>
                  <a:pt x="921" y="1413"/>
                </a:lnTo>
                <a:lnTo>
                  <a:pt x="921" y="1306"/>
                </a:lnTo>
                <a:lnTo>
                  <a:pt x="942" y="1199"/>
                </a:lnTo>
                <a:lnTo>
                  <a:pt x="985" y="1135"/>
                </a:lnTo>
                <a:lnTo>
                  <a:pt x="1006" y="1092"/>
                </a:lnTo>
                <a:lnTo>
                  <a:pt x="1113" y="1049"/>
                </a:lnTo>
                <a:lnTo>
                  <a:pt x="1242" y="1028"/>
                </a:lnTo>
                <a:lnTo>
                  <a:pt x="1370" y="1007"/>
                </a:lnTo>
                <a:lnTo>
                  <a:pt x="1627" y="985"/>
                </a:lnTo>
                <a:lnTo>
                  <a:pt x="2140" y="985"/>
                </a:lnTo>
                <a:lnTo>
                  <a:pt x="2376" y="964"/>
                </a:lnTo>
                <a:lnTo>
                  <a:pt x="3060" y="964"/>
                </a:lnTo>
                <a:lnTo>
                  <a:pt x="3467" y="942"/>
                </a:lnTo>
                <a:close/>
                <a:moveTo>
                  <a:pt x="1220" y="7147"/>
                </a:moveTo>
                <a:lnTo>
                  <a:pt x="1220" y="7169"/>
                </a:lnTo>
                <a:lnTo>
                  <a:pt x="1220" y="7190"/>
                </a:lnTo>
                <a:lnTo>
                  <a:pt x="1220" y="7233"/>
                </a:lnTo>
                <a:lnTo>
                  <a:pt x="1199" y="7211"/>
                </a:lnTo>
                <a:lnTo>
                  <a:pt x="1199" y="7190"/>
                </a:lnTo>
                <a:lnTo>
                  <a:pt x="1220" y="7147"/>
                </a:lnTo>
                <a:close/>
                <a:moveTo>
                  <a:pt x="343" y="7233"/>
                </a:moveTo>
                <a:lnTo>
                  <a:pt x="322" y="7254"/>
                </a:lnTo>
                <a:lnTo>
                  <a:pt x="300" y="7254"/>
                </a:lnTo>
                <a:lnTo>
                  <a:pt x="322" y="7233"/>
                </a:lnTo>
                <a:close/>
                <a:moveTo>
                  <a:pt x="1777" y="7169"/>
                </a:moveTo>
                <a:lnTo>
                  <a:pt x="1905" y="7190"/>
                </a:lnTo>
                <a:lnTo>
                  <a:pt x="1862" y="7233"/>
                </a:lnTo>
                <a:lnTo>
                  <a:pt x="1798" y="7254"/>
                </a:lnTo>
                <a:lnTo>
                  <a:pt x="1691" y="7275"/>
                </a:lnTo>
                <a:lnTo>
                  <a:pt x="1477" y="7340"/>
                </a:lnTo>
                <a:lnTo>
                  <a:pt x="1499" y="7275"/>
                </a:lnTo>
                <a:lnTo>
                  <a:pt x="1520" y="7233"/>
                </a:lnTo>
                <a:lnTo>
                  <a:pt x="1563" y="7190"/>
                </a:lnTo>
                <a:lnTo>
                  <a:pt x="1627" y="7169"/>
                </a:lnTo>
                <a:close/>
                <a:moveTo>
                  <a:pt x="4430" y="7297"/>
                </a:moveTo>
                <a:lnTo>
                  <a:pt x="4451" y="7318"/>
                </a:lnTo>
                <a:lnTo>
                  <a:pt x="4473" y="7340"/>
                </a:lnTo>
                <a:lnTo>
                  <a:pt x="4451" y="7382"/>
                </a:lnTo>
                <a:lnTo>
                  <a:pt x="4408" y="7382"/>
                </a:lnTo>
                <a:lnTo>
                  <a:pt x="4430" y="7297"/>
                </a:lnTo>
                <a:close/>
                <a:moveTo>
                  <a:pt x="1820" y="7425"/>
                </a:moveTo>
                <a:lnTo>
                  <a:pt x="1798" y="7447"/>
                </a:lnTo>
                <a:lnTo>
                  <a:pt x="1755" y="7447"/>
                </a:lnTo>
                <a:lnTo>
                  <a:pt x="1777" y="7425"/>
                </a:lnTo>
                <a:close/>
                <a:moveTo>
                  <a:pt x="258" y="7318"/>
                </a:moveTo>
                <a:lnTo>
                  <a:pt x="279" y="7404"/>
                </a:lnTo>
                <a:lnTo>
                  <a:pt x="279" y="7489"/>
                </a:lnTo>
                <a:lnTo>
                  <a:pt x="279" y="7596"/>
                </a:lnTo>
                <a:lnTo>
                  <a:pt x="279" y="7703"/>
                </a:lnTo>
                <a:lnTo>
                  <a:pt x="236" y="7682"/>
                </a:lnTo>
                <a:lnTo>
                  <a:pt x="193" y="7639"/>
                </a:lnTo>
                <a:lnTo>
                  <a:pt x="193" y="7596"/>
                </a:lnTo>
                <a:lnTo>
                  <a:pt x="193" y="7532"/>
                </a:lnTo>
                <a:lnTo>
                  <a:pt x="215" y="7425"/>
                </a:lnTo>
                <a:lnTo>
                  <a:pt x="258" y="7318"/>
                </a:lnTo>
                <a:close/>
                <a:moveTo>
                  <a:pt x="1541" y="7425"/>
                </a:moveTo>
                <a:lnTo>
                  <a:pt x="1499" y="7511"/>
                </a:lnTo>
                <a:lnTo>
                  <a:pt x="1434" y="7575"/>
                </a:lnTo>
                <a:lnTo>
                  <a:pt x="1392" y="7639"/>
                </a:lnTo>
                <a:lnTo>
                  <a:pt x="1370" y="7725"/>
                </a:lnTo>
                <a:lnTo>
                  <a:pt x="1349" y="7682"/>
                </a:lnTo>
                <a:lnTo>
                  <a:pt x="1349" y="7639"/>
                </a:lnTo>
                <a:lnTo>
                  <a:pt x="1392" y="7532"/>
                </a:lnTo>
                <a:lnTo>
                  <a:pt x="1456" y="7447"/>
                </a:lnTo>
                <a:lnTo>
                  <a:pt x="1499" y="7425"/>
                </a:lnTo>
                <a:close/>
                <a:moveTo>
                  <a:pt x="4002" y="7447"/>
                </a:moveTo>
                <a:lnTo>
                  <a:pt x="4066" y="7468"/>
                </a:lnTo>
                <a:lnTo>
                  <a:pt x="4045" y="7575"/>
                </a:lnTo>
                <a:lnTo>
                  <a:pt x="4002" y="7661"/>
                </a:lnTo>
                <a:lnTo>
                  <a:pt x="3959" y="7725"/>
                </a:lnTo>
                <a:lnTo>
                  <a:pt x="3916" y="7746"/>
                </a:lnTo>
                <a:lnTo>
                  <a:pt x="3852" y="7746"/>
                </a:lnTo>
                <a:lnTo>
                  <a:pt x="3852" y="7639"/>
                </a:lnTo>
                <a:lnTo>
                  <a:pt x="3874" y="7532"/>
                </a:lnTo>
                <a:lnTo>
                  <a:pt x="3916" y="7489"/>
                </a:lnTo>
                <a:lnTo>
                  <a:pt x="3959" y="7468"/>
                </a:lnTo>
                <a:lnTo>
                  <a:pt x="4002" y="7447"/>
                </a:lnTo>
                <a:close/>
                <a:moveTo>
                  <a:pt x="386" y="7746"/>
                </a:moveTo>
                <a:lnTo>
                  <a:pt x="429" y="7768"/>
                </a:lnTo>
                <a:lnTo>
                  <a:pt x="407" y="7789"/>
                </a:lnTo>
                <a:lnTo>
                  <a:pt x="386" y="7789"/>
                </a:lnTo>
                <a:lnTo>
                  <a:pt x="343" y="7746"/>
                </a:lnTo>
                <a:close/>
                <a:moveTo>
                  <a:pt x="1755" y="8024"/>
                </a:moveTo>
                <a:lnTo>
                  <a:pt x="1798" y="8046"/>
                </a:lnTo>
                <a:lnTo>
                  <a:pt x="1820" y="8089"/>
                </a:lnTo>
                <a:lnTo>
                  <a:pt x="1841" y="8110"/>
                </a:lnTo>
                <a:lnTo>
                  <a:pt x="1820" y="8153"/>
                </a:lnTo>
                <a:lnTo>
                  <a:pt x="1755" y="8217"/>
                </a:lnTo>
                <a:lnTo>
                  <a:pt x="1713" y="8238"/>
                </a:lnTo>
                <a:lnTo>
                  <a:pt x="1670" y="8260"/>
                </a:lnTo>
                <a:lnTo>
                  <a:pt x="1627" y="8174"/>
                </a:lnTo>
                <a:lnTo>
                  <a:pt x="1627" y="8110"/>
                </a:lnTo>
                <a:lnTo>
                  <a:pt x="1648" y="8067"/>
                </a:lnTo>
                <a:lnTo>
                  <a:pt x="1670" y="8046"/>
                </a:lnTo>
                <a:lnTo>
                  <a:pt x="1691" y="8024"/>
                </a:lnTo>
                <a:close/>
                <a:moveTo>
                  <a:pt x="2675" y="7233"/>
                </a:moveTo>
                <a:lnTo>
                  <a:pt x="2782" y="7254"/>
                </a:lnTo>
                <a:lnTo>
                  <a:pt x="2868" y="7318"/>
                </a:lnTo>
                <a:lnTo>
                  <a:pt x="2932" y="7404"/>
                </a:lnTo>
                <a:lnTo>
                  <a:pt x="2996" y="7511"/>
                </a:lnTo>
                <a:lnTo>
                  <a:pt x="3039" y="7639"/>
                </a:lnTo>
                <a:lnTo>
                  <a:pt x="3060" y="7746"/>
                </a:lnTo>
                <a:lnTo>
                  <a:pt x="3060" y="7875"/>
                </a:lnTo>
                <a:lnTo>
                  <a:pt x="3039" y="8003"/>
                </a:lnTo>
                <a:lnTo>
                  <a:pt x="2975" y="8089"/>
                </a:lnTo>
                <a:lnTo>
                  <a:pt x="2889" y="8174"/>
                </a:lnTo>
                <a:lnTo>
                  <a:pt x="2782" y="8217"/>
                </a:lnTo>
                <a:lnTo>
                  <a:pt x="2675" y="8238"/>
                </a:lnTo>
                <a:lnTo>
                  <a:pt x="2568" y="8260"/>
                </a:lnTo>
                <a:lnTo>
                  <a:pt x="2333" y="8260"/>
                </a:lnTo>
                <a:lnTo>
                  <a:pt x="2183" y="8131"/>
                </a:lnTo>
                <a:lnTo>
                  <a:pt x="2076" y="8024"/>
                </a:lnTo>
                <a:lnTo>
                  <a:pt x="2033" y="7960"/>
                </a:lnTo>
                <a:lnTo>
                  <a:pt x="2012" y="7875"/>
                </a:lnTo>
                <a:lnTo>
                  <a:pt x="2012" y="7789"/>
                </a:lnTo>
                <a:lnTo>
                  <a:pt x="2012" y="7682"/>
                </a:lnTo>
                <a:lnTo>
                  <a:pt x="2033" y="7596"/>
                </a:lnTo>
                <a:lnTo>
                  <a:pt x="2076" y="7511"/>
                </a:lnTo>
                <a:lnTo>
                  <a:pt x="2119" y="7425"/>
                </a:lnTo>
                <a:lnTo>
                  <a:pt x="2183" y="7382"/>
                </a:lnTo>
                <a:lnTo>
                  <a:pt x="2269" y="7340"/>
                </a:lnTo>
                <a:lnTo>
                  <a:pt x="2354" y="7297"/>
                </a:lnTo>
                <a:lnTo>
                  <a:pt x="2547" y="7233"/>
                </a:lnTo>
                <a:close/>
                <a:moveTo>
                  <a:pt x="835" y="8345"/>
                </a:moveTo>
                <a:lnTo>
                  <a:pt x="857" y="8367"/>
                </a:lnTo>
                <a:lnTo>
                  <a:pt x="857" y="8388"/>
                </a:lnTo>
                <a:lnTo>
                  <a:pt x="814" y="8474"/>
                </a:lnTo>
                <a:lnTo>
                  <a:pt x="793" y="8474"/>
                </a:lnTo>
                <a:lnTo>
                  <a:pt x="750" y="8452"/>
                </a:lnTo>
                <a:lnTo>
                  <a:pt x="728" y="8452"/>
                </a:lnTo>
                <a:lnTo>
                  <a:pt x="728" y="8409"/>
                </a:lnTo>
                <a:lnTo>
                  <a:pt x="728" y="8388"/>
                </a:lnTo>
                <a:lnTo>
                  <a:pt x="750" y="8345"/>
                </a:lnTo>
                <a:close/>
                <a:moveTo>
                  <a:pt x="2012" y="1"/>
                </a:moveTo>
                <a:lnTo>
                  <a:pt x="1413" y="44"/>
                </a:lnTo>
                <a:lnTo>
                  <a:pt x="1092" y="44"/>
                </a:lnTo>
                <a:lnTo>
                  <a:pt x="793" y="87"/>
                </a:lnTo>
                <a:lnTo>
                  <a:pt x="664" y="108"/>
                </a:lnTo>
                <a:lnTo>
                  <a:pt x="514" y="172"/>
                </a:lnTo>
                <a:lnTo>
                  <a:pt x="407" y="258"/>
                </a:lnTo>
                <a:lnTo>
                  <a:pt x="279" y="386"/>
                </a:lnTo>
                <a:lnTo>
                  <a:pt x="193" y="536"/>
                </a:lnTo>
                <a:lnTo>
                  <a:pt x="129" y="707"/>
                </a:lnTo>
                <a:lnTo>
                  <a:pt x="86" y="878"/>
                </a:lnTo>
                <a:lnTo>
                  <a:pt x="65" y="1049"/>
                </a:lnTo>
                <a:lnTo>
                  <a:pt x="44" y="1413"/>
                </a:lnTo>
                <a:lnTo>
                  <a:pt x="44" y="1777"/>
                </a:lnTo>
                <a:lnTo>
                  <a:pt x="1" y="2633"/>
                </a:lnTo>
                <a:lnTo>
                  <a:pt x="1" y="3488"/>
                </a:lnTo>
                <a:lnTo>
                  <a:pt x="22" y="4323"/>
                </a:lnTo>
                <a:lnTo>
                  <a:pt x="65" y="5179"/>
                </a:lnTo>
                <a:lnTo>
                  <a:pt x="22" y="5542"/>
                </a:lnTo>
                <a:lnTo>
                  <a:pt x="22" y="5928"/>
                </a:lnTo>
                <a:lnTo>
                  <a:pt x="22" y="6676"/>
                </a:lnTo>
                <a:lnTo>
                  <a:pt x="22" y="7361"/>
                </a:lnTo>
                <a:lnTo>
                  <a:pt x="44" y="7703"/>
                </a:lnTo>
                <a:lnTo>
                  <a:pt x="65" y="7875"/>
                </a:lnTo>
                <a:lnTo>
                  <a:pt x="108" y="8024"/>
                </a:lnTo>
                <a:lnTo>
                  <a:pt x="172" y="8174"/>
                </a:lnTo>
                <a:lnTo>
                  <a:pt x="236" y="8281"/>
                </a:lnTo>
                <a:lnTo>
                  <a:pt x="322" y="8388"/>
                </a:lnTo>
                <a:lnTo>
                  <a:pt x="429" y="8495"/>
                </a:lnTo>
                <a:lnTo>
                  <a:pt x="557" y="8559"/>
                </a:lnTo>
                <a:lnTo>
                  <a:pt x="664" y="8623"/>
                </a:lnTo>
                <a:lnTo>
                  <a:pt x="942" y="8709"/>
                </a:lnTo>
                <a:lnTo>
                  <a:pt x="1242" y="8773"/>
                </a:lnTo>
                <a:lnTo>
                  <a:pt x="1541" y="8816"/>
                </a:lnTo>
                <a:lnTo>
                  <a:pt x="2098" y="8837"/>
                </a:lnTo>
                <a:lnTo>
                  <a:pt x="2440" y="8859"/>
                </a:lnTo>
                <a:lnTo>
                  <a:pt x="2782" y="8859"/>
                </a:lnTo>
                <a:lnTo>
                  <a:pt x="3446" y="8816"/>
                </a:lnTo>
                <a:lnTo>
                  <a:pt x="3874" y="8816"/>
                </a:lnTo>
                <a:lnTo>
                  <a:pt x="4002" y="8795"/>
                </a:lnTo>
                <a:lnTo>
                  <a:pt x="4087" y="8773"/>
                </a:lnTo>
                <a:lnTo>
                  <a:pt x="4152" y="8730"/>
                </a:lnTo>
                <a:lnTo>
                  <a:pt x="4280" y="8645"/>
                </a:lnTo>
                <a:lnTo>
                  <a:pt x="4387" y="8623"/>
                </a:lnTo>
                <a:lnTo>
                  <a:pt x="4473" y="8581"/>
                </a:lnTo>
                <a:lnTo>
                  <a:pt x="4580" y="8559"/>
                </a:lnTo>
                <a:lnTo>
                  <a:pt x="4665" y="8516"/>
                </a:lnTo>
                <a:lnTo>
                  <a:pt x="4751" y="8452"/>
                </a:lnTo>
                <a:lnTo>
                  <a:pt x="4836" y="8345"/>
                </a:lnTo>
                <a:lnTo>
                  <a:pt x="5008" y="8153"/>
                </a:lnTo>
                <a:lnTo>
                  <a:pt x="5072" y="8024"/>
                </a:lnTo>
                <a:lnTo>
                  <a:pt x="5136" y="7875"/>
                </a:lnTo>
                <a:lnTo>
                  <a:pt x="5157" y="7725"/>
                </a:lnTo>
                <a:lnTo>
                  <a:pt x="5179" y="7532"/>
                </a:lnTo>
                <a:lnTo>
                  <a:pt x="5179" y="7190"/>
                </a:lnTo>
                <a:lnTo>
                  <a:pt x="5179" y="6869"/>
                </a:lnTo>
                <a:lnTo>
                  <a:pt x="5221" y="5435"/>
                </a:lnTo>
                <a:lnTo>
                  <a:pt x="5286" y="4002"/>
                </a:lnTo>
                <a:lnTo>
                  <a:pt x="5307" y="3660"/>
                </a:lnTo>
                <a:lnTo>
                  <a:pt x="5286" y="3296"/>
                </a:lnTo>
                <a:lnTo>
                  <a:pt x="5264" y="2590"/>
                </a:lnTo>
                <a:lnTo>
                  <a:pt x="5243" y="1905"/>
                </a:lnTo>
                <a:lnTo>
                  <a:pt x="5264" y="1541"/>
                </a:lnTo>
                <a:lnTo>
                  <a:pt x="5286" y="1199"/>
                </a:lnTo>
                <a:lnTo>
                  <a:pt x="5286" y="1071"/>
                </a:lnTo>
                <a:lnTo>
                  <a:pt x="5286" y="942"/>
                </a:lnTo>
                <a:lnTo>
                  <a:pt x="5264" y="793"/>
                </a:lnTo>
                <a:lnTo>
                  <a:pt x="5221" y="686"/>
                </a:lnTo>
                <a:lnTo>
                  <a:pt x="5157" y="557"/>
                </a:lnTo>
                <a:lnTo>
                  <a:pt x="5093" y="450"/>
                </a:lnTo>
                <a:lnTo>
                  <a:pt x="5008" y="343"/>
                </a:lnTo>
                <a:lnTo>
                  <a:pt x="4922" y="236"/>
                </a:lnTo>
                <a:lnTo>
                  <a:pt x="4794" y="151"/>
                </a:lnTo>
                <a:lnTo>
                  <a:pt x="4644" y="108"/>
                </a:lnTo>
                <a:lnTo>
                  <a:pt x="4494" y="65"/>
                </a:lnTo>
                <a:lnTo>
                  <a:pt x="3745" y="65"/>
                </a:lnTo>
                <a:lnTo>
                  <a:pt x="3167" y="22"/>
                </a:lnTo>
                <a:lnTo>
                  <a:pt x="2590" y="1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24"/>
          <p:cNvSpPr/>
          <p:nvPr/>
        </p:nvSpPr>
        <p:spPr>
          <a:xfrm>
            <a:off x="6325489" y="3379800"/>
            <a:ext cx="1118400" cy="10500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4"/>
          <p:cNvSpPr/>
          <p:nvPr/>
        </p:nvSpPr>
        <p:spPr>
          <a:xfrm>
            <a:off x="4902044" y="3275928"/>
            <a:ext cx="273631" cy="275289"/>
          </a:xfrm>
          <a:custGeom>
            <a:rect b="b" l="l" r="r" t="t"/>
            <a:pathLst>
              <a:path extrusionOk="0" h="15938" w="15842">
                <a:moveTo>
                  <a:pt x="4794" y="7470"/>
                </a:moveTo>
                <a:lnTo>
                  <a:pt x="4867" y="7495"/>
                </a:lnTo>
                <a:lnTo>
                  <a:pt x="4940" y="7543"/>
                </a:lnTo>
                <a:lnTo>
                  <a:pt x="4989" y="7616"/>
                </a:lnTo>
                <a:lnTo>
                  <a:pt x="5013" y="7714"/>
                </a:lnTo>
                <a:lnTo>
                  <a:pt x="5013" y="7787"/>
                </a:lnTo>
                <a:lnTo>
                  <a:pt x="4989" y="7908"/>
                </a:lnTo>
                <a:lnTo>
                  <a:pt x="4916" y="7981"/>
                </a:lnTo>
                <a:lnTo>
                  <a:pt x="4843" y="8054"/>
                </a:lnTo>
                <a:lnTo>
                  <a:pt x="4721" y="8079"/>
                </a:lnTo>
                <a:lnTo>
                  <a:pt x="4600" y="8054"/>
                </a:lnTo>
                <a:lnTo>
                  <a:pt x="4527" y="7981"/>
                </a:lnTo>
                <a:lnTo>
                  <a:pt x="4454" y="7908"/>
                </a:lnTo>
                <a:lnTo>
                  <a:pt x="4429" y="7787"/>
                </a:lnTo>
                <a:lnTo>
                  <a:pt x="4454" y="7665"/>
                </a:lnTo>
                <a:lnTo>
                  <a:pt x="4527" y="7543"/>
                </a:lnTo>
                <a:lnTo>
                  <a:pt x="4600" y="7495"/>
                </a:lnTo>
                <a:lnTo>
                  <a:pt x="4697" y="7470"/>
                </a:lnTo>
                <a:close/>
                <a:moveTo>
                  <a:pt x="11169" y="7470"/>
                </a:moveTo>
                <a:lnTo>
                  <a:pt x="11242" y="7495"/>
                </a:lnTo>
                <a:lnTo>
                  <a:pt x="11315" y="7543"/>
                </a:lnTo>
                <a:lnTo>
                  <a:pt x="11364" y="7616"/>
                </a:lnTo>
                <a:lnTo>
                  <a:pt x="11388" y="7714"/>
                </a:lnTo>
                <a:lnTo>
                  <a:pt x="11388" y="7787"/>
                </a:lnTo>
                <a:lnTo>
                  <a:pt x="11364" y="7908"/>
                </a:lnTo>
                <a:lnTo>
                  <a:pt x="11291" y="7981"/>
                </a:lnTo>
                <a:lnTo>
                  <a:pt x="11218" y="8054"/>
                </a:lnTo>
                <a:lnTo>
                  <a:pt x="11096" y="8079"/>
                </a:lnTo>
                <a:lnTo>
                  <a:pt x="10975" y="8054"/>
                </a:lnTo>
                <a:lnTo>
                  <a:pt x="10902" y="7981"/>
                </a:lnTo>
                <a:lnTo>
                  <a:pt x="10829" y="7908"/>
                </a:lnTo>
                <a:lnTo>
                  <a:pt x="10804" y="7787"/>
                </a:lnTo>
                <a:lnTo>
                  <a:pt x="10829" y="7665"/>
                </a:lnTo>
                <a:lnTo>
                  <a:pt x="10902" y="7543"/>
                </a:lnTo>
                <a:lnTo>
                  <a:pt x="10975" y="7495"/>
                </a:lnTo>
                <a:lnTo>
                  <a:pt x="11072" y="7470"/>
                </a:lnTo>
                <a:close/>
                <a:moveTo>
                  <a:pt x="4770" y="7081"/>
                </a:moveTo>
                <a:lnTo>
                  <a:pt x="4600" y="7105"/>
                </a:lnTo>
                <a:lnTo>
                  <a:pt x="4429" y="7178"/>
                </a:lnTo>
                <a:lnTo>
                  <a:pt x="4308" y="7300"/>
                </a:lnTo>
                <a:lnTo>
                  <a:pt x="4186" y="7446"/>
                </a:lnTo>
                <a:lnTo>
                  <a:pt x="4113" y="7568"/>
                </a:lnTo>
                <a:lnTo>
                  <a:pt x="4064" y="7714"/>
                </a:lnTo>
                <a:lnTo>
                  <a:pt x="4016" y="7835"/>
                </a:lnTo>
                <a:lnTo>
                  <a:pt x="4016" y="7981"/>
                </a:lnTo>
                <a:lnTo>
                  <a:pt x="3967" y="8225"/>
                </a:lnTo>
                <a:lnTo>
                  <a:pt x="3967" y="8395"/>
                </a:lnTo>
                <a:lnTo>
                  <a:pt x="4016" y="8565"/>
                </a:lnTo>
                <a:lnTo>
                  <a:pt x="4064" y="8711"/>
                </a:lnTo>
                <a:lnTo>
                  <a:pt x="4162" y="8833"/>
                </a:lnTo>
                <a:lnTo>
                  <a:pt x="4259" y="8955"/>
                </a:lnTo>
                <a:lnTo>
                  <a:pt x="4381" y="9028"/>
                </a:lnTo>
                <a:lnTo>
                  <a:pt x="4527" y="9101"/>
                </a:lnTo>
                <a:lnTo>
                  <a:pt x="4697" y="9149"/>
                </a:lnTo>
                <a:lnTo>
                  <a:pt x="4892" y="9174"/>
                </a:lnTo>
                <a:lnTo>
                  <a:pt x="5062" y="9149"/>
                </a:lnTo>
                <a:lnTo>
                  <a:pt x="5232" y="9101"/>
                </a:lnTo>
                <a:lnTo>
                  <a:pt x="5378" y="9028"/>
                </a:lnTo>
                <a:lnTo>
                  <a:pt x="5500" y="8930"/>
                </a:lnTo>
                <a:lnTo>
                  <a:pt x="5622" y="8809"/>
                </a:lnTo>
                <a:lnTo>
                  <a:pt x="5719" y="8663"/>
                </a:lnTo>
                <a:lnTo>
                  <a:pt x="5792" y="8517"/>
                </a:lnTo>
                <a:lnTo>
                  <a:pt x="5841" y="8346"/>
                </a:lnTo>
                <a:lnTo>
                  <a:pt x="5865" y="8176"/>
                </a:lnTo>
                <a:lnTo>
                  <a:pt x="5841" y="8006"/>
                </a:lnTo>
                <a:lnTo>
                  <a:pt x="5816" y="7835"/>
                </a:lnTo>
                <a:lnTo>
                  <a:pt x="5768" y="7689"/>
                </a:lnTo>
                <a:lnTo>
                  <a:pt x="5695" y="7519"/>
                </a:lnTo>
                <a:lnTo>
                  <a:pt x="5573" y="7397"/>
                </a:lnTo>
                <a:lnTo>
                  <a:pt x="5427" y="7251"/>
                </a:lnTo>
                <a:lnTo>
                  <a:pt x="5281" y="7154"/>
                </a:lnTo>
                <a:lnTo>
                  <a:pt x="5111" y="7105"/>
                </a:lnTo>
                <a:lnTo>
                  <a:pt x="4940" y="7081"/>
                </a:lnTo>
                <a:close/>
                <a:moveTo>
                  <a:pt x="11145" y="7081"/>
                </a:moveTo>
                <a:lnTo>
                  <a:pt x="10975" y="7105"/>
                </a:lnTo>
                <a:lnTo>
                  <a:pt x="10804" y="7178"/>
                </a:lnTo>
                <a:lnTo>
                  <a:pt x="10683" y="7300"/>
                </a:lnTo>
                <a:lnTo>
                  <a:pt x="10561" y="7446"/>
                </a:lnTo>
                <a:lnTo>
                  <a:pt x="10488" y="7568"/>
                </a:lnTo>
                <a:lnTo>
                  <a:pt x="10439" y="7714"/>
                </a:lnTo>
                <a:lnTo>
                  <a:pt x="10391" y="7835"/>
                </a:lnTo>
                <a:lnTo>
                  <a:pt x="10391" y="7981"/>
                </a:lnTo>
                <a:lnTo>
                  <a:pt x="10342" y="8225"/>
                </a:lnTo>
                <a:lnTo>
                  <a:pt x="10342" y="8395"/>
                </a:lnTo>
                <a:lnTo>
                  <a:pt x="10391" y="8565"/>
                </a:lnTo>
                <a:lnTo>
                  <a:pt x="10439" y="8711"/>
                </a:lnTo>
                <a:lnTo>
                  <a:pt x="10537" y="8833"/>
                </a:lnTo>
                <a:lnTo>
                  <a:pt x="10634" y="8955"/>
                </a:lnTo>
                <a:lnTo>
                  <a:pt x="10756" y="9028"/>
                </a:lnTo>
                <a:lnTo>
                  <a:pt x="10902" y="9101"/>
                </a:lnTo>
                <a:lnTo>
                  <a:pt x="11072" y="9149"/>
                </a:lnTo>
                <a:lnTo>
                  <a:pt x="11267" y="9174"/>
                </a:lnTo>
                <a:lnTo>
                  <a:pt x="11437" y="9149"/>
                </a:lnTo>
                <a:lnTo>
                  <a:pt x="11607" y="9101"/>
                </a:lnTo>
                <a:lnTo>
                  <a:pt x="11753" y="9028"/>
                </a:lnTo>
                <a:lnTo>
                  <a:pt x="11875" y="8930"/>
                </a:lnTo>
                <a:lnTo>
                  <a:pt x="11997" y="8809"/>
                </a:lnTo>
                <a:lnTo>
                  <a:pt x="12094" y="8663"/>
                </a:lnTo>
                <a:lnTo>
                  <a:pt x="12167" y="8517"/>
                </a:lnTo>
                <a:lnTo>
                  <a:pt x="12216" y="8346"/>
                </a:lnTo>
                <a:lnTo>
                  <a:pt x="12240" y="8176"/>
                </a:lnTo>
                <a:lnTo>
                  <a:pt x="12216" y="8006"/>
                </a:lnTo>
                <a:lnTo>
                  <a:pt x="12191" y="7835"/>
                </a:lnTo>
                <a:lnTo>
                  <a:pt x="12143" y="7689"/>
                </a:lnTo>
                <a:lnTo>
                  <a:pt x="12070" y="7519"/>
                </a:lnTo>
                <a:lnTo>
                  <a:pt x="11948" y="7397"/>
                </a:lnTo>
                <a:lnTo>
                  <a:pt x="11802" y="7251"/>
                </a:lnTo>
                <a:lnTo>
                  <a:pt x="11656" y="7154"/>
                </a:lnTo>
                <a:lnTo>
                  <a:pt x="11486" y="7105"/>
                </a:lnTo>
                <a:lnTo>
                  <a:pt x="11315" y="7081"/>
                </a:lnTo>
                <a:close/>
                <a:moveTo>
                  <a:pt x="11972" y="10925"/>
                </a:moveTo>
                <a:lnTo>
                  <a:pt x="11875" y="10974"/>
                </a:lnTo>
                <a:lnTo>
                  <a:pt x="11778" y="11047"/>
                </a:lnTo>
                <a:lnTo>
                  <a:pt x="11607" y="11290"/>
                </a:lnTo>
                <a:lnTo>
                  <a:pt x="11413" y="11485"/>
                </a:lnTo>
                <a:lnTo>
                  <a:pt x="11194" y="11680"/>
                </a:lnTo>
                <a:lnTo>
                  <a:pt x="10950" y="11850"/>
                </a:lnTo>
                <a:lnTo>
                  <a:pt x="10707" y="11996"/>
                </a:lnTo>
                <a:lnTo>
                  <a:pt x="10439" y="12118"/>
                </a:lnTo>
                <a:lnTo>
                  <a:pt x="10172" y="12215"/>
                </a:lnTo>
                <a:lnTo>
                  <a:pt x="9880" y="12312"/>
                </a:lnTo>
                <a:lnTo>
                  <a:pt x="9588" y="12385"/>
                </a:lnTo>
                <a:lnTo>
                  <a:pt x="9296" y="12434"/>
                </a:lnTo>
                <a:lnTo>
                  <a:pt x="8712" y="12507"/>
                </a:lnTo>
                <a:lnTo>
                  <a:pt x="8128" y="12531"/>
                </a:lnTo>
                <a:lnTo>
                  <a:pt x="7568" y="12507"/>
                </a:lnTo>
                <a:lnTo>
                  <a:pt x="7325" y="12483"/>
                </a:lnTo>
                <a:lnTo>
                  <a:pt x="7106" y="12434"/>
                </a:lnTo>
                <a:lnTo>
                  <a:pt x="6668" y="12312"/>
                </a:lnTo>
                <a:lnTo>
                  <a:pt x="6230" y="12166"/>
                </a:lnTo>
                <a:lnTo>
                  <a:pt x="5816" y="11996"/>
                </a:lnTo>
                <a:lnTo>
                  <a:pt x="5427" y="11826"/>
                </a:lnTo>
                <a:lnTo>
                  <a:pt x="5013" y="11631"/>
                </a:lnTo>
                <a:lnTo>
                  <a:pt x="4794" y="11509"/>
                </a:lnTo>
                <a:lnTo>
                  <a:pt x="4600" y="11388"/>
                </a:lnTo>
                <a:lnTo>
                  <a:pt x="4454" y="11242"/>
                </a:lnTo>
                <a:lnTo>
                  <a:pt x="4308" y="11096"/>
                </a:lnTo>
                <a:lnTo>
                  <a:pt x="4259" y="11047"/>
                </a:lnTo>
                <a:lnTo>
                  <a:pt x="4210" y="11023"/>
                </a:lnTo>
                <a:lnTo>
                  <a:pt x="4089" y="11023"/>
                </a:lnTo>
                <a:lnTo>
                  <a:pt x="4040" y="11071"/>
                </a:lnTo>
                <a:lnTo>
                  <a:pt x="3991" y="11096"/>
                </a:lnTo>
                <a:lnTo>
                  <a:pt x="3991" y="11169"/>
                </a:lnTo>
                <a:lnTo>
                  <a:pt x="3991" y="11242"/>
                </a:lnTo>
                <a:lnTo>
                  <a:pt x="4016" y="11339"/>
                </a:lnTo>
                <a:lnTo>
                  <a:pt x="4064" y="11436"/>
                </a:lnTo>
                <a:lnTo>
                  <a:pt x="4210" y="11631"/>
                </a:lnTo>
                <a:lnTo>
                  <a:pt x="4381" y="11801"/>
                </a:lnTo>
                <a:lnTo>
                  <a:pt x="4575" y="11947"/>
                </a:lnTo>
                <a:lnTo>
                  <a:pt x="4794" y="12069"/>
                </a:lnTo>
                <a:lnTo>
                  <a:pt x="5038" y="12191"/>
                </a:lnTo>
                <a:lnTo>
                  <a:pt x="5451" y="12385"/>
                </a:lnTo>
                <a:lnTo>
                  <a:pt x="5938" y="12604"/>
                </a:lnTo>
                <a:lnTo>
                  <a:pt x="6424" y="12799"/>
                </a:lnTo>
                <a:lnTo>
                  <a:pt x="6935" y="12945"/>
                </a:lnTo>
                <a:lnTo>
                  <a:pt x="7446" y="13042"/>
                </a:lnTo>
                <a:lnTo>
                  <a:pt x="7763" y="13067"/>
                </a:lnTo>
                <a:lnTo>
                  <a:pt x="8079" y="13091"/>
                </a:lnTo>
                <a:lnTo>
                  <a:pt x="8420" y="13091"/>
                </a:lnTo>
                <a:lnTo>
                  <a:pt x="8760" y="13067"/>
                </a:lnTo>
                <a:lnTo>
                  <a:pt x="9101" y="13042"/>
                </a:lnTo>
                <a:lnTo>
                  <a:pt x="9442" y="12969"/>
                </a:lnTo>
                <a:lnTo>
                  <a:pt x="9758" y="12896"/>
                </a:lnTo>
                <a:lnTo>
                  <a:pt x="10099" y="12799"/>
                </a:lnTo>
                <a:lnTo>
                  <a:pt x="10415" y="12702"/>
                </a:lnTo>
                <a:lnTo>
                  <a:pt x="10731" y="12556"/>
                </a:lnTo>
                <a:lnTo>
                  <a:pt x="11023" y="12410"/>
                </a:lnTo>
                <a:lnTo>
                  <a:pt x="11315" y="12239"/>
                </a:lnTo>
                <a:lnTo>
                  <a:pt x="11583" y="12045"/>
                </a:lnTo>
                <a:lnTo>
                  <a:pt x="11826" y="11826"/>
                </a:lnTo>
                <a:lnTo>
                  <a:pt x="12045" y="11582"/>
                </a:lnTo>
                <a:lnTo>
                  <a:pt x="12264" y="11339"/>
                </a:lnTo>
                <a:lnTo>
                  <a:pt x="12313" y="11217"/>
                </a:lnTo>
                <a:lnTo>
                  <a:pt x="12289" y="11120"/>
                </a:lnTo>
                <a:lnTo>
                  <a:pt x="12240" y="11047"/>
                </a:lnTo>
                <a:lnTo>
                  <a:pt x="12167" y="10974"/>
                </a:lnTo>
                <a:lnTo>
                  <a:pt x="12070" y="10950"/>
                </a:lnTo>
                <a:lnTo>
                  <a:pt x="11972" y="10925"/>
                </a:lnTo>
                <a:close/>
                <a:moveTo>
                  <a:pt x="8493" y="682"/>
                </a:moveTo>
                <a:lnTo>
                  <a:pt x="8663" y="706"/>
                </a:lnTo>
                <a:lnTo>
                  <a:pt x="9101" y="755"/>
                </a:lnTo>
                <a:lnTo>
                  <a:pt x="9539" y="803"/>
                </a:lnTo>
                <a:lnTo>
                  <a:pt x="10001" y="901"/>
                </a:lnTo>
                <a:lnTo>
                  <a:pt x="10439" y="1022"/>
                </a:lnTo>
                <a:lnTo>
                  <a:pt x="10780" y="1120"/>
                </a:lnTo>
                <a:lnTo>
                  <a:pt x="11121" y="1241"/>
                </a:lnTo>
                <a:lnTo>
                  <a:pt x="11437" y="1411"/>
                </a:lnTo>
                <a:lnTo>
                  <a:pt x="11753" y="1557"/>
                </a:lnTo>
                <a:lnTo>
                  <a:pt x="11753" y="1582"/>
                </a:lnTo>
                <a:lnTo>
                  <a:pt x="11729" y="1655"/>
                </a:lnTo>
                <a:lnTo>
                  <a:pt x="11729" y="1752"/>
                </a:lnTo>
                <a:lnTo>
                  <a:pt x="11753" y="1801"/>
                </a:lnTo>
                <a:lnTo>
                  <a:pt x="11826" y="1825"/>
                </a:lnTo>
                <a:lnTo>
                  <a:pt x="11899" y="1825"/>
                </a:lnTo>
                <a:lnTo>
                  <a:pt x="11948" y="1776"/>
                </a:lnTo>
                <a:lnTo>
                  <a:pt x="11972" y="1752"/>
                </a:lnTo>
                <a:lnTo>
                  <a:pt x="11997" y="1752"/>
                </a:lnTo>
                <a:lnTo>
                  <a:pt x="11997" y="1728"/>
                </a:lnTo>
                <a:lnTo>
                  <a:pt x="12021" y="1728"/>
                </a:lnTo>
                <a:lnTo>
                  <a:pt x="12143" y="1801"/>
                </a:lnTo>
                <a:lnTo>
                  <a:pt x="12094" y="1874"/>
                </a:lnTo>
                <a:lnTo>
                  <a:pt x="12094" y="1947"/>
                </a:lnTo>
                <a:lnTo>
                  <a:pt x="12094" y="1995"/>
                </a:lnTo>
                <a:lnTo>
                  <a:pt x="12143" y="2020"/>
                </a:lnTo>
                <a:lnTo>
                  <a:pt x="12167" y="2044"/>
                </a:lnTo>
                <a:lnTo>
                  <a:pt x="12216" y="2020"/>
                </a:lnTo>
                <a:lnTo>
                  <a:pt x="12240" y="1995"/>
                </a:lnTo>
                <a:lnTo>
                  <a:pt x="12313" y="1922"/>
                </a:lnTo>
                <a:lnTo>
                  <a:pt x="12337" y="1922"/>
                </a:lnTo>
                <a:lnTo>
                  <a:pt x="12532" y="2068"/>
                </a:lnTo>
                <a:lnTo>
                  <a:pt x="12483" y="2190"/>
                </a:lnTo>
                <a:lnTo>
                  <a:pt x="12483" y="2239"/>
                </a:lnTo>
                <a:lnTo>
                  <a:pt x="12508" y="2336"/>
                </a:lnTo>
                <a:lnTo>
                  <a:pt x="12532" y="2385"/>
                </a:lnTo>
                <a:lnTo>
                  <a:pt x="12556" y="2409"/>
                </a:lnTo>
                <a:lnTo>
                  <a:pt x="12581" y="2409"/>
                </a:lnTo>
                <a:lnTo>
                  <a:pt x="12629" y="2385"/>
                </a:lnTo>
                <a:lnTo>
                  <a:pt x="12678" y="2360"/>
                </a:lnTo>
                <a:lnTo>
                  <a:pt x="12751" y="2287"/>
                </a:lnTo>
                <a:lnTo>
                  <a:pt x="12775" y="2239"/>
                </a:lnTo>
                <a:lnTo>
                  <a:pt x="12970" y="2409"/>
                </a:lnTo>
                <a:lnTo>
                  <a:pt x="12873" y="2531"/>
                </a:lnTo>
                <a:lnTo>
                  <a:pt x="12848" y="2604"/>
                </a:lnTo>
                <a:lnTo>
                  <a:pt x="12824" y="2677"/>
                </a:lnTo>
                <a:lnTo>
                  <a:pt x="12824" y="2725"/>
                </a:lnTo>
                <a:lnTo>
                  <a:pt x="12873" y="2750"/>
                </a:lnTo>
                <a:lnTo>
                  <a:pt x="12921" y="2774"/>
                </a:lnTo>
                <a:lnTo>
                  <a:pt x="12946" y="2774"/>
                </a:lnTo>
                <a:lnTo>
                  <a:pt x="13067" y="2701"/>
                </a:lnTo>
                <a:lnTo>
                  <a:pt x="13189" y="2604"/>
                </a:lnTo>
                <a:lnTo>
                  <a:pt x="13311" y="2725"/>
                </a:lnTo>
                <a:lnTo>
                  <a:pt x="13384" y="2823"/>
                </a:lnTo>
                <a:lnTo>
                  <a:pt x="13262" y="3017"/>
                </a:lnTo>
                <a:lnTo>
                  <a:pt x="13213" y="3066"/>
                </a:lnTo>
                <a:lnTo>
                  <a:pt x="13189" y="3163"/>
                </a:lnTo>
                <a:lnTo>
                  <a:pt x="13165" y="3236"/>
                </a:lnTo>
                <a:lnTo>
                  <a:pt x="13189" y="3285"/>
                </a:lnTo>
                <a:lnTo>
                  <a:pt x="13238" y="3309"/>
                </a:lnTo>
                <a:lnTo>
                  <a:pt x="13335" y="3285"/>
                </a:lnTo>
                <a:lnTo>
                  <a:pt x="13408" y="3236"/>
                </a:lnTo>
                <a:lnTo>
                  <a:pt x="13554" y="3115"/>
                </a:lnTo>
                <a:lnTo>
                  <a:pt x="13578" y="3042"/>
                </a:lnTo>
                <a:lnTo>
                  <a:pt x="13773" y="3309"/>
                </a:lnTo>
                <a:lnTo>
                  <a:pt x="13676" y="3407"/>
                </a:lnTo>
                <a:lnTo>
                  <a:pt x="13554" y="3504"/>
                </a:lnTo>
                <a:lnTo>
                  <a:pt x="13505" y="3577"/>
                </a:lnTo>
                <a:lnTo>
                  <a:pt x="13481" y="3650"/>
                </a:lnTo>
                <a:lnTo>
                  <a:pt x="13481" y="3699"/>
                </a:lnTo>
                <a:lnTo>
                  <a:pt x="13505" y="3723"/>
                </a:lnTo>
                <a:lnTo>
                  <a:pt x="13603" y="3747"/>
                </a:lnTo>
                <a:lnTo>
                  <a:pt x="13700" y="3723"/>
                </a:lnTo>
                <a:lnTo>
                  <a:pt x="13773" y="3674"/>
                </a:lnTo>
                <a:lnTo>
                  <a:pt x="13870" y="3626"/>
                </a:lnTo>
                <a:lnTo>
                  <a:pt x="13968" y="3577"/>
                </a:lnTo>
                <a:lnTo>
                  <a:pt x="14162" y="3918"/>
                </a:lnTo>
                <a:lnTo>
                  <a:pt x="14065" y="3991"/>
                </a:lnTo>
                <a:lnTo>
                  <a:pt x="13870" y="4161"/>
                </a:lnTo>
                <a:lnTo>
                  <a:pt x="13773" y="4234"/>
                </a:lnTo>
                <a:lnTo>
                  <a:pt x="13700" y="4331"/>
                </a:lnTo>
                <a:lnTo>
                  <a:pt x="13700" y="4356"/>
                </a:lnTo>
                <a:lnTo>
                  <a:pt x="13724" y="4380"/>
                </a:lnTo>
                <a:lnTo>
                  <a:pt x="13846" y="4380"/>
                </a:lnTo>
                <a:lnTo>
                  <a:pt x="13943" y="4356"/>
                </a:lnTo>
                <a:lnTo>
                  <a:pt x="14065" y="4307"/>
                </a:lnTo>
                <a:lnTo>
                  <a:pt x="14162" y="4234"/>
                </a:lnTo>
                <a:lnTo>
                  <a:pt x="14284" y="4161"/>
                </a:lnTo>
                <a:lnTo>
                  <a:pt x="14503" y="4696"/>
                </a:lnTo>
                <a:lnTo>
                  <a:pt x="14332" y="4769"/>
                </a:lnTo>
                <a:lnTo>
                  <a:pt x="14211" y="4842"/>
                </a:lnTo>
                <a:lnTo>
                  <a:pt x="14065" y="4940"/>
                </a:lnTo>
                <a:lnTo>
                  <a:pt x="13968" y="5061"/>
                </a:lnTo>
                <a:lnTo>
                  <a:pt x="13919" y="5134"/>
                </a:lnTo>
                <a:lnTo>
                  <a:pt x="13895" y="5207"/>
                </a:lnTo>
                <a:lnTo>
                  <a:pt x="13895" y="5256"/>
                </a:lnTo>
                <a:lnTo>
                  <a:pt x="13919" y="5280"/>
                </a:lnTo>
                <a:lnTo>
                  <a:pt x="13968" y="5305"/>
                </a:lnTo>
                <a:lnTo>
                  <a:pt x="14016" y="5305"/>
                </a:lnTo>
                <a:lnTo>
                  <a:pt x="14114" y="5256"/>
                </a:lnTo>
                <a:lnTo>
                  <a:pt x="14235" y="5183"/>
                </a:lnTo>
                <a:lnTo>
                  <a:pt x="14551" y="5037"/>
                </a:lnTo>
                <a:lnTo>
                  <a:pt x="14600" y="5013"/>
                </a:lnTo>
                <a:lnTo>
                  <a:pt x="14770" y="5524"/>
                </a:lnTo>
                <a:lnTo>
                  <a:pt x="14430" y="5670"/>
                </a:lnTo>
                <a:lnTo>
                  <a:pt x="14162" y="5791"/>
                </a:lnTo>
                <a:lnTo>
                  <a:pt x="13919" y="5937"/>
                </a:lnTo>
                <a:lnTo>
                  <a:pt x="13919" y="5986"/>
                </a:lnTo>
                <a:lnTo>
                  <a:pt x="13943" y="6010"/>
                </a:lnTo>
                <a:lnTo>
                  <a:pt x="14089" y="6035"/>
                </a:lnTo>
                <a:lnTo>
                  <a:pt x="14235" y="6059"/>
                </a:lnTo>
                <a:lnTo>
                  <a:pt x="14381" y="6035"/>
                </a:lnTo>
                <a:lnTo>
                  <a:pt x="14527" y="6010"/>
                </a:lnTo>
                <a:lnTo>
                  <a:pt x="14843" y="5889"/>
                </a:lnTo>
                <a:lnTo>
                  <a:pt x="14965" y="6424"/>
                </a:lnTo>
                <a:lnTo>
                  <a:pt x="14795" y="6497"/>
                </a:lnTo>
                <a:lnTo>
                  <a:pt x="14405" y="6619"/>
                </a:lnTo>
                <a:lnTo>
                  <a:pt x="14041" y="6740"/>
                </a:lnTo>
                <a:lnTo>
                  <a:pt x="13992" y="6789"/>
                </a:lnTo>
                <a:lnTo>
                  <a:pt x="13992" y="6813"/>
                </a:lnTo>
                <a:lnTo>
                  <a:pt x="13992" y="6862"/>
                </a:lnTo>
                <a:lnTo>
                  <a:pt x="14041" y="6886"/>
                </a:lnTo>
                <a:lnTo>
                  <a:pt x="14235" y="6886"/>
                </a:lnTo>
                <a:lnTo>
                  <a:pt x="14430" y="6862"/>
                </a:lnTo>
                <a:lnTo>
                  <a:pt x="14795" y="6813"/>
                </a:lnTo>
                <a:lnTo>
                  <a:pt x="15038" y="6740"/>
                </a:lnTo>
                <a:lnTo>
                  <a:pt x="15111" y="7178"/>
                </a:lnTo>
                <a:lnTo>
                  <a:pt x="14843" y="7227"/>
                </a:lnTo>
                <a:lnTo>
                  <a:pt x="14430" y="7349"/>
                </a:lnTo>
                <a:lnTo>
                  <a:pt x="14235" y="7422"/>
                </a:lnTo>
                <a:lnTo>
                  <a:pt x="14065" y="7543"/>
                </a:lnTo>
                <a:lnTo>
                  <a:pt x="14041" y="7592"/>
                </a:lnTo>
                <a:lnTo>
                  <a:pt x="14041" y="7665"/>
                </a:lnTo>
                <a:lnTo>
                  <a:pt x="14089" y="7714"/>
                </a:lnTo>
                <a:lnTo>
                  <a:pt x="14138" y="7738"/>
                </a:lnTo>
                <a:lnTo>
                  <a:pt x="14357" y="7714"/>
                </a:lnTo>
                <a:lnTo>
                  <a:pt x="14551" y="7665"/>
                </a:lnTo>
                <a:lnTo>
                  <a:pt x="14941" y="7568"/>
                </a:lnTo>
                <a:lnTo>
                  <a:pt x="15135" y="7519"/>
                </a:lnTo>
                <a:lnTo>
                  <a:pt x="15184" y="7981"/>
                </a:lnTo>
                <a:lnTo>
                  <a:pt x="14868" y="8030"/>
                </a:lnTo>
                <a:lnTo>
                  <a:pt x="14624" y="8054"/>
                </a:lnTo>
                <a:lnTo>
                  <a:pt x="14381" y="8079"/>
                </a:lnTo>
                <a:lnTo>
                  <a:pt x="14235" y="8103"/>
                </a:lnTo>
                <a:lnTo>
                  <a:pt x="14138" y="8152"/>
                </a:lnTo>
                <a:lnTo>
                  <a:pt x="14016" y="8200"/>
                </a:lnTo>
                <a:lnTo>
                  <a:pt x="13943" y="8298"/>
                </a:lnTo>
                <a:lnTo>
                  <a:pt x="13919" y="8322"/>
                </a:lnTo>
                <a:lnTo>
                  <a:pt x="13919" y="8346"/>
                </a:lnTo>
                <a:lnTo>
                  <a:pt x="13943" y="8395"/>
                </a:lnTo>
                <a:lnTo>
                  <a:pt x="13968" y="8395"/>
                </a:lnTo>
                <a:lnTo>
                  <a:pt x="14089" y="8419"/>
                </a:lnTo>
                <a:lnTo>
                  <a:pt x="14211" y="8444"/>
                </a:lnTo>
                <a:lnTo>
                  <a:pt x="14478" y="8444"/>
                </a:lnTo>
                <a:lnTo>
                  <a:pt x="14989" y="8395"/>
                </a:lnTo>
                <a:lnTo>
                  <a:pt x="15208" y="8395"/>
                </a:lnTo>
                <a:lnTo>
                  <a:pt x="15208" y="8857"/>
                </a:lnTo>
                <a:lnTo>
                  <a:pt x="14722" y="8882"/>
                </a:lnTo>
                <a:lnTo>
                  <a:pt x="14503" y="8882"/>
                </a:lnTo>
                <a:lnTo>
                  <a:pt x="14284" y="8906"/>
                </a:lnTo>
                <a:lnTo>
                  <a:pt x="14065" y="8955"/>
                </a:lnTo>
                <a:lnTo>
                  <a:pt x="13968" y="8979"/>
                </a:lnTo>
                <a:lnTo>
                  <a:pt x="13870" y="9028"/>
                </a:lnTo>
                <a:lnTo>
                  <a:pt x="13870" y="9052"/>
                </a:lnTo>
                <a:lnTo>
                  <a:pt x="13870" y="9076"/>
                </a:lnTo>
                <a:lnTo>
                  <a:pt x="13968" y="9125"/>
                </a:lnTo>
                <a:lnTo>
                  <a:pt x="14065" y="9174"/>
                </a:lnTo>
                <a:lnTo>
                  <a:pt x="14284" y="9222"/>
                </a:lnTo>
                <a:lnTo>
                  <a:pt x="14722" y="9222"/>
                </a:lnTo>
                <a:lnTo>
                  <a:pt x="14941" y="9247"/>
                </a:lnTo>
                <a:lnTo>
                  <a:pt x="15184" y="9247"/>
                </a:lnTo>
                <a:lnTo>
                  <a:pt x="15160" y="9465"/>
                </a:lnTo>
                <a:lnTo>
                  <a:pt x="14965" y="9514"/>
                </a:lnTo>
                <a:lnTo>
                  <a:pt x="14722" y="9563"/>
                </a:lnTo>
                <a:lnTo>
                  <a:pt x="14503" y="9660"/>
                </a:lnTo>
                <a:lnTo>
                  <a:pt x="14260" y="9757"/>
                </a:lnTo>
                <a:lnTo>
                  <a:pt x="14041" y="9879"/>
                </a:lnTo>
                <a:lnTo>
                  <a:pt x="14016" y="9903"/>
                </a:lnTo>
                <a:lnTo>
                  <a:pt x="14016" y="9952"/>
                </a:lnTo>
                <a:lnTo>
                  <a:pt x="14041" y="9976"/>
                </a:lnTo>
                <a:lnTo>
                  <a:pt x="14089" y="9976"/>
                </a:lnTo>
                <a:lnTo>
                  <a:pt x="14308" y="10001"/>
                </a:lnTo>
                <a:lnTo>
                  <a:pt x="14527" y="9976"/>
                </a:lnTo>
                <a:lnTo>
                  <a:pt x="14965" y="9903"/>
                </a:lnTo>
                <a:lnTo>
                  <a:pt x="15087" y="9879"/>
                </a:lnTo>
                <a:lnTo>
                  <a:pt x="14989" y="10390"/>
                </a:lnTo>
                <a:lnTo>
                  <a:pt x="14527" y="10463"/>
                </a:lnTo>
                <a:lnTo>
                  <a:pt x="14357" y="10487"/>
                </a:lnTo>
                <a:lnTo>
                  <a:pt x="14162" y="10512"/>
                </a:lnTo>
                <a:lnTo>
                  <a:pt x="13992" y="10560"/>
                </a:lnTo>
                <a:lnTo>
                  <a:pt x="13919" y="10609"/>
                </a:lnTo>
                <a:lnTo>
                  <a:pt x="13870" y="10682"/>
                </a:lnTo>
                <a:lnTo>
                  <a:pt x="13846" y="10731"/>
                </a:lnTo>
                <a:lnTo>
                  <a:pt x="13846" y="10804"/>
                </a:lnTo>
                <a:lnTo>
                  <a:pt x="13870" y="10852"/>
                </a:lnTo>
                <a:lnTo>
                  <a:pt x="13919" y="10901"/>
                </a:lnTo>
                <a:lnTo>
                  <a:pt x="13992" y="10925"/>
                </a:lnTo>
                <a:lnTo>
                  <a:pt x="14065" y="10950"/>
                </a:lnTo>
                <a:lnTo>
                  <a:pt x="14235" y="10950"/>
                </a:lnTo>
                <a:lnTo>
                  <a:pt x="14600" y="10901"/>
                </a:lnTo>
                <a:lnTo>
                  <a:pt x="14819" y="10877"/>
                </a:lnTo>
                <a:lnTo>
                  <a:pt x="14819" y="10877"/>
                </a:lnTo>
                <a:lnTo>
                  <a:pt x="14624" y="11339"/>
                </a:lnTo>
                <a:lnTo>
                  <a:pt x="14478" y="11339"/>
                </a:lnTo>
                <a:lnTo>
                  <a:pt x="14308" y="11315"/>
                </a:lnTo>
                <a:lnTo>
                  <a:pt x="14114" y="11339"/>
                </a:lnTo>
                <a:lnTo>
                  <a:pt x="13919" y="11363"/>
                </a:lnTo>
                <a:lnTo>
                  <a:pt x="13749" y="11436"/>
                </a:lnTo>
                <a:lnTo>
                  <a:pt x="13724" y="11461"/>
                </a:lnTo>
                <a:lnTo>
                  <a:pt x="13749" y="11485"/>
                </a:lnTo>
                <a:lnTo>
                  <a:pt x="13919" y="11558"/>
                </a:lnTo>
                <a:lnTo>
                  <a:pt x="14089" y="11607"/>
                </a:lnTo>
                <a:lnTo>
                  <a:pt x="14430" y="11655"/>
                </a:lnTo>
                <a:lnTo>
                  <a:pt x="14454" y="11655"/>
                </a:lnTo>
                <a:lnTo>
                  <a:pt x="14211" y="12069"/>
                </a:lnTo>
                <a:lnTo>
                  <a:pt x="13968" y="12069"/>
                </a:lnTo>
                <a:lnTo>
                  <a:pt x="13724" y="12093"/>
                </a:lnTo>
                <a:lnTo>
                  <a:pt x="13603" y="12069"/>
                </a:lnTo>
                <a:lnTo>
                  <a:pt x="13481" y="12045"/>
                </a:lnTo>
                <a:lnTo>
                  <a:pt x="13335" y="12020"/>
                </a:lnTo>
                <a:lnTo>
                  <a:pt x="13213" y="12020"/>
                </a:lnTo>
                <a:lnTo>
                  <a:pt x="13189" y="12045"/>
                </a:lnTo>
                <a:lnTo>
                  <a:pt x="13189" y="12069"/>
                </a:lnTo>
                <a:lnTo>
                  <a:pt x="13189" y="12166"/>
                </a:lnTo>
                <a:lnTo>
                  <a:pt x="13238" y="12239"/>
                </a:lnTo>
                <a:lnTo>
                  <a:pt x="13311" y="12312"/>
                </a:lnTo>
                <a:lnTo>
                  <a:pt x="13408" y="12361"/>
                </a:lnTo>
                <a:lnTo>
                  <a:pt x="13530" y="12385"/>
                </a:lnTo>
                <a:lnTo>
                  <a:pt x="13651" y="12410"/>
                </a:lnTo>
                <a:lnTo>
                  <a:pt x="13943" y="12434"/>
                </a:lnTo>
                <a:lnTo>
                  <a:pt x="13603" y="12823"/>
                </a:lnTo>
                <a:lnTo>
                  <a:pt x="13067" y="12726"/>
                </a:lnTo>
                <a:lnTo>
                  <a:pt x="12848" y="12677"/>
                </a:lnTo>
                <a:lnTo>
                  <a:pt x="12727" y="12677"/>
                </a:lnTo>
                <a:lnTo>
                  <a:pt x="12629" y="12702"/>
                </a:lnTo>
                <a:lnTo>
                  <a:pt x="12605" y="12726"/>
                </a:lnTo>
                <a:lnTo>
                  <a:pt x="12605" y="12775"/>
                </a:lnTo>
                <a:lnTo>
                  <a:pt x="12629" y="12848"/>
                </a:lnTo>
                <a:lnTo>
                  <a:pt x="12678" y="12921"/>
                </a:lnTo>
                <a:lnTo>
                  <a:pt x="12751" y="12969"/>
                </a:lnTo>
                <a:lnTo>
                  <a:pt x="12824" y="13018"/>
                </a:lnTo>
                <a:lnTo>
                  <a:pt x="13043" y="13115"/>
                </a:lnTo>
                <a:lnTo>
                  <a:pt x="13262" y="13164"/>
                </a:lnTo>
                <a:lnTo>
                  <a:pt x="13116" y="13286"/>
                </a:lnTo>
                <a:lnTo>
                  <a:pt x="13067" y="13286"/>
                </a:lnTo>
                <a:lnTo>
                  <a:pt x="12605" y="13261"/>
                </a:lnTo>
                <a:lnTo>
                  <a:pt x="12362" y="13213"/>
                </a:lnTo>
                <a:lnTo>
                  <a:pt x="12240" y="13188"/>
                </a:lnTo>
                <a:lnTo>
                  <a:pt x="12094" y="13188"/>
                </a:lnTo>
                <a:lnTo>
                  <a:pt x="12021" y="13213"/>
                </a:lnTo>
                <a:lnTo>
                  <a:pt x="11997" y="13261"/>
                </a:lnTo>
                <a:lnTo>
                  <a:pt x="11972" y="13334"/>
                </a:lnTo>
                <a:lnTo>
                  <a:pt x="12021" y="13383"/>
                </a:lnTo>
                <a:lnTo>
                  <a:pt x="12143" y="13505"/>
                </a:lnTo>
                <a:lnTo>
                  <a:pt x="12289" y="13578"/>
                </a:lnTo>
                <a:lnTo>
                  <a:pt x="12483" y="13626"/>
                </a:lnTo>
                <a:lnTo>
                  <a:pt x="12654" y="13651"/>
                </a:lnTo>
                <a:lnTo>
                  <a:pt x="12240" y="13943"/>
                </a:lnTo>
                <a:lnTo>
                  <a:pt x="12143" y="13918"/>
                </a:lnTo>
                <a:lnTo>
                  <a:pt x="11680" y="13821"/>
                </a:lnTo>
                <a:lnTo>
                  <a:pt x="11461" y="13772"/>
                </a:lnTo>
                <a:lnTo>
                  <a:pt x="11267" y="13724"/>
                </a:lnTo>
                <a:lnTo>
                  <a:pt x="11218" y="13748"/>
                </a:lnTo>
                <a:lnTo>
                  <a:pt x="11218" y="13821"/>
                </a:lnTo>
                <a:lnTo>
                  <a:pt x="11242" y="13894"/>
                </a:lnTo>
                <a:lnTo>
                  <a:pt x="11315" y="13967"/>
                </a:lnTo>
                <a:lnTo>
                  <a:pt x="11437" y="14064"/>
                </a:lnTo>
                <a:lnTo>
                  <a:pt x="11607" y="14137"/>
                </a:lnTo>
                <a:lnTo>
                  <a:pt x="11802" y="14210"/>
                </a:lnTo>
                <a:lnTo>
                  <a:pt x="11437" y="14381"/>
                </a:lnTo>
                <a:lnTo>
                  <a:pt x="11388" y="14332"/>
                </a:lnTo>
                <a:lnTo>
                  <a:pt x="11315" y="14308"/>
                </a:lnTo>
                <a:lnTo>
                  <a:pt x="11194" y="14259"/>
                </a:lnTo>
                <a:lnTo>
                  <a:pt x="10902" y="14235"/>
                </a:lnTo>
                <a:lnTo>
                  <a:pt x="10634" y="14210"/>
                </a:lnTo>
                <a:lnTo>
                  <a:pt x="10512" y="14210"/>
                </a:lnTo>
                <a:lnTo>
                  <a:pt x="10391" y="14235"/>
                </a:lnTo>
                <a:lnTo>
                  <a:pt x="10366" y="14235"/>
                </a:lnTo>
                <a:lnTo>
                  <a:pt x="10366" y="14283"/>
                </a:lnTo>
                <a:lnTo>
                  <a:pt x="10366" y="14332"/>
                </a:lnTo>
                <a:lnTo>
                  <a:pt x="10391" y="14381"/>
                </a:lnTo>
                <a:lnTo>
                  <a:pt x="10488" y="14478"/>
                </a:lnTo>
                <a:lnTo>
                  <a:pt x="10610" y="14551"/>
                </a:lnTo>
                <a:lnTo>
                  <a:pt x="10731" y="14575"/>
                </a:lnTo>
                <a:lnTo>
                  <a:pt x="10877" y="14624"/>
                </a:lnTo>
                <a:lnTo>
                  <a:pt x="10512" y="14746"/>
                </a:lnTo>
                <a:lnTo>
                  <a:pt x="10318" y="14673"/>
                </a:lnTo>
                <a:lnTo>
                  <a:pt x="10123" y="14624"/>
                </a:lnTo>
                <a:lnTo>
                  <a:pt x="9904" y="14600"/>
                </a:lnTo>
                <a:lnTo>
                  <a:pt x="9807" y="14600"/>
                </a:lnTo>
                <a:lnTo>
                  <a:pt x="9709" y="14648"/>
                </a:lnTo>
                <a:lnTo>
                  <a:pt x="9661" y="14673"/>
                </a:lnTo>
                <a:lnTo>
                  <a:pt x="9685" y="14721"/>
                </a:lnTo>
                <a:lnTo>
                  <a:pt x="9734" y="14794"/>
                </a:lnTo>
                <a:lnTo>
                  <a:pt x="9807" y="14843"/>
                </a:lnTo>
                <a:lnTo>
                  <a:pt x="9928" y="14916"/>
                </a:lnTo>
                <a:lnTo>
                  <a:pt x="9612" y="14989"/>
                </a:lnTo>
                <a:lnTo>
                  <a:pt x="9588" y="14940"/>
                </a:lnTo>
                <a:lnTo>
                  <a:pt x="9539" y="14916"/>
                </a:lnTo>
                <a:lnTo>
                  <a:pt x="9417" y="14867"/>
                </a:lnTo>
                <a:lnTo>
                  <a:pt x="9223" y="14843"/>
                </a:lnTo>
                <a:lnTo>
                  <a:pt x="9150" y="14843"/>
                </a:lnTo>
                <a:lnTo>
                  <a:pt x="9052" y="14867"/>
                </a:lnTo>
                <a:lnTo>
                  <a:pt x="9004" y="14916"/>
                </a:lnTo>
                <a:lnTo>
                  <a:pt x="8979" y="14965"/>
                </a:lnTo>
                <a:lnTo>
                  <a:pt x="8979" y="15013"/>
                </a:lnTo>
                <a:lnTo>
                  <a:pt x="9004" y="15062"/>
                </a:lnTo>
                <a:lnTo>
                  <a:pt x="9004" y="15086"/>
                </a:lnTo>
                <a:lnTo>
                  <a:pt x="8663" y="15135"/>
                </a:lnTo>
                <a:lnTo>
                  <a:pt x="8298" y="15159"/>
                </a:lnTo>
                <a:lnTo>
                  <a:pt x="7227" y="15159"/>
                </a:lnTo>
                <a:lnTo>
                  <a:pt x="6862" y="15111"/>
                </a:lnTo>
                <a:lnTo>
                  <a:pt x="6497" y="15062"/>
                </a:lnTo>
                <a:lnTo>
                  <a:pt x="6157" y="14989"/>
                </a:lnTo>
                <a:lnTo>
                  <a:pt x="5816" y="14916"/>
                </a:lnTo>
                <a:lnTo>
                  <a:pt x="5451" y="14819"/>
                </a:lnTo>
                <a:lnTo>
                  <a:pt x="5135" y="14697"/>
                </a:lnTo>
                <a:lnTo>
                  <a:pt x="4794" y="14575"/>
                </a:lnTo>
                <a:lnTo>
                  <a:pt x="4478" y="14405"/>
                </a:lnTo>
                <a:lnTo>
                  <a:pt x="4162" y="14259"/>
                </a:lnTo>
                <a:lnTo>
                  <a:pt x="3845" y="14064"/>
                </a:lnTo>
                <a:lnTo>
                  <a:pt x="3553" y="13870"/>
                </a:lnTo>
                <a:lnTo>
                  <a:pt x="3286" y="13675"/>
                </a:lnTo>
                <a:lnTo>
                  <a:pt x="3018" y="13456"/>
                </a:lnTo>
                <a:lnTo>
                  <a:pt x="2775" y="13237"/>
                </a:lnTo>
                <a:lnTo>
                  <a:pt x="2531" y="12994"/>
                </a:lnTo>
                <a:lnTo>
                  <a:pt x="2312" y="12775"/>
                </a:lnTo>
                <a:lnTo>
                  <a:pt x="2118" y="12507"/>
                </a:lnTo>
                <a:lnTo>
                  <a:pt x="1899" y="12239"/>
                </a:lnTo>
                <a:lnTo>
                  <a:pt x="1728" y="11972"/>
                </a:lnTo>
                <a:lnTo>
                  <a:pt x="1558" y="11704"/>
                </a:lnTo>
                <a:lnTo>
                  <a:pt x="1412" y="11412"/>
                </a:lnTo>
                <a:lnTo>
                  <a:pt x="1266" y="11120"/>
                </a:lnTo>
                <a:lnTo>
                  <a:pt x="1144" y="10828"/>
                </a:lnTo>
                <a:lnTo>
                  <a:pt x="1047" y="10512"/>
                </a:lnTo>
                <a:lnTo>
                  <a:pt x="950" y="10195"/>
                </a:lnTo>
                <a:lnTo>
                  <a:pt x="877" y="9879"/>
                </a:lnTo>
                <a:lnTo>
                  <a:pt x="828" y="9538"/>
                </a:lnTo>
                <a:lnTo>
                  <a:pt x="779" y="9003"/>
                </a:lnTo>
                <a:lnTo>
                  <a:pt x="755" y="8468"/>
                </a:lnTo>
                <a:lnTo>
                  <a:pt x="755" y="7933"/>
                </a:lnTo>
                <a:lnTo>
                  <a:pt x="779" y="7397"/>
                </a:lnTo>
                <a:lnTo>
                  <a:pt x="852" y="6862"/>
                </a:lnTo>
                <a:lnTo>
                  <a:pt x="950" y="6351"/>
                </a:lnTo>
                <a:lnTo>
                  <a:pt x="1096" y="5840"/>
                </a:lnTo>
                <a:lnTo>
                  <a:pt x="1266" y="5353"/>
                </a:lnTo>
                <a:lnTo>
                  <a:pt x="1388" y="5061"/>
                </a:lnTo>
                <a:lnTo>
                  <a:pt x="1558" y="4745"/>
                </a:lnTo>
                <a:lnTo>
                  <a:pt x="1753" y="4404"/>
                </a:lnTo>
                <a:lnTo>
                  <a:pt x="1996" y="4064"/>
                </a:lnTo>
                <a:lnTo>
                  <a:pt x="2264" y="3699"/>
                </a:lnTo>
                <a:lnTo>
                  <a:pt x="2556" y="3334"/>
                </a:lnTo>
                <a:lnTo>
                  <a:pt x="2896" y="2944"/>
                </a:lnTo>
                <a:lnTo>
                  <a:pt x="3261" y="2604"/>
                </a:lnTo>
                <a:lnTo>
                  <a:pt x="3651" y="2263"/>
                </a:lnTo>
                <a:lnTo>
                  <a:pt x="4089" y="1922"/>
                </a:lnTo>
                <a:lnTo>
                  <a:pt x="4527" y="1630"/>
                </a:lnTo>
                <a:lnTo>
                  <a:pt x="5013" y="1363"/>
                </a:lnTo>
                <a:lnTo>
                  <a:pt x="5524" y="1144"/>
                </a:lnTo>
                <a:lnTo>
                  <a:pt x="6035" y="974"/>
                </a:lnTo>
                <a:lnTo>
                  <a:pt x="6327" y="925"/>
                </a:lnTo>
                <a:lnTo>
                  <a:pt x="6595" y="876"/>
                </a:lnTo>
                <a:lnTo>
                  <a:pt x="6887" y="828"/>
                </a:lnTo>
                <a:lnTo>
                  <a:pt x="7179" y="803"/>
                </a:lnTo>
                <a:lnTo>
                  <a:pt x="7544" y="779"/>
                </a:lnTo>
                <a:lnTo>
                  <a:pt x="7933" y="730"/>
                </a:lnTo>
                <a:lnTo>
                  <a:pt x="8322" y="682"/>
                </a:lnTo>
                <a:close/>
                <a:moveTo>
                  <a:pt x="8152" y="0"/>
                </a:moveTo>
                <a:lnTo>
                  <a:pt x="7763" y="25"/>
                </a:lnTo>
                <a:lnTo>
                  <a:pt x="7373" y="73"/>
                </a:lnTo>
                <a:lnTo>
                  <a:pt x="7081" y="49"/>
                </a:lnTo>
                <a:lnTo>
                  <a:pt x="6789" y="49"/>
                </a:lnTo>
                <a:lnTo>
                  <a:pt x="6473" y="73"/>
                </a:lnTo>
                <a:lnTo>
                  <a:pt x="6157" y="146"/>
                </a:lnTo>
                <a:lnTo>
                  <a:pt x="5841" y="219"/>
                </a:lnTo>
                <a:lnTo>
                  <a:pt x="5549" y="317"/>
                </a:lnTo>
                <a:lnTo>
                  <a:pt x="5232" y="438"/>
                </a:lnTo>
                <a:lnTo>
                  <a:pt x="4916" y="560"/>
                </a:lnTo>
                <a:lnTo>
                  <a:pt x="4332" y="876"/>
                </a:lnTo>
                <a:lnTo>
                  <a:pt x="3748" y="1217"/>
                </a:lnTo>
                <a:lnTo>
                  <a:pt x="3237" y="1606"/>
                </a:lnTo>
                <a:lnTo>
                  <a:pt x="2775" y="1995"/>
                </a:lnTo>
                <a:lnTo>
                  <a:pt x="2507" y="2239"/>
                </a:lnTo>
                <a:lnTo>
                  <a:pt x="2264" y="2482"/>
                </a:lnTo>
                <a:lnTo>
                  <a:pt x="2045" y="2725"/>
                </a:lnTo>
                <a:lnTo>
                  <a:pt x="1826" y="2993"/>
                </a:lnTo>
                <a:lnTo>
                  <a:pt x="1631" y="3261"/>
                </a:lnTo>
                <a:lnTo>
                  <a:pt x="1461" y="3528"/>
                </a:lnTo>
                <a:lnTo>
                  <a:pt x="1120" y="4088"/>
                </a:lnTo>
                <a:lnTo>
                  <a:pt x="852" y="4696"/>
                </a:lnTo>
                <a:lnTo>
                  <a:pt x="609" y="5305"/>
                </a:lnTo>
                <a:lnTo>
                  <a:pt x="414" y="5962"/>
                </a:lnTo>
                <a:lnTo>
                  <a:pt x="220" y="6643"/>
                </a:lnTo>
                <a:lnTo>
                  <a:pt x="122" y="7008"/>
                </a:lnTo>
                <a:lnTo>
                  <a:pt x="74" y="7373"/>
                </a:lnTo>
                <a:lnTo>
                  <a:pt x="25" y="7738"/>
                </a:lnTo>
                <a:lnTo>
                  <a:pt x="1" y="8103"/>
                </a:lnTo>
                <a:lnTo>
                  <a:pt x="1" y="8468"/>
                </a:lnTo>
                <a:lnTo>
                  <a:pt x="25" y="8809"/>
                </a:lnTo>
                <a:lnTo>
                  <a:pt x="49" y="9174"/>
                </a:lnTo>
                <a:lnTo>
                  <a:pt x="98" y="9514"/>
                </a:lnTo>
                <a:lnTo>
                  <a:pt x="195" y="9879"/>
                </a:lnTo>
                <a:lnTo>
                  <a:pt x="268" y="10220"/>
                </a:lnTo>
                <a:lnTo>
                  <a:pt x="390" y="10560"/>
                </a:lnTo>
                <a:lnTo>
                  <a:pt x="512" y="10901"/>
                </a:lnTo>
                <a:lnTo>
                  <a:pt x="658" y="11242"/>
                </a:lnTo>
                <a:lnTo>
                  <a:pt x="804" y="11582"/>
                </a:lnTo>
                <a:lnTo>
                  <a:pt x="1169" y="12264"/>
                </a:lnTo>
                <a:lnTo>
                  <a:pt x="1388" y="12629"/>
                </a:lnTo>
                <a:lnTo>
                  <a:pt x="1631" y="12994"/>
                </a:lnTo>
                <a:lnTo>
                  <a:pt x="1899" y="13334"/>
                </a:lnTo>
                <a:lnTo>
                  <a:pt x="2166" y="13651"/>
                </a:lnTo>
                <a:lnTo>
                  <a:pt x="2434" y="13943"/>
                </a:lnTo>
                <a:lnTo>
                  <a:pt x="2750" y="14235"/>
                </a:lnTo>
                <a:lnTo>
                  <a:pt x="3042" y="14502"/>
                </a:lnTo>
                <a:lnTo>
                  <a:pt x="3383" y="14746"/>
                </a:lnTo>
                <a:lnTo>
                  <a:pt x="3699" y="14965"/>
                </a:lnTo>
                <a:lnTo>
                  <a:pt x="4064" y="15159"/>
                </a:lnTo>
                <a:lnTo>
                  <a:pt x="4429" y="15354"/>
                </a:lnTo>
                <a:lnTo>
                  <a:pt x="4794" y="15500"/>
                </a:lnTo>
                <a:lnTo>
                  <a:pt x="5184" y="15622"/>
                </a:lnTo>
                <a:lnTo>
                  <a:pt x="5597" y="15743"/>
                </a:lnTo>
                <a:lnTo>
                  <a:pt x="6011" y="15816"/>
                </a:lnTo>
                <a:lnTo>
                  <a:pt x="6424" y="15889"/>
                </a:lnTo>
                <a:lnTo>
                  <a:pt x="6862" y="15914"/>
                </a:lnTo>
                <a:lnTo>
                  <a:pt x="7300" y="15938"/>
                </a:lnTo>
                <a:lnTo>
                  <a:pt x="7738" y="15938"/>
                </a:lnTo>
                <a:lnTo>
                  <a:pt x="8152" y="15914"/>
                </a:lnTo>
                <a:lnTo>
                  <a:pt x="8590" y="15889"/>
                </a:lnTo>
                <a:lnTo>
                  <a:pt x="9004" y="15841"/>
                </a:lnTo>
                <a:lnTo>
                  <a:pt x="9442" y="15768"/>
                </a:lnTo>
                <a:lnTo>
                  <a:pt x="9855" y="15670"/>
                </a:lnTo>
                <a:lnTo>
                  <a:pt x="10245" y="15573"/>
                </a:lnTo>
                <a:lnTo>
                  <a:pt x="10658" y="15451"/>
                </a:lnTo>
                <a:lnTo>
                  <a:pt x="11048" y="15305"/>
                </a:lnTo>
                <a:lnTo>
                  <a:pt x="11461" y="15135"/>
                </a:lnTo>
                <a:lnTo>
                  <a:pt x="11826" y="14940"/>
                </a:lnTo>
                <a:lnTo>
                  <a:pt x="12216" y="14721"/>
                </a:lnTo>
                <a:lnTo>
                  <a:pt x="12581" y="14478"/>
                </a:lnTo>
                <a:lnTo>
                  <a:pt x="12921" y="14235"/>
                </a:lnTo>
                <a:lnTo>
                  <a:pt x="13286" y="13943"/>
                </a:lnTo>
                <a:lnTo>
                  <a:pt x="13603" y="13651"/>
                </a:lnTo>
                <a:lnTo>
                  <a:pt x="13895" y="13334"/>
                </a:lnTo>
                <a:lnTo>
                  <a:pt x="14187" y="13018"/>
                </a:lnTo>
                <a:lnTo>
                  <a:pt x="14454" y="12702"/>
                </a:lnTo>
                <a:lnTo>
                  <a:pt x="14697" y="12361"/>
                </a:lnTo>
                <a:lnTo>
                  <a:pt x="14916" y="11996"/>
                </a:lnTo>
                <a:lnTo>
                  <a:pt x="15111" y="11631"/>
                </a:lnTo>
                <a:lnTo>
                  <a:pt x="15135" y="11631"/>
                </a:lnTo>
                <a:lnTo>
                  <a:pt x="15160" y="11582"/>
                </a:lnTo>
                <a:lnTo>
                  <a:pt x="15160" y="11534"/>
                </a:lnTo>
                <a:lnTo>
                  <a:pt x="15330" y="11096"/>
                </a:lnTo>
                <a:lnTo>
                  <a:pt x="15500" y="10658"/>
                </a:lnTo>
                <a:lnTo>
                  <a:pt x="15622" y="10195"/>
                </a:lnTo>
                <a:lnTo>
                  <a:pt x="15719" y="9733"/>
                </a:lnTo>
                <a:lnTo>
                  <a:pt x="15744" y="9709"/>
                </a:lnTo>
                <a:lnTo>
                  <a:pt x="15768" y="9684"/>
                </a:lnTo>
                <a:lnTo>
                  <a:pt x="15792" y="9636"/>
                </a:lnTo>
                <a:lnTo>
                  <a:pt x="15768" y="9611"/>
                </a:lnTo>
                <a:lnTo>
                  <a:pt x="15744" y="9563"/>
                </a:lnTo>
                <a:lnTo>
                  <a:pt x="15792" y="9174"/>
                </a:lnTo>
                <a:lnTo>
                  <a:pt x="15841" y="8760"/>
                </a:lnTo>
                <a:lnTo>
                  <a:pt x="15841" y="8371"/>
                </a:lnTo>
                <a:lnTo>
                  <a:pt x="15817" y="7957"/>
                </a:lnTo>
                <a:lnTo>
                  <a:pt x="15744" y="7105"/>
                </a:lnTo>
                <a:lnTo>
                  <a:pt x="15671" y="6667"/>
                </a:lnTo>
                <a:lnTo>
                  <a:pt x="15598" y="6254"/>
                </a:lnTo>
                <a:lnTo>
                  <a:pt x="15525" y="5840"/>
                </a:lnTo>
                <a:lnTo>
                  <a:pt x="15403" y="5426"/>
                </a:lnTo>
                <a:lnTo>
                  <a:pt x="15281" y="5013"/>
                </a:lnTo>
                <a:lnTo>
                  <a:pt x="15160" y="4623"/>
                </a:lnTo>
                <a:lnTo>
                  <a:pt x="14989" y="4234"/>
                </a:lnTo>
                <a:lnTo>
                  <a:pt x="14819" y="3845"/>
                </a:lnTo>
                <a:lnTo>
                  <a:pt x="14624" y="3480"/>
                </a:lnTo>
                <a:lnTo>
                  <a:pt x="14405" y="3115"/>
                </a:lnTo>
                <a:lnTo>
                  <a:pt x="14162" y="2774"/>
                </a:lnTo>
                <a:lnTo>
                  <a:pt x="13895" y="2458"/>
                </a:lnTo>
                <a:lnTo>
                  <a:pt x="13603" y="2141"/>
                </a:lnTo>
                <a:lnTo>
                  <a:pt x="13286" y="1849"/>
                </a:lnTo>
                <a:lnTo>
                  <a:pt x="12970" y="1582"/>
                </a:lnTo>
                <a:lnTo>
                  <a:pt x="12654" y="1363"/>
                </a:lnTo>
                <a:lnTo>
                  <a:pt x="12313" y="1144"/>
                </a:lnTo>
                <a:lnTo>
                  <a:pt x="11948" y="949"/>
                </a:lnTo>
                <a:lnTo>
                  <a:pt x="11607" y="779"/>
                </a:lnTo>
                <a:lnTo>
                  <a:pt x="11218" y="609"/>
                </a:lnTo>
                <a:lnTo>
                  <a:pt x="10853" y="487"/>
                </a:lnTo>
                <a:lnTo>
                  <a:pt x="10464" y="365"/>
                </a:lnTo>
                <a:lnTo>
                  <a:pt x="10099" y="268"/>
                </a:lnTo>
                <a:lnTo>
                  <a:pt x="9709" y="171"/>
                </a:lnTo>
                <a:lnTo>
                  <a:pt x="9320" y="98"/>
                </a:lnTo>
                <a:lnTo>
                  <a:pt x="8931" y="49"/>
                </a:lnTo>
                <a:lnTo>
                  <a:pt x="8541" y="25"/>
                </a:lnTo>
                <a:lnTo>
                  <a:pt x="8152" y="0"/>
                </a:lnTo>
                <a:close/>
              </a:path>
            </a:pathLst>
          </a:cu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4"/>
          <p:cNvSpPr/>
          <p:nvPr/>
        </p:nvSpPr>
        <p:spPr>
          <a:xfrm>
            <a:off x="6399875" y="3096375"/>
            <a:ext cx="427621" cy="393585"/>
          </a:xfrm>
          <a:custGeom>
            <a:rect b="b" l="l" r="r" t="t"/>
            <a:pathLst>
              <a:path extrusionOk="0" h="15403" w="16717">
                <a:moveTo>
                  <a:pt x="9149" y="511"/>
                </a:moveTo>
                <a:lnTo>
                  <a:pt x="9587" y="560"/>
                </a:lnTo>
                <a:lnTo>
                  <a:pt x="10025" y="608"/>
                </a:lnTo>
                <a:lnTo>
                  <a:pt x="10439" y="681"/>
                </a:lnTo>
                <a:lnTo>
                  <a:pt x="10877" y="779"/>
                </a:lnTo>
                <a:lnTo>
                  <a:pt x="11290" y="900"/>
                </a:lnTo>
                <a:lnTo>
                  <a:pt x="11704" y="1046"/>
                </a:lnTo>
                <a:lnTo>
                  <a:pt x="12093" y="1217"/>
                </a:lnTo>
                <a:lnTo>
                  <a:pt x="12483" y="1411"/>
                </a:lnTo>
                <a:lnTo>
                  <a:pt x="12994" y="1703"/>
                </a:lnTo>
                <a:lnTo>
                  <a:pt x="13505" y="2020"/>
                </a:lnTo>
                <a:lnTo>
                  <a:pt x="13967" y="2360"/>
                </a:lnTo>
                <a:lnTo>
                  <a:pt x="14210" y="2555"/>
                </a:lnTo>
                <a:lnTo>
                  <a:pt x="14405" y="2750"/>
                </a:lnTo>
                <a:lnTo>
                  <a:pt x="14332" y="2871"/>
                </a:lnTo>
                <a:lnTo>
                  <a:pt x="14308" y="3017"/>
                </a:lnTo>
                <a:lnTo>
                  <a:pt x="14308" y="3066"/>
                </a:lnTo>
                <a:lnTo>
                  <a:pt x="14332" y="3090"/>
                </a:lnTo>
                <a:lnTo>
                  <a:pt x="14405" y="3139"/>
                </a:lnTo>
                <a:lnTo>
                  <a:pt x="14478" y="3139"/>
                </a:lnTo>
                <a:lnTo>
                  <a:pt x="14551" y="3090"/>
                </a:lnTo>
                <a:lnTo>
                  <a:pt x="14624" y="2993"/>
                </a:lnTo>
                <a:lnTo>
                  <a:pt x="14867" y="3285"/>
                </a:lnTo>
                <a:lnTo>
                  <a:pt x="14770" y="3358"/>
                </a:lnTo>
                <a:lnTo>
                  <a:pt x="14697" y="3431"/>
                </a:lnTo>
                <a:lnTo>
                  <a:pt x="14600" y="3601"/>
                </a:lnTo>
                <a:lnTo>
                  <a:pt x="14575" y="3674"/>
                </a:lnTo>
                <a:lnTo>
                  <a:pt x="14575" y="3723"/>
                </a:lnTo>
                <a:lnTo>
                  <a:pt x="14575" y="3772"/>
                </a:lnTo>
                <a:lnTo>
                  <a:pt x="14600" y="3796"/>
                </a:lnTo>
                <a:lnTo>
                  <a:pt x="14648" y="3796"/>
                </a:lnTo>
                <a:lnTo>
                  <a:pt x="14721" y="3772"/>
                </a:lnTo>
                <a:lnTo>
                  <a:pt x="14867" y="3699"/>
                </a:lnTo>
                <a:lnTo>
                  <a:pt x="15086" y="3601"/>
                </a:lnTo>
                <a:lnTo>
                  <a:pt x="15208" y="3820"/>
                </a:lnTo>
                <a:lnTo>
                  <a:pt x="15305" y="4064"/>
                </a:lnTo>
                <a:lnTo>
                  <a:pt x="15111" y="4137"/>
                </a:lnTo>
                <a:lnTo>
                  <a:pt x="15013" y="4185"/>
                </a:lnTo>
                <a:lnTo>
                  <a:pt x="14916" y="4234"/>
                </a:lnTo>
                <a:lnTo>
                  <a:pt x="14892" y="4307"/>
                </a:lnTo>
                <a:lnTo>
                  <a:pt x="14892" y="4380"/>
                </a:lnTo>
                <a:lnTo>
                  <a:pt x="14940" y="4429"/>
                </a:lnTo>
                <a:lnTo>
                  <a:pt x="15013" y="4453"/>
                </a:lnTo>
                <a:lnTo>
                  <a:pt x="15135" y="4453"/>
                </a:lnTo>
                <a:lnTo>
                  <a:pt x="15232" y="4429"/>
                </a:lnTo>
                <a:lnTo>
                  <a:pt x="15427" y="4380"/>
                </a:lnTo>
                <a:lnTo>
                  <a:pt x="15573" y="4915"/>
                </a:lnTo>
                <a:lnTo>
                  <a:pt x="15403" y="4964"/>
                </a:lnTo>
                <a:lnTo>
                  <a:pt x="15232" y="5061"/>
                </a:lnTo>
                <a:lnTo>
                  <a:pt x="15086" y="5183"/>
                </a:lnTo>
                <a:lnTo>
                  <a:pt x="15038" y="5256"/>
                </a:lnTo>
                <a:lnTo>
                  <a:pt x="15013" y="5329"/>
                </a:lnTo>
                <a:lnTo>
                  <a:pt x="15013" y="5378"/>
                </a:lnTo>
                <a:lnTo>
                  <a:pt x="15038" y="5402"/>
                </a:lnTo>
                <a:lnTo>
                  <a:pt x="15062" y="5426"/>
                </a:lnTo>
                <a:lnTo>
                  <a:pt x="15111" y="5451"/>
                </a:lnTo>
                <a:lnTo>
                  <a:pt x="15208" y="5451"/>
                </a:lnTo>
                <a:lnTo>
                  <a:pt x="15305" y="5426"/>
                </a:lnTo>
                <a:lnTo>
                  <a:pt x="15476" y="5353"/>
                </a:lnTo>
                <a:lnTo>
                  <a:pt x="15695" y="5305"/>
                </a:lnTo>
                <a:lnTo>
                  <a:pt x="15792" y="5743"/>
                </a:lnTo>
                <a:lnTo>
                  <a:pt x="15622" y="5816"/>
                </a:lnTo>
                <a:lnTo>
                  <a:pt x="15451" y="5864"/>
                </a:lnTo>
                <a:lnTo>
                  <a:pt x="15305" y="5937"/>
                </a:lnTo>
                <a:lnTo>
                  <a:pt x="15159" y="6035"/>
                </a:lnTo>
                <a:lnTo>
                  <a:pt x="15013" y="6132"/>
                </a:lnTo>
                <a:lnTo>
                  <a:pt x="15013" y="6181"/>
                </a:lnTo>
                <a:lnTo>
                  <a:pt x="15013" y="6205"/>
                </a:lnTo>
                <a:lnTo>
                  <a:pt x="15038" y="6229"/>
                </a:lnTo>
                <a:lnTo>
                  <a:pt x="15403" y="6229"/>
                </a:lnTo>
                <a:lnTo>
                  <a:pt x="15719" y="6181"/>
                </a:lnTo>
                <a:lnTo>
                  <a:pt x="15914" y="6156"/>
                </a:lnTo>
                <a:lnTo>
                  <a:pt x="16035" y="6594"/>
                </a:lnTo>
                <a:lnTo>
                  <a:pt x="15768" y="6691"/>
                </a:lnTo>
                <a:lnTo>
                  <a:pt x="15549" y="6764"/>
                </a:lnTo>
                <a:lnTo>
                  <a:pt x="15184" y="6910"/>
                </a:lnTo>
                <a:lnTo>
                  <a:pt x="15135" y="6935"/>
                </a:lnTo>
                <a:lnTo>
                  <a:pt x="15062" y="6983"/>
                </a:lnTo>
                <a:lnTo>
                  <a:pt x="15038" y="7032"/>
                </a:lnTo>
                <a:lnTo>
                  <a:pt x="15013" y="7081"/>
                </a:lnTo>
                <a:lnTo>
                  <a:pt x="15038" y="7056"/>
                </a:lnTo>
                <a:lnTo>
                  <a:pt x="15013" y="7105"/>
                </a:lnTo>
                <a:lnTo>
                  <a:pt x="15013" y="7129"/>
                </a:lnTo>
                <a:lnTo>
                  <a:pt x="15038" y="7154"/>
                </a:lnTo>
                <a:lnTo>
                  <a:pt x="15086" y="7202"/>
                </a:lnTo>
                <a:lnTo>
                  <a:pt x="15208" y="7227"/>
                </a:lnTo>
                <a:lnTo>
                  <a:pt x="15403" y="7227"/>
                </a:lnTo>
                <a:lnTo>
                  <a:pt x="15622" y="7178"/>
                </a:lnTo>
                <a:lnTo>
                  <a:pt x="15841" y="7129"/>
                </a:lnTo>
                <a:lnTo>
                  <a:pt x="16108" y="7056"/>
                </a:lnTo>
                <a:lnTo>
                  <a:pt x="16108" y="7397"/>
                </a:lnTo>
                <a:lnTo>
                  <a:pt x="16108" y="7713"/>
                </a:lnTo>
                <a:lnTo>
                  <a:pt x="16035" y="7713"/>
                </a:lnTo>
                <a:lnTo>
                  <a:pt x="15670" y="7762"/>
                </a:lnTo>
                <a:lnTo>
                  <a:pt x="15330" y="7786"/>
                </a:lnTo>
                <a:lnTo>
                  <a:pt x="14965" y="7835"/>
                </a:lnTo>
                <a:lnTo>
                  <a:pt x="14600" y="7932"/>
                </a:lnTo>
                <a:lnTo>
                  <a:pt x="14575" y="7957"/>
                </a:lnTo>
                <a:lnTo>
                  <a:pt x="14575" y="7981"/>
                </a:lnTo>
                <a:lnTo>
                  <a:pt x="14575" y="8005"/>
                </a:lnTo>
                <a:lnTo>
                  <a:pt x="14600" y="8030"/>
                </a:lnTo>
                <a:lnTo>
                  <a:pt x="15330" y="8151"/>
                </a:lnTo>
                <a:lnTo>
                  <a:pt x="15500" y="8176"/>
                </a:lnTo>
                <a:lnTo>
                  <a:pt x="15695" y="8200"/>
                </a:lnTo>
                <a:lnTo>
                  <a:pt x="15865" y="8176"/>
                </a:lnTo>
                <a:lnTo>
                  <a:pt x="16035" y="8127"/>
                </a:lnTo>
                <a:lnTo>
                  <a:pt x="16035" y="8176"/>
                </a:lnTo>
                <a:lnTo>
                  <a:pt x="15938" y="8565"/>
                </a:lnTo>
                <a:lnTo>
                  <a:pt x="15816" y="8930"/>
                </a:lnTo>
                <a:lnTo>
                  <a:pt x="15524" y="8881"/>
                </a:lnTo>
                <a:lnTo>
                  <a:pt x="15232" y="8833"/>
                </a:lnTo>
                <a:lnTo>
                  <a:pt x="15013" y="8784"/>
                </a:lnTo>
                <a:lnTo>
                  <a:pt x="14794" y="8760"/>
                </a:lnTo>
                <a:lnTo>
                  <a:pt x="14332" y="8784"/>
                </a:lnTo>
                <a:lnTo>
                  <a:pt x="14308" y="8784"/>
                </a:lnTo>
                <a:lnTo>
                  <a:pt x="14308" y="8808"/>
                </a:lnTo>
                <a:lnTo>
                  <a:pt x="14308" y="8833"/>
                </a:lnTo>
                <a:lnTo>
                  <a:pt x="14332" y="8833"/>
                </a:lnTo>
                <a:lnTo>
                  <a:pt x="14478" y="8881"/>
                </a:lnTo>
                <a:lnTo>
                  <a:pt x="14624" y="8954"/>
                </a:lnTo>
                <a:lnTo>
                  <a:pt x="14965" y="9125"/>
                </a:lnTo>
                <a:lnTo>
                  <a:pt x="15281" y="9271"/>
                </a:lnTo>
                <a:lnTo>
                  <a:pt x="15451" y="9319"/>
                </a:lnTo>
                <a:lnTo>
                  <a:pt x="15622" y="9368"/>
                </a:lnTo>
                <a:lnTo>
                  <a:pt x="15500" y="9636"/>
                </a:lnTo>
                <a:lnTo>
                  <a:pt x="15354" y="9903"/>
                </a:lnTo>
                <a:lnTo>
                  <a:pt x="15135" y="9782"/>
                </a:lnTo>
                <a:lnTo>
                  <a:pt x="14916" y="9684"/>
                </a:lnTo>
                <a:lnTo>
                  <a:pt x="14429" y="9563"/>
                </a:lnTo>
                <a:lnTo>
                  <a:pt x="14210" y="9490"/>
                </a:lnTo>
                <a:lnTo>
                  <a:pt x="13943" y="9441"/>
                </a:lnTo>
                <a:lnTo>
                  <a:pt x="13699" y="9417"/>
                </a:lnTo>
                <a:lnTo>
                  <a:pt x="13553" y="9417"/>
                </a:lnTo>
                <a:lnTo>
                  <a:pt x="13456" y="9465"/>
                </a:lnTo>
                <a:lnTo>
                  <a:pt x="13432" y="9490"/>
                </a:lnTo>
                <a:lnTo>
                  <a:pt x="13432" y="9514"/>
                </a:lnTo>
                <a:lnTo>
                  <a:pt x="13578" y="9636"/>
                </a:lnTo>
                <a:lnTo>
                  <a:pt x="13772" y="9733"/>
                </a:lnTo>
                <a:lnTo>
                  <a:pt x="14137" y="9855"/>
                </a:lnTo>
                <a:lnTo>
                  <a:pt x="14648" y="10049"/>
                </a:lnTo>
                <a:lnTo>
                  <a:pt x="14892" y="10147"/>
                </a:lnTo>
                <a:lnTo>
                  <a:pt x="15135" y="10244"/>
                </a:lnTo>
                <a:lnTo>
                  <a:pt x="14794" y="10706"/>
                </a:lnTo>
                <a:lnTo>
                  <a:pt x="14721" y="10658"/>
                </a:lnTo>
                <a:lnTo>
                  <a:pt x="14624" y="10633"/>
                </a:lnTo>
                <a:lnTo>
                  <a:pt x="14405" y="10560"/>
                </a:lnTo>
                <a:lnTo>
                  <a:pt x="13991" y="10512"/>
                </a:lnTo>
                <a:lnTo>
                  <a:pt x="13772" y="10439"/>
                </a:lnTo>
                <a:lnTo>
                  <a:pt x="13505" y="10366"/>
                </a:lnTo>
                <a:lnTo>
                  <a:pt x="13359" y="10341"/>
                </a:lnTo>
                <a:lnTo>
                  <a:pt x="13213" y="10317"/>
                </a:lnTo>
                <a:lnTo>
                  <a:pt x="13115" y="10341"/>
                </a:lnTo>
                <a:lnTo>
                  <a:pt x="12994" y="10390"/>
                </a:lnTo>
                <a:lnTo>
                  <a:pt x="12994" y="10414"/>
                </a:lnTo>
                <a:lnTo>
                  <a:pt x="13018" y="10536"/>
                </a:lnTo>
                <a:lnTo>
                  <a:pt x="13091" y="10609"/>
                </a:lnTo>
                <a:lnTo>
                  <a:pt x="13188" y="10682"/>
                </a:lnTo>
                <a:lnTo>
                  <a:pt x="13310" y="10731"/>
                </a:lnTo>
                <a:lnTo>
                  <a:pt x="13553" y="10828"/>
                </a:lnTo>
                <a:lnTo>
                  <a:pt x="13772" y="10877"/>
                </a:lnTo>
                <a:lnTo>
                  <a:pt x="14113" y="10998"/>
                </a:lnTo>
                <a:lnTo>
                  <a:pt x="14308" y="11047"/>
                </a:lnTo>
                <a:lnTo>
                  <a:pt x="14502" y="11071"/>
                </a:lnTo>
                <a:lnTo>
                  <a:pt x="14089" y="11509"/>
                </a:lnTo>
                <a:lnTo>
                  <a:pt x="13943" y="11412"/>
                </a:lnTo>
                <a:lnTo>
                  <a:pt x="13772" y="11339"/>
                </a:lnTo>
                <a:lnTo>
                  <a:pt x="13432" y="11242"/>
                </a:lnTo>
                <a:lnTo>
                  <a:pt x="13067" y="11144"/>
                </a:lnTo>
                <a:lnTo>
                  <a:pt x="12702" y="11071"/>
                </a:lnTo>
                <a:lnTo>
                  <a:pt x="12337" y="11047"/>
                </a:lnTo>
                <a:lnTo>
                  <a:pt x="11972" y="11096"/>
                </a:lnTo>
                <a:lnTo>
                  <a:pt x="11947" y="11096"/>
                </a:lnTo>
                <a:lnTo>
                  <a:pt x="11899" y="11120"/>
                </a:lnTo>
                <a:lnTo>
                  <a:pt x="11874" y="11193"/>
                </a:lnTo>
                <a:lnTo>
                  <a:pt x="11850" y="11266"/>
                </a:lnTo>
                <a:lnTo>
                  <a:pt x="11874" y="11290"/>
                </a:lnTo>
                <a:lnTo>
                  <a:pt x="11899" y="11363"/>
                </a:lnTo>
                <a:lnTo>
                  <a:pt x="11972" y="11412"/>
                </a:lnTo>
                <a:lnTo>
                  <a:pt x="12580" y="11509"/>
                </a:lnTo>
                <a:lnTo>
                  <a:pt x="12872" y="11582"/>
                </a:lnTo>
                <a:lnTo>
                  <a:pt x="13164" y="11655"/>
                </a:lnTo>
                <a:lnTo>
                  <a:pt x="13432" y="11753"/>
                </a:lnTo>
                <a:lnTo>
                  <a:pt x="13675" y="11850"/>
                </a:lnTo>
                <a:lnTo>
                  <a:pt x="13359" y="12118"/>
                </a:lnTo>
                <a:lnTo>
                  <a:pt x="13018" y="12337"/>
                </a:lnTo>
                <a:lnTo>
                  <a:pt x="12994" y="12288"/>
                </a:lnTo>
                <a:lnTo>
                  <a:pt x="12945" y="12239"/>
                </a:lnTo>
                <a:lnTo>
                  <a:pt x="12775" y="12166"/>
                </a:lnTo>
                <a:lnTo>
                  <a:pt x="12604" y="12142"/>
                </a:lnTo>
                <a:lnTo>
                  <a:pt x="12410" y="12118"/>
                </a:lnTo>
                <a:lnTo>
                  <a:pt x="12215" y="12069"/>
                </a:lnTo>
                <a:lnTo>
                  <a:pt x="11850" y="11947"/>
                </a:lnTo>
                <a:lnTo>
                  <a:pt x="11558" y="11826"/>
                </a:lnTo>
                <a:lnTo>
                  <a:pt x="11242" y="11704"/>
                </a:lnTo>
                <a:lnTo>
                  <a:pt x="11096" y="11655"/>
                </a:lnTo>
                <a:lnTo>
                  <a:pt x="10950" y="11607"/>
                </a:lnTo>
                <a:lnTo>
                  <a:pt x="10779" y="11582"/>
                </a:lnTo>
                <a:lnTo>
                  <a:pt x="10633" y="11582"/>
                </a:lnTo>
                <a:lnTo>
                  <a:pt x="10609" y="11607"/>
                </a:lnTo>
                <a:lnTo>
                  <a:pt x="10609" y="11655"/>
                </a:lnTo>
                <a:lnTo>
                  <a:pt x="10682" y="11753"/>
                </a:lnTo>
                <a:lnTo>
                  <a:pt x="10804" y="11874"/>
                </a:lnTo>
                <a:lnTo>
                  <a:pt x="10925" y="11947"/>
                </a:lnTo>
                <a:lnTo>
                  <a:pt x="11047" y="12045"/>
                </a:lnTo>
                <a:lnTo>
                  <a:pt x="11315" y="12166"/>
                </a:lnTo>
                <a:lnTo>
                  <a:pt x="11582" y="12288"/>
                </a:lnTo>
                <a:lnTo>
                  <a:pt x="11826" y="12385"/>
                </a:lnTo>
                <a:lnTo>
                  <a:pt x="12093" y="12483"/>
                </a:lnTo>
                <a:lnTo>
                  <a:pt x="12361" y="12556"/>
                </a:lnTo>
                <a:lnTo>
                  <a:pt x="12507" y="12580"/>
                </a:lnTo>
                <a:lnTo>
                  <a:pt x="12629" y="12580"/>
                </a:lnTo>
                <a:lnTo>
                  <a:pt x="12239" y="12799"/>
                </a:lnTo>
                <a:lnTo>
                  <a:pt x="11850" y="12969"/>
                </a:lnTo>
                <a:lnTo>
                  <a:pt x="11801" y="12921"/>
                </a:lnTo>
                <a:lnTo>
                  <a:pt x="11680" y="12823"/>
                </a:lnTo>
                <a:lnTo>
                  <a:pt x="11558" y="12775"/>
                </a:lnTo>
                <a:lnTo>
                  <a:pt x="11266" y="12677"/>
                </a:lnTo>
                <a:lnTo>
                  <a:pt x="10998" y="12604"/>
                </a:lnTo>
                <a:lnTo>
                  <a:pt x="10731" y="12531"/>
                </a:lnTo>
                <a:lnTo>
                  <a:pt x="10585" y="12458"/>
                </a:lnTo>
                <a:lnTo>
                  <a:pt x="10439" y="12385"/>
                </a:lnTo>
                <a:lnTo>
                  <a:pt x="10171" y="12239"/>
                </a:lnTo>
                <a:lnTo>
                  <a:pt x="10025" y="12166"/>
                </a:lnTo>
                <a:lnTo>
                  <a:pt x="9879" y="12118"/>
                </a:lnTo>
                <a:lnTo>
                  <a:pt x="9733" y="12093"/>
                </a:lnTo>
                <a:lnTo>
                  <a:pt x="9563" y="12093"/>
                </a:lnTo>
                <a:lnTo>
                  <a:pt x="9514" y="12118"/>
                </a:lnTo>
                <a:lnTo>
                  <a:pt x="9490" y="12142"/>
                </a:lnTo>
                <a:lnTo>
                  <a:pt x="9490" y="12191"/>
                </a:lnTo>
                <a:lnTo>
                  <a:pt x="9514" y="12215"/>
                </a:lnTo>
                <a:lnTo>
                  <a:pt x="9733" y="12410"/>
                </a:lnTo>
                <a:lnTo>
                  <a:pt x="9952" y="12580"/>
                </a:lnTo>
                <a:lnTo>
                  <a:pt x="10220" y="12750"/>
                </a:lnTo>
                <a:lnTo>
                  <a:pt x="10463" y="12872"/>
                </a:lnTo>
                <a:lnTo>
                  <a:pt x="10682" y="12969"/>
                </a:lnTo>
                <a:lnTo>
                  <a:pt x="10901" y="13042"/>
                </a:lnTo>
                <a:lnTo>
                  <a:pt x="11363" y="13188"/>
                </a:lnTo>
                <a:lnTo>
                  <a:pt x="10852" y="13359"/>
                </a:lnTo>
                <a:lnTo>
                  <a:pt x="10317" y="13505"/>
                </a:lnTo>
                <a:lnTo>
                  <a:pt x="10317" y="13480"/>
                </a:lnTo>
                <a:lnTo>
                  <a:pt x="10366" y="13359"/>
                </a:lnTo>
                <a:lnTo>
                  <a:pt x="10366" y="13310"/>
                </a:lnTo>
                <a:lnTo>
                  <a:pt x="10342" y="13261"/>
                </a:lnTo>
                <a:lnTo>
                  <a:pt x="10293" y="13213"/>
                </a:lnTo>
                <a:lnTo>
                  <a:pt x="10244" y="13164"/>
                </a:lnTo>
                <a:lnTo>
                  <a:pt x="9198" y="12604"/>
                </a:lnTo>
                <a:lnTo>
                  <a:pt x="9028" y="12507"/>
                </a:lnTo>
                <a:lnTo>
                  <a:pt x="8809" y="12410"/>
                </a:lnTo>
                <a:lnTo>
                  <a:pt x="8711" y="12385"/>
                </a:lnTo>
                <a:lnTo>
                  <a:pt x="8590" y="12361"/>
                </a:lnTo>
                <a:lnTo>
                  <a:pt x="8492" y="12385"/>
                </a:lnTo>
                <a:lnTo>
                  <a:pt x="8419" y="12434"/>
                </a:lnTo>
                <a:lnTo>
                  <a:pt x="8419" y="12458"/>
                </a:lnTo>
                <a:lnTo>
                  <a:pt x="8444" y="12556"/>
                </a:lnTo>
                <a:lnTo>
                  <a:pt x="8517" y="12629"/>
                </a:lnTo>
                <a:lnTo>
                  <a:pt x="8687" y="12799"/>
                </a:lnTo>
                <a:lnTo>
                  <a:pt x="9028" y="13042"/>
                </a:lnTo>
                <a:lnTo>
                  <a:pt x="9490" y="13334"/>
                </a:lnTo>
                <a:lnTo>
                  <a:pt x="9733" y="13456"/>
                </a:lnTo>
                <a:lnTo>
                  <a:pt x="10001" y="13553"/>
                </a:lnTo>
                <a:lnTo>
                  <a:pt x="9539" y="13651"/>
                </a:lnTo>
                <a:lnTo>
                  <a:pt x="9076" y="13699"/>
                </a:lnTo>
                <a:lnTo>
                  <a:pt x="9052" y="13651"/>
                </a:lnTo>
                <a:lnTo>
                  <a:pt x="8857" y="13480"/>
                </a:lnTo>
                <a:lnTo>
                  <a:pt x="8638" y="13334"/>
                </a:lnTo>
                <a:lnTo>
                  <a:pt x="8176" y="13067"/>
                </a:lnTo>
                <a:lnTo>
                  <a:pt x="7762" y="12799"/>
                </a:lnTo>
                <a:lnTo>
                  <a:pt x="7568" y="12677"/>
                </a:lnTo>
                <a:lnTo>
                  <a:pt x="7349" y="12604"/>
                </a:lnTo>
                <a:lnTo>
                  <a:pt x="7300" y="12604"/>
                </a:lnTo>
                <a:lnTo>
                  <a:pt x="7276" y="12653"/>
                </a:lnTo>
                <a:lnTo>
                  <a:pt x="7276" y="12775"/>
                </a:lnTo>
                <a:lnTo>
                  <a:pt x="7300" y="12872"/>
                </a:lnTo>
                <a:lnTo>
                  <a:pt x="7373" y="12969"/>
                </a:lnTo>
                <a:lnTo>
                  <a:pt x="7446" y="13042"/>
                </a:lnTo>
                <a:lnTo>
                  <a:pt x="7616" y="13213"/>
                </a:lnTo>
                <a:lnTo>
                  <a:pt x="7787" y="13334"/>
                </a:lnTo>
                <a:lnTo>
                  <a:pt x="8103" y="13553"/>
                </a:lnTo>
                <a:lnTo>
                  <a:pt x="8444" y="13748"/>
                </a:lnTo>
                <a:lnTo>
                  <a:pt x="8346" y="13748"/>
                </a:lnTo>
                <a:lnTo>
                  <a:pt x="7835" y="13772"/>
                </a:lnTo>
                <a:lnTo>
                  <a:pt x="7349" y="13724"/>
                </a:lnTo>
                <a:lnTo>
                  <a:pt x="7373" y="13699"/>
                </a:lnTo>
                <a:lnTo>
                  <a:pt x="7397" y="13651"/>
                </a:lnTo>
                <a:lnTo>
                  <a:pt x="7422" y="13578"/>
                </a:lnTo>
                <a:lnTo>
                  <a:pt x="7397" y="13529"/>
                </a:lnTo>
                <a:lnTo>
                  <a:pt x="7373" y="13456"/>
                </a:lnTo>
                <a:lnTo>
                  <a:pt x="7324" y="13383"/>
                </a:lnTo>
                <a:lnTo>
                  <a:pt x="7203" y="13286"/>
                </a:lnTo>
                <a:lnTo>
                  <a:pt x="6911" y="13091"/>
                </a:lnTo>
                <a:lnTo>
                  <a:pt x="6643" y="12872"/>
                </a:lnTo>
                <a:lnTo>
                  <a:pt x="6521" y="12799"/>
                </a:lnTo>
                <a:lnTo>
                  <a:pt x="6448" y="12750"/>
                </a:lnTo>
                <a:lnTo>
                  <a:pt x="6424" y="12702"/>
                </a:lnTo>
                <a:lnTo>
                  <a:pt x="6424" y="12677"/>
                </a:lnTo>
                <a:lnTo>
                  <a:pt x="6400" y="12677"/>
                </a:lnTo>
                <a:lnTo>
                  <a:pt x="6375" y="12702"/>
                </a:lnTo>
                <a:lnTo>
                  <a:pt x="6351" y="12775"/>
                </a:lnTo>
                <a:lnTo>
                  <a:pt x="6327" y="12823"/>
                </a:lnTo>
                <a:lnTo>
                  <a:pt x="6351" y="12969"/>
                </a:lnTo>
                <a:lnTo>
                  <a:pt x="6400" y="13042"/>
                </a:lnTo>
                <a:lnTo>
                  <a:pt x="6448" y="13140"/>
                </a:lnTo>
                <a:lnTo>
                  <a:pt x="6570" y="13286"/>
                </a:lnTo>
                <a:lnTo>
                  <a:pt x="6716" y="13432"/>
                </a:lnTo>
                <a:lnTo>
                  <a:pt x="6862" y="13553"/>
                </a:lnTo>
                <a:lnTo>
                  <a:pt x="7032" y="13675"/>
                </a:lnTo>
                <a:lnTo>
                  <a:pt x="7032" y="13675"/>
                </a:lnTo>
                <a:lnTo>
                  <a:pt x="6619" y="13578"/>
                </a:lnTo>
                <a:lnTo>
                  <a:pt x="6229" y="13456"/>
                </a:lnTo>
                <a:lnTo>
                  <a:pt x="5864" y="13334"/>
                </a:lnTo>
                <a:lnTo>
                  <a:pt x="5670" y="13286"/>
                </a:lnTo>
                <a:lnTo>
                  <a:pt x="5475" y="13261"/>
                </a:lnTo>
                <a:lnTo>
                  <a:pt x="5280" y="13237"/>
                </a:lnTo>
                <a:lnTo>
                  <a:pt x="5086" y="13261"/>
                </a:lnTo>
                <a:lnTo>
                  <a:pt x="4988" y="13286"/>
                </a:lnTo>
                <a:lnTo>
                  <a:pt x="4915" y="13334"/>
                </a:lnTo>
                <a:lnTo>
                  <a:pt x="4842" y="13407"/>
                </a:lnTo>
                <a:lnTo>
                  <a:pt x="4818" y="13505"/>
                </a:lnTo>
                <a:lnTo>
                  <a:pt x="4672" y="13651"/>
                </a:lnTo>
                <a:lnTo>
                  <a:pt x="4502" y="13797"/>
                </a:lnTo>
                <a:lnTo>
                  <a:pt x="4331" y="13943"/>
                </a:lnTo>
                <a:lnTo>
                  <a:pt x="4161" y="14064"/>
                </a:lnTo>
                <a:lnTo>
                  <a:pt x="3869" y="14259"/>
                </a:lnTo>
                <a:lnTo>
                  <a:pt x="3553" y="14405"/>
                </a:lnTo>
                <a:lnTo>
                  <a:pt x="3212" y="14551"/>
                </a:lnTo>
                <a:lnTo>
                  <a:pt x="2896" y="14648"/>
                </a:lnTo>
                <a:lnTo>
                  <a:pt x="2555" y="14745"/>
                </a:lnTo>
                <a:lnTo>
                  <a:pt x="2190" y="14818"/>
                </a:lnTo>
                <a:lnTo>
                  <a:pt x="1825" y="14867"/>
                </a:lnTo>
                <a:lnTo>
                  <a:pt x="1485" y="14891"/>
                </a:lnTo>
                <a:lnTo>
                  <a:pt x="1314" y="14891"/>
                </a:lnTo>
                <a:lnTo>
                  <a:pt x="1144" y="14867"/>
                </a:lnTo>
                <a:lnTo>
                  <a:pt x="1436" y="14672"/>
                </a:lnTo>
                <a:lnTo>
                  <a:pt x="1728" y="14453"/>
                </a:lnTo>
                <a:lnTo>
                  <a:pt x="1996" y="14210"/>
                </a:lnTo>
                <a:lnTo>
                  <a:pt x="2239" y="13991"/>
                </a:lnTo>
                <a:lnTo>
                  <a:pt x="2604" y="13626"/>
                </a:lnTo>
                <a:lnTo>
                  <a:pt x="2774" y="13432"/>
                </a:lnTo>
                <a:lnTo>
                  <a:pt x="2944" y="13188"/>
                </a:lnTo>
                <a:lnTo>
                  <a:pt x="3066" y="12945"/>
                </a:lnTo>
                <a:lnTo>
                  <a:pt x="3163" y="12702"/>
                </a:lnTo>
                <a:lnTo>
                  <a:pt x="3212" y="12458"/>
                </a:lnTo>
                <a:lnTo>
                  <a:pt x="3212" y="12337"/>
                </a:lnTo>
                <a:lnTo>
                  <a:pt x="3212" y="12215"/>
                </a:lnTo>
                <a:lnTo>
                  <a:pt x="3236" y="12118"/>
                </a:lnTo>
                <a:lnTo>
                  <a:pt x="3212" y="12045"/>
                </a:lnTo>
                <a:lnTo>
                  <a:pt x="3188" y="11972"/>
                </a:lnTo>
                <a:lnTo>
                  <a:pt x="3115" y="11923"/>
                </a:lnTo>
                <a:lnTo>
                  <a:pt x="2920" y="11826"/>
                </a:lnTo>
                <a:lnTo>
                  <a:pt x="2750" y="11704"/>
                </a:lnTo>
                <a:lnTo>
                  <a:pt x="2409" y="11461"/>
                </a:lnTo>
                <a:lnTo>
                  <a:pt x="2117" y="11169"/>
                </a:lnTo>
                <a:lnTo>
                  <a:pt x="1850" y="10852"/>
                </a:lnTo>
                <a:lnTo>
                  <a:pt x="1631" y="10512"/>
                </a:lnTo>
                <a:lnTo>
                  <a:pt x="1412" y="10147"/>
                </a:lnTo>
                <a:lnTo>
                  <a:pt x="1241" y="9757"/>
                </a:lnTo>
                <a:lnTo>
                  <a:pt x="1095" y="9368"/>
                </a:lnTo>
                <a:lnTo>
                  <a:pt x="949" y="8979"/>
                </a:lnTo>
                <a:lnTo>
                  <a:pt x="828" y="8565"/>
                </a:lnTo>
                <a:lnTo>
                  <a:pt x="755" y="8127"/>
                </a:lnTo>
                <a:lnTo>
                  <a:pt x="682" y="7689"/>
                </a:lnTo>
                <a:lnTo>
                  <a:pt x="657" y="7251"/>
                </a:lnTo>
                <a:lnTo>
                  <a:pt x="657" y="6837"/>
                </a:lnTo>
                <a:lnTo>
                  <a:pt x="706" y="6399"/>
                </a:lnTo>
                <a:lnTo>
                  <a:pt x="803" y="5986"/>
                </a:lnTo>
                <a:lnTo>
                  <a:pt x="925" y="5548"/>
                </a:lnTo>
                <a:lnTo>
                  <a:pt x="1120" y="5110"/>
                </a:lnTo>
                <a:lnTo>
                  <a:pt x="1339" y="4696"/>
                </a:lnTo>
                <a:lnTo>
                  <a:pt x="1606" y="4307"/>
                </a:lnTo>
                <a:lnTo>
                  <a:pt x="1898" y="3869"/>
                </a:lnTo>
                <a:lnTo>
                  <a:pt x="2166" y="3431"/>
                </a:lnTo>
                <a:lnTo>
                  <a:pt x="2434" y="3017"/>
                </a:lnTo>
                <a:lnTo>
                  <a:pt x="2604" y="2823"/>
                </a:lnTo>
                <a:lnTo>
                  <a:pt x="2774" y="2628"/>
                </a:lnTo>
                <a:lnTo>
                  <a:pt x="3115" y="2336"/>
                </a:lnTo>
                <a:lnTo>
                  <a:pt x="3431" y="2068"/>
                </a:lnTo>
                <a:lnTo>
                  <a:pt x="3772" y="1825"/>
                </a:lnTo>
                <a:lnTo>
                  <a:pt x="4137" y="1582"/>
                </a:lnTo>
                <a:lnTo>
                  <a:pt x="4502" y="1387"/>
                </a:lnTo>
                <a:lnTo>
                  <a:pt x="4867" y="1192"/>
                </a:lnTo>
                <a:lnTo>
                  <a:pt x="5256" y="1046"/>
                </a:lnTo>
                <a:lnTo>
                  <a:pt x="5670" y="900"/>
                </a:lnTo>
                <a:lnTo>
                  <a:pt x="6083" y="803"/>
                </a:lnTo>
                <a:lnTo>
                  <a:pt x="6497" y="706"/>
                </a:lnTo>
                <a:lnTo>
                  <a:pt x="6935" y="633"/>
                </a:lnTo>
                <a:lnTo>
                  <a:pt x="7373" y="584"/>
                </a:lnTo>
                <a:lnTo>
                  <a:pt x="7811" y="535"/>
                </a:lnTo>
                <a:lnTo>
                  <a:pt x="8249" y="511"/>
                </a:lnTo>
                <a:close/>
                <a:moveTo>
                  <a:pt x="8444" y="0"/>
                </a:moveTo>
                <a:lnTo>
                  <a:pt x="7641" y="24"/>
                </a:lnTo>
                <a:lnTo>
                  <a:pt x="6838" y="122"/>
                </a:lnTo>
                <a:lnTo>
                  <a:pt x="6351" y="195"/>
                </a:lnTo>
                <a:lnTo>
                  <a:pt x="5889" y="292"/>
                </a:lnTo>
                <a:lnTo>
                  <a:pt x="5426" y="414"/>
                </a:lnTo>
                <a:lnTo>
                  <a:pt x="4964" y="560"/>
                </a:lnTo>
                <a:lnTo>
                  <a:pt x="4502" y="730"/>
                </a:lnTo>
                <a:lnTo>
                  <a:pt x="4088" y="949"/>
                </a:lnTo>
                <a:lnTo>
                  <a:pt x="3674" y="1217"/>
                </a:lnTo>
                <a:lnTo>
                  <a:pt x="3285" y="1509"/>
                </a:lnTo>
                <a:lnTo>
                  <a:pt x="2823" y="1922"/>
                </a:lnTo>
                <a:lnTo>
                  <a:pt x="2385" y="2312"/>
                </a:lnTo>
                <a:lnTo>
                  <a:pt x="2166" y="2531"/>
                </a:lnTo>
                <a:lnTo>
                  <a:pt x="1947" y="2725"/>
                </a:lnTo>
                <a:lnTo>
                  <a:pt x="1752" y="2969"/>
                </a:lnTo>
                <a:lnTo>
                  <a:pt x="1582" y="3212"/>
                </a:lnTo>
                <a:lnTo>
                  <a:pt x="1266" y="3723"/>
                </a:lnTo>
                <a:lnTo>
                  <a:pt x="974" y="4283"/>
                </a:lnTo>
                <a:lnTo>
                  <a:pt x="682" y="4842"/>
                </a:lnTo>
                <a:lnTo>
                  <a:pt x="438" y="5402"/>
                </a:lnTo>
                <a:lnTo>
                  <a:pt x="341" y="5645"/>
                </a:lnTo>
                <a:lnTo>
                  <a:pt x="268" y="5889"/>
                </a:lnTo>
                <a:lnTo>
                  <a:pt x="195" y="6132"/>
                </a:lnTo>
                <a:lnTo>
                  <a:pt x="146" y="6375"/>
                </a:lnTo>
                <a:lnTo>
                  <a:pt x="122" y="6886"/>
                </a:lnTo>
                <a:lnTo>
                  <a:pt x="122" y="7397"/>
                </a:lnTo>
                <a:lnTo>
                  <a:pt x="171" y="7908"/>
                </a:lnTo>
                <a:lnTo>
                  <a:pt x="268" y="8419"/>
                </a:lnTo>
                <a:lnTo>
                  <a:pt x="390" y="8906"/>
                </a:lnTo>
                <a:lnTo>
                  <a:pt x="536" y="9392"/>
                </a:lnTo>
                <a:lnTo>
                  <a:pt x="682" y="9830"/>
                </a:lnTo>
                <a:lnTo>
                  <a:pt x="876" y="10244"/>
                </a:lnTo>
                <a:lnTo>
                  <a:pt x="1095" y="10658"/>
                </a:lnTo>
                <a:lnTo>
                  <a:pt x="1339" y="11047"/>
                </a:lnTo>
                <a:lnTo>
                  <a:pt x="1631" y="11412"/>
                </a:lnTo>
                <a:lnTo>
                  <a:pt x="1947" y="11728"/>
                </a:lnTo>
                <a:lnTo>
                  <a:pt x="2117" y="11874"/>
                </a:lnTo>
                <a:lnTo>
                  <a:pt x="2312" y="12020"/>
                </a:lnTo>
                <a:lnTo>
                  <a:pt x="2507" y="12142"/>
                </a:lnTo>
                <a:lnTo>
                  <a:pt x="2701" y="12239"/>
                </a:lnTo>
                <a:lnTo>
                  <a:pt x="2677" y="12458"/>
                </a:lnTo>
                <a:lnTo>
                  <a:pt x="2604" y="12653"/>
                </a:lnTo>
                <a:lnTo>
                  <a:pt x="2482" y="12848"/>
                </a:lnTo>
                <a:lnTo>
                  <a:pt x="2361" y="13042"/>
                </a:lnTo>
                <a:lnTo>
                  <a:pt x="2215" y="13213"/>
                </a:lnTo>
                <a:lnTo>
                  <a:pt x="2069" y="13359"/>
                </a:lnTo>
                <a:lnTo>
                  <a:pt x="1752" y="13675"/>
                </a:lnTo>
                <a:lnTo>
                  <a:pt x="1412" y="13967"/>
                </a:lnTo>
                <a:lnTo>
                  <a:pt x="1047" y="14259"/>
                </a:lnTo>
                <a:lnTo>
                  <a:pt x="828" y="14381"/>
                </a:lnTo>
                <a:lnTo>
                  <a:pt x="633" y="14478"/>
                </a:lnTo>
                <a:lnTo>
                  <a:pt x="414" y="14575"/>
                </a:lnTo>
                <a:lnTo>
                  <a:pt x="195" y="14648"/>
                </a:lnTo>
                <a:lnTo>
                  <a:pt x="98" y="14697"/>
                </a:lnTo>
                <a:lnTo>
                  <a:pt x="25" y="14794"/>
                </a:lnTo>
                <a:lnTo>
                  <a:pt x="0" y="14891"/>
                </a:lnTo>
                <a:lnTo>
                  <a:pt x="25" y="14989"/>
                </a:lnTo>
                <a:lnTo>
                  <a:pt x="49" y="15086"/>
                </a:lnTo>
                <a:lnTo>
                  <a:pt x="146" y="15159"/>
                </a:lnTo>
                <a:lnTo>
                  <a:pt x="244" y="15208"/>
                </a:lnTo>
                <a:lnTo>
                  <a:pt x="365" y="15208"/>
                </a:lnTo>
                <a:lnTo>
                  <a:pt x="414" y="15183"/>
                </a:lnTo>
                <a:lnTo>
                  <a:pt x="560" y="15256"/>
                </a:lnTo>
                <a:lnTo>
                  <a:pt x="682" y="15305"/>
                </a:lnTo>
                <a:lnTo>
                  <a:pt x="998" y="15378"/>
                </a:lnTo>
                <a:lnTo>
                  <a:pt x="1314" y="15402"/>
                </a:lnTo>
                <a:lnTo>
                  <a:pt x="1679" y="15402"/>
                </a:lnTo>
                <a:lnTo>
                  <a:pt x="2020" y="15354"/>
                </a:lnTo>
                <a:lnTo>
                  <a:pt x="2336" y="15305"/>
                </a:lnTo>
                <a:lnTo>
                  <a:pt x="2896" y="15183"/>
                </a:lnTo>
                <a:lnTo>
                  <a:pt x="3261" y="15062"/>
                </a:lnTo>
                <a:lnTo>
                  <a:pt x="3626" y="14916"/>
                </a:lnTo>
                <a:lnTo>
                  <a:pt x="3991" y="14770"/>
                </a:lnTo>
                <a:lnTo>
                  <a:pt x="4331" y="14575"/>
                </a:lnTo>
                <a:lnTo>
                  <a:pt x="4575" y="14429"/>
                </a:lnTo>
                <a:lnTo>
                  <a:pt x="4818" y="14259"/>
                </a:lnTo>
                <a:lnTo>
                  <a:pt x="5037" y="14040"/>
                </a:lnTo>
                <a:lnTo>
                  <a:pt x="5134" y="13918"/>
                </a:lnTo>
                <a:lnTo>
                  <a:pt x="5207" y="13797"/>
                </a:lnTo>
                <a:lnTo>
                  <a:pt x="5426" y="13821"/>
                </a:lnTo>
                <a:lnTo>
                  <a:pt x="5645" y="13845"/>
                </a:lnTo>
                <a:lnTo>
                  <a:pt x="6059" y="13967"/>
                </a:lnTo>
                <a:lnTo>
                  <a:pt x="6497" y="14113"/>
                </a:lnTo>
                <a:lnTo>
                  <a:pt x="6692" y="14186"/>
                </a:lnTo>
                <a:lnTo>
                  <a:pt x="6911" y="14235"/>
                </a:lnTo>
                <a:lnTo>
                  <a:pt x="7178" y="14283"/>
                </a:lnTo>
                <a:lnTo>
                  <a:pt x="7446" y="14308"/>
                </a:lnTo>
                <a:lnTo>
                  <a:pt x="7981" y="14332"/>
                </a:lnTo>
                <a:lnTo>
                  <a:pt x="8517" y="14308"/>
                </a:lnTo>
                <a:lnTo>
                  <a:pt x="9052" y="14259"/>
                </a:lnTo>
                <a:lnTo>
                  <a:pt x="9490" y="14210"/>
                </a:lnTo>
                <a:lnTo>
                  <a:pt x="9952" y="14137"/>
                </a:lnTo>
                <a:lnTo>
                  <a:pt x="10390" y="14040"/>
                </a:lnTo>
                <a:lnTo>
                  <a:pt x="10828" y="13918"/>
                </a:lnTo>
                <a:lnTo>
                  <a:pt x="11266" y="13797"/>
                </a:lnTo>
                <a:lnTo>
                  <a:pt x="11680" y="13651"/>
                </a:lnTo>
                <a:lnTo>
                  <a:pt x="12093" y="13480"/>
                </a:lnTo>
                <a:lnTo>
                  <a:pt x="12507" y="13286"/>
                </a:lnTo>
                <a:lnTo>
                  <a:pt x="12921" y="13067"/>
                </a:lnTo>
                <a:lnTo>
                  <a:pt x="13310" y="12823"/>
                </a:lnTo>
                <a:lnTo>
                  <a:pt x="13699" y="12556"/>
                </a:lnTo>
                <a:lnTo>
                  <a:pt x="14089" y="12264"/>
                </a:lnTo>
                <a:lnTo>
                  <a:pt x="14429" y="11947"/>
                </a:lnTo>
                <a:lnTo>
                  <a:pt x="14770" y="11607"/>
                </a:lnTo>
                <a:lnTo>
                  <a:pt x="15111" y="11266"/>
                </a:lnTo>
                <a:lnTo>
                  <a:pt x="15403" y="10901"/>
                </a:lnTo>
                <a:lnTo>
                  <a:pt x="15670" y="10512"/>
                </a:lnTo>
                <a:lnTo>
                  <a:pt x="15914" y="10098"/>
                </a:lnTo>
                <a:lnTo>
                  <a:pt x="16133" y="9684"/>
                </a:lnTo>
                <a:lnTo>
                  <a:pt x="16327" y="9246"/>
                </a:lnTo>
                <a:lnTo>
                  <a:pt x="16473" y="8808"/>
                </a:lnTo>
                <a:lnTo>
                  <a:pt x="16595" y="8346"/>
                </a:lnTo>
                <a:lnTo>
                  <a:pt x="16668" y="7884"/>
                </a:lnTo>
                <a:lnTo>
                  <a:pt x="16717" y="7421"/>
                </a:lnTo>
                <a:lnTo>
                  <a:pt x="16717" y="7178"/>
                </a:lnTo>
                <a:lnTo>
                  <a:pt x="16692" y="6959"/>
                </a:lnTo>
                <a:lnTo>
                  <a:pt x="16595" y="6497"/>
                </a:lnTo>
                <a:lnTo>
                  <a:pt x="16473" y="6035"/>
                </a:lnTo>
                <a:lnTo>
                  <a:pt x="16352" y="5597"/>
                </a:lnTo>
                <a:lnTo>
                  <a:pt x="16206" y="5134"/>
                </a:lnTo>
                <a:lnTo>
                  <a:pt x="16084" y="4672"/>
                </a:lnTo>
                <a:lnTo>
                  <a:pt x="15962" y="4210"/>
                </a:lnTo>
                <a:lnTo>
                  <a:pt x="15792" y="3772"/>
                </a:lnTo>
                <a:lnTo>
                  <a:pt x="15597" y="3358"/>
                </a:lnTo>
                <a:lnTo>
                  <a:pt x="15354" y="2993"/>
                </a:lnTo>
                <a:lnTo>
                  <a:pt x="15062" y="2652"/>
                </a:lnTo>
                <a:lnTo>
                  <a:pt x="14770" y="2336"/>
                </a:lnTo>
                <a:lnTo>
                  <a:pt x="14429" y="2044"/>
                </a:lnTo>
                <a:lnTo>
                  <a:pt x="14089" y="1776"/>
                </a:lnTo>
                <a:lnTo>
                  <a:pt x="13724" y="1509"/>
                </a:lnTo>
                <a:lnTo>
                  <a:pt x="13334" y="1265"/>
                </a:lnTo>
                <a:lnTo>
                  <a:pt x="12969" y="1046"/>
                </a:lnTo>
                <a:lnTo>
                  <a:pt x="12580" y="827"/>
                </a:lnTo>
                <a:lnTo>
                  <a:pt x="12166" y="633"/>
                </a:lnTo>
                <a:lnTo>
                  <a:pt x="11777" y="487"/>
                </a:lnTo>
                <a:lnTo>
                  <a:pt x="11363" y="341"/>
                </a:lnTo>
                <a:lnTo>
                  <a:pt x="10950" y="219"/>
                </a:lnTo>
                <a:lnTo>
                  <a:pt x="10512" y="146"/>
                </a:lnTo>
                <a:lnTo>
                  <a:pt x="10074" y="73"/>
                </a:lnTo>
                <a:lnTo>
                  <a:pt x="9271" y="0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4"/>
          <p:cNvSpPr txBox="1"/>
          <p:nvPr/>
        </p:nvSpPr>
        <p:spPr>
          <a:xfrm>
            <a:off x="6462250" y="3080400"/>
            <a:ext cx="2940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Gloria Hallelujah"/>
                <a:ea typeface="Gloria Hallelujah"/>
                <a:cs typeface="Gloria Hallelujah"/>
                <a:sym typeface="Gloria Hallelujah"/>
              </a:rPr>
              <a:t>?</a:t>
            </a:r>
            <a:endParaRPr sz="1800">
              <a:latin typeface="Gloria Hallelujah"/>
              <a:ea typeface="Gloria Hallelujah"/>
              <a:cs typeface="Gloria Hallelujah"/>
              <a:sym typeface="Gloria Hallelujah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25"/>
          <p:cNvSpPr txBox="1"/>
          <p:nvPr>
            <p:ph idx="12" type="sldNum"/>
          </p:nvPr>
        </p:nvSpPr>
        <p:spPr>
          <a:xfrm>
            <a:off x="7899350" y="409842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3" name="Google Shape;503;p25"/>
          <p:cNvSpPr/>
          <p:nvPr/>
        </p:nvSpPr>
        <p:spPr>
          <a:xfrm>
            <a:off x="2016300" y="1782513"/>
            <a:ext cx="2252178" cy="1658718"/>
          </a:xfrm>
          <a:prstGeom prst="irregularSeal1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Shadows Into Light Two"/>
                <a:ea typeface="Shadows Into Light Two"/>
                <a:cs typeface="Shadows Into Light Two"/>
                <a:sym typeface="Shadows Into Light Two"/>
              </a:rPr>
              <a:t>HATEOAS</a:t>
            </a:r>
            <a:endParaRPr sz="2000">
              <a:latin typeface="Shadows Into Light Two"/>
              <a:ea typeface="Shadows Into Light Two"/>
              <a:cs typeface="Shadows Into Light Two"/>
              <a:sym typeface="Shadows Into Light Two"/>
            </a:endParaRPr>
          </a:p>
        </p:txBody>
      </p:sp>
      <p:sp>
        <p:nvSpPr>
          <p:cNvPr id="504" name="Google Shape;504;p25"/>
          <p:cNvSpPr/>
          <p:nvPr/>
        </p:nvSpPr>
        <p:spPr>
          <a:xfrm>
            <a:off x="1575000" y="1787313"/>
            <a:ext cx="503455" cy="492604"/>
          </a:xfrm>
          <a:custGeom>
            <a:rect b="b" l="l" r="r" t="t"/>
            <a:pathLst>
              <a:path extrusionOk="0" h="18981" w="15817">
                <a:moveTo>
                  <a:pt x="11364" y="1"/>
                </a:moveTo>
                <a:lnTo>
                  <a:pt x="11242" y="25"/>
                </a:lnTo>
                <a:lnTo>
                  <a:pt x="11169" y="74"/>
                </a:lnTo>
                <a:lnTo>
                  <a:pt x="11096" y="171"/>
                </a:lnTo>
                <a:lnTo>
                  <a:pt x="10780" y="731"/>
                </a:lnTo>
                <a:lnTo>
                  <a:pt x="10634" y="999"/>
                </a:lnTo>
                <a:lnTo>
                  <a:pt x="10537" y="1315"/>
                </a:lnTo>
                <a:lnTo>
                  <a:pt x="10512" y="1388"/>
                </a:lnTo>
                <a:lnTo>
                  <a:pt x="10537" y="1461"/>
                </a:lnTo>
                <a:lnTo>
                  <a:pt x="10585" y="1534"/>
                </a:lnTo>
                <a:lnTo>
                  <a:pt x="10634" y="1583"/>
                </a:lnTo>
                <a:lnTo>
                  <a:pt x="10707" y="1607"/>
                </a:lnTo>
                <a:lnTo>
                  <a:pt x="10804" y="1631"/>
                </a:lnTo>
                <a:lnTo>
                  <a:pt x="10877" y="1607"/>
                </a:lnTo>
                <a:lnTo>
                  <a:pt x="10950" y="1558"/>
                </a:lnTo>
                <a:lnTo>
                  <a:pt x="11145" y="1315"/>
                </a:lnTo>
                <a:lnTo>
                  <a:pt x="11291" y="1047"/>
                </a:lnTo>
                <a:lnTo>
                  <a:pt x="11510" y="731"/>
                </a:lnTo>
                <a:lnTo>
                  <a:pt x="11583" y="682"/>
                </a:lnTo>
                <a:lnTo>
                  <a:pt x="11656" y="609"/>
                </a:lnTo>
                <a:lnTo>
                  <a:pt x="11705" y="463"/>
                </a:lnTo>
                <a:lnTo>
                  <a:pt x="11729" y="342"/>
                </a:lnTo>
                <a:lnTo>
                  <a:pt x="11705" y="220"/>
                </a:lnTo>
                <a:lnTo>
                  <a:pt x="11656" y="123"/>
                </a:lnTo>
                <a:lnTo>
                  <a:pt x="11583" y="50"/>
                </a:lnTo>
                <a:lnTo>
                  <a:pt x="11486" y="25"/>
                </a:lnTo>
                <a:lnTo>
                  <a:pt x="11461" y="1"/>
                </a:lnTo>
                <a:close/>
                <a:moveTo>
                  <a:pt x="3821" y="171"/>
                </a:moveTo>
                <a:lnTo>
                  <a:pt x="3748" y="196"/>
                </a:lnTo>
                <a:lnTo>
                  <a:pt x="3699" y="244"/>
                </a:lnTo>
                <a:lnTo>
                  <a:pt x="3651" y="317"/>
                </a:lnTo>
                <a:lnTo>
                  <a:pt x="3651" y="390"/>
                </a:lnTo>
                <a:lnTo>
                  <a:pt x="3651" y="463"/>
                </a:lnTo>
                <a:lnTo>
                  <a:pt x="3699" y="634"/>
                </a:lnTo>
                <a:lnTo>
                  <a:pt x="3772" y="804"/>
                </a:lnTo>
                <a:lnTo>
                  <a:pt x="3943" y="1120"/>
                </a:lnTo>
                <a:lnTo>
                  <a:pt x="4113" y="1461"/>
                </a:lnTo>
                <a:lnTo>
                  <a:pt x="4259" y="1802"/>
                </a:lnTo>
                <a:lnTo>
                  <a:pt x="4332" y="1923"/>
                </a:lnTo>
                <a:lnTo>
                  <a:pt x="4429" y="1996"/>
                </a:lnTo>
                <a:lnTo>
                  <a:pt x="4527" y="2021"/>
                </a:lnTo>
                <a:lnTo>
                  <a:pt x="4624" y="1996"/>
                </a:lnTo>
                <a:lnTo>
                  <a:pt x="4721" y="1972"/>
                </a:lnTo>
                <a:lnTo>
                  <a:pt x="4794" y="1899"/>
                </a:lnTo>
                <a:lnTo>
                  <a:pt x="4843" y="1777"/>
                </a:lnTo>
                <a:lnTo>
                  <a:pt x="4843" y="1656"/>
                </a:lnTo>
                <a:lnTo>
                  <a:pt x="4794" y="1461"/>
                </a:lnTo>
                <a:lnTo>
                  <a:pt x="4697" y="1266"/>
                </a:lnTo>
                <a:lnTo>
                  <a:pt x="4502" y="901"/>
                </a:lnTo>
                <a:lnTo>
                  <a:pt x="4283" y="536"/>
                </a:lnTo>
                <a:lnTo>
                  <a:pt x="4162" y="390"/>
                </a:lnTo>
                <a:lnTo>
                  <a:pt x="4040" y="244"/>
                </a:lnTo>
                <a:lnTo>
                  <a:pt x="3967" y="196"/>
                </a:lnTo>
                <a:lnTo>
                  <a:pt x="3894" y="171"/>
                </a:lnTo>
                <a:close/>
                <a:moveTo>
                  <a:pt x="15452" y="4405"/>
                </a:moveTo>
                <a:lnTo>
                  <a:pt x="15379" y="4429"/>
                </a:lnTo>
                <a:lnTo>
                  <a:pt x="15306" y="4454"/>
                </a:lnTo>
                <a:lnTo>
                  <a:pt x="15135" y="4551"/>
                </a:lnTo>
                <a:lnTo>
                  <a:pt x="14941" y="4600"/>
                </a:lnTo>
                <a:lnTo>
                  <a:pt x="14551" y="4697"/>
                </a:lnTo>
                <a:lnTo>
                  <a:pt x="14357" y="4746"/>
                </a:lnTo>
                <a:lnTo>
                  <a:pt x="14162" y="4819"/>
                </a:lnTo>
                <a:lnTo>
                  <a:pt x="14016" y="4916"/>
                </a:lnTo>
                <a:lnTo>
                  <a:pt x="13870" y="5062"/>
                </a:lnTo>
                <a:lnTo>
                  <a:pt x="13822" y="5135"/>
                </a:lnTo>
                <a:lnTo>
                  <a:pt x="13822" y="5232"/>
                </a:lnTo>
                <a:lnTo>
                  <a:pt x="13846" y="5330"/>
                </a:lnTo>
                <a:lnTo>
                  <a:pt x="13895" y="5354"/>
                </a:lnTo>
                <a:lnTo>
                  <a:pt x="13943" y="5354"/>
                </a:lnTo>
                <a:lnTo>
                  <a:pt x="14138" y="5378"/>
                </a:lnTo>
                <a:lnTo>
                  <a:pt x="14357" y="5378"/>
                </a:lnTo>
                <a:lnTo>
                  <a:pt x="14600" y="5354"/>
                </a:lnTo>
                <a:lnTo>
                  <a:pt x="14819" y="5330"/>
                </a:lnTo>
                <a:lnTo>
                  <a:pt x="15038" y="5257"/>
                </a:lnTo>
                <a:lnTo>
                  <a:pt x="15257" y="5208"/>
                </a:lnTo>
                <a:lnTo>
                  <a:pt x="15452" y="5111"/>
                </a:lnTo>
                <a:lnTo>
                  <a:pt x="15646" y="5038"/>
                </a:lnTo>
                <a:lnTo>
                  <a:pt x="15719" y="4989"/>
                </a:lnTo>
                <a:lnTo>
                  <a:pt x="15768" y="4940"/>
                </a:lnTo>
                <a:lnTo>
                  <a:pt x="15817" y="4819"/>
                </a:lnTo>
                <a:lnTo>
                  <a:pt x="15792" y="4697"/>
                </a:lnTo>
                <a:lnTo>
                  <a:pt x="15768" y="4575"/>
                </a:lnTo>
                <a:lnTo>
                  <a:pt x="15671" y="4478"/>
                </a:lnTo>
                <a:lnTo>
                  <a:pt x="15573" y="4429"/>
                </a:lnTo>
                <a:lnTo>
                  <a:pt x="15452" y="4405"/>
                </a:lnTo>
                <a:close/>
                <a:moveTo>
                  <a:pt x="317" y="4697"/>
                </a:moveTo>
                <a:lnTo>
                  <a:pt x="220" y="4721"/>
                </a:lnTo>
                <a:lnTo>
                  <a:pt x="122" y="4746"/>
                </a:lnTo>
                <a:lnTo>
                  <a:pt x="25" y="4794"/>
                </a:lnTo>
                <a:lnTo>
                  <a:pt x="1" y="4867"/>
                </a:lnTo>
                <a:lnTo>
                  <a:pt x="1" y="4965"/>
                </a:lnTo>
                <a:lnTo>
                  <a:pt x="49" y="5038"/>
                </a:lnTo>
                <a:lnTo>
                  <a:pt x="195" y="5184"/>
                </a:lnTo>
                <a:lnTo>
                  <a:pt x="390" y="5305"/>
                </a:lnTo>
                <a:lnTo>
                  <a:pt x="779" y="5524"/>
                </a:lnTo>
                <a:lnTo>
                  <a:pt x="1169" y="5743"/>
                </a:lnTo>
                <a:lnTo>
                  <a:pt x="1388" y="5841"/>
                </a:lnTo>
                <a:lnTo>
                  <a:pt x="1582" y="5938"/>
                </a:lnTo>
                <a:lnTo>
                  <a:pt x="1655" y="5962"/>
                </a:lnTo>
                <a:lnTo>
                  <a:pt x="1801" y="5962"/>
                </a:lnTo>
                <a:lnTo>
                  <a:pt x="1850" y="5938"/>
                </a:lnTo>
                <a:lnTo>
                  <a:pt x="1923" y="5841"/>
                </a:lnTo>
                <a:lnTo>
                  <a:pt x="1972" y="5743"/>
                </a:lnTo>
                <a:lnTo>
                  <a:pt x="1996" y="5622"/>
                </a:lnTo>
                <a:lnTo>
                  <a:pt x="1972" y="5476"/>
                </a:lnTo>
                <a:lnTo>
                  <a:pt x="1899" y="5378"/>
                </a:lnTo>
                <a:lnTo>
                  <a:pt x="1826" y="5330"/>
                </a:lnTo>
                <a:lnTo>
                  <a:pt x="1777" y="5305"/>
                </a:lnTo>
                <a:lnTo>
                  <a:pt x="1582" y="5208"/>
                </a:lnTo>
                <a:lnTo>
                  <a:pt x="1388" y="5111"/>
                </a:lnTo>
                <a:lnTo>
                  <a:pt x="974" y="4892"/>
                </a:lnTo>
                <a:lnTo>
                  <a:pt x="755" y="4794"/>
                </a:lnTo>
                <a:lnTo>
                  <a:pt x="536" y="4721"/>
                </a:lnTo>
                <a:lnTo>
                  <a:pt x="317" y="4697"/>
                </a:lnTo>
                <a:close/>
                <a:moveTo>
                  <a:pt x="8809" y="6936"/>
                </a:moveTo>
                <a:lnTo>
                  <a:pt x="8736" y="6984"/>
                </a:lnTo>
                <a:lnTo>
                  <a:pt x="8663" y="7057"/>
                </a:lnTo>
                <a:lnTo>
                  <a:pt x="8566" y="7252"/>
                </a:lnTo>
                <a:lnTo>
                  <a:pt x="8468" y="7495"/>
                </a:lnTo>
                <a:lnTo>
                  <a:pt x="8420" y="7739"/>
                </a:lnTo>
                <a:lnTo>
                  <a:pt x="8395" y="7958"/>
                </a:lnTo>
                <a:lnTo>
                  <a:pt x="8395" y="8128"/>
                </a:lnTo>
                <a:lnTo>
                  <a:pt x="8322" y="8177"/>
                </a:lnTo>
                <a:lnTo>
                  <a:pt x="8201" y="8225"/>
                </a:lnTo>
                <a:lnTo>
                  <a:pt x="8079" y="8250"/>
                </a:lnTo>
                <a:lnTo>
                  <a:pt x="7982" y="8225"/>
                </a:lnTo>
                <a:lnTo>
                  <a:pt x="7909" y="8201"/>
                </a:lnTo>
                <a:lnTo>
                  <a:pt x="7982" y="8079"/>
                </a:lnTo>
                <a:lnTo>
                  <a:pt x="8055" y="7933"/>
                </a:lnTo>
                <a:lnTo>
                  <a:pt x="8103" y="7812"/>
                </a:lnTo>
                <a:lnTo>
                  <a:pt x="8103" y="7666"/>
                </a:lnTo>
                <a:lnTo>
                  <a:pt x="8103" y="7520"/>
                </a:lnTo>
                <a:lnTo>
                  <a:pt x="8055" y="7398"/>
                </a:lnTo>
                <a:lnTo>
                  <a:pt x="7957" y="7252"/>
                </a:lnTo>
                <a:lnTo>
                  <a:pt x="7836" y="7130"/>
                </a:lnTo>
                <a:lnTo>
                  <a:pt x="7763" y="7082"/>
                </a:lnTo>
                <a:lnTo>
                  <a:pt x="7617" y="7082"/>
                </a:lnTo>
                <a:lnTo>
                  <a:pt x="7544" y="7130"/>
                </a:lnTo>
                <a:lnTo>
                  <a:pt x="7446" y="7252"/>
                </a:lnTo>
                <a:lnTo>
                  <a:pt x="7373" y="7374"/>
                </a:lnTo>
                <a:lnTo>
                  <a:pt x="7325" y="7495"/>
                </a:lnTo>
                <a:lnTo>
                  <a:pt x="7300" y="7641"/>
                </a:lnTo>
                <a:lnTo>
                  <a:pt x="7300" y="7787"/>
                </a:lnTo>
                <a:lnTo>
                  <a:pt x="7300" y="7909"/>
                </a:lnTo>
                <a:lnTo>
                  <a:pt x="7325" y="8055"/>
                </a:lnTo>
                <a:lnTo>
                  <a:pt x="7373" y="8177"/>
                </a:lnTo>
                <a:lnTo>
                  <a:pt x="7179" y="8298"/>
                </a:lnTo>
                <a:lnTo>
                  <a:pt x="7081" y="8323"/>
                </a:lnTo>
                <a:lnTo>
                  <a:pt x="6984" y="8347"/>
                </a:lnTo>
                <a:lnTo>
                  <a:pt x="6911" y="8371"/>
                </a:lnTo>
                <a:lnTo>
                  <a:pt x="6814" y="8347"/>
                </a:lnTo>
                <a:lnTo>
                  <a:pt x="6692" y="8298"/>
                </a:lnTo>
                <a:lnTo>
                  <a:pt x="6570" y="8201"/>
                </a:lnTo>
                <a:lnTo>
                  <a:pt x="6497" y="8055"/>
                </a:lnTo>
                <a:lnTo>
                  <a:pt x="6449" y="7909"/>
                </a:lnTo>
                <a:lnTo>
                  <a:pt x="6449" y="7739"/>
                </a:lnTo>
                <a:lnTo>
                  <a:pt x="6497" y="7544"/>
                </a:lnTo>
                <a:lnTo>
                  <a:pt x="6497" y="7520"/>
                </a:lnTo>
                <a:lnTo>
                  <a:pt x="6473" y="7520"/>
                </a:lnTo>
                <a:lnTo>
                  <a:pt x="6449" y="7495"/>
                </a:lnTo>
                <a:lnTo>
                  <a:pt x="6424" y="7520"/>
                </a:lnTo>
                <a:lnTo>
                  <a:pt x="6327" y="7617"/>
                </a:lnTo>
                <a:lnTo>
                  <a:pt x="6254" y="7739"/>
                </a:lnTo>
                <a:lnTo>
                  <a:pt x="6230" y="7836"/>
                </a:lnTo>
                <a:lnTo>
                  <a:pt x="6206" y="7958"/>
                </a:lnTo>
                <a:lnTo>
                  <a:pt x="6206" y="8055"/>
                </a:lnTo>
                <a:lnTo>
                  <a:pt x="6206" y="8177"/>
                </a:lnTo>
                <a:lnTo>
                  <a:pt x="6254" y="8274"/>
                </a:lnTo>
                <a:lnTo>
                  <a:pt x="6303" y="8371"/>
                </a:lnTo>
                <a:lnTo>
                  <a:pt x="6376" y="8469"/>
                </a:lnTo>
                <a:lnTo>
                  <a:pt x="6449" y="8542"/>
                </a:lnTo>
                <a:lnTo>
                  <a:pt x="6546" y="8615"/>
                </a:lnTo>
                <a:lnTo>
                  <a:pt x="6643" y="8663"/>
                </a:lnTo>
                <a:lnTo>
                  <a:pt x="6765" y="8712"/>
                </a:lnTo>
                <a:lnTo>
                  <a:pt x="6862" y="8736"/>
                </a:lnTo>
                <a:lnTo>
                  <a:pt x="7008" y="8736"/>
                </a:lnTo>
                <a:lnTo>
                  <a:pt x="7130" y="8712"/>
                </a:lnTo>
                <a:lnTo>
                  <a:pt x="7349" y="8615"/>
                </a:lnTo>
                <a:lnTo>
                  <a:pt x="7592" y="8493"/>
                </a:lnTo>
                <a:lnTo>
                  <a:pt x="7690" y="8566"/>
                </a:lnTo>
                <a:lnTo>
                  <a:pt x="7836" y="8639"/>
                </a:lnTo>
                <a:lnTo>
                  <a:pt x="7982" y="8663"/>
                </a:lnTo>
                <a:lnTo>
                  <a:pt x="8128" y="8688"/>
                </a:lnTo>
                <a:lnTo>
                  <a:pt x="8225" y="8688"/>
                </a:lnTo>
                <a:lnTo>
                  <a:pt x="8347" y="8663"/>
                </a:lnTo>
                <a:lnTo>
                  <a:pt x="8566" y="8566"/>
                </a:lnTo>
                <a:lnTo>
                  <a:pt x="8639" y="8663"/>
                </a:lnTo>
                <a:lnTo>
                  <a:pt x="8736" y="8736"/>
                </a:lnTo>
                <a:lnTo>
                  <a:pt x="8833" y="8809"/>
                </a:lnTo>
                <a:lnTo>
                  <a:pt x="8931" y="8858"/>
                </a:lnTo>
                <a:lnTo>
                  <a:pt x="9174" y="8907"/>
                </a:lnTo>
                <a:lnTo>
                  <a:pt x="9417" y="8931"/>
                </a:lnTo>
                <a:lnTo>
                  <a:pt x="9661" y="8882"/>
                </a:lnTo>
                <a:lnTo>
                  <a:pt x="9880" y="8809"/>
                </a:lnTo>
                <a:lnTo>
                  <a:pt x="9977" y="8736"/>
                </a:lnTo>
                <a:lnTo>
                  <a:pt x="10074" y="8663"/>
                </a:lnTo>
                <a:lnTo>
                  <a:pt x="10172" y="8566"/>
                </a:lnTo>
                <a:lnTo>
                  <a:pt x="10269" y="8469"/>
                </a:lnTo>
                <a:lnTo>
                  <a:pt x="10293" y="8396"/>
                </a:lnTo>
                <a:lnTo>
                  <a:pt x="10293" y="8347"/>
                </a:lnTo>
                <a:lnTo>
                  <a:pt x="10269" y="8298"/>
                </a:lnTo>
                <a:lnTo>
                  <a:pt x="10245" y="8250"/>
                </a:lnTo>
                <a:lnTo>
                  <a:pt x="10172" y="8225"/>
                </a:lnTo>
                <a:lnTo>
                  <a:pt x="10123" y="8201"/>
                </a:lnTo>
                <a:lnTo>
                  <a:pt x="10001" y="8201"/>
                </a:lnTo>
                <a:lnTo>
                  <a:pt x="9782" y="8323"/>
                </a:lnTo>
                <a:lnTo>
                  <a:pt x="9563" y="8420"/>
                </a:lnTo>
                <a:lnTo>
                  <a:pt x="9442" y="8444"/>
                </a:lnTo>
                <a:lnTo>
                  <a:pt x="9344" y="8469"/>
                </a:lnTo>
                <a:lnTo>
                  <a:pt x="9223" y="8469"/>
                </a:lnTo>
                <a:lnTo>
                  <a:pt x="9101" y="8420"/>
                </a:lnTo>
                <a:lnTo>
                  <a:pt x="9004" y="8347"/>
                </a:lnTo>
                <a:lnTo>
                  <a:pt x="8931" y="8274"/>
                </a:lnTo>
                <a:lnTo>
                  <a:pt x="9052" y="8128"/>
                </a:lnTo>
                <a:lnTo>
                  <a:pt x="9150" y="7982"/>
                </a:lnTo>
                <a:lnTo>
                  <a:pt x="9247" y="7836"/>
                </a:lnTo>
                <a:lnTo>
                  <a:pt x="9296" y="7666"/>
                </a:lnTo>
                <a:lnTo>
                  <a:pt x="9320" y="7495"/>
                </a:lnTo>
                <a:lnTo>
                  <a:pt x="9296" y="7349"/>
                </a:lnTo>
                <a:lnTo>
                  <a:pt x="9247" y="7203"/>
                </a:lnTo>
                <a:lnTo>
                  <a:pt x="9150" y="7057"/>
                </a:lnTo>
                <a:lnTo>
                  <a:pt x="9052" y="6984"/>
                </a:lnTo>
                <a:lnTo>
                  <a:pt x="8955" y="6936"/>
                </a:lnTo>
                <a:close/>
                <a:moveTo>
                  <a:pt x="1947" y="9710"/>
                </a:moveTo>
                <a:lnTo>
                  <a:pt x="1801" y="9758"/>
                </a:lnTo>
                <a:lnTo>
                  <a:pt x="1582" y="9856"/>
                </a:lnTo>
                <a:lnTo>
                  <a:pt x="1363" y="10002"/>
                </a:lnTo>
                <a:lnTo>
                  <a:pt x="925" y="10294"/>
                </a:lnTo>
                <a:lnTo>
                  <a:pt x="706" y="10415"/>
                </a:lnTo>
                <a:lnTo>
                  <a:pt x="585" y="10513"/>
                </a:lnTo>
                <a:lnTo>
                  <a:pt x="463" y="10610"/>
                </a:lnTo>
                <a:lnTo>
                  <a:pt x="366" y="10707"/>
                </a:lnTo>
                <a:lnTo>
                  <a:pt x="317" y="10829"/>
                </a:lnTo>
                <a:lnTo>
                  <a:pt x="317" y="10878"/>
                </a:lnTo>
                <a:lnTo>
                  <a:pt x="341" y="10926"/>
                </a:lnTo>
                <a:lnTo>
                  <a:pt x="366" y="10999"/>
                </a:lnTo>
                <a:lnTo>
                  <a:pt x="439" y="11048"/>
                </a:lnTo>
                <a:lnTo>
                  <a:pt x="536" y="11097"/>
                </a:lnTo>
                <a:lnTo>
                  <a:pt x="633" y="11097"/>
                </a:lnTo>
                <a:lnTo>
                  <a:pt x="755" y="11072"/>
                </a:lnTo>
                <a:lnTo>
                  <a:pt x="877" y="11048"/>
                </a:lnTo>
                <a:lnTo>
                  <a:pt x="1120" y="10926"/>
                </a:lnTo>
                <a:lnTo>
                  <a:pt x="1315" y="10829"/>
                </a:lnTo>
                <a:lnTo>
                  <a:pt x="1728" y="10610"/>
                </a:lnTo>
                <a:lnTo>
                  <a:pt x="1947" y="10488"/>
                </a:lnTo>
                <a:lnTo>
                  <a:pt x="2142" y="10342"/>
                </a:lnTo>
                <a:lnTo>
                  <a:pt x="2264" y="10245"/>
                </a:lnTo>
                <a:lnTo>
                  <a:pt x="2312" y="10123"/>
                </a:lnTo>
                <a:lnTo>
                  <a:pt x="2312" y="10002"/>
                </a:lnTo>
                <a:lnTo>
                  <a:pt x="2264" y="9880"/>
                </a:lnTo>
                <a:lnTo>
                  <a:pt x="2191" y="9783"/>
                </a:lnTo>
                <a:lnTo>
                  <a:pt x="2069" y="9734"/>
                </a:lnTo>
                <a:lnTo>
                  <a:pt x="1947" y="9710"/>
                </a:lnTo>
                <a:close/>
                <a:moveTo>
                  <a:pt x="14065" y="10026"/>
                </a:moveTo>
                <a:lnTo>
                  <a:pt x="13895" y="10050"/>
                </a:lnTo>
                <a:lnTo>
                  <a:pt x="13846" y="10075"/>
                </a:lnTo>
                <a:lnTo>
                  <a:pt x="13797" y="10123"/>
                </a:lnTo>
                <a:lnTo>
                  <a:pt x="13773" y="10172"/>
                </a:lnTo>
                <a:lnTo>
                  <a:pt x="13749" y="10221"/>
                </a:lnTo>
                <a:lnTo>
                  <a:pt x="13773" y="10318"/>
                </a:lnTo>
                <a:lnTo>
                  <a:pt x="13797" y="10367"/>
                </a:lnTo>
                <a:lnTo>
                  <a:pt x="13846" y="10415"/>
                </a:lnTo>
                <a:lnTo>
                  <a:pt x="14138" y="10586"/>
                </a:lnTo>
                <a:lnTo>
                  <a:pt x="14454" y="10756"/>
                </a:lnTo>
                <a:lnTo>
                  <a:pt x="14624" y="10878"/>
                </a:lnTo>
                <a:lnTo>
                  <a:pt x="14819" y="10975"/>
                </a:lnTo>
                <a:lnTo>
                  <a:pt x="15014" y="11048"/>
                </a:lnTo>
                <a:lnTo>
                  <a:pt x="15208" y="11097"/>
                </a:lnTo>
                <a:lnTo>
                  <a:pt x="15379" y="11097"/>
                </a:lnTo>
                <a:lnTo>
                  <a:pt x="15427" y="11072"/>
                </a:lnTo>
                <a:lnTo>
                  <a:pt x="15500" y="11024"/>
                </a:lnTo>
                <a:lnTo>
                  <a:pt x="15573" y="10951"/>
                </a:lnTo>
                <a:lnTo>
                  <a:pt x="15598" y="10829"/>
                </a:lnTo>
                <a:lnTo>
                  <a:pt x="15598" y="10707"/>
                </a:lnTo>
                <a:lnTo>
                  <a:pt x="15549" y="10586"/>
                </a:lnTo>
                <a:lnTo>
                  <a:pt x="15500" y="10537"/>
                </a:lnTo>
                <a:lnTo>
                  <a:pt x="15452" y="10513"/>
                </a:lnTo>
                <a:lnTo>
                  <a:pt x="15379" y="10464"/>
                </a:lnTo>
                <a:lnTo>
                  <a:pt x="15306" y="10464"/>
                </a:lnTo>
                <a:lnTo>
                  <a:pt x="15135" y="10415"/>
                </a:lnTo>
                <a:lnTo>
                  <a:pt x="14965" y="10367"/>
                </a:lnTo>
                <a:lnTo>
                  <a:pt x="14600" y="10196"/>
                </a:lnTo>
                <a:lnTo>
                  <a:pt x="14430" y="10099"/>
                </a:lnTo>
                <a:lnTo>
                  <a:pt x="14260" y="10050"/>
                </a:lnTo>
                <a:lnTo>
                  <a:pt x="14065" y="10026"/>
                </a:lnTo>
                <a:close/>
                <a:moveTo>
                  <a:pt x="8468" y="2605"/>
                </a:moveTo>
                <a:lnTo>
                  <a:pt x="8760" y="2629"/>
                </a:lnTo>
                <a:lnTo>
                  <a:pt x="9052" y="2678"/>
                </a:lnTo>
                <a:lnTo>
                  <a:pt x="9344" y="2726"/>
                </a:lnTo>
                <a:lnTo>
                  <a:pt x="9125" y="2799"/>
                </a:lnTo>
                <a:lnTo>
                  <a:pt x="9101" y="2824"/>
                </a:lnTo>
                <a:lnTo>
                  <a:pt x="9101" y="2848"/>
                </a:lnTo>
                <a:lnTo>
                  <a:pt x="9101" y="2872"/>
                </a:lnTo>
                <a:lnTo>
                  <a:pt x="9125" y="2897"/>
                </a:lnTo>
                <a:lnTo>
                  <a:pt x="9223" y="2945"/>
                </a:lnTo>
                <a:lnTo>
                  <a:pt x="9320" y="2970"/>
                </a:lnTo>
                <a:lnTo>
                  <a:pt x="9442" y="2945"/>
                </a:lnTo>
                <a:lnTo>
                  <a:pt x="9563" y="2921"/>
                </a:lnTo>
                <a:lnTo>
                  <a:pt x="9855" y="2872"/>
                </a:lnTo>
                <a:lnTo>
                  <a:pt x="10269" y="3043"/>
                </a:lnTo>
                <a:lnTo>
                  <a:pt x="10074" y="3067"/>
                </a:lnTo>
                <a:lnTo>
                  <a:pt x="9855" y="3116"/>
                </a:lnTo>
                <a:lnTo>
                  <a:pt x="9685" y="3189"/>
                </a:lnTo>
                <a:lnTo>
                  <a:pt x="9515" y="3262"/>
                </a:lnTo>
                <a:lnTo>
                  <a:pt x="9515" y="3286"/>
                </a:lnTo>
                <a:lnTo>
                  <a:pt x="9490" y="3310"/>
                </a:lnTo>
                <a:lnTo>
                  <a:pt x="9515" y="3335"/>
                </a:lnTo>
                <a:lnTo>
                  <a:pt x="9539" y="3359"/>
                </a:lnTo>
                <a:lnTo>
                  <a:pt x="9953" y="3335"/>
                </a:lnTo>
                <a:lnTo>
                  <a:pt x="10342" y="3310"/>
                </a:lnTo>
                <a:lnTo>
                  <a:pt x="10780" y="3310"/>
                </a:lnTo>
                <a:lnTo>
                  <a:pt x="11048" y="3505"/>
                </a:lnTo>
                <a:lnTo>
                  <a:pt x="10756" y="3578"/>
                </a:lnTo>
                <a:lnTo>
                  <a:pt x="10464" y="3675"/>
                </a:lnTo>
                <a:lnTo>
                  <a:pt x="10245" y="3797"/>
                </a:lnTo>
                <a:lnTo>
                  <a:pt x="10099" y="3918"/>
                </a:lnTo>
                <a:lnTo>
                  <a:pt x="10074" y="3943"/>
                </a:lnTo>
                <a:lnTo>
                  <a:pt x="10099" y="3943"/>
                </a:lnTo>
                <a:lnTo>
                  <a:pt x="10391" y="3918"/>
                </a:lnTo>
                <a:lnTo>
                  <a:pt x="10683" y="3870"/>
                </a:lnTo>
                <a:lnTo>
                  <a:pt x="10975" y="3821"/>
                </a:lnTo>
                <a:lnTo>
                  <a:pt x="11291" y="3773"/>
                </a:lnTo>
                <a:lnTo>
                  <a:pt x="11364" y="3773"/>
                </a:lnTo>
                <a:lnTo>
                  <a:pt x="11583" y="3967"/>
                </a:lnTo>
                <a:lnTo>
                  <a:pt x="11778" y="4186"/>
                </a:lnTo>
                <a:lnTo>
                  <a:pt x="11388" y="4210"/>
                </a:lnTo>
                <a:lnTo>
                  <a:pt x="10829" y="4259"/>
                </a:lnTo>
                <a:lnTo>
                  <a:pt x="10561" y="4283"/>
                </a:lnTo>
                <a:lnTo>
                  <a:pt x="10318" y="4381"/>
                </a:lnTo>
                <a:lnTo>
                  <a:pt x="10293" y="4405"/>
                </a:lnTo>
                <a:lnTo>
                  <a:pt x="10293" y="4429"/>
                </a:lnTo>
                <a:lnTo>
                  <a:pt x="10318" y="4454"/>
                </a:lnTo>
                <a:lnTo>
                  <a:pt x="10585" y="4527"/>
                </a:lnTo>
                <a:lnTo>
                  <a:pt x="11705" y="4527"/>
                </a:lnTo>
                <a:lnTo>
                  <a:pt x="11997" y="4502"/>
                </a:lnTo>
                <a:lnTo>
                  <a:pt x="12216" y="4867"/>
                </a:lnTo>
                <a:lnTo>
                  <a:pt x="11851" y="4867"/>
                </a:lnTo>
                <a:lnTo>
                  <a:pt x="11267" y="4892"/>
                </a:lnTo>
                <a:lnTo>
                  <a:pt x="10658" y="4940"/>
                </a:lnTo>
                <a:lnTo>
                  <a:pt x="10634" y="4940"/>
                </a:lnTo>
                <a:lnTo>
                  <a:pt x="10634" y="4965"/>
                </a:lnTo>
                <a:lnTo>
                  <a:pt x="10634" y="4989"/>
                </a:lnTo>
                <a:lnTo>
                  <a:pt x="10658" y="5013"/>
                </a:lnTo>
                <a:lnTo>
                  <a:pt x="10902" y="5086"/>
                </a:lnTo>
                <a:lnTo>
                  <a:pt x="11169" y="5111"/>
                </a:lnTo>
                <a:lnTo>
                  <a:pt x="12021" y="5111"/>
                </a:lnTo>
                <a:lnTo>
                  <a:pt x="12362" y="5135"/>
                </a:lnTo>
                <a:lnTo>
                  <a:pt x="12556" y="5622"/>
                </a:lnTo>
                <a:lnTo>
                  <a:pt x="11461" y="5622"/>
                </a:lnTo>
                <a:lnTo>
                  <a:pt x="11291" y="5646"/>
                </a:lnTo>
                <a:lnTo>
                  <a:pt x="11145" y="5695"/>
                </a:lnTo>
                <a:lnTo>
                  <a:pt x="10999" y="5768"/>
                </a:lnTo>
                <a:lnTo>
                  <a:pt x="10975" y="5792"/>
                </a:lnTo>
                <a:lnTo>
                  <a:pt x="10999" y="5841"/>
                </a:lnTo>
                <a:lnTo>
                  <a:pt x="11267" y="5889"/>
                </a:lnTo>
                <a:lnTo>
                  <a:pt x="11534" y="5889"/>
                </a:lnTo>
                <a:lnTo>
                  <a:pt x="12070" y="5914"/>
                </a:lnTo>
                <a:lnTo>
                  <a:pt x="12654" y="5938"/>
                </a:lnTo>
                <a:lnTo>
                  <a:pt x="12702" y="6060"/>
                </a:lnTo>
                <a:lnTo>
                  <a:pt x="12727" y="6181"/>
                </a:lnTo>
                <a:lnTo>
                  <a:pt x="12386" y="6181"/>
                </a:lnTo>
                <a:lnTo>
                  <a:pt x="11729" y="6254"/>
                </a:lnTo>
                <a:lnTo>
                  <a:pt x="11413" y="6279"/>
                </a:lnTo>
                <a:lnTo>
                  <a:pt x="11121" y="6352"/>
                </a:lnTo>
                <a:lnTo>
                  <a:pt x="11096" y="6352"/>
                </a:lnTo>
                <a:lnTo>
                  <a:pt x="11096" y="6376"/>
                </a:lnTo>
                <a:lnTo>
                  <a:pt x="11096" y="6400"/>
                </a:lnTo>
                <a:lnTo>
                  <a:pt x="11121" y="6425"/>
                </a:lnTo>
                <a:lnTo>
                  <a:pt x="11388" y="6473"/>
                </a:lnTo>
                <a:lnTo>
                  <a:pt x="11656" y="6498"/>
                </a:lnTo>
                <a:lnTo>
                  <a:pt x="12508" y="6498"/>
                </a:lnTo>
                <a:lnTo>
                  <a:pt x="12824" y="6522"/>
                </a:lnTo>
                <a:lnTo>
                  <a:pt x="12873" y="6838"/>
                </a:lnTo>
                <a:lnTo>
                  <a:pt x="12556" y="6838"/>
                </a:lnTo>
                <a:lnTo>
                  <a:pt x="12240" y="6863"/>
                </a:lnTo>
                <a:lnTo>
                  <a:pt x="11753" y="6887"/>
                </a:lnTo>
                <a:lnTo>
                  <a:pt x="11510" y="6911"/>
                </a:lnTo>
                <a:lnTo>
                  <a:pt x="11267" y="6936"/>
                </a:lnTo>
                <a:lnTo>
                  <a:pt x="11242" y="6936"/>
                </a:lnTo>
                <a:lnTo>
                  <a:pt x="11242" y="6960"/>
                </a:lnTo>
                <a:lnTo>
                  <a:pt x="11242" y="7009"/>
                </a:lnTo>
                <a:lnTo>
                  <a:pt x="11267" y="7009"/>
                </a:lnTo>
                <a:lnTo>
                  <a:pt x="11461" y="7082"/>
                </a:lnTo>
                <a:lnTo>
                  <a:pt x="11680" y="7130"/>
                </a:lnTo>
                <a:lnTo>
                  <a:pt x="12727" y="7130"/>
                </a:lnTo>
                <a:lnTo>
                  <a:pt x="12921" y="7106"/>
                </a:lnTo>
                <a:lnTo>
                  <a:pt x="12994" y="7593"/>
                </a:lnTo>
                <a:lnTo>
                  <a:pt x="12994" y="7593"/>
                </a:lnTo>
                <a:lnTo>
                  <a:pt x="12848" y="7568"/>
                </a:lnTo>
                <a:lnTo>
                  <a:pt x="12702" y="7568"/>
                </a:lnTo>
                <a:lnTo>
                  <a:pt x="12435" y="7593"/>
                </a:lnTo>
                <a:lnTo>
                  <a:pt x="11997" y="7593"/>
                </a:lnTo>
                <a:lnTo>
                  <a:pt x="11778" y="7617"/>
                </a:lnTo>
                <a:lnTo>
                  <a:pt x="11559" y="7690"/>
                </a:lnTo>
                <a:lnTo>
                  <a:pt x="11534" y="7690"/>
                </a:lnTo>
                <a:lnTo>
                  <a:pt x="11534" y="7739"/>
                </a:lnTo>
                <a:lnTo>
                  <a:pt x="11534" y="7763"/>
                </a:lnTo>
                <a:lnTo>
                  <a:pt x="11559" y="7787"/>
                </a:lnTo>
                <a:lnTo>
                  <a:pt x="11778" y="7836"/>
                </a:lnTo>
                <a:lnTo>
                  <a:pt x="11997" y="7860"/>
                </a:lnTo>
                <a:lnTo>
                  <a:pt x="12435" y="7860"/>
                </a:lnTo>
                <a:lnTo>
                  <a:pt x="12702" y="7885"/>
                </a:lnTo>
                <a:lnTo>
                  <a:pt x="12848" y="7885"/>
                </a:lnTo>
                <a:lnTo>
                  <a:pt x="12994" y="7860"/>
                </a:lnTo>
                <a:lnTo>
                  <a:pt x="12994" y="7909"/>
                </a:lnTo>
                <a:lnTo>
                  <a:pt x="12994" y="8250"/>
                </a:lnTo>
                <a:lnTo>
                  <a:pt x="12873" y="8201"/>
                </a:lnTo>
                <a:lnTo>
                  <a:pt x="12775" y="8201"/>
                </a:lnTo>
                <a:lnTo>
                  <a:pt x="12532" y="8177"/>
                </a:lnTo>
                <a:lnTo>
                  <a:pt x="12094" y="8177"/>
                </a:lnTo>
                <a:lnTo>
                  <a:pt x="11875" y="8201"/>
                </a:lnTo>
                <a:lnTo>
                  <a:pt x="11656" y="8250"/>
                </a:lnTo>
                <a:lnTo>
                  <a:pt x="11656" y="8274"/>
                </a:lnTo>
                <a:lnTo>
                  <a:pt x="11632" y="8298"/>
                </a:lnTo>
                <a:lnTo>
                  <a:pt x="11656" y="8298"/>
                </a:lnTo>
                <a:lnTo>
                  <a:pt x="11656" y="8323"/>
                </a:lnTo>
                <a:lnTo>
                  <a:pt x="12045" y="8396"/>
                </a:lnTo>
                <a:lnTo>
                  <a:pt x="12410" y="8444"/>
                </a:lnTo>
                <a:lnTo>
                  <a:pt x="12702" y="8469"/>
                </a:lnTo>
                <a:lnTo>
                  <a:pt x="12824" y="8493"/>
                </a:lnTo>
                <a:lnTo>
                  <a:pt x="12970" y="8469"/>
                </a:lnTo>
                <a:lnTo>
                  <a:pt x="12873" y="8858"/>
                </a:lnTo>
                <a:lnTo>
                  <a:pt x="12654" y="8809"/>
                </a:lnTo>
                <a:lnTo>
                  <a:pt x="12483" y="8785"/>
                </a:lnTo>
                <a:lnTo>
                  <a:pt x="12264" y="8736"/>
                </a:lnTo>
                <a:lnTo>
                  <a:pt x="11826" y="8736"/>
                </a:lnTo>
                <a:lnTo>
                  <a:pt x="11607" y="8809"/>
                </a:lnTo>
                <a:lnTo>
                  <a:pt x="11583" y="8834"/>
                </a:lnTo>
                <a:lnTo>
                  <a:pt x="11583" y="8858"/>
                </a:lnTo>
                <a:lnTo>
                  <a:pt x="11583" y="8882"/>
                </a:lnTo>
                <a:lnTo>
                  <a:pt x="11851" y="8882"/>
                </a:lnTo>
                <a:lnTo>
                  <a:pt x="12094" y="8931"/>
                </a:lnTo>
                <a:lnTo>
                  <a:pt x="12556" y="9053"/>
                </a:lnTo>
                <a:lnTo>
                  <a:pt x="12775" y="9126"/>
                </a:lnTo>
                <a:lnTo>
                  <a:pt x="12654" y="9345"/>
                </a:lnTo>
                <a:lnTo>
                  <a:pt x="12508" y="9296"/>
                </a:lnTo>
                <a:lnTo>
                  <a:pt x="12313" y="9272"/>
                </a:lnTo>
                <a:lnTo>
                  <a:pt x="12143" y="9223"/>
                </a:lnTo>
                <a:lnTo>
                  <a:pt x="11972" y="9199"/>
                </a:lnTo>
                <a:lnTo>
                  <a:pt x="11607" y="9199"/>
                </a:lnTo>
                <a:lnTo>
                  <a:pt x="11583" y="9223"/>
                </a:lnTo>
                <a:lnTo>
                  <a:pt x="11583" y="9247"/>
                </a:lnTo>
                <a:lnTo>
                  <a:pt x="11583" y="9272"/>
                </a:lnTo>
                <a:lnTo>
                  <a:pt x="11924" y="9418"/>
                </a:lnTo>
                <a:lnTo>
                  <a:pt x="12240" y="9564"/>
                </a:lnTo>
                <a:lnTo>
                  <a:pt x="12532" y="9637"/>
                </a:lnTo>
                <a:lnTo>
                  <a:pt x="12337" y="9929"/>
                </a:lnTo>
                <a:lnTo>
                  <a:pt x="12337" y="9977"/>
                </a:lnTo>
                <a:lnTo>
                  <a:pt x="12167" y="9904"/>
                </a:lnTo>
                <a:lnTo>
                  <a:pt x="11997" y="9880"/>
                </a:lnTo>
                <a:lnTo>
                  <a:pt x="11802" y="9831"/>
                </a:lnTo>
                <a:lnTo>
                  <a:pt x="11242" y="9831"/>
                </a:lnTo>
                <a:lnTo>
                  <a:pt x="11218" y="9856"/>
                </a:lnTo>
                <a:lnTo>
                  <a:pt x="11218" y="9880"/>
                </a:lnTo>
                <a:lnTo>
                  <a:pt x="11242" y="9880"/>
                </a:lnTo>
                <a:lnTo>
                  <a:pt x="11534" y="10002"/>
                </a:lnTo>
                <a:lnTo>
                  <a:pt x="11851" y="10123"/>
                </a:lnTo>
                <a:lnTo>
                  <a:pt x="12167" y="10245"/>
                </a:lnTo>
                <a:lnTo>
                  <a:pt x="11972" y="10513"/>
                </a:lnTo>
                <a:lnTo>
                  <a:pt x="11826" y="10488"/>
                </a:lnTo>
                <a:lnTo>
                  <a:pt x="11413" y="10391"/>
                </a:lnTo>
                <a:lnTo>
                  <a:pt x="11023" y="10342"/>
                </a:lnTo>
                <a:lnTo>
                  <a:pt x="10975" y="10342"/>
                </a:lnTo>
                <a:lnTo>
                  <a:pt x="10975" y="10367"/>
                </a:lnTo>
                <a:lnTo>
                  <a:pt x="10975" y="10391"/>
                </a:lnTo>
                <a:lnTo>
                  <a:pt x="10999" y="10440"/>
                </a:lnTo>
                <a:lnTo>
                  <a:pt x="11145" y="10537"/>
                </a:lnTo>
                <a:lnTo>
                  <a:pt x="11315" y="10610"/>
                </a:lnTo>
                <a:lnTo>
                  <a:pt x="11632" y="10732"/>
                </a:lnTo>
                <a:lnTo>
                  <a:pt x="11802" y="10780"/>
                </a:lnTo>
                <a:lnTo>
                  <a:pt x="11656" y="10999"/>
                </a:lnTo>
                <a:lnTo>
                  <a:pt x="11510" y="10951"/>
                </a:lnTo>
                <a:lnTo>
                  <a:pt x="11364" y="10926"/>
                </a:lnTo>
                <a:lnTo>
                  <a:pt x="11072" y="10853"/>
                </a:lnTo>
                <a:lnTo>
                  <a:pt x="10950" y="10853"/>
                </a:lnTo>
                <a:lnTo>
                  <a:pt x="10804" y="10902"/>
                </a:lnTo>
                <a:lnTo>
                  <a:pt x="10780" y="10926"/>
                </a:lnTo>
                <a:lnTo>
                  <a:pt x="10756" y="10951"/>
                </a:lnTo>
                <a:lnTo>
                  <a:pt x="10756" y="10999"/>
                </a:lnTo>
                <a:lnTo>
                  <a:pt x="10780" y="11048"/>
                </a:lnTo>
                <a:lnTo>
                  <a:pt x="10902" y="11121"/>
                </a:lnTo>
                <a:lnTo>
                  <a:pt x="11023" y="11170"/>
                </a:lnTo>
                <a:lnTo>
                  <a:pt x="11267" y="11243"/>
                </a:lnTo>
                <a:lnTo>
                  <a:pt x="11461" y="11291"/>
                </a:lnTo>
                <a:lnTo>
                  <a:pt x="11242" y="11583"/>
                </a:lnTo>
                <a:lnTo>
                  <a:pt x="11072" y="11535"/>
                </a:lnTo>
                <a:lnTo>
                  <a:pt x="10877" y="11535"/>
                </a:lnTo>
                <a:lnTo>
                  <a:pt x="10683" y="11583"/>
                </a:lnTo>
                <a:lnTo>
                  <a:pt x="10658" y="11608"/>
                </a:lnTo>
                <a:lnTo>
                  <a:pt x="10683" y="11632"/>
                </a:lnTo>
                <a:lnTo>
                  <a:pt x="10829" y="11681"/>
                </a:lnTo>
                <a:lnTo>
                  <a:pt x="10975" y="11729"/>
                </a:lnTo>
                <a:lnTo>
                  <a:pt x="11096" y="11778"/>
                </a:lnTo>
                <a:lnTo>
                  <a:pt x="10877" y="12143"/>
                </a:lnTo>
                <a:lnTo>
                  <a:pt x="10829" y="12118"/>
                </a:lnTo>
                <a:lnTo>
                  <a:pt x="10658" y="12045"/>
                </a:lnTo>
                <a:lnTo>
                  <a:pt x="10561" y="11997"/>
                </a:lnTo>
                <a:lnTo>
                  <a:pt x="10464" y="11972"/>
                </a:lnTo>
                <a:lnTo>
                  <a:pt x="10439" y="11997"/>
                </a:lnTo>
                <a:lnTo>
                  <a:pt x="10439" y="12045"/>
                </a:lnTo>
                <a:lnTo>
                  <a:pt x="10488" y="12118"/>
                </a:lnTo>
                <a:lnTo>
                  <a:pt x="10585" y="12191"/>
                </a:lnTo>
                <a:lnTo>
                  <a:pt x="10756" y="12313"/>
                </a:lnTo>
                <a:lnTo>
                  <a:pt x="10561" y="12654"/>
                </a:lnTo>
                <a:lnTo>
                  <a:pt x="10415" y="12629"/>
                </a:lnTo>
                <a:lnTo>
                  <a:pt x="10172" y="12629"/>
                </a:lnTo>
                <a:lnTo>
                  <a:pt x="10026" y="12654"/>
                </a:lnTo>
                <a:lnTo>
                  <a:pt x="10026" y="12678"/>
                </a:lnTo>
                <a:lnTo>
                  <a:pt x="10026" y="12702"/>
                </a:lnTo>
                <a:lnTo>
                  <a:pt x="10245" y="12800"/>
                </a:lnTo>
                <a:lnTo>
                  <a:pt x="10439" y="12897"/>
                </a:lnTo>
                <a:lnTo>
                  <a:pt x="10196" y="13384"/>
                </a:lnTo>
                <a:lnTo>
                  <a:pt x="9880" y="13384"/>
                </a:lnTo>
                <a:lnTo>
                  <a:pt x="9904" y="13432"/>
                </a:lnTo>
                <a:lnTo>
                  <a:pt x="10147" y="13505"/>
                </a:lnTo>
                <a:lnTo>
                  <a:pt x="10074" y="13700"/>
                </a:lnTo>
                <a:lnTo>
                  <a:pt x="10026" y="13895"/>
                </a:lnTo>
                <a:lnTo>
                  <a:pt x="9953" y="14284"/>
                </a:lnTo>
                <a:lnTo>
                  <a:pt x="9880" y="14673"/>
                </a:lnTo>
                <a:lnTo>
                  <a:pt x="9807" y="15087"/>
                </a:lnTo>
                <a:lnTo>
                  <a:pt x="9101" y="15111"/>
                </a:lnTo>
                <a:lnTo>
                  <a:pt x="9247" y="14673"/>
                </a:lnTo>
                <a:lnTo>
                  <a:pt x="9344" y="14235"/>
                </a:lnTo>
                <a:lnTo>
                  <a:pt x="9539" y="13359"/>
                </a:lnTo>
                <a:lnTo>
                  <a:pt x="9734" y="12459"/>
                </a:lnTo>
                <a:lnTo>
                  <a:pt x="9855" y="12021"/>
                </a:lnTo>
                <a:lnTo>
                  <a:pt x="9977" y="11583"/>
                </a:lnTo>
                <a:lnTo>
                  <a:pt x="10269" y="10659"/>
                </a:lnTo>
                <a:lnTo>
                  <a:pt x="10537" y="9734"/>
                </a:lnTo>
                <a:lnTo>
                  <a:pt x="10658" y="9320"/>
                </a:lnTo>
                <a:lnTo>
                  <a:pt x="10756" y="8858"/>
                </a:lnTo>
                <a:lnTo>
                  <a:pt x="10780" y="8639"/>
                </a:lnTo>
                <a:lnTo>
                  <a:pt x="10780" y="8396"/>
                </a:lnTo>
                <a:lnTo>
                  <a:pt x="10756" y="8177"/>
                </a:lnTo>
                <a:lnTo>
                  <a:pt x="10707" y="7958"/>
                </a:lnTo>
                <a:lnTo>
                  <a:pt x="10683" y="7933"/>
                </a:lnTo>
                <a:lnTo>
                  <a:pt x="10634" y="7933"/>
                </a:lnTo>
                <a:lnTo>
                  <a:pt x="10610" y="7958"/>
                </a:lnTo>
                <a:lnTo>
                  <a:pt x="10537" y="8177"/>
                </a:lnTo>
                <a:lnTo>
                  <a:pt x="10464" y="8420"/>
                </a:lnTo>
                <a:lnTo>
                  <a:pt x="10366" y="8882"/>
                </a:lnTo>
                <a:lnTo>
                  <a:pt x="10293" y="9369"/>
                </a:lnTo>
                <a:lnTo>
                  <a:pt x="10172" y="9831"/>
                </a:lnTo>
                <a:lnTo>
                  <a:pt x="9904" y="10756"/>
                </a:lnTo>
                <a:lnTo>
                  <a:pt x="9588" y="11656"/>
                </a:lnTo>
                <a:lnTo>
                  <a:pt x="9466" y="12094"/>
                </a:lnTo>
                <a:lnTo>
                  <a:pt x="9369" y="12532"/>
                </a:lnTo>
                <a:lnTo>
                  <a:pt x="9174" y="13384"/>
                </a:lnTo>
                <a:lnTo>
                  <a:pt x="8979" y="14260"/>
                </a:lnTo>
                <a:lnTo>
                  <a:pt x="8858" y="14698"/>
                </a:lnTo>
                <a:lnTo>
                  <a:pt x="8736" y="15111"/>
                </a:lnTo>
                <a:lnTo>
                  <a:pt x="8128" y="15136"/>
                </a:lnTo>
                <a:lnTo>
                  <a:pt x="7519" y="15087"/>
                </a:lnTo>
                <a:lnTo>
                  <a:pt x="7179" y="15063"/>
                </a:lnTo>
                <a:lnTo>
                  <a:pt x="7154" y="15038"/>
                </a:lnTo>
                <a:lnTo>
                  <a:pt x="7081" y="14698"/>
                </a:lnTo>
                <a:lnTo>
                  <a:pt x="7033" y="14357"/>
                </a:lnTo>
                <a:lnTo>
                  <a:pt x="6935" y="13651"/>
                </a:lnTo>
                <a:lnTo>
                  <a:pt x="6765" y="12605"/>
                </a:lnTo>
                <a:lnTo>
                  <a:pt x="6570" y="11583"/>
                </a:lnTo>
                <a:lnTo>
                  <a:pt x="6230" y="9880"/>
                </a:lnTo>
                <a:lnTo>
                  <a:pt x="6060" y="9028"/>
                </a:lnTo>
                <a:lnTo>
                  <a:pt x="5841" y="8177"/>
                </a:lnTo>
                <a:lnTo>
                  <a:pt x="5816" y="8152"/>
                </a:lnTo>
                <a:lnTo>
                  <a:pt x="5768" y="8128"/>
                </a:lnTo>
                <a:lnTo>
                  <a:pt x="5743" y="8128"/>
                </a:lnTo>
                <a:lnTo>
                  <a:pt x="5695" y="8152"/>
                </a:lnTo>
                <a:lnTo>
                  <a:pt x="5646" y="8298"/>
                </a:lnTo>
                <a:lnTo>
                  <a:pt x="5646" y="8420"/>
                </a:lnTo>
                <a:lnTo>
                  <a:pt x="5646" y="8542"/>
                </a:lnTo>
                <a:lnTo>
                  <a:pt x="5646" y="8663"/>
                </a:lnTo>
                <a:lnTo>
                  <a:pt x="5719" y="8931"/>
                </a:lnTo>
                <a:lnTo>
                  <a:pt x="5768" y="9199"/>
                </a:lnTo>
                <a:lnTo>
                  <a:pt x="5865" y="9734"/>
                </a:lnTo>
                <a:lnTo>
                  <a:pt x="5962" y="10245"/>
                </a:lnTo>
                <a:lnTo>
                  <a:pt x="6035" y="10780"/>
                </a:lnTo>
                <a:lnTo>
                  <a:pt x="6133" y="11316"/>
                </a:lnTo>
                <a:lnTo>
                  <a:pt x="6327" y="12337"/>
                </a:lnTo>
                <a:lnTo>
                  <a:pt x="6522" y="13384"/>
                </a:lnTo>
                <a:lnTo>
                  <a:pt x="6570" y="13773"/>
                </a:lnTo>
                <a:lnTo>
                  <a:pt x="6619" y="14211"/>
                </a:lnTo>
                <a:lnTo>
                  <a:pt x="6668" y="14625"/>
                </a:lnTo>
                <a:lnTo>
                  <a:pt x="6716" y="14819"/>
                </a:lnTo>
                <a:lnTo>
                  <a:pt x="6765" y="15014"/>
                </a:lnTo>
                <a:lnTo>
                  <a:pt x="6497" y="15038"/>
                </a:lnTo>
                <a:lnTo>
                  <a:pt x="6473" y="14625"/>
                </a:lnTo>
                <a:lnTo>
                  <a:pt x="6400" y="14235"/>
                </a:lnTo>
                <a:lnTo>
                  <a:pt x="6279" y="13846"/>
                </a:lnTo>
                <a:lnTo>
                  <a:pt x="6133" y="13481"/>
                </a:lnTo>
                <a:lnTo>
                  <a:pt x="5938" y="13116"/>
                </a:lnTo>
                <a:lnTo>
                  <a:pt x="5743" y="12775"/>
                </a:lnTo>
                <a:lnTo>
                  <a:pt x="5281" y="12070"/>
                </a:lnTo>
                <a:lnTo>
                  <a:pt x="4746" y="11267"/>
                </a:lnTo>
                <a:lnTo>
                  <a:pt x="4210" y="10415"/>
                </a:lnTo>
                <a:lnTo>
                  <a:pt x="3967" y="9977"/>
                </a:lnTo>
                <a:lnTo>
                  <a:pt x="3724" y="9539"/>
                </a:lnTo>
                <a:lnTo>
                  <a:pt x="3529" y="9077"/>
                </a:lnTo>
                <a:lnTo>
                  <a:pt x="3359" y="8615"/>
                </a:lnTo>
                <a:lnTo>
                  <a:pt x="3286" y="8396"/>
                </a:lnTo>
                <a:lnTo>
                  <a:pt x="3261" y="8152"/>
                </a:lnTo>
                <a:lnTo>
                  <a:pt x="3237" y="7909"/>
                </a:lnTo>
                <a:lnTo>
                  <a:pt x="3237" y="7666"/>
                </a:lnTo>
                <a:lnTo>
                  <a:pt x="3261" y="7155"/>
                </a:lnTo>
                <a:lnTo>
                  <a:pt x="3310" y="6668"/>
                </a:lnTo>
                <a:lnTo>
                  <a:pt x="3334" y="6376"/>
                </a:lnTo>
                <a:lnTo>
                  <a:pt x="3407" y="6108"/>
                </a:lnTo>
                <a:lnTo>
                  <a:pt x="3480" y="5841"/>
                </a:lnTo>
                <a:lnTo>
                  <a:pt x="3578" y="5597"/>
                </a:lnTo>
                <a:lnTo>
                  <a:pt x="3699" y="5354"/>
                </a:lnTo>
                <a:lnTo>
                  <a:pt x="3845" y="5111"/>
                </a:lnTo>
                <a:lnTo>
                  <a:pt x="4016" y="4892"/>
                </a:lnTo>
                <a:lnTo>
                  <a:pt x="4186" y="4673"/>
                </a:lnTo>
                <a:lnTo>
                  <a:pt x="4648" y="4162"/>
                </a:lnTo>
                <a:lnTo>
                  <a:pt x="5062" y="3748"/>
                </a:lnTo>
                <a:lnTo>
                  <a:pt x="5403" y="3432"/>
                </a:lnTo>
                <a:lnTo>
                  <a:pt x="5743" y="3189"/>
                </a:lnTo>
                <a:lnTo>
                  <a:pt x="6060" y="3018"/>
                </a:lnTo>
                <a:lnTo>
                  <a:pt x="6352" y="2872"/>
                </a:lnTo>
                <a:lnTo>
                  <a:pt x="6668" y="2775"/>
                </a:lnTo>
                <a:lnTo>
                  <a:pt x="6984" y="2702"/>
                </a:lnTo>
                <a:lnTo>
                  <a:pt x="7276" y="2653"/>
                </a:lnTo>
                <a:lnTo>
                  <a:pt x="7568" y="2629"/>
                </a:lnTo>
                <a:lnTo>
                  <a:pt x="7860" y="2605"/>
                </a:lnTo>
                <a:close/>
                <a:moveTo>
                  <a:pt x="6716" y="15525"/>
                </a:moveTo>
                <a:lnTo>
                  <a:pt x="6619" y="15720"/>
                </a:lnTo>
                <a:lnTo>
                  <a:pt x="6352" y="16158"/>
                </a:lnTo>
                <a:lnTo>
                  <a:pt x="6279" y="16109"/>
                </a:lnTo>
                <a:lnTo>
                  <a:pt x="6230" y="16060"/>
                </a:lnTo>
                <a:lnTo>
                  <a:pt x="6206" y="15963"/>
                </a:lnTo>
                <a:lnTo>
                  <a:pt x="6206" y="15866"/>
                </a:lnTo>
                <a:lnTo>
                  <a:pt x="6206" y="15768"/>
                </a:lnTo>
                <a:lnTo>
                  <a:pt x="6230" y="15695"/>
                </a:lnTo>
                <a:lnTo>
                  <a:pt x="6279" y="15598"/>
                </a:lnTo>
                <a:lnTo>
                  <a:pt x="6327" y="15549"/>
                </a:lnTo>
                <a:lnTo>
                  <a:pt x="6595" y="15525"/>
                </a:lnTo>
                <a:close/>
                <a:moveTo>
                  <a:pt x="6887" y="15525"/>
                </a:moveTo>
                <a:lnTo>
                  <a:pt x="7276" y="15549"/>
                </a:lnTo>
                <a:lnTo>
                  <a:pt x="7641" y="15598"/>
                </a:lnTo>
                <a:lnTo>
                  <a:pt x="8225" y="15647"/>
                </a:lnTo>
                <a:lnTo>
                  <a:pt x="8809" y="15671"/>
                </a:lnTo>
                <a:lnTo>
                  <a:pt x="8541" y="15963"/>
                </a:lnTo>
                <a:lnTo>
                  <a:pt x="8298" y="16255"/>
                </a:lnTo>
                <a:lnTo>
                  <a:pt x="7909" y="16231"/>
                </a:lnTo>
                <a:lnTo>
                  <a:pt x="8249" y="15744"/>
                </a:lnTo>
                <a:lnTo>
                  <a:pt x="8249" y="15720"/>
                </a:lnTo>
                <a:lnTo>
                  <a:pt x="8225" y="15695"/>
                </a:lnTo>
                <a:lnTo>
                  <a:pt x="8201" y="15671"/>
                </a:lnTo>
                <a:lnTo>
                  <a:pt x="8176" y="15695"/>
                </a:lnTo>
                <a:lnTo>
                  <a:pt x="7690" y="16231"/>
                </a:lnTo>
                <a:lnTo>
                  <a:pt x="7179" y="16182"/>
                </a:lnTo>
                <a:lnTo>
                  <a:pt x="7325" y="15939"/>
                </a:lnTo>
                <a:lnTo>
                  <a:pt x="7471" y="15671"/>
                </a:lnTo>
                <a:lnTo>
                  <a:pt x="7471" y="15647"/>
                </a:lnTo>
                <a:lnTo>
                  <a:pt x="7446" y="15622"/>
                </a:lnTo>
                <a:lnTo>
                  <a:pt x="7422" y="15647"/>
                </a:lnTo>
                <a:lnTo>
                  <a:pt x="7203" y="15890"/>
                </a:lnTo>
                <a:lnTo>
                  <a:pt x="6935" y="16182"/>
                </a:lnTo>
                <a:lnTo>
                  <a:pt x="6741" y="16206"/>
                </a:lnTo>
                <a:lnTo>
                  <a:pt x="6570" y="16255"/>
                </a:lnTo>
                <a:lnTo>
                  <a:pt x="6668" y="16060"/>
                </a:lnTo>
                <a:lnTo>
                  <a:pt x="6814" y="15817"/>
                </a:lnTo>
                <a:lnTo>
                  <a:pt x="6862" y="15671"/>
                </a:lnTo>
                <a:lnTo>
                  <a:pt x="6887" y="15525"/>
                </a:lnTo>
                <a:close/>
                <a:moveTo>
                  <a:pt x="9661" y="15622"/>
                </a:moveTo>
                <a:lnTo>
                  <a:pt x="9734" y="15671"/>
                </a:lnTo>
                <a:lnTo>
                  <a:pt x="9807" y="15695"/>
                </a:lnTo>
                <a:lnTo>
                  <a:pt x="9953" y="15695"/>
                </a:lnTo>
                <a:lnTo>
                  <a:pt x="9782" y="15793"/>
                </a:lnTo>
                <a:lnTo>
                  <a:pt x="9661" y="15939"/>
                </a:lnTo>
                <a:lnTo>
                  <a:pt x="9539" y="16085"/>
                </a:lnTo>
                <a:lnTo>
                  <a:pt x="9417" y="16279"/>
                </a:lnTo>
                <a:lnTo>
                  <a:pt x="9271" y="16279"/>
                </a:lnTo>
                <a:lnTo>
                  <a:pt x="9612" y="15817"/>
                </a:lnTo>
                <a:lnTo>
                  <a:pt x="9612" y="15793"/>
                </a:lnTo>
                <a:lnTo>
                  <a:pt x="9612" y="15768"/>
                </a:lnTo>
                <a:lnTo>
                  <a:pt x="9563" y="15768"/>
                </a:lnTo>
                <a:lnTo>
                  <a:pt x="9320" y="16012"/>
                </a:lnTo>
                <a:lnTo>
                  <a:pt x="9077" y="16255"/>
                </a:lnTo>
                <a:lnTo>
                  <a:pt x="8517" y="16255"/>
                </a:lnTo>
                <a:lnTo>
                  <a:pt x="8882" y="15720"/>
                </a:lnTo>
                <a:lnTo>
                  <a:pt x="8906" y="15695"/>
                </a:lnTo>
                <a:lnTo>
                  <a:pt x="8882" y="15671"/>
                </a:lnTo>
                <a:lnTo>
                  <a:pt x="9271" y="15671"/>
                </a:lnTo>
                <a:lnTo>
                  <a:pt x="9661" y="15622"/>
                </a:lnTo>
                <a:close/>
                <a:moveTo>
                  <a:pt x="10074" y="15768"/>
                </a:moveTo>
                <a:lnTo>
                  <a:pt x="10074" y="15841"/>
                </a:lnTo>
                <a:lnTo>
                  <a:pt x="10099" y="15939"/>
                </a:lnTo>
                <a:lnTo>
                  <a:pt x="10074" y="16060"/>
                </a:lnTo>
                <a:lnTo>
                  <a:pt x="10050" y="16182"/>
                </a:lnTo>
                <a:lnTo>
                  <a:pt x="9977" y="16304"/>
                </a:lnTo>
                <a:lnTo>
                  <a:pt x="9758" y="16279"/>
                </a:lnTo>
                <a:lnTo>
                  <a:pt x="9880" y="16012"/>
                </a:lnTo>
                <a:lnTo>
                  <a:pt x="9977" y="15890"/>
                </a:lnTo>
                <a:lnTo>
                  <a:pt x="10074" y="15768"/>
                </a:lnTo>
                <a:close/>
                <a:moveTo>
                  <a:pt x="6522" y="16571"/>
                </a:moveTo>
                <a:lnTo>
                  <a:pt x="6595" y="16620"/>
                </a:lnTo>
                <a:lnTo>
                  <a:pt x="6424" y="16888"/>
                </a:lnTo>
                <a:lnTo>
                  <a:pt x="6376" y="17034"/>
                </a:lnTo>
                <a:lnTo>
                  <a:pt x="6327" y="17180"/>
                </a:lnTo>
                <a:lnTo>
                  <a:pt x="6254" y="17082"/>
                </a:lnTo>
                <a:lnTo>
                  <a:pt x="6230" y="16985"/>
                </a:lnTo>
                <a:lnTo>
                  <a:pt x="6206" y="16912"/>
                </a:lnTo>
                <a:lnTo>
                  <a:pt x="6230" y="16815"/>
                </a:lnTo>
                <a:lnTo>
                  <a:pt x="6254" y="16839"/>
                </a:lnTo>
                <a:lnTo>
                  <a:pt x="6303" y="16839"/>
                </a:lnTo>
                <a:lnTo>
                  <a:pt x="6352" y="16815"/>
                </a:lnTo>
                <a:lnTo>
                  <a:pt x="6376" y="16766"/>
                </a:lnTo>
                <a:lnTo>
                  <a:pt x="6424" y="16596"/>
                </a:lnTo>
                <a:lnTo>
                  <a:pt x="6449" y="16596"/>
                </a:lnTo>
                <a:lnTo>
                  <a:pt x="6522" y="16571"/>
                </a:lnTo>
                <a:close/>
                <a:moveTo>
                  <a:pt x="7884" y="16693"/>
                </a:moveTo>
                <a:lnTo>
                  <a:pt x="7957" y="16717"/>
                </a:lnTo>
                <a:lnTo>
                  <a:pt x="7787" y="16985"/>
                </a:lnTo>
                <a:lnTo>
                  <a:pt x="7617" y="17253"/>
                </a:lnTo>
                <a:lnTo>
                  <a:pt x="7592" y="17326"/>
                </a:lnTo>
                <a:lnTo>
                  <a:pt x="7300" y="17326"/>
                </a:lnTo>
                <a:lnTo>
                  <a:pt x="7398" y="17107"/>
                </a:lnTo>
                <a:lnTo>
                  <a:pt x="7519" y="16888"/>
                </a:lnTo>
                <a:lnTo>
                  <a:pt x="7617" y="16717"/>
                </a:lnTo>
                <a:lnTo>
                  <a:pt x="7884" y="16693"/>
                </a:lnTo>
                <a:close/>
                <a:moveTo>
                  <a:pt x="8225" y="16717"/>
                </a:moveTo>
                <a:lnTo>
                  <a:pt x="8736" y="16742"/>
                </a:lnTo>
                <a:lnTo>
                  <a:pt x="8541" y="17034"/>
                </a:lnTo>
                <a:lnTo>
                  <a:pt x="8371" y="17326"/>
                </a:lnTo>
                <a:lnTo>
                  <a:pt x="7909" y="17326"/>
                </a:lnTo>
                <a:lnTo>
                  <a:pt x="7933" y="17277"/>
                </a:lnTo>
                <a:lnTo>
                  <a:pt x="8225" y="16717"/>
                </a:lnTo>
                <a:close/>
                <a:moveTo>
                  <a:pt x="9223" y="16742"/>
                </a:moveTo>
                <a:lnTo>
                  <a:pt x="8979" y="17350"/>
                </a:lnTo>
                <a:lnTo>
                  <a:pt x="8663" y="17350"/>
                </a:lnTo>
                <a:lnTo>
                  <a:pt x="8979" y="16742"/>
                </a:lnTo>
                <a:close/>
                <a:moveTo>
                  <a:pt x="9928" y="16742"/>
                </a:moveTo>
                <a:lnTo>
                  <a:pt x="9661" y="17253"/>
                </a:lnTo>
                <a:lnTo>
                  <a:pt x="9612" y="17350"/>
                </a:lnTo>
                <a:lnTo>
                  <a:pt x="9320" y="17350"/>
                </a:lnTo>
                <a:lnTo>
                  <a:pt x="9563" y="16742"/>
                </a:lnTo>
                <a:close/>
                <a:moveTo>
                  <a:pt x="10147" y="16839"/>
                </a:moveTo>
                <a:lnTo>
                  <a:pt x="10220" y="16961"/>
                </a:lnTo>
                <a:lnTo>
                  <a:pt x="10245" y="17107"/>
                </a:lnTo>
                <a:lnTo>
                  <a:pt x="10220" y="17228"/>
                </a:lnTo>
                <a:lnTo>
                  <a:pt x="10147" y="17350"/>
                </a:lnTo>
                <a:lnTo>
                  <a:pt x="9928" y="17350"/>
                </a:lnTo>
                <a:lnTo>
                  <a:pt x="9953" y="17277"/>
                </a:lnTo>
                <a:lnTo>
                  <a:pt x="10050" y="17082"/>
                </a:lnTo>
                <a:lnTo>
                  <a:pt x="10147" y="16839"/>
                </a:lnTo>
                <a:close/>
                <a:moveTo>
                  <a:pt x="6862" y="16693"/>
                </a:moveTo>
                <a:lnTo>
                  <a:pt x="7081" y="16717"/>
                </a:lnTo>
                <a:lnTo>
                  <a:pt x="7300" y="16717"/>
                </a:lnTo>
                <a:lnTo>
                  <a:pt x="7106" y="17009"/>
                </a:lnTo>
                <a:lnTo>
                  <a:pt x="6935" y="17326"/>
                </a:lnTo>
                <a:lnTo>
                  <a:pt x="6741" y="17350"/>
                </a:lnTo>
                <a:lnTo>
                  <a:pt x="6570" y="17399"/>
                </a:lnTo>
                <a:lnTo>
                  <a:pt x="6619" y="17204"/>
                </a:lnTo>
                <a:lnTo>
                  <a:pt x="6692" y="17034"/>
                </a:lnTo>
                <a:lnTo>
                  <a:pt x="6862" y="16693"/>
                </a:lnTo>
                <a:close/>
                <a:moveTo>
                  <a:pt x="6473" y="17618"/>
                </a:moveTo>
                <a:lnTo>
                  <a:pt x="6643" y="17691"/>
                </a:lnTo>
                <a:lnTo>
                  <a:pt x="6814" y="17715"/>
                </a:lnTo>
                <a:lnTo>
                  <a:pt x="6789" y="17910"/>
                </a:lnTo>
                <a:lnTo>
                  <a:pt x="6765" y="18080"/>
                </a:lnTo>
                <a:lnTo>
                  <a:pt x="6643" y="17983"/>
                </a:lnTo>
                <a:lnTo>
                  <a:pt x="6546" y="17861"/>
                </a:lnTo>
                <a:lnTo>
                  <a:pt x="6352" y="17642"/>
                </a:lnTo>
                <a:lnTo>
                  <a:pt x="6376" y="17618"/>
                </a:lnTo>
                <a:lnTo>
                  <a:pt x="6424" y="17642"/>
                </a:lnTo>
                <a:lnTo>
                  <a:pt x="6473" y="17618"/>
                </a:lnTo>
                <a:close/>
                <a:moveTo>
                  <a:pt x="7398" y="17739"/>
                </a:moveTo>
                <a:lnTo>
                  <a:pt x="7300" y="18031"/>
                </a:lnTo>
                <a:lnTo>
                  <a:pt x="7252" y="18177"/>
                </a:lnTo>
                <a:lnTo>
                  <a:pt x="7252" y="18299"/>
                </a:lnTo>
                <a:lnTo>
                  <a:pt x="7008" y="18202"/>
                </a:lnTo>
                <a:lnTo>
                  <a:pt x="7154" y="17739"/>
                </a:lnTo>
                <a:close/>
                <a:moveTo>
                  <a:pt x="8833" y="17715"/>
                </a:moveTo>
                <a:lnTo>
                  <a:pt x="8785" y="17837"/>
                </a:lnTo>
                <a:lnTo>
                  <a:pt x="8736" y="17983"/>
                </a:lnTo>
                <a:lnTo>
                  <a:pt x="8712" y="18104"/>
                </a:lnTo>
                <a:lnTo>
                  <a:pt x="8736" y="18153"/>
                </a:lnTo>
                <a:lnTo>
                  <a:pt x="8736" y="18202"/>
                </a:lnTo>
                <a:lnTo>
                  <a:pt x="8809" y="18250"/>
                </a:lnTo>
                <a:lnTo>
                  <a:pt x="8882" y="18250"/>
                </a:lnTo>
                <a:lnTo>
                  <a:pt x="8931" y="18226"/>
                </a:lnTo>
                <a:lnTo>
                  <a:pt x="9004" y="18153"/>
                </a:lnTo>
                <a:lnTo>
                  <a:pt x="9125" y="17958"/>
                </a:lnTo>
                <a:lnTo>
                  <a:pt x="9198" y="17739"/>
                </a:lnTo>
                <a:lnTo>
                  <a:pt x="9393" y="17739"/>
                </a:lnTo>
                <a:lnTo>
                  <a:pt x="9369" y="17861"/>
                </a:lnTo>
                <a:lnTo>
                  <a:pt x="9369" y="18007"/>
                </a:lnTo>
                <a:lnTo>
                  <a:pt x="9125" y="18153"/>
                </a:lnTo>
                <a:lnTo>
                  <a:pt x="8833" y="18275"/>
                </a:lnTo>
                <a:lnTo>
                  <a:pt x="8566" y="18372"/>
                </a:lnTo>
                <a:lnTo>
                  <a:pt x="8249" y="18421"/>
                </a:lnTo>
                <a:lnTo>
                  <a:pt x="8274" y="18275"/>
                </a:lnTo>
                <a:lnTo>
                  <a:pt x="8371" y="17983"/>
                </a:lnTo>
                <a:lnTo>
                  <a:pt x="8468" y="17715"/>
                </a:lnTo>
                <a:close/>
                <a:moveTo>
                  <a:pt x="8176" y="17715"/>
                </a:moveTo>
                <a:lnTo>
                  <a:pt x="8030" y="18056"/>
                </a:lnTo>
                <a:lnTo>
                  <a:pt x="7957" y="18250"/>
                </a:lnTo>
                <a:lnTo>
                  <a:pt x="7933" y="18445"/>
                </a:lnTo>
                <a:lnTo>
                  <a:pt x="7738" y="18421"/>
                </a:lnTo>
                <a:lnTo>
                  <a:pt x="7568" y="18396"/>
                </a:lnTo>
                <a:lnTo>
                  <a:pt x="7568" y="18226"/>
                </a:lnTo>
                <a:lnTo>
                  <a:pt x="7641" y="17983"/>
                </a:lnTo>
                <a:lnTo>
                  <a:pt x="7738" y="17715"/>
                </a:lnTo>
                <a:close/>
                <a:moveTo>
                  <a:pt x="8128" y="2094"/>
                </a:moveTo>
                <a:lnTo>
                  <a:pt x="7714" y="2142"/>
                </a:lnTo>
                <a:lnTo>
                  <a:pt x="7325" y="2191"/>
                </a:lnTo>
                <a:lnTo>
                  <a:pt x="6935" y="2264"/>
                </a:lnTo>
                <a:lnTo>
                  <a:pt x="6546" y="2386"/>
                </a:lnTo>
                <a:lnTo>
                  <a:pt x="6181" y="2507"/>
                </a:lnTo>
                <a:lnTo>
                  <a:pt x="5841" y="2653"/>
                </a:lnTo>
                <a:lnTo>
                  <a:pt x="5500" y="2824"/>
                </a:lnTo>
                <a:lnTo>
                  <a:pt x="5184" y="3018"/>
                </a:lnTo>
                <a:lnTo>
                  <a:pt x="4892" y="3237"/>
                </a:lnTo>
                <a:lnTo>
                  <a:pt x="4551" y="3554"/>
                </a:lnTo>
                <a:lnTo>
                  <a:pt x="4210" y="3918"/>
                </a:lnTo>
                <a:lnTo>
                  <a:pt x="3918" y="4332"/>
                </a:lnTo>
                <a:lnTo>
                  <a:pt x="3626" y="4746"/>
                </a:lnTo>
                <a:lnTo>
                  <a:pt x="3383" y="5159"/>
                </a:lnTo>
                <a:lnTo>
                  <a:pt x="3164" y="5549"/>
                </a:lnTo>
                <a:lnTo>
                  <a:pt x="3018" y="5889"/>
                </a:lnTo>
                <a:lnTo>
                  <a:pt x="2921" y="6157"/>
                </a:lnTo>
                <a:lnTo>
                  <a:pt x="2823" y="6595"/>
                </a:lnTo>
                <a:lnTo>
                  <a:pt x="2775" y="7057"/>
                </a:lnTo>
                <a:lnTo>
                  <a:pt x="2750" y="7495"/>
                </a:lnTo>
                <a:lnTo>
                  <a:pt x="2775" y="7958"/>
                </a:lnTo>
                <a:lnTo>
                  <a:pt x="2823" y="8396"/>
                </a:lnTo>
                <a:lnTo>
                  <a:pt x="2921" y="8834"/>
                </a:lnTo>
                <a:lnTo>
                  <a:pt x="3067" y="9272"/>
                </a:lnTo>
                <a:lnTo>
                  <a:pt x="3237" y="9685"/>
                </a:lnTo>
                <a:lnTo>
                  <a:pt x="3602" y="10367"/>
                </a:lnTo>
                <a:lnTo>
                  <a:pt x="3991" y="11024"/>
                </a:lnTo>
                <a:lnTo>
                  <a:pt x="4843" y="12337"/>
                </a:lnTo>
                <a:lnTo>
                  <a:pt x="5281" y="13019"/>
                </a:lnTo>
                <a:lnTo>
                  <a:pt x="5476" y="13384"/>
                </a:lnTo>
                <a:lnTo>
                  <a:pt x="5646" y="13724"/>
                </a:lnTo>
                <a:lnTo>
                  <a:pt x="5792" y="14089"/>
                </a:lnTo>
                <a:lnTo>
                  <a:pt x="5914" y="14454"/>
                </a:lnTo>
                <a:lnTo>
                  <a:pt x="5987" y="14844"/>
                </a:lnTo>
                <a:lnTo>
                  <a:pt x="5987" y="15282"/>
                </a:lnTo>
                <a:lnTo>
                  <a:pt x="5962" y="15379"/>
                </a:lnTo>
                <a:lnTo>
                  <a:pt x="5962" y="15428"/>
                </a:lnTo>
                <a:lnTo>
                  <a:pt x="5889" y="15525"/>
                </a:lnTo>
                <a:lnTo>
                  <a:pt x="5841" y="15647"/>
                </a:lnTo>
                <a:lnTo>
                  <a:pt x="5816" y="15768"/>
                </a:lnTo>
                <a:lnTo>
                  <a:pt x="5792" y="15914"/>
                </a:lnTo>
                <a:lnTo>
                  <a:pt x="5816" y="16036"/>
                </a:lnTo>
                <a:lnTo>
                  <a:pt x="5841" y="16158"/>
                </a:lnTo>
                <a:lnTo>
                  <a:pt x="5889" y="16279"/>
                </a:lnTo>
                <a:lnTo>
                  <a:pt x="5962" y="16377"/>
                </a:lnTo>
                <a:lnTo>
                  <a:pt x="5865" y="16474"/>
                </a:lnTo>
                <a:lnTo>
                  <a:pt x="5792" y="16620"/>
                </a:lnTo>
                <a:lnTo>
                  <a:pt x="5768" y="16766"/>
                </a:lnTo>
                <a:lnTo>
                  <a:pt x="5768" y="16912"/>
                </a:lnTo>
                <a:lnTo>
                  <a:pt x="5768" y="17058"/>
                </a:lnTo>
                <a:lnTo>
                  <a:pt x="5816" y="17204"/>
                </a:lnTo>
                <a:lnTo>
                  <a:pt x="5889" y="17350"/>
                </a:lnTo>
                <a:lnTo>
                  <a:pt x="5987" y="17472"/>
                </a:lnTo>
                <a:lnTo>
                  <a:pt x="5962" y="17496"/>
                </a:lnTo>
                <a:lnTo>
                  <a:pt x="5914" y="17618"/>
                </a:lnTo>
                <a:lnTo>
                  <a:pt x="5914" y="17715"/>
                </a:lnTo>
                <a:lnTo>
                  <a:pt x="5938" y="17837"/>
                </a:lnTo>
                <a:lnTo>
                  <a:pt x="5987" y="17934"/>
                </a:lnTo>
                <a:lnTo>
                  <a:pt x="6133" y="18129"/>
                </a:lnTo>
                <a:lnTo>
                  <a:pt x="6303" y="18299"/>
                </a:lnTo>
                <a:lnTo>
                  <a:pt x="6424" y="18421"/>
                </a:lnTo>
                <a:lnTo>
                  <a:pt x="6570" y="18518"/>
                </a:lnTo>
                <a:lnTo>
                  <a:pt x="6862" y="18688"/>
                </a:lnTo>
                <a:lnTo>
                  <a:pt x="7179" y="18810"/>
                </a:lnTo>
                <a:lnTo>
                  <a:pt x="7495" y="18859"/>
                </a:lnTo>
                <a:lnTo>
                  <a:pt x="7738" y="18883"/>
                </a:lnTo>
                <a:lnTo>
                  <a:pt x="7982" y="18883"/>
                </a:lnTo>
                <a:lnTo>
                  <a:pt x="8030" y="18956"/>
                </a:lnTo>
                <a:lnTo>
                  <a:pt x="8079" y="18980"/>
                </a:lnTo>
                <a:lnTo>
                  <a:pt x="8128" y="18980"/>
                </a:lnTo>
                <a:lnTo>
                  <a:pt x="8176" y="18956"/>
                </a:lnTo>
                <a:lnTo>
                  <a:pt x="8201" y="18907"/>
                </a:lnTo>
                <a:lnTo>
                  <a:pt x="8201" y="18883"/>
                </a:lnTo>
                <a:lnTo>
                  <a:pt x="8493" y="18834"/>
                </a:lnTo>
                <a:lnTo>
                  <a:pt x="8785" y="18761"/>
                </a:lnTo>
                <a:lnTo>
                  <a:pt x="9052" y="18664"/>
                </a:lnTo>
                <a:lnTo>
                  <a:pt x="9320" y="18542"/>
                </a:lnTo>
                <a:lnTo>
                  <a:pt x="9563" y="18396"/>
                </a:lnTo>
                <a:lnTo>
                  <a:pt x="9807" y="18226"/>
                </a:lnTo>
                <a:lnTo>
                  <a:pt x="10050" y="18056"/>
                </a:lnTo>
                <a:lnTo>
                  <a:pt x="10269" y="17837"/>
                </a:lnTo>
                <a:lnTo>
                  <a:pt x="10318" y="17764"/>
                </a:lnTo>
                <a:lnTo>
                  <a:pt x="10342" y="17691"/>
                </a:lnTo>
                <a:lnTo>
                  <a:pt x="10464" y="17593"/>
                </a:lnTo>
                <a:lnTo>
                  <a:pt x="10537" y="17447"/>
                </a:lnTo>
                <a:lnTo>
                  <a:pt x="10585" y="17301"/>
                </a:lnTo>
                <a:lnTo>
                  <a:pt x="10634" y="17107"/>
                </a:lnTo>
                <a:lnTo>
                  <a:pt x="10634" y="16936"/>
                </a:lnTo>
                <a:lnTo>
                  <a:pt x="10585" y="16742"/>
                </a:lnTo>
                <a:lnTo>
                  <a:pt x="10512" y="16596"/>
                </a:lnTo>
                <a:lnTo>
                  <a:pt x="10391" y="16474"/>
                </a:lnTo>
                <a:lnTo>
                  <a:pt x="10488" y="16255"/>
                </a:lnTo>
                <a:lnTo>
                  <a:pt x="10537" y="16036"/>
                </a:lnTo>
                <a:lnTo>
                  <a:pt x="10537" y="15817"/>
                </a:lnTo>
                <a:lnTo>
                  <a:pt x="10488" y="15574"/>
                </a:lnTo>
                <a:lnTo>
                  <a:pt x="10415" y="15476"/>
                </a:lnTo>
                <a:lnTo>
                  <a:pt x="10342" y="15379"/>
                </a:lnTo>
                <a:lnTo>
                  <a:pt x="10342" y="15306"/>
                </a:lnTo>
                <a:lnTo>
                  <a:pt x="10415" y="14965"/>
                </a:lnTo>
                <a:lnTo>
                  <a:pt x="10464" y="14625"/>
                </a:lnTo>
                <a:lnTo>
                  <a:pt x="10512" y="14284"/>
                </a:lnTo>
                <a:lnTo>
                  <a:pt x="10585" y="13943"/>
                </a:lnTo>
                <a:lnTo>
                  <a:pt x="10658" y="13700"/>
                </a:lnTo>
                <a:lnTo>
                  <a:pt x="10756" y="13457"/>
                </a:lnTo>
                <a:lnTo>
                  <a:pt x="10999" y="12994"/>
                </a:lnTo>
                <a:lnTo>
                  <a:pt x="11023" y="12970"/>
                </a:lnTo>
                <a:lnTo>
                  <a:pt x="11023" y="12946"/>
                </a:lnTo>
                <a:lnTo>
                  <a:pt x="11340" y="12459"/>
                </a:lnTo>
                <a:lnTo>
                  <a:pt x="11632" y="11972"/>
                </a:lnTo>
                <a:lnTo>
                  <a:pt x="12191" y="11194"/>
                </a:lnTo>
                <a:lnTo>
                  <a:pt x="12483" y="10780"/>
                </a:lnTo>
                <a:lnTo>
                  <a:pt x="12751" y="10367"/>
                </a:lnTo>
                <a:lnTo>
                  <a:pt x="12994" y="9953"/>
                </a:lnTo>
                <a:lnTo>
                  <a:pt x="13213" y="9515"/>
                </a:lnTo>
                <a:lnTo>
                  <a:pt x="13384" y="9053"/>
                </a:lnTo>
                <a:lnTo>
                  <a:pt x="13457" y="8809"/>
                </a:lnTo>
                <a:lnTo>
                  <a:pt x="13505" y="8590"/>
                </a:lnTo>
                <a:lnTo>
                  <a:pt x="13554" y="8152"/>
                </a:lnTo>
                <a:lnTo>
                  <a:pt x="13554" y="7714"/>
                </a:lnTo>
                <a:lnTo>
                  <a:pt x="13505" y="7276"/>
                </a:lnTo>
                <a:lnTo>
                  <a:pt x="13432" y="6838"/>
                </a:lnTo>
                <a:lnTo>
                  <a:pt x="13335" y="6400"/>
                </a:lnTo>
                <a:lnTo>
                  <a:pt x="13213" y="5962"/>
                </a:lnTo>
                <a:lnTo>
                  <a:pt x="12946" y="5135"/>
                </a:lnTo>
                <a:lnTo>
                  <a:pt x="12800" y="4770"/>
                </a:lnTo>
                <a:lnTo>
                  <a:pt x="12605" y="4429"/>
                </a:lnTo>
                <a:lnTo>
                  <a:pt x="12386" y="4113"/>
                </a:lnTo>
                <a:lnTo>
                  <a:pt x="12143" y="3797"/>
                </a:lnTo>
                <a:lnTo>
                  <a:pt x="12143" y="3773"/>
                </a:lnTo>
                <a:lnTo>
                  <a:pt x="12094" y="3675"/>
                </a:lnTo>
                <a:lnTo>
                  <a:pt x="12021" y="3602"/>
                </a:lnTo>
                <a:lnTo>
                  <a:pt x="11948" y="3554"/>
                </a:lnTo>
                <a:lnTo>
                  <a:pt x="11851" y="3505"/>
                </a:lnTo>
                <a:lnTo>
                  <a:pt x="11607" y="3286"/>
                </a:lnTo>
                <a:lnTo>
                  <a:pt x="11340" y="3091"/>
                </a:lnTo>
                <a:lnTo>
                  <a:pt x="11072" y="2897"/>
                </a:lnTo>
                <a:lnTo>
                  <a:pt x="10804" y="2726"/>
                </a:lnTo>
                <a:lnTo>
                  <a:pt x="10464" y="2556"/>
                </a:lnTo>
                <a:lnTo>
                  <a:pt x="10099" y="2386"/>
                </a:lnTo>
                <a:lnTo>
                  <a:pt x="9709" y="2264"/>
                </a:lnTo>
                <a:lnTo>
                  <a:pt x="9320" y="2191"/>
                </a:lnTo>
                <a:lnTo>
                  <a:pt x="8931" y="2142"/>
                </a:lnTo>
                <a:lnTo>
                  <a:pt x="8517" y="2094"/>
                </a:lnTo>
                <a:close/>
              </a:path>
            </a:pathLst>
          </a:custGeom>
          <a:solidFill>
            <a:srgbClr val="BF9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1C232"/>
              </a:solidFill>
            </a:endParaRPr>
          </a:p>
        </p:txBody>
      </p:sp>
      <p:sp>
        <p:nvSpPr>
          <p:cNvPr id="505" name="Google Shape;505;p25"/>
          <p:cNvSpPr/>
          <p:nvPr/>
        </p:nvSpPr>
        <p:spPr>
          <a:xfrm>
            <a:off x="1423028" y="2219026"/>
            <a:ext cx="548695" cy="1319749"/>
          </a:xfrm>
          <a:custGeom>
            <a:rect b="b" l="l" r="r" t="t"/>
            <a:pathLst>
              <a:path extrusionOk="0" h="21073" w="8542">
                <a:moveTo>
                  <a:pt x="4478" y="487"/>
                </a:moveTo>
                <a:lnTo>
                  <a:pt x="4673" y="536"/>
                </a:lnTo>
                <a:lnTo>
                  <a:pt x="4600" y="584"/>
                </a:lnTo>
                <a:lnTo>
                  <a:pt x="4527" y="657"/>
                </a:lnTo>
                <a:lnTo>
                  <a:pt x="4527" y="730"/>
                </a:lnTo>
                <a:lnTo>
                  <a:pt x="4527" y="755"/>
                </a:lnTo>
                <a:lnTo>
                  <a:pt x="4697" y="755"/>
                </a:lnTo>
                <a:lnTo>
                  <a:pt x="4819" y="730"/>
                </a:lnTo>
                <a:lnTo>
                  <a:pt x="4892" y="682"/>
                </a:lnTo>
                <a:lnTo>
                  <a:pt x="4965" y="633"/>
                </a:lnTo>
                <a:lnTo>
                  <a:pt x="5038" y="682"/>
                </a:lnTo>
                <a:lnTo>
                  <a:pt x="4965" y="730"/>
                </a:lnTo>
                <a:lnTo>
                  <a:pt x="4916" y="779"/>
                </a:lnTo>
                <a:lnTo>
                  <a:pt x="4819" y="925"/>
                </a:lnTo>
                <a:lnTo>
                  <a:pt x="4819" y="949"/>
                </a:lnTo>
                <a:lnTo>
                  <a:pt x="4843" y="974"/>
                </a:lnTo>
                <a:lnTo>
                  <a:pt x="4867" y="998"/>
                </a:lnTo>
                <a:lnTo>
                  <a:pt x="4892" y="974"/>
                </a:lnTo>
                <a:lnTo>
                  <a:pt x="5038" y="876"/>
                </a:lnTo>
                <a:lnTo>
                  <a:pt x="5111" y="828"/>
                </a:lnTo>
                <a:lnTo>
                  <a:pt x="5208" y="803"/>
                </a:lnTo>
                <a:lnTo>
                  <a:pt x="5330" y="901"/>
                </a:lnTo>
                <a:lnTo>
                  <a:pt x="5451" y="1022"/>
                </a:lnTo>
                <a:lnTo>
                  <a:pt x="5281" y="1120"/>
                </a:lnTo>
                <a:lnTo>
                  <a:pt x="5208" y="1193"/>
                </a:lnTo>
                <a:lnTo>
                  <a:pt x="5111" y="1266"/>
                </a:lnTo>
                <a:lnTo>
                  <a:pt x="4965" y="1436"/>
                </a:lnTo>
                <a:lnTo>
                  <a:pt x="4965" y="1460"/>
                </a:lnTo>
                <a:lnTo>
                  <a:pt x="4965" y="1485"/>
                </a:lnTo>
                <a:lnTo>
                  <a:pt x="5013" y="1485"/>
                </a:lnTo>
                <a:lnTo>
                  <a:pt x="5111" y="1436"/>
                </a:lnTo>
                <a:lnTo>
                  <a:pt x="5208" y="1387"/>
                </a:lnTo>
                <a:lnTo>
                  <a:pt x="5403" y="1314"/>
                </a:lnTo>
                <a:lnTo>
                  <a:pt x="5573" y="1217"/>
                </a:lnTo>
                <a:lnTo>
                  <a:pt x="5695" y="1412"/>
                </a:lnTo>
                <a:lnTo>
                  <a:pt x="5768" y="1631"/>
                </a:lnTo>
                <a:lnTo>
                  <a:pt x="5719" y="1631"/>
                </a:lnTo>
                <a:lnTo>
                  <a:pt x="5597" y="1679"/>
                </a:lnTo>
                <a:lnTo>
                  <a:pt x="5451" y="1728"/>
                </a:lnTo>
                <a:lnTo>
                  <a:pt x="5184" y="1874"/>
                </a:lnTo>
                <a:lnTo>
                  <a:pt x="4989" y="1996"/>
                </a:lnTo>
                <a:lnTo>
                  <a:pt x="4892" y="2069"/>
                </a:lnTo>
                <a:lnTo>
                  <a:pt x="4819" y="2166"/>
                </a:lnTo>
                <a:lnTo>
                  <a:pt x="4819" y="2190"/>
                </a:lnTo>
                <a:lnTo>
                  <a:pt x="4843" y="2215"/>
                </a:lnTo>
                <a:lnTo>
                  <a:pt x="4940" y="2239"/>
                </a:lnTo>
                <a:lnTo>
                  <a:pt x="5038" y="2239"/>
                </a:lnTo>
                <a:lnTo>
                  <a:pt x="5232" y="2166"/>
                </a:lnTo>
                <a:lnTo>
                  <a:pt x="5524" y="2069"/>
                </a:lnTo>
                <a:lnTo>
                  <a:pt x="5816" y="1947"/>
                </a:lnTo>
                <a:lnTo>
                  <a:pt x="5841" y="1947"/>
                </a:lnTo>
                <a:lnTo>
                  <a:pt x="5841" y="1971"/>
                </a:lnTo>
                <a:lnTo>
                  <a:pt x="5841" y="2142"/>
                </a:lnTo>
                <a:lnTo>
                  <a:pt x="5816" y="2312"/>
                </a:lnTo>
                <a:lnTo>
                  <a:pt x="5743" y="2312"/>
                </a:lnTo>
                <a:lnTo>
                  <a:pt x="5622" y="2361"/>
                </a:lnTo>
                <a:lnTo>
                  <a:pt x="5476" y="2385"/>
                </a:lnTo>
                <a:lnTo>
                  <a:pt x="5208" y="2434"/>
                </a:lnTo>
                <a:lnTo>
                  <a:pt x="4916" y="2507"/>
                </a:lnTo>
                <a:lnTo>
                  <a:pt x="4794" y="2555"/>
                </a:lnTo>
                <a:lnTo>
                  <a:pt x="4648" y="2604"/>
                </a:lnTo>
                <a:lnTo>
                  <a:pt x="4648" y="2653"/>
                </a:lnTo>
                <a:lnTo>
                  <a:pt x="4673" y="2653"/>
                </a:lnTo>
                <a:lnTo>
                  <a:pt x="5208" y="2701"/>
                </a:lnTo>
                <a:lnTo>
                  <a:pt x="5476" y="2701"/>
                </a:lnTo>
                <a:lnTo>
                  <a:pt x="5719" y="2653"/>
                </a:lnTo>
                <a:lnTo>
                  <a:pt x="5646" y="2847"/>
                </a:lnTo>
                <a:lnTo>
                  <a:pt x="5524" y="3042"/>
                </a:lnTo>
                <a:lnTo>
                  <a:pt x="4697" y="3042"/>
                </a:lnTo>
                <a:lnTo>
                  <a:pt x="4624" y="3018"/>
                </a:lnTo>
                <a:lnTo>
                  <a:pt x="4575" y="2993"/>
                </a:lnTo>
                <a:lnTo>
                  <a:pt x="4551" y="2993"/>
                </a:lnTo>
                <a:lnTo>
                  <a:pt x="4551" y="3018"/>
                </a:lnTo>
                <a:lnTo>
                  <a:pt x="4600" y="3091"/>
                </a:lnTo>
                <a:lnTo>
                  <a:pt x="4673" y="3164"/>
                </a:lnTo>
                <a:lnTo>
                  <a:pt x="4746" y="3212"/>
                </a:lnTo>
                <a:lnTo>
                  <a:pt x="4843" y="3261"/>
                </a:lnTo>
                <a:lnTo>
                  <a:pt x="5086" y="3310"/>
                </a:lnTo>
                <a:lnTo>
                  <a:pt x="5330" y="3310"/>
                </a:lnTo>
                <a:lnTo>
                  <a:pt x="5159" y="3456"/>
                </a:lnTo>
                <a:lnTo>
                  <a:pt x="4989" y="3577"/>
                </a:lnTo>
                <a:lnTo>
                  <a:pt x="4892" y="3529"/>
                </a:lnTo>
                <a:lnTo>
                  <a:pt x="4746" y="3504"/>
                </a:lnTo>
                <a:lnTo>
                  <a:pt x="4259" y="3504"/>
                </a:lnTo>
                <a:lnTo>
                  <a:pt x="4235" y="3529"/>
                </a:lnTo>
                <a:lnTo>
                  <a:pt x="4210" y="3577"/>
                </a:lnTo>
                <a:lnTo>
                  <a:pt x="4210" y="3626"/>
                </a:lnTo>
                <a:lnTo>
                  <a:pt x="4235" y="3699"/>
                </a:lnTo>
                <a:lnTo>
                  <a:pt x="4283" y="3748"/>
                </a:lnTo>
                <a:lnTo>
                  <a:pt x="4429" y="3796"/>
                </a:lnTo>
                <a:lnTo>
                  <a:pt x="4283" y="3821"/>
                </a:lnTo>
                <a:lnTo>
                  <a:pt x="3967" y="3821"/>
                </a:lnTo>
                <a:lnTo>
                  <a:pt x="3821" y="3772"/>
                </a:lnTo>
                <a:lnTo>
                  <a:pt x="3675" y="3723"/>
                </a:lnTo>
                <a:lnTo>
                  <a:pt x="3529" y="3650"/>
                </a:lnTo>
                <a:lnTo>
                  <a:pt x="3407" y="3577"/>
                </a:lnTo>
                <a:lnTo>
                  <a:pt x="3310" y="3456"/>
                </a:lnTo>
                <a:lnTo>
                  <a:pt x="3213" y="3358"/>
                </a:lnTo>
                <a:lnTo>
                  <a:pt x="3115" y="3237"/>
                </a:lnTo>
                <a:lnTo>
                  <a:pt x="2969" y="2945"/>
                </a:lnTo>
                <a:lnTo>
                  <a:pt x="2848" y="2653"/>
                </a:lnTo>
                <a:lnTo>
                  <a:pt x="2775" y="2361"/>
                </a:lnTo>
                <a:lnTo>
                  <a:pt x="2750" y="2069"/>
                </a:lnTo>
                <a:lnTo>
                  <a:pt x="2750" y="1898"/>
                </a:lnTo>
                <a:lnTo>
                  <a:pt x="2775" y="1728"/>
                </a:lnTo>
                <a:lnTo>
                  <a:pt x="2823" y="1558"/>
                </a:lnTo>
                <a:lnTo>
                  <a:pt x="2896" y="1412"/>
                </a:lnTo>
                <a:lnTo>
                  <a:pt x="3067" y="1120"/>
                </a:lnTo>
                <a:lnTo>
                  <a:pt x="3261" y="852"/>
                </a:lnTo>
                <a:lnTo>
                  <a:pt x="3359" y="755"/>
                </a:lnTo>
                <a:lnTo>
                  <a:pt x="3480" y="682"/>
                </a:lnTo>
                <a:lnTo>
                  <a:pt x="3699" y="560"/>
                </a:lnTo>
                <a:lnTo>
                  <a:pt x="3772" y="584"/>
                </a:lnTo>
                <a:lnTo>
                  <a:pt x="3845" y="560"/>
                </a:lnTo>
                <a:lnTo>
                  <a:pt x="4064" y="511"/>
                </a:lnTo>
                <a:lnTo>
                  <a:pt x="4259" y="487"/>
                </a:lnTo>
                <a:close/>
                <a:moveTo>
                  <a:pt x="4600" y="4818"/>
                </a:moveTo>
                <a:lnTo>
                  <a:pt x="4940" y="4842"/>
                </a:lnTo>
                <a:lnTo>
                  <a:pt x="4746" y="4915"/>
                </a:lnTo>
                <a:lnTo>
                  <a:pt x="4600" y="5037"/>
                </a:lnTo>
                <a:lnTo>
                  <a:pt x="4600" y="5061"/>
                </a:lnTo>
                <a:lnTo>
                  <a:pt x="4600" y="5086"/>
                </a:lnTo>
                <a:lnTo>
                  <a:pt x="4624" y="5110"/>
                </a:lnTo>
                <a:lnTo>
                  <a:pt x="4648" y="5134"/>
                </a:lnTo>
                <a:lnTo>
                  <a:pt x="4770" y="5110"/>
                </a:lnTo>
                <a:lnTo>
                  <a:pt x="4867" y="5086"/>
                </a:lnTo>
                <a:lnTo>
                  <a:pt x="5086" y="5013"/>
                </a:lnTo>
                <a:lnTo>
                  <a:pt x="5305" y="4964"/>
                </a:lnTo>
                <a:lnTo>
                  <a:pt x="5403" y="4940"/>
                </a:lnTo>
                <a:lnTo>
                  <a:pt x="5500" y="4915"/>
                </a:lnTo>
                <a:lnTo>
                  <a:pt x="5573" y="4940"/>
                </a:lnTo>
                <a:lnTo>
                  <a:pt x="5719" y="4964"/>
                </a:lnTo>
                <a:lnTo>
                  <a:pt x="5695" y="4988"/>
                </a:lnTo>
                <a:lnTo>
                  <a:pt x="5427" y="5086"/>
                </a:lnTo>
                <a:lnTo>
                  <a:pt x="5281" y="5159"/>
                </a:lnTo>
                <a:lnTo>
                  <a:pt x="5232" y="5207"/>
                </a:lnTo>
                <a:lnTo>
                  <a:pt x="5184" y="5256"/>
                </a:lnTo>
                <a:lnTo>
                  <a:pt x="5208" y="5280"/>
                </a:lnTo>
                <a:lnTo>
                  <a:pt x="5281" y="5329"/>
                </a:lnTo>
                <a:lnTo>
                  <a:pt x="5403" y="5353"/>
                </a:lnTo>
                <a:lnTo>
                  <a:pt x="5524" y="5353"/>
                </a:lnTo>
                <a:lnTo>
                  <a:pt x="5622" y="5329"/>
                </a:lnTo>
                <a:lnTo>
                  <a:pt x="5938" y="5256"/>
                </a:lnTo>
                <a:lnTo>
                  <a:pt x="6254" y="5183"/>
                </a:lnTo>
                <a:lnTo>
                  <a:pt x="6425" y="5305"/>
                </a:lnTo>
                <a:lnTo>
                  <a:pt x="6254" y="5329"/>
                </a:lnTo>
                <a:lnTo>
                  <a:pt x="6035" y="5378"/>
                </a:lnTo>
                <a:lnTo>
                  <a:pt x="5841" y="5451"/>
                </a:lnTo>
                <a:lnTo>
                  <a:pt x="5743" y="5475"/>
                </a:lnTo>
                <a:lnTo>
                  <a:pt x="5670" y="5548"/>
                </a:lnTo>
                <a:lnTo>
                  <a:pt x="5573" y="5597"/>
                </a:lnTo>
                <a:lnTo>
                  <a:pt x="5500" y="5645"/>
                </a:lnTo>
                <a:lnTo>
                  <a:pt x="5476" y="5670"/>
                </a:lnTo>
                <a:lnTo>
                  <a:pt x="5500" y="5694"/>
                </a:lnTo>
                <a:lnTo>
                  <a:pt x="5573" y="5694"/>
                </a:lnTo>
                <a:lnTo>
                  <a:pt x="5622" y="5718"/>
                </a:lnTo>
                <a:lnTo>
                  <a:pt x="5670" y="5718"/>
                </a:lnTo>
                <a:lnTo>
                  <a:pt x="5743" y="5743"/>
                </a:lnTo>
                <a:lnTo>
                  <a:pt x="5889" y="5718"/>
                </a:lnTo>
                <a:lnTo>
                  <a:pt x="6035" y="5694"/>
                </a:lnTo>
                <a:lnTo>
                  <a:pt x="6230" y="5645"/>
                </a:lnTo>
                <a:lnTo>
                  <a:pt x="6400" y="5621"/>
                </a:lnTo>
                <a:lnTo>
                  <a:pt x="6571" y="5621"/>
                </a:lnTo>
                <a:lnTo>
                  <a:pt x="6668" y="5645"/>
                </a:lnTo>
                <a:lnTo>
                  <a:pt x="6741" y="5670"/>
                </a:lnTo>
                <a:lnTo>
                  <a:pt x="6668" y="5694"/>
                </a:lnTo>
                <a:lnTo>
                  <a:pt x="6498" y="5718"/>
                </a:lnTo>
                <a:lnTo>
                  <a:pt x="6352" y="5767"/>
                </a:lnTo>
                <a:lnTo>
                  <a:pt x="6206" y="5840"/>
                </a:lnTo>
                <a:lnTo>
                  <a:pt x="6133" y="5913"/>
                </a:lnTo>
                <a:lnTo>
                  <a:pt x="6108" y="5962"/>
                </a:lnTo>
                <a:lnTo>
                  <a:pt x="6084" y="6010"/>
                </a:lnTo>
                <a:lnTo>
                  <a:pt x="6108" y="6059"/>
                </a:lnTo>
                <a:lnTo>
                  <a:pt x="6133" y="6083"/>
                </a:lnTo>
                <a:lnTo>
                  <a:pt x="6181" y="6108"/>
                </a:lnTo>
                <a:lnTo>
                  <a:pt x="6279" y="6108"/>
                </a:lnTo>
                <a:lnTo>
                  <a:pt x="6400" y="6083"/>
                </a:lnTo>
                <a:lnTo>
                  <a:pt x="6619" y="6010"/>
                </a:lnTo>
                <a:lnTo>
                  <a:pt x="7130" y="6010"/>
                </a:lnTo>
                <a:lnTo>
                  <a:pt x="7203" y="6108"/>
                </a:lnTo>
                <a:lnTo>
                  <a:pt x="7276" y="6229"/>
                </a:lnTo>
                <a:lnTo>
                  <a:pt x="7106" y="6278"/>
                </a:lnTo>
                <a:lnTo>
                  <a:pt x="6936" y="6351"/>
                </a:lnTo>
                <a:lnTo>
                  <a:pt x="6790" y="6473"/>
                </a:lnTo>
                <a:lnTo>
                  <a:pt x="6668" y="6594"/>
                </a:lnTo>
                <a:lnTo>
                  <a:pt x="6668" y="6619"/>
                </a:lnTo>
                <a:lnTo>
                  <a:pt x="6887" y="6619"/>
                </a:lnTo>
                <a:lnTo>
                  <a:pt x="7082" y="6594"/>
                </a:lnTo>
                <a:lnTo>
                  <a:pt x="7471" y="6570"/>
                </a:lnTo>
                <a:lnTo>
                  <a:pt x="7544" y="6765"/>
                </a:lnTo>
                <a:lnTo>
                  <a:pt x="7130" y="6862"/>
                </a:lnTo>
                <a:lnTo>
                  <a:pt x="6984" y="6935"/>
                </a:lnTo>
                <a:lnTo>
                  <a:pt x="6936" y="6959"/>
                </a:lnTo>
                <a:lnTo>
                  <a:pt x="6911" y="6984"/>
                </a:lnTo>
                <a:lnTo>
                  <a:pt x="6960" y="7057"/>
                </a:lnTo>
                <a:lnTo>
                  <a:pt x="7033" y="7081"/>
                </a:lnTo>
                <a:lnTo>
                  <a:pt x="7106" y="7105"/>
                </a:lnTo>
                <a:lnTo>
                  <a:pt x="7203" y="7105"/>
                </a:lnTo>
                <a:lnTo>
                  <a:pt x="7422" y="7081"/>
                </a:lnTo>
                <a:lnTo>
                  <a:pt x="7641" y="7032"/>
                </a:lnTo>
                <a:lnTo>
                  <a:pt x="7714" y="7227"/>
                </a:lnTo>
                <a:lnTo>
                  <a:pt x="7544" y="7276"/>
                </a:lnTo>
                <a:lnTo>
                  <a:pt x="7349" y="7349"/>
                </a:lnTo>
                <a:lnTo>
                  <a:pt x="7203" y="7422"/>
                </a:lnTo>
                <a:lnTo>
                  <a:pt x="7155" y="7470"/>
                </a:lnTo>
                <a:lnTo>
                  <a:pt x="7106" y="7543"/>
                </a:lnTo>
                <a:lnTo>
                  <a:pt x="7106" y="7568"/>
                </a:lnTo>
                <a:lnTo>
                  <a:pt x="7106" y="7592"/>
                </a:lnTo>
                <a:lnTo>
                  <a:pt x="7130" y="7616"/>
                </a:lnTo>
                <a:lnTo>
                  <a:pt x="7155" y="7616"/>
                </a:lnTo>
                <a:lnTo>
                  <a:pt x="7228" y="7568"/>
                </a:lnTo>
                <a:lnTo>
                  <a:pt x="7325" y="7543"/>
                </a:lnTo>
                <a:lnTo>
                  <a:pt x="7495" y="7519"/>
                </a:lnTo>
                <a:lnTo>
                  <a:pt x="7763" y="7470"/>
                </a:lnTo>
                <a:lnTo>
                  <a:pt x="7836" y="7762"/>
                </a:lnTo>
                <a:lnTo>
                  <a:pt x="7812" y="7787"/>
                </a:lnTo>
                <a:lnTo>
                  <a:pt x="7568" y="7811"/>
                </a:lnTo>
                <a:lnTo>
                  <a:pt x="7349" y="7884"/>
                </a:lnTo>
                <a:lnTo>
                  <a:pt x="7301" y="7933"/>
                </a:lnTo>
                <a:lnTo>
                  <a:pt x="7301" y="7981"/>
                </a:lnTo>
                <a:lnTo>
                  <a:pt x="7301" y="8030"/>
                </a:lnTo>
                <a:lnTo>
                  <a:pt x="7349" y="8054"/>
                </a:lnTo>
                <a:lnTo>
                  <a:pt x="7447" y="8079"/>
                </a:lnTo>
                <a:lnTo>
                  <a:pt x="7568" y="8079"/>
                </a:lnTo>
                <a:lnTo>
                  <a:pt x="7763" y="8054"/>
                </a:lnTo>
                <a:lnTo>
                  <a:pt x="7885" y="8030"/>
                </a:lnTo>
                <a:lnTo>
                  <a:pt x="7933" y="8273"/>
                </a:lnTo>
                <a:lnTo>
                  <a:pt x="7690" y="8346"/>
                </a:lnTo>
                <a:lnTo>
                  <a:pt x="7593" y="8395"/>
                </a:lnTo>
                <a:lnTo>
                  <a:pt x="7495" y="8468"/>
                </a:lnTo>
                <a:lnTo>
                  <a:pt x="7495" y="8492"/>
                </a:lnTo>
                <a:lnTo>
                  <a:pt x="7739" y="8541"/>
                </a:lnTo>
                <a:lnTo>
                  <a:pt x="7958" y="8541"/>
                </a:lnTo>
                <a:lnTo>
                  <a:pt x="7982" y="8809"/>
                </a:lnTo>
                <a:lnTo>
                  <a:pt x="7860" y="8833"/>
                </a:lnTo>
                <a:lnTo>
                  <a:pt x="7739" y="8857"/>
                </a:lnTo>
                <a:lnTo>
                  <a:pt x="7641" y="8930"/>
                </a:lnTo>
                <a:lnTo>
                  <a:pt x="7568" y="9003"/>
                </a:lnTo>
                <a:lnTo>
                  <a:pt x="7544" y="9052"/>
                </a:lnTo>
                <a:lnTo>
                  <a:pt x="7568" y="9101"/>
                </a:lnTo>
                <a:lnTo>
                  <a:pt x="7690" y="9125"/>
                </a:lnTo>
                <a:lnTo>
                  <a:pt x="7787" y="9125"/>
                </a:lnTo>
                <a:lnTo>
                  <a:pt x="8006" y="9101"/>
                </a:lnTo>
                <a:lnTo>
                  <a:pt x="8006" y="9320"/>
                </a:lnTo>
                <a:lnTo>
                  <a:pt x="7933" y="9344"/>
                </a:lnTo>
                <a:lnTo>
                  <a:pt x="7860" y="9368"/>
                </a:lnTo>
                <a:lnTo>
                  <a:pt x="7787" y="9417"/>
                </a:lnTo>
                <a:lnTo>
                  <a:pt x="7666" y="9490"/>
                </a:lnTo>
                <a:lnTo>
                  <a:pt x="7641" y="9539"/>
                </a:lnTo>
                <a:lnTo>
                  <a:pt x="7666" y="9563"/>
                </a:lnTo>
                <a:lnTo>
                  <a:pt x="7787" y="9587"/>
                </a:lnTo>
                <a:lnTo>
                  <a:pt x="7933" y="9612"/>
                </a:lnTo>
                <a:lnTo>
                  <a:pt x="8031" y="9612"/>
                </a:lnTo>
                <a:lnTo>
                  <a:pt x="8031" y="9855"/>
                </a:lnTo>
                <a:lnTo>
                  <a:pt x="7909" y="9879"/>
                </a:lnTo>
                <a:lnTo>
                  <a:pt x="7787" y="9928"/>
                </a:lnTo>
                <a:lnTo>
                  <a:pt x="7690" y="10001"/>
                </a:lnTo>
                <a:lnTo>
                  <a:pt x="7666" y="10025"/>
                </a:lnTo>
                <a:lnTo>
                  <a:pt x="7666" y="10050"/>
                </a:lnTo>
                <a:lnTo>
                  <a:pt x="7714" y="10098"/>
                </a:lnTo>
                <a:lnTo>
                  <a:pt x="8031" y="10098"/>
                </a:lnTo>
                <a:lnTo>
                  <a:pt x="8006" y="10415"/>
                </a:lnTo>
                <a:lnTo>
                  <a:pt x="7885" y="10439"/>
                </a:lnTo>
                <a:lnTo>
                  <a:pt x="7739" y="10488"/>
                </a:lnTo>
                <a:lnTo>
                  <a:pt x="7714" y="10512"/>
                </a:lnTo>
                <a:lnTo>
                  <a:pt x="7714" y="10536"/>
                </a:lnTo>
                <a:lnTo>
                  <a:pt x="7739" y="10585"/>
                </a:lnTo>
                <a:lnTo>
                  <a:pt x="7763" y="10609"/>
                </a:lnTo>
                <a:lnTo>
                  <a:pt x="7885" y="10634"/>
                </a:lnTo>
                <a:lnTo>
                  <a:pt x="7982" y="10634"/>
                </a:lnTo>
                <a:lnTo>
                  <a:pt x="7958" y="10901"/>
                </a:lnTo>
                <a:lnTo>
                  <a:pt x="7909" y="10926"/>
                </a:lnTo>
                <a:lnTo>
                  <a:pt x="7860" y="10926"/>
                </a:lnTo>
                <a:lnTo>
                  <a:pt x="7812" y="10950"/>
                </a:lnTo>
                <a:lnTo>
                  <a:pt x="7787" y="10950"/>
                </a:lnTo>
                <a:lnTo>
                  <a:pt x="7787" y="10999"/>
                </a:lnTo>
                <a:lnTo>
                  <a:pt x="7860" y="11047"/>
                </a:lnTo>
                <a:lnTo>
                  <a:pt x="7933" y="11072"/>
                </a:lnTo>
                <a:lnTo>
                  <a:pt x="7958" y="11145"/>
                </a:lnTo>
                <a:lnTo>
                  <a:pt x="7982" y="11193"/>
                </a:lnTo>
                <a:lnTo>
                  <a:pt x="8079" y="11266"/>
                </a:lnTo>
                <a:lnTo>
                  <a:pt x="8055" y="11437"/>
                </a:lnTo>
                <a:lnTo>
                  <a:pt x="8006" y="11583"/>
                </a:lnTo>
                <a:lnTo>
                  <a:pt x="7933" y="11729"/>
                </a:lnTo>
                <a:lnTo>
                  <a:pt x="7812" y="11826"/>
                </a:lnTo>
                <a:lnTo>
                  <a:pt x="7690" y="11899"/>
                </a:lnTo>
                <a:lnTo>
                  <a:pt x="7520" y="11899"/>
                </a:lnTo>
                <a:lnTo>
                  <a:pt x="7447" y="11850"/>
                </a:lnTo>
                <a:lnTo>
                  <a:pt x="7398" y="11802"/>
                </a:lnTo>
                <a:lnTo>
                  <a:pt x="7325" y="11729"/>
                </a:lnTo>
                <a:lnTo>
                  <a:pt x="7301" y="11656"/>
                </a:lnTo>
                <a:lnTo>
                  <a:pt x="7276" y="11583"/>
                </a:lnTo>
                <a:lnTo>
                  <a:pt x="7276" y="11388"/>
                </a:lnTo>
                <a:lnTo>
                  <a:pt x="7301" y="11242"/>
                </a:lnTo>
                <a:lnTo>
                  <a:pt x="7398" y="11096"/>
                </a:lnTo>
                <a:lnTo>
                  <a:pt x="7422" y="11023"/>
                </a:lnTo>
                <a:lnTo>
                  <a:pt x="7447" y="10974"/>
                </a:lnTo>
                <a:lnTo>
                  <a:pt x="7447" y="10828"/>
                </a:lnTo>
                <a:lnTo>
                  <a:pt x="7374" y="10561"/>
                </a:lnTo>
                <a:lnTo>
                  <a:pt x="7301" y="10074"/>
                </a:lnTo>
                <a:lnTo>
                  <a:pt x="7252" y="9612"/>
                </a:lnTo>
                <a:lnTo>
                  <a:pt x="7179" y="9125"/>
                </a:lnTo>
                <a:lnTo>
                  <a:pt x="7106" y="8906"/>
                </a:lnTo>
                <a:lnTo>
                  <a:pt x="7033" y="8663"/>
                </a:lnTo>
                <a:lnTo>
                  <a:pt x="6765" y="7957"/>
                </a:lnTo>
                <a:lnTo>
                  <a:pt x="6449" y="7276"/>
                </a:lnTo>
                <a:lnTo>
                  <a:pt x="6400" y="7203"/>
                </a:lnTo>
                <a:lnTo>
                  <a:pt x="6352" y="7105"/>
                </a:lnTo>
                <a:lnTo>
                  <a:pt x="6327" y="7057"/>
                </a:lnTo>
                <a:lnTo>
                  <a:pt x="6206" y="7057"/>
                </a:lnTo>
                <a:lnTo>
                  <a:pt x="6157" y="7081"/>
                </a:lnTo>
                <a:lnTo>
                  <a:pt x="6133" y="7105"/>
                </a:lnTo>
                <a:lnTo>
                  <a:pt x="6133" y="7154"/>
                </a:lnTo>
                <a:lnTo>
                  <a:pt x="6133" y="7227"/>
                </a:lnTo>
                <a:lnTo>
                  <a:pt x="5987" y="7227"/>
                </a:lnTo>
                <a:lnTo>
                  <a:pt x="5816" y="7251"/>
                </a:lnTo>
                <a:lnTo>
                  <a:pt x="5743" y="7276"/>
                </a:lnTo>
                <a:lnTo>
                  <a:pt x="5670" y="7300"/>
                </a:lnTo>
                <a:lnTo>
                  <a:pt x="5646" y="7349"/>
                </a:lnTo>
                <a:lnTo>
                  <a:pt x="5646" y="7397"/>
                </a:lnTo>
                <a:lnTo>
                  <a:pt x="5670" y="7422"/>
                </a:lnTo>
                <a:lnTo>
                  <a:pt x="5695" y="7470"/>
                </a:lnTo>
                <a:lnTo>
                  <a:pt x="5743" y="7495"/>
                </a:lnTo>
                <a:lnTo>
                  <a:pt x="5816" y="7519"/>
                </a:lnTo>
                <a:lnTo>
                  <a:pt x="6133" y="7519"/>
                </a:lnTo>
                <a:lnTo>
                  <a:pt x="6133" y="7714"/>
                </a:lnTo>
                <a:lnTo>
                  <a:pt x="6084" y="7714"/>
                </a:lnTo>
                <a:lnTo>
                  <a:pt x="5768" y="7738"/>
                </a:lnTo>
                <a:lnTo>
                  <a:pt x="5597" y="7787"/>
                </a:lnTo>
                <a:lnTo>
                  <a:pt x="5451" y="7860"/>
                </a:lnTo>
                <a:lnTo>
                  <a:pt x="5427" y="7884"/>
                </a:lnTo>
                <a:lnTo>
                  <a:pt x="5451" y="7933"/>
                </a:lnTo>
                <a:lnTo>
                  <a:pt x="5573" y="7981"/>
                </a:lnTo>
                <a:lnTo>
                  <a:pt x="5719" y="8006"/>
                </a:lnTo>
                <a:lnTo>
                  <a:pt x="6157" y="8006"/>
                </a:lnTo>
                <a:lnTo>
                  <a:pt x="6157" y="8298"/>
                </a:lnTo>
                <a:lnTo>
                  <a:pt x="5962" y="8298"/>
                </a:lnTo>
                <a:lnTo>
                  <a:pt x="5792" y="8322"/>
                </a:lnTo>
                <a:lnTo>
                  <a:pt x="5646" y="8322"/>
                </a:lnTo>
                <a:lnTo>
                  <a:pt x="5500" y="8371"/>
                </a:lnTo>
                <a:lnTo>
                  <a:pt x="5354" y="8444"/>
                </a:lnTo>
                <a:lnTo>
                  <a:pt x="5232" y="8541"/>
                </a:lnTo>
                <a:lnTo>
                  <a:pt x="5232" y="8565"/>
                </a:lnTo>
                <a:lnTo>
                  <a:pt x="5232" y="8590"/>
                </a:lnTo>
                <a:lnTo>
                  <a:pt x="5378" y="8638"/>
                </a:lnTo>
                <a:lnTo>
                  <a:pt x="5524" y="8663"/>
                </a:lnTo>
                <a:lnTo>
                  <a:pt x="5987" y="8663"/>
                </a:lnTo>
                <a:lnTo>
                  <a:pt x="6157" y="8638"/>
                </a:lnTo>
                <a:lnTo>
                  <a:pt x="6157" y="8784"/>
                </a:lnTo>
                <a:lnTo>
                  <a:pt x="6084" y="8760"/>
                </a:lnTo>
                <a:lnTo>
                  <a:pt x="5987" y="8784"/>
                </a:lnTo>
                <a:lnTo>
                  <a:pt x="5816" y="8809"/>
                </a:lnTo>
                <a:lnTo>
                  <a:pt x="5549" y="8833"/>
                </a:lnTo>
                <a:lnTo>
                  <a:pt x="5403" y="8857"/>
                </a:lnTo>
                <a:lnTo>
                  <a:pt x="5281" y="8906"/>
                </a:lnTo>
                <a:lnTo>
                  <a:pt x="5257" y="8930"/>
                </a:lnTo>
                <a:lnTo>
                  <a:pt x="5281" y="8955"/>
                </a:lnTo>
                <a:lnTo>
                  <a:pt x="5403" y="9028"/>
                </a:lnTo>
                <a:lnTo>
                  <a:pt x="5549" y="9052"/>
                </a:lnTo>
                <a:lnTo>
                  <a:pt x="5670" y="9076"/>
                </a:lnTo>
                <a:lnTo>
                  <a:pt x="5816" y="9101"/>
                </a:lnTo>
                <a:lnTo>
                  <a:pt x="5987" y="9101"/>
                </a:lnTo>
                <a:lnTo>
                  <a:pt x="6084" y="9076"/>
                </a:lnTo>
                <a:lnTo>
                  <a:pt x="6181" y="9076"/>
                </a:lnTo>
                <a:lnTo>
                  <a:pt x="6181" y="9320"/>
                </a:lnTo>
                <a:lnTo>
                  <a:pt x="5962" y="9295"/>
                </a:lnTo>
                <a:lnTo>
                  <a:pt x="5743" y="9320"/>
                </a:lnTo>
                <a:lnTo>
                  <a:pt x="5500" y="9344"/>
                </a:lnTo>
                <a:lnTo>
                  <a:pt x="5378" y="9393"/>
                </a:lnTo>
                <a:lnTo>
                  <a:pt x="5281" y="9441"/>
                </a:lnTo>
                <a:lnTo>
                  <a:pt x="5257" y="9466"/>
                </a:lnTo>
                <a:lnTo>
                  <a:pt x="5257" y="9514"/>
                </a:lnTo>
                <a:lnTo>
                  <a:pt x="5305" y="9563"/>
                </a:lnTo>
                <a:lnTo>
                  <a:pt x="5378" y="9587"/>
                </a:lnTo>
                <a:lnTo>
                  <a:pt x="5476" y="9612"/>
                </a:lnTo>
                <a:lnTo>
                  <a:pt x="5914" y="9612"/>
                </a:lnTo>
                <a:lnTo>
                  <a:pt x="6181" y="9636"/>
                </a:lnTo>
                <a:lnTo>
                  <a:pt x="6157" y="9855"/>
                </a:lnTo>
                <a:lnTo>
                  <a:pt x="6060" y="9855"/>
                </a:lnTo>
                <a:lnTo>
                  <a:pt x="5670" y="9928"/>
                </a:lnTo>
                <a:lnTo>
                  <a:pt x="5500" y="9952"/>
                </a:lnTo>
                <a:lnTo>
                  <a:pt x="5427" y="10001"/>
                </a:lnTo>
                <a:lnTo>
                  <a:pt x="5403" y="10001"/>
                </a:lnTo>
                <a:lnTo>
                  <a:pt x="5378" y="10025"/>
                </a:lnTo>
                <a:lnTo>
                  <a:pt x="5378" y="10098"/>
                </a:lnTo>
                <a:lnTo>
                  <a:pt x="5403" y="10147"/>
                </a:lnTo>
                <a:lnTo>
                  <a:pt x="5451" y="10171"/>
                </a:lnTo>
                <a:lnTo>
                  <a:pt x="5500" y="10196"/>
                </a:lnTo>
                <a:lnTo>
                  <a:pt x="5622" y="10220"/>
                </a:lnTo>
                <a:lnTo>
                  <a:pt x="5743" y="10220"/>
                </a:lnTo>
                <a:lnTo>
                  <a:pt x="5938" y="10196"/>
                </a:lnTo>
                <a:lnTo>
                  <a:pt x="6133" y="10171"/>
                </a:lnTo>
                <a:lnTo>
                  <a:pt x="6157" y="10147"/>
                </a:lnTo>
                <a:lnTo>
                  <a:pt x="6157" y="10366"/>
                </a:lnTo>
                <a:lnTo>
                  <a:pt x="6011" y="10390"/>
                </a:lnTo>
                <a:lnTo>
                  <a:pt x="5889" y="10415"/>
                </a:lnTo>
                <a:lnTo>
                  <a:pt x="5573" y="10512"/>
                </a:lnTo>
                <a:lnTo>
                  <a:pt x="5403" y="10585"/>
                </a:lnTo>
                <a:lnTo>
                  <a:pt x="5354" y="10634"/>
                </a:lnTo>
                <a:lnTo>
                  <a:pt x="5354" y="10658"/>
                </a:lnTo>
                <a:lnTo>
                  <a:pt x="5403" y="10707"/>
                </a:lnTo>
                <a:lnTo>
                  <a:pt x="5451" y="10731"/>
                </a:lnTo>
                <a:lnTo>
                  <a:pt x="5573" y="10755"/>
                </a:lnTo>
                <a:lnTo>
                  <a:pt x="5841" y="10731"/>
                </a:lnTo>
                <a:lnTo>
                  <a:pt x="6157" y="10682"/>
                </a:lnTo>
                <a:lnTo>
                  <a:pt x="6157" y="10999"/>
                </a:lnTo>
                <a:lnTo>
                  <a:pt x="6133" y="10999"/>
                </a:lnTo>
                <a:lnTo>
                  <a:pt x="5938" y="11023"/>
                </a:lnTo>
                <a:lnTo>
                  <a:pt x="5743" y="11047"/>
                </a:lnTo>
                <a:lnTo>
                  <a:pt x="5549" y="11120"/>
                </a:lnTo>
                <a:lnTo>
                  <a:pt x="5378" y="11193"/>
                </a:lnTo>
                <a:lnTo>
                  <a:pt x="5354" y="11218"/>
                </a:lnTo>
                <a:lnTo>
                  <a:pt x="5354" y="11242"/>
                </a:lnTo>
                <a:lnTo>
                  <a:pt x="5354" y="11266"/>
                </a:lnTo>
                <a:lnTo>
                  <a:pt x="5378" y="11291"/>
                </a:lnTo>
                <a:lnTo>
                  <a:pt x="5573" y="11315"/>
                </a:lnTo>
                <a:lnTo>
                  <a:pt x="5768" y="11315"/>
                </a:lnTo>
                <a:lnTo>
                  <a:pt x="6133" y="11291"/>
                </a:lnTo>
                <a:lnTo>
                  <a:pt x="6157" y="11266"/>
                </a:lnTo>
                <a:lnTo>
                  <a:pt x="6157" y="11558"/>
                </a:lnTo>
                <a:lnTo>
                  <a:pt x="6011" y="11558"/>
                </a:lnTo>
                <a:lnTo>
                  <a:pt x="5841" y="11607"/>
                </a:lnTo>
                <a:lnTo>
                  <a:pt x="5573" y="11656"/>
                </a:lnTo>
                <a:lnTo>
                  <a:pt x="5330" y="11753"/>
                </a:lnTo>
                <a:lnTo>
                  <a:pt x="5305" y="11777"/>
                </a:lnTo>
                <a:lnTo>
                  <a:pt x="5305" y="11826"/>
                </a:lnTo>
                <a:lnTo>
                  <a:pt x="5330" y="11850"/>
                </a:lnTo>
                <a:lnTo>
                  <a:pt x="5378" y="11850"/>
                </a:lnTo>
                <a:lnTo>
                  <a:pt x="5622" y="11875"/>
                </a:lnTo>
                <a:lnTo>
                  <a:pt x="5865" y="11850"/>
                </a:lnTo>
                <a:lnTo>
                  <a:pt x="6011" y="11850"/>
                </a:lnTo>
                <a:lnTo>
                  <a:pt x="6084" y="11826"/>
                </a:lnTo>
                <a:lnTo>
                  <a:pt x="6157" y="11802"/>
                </a:lnTo>
                <a:lnTo>
                  <a:pt x="6157" y="12020"/>
                </a:lnTo>
                <a:lnTo>
                  <a:pt x="5962" y="12020"/>
                </a:lnTo>
                <a:lnTo>
                  <a:pt x="5743" y="12045"/>
                </a:lnTo>
                <a:lnTo>
                  <a:pt x="5549" y="12118"/>
                </a:lnTo>
                <a:lnTo>
                  <a:pt x="5476" y="12142"/>
                </a:lnTo>
                <a:lnTo>
                  <a:pt x="5378" y="12191"/>
                </a:lnTo>
                <a:lnTo>
                  <a:pt x="5378" y="12239"/>
                </a:lnTo>
                <a:lnTo>
                  <a:pt x="5378" y="12264"/>
                </a:lnTo>
                <a:lnTo>
                  <a:pt x="5476" y="12312"/>
                </a:lnTo>
                <a:lnTo>
                  <a:pt x="5549" y="12337"/>
                </a:lnTo>
                <a:lnTo>
                  <a:pt x="5743" y="12385"/>
                </a:lnTo>
                <a:lnTo>
                  <a:pt x="5962" y="12361"/>
                </a:lnTo>
                <a:lnTo>
                  <a:pt x="6157" y="12361"/>
                </a:lnTo>
                <a:lnTo>
                  <a:pt x="6157" y="12458"/>
                </a:lnTo>
                <a:lnTo>
                  <a:pt x="6157" y="12483"/>
                </a:lnTo>
                <a:lnTo>
                  <a:pt x="6011" y="12531"/>
                </a:lnTo>
                <a:lnTo>
                  <a:pt x="5889" y="12580"/>
                </a:lnTo>
                <a:lnTo>
                  <a:pt x="5622" y="12653"/>
                </a:lnTo>
                <a:lnTo>
                  <a:pt x="5500" y="12702"/>
                </a:lnTo>
                <a:lnTo>
                  <a:pt x="5403" y="12750"/>
                </a:lnTo>
                <a:lnTo>
                  <a:pt x="5378" y="12799"/>
                </a:lnTo>
                <a:lnTo>
                  <a:pt x="5378" y="12823"/>
                </a:lnTo>
                <a:lnTo>
                  <a:pt x="5403" y="12848"/>
                </a:lnTo>
                <a:lnTo>
                  <a:pt x="5500" y="12872"/>
                </a:lnTo>
                <a:lnTo>
                  <a:pt x="5622" y="12896"/>
                </a:lnTo>
                <a:lnTo>
                  <a:pt x="5743" y="12921"/>
                </a:lnTo>
                <a:lnTo>
                  <a:pt x="5865" y="12896"/>
                </a:lnTo>
                <a:lnTo>
                  <a:pt x="6011" y="12872"/>
                </a:lnTo>
                <a:lnTo>
                  <a:pt x="6181" y="12848"/>
                </a:lnTo>
                <a:lnTo>
                  <a:pt x="6181" y="13042"/>
                </a:lnTo>
                <a:lnTo>
                  <a:pt x="6108" y="13018"/>
                </a:lnTo>
                <a:lnTo>
                  <a:pt x="5962" y="13042"/>
                </a:lnTo>
                <a:lnTo>
                  <a:pt x="5841" y="13091"/>
                </a:lnTo>
                <a:lnTo>
                  <a:pt x="5719" y="13164"/>
                </a:lnTo>
                <a:lnTo>
                  <a:pt x="5573" y="13237"/>
                </a:lnTo>
                <a:lnTo>
                  <a:pt x="5549" y="13261"/>
                </a:lnTo>
                <a:lnTo>
                  <a:pt x="5573" y="13286"/>
                </a:lnTo>
                <a:lnTo>
                  <a:pt x="5597" y="13334"/>
                </a:lnTo>
                <a:lnTo>
                  <a:pt x="5622" y="13334"/>
                </a:lnTo>
                <a:lnTo>
                  <a:pt x="5743" y="13310"/>
                </a:lnTo>
                <a:lnTo>
                  <a:pt x="6157" y="13310"/>
                </a:lnTo>
                <a:lnTo>
                  <a:pt x="6206" y="13286"/>
                </a:lnTo>
                <a:lnTo>
                  <a:pt x="6206" y="13529"/>
                </a:lnTo>
                <a:lnTo>
                  <a:pt x="6035" y="13553"/>
                </a:lnTo>
                <a:lnTo>
                  <a:pt x="5865" y="13553"/>
                </a:lnTo>
                <a:lnTo>
                  <a:pt x="5719" y="13602"/>
                </a:lnTo>
                <a:lnTo>
                  <a:pt x="5573" y="13675"/>
                </a:lnTo>
                <a:lnTo>
                  <a:pt x="5524" y="13724"/>
                </a:lnTo>
                <a:lnTo>
                  <a:pt x="5476" y="13797"/>
                </a:lnTo>
                <a:lnTo>
                  <a:pt x="5476" y="13870"/>
                </a:lnTo>
                <a:lnTo>
                  <a:pt x="5476" y="13894"/>
                </a:lnTo>
                <a:lnTo>
                  <a:pt x="5500" y="13918"/>
                </a:lnTo>
                <a:lnTo>
                  <a:pt x="5646" y="13967"/>
                </a:lnTo>
                <a:lnTo>
                  <a:pt x="5792" y="13967"/>
                </a:lnTo>
                <a:lnTo>
                  <a:pt x="6108" y="13943"/>
                </a:lnTo>
                <a:lnTo>
                  <a:pt x="6254" y="13943"/>
                </a:lnTo>
                <a:lnTo>
                  <a:pt x="6279" y="14235"/>
                </a:lnTo>
                <a:lnTo>
                  <a:pt x="6011" y="14308"/>
                </a:lnTo>
                <a:lnTo>
                  <a:pt x="5841" y="14332"/>
                </a:lnTo>
                <a:lnTo>
                  <a:pt x="5670" y="14381"/>
                </a:lnTo>
                <a:lnTo>
                  <a:pt x="5622" y="14429"/>
                </a:lnTo>
                <a:lnTo>
                  <a:pt x="5597" y="14478"/>
                </a:lnTo>
                <a:lnTo>
                  <a:pt x="5622" y="14551"/>
                </a:lnTo>
                <a:lnTo>
                  <a:pt x="5670" y="14600"/>
                </a:lnTo>
                <a:lnTo>
                  <a:pt x="5719" y="14624"/>
                </a:lnTo>
                <a:lnTo>
                  <a:pt x="5792" y="14648"/>
                </a:lnTo>
                <a:lnTo>
                  <a:pt x="5962" y="14673"/>
                </a:lnTo>
                <a:lnTo>
                  <a:pt x="6133" y="14648"/>
                </a:lnTo>
                <a:lnTo>
                  <a:pt x="6303" y="14600"/>
                </a:lnTo>
                <a:lnTo>
                  <a:pt x="6303" y="14770"/>
                </a:lnTo>
                <a:lnTo>
                  <a:pt x="6133" y="14794"/>
                </a:lnTo>
                <a:lnTo>
                  <a:pt x="5962" y="14867"/>
                </a:lnTo>
                <a:lnTo>
                  <a:pt x="5841" y="14916"/>
                </a:lnTo>
                <a:lnTo>
                  <a:pt x="5719" y="14965"/>
                </a:lnTo>
                <a:lnTo>
                  <a:pt x="5646" y="15062"/>
                </a:lnTo>
                <a:lnTo>
                  <a:pt x="5597" y="15111"/>
                </a:lnTo>
                <a:lnTo>
                  <a:pt x="5573" y="15159"/>
                </a:lnTo>
                <a:lnTo>
                  <a:pt x="5573" y="15184"/>
                </a:lnTo>
                <a:lnTo>
                  <a:pt x="5597" y="15208"/>
                </a:lnTo>
                <a:lnTo>
                  <a:pt x="5670" y="15257"/>
                </a:lnTo>
                <a:lnTo>
                  <a:pt x="5768" y="15281"/>
                </a:lnTo>
                <a:lnTo>
                  <a:pt x="5962" y="15257"/>
                </a:lnTo>
                <a:lnTo>
                  <a:pt x="6352" y="15184"/>
                </a:lnTo>
                <a:lnTo>
                  <a:pt x="6376" y="15451"/>
                </a:lnTo>
                <a:lnTo>
                  <a:pt x="6133" y="15476"/>
                </a:lnTo>
                <a:lnTo>
                  <a:pt x="5865" y="15524"/>
                </a:lnTo>
                <a:lnTo>
                  <a:pt x="5743" y="15573"/>
                </a:lnTo>
                <a:lnTo>
                  <a:pt x="5646" y="15646"/>
                </a:lnTo>
                <a:lnTo>
                  <a:pt x="5622" y="15646"/>
                </a:lnTo>
                <a:lnTo>
                  <a:pt x="5622" y="15670"/>
                </a:lnTo>
                <a:lnTo>
                  <a:pt x="5695" y="15768"/>
                </a:lnTo>
                <a:lnTo>
                  <a:pt x="5792" y="15816"/>
                </a:lnTo>
                <a:lnTo>
                  <a:pt x="5889" y="15841"/>
                </a:lnTo>
                <a:lnTo>
                  <a:pt x="5987" y="15841"/>
                </a:lnTo>
                <a:lnTo>
                  <a:pt x="6206" y="15865"/>
                </a:lnTo>
                <a:lnTo>
                  <a:pt x="6400" y="15865"/>
                </a:lnTo>
                <a:lnTo>
                  <a:pt x="6400" y="15962"/>
                </a:lnTo>
                <a:lnTo>
                  <a:pt x="6133" y="16035"/>
                </a:lnTo>
                <a:lnTo>
                  <a:pt x="5938" y="16084"/>
                </a:lnTo>
                <a:lnTo>
                  <a:pt x="5792" y="16181"/>
                </a:lnTo>
                <a:lnTo>
                  <a:pt x="5768" y="16230"/>
                </a:lnTo>
                <a:lnTo>
                  <a:pt x="5768" y="16254"/>
                </a:lnTo>
                <a:lnTo>
                  <a:pt x="5816" y="16327"/>
                </a:lnTo>
                <a:lnTo>
                  <a:pt x="5889" y="16376"/>
                </a:lnTo>
                <a:lnTo>
                  <a:pt x="5987" y="16400"/>
                </a:lnTo>
                <a:lnTo>
                  <a:pt x="6181" y="16400"/>
                </a:lnTo>
                <a:lnTo>
                  <a:pt x="6425" y="16352"/>
                </a:lnTo>
                <a:lnTo>
                  <a:pt x="6449" y="16644"/>
                </a:lnTo>
                <a:lnTo>
                  <a:pt x="6230" y="16668"/>
                </a:lnTo>
                <a:lnTo>
                  <a:pt x="6035" y="16717"/>
                </a:lnTo>
                <a:lnTo>
                  <a:pt x="5962" y="16765"/>
                </a:lnTo>
                <a:lnTo>
                  <a:pt x="5865" y="16790"/>
                </a:lnTo>
                <a:lnTo>
                  <a:pt x="5841" y="16838"/>
                </a:lnTo>
                <a:lnTo>
                  <a:pt x="5841" y="16887"/>
                </a:lnTo>
                <a:lnTo>
                  <a:pt x="5841" y="16911"/>
                </a:lnTo>
                <a:lnTo>
                  <a:pt x="5889" y="16936"/>
                </a:lnTo>
                <a:lnTo>
                  <a:pt x="6084" y="16960"/>
                </a:lnTo>
                <a:lnTo>
                  <a:pt x="6279" y="16984"/>
                </a:lnTo>
                <a:lnTo>
                  <a:pt x="6449" y="16984"/>
                </a:lnTo>
                <a:lnTo>
                  <a:pt x="6449" y="17276"/>
                </a:lnTo>
                <a:lnTo>
                  <a:pt x="6206" y="17325"/>
                </a:lnTo>
                <a:lnTo>
                  <a:pt x="6011" y="17349"/>
                </a:lnTo>
                <a:lnTo>
                  <a:pt x="5938" y="17398"/>
                </a:lnTo>
                <a:lnTo>
                  <a:pt x="5865" y="17447"/>
                </a:lnTo>
                <a:lnTo>
                  <a:pt x="5841" y="17471"/>
                </a:lnTo>
                <a:lnTo>
                  <a:pt x="5841" y="17520"/>
                </a:lnTo>
                <a:lnTo>
                  <a:pt x="5841" y="17544"/>
                </a:lnTo>
                <a:lnTo>
                  <a:pt x="5865" y="17568"/>
                </a:lnTo>
                <a:lnTo>
                  <a:pt x="5987" y="17641"/>
                </a:lnTo>
                <a:lnTo>
                  <a:pt x="6133" y="17690"/>
                </a:lnTo>
                <a:lnTo>
                  <a:pt x="6303" y="17690"/>
                </a:lnTo>
                <a:lnTo>
                  <a:pt x="6449" y="17666"/>
                </a:lnTo>
                <a:lnTo>
                  <a:pt x="6449" y="17958"/>
                </a:lnTo>
                <a:lnTo>
                  <a:pt x="6303" y="17982"/>
                </a:lnTo>
                <a:lnTo>
                  <a:pt x="6181" y="18031"/>
                </a:lnTo>
                <a:lnTo>
                  <a:pt x="6011" y="18055"/>
                </a:lnTo>
                <a:lnTo>
                  <a:pt x="5914" y="18104"/>
                </a:lnTo>
                <a:lnTo>
                  <a:pt x="5841" y="18152"/>
                </a:lnTo>
                <a:lnTo>
                  <a:pt x="5816" y="18177"/>
                </a:lnTo>
                <a:lnTo>
                  <a:pt x="5816" y="18225"/>
                </a:lnTo>
                <a:lnTo>
                  <a:pt x="5841" y="18250"/>
                </a:lnTo>
                <a:lnTo>
                  <a:pt x="5865" y="18274"/>
                </a:lnTo>
                <a:lnTo>
                  <a:pt x="5987" y="18323"/>
                </a:lnTo>
                <a:lnTo>
                  <a:pt x="6157" y="18371"/>
                </a:lnTo>
                <a:lnTo>
                  <a:pt x="6303" y="18371"/>
                </a:lnTo>
                <a:lnTo>
                  <a:pt x="6449" y="18347"/>
                </a:lnTo>
                <a:lnTo>
                  <a:pt x="6473" y="18444"/>
                </a:lnTo>
                <a:lnTo>
                  <a:pt x="6303" y="18469"/>
                </a:lnTo>
                <a:lnTo>
                  <a:pt x="6157" y="18542"/>
                </a:lnTo>
                <a:lnTo>
                  <a:pt x="6035" y="18615"/>
                </a:lnTo>
                <a:lnTo>
                  <a:pt x="5914" y="18688"/>
                </a:lnTo>
                <a:lnTo>
                  <a:pt x="5889" y="18736"/>
                </a:lnTo>
                <a:lnTo>
                  <a:pt x="5889" y="18761"/>
                </a:lnTo>
                <a:lnTo>
                  <a:pt x="5914" y="18785"/>
                </a:lnTo>
                <a:lnTo>
                  <a:pt x="5962" y="18809"/>
                </a:lnTo>
                <a:lnTo>
                  <a:pt x="6108" y="18809"/>
                </a:lnTo>
                <a:lnTo>
                  <a:pt x="6279" y="18785"/>
                </a:lnTo>
                <a:lnTo>
                  <a:pt x="6498" y="18761"/>
                </a:lnTo>
                <a:lnTo>
                  <a:pt x="6522" y="18980"/>
                </a:lnTo>
                <a:lnTo>
                  <a:pt x="6376" y="19028"/>
                </a:lnTo>
                <a:lnTo>
                  <a:pt x="6254" y="19101"/>
                </a:lnTo>
                <a:lnTo>
                  <a:pt x="5987" y="19223"/>
                </a:lnTo>
                <a:lnTo>
                  <a:pt x="5962" y="19272"/>
                </a:lnTo>
                <a:lnTo>
                  <a:pt x="5962" y="19320"/>
                </a:lnTo>
                <a:lnTo>
                  <a:pt x="5987" y="19369"/>
                </a:lnTo>
                <a:lnTo>
                  <a:pt x="6011" y="19393"/>
                </a:lnTo>
                <a:lnTo>
                  <a:pt x="6425" y="19393"/>
                </a:lnTo>
                <a:lnTo>
                  <a:pt x="6595" y="19345"/>
                </a:lnTo>
                <a:lnTo>
                  <a:pt x="6619" y="19393"/>
                </a:lnTo>
                <a:lnTo>
                  <a:pt x="6571" y="19442"/>
                </a:lnTo>
                <a:lnTo>
                  <a:pt x="6522" y="19515"/>
                </a:lnTo>
                <a:lnTo>
                  <a:pt x="6254" y="19637"/>
                </a:lnTo>
                <a:lnTo>
                  <a:pt x="6230" y="19661"/>
                </a:lnTo>
                <a:lnTo>
                  <a:pt x="6206" y="19734"/>
                </a:lnTo>
                <a:lnTo>
                  <a:pt x="6230" y="19758"/>
                </a:lnTo>
                <a:lnTo>
                  <a:pt x="6279" y="19783"/>
                </a:lnTo>
                <a:lnTo>
                  <a:pt x="6595" y="19758"/>
                </a:lnTo>
                <a:lnTo>
                  <a:pt x="6668" y="19783"/>
                </a:lnTo>
                <a:lnTo>
                  <a:pt x="6887" y="19856"/>
                </a:lnTo>
                <a:lnTo>
                  <a:pt x="7106" y="19904"/>
                </a:lnTo>
                <a:lnTo>
                  <a:pt x="7203" y="19953"/>
                </a:lnTo>
                <a:lnTo>
                  <a:pt x="7252" y="20001"/>
                </a:lnTo>
                <a:lnTo>
                  <a:pt x="7276" y="20050"/>
                </a:lnTo>
                <a:lnTo>
                  <a:pt x="7276" y="20123"/>
                </a:lnTo>
                <a:lnTo>
                  <a:pt x="7252" y="20172"/>
                </a:lnTo>
                <a:lnTo>
                  <a:pt x="7203" y="20245"/>
                </a:lnTo>
                <a:lnTo>
                  <a:pt x="7057" y="20342"/>
                </a:lnTo>
                <a:lnTo>
                  <a:pt x="6936" y="20391"/>
                </a:lnTo>
                <a:lnTo>
                  <a:pt x="6814" y="20439"/>
                </a:lnTo>
                <a:lnTo>
                  <a:pt x="6692" y="20464"/>
                </a:lnTo>
                <a:lnTo>
                  <a:pt x="6571" y="20464"/>
                </a:lnTo>
                <a:lnTo>
                  <a:pt x="6303" y="20439"/>
                </a:lnTo>
                <a:lnTo>
                  <a:pt x="5889" y="20439"/>
                </a:lnTo>
                <a:lnTo>
                  <a:pt x="5768" y="20391"/>
                </a:lnTo>
                <a:lnTo>
                  <a:pt x="5670" y="20318"/>
                </a:lnTo>
                <a:lnTo>
                  <a:pt x="5597" y="20220"/>
                </a:lnTo>
                <a:lnTo>
                  <a:pt x="5524" y="20099"/>
                </a:lnTo>
                <a:lnTo>
                  <a:pt x="5476" y="19929"/>
                </a:lnTo>
                <a:lnTo>
                  <a:pt x="5403" y="19612"/>
                </a:lnTo>
                <a:lnTo>
                  <a:pt x="5354" y="19247"/>
                </a:lnTo>
                <a:lnTo>
                  <a:pt x="5330" y="18882"/>
                </a:lnTo>
                <a:lnTo>
                  <a:pt x="5305" y="18371"/>
                </a:lnTo>
                <a:lnTo>
                  <a:pt x="5184" y="16960"/>
                </a:lnTo>
                <a:lnTo>
                  <a:pt x="5111" y="16254"/>
                </a:lnTo>
                <a:lnTo>
                  <a:pt x="5038" y="15549"/>
                </a:lnTo>
                <a:lnTo>
                  <a:pt x="4965" y="15086"/>
                </a:lnTo>
                <a:lnTo>
                  <a:pt x="4867" y="14600"/>
                </a:lnTo>
                <a:lnTo>
                  <a:pt x="4624" y="13675"/>
                </a:lnTo>
                <a:lnTo>
                  <a:pt x="4527" y="13310"/>
                </a:lnTo>
                <a:lnTo>
                  <a:pt x="4454" y="13018"/>
                </a:lnTo>
                <a:lnTo>
                  <a:pt x="4405" y="12896"/>
                </a:lnTo>
                <a:lnTo>
                  <a:pt x="4356" y="12823"/>
                </a:lnTo>
                <a:lnTo>
                  <a:pt x="4356" y="12799"/>
                </a:lnTo>
                <a:lnTo>
                  <a:pt x="4332" y="12750"/>
                </a:lnTo>
                <a:lnTo>
                  <a:pt x="4283" y="12702"/>
                </a:lnTo>
                <a:lnTo>
                  <a:pt x="4235" y="12677"/>
                </a:lnTo>
                <a:lnTo>
                  <a:pt x="4186" y="12653"/>
                </a:lnTo>
                <a:lnTo>
                  <a:pt x="4113" y="12677"/>
                </a:lnTo>
                <a:lnTo>
                  <a:pt x="4040" y="12750"/>
                </a:lnTo>
                <a:lnTo>
                  <a:pt x="3991" y="12848"/>
                </a:lnTo>
                <a:lnTo>
                  <a:pt x="3918" y="13091"/>
                </a:lnTo>
                <a:lnTo>
                  <a:pt x="3870" y="13286"/>
                </a:lnTo>
                <a:lnTo>
                  <a:pt x="3772" y="13237"/>
                </a:lnTo>
                <a:lnTo>
                  <a:pt x="3675" y="13213"/>
                </a:lnTo>
                <a:lnTo>
                  <a:pt x="3626" y="13237"/>
                </a:lnTo>
                <a:lnTo>
                  <a:pt x="3602" y="13310"/>
                </a:lnTo>
                <a:lnTo>
                  <a:pt x="3626" y="13383"/>
                </a:lnTo>
                <a:lnTo>
                  <a:pt x="3675" y="13456"/>
                </a:lnTo>
                <a:lnTo>
                  <a:pt x="3748" y="13529"/>
                </a:lnTo>
                <a:lnTo>
                  <a:pt x="3821" y="13578"/>
                </a:lnTo>
                <a:lnTo>
                  <a:pt x="3797" y="13772"/>
                </a:lnTo>
                <a:lnTo>
                  <a:pt x="3651" y="13772"/>
                </a:lnTo>
                <a:lnTo>
                  <a:pt x="3505" y="13821"/>
                </a:lnTo>
                <a:lnTo>
                  <a:pt x="3480" y="13845"/>
                </a:lnTo>
                <a:lnTo>
                  <a:pt x="3505" y="13870"/>
                </a:lnTo>
                <a:lnTo>
                  <a:pt x="3651" y="13943"/>
                </a:lnTo>
                <a:lnTo>
                  <a:pt x="3772" y="14016"/>
                </a:lnTo>
                <a:lnTo>
                  <a:pt x="3724" y="14405"/>
                </a:lnTo>
                <a:lnTo>
                  <a:pt x="3505" y="14381"/>
                </a:lnTo>
                <a:lnTo>
                  <a:pt x="3407" y="14381"/>
                </a:lnTo>
                <a:lnTo>
                  <a:pt x="3310" y="14405"/>
                </a:lnTo>
                <a:lnTo>
                  <a:pt x="3286" y="14454"/>
                </a:lnTo>
                <a:lnTo>
                  <a:pt x="3286" y="14478"/>
                </a:lnTo>
                <a:lnTo>
                  <a:pt x="3286" y="14502"/>
                </a:lnTo>
                <a:lnTo>
                  <a:pt x="3383" y="14551"/>
                </a:lnTo>
                <a:lnTo>
                  <a:pt x="3480" y="14624"/>
                </a:lnTo>
                <a:lnTo>
                  <a:pt x="3675" y="14721"/>
                </a:lnTo>
                <a:lnTo>
                  <a:pt x="3675" y="14892"/>
                </a:lnTo>
                <a:lnTo>
                  <a:pt x="3480" y="14892"/>
                </a:lnTo>
                <a:lnTo>
                  <a:pt x="3286" y="14916"/>
                </a:lnTo>
                <a:lnTo>
                  <a:pt x="3213" y="14940"/>
                </a:lnTo>
                <a:lnTo>
                  <a:pt x="3140" y="14965"/>
                </a:lnTo>
                <a:lnTo>
                  <a:pt x="3115" y="15013"/>
                </a:lnTo>
                <a:lnTo>
                  <a:pt x="3115" y="15038"/>
                </a:lnTo>
                <a:lnTo>
                  <a:pt x="3140" y="15086"/>
                </a:lnTo>
                <a:lnTo>
                  <a:pt x="3188" y="15135"/>
                </a:lnTo>
                <a:lnTo>
                  <a:pt x="3310" y="15208"/>
                </a:lnTo>
                <a:lnTo>
                  <a:pt x="3456" y="15232"/>
                </a:lnTo>
                <a:lnTo>
                  <a:pt x="3626" y="15257"/>
                </a:lnTo>
                <a:lnTo>
                  <a:pt x="3578" y="15573"/>
                </a:lnTo>
                <a:lnTo>
                  <a:pt x="3334" y="15549"/>
                </a:lnTo>
                <a:lnTo>
                  <a:pt x="3018" y="15549"/>
                </a:lnTo>
                <a:lnTo>
                  <a:pt x="2921" y="15573"/>
                </a:lnTo>
                <a:lnTo>
                  <a:pt x="2896" y="15597"/>
                </a:lnTo>
                <a:lnTo>
                  <a:pt x="2896" y="15622"/>
                </a:lnTo>
                <a:lnTo>
                  <a:pt x="2945" y="15695"/>
                </a:lnTo>
                <a:lnTo>
                  <a:pt x="3018" y="15743"/>
                </a:lnTo>
                <a:lnTo>
                  <a:pt x="3164" y="15816"/>
                </a:lnTo>
                <a:lnTo>
                  <a:pt x="3359" y="15889"/>
                </a:lnTo>
                <a:lnTo>
                  <a:pt x="3553" y="15914"/>
                </a:lnTo>
                <a:lnTo>
                  <a:pt x="3529" y="16011"/>
                </a:lnTo>
                <a:lnTo>
                  <a:pt x="3261" y="16035"/>
                </a:lnTo>
                <a:lnTo>
                  <a:pt x="3115" y="16060"/>
                </a:lnTo>
                <a:lnTo>
                  <a:pt x="2994" y="16108"/>
                </a:lnTo>
                <a:lnTo>
                  <a:pt x="2969" y="16133"/>
                </a:lnTo>
                <a:lnTo>
                  <a:pt x="2969" y="16181"/>
                </a:lnTo>
                <a:lnTo>
                  <a:pt x="2969" y="16206"/>
                </a:lnTo>
                <a:lnTo>
                  <a:pt x="2994" y="16230"/>
                </a:lnTo>
                <a:lnTo>
                  <a:pt x="3115" y="16279"/>
                </a:lnTo>
                <a:lnTo>
                  <a:pt x="3237" y="16303"/>
                </a:lnTo>
                <a:lnTo>
                  <a:pt x="3480" y="16327"/>
                </a:lnTo>
                <a:lnTo>
                  <a:pt x="3432" y="16790"/>
                </a:lnTo>
                <a:lnTo>
                  <a:pt x="3261" y="16790"/>
                </a:lnTo>
                <a:lnTo>
                  <a:pt x="3115" y="16814"/>
                </a:lnTo>
                <a:lnTo>
                  <a:pt x="2872" y="16838"/>
                </a:lnTo>
                <a:lnTo>
                  <a:pt x="2775" y="16887"/>
                </a:lnTo>
                <a:lnTo>
                  <a:pt x="2677" y="16960"/>
                </a:lnTo>
                <a:lnTo>
                  <a:pt x="2653" y="17033"/>
                </a:lnTo>
                <a:lnTo>
                  <a:pt x="2677" y="17082"/>
                </a:lnTo>
                <a:lnTo>
                  <a:pt x="2702" y="17106"/>
                </a:lnTo>
                <a:lnTo>
                  <a:pt x="2799" y="17155"/>
                </a:lnTo>
                <a:lnTo>
                  <a:pt x="2896" y="17155"/>
                </a:lnTo>
                <a:lnTo>
                  <a:pt x="3091" y="17179"/>
                </a:lnTo>
                <a:lnTo>
                  <a:pt x="3383" y="17203"/>
                </a:lnTo>
                <a:lnTo>
                  <a:pt x="3359" y="17398"/>
                </a:lnTo>
                <a:lnTo>
                  <a:pt x="3188" y="17398"/>
                </a:lnTo>
                <a:lnTo>
                  <a:pt x="3042" y="17422"/>
                </a:lnTo>
                <a:lnTo>
                  <a:pt x="2750" y="17520"/>
                </a:lnTo>
                <a:lnTo>
                  <a:pt x="2702" y="17544"/>
                </a:lnTo>
                <a:lnTo>
                  <a:pt x="2677" y="17593"/>
                </a:lnTo>
                <a:lnTo>
                  <a:pt x="2702" y="17641"/>
                </a:lnTo>
                <a:lnTo>
                  <a:pt x="2750" y="17666"/>
                </a:lnTo>
                <a:lnTo>
                  <a:pt x="2896" y="17714"/>
                </a:lnTo>
                <a:lnTo>
                  <a:pt x="3018" y="17739"/>
                </a:lnTo>
                <a:lnTo>
                  <a:pt x="3310" y="17739"/>
                </a:lnTo>
                <a:lnTo>
                  <a:pt x="3310" y="17763"/>
                </a:lnTo>
                <a:lnTo>
                  <a:pt x="3286" y="17933"/>
                </a:lnTo>
                <a:lnTo>
                  <a:pt x="3018" y="17958"/>
                </a:lnTo>
                <a:lnTo>
                  <a:pt x="2799" y="17982"/>
                </a:lnTo>
                <a:lnTo>
                  <a:pt x="2702" y="18031"/>
                </a:lnTo>
                <a:lnTo>
                  <a:pt x="2629" y="18079"/>
                </a:lnTo>
                <a:lnTo>
                  <a:pt x="2604" y="18128"/>
                </a:lnTo>
                <a:lnTo>
                  <a:pt x="2604" y="18177"/>
                </a:lnTo>
                <a:lnTo>
                  <a:pt x="2653" y="18250"/>
                </a:lnTo>
                <a:lnTo>
                  <a:pt x="2702" y="18274"/>
                </a:lnTo>
                <a:lnTo>
                  <a:pt x="2775" y="18298"/>
                </a:lnTo>
                <a:lnTo>
                  <a:pt x="2848" y="18323"/>
                </a:lnTo>
                <a:lnTo>
                  <a:pt x="3018" y="18323"/>
                </a:lnTo>
                <a:lnTo>
                  <a:pt x="3164" y="18298"/>
                </a:lnTo>
                <a:lnTo>
                  <a:pt x="3237" y="18323"/>
                </a:lnTo>
                <a:lnTo>
                  <a:pt x="3213" y="18517"/>
                </a:lnTo>
                <a:lnTo>
                  <a:pt x="2848" y="18566"/>
                </a:lnTo>
                <a:lnTo>
                  <a:pt x="2677" y="18615"/>
                </a:lnTo>
                <a:lnTo>
                  <a:pt x="2604" y="18663"/>
                </a:lnTo>
                <a:lnTo>
                  <a:pt x="2531" y="18712"/>
                </a:lnTo>
                <a:lnTo>
                  <a:pt x="2507" y="18761"/>
                </a:lnTo>
                <a:lnTo>
                  <a:pt x="2507" y="18785"/>
                </a:lnTo>
                <a:lnTo>
                  <a:pt x="2531" y="18809"/>
                </a:lnTo>
                <a:lnTo>
                  <a:pt x="2556" y="18834"/>
                </a:lnTo>
                <a:lnTo>
                  <a:pt x="2702" y="18882"/>
                </a:lnTo>
                <a:lnTo>
                  <a:pt x="3164" y="18882"/>
                </a:lnTo>
                <a:lnTo>
                  <a:pt x="3115" y="19223"/>
                </a:lnTo>
                <a:lnTo>
                  <a:pt x="2799" y="19199"/>
                </a:lnTo>
                <a:lnTo>
                  <a:pt x="2677" y="19199"/>
                </a:lnTo>
                <a:lnTo>
                  <a:pt x="2580" y="19223"/>
                </a:lnTo>
                <a:lnTo>
                  <a:pt x="2483" y="19247"/>
                </a:lnTo>
                <a:lnTo>
                  <a:pt x="2410" y="19320"/>
                </a:lnTo>
                <a:lnTo>
                  <a:pt x="2410" y="19369"/>
                </a:lnTo>
                <a:lnTo>
                  <a:pt x="2410" y="19393"/>
                </a:lnTo>
                <a:lnTo>
                  <a:pt x="2483" y="19466"/>
                </a:lnTo>
                <a:lnTo>
                  <a:pt x="2580" y="19515"/>
                </a:lnTo>
                <a:lnTo>
                  <a:pt x="2702" y="19564"/>
                </a:lnTo>
                <a:lnTo>
                  <a:pt x="2799" y="19564"/>
                </a:lnTo>
                <a:lnTo>
                  <a:pt x="3042" y="19612"/>
                </a:lnTo>
                <a:lnTo>
                  <a:pt x="3018" y="19807"/>
                </a:lnTo>
                <a:lnTo>
                  <a:pt x="2896" y="19807"/>
                </a:lnTo>
                <a:lnTo>
                  <a:pt x="2556" y="19856"/>
                </a:lnTo>
                <a:lnTo>
                  <a:pt x="2483" y="19880"/>
                </a:lnTo>
                <a:lnTo>
                  <a:pt x="2434" y="19904"/>
                </a:lnTo>
                <a:lnTo>
                  <a:pt x="2337" y="20001"/>
                </a:lnTo>
                <a:lnTo>
                  <a:pt x="2312" y="20026"/>
                </a:lnTo>
                <a:lnTo>
                  <a:pt x="2337" y="20074"/>
                </a:lnTo>
                <a:lnTo>
                  <a:pt x="2434" y="20123"/>
                </a:lnTo>
                <a:lnTo>
                  <a:pt x="2531" y="20147"/>
                </a:lnTo>
                <a:lnTo>
                  <a:pt x="2726" y="20172"/>
                </a:lnTo>
                <a:lnTo>
                  <a:pt x="2507" y="20269"/>
                </a:lnTo>
                <a:lnTo>
                  <a:pt x="2288" y="20366"/>
                </a:lnTo>
                <a:lnTo>
                  <a:pt x="1801" y="20512"/>
                </a:lnTo>
                <a:lnTo>
                  <a:pt x="1655" y="20537"/>
                </a:lnTo>
                <a:lnTo>
                  <a:pt x="1485" y="20561"/>
                </a:lnTo>
                <a:lnTo>
                  <a:pt x="1315" y="20537"/>
                </a:lnTo>
                <a:lnTo>
                  <a:pt x="1145" y="20488"/>
                </a:lnTo>
                <a:lnTo>
                  <a:pt x="1120" y="20464"/>
                </a:lnTo>
                <a:lnTo>
                  <a:pt x="1096" y="20415"/>
                </a:lnTo>
                <a:lnTo>
                  <a:pt x="1096" y="20391"/>
                </a:lnTo>
                <a:lnTo>
                  <a:pt x="1096" y="20342"/>
                </a:lnTo>
                <a:lnTo>
                  <a:pt x="1145" y="20245"/>
                </a:lnTo>
                <a:lnTo>
                  <a:pt x="1242" y="20123"/>
                </a:lnTo>
                <a:lnTo>
                  <a:pt x="1485" y="19929"/>
                </a:lnTo>
                <a:lnTo>
                  <a:pt x="1631" y="19831"/>
                </a:lnTo>
                <a:lnTo>
                  <a:pt x="1680" y="19807"/>
                </a:lnTo>
                <a:lnTo>
                  <a:pt x="1704" y="19758"/>
                </a:lnTo>
                <a:lnTo>
                  <a:pt x="1704" y="19710"/>
                </a:lnTo>
                <a:lnTo>
                  <a:pt x="1704" y="19661"/>
                </a:lnTo>
                <a:lnTo>
                  <a:pt x="1728" y="19588"/>
                </a:lnTo>
                <a:lnTo>
                  <a:pt x="1826" y="18785"/>
                </a:lnTo>
                <a:lnTo>
                  <a:pt x="1923" y="18006"/>
                </a:lnTo>
                <a:lnTo>
                  <a:pt x="2045" y="16425"/>
                </a:lnTo>
                <a:lnTo>
                  <a:pt x="2142" y="14843"/>
                </a:lnTo>
                <a:lnTo>
                  <a:pt x="2264" y="13237"/>
                </a:lnTo>
                <a:lnTo>
                  <a:pt x="2410" y="11631"/>
                </a:lnTo>
                <a:lnTo>
                  <a:pt x="2531" y="10025"/>
                </a:lnTo>
                <a:lnTo>
                  <a:pt x="2556" y="9368"/>
                </a:lnTo>
                <a:lnTo>
                  <a:pt x="2580" y="8663"/>
                </a:lnTo>
                <a:lnTo>
                  <a:pt x="2580" y="8322"/>
                </a:lnTo>
                <a:lnTo>
                  <a:pt x="2580" y="7981"/>
                </a:lnTo>
                <a:lnTo>
                  <a:pt x="2531" y="7641"/>
                </a:lnTo>
                <a:lnTo>
                  <a:pt x="2483" y="7324"/>
                </a:lnTo>
                <a:lnTo>
                  <a:pt x="2483" y="7251"/>
                </a:lnTo>
                <a:lnTo>
                  <a:pt x="2458" y="7178"/>
                </a:lnTo>
                <a:lnTo>
                  <a:pt x="2434" y="7130"/>
                </a:lnTo>
                <a:lnTo>
                  <a:pt x="2410" y="7105"/>
                </a:lnTo>
                <a:lnTo>
                  <a:pt x="2337" y="7057"/>
                </a:lnTo>
                <a:lnTo>
                  <a:pt x="2239" y="7057"/>
                </a:lnTo>
                <a:lnTo>
                  <a:pt x="2166" y="7105"/>
                </a:lnTo>
                <a:lnTo>
                  <a:pt x="2020" y="7130"/>
                </a:lnTo>
                <a:lnTo>
                  <a:pt x="1899" y="7154"/>
                </a:lnTo>
                <a:lnTo>
                  <a:pt x="1826" y="7227"/>
                </a:lnTo>
                <a:lnTo>
                  <a:pt x="1801" y="7300"/>
                </a:lnTo>
                <a:lnTo>
                  <a:pt x="1801" y="7349"/>
                </a:lnTo>
                <a:lnTo>
                  <a:pt x="1801" y="7397"/>
                </a:lnTo>
                <a:lnTo>
                  <a:pt x="1874" y="7446"/>
                </a:lnTo>
                <a:lnTo>
                  <a:pt x="1923" y="7470"/>
                </a:lnTo>
                <a:lnTo>
                  <a:pt x="1899" y="7519"/>
                </a:lnTo>
                <a:lnTo>
                  <a:pt x="1704" y="7519"/>
                </a:lnTo>
                <a:lnTo>
                  <a:pt x="1631" y="7543"/>
                </a:lnTo>
                <a:lnTo>
                  <a:pt x="1558" y="7592"/>
                </a:lnTo>
                <a:lnTo>
                  <a:pt x="1534" y="7665"/>
                </a:lnTo>
                <a:lnTo>
                  <a:pt x="1534" y="7714"/>
                </a:lnTo>
                <a:lnTo>
                  <a:pt x="1558" y="7738"/>
                </a:lnTo>
                <a:lnTo>
                  <a:pt x="1631" y="7811"/>
                </a:lnTo>
                <a:lnTo>
                  <a:pt x="1753" y="7860"/>
                </a:lnTo>
                <a:lnTo>
                  <a:pt x="1728" y="7957"/>
                </a:lnTo>
                <a:lnTo>
                  <a:pt x="1582" y="7957"/>
                </a:lnTo>
                <a:lnTo>
                  <a:pt x="1461" y="8006"/>
                </a:lnTo>
                <a:lnTo>
                  <a:pt x="1412" y="8054"/>
                </a:lnTo>
                <a:lnTo>
                  <a:pt x="1388" y="8127"/>
                </a:lnTo>
                <a:lnTo>
                  <a:pt x="1412" y="8200"/>
                </a:lnTo>
                <a:lnTo>
                  <a:pt x="1461" y="8249"/>
                </a:lnTo>
                <a:lnTo>
                  <a:pt x="1534" y="8273"/>
                </a:lnTo>
                <a:lnTo>
                  <a:pt x="1631" y="8298"/>
                </a:lnTo>
                <a:lnTo>
                  <a:pt x="1582" y="8468"/>
                </a:lnTo>
                <a:lnTo>
                  <a:pt x="1437" y="8468"/>
                </a:lnTo>
                <a:lnTo>
                  <a:pt x="1364" y="8517"/>
                </a:lnTo>
                <a:lnTo>
                  <a:pt x="1291" y="8541"/>
                </a:lnTo>
                <a:lnTo>
                  <a:pt x="1291" y="8590"/>
                </a:lnTo>
                <a:lnTo>
                  <a:pt x="1291" y="8638"/>
                </a:lnTo>
                <a:lnTo>
                  <a:pt x="1339" y="8687"/>
                </a:lnTo>
                <a:lnTo>
                  <a:pt x="1388" y="8736"/>
                </a:lnTo>
                <a:lnTo>
                  <a:pt x="1509" y="8760"/>
                </a:lnTo>
                <a:lnTo>
                  <a:pt x="1485" y="8833"/>
                </a:lnTo>
                <a:lnTo>
                  <a:pt x="1461" y="8930"/>
                </a:lnTo>
                <a:lnTo>
                  <a:pt x="1315" y="8955"/>
                </a:lnTo>
                <a:lnTo>
                  <a:pt x="1242" y="8979"/>
                </a:lnTo>
                <a:lnTo>
                  <a:pt x="1193" y="9028"/>
                </a:lnTo>
                <a:lnTo>
                  <a:pt x="1169" y="9076"/>
                </a:lnTo>
                <a:lnTo>
                  <a:pt x="1169" y="9149"/>
                </a:lnTo>
                <a:lnTo>
                  <a:pt x="1218" y="9198"/>
                </a:lnTo>
                <a:lnTo>
                  <a:pt x="1242" y="9222"/>
                </a:lnTo>
                <a:lnTo>
                  <a:pt x="1364" y="9271"/>
                </a:lnTo>
                <a:lnTo>
                  <a:pt x="1364" y="9295"/>
                </a:lnTo>
                <a:lnTo>
                  <a:pt x="1315" y="9320"/>
                </a:lnTo>
                <a:lnTo>
                  <a:pt x="1169" y="9344"/>
                </a:lnTo>
                <a:lnTo>
                  <a:pt x="1096" y="9393"/>
                </a:lnTo>
                <a:lnTo>
                  <a:pt x="1047" y="9441"/>
                </a:lnTo>
                <a:lnTo>
                  <a:pt x="1023" y="9539"/>
                </a:lnTo>
                <a:lnTo>
                  <a:pt x="1047" y="9563"/>
                </a:lnTo>
                <a:lnTo>
                  <a:pt x="1072" y="9612"/>
                </a:lnTo>
                <a:lnTo>
                  <a:pt x="1120" y="9636"/>
                </a:lnTo>
                <a:lnTo>
                  <a:pt x="1169" y="9660"/>
                </a:lnTo>
                <a:lnTo>
                  <a:pt x="1291" y="9660"/>
                </a:lnTo>
                <a:lnTo>
                  <a:pt x="1266" y="9733"/>
                </a:lnTo>
                <a:lnTo>
                  <a:pt x="1145" y="9733"/>
                </a:lnTo>
                <a:lnTo>
                  <a:pt x="1072" y="9758"/>
                </a:lnTo>
                <a:lnTo>
                  <a:pt x="1023" y="9806"/>
                </a:lnTo>
                <a:lnTo>
                  <a:pt x="999" y="9879"/>
                </a:lnTo>
                <a:lnTo>
                  <a:pt x="1023" y="9952"/>
                </a:lnTo>
                <a:lnTo>
                  <a:pt x="1120" y="10001"/>
                </a:lnTo>
                <a:lnTo>
                  <a:pt x="1218" y="10025"/>
                </a:lnTo>
                <a:lnTo>
                  <a:pt x="1169" y="10269"/>
                </a:lnTo>
                <a:lnTo>
                  <a:pt x="1096" y="10244"/>
                </a:lnTo>
                <a:lnTo>
                  <a:pt x="1023" y="10269"/>
                </a:lnTo>
                <a:lnTo>
                  <a:pt x="974" y="10293"/>
                </a:lnTo>
                <a:lnTo>
                  <a:pt x="926" y="10342"/>
                </a:lnTo>
                <a:lnTo>
                  <a:pt x="926" y="10390"/>
                </a:lnTo>
                <a:lnTo>
                  <a:pt x="926" y="10439"/>
                </a:lnTo>
                <a:lnTo>
                  <a:pt x="950" y="10488"/>
                </a:lnTo>
                <a:lnTo>
                  <a:pt x="999" y="10536"/>
                </a:lnTo>
                <a:lnTo>
                  <a:pt x="1096" y="10609"/>
                </a:lnTo>
                <a:lnTo>
                  <a:pt x="1072" y="10634"/>
                </a:lnTo>
                <a:lnTo>
                  <a:pt x="1047" y="10682"/>
                </a:lnTo>
                <a:lnTo>
                  <a:pt x="1047" y="10755"/>
                </a:lnTo>
                <a:lnTo>
                  <a:pt x="1047" y="10804"/>
                </a:lnTo>
                <a:lnTo>
                  <a:pt x="1145" y="11096"/>
                </a:lnTo>
                <a:lnTo>
                  <a:pt x="1169" y="11291"/>
                </a:lnTo>
                <a:lnTo>
                  <a:pt x="1193" y="11461"/>
                </a:lnTo>
                <a:lnTo>
                  <a:pt x="1193" y="11631"/>
                </a:lnTo>
                <a:lnTo>
                  <a:pt x="1120" y="11777"/>
                </a:lnTo>
                <a:lnTo>
                  <a:pt x="1096" y="11826"/>
                </a:lnTo>
                <a:lnTo>
                  <a:pt x="1023" y="11875"/>
                </a:lnTo>
                <a:lnTo>
                  <a:pt x="950" y="11923"/>
                </a:lnTo>
                <a:lnTo>
                  <a:pt x="780" y="11923"/>
                </a:lnTo>
                <a:lnTo>
                  <a:pt x="707" y="11875"/>
                </a:lnTo>
                <a:lnTo>
                  <a:pt x="658" y="11826"/>
                </a:lnTo>
                <a:lnTo>
                  <a:pt x="609" y="11753"/>
                </a:lnTo>
                <a:lnTo>
                  <a:pt x="512" y="11607"/>
                </a:lnTo>
                <a:lnTo>
                  <a:pt x="463" y="11437"/>
                </a:lnTo>
                <a:lnTo>
                  <a:pt x="463" y="11315"/>
                </a:lnTo>
                <a:lnTo>
                  <a:pt x="463" y="11193"/>
                </a:lnTo>
                <a:lnTo>
                  <a:pt x="512" y="10974"/>
                </a:lnTo>
                <a:lnTo>
                  <a:pt x="585" y="10974"/>
                </a:lnTo>
                <a:lnTo>
                  <a:pt x="634" y="10950"/>
                </a:lnTo>
                <a:lnTo>
                  <a:pt x="658" y="10901"/>
                </a:lnTo>
                <a:lnTo>
                  <a:pt x="658" y="10853"/>
                </a:lnTo>
                <a:lnTo>
                  <a:pt x="609" y="10658"/>
                </a:lnTo>
                <a:lnTo>
                  <a:pt x="585" y="10463"/>
                </a:lnTo>
                <a:lnTo>
                  <a:pt x="561" y="10074"/>
                </a:lnTo>
                <a:lnTo>
                  <a:pt x="585" y="9660"/>
                </a:lnTo>
                <a:lnTo>
                  <a:pt x="634" y="9271"/>
                </a:lnTo>
                <a:lnTo>
                  <a:pt x="731" y="8882"/>
                </a:lnTo>
                <a:lnTo>
                  <a:pt x="828" y="8492"/>
                </a:lnTo>
                <a:lnTo>
                  <a:pt x="1072" y="7714"/>
                </a:lnTo>
                <a:lnTo>
                  <a:pt x="1218" y="7227"/>
                </a:lnTo>
                <a:lnTo>
                  <a:pt x="1412" y="6740"/>
                </a:lnTo>
                <a:lnTo>
                  <a:pt x="1631" y="6302"/>
                </a:lnTo>
                <a:lnTo>
                  <a:pt x="1753" y="6108"/>
                </a:lnTo>
                <a:lnTo>
                  <a:pt x="1899" y="5913"/>
                </a:lnTo>
                <a:lnTo>
                  <a:pt x="2045" y="5743"/>
                </a:lnTo>
                <a:lnTo>
                  <a:pt x="2215" y="5572"/>
                </a:lnTo>
                <a:lnTo>
                  <a:pt x="2385" y="5402"/>
                </a:lnTo>
                <a:lnTo>
                  <a:pt x="2580" y="5280"/>
                </a:lnTo>
                <a:lnTo>
                  <a:pt x="2799" y="5159"/>
                </a:lnTo>
                <a:lnTo>
                  <a:pt x="3042" y="5061"/>
                </a:lnTo>
                <a:lnTo>
                  <a:pt x="3286" y="4964"/>
                </a:lnTo>
                <a:lnTo>
                  <a:pt x="3553" y="4891"/>
                </a:lnTo>
                <a:lnTo>
                  <a:pt x="3845" y="4842"/>
                </a:lnTo>
                <a:lnTo>
                  <a:pt x="4113" y="4818"/>
                </a:lnTo>
                <a:lnTo>
                  <a:pt x="4162" y="4842"/>
                </a:lnTo>
                <a:lnTo>
                  <a:pt x="4259" y="4818"/>
                </a:lnTo>
                <a:close/>
                <a:moveTo>
                  <a:pt x="4259" y="0"/>
                </a:moveTo>
                <a:lnTo>
                  <a:pt x="4016" y="25"/>
                </a:lnTo>
                <a:lnTo>
                  <a:pt x="3797" y="98"/>
                </a:lnTo>
                <a:lnTo>
                  <a:pt x="3675" y="98"/>
                </a:lnTo>
                <a:lnTo>
                  <a:pt x="3578" y="146"/>
                </a:lnTo>
                <a:lnTo>
                  <a:pt x="3334" y="244"/>
                </a:lnTo>
                <a:lnTo>
                  <a:pt x="3140" y="390"/>
                </a:lnTo>
                <a:lnTo>
                  <a:pt x="2945" y="536"/>
                </a:lnTo>
                <a:lnTo>
                  <a:pt x="2799" y="682"/>
                </a:lnTo>
                <a:lnTo>
                  <a:pt x="2677" y="852"/>
                </a:lnTo>
                <a:lnTo>
                  <a:pt x="2556" y="1047"/>
                </a:lnTo>
                <a:lnTo>
                  <a:pt x="2458" y="1241"/>
                </a:lnTo>
                <a:lnTo>
                  <a:pt x="2385" y="1436"/>
                </a:lnTo>
                <a:lnTo>
                  <a:pt x="2337" y="1655"/>
                </a:lnTo>
                <a:lnTo>
                  <a:pt x="2288" y="1850"/>
                </a:lnTo>
                <a:lnTo>
                  <a:pt x="2264" y="2069"/>
                </a:lnTo>
                <a:lnTo>
                  <a:pt x="2264" y="2263"/>
                </a:lnTo>
                <a:lnTo>
                  <a:pt x="2288" y="2434"/>
                </a:lnTo>
                <a:lnTo>
                  <a:pt x="2312" y="2628"/>
                </a:lnTo>
                <a:lnTo>
                  <a:pt x="2361" y="2823"/>
                </a:lnTo>
                <a:lnTo>
                  <a:pt x="2434" y="2993"/>
                </a:lnTo>
                <a:lnTo>
                  <a:pt x="2507" y="3164"/>
                </a:lnTo>
                <a:lnTo>
                  <a:pt x="2604" y="3310"/>
                </a:lnTo>
                <a:lnTo>
                  <a:pt x="2702" y="3480"/>
                </a:lnTo>
                <a:lnTo>
                  <a:pt x="2823" y="3626"/>
                </a:lnTo>
                <a:lnTo>
                  <a:pt x="2945" y="3748"/>
                </a:lnTo>
                <a:lnTo>
                  <a:pt x="3067" y="3869"/>
                </a:lnTo>
                <a:lnTo>
                  <a:pt x="3213" y="3991"/>
                </a:lnTo>
                <a:lnTo>
                  <a:pt x="3383" y="4088"/>
                </a:lnTo>
                <a:lnTo>
                  <a:pt x="3553" y="4161"/>
                </a:lnTo>
                <a:lnTo>
                  <a:pt x="3724" y="4210"/>
                </a:lnTo>
                <a:lnTo>
                  <a:pt x="3894" y="4258"/>
                </a:lnTo>
                <a:lnTo>
                  <a:pt x="3894" y="4404"/>
                </a:lnTo>
                <a:lnTo>
                  <a:pt x="3553" y="4429"/>
                </a:lnTo>
                <a:lnTo>
                  <a:pt x="3261" y="4502"/>
                </a:lnTo>
                <a:lnTo>
                  <a:pt x="2969" y="4575"/>
                </a:lnTo>
                <a:lnTo>
                  <a:pt x="2702" y="4696"/>
                </a:lnTo>
                <a:lnTo>
                  <a:pt x="2458" y="4818"/>
                </a:lnTo>
                <a:lnTo>
                  <a:pt x="2239" y="4964"/>
                </a:lnTo>
                <a:lnTo>
                  <a:pt x="2020" y="5110"/>
                </a:lnTo>
                <a:lnTo>
                  <a:pt x="1826" y="5305"/>
                </a:lnTo>
                <a:lnTo>
                  <a:pt x="1655" y="5499"/>
                </a:lnTo>
                <a:lnTo>
                  <a:pt x="1485" y="5694"/>
                </a:lnTo>
                <a:lnTo>
                  <a:pt x="1339" y="5937"/>
                </a:lnTo>
                <a:lnTo>
                  <a:pt x="1193" y="6156"/>
                </a:lnTo>
                <a:lnTo>
                  <a:pt x="1072" y="6400"/>
                </a:lnTo>
                <a:lnTo>
                  <a:pt x="853" y="6935"/>
                </a:lnTo>
                <a:lnTo>
                  <a:pt x="658" y="7470"/>
                </a:lnTo>
                <a:lnTo>
                  <a:pt x="366" y="8492"/>
                </a:lnTo>
                <a:lnTo>
                  <a:pt x="244" y="9003"/>
                </a:lnTo>
                <a:lnTo>
                  <a:pt x="147" y="9514"/>
                </a:lnTo>
                <a:lnTo>
                  <a:pt x="123" y="9782"/>
                </a:lnTo>
                <a:lnTo>
                  <a:pt x="123" y="10098"/>
                </a:lnTo>
                <a:lnTo>
                  <a:pt x="147" y="10415"/>
                </a:lnTo>
                <a:lnTo>
                  <a:pt x="171" y="10561"/>
                </a:lnTo>
                <a:lnTo>
                  <a:pt x="220" y="10682"/>
                </a:lnTo>
                <a:lnTo>
                  <a:pt x="147" y="10755"/>
                </a:lnTo>
                <a:lnTo>
                  <a:pt x="74" y="10853"/>
                </a:lnTo>
                <a:lnTo>
                  <a:pt x="25" y="10974"/>
                </a:lnTo>
                <a:lnTo>
                  <a:pt x="1" y="11096"/>
                </a:lnTo>
                <a:lnTo>
                  <a:pt x="1" y="11339"/>
                </a:lnTo>
                <a:lnTo>
                  <a:pt x="25" y="11558"/>
                </a:lnTo>
                <a:lnTo>
                  <a:pt x="74" y="11704"/>
                </a:lnTo>
                <a:lnTo>
                  <a:pt x="123" y="11826"/>
                </a:lnTo>
                <a:lnTo>
                  <a:pt x="196" y="11972"/>
                </a:lnTo>
                <a:lnTo>
                  <a:pt x="269" y="12093"/>
                </a:lnTo>
                <a:lnTo>
                  <a:pt x="366" y="12191"/>
                </a:lnTo>
                <a:lnTo>
                  <a:pt x="488" y="12264"/>
                </a:lnTo>
                <a:lnTo>
                  <a:pt x="609" y="12337"/>
                </a:lnTo>
                <a:lnTo>
                  <a:pt x="755" y="12361"/>
                </a:lnTo>
                <a:lnTo>
                  <a:pt x="926" y="12385"/>
                </a:lnTo>
                <a:lnTo>
                  <a:pt x="1072" y="12361"/>
                </a:lnTo>
                <a:lnTo>
                  <a:pt x="1193" y="12312"/>
                </a:lnTo>
                <a:lnTo>
                  <a:pt x="1291" y="12264"/>
                </a:lnTo>
                <a:lnTo>
                  <a:pt x="1388" y="12166"/>
                </a:lnTo>
                <a:lnTo>
                  <a:pt x="1461" y="12069"/>
                </a:lnTo>
                <a:lnTo>
                  <a:pt x="1509" y="11947"/>
                </a:lnTo>
                <a:lnTo>
                  <a:pt x="1534" y="11802"/>
                </a:lnTo>
                <a:lnTo>
                  <a:pt x="1582" y="11510"/>
                </a:lnTo>
                <a:lnTo>
                  <a:pt x="1582" y="11218"/>
                </a:lnTo>
                <a:lnTo>
                  <a:pt x="1534" y="10950"/>
                </a:lnTo>
                <a:lnTo>
                  <a:pt x="1461" y="10707"/>
                </a:lnTo>
                <a:lnTo>
                  <a:pt x="1437" y="10658"/>
                </a:lnTo>
                <a:lnTo>
                  <a:pt x="1485" y="10536"/>
                </a:lnTo>
                <a:lnTo>
                  <a:pt x="1509" y="10488"/>
                </a:lnTo>
                <a:lnTo>
                  <a:pt x="1534" y="10269"/>
                </a:lnTo>
                <a:lnTo>
                  <a:pt x="1582" y="10025"/>
                </a:lnTo>
                <a:lnTo>
                  <a:pt x="1704" y="9539"/>
                </a:lnTo>
                <a:lnTo>
                  <a:pt x="1850" y="9028"/>
                </a:lnTo>
                <a:lnTo>
                  <a:pt x="2142" y="8103"/>
                </a:lnTo>
                <a:lnTo>
                  <a:pt x="2118" y="9344"/>
                </a:lnTo>
                <a:lnTo>
                  <a:pt x="2045" y="10585"/>
                </a:lnTo>
                <a:lnTo>
                  <a:pt x="1947" y="11826"/>
                </a:lnTo>
                <a:lnTo>
                  <a:pt x="1826" y="13067"/>
                </a:lnTo>
                <a:lnTo>
                  <a:pt x="1680" y="14648"/>
                </a:lnTo>
                <a:lnTo>
                  <a:pt x="1558" y="16254"/>
                </a:lnTo>
                <a:lnTo>
                  <a:pt x="1412" y="17860"/>
                </a:lnTo>
                <a:lnTo>
                  <a:pt x="1339" y="18663"/>
                </a:lnTo>
                <a:lnTo>
                  <a:pt x="1218" y="19442"/>
                </a:lnTo>
                <a:lnTo>
                  <a:pt x="1242" y="19564"/>
                </a:lnTo>
                <a:lnTo>
                  <a:pt x="1120" y="19612"/>
                </a:lnTo>
                <a:lnTo>
                  <a:pt x="1023" y="19661"/>
                </a:lnTo>
                <a:lnTo>
                  <a:pt x="950" y="19734"/>
                </a:lnTo>
                <a:lnTo>
                  <a:pt x="853" y="19831"/>
                </a:lnTo>
                <a:lnTo>
                  <a:pt x="731" y="20026"/>
                </a:lnTo>
                <a:lnTo>
                  <a:pt x="634" y="20245"/>
                </a:lnTo>
                <a:lnTo>
                  <a:pt x="634" y="20342"/>
                </a:lnTo>
                <a:lnTo>
                  <a:pt x="609" y="20464"/>
                </a:lnTo>
                <a:lnTo>
                  <a:pt x="634" y="20561"/>
                </a:lnTo>
                <a:lnTo>
                  <a:pt x="658" y="20683"/>
                </a:lnTo>
                <a:lnTo>
                  <a:pt x="731" y="20780"/>
                </a:lnTo>
                <a:lnTo>
                  <a:pt x="804" y="20853"/>
                </a:lnTo>
                <a:lnTo>
                  <a:pt x="901" y="20926"/>
                </a:lnTo>
                <a:lnTo>
                  <a:pt x="1023" y="20999"/>
                </a:lnTo>
                <a:lnTo>
                  <a:pt x="1145" y="21023"/>
                </a:lnTo>
                <a:lnTo>
                  <a:pt x="1266" y="21048"/>
                </a:lnTo>
                <a:lnTo>
                  <a:pt x="1558" y="21072"/>
                </a:lnTo>
                <a:lnTo>
                  <a:pt x="1874" y="21048"/>
                </a:lnTo>
                <a:lnTo>
                  <a:pt x="2191" y="20975"/>
                </a:lnTo>
                <a:lnTo>
                  <a:pt x="2483" y="20877"/>
                </a:lnTo>
                <a:lnTo>
                  <a:pt x="2775" y="20731"/>
                </a:lnTo>
                <a:lnTo>
                  <a:pt x="3042" y="20610"/>
                </a:lnTo>
                <a:lnTo>
                  <a:pt x="3261" y="20439"/>
                </a:lnTo>
                <a:lnTo>
                  <a:pt x="3334" y="20366"/>
                </a:lnTo>
                <a:lnTo>
                  <a:pt x="3359" y="20293"/>
                </a:lnTo>
                <a:lnTo>
                  <a:pt x="3383" y="20269"/>
                </a:lnTo>
                <a:lnTo>
                  <a:pt x="3456" y="20172"/>
                </a:lnTo>
                <a:lnTo>
                  <a:pt x="3480" y="20050"/>
                </a:lnTo>
                <a:lnTo>
                  <a:pt x="3529" y="19807"/>
                </a:lnTo>
                <a:lnTo>
                  <a:pt x="3699" y="18542"/>
                </a:lnTo>
                <a:lnTo>
                  <a:pt x="3870" y="16984"/>
                </a:lnTo>
                <a:lnTo>
                  <a:pt x="4040" y="15427"/>
                </a:lnTo>
                <a:lnTo>
                  <a:pt x="4064" y="15184"/>
                </a:lnTo>
                <a:lnTo>
                  <a:pt x="4089" y="15111"/>
                </a:lnTo>
                <a:lnTo>
                  <a:pt x="4089" y="15062"/>
                </a:lnTo>
                <a:lnTo>
                  <a:pt x="4186" y="14089"/>
                </a:lnTo>
                <a:lnTo>
                  <a:pt x="4186" y="14040"/>
                </a:lnTo>
                <a:lnTo>
                  <a:pt x="4186" y="13991"/>
                </a:lnTo>
                <a:lnTo>
                  <a:pt x="4186" y="13967"/>
                </a:lnTo>
                <a:lnTo>
                  <a:pt x="4210" y="13870"/>
                </a:lnTo>
                <a:lnTo>
                  <a:pt x="4308" y="14186"/>
                </a:lnTo>
                <a:lnTo>
                  <a:pt x="4454" y="14892"/>
                </a:lnTo>
                <a:lnTo>
                  <a:pt x="4575" y="15597"/>
                </a:lnTo>
                <a:lnTo>
                  <a:pt x="4673" y="16327"/>
                </a:lnTo>
                <a:lnTo>
                  <a:pt x="4721" y="17057"/>
                </a:lnTo>
                <a:lnTo>
                  <a:pt x="4843" y="18493"/>
                </a:lnTo>
                <a:lnTo>
                  <a:pt x="4916" y="19223"/>
                </a:lnTo>
                <a:lnTo>
                  <a:pt x="5013" y="19953"/>
                </a:lnTo>
                <a:lnTo>
                  <a:pt x="5038" y="20147"/>
                </a:lnTo>
                <a:lnTo>
                  <a:pt x="5111" y="20342"/>
                </a:lnTo>
                <a:lnTo>
                  <a:pt x="5208" y="20537"/>
                </a:lnTo>
                <a:lnTo>
                  <a:pt x="5354" y="20683"/>
                </a:lnTo>
                <a:lnTo>
                  <a:pt x="5500" y="20780"/>
                </a:lnTo>
                <a:lnTo>
                  <a:pt x="5670" y="20853"/>
                </a:lnTo>
                <a:lnTo>
                  <a:pt x="5865" y="20877"/>
                </a:lnTo>
                <a:lnTo>
                  <a:pt x="6084" y="20853"/>
                </a:lnTo>
                <a:lnTo>
                  <a:pt x="6303" y="20877"/>
                </a:lnTo>
                <a:lnTo>
                  <a:pt x="6522" y="20902"/>
                </a:lnTo>
                <a:lnTo>
                  <a:pt x="6741" y="20877"/>
                </a:lnTo>
                <a:lnTo>
                  <a:pt x="6936" y="20853"/>
                </a:lnTo>
                <a:lnTo>
                  <a:pt x="7155" y="20780"/>
                </a:lnTo>
                <a:lnTo>
                  <a:pt x="7325" y="20683"/>
                </a:lnTo>
                <a:lnTo>
                  <a:pt x="7495" y="20561"/>
                </a:lnTo>
                <a:lnTo>
                  <a:pt x="7666" y="20391"/>
                </a:lnTo>
                <a:lnTo>
                  <a:pt x="7714" y="20293"/>
                </a:lnTo>
                <a:lnTo>
                  <a:pt x="7739" y="20220"/>
                </a:lnTo>
                <a:lnTo>
                  <a:pt x="7739" y="20123"/>
                </a:lnTo>
                <a:lnTo>
                  <a:pt x="7739" y="20026"/>
                </a:lnTo>
                <a:lnTo>
                  <a:pt x="7739" y="19929"/>
                </a:lnTo>
                <a:lnTo>
                  <a:pt x="7690" y="19831"/>
                </a:lnTo>
                <a:lnTo>
                  <a:pt x="7666" y="19758"/>
                </a:lnTo>
                <a:lnTo>
                  <a:pt x="7593" y="19685"/>
                </a:lnTo>
                <a:lnTo>
                  <a:pt x="7495" y="19612"/>
                </a:lnTo>
                <a:lnTo>
                  <a:pt x="7374" y="19539"/>
                </a:lnTo>
                <a:lnTo>
                  <a:pt x="7130" y="19442"/>
                </a:lnTo>
                <a:lnTo>
                  <a:pt x="7130" y="19418"/>
                </a:lnTo>
                <a:lnTo>
                  <a:pt x="7057" y="19126"/>
                </a:lnTo>
                <a:lnTo>
                  <a:pt x="7009" y="18809"/>
                </a:lnTo>
                <a:lnTo>
                  <a:pt x="6984" y="18152"/>
                </a:lnTo>
                <a:lnTo>
                  <a:pt x="6936" y="16546"/>
                </a:lnTo>
                <a:lnTo>
                  <a:pt x="6863" y="15476"/>
                </a:lnTo>
                <a:lnTo>
                  <a:pt x="6765" y="14405"/>
                </a:lnTo>
                <a:lnTo>
                  <a:pt x="6668" y="13334"/>
                </a:lnTo>
                <a:lnTo>
                  <a:pt x="6595" y="12288"/>
                </a:lnTo>
                <a:lnTo>
                  <a:pt x="6571" y="10804"/>
                </a:lnTo>
                <a:lnTo>
                  <a:pt x="6546" y="9344"/>
                </a:lnTo>
                <a:lnTo>
                  <a:pt x="6546" y="8395"/>
                </a:lnTo>
                <a:lnTo>
                  <a:pt x="6644" y="8663"/>
                </a:lnTo>
                <a:lnTo>
                  <a:pt x="6765" y="8930"/>
                </a:lnTo>
                <a:lnTo>
                  <a:pt x="6814" y="9174"/>
                </a:lnTo>
                <a:lnTo>
                  <a:pt x="6887" y="9417"/>
                </a:lnTo>
                <a:lnTo>
                  <a:pt x="6936" y="9904"/>
                </a:lnTo>
                <a:lnTo>
                  <a:pt x="6984" y="10415"/>
                </a:lnTo>
                <a:lnTo>
                  <a:pt x="7057" y="10901"/>
                </a:lnTo>
                <a:lnTo>
                  <a:pt x="6960" y="11120"/>
                </a:lnTo>
                <a:lnTo>
                  <a:pt x="6911" y="11339"/>
                </a:lnTo>
                <a:lnTo>
                  <a:pt x="6887" y="11583"/>
                </a:lnTo>
                <a:lnTo>
                  <a:pt x="6936" y="11802"/>
                </a:lnTo>
                <a:lnTo>
                  <a:pt x="6960" y="11923"/>
                </a:lnTo>
                <a:lnTo>
                  <a:pt x="7009" y="12020"/>
                </a:lnTo>
                <a:lnTo>
                  <a:pt x="7057" y="12093"/>
                </a:lnTo>
                <a:lnTo>
                  <a:pt x="7130" y="12166"/>
                </a:lnTo>
                <a:lnTo>
                  <a:pt x="7228" y="12239"/>
                </a:lnTo>
                <a:lnTo>
                  <a:pt x="7325" y="12288"/>
                </a:lnTo>
                <a:lnTo>
                  <a:pt x="7447" y="12312"/>
                </a:lnTo>
                <a:lnTo>
                  <a:pt x="7714" y="12312"/>
                </a:lnTo>
                <a:lnTo>
                  <a:pt x="7860" y="12264"/>
                </a:lnTo>
                <a:lnTo>
                  <a:pt x="7982" y="12215"/>
                </a:lnTo>
                <a:lnTo>
                  <a:pt x="8104" y="12142"/>
                </a:lnTo>
                <a:lnTo>
                  <a:pt x="8201" y="12045"/>
                </a:lnTo>
                <a:lnTo>
                  <a:pt x="8298" y="11947"/>
                </a:lnTo>
                <a:lnTo>
                  <a:pt x="8371" y="11826"/>
                </a:lnTo>
                <a:lnTo>
                  <a:pt x="8444" y="11704"/>
                </a:lnTo>
                <a:lnTo>
                  <a:pt x="8517" y="11510"/>
                </a:lnTo>
                <a:lnTo>
                  <a:pt x="8542" y="11291"/>
                </a:lnTo>
                <a:lnTo>
                  <a:pt x="8517" y="11193"/>
                </a:lnTo>
                <a:lnTo>
                  <a:pt x="8493" y="11096"/>
                </a:lnTo>
                <a:lnTo>
                  <a:pt x="8469" y="10999"/>
                </a:lnTo>
                <a:lnTo>
                  <a:pt x="8396" y="10926"/>
                </a:lnTo>
                <a:lnTo>
                  <a:pt x="8469" y="10269"/>
                </a:lnTo>
                <a:lnTo>
                  <a:pt x="8493" y="9587"/>
                </a:lnTo>
                <a:lnTo>
                  <a:pt x="8469" y="8906"/>
                </a:lnTo>
                <a:lnTo>
                  <a:pt x="8396" y="8249"/>
                </a:lnTo>
                <a:lnTo>
                  <a:pt x="8323" y="7908"/>
                </a:lnTo>
                <a:lnTo>
                  <a:pt x="8250" y="7568"/>
                </a:lnTo>
                <a:lnTo>
                  <a:pt x="8177" y="7251"/>
                </a:lnTo>
                <a:lnTo>
                  <a:pt x="8079" y="6935"/>
                </a:lnTo>
                <a:lnTo>
                  <a:pt x="7958" y="6619"/>
                </a:lnTo>
                <a:lnTo>
                  <a:pt x="7812" y="6327"/>
                </a:lnTo>
                <a:lnTo>
                  <a:pt x="7666" y="6035"/>
                </a:lnTo>
                <a:lnTo>
                  <a:pt x="7495" y="5743"/>
                </a:lnTo>
                <a:lnTo>
                  <a:pt x="7349" y="5548"/>
                </a:lnTo>
                <a:lnTo>
                  <a:pt x="7203" y="5378"/>
                </a:lnTo>
                <a:lnTo>
                  <a:pt x="7057" y="5232"/>
                </a:lnTo>
                <a:lnTo>
                  <a:pt x="6887" y="5086"/>
                </a:lnTo>
                <a:lnTo>
                  <a:pt x="6717" y="4940"/>
                </a:lnTo>
                <a:lnTo>
                  <a:pt x="6522" y="4842"/>
                </a:lnTo>
                <a:lnTo>
                  <a:pt x="6327" y="4745"/>
                </a:lnTo>
                <a:lnTo>
                  <a:pt x="6133" y="4648"/>
                </a:lnTo>
                <a:lnTo>
                  <a:pt x="5719" y="4502"/>
                </a:lnTo>
                <a:lnTo>
                  <a:pt x="5305" y="4429"/>
                </a:lnTo>
                <a:lnTo>
                  <a:pt x="4867" y="4380"/>
                </a:lnTo>
                <a:lnTo>
                  <a:pt x="4405" y="4356"/>
                </a:lnTo>
                <a:lnTo>
                  <a:pt x="4405" y="4307"/>
                </a:lnTo>
                <a:lnTo>
                  <a:pt x="4405" y="4283"/>
                </a:lnTo>
                <a:lnTo>
                  <a:pt x="4600" y="4258"/>
                </a:lnTo>
                <a:lnTo>
                  <a:pt x="4794" y="4185"/>
                </a:lnTo>
                <a:lnTo>
                  <a:pt x="4965" y="4112"/>
                </a:lnTo>
                <a:lnTo>
                  <a:pt x="5159" y="4015"/>
                </a:lnTo>
                <a:lnTo>
                  <a:pt x="5305" y="3893"/>
                </a:lnTo>
                <a:lnTo>
                  <a:pt x="5451" y="3772"/>
                </a:lnTo>
                <a:lnTo>
                  <a:pt x="5597" y="3626"/>
                </a:lnTo>
                <a:lnTo>
                  <a:pt x="5719" y="3456"/>
                </a:lnTo>
                <a:lnTo>
                  <a:pt x="5841" y="3310"/>
                </a:lnTo>
                <a:lnTo>
                  <a:pt x="5938" y="3115"/>
                </a:lnTo>
                <a:lnTo>
                  <a:pt x="6035" y="2945"/>
                </a:lnTo>
                <a:lnTo>
                  <a:pt x="6108" y="2750"/>
                </a:lnTo>
                <a:lnTo>
                  <a:pt x="6181" y="2555"/>
                </a:lnTo>
                <a:lnTo>
                  <a:pt x="6230" y="2361"/>
                </a:lnTo>
                <a:lnTo>
                  <a:pt x="6254" y="2166"/>
                </a:lnTo>
                <a:lnTo>
                  <a:pt x="6279" y="1971"/>
                </a:lnTo>
                <a:lnTo>
                  <a:pt x="6254" y="1752"/>
                </a:lnTo>
                <a:lnTo>
                  <a:pt x="6230" y="1533"/>
                </a:lnTo>
                <a:lnTo>
                  <a:pt x="6157" y="1314"/>
                </a:lnTo>
                <a:lnTo>
                  <a:pt x="6060" y="1095"/>
                </a:lnTo>
                <a:lnTo>
                  <a:pt x="5962" y="925"/>
                </a:lnTo>
                <a:lnTo>
                  <a:pt x="5816" y="730"/>
                </a:lnTo>
                <a:lnTo>
                  <a:pt x="5670" y="584"/>
                </a:lnTo>
                <a:lnTo>
                  <a:pt x="5500" y="438"/>
                </a:lnTo>
                <a:lnTo>
                  <a:pt x="5305" y="292"/>
                </a:lnTo>
                <a:lnTo>
                  <a:pt x="5111" y="195"/>
                </a:lnTo>
                <a:lnTo>
                  <a:pt x="4892" y="98"/>
                </a:lnTo>
                <a:lnTo>
                  <a:pt x="4697" y="49"/>
                </a:lnTo>
                <a:lnTo>
                  <a:pt x="4478" y="25"/>
                </a:lnTo>
                <a:lnTo>
                  <a:pt x="4259" y="0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5"/>
          <p:cNvSpPr txBox="1"/>
          <p:nvPr/>
        </p:nvSpPr>
        <p:spPr>
          <a:xfrm>
            <a:off x="2739150" y="639075"/>
            <a:ext cx="395640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"id"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"062-42-0952"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"person"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"/rest/person/1"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"scores"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"/rest/score/062-42-0952"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loria Hallelujah"/>
              <a:ea typeface="Gloria Hallelujah"/>
              <a:cs typeface="Gloria Hallelujah"/>
              <a:sym typeface="Gloria Hallelujah"/>
            </a:endParaRPr>
          </a:p>
        </p:txBody>
      </p:sp>
      <p:sp>
        <p:nvSpPr>
          <p:cNvPr id="507" name="Google Shape;507;p25"/>
          <p:cNvSpPr/>
          <p:nvPr/>
        </p:nvSpPr>
        <p:spPr>
          <a:xfrm>
            <a:off x="6977888" y="1081263"/>
            <a:ext cx="1118400" cy="10500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25"/>
          <p:cNvSpPr/>
          <p:nvPr/>
        </p:nvSpPr>
        <p:spPr>
          <a:xfrm>
            <a:off x="6977875" y="2732375"/>
            <a:ext cx="1118400" cy="10500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5"/>
          <p:cNvSpPr/>
          <p:nvPr/>
        </p:nvSpPr>
        <p:spPr>
          <a:xfrm>
            <a:off x="7262755" y="1334799"/>
            <a:ext cx="548680" cy="542929"/>
          </a:xfrm>
          <a:custGeom>
            <a:rect b="b" l="l" r="r" t="t"/>
            <a:pathLst>
              <a:path extrusionOk="0" h="8067" w="8901">
                <a:moveTo>
                  <a:pt x="3637" y="1306"/>
                </a:moveTo>
                <a:lnTo>
                  <a:pt x="3637" y="1327"/>
                </a:lnTo>
                <a:lnTo>
                  <a:pt x="3595" y="1306"/>
                </a:lnTo>
                <a:close/>
                <a:moveTo>
                  <a:pt x="2354" y="1306"/>
                </a:moveTo>
                <a:lnTo>
                  <a:pt x="2375" y="1349"/>
                </a:lnTo>
                <a:lnTo>
                  <a:pt x="2354" y="1370"/>
                </a:lnTo>
                <a:lnTo>
                  <a:pt x="2332" y="1327"/>
                </a:lnTo>
                <a:lnTo>
                  <a:pt x="2354" y="1306"/>
                </a:lnTo>
                <a:close/>
                <a:moveTo>
                  <a:pt x="4707" y="1135"/>
                </a:moveTo>
                <a:lnTo>
                  <a:pt x="4643" y="1177"/>
                </a:lnTo>
                <a:lnTo>
                  <a:pt x="4557" y="1220"/>
                </a:lnTo>
                <a:lnTo>
                  <a:pt x="4536" y="1263"/>
                </a:lnTo>
                <a:lnTo>
                  <a:pt x="4536" y="1284"/>
                </a:lnTo>
                <a:lnTo>
                  <a:pt x="4557" y="1327"/>
                </a:lnTo>
                <a:lnTo>
                  <a:pt x="4600" y="1349"/>
                </a:lnTo>
                <a:lnTo>
                  <a:pt x="4964" y="1413"/>
                </a:lnTo>
                <a:lnTo>
                  <a:pt x="5306" y="1456"/>
                </a:lnTo>
                <a:lnTo>
                  <a:pt x="6034" y="1456"/>
                </a:lnTo>
                <a:lnTo>
                  <a:pt x="6376" y="1477"/>
                </a:lnTo>
                <a:lnTo>
                  <a:pt x="6547" y="1456"/>
                </a:lnTo>
                <a:lnTo>
                  <a:pt x="6718" y="1434"/>
                </a:lnTo>
                <a:lnTo>
                  <a:pt x="6783" y="1413"/>
                </a:lnTo>
                <a:lnTo>
                  <a:pt x="6825" y="1370"/>
                </a:lnTo>
                <a:lnTo>
                  <a:pt x="6847" y="1327"/>
                </a:lnTo>
                <a:lnTo>
                  <a:pt x="6847" y="1284"/>
                </a:lnTo>
                <a:lnTo>
                  <a:pt x="6804" y="1263"/>
                </a:lnTo>
                <a:lnTo>
                  <a:pt x="6761" y="1220"/>
                </a:lnTo>
                <a:lnTo>
                  <a:pt x="6697" y="1199"/>
                </a:lnTo>
                <a:lnTo>
                  <a:pt x="5991" y="1199"/>
                </a:lnTo>
                <a:lnTo>
                  <a:pt x="5670" y="1220"/>
                </a:lnTo>
                <a:lnTo>
                  <a:pt x="5349" y="1199"/>
                </a:lnTo>
                <a:lnTo>
                  <a:pt x="5028" y="1156"/>
                </a:lnTo>
                <a:lnTo>
                  <a:pt x="4857" y="1135"/>
                </a:lnTo>
                <a:close/>
                <a:moveTo>
                  <a:pt x="2675" y="1284"/>
                </a:moveTo>
                <a:lnTo>
                  <a:pt x="2696" y="1306"/>
                </a:lnTo>
                <a:lnTo>
                  <a:pt x="2696" y="1391"/>
                </a:lnTo>
                <a:lnTo>
                  <a:pt x="2653" y="1498"/>
                </a:lnTo>
                <a:lnTo>
                  <a:pt x="2610" y="1520"/>
                </a:lnTo>
                <a:lnTo>
                  <a:pt x="2568" y="1520"/>
                </a:lnTo>
                <a:lnTo>
                  <a:pt x="2568" y="1477"/>
                </a:lnTo>
                <a:lnTo>
                  <a:pt x="2589" y="1413"/>
                </a:lnTo>
                <a:lnTo>
                  <a:pt x="2653" y="1306"/>
                </a:lnTo>
                <a:lnTo>
                  <a:pt x="2675" y="1284"/>
                </a:lnTo>
                <a:close/>
                <a:moveTo>
                  <a:pt x="3038" y="1284"/>
                </a:moveTo>
                <a:lnTo>
                  <a:pt x="3102" y="1306"/>
                </a:lnTo>
                <a:lnTo>
                  <a:pt x="3124" y="1370"/>
                </a:lnTo>
                <a:lnTo>
                  <a:pt x="3102" y="1434"/>
                </a:lnTo>
                <a:lnTo>
                  <a:pt x="3038" y="1541"/>
                </a:lnTo>
                <a:lnTo>
                  <a:pt x="2974" y="1627"/>
                </a:lnTo>
                <a:lnTo>
                  <a:pt x="2910" y="1669"/>
                </a:lnTo>
                <a:lnTo>
                  <a:pt x="2889" y="1627"/>
                </a:lnTo>
                <a:lnTo>
                  <a:pt x="2910" y="1541"/>
                </a:lnTo>
                <a:lnTo>
                  <a:pt x="2953" y="1391"/>
                </a:lnTo>
                <a:lnTo>
                  <a:pt x="2995" y="1306"/>
                </a:lnTo>
                <a:lnTo>
                  <a:pt x="3038" y="1284"/>
                </a:lnTo>
                <a:close/>
                <a:moveTo>
                  <a:pt x="4900" y="1648"/>
                </a:moveTo>
                <a:lnTo>
                  <a:pt x="4750" y="1669"/>
                </a:lnTo>
                <a:lnTo>
                  <a:pt x="4664" y="1712"/>
                </a:lnTo>
                <a:lnTo>
                  <a:pt x="4643" y="1755"/>
                </a:lnTo>
                <a:lnTo>
                  <a:pt x="4643" y="1776"/>
                </a:lnTo>
                <a:lnTo>
                  <a:pt x="4664" y="1841"/>
                </a:lnTo>
                <a:lnTo>
                  <a:pt x="4750" y="1905"/>
                </a:lnTo>
                <a:lnTo>
                  <a:pt x="4878" y="1948"/>
                </a:lnTo>
                <a:lnTo>
                  <a:pt x="6654" y="1948"/>
                </a:lnTo>
                <a:lnTo>
                  <a:pt x="6783" y="1926"/>
                </a:lnTo>
                <a:lnTo>
                  <a:pt x="6847" y="1905"/>
                </a:lnTo>
                <a:lnTo>
                  <a:pt x="6890" y="1862"/>
                </a:lnTo>
                <a:lnTo>
                  <a:pt x="6911" y="1819"/>
                </a:lnTo>
                <a:lnTo>
                  <a:pt x="6890" y="1776"/>
                </a:lnTo>
                <a:lnTo>
                  <a:pt x="6868" y="1734"/>
                </a:lnTo>
                <a:lnTo>
                  <a:pt x="6825" y="1712"/>
                </a:lnTo>
                <a:lnTo>
                  <a:pt x="6654" y="1691"/>
                </a:lnTo>
                <a:lnTo>
                  <a:pt x="6483" y="1669"/>
                </a:lnTo>
                <a:lnTo>
                  <a:pt x="6119" y="1669"/>
                </a:lnTo>
                <a:lnTo>
                  <a:pt x="5413" y="1691"/>
                </a:lnTo>
                <a:lnTo>
                  <a:pt x="5071" y="1669"/>
                </a:lnTo>
                <a:lnTo>
                  <a:pt x="4900" y="1648"/>
                </a:lnTo>
                <a:close/>
                <a:moveTo>
                  <a:pt x="3038" y="2119"/>
                </a:moveTo>
                <a:lnTo>
                  <a:pt x="3209" y="2140"/>
                </a:lnTo>
                <a:lnTo>
                  <a:pt x="3381" y="2140"/>
                </a:lnTo>
                <a:lnTo>
                  <a:pt x="3488" y="2162"/>
                </a:lnTo>
                <a:lnTo>
                  <a:pt x="3509" y="2162"/>
                </a:lnTo>
                <a:lnTo>
                  <a:pt x="3509" y="2183"/>
                </a:lnTo>
                <a:lnTo>
                  <a:pt x="3466" y="2204"/>
                </a:lnTo>
                <a:lnTo>
                  <a:pt x="3423" y="2226"/>
                </a:lnTo>
                <a:lnTo>
                  <a:pt x="3338" y="2226"/>
                </a:lnTo>
                <a:lnTo>
                  <a:pt x="3145" y="2204"/>
                </a:lnTo>
                <a:lnTo>
                  <a:pt x="2931" y="2204"/>
                </a:lnTo>
                <a:lnTo>
                  <a:pt x="2824" y="2183"/>
                </a:lnTo>
                <a:lnTo>
                  <a:pt x="2824" y="2162"/>
                </a:lnTo>
                <a:lnTo>
                  <a:pt x="2846" y="2140"/>
                </a:lnTo>
                <a:lnTo>
                  <a:pt x="2953" y="2119"/>
                </a:lnTo>
                <a:close/>
                <a:moveTo>
                  <a:pt x="2525" y="2097"/>
                </a:moveTo>
                <a:lnTo>
                  <a:pt x="2589" y="2119"/>
                </a:lnTo>
                <a:lnTo>
                  <a:pt x="2653" y="2140"/>
                </a:lnTo>
                <a:lnTo>
                  <a:pt x="2653" y="2162"/>
                </a:lnTo>
                <a:lnTo>
                  <a:pt x="2653" y="2204"/>
                </a:lnTo>
                <a:lnTo>
                  <a:pt x="2610" y="2226"/>
                </a:lnTo>
                <a:lnTo>
                  <a:pt x="2546" y="2247"/>
                </a:lnTo>
                <a:lnTo>
                  <a:pt x="2418" y="2247"/>
                </a:lnTo>
                <a:lnTo>
                  <a:pt x="2354" y="2226"/>
                </a:lnTo>
                <a:lnTo>
                  <a:pt x="2332" y="2204"/>
                </a:lnTo>
                <a:lnTo>
                  <a:pt x="2375" y="2162"/>
                </a:lnTo>
                <a:lnTo>
                  <a:pt x="2461" y="2097"/>
                </a:lnTo>
                <a:close/>
                <a:moveTo>
                  <a:pt x="6312" y="2140"/>
                </a:moveTo>
                <a:lnTo>
                  <a:pt x="5969" y="2162"/>
                </a:lnTo>
                <a:lnTo>
                  <a:pt x="5627" y="2204"/>
                </a:lnTo>
                <a:lnTo>
                  <a:pt x="4707" y="2204"/>
                </a:lnTo>
                <a:lnTo>
                  <a:pt x="4600" y="2226"/>
                </a:lnTo>
                <a:lnTo>
                  <a:pt x="4536" y="2226"/>
                </a:lnTo>
                <a:lnTo>
                  <a:pt x="4515" y="2269"/>
                </a:lnTo>
                <a:lnTo>
                  <a:pt x="4493" y="2311"/>
                </a:lnTo>
                <a:lnTo>
                  <a:pt x="4515" y="2354"/>
                </a:lnTo>
                <a:lnTo>
                  <a:pt x="4557" y="2397"/>
                </a:lnTo>
                <a:lnTo>
                  <a:pt x="4600" y="2418"/>
                </a:lnTo>
                <a:lnTo>
                  <a:pt x="4964" y="2461"/>
                </a:lnTo>
                <a:lnTo>
                  <a:pt x="5328" y="2483"/>
                </a:lnTo>
                <a:lnTo>
                  <a:pt x="5691" y="2461"/>
                </a:lnTo>
                <a:lnTo>
                  <a:pt x="6055" y="2440"/>
                </a:lnTo>
                <a:lnTo>
                  <a:pt x="6376" y="2440"/>
                </a:lnTo>
                <a:lnTo>
                  <a:pt x="6547" y="2418"/>
                </a:lnTo>
                <a:lnTo>
                  <a:pt x="6697" y="2397"/>
                </a:lnTo>
                <a:lnTo>
                  <a:pt x="6783" y="2354"/>
                </a:lnTo>
                <a:lnTo>
                  <a:pt x="6825" y="2311"/>
                </a:lnTo>
                <a:lnTo>
                  <a:pt x="6825" y="2290"/>
                </a:lnTo>
                <a:lnTo>
                  <a:pt x="6825" y="2247"/>
                </a:lnTo>
                <a:lnTo>
                  <a:pt x="6804" y="2226"/>
                </a:lnTo>
                <a:lnTo>
                  <a:pt x="6761" y="2204"/>
                </a:lnTo>
                <a:lnTo>
                  <a:pt x="6633" y="2162"/>
                </a:lnTo>
                <a:lnTo>
                  <a:pt x="6483" y="2140"/>
                </a:lnTo>
                <a:close/>
                <a:moveTo>
                  <a:pt x="3316" y="1006"/>
                </a:moveTo>
                <a:lnTo>
                  <a:pt x="3081" y="1028"/>
                </a:lnTo>
                <a:lnTo>
                  <a:pt x="2396" y="1028"/>
                </a:lnTo>
                <a:lnTo>
                  <a:pt x="2289" y="1049"/>
                </a:lnTo>
                <a:lnTo>
                  <a:pt x="2225" y="1092"/>
                </a:lnTo>
                <a:lnTo>
                  <a:pt x="2161" y="1156"/>
                </a:lnTo>
                <a:lnTo>
                  <a:pt x="2118" y="1220"/>
                </a:lnTo>
                <a:lnTo>
                  <a:pt x="2097" y="1306"/>
                </a:lnTo>
                <a:lnTo>
                  <a:pt x="2075" y="1456"/>
                </a:lnTo>
                <a:lnTo>
                  <a:pt x="2075" y="1798"/>
                </a:lnTo>
                <a:lnTo>
                  <a:pt x="2075" y="1948"/>
                </a:lnTo>
                <a:lnTo>
                  <a:pt x="2054" y="2162"/>
                </a:lnTo>
                <a:lnTo>
                  <a:pt x="2075" y="2247"/>
                </a:lnTo>
                <a:lnTo>
                  <a:pt x="2097" y="2333"/>
                </a:lnTo>
                <a:lnTo>
                  <a:pt x="2140" y="2418"/>
                </a:lnTo>
                <a:lnTo>
                  <a:pt x="2182" y="2461"/>
                </a:lnTo>
                <a:lnTo>
                  <a:pt x="2268" y="2483"/>
                </a:lnTo>
                <a:lnTo>
                  <a:pt x="2354" y="2504"/>
                </a:lnTo>
                <a:lnTo>
                  <a:pt x="2568" y="2504"/>
                </a:lnTo>
                <a:lnTo>
                  <a:pt x="2953" y="2461"/>
                </a:lnTo>
                <a:lnTo>
                  <a:pt x="3231" y="2461"/>
                </a:lnTo>
                <a:lnTo>
                  <a:pt x="3488" y="2483"/>
                </a:lnTo>
                <a:lnTo>
                  <a:pt x="3616" y="2504"/>
                </a:lnTo>
                <a:lnTo>
                  <a:pt x="3702" y="2525"/>
                </a:lnTo>
                <a:lnTo>
                  <a:pt x="3766" y="2504"/>
                </a:lnTo>
                <a:lnTo>
                  <a:pt x="3851" y="2440"/>
                </a:lnTo>
                <a:lnTo>
                  <a:pt x="3894" y="2333"/>
                </a:lnTo>
                <a:lnTo>
                  <a:pt x="3916" y="2226"/>
                </a:lnTo>
                <a:lnTo>
                  <a:pt x="3916" y="2119"/>
                </a:lnTo>
                <a:lnTo>
                  <a:pt x="3894" y="1883"/>
                </a:lnTo>
                <a:lnTo>
                  <a:pt x="3894" y="1669"/>
                </a:lnTo>
                <a:lnTo>
                  <a:pt x="3916" y="1498"/>
                </a:lnTo>
                <a:lnTo>
                  <a:pt x="3937" y="1306"/>
                </a:lnTo>
                <a:lnTo>
                  <a:pt x="3916" y="1220"/>
                </a:lnTo>
                <a:lnTo>
                  <a:pt x="3894" y="1135"/>
                </a:lnTo>
                <a:lnTo>
                  <a:pt x="3830" y="1070"/>
                </a:lnTo>
                <a:lnTo>
                  <a:pt x="3766" y="1028"/>
                </a:lnTo>
                <a:lnTo>
                  <a:pt x="3659" y="1006"/>
                </a:lnTo>
                <a:close/>
                <a:moveTo>
                  <a:pt x="2268" y="2889"/>
                </a:moveTo>
                <a:lnTo>
                  <a:pt x="2182" y="2910"/>
                </a:lnTo>
                <a:lnTo>
                  <a:pt x="2097" y="2953"/>
                </a:lnTo>
                <a:lnTo>
                  <a:pt x="2075" y="2975"/>
                </a:lnTo>
                <a:lnTo>
                  <a:pt x="2054" y="3017"/>
                </a:lnTo>
                <a:lnTo>
                  <a:pt x="2075" y="3039"/>
                </a:lnTo>
                <a:lnTo>
                  <a:pt x="2140" y="3060"/>
                </a:lnTo>
                <a:lnTo>
                  <a:pt x="2247" y="3103"/>
                </a:lnTo>
                <a:lnTo>
                  <a:pt x="2375" y="3124"/>
                </a:lnTo>
                <a:lnTo>
                  <a:pt x="2653" y="3146"/>
                </a:lnTo>
                <a:lnTo>
                  <a:pt x="3359" y="3146"/>
                </a:lnTo>
                <a:lnTo>
                  <a:pt x="3637" y="3124"/>
                </a:lnTo>
                <a:lnTo>
                  <a:pt x="3766" y="3103"/>
                </a:lnTo>
                <a:lnTo>
                  <a:pt x="3851" y="3060"/>
                </a:lnTo>
                <a:lnTo>
                  <a:pt x="3851" y="3039"/>
                </a:lnTo>
                <a:lnTo>
                  <a:pt x="3851" y="3017"/>
                </a:lnTo>
                <a:lnTo>
                  <a:pt x="3830" y="2975"/>
                </a:lnTo>
                <a:lnTo>
                  <a:pt x="3787" y="2932"/>
                </a:lnTo>
                <a:lnTo>
                  <a:pt x="3702" y="2910"/>
                </a:lnTo>
                <a:lnTo>
                  <a:pt x="3595" y="2910"/>
                </a:lnTo>
                <a:lnTo>
                  <a:pt x="3381" y="2932"/>
                </a:lnTo>
                <a:lnTo>
                  <a:pt x="2824" y="2889"/>
                </a:lnTo>
                <a:close/>
                <a:moveTo>
                  <a:pt x="6141" y="3060"/>
                </a:moveTo>
                <a:lnTo>
                  <a:pt x="6183" y="3082"/>
                </a:lnTo>
                <a:lnTo>
                  <a:pt x="6205" y="3103"/>
                </a:lnTo>
                <a:lnTo>
                  <a:pt x="6076" y="3210"/>
                </a:lnTo>
                <a:lnTo>
                  <a:pt x="5969" y="3317"/>
                </a:lnTo>
                <a:lnTo>
                  <a:pt x="5969" y="3231"/>
                </a:lnTo>
                <a:lnTo>
                  <a:pt x="5991" y="3146"/>
                </a:lnTo>
                <a:lnTo>
                  <a:pt x="6034" y="3103"/>
                </a:lnTo>
                <a:lnTo>
                  <a:pt x="6055" y="3082"/>
                </a:lnTo>
                <a:lnTo>
                  <a:pt x="6141" y="3060"/>
                </a:lnTo>
                <a:close/>
                <a:moveTo>
                  <a:pt x="5007" y="3039"/>
                </a:moveTo>
                <a:lnTo>
                  <a:pt x="5049" y="3060"/>
                </a:lnTo>
                <a:lnTo>
                  <a:pt x="5049" y="3103"/>
                </a:lnTo>
                <a:lnTo>
                  <a:pt x="5007" y="3231"/>
                </a:lnTo>
                <a:lnTo>
                  <a:pt x="4964" y="3317"/>
                </a:lnTo>
                <a:lnTo>
                  <a:pt x="4921" y="3360"/>
                </a:lnTo>
                <a:lnTo>
                  <a:pt x="4900" y="3317"/>
                </a:lnTo>
                <a:lnTo>
                  <a:pt x="4900" y="3210"/>
                </a:lnTo>
                <a:lnTo>
                  <a:pt x="4900" y="3103"/>
                </a:lnTo>
                <a:lnTo>
                  <a:pt x="4900" y="3060"/>
                </a:lnTo>
                <a:lnTo>
                  <a:pt x="4921" y="3060"/>
                </a:lnTo>
                <a:lnTo>
                  <a:pt x="4964" y="3039"/>
                </a:lnTo>
                <a:close/>
                <a:moveTo>
                  <a:pt x="5370" y="3017"/>
                </a:moveTo>
                <a:lnTo>
                  <a:pt x="5435" y="3039"/>
                </a:lnTo>
                <a:lnTo>
                  <a:pt x="5435" y="3082"/>
                </a:lnTo>
                <a:lnTo>
                  <a:pt x="5435" y="3124"/>
                </a:lnTo>
                <a:lnTo>
                  <a:pt x="5328" y="3231"/>
                </a:lnTo>
                <a:lnTo>
                  <a:pt x="5221" y="3360"/>
                </a:lnTo>
                <a:lnTo>
                  <a:pt x="5135" y="3445"/>
                </a:lnTo>
                <a:lnTo>
                  <a:pt x="5135" y="3403"/>
                </a:lnTo>
                <a:lnTo>
                  <a:pt x="5156" y="3403"/>
                </a:lnTo>
                <a:lnTo>
                  <a:pt x="5178" y="3317"/>
                </a:lnTo>
                <a:lnTo>
                  <a:pt x="5242" y="3146"/>
                </a:lnTo>
                <a:lnTo>
                  <a:pt x="5285" y="3082"/>
                </a:lnTo>
                <a:lnTo>
                  <a:pt x="5328" y="3039"/>
                </a:lnTo>
                <a:lnTo>
                  <a:pt x="5370" y="3017"/>
                </a:lnTo>
                <a:close/>
                <a:moveTo>
                  <a:pt x="3680" y="3317"/>
                </a:moveTo>
                <a:lnTo>
                  <a:pt x="3488" y="3338"/>
                </a:lnTo>
                <a:lnTo>
                  <a:pt x="2910" y="3360"/>
                </a:lnTo>
                <a:lnTo>
                  <a:pt x="2696" y="3360"/>
                </a:lnTo>
                <a:lnTo>
                  <a:pt x="2396" y="3381"/>
                </a:lnTo>
                <a:lnTo>
                  <a:pt x="2247" y="3403"/>
                </a:lnTo>
                <a:lnTo>
                  <a:pt x="2140" y="3445"/>
                </a:lnTo>
                <a:lnTo>
                  <a:pt x="2118" y="3467"/>
                </a:lnTo>
                <a:lnTo>
                  <a:pt x="2097" y="3488"/>
                </a:lnTo>
                <a:lnTo>
                  <a:pt x="2097" y="3531"/>
                </a:lnTo>
                <a:lnTo>
                  <a:pt x="2118" y="3574"/>
                </a:lnTo>
                <a:lnTo>
                  <a:pt x="2161" y="3595"/>
                </a:lnTo>
                <a:lnTo>
                  <a:pt x="2225" y="3617"/>
                </a:lnTo>
                <a:lnTo>
                  <a:pt x="2653" y="3617"/>
                </a:lnTo>
                <a:lnTo>
                  <a:pt x="3231" y="3595"/>
                </a:lnTo>
                <a:lnTo>
                  <a:pt x="3402" y="3595"/>
                </a:lnTo>
                <a:lnTo>
                  <a:pt x="3702" y="3552"/>
                </a:lnTo>
                <a:lnTo>
                  <a:pt x="3830" y="3510"/>
                </a:lnTo>
                <a:lnTo>
                  <a:pt x="3916" y="3467"/>
                </a:lnTo>
                <a:lnTo>
                  <a:pt x="3937" y="3445"/>
                </a:lnTo>
                <a:lnTo>
                  <a:pt x="3937" y="3403"/>
                </a:lnTo>
                <a:lnTo>
                  <a:pt x="3916" y="3381"/>
                </a:lnTo>
                <a:lnTo>
                  <a:pt x="3873" y="3338"/>
                </a:lnTo>
                <a:lnTo>
                  <a:pt x="3787" y="3317"/>
                </a:lnTo>
                <a:close/>
                <a:moveTo>
                  <a:pt x="6462" y="3017"/>
                </a:moveTo>
                <a:lnTo>
                  <a:pt x="6504" y="3039"/>
                </a:lnTo>
                <a:lnTo>
                  <a:pt x="6526" y="3082"/>
                </a:lnTo>
                <a:lnTo>
                  <a:pt x="6526" y="3146"/>
                </a:lnTo>
                <a:lnTo>
                  <a:pt x="6526" y="3274"/>
                </a:lnTo>
                <a:lnTo>
                  <a:pt x="6504" y="3360"/>
                </a:lnTo>
                <a:lnTo>
                  <a:pt x="6483" y="3445"/>
                </a:lnTo>
                <a:lnTo>
                  <a:pt x="6462" y="3531"/>
                </a:lnTo>
                <a:lnTo>
                  <a:pt x="6419" y="3595"/>
                </a:lnTo>
                <a:lnTo>
                  <a:pt x="6355" y="3638"/>
                </a:lnTo>
                <a:lnTo>
                  <a:pt x="6312" y="3681"/>
                </a:lnTo>
                <a:lnTo>
                  <a:pt x="6290" y="3681"/>
                </a:lnTo>
                <a:lnTo>
                  <a:pt x="6269" y="3617"/>
                </a:lnTo>
                <a:lnTo>
                  <a:pt x="6290" y="3531"/>
                </a:lnTo>
                <a:lnTo>
                  <a:pt x="6333" y="3424"/>
                </a:lnTo>
                <a:lnTo>
                  <a:pt x="6376" y="3317"/>
                </a:lnTo>
                <a:lnTo>
                  <a:pt x="6419" y="3060"/>
                </a:lnTo>
                <a:lnTo>
                  <a:pt x="6462" y="3017"/>
                </a:lnTo>
                <a:close/>
                <a:moveTo>
                  <a:pt x="5456" y="3274"/>
                </a:moveTo>
                <a:lnTo>
                  <a:pt x="5435" y="3360"/>
                </a:lnTo>
                <a:lnTo>
                  <a:pt x="5413" y="3424"/>
                </a:lnTo>
                <a:lnTo>
                  <a:pt x="5370" y="3510"/>
                </a:lnTo>
                <a:lnTo>
                  <a:pt x="5370" y="3595"/>
                </a:lnTo>
                <a:lnTo>
                  <a:pt x="5370" y="3659"/>
                </a:lnTo>
                <a:lnTo>
                  <a:pt x="5413" y="3723"/>
                </a:lnTo>
                <a:lnTo>
                  <a:pt x="5499" y="3745"/>
                </a:lnTo>
                <a:lnTo>
                  <a:pt x="5563" y="3702"/>
                </a:lnTo>
                <a:lnTo>
                  <a:pt x="5649" y="3766"/>
                </a:lnTo>
                <a:lnTo>
                  <a:pt x="5691" y="3809"/>
                </a:lnTo>
                <a:lnTo>
                  <a:pt x="5734" y="3852"/>
                </a:lnTo>
                <a:lnTo>
                  <a:pt x="5863" y="3809"/>
                </a:lnTo>
                <a:lnTo>
                  <a:pt x="5927" y="3809"/>
                </a:lnTo>
                <a:lnTo>
                  <a:pt x="5927" y="3830"/>
                </a:lnTo>
                <a:lnTo>
                  <a:pt x="5863" y="3873"/>
                </a:lnTo>
                <a:lnTo>
                  <a:pt x="5777" y="3895"/>
                </a:lnTo>
                <a:lnTo>
                  <a:pt x="5542" y="3937"/>
                </a:lnTo>
                <a:lnTo>
                  <a:pt x="5199" y="3937"/>
                </a:lnTo>
                <a:lnTo>
                  <a:pt x="5156" y="3916"/>
                </a:lnTo>
                <a:lnTo>
                  <a:pt x="5156" y="3852"/>
                </a:lnTo>
                <a:lnTo>
                  <a:pt x="5156" y="3788"/>
                </a:lnTo>
                <a:lnTo>
                  <a:pt x="5242" y="3574"/>
                </a:lnTo>
                <a:lnTo>
                  <a:pt x="5349" y="3381"/>
                </a:lnTo>
                <a:lnTo>
                  <a:pt x="5392" y="3317"/>
                </a:lnTo>
                <a:lnTo>
                  <a:pt x="5456" y="3274"/>
                </a:lnTo>
                <a:close/>
                <a:moveTo>
                  <a:pt x="3466" y="3809"/>
                </a:moveTo>
                <a:lnTo>
                  <a:pt x="3167" y="3830"/>
                </a:lnTo>
                <a:lnTo>
                  <a:pt x="2568" y="3852"/>
                </a:lnTo>
                <a:lnTo>
                  <a:pt x="2332" y="3852"/>
                </a:lnTo>
                <a:lnTo>
                  <a:pt x="2204" y="3873"/>
                </a:lnTo>
                <a:lnTo>
                  <a:pt x="2161" y="3895"/>
                </a:lnTo>
                <a:lnTo>
                  <a:pt x="2118" y="3916"/>
                </a:lnTo>
                <a:lnTo>
                  <a:pt x="2097" y="3980"/>
                </a:lnTo>
                <a:lnTo>
                  <a:pt x="2118" y="4023"/>
                </a:lnTo>
                <a:lnTo>
                  <a:pt x="2140" y="4066"/>
                </a:lnTo>
                <a:lnTo>
                  <a:pt x="2204" y="4087"/>
                </a:lnTo>
                <a:lnTo>
                  <a:pt x="2311" y="4109"/>
                </a:lnTo>
                <a:lnTo>
                  <a:pt x="2910" y="4109"/>
                </a:lnTo>
                <a:lnTo>
                  <a:pt x="3423" y="4087"/>
                </a:lnTo>
                <a:lnTo>
                  <a:pt x="3787" y="4087"/>
                </a:lnTo>
                <a:lnTo>
                  <a:pt x="3894" y="4044"/>
                </a:lnTo>
                <a:lnTo>
                  <a:pt x="3958" y="4002"/>
                </a:lnTo>
                <a:lnTo>
                  <a:pt x="3980" y="3959"/>
                </a:lnTo>
                <a:lnTo>
                  <a:pt x="3980" y="3916"/>
                </a:lnTo>
                <a:lnTo>
                  <a:pt x="3958" y="3873"/>
                </a:lnTo>
                <a:lnTo>
                  <a:pt x="3873" y="3830"/>
                </a:lnTo>
                <a:lnTo>
                  <a:pt x="3744" y="3809"/>
                </a:lnTo>
                <a:close/>
                <a:moveTo>
                  <a:pt x="5156" y="2761"/>
                </a:moveTo>
                <a:lnTo>
                  <a:pt x="4900" y="2782"/>
                </a:lnTo>
                <a:lnTo>
                  <a:pt x="4793" y="2825"/>
                </a:lnTo>
                <a:lnTo>
                  <a:pt x="4729" y="2868"/>
                </a:lnTo>
                <a:lnTo>
                  <a:pt x="4686" y="2910"/>
                </a:lnTo>
                <a:lnTo>
                  <a:pt x="4664" y="2953"/>
                </a:lnTo>
                <a:lnTo>
                  <a:pt x="4643" y="3082"/>
                </a:lnTo>
                <a:lnTo>
                  <a:pt x="4664" y="3338"/>
                </a:lnTo>
                <a:lnTo>
                  <a:pt x="4643" y="3595"/>
                </a:lnTo>
                <a:lnTo>
                  <a:pt x="4622" y="3745"/>
                </a:lnTo>
                <a:lnTo>
                  <a:pt x="4643" y="3852"/>
                </a:lnTo>
                <a:lnTo>
                  <a:pt x="4750" y="4023"/>
                </a:lnTo>
                <a:lnTo>
                  <a:pt x="4814" y="4087"/>
                </a:lnTo>
                <a:lnTo>
                  <a:pt x="4878" y="4130"/>
                </a:lnTo>
                <a:lnTo>
                  <a:pt x="4964" y="4173"/>
                </a:lnTo>
                <a:lnTo>
                  <a:pt x="5049" y="4173"/>
                </a:lnTo>
                <a:lnTo>
                  <a:pt x="5242" y="4194"/>
                </a:lnTo>
                <a:lnTo>
                  <a:pt x="5627" y="4151"/>
                </a:lnTo>
                <a:lnTo>
                  <a:pt x="6119" y="4130"/>
                </a:lnTo>
                <a:lnTo>
                  <a:pt x="6504" y="4130"/>
                </a:lnTo>
                <a:lnTo>
                  <a:pt x="6569" y="4109"/>
                </a:lnTo>
                <a:lnTo>
                  <a:pt x="6611" y="4087"/>
                </a:lnTo>
                <a:lnTo>
                  <a:pt x="6676" y="4023"/>
                </a:lnTo>
                <a:lnTo>
                  <a:pt x="6740" y="3937"/>
                </a:lnTo>
                <a:lnTo>
                  <a:pt x="6761" y="3830"/>
                </a:lnTo>
                <a:lnTo>
                  <a:pt x="6761" y="3702"/>
                </a:lnTo>
                <a:lnTo>
                  <a:pt x="6761" y="3467"/>
                </a:lnTo>
                <a:lnTo>
                  <a:pt x="6761" y="3274"/>
                </a:lnTo>
                <a:lnTo>
                  <a:pt x="6783" y="3082"/>
                </a:lnTo>
                <a:lnTo>
                  <a:pt x="6804" y="2932"/>
                </a:lnTo>
                <a:lnTo>
                  <a:pt x="6783" y="2868"/>
                </a:lnTo>
                <a:lnTo>
                  <a:pt x="6740" y="2825"/>
                </a:lnTo>
                <a:lnTo>
                  <a:pt x="6676" y="2782"/>
                </a:lnTo>
                <a:lnTo>
                  <a:pt x="5606" y="2782"/>
                </a:lnTo>
                <a:lnTo>
                  <a:pt x="5156" y="2761"/>
                </a:lnTo>
                <a:close/>
                <a:moveTo>
                  <a:pt x="7018" y="407"/>
                </a:moveTo>
                <a:lnTo>
                  <a:pt x="7253" y="450"/>
                </a:lnTo>
                <a:lnTo>
                  <a:pt x="7360" y="493"/>
                </a:lnTo>
                <a:lnTo>
                  <a:pt x="7446" y="557"/>
                </a:lnTo>
                <a:lnTo>
                  <a:pt x="7531" y="621"/>
                </a:lnTo>
                <a:lnTo>
                  <a:pt x="7617" y="685"/>
                </a:lnTo>
                <a:lnTo>
                  <a:pt x="7681" y="771"/>
                </a:lnTo>
                <a:lnTo>
                  <a:pt x="7724" y="856"/>
                </a:lnTo>
                <a:lnTo>
                  <a:pt x="7767" y="1049"/>
                </a:lnTo>
                <a:lnTo>
                  <a:pt x="7788" y="1263"/>
                </a:lnTo>
                <a:lnTo>
                  <a:pt x="7788" y="1456"/>
                </a:lnTo>
                <a:lnTo>
                  <a:pt x="7788" y="2504"/>
                </a:lnTo>
                <a:lnTo>
                  <a:pt x="7788" y="2932"/>
                </a:lnTo>
                <a:lnTo>
                  <a:pt x="7810" y="3403"/>
                </a:lnTo>
                <a:lnTo>
                  <a:pt x="7788" y="3638"/>
                </a:lnTo>
                <a:lnTo>
                  <a:pt x="7767" y="3852"/>
                </a:lnTo>
                <a:lnTo>
                  <a:pt x="7703" y="4066"/>
                </a:lnTo>
                <a:lnTo>
                  <a:pt x="7617" y="4258"/>
                </a:lnTo>
                <a:lnTo>
                  <a:pt x="7531" y="4365"/>
                </a:lnTo>
                <a:lnTo>
                  <a:pt x="7467" y="4430"/>
                </a:lnTo>
                <a:lnTo>
                  <a:pt x="7360" y="4515"/>
                </a:lnTo>
                <a:lnTo>
                  <a:pt x="7275" y="4558"/>
                </a:lnTo>
                <a:lnTo>
                  <a:pt x="7082" y="4622"/>
                </a:lnTo>
                <a:lnTo>
                  <a:pt x="6868" y="4665"/>
                </a:lnTo>
                <a:lnTo>
                  <a:pt x="6397" y="4665"/>
                </a:lnTo>
                <a:lnTo>
                  <a:pt x="5948" y="4622"/>
                </a:lnTo>
                <a:lnTo>
                  <a:pt x="4942" y="4579"/>
                </a:lnTo>
                <a:lnTo>
                  <a:pt x="3958" y="4537"/>
                </a:lnTo>
                <a:lnTo>
                  <a:pt x="3338" y="4494"/>
                </a:lnTo>
                <a:lnTo>
                  <a:pt x="3017" y="4494"/>
                </a:lnTo>
                <a:lnTo>
                  <a:pt x="2717" y="4515"/>
                </a:lnTo>
                <a:lnTo>
                  <a:pt x="2439" y="4537"/>
                </a:lnTo>
                <a:lnTo>
                  <a:pt x="2161" y="4537"/>
                </a:lnTo>
                <a:lnTo>
                  <a:pt x="1883" y="4515"/>
                </a:lnTo>
                <a:lnTo>
                  <a:pt x="1755" y="4494"/>
                </a:lnTo>
                <a:lnTo>
                  <a:pt x="1626" y="4451"/>
                </a:lnTo>
                <a:lnTo>
                  <a:pt x="1498" y="4387"/>
                </a:lnTo>
                <a:lnTo>
                  <a:pt x="1412" y="4301"/>
                </a:lnTo>
                <a:lnTo>
                  <a:pt x="1348" y="4194"/>
                </a:lnTo>
                <a:lnTo>
                  <a:pt x="1305" y="4066"/>
                </a:lnTo>
                <a:lnTo>
                  <a:pt x="1305" y="3916"/>
                </a:lnTo>
                <a:lnTo>
                  <a:pt x="1305" y="3788"/>
                </a:lnTo>
                <a:lnTo>
                  <a:pt x="1305" y="3510"/>
                </a:lnTo>
                <a:lnTo>
                  <a:pt x="1305" y="2910"/>
                </a:lnTo>
                <a:lnTo>
                  <a:pt x="1327" y="2333"/>
                </a:lnTo>
                <a:lnTo>
                  <a:pt x="1305" y="1905"/>
                </a:lnTo>
                <a:lnTo>
                  <a:pt x="1305" y="1648"/>
                </a:lnTo>
                <a:lnTo>
                  <a:pt x="1327" y="1370"/>
                </a:lnTo>
                <a:lnTo>
                  <a:pt x="1348" y="1113"/>
                </a:lnTo>
                <a:lnTo>
                  <a:pt x="1434" y="899"/>
                </a:lnTo>
                <a:lnTo>
                  <a:pt x="1476" y="792"/>
                </a:lnTo>
                <a:lnTo>
                  <a:pt x="1519" y="707"/>
                </a:lnTo>
                <a:lnTo>
                  <a:pt x="1605" y="664"/>
                </a:lnTo>
                <a:lnTo>
                  <a:pt x="1690" y="621"/>
                </a:lnTo>
                <a:lnTo>
                  <a:pt x="1926" y="536"/>
                </a:lnTo>
                <a:lnTo>
                  <a:pt x="2161" y="514"/>
                </a:lnTo>
                <a:lnTo>
                  <a:pt x="2418" y="493"/>
                </a:lnTo>
                <a:lnTo>
                  <a:pt x="3680" y="493"/>
                </a:lnTo>
                <a:lnTo>
                  <a:pt x="4750" y="471"/>
                </a:lnTo>
                <a:lnTo>
                  <a:pt x="5820" y="450"/>
                </a:lnTo>
                <a:lnTo>
                  <a:pt x="6269" y="429"/>
                </a:lnTo>
                <a:lnTo>
                  <a:pt x="6526" y="407"/>
                </a:lnTo>
                <a:close/>
                <a:moveTo>
                  <a:pt x="4343" y="1"/>
                </a:moveTo>
                <a:lnTo>
                  <a:pt x="3766" y="22"/>
                </a:lnTo>
                <a:lnTo>
                  <a:pt x="3167" y="43"/>
                </a:lnTo>
                <a:lnTo>
                  <a:pt x="1968" y="108"/>
                </a:lnTo>
                <a:lnTo>
                  <a:pt x="1712" y="108"/>
                </a:lnTo>
                <a:lnTo>
                  <a:pt x="1476" y="129"/>
                </a:lnTo>
                <a:lnTo>
                  <a:pt x="1348" y="172"/>
                </a:lnTo>
                <a:lnTo>
                  <a:pt x="1241" y="215"/>
                </a:lnTo>
                <a:lnTo>
                  <a:pt x="1134" y="279"/>
                </a:lnTo>
                <a:lnTo>
                  <a:pt x="1048" y="386"/>
                </a:lnTo>
                <a:lnTo>
                  <a:pt x="963" y="493"/>
                </a:lnTo>
                <a:lnTo>
                  <a:pt x="920" y="621"/>
                </a:lnTo>
                <a:lnTo>
                  <a:pt x="877" y="749"/>
                </a:lnTo>
                <a:lnTo>
                  <a:pt x="856" y="899"/>
                </a:lnTo>
                <a:lnTo>
                  <a:pt x="856" y="1199"/>
                </a:lnTo>
                <a:lnTo>
                  <a:pt x="835" y="1477"/>
                </a:lnTo>
                <a:lnTo>
                  <a:pt x="813" y="2183"/>
                </a:lnTo>
                <a:lnTo>
                  <a:pt x="813" y="2910"/>
                </a:lnTo>
                <a:lnTo>
                  <a:pt x="835" y="3659"/>
                </a:lnTo>
                <a:lnTo>
                  <a:pt x="899" y="4365"/>
                </a:lnTo>
                <a:lnTo>
                  <a:pt x="920" y="4494"/>
                </a:lnTo>
                <a:lnTo>
                  <a:pt x="963" y="4601"/>
                </a:lnTo>
                <a:lnTo>
                  <a:pt x="1027" y="4708"/>
                </a:lnTo>
                <a:lnTo>
                  <a:pt x="1113" y="4772"/>
                </a:lnTo>
                <a:lnTo>
                  <a:pt x="1198" y="4836"/>
                </a:lnTo>
                <a:lnTo>
                  <a:pt x="1305" y="4900"/>
                </a:lnTo>
                <a:lnTo>
                  <a:pt x="1412" y="4922"/>
                </a:lnTo>
                <a:lnTo>
                  <a:pt x="1541" y="4964"/>
                </a:lnTo>
                <a:lnTo>
                  <a:pt x="1776" y="4986"/>
                </a:lnTo>
                <a:lnTo>
                  <a:pt x="2033" y="4986"/>
                </a:lnTo>
                <a:lnTo>
                  <a:pt x="2503" y="4943"/>
                </a:lnTo>
                <a:lnTo>
                  <a:pt x="2782" y="4922"/>
                </a:lnTo>
                <a:lnTo>
                  <a:pt x="3081" y="4922"/>
                </a:lnTo>
                <a:lnTo>
                  <a:pt x="3659" y="4943"/>
                </a:lnTo>
                <a:lnTo>
                  <a:pt x="4793" y="5007"/>
                </a:lnTo>
                <a:lnTo>
                  <a:pt x="5392" y="5029"/>
                </a:lnTo>
                <a:lnTo>
                  <a:pt x="5991" y="5050"/>
                </a:lnTo>
                <a:lnTo>
                  <a:pt x="6633" y="5114"/>
                </a:lnTo>
                <a:lnTo>
                  <a:pt x="6954" y="5114"/>
                </a:lnTo>
                <a:lnTo>
                  <a:pt x="7125" y="5093"/>
                </a:lnTo>
                <a:lnTo>
                  <a:pt x="7275" y="5071"/>
                </a:lnTo>
                <a:lnTo>
                  <a:pt x="7424" y="5029"/>
                </a:lnTo>
                <a:lnTo>
                  <a:pt x="7553" y="4964"/>
                </a:lnTo>
                <a:lnTo>
                  <a:pt x="7660" y="4922"/>
                </a:lnTo>
                <a:lnTo>
                  <a:pt x="7767" y="4836"/>
                </a:lnTo>
                <a:lnTo>
                  <a:pt x="7852" y="4750"/>
                </a:lnTo>
                <a:lnTo>
                  <a:pt x="7917" y="4665"/>
                </a:lnTo>
                <a:lnTo>
                  <a:pt x="7981" y="4558"/>
                </a:lnTo>
                <a:lnTo>
                  <a:pt x="8045" y="4451"/>
                </a:lnTo>
                <a:lnTo>
                  <a:pt x="8130" y="4237"/>
                </a:lnTo>
                <a:lnTo>
                  <a:pt x="8173" y="3980"/>
                </a:lnTo>
                <a:lnTo>
                  <a:pt x="8195" y="3723"/>
                </a:lnTo>
                <a:lnTo>
                  <a:pt x="8195" y="3445"/>
                </a:lnTo>
                <a:lnTo>
                  <a:pt x="8216" y="2354"/>
                </a:lnTo>
                <a:lnTo>
                  <a:pt x="8216" y="1798"/>
                </a:lnTo>
                <a:lnTo>
                  <a:pt x="8216" y="1242"/>
                </a:lnTo>
                <a:lnTo>
                  <a:pt x="8195" y="985"/>
                </a:lnTo>
                <a:lnTo>
                  <a:pt x="8152" y="728"/>
                </a:lnTo>
                <a:lnTo>
                  <a:pt x="8109" y="578"/>
                </a:lnTo>
                <a:lnTo>
                  <a:pt x="8066" y="450"/>
                </a:lnTo>
                <a:lnTo>
                  <a:pt x="8002" y="343"/>
                </a:lnTo>
                <a:lnTo>
                  <a:pt x="7917" y="236"/>
                </a:lnTo>
                <a:lnTo>
                  <a:pt x="7810" y="150"/>
                </a:lnTo>
                <a:lnTo>
                  <a:pt x="7703" y="86"/>
                </a:lnTo>
                <a:lnTo>
                  <a:pt x="7596" y="43"/>
                </a:lnTo>
                <a:lnTo>
                  <a:pt x="7467" y="22"/>
                </a:lnTo>
                <a:lnTo>
                  <a:pt x="7189" y="1"/>
                </a:lnTo>
                <a:lnTo>
                  <a:pt x="6932" y="1"/>
                </a:lnTo>
                <a:lnTo>
                  <a:pt x="6312" y="22"/>
                </a:lnTo>
                <a:lnTo>
                  <a:pt x="5670" y="43"/>
                </a:lnTo>
                <a:lnTo>
                  <a:pt x="5349" y="43"/>
                </a:lnTo>
                <a:lnTo>
                  <a:pt x="5007" y="22"/>
                </a:lnTo>
                <a:lnTo>
                  <a:pt x="4686" y="1"/>
                </a:lnTo>
                <a:close/>
                <a:moveTo>
                  <a:pt x="4942" y="6526"/>
                </a:moveTo>
                <a:lnTo>
                  <a:pt x="4985" y="6548"/>
                </a:lnTo>
                <a:lnTo>
                  <a:pt x="5028" y="6591"/>
                </a:lnTo>
                <a:lnTo>
                  <a:pt x="5049" y="6655"/>
                </a:lnTo>
                <a:lnTo>
                  <a:pt x="5049" y="6740"/>
                </a:lnTo>
                <a:lnTo>
                  <a:pt x="5028" y="6804"/>
                </a:lnTo>
                <a:lnTo>
                  <a:pt x="5007" y="6826"/>
                </a:lnTo>
                <a:lnTo>
                  <a:pt x="4729" y="6826"/>
                </a:lnTo>
                <a:lnTo>
                  <a:pt x="4472" y="6804"/>
                </a:lnTo>
                <a:lnTo>
                  <a:pt x="3980" y="6783"/>
                </a:lnTo>
                <a:lnTo>
                  <a:pt x="3916" y="6762"/>
                </a:lnTo>
                <a:lnTo>
                  <a:pt x="3851" y="6740"/>
                </a:lnTo>
                <a:lnTo>
                  <a:pt x="3809" y="6719"/>
                </a:lnTo>
                <a:lnTo>
                  <a:pt x="3787" y="6697"/>
                </a:lnTo>
                <a:lnTo>
                  <a:pt x="3787" y="6655"/>
                </a:lnTo>
                <a:lnTo>
                  <a:pt x="3809" y="6612"/>
                </a:lnTo>
                <a:lnTo>
                  <a:pt x="3873" y="6591"/>
                </a:lnTo>
                <a:lnTo>
                  <a:pt x="3937" y="6548"/>
                </a:lnTo>
                <a:lnTo>
                  <a:pt x="4108" y="6526"/>
                </a:lnTo>
                <a:close/>
                <a:moveTo>
                  <a:pt x="3980" y="6141"/>
                </a:moveTo>
                <a:lnTo>
                  <a:pt x="3809" y="6184"/>
                </a:lnTo>
                <a:lnTo>
                  <a:pt x="3637" y="6227"/>
                </a:lnTo>
                <a:lnTo>
                  <a:pt x="3573" y="6270"/>
                </a:lnTo>
                <a:lnTo>
                  <a:pt x="3530" y="6312"/>
                </a:lnTo>
                <a:lnTo>
                  <a:pt x="3445" y="6441"/>
                </a:lnTo>
                <a:lnTo>
                  <a:pt x="3402" y="6612"/>
                </a:lnTo>
                <a:lnTo>
                  <a:pt x="3402" y="6783"/>
                </a:lnTo>
                <a:lnTo>
                  <a:pt x="3423" y="6847"/>
                </a:lnTo>
                <a:lnTo>
                  <a:pt x="3445" y="6911"/>
                </a:lnTo>
                <a:lnTo>
                  <a:pt x="3488" y="6976"/>
                </a:lnTo>
                <a:lnTo>
                  <a:pt x="3552" y="7018"/>
                </a:lnTo>
                <a:lnTo>
                  <a:pt x="3680" y="7061"/>
                </a:lnTo>
                <a:lnTo>
                  <a:pt x="3851" y="7083"/>
                </a:lnTo>
                <a:lnTo>
                  <a:pt x="4044" y="7104"/>
                </a:lnTo>
                <a:lnTo>
                  <a:pt x="4408" y="7061"/>
                </a:lnTo>
                <a:lnTo>
                  <a:pt x="4707" y="7040"/>
                </a:lnTo>
                <a:lnTo>
                  <a:pt x="5049" y="7061"/>
                </a:lnTo>
                <a:lnTo>
                  <a:pt x="5221" y="7040"/>
                </a:lnTo>
                <a:lnTo>
                  <a:pt x="5306" y="7018"/>
                </a:lnTo>
                <a:lnTo>
                  <a:pt x="5349" y="6976"/>
                </a:lnTo>
                <a:lnTo>
                  <a:pt x="5392" y="6911"/>
                </a:lnTo>
                <a:lnTo>
                  <a:pt x="5392" y="6847"/>
                </a:lnTo>
                <a:lnTo>
                  <a:pt x="5392" y="6655"/>
                </a:lnTo>
                <a:lnTo>
                  <a:pt x="5349" y="6484"/>
                </a:lnTo>
                <a:lnTo>
                  <a:pt x="5306" y="6355"/>
                </a:lnTo>
                <a:lnTo>
                  <a:pt x="5263" y="6291"/>
                </a:lnTo>
                <a:lnTo>
                  <a:pt x="5199" y="6248"/>
                </a:lnTo>
                <a:lnTo>
                  <a:pt x="5156" y="6205"/>
                </a:lnTo>
                <a:lnTo>
                  <a:pt x="5092" y="6184"/>
                </a:lnTo>
                <a:lnTo>
                  <a:pt x="4814" y="6184"/>
                </a:lnTo>
                <a:lnTo>
                  <a:pt x="4472" y="6141"/>
                </a:lnTo>
                <a:close/>
                <a:moveTo>
                  <a:pt x="3188" y="5564"/>
                </a:moveTo>
                <a:lnTo>
                  <a:pt x="4001" y="5585"/>
                </a:lnTo>
                <a:lnTo>
                  <a:pt x="4472" y="5606"/>
                </a:lnTo>
                <a:lnTo>
                  <a:pt x="5413" y="5606"/>
                </a:lnTo>
                <a:lnTo>
                  <a:pt x="5863" y="5628"/>
                </a:lnTo>
                <a:lnTo>
                  <a:pt x="6397" y="5670"/>
                </a:lnTo>
                <a:lnTo>
                  <a:pt x="6932" y="5713"/>
                </a:lnTo>
                <a:lnTo>
                  <a:pt x="7360" y="5692"/>
                </a:lnTo>
                <a:lnTo>
                  <a:pt x="7574" y="5713"/>
                </a:lnTo>
                <a:lnTo>
                  <a:pt x="7681" y="5756"/>
                </a:lnTo>
                <a:lnTo>
                  <a:pt x="7767" y="5799"/>
                </a:lnTo>
                <a:lnTo>
                  <a:pt x="7852" y="5884"/>
                </a:lnTo>
                <a:lnTo>
                  <a:pt x="7981" y="6056"/>
                </a:lnTo>
                <a:lnTo>
                  <a:pt x="8088" y="6291"/>
                </a:lnTo>
                <a:lnTo>
                  <a:pt x="8216" y="6548"/>
                </a:lnTo>
                <a:lnTo>
                  <a:pt x="8323" y="6804"/>
                </a:lnTo>
                <a:lnTo>
                  <a:pt x="8387" y="7018"/>
                </a:lnTo>
                <a:lnTo>
                  <a:pt x="8409" y="7190"/>
                </a:lnTo>
                <a:lnTo>
                  <a:pt x="8387" y="7232"/>
                </a:lnTo>
                <a:lnTo>
                  <a:pt x="8366" y="7254"/>
                </a:lnTo>
                <a:lnTo>
                  <a:pt x="8130" y="7318"/>
                </a:lnTo>
                <a:lnTo>
                  <a:pt x="7874" y="7361"/>
                </a:lnTo>
                <a:lnTo>
                  <a:pt x="7638" y="7382"/>
                </a:lnTo>
                <a:lnTo>
                  <a:pt x="7382" y="7361"/>
                </a:lnTo>
                <a:lnTo>
                  <a:pt x="6890" y="7339"/>
                </a:lnTo>
                <a:lnTo>
                  <a:pt x="6419" y="7275"/>
                </a:lnTo>
                <a:lnTo>
                  <a:pt x="5927" y="7232"/>
                </a:lnTo>
                <a:lnTo>
                  <a:pt x="5435" y="7211"/>
                </a:lnTo>
                <a:lnTo>
                  <a:pt x="4942" y="7190"/>
                </a:lnTo>
                <a:lnTo>
                  <a:pt x="4450" y="7211"/>
                </a:lnTo>
                <a:lnTo>
                  <a:pt x="3916" y="7232"/>
                </a:lnTo>
                <a:lnTo>
                  <a:pt x="3402" y="7254"/>
                </a:lnTo>
                <a:lnTo>
                  <a:pt x="3167" y="7254"/>
                </a:lnTo>
                <a:lnTo>
                  <a:pt x="2953" y="7232"/>
                </a:lnTo>
                <a:lnTo>
                  <a:pt x="2717" y="7211"/>
                </a:lnTo>
                <a:lnTo>
                  <a:pt x="2503" y="7211"/>
                </a:lnTo>
                <a:lnTo>
                  <a:pt x="1626" y="7254"/>
                </a:lnTo>
                <a:lnTo>
                  <a:pt x="1134" y="7275"/>
                </a:lnTo>
                <a:lnTo>
                  <a:pt x="770" y="7275"/>
                </a:lnTo>
                <a:lnTo>
                  <a:pt x="663" y="7232"/>
                </a:lnTo>
                <a:lnTo>
                  <a:pt x="599" y="7190"/>
                </a:lnTo>
                <a:lnTo>
                  <a:pt x="556" y="7147"/>
                </a:lnTo>
                <a:lnTo>
                  <a:pt x="514" y="7083"/>
                </a:lnTo>
                <a:lnTo>
                  <a:pt x="514" y="7018"/>
                </a:lnTo>
                <a:lnTo>
                  <a:pt x="535" y="6847"/>
                </a:lnTo>
                <a:lnTo>
                  <a:pt x="599" y="6655"/>
                </a:lnTo>
                <a:lnTo>
                  <a:pt x="706" y="6484"/>
                </a:lnTo>
                <a:lnTo>
                  <a:pt x="792" y="6291"/>
                </a:lnTo>
                <a:lnTo>
                  <a:pt x="984" y="6034"/>
                </a:lnTo>
                <a:lnTo>
                  <a:pt x="1155" y="5799"/>
                </a:lnTo>
                <a:lnTo>
                  <a:pt x="1241" y="5692"/>
                </a:lnTo>
                <a:lnTo>
                  <a:pt x="1305" y="5649"/>
                </a:lnTo>
                <a:lnTo>
                  <a:pt x="1391" y="5628"/>
                </a:lnTo>
                <a:lnTo>
                  <a:pt x="1626" y="5585"/>
                </a:lnTo>
                <a:lnTo>
                  <a:pt x="2354" y="5585"/>
                </a:lnTo>
                <a:lnTo>
                  <a:pt x="2782" y="5564"/>
                </a:lnTo>
                <a:close/>
                <a:moveTo>
                  <a:pt x="2140" y="5029"/>
                </a:moveTo>
                <a:lnTo>
                  <a:pt x="1883" y="5050"/>
                </a:lnTo>
                <a:lnTo>
                  <a:pt x="1626" y="5093"/>
                </a:lnTo>
                <a:lnTo>
                  <a:pt x="1391" y="5157"/>
                </a:lnTo>
                <a:lnTo>
                  <a:pt x="1262" y="5200"/>
                </a:lnTo>
                <a:lnTo>
                  <a:pt x="1155" y="5264"/>
                </a:lnTo>
                <a:lnTo>
                  <a:pt x="1070" y="5307"/>
                </a:lnTo>
                <a:lnTo>
                  <a:pt x="984" y="5392"/>
                </a:lnTo>
                <a:lnTo>
                  <a:pt x="856" y="5564"/>
                </a:lnTo>
                <a:lnTo>
                  <a:pt x="728" y="5756"/>
                </a:lnTo>
                <a:lnTo>
                  <a:pt x="407" y="6205"/>
                </a:lnTo>
                <a:lnTo>
                  <a:pt x="257" y="6441"/>
                </a:lnTo>
                <a:lnTo>
                  <a:pt x="150" y="6697"/>
                </a:lnTo>
                <a:lnTo>
                  <a:pt x="64" y="6911"/>
                </a:lnTo>
                <a:lnTo>
                  <a:pt x="21" y="7125"/>
                </a:lnTo>
                <a:lnTo>
                  <a:pt x="0" y="7361"/>
                </a:lnTo>
                <a:lnTo>
                  <a:pt x="0" y="7575"/>
                </a:lnTo>
                <a:lnTo>
                  <a:pt x="43" y="7703"/>
                </a:lnTo>
                <a:lnTo>
                  <a:pt x="86" y="7810"/>
                </a:lnTo>
                <a:lnTo>
                  <a:pt x="171" y="7874"/>
                </a:lnTo>
                <a:lnTo>
                  <a:pt x="257" y="7917"/>
                </a:lnTo>
                <a:lnTo>
                  <a:pt x="342" y="7938"/>
                </a:lnTo>
                <a:lnTo>
                  <a:pt x="471" y="7960"/>
                </a:lnTo>
                <a:lnTo>
                  <a:pt x="706" y="8003"/>
                </a:lnTo>
                <a:lnTo>
                  <a:pt x="963" y="8024"/>
                </a:lnTo>
                <a:lnTo>
                  <a:pt x="1220" y="8045"/>
                </a:lnTo>
                <a:lnTo>
                  <a:pt x="1755" y="8024"/>
                </a:lnTo>
                <a:lnTo>
                  <a:pt x="2268" y="8003"/>
                </a:lnTo>
                <a:lnTo>
                  <a:pt x="2525" y="7981"/>
                </a:lnTo>
                <a:lnTo>
                  <a:pt x="2782" y="7981"/>
                </a:lnTo>
                <a:lnTo>
                  <a:pt x="3316" y="8024"/>
                </a:lnTo>
                <a:lnTo>
                  <a:pt x="3573" y="8045"/>
                </a:lnTo>
                <a:lnTo>
                  <a:pt x="3830" y="8045"/>
                </a:lnTo>
                <a:lnTo>
                  <a:pt x="4429" y="8024"/>
                </a:lnTo>
                <a:lnTo>
                  <a:pt x="6248" y="8024"/>
                </a:lnTo>
                <a:lnTo>
                  <a:pt x="6569" y="8045"/>
                </a:lnTo>
                <a:lnTo>
                  <a:pt x="7788" y="8045"/>
                </a:lnTo>
                <a:lnTo>
                  <a:pt x="8130" y="8067"/>
                </a:lnTo>
                <a:lnTo>
                  <a:pt x="8280" y="8045"/>
                </a:lnTo>
                <a:lnTo>
                  <a:pt x="8451" y="8024"/>
                </a:lnTo>
                <a:lnTo>
                  <a:pt x="8580" y="7981"/>
                </a:lnTo>
                <a:lnTo>
                  <a:pt x="8708" y="7896"/>
                </a:lnTo>
                <a:lnTo>
                  <a:pt x="8772" y="7810"/>
                </a:lnTo>
                <a:lnTo>
                  <a:pt x="8837" y="7703"/>
                </a:lnTo>
                <a:lnTo>
                  <a:pt x="8858" y="7575"/>
                </a:lnTo>
                <a:lnTo>
                  <a:pt x="8879" y="7446"/>
                </a:lnTo>
                <a:lnTo>
                  <a:pt x="8901" y="7318"/>
                </a:lnTo>
                <a:lnTo>
                  <a:pt x="8879" y="7190"/>
                </a:lnTo>
                <a:lnTo>
                  <a:pt x="8858" y="7061"/>
                </a:lnTo>
                <a:lnTo>
                  <a:pt x="8837" y="6954"/>
                </a:lnTo>
                <a:lnTo>
                  <a:pt x="8665" y="6505"/>
                </a:lnTo>
                <a:lnTo>
                  <a:pt x="8558" y="6270"/>
                </a:lnTo>
                <a:lnTo>
                  <a:pt x="8451" y="6056"/>
                </a:lnTo>
                <a:lnTo>
                  <a:pt x="8259" y="5692"/>
                </a:lnTo>
                <a:lnTo>
                  <a:pt x="8152" y="5499"/>
                </a:lnTo>
                <a:lnTo>
                  <a:pt x="8088" y="5435"/>
                </a:lnTo>
                <a:lnTo>
                  <a:pt x="8002" y="5371"/>
                </a:lnTo>
                <a:lnTo>
                  <a:pt x="7895" y="5307"/>
                </a:lnTo>
                <a:lnTo>
                  <a:pt x="7767" y="5264"/>
                </a:lnTo>
                <a:lnTo>
                  <a:pt x="7638" y="5264"/>
                </a:lnTo>
                <a:lnTo>
                  <a:pt x="7489" y="5243"/>
                </a:lnTo>
                <a:lnTo>
                  <a:pt x="6954" y="5243"/>
                </a:lnTo>
                <a:lnTo>
                  <a:pt x="6333" y="5221"/>
                </a:lnTo>
                <a:lnTo>
                  <a:pt x="5691" y="5178"/>
                </a:lnTo>
                <a:lnTo>
                  <a:pt x="4557" y="5136"/>
                </a:lnTo>
                <a:lnTo>
                  <a:pt x="3423" y="5071"/>
                </a:lnTo>
                <a:lnTo>
                  <a:pt x="2931" y="5050"/>
                </a:lnTo>
                <a:lnTo>
                  <a:pt x="2396" y="5029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5"/>
          <p:cNvSpPr/>
          <p:nvPr/>
        </p:nvSpPr>
        <p:spPr>
          <a:xfrm>
            <a:off x="7374048" y="3039165"/>
            <a:ext cx="326044" cy="437745"/>
          </a:xfrm>
          <a:custGeom>
            <a:rect b="b" l="l" r="r" t="t"/>
            <a:pathLst>
              <a:path extrusionOk="0" h="8859" w="5308">
                <a:moveTo>
                  <a:pt x="4152" y="942"/>
                </a:moveTo>
                <a:lnTo>
                  <a:pt x="4237" y="964"/>
                </a:lnTo>
                <a:lnTo>
                  <a:pt x="4344" y="985"/>
                </a:lnTo>
                <a:lnTo>
                  <a:pt x="4366" y="1071"/>
                </a:lnTo>
                <a:lnTo>
                  <a:pt x="4387" y="1156"/>
                </a:lnTo>
                <a:lnTo>
                  <a:pt x="4408" y="1242"/>
                </a:lnTo>
                <a:lnTo>
                  <a:pt x="4387" y="1413"/>
                </a:lnTo>
                <a:lnTo>
                  <a:pt x="4387" y="2376"/>
                </a:lnTo>
                <a:lnTo>
                  <a:pt x="4408" y="2804"/>
                </a:lnTo>
                <a:lnTo>
                  <a:pt x="4451" y="3232"/>
                </a:lnTo>
                <a:lnTo>
                  <a:pt x="4494" y="3660"/>
                </a:lnTo>
                <a:lnTo>
                  <a:pt x="4494" y="3874"/>
                </a:lnTo>
                <a:lnTo>
                  <a:pt x="4473" y="4088"/>
                </a:lnTo>
                <a:lnTo>
                  <a:pt x="4430" y="4601"/>
                </a:lnTo>
                <a:lnTo>
                  <a:pt x="4430" y="5136"/>
                </a:lnTo>
                <a:lnTo>
                  <a:pt x="4408" y="5649"/>
                </a:lnTo>
                <a:lnTo>
                  <a:pt x="4387" y="6184"/>
                </a:lnTo>
                <a:lnTo>
                  <a:pt x="4366" y="6291"/>
                </a:lnTo>
                <a:lnTo>
                  <a:pt x="4344" y="6377"/>
                </a:lnTo>
                <a:lnTo>
                  <a:pt x="4280" y="6462"/>
                </a:lnTo>
                <a:lnTo>
                  <a:pt x="4194" y="6527"/>
                </a:lnTo>
                <a:lnTo>
                  <a:pt x="4087" y="6569"/>
                </a:lnTo>
                <a:lnTo>
                  <a:pt x="4002" y="6591"/>
                </a:lnTo>
                <a:lnTo>
                  <a:pt x="3274" y="6591"/>
                </a:lnTo>
                <a:lnTo>
                  <a:pt x="2761" y="6612"/>
                </a:lnTo>
                <a:lnTo>
                  <a:pt x="1884" y="6655"/>
                </a:lnTo>
                <a:lnTo>
                  <a:pt x="1456" y="6698"/>
                </a:lnTo>
                <a:lnTo>
                  <a:pt x="1349" y="6676"/>
                </a:lnTo>
                <a:lnTo>
                  <a:pt x="1242" y="6676"/>
                </a:lnTo>
                <a:lnTo>
                  <a:pt x="1156" y="6655"/>
                </a:lnTo>
                <a:lnTo>
                  <a:pt x="1071" y="6591"/>
                </a:lnTo>
                <a:lnTo>
                  <a:pt x="985" y="6527"/>
                </a:lnTo>
                <a:lnTo>
                  <a:pt x="921" y="6420"/>
                </a:lnTo>
                <a:lnTo>
                  <a:pt x="878" y="6313"/>
                </a:lnTo>
                <a:lnTo>
                  <a:pt x="857" y="6206"/>
                </a:lnTo>
                <a:lnTo>
                  <a:pt x="835" y="5949"/>
                </a:lnTo>
                <a:lnTo>
                  <a:pt x="835" y="5735"/>
                </a:lnTo>
                <a:lnTo>
                  <a:pt x="814" y="5371"/>
                </a:lnTo>
                <a:lnTo>
                  <a:pt x="814" y="5008"/>
                </a:lnTo>
                <a:lnTo>
                  <a:pt x="793" y="4408"/>
                </a:lnTo>
                <a:lnTo>
                  <a:pt x="814" y="3788"/>
                </a:lnTo>
                <a:lnTo>
                  <a:pt x="814" y="3168"/>
                </a:lnTo>
                <a:lnTo>
                  <a:pt x="814" y="2547"/>
                </a:lnTo>
                <a:lnTo>
                  <a:pt x="835" y="2354"/>
                </a:lnTo>
                <a:lnTo>
                  <a:pt x="857" y="2183"/>
                </a:lnTo>
                <a:lnTo>
                  <a:pt x="900" y="2012"/>
                </a:lnTo>
                <a:lnTo>
                  <a:pt x="900" y="1820"/>
                </a:lnTo>
                <a:lnTo>
                  <a:pt x="921" y="1627"/>
                </a:lnTo>
                <a:lnTo>
                  <a:pt x="921" y="1413"/>
                </a:lnTo>
                <a:lnTo>
                  <a:pt x="921" y="1306"/>
                </a:lnTo>
                <a:lnTo>
                  <a:pt x="942" y="1199"/>
                </a:lnTo>
                <a:lnTo>
                  <a:pt x="985" y="1135"/>
                </a:lnTo>
                <a:lnTo>
                  <a:pt x="1006" y="1092"/>
                </a:lnTo>
                <a:lnTo>
                  <a:pt x="1113" y="1049"/>
                </a:lnTo>
                <a:lnTo>
                  <a:pt x="1242" y="1028"/>
                </a:lnTo>
                <a:lnTo>
                  <a:pt x="1370" y="1007"/>
                </a:lnTo>
                <a:lnTo>
                  <a:pt x="1627" y="985"/>
                </a:lnTo>
                <a:lnTo>
                  <a:pt x="2140" y="985"/>
                </a:lnTo>
                <a:lnTo>
                  <a:pt x="2376" y="964"/>
                </a:lnTo>
                <a:lnTo>
                  <a:pt x="3060" y="964"/>
                </a:lnTo>
                <a:lnTo>
                  <a:pt x="3467" y="942"/>
                </a:lnTo>
                <a:close/>
                <a:moveTo>
                  <a:pt x="1220" y="7147"/>
                </a:moveTo>
                <a:lnTo>
                  <a:pt x="1220" y="7169"/>
                </a:lnTo>
                <a:lnTo>
                  <a:pt x="1220" y="7190"/>
                </a:lnTo>
                <a:lnTo>
                  <a:pt x="1220" y="7233"/>
                </a:lnTo>
                <a:lnTo>
                  <a:pt x="1199" y="7211"/>
                </a:lnTo>
                <a:lnTo>
                  <a:pt x="1199" y="7190"/>
                </a:lnTo>
                <a:lnTo>
                  <a:pt x="1220" y="7147"/>
                </a:lnTo>
                <a:close/>
                <a:moveTo>
                  <a:pt x="343" y="7233"/>
                </a:moveTo>
                <a:lnTo>
                  <a:pt x="322" y="7254"/>
                </a:lnTo>
                <a:lnTo>
                  <a:pt x="300" y="7254"/>
                </a:lnTo>
                <a:lnTo>
                  <a:pt x="322" y="7233"/>
                </a:lnTo>
                <a:close/>
                <a:moveTo>
                  <a:pt x="1777" y="7169"/>
                </a:moveTo>
                <a:lnTo>
                  <a:pt x="1905" y="7190"/>
                </a:lnTo>
                <a:lnTo>
                  <a:pt x="1862" y="7233"/>
                </a:lnTo>
                <a:lnTo>
                  <a:pt x="1798" y="7254"/>
                </a:lnTo>
                <a:lnTo>
                  <a:pt x="1691" y="7275"/>
                </a:lnTo>
                <a:lnTo>
                  <a:pt x="1477" y="7340"/>
                </a:lnTo>
                <a:lnTo>
                  <a:pt x="1499" y="7275"/>
                </a:lnTo>
                <a:lnTo>
                  <a:pt x="1520" y="7233"/>
                </a:lnTo>
                <a:lnTo>
                  <a:pt x="1563" y="7190"/>
                </a:lnTo>
                <a:lnTo>
                  <a:pt x="1627" y="7169"/>
                </a:lnTo>
                <a:close/>
                <a:moveTo>
                  <a:pt x="4430" y="7297"/>
                </a:moveTo>
                <a:lnTo>
                  <a:pt x="4451" y="7318"/>
                </a:lnTo>
                <a:lnTo>
                  <a:pt x="4473" y="7340"/>
                </a:lnTo>
                <a:lnTo>
                  <a:pt x="4451" y="7382"/>
                </a:lnTo>
                <a:lnTo>
                  <a:pt x="4408" y="7382"/>
                </a:lnTo>
                <a:lnTo>
                  <a:pt x="4430" y="7297"/>
                </a:lnTo>
                <a:close/>
                <a:moveTo>
                  <a:pt x="1820" y="7425"/>
                </a:moveTo>
                <a:lnTo>
                  <a:pt x="1798" y="7447"/>
                </a:lnTo>
                <a:lnTo>
                  <a:pt x="1755" y="7447"/>
                </a:lnTo>
                <a:lnTo>
                  <a:pt x="1777" y="7425"/>
                </a:lnTo>
                <a:close/>
                <a:moveTo>
                  <a:pt x="258" y="7318"/>
                </a:moveTo>
                <a:lnTo>
                  <a:pt x="279" y="7404"/>
                </a:lnTo>
                <a:lnTo>
                  <a:pt x="279" y="7489"/>
                </a:lnTo>
                <a:lnTo>
                  <a:pt x="279" y="7596"/>
                </a:lnTo>
                <a:lnTo>
                  <a:pt x="279" y="7703"/>
                </a:lnTo>
                <a:lnTo>
                  <a:pt x="236" y="7682"/>
                </a:lnTo>
                <a:lnTo>
                  <a:pt x="193" y="7639"/>
                </a:lnTo>
                <a:lnTo>
                  <a:pt x="193" y="7596"/>
                </a:lnTo>
                <a:lnTo>
                  <a:pt x="193" y="7532"/>
                </a:lnTo>
                <a:lnTo>
                  <a:pt x="215" y="7425"/>
                </a:lnTo>
                <a:lnTo>
                  <a:pt x="258" y="7318"/>
                </a:lnTo>
                <a:close/>
                <a:moveTo>
                  <a:pt x="1541" y="7425"/>
                </a:moveTo>
                <a:lnTo>
                  <a:pt x="1499" y="7511"/>
                </a:lnTo>
                <a:lnTo>
                  <a:pt x="1434" y="7575"/>
                </a:lnTo>
                <a:lnTo>
                  <a:pt x="1392" y="7639"/>
                </a:lnTo>
                <a:lnTo>
                  <a:pt x="1370" y="7725"/>
                </a:lnTo>
                <a:lnTo>
                  <a:pt x="1349" y="7682"/>
                </a:lnTo>
                <a:lnTo>
                  <a:pt x="1349" y="7639"/>
                </a:lnTo>
                <a:lnTo>
                  <a:pt x="1392" y="7532"/>
                </a:lnTo>
                <a:lnTo>
                  <a:pt x="1456" y="7447"/>
                </a:lnTo>
                <a:lnTo>
                  <a:pt x="1499" y="7425"/>
                </a:lnTo>
                <a:close/>
                <a:moveTo>
                  <a:pt x="4002" y="7447"/>
                </a:moveTo>
                <a:lnTo>
                  <a:pt x="4066" y="7468"/>
                </a:lnTo>
                <a:lnTo>
                  <a:pt x="4045" y="7575"/>
                </a:lnTo>
                <a:lnTo>
                  <a:pt x="4002" y="7661"/>
                </a:lnTo>
                <a:lnTo>
                  <a:pt x="3959" y="7725"/>
                </a:lnTo>
                <a:lnTo>
                  <a:pt x="3916" y="7746"/>
                </a:lnTo>
                <a:lnTo>
                  <a:pt x="3852" y="7746"/>
                </a:lnTo>
                <a:lnTo>
                  <a:pt x="3852" y="7639"/>
                </a:lnTo>
                <a:lnTo>
                  <a:pt x="3874" y="7532"/>
                </a:lnTo>
                <a:lnTo>
                  <a:pt x="3916" y="7489"/>
                </a:lnTo>
                <a:lnTo>
                  <a:pt x="3959" y="7468"/>
                </a:lnTo>
                <a:lnTo>
                  <a:pt x="4002" y="7447"/>
                </a:lnTo>
                <a:close/>
                <a:moveTo>
                  <a:pt x="386" y="7746"/>
                </a:moveTo>
                <a:lnTo>
                  <a:pt x="429" y="7768"/>
                </a:lnTo>
                <a:lnTo>
                  <a:pt x="407" y="7789"/>
                </a:lnTo>
                <a:lnTo>
                  <a:pt x="386" y="7789"/>
                </a:lnTo>
                <a:lnTo>
                  <a:pt x="343" y="7746"/>
                </a:lnTo>
                <a:close/>
                <a:moveTo>
                  <a:pt x="1755" y="8024"/>
                </a:moveTo>
                <a:lnTo>
                  <a:pt x="1798" y="8046"/>
                </a:lnTo>
                <a:lnTo>
                  <a:pt x="1820" y="8089"/>
                </a:lnTo>
                <a:lnTo>
                  <a:pt x="1841" y="8110"/>
                </a:lnTo>
                <a:lnTo>
                  <a:pt x="1820" y="8153"/>
                </a:lnTo>
                <a:lnTo>
                  <a:pt x="1755" y="8217"/>
                </a:lnTo>
                <a:lnTo>
                  <a:pt x="1713" y="8238"/>
                </a:lnTo>
                <a:lnTo>
                  <a:pt x="1670" y="8260"/>
                </a:lnTo>
                <a:lnTo>
                  <a:pt x="1627" y="8174"/>
                </a:lnTo>
                <a:lnTo>
                  <a:pt x="1627" y="8110"/>
                </a:lnTo>
                <a:lnTo>
                  <a:pt x="1648" y="8067"/>
                </a:lnTo>
                <a:lnTo>
                  <a:pt x="1670" y="8046"/>
                </a:lnTo>
                <a:lnTo>
                  <a:pt x="1691" y="8024"/>
                </a:lnTo>
                <a:close/>
                <a:moveTo>
                  <a:pt x="2675" y="7233"/>
                </a:moveTo>
                <a:lnTo>
                  <a:pt x="2782" y="7254"/>
                </a:lnTo>
                <a:lnTo>
                  <a:pt x="2868" y="7318"/>
                </a:lnTo>
                <a:lnTo>
                  <a:pt x="2932" y="7404"/>
                </a:lnTo>
                <a:lnTo>
                  <a:pt x="2996" y="7511"/>
                </a:lnTo>
                <a:lnTo>
                  <a:pt x="3039" y="7639"/>
                </a:lnTo>
                <a:lnTo>
                  <a:pt x="3060" y="7746"/>
                </a:lnTo>
                <a:lnTo>
                  <a:pt x="3060" y="7875"/>
                </a:lnTo>
                <a:lnTo>
                  <a:pt x="3039" y="8003"/>
                </a:lnTo>
                <a:lnTo>
                  <a:pt x="2975" y="8089"/>
                </a:lnTo>
                <a:lnTo>
                  <a:pt x="2889" y="8174"/>
                </a:lnTo>
                <a:lnTo>
                  <a:pt x="2782" y="8217"/>
                </a:lnTo>
                <a:lnTo>
                  <a:pt x="2675" y="8238"/>
                </a:lnTo>
                <a:lnTo>
                  <a:pt x="2568" y="8260"/>
                </a:lnTo>
                <a:lnTo>
                  <a:pt x="2333" y="8260"/>
                </a:lnTo>
                <a:lnTo>
                  <a:pt x="2183" y="8131"/>
                </a:lnTo>
                <a:lnTo>
                  <a:pt x="2076" y="8024"/>
                </a:lnTo>
                <a:lnTo>
                  <a:pt x="2033" y="7960"/>
                </a:lnTo>
                <a:lnTo>
                  <a:pt x="2012" y="7875"/>
                </a:lnTo>
                <a:lnTo>
                  <a:pt x="2012" y="7789"/>
                </a:lnTo>
                <a:lnTo>
                  <a:pt x="2012" y="7682"/>
                </a:lnTo>
                <a:lnTo>
                  <a:pt x="2033" y="7596"/>
                </a:lnTo>
                <a:lnTo>
                  <a:pt x="2076" y="7511"/>
                </a:lnTo>
                <a:lnTo>
                  <a:pt x="2119" y="7425"/>
                </a:lnTo>
                <a:lnTo>
                  <a:pt x="2183" y="7382"/>
                </a:lnTo>
                <a:lnTo>
                  <a:pt x="2269" y="7340"/>
                </a:lnTo>
                <a:lnTo>
                  <a:pt x="2354" y="7297"/>
                </a:lnTo>
                <a:lnTo>
                  <a:pt x="2547" y="7233"/>
                </a:lnTo>
                <a:close/>
                <a:moveTo>
                  <a:pt x="835" y="8345"/>
                </a:moveTo>
                <a:lnTo>
                  <a:pt x="857" y="8367"/>
                </a:lnTo>
                <a:lnTo>
                  <a:pt x="857" y="8388"/>
                </a:lnTo>
                <a:lnTo>
                  <a:pt x="814" y="8474"/>
                </a:lnTo>
                <a:lnTo>
                  <a:pt x="793" y="8474"/>
                </a:lnTo>
                <a:lnTo>
                  <a:pt x="750" y="8452"/>
                </a:lnTo>
                <a:lnTo>
                  <a:pt x="728" y="8452"/>
                </a:lnTo>
                <a:lnTo>
                  <a:pt x="728" y="8409"/>
                </a:lnTo>
                <a:lnTo>
                  <a:pt x="728" y="8388"/>
                </a:lnTo>
                <a:lnTo>
                  <a:pt x="750" y="8345"/>
                </a:lnTo>
                <a:close/>
                <a:moveTo>
                  <a:pt x="2012" y="1"/>
                </a:moveTo>
                <a:lnTo>
                  <a:pt x="1413" y="44"/>
                </a:lnTo>
                <a:lnTo>
                  <a:pt x="1092" y="44"/>
                </a:lnTo>
                <a:lnTo>
                  <a:pt x="793" y="87"/>
                </a:lnTo>
                <a:lnTo>
                  <a:pt x="664" y="108"/>
                </a:lnTo>
                <a:lnTo>
                  <a:pt x="514" y="172"/>
                </a:lnTo>
                <a:lnTo>
                  <a:pt x="407" y="258"/>
                </a:lnTo>
                <a:lnTo>
                  <a:pt x="279" y="386"/>
                </a:lnTo>
                <a:lnTo>
                  <a:pt x="193" y="536"/>
                </a:lnTo>
                <a:lnTo>
                  <a:pt x="129" y="707"/>
                </a:lnTo>
                <a:lnTo>
                  <a:pt x="86" y="878"/>
                </a:lnTo>
                <a:lnTo>
                  <a:pt x="65" y="1049"/>
                </a:lnTo>
                <a:lnTo>
                  <a:pt x="44" y="1413"/>
                </a:lnTo>
                <a:lnTo>
                  <a:pt x="44" y="1777"/>
                </a:lnTo>
                <a:lnTo>
                  <a:pt x="1" y="2633"/>
                </a:lnTo>
                <a:lnTo>
                  <a:pt x="1" y="3488"/>
                </a:lnTo>
                <a:lnTo>
                  <a:pt x="22" y="4323"/>
                </a:lnTo>
                <a:lnTo>
                  <a:pt x="65" y="5179"/>
                </a:lnTo>
                <a:lnTo>
                  <a:pt x="22" y="5542"/>
                </a:lnTo>
                <a:lnTo>
                  <a:pt x="22" y="5928"/>
                </a:lnTo>
                <a:lnTo>
                  <a:pt x="22" y="6676"/>
                </a:lnTo>
                <a:lnTo>
                  <a:pt x="22" y="7361"/>
                </a:lnTo>
                <a:lnTo>
                  <a:pt x="44" y="7703"/>
                </a:lnTo>
                <a:lnTo>
                  <a:pt x="65" y="7875"/>
                </a:lnTo>
                <a:lnTo>
                  <a:pt x="108" y="8024"/>
                </a:lnTo>
                <a:lnTo>
                  <a:pt x="172" y="8174"/>
                </a:lnTo>
                <a:lnTo>
                  <a:pt x="236" y="8281"/>
                </a:lnTo>
                <a:lnTo>
                  <a:pt x="322" y="8388"/>
                </a:lnTo>
                <a:lnTo>
                  <a:pt x="429" y="8495"/>
                </a:lnTo>
                <a:lnTo>
                  <a:pt x="557" y="8559"/>
                </a:lnTo>
                <a:lnTo>
                  <a:pt x="664" y="8623"/>
                </a:lnTo>
                <a:lnTo>
                  <a:pt x="942" y="8709"/>
                </a:lnTo>
                <a:lnTo>
                  <a:pt x="1242" y="8773"/>
                </a:lnTo>
                <a:lnTo>
                  <a:pt x="1541" y="8816"/>
                </a:lnTo>
                <a:lnTo>
                  <a:pt x="2098" y="8837"/>
                </a:lnTo>
                <a:lnTo>
                  <a:pt x="2440" y="8859"/>
                </a:lnTo>
                <a:lnTo>
                  <a:pt x="2782" y="8859"/>
                </a:lnTo>
                <a:lnTo>
                  <a:pt x="3446" y="8816"/>
                </a:lnTo>
                <a:lnTo>
                  <a:pt x="3874" y="8816"/>
                </a:lnTo>
                <a:lnTo>
                  <a:pt x="4002" y="8795"/>
                </a:lnTo>
                <a:lnTo>
                  <a:pt x="4087" y="8773"/>
                </a:lnTo>
                <a:lnTo>
                  <a:pt x="4152" y="8730"/>
                </a:lnTo>
                <a:lnTo>
                  <a:pt x="4280" y="8645"/>
                </a:lnTo>
                <a:lnTo>
                  <a:pt x="4387" y="8623"/>
                </a:lnTo>
                <a:lnTo>
                  <a:pt x="4473" y="8581"/>
                </a:lnTo>
                <a:lnTo>
                  <a:pt x="4580" y="8559"/>
                </a:lnTo>
                <a:lnTo>
                  <a:pt x="4665" y="8516"/>
                </a:lnTo>
                <a:lnTo>
                  <a:pt x="4751" y="8452"/>
                </a:lnTo>
                <a:lnTo>
                  <a:pt x="4836" y="8345"/>
                </a:lnTo>
                <a:lnTo>
                  <a:pt x="5008" y="8153"/>
                </a:lnTo>
                <a:lnTo>
                  <a:pt x="5072" y="8024"/>
                </a:lnTo>
                <a:lnTo>
                  <a:pt x="5136" y="7875"/>
                </a:lnTo>
                <a:lnTo>
                  <a:pt x="5157" y="7725"/>
                </a:lnTo>
                <a:lnTo>
                  <a:pt x="5179" y="7532"/>
                </a:lnTo>
                <a:lnTo>
                  <a:pt x="5179" y="7190"/>
                </a:lnTo>
                <a:lnTo>
                  <a:pt x="5179" y="6869"/>
                </a:lnTo>
                <a:lnTo>
                  <a:pt x="5221" y="5435"/>
                </a:lnTo>
                <a:lnTo>
                  <a:pt x="5286" y="4002"/>
                </a:lnTo>
                <a:lnTo>
                  <a:pt x="5307" y="3660"/>
                </a:lnTo>
                <a:lnTo>
                  <a:pt x="5286" y="3296"/>
                </a:lnTo>
                <a:lnTo>
                  <a:pt x="5264" y="2590"/>
                </a:lnTo>
                <a:lnTo>
                  <a:pt x="5243" y="1905"/>
                </a:lnTo>
                <a:lnTo>
                  <a:pt x="5264" y="1541"/>
                </a:lnTo>
                <a:lnTo>
                  <a:pt x="5286" y="1199"/>
                </a:lnTo>
                <a:lnTo>
                  <a:pt x="5286" y="1071"/>
                </a:lnTo>
                <a:lnTo>
                  <a:pt x="5286" y="942"/>
                </a:lnTo>
                <a:lnTo>
                  <a:pt x="5264" y="793"/>
                </a:lnTo>
                <a:lnTo>
                  <a:pt x="5221" y="686"/>
                </a:lnTo>
                <a:lnTo>
                  <a:pt x="5157" y="557"/>
                </a:lnTo>
                <a:lnTo>
                  <a:pt x="5093" y="450"/>
                </a:lnTo>
                <a:lnTo>
                  <a:pt x="5008" y="343"/>
                </a:lnTo>
                <a:lnTo>
                  <a:pt x="4922" y="236"/>
                </a:lnTo>
                <a:lnTo>
                  <a:pt x="4794" y="151"/>
                </a:lnTo>
                <a:lnTo>
                  <a:pt x="4644" y="108"/>
                </a:lnTo>
                <a:lnTo>
                  <a:pt x="4494" y="65"/>
                </a:lnTo>
                <a:lnTo>
                  <a:pt x="3745" y="65"/>
                </a:lnTo>
                <a:lnTo>
                  <a:pt x="3167" y="22"/>
                </a:lnTo>
                <a:lnTo>
                  <a:pt x="2590" y="1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25"/>
          <p:cNvSpPr/>
          <p:nvPr/>
        </p:nvSpPr>
        <p:spPr>
          <a:xfrm>
            <a:off x="7031605" y="1895978"/>
            <a:ext cx="273614" cy="275289"/>
          </a:xfrm>
          <a:custGeom>
            <a:rect b="b" l="l" r="r" t="t"/>
            <a:pathLst>
              <a:path extrusionOk="0" h="15938" w="15841">
                <a:moveTo>
                  <a:pt x="4502" y="7470"/>
                </a:moveTo>
                <a:lnTo>
                  <a:pt x="4575" y="7495"/>
                </a:lnTo>
                <a:lnTo>
                  <a:pt x="4648" y="7543"/>
                </a:lnTo>
                <a:lnTo>
                  <a:pt x="4696" y="7616"/>
                </a:lnTo>
                <a:lnTo>
                  <a:pt x="4721" y="7714"/>
                </a:lnTo>
                <a:lnTo>
                  <a:pt x="4721" y="7787"/>
                </a:lnTo>
                <a:lnTo>
                  <a:pt x="4696" y="7908"/>
                </a:lnTo>
                <a:lnTo>
                  <a:pt x="4623" y="7981"/>
                </a:lnTo>
                <a:lnTo>
                  <a:pt x="4550" y="8054"/>
                </a:lnTo>
                <a:lnTo>
                  <a:pt x="4429" y="8079"/>
                </a:lnTo>
                <a:lnTo>
                  <a:pt x="4307" y="8054"/>
                </a:lnTo>
                <a:lnTo>
                  <a:pt x="4234" y="7981"/>
                </a:lnTo>
                <a:lnTo>
                  <a:pt x="4161" y="7908"/>
                </a:lnTo>
                <a:lnTo>
                  <a:pt x="4137" y="7787"/>
                </a:lnTo>
                <a:lnTo>
                  <a:pt x="4161" y="7665"/>
                </a:lnTo>
                <a:lnTo>
                  <a:pt x="4234" y="7543"/>
                </a:lnTo>
                <a:lnTo>
                  <a:pt x="4307" y="7495"/>
                </a:lnTo>
                <a:lnTo>
                  <a:pt x="4404" y="7470"/>
                </a:lnTo>
                <a:close/>
                <a:moveTo>
                  <a:pt x="10877" y="7470"/>
                </a:moveTo>
                <a:lnTo>
                  <a:pt x="10950" y="7495"/>
                </a:lnTo>
                <a:lnTo>
                  <a:pt x="11023" y="7543"/>
                </a:lnTo>
                <a:lnTo>
                  <a:pt x="11071" y="7616"/>
                </a:lnTo>
                <a:lnTo>
                  <a:pt x="11096" y="7714"/>
                </a:lnTo>
                <a:lnTo>
                  <a:pt x="11096" y="7787"/>
                </a:lnTo>
                <a:lnTo>
                  <a:pt x="11071" y="7908"/>
                </a:lnTo>
                <a:lnTo>
                  <a:pt x="10998" y="7981"/>
                </a:lnTo>
                <a:lnTo>
                  <a:pt x="10926" y="8054"/>
                </a:lnTo>
                <a:lnTo>
                  <a:pt x="10804" y="8079"/>
                </a:lnTo>
                <a:lnTo>
                  <a:pt x="10682" y="8054"/>
                </a:lnTo>
                <a:lnTo>
                  <a:pt x="10609" y="7981"/>
                </a:lnTo>
                <a:lnTo>
                  <a:pt x="10536" y="7908"/>
                </a:lnTo>
                <a:lnTo>
                  <a:pt x="10512" y="7787"/>
                </a:lnTo>
                <a:lnTo>
                  <a:pt x="10536" y="7665"/>
                </a:lnTo>
                <a:lnTo>
                  <a:pt x="10609" y="7543"/>
                </a:lnTo>
                <a:lnTo>
                  <a:pt x="10682" y="7495"/>
                </a:lnTo>
                <a:lnTo>
                  <a:pt x="10780" y="7470"/>
                </a:lnTo>
                <a:close/>
                <a:moveTo>
                  <a:pt x="4477" y="7081"/>
                </a:moveTo>
                <a:lnTo>
                  <a:pt x="4307" y="7105"/>
                </a:lnTo>
                <a:lnTo>
                  <a:pt x="4137" y="7178"/>
                </a:lnTo>
                <a:lnTo>
                  <a:pt x="4015" y="7300"/>
                </a:lnTo>
                <a:lnTo>
                  <a:pt x="3893" y="7446"/>
                </a:lnTo>
                <a:lnTo>
                  <a:pt x="3820" y="7568"/>
                </a:lnTo>
                <a:lnTo>
                  <a:pt x="3772" y="7714"/>
                </a:lnTo>
                <a:lnTo>
                  <a:pt x="3723" y="7835"/>
                </a:lnTo>
                <a:lnTo>
                  <a:pt x="3723" y="7981"/>
                </a:lnTo>
                <a:lnTo>
                  <a:pt x="3674" y="8225"/>
                </a:lnTo>
                <a:lnTo>
                  <a:pt x="3674" y="8395"/>
                </a:lnTo>
                <a:lnTo>
                  <a:pt x="3723" y="8565"/>
                </a:lnTo>
                <a:lnTo>
                  <a:pt x="3772" y="8711"/>
                </a:lnTo>
                <a:lnTo>
                  <a:pt x="3869" y="8833"/>
                </a:lnTo>
                <a:lnTo>
                  <a:pt x="3966" y="8955"/>
                </a:lnTo>
                <a:lnTo>
                  <a:pt x="4088" y="9028"/>
                </a:lnTo>
                <a:lnTo>
                  <a:pt x="4234" y="9101"/>
                </a:lnTo>
                <a:lnTo>
                  <a:pt x="4404" y="9149"/>
                </a:lnTo>
                <a:lnTo>
                  <a:pt x="4599" y="9174"/>
                </a:lnTo>
                <a:lnTo>
                  <a:pt x="4769" y="9149"/>
                </a:lnTo>
                <a:lnTo>
                  <a:pt x="4940" y="9101"/>
                </a:lnTo>
                <a:lnTo>
                  <a:pt x="5086" y="9028"/>
                </a:lnTo>
                <a:lnTo>
                  <a:pt x="5207" y="8930"/>
                </a:lnTo>
                <a:lnTo>
                  <a:pt x="5329" y="8809"/>
                </a:lnTo>
                <a:lnTo>
                  <a:pt x="5426" y="8663"/>
                </a:lnTo>
                <a:lnTo>
                  <a:pt x="5499" y="8517"/>
                </a:lnTo>
                <a:lnTo>
                  <a:pt x="5548" y="8346"/>
                </a:lnTo>
                <a:lnTo>
                  <a:pt x="5572" y="8176"/>
                </a:lnTo>
                <a:lnTo>
                  <a:pt x="5548" y="8006"/>
                </a:lnTo>
                <a:lnTo>
                  <a:pt x="5524" y="7835"/>
                </a:lnTo>
                <a:lnTo>
                  <a:pt x="5475" y="7689"/>
                </a:lnTo>
                <a:lnTo>
                  <a:pt x="5402" y="7519"/>
                </a:lnTo>
                <a:lnTo>
                  <a:pt x="5280" y="7397"/>
                </a:lnTo>
                <a:lnTo>
                  <a:pt x="5134" y="7251"/>
                </a:lnTo>
                <a:lnTo>
                  <a:pt x="4988" y="7154"/>
                </a:lnTo>
                <a:lnTo>
                  <a:pt x="4818" y="7105"/>
                </a:lnTo>
                <a:lnTo>
                  <a:pt x="4648" y="7081"/>
                </a:lnTo>
                <a:close/>
                <a:moveTo>
                  <a:pt x="10853" y="7081"/>
                </a:moveTo>
                <a:lnTo>
                  <a:pt x="10682" y="7105"/>
                </a:lnTo>
                <a:lnTo>
                  <a:pt x="10512" y="7178"/>
                </a:lnTo>
                <a:lnTo>
                  <a:pt x="10390" y="7300"/>
                </a:lnTo>
                <a:lnTo>
                  <a:pt x="10269" y="7446"/>
                </a:lnTo>
                <a:lnTo>
                  <a:pt x="10196" y="7568"/>
                </a:lnTo>
                <a:lnTo>
                  <a:pt x="10147" y="7714"/>
                </a:lnTo>
                <a:lnTo>
                  <a:pt x="10098" y="7835"/>
                </a:lnTo>
                <a:lnTo>
                  <a:pt x="10098" y="7981"/>
                </a:lnTo>
                <a:lnTo>
                  <a:pt x="10050" y="8225"/>
                </a:lnTo>
                <a:lnTo>
                  <a:pt x="10050" y="8395"/>
                </a:lnTo>
                <a:lnTo>
                  <a:pt x="10098" y="8565"/>
                </a:lnTo>
                <a:lnTo>
                  <a:pt x="10147" y="8711"/>
                </a:lnTo>
                <a:lnTo>
                  <a:pt x="10244" y="8833"/>
                </a:lnTo>
                <a:lnTo>
                  <a:pt x="10342" y="8955"/>
                </a:lnTo>
                <a:lnTo>
                  <a:pt x="10463" y="9028"/>
                </a:lnTo>
                <a:lnTo>
                  <a:pt x="10609" y="9101"/>
                </a:lnTo>
                <a:lnTo>
                  <a:pt x="10780" y="9149"/>
                </a:lnTo>
                <a:lnTo>
                  <a:pt x="10974" y="9174"/>
                </a:lnTo>
                <a:lnTo>
                  <a:pt x="11144" y="9149"/>
                </a:lnTo>
                <a:lnTo>
                  <a:pt x="11315" y="9101"/>
                </a:lnTo>
                <a:lnTo>
                  <a:pt x="11461" y="9028"/>
                </a:lnTo>
                <a:lnTo>
                  <a:pt x="11582" y="8930"/>
                </a:lnTo>
                <a:lnTo>
                  <a:pt x="11704" y="8809"/>
                </a:lnTo>
                <a:lnTo>
                  <a:pt x="11801" y="8663"/>
                </a:lnTo>
                <a:lnTo>
                  <a:pt x="11874" y="8517"/>
                </a:lnTo>
                <a:lnTo>
                  <a:pt x="11923" y="8346"/>
                </a:lnTo>
                <a:lnTo>
                  <a:pt x="11947" y="8176"/>
                </a:lnTo>
                <a:lnTo>
                  <a:pt x="11923" y="8006"/>
                </a:lnTo>
                <a:lnTo>
                  <a:pt x="11899" y="7835"/>
                </a:lnTo>
                <a:lnTo>
                  <a:pt x="11850" y="7689"/>
                </a:lnTo>
                <a:lnTo>
                  <a:pt x="11777" y="7519"/>
                </a:lnTo>
                <a:lnTo>
                  <a:pt x="11655" y="7397"/>
                </a:lnTo>
                <a:lnTo>
                  <a:pt x="11509" y="7251"/>
                </a:lnTo>
                <a:lnTo>
                  <a:pt x="11363" y="7154"/>
                </a:lnTo>
                <a:lnTo>
                  <a:pt x="11193" y="7105"/>
                </a:lnTo>
                <a:lnTo>
                  <a:pt x="11023" y="7081"/>
                </a:lnTo>
                <a:close/>
                <a:moveTo>
                  <a:pt x="7787" y="10244"/>
                </a:moveTo>
                <a:lnTo>
                  <a:pt x="7470" y="10268"/>
                </a:lnTo>
                <a:lnTo>
                  <a:pt x="7154" y="10293"/>
                </a:lnTo>
                <a:lnTo>
                  <a:pt x="6643" y="10390"/>
                </a:lnTo>
                <a:lnTo>
                  <a:pt x="6132" y="10536"/>
                </a:lnTo>
                <a:lnTo>
                  <a:pt x="5645" y="10731"/>
                </a:lnTo>
                <a:lnTo>
                  <a:pt x="5159" y="10950"/>
                </a:lnTo>
                <a:lnTo>
                  <a:pt x="4745" y="11144"/>
                </a:lnTo>
                <a:lnTo>
                  <a:pt x="4502" y="11266"/>
                </a:lnTo>
                <a:lnTo>
                  <a:pt x="4283" y="11388"/>
                </a:lnTo>
                <a:lnTo>
                  <a:pt x="4088" y="11534"/>
                </a:lnTo>
                <a:lnTo>
                  <a:pt x="3918" y="11704"/>
                </a:lnTo>
                <a:lnTo>
                  <a:pt x="3772" y="11899"/>
                </a:lnTo>
                <a:lnTo>
                  <a:pt x="3723" y="11996"/>
                </a:lnTo>
                <a:lnTo>
                  <a:pt x="3699" y="12118"/>
                </a:lnTo>
                <a:lnTo>
                  <a:pt x="3699" y="12166"/>
                </a:lnTo>
                <a:lnTo>
                  <a:pt x="3699" y="12239"/>
                </a:lnTo>
                <a:lnTo>
                  <a:pt x="3747" y="12288"/>
                </a:lnTo>
                <a:lnTo>
                  <a:pt x="3796" y="12312"/>
                </a:lnTo>
                <a:lnTo>
                  <a:pt x="3918" y="12312"/>
                </a:lnTo>
                <a:lnTo>
                  <a:pt x="3966" y="12288"/>
                </a:lnTo>
                <a:lnTo>
                  <a:pt x="4015" y="12239"/>
                </a:lnTo>
                <a:lnTo>
                  <a:pt x="4161" y="12093"/>
                </a:lnTo>
                <a:lnTo>
                  <a:pt x="4307" y="11947"/>
                </a:lnTo>
                <a:lnTo>
                  <a:pt x="4502" y="11826"/>
                </a:lnTo>
                <a:lnTo>
                  <a:pt x="4721" y="11704"/>
                </a:lnTo>
                <a:lnTo>
                  <a:pt x="5134" y="11509"/>
                </a:lnTo>
                <a:lnTo>
                  <a:pt x="5524" y="11339"/>
                </a:lnTo>
                <a:lnTo>
                  <a:pt x="5937" y="11169"/>
                </a:lnTo>
                <a:lnTo>
                  <a:pt x="6375" y="11023"/>
                </a:lnTo>
                <a:lnTo>
                  <a:pt x="6813" y="10901"/>
                </a:lnTo>
                <a:lnTo>
                  <a:pt x="7032" y="10852"/>
                </a:lnTo>
                <a:lnTo>
                  <a:pt x="7276" y="10828"/>
                </a:lnTo>
                <a:lnTo>
                  <a:pt x="7835" y="10804"/>
                </a:lnTo>
                <a:lnTo>
                  <a:pt x="8419" y="10828"/>
                </a:lnTo>
                <a:lnTo>
                  <a:pt x="9003" y="10901"/>
                </a:lnTo>
                <a:lnTo>
                  <a:pt x="9295" y="10950"/>
                </a:lnTo>
                <a:lnTo>
                  <a:pt x="9587" y="11023"/>
                </a:lnTo>
                <a:lnTo>
                  <a:pt x="9879" y="11120"/>
                </a:lnTo>
                <a:lnTo>
                  <a:pt x="10147" y="11242"/>
                </a:lnTo>
                <a:lnTo>
                  <a:pt x="10415" y="11363"/>
                </a:lnTo>
                <a:lnTo>
                  <a:pt x="10658" y="11509"/>
                </a:lnTo>
                <a:lnTo>
                  <a:pt x="10901" y="11655"/>
                </a:lnTo>
                <a:lnTo>
                  <a:pt x="11120" y="11850"/>
                </a:lnTo>
                <a:lnTo>
                  <a:pt x="11315" y="12045"/>
                </a:lnTo>
                <a:lnTo>
                  <a:pt x="11485" y="12288"/>
                </a:lnTo>
                <a:lnTo>
                  <a:pt x="11582" y="12361"/>
                </a:lnTo>
                <a:lnTo>
                  <a:pt x="11680" y="12410"/>
                </a:lnTo>
                <a:lnTo>
                  <a:pt x="11777" y="12410"/>
                </a:lnTo>
                <a:lnTo>
                  <a:pt x="11874" y="12361"/>
                </a:lnTo>
                <a:lnTo>
                  <a:pt x="11947" y="12288"/>
                </a:lnTo>
                <a:lnTo>
                  <a:pt x="11996" y="12215"/>
                </a:lnTo>
                <a:lnTo>
                  <a:pt x="12020" y="12118"/>
                </a:lnTo>
                <a:lnTo>
                  <a:pt x="11972" y="12020"/>
                </a:lnTo>
                <a:lnTo>
                  <a:pt x="11753" y="11753"/>
                </a:lnTo>
                <a:lnTo>
                  <a:pt x="11534" y="11509"/>
                </a:lnTo>
                <a:lnTo>
                  <a:pt x="11290" y="11290"/>
                </a:lnTo>
                <a:lnTo>
                  <a:pt x="11023" y="11096"/>
                </a:lnTo>
                <a:lnTo>
                  <a:pt x="10731" y="10925"/>
                </a:lnTo>
                <a:lnTo>
                  <a:pt x="10439" y="10779"/>
                </a:lnTo>
                <a:lnTo>
                  <a:pt x="10123" y="10633"/>
                </a:lnTo>
                <a:lnTo>
                  <a:pt x="9806" y="10536"/>
                </a:lnTo>
                <a:lnTo>
                  <a:pt x="9466" y="10439"/>
                </a:lnTo>
                <a:lnTo>
                  <a:pt x="9149" y="10366"/>
                </a:lnTo>
                <a:lnTo>
                  <a:pt x="8809" y="10317"/>
                </a:lnTo>
                <a:lnTo>
                  <a:pt x="8468" y="10268"/>
                </a:lnTo>
                <a:lnTo>
                  <a:pt x="8127" y="10244"/>
                </a:lnTo>
                <a:close/>
                <a:moveTo>
                  <a:pt x="8517" y="682"/>
                </a:moveTo>
                <a:lnTo>
                  <a:pt x="8663" y="706"/>
                </a:lnTo>
                <a:lnTo>
                  <a:pt x="9125" y="755"/>
                </a:lnTo>
                <a:lnTo>
                  <a:pt x="9563" y="803"/>
                </a:lnTo>
                <a:lnTo>
                  <a:pt x="10001" y="901"/>
                </a:lnTo>
                <a:lnTo>
                  <a:pt x="10439" y="1022"/>
                </a:lnTo>
                <a:lnTo>
                  <a:pt x="10780" y="1120"/>
                </a:lnTo>
                <a:lnTo>
                  <a:pt x="11120" y="1241"/>
                </a:lnTo>
                <a:lnTo>
                  <a:pt x="11461" y="1411"/>
                </a:lnTo>
                <a:lnTo>
                  <a:pt x="11777" y="1557"/>
                </a:lnTo>
                <a:lnTo>
                  <a:pt x="11777" y="1582"/>
                </a:lnTo>
                <a:lnTo>
                  <a:pt x="11728" y="1655"/>
                </a:lnTo>
                <a:lnTo>
                  <a:pt x="11753" y="1752"/>
                </a:lnTo>
                <a:lnTo>
                  <a:pt x="11777" y="1801"/>
                </a:lnTo>
                <a:lnTo>
                  <a:pt x="11826" y="1825"/>
                </a:lnTo>
                <a:lnTo>
                  <a:pt x="11899" y="1825"/>
                </a:lnTo>
                <a:lnTo>
                  <a:pt x="11972" y="1776"/>
                </a:lnTo>
                <a:lnTo>
                  <a:pt x="11996" y="1752"/>
                </a:lnTo>
                <a:lnTo>
                  <a:pt x="12020" y="1728"/>
                </a:lnTo>
                <a:lnTo>
                  <a:pt x="12045" y="1728"/>
                </a:lnTo>
                <a:lnTo>
                  <a:pt x="12142" y="1801"/>
                </a:lnTo>
                <a:lnTo>
                  <a:pt x="12118" y="1874"/>
                </a:lnTo>
                <a:lnTo>
                  <a:pt x="12093" y="1947"/>
                </a:lnTo>
                <a:lnTo>
                  <a:pt x="12118" y="1995"/>
                </a:lnTo>
                <a:lnTo>
                  <a:pt x="12142" y="2020"/>
                </a:lnTo>
                <a:lnTo>
                  <a:pt x="12191" y="2044"/>
                </a:lnTo>
                <a:lnTo>
                  <a:pt x="12215" y="2020"/>
                </a:lnTo>
                <a:lnTo>
                  <a:pt x="12264" y="1995"/>
                </a:lnTo>
                <a:lnTo>
                  <a:pt x="12337" y="1922"/>
                </a:lnTo>
                <a:lnTo>
                  <a:pt x="12556" y="2068"/>
                </a:lnTo>
                <a:lnTo>
                  <a:pt x="12507" y="2190"/>
                </a:lnTo>
                <a:lnTo>
                  <a:pt x="12507" y="2239"/>
                </a:lnTo>
                <a:lnTo>
                  <a:pt x="12507" y="2336"/>
                </a:lnTo>
                <a:lnTo>
                  <a:pt x="12531" y="2385"/>
                </a:lnTo>
                <a:lnTo>
                  <a:pt x="12556" y="2409"/>
                </a:lnTo>
                <a:lnTo>
                  <a:pt x="12604" y="2409"/>
                </a:lnTo>
                <a:lnTo>
                  <a:pt x="12653" y="2385"/>
                </a:lnTo>
                <a:lnTo>
                  <a:pt x="12702" y="2360"/>
                </a:lnTo>
                <a:lnTo>
                  <a:pt x="12750" y="2287"/>
                </a:lnTo>
                <a:lnTo>
                  <a:pt x="12775" y="2239"/>
                </a:lnTo>
                <a:lnTo>
                  <a:pt x="12969" y="2409"/>
                </a:lnTo>
                <a:lnTo>
                  <a:pt x="12896" y="2531"/>
                </a:lnTo>
                <a:lnTo>
                  <a:pt x="12848" y="2604"/>
                </a:lnTo>
                <a:lnTo>
                  <a:pt x="12848" y="2677"/>
                </a:lnTo>
                <a:lnTo>
                  <a:pt x="12848" y="2725"/>
                </a:lnTo>
                <a:lnTo>
                  <a:pt x="12872" y="2750"/>
                </a:lnTo>
                <a:lnTo>
                  <a:pt x="12921" y="2774"/>
                </a:lnTo>
                <a:lnTo>
                  <a:pt x="12969" y="2774"/>
                </a:lnTo>
                <a:lnTo>
                  <a:pt x="13091" y="2701"/>
                </a:lnTo>
                <a:lnTo>
                  <a:pt x="13188" y="2604"/>
                </a:lnTo>
                <a:lnTo>
                  <a:pt x="13310" y="2725"/>
                </a:lnTo>
                <a:lnTo>
                  <a:pt x="13407" y="2823"/>
                </a:lnTo>
                <a:lnTo>
                  <a:pt x="13261" y="3017"/>
                </a:lnTo>
                <a:lnTo>
                  <a:pt x="13237" y="3066"/>
                </a:lnTo>
                <a:lnTo>
                  <a:pt x="13188" y="3163"/>
                </a:lnTo>
                <a:lnTo>
                  <a:pt x="13188" y="3236"/>
                </a:lnTo>
                <a:lnTo>
                  <a:pt x="13213" y="3285"/>
                </a:lnTo>
                <a:lnTo>
                  <a:pt x="13237" y="3309"/>
                </a:lnTo>
                <a:lnTo>
                  <a:pt x="13334" y="3285"/>
                </a:lnTo>
                <a:lnTo>
                  <a:pt x="13407" y="3236"/>
                </a:lnTo>
                <a:lnTo>
                  <a:pt x="13553" y="3115"/>
                </a:lnTo>
                <a:lnTo>
                  <a:pt x="13602" y="3042"/>
                </a:lnTo>
                <a:lnTo>
                  <a:pt x="13797" y="3309"/>
                </a:lnTo>
                <a:lnTo>
                  <a:pt x="13699" y="3407"/>
                </a:lnTo>
                <a:lnTo>
                  <a:pt x="13553" y="3504"/>
                </a:lnTo>
                <a:lnTo>
                  <a:pt x="13505" y="3577"/>
                </a:lnTo>
                <a:lnTo>
                  <a:pt x="13480" y="3650"/>
                </a:lnTo>
                <a:lnTo>
                  <a:pt x="13480" y="3699"/>
                </a:lnTo>
                <a:lnTo>
                  <a:pt x="13529" y="3723"/>
                </a:lnTo>
                <a:lnTo>
                  <a:pt x="13626" y="3747"/>
                </a:lnTo>
                <a:lnTo>
                  <a:pt x="13699" y="3723"/>
                </a:lnTo>
                <a:lnTo>
                  <a:pt x="13797" y="3674"/>
                </a:lnTo>
                <a:lnTo>
                  <a:pt x="13870" y="3626"/>
                </a:lnTo>
                <a:lnTo>
                  <a:pt x="13967" y="3577"/>
                </a:lnTo>
                <a:lnTo>
                  <a:pt x="14162" y="3918"/>
                </a:lnTo>
                <a:lnTo>
                  <a:pt x="14064" y="3991"/>
                </a:lnTo>
                <a:lnTo>
                  <a:pt x="13870" y="4161"/>
                </a:lnTo>
                <a:lnTo>
                  <a:pt x="13772" y="4234"/>
                </a:lnTo>
                <a:lnTo>
                  <a:pt x="13724" y="4331"/>
                </a:lnTo>
                <a:lnTo>
                  <a:pt x="13724" y="4356"/>
                </a:lnTo>
                <a:lnTo>
                  <a:pt x="13724" y="4380"/>
                </a:lnTo>
                <a:lnTo>
                  <a:pt x="13845" y="4380"/>
                </a:lnTo>
                <a:lnTo>
                  <a:pt x="13967" y="4356"/>
                </a:lnTo>
                <a:lnTo>
                  <a:pt x="14089" y="4307"/>
                </a:lnTo>
                <a:lnTo>
                  <a:pt x="14186" y="4234"/>
                </a:lnTo>
                <a:lnTo>
                  <a:pt x="14308" y="4161"/>
                </a:lnTo>
                <a:lnTo>
                  <a:pt x="14527" y="4696"/>
                </a:lnTo>
                <a:lnTo>
                  <a:pt x="14356" y="4769"/>
                </a:lnTo>
                <a:lnTo>
                  <a:pt x="14210" y="4842"/>
                </a:lnTo>
                <a:lnTo>
                  <a:pt x="14089" y="4940"/>
                </a:lnTo>
                <a:lnTo>
                  <a:pt x="13967" y="5061"/>
                </a:lnTo>
                <a:lnTo>
                  <a:pt x="13943" y="5134"/>
                </a:lnTo>
                <a:lnTo>
                  <a:pt x="13918" y="5207"/>
                </a:lnTo>
                <a:lnTo>
                  <a:pt x="13918" y="5256"/>
                </a:lnTo>
                <a:lnTo>
                  <a:pt x="13943" y="5280"/>
                </a:lnTo>
                <a:lnTo>
                  <a:pt x="13967" y="5305"/>
                </a:lnTo>
                <a:lnTo>
                  <a:pt x="14016" y="5305"/>
                </a:lnTo>
                <a:lnTo>
                  <a:pt x="14137" y="5256"/>
                </a:lnTo>
                <a:lnTo>
                  <a:pt x="14259" y="5183"/>
                </a:lnTo>
                <a:lnTo>
                  <a:pt x="14551" y="5037"/>
                </a:lnTo>
                <a:lnTo>
                  <a:pt x="14624" y="5013"/>
                </a:lnTo>
                <a:lnTo>
                  <a:pt x="14770" y="5524"/>
                </a:lnTo>
                <a:lnTo>
                  <a:pt x="14454" y="5670"/>
                </a:lnTo>
                <a:lnTo>
                  <a:pt x="14186" y="5791"/>
                </a:lnTo>
                <a:lnTo>
                  <a:pt x="13943" y="5937"/>
                </a:lnTo>
                <a:lnTo>
                  <a:pt x="13943" y="5986"/>
                </a:lnTo>
                <a:lnTo>
                  <a:pt x="13943" y="6010"/>
                </a:lnTo>
                <a:lnTo>
                  <a:pt x="14113" y="6035"/>
                </a:lnTo>
                <a:lnTo>
                  <a:pt x="14235" y="6059"/>
                </a:lnTo>
                <a:lnTo>
                  <a:pt x="14381" y="6035"/>
                </a:lnTo>
                <a:lnTo>
                  <a:pt x="14551" y="6010"/>
                </a:lnTo>
                <a:lnTo>
                  <a:pt x="14867" y="5889"/>
                </a:lnTo>
                <a:lnTo>
                  <a:pt x="14989" y="6424"/>
                </a:lnTo>
                <a:lnTo>
                  <a:pt x="14819" y="6497"/>
                </a:lnTo>
                <a:lnTo>
                  <a:pt x="14429" y="6619"/>
                </a:lnTo>
                <a:lnTo>
                  <a:pt x="14040" y="6740"/>
                </a:lnTo>
                <a:lnTo>
                  <a:pt x="13991" y="6789"/>
                </a:lnTo>
                <a:lnTo>
                  <a:pt x="13991" y="6813"/>
                </a:lnTo>
                <a:lnTo>
                  <a:pt x="14016" y="6862"/>
                </a:lnTo>
                <a:lnTo>
                  <a:pt x="14064" y="6886"/>
                </a:lnTo>
                <a:lnTo>
                  <a:pt x="14235" y="6886"/>
                </a:lnTo>
                <a:lnTo>
                  <a:pt x="14429" y="6862"/>
                </a:lnTo>
                <a:lnTo>
                  <a:pt x="14794" y="6813"/>
                </a:lnTo>
                <a:lnTo>
                  <a:pt x="15038" y="6740"/>
                </a:lnTo>
                <a:lnTo>
                  <a:pt x="15111" y="7178"/>
                </a:lnTo>
                <a:lnTo>
                  <a:pt x="14867" y="7227"/>
                </a:lnTo>
                <a:lnTo>
                  <a:pt x="14454" y="7349"/>
                </a:lnTo>
                <a:lnTo>
                  <a:pt x="14259" y="7422"/>
                </a:lnTo>
                <a:lnTo>
                  <a:pt x="14064" y="7543"/>
                </a:lnTo>
                <a:lnTo>
                  <a:pt x="14040" y="7592"/>
                </a:lnTo>
                <a:lnTo>
                  <a:pt x="14040" y="7665"/>
                </a:lnTo>
                <a:lnTo>
                  <a:pt x="14089" y="7714"/>
                </a:lnTo>
                <a:lnTo>
                  <a:pt x="14162" y="7738"/>
                </a:lnTo>
                <a:lnTo>
                  <a:pt x="14356" y="7714"/>
                </a:lnTo>
                <a:lnTo>
                  <a:pt x="14551" y="7665"/>
                </a:lnTo>
                <a:lnTo>
                  <a:pt x="14940" y="7568"/>
                </a:lnTo>
                <a:lnTo>
                  <a:pt x="15159" y="7519"/>
                </a:lnTo>
                <a:lnTo>
                  <a:pt x="15208" y="7981"/>
                </a:lnTo>
                <a:lnTo>
                  <a:pt x="14892" y="8030"/>
                </a:lnTo>
                <a:lnTo>
                  <a:pt x="14648" y="8054"/>
                </a:lnTo>
                <a:lnTo>
                  <a:pt x="14381" y="8079"/>
                </a:lnTo>
                <a:lnTo>
                  <a:pt x="14259" y="8103"/>
                </a:lnTo>
                <a:lnTo>
                  <a:pt x="14137" y="8152"/>
                </a:lnTo>
                <a:lnTo>
                  <a:pt x="14040" y="8200"/>
                </a:lnTo>
                <a:lnTo>
                  <a:pt x="13943" y="8298"/>
                </a:lnTo>
                <a:lnTo>
                  <a:pt x="13918" y="8322"/>
                </a:lnTo>
                <a:lnTo>
                  <a:pt x="13918" y="8346"/>
                </a:lnTo>
                <a:lnTo>
                  <a:pt x="13943" y="8395"/>
                </a:lnTo>
                <a:lnTo>
                  <a:pt x="13967" y="8395"/>
                </a:lnTo>
                <a:lnTo>
                  <a:pt x="14089" y="8419"/>
                </a:lnTo>
                <a:lnTo>
                  <a:pt x="14210" y="8444"/>
                </a:lnTo>
                <a:lnTo>
                  <a:pt x="14478" y="8444"/>
                </a:lnTo>
                <a:lnTo>
                  <a:pt x="14989" y="8395"/>
                </a:lnTo>
                <a:lnTo>
                  <a:pt x="15232" y="8395"/>
                </a:lnTo>
                <a:lnTo>
                  <a:pt x="15232" y="8857"/>
                </a:lnTo>
                <a:lnTo>
                  <a:pt x="14746" y="8882"/>
                </a:lnTo>
                <a:lnTo>
                  <a:pt x="14527" y="8882"/>
                </a:lnTo>
                <a:lnTo>
                  <a:pt x="14308" y="8906"/>
                </a:lnTo>
                <a:lnTo>
                  <a:pt x="14089" y="8955"/>
                </a:lnTo>
                <a:lnTo>
                  <a:pt x="13991" y="8979"/>
                </a:lnTo>
                <a:lnTo>
                  <a:pt x="13894" y="9028"/>
                </a:lnTo>
                <a:lnTo>
                  <a:pt x="13870" y="9052"/>
                </a:lnTo>
                <a:lnTo>
                  <a:pt x="13894" y="9076"/>
                </a:lnTo>
                <a:lnTo>
                  <a:pt x="13967" y="9125"/>
                </a:lnTo>
                <a:lnTo>
                  <a:pt x="14089" y="9174"/>
                </a:lnTo>
                <a:lnTo>
                  <a:pt x="14308" y="9222"/>
                </a:lnTo>
                <a:lnTo>
                  <a:pt x="14746" y="9222"/>
                </a:lnTo>
                <a:lnTo>
                  <a:pt x="14965" y="9247"/>
                </a:lnTo>
                <a:lnTo>
                  <a:pt x="15208" y="9247"/>
                </a:lnTo>
                <a:lnTo>
                  <a:pt x="15184" y="9465"/>
                </a:lnTo>
                <a:lnTo>
                  <a:pt x="14989" y="9514"/>
                </a:lnTo>
                <a:lnTo>
                  <a:pt x="14746" y="9563"/>
                </a:lnTo>
                <a:lnTo>
                  <a:pt x="14502" y="9660"/>
                </a:lnTo>
                <a:lnTo>
                  <a:pt x="14283" y="9757"/>
                </a:lnTo>
                <a:lnTo>
                  <a:pt x="14064" y="9879"/>
                </a:lnTo>
                <a:lnTo>
                  <a:pt x="14040" y="9903"/>
                </a:lnTo>
                <a:lnTo>
                  <a:pt x="14040" y="9952"/>
                </a:lnTo>
                <a:lnTo>
                  <a:pt x="14064" y="9976"/>
                </a:lnTo>
                <a:lnTo>
                  <a:pt x="14089" y="9976"/>
                </a:lnTo>
                <a:lnTo>
                  <a:pt x="14308" y="10001"/>
                </a:lnTo>
                <a:lnTo>
                  <a:pt x="14527" y="9976"/>
                </a:lnTo>
                <a:lnTo>
                  <a:pt x="14965" y="9903"/>
                </a:lnTo>
                <a:lnTo>
                  <a:pt x="15111" y="9879"/>
                </a:lnTo>
                <a:lnTo>
                  <a:pt x="14989" y="10390"/>
                </a:lnTo>
                <a:lnTo>
                  <a:pt x="14551" y="10463"/>
                </a:lnTo>
                <a:lnTo>
                  <a:pt x="14356" y="10487"/>
                </a:lnTo>
                <a:lnTo>
                  <a:pt x="14186" y="10512"/>
                </a:lnTo>
                <a:lnTo>
                  <a:pt x="14016" y="10560"/>
                </a:lnTo>
                <a:lnTo>
                  <a:pt x="13943" y="10609"/>
                </a:lnTo>
                <a:lnTo>
                  <a:pt x="13870" y="10682"/>
                </a:lnTo>
                <a:lnTo>
                  <a:pt x="13845" y="10731"/>
                </a:lnTo>
                <a:lnTo>
                  <a:pt x="13845" y="10804"/>
                </a:lnTo>
                <a:lnTo>
                  <a:pt x="13894" y="10852"/>
                </a:lnTo>
                <a:lnTo>
                  <a:pt x="13918" y="10901"/>
                </a:lnTo>
                <a:lnTo>
                  <a:pt x="13991" y="10925"/>
                </a:lnTo>
                <a:lnTo>
                  <a:pt x="14089" y="10950"/>
                </a:lnTo>
                <a:lnTo>
                  <a:pt x="14259" y="10950"/>
                </a:lnTo>
                <a:lnTo>
                  <a:pt x="14600" y="10901"/>
                </a:lnTo>
                <a:lnTo>
                  <a:pt x="14819" y="10877"/>
                </a:lnTo>
                <a:lnTo>
                  <a:pt x="14819" y="10877"/>
                </a:lnTo>
                <a:lnTo>
                  <a:pt x="14624" y="11339"/>
                </a:lnTo>
                <a:lnTo>
                  <a:pt x="14502" y="11339"/>
                </a:lnTo>
                <a:lnTo>
                  <a:pt x="14308" y="11315"/>
                </a:lnTo>
                <a:lnTo>
                  <a:pt x="14113" y="11339"/>
                </a:lnTo>
                <a:lnTo>
                  <a:pt x="13918" y="11363"/>
                </a:lnTo>
                <a:lnTo>
                  <a:pt x="13748" y="11436"/>
                </a:lnTo>
                <a:lnTo>
                  <a:pt x="13748" y="11461"/>
                </a:lnTo>
                <a:lnTo>
                  <a:pt x="13748" y="11485"/>
                </a:lnTo>
                <a:lnTo>
                  <a:pt x="13918" y="11558"/>
                </a:lnTo>
                <a:lnTo>
                  <a:pt x="14089" y="11607"/>
                </a:lnTo>
                <a:lnTo>
                  <a:pt x="14454" y="11655"/>
                </a:lnTo>
                <a:lnTo>
                  <a:pt x="14210" y="12069"/>
                </a:lnTo>
                <a:lnTo>
                  <a:pt x="13991" y="12069"/>
                </a:lnTo>
                <a:lnTo>
                  <a:pt x="13748" y="12093"/>
                </a:lnTo>
                <a:lnTo>
                  <a:pt x="13626" y="12069"/>
                </a:lnTo>
                <a:lnTo>
                  <a:pt x="13480" y="12045"/>
                </a:lnTo>
                <a:lnTo>
                  <a:pt x="13359" y="12020"/>
                </a:lnTo>
                <a:lnTo>
                  <a:pt x="13237" y="12020"/>
                </a:lnTo>
                <a:lnTo>
                  <a:pt x="13213" y="12045"/>
                </a:lnTo>
                <a:lnTo>
                  <a:pt x="13188" y="12069"/>
                </a:lnTo>
                <a:lnTo>
                  <a:pt x="13213" y="12166"/>
                </a:lnTo>
                <a:lnTo>
                  <a:pt x="13261" y="12239"/>
                </a:lnTo>
                <a:lnTo>
                  <a:pt x="13334" y="12312"/>
                </a:lnTo>
                <a:lnTo>
                  <a:pt x="13432" y="12361"/>
                </a:lnTo>
                <a:lnTo>
                  <a:pt x="13553" y="12385"/>
                </a:lnTo>
                <a:lnTo>
                  <a:pt x="13675" y="12410"/>
                </a:lnTo>
                <a:lnTo>
                  <a:pt x="13943" y="12434"/>
                </a:lnTo>
                <a:lnTo>
                  <a:pt x="13602" y="12823"/>
                </a:lnTo>
                <a:lnTo>
                  <a:pt x="13091" y="12726"/>
                </a:lnTo>
                <a:lnTo>
                  <a:pt x="12872" y="12677"/>
                </a:lnTo>
                <a:lnTo>
                  <a:pt x="12750" y="12677"/>
                </a:lnTo>
                <a:lnTo>
                  <a:pt x="12629" y="12702"/>
                </a:lnTo>
                <a:lnTo>
                  <a:pt x="12604" y="12726"/>
                </a:lnTo>
                <a:lnTo>
                  <a:pt x="12604" y="12775"/>
                </a:lnTo>
                <a:lnTo>
                  <a:pt x="12629" y="12848"/>
                </a:lnTo>
                <a:lnTo>
                  <a:pt x="12677" y="12921"/>
                </a:lnTo>
                <a:lnTo>
                  <a:pt x="12750" y="12969"/>
                </a:lnTo>
                <a:lnTo>
                  <a:pt x="12848" y="13018"/>
                </a:lnTo>
                <a:lnTo>
                  <a:pt x="13042" y="13115"/>
                </a:lnTo>
                <a:lnTo>
                  <a:pt x="13261" y="13164"/>
                </a:lnTo>
                <a:lnTo>
                  <a:pt x="13115" y="13286"/>
                </a:lnTo>
                <a:lnTo>
                  <a:pt x="13067" y="13286"/>
                </a:lnTo>
                <a:lnTo>
                  <a:pt x="12604" y="13261"/>
                </a:lnTo>
                <a:lnTo>
                  <a:pt x="12361" y="13213"/>
                </a:lnTo>
                <a:lnTo>
                  <a:pt x="12239" y="13188"/>
                </a:lnTo>
                <a:lnTo>
                  <a:pt x="12118" y="13188"/>
                </a:lnTo>
                <a:lnTo>
                  <a:pt x="12045" y="13213"/>
                </a:lnTo>
                <a:lnTo>
                  <a:pt x="11996" y="13261"/>
                </a:lnTo>
                <a:lnTo>
                  <a:pt x="11996" y="13334"/>
                </a:lnTo>
                <a:lnTo>
                  <a:pt x="12020" y="13383"/>
                </a:lnTo>
                <a:lnTo>
                  <a:pt x="12142" y="13505"/>
                </a:lnTo>
                <a:lnTo>
                  <a:pt x="12312" y="13578"/>
                </a:lnTo>
                <a:lnTo>
                  <a:pt x="12483" y="13626"/>
                </a:lnTo>
                <a:lnTo>
                  <a:pt x="12677" y="13651"/>
                </a:lnTo>
                <a:lnTo>
                  <a:pt x="12239" y="13943"/>
                </a:lnTo>
                <a:lnTo>
                  <a:pt x="12166" y="13918"/>
                </a:lnTo>
                <a:lnTo>
                  <a:pt x="11704" y="13821"/>
                </a:lnTo>
                <a:lnTo>
                  <a:pt x="11485" y="13772"/>
                </a:lnTo>
                <a:lnTo>
                  <a:pt x="11266" y="13724"/>
                </a:lnTo>
                <a:lnTo>
                  <a:pt x="11242" y="13748"/>
                </a:lnTo>
                <a:lnTo>
                  <a:pt x="11217" y="13748"/>
                </a:lnTo>
                <a:lnTo>
                  <a:pt x="11217" y="13821"/>
                </a:lnTo>
                <a:lnTo>
                  <a:pt x="11266" y="13894"/>
                </a:lnTo>
                <a:lnTo>
                  <a:pt x="11315" y="13967"/>
                </a:lnTo>
                <a:lnTo>
                  <a:pt x="11461" y="14064"/>
                </a:lnTo>
                <a:lnTo>
                  <a:pt x="11631" y="14137"/>
                </a:lnTo>
                <a:lnTo>
                  <a:pt x="11801" y="14210"/>
                </a:lnTo>
                <a:lnTo>
                  <a:pt x="11461" y="14381"/>
                </a:lnTo>
                <a:lnTo>
                  <a:pt x="11388" y="14332"/>
                </a:lnTo>
                <a:lnTo>
                  <a:pt x="11339" y="14308"/>
                </a:lnTo>
                <a:lnTo>
                  <a:pt x="11193" y="14259"/>
                </a:lnTo>
                <a:lnTo>
                  <a:pt x="10901" y="14235"/>
                </a:lnTo>
                <a:lnTo>
                  <a:pt x="10658" y="14210"/>
                </a:lnTo>
                <a:lnTo>
                  <a:pt x="10512" y="14210"/>
                </a:lnTo>
                <a:lnTo>
                  <a:pt x="10390" y="14235"/>
                </a:lnTo>
                <a:lnTo>
                  <a:pt x="10366" y="14235"/>
                </a:lnTo>
                <a:lnTo>
                  <a:pt x="10366" y="14283"/>
                </a:lnTo>
                <a:lnTo>
                  <a:pt x="10366" y="14332"/>
                </a:lnTo>
                <a:lnTo>
                  <a:pt x="10415" y="14381"/>
                </a:lnTo>
                <a:lnTo>
                  <a:pt x="10488" y="14478"/>
                </a:lnTo>
                <a:lnTo>
                  <a:pt x="10634" y="14551"/>
                </a:lnTo>
                <a:lnTo>
                  <a:pt x="10731" y="14575"/>
                </a:lnTo>
                <a:lnTo>
                  <a:pt x="10901" y="14624"/>
                </a:lnTo>
                <a:lnTo>
                  <a:pt x="10512" y="14746"/>
                </a:lnTo>
                <a:lnTo>
                  <a:pt x="10317" y="14673"/>
                </a:lnTo>
                <a:lnTo>
                  <a:pt x="10123" y="14624"/>
                </a:lnTo>
                <a:lnTo>
                  <a:pt x="9904" y="14600"/>
                </a:lnTo>
                <a:lnTo>
                  <a:pt x="9806" y="14600"/>
                </a:lnTo>
                <a:lnTo>
                  <a:pt x="9709" y="14648"/>
                </a:lnTo>
                <a:lnTo>
                  <a:pt x="9685" y="14673"/>
                </a:lnTo>
                <a:lnTo>
                  <a:pt x="9685" y="14721"/>
                </a:lnTo>
                <a:lnTo>
                  <a:pt x="9733" y="14794"/>
                </a:lnTo>
                <a:lnTo>
                  <a:pt x="9806" y="14843"/>
                </a:lnTo>
                <a:lnTo>
                  <a:pt x="9952" y="14916"/>
                </a:lnTo>
                <a:lnTo>
                  <a:pt x="9636" y="14989"/>
                </a:lnTo>
                <a:lnTo>
                  <a:pt x="9587" y="14940"/>
                </a:lnTo>
                <a:lnTo>
                  <a:pt x="9539" y="14916"/>
                </a:lnTo>
                <a:lnTo>
                  <a:pt x="9441" y="14867"/>
                </a:lnTo>
                <a:lnTo>
                  <a:pt x="9247" y="14843"/>
                </a:lnTo>
                <a:lnTo>
                  <a:pt x="9149" y="14843"/>
                </a:lnTo>
                <a:lnTo>
                  <a:pt x="9052" y="14867"/>
                </a:lnTo>
                <a:lnTo>
                  <a:pt x="9028" y="14916"/>
                </a:lnTo>
                <a:lnTo>
                  <a:pt x="8979" y="14965"/>
                </a:lnTo>
                <a:lnTo>
                  <a:pt x="8979" y="15013"/>
                </a:lnTo>
                <a:lnTo>
                  <a:pt x="9003" y="15062"/>
                </a:lnTo>
                <a:lnTo>
                  <a:pt x="9028" y="15086"/>
                </a:lnTo>
                <a:lnTo>
                  <a:pt x="8663" y="15135"/>
                </a:lnTo>
                <a:lnTo>
                  <a:pt x="8298" y="15159"/>
                </a:lnTo>
                <a:lnTo>
                  <a:pt x="7227" y="15159"/>
                </a:lnTo>
                <a:lnTo>
                  <a:pt x="6862" y="15111"/>
                </a:lnTo>
                <a:lnTo>
                  <a:pt x="6521" y="15062"/>
                </a:lnTo>
                <a:lnTo>
                  <a:pt x="6156" y="14989"/>
                </a:lnTo>
                <a:lnTo>
                  <a:pt x="5816" y="14916"/>
                </a:lnTo>
                <a:lnTo>
                  <a:pt x="5475" y="14819"/>
                </a:lnTo>
                <a:lnTo>
                  <a:pt x="5134" y="14697"/>
                </a:lnTo>
                <a:lnTo>
                  <a:pt x="4818" y="14575"/>
                </a:lnTo>
                <a:lnTo>
                  <a:pt x="4477" y="14405"/>
                </a:lnTo>
                <a:lnTo>
                  <a:pt x="4161" y="14259"/>
                </a:lnTo>
                <a:lnTo>
                  <a:pt x="3869" y="14064"/>
                </a:lnTo>
                <a:lnTo>
                  <a:pt x="3553" y="13870"/>
                </a:lnTo>
                <a:lnTo>
                  <a:pt x="3285" y="13675"/>
                </a:lnTo>
                <a:lnTo>
                  <a:pt x="3042" y="13456"/>
                </a:lnTo>
                <a:lnTo>
                  <a:pt x="2799" y="13237"/>
                </a:lnTo>
                <a:lnTo>
                  <a:pt x="2555" y="12994"/>
                </a:lnTo>
                <a:lnTo>
                  <a:pt x="2336" y="12775"/>
                </a:lnTo>
                <a:lnTo>
                  <a:pt x="2117" y="12507"/>
                </a:lnTo>
                <a:lnTo>
                  <a:pt x="1923" y="12239"/>
                </a:lnTo>
                <a:lnTo>
                  <a:pt x="1728" y="11972"/>
                </a:lnTo>
                <a:lnTo>
                  <a:pt x="1558" y="11704"/>
                </a:lnTo>
                <a:lnTo>
                  <a:pt x="1412" y="11412"/>
                </a:lnTo>
                <a:lnTo>
                  <a:pt x="1266" y="11120"/>
                </a:lnTo>
                <a:lnTo>
                  <a:pt x="1144" y="10828"/>
                </a:lnTo>
                <a:lnTo>
                  <a:pt x="1047" y="10512"/>
                </a:lnTo>
                <a:lnTo>
                  <a:pt x="949" y="10195"/>
                </a:lnTo>
                <a:lnTo>
                  <a:pt x="901" y="9879"/>
                </a:lnTo>
                <a:lnTo>
                  <a:pt x="828" y="9538"/>
                </a:lnTo>
                <a:lnTo>
                  <a:pt x="779" y="9003"/>
                </a:lnTo>
                <a:lnTo>
                  <a:pt x="755" y="8468"/>
                </a:lnTo>
                <a:lnTo>
                  <a:pt x="755" y="7933"/>
                </a:lnTo>
                <a:lnTo>
                  <a:pt x="803" y="7397"/>
                </a:lnTo>
                <a:lnTo>
                  <a:pt x="852" y="6862"/>
                </a:lnTo>
                <a:lnTo>
                  <a:pt x="974" y="6351"/>
                </a:lnTo>
                <a:lnTo>
                  <a:pt x="1095" y="5840"/>
                </a:lnTo>
                <a:lnTo>
                  <a:pt x="1290" y="5353"/>
                </a:lnTo>
                <a:lnTo>
                  <a:pt x="1412" y="5061"/>
                </a:lnTo>
                <a:lnTo>
                  <a:pt x="1582" y="4745"/>
                </a:lnTo>
                <a:lnTo>
                  <a:pt x="1777" y="4404"/>
                </a:lnTo>
                <a:lnTo>
                  <a:pt x="2020" y="4064"/>
                </a:lnTo>
                <a:lnTo>
                  <a:pt x="2288" y="3699"/>
                </a:lnTo>
                <a:lnTo>
                  <a:pt x="2580" y="3334"/>
                </a:lnTo>
                <a:lnTo>
                  <a:pt x="2920" y="2944"/>
                </a:lnTo>
                <a:lnTo>
                  <a:pt x="3285" y="2604"/>
                </a:lnTo>
                <a:lnTo>
                  <a:pt x="3674" y="2263"/>
                </a:lnTo>
                <a:lnTo>
                  <a:pt x="4088" y="1922"/>
                </a:lnTo>
                <a:lnTo>
                  <a:pt x="4550" y="1630"/>
                </a:lnTo>
                <a:lnTo>
                  <a:pt x="5013" y="1363"/>
                </a:lnTo>
                <a:lnTo>
                  <a:pt x="5524" y="1144"/>
                </a:lnTo>
                <a:lnTo>
                  <a:pt x="6059" y="974"/>
                </a:lnTo>
                <a:lnTo>
                  <a:pt x="6327" y="925"/>
                </a:lnTo>
                <a:lnTo>
                  <a:pt x="6594" y="876"/>
                </a:lnTo>
                <a:lnTo>
                  <a:pt x="6886" y="828"/>
                </a:lnTo>
                <a:lnTo>
                  <a:pt x="7178" y="803"/>
                </a:lnTo>
                <a:lnTo>
                  <a:pt x="7543" y="779"/>
                </a:lnTo>
                <a:lnTo>
                  <a:pt x="7933" y="730"/>
                </a:lnTo>
                <a:lnTo>
                  <a:pt x="8322" y="682"/>
                </a:lnTo>
                <a:close/>
                <a:moveTo>
                  <a:pt x="8152" y="0"/>
                </a:moveTo>
                <a:lnTo>
                  <a:pt x="7762" y="25"/>
                </a:lnTo>
                <a:lnTo>
                  <a:pt x="7397" y="73"/>
                </a:lnTo>
                <a:lnTo>
                  <a:pt x="7081" y="49"/>
                </a:lnTo>
                <a:lnTo>
                  <a:pt x="6789" y="49"/>
                </a:lnTo>
                <a:lnTo>
                  <a:pt x="6473" y="73"/>
                </a:lnTo>
                <a:lnTo>
                  <a:pt x="6181" y="146"/>
                </a:lnTo>
                <a:lnTo>
                  <a:pt x="5864" y="219"/>
                </a:lnTo>
                <a:lnTo>
                  <a:pt x="5548" y="317"/>
                </a:lnTo>
                <a:lnTo>
                  <a:pt x="5232" y="438"/>
                </a:lnTo>
                <a:lnTo>
                  <a:pt x="4940" y="560"/>
                </a:lnTo>
                <a:lnTo>
                  <a:pt x="4331" y="876"/>
                </a:lnTo>
                <a:lnTo>
                  <a:pt x="3772" y="1217"/>
                </a:lnTo>
                <a:lnTo>
                  <a:pt x="3236" y="1606"/>
                </a:lnTo>
                <a:lnTo>
                  <a:pt x="2774" y="1995"/>
                </a:lnTo>
                <a:lnTo>
                  <a:pt x="2507" y="2239"/>
                </a:lnTo>
                <a:lnTo>
                  <a:pt x="2263" y="2482"/>
                </a:lnTo>
                <a:lnTo>
                  <a:pt x="2044" y="2725"/>
                </a:lnTo>
                <a:lnTo>
                  <a:pt x="1825" y="2993"/>
                </a:lnTo>
                <a:lnTo>
                  <a:pt x="1655" y="3261"/>
                </a:lnTo>
                <a:lnTo>
                  <a:pt x="1460" y="3528"/>
                </a:lnTo>
                <a:lnTo>
                  <a:pt x="1144" y="4088"/>
                </a:lnTo>
                <a:lnTo>
                  <a:pt x="876" y="4696"/>
                </a:lnTo>
                <a:lnTo>
                  <a:pt x="633" y="5305"/>
                </a:lnTo>
                <a:lnTo>
                  <a:pt x="414" y="5962"/>
                </a:lnTo>
                <a:lnTo>
                  <a:pt x="219" y="6643"/>
                </a:lnTo>
                <a:lnTo>
                  <a:pt x="146" y="7008"/>
                </a:lnTo>
                <a:lnTo>
                  <a:pt x="73" y="7373"/>
                </a:lnTo>
                <a:lnTo>
                  <a:pt x="25" y="7738"/>
                </a:lnTo>
                <a:lnTo>
                  <a:pt x="25" y="8103"/>
                </a:lnTo>
                <a:lnTo>
                  <a:pt x="0" y="8468"/>
                </a:lnTo>
                <a:lnTo>
                  <a:pt x="25" y="8809"/>
                </a:lnTo>
                <a:lnTo>
                  <a:pt x="73" y="9174"/>
                </a:lnTo>
                <a:lnTo>
                  <a:pt x="122" y="9514"/>
                </a:lnTo>
                <a:lnTo>
                  <a:pt x="195" y="9879"/>
                </a:lnTo>
                <a:lnTo>
                  <a:pt x="292" y="10220"/>
                </a:lnTo>
                <a:lnTo>
                  <a:pt x="390" y="10560"/>
                </a:lnTo>
                <a:lnTo>
                  <a:pt x="511" y="10901"/>
                </a:lnTo>
                <a:lnTo>
                  <a:pt x="657" y="11242"/>
                </a:lnTo>
                <a:lnTo>
                  <a:pt x="828" y="11582"/>
                </a:lnTo>
                <a:lnTo>
                  <a:pt x="1168" y="12264"/>
                </a:lnTo>
                <a:lnTo>
                  <a:pt x="1412" y="12629"/>
                </a:lnTo>
                <a:lnTo>
                  <a:pt x="1655" y="12994"/>
                </a:lnTo>
                <a:lnTo>
                  <a:pt x="1898" y="13334"/>
                </a:lnTo>
                <a:lnTo>
                  <a:pt x="2166" y="13651"/>
                </a:lnTo>
                <a:lnTo>
                  <a:pt x="2458" y="13943"/>
                </a:lnTo>
                <a:lnTo>
                  <a:pt x="2750" y="14235"/>
                </a:lnTo>
                <a:lnTo>
                  <a:pt x="3066" y="14502"/>
                </a:lnTo>
                <a:lnTo>
                  <a:pt x="3382" y="14746"/>
                </a:lnTo>
                <a:lnTo>
                  <a:pt x="3723" y="14965"/>
                </a:lnTo>
                <a:lnTo>
                  <a:pt x="4064" y="15159"/>
                </a:lnTo>
                <a:lnTo>
                  <a:pt x="4429" y="15354"/>
                </a:lnTo>
                <a:lnTo>
                  <a:pt x="4818" y="15500"/>
                </a:lnTo>
                <a:lnTo>
                  <a:pt x="5207" y="15622"/>
                </a:lnTo>
                <a:lnTo>
                  <a:pt x="5597" y="15743"/>
                </a:lnTo>
                <a:lnTo>
                  <a:pt x="6010" y="15816"/>
                </a:lnTo>
                <a:lnTo>
                  <a:pt x="6448" y="15889"/>
                </a:lnTo>
                <a:lnTo>
                  <a:pt x="6862" y="15914"/>
                </a:lnTo>
                <a:lnTo>
                  <a:pt x="7300" y="15938"/>
                </a:lnTo>
                <a:lnTo>
                  <a:pt x="7738" y="15938"/>
                </a:lnTo>
                <a:lnTo>
                  <a:pt x="8176" y="15914"/>
                </a:lnTo>
                <a:lnTo>
                  <a:pt x="8590" y="15889"/>
                </a:lnTo>
                <a:lnTo>
                  <a:pt x="9028" y="15841"/>
                </a:lnTo>
                <a:lnTo>
                  <a:pt x="9441" y="15768"/>
                </a:lnTo>
                <a:lnTo>
                  <a:pt x="9855" y="15670"/>
                </a:lnTo>
                <a:lnTo>
                  <a:pt x="10269" y="15573"/>
                </a:lnTo>
                <a:lnTo>
                  <a:pt x="10682" y="15451"/>
                </a:lnTo>
                <a:lnTo>
                  <a:pt x="11071" y="15305"/>
                </a:lnTo>
                <a:lnTo>
                  <a:pt x="11461" y="15135"/>
                </a:lnTo>
                <a:lnTo>
                  <a:pt x="11850" y="14940"/>
                </a:lnTo>
                <a:lnTo>
                  <a:pt x="12215" y="14721"/>
                </a:lnTo>
                <a:lnTo>
                  <a:pt x="12580" y="14478"/>
                </a:lnTo>
                <a:lnTo>
                  <a:pt x="12945" y="14235"/>
                </a:lnTo>
                <a:lnTo>
                  <a:pt x="13286" y="13943"/>
                </a:lnTo>
                <a:lnTo>
                  <a:pt x="13602" y="13651"/>
                </a:lnTo>
                <a:lnTo>
                  <a:pt x="13918" y="13334"/>
                </a:lnTo>
                <a:lnTo>
                  <a:pt x="14186" y="13018"/>
                </a:lnTo>
                <a:lnTo>
                  <a:pt x="14454" y="12702"/>
                </a:lnTo>
                <a:lnTo>
                  <a:pt x="14697" y="12361"/>
                </a:lnTo>
                <a:lnTo>
                  <a:pt x="14916" y="11996"/>
                </a:lnTo>
                <a:lnTo>
                  <a:pt x="15111" y="11631"/>
                </a:lnTo>
                <a:lnTo>
                  <a:pt x="15135" y="11631"/>
                </a:lnTo>
                <a:lnTo>
                  <a:pt x="15159" y="11582"/>
                </a:lnTo>
                <a:lnTo>
                  <a:pt x="15159" y="11534"/>
                </a:lnTo>
                <a:lnTo>
                  <a:pt x="15354" y="11096"/>
                </a:lnTo>
                <a:lnTo>
                  <a:pt x="15524" y="10658"/>
                </a:lnTo>
                <a:lnTo>
                  <a:pt x="15646" y="10195"/>
                </a:lnTo>
                <a:lnTo>
                  <a:pt x="15743" y="9733"/>
                </a:lnTo>
                <a:lnTo>
                  <a:pt x="15768" y="9709"/>
                </a:lnTo>
                <a:lnTo>
                  <a:pt x="15792" y="9684"/>
                </a:lnTo>
                <a:lnTo>
                  <a:pt x="15792" y="9636"/>
                </a:lnTo>
                <a:lnTo>
                  <a:pt x="15792" y="9611"/>
                </a:lnTo>
                <a:lnTo>
                  <a:pt x="15768" y="9563"/>
                </a:lnTo>
                <a:lnTo>
                  <a:pt x="15816" y="9174"/>
                </a:lnTo>
                <a:lnTo>
                  <a:pt x="15841" y="8760"/>
                </a:lnTo>
                <a:lnTo>
                  <a:pt x="15841" y="8371"/>
                </a:lnTo>
                <a:lnTo>
                  <a:pt x="15841" y="7957"/>
                </a:lnTo>
                <a:lnTo>
                  <a:pt x="15743" y="7105"/>
                </a:lnTo>
                <a:lnTo>
                  <a:pt x="15695" y="6667"/>
                </a:lnTo>
                <a:lnTo>
                  <a:pt x="15622" y="6254"/>
                </a:lnTo>
                <a:lnTo>
                  <a:pt x="15524" y="5840"/>
                </a:lnTo>
                <a:lnTo>
                  <a:pt x="15427" y="5426"/>
                </a:lnTo>
                <a:lnTo>
                  <a:pt x="15305" y="5013"/>
                </a:lnTo>
                <a:lnTo>
                  <a:pt x="15159" y="4623"/>
                </a:lnTo>
                <a:lnTo>
                  <a:pt x="15013" y="4234"/>
                </a:lnTo>
                <a:lnTo>
                  <a:pt x="14819" y="3845"/>
                </a:lnTo>
                <a:lnTo>
                  <a:pt x="14624" y="3480"/>
                </a:lnTo>
                <a:lnTo>
                  <a:pt x="14405" y="3115"/>
                </a:lnTo>
                <a:lnTo>
                  <a:pt x="14162" y="2774"/>
                </a:lnTo>
                <a:lnTo>
                  <a:pt x="13894" y="2458"/>
                </a:lnTo>
                <a:lnTo>
                  <a:pt x="13602" y="2141"/>
                </a:lnTo>
                <a:lnTo>
                  <a:pt x="13286" y="1849"/>
                </a:lnTo>
                <a:lnTo>
                  <a:pt x="12994" y="1582"/>
                </a:lnTo>
                <a:lnTo>
                  <a:pt x="12653" y="1363"/>
                </a:lnTo>
                <a:lnTo>
                  <a:pt x="12312" y="1144"/>
                </a:lnTo>
                <a:lnTo>
                  <a:pt x="11972" y="949"/>
                </a:lnTo>
                <a:lnTo>
                  <a:pt x="11607" y="779"/>
                </a:lnTo>
                <a:lnTo>
                  <a:pt x="11242" y="609"/>
                </a:lnTo>
                <a:lnTo>
                  <a:pt x="10853" y="487"/>
                </a:lnTo>
                <a:lnTo>
                  <a:pt x="10488" y="365"/>
                </a:lnTo>
                <a:lnTo>
                  <a:pt x="10123" y="268"/>
                </a:lnTo>
                <a:lnTo>
                  <a:pt x="9733" y="171"/>
                </a:lnTo>
                <a:lnTo>
                  <a:pt x="9344" y="98"/>
                </a:lnTo>
                <a:lnTo>
                  <a:pt x="8955" y="49"/>
                </a:lnTo>
                <a:lnTo>
                  <a:pt x="8541" y="25"/>
                </a:lnTo>
                <a:lnTo>
                  <a:pt x="8152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25"/>
          <p:cNvSpPr/>
          <p:nvPr/>
        </p:nvSpPr>
        <p:spPr>
          <a:xfrm>
            <a:off x="7031822" y="3538778"/>
            <a:ext cx="273199" cy="275289"/>
          </a:xfrm>
          <a:custGeom>
            <a:rect b="b" l="l" r="r" t="t"/>
            <a:pathLst>
              <a:path extrusionOk="0" h="15938" w="15817">
                <a:moveTo>
                  <a:pt x="4745" y="7470"/>
                </a:moveTo>
                <a:lnTo>
                  <a:pt x="4818" y="7495"/>
                </a:lnTo>
                <a:lnTo>
                  <a:pt x="4891" y="7543"/>
                </a:lnTo>
                <a:lnTo>
                  <a:pt x="4940" y="7616"/>
                </a:lnTo>
                <a:lnTo>
                  <a:pt x="4964" y="7714"/>
                </a:lnTo>
                <a:lnTo>
                  <a:pt x="4964" y="7787"/>
                </a:lnTo>
                <a:lnTo>
                  <a:pt x="4940" y="7908"/>
                </a:lnTo>
                <a:lnTo>
                  <a:pt x="4867" y="7981"/>
                </a:lnTo>
                <a:lnTo>
                  <a:pt x="4794" y="8054"/>
                </a:lnTo>
                <a:lnTo>
                  <a:pt x="4672" y="8079"/>
                </a:lnTo>
                <a:lnTo>
                  <a:pt x="4551" y="8054"/>
                </a:lnTo>
                <a:lnTo>
                  <a:pt x="4478" y="7981"/>
                </a:lnTo>
                <a:lnTo>
                  <a:pt x="4405" y="7908"/>
                </a:lnTo>
                <a:lnTo>
                  <a:pt x="4380" y="7787"/>
                </a:lnTo>
                <a:lnTo>
                  <a:pt x="4405" y="7665"/>
                </a:lnTo>
                <a:lnTo>
                  <a:pt x="4478" y="7543"/>
                </a:lnTo>
                <a:lnTo>
                  <a:pt x="4551" y="7495"/>
                </a:lnTo>
                <a:lnTo>
                  <a:pt x="4648" y="7470"/>
                </a:lnTo>
                <a:close/>
                <a:moveTo>
                  <a:pt x="11120" y="7470"/>
                </a:moveTo>
                <a:lnTo>
                  <a:pt x="11193" y="7495"/>
                </a:lnTo>
                <a:lnTo>
                  <a:pt x="11266" y="7543"/>
                </a:lnTo>
                <a:lnTo>
                  <a:pt x="11315" y="7616"/>
                </a:lnTo>
                <a:lnTo>
                  <a:pt x="11339" y="7714"/>
                </a:lnTo>
                <a:lnTo>
                  <a:pt x="11339" y="7787"/>
                </a:lnTo>
                <a:lnTo>
                  <a:pt x="11315" y="7908"/>
                </a:lnTo>
                <a:lnTo>
                  <a:pt x="11242" y="7981"/>
                </a:lnTo>
                <a:lnTo>
                  <a:pt x="11169" y="8054"/>
                </a:lnTo>
                <a:lnTo>
                  <a:pt x="11047" y="8079"/>
                </a:lnTo>
                <a:lnTo>
                  <a:pt x="10926" y="8054"/>
                </a:lnTo>
                <a:lnTo>
                  <a:pt x="10853" y="7981"/>
                </a:lnTo>
                <a:lnTo>
                  <a:pt x="10780" y="7908"/>
                </a:lnTo>
                <a:lnTo>
                  <a:pt x="10755" y="7787"/>
                </a:lnTo>
                <a:lnTo>
                  <a:pt x="10780" y="7665"/>
                </a:lnTo>
                <a:lnTo>
                  <a:pt x="10853" y="7543"/>
                </a:lnTo>
                <a:lnTo>
                  <a:pt x="10926" y="7495"/>
                </a:lnTo>
                <a:lnTo>
                  <a:pt x="11023" y="7470"/>
                </a:lnTo>
                <a:close/>
                <a:moveTo>
                  <a:pt x="4721" y="7081"/>
                </a:moveTo>
                <a:lnTo>
                  <a:pt x="4551" y="7105"/>
                </a:lnTo>
                <a:lnTo>
                  <a:pt x="4380" y="7178"/>
                </a:lnTo>
                <a:lnTo>
                  <a:pt x="4259" y="7300"/>
                </a:lnTo>
                <a:lnTo>
                  <a:pt x="4137" y="7446"/>
                </a:lnTo>
                <a:lnTo>
                  <a:pt x="4064" y="7568"/>
                </a:lnTo>
                <a:lnTo>
                  <a:pt x="4015" y="7714"/>
                </a:lnTo>
                <a:lnTo>
                  <a:pt x="3967" y="7835"/>
                </a:lnTo>
                <a:lnTo>
                  <a:pt x="3967" y="7981"/>
                </a:lnTo>
                <a:lnTo>
                  <a:pt x="3918" y="8225"/>
                </a:lnTo>
                <a:lnTo>
                  <a:pt x="3918" y="8395"/>
                </a:lnTo>
                <a:lnTo>
                  <a:pt x="3967" y="8565"/>
                </a:lnTo>
                <a:lnTo>
                  <a:pt x="4015" y="8711"/>
                </a:lnTo>
                <a:lnTo>
                  <a:pt x="4113" y="8833"/>
                </a:lnTo>
                <a:lnTo>
                  <a:pt x="4210" y="8955"/>
                </a:lnTo>
                <a:lnTo>
                  <a:pt x="4332" y="9028"/>
                </a:lnTo>
                <a:lnTo>
                  <a:pt x="4478" y="9101"/>
                </a:lnTo>
                <a:lnTo>
                  <a:pt x="4648" y="9149"/>
                </a:lnTo>
                <a:lnTo>
                  <a:pt x="4843" y="9174"/>
                </a:lnTo>
                <a:lnTo>
                  <a:pt x="5013" y="9149"/>
                </a:lnTo>
                <a:lnTo>
                  <a:pt x="5183" y="9101"/>
                </a:lnTo>
                <a:lnTo>
                  <a:pt x="5329" y="9028"/>
                </a:lnTo>
                <a:lnTo>
                  <a:pt x="5451" y="8930"/>
                </a:lnTo>
                <a:lnTo>
                  <a:pt x="5573" y="8809"/>
                </a:lnTo>
                <a:lnTo>
                  <a:pt x="5670" y="8663"/>
                </a:lnTo>
                <a:lnTo>
                  <a:pt x="5743" y="8517"/>
                </a:lnTo>
                <a:lnTo>
                  <a:pt x="5792" y="8346"/>
                </a:lnTo>
                <a:lnTo>
                  <a:pt x="5816" y="8176"/>
                </a:lnTo>
                <a:lnTo>
                  <a:pt x="5792" y="8006"/>
                </a:lnTo>
                <a:lnTo>
                  <a:pt x="5767" y="7835"/>
                </a:lnTo>
                <a:lnTo>
                  <a:pt x="5719" y="7689"/>
                </a:lnTo>
                <a:lnTo>
                  <a:pt x="5646" y="7519"/>
                </a:lnTo>
                <a:lnTo>
                  <a:pt x="5524" y="7397"/>
                </a:lnTo>
                <a:lnTo>
                  <a:pt x="5378" y="7251"/>
                </a:lnTo>
                <a:lnTo>
                  <a:pt x="5232" y="7154"/>
                </a:lnTo>
                <a:lnTo>
                  <a:pt x="5062" y="7105"/>
                </a:lnTo>
                <a:lnTo>
                  <a:pt x="4891" y="7081"/>
                </a:lnTo>
                <a:close/>
                <a:moveTo>
                  <a:pt x="11096" y="7081"/>
                </a:moveTo>
                <a:lnTo>
                  <a:pt x="10926" y="7105"/>
                </a:lnTo>
                <a:lnTo>
                  <a:pt x="10755" y="7178"/>
                </a:lnTo>
                <a:lnTo>
                  <a:pt x="10634" y="7300"/>
                </a:lnTo>
                <a:lnTo>
                  <a:pt x="10512" y="7446"/>
                </a:lnTo>
                <a:lnTo>
                  <a:pt x="10439" y="7568"/>
                </a:lnTo>
                <a:lnTo>
                  <a:pt x="10390" y="7714"/>
                </a:lnTo>
                <a:lnTo>
                  <a:pt x="10342" y="7835"/>
                </a:lnTo>
                <a:lnTo>
                  <a:pt x="10342" y="7981"/>
                </a:lnTo>
                <a:lnTo>
                  <a:pt x="10293" y="8225"/>
                </a:lnTo>
                <a:lnTo>
                  <a:pt x="10293" y="8395"/>
                </a:lnTo>
                <a:lnTo>
                  <a:pt x="10342" y="8565"/>
                </a:lnTo>
                <a:lnTo>
                  <a:pt x="10390" y="8711"/>
                </a:lnTo>
                <a:lnTo>
                  <a:pt x="10488" y="8833"/>
                </a:lnTo>
                <a:lnTo>
                  <a:pt x="10585" y="8955"/>
                </a:lnTo>
                <a:lnTo>
                  <a:pt x="10707" y="9028"/>
                </a:lnTo>
                <a:lnTo>
                  <a:pt x="10853" y="9101"/>
                </a:lnTo>
                <a:lnTo>
                  <a:pt x="11023" y="9149"/>
                </a:lnTo>
                <a:lnTo>
                  <a:pt x="11218" y="9174"/>
                </a:lnTo>
                <a:lnTo>
                  <a:pt x="11388" y="9149"/>
                </a:lnTo>
                <a:lnTo>
                  <a:pt x="11558" y="9101"/>
                </a:lnTo>
                <a:lnTo>
                  <a:pt x="11704" y="9028"/>
                </a:lnTo>
                <a:lnTo>
                  <a:pt x="11826" y="8930"/>
                </a:lnTo>
                <a:lnTo>
                  <a:pt x="11948" y="8809"/>
                </a:lnTo>
                <a:lnTo>
                  <a:pt x="12045" y="8663"/>
                </a:lnTo>
                <a:lnTo>
                  <a:pt x="12118" y="8517"/>
                </a:lnTo>
                <a:lnTo>
                  <a:pt x="12167" y="8346"/>
                </a:lnTo>
                <a:lnTo>
                  <a:pt x="12191" y="8176"/>
                </a:lnTo>
                <a:lnTo>
                  <a:pt x="12167" y="8006"/>
                </a:lnTo>
                <a:lnTo>
                  <a:pt x="12142" y="7835"/>
                </a:lnTo>
                <a:lnTo>
                  <a:pt x="12094" y="7689"/>
                </a:lnTo>
                <a:lnTo>
                  <a:pt x="12021" y="7519"/>
                </a:lnTo>
                <a:lnTo>
                  <a:pt x="11899" y="7397"/>
                </a:lnTo>
                <a:lnTo>
                  <a:pt x="11753" y="7251"/>
                </a:lnTo>
                <a:lnTo>
                  <a:pt x="11607" y="7154"/>
                </a:lnTo>
                <a:lnTo>
                  <a:pt x="11437" y="7105"/>
                </a:lnTo>
                <a:lnTo>
                  <a:pt x="11266" y="7081"/>
                </a:lnTo>
                <a:close/>
                <a:moveTo>
                  <a:pt x="11607" y="10731"/>
                </a:moveTo>
                <a:lnTo>
                  <a:pt x="11120" y="10877"/>
                </a:lnTo>
                <a:lnTo>
                  <a:pt x="10658" y="11047"/>
                </a:lnTo>
                <a:lnTo>
                  <a:pt x="9733" y="11412"/>
                </a:lnTo>
                <a:lnTo>
                  <a:pt x="9247" y="11558"/>
                </a:lnTo>
                <a:lnTo>
                  <a:pt x="8784" y="11704"/>
                </a:lnTo>
                <a:lnTo>
                  <a:pt x="7811" y="11972"/>
                </a:lnTo>
                <a:lnTo>
                  <a:pt x="7738" y="11996"/>
                </a:lnTo>
                <a:lnTo>
                  <a:pt x="7690" y="12045"/>
                </a:lnTo>
                <a:lnTo>
                  <a:pt x="7665" y="12118"/>
                </a:lnTo>
                <a:lnTo>
                  <a:pt x="7641" y="12166"/>
                </a:lnTo>
                <a:lnTo>
                  <a:pt x="7665" y="12239"/>
                </a:lnTo>
                <a:lnTo>
                  <a:pt x="7690" y="12312"/>
                </a:lnTo>
                <a:lnTo>
                  <a:pt x="7738" y="12361"/>
                </a:lnTo>
                <a:lnTo>
                  <a:pt x="7811" y="12410"/>
                </a:lnTo>
                <a:lnTo>
                  <a:pt x="7909" y="12434"/>
                </a:lnTo>
                <a:lnTo>
                  <a:pt x="8030" y="12458"/>
                </a:lnTo>
                <a:lnTo>
                  <a:pt x="8249" y="12458"/>
                </a:lnTo>
                <a:lnTo>
                  <a:pt x="8492" y="12434"/>
                </a:lnTo>
                <a:lnTo>
                  <a:pt x="8760" y="12361"/>
                </a:lnTo>
                <a:lnTo>
                  <a:pt x="9247" y="12191"/>
                </a:lnTo>
                <a:lnTo>
                  <a:pt x="9660" y="12045"/>
                </a:lnTo>
                <a:lnTo>
                  <a:pt x="10731" y="11680"/>
                </a:lnTo>
                <a:lnTo>
                  <a:pt x="11753" y="11290"/>
                </a:lnTo>
                <a:lnTo>
                  <a:pt x="11875" y="11217"/>
                </a:lnTo>
                <a:lnTo>
                  <a:pt x="11923" y="11144"/>
                </a:lnTo>
                <a:lnTo>
                  <a:pt x="11948" y="11023"/>
                </a:lnTo>
                <a:lnTo>
                  <a:pt x="11948" y="10925"/>
                </a:lnTo>
                <a:lnTo>
                  <a:pt x="11899" y="10828"/>
                </a:lnTo>
                <a:lnTo>
                  <a:pt x="11826" y="10755"/>
                </a:lnTo>
                <a:lnTo>
                  <a:pt x="11729" y="10731"/>
                </a:lnTo>
                <a:close/>
                <a:moveTo>
                  <a:pt x="8492" y="682"/>
                </a:moveTo>
                <a:lnTo>
                  <a:pt x="8638" y="706"/>
                </a:lnTo>
                <a:lnTo>
                  <a:pt x="9101" y="755"/>
                </a:lnTo>
                <a:lnTo>
                  <a:pt x="9539" y="803"/>
                </a:lnTo>
                <a:lnTo>
                  <a:pt x="9977" y="901"/>
                </a:lnTo>
                <a:lnTo>
                  <a:pt x="10415" y="1022"/>
                </a:lnTo>
                <a:lnTo>
                  <a:pt x="10755" y="1120"/>
                </a:lnTo>
                <a:lnTo>
                  <a:pt x="11096" y="1241"/>
                </a:lnTo>
                <a:lnTo>
                  <a:pt x="11437" y="1411"/>
                </a:lnTo>
                <a:lnTo>
                  <a:pt x="11753" y="1557"/>
                </a:lnTo>
                <a:lnTo>
                  <a:pt x="11753" y="1582"/>
                </a:lnTo>
                <a:lnTo>
                  <a:pt x="11729" y="1655"/>
                </a:lnTo>
                <a:lnTo>
                  <a:pt x="11729" y="1752"/>
                </a:lnTo>
                <a:lnTo>
                  <a:pt x="11753" y="1801"/>
                </a:lnTo>
                <a:lnTo>
                  <a:pt x="11802" y="1825"/>
                </a:lnTo>
                <a:lnTo>
                  <a:pt x="11875" y="1825"/>
                </a:lnTo>
                <a:lnTo>
                  <a:pt x="11948" y="1776"/>
                </a:lnTo>
                <a:lnTo>
                  <a:pt x="11972" y="1752"/>
                </a:lnTo>
                <a:lnTo>
                  <a:pt x="11996" y="1752"/>
                </a:lnTo>
                <a:lnTo>
                  <a:pt x="11996" y="1728"/>
                </a:lnTo>
                <a:lnTo>
                  <a:pt x="12021" y="1728"/>
                </a:lnTo>
                <a:lnTo>
                  <a:pt x="12118" y="1801"/>
                </a:lnTo>
                <a:lnTo>
                  <a:pt x="12094" y="1874"/>
                </a:lnTo>
                <a:lnTo>
                  <a:pt x="12069" y="1947"/>
                </a:lnTo>
                <a:lnTo>
                  <a:pt x="12094" y="1995"/>
                </a:lnTo>
                <a:lnTo>
                  <a:pt x="12118" y="2020"/>
                </a:lnTo>
                <a:lnTo>
                  <a:pt x="12167" y="2044"/>
                </a:lnTo>
                <a:lnTo>
                  <a:pt x="12215" y="2020"/>
                </a:lnTo>
                <a:lnTo>
                  <a:pt x="12240" y="1995"/>
                </a:lnTo>
                <a:lnTo>
                  <a:pt x="12313" y="1922"/>
                </a:lnTo>
                <a:lnTo>
                  <a:pt x="12532" y="2068"/>
                </a:lnTo>
                <a:lnTo>
                  <a:pt x="12483" y="2190"/>
                </a:lnTo>
                <a:lnTo>
                  <a:pt x="12483" y="2239"/>
                </a:lnTo>
                <a:lnTo>
                  <a:pt x="12483" y="2336"/>
                </a:lnTo>
                <a:lnTo>
                  <a:pt x="12507" y="2385"/>
                </a:lnTo>
                <a:lnTo>
                  <a:pt x="12532" y="2409"/>
                </a:lnTo>
                <a:lnTo>
                  <a:pt x="12580" y="2409"/>
                </a:lnTo>
                <a:lnTo>
                  <a:pt x="12629" y="2385"/>
                </a:lnTo>
                <a:lnTo>
                  <a:pt x="12678" y="2360"/>
                </a:lnTo>
                <a:lnTo>
                  <a:pt x="12726" y="2287"/>
                </a:lnTo>
                <a:lnTo>
                  <a:pt x="12775" y="2239"/>
                </a:lnTo>
                <a:lnTo>
                  <a:pt x="12945" y="2409"/>
                </a:lnTo>
                <a:lnTo>
                  <a:pt x="12872" y="2531"/>
                </a:lnTo>
                <a:lnTo>
                  <a:pt x="12824" y="2604"/>
                </a:lnTo>
                <a:lnTo>
                  <a:pt x="12824" y="2677"/>
                </a:lnTo>
                <a:lnTo>
                  <a:pt x="12824" y="2725"/>
                </a:lnTo>
                <a:lnTo>
                  <a:pt x="12848" y="2750"/>
                </a:lnTo>
                <a:lnTo>
                  <a:pt x="12897" y="2774"/>
                </a:lnTo>
                <a:lnTo>
                  <a:pt x="12945" y="2774"/>
                </a:lnTo>
                <a:lnTo>
                  <a:pt x="13067" y="2701"/>
                </a:lnTo>
                <a:lnTo>
                  <a:pt x="13164" y="2604"/>
                </a:lnTo>
                <a:lnTo>
                  <a:pt x="13286" y="2725"/>
                </a:lnTo>
                <a:lnTo>
                  <a:pt x="13383" y="2823"/>
                </a:lnTo>
                <a:lnTo>
                  <a:pt x="13262" y="3017"/>
                </a:lnTo>
                <a:lnTo>
                  <a:pt x="13213" y="3066"/>
                </a:lnTo>
                <a:lnTo>
                  <a:pt x="13164" y="3163"/>
                </a:lnTo>
                <a:lnTo>
                  <a:pt x="13164" y="3236"/>
                </a:lnTo>
                <a:lnTo>
                  <a:pt x="13189" y="3285"/>
                </a:lnTo>
                <a:lnTo>
                  <a:pt x="13213" y="3309"/>
                </a:lnTo>
                <a:lnTo>
                  <a:pt x="13310" y="3285"/>
                </a:lnTo>
                <a:lnTo>
                  <a:pt x="13408" y="3236"/>
                </a:lnTo>
                <a:lnTo>
                  <a:pt x="13529" y="3115"/>
                </a:lnTo>
                <a:lnTo>
                  <a:pt x="13578" y="3042"/>
                </a:lnTo>
                <a:lnTo>
                  <a:pt x="13773" y="3309"/>
                </a:lnTo>
                <a:lnTo>
                  <a:pt x="13675" y="3407"/>
                </a:lnTo>
                <a:lnTo>
                  <a:pt x="13554" y="3504"/>
                </a:lnTo>
                <a:lnTo>
                  <a:pt x="13481" y="3577"/>
                </a:lnTo>
                <a:lnTo>
                  <a:pt x="13456" y="3650"/>
                </a:lnTo>
                <a:lnTo>
                  <a:pt x="13456" y="3699"/>
                </a:lnTo>
                <a:lnTo>
                  <a:pt x="13505" y="3723"/>
                </a:lnTo>
                <a:lnTo>
                  <a:pt x="13602" y="3747"/>
                </a:lnTo>
                <a:lnTo>
                  <a:pt x="13675" y="3723"/>
                </a:lnTo>
                <a:lnTo>
                  <a:pt x="13773" y="3674"/>
                </a:lnTo>
                <a:lnTo>
                  <a:pt x="13846" y="3626"/>
                </a:lnTo>
                <a:lnTo>
                  <a:pt x="13943" y="3577"/>
                </a:lnTo>
                <a:lnTo>
                  <a:pt x="14138" y="3918"/>
                </a:lnTo>
                <a:lnTo>
                  <a:pt x="14040" y="3991"/>
                </a:lnTo>
                <a:lnTo>
                  <a:pt x="13846" y="4161"/>
                </a:lnTo>
                <a:lnTo>
                  <a:pt x="13773" y="4234"/>
                </a:lnTo>
                <a:lnTo>
                  <a:pt x="13700" y="4331"/>
                </a:lnTo>
                <a:lnTo>
                  <a:pt x="13700" y="4356"/>
                </a:lnTo>
                <a:lnTo>
                  <a:pt x="13700" y="4380"/>
                </a:lnTo>
                <a:lnTo>
                  <a:pt x="13821" y="4380"/>
                </a:lnTo>
                <a:lnTo>
                  <a:pt x="13943" y="4356"/>
                </a:lnTo>
                <a:lnTo>
                  <a:pt x="14065" y="4307"/>
                </a:lnTo>
                <a:lnTo>
                  <a:pt x="14162" y="4234"/>
                </a:lnTo>
                <a:lnTo>
                  <a:pt x="14284" y="4161"/>
                </a:lnTo>
                <a:lnTo>
                  <a:pt x="14503" y="4696"/>
                </a:lnTo>
                <a:lnTo>
                  <a:pt x="14332" y="4769"/>
                </a:lnTo>
                <a:lnTo>
                  <a:pt x="14186" y="4842"/>
                </a:lnTo>
                <a:lnTo>
                  <a:pt x="14065" y="4940"/>
                </a:lnTo>
                <a:lnTo>
                  <a:pt x="13943" y="5061"/>
                </a:lnTo>
                <a:lnTo>
                  <a:pt x="13919" y="5134"/>
                </a:lnTo>
                <a:lnTo>
                  <a:pt x="13894" y="5207"/>
                </a:lnTo>
                <a:lnTo>
                  <a:pt x="13894" y="5256"/>
                </a:lnTo>
                <a:lnTo>
                  <a:pt x="13919" y="5280"/>
                </a:lnTo>
                <a:lnTo>
                  <a:pt x="13943" y="5305"/>
                </a:lnTo>
                <a:lnTo>
                  <a:pt x="13992" y="5305"/>
                </a:lnTo>
                <a:lnTo>
                  <a:pt x="14113" y="5256"/>
                </a:lnTo>
                <a:lnTo>
                  <a:pt x="14235" y="5183"/>
                </a:lnTo>
                <a:lnTo>
                  <a:pt x="14527" y="5037"/>
                </a:lnTo>
                <a:lnTo>
                  <a:pt x="14600" y="5013"/>
                </a:lnTo>
                <a:lnTo>
                  <a:pt x="14746" y="5524"/>
                </a:lnTo>
                <a:lnTo>
                  <a:pt x="14430" y="5670"/>
                </a:lnTo>
                <a:lnTo>
                  <a:pt x="14162" y="5791"/>
                </a:lnTo>
                <a:lnTo>
                  <a:pt x="13919" y="5937"/>
                </a:lnTo>
                <a:lnTo>
                  <a:pt x="13919" y="5986"/>
                </a:lnTo>
                <a:lnTo>
                  <a:pt x="13943" y="6010"/>
                </a:lnTo>
                <a:lnTo>
                  <a:pt x="14089" y="6035"/>
                </a:lnTo>
                <a:lnTo>
                  <a:pt x="14235" y="6059"/>
                </a:lnTo>
                <a:lnTo>
                  <a:pt x="14357" y="6035"/>
                </a:lnTo>
                <a:lnTo>
                  <a:pt x="14527" y="6010"/>
                </a:lnTo>
                <a:lnTo>
                  <a:pt x="14843" y="5889"/>
                </a:lnTo>
                <a:lnTo>
                  <a:pt x="14965" y="6424"/>
                </a:lnTo>
                <a:lnTo>
                  <a:pt x="14795" y="6497"/>
                </a:lnTo>
                <a:lnTo>
                  <a:pt x="14405" y="6619"/>
                </a:lnTo>
                <a:lnTo>
                  <a:pt x="14016" y="6740"/>
                </a:lnTo>
                <a:lnTo>
                  <a:pt x="13992" y="6789"/>
                </a:lnTo>
                <a:lnTo>
                  <a:pt x="13967" y="6813"/>
                </a:lnTo>
                <a:lnTo>
                  <a:pt x="13992" y="6862"/>
                </a:lnTo>
                <a:lnTo>
                  <a:pt x="14040" y="6886"/>
                </a:lnTo>
                <a:lnTo>
                  <a:pt x="14235" y="6886"/>
                </a:lnTo>
                <a:lnTo>
                  <a:pt x="14405" y="6862"/>
                </a:lnTo>
                <a:lnTo>
                  <a:pt x="14770" y="6813"/>
                </a:lnTo>
                <a:lnTo>
                  <a:pt x="15014" y="6740"/>
                </a:lnTo>
                <a:lnTo>
                  <a:pt x="15087" y="7178"/>
                </a:lnTo>
                <a:lnTo>
                  <a:pt x="14843" y="7227"/>
                </a:lnTo>
                <a:lnTo>
                  <a:pt x="14430" y="7349"/>
                </a:lnTo>
                <a:lnTo>
                  <a:pt x="14235" y="7422"/>
                </a:lnTo>
                <a:lnTo>
                  <a:pt x="14065" y="7543"/>
                </a:lnTo>
                <a:lnTo>
                  <a:pt x="14016" y="7592"/>
                </a:lnTo>
                <a:lnTo>
                  <a:pt x="14040" y="7665"/>
                </a:lnTo>
                <a:lnTo>
                  <a:pt x="14065" y="7714"/>
                </a:lnTo>
                <a:lnTo>
                  <a:pt x="14138" y="7738"/>
                </a:lnTo>
                <a:lnTo>
                  <a:pt x="14332" y="7714"/>
                </a:lnTo>
                <a:lnTo>
                  <a:pt x="14527" y="7665"/>
                </a:lnTo>
                <a:lnTo>
                  <a:pt x="14916" y="7568"/>
                </a:lnTo>
                <a:lnTo>
                  <a:pt x="15135" y="7519"/>
                </a:lnTo>
                <a:lnTo>
                  <a:pt x="15184" y="7981"/>
                </a:lnTo>
                <a:lnTo>
                  <a:pt x="14868" y="8030"/>
                </a:lnTo>
                <a:lnTo>
                  <a:pt x="14624" y="8054"/>
                </a:lnTo>
                <a:lnTo>
                  <a:pt x="14357" y="8079"/>
                </a:lnTo>
                <a:lnTo>
                  <a:pt x="14235" y="8103"/>
                </a:lnTo>
                <a:lnTo>
                  <a:pt x="14113" y="8152"/>
                </a:lnTo>
                <a:lnTo>
                  <a:pt x="14016" y="8200"/>
                </a:lnTo>
                <a:lnTo>
                  <a:pt x="13919" y="8298"/>
                </a:lnTo>
                <a:lnTo>
                  <a:pt x="13919" y="8322"/>
                </a:lnTo>
                <a:lnTo>
                  <a:pt x="13919" y="8346"/>
                </a:lnTo>
                <a:lnTo>
                  <a:pt x="13919" y="8395"/>
                </a:lnTo>
                <a:lnTo>
                  <a:pt x="13943" y="8395"/>
                </a:lnTo>
                <a:lnTo>
                  <a:pt x="14065" y="8419"/>
                </a:lnTo>
                <a:lnTo>
                  <a:pt x="14211" y="8444"/>
                </a:lnTo>
                <a:lnTo>
                  <a:pt x="14454" y="8444"/>
                </a:lnTo>
                <a:lnTo>
                  <a:pt x="14989" y="8395"/>
                </a:lnTo>
                <a:lnTo>
                  <a:pt x="15208" y="8395"/>
                </a:lnTo>
                <a:lnTo>
                  <a:pt x="15208" y="8857"/>
                </a:lnTo>
                <a:lnTo>
                  <a:pt x="14722" y="8882"/>
                </a:lnTo>
                <a:lnTo>
                  <a:pt x="14503" y="8882"/>
                </a:lnTo>
                <a:lnTo>
                  <a:pt x="14284" y="8906"/>
                </a:lnTo>
                <a:lnTo>
                  <a:pt x="14065" y="8955"/>
                </a:lnTo>
                <a:lnTo>
                  <a:pt x="13967" y="8979"/>
                </a:lnTo>
                <a:lnTo>
                  <a:pt x="13870" y="9028"/>
                </a:lnTo>
                <a:lnTo>
                  <a:pt x="13846" y="9052"/>
                </a:lnTo>
                <a:lnTo>
                  <a:pt x="13870" y="9076"/>
                </a:lnTo>
                <a:lnTo>
                  <a:pt x="13967" y="9125"/>
                </a:lnTo>
                <a:lnTo>
                  <a:pt x="14065" y="9174"/>
                </a:lnTo>
                <a:lnTo>
                  <a:pt x="14284" y="9222"/>
                </a:lnTo>
                <a:lnTo>
                  <a:pt x="14722" y="9222"/>
                </a:lnTo>
                <a:lnTo>
                  <a:pt x="14941" y="9247"/>
                </a:lnTo>
                <a:lnTo>
                  <a:pt x="15184" y="9247"/>
                </a:lnTo>
                <a:lnTo>
                  <a:pt x="15160" y="9465"/>
                </a:lnTo>
                <a:lnTo>
                  <a:pt x="14965" y="9514"/>
                </a:lnTo>
                <a:lnTo>
                  <a:pt x="14722" y="9563"/>
                </a:lnTo>
                <a:lnTo>
                  <a:pt x="14478" y="9660"/>
                </a:lnTo>
                <a:lnTo>
                  <a:pt x="14259" y="9757"/>
                </a:lnTo>
                <a:lnTo>
                  <a:pt x="14040" y="9879"/>
                </a:lnTo>
                <a:lnTo>
                  <a:pt x="14016" y="9903"/>
                </a:lnTo>
                <a:lnTo>
                  <a:pt x="14016" y="9952"/>
                </a:lnTo>
                <a:lnTo>
                  <a:pt x="14040" y="9976"/>
                </a:lnTo>
                <a:lnTo>
                  <a:pt x="14065" y="9976"/>
                </a:lnTo>
                <a:lnTo>
                  <a:pt x="14284" y="10001"/>
                </a:lnTo>
                <a:lnTo>
                  <a:pt x="14503" y="9976"/>
                </a:lnTo>
                <a:lnTo>
                  <a:pt x="14965" y="9903"/>
                </a:lnTo>
                <a:lnTo>
                  <a:pt x="15087" y="9879"/>
                </a:lnTo>
                <a:lnTo>
                  <a:pt x="14965" y="10390"/>
                </a:lnTo>
                <a:lnTo>
                  <a:pt x="14527" y="10463"/>
                </a:lnTo>
                <a:lnTo>
                  <a:pt x="14332" y="10487"/>
                </a:lnTo>
                <a:lnTo>
                  <a:pt x="14162" y="10512"/>
                </a:lnTo>
                <a:lnTo>
                  <a:pt x="13992" y="10560"/>
                </a:lnTo>
                <a:lnTo>
                  <a:pt x="13919" y="10609"/>
                </a:lnTo>
                <a:lnTo>
                  <a:pt x="13846" y="10682"/>
                </a:lnTo>
                <a:lnTo>
                  <a:pt x="13821" y="10731"/>
                </a:lnTo>
                <a:lnTo>
                  <a:pt x="13846" y="10804"/>
                </a:lnTo>
                <a:lnTo>
                  <a:pt x="13870" y="10852"/>
                </a:lnTo>
                <a:lnTo>
                  <a:pt x="13894" y="10901"/>
                </a:lnTo>
                <a:lnTo>
                  <a:pt x="13967" y="10925"/>
                </a:lnTo>
                <a:lnTo>
                  <a:pt x="14065" y="10950"/>
                </a:lnTo>
                <a:lnTo>
                  <a:pt x="14235" y="10950"/>
                </a:lnTo>
                <a:lnTo>
                  <a:pt x="14576" y="10901"/>
                </a:lnTo>
                <a:lnTo>
                  <a:pt x="14795" y="10877"/>
                </a:lnTo>
                <a:lnTo>
                  <a:pt x="14795" y="10877"/>
                </a:lnTo>
                <a:lnTo>
                  <a:pt x="14600" y="11339"/>
                </a:lnTo>
                <a:lnTo>
                  <a:pt x="14478" y="11339"/>
                </a:lnTo>
                <a:lnTo>
                  <a:pt x="14284" y="11315"/>
                </a:lnTo>
                <a:lnTo>
                  <a:pt x="14089" y="11339"/>
                </a:lnTo>
                <a:lnTo>
                  <a:pt x="13919" y="11363"/>
                </a:lnTo>
                <a:lnTo>
                  <a:pt x="13724" y="11436"/>
                </a:lnTo>
                <a:lnTo>
                  <a:pt x="13724" y="11461"/>
                </a:lnTo>
                <a:lnTo>
                  <a:pt x="13724" y="11485"/>
                </a:lnTo>
                <a:lnTo>
                  <a:pt x="13894" y="11558"/>
                </a:lnTo>
                <a:lnTo>
                  <a:pt x="14065" y="11607"/>
                </a:lnTo>
                <a:lnTo>
                  <a:pt x="14430" y="11655"/>
                </a:lnTo>
                <a:lnTo>
                  <a:pt x="14186" y="12069"/>
                </a:lnTo>
                <a:lnTo>
                  <a:pt x="13967" y="12069"/>
                </a:lnTo>
                <a:lnTo>
                  <a:pt x="13724" y="12093"/>
                </a:lnTo>
                <a:lnTo>
                  <a:pt x="13602" y="12069"/>
                </a:lnTo>
                <a:lnTo>
                  <a:pt x="13456" y="12045"/>
                </a:lnTo>
                <a:lnTo>
                  <a:pt x="13335" y="12020"/>
                </a:lnTo>
                <a:lnTo>
                  <a:pt x="13213" y="12020"/>
                </a:lnTo>
                <a:lnTo>
                  <a:pt x="13189" y="12045"/>
                </a:lnTo>
                <a:lnTo>
                  <a:pt x="13164" y="12069"/>
                </a:lnTo>
                <a:lnTo>
                  <a:pt x="13189" y="12166"/>
                </a:lnTo>
                <a:lnTo>
                  <a:pt x="13237" y="12239"/>
                </a:lnTo>
                <a:lnTo>
                  <a:pt x="13310" y="12312"/>
                </a:lnTo>
                <a:lnTo>
                  <a:pt x="13408" y="12361"/>
                </a:lnTo>
                <a:lnTo>
                  <a:pt x="13529" y="12385"/>
                </a:lnTo>
                <a:lnTo>
                  <a:pt x="13651" y="12410"/>
                </a:lnTo>
                <a:lnTo>
                  <a:pt x="13919" y="12434"/>
                </a:lnTo>
                <a:lnTo>
                  <a:pt x="13578" y="12823"/>
                </a:lnTo>
                <a:lnTo>
                  <a:pt x="13067" y="12726"/>
                </a:lnTo>
                <a:lnTo>
                  <a:pt x="12848" y="12677"/>
                </a:lnTo>
                <a:lnTo>
                  <a:pt x="12726" y="12677"/>
                </a:lnTo>
                <a:lnTo>
                  <a:pt x="12605" y="12702"/>
                </a:lnTo>
                <a:lnTo>
                  <a:pt x="12605" y="12726"/>
                </a:lnTo>
                <a:lnTo>
                  <a:pt x="12580" y="12775"/>
                </a:lnTo>
                <a:lnTo>
                  <a:pt x="12629" y="12848"/>
                </a:lnTo>
                <a:lnTo>
                  <a:pt x="12678" y="12921"/>
                </a:lnTo>
                <a:lnTo>
                  <a:pt x="12726" y="12969"/>
                </a:lnTo>
                <a:lnTo>
                  <a:pt x="12824" y="13018"/>
                </a:lnTo>
                <a:lnTo>
                  <a:pt x="13018" y="13115"/>
                </a:lnTo>
                <a:lnTo>
                  <a:pt x="13237" y="13164"/>
                </a:lnTo>
                <a:lnTo>
                  <a:pt x="13091" y="13286"/>
                </a:lnTo>
                <a:lnTo>
                  <a:pt x="13043" y="13286"/>
                </a:lnTo>
                <a:lnTo>
                  <a:pt x="12580" y="13261"/>
                </a:lnTo>
                <a:lnTo>
                  <a:pt x="12337" y="13213"/>
                </a:lnTo>
                <a:lnTo>
                  <a:pt x="12215" y="13188"/>
                </a:lnTo>
                <a:lnTo>
                  <a:pt x="12094" y="13188"/>
                </a:lnTo>
                <a:lnTo>
                  <a:pt x="12021" y="13213"/>
                </a:lnTo>
                <a:lnTo>
                  <a:pt x="11972" y="13261"/>
                </a:lnTo>
                <a:lnTo>
                  <a:pt x="11972" y="13334"/>
                </a:lnTo>
                <a:lnTo>
                  <a:pt x="11996" y="13383"/>
                </a:lnTo>
                <a:lnTo>
                  <a:pt x="12142" y="13505"/>
                </a:lnTo>
                <a:lnTo>
                  <a:pt x="12288" y="13578"/>
                </a:lnTo>
                <a:lnTo>
                  <a:pt x="12459" y="13626"/>
                </a:lnTo>
                <a:lnTo>
                  <a:pt x="12653" y="13651"/>
                </a:lnTo>
                <a:lnTo>
                  <a:pt x="12215" y="13943"/>
                </a:lnTo>
                <a:lnTo>
                  <a:pt x="12142" y="13918"/>
                </a:lnTo>
                <a:lnTo>
                  <a:pt x="11680" y="13821"/>
                </a:lnTo>
                <a:lnTo>
                  <a:pt x="11461" y="13772"/>
                </a:lnTo>
                <a:lnTo>
                  <a:pt x="11242" y="13724"/>
                </a:lnTo>
                <a:lnTo>
                  <a:pt x="11218" y="13748"/>
                </a:lnTo>
                <a:lnTo>
                  <a:pt x="11193" y="13748"/>
                </a:lnTo>
                <a:lnTo>
                  <a:pt x="11193" y="13821"/>
                </a:lnTo>
                <a:lnTo>
                  <a:pt x="11242" y="13894"/>
                </a:lnTo>
                <a:lnTo>
                  <a:pt x="11291" y="13967"/>
                </a:lnTo>
                <a:lnTo>
                  <a:pt x="11437" y="14064"/>
                </a:lnTo>
                <a:lnTo>
                  <a:pt x="11607" y="14137"/>
                </a:lnTo>
                <a:lnTo>
                  <a:pt x="11777" y="14210"/>
                </a:lnTo>
                <a:lnTo>
                  <a:pt x="11437" y="14381"/>
                </a:lnTo>
                <a:lnTo>
                  <a:pt x="11364" y="14332"/>
                </a:lnTo>
                <a:lnTo>
                  <a:pt x="11315" y="14308"/>
                </a:lnTo>
                <a:lnTo>
                  <a:pt x="11169" y="14259"/>
                </a:lnTo>
                <a:lnTo>
                  <a:pt x="10877" y="14235"/>
                </a:lnTo>
                <a:lnTo>
                  <a:pt x="10634" y="14210"/>
                </a:lnTo>
                <a:lnTo>
                  <a:pt x="10488" y="14210"/>
                </a:lnTo>
                <a:lnTo>
                  <a:pt x="10366" y="14235"/>
                </a:lnTo>
                <a:lnTo>
                  <a:pt x="10342" y="14283"/>
                </a:lnTo>
                <a:lnTo>
                  <a:pt x="10366" y="14332"/>
                </a:lnTo>
                <a:lnTo>
                  <a:pt x="10390" y="14381"/>
                </a:lnTo>
                <a:lnTo>
                  <a:pt x="10488" y="14478"/>
                </a:lnTo>
                <a:lnTo>
                  <a:pt x="10609" y="14551"/>
                </a:lnTo>
                <a:lnTo>
                  <a:pt x="10707" y="14575"/>
                </a:lnTo>
                <a:lnTo>
                  <a:pt x="10877" y="14624"/>
                </a:lnTo>
                <a:lnTo>
                  <a:pt x="10488" y="14746"/>
                </a:lnTo>
                <a:lnTo>
                  <a:pt x="10293" y="14673"/>
                </a:lnTo>
                <a:lnTo>
                  <a:pt x="10098" y="14624"/>
                </a:lnTo>
                <a:lnTo>
                  <a:pt x="9904" y="14600"/>
                </a:lnTo>
                <a:lnTo>
                  <a:pt x="9782" y="14600"/>
                </a:lnTo>
                <a:lnTo>
                  <a:pt x="9685" y="14648"/>
                </a:lnTo>
                <a:lnTo>
                  <a:pt x="9660" y="14673"/>
                </a:lnTo>
                <a:lnTo>
                  <a:pt x="9660" y="14721"/>
                </a:lnTo>
                <a:lnTo>
                  <a:pt x="9709" y="14794"/>
                </a:lnTo>
                <a:lnTo>
                  <a:pt x="9782" y="14843"/>
                </a:lnTo>
                <a:lnTo>
                  <a:pt x="9928" y="14916"/>
                </a:lnTo>
                <a:lnTo>
                  <a:pt x="9612" y="14989"/>
                </a:lnTo>
                <a:lnTo>
                  <a:pt x="9563" y="14940"/>
                </a:lnTo>
                <a:lnTo>
                  <a:pt x="9514" y="14916"/>
                </a:lnTo>
                <a:lnTo>
                  <a:pt x="9417" y="14867"/>
                </a:lnTo>
                <a:lnTo>
                  <a:pt x="9222" y="14843"/>
                </a:lnTo>
                <a:lnTo>
                  <a:pt x="9125" y="14843"/>
                </a:lnTo>
                <a:lnTo>
                  <a:pt x="9028" y="14867"/>
                </a:lnTo>
                <a:lnTo>
                  <a:pt x="9003" y="14916"/>
                </a:lnTo>
                <a:lnTo>
                  <a:pt x="8979" y="14965"/>
                </a:lnTo>
                <a:lnTo>
                  <a:pt x="8955" y="15013"/>
                </a:lnTo>
                <a:lnTo>
                  <a:pt x="8979" y="15062"/>
                </a:lnTo>
                <a:lnTo>
                  <a:pt x="9003" y="15086"/>
                </a:lnTo>
                <a:lnTo>
                  <a:pt x="8638" y="15135"/>
                </a:lnTo>
                <a:lnTo>
                  <a:pt x="8298" y="15159"/>
                </a:lnTo>
                <a:lnTo>
                  <a:pt x="7203" y="15159"/>
                </a:lnTo>
                <a:lnTo>
                  <a:pt x="6838" y="15111"/>
                </a:lnTo>
                <a:lnTo>
                  <a:pt x="6497" y="15062"/>
                </a:lnTo>
                <a:lnTo>
                  <a:pt x="6132" y="14989"/>
                </a:lnTo>
                <a:lnTo>
                  <a:pt x="5792" y="14916"/>
                </a:lnTo>
                <a:lnTo>
                  <a:pt x="5451" y="14819"/>
                </a:lnTo>
                <a:lnTo>
                  <a:pt x="5110" y="14697"/>
                </a:lnTo>
                <a:lnTo>
                  <a:pt x="4794" y="14575"/>
                </a:lnTo>
                <a:lnTo>
                  <a:pt x="4453" y="14405"/>
                </a:lnTo>
                <a:lnTo>
                  <a:pt x="4137" y="14259"/>
                </a:lnTo>
                <a:lnTo>
                  <a:pt x="3845" y="14064"/>
                </a:lnTo>
                <a:lnTo>
                  <a:pt x="3553" y="13870"/>
                </a:lnTo>
                <a:lnTo>
                  <a:pt x="3285" y="13675"/>
                </a:lnTo>
                <a:lnTo>
                  <a:pt x="3018" y="13456"/>
                </a:lnTo>
                <a:lnTo>
                  <a:pt x="2774" y="13237"/>
                </a:lnTo>
                <a:lnTo>
                  <a:pt x="2531" y="12994"/>
                </a:lnTo>
                <a:lnTo>
                  <a:pt x="2312" y="12775"/>
                </a:lnTo>
                <a:lnTo>
                  <a:pt x="2093" y="12507"/>
                </a:lnTo>
                <a:lnTo>
                  <a:pt x="1898" y="12239"/>
                </a:lnTo>
                <a:lnTo>
                  <a:pt x="1728" y="11972"/>
                </a:lnTo>
                <a:lnTo>
                  <a:pt x="1558" y="11704"/>
                </a:lnTo>
                <a:lnTo>
                  <a:pt x="1387" y="11412"/>
                </a:lnTo>
                <a:lnTo>
                  <a:pt x="1266" y="11120"/>
                </a:lnTo>
                <a:lnTo>
                  <a:pt x="1144" y="10828"/>
                </a:lnTo>
                <a:lnTo>
                  <a:pt x="1022" y="10512"/>
                </a:lnTo>
                <a:lnTo>
                  <a:pt x="949" y="10195"/>
                </a:lnTo>
                <a:lnTo>
                  <a:pt x="876" y="9879"/>
                </a:lnTo>
                <a:lnTo>
                  <a:pt x="828" y="9538"/>
                </a:lnTo>
                <a:lnTo>
                  <a:pt x="755" y="9003"/>
                </a:lnTo>
                <a:lnTo>
                  <a:pt x="730" y="8468"/>
                </a:lnTo>
                <a:lnTo>
                  <a:pt x="730" y="7933"/>
                </a:lnTo>
                <a:lnTo>
                  <a:pt x="779" y="7397"/>
                </a:lnTo>
                <a:lnTo>
                  <a:pt x="828" y="6862"/>
                </a:lnTo>
                <a:lnTo>
                  <a:pt x="949" y="6351"/>
                </a:lnTo>
                <a:lnTo>
                  <a:pt x="1071" y="5840"/>
                </a:lnTo>
                <a:lnTo>
                  <a:pt x="1266" y="5353"/>
                </a:lnTo>
                <a:lnTo>
                  <a:pt x="1387" y="5061"/>
                </a:lnTo>
                <a:lnTo>
                  <a:pt x="1558" y="4745"/>
                </a:lnTo>
                <a:lnTo>
                  <a:pt x="1752" y="4404"/>
                </a:lnTo>
                <a:lnTo>
                  <a:pt x="1996" y="4064"/>
                </a:lnTo>
                <a:lnTo>
                  <a:pt x="2263" y="3699"/>
                </a:lnTo>
                <a:lnTo>
                  <a:pt x="2555" y="3334"/>
                </a:lnTo>
                <a:lnTo>
                  <a:pt x="2896" y="2944"/>
                </a:lnTo>
                <a:lnTo>
                  <a:pt x="3261" y="2604"/>
                </a:lnTo>
                <a:lnTo>
                  <a:pt x="3650" y="2263"/>
                </a:lnTo>
                <a:lnTo>
                  <a:pt x="4064" y="1922"/>
                </a:lnTo>
                <a:lnTo>
                  <a:pt x="4526" y="1630"/>
                </a:lnTo>
                <a:lnTo>
                  <a:pt x="5013" y="1363"/>
                </a:lnTo>
                <a:lnTo>
                  <a:pt x="5500" y="1144"/>
                </a:lnTo>
                <a:lnTo>
                  <a:pt x="6035" y="974"/>
                </a:lnTo>
                <a:lnTo>
                  <a:pt x="6303" y="925"/>
                </a:lnTo>
                <a:lnTo>
                  <a:pt x="6595" y="876"/>
                </a:lnTo>
                <a:lnTo>
                  <a:pt x="6862" y="828"/>
                </a:lnTo>
                <a:lnTo>
                  <a:pt x="7154" y="803"/>
                </a:lnTo>
                <a:lnTo>
                  <a:pt x="7519" y="779"/>
                </a:lnTo>
                <a:lnTo>
                  <a:pt x="7909" y="730"/>
                </a:lnTo>
                <a:lnTo>
                  <a:pt x="8298" y="682"/>
                </a:lnTo>
                <a:close/>
                <a:moveTo>
                  <a:pt x="8128" y="0"/>
                </a:moveTo>
                <a:lnTo>
                  <a:pt x="7738" y="25"/>
                </a:lnTo>
                <a:lnTo>
                  <a:pt x="7373" y="73"/>
                </a:lnTo>
                <a:lnTo>
                  <a:pt x="7081" y="49"/>
                </a:lnTo>
                <a:lnTo>
                  <a:pt x="6765" y="49"/>
                </a:lnTo>
                <a:lnTo>
                  <a:pt x="6473" y="73"/>
                </a:lnTo>
                <a:lnTo>
                  <a:pt x="6157" y="146"/>
                </a:lnTo>
                <a:lnTo>
                  <a:pt x="5840" y="219"/>
                </a:lnTo>
                <a:lnTo>
                  <a:pt x="5524" y="317"/>
                </a:lnTo>
                <a:lnTo>
                  <a:pt x="5208" y="438"/>
                </a:lnTo>
                <a:lnTo>
                  <a:pt x="4916" y="560"/>
                </a:lnTo>
                <a:lnTo>
                  <a:pt x="4307" y="876"/>
                </a:lnTo>
                <a:lnTo>
                  <a:pt x="3748" y="1217"/>
                </a:lnTo>
                <a:lnTo>
                  <a:pt x="3212" y="1606"/>
                </a:lnTo>
                <a:lnTo>
                  <a:pt x="2750" y="1995"/>
                </a:lnTo>
                <a:lnTo>
                  <a:pt x="2482" y="2239"/>
                </a:lnTo>
                <a:lnTo>
                  <a:pt x="2239" y="2482"/>
                </a:lnTo>
                <a:lnTo>
                  <a:pt x="2020" y="2725"/>
                </a:lnTo>
                <a:lnTo>
                  <a:pt x="1825" y="2993"/>
                </a:lnTo>
                <a:lnTo>
                  <a:pt x="1631" y="3261"/>
                </a:lnTo>
                <a:lnTo>
                  <a:pt x="1436" y="3528"/>
                </a:lnTo>
                <a:lnTo>
                  <a:pt x="1120" y="4088"/>
                </a:lnTo>
                <a:lnTo>
                  <a:pt x="852" y="4696"/>
                </a:lnTo>
                <a:lnTo>
                  <a:pt x="609" y="5305"/>
                </a:lnTo>
                <a:lnTo>
                  <a:pt x="390" y="5962"/>
                </a:lnTo>
                <a:lnTo>
                  <a:pt x="195" y="6643"/>
                </a:lnTo>
                <a:lnTo>
                  <a:pt x="122" y="7008"/>
                </a:lnTo>
                <a:lnTo>
                  <a:pt x="49" y="7373"/>
                </a:lnTo>
                <a:lnTo>
                  <a:pt x="25" y="7738"/>
                </a:lnTo>
                <a:lnTo>
                  <a:pt x="1" y="8103"/>
                </a:lnTo>
                <a:lnTo>
                  <a:pt x="1" y="8468"/>
                </a:lnTo>
                <a:lnTo>
                  <a:pt x="1" y="8809"/>
                </a:lnTo>
                <a:lnTo>
                  <a:pt x="49" y="9174"/>
                </a:lnTo>
                <a:lnTo>
                  <a:pt x="98" y="9514"/>
                </a:lnTo>
                <a:lnTo>
                  <a:pt x="171" y="9879"/>
                </a:lnTo>
                <a:lnTo>
                  <a:pt x="268" y="10220"/>
                </a:lnTo>
                <a:lnTo>
                  <a:pt x="365" y="10560"/>
                </a:lnTo>
                <a:lnTo>
                  <a:pt x="487" y="10901"/>
                </a:lnTo>
                <a:lnTo>
                  <a:pt x="633" y="11242"/>
                </a:lnTo>
                <a:lnTo>
                  <a:pt x="803" y="11582"/>
                </a:lnTo>
                <a:lnTo>
                  <a:pt x="1168" y="12264"/>
                </a:lnTo>
                <a:lnTo>
                  <a:pt x="1387" y="12629"/>
                </a:lnTo>
                <a:lnTo>
                  <a:pt x="1631" y="12994"/>
                </a:lnTo>
                <a:lnTo>
                  <a:pt x="1874" y="13334"/>
                </a:lnTo>
                <a:lnTo>
                  <a:pt x="2142" y="13651"/>
                </a:lnTo>
                <a:lnTo>
                  <a:pt x="2434" y="13943"/>
                </a:lnTo>
                <a:lnTo>
                  <a:pt x="2726" y="14235"/>
                </a:lnTo>
                <a:lnTo>
                  <a:pt x="3042" y="14502"/>
                </a:lnTo>
                <a:lnTo>
                  <a:pt x="3358" y="14746"/>
                </a:lnTo>
                <a:lnTo>
                  <a:pt x="3699" y="14965"/>
                </a:lnTo>
                <a:lnTo>
                  <a:pt x="4040" y="15159"/>
                </a:lnTo>
                <a:lnTo>
                  <a:pt x="4405" y="15354"/>
                </a:lnTo>
                <a:lnTo>
                  <a:pt x="4794" y="15500"/>
                </a:lnTo>
                <a:lnTo>
                  <a:pt x="5183" y="15622"/>
                </a:lnTo>
                <a:lnTo>
                  <a:pt x="5573" y="15743"/>
                </a:lnTo>
                <a:lnTo>
                  <a:pt x="5986" y="15816"/>
                </a:lnTo>
                <a:lnTo>
                  <a:pt x="6424" y="15889"/>
                </a:lnTo>
                <a:lnTo>
                  <a:pt x="6838" y="15914"/>
                </a:lnTo>
                <a:lnTo>
                  <a:pt x="7276" y="15938"/>
                </a:lnTo>
                <a:lnTo>
                  <a:pt x="7714" y="15938"/>
                </a:lnTo>
                <a:lnTo>
                  <a:pt x="8152" y="15914"/>
                </a:lnTo>
                <a:lnTo>
                  <a:pt x="8565" y="15889"/>
                </a:lnTo>
                <a:lnTo>
                  <a:pt x="9003" y="15841"/>
                </a:lnTo>
                <a:lnTo>
                  <a:pt x="9417" y="15768"/>
                </a:lnTo>
                <a:lnTo>
                  <a:pt x="9831" y="15670"/>
                </a:lnTo>
                <a:lnTo>
                  <a:pt x="10244" y="15573"/>
                </a:lnTo>
                <a:lnTo>
                  <a:pt x="10658" y="15451"/>
                </a:lnTo>
                <a:lnTo>
                  <a:pt x="11047" y="15305"/>
                </a:lnTo>
                <a:lnTo>
                  <a:pt x="11437" y="15135"/>
                </a:lnTo>
                <a:lnTo>
                  <a:pt x="11826" y="14940"/>
                </a:lnTo>
                <a:lnTo>
                  <a:pt x="12191" y="14721"/>
                </a:lnTo>
                <a:lnTo>
                  <a:pt x="12556" y="14478"/>
                </a:lnTo>
                <a:lnTo>
                  <a:pt x="12921" y="14235"/>
                </a:lnTo>
                <a:lnTo>
                  <a:pt x="13262" y="13943"/>
                </a:lnTo>
                <a:lnTo>
                  <a:pt x="13578" y="13651"/>
                </a:lnTo>
                <a:lnTo>
                  <a:pt x="13894" y="13334"/>
                </a:lnTo>
                <a:lnTo>
                  <a:pt x="14186" y="13018"/>
                </a:lnTo>
                <a:lnTo>
                  <a:pt x="14430" y="12702"/>
                </a:lnTo>
                <a:lnTo>
                  <a:pt x="14673" y="12361"/>
                </a:lnTo>
                <a:lnTo>
                  <a:pt x="14892" y="11996"/>
                </a:lnTo>
                <a:lnTo>
                  <a:pt x="15087" y="11631"/>
                </a:lnTo>
                <a:lnTo>
                  <a:pt x="15111" y="11631"/>
                </a:lnTo>
                <a:lnTo>
                  <a:pt x="15135" y="11582"/>
                </a:lnTo>
                <a:lnTo>
                  <a:pt x="15135" y="11534"/>
                </a:lnTo>
                <a:lnTo>
                  <a:pt x="15330" y="11096"/>
                </a:lnTo>
                <a:lnTo>
                  <a:pt x="15500" y="10658"/>
                </a:lnTo>
                <a:lnTo>
                  <a:pt x="15622" y="10195"/>
                </a:lnTo>
                <a:lnTo>
                  <a:pt x="15719" y="9733"/>
                </a:lnTo>
                <a:lnTo>
                  <a:pt x="15744" y="9709"/>
                </a:lnTo>
                <a:lnTo>
                  <a:pt x="15768" y="9684"/>
                </a:lnTo>
                <a:lnTo>
                  <a:pt x="15768" y="9636"/>
                </a:lnTo>
                <a:lnTo>
                  <a:pt x="15768" y="9611"/>
                </a:lnTo>
                <a:lnTo>
                  <a:pt x="15744" y="9563"/>
                </a:lnTo>
                <a:lnTo>
                  <a:pt x="15792" y="9174"/>
                </a:lnTo>
                <a:lnTo>
                  <a:pt x="15817" y="8760"/>
                </a:lnTo>
                <a:lnTo>
                  <a:pt x="15817" y="8371"/>
                </a:lnTo>
                <a:lnTo>
                  <a:pt x="15817" y="7957"/>
                </a:lnTo>
                <a:lnTo>
                  <a:pt x="15719" y="7105"/>
                </a:lnTo>
                <a:lnTo>
                  <a:pt x="15671" y="6667"/>
                </a:lnTo>
                <a:lnTo>
                  <a:pt x="15598" y="6254"/>
                </a:lnTo>
                <a:lnTo>
                  <a:pt x="15500" y="5840"/>
                </a:lnTo>
                <a:lnTo>
                  <a:pt x="15403" y="5426"/>
                </a:lnTo>
                <a:lnTo>
                  <a:pt x="15281" y="5013"/>
                </a:lnTo>
                <a:lnTo>
                  <a:pt x="15135" y="4623"/>
                </a:lnTo>
                <a:lnTo>
                  <a:pt x="14989" y="4234"/>
                </a:lnTo>
                <a:lnTo>
                  <a:pt x="14819" y="3845"/>
                </a:lnTo>
                <a:lnTo>
                  <a:pt x="14600" y="3480"/>
                </a:lnTo>
                <a:lnTo>
                  <a:pt x="14381" y="3115"/>
                </a:lnTo>
                <a:lnTo>
                  <a:pt x="14138" y="2774"/>
                </a:lnTo>
                <a:lnTo>
                  <a:pt x="13870" y="2458"/>
                </a:lnTo>
                <a:lnTo>
                  <a:pt x="13578" y="2141"/>
                </a:lnTo>
                <a:lnTo>
                  <a:pt x="13262" y="1849"/>
                </a:lnTo>
                <a:lnTo>
                  <a:pt x="12970" y="1582"/>
                </a:lnTo>
                <a:lnTo>
                  <a:pt x="12629" y="1363"/>
                </a:lnTo>
                <a:lnTo>
                  <a:pt x="12288" y="1144"/>
                </a:lnTo>
                <a:lnTo>
                  <a:pt x="11948" y="949"/>
                </a:lnTo>
                <a:lnTo>
                  <a:pt x="11583" y="779"/>
                </a:lnTo>
                <a:lnTo>
                  <a:pt x="11218" y="609"/>
                </a:lnTo>
                <a:lnTo>
                  <a:pt x="10828" y="487"/>
                </a:lnTo>
                <a:lnTo>
                  <a:pt x="10463" y="365"/>
                </a:lnTo>
                <a:lnTo>
                  <a:pt x="10098" y="268"/>
                </a:lnTo>
                <a:lnTo>
                  <a:pt x="9709" y="171"/>
                </a:lnTo>
                <a:lnTo>
                  <a:pt x="9320" y="98"/>
                </a:lnTo>
                <a:lnTo>
                  <a:pt x="8930" y="49"/>
                </a:lnTo>
                <a:lnTo>
                  <a:pt x="8517" y="25"/>
                </a:lnTo>
                <a:lnTo>
                  <a:pt x="8128" y="0"/>
                </a:lnTo>
                <a:close/>
              </a:path>
            </a:pathLst>
          </a:cu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25"/>
          <p:cNvSpPr txBox="1"/>
          <p:nvPr>
            <p:ph idx="1" type="subTitle"/>
          </p:nvPr>
        </p:nvSpPr>
        <p:spPr>
          <a:xfrm>
            <a:off x="2077175" y="3940675"/>
            <a:ext cx="5995800" cy="53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38761D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It’s awesome ! Going to solve ALL our problems.</a:t>
            </a:r>
            <a:endParaRPr i="1" sz="1800">
              <a:solidFill>
                <a:srgbClr val="38761D"/>
              </a:solidFill>
              <a:latin typeface="Gloria Hallelujah"/>
              <a:ea typeface="Gloria Hallelujah"/>
              <a:cs typeface="Gloria Hallelujah"/>
              <a:sym typeface="Gloria Hallelujah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26"/>
          <p:cNvSpPr txBox="1"/>
          <p:nvPr>
            <p:ph idx="12" type="sldNum"/>
          </p:nvPr>
        </p:nvSpPr>
        <p:spPr>
          <a:xfrm>
            <a:off x="7899350" y="409842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9" name="Google Shape;519;p26"/>
          <p:cNvSpPr/>
          <p:nvPr/>
        </p:nvSpPr>
        <p:spPr>
          <a:xfrm>
            <a:off x="2016300" y="1782513"/>
            <a:ext cx="2252178" cy="1658718"/>
          </a:xfrm>
          <a:prstGeom prst="irregularSeal1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Shadows Into Light Two"/>
                <a:ea typeface="Shadows Into Light Two"/>
                <a:cs typeface="Shadows Into Light Two"/>
                <a:sym typeface="Shadows Into Light Two"/>
              </a:rPr>
              <a:t>BFF</a:t>
            </a:r>
            <a:endParaRPr sz="3000">
              <a:latin typeface="Shadows Into Light Two"/>
              <a:ea typeface="Shadows Into Light Two"/>
              <a:cs typeface="Shadows Into Light Two"/>
              <a:sym typeface="Shadows Into Light Two"/>
            </a:endParaRPr>
          </a:p>
        </p:txBody>
      </p:sp>
      <p:sp>
        <p:nvSpPr>
          <p:cNvPr id="520" name="Google Shape;520;p26"/>
          <p:cNvSpPr/>
          <p:nvPr/>
        </p:nvSpPr>
        <p:spPr>
          <a:xfrm>
            <a:off x="1575000" y="1787313"/>
            <a:ext cx="503455" cy="492604"/>
          </a:xfrm>
          <a:custGeom>
            <a:rect b="b" l="l" r="r" t="t"/>
            <a:pathLst>
              <a:path extrusionOk="0" h="18981" w="15817">
                <a:moveTo>
                  <a:pt x="11364" y="1"/>
                </a:moveTo>
                <a:lnTo>
                  <a:pt x="11242" y="25"/>
                </a:lnTo>
                <a:lnTo>
                  <a:pt x="11169" y="74"/>
                </a:lnTo>
                <a:lnTo>
                  <a:pt x="11096" y="171"/>
                </a:lnTo>
                <a:lnTo>
                  <a:pt x="10780" y="731"/>
                </a:lnTo>
                <a:lnTo>
                  <a:pt x="10634" y="999"/>
                </a:lnTo>
                <a:lnTo>
                  <a:pt x="10537" y="1315"/>
                </a:lnTo>
                <a:lnTo>
                  <a:pt x="10512" y="1388"/>
                </a:lnTo>
                <a:lnTo>
                  <a:pt x="10537" y="1461"/>
                </a:lnTo>
                <a:lnTo>
                  <a:pt x="10585" y="1534"/>
                </a:lnTo>
                <a:lnTo>
                  <a:pt x="10634" y="1583"/>
                </a:lnTo>
                <a:lnTo>
                  <a:pt x="10707" y="1607"/>
                </a:lnTo>
                <a:lnTo>
                  <a:pt x="10804" y="1631"/>
                </a:lnTo>
                <a:lnTo>
                  <a:pt x="10877" y="1607"/>
                </a:lnTo>
                <a:lnTo>
                  <a:pt x="10950" y="1558"/>
                </a:lnTo>
                <a:lnTo>
                  <a:pt x="11145" y="1315"/>
                </a:lnTo>
                <a:lnTo>
                  <a:pt x="11291" y="1047"/>
                </a:lnTo>
                <a:lnTo>
                  <a:pt x="11510" y="731"/>
                </a:lnTo>
                <a:lnTo>
                  <a:pt x="11583" y="682"/>
                </a:lnTo>
                <a:lnTo>
                  <a:pt x="11656" y="609"/>
                </a:lnTo>
                <a:lnTo>
                  <a:pt x="11705" y="463"/>
                </a:lnTo>
                <a:lnTo>
                  <a:pt x="11729" y="342"/>
                </a:lnTo>
                <a:lnTo>
                  <a:pt x="11705" y="220"/>
                </a:lnTo>
                <a:lnTo>
                  <a:pt x="11656" y="123"/>
                </a:lnTo>
                <a:lnTo>
                  <a:pt x="11583" y="50"/>
                </a:lnTo>
                <a:lnTo>
                  <a:pt x="11486" y="25"/>
                </a:lnTo>
                <a:lnTo>
                  <a:pt x="11461" y="1"/>
                </a:lnTo>
                <a:close/>
                <a:moveTo>
                  <a:pt x="3821" y="171"/>
                </a:moveTo>
                <a:lnTo>
                  <a:pt x="3748" y="196"/>
                </a:lnTo>
                <a:lnTo>
                  <a:pt x="3699" y="244"/>
                </a:lnTo>
                <a:lnTo>
                  <a:pt x="3651" y="317"/>
                </a:lnTo>
                <a:lnTo>
                  <a:pt x="3651" y="390"/>
                </a:lnTo>
                <a:lnTo>
                  <a:pt x="3651" y="463"/>
                </a:lnTo>
                <a:lnTo>
                  <a:pt x="3699" y="634"/>
                </a:lnTo>
                <a:lnTo>
                  <a:pt x="3772" y="804"/>
                </a:lnTo>
                <a:lnTo>
                  <a:pt x="3943" y="1120"/>
                </a:lnTo>
                <a:lnTo>
                  <a:pt x="4113" y="1461"/>
                </a:lnTo>
                <a:lnTo>
                  <a:pt x="4259" y="1802"/>
                </a:lnTo>
                <a:lnTo>
                  <a:pt x="4332" y="1923"/>
                </a:lnTo>
                <a:lnTo>
                  <a:pt x="4429" y="1996"/>
                </a:lnTo>
                <a:lnTo>
                  <a:pt x="4527" y="2021"/>
                </a:lnTo>
                <a:lnTo>
                  <a:pt x="4624" y="1996"/>
                </a:lnTo>
                <a:lnTo>
                  <a:pt x="4721" y="1972"/>
                </a:lnTo>
                <a:lnTo>
                  <a:pt x="4794" y="1899"/>
                </a:lnTo>
                <a:lnTo>
                  <a:pt x="4843" y="1777"/>
                </a:lnTo>
                <a:lnTo>
                  <a:pt x="4843" y="1656"/>
                </a:lnTo>
                <a:lnTo>
                  <a:pt x="4794" y="1461"/>
                </a:lnTo>
                <a:lnTo>
                  <a:pt x="4697" y="1266"/>
                </a:lnTo>
                <a:lnTo>
                  <a:pt x="4502" y="901"/>
                </a:lnTo>
                <a:lnTo>
                  <a:pt x="4283" y="536"/>
                </a:lnTo>
                <a:lnTo>
                  <a:pt x="4162" y="390"/>
                </a:lnTo>
                <a:lnTo>
                  <a:pt x="4040" y="244"/>
                </a:lnTo>
                <a:lnTo>
                  <a:pt x="3967" y="196"/>
                </a:lnTo>
                <a:lnTo>
                  <a:pt x="3894" y="171"/>
                </a:lnTo>
                <a:close/>
                <a:moveTo>
                  <a:pt x="15452" y="4405"/>
                </a:moveTo>
                <a:lnTo>
                  <a:pt x="15379" y="4429"/>
                </a:lnTo>
                <a:lnTo>
                  <a:pt x="15306" y="4454"/>
                </a:lnTo>
                <a:lnTo>
                  <a:pt x="15135" y="4551"/>
                </a:lnTo>
                <a:lnTo>
                  <a:pt x="14941" y="4600"/>
                </a:lnTo>
                <a:lnTo>
                  <a:pt x="14551" y="4697"/>
                </a:lnTo>
                <a:lnTo>
                  <a:pt x="14357" y="4746"/>
                </a:lnTo>
                <a:lnTo>
                  <a:pt x="14162" y="4819"/>
                </a:lnTo>
                <a:lnTo>
                  <a:pt x="14016" y="4916"/>
                </a:lnTo>
                <a:lnTo>
                  <a:pt x="13870" y="5062"/>
                </a:lnTo>
                <a:lnTo>
                  <a:pt x="13822" y="5135"/>
                </a:lnTo>
                <a:lnTo>
                  <a:pt x="13822" y="5232"/>
                </a:lnTo>
                <a:lnTo>
                  <a:pt x="13846" y="5330"/>
                </a:lnTo>
                <a:lnTo>
                  <a:pt x="13895" y="5354"/>
                </a:lnTo>
                <a:lnTo>
                  <a:pt x="13943" y="5354"/>
                </a:lnTo>
                <a:lnTo>
                  <a:pt x="14138" y="5378"/>
                </a:lnTo>
                <a:lnTo>
                  <a:pt x="14357" y="5378"/>
                </a:lnTo>
                <a:lnTo>
                  <a:pt x="14600" y="5354"/>
                </a:lnTo>
                <a:lnTo>
                  <a:pt x="14819" y="5330"/>
                </a:lnTo>
                <a:lnTo>
                  <a:pt x="15038" y="5257"/>
                </a:lnTo>
                <a:lnTo>
                  <a:pt x="15257" y="5208"/>
                </a:lnTo>
                <a:lnTo>
                  <a:pt x="15452" y="5111"/>
                </a:lnTo>
                <a:lnTo>
                  <a:pt x="15646" y="5038"/>
                </a:lnTo>
                <a:lnTo>
                  <a:pt x="15719" y="4989"/>
                </a:lnTo>
                <a:lnTo>
                  <a:pt x="15768" y="4940"/>
                </a:lnTo>
                <a:lnTo>
                  <a:pt x="15817" y="4819"/>
                </a:lnTo>
                <a:lnTo>
                  <a:pt x="15792" y="4697"/>
                </a:lnTo>
                <a:lnTo>
                  <a:pt x="15768" y="4575"/>
                </a:lnTo>
                <a:lnTo>
                  <a:pt x="15671" y="4478"/>
                </a:lnTo>
                <a:lnTo>
                  <a:pt x="15573" y="4429"/>
                </a:lnTo>
                <a:lnTo>
                  <a:pt x="15452" y="4405"/>
                </a:lnTo>
                <a:close/>
                <a:moveTo>
                  <a:pt x="317" y="4697"/>
                </a:moveTo>
                <a:lnTo>
                  <a:pt x="220" y="4721"/>
                </a:lnTo>
                <a:lnTo>
                  <a:pt x="122" y="4746"/>
                </a:lnTo>
                <a:lnTo>
                  <a:pt x="25" y="4794"/>
                </a:lnTo>
                <a:lnTo>
                  <a:pt x="1" y="4867"/>
                </a:lnTo>
                <a:lnTo>
                  <a:pt x="1" y="4965"/>
                </a:lnTo>
                <a:lnTo>
                  <a:pt x="49" y="5038"/>
                </a:lnTo>
                <a:lnTo>
                  <a:pt x="195" y="5184"/>
                </a:lnTo>
                <a:lnTo>
                  <a:pt x="390" y="5305"/>
                </a:lnTo>
                <a:lnTo>
                  <a:pt x="779" y="5524"/>
                </a:lnTo>
                <a:lnTo>
                  <a:pt x="1169" y="5743"/>
                </a:lnTo>
                <a:lnTo>
                  <a:pt x="1388" y="5841"/>
                </a:lnTo>
                <a:lnTo>
                  <a:pt x="1582" y="5938"/>
                </a:lnTo>
                <a:lnTo>
                  <a:pt x="1655" y="5962"/>
                </a:lnTo>
                <a:lnTo>
                  <a:pt x="1801" y="5962"/>
                </a:lnTo>
                <a:lnTo>
                  <a:pt x="1850" y="5938"/>
                </a:lnTo>
                <a:lnTo>
                  <a:pt x="1923" y="5841"/>
                </a:lnTo>
                <a:lnTo>
                  <a:pt x="1972" y="5743"/>
                </a:lnTo>
                <a:lnTo>
                  <a:pt x="1996" y="5622"/>
                </a:lnTo>
                <a:lnTo>
                  <a:pt x="1972" y="5476"/>
                </a:lnTo>
                <a:lnTo>
                  <a:pt x="1899" y="5378"/>
                </a:lnTo>
                <a:lnTo>
                  <a:pt x="1826" y="5330"/>
                </a:lnTo>
                <a:lnTo>
                  <a:pt x="1777" y="5305"/>
                </a:lnTo>
                <a:lnTo>
                  <a:pt x="1582" y="5208"/>
                </a:lnTo>
                <a:lnTo>
                  <a:pt x="1388" y="5111"/>
                </a:lnTo>
                <a:lnTo>
                  <a:pt x="974" y="4892"/>
                </a:lnTo>
                <a:lnTo>
                  <a:pt x="755" y="4794"/>
                </a:lnTo>
                <a:lnTo>
                  <a:pt x="536" y="4721"/>
                </a:lnTo>
                <a:lnTo>
                  <a:pt x="317" y="4697"/>
                </a:lnTo>
                <a:close/>
                <a:moveTo>
                  <a:pt x="8809" y="6936"/>
                </a:moveTo>
                <a:lnTo>
                  <a:pt x="8736" y="6984"/>
                </a:lnTo>
                <a:lnTo>
                  <a:pt x="8663" y="7057"/>
                </a:lnTo>
                <a:lnTo>
                  <a:pt x="8566" y="7252"/>
                </a:lnTo>
                <a:lnTo>
                  <a:pt x="8468" y="7495"/>
                </a:lnTo>
                <a:lnTo>
                  <a:pt x="8420" y="7739"/>
                </a:lnTo>
                <a:lnTo>
                  <a:pt x="8395" y="7958"/>
                </a:lnTo>
                <a:lnTo>
                  <a:pt x="8395" y="8128"/>
                </a:lnTo>
                <a:lnTo>
                  <a:pt x="8322" y="8177"/>
                </a:lnTo>
                <a:lnTo>
                  <a:pt x="8201" y="8225"/>
                </a:lnTo>
                <a:lnTo>
                  <a:pt x="8079" y="8250"/>
                </a:lnTo>
                <a:lnTo>
                  <a:pt x="7982" y="8225"/>
                </a:lnTo>
                <a:lnTo>
                  <a:pt x="7909" y="8201"/>
                </a:lnTo>
                <a:lnTo>
                  <a:pt x="7982" y="8079"/>
                </a:lnTo>
                <a:lnTo>
                  <a:pt x="8055" y="7933"/>
                </a:lnTo>
                <a:lnTo>
                  <a:pt x="8103" y="7812"/>
                </a:lnTo>
                <a:lnTo>
                  <a:pt x="8103" y="7666"/>
                </a:lnTo>
                <a:lnTo>
                  <a:pt x="8103" y="7520"/>
                </a:lnTo>
                <a:lnTo>
                  <a:pt x="8055" y="7398"/>
                </a:lnTo>
                <a:lnTo>
                  <a:pt x="7957" y="7252"/>
                </a:lnTo>
                <a:lnTo>
                  <a:pt x="7836" y="7130"/>
                </a:lnTo>
                <a:lnTo>
                  <a:pt x="7763" y="7082"/>
                </a:lnTo>
                <a:lnTo>
                  <a:pt x="7617" y="7082"/>
                </a:lnTo>
                <a:lnTo>
                  <a:pt x="7544" y="7130"/>
                </a:lnTo>
                <a:lnTo>
                  <a:pt x="7446" y="7252"/>
                </a:lnTo>
                <a:lnTo>
                  <a:pt x="7373" y="7374"/>
                </a:lnTo>
                <a:lnTo>
                  <a:pt x="7325" y="7495"/>
                </a:lnTo>
                <a:lnTo>
                  <a:pt x="7300" y="7641"/>
                </a:lnTo>
                <a:lnTo>
                  <a:pt x="7300" y="7787"/>
                </a:lnTo>
                <a:lnTo>
                  <a:pt x="7300" y="7909"/>
                </a:lnTo>
                <a:lnTo>
                  <a:pt x="7325" y="8055"/>
                </a:lnTo>
                <a:lnTo>
                  <a:pt x="7373" y="8177"/>
                </a:lnTo>
                <a:lnTo>
                  <a:pt x="7179" y="8298"/>
                </a:lnTo>
                <a:lnTo>
                  <a:pt x="7081" y="8323"/>
                </a:lnTo>
                <a:lnTo>
                  <a:pt x="6984" y="8347"/>
                </a:lnTo>
                <a:lnTo>
                  <a:pt x="6911" y="8371"/>
                </a:lnTo>
                <a:lnTo>
                  <a:pt x="6814" y="8347"/>
                </a:lnTo>
                <a:lnTo>
                  <a:pt x="6692" y="8298"/>
                </a:lnTo>
                <a:lnTo>
                  <a:pt x="6570" y="8201"/>
                </a:lnTo>
                <a:lnTo>
                  <a:pt x="6497" y="8055"/>
                </a:lnTo>
                <a:lnTo>
                  <a:pt x="6449" y="7909"/>
                </a:lnTo>
                <a:lnTo>
                  <a:pt x="6449" y="7739"/>
                </a:lnTo>
                <a:lnTo>
                  <a:pt x="6497" y="7544"/>
                </a:lnTo>
                <a:lnTo>
                  <a:pt x="6497" y="7520"/>
                </a:lnTo>
                <a:lnTo>
                  <a:pt x="6473" y="7520"/>
                </a:lnTo>
                <a:lnTo>
                  <a:pt x="6449" y="7495"/>
                </a:lnTo>
                <a:lnTo>
                  <a:pt x="6424" y="7520"/>
                </a:lnTo>
                <a:lnTo>
                  <a:pt x="6327" y="7617"/>
                </a:lnTo>
                <a:lnTo>
                  <a:pt x="6254" y="7739"/>
                </a:lnTo>
                <a:lnTo>
                  <a:pt x="6230" y="7836"/>
                </a:lnTo>
                <a:lnTo>
                  <a:pt x="6206" y="7958"/>
                </a:lnTo>
                <a:lnTo>
                  <a:pt x="6206" y="8055"/>
                </a:lnTo>
                <a:lnTo>
                  <a:pt x="6206" y="8177"/>
                </a:lnTo>
                <a:lnTo>
                  <a:pt x="6254" y="8274"/>
                </a:lnTo>
                <a:lnTo>
                  <a:pt x="6303" y="8371"/>
                </a:lnTo>
                <a:lnTo>
                  <a:pt x="6376" y="8469"/>
                </a:lnTo>
                <a:lnTo>
                  <a:pt x="6449" y="8542"/>
                </a:lnTo>
                <a:lnTo>
                  <a:pt x="6546" y="8615"/>
                </a:lnTo>
                <a:lnTo>
                  <a:pt x="6643" y="8663"/>
                </a:lnTo>
                <a:lnTo>
                  <a:pt x="6765" y="8712"/>
                </a:lnTo>
                <a:lnTo>
                  <a:pt x="6862" y="8736"/>
                </a:lnTo>
                <a:lnTo>
                  <a:pt x="7008" y="8736"/>
                </a:lnTo>
                <a:lnTo>
                  <a:pt x="7130" y="8712"/>
                </a:lnTo>
                <a:lnTo>
                  <a:pt x="7349" y="8615"/>
                </a:lnTo>
                <a:lnTo>
                  <a:pt x="7592" y="8493"/>
                </a:lnTo>
                <a:lnTo>
                  <a:pt x="7690" y="8566"/>
                </a:lnTo>
                <a:lnTo>
                  <a:pt x="7836" y="8639"/>
                </a:lnTo>
                <a:lnTo>
                  <a:pt x="7982" y="8663"/>
                </a:lnTo>
                <a:lnTo>
                  <a:pt x="8128" y="8688"/>
                </a:lnTo>
                <a:lnTo>
                  <a:pt x="8225" y="8688"/>
                </a:lnTo>
                <a:lnTo>
                  <a:pt x="8347" y="8663"/>
                </a:lnTo>
                <a:lnTo>
                  <a:pt x="8566" y="8566"/>
                </a:lnTo>
                <a:lnTo>
                  <a:pt x="8639" y="8663"/>
                </a:lnTo>
                <a:lnTo>
                  <a:pt x="8736" y="8736"/>
                </a:lnTo>
                <a:lnTo>
                  <a:pt x="8833" y="8809"/>
                </a:lnTo>
                <a:lnTo>
                  <a:pt x="8931" y="8858"/>
                </a:lnTo>
                <a:lnTo>
                  <a:pt x="9174" y="8907"/>
                </a:lnTo>
                <a:lnTo>
                  <a:pt x="9417" y="8931"/>
                </a:lnTo>
                <a:lnTo>
                  <a:pt x="9661" y="8882"/>
                </a:lnTo>
                <a:lnTo>
                  <a:pt x="9880" y="8809"/>
                </a:lnTo>
                <a:lnTo>
                  <a:pt x="9977" y="8736"/>
                </a:lnTo>
                <a:lnTo>
                  <a:pt x="10074" y="8663"/>
                </a:lnTo>
                <a:lnTo>
                  <a:pt x="10172" y="8566"/>
                </a:lnTo>
                <a:lnTo>
                  <a:pt x="10269" y="8469"/>
                </a:lnTo>
                <a:lnTo>
                  <a:pt x="10293" y="8396"/>
                </a:lnTo>
                <a:lnTo>
                  <a:pt x="10293" y="8347"/>
                </a:lnTo>
                <a:lnTo>
                  <a:pt x="10269" y="8298"/>
                </a:lnTo>
                <a:lnTo>
                  <a:pt x="10245" y="8250"/>
                </a:lnTo>
                <a:lnTo>
                  <a:pt x="10172" y="8225"/>
                </a:lnTo>
                <a:lnTo>
                  <a:pt x="10123" y="8201"/>
                </a:lnTo>
                <a:lnTo>
                  <a:pt x="10001" y="8201"/>
                </a:lnTo>
                <a:lnTo>
                  <a:pt x="9782" y="8323"/>
                </a:lnTo>
                <a:lnTo>
                  <a:pt x="9563" y="8420"/>
                </a:lnTo>
                <a:lnTo>
                  <a:pt x="9442" y="8444"/>
                </a:lnTo>
                <a:lnTo>
                  <a:pt x="9344" y="8469"/>
                </a:lnTo>
                <a:lnTo>
                  <a:pt x="9223" y="8469"/>
                </a:lnTo>
                <a:lnTo>
                  <a:pt x="9101" y="8420"/>
                </a:lnTo>
                <a:lnTo>
                  <a:pt x="9004" y="8347"/>
                </a:lnTo>
                <a:lnTo>
                  <a:pt x="8931" y="8274"/>
                </a:lnTo>
                <a:lnTo>
                  <a:pt x="9052" y="8128"/>
                </a:lnTo>
                <a:lnTo>
                  <a:pt x="9150" y="7982"/>
                </a:lnTo>
                <a:lnTo>
                  <a:pt x="9247" y="7836"/>
                </a:lnTo>
                <a:lnTo>
                  <a:pt x="9296" y="7666"/>
                </a:lnTo>
                <a:lnTo>
                  <a:pt x="9320" y="7495"/>
                </a:lnTo>
                <a:lnTo>
                  <a:pt x="9296" y="7349"/>
                </a:lnTo>
                <a:lnTo>
                  <a:pt x="9247" y="7203"/>
                </a:lnTo>
                <a:lnTo>
                  <a:pt x="9150" y="7057"/>
                </a:lnTo>
                <a:lnTo>
                  <a:pt x="9052" y="6984"/>
                </a:lnTo>
                <a:lnTo>
                  <a:pt x="8955" y="6936"/>
                </a:lnTo>
                <a:close/>
                <a:moveTo>
                  <a:pt x="1947" y="9710"/>
                </a:moveTo>
                <a:lnTo>
                  <a:pt x="1801" y="9758"/>
                </a:lnTo>
                <a:lnTo>
                  <a:pt x="1582" y="9856"/>
                </a:lnTo>
                <a:lnTo>
                  <a:pt x="1363" y="10002"/>
                </a:lnTo>
                <a:lnTo>
                  <a:pt x="925" y="10294"/>
                </a:lnTo>
                <a:lnTo>
                  <a:pt x="706" y="10415"/>
                </a:lnTo>
                <a:lnTo>
                  <a:pt x="585" y="10513"/>
                </a:lnTo>
                <a:lnTo>
                  <a:pt x="463" y="10610"/>
                </a:lnTo>
                <a:lnTo>
                  <a:pt x="366" y="10707"/>
                </a:lnTo>
                <a:lnTo>
                  <a:pt x="317" y="10829"/>
                </a:lnTo>
                <a:lnTo>
                  <a:pt x="317" y="10878"/>
                </a:lnTo>
                <a:lnTo>
                  <a:pt x="341" y="10926"/>
                </a:lnTo>
                <a:lnTo>
                  <a:pt x="366" y="10999"/>
                </a:lnTo>
                <a:lnTo>
                  <a:pt x="439" y="11048"/>
                </a:lnTo>
                <a:lnTo>
                  <a:pt x="536" y="11097"/>
                </a:lnTo>
                <a:lnTo>
                  <a:pt x="633" y="11097"/>
                </a:lnTo>
                <a:lnTo>
                  <a:pt x="755" y="11072"/>
                </a:lnTo>
                <a:lnTo>
                  <a:pt x="877" y="11048"/>
                </a:lnTo>
                <a:lnTo>
                  <a:pt x="1120" y="10926"/>
                </a:lnTo>
                <a:lnTo>
                  <a:pt x="1315" y="10829"/>
                </a:lnTo>
                <a:lnTo>
                  <a:pt x="1728" y="10610"/>
                </a:lnTo>
                <a:lnTo>
                  <a:pt x="1947" y="10488"/>
                </a:lnTo>
                <a:lnTo>
                  <a:pt x="2142" y="10342"/>
                </a:lnTo>
                <a:lnTo>
                  <a:pt x="2264" y="10245"/>
                </a:lnTo>
                <a:lnTo>
                  <a:pt x="2312" y="10123"/>
                </a:lnTo>
                <a:lnTo>
                  <a:pt x="2312" y="10002"/>
                </a:lnTo>
                <a:lnTo>
                  <a:pt x="2264" y="9880"/>
                </a:lnTo>
                <a:lnTo>
                  <a:pt x="2191" y="9783"/>
                </a:lnTo>
                <a:lnTo>
                  <a:pt x="2069" y="9734"/>
                </a:lnTo>
                <a:lnTo>
                  <a:pt x="1947" y="9710"/>
                </a:lnTo>
                <a:close/>
                <a:moveTo>
                  <a:pt x="14065" y="10026"/>
                </a:moveTo>
                <a:lnTo>
                  <a:pt x="13895" y="10050"/>
                </a:lnTo>
                <a:lnTo>
                  <a:pt x="13846" y="10075"/>
                </a:lnTo>
                <a:lnTo>
                  <a:pt x="13797" y="10123"/>
                </a:lnTo>
                <a:lnTo>
                  <a:pt x="13773" y="10172"/>
                </a:lnTo>
                <a:lnTo>
                  <a:pt x="13749" y="10221"/>
                </a:lnTo>
                <a:lnTo>
                  <a:pt x="13773" y="10318"/>
                </a:lnTo>
                <a:lnTo>
                  <a:pt x="13797" y="10367"/>
                </a:lnTo>
                <a:lnTo>
                  <a:pt x="13846" y="10415"/>
                </a:lnTo>
                <a:lnTo>
                  <a:pt x="14138" y="10586"/>
                </a:lnTo>
                <a:lnTo>
                  <a:pt x="14454" y="10756"/>
                </a:lnTo>
                <a:lnTo>
                  <a:pt x="14624" y="10878"/>
                </a:lnTo>
                <a:lnTo>
                  <a:pt x="14819" y="10975"/>
                </a:lnTo>
                <a:lnTo>
                  <a:pt x="15014" y="11048"/>
                </a:lnTo>
                <a:lnTo>
                  <a:pt x="15208" y="11097"/>
                </a:lnTo>
                <a:lnTo>
                  <a:pt x="15379" y="11097"/>
                </a:lnTo>
                <a:lnTo>
                  <a:pt x="15427" y="11072"/>
                </a:lnTo>
                <a:lnTo>
                  <a:pt x="15500" y="11024"/>
                </a:lnTo>
                <a:lnTo>
                  <a:pt x="15573" y="10951"/>
                </a:lnTo>
                <a:lnTo>
                  <a:pt x="15598" y="10829"/>
                </a:lnTo>
                <a:lnTo>
                  <a:pt x="15598" y="10707"/>
                </a:lnTo>
                <a:lnTo>
                  <a:pt x="15549" y="10586"/>
                </a:lnTo>
                <a:lnTo>
                  <a:pt x="15500" y="10537"/>
                </a:lnTo>
                <a:lnTo>
                  <a:pt x="15452" y="10513"/>
                </a:lnTo>
                <a:lnTo>
                  <a:pt x="15379" y="10464"/>
                </a:lnTo>
                <a:lnTo>
                  <a:pt x="15306" y="10464"/>
                </a:lnTo>
                <a:lnTo>
                  <a:pt x="15135" y="10415"/>
                </a:lnTo>
                <a:lnTo>
                  <a:pt x="14965" y="10367"/>
                </a:lnTo>
                <a:lnTo>
                  <a:pt x="14600" y="10196"/>
                </a:lnTo>
                <a:lnTo>
                  <a:pt x="14430" y="10099"/>
                </a:lnTo>
                <a:lnTo>
                  <a:pt x="14260" y="10050"/>
                </a:lnTo>
                <a:lnTo>
                  <a:pt x="14065" y="10026"/>
                </a:lnTo>
                <a:close/>
                <a:moveTo>
                  <a:pt x="8468" y="2605"/>
                </a:moveTo>
                <a:lnTo>
                  <a:pt x="8760" y="2629"/>
                </a:lnTo>
                <a:lnTo>
                  <a:pt x="9052" y="2678"/>
                </a:lnTo>
                <a:lnTo>
                  <a:pt x="9344" y="2726"/>
                </a:lnTo>
                <a:lnTo>
                  <a:pt x="9125" y="2799"/>
                </a:lnTo>
                <a:lnTo>
                  <a:pt x="9101" y="2824"/>
                </a:lnTo>
                <a:lnTo>
                  <a:pt x="9101" y="2848"/>
                </a:lnTo>
                <a:lnTo>
                  <a:pt x="9101" y="2872"/>
                </a:lnTo>
                <a:lnTo>
                  <a:pt x="9125" y="2897"/>
                </a:lnTo>
                <a:lnTo>
                  <a:pt x="9223" y="2945"/>
                </a:lnTo>
                <a:lnTo>
                  <a:pt x="9320" y="2970"/>
                </a:lnTo>
                <a:lnTo>
                  <a:pt x="9442" y="2945"/>
                </a:lnTo>
                <a:lnTo>
                  <a:pt x="9563" y="2921"/>
                </a:lnTo>
                <a:lnTo>
                  <a:pt x="9855" y="2872"/>
                </a:lnTo>
                <a:lnTo>
                  <a:pt x="10269" y="3043"/>
                </a:lnTo>
                <a:lnTo>
                  <a:pt x="10074" y="3067"/>
                </a:lnTo>
                <a:lnTo>
                  <a:pt x="9855" y="3116"/>
                </a:lnTo>
                <a:lnTo>
                  <a:pt x="9685" y="3189"/>
                </a:lnTo>
                <a:lnTo>
                  <a:pt x="9515" y="3262"/>
                </a:lnTo>
                <a:lnTo>
                  <a:pt x="9515" y="3286"/>
                </a:lnTo>
                <a:lnTo>
                  <a:pt x="9490" y="3310"/>
                </a:lnTo>
                <a:lnTo>
                  <a:pt x="9515" y="3335"/>
                </a:lnTo>
                <a:lnTo>
                  <a:pt x="9539" y="3359"/>
                </a:lnTo>
                <a:lnTo>
                  <a:pt x="9953" y="3335"/>
                </a:lnTo>
                <a:lnTo>
                  <a:pt x="10342" y="3310"/>
                </a:lnTo>
                <a:lnTo>
                  <a:pt x="10780" y="3310"/>
                </a:lnTo>
                <a:lnTo>
                  <a:pt x="11048" y="3505"/>
                </a:lnTo>
                <a:lnTo>
                  <a:pt x="10756" y="3578"/>
                </a:lnTo>
                <a:lnTo>
                  <a:pt x="10464" y="3675"/>
                </a:lnTo>
                <a:lnTo>
                  <a:pt x="10245" y="3797"/>
                </a:lnTo>
                <a:lnTo>
                  <a:pt x="10099" y="3918"/>
                </a:lnTo>
                <a:lnTo>
                  <a:pt x="10074" y="3943"/>
                </a:lnTo>
                <a:lnTo>
                  <a:pt x="10099" y="3943"/>
                </a:lnTo>
                <a:lnTo>
                  <a:pt x="10391" y="3918"/>
                </a:lnTo>
                <a:lnTo>
                  <a:pt x="10683" y="3870"/>
                </a:lnTo>
                <a:lnTo>
                  <a:pt x="10975" y="3821"/>
                </a:lnTo>
                <a:lnTo>
                  <a:pt x="11291" y="3773"/>
                </a:lnTo>
                <a:lnTo>
                  <a:pt x="11364" y="3773"/>
                </a:lnTo>
                <a:lnTo>
                  <a:pt x="11583" y="3967"/>
                </a:lnTo>
                <a:lnTo>
                  <a:pt x="11778" y="4186"/>
                </a:lnTo>
                <a:lnTo>
                  <a:pt x="11388" y="4210"/>
                </a:lnTo>
                <a:lnTo>
                  <a:pt x="10829" y="4259"/>
                </a:lnTo>
                <a:lnTo>
                  <a:pt x="10561" y="4283"/>
                </a:lnTo>
                <a:lnTo>
                  <a:pt x="10318" y="4381"/>
                </a:lnTo>
                <a:lnTo>
                  <a:pt x="10293" y="4405"/>
                </a:lnTo>
                <a:lnTo>
                  <a:pt x="10293" y="4429"/>
                </a:lnTo>
                <a:lnTo>
                  <a:pt x="10318" y="4454"/>
                </a:lnTo>
                <a:lnTo>
                  <a:pt x="10585" y="4527"/>
                </a:lnTo>
                <a:lnTo>
                  <a:pt x="11705" y="4527"/>
                </a:lnTo>
                <a:lnTo>
                  <a:pt x="11997" y="4502"/>
                </a:lnTo>
                <a:lnTo>
                  <a:pt x="12216" y="4867"/>
                </a:lnTo>
                <a:lnTo>
                  <a:pt x="11851" y="4867"/>
                </a:lnTo>
                <a:lnTo>
                  <a:pt x="11267" y="4892"/>
                </a:lnTo>
                <a:lnTo>
                  <a:pt x="10658" y="4940"/>
                </a:lnTo>
                <a:lnTo>
                  <a:pt x="10634" y="4940"/>
                </a:lnTo>
                <a:lnTo>
                  <a:pt x="10634" y="4965"/>
                </a:lnTo>
                <a:lnTo>
                  <a:pt x="10634" y="4989"/>
                </a:lnTo>
                <a:lnTo>
                  <a:pt x="10658" y="5013"/>
                </a:lnTo>
                <a:lnTo>
                  <a:pt x="10902" y="5086"/>
                </a:lnTo>
                <a:lnTo>
                  <a:pt x="11169" y="5111"/>
                </a:lnTo>
                <a:lnTo>
                  <a:pt x="12021" y="5111"/>
                </a:lnTo>
                <a:lnTo>
                  <a:pt x="12362" y="5135"/>
                </a:lnTo>
                <a:lnTo>
                  <a:pt x="12556" y="5622"/>
                </a:lnTo>
                <a:lnTo>
                  <a:pt x="11461" y="5622"/>
                </a:lnTo>
                <a:lnTo>
                  <a:pt x="11291" y="5646"/>
                </a:lnTo>
                <a:lnTo>
                  <a:pt x="11145" y="5695"/>
                </a:lnTo>
                <a:lnTo>
                  <a:pt x="10999" y="5768"/>
                </a:lnTo>
                <a:lnTo>
                  <a:pt x="10975" y="5792"/>
                </a:lnTo>
                <a:lnTo>
                  <a:pt x="10999" y="5841"/>
                </a:lnTo>
                <a:lnTo>
                  <a:pt x="11267" y="5889"/>
                </a:lnTo>
                <a:lnTo>
                  <a:pt x="11534" y="5889"/>
                </a:lnTo>
                <a:lnTo>
                  <a:pt x="12070" y="5914"/>
                </a:lnTo>
                <a:lnTo>
                  <a:pt x="12654" y="5938"/>
                </a:lnTo>
                <a:lnTo>
                  <a:pt x="12702" y="6060"/>
                </a:lnTo>
                <a:lnTo>
                  <a:pt x="12727" y="6181"/>
                </a:lnTo>
                <a:lnTo>
                  <a:pt x="12386" y="6181"/>
                </a:lnTo>
                <a:lnTo>
                  <a:pt x="11729" y="6254"/>
                </a:lnTo>
                <a:lnTo>
                  <a:pt x="11413" y="6279"/>
                </a:lnTo>
                <a:lnTo>
                  <a:pt x="11121" y="6352"/>
                </a:lnTo>
                <a:lnTo>
                  <a:pt x="11096" y="6352"/>
                </a:lnTo>
                <a:lnTo>
                  <a:pt x="11096" y="6376"/>
                </a:lnTo>
                <a:lnTo>
                  <a:pt x="11096" y="6400"/>
                </a:lnTo>
                <a:lnTo>
                  <a:pt x="11121" y="6425"/>
                </a:lnTo>
                <a:lnTo>
                  <a:pt x="11388" y="6473"/>
                </a:lnTo>
                <a:lnTo>
                  <a:pt x="11656" y="6498"/>
                </a:lnTo>
                <a:lnTo>
                  <a:pt x="12508" y="6498"/>
                </a:lnTo>
                <a:lnTo>
                  <a:pt x="12824" y="6522"/>
                </a:lnTo>
                <a:lnTo>
                  <a:pt x="12873" y="6838"/>
                </a:lnTo>
                <a:lnTo>
                  <a:pt x="12556" y="6838"/>
                </a:lnTo>
                <a:lnTo>
                  <a:pt x="12240" y="6863"/>
                </a:lnTo>
                <a:lnTo>
                  <a:pt x="11753" y="6887"/>
                </a:lnTo>
                <a:lnTo>
                  <a:pt x="11510" y="6911"/>
                </a:lnTo>
                <a:lnTo>
                  <a:pt x="11267" y="6936"/>
                </a:lnTo>
                <a:lnTo>
                  <a:pt x="11242" y="6936"/>
                </a:lnTo>
                <a:lnTo>
                  <a:pt x="11242" y="6960"/>
                </a:lnTo>
                <a:lnTo>
                  <a:pt x="11242" y="7009"/>
                </a:lnTo>
                <a:lnTo>
                  <a:pt x="11267" y="7009"/>
                </a:lnTo>
                <a:lnTo>
                  <a:pt x="11461" y="7082"/>
                </a:lnTo>
                <a:lnTo>
                  <a:pt x="11680" y="7130"/>
                </a:lnTo>
                <a:lnTo>
                  <a:pt x="12727" y="7130"/>
                </a:lnTo>
                <a:lnTo>
                  <a:pt x="12921" y="7106"/>
                </a:lnTo>
                <a:lnTo>
                  <a:pt x="12994" y="7593"/>
                </a:lnTo>
                <a:lnTo>
                  <a:pt x="12994" y="7593"/>
                </a:lnTo>
                <a:lnTo>
                  <a:pt x="12848" y="7568"/>
                </a:lnTo>
                <a:lnTo>
                  <a:pt x="12702" y="7568"/>
                </a:lnTo>
                <a:lnTo>
                  <a:pt x="12435" y="7593"/>
                </a:lnTo>
                <a:lnTo>
                  <a:pt x="11997" y="7593"/>
                </a:lnTo>
                <a:lnTo>
                  <a:pt x="11778" y="7617"/>
                </a:lnTo>
                <a:lnTo>
                  <a:pt x="11559" y="7690"/>
                </a:lnTo>
                <a:lnTo>
                  <a:pt x="11534" y="7690"/>
                </a:lnTo>
                <a:lnTo>
                  <a:pt x="11534" y="7739"/>
                </a:lnTo>
                <a:lnTo>
                  <a:pt x="11534" y="7763"/>
                </a:lnTo>
                <a:lnTo>
                  <a:pt x="11559" y="7787"/>
                </a:lnTo>
                <a:lnTo>
                  <a:pt x="11778" y="7836"/>
                </a:lnTo>
                <a:lnTo>
                  <a:pt x="11997" y="7860"/>
                </a:lnTo>
                <a:lnTo>
                  <a:pt x="12435" y="7860"/>
                </a:lnTo>
                <a:lnTo>
                  <a:pt x="12702" y="7885"/>
                </a:lnTo>
                <a:lnTo>
                  <a:pt x="12848" y="7885"/>
                </a:lnTo>
                <a:lnTo>
                  <a:pt x="12994" y="7860"/>
                </a:lnTo>
                <a:lnTo>
                  <a:pt x="12994" y="7909"/>
                </a:lnTo>
                <a:lnTo>
                  <a:pt x="12994" y="8250"/>
                </a:lnTo>
                <a:lnTo>
                  <a:pt x="12873" y="8201"/>
                </a:lnTo>
                <a:lnTo>
                  <a:pt x="12775" y="8201"/>
                </a:lnTo>
                <a:lnTo>
                  <a:pt x="12532" y="8177"/>
                </a:lnTo>
                <a:lnTo>
                  <a:pt x="12094" y="8177"/>
                </a:lnTo>
                <a:lnTo>
                  <a:pt x="11875" y="8201"/>
                </a:lnTo>
                <a:lnTo>
                  <a:pt x="11656" y="8250"/>
                </a:lnTo>
                <a:lnTo>
                  <a:pt x="11656" y="8274"/>
                </a:lnTo>
                <a:lnTo>
                  <a:pt x="11632" y="8298"/>
                </a:lnTo>
                <a:lnTo>
                  <a:pt x="11656" y="8298"/>
                </a:lnTo>
                <a:lnTo>
                  <a:pt x="11656" y="8323"/>
                </a:lnTo>
                <a:lnTo>
                  <a:pt x="12045" y="8396"/>
                </a:lnTo>
                <a:lnTo>
                  <a:pt x="12410" y="8444"/>
                </a:lnTo>
                <a:lnTo>
                  <a:pt x="12702" y="8469"/>
                </a:lnTo>
                <a:lnTo>
                  <a:pt x="12824" y="8493"/>
                </a:lnTo>
                <a:lnTo>
                  <a:pt x="12970" y="8469"/>
                </a:lnTo>
                <a:lnTo>
                  <a:pt x="12873" y="8858"/>
                </a:lnTo>
                <a:lnTo>
                  <a:pt x="12654" y="8809"/>
                </a:lnTo>
                <a:lnTo>
                  <a:pt x="12483" y="8785"/>
                </a:lnTo>
                <a:lnTo>
                  <a:pt x="12264" y="8736"/>
                </a:lnTo>
                <a:lnTo>
                  <a:pt x="11826" y="8736"/>
                </a:lnTo>
                <a:lnTo>
                  <a:pt x="11607" y="8809"/>
                </a:lnTo>
                <a:lnTo>
                  <a:pt x="11583" y="8834"/>
                </a:lnTo>
                <a:lnTo>
                  <a:pt x="11583" y="8858"/>
                </a:lnTo>
                <a:lnTo>
                  <a:pt x="11583" y="8882"/>
                </a:lnTo>
                <a:lnTo>
                  <a:pt x="11851" y="8882"/>
                </a:lnTo>
                <a:lnTo>
                  <a:pt x="12094" y="8931"/>
                </a:lnTo>
                <a:lnTo>
                  <a:pt x="12556" y="9053"/>
                </a:lnTo>
                <a:lnTo>
                  <a:pt x="12775" y="9126"/>
                </a:lnTo>
                <a:lnTo>
                  <a:pt x="12654" y="9345"/>
                </a:lnTo>
                <a:lnTo>
                  <a:pt x="12508" y="9296"/>
                </a:lnTo>
                <a:lnTo>
                  <a:pt x="12313" y="9272"/>
                </a:lnTo>
                <a:lnTo>
                  <a:pt x="12143" y="9223"/>
                </a:lnTo>
                <a:lnTo>
                  <a:pt x="11972" y="9199"/>
                </a:lnTo>
                <a:lnTo>
                  <a:pt x="11607" y="9199"/>
                </a:lnTo>
                <a:lnTo>
                  <a:pt x="11583" y="9223"/>
                </a:lnTo>
                <a:lnTo>
                  <a:pt x="11583" y="9247"/>
                </a:lnTo>
                <a:lnTo>
                  <a:pt x="11583" y="9272"/>
                </a:lnTo>
                <a:lnTo>
                  <a:pt x="11924" y="9418"/>
                </a:lnTo>
                <a:lnTo>
                  <a:pt x="12240" y="9564"/>
                </a:lnTo>
                <a:lnTo>
                  <a:pt x="12532" y="9637"/>
                </a:lnTo>
                <a:lnTo>
                  <a:pt x="12337" y="9929"/>
                </a:lnTo>
                <a:lnTo>
                  <a:pt x="12337" y="9977"/>
                </a:lnTo>
                <a:lnTo>
                  <a:pt x="12167" y="9904"/>
                </a:lnTo>
                <a:lnTo>
                  <a:pt x="11997" y="9880"/>
                </a:lnTo>
                <a:lnTo>
                  <a:pt x="11802" y="9831"/>
                </a:lnTo>
                <a:lnTo>
                  <a:pt x="11242" y="9831"/>
                </a:lnTo>
                <a:lnTo>
                  <a:pt x="11218" y="9856"/>
                </a:lnTo>
                <a:lnTo>
                  <a:pt x="11218" y="9880"/>
                </a:lnTo>
                <a:lnTo>
                  <a:pt x="11242" y="9880"/>
                </a:lnTo>
                <a:lnTo>
                  <a:pt x="11534" y="10002"/>
                </a:lnTo>
                <a:lnTo>
                  <a:pt x="11851" y="10123"/>
                </a:lnTo>
                <a:lnTo>
                  <a:pt x="12167" y="10245"/>
                </a:lnTo>
                <a:lnTo>
                  <a:pt x="11972" y="10513"/>
                </a:lnTo>
                <a:lnTo>
                  <a:pt x="11826" y="10488"/>
                </a:lnTo>
                <a:lnTo>
                  <a:pt x="11413" y="10391"/>
                </a:lnTo>
                <a:lnTo>
                  <a:pt x="11023" y="10342"/>
                </a:lnTo>
                <a:lnTo>
                  <a:pt x="10975" y="10342"/>
                </a:lnTo>
                <a:lnTo>
                  <a:pt x="10975" y="10367"/>
                </a:lnTo>
                <a:lnTo>
                  <a:pt x="10975" y="10391"/>
                </a:lnTo>
                <a:lnTo>
                  <a:pt x="10999" y="10440"/>
                </a:lnTo>
                <a:lnTo>
                  <a:pt x="11145" y="10537"/>
                </a:lnTo>
                <a:lnTo>
                  <a:pt x="11315" y="10610"/>
                </a:lnTo>
                <a:lnTo>
                  <a:pt x="11632" y="10732"/>
                </a:lnTo>
                <a:lnTo>
                  <a:pt x="11802" y="10780"/>
                </a:lnTo>
                <a:lnTo>
                  <a:pt x="11656" y="10999"/>
                </a:lnTo>
                <a:lnTo>
                  <a:pt x="11510" y="10951"/>
                </a:lnTo>
                <a:lnTo>
                  <a:pt x="11364" y="10926"/>
                </a:lnTo>
                <a:lnTo>
                  <a:pt x="11072" y="10853"/>
                </a:lnTo>
                <a:lnTo>
                  <a:pt x="10950" y="10853"/>
                </a:lnTo>
                <a:lnTo>
                  <a:pt x="10804" y="10902"/>
                </a:lnTo>
                <a:lnTo>
                  <a:pt x="10780" y="10926"/>
                </a:lnTo>
                <a:lnTo>
                  <a:pt x="10756" y="10951"/>
                </a:lnTo>
                <a:lnTo>
                  <a:pt x="10756" y="10999"/>
                </a:lnTo>
                <a:lnTo>
                  <a:pt x="10780" y="11048"/>
                </a:lnTo>
                <a:lnTo>
                  <a:pt x="10902" y="11121"/>
                </a:lnTo>
                <a:lnTo>
                  <a:pt x="11023" y="11170"/>
                </a:lnTo>
                <a:lnTo>
                  <a:pt x="11267" y="11243"/>
                </a:lnTo>
                <a:lnTo>
                  <a:pt x="11461" y="11291"/>
                </a:lnTo>
                <a:lnTo>
                  <a:pt x="11242" y="11583"/>
                </a:lnTo>
                <a:lnTo>
                  <a:pt x="11072" y="11535"/>
                </a:lnTo>
                <a:lnTo>
                  <a:pt x="10877" y="11535"/>
                </a:lnTo>
                <a:lnTo>
                  <a:pt x="10683" y="11583"/>
                </a:lnTo>
                <a:lnTo>
                  <a:pt x="10658" y="11608"/>
                </a:lnTo>
                <a:lnTo>
                  <a:pt x="10683" y="11632"/>
                </a:lnTo>
                <a:lnTo>
                  <a:pt x="10829" y="11681"/>
                </a:lnTo>
                <a:lnTo>
                  <a:pt x="10975" y="11729"/>
                </a:lnTo>
                <a:lnTo>
                  <a:pt x="11096" y="11778"/>
                </a:lnTo>
                <a:lnTo>
                  <a:pt x="10877" y="12143"/>
                </a:lnTo>
                <a:lnTo>
                  <a:pt x="10829" y="12118"/>
                </a:lnTo>
                <a:lnTo>
                  <a:pt x="10658" y="12045"/>
                </a:lnTo>
                <a:lnTo>
                  <a:pt x="10561" y="11997"/>
                </a:lnTo>
                <a:lnTo>
                  <a:pt x="10464" y="11972"/>
                </a:lnTo>
                <a:lnTo>
                  <a:pt x="10439" y="11997"/>
                </a:lnTo>
                <a:lnTo>
                  <a:pt x="10439" y="12045"/>
                </a:lnTo>
                <a:lnTo>
                  <a:pt x="10488" y="12118"/>
                </a:lnTo>
                <a:lnTo>
                  <a:pt x="10585" y="12191"/>
                </a:lnTo>
                <a:lnTo>
                  <a:pt x="10756" y="12313"/>
                </a:lnTo>
                <a:lnTo>
                  <a:pt x="10561" y="12654"/>
                </a:lnTo>
                <a:lnTo>
                  <a:pt x="10415" y="12629"/>
                </a:lnTo>
                <a:lnTo>
                  <a:pt x="10172" y="12629"/>
                </a:lnTo>
                <a:lnTo>
                  <a:pt x="10026" y="12654"/>
                </a:lnTo>
                <a:lnTo>
                  <a:pt x="10026" y="12678"/>
                </a:lnTo>
                <a:lnTo>
                  <a:pt x="10026" y="12702"/>
                </a:lnTo>
                <a:lnTo>
                  <a:pt x="10245" y="12800"/>
                </a:lnTo>
                <a:lnTo>
                  <a:pt x="10439" y="12897"/>
                </a:lnTo>
                <a:lnTo>
                  <a:pt x="10196" y="13384"/>
                </a:lnTo>
                <a:lnTo>
                  <a:pt x="9880" y="13384"/>
                </a:lnTo>
                <a:lnTo>
                  <a:pt x="9904" y="13432"/>
                </a:lnTo>
                <a:lnTo>
                  <a:pt x="10147" y="13505"/>
                </a:lnTo>
                <a:lnTo>
                  <a:pt x="10074" y="13700"/>
                </a:lnTo>
                <a:lnTo>
                  <a:pt x="10026" y="13895"/>
                </a:lnTo>
                <a:lnTo>
                  <a:pt x="9953" y="14284"/>
                </a:lnTo>
                <a:lnTo>
                  <a:pt x="9880" y="14673"/>
                </a:lnTo>
                <a:lnTo>
                  <a:pt x="9807" y="15087"/>
                </a:lnTo>
                <a:lnTo>
                  <a:pt x="9101" y="15111"/>
                </a:lnTo>
                <a:lnTo>
                  <a:pt x="9247" y="14673"/>
                </a:lnTo>
                <a:lnTo>
                  <a:pt x="9344" y="14235"/>
                </a:lnTo>
                <a:lnTo>
                  <a:pt x="9539" y="13359"/>
                </a:lnTo>
                <a:lnTo>
                  <a:pt x="9734" y="12459"/>
                </a:lnTo>
                <a:lnTo>
                  <a:pt x="9855" y="12021"/>
                </a:lnTo>
                <a:lnTo>
                  <a:pt x="9977" y="11583"/>
                </a:lnTo>
                <a:lnTo>
                  <a:pt x="10269" y="10659"/>
                </a:lnTo>
                <a:lnTo>
                  <a:pt x="10537" y="9734"/>
                </a:lnTo>
                <a:lnTo>
                  <a:pt x="10658" y="9320"/>
                </a:lnTo>
                <a:lnTo>
                  <a:pt x="10756" y="8858"/>
                </a:lnTo>
                <a:lnTo>
                  <a:pt x="10780" y="8639"/>
                </a:lnTo>
                <a:lnTo>
                  <a:pt x="10780" y="8396"/>
                </a:lnTo>
                <a:lnTo>
                  <a:pt x="10756" y="8177"/>
                </a:lnTo>
                <a:lnTo>
                  <a:pt x="10707" y="7958"/>
                </a:lnTo>
                <a:lnTo>
                  <a:pt x="10683" y="7933"/>
                </a:lnTo>
                <a:lnTo>
                  <a:pt x="10634" y="7933"/>
                </a:lnTo>
                <a:lnTo>
                  <a:pt x="10610" y="7958"/>
                </a:lnTo>
                <a:lnTo>
                  <a:pt x="10537" y="8177"/>
                </a:lnTo>
                <a:lnTo>
                  <a:pt x="10464" y="8420"/>
                </a:lnTo>
                <a:lnTo>
                  <a:pt x="10366" y="8882"/>
                </a:lnTo>
                <a:lnTo>
                  <a:pt x="10293" y="9369"/>
                </a:lnTo>
                <a:lnTo>
                  <a:pt x="10172" y="9831"/>
                </a:lnTo>
                <a:lnTo>
                  <a:pt x="9904" y="10756"/>
                </a:lnTo>
                <a:lnTo>
                  <a:pt x="9588" y="11656"/>
                </a:lnTo>
                <a:lnTo>
                  <a:pt x="9466" y="12094"/>
                </a:lnTo>
                <a:lnTo>
                  <a:pt x="9369" y="12532"/>
                </a:lnTo>
                <a:lnTo>
                  <a:pt x="9174" y="13384"/>
                </a:lnTo>
                <a:lnTo>
                  <a:pt x="8979" y="14260"/>
                </a:lnTo>
                <a:lnTo>
                  <a:pt x="8858" y="14698"/>
                </a:lnTo>
                <a:lnTo>
                  <a:pt x="8736" y="15111"/>
                </a:lnTo>
                <a:lnTo>
                  <a:pt x="8128" y="15136"/>
                </a:lnTo>
                <a:lnTo>
                  <a:pt x="7519" y="15087"/>
                </a:lnTo>
                <a:lnTo>
                  <a:pt x="7179" y="15063"/>
                </a:lnTo>
                <a:lnTo>
                  <a:pt x="7154" y="15038"/>
                </a:lnTo>
                <a:lnTo>
                  <a:pt x="7081" y="14698"/>
                </a:lnTo>
                <a:lnTo>
                  <a:pt x="7033" y="14357"/>
                </a:lnTo>
                <a:lnTo>
                  <a:pt x="6935" y="13651"/>
                </a:lnTo>
                <a:lnTo>
                  <a:pt x="6765" y="12605"/>
                </a:lnTo>
                <a:lnTo>
                  <a:pt x="6570" y="11583"/>
                </a:lnTo>
                <a:lnTo>
                  <a:pt x="6230" y="9880"/>
                </a:lnTo>
                <a:lnTo>
                  <a:pt x="6060" y="9028"/>
                </a:lnTo>
                <a:lnTo>
                  <a:pt x="5841" y="8177"/>
                </a:lnTo>
                <a:lnTo>
                  <a:pt x="5816" y="8152"/>
                </a:lnTo>
                <a:lnTo>
                  <a:pt x="5768" y="8128"/>
                </a:lnTo>
                <a:lnTo>
                  <a:pt x="5743" y="8128"/>
                </a:lnTo>
                <a:lnTo>
                  <a:pt x="5695" y="8152"/>
                </a:lnTo>
                <a:lnTo>
                  <a:pt x="5646" y="8298"/>
                </a:lnTo>
                <a:lnTo>
                  <a:pt x="5646" y="8420"/>
                </a:lnTo>
                <a:lnTo>
                  <a:pt x="5646" y="8542"/>
                </a:lnTo>
                <a:lnTo>
                  <a:pt x="5646" y="8663"/>
                </a:lnTo>
                <a:lnTo>
                  <a:pt x="5719" y="8931"/>
                </a:lnTo>
                <a:lnTo>
                  <a:pt x="5768" y="9199"/>
                </a:lnTo>
                <a:lnTo>
                  <a:pt x="5865" y="9734"/>
                </a:lnTo>
                <a:lnTo>
                  <a:pt x="5962" y="10245"/>
                </a:lnTo>
                <a:lnTo>
                  <a:pt x="6035" y="10780"/>
                </a:lnTo>
                <a:lnTo>
                  <a:pt x="6133" y="11316"/>
                </a:lnTo>
                <a:lnTo>
                  <a:pt x="6327" y="12337"/>
                </a:lnTo>
                <a:lnTo>
                  <a:pt x="6522" y="13384"/>
                </a:lnTo>
                <a:lnTo>
                  <a:pt x="6570" y="13773"/>
                </a:lnTo>
                <a:lnTo>
                  <a:pt x="6619" y="14211"/>
                </a:lnTo>
                <a:lnTo>
                  <a:pt x="6668" y="14625"/>
                </a:lnTo>
                <a:lnTo>
                  <a:pt x="6716" y="14819"/>
                </a:lnTo>
                <a:lnTo>
                  <a:pt x="6765" y="15014"/>
                </a:lnTo>
                <a:lnTo>
                  <a:pt x="6497" y="15038"/>
                </a:lnTo>
                <a:lnTo>
                  <a:pt x="6473" y="14625"/>
                </a:lnTo>
                <a:lnTo>
                  <a:pt x="6400" y="14235"/>
                </a:lnTo>
                <a:lnTo>
                  <a:pt x="6279" y="13846"/>
                </a:lnTo>
                <a:lnTo>
                  <a:pt x="6133" y="13481"/>
                </a:lnTo>
                <a:lnTo>
                  <a:pt x="5938" y="13116"/>
                </a:lnTo>
                <a:lnTo>
                  <a:pt x="5743" y="12775"/>
                </a:lnTo>
                <a:lnTo>
                  <a:pt x="5281" y="12070"/>
                </a:lnTo>
                <a:lnTo>
                  <a:pt x="4746" y="11267"/>
                </a:lnTo>
                <a:lnTo>
                  <a:pt x="4210" y="10415"/>
                </a:lnTo>
                <a:lnTo>
                  <a:pt x="3967" y="9977"/>
                </a:lnTo>
                <a:lnTo>
                  <a:pt x="3724" y="9539"/>
                </a:lnTo>
                <a:lnTo>
                  <a:pt x="3529" y="9077"/>
                </a:lnTo>
                <a:lnTo>
                  <a:pt x="3359" y="8615"/>
                </a:lnTo>
                <a:lnTo>
                  <a:pt x="3286" y="8396"/>
                </a:lnTo>
                <a:lnTo>
                  <a:pt x="3261" y="8152"/>
                </a:lnTo>
                <a:lnTo>
                  <a:pt x="3237" y="7909"/>
                </a:lnTo>
                <a:lnTo>
                  <a:pt x="3237" y="7666"/>
                </a:lnTo>
                <a:lnTo>
                  <a:pt x="3261" y="7155"/>
                </a:lnTo>
                <a:lnTo>
                  <a:pt x="3310" y="6668"/>
                </a:lnTo>
                <a:lnTo>
                  <a:pt x="3334" y="6376"/>
                </a:lnTo>
                <a:lnTo>
                  <a:pt x="3407" y="6108"/>
                </a:lnTo>
                <a:lnTo>
                  <a:pt x="3480" y="5841"/>
                </a:lnTo>
                <a:lnTo>
                  <a:pt x="3578" y="5597"/>
                </a:lnTo>
                <a:lnTo>
                  <a:pt x="3699" y="5354"/>
                </a:lnTo>
                <a:lnTo>
                  <a:pt x="3845" y="5111"/>
                </a:lnTo>
                <a:lnTo>
                  <a:pt x="4016" y="4892"/>
                </a:lnTo>
                <a:lnTo>
                  <a:pt x="4186" y="4673"/>
                </a:lnTo>
                <a:lnTo>
                  <a:pt x="4648" y="4162"/>
                </a:lnTo>
                <a:lnTo>
                  <a:pt x="5062" y="3748"/>
                </a:lnTo>
                <a:lnTo>
                  <a:pt x="5403" y="3432"/>
                </a:lnTo>
                <a:lnTo>
                  <a:pt x="5743" y="3189"/>
                </a:lnTo>
                <a:lnTo>
                  <a:pt x="6060" y="3018"/>
                </a:lnTo>
                <a:lnTo>
                  <a:pt x="6352" y="2872"/>
                </a:lnTo>
                <a:lnTo>
                  <a:pt x="6668" y="2775"/>
                </a:lnTo>
                <a:lnTo>
                  <a:pt x="6984" y="2702"/>
                </a:lnTo>
                <a:lnTo>
                  <a:pt x="7276" y="2653"/>
                </a:lnTo>
                <a:lnTo>
                  <a:pt x="7568" y="2629"/>
                </a:lnTo>
                <a:lnTo>
                  <a:pt x="7860" y="2605"/>
                </a:lnTo>
                <a:close/>
                <a:moveTo>
                  <a:pt x="6716" y="15525"/>
                </a:moveTo>
                <a:lnTo>
                  <a:pt x="6619" y="15720"/>
                </a:lnTo>
                <a:lnTo>
                  <a:pt x="6352" y="16158"/>
                </a:lnTo>
                <a:lnTo>
                  <a:pt x="6279" y="16109"/>
                </a:lnTo>
                <a:lnTo>
                  <a:pt x="6230" y="16060"/>
                </a:lnTo>
                <a:lnTo>
                  <a:pt x="6206" y="15963"/>
                </a:lnTo>
                <a:lnTo>
                  <a:pt x="6206" y="15866"/>
                </a:lnTo>
                <a:lnTo>
                  <a:pt x="6206" y="15768"/>
                </a:lnTo>
                <a:lnTo>
                  <a:pt x="6230" y="15695"/>
                </a:lnTo>
                <a:lnTo>
                  <a:pt x="6279" y="15598"/>
                </a:lnTo>
                <a:lnTo>
                  <a:pt x="6327" y="15549"/>
                </a:lnTo>
                <a:lnTo>
                  <a:pt x="6595" y="15525"/>
                </a:lnTo>
                <a:close/>
                <a:moveTo>
                  <a:pt x="6887" y="15525"/>
                </a:moveTo>
                <a:lnTo>
                  <a:pt x="7276" y="15549"/>
                </a:lnTo>
                <a:lnTo>
                  <a:pt x="7641" y="15598"/>
                </a:lnTo>
                <a:lnTo>
                  <a:pt x="8225" y="15647"/>
                </a:lnTo>
                <a:lnTo>
                  <a:pt x="8809" y="15671"/>
                </a:lnTo>
                <a:lnTo>
                  <a:pt x="8541" y="15963"/>
                </a:lnTo>
                <a:lnTo>
                  <a:pt x="8298" y="16255"/>
                </a:lnTo>
                <a:lnTo>
                  <a:pt x="7909" y="16231"/>
                </a:lnTo>
                <a:lnTo>
                  <a:pt x="8249" y="15744"/>
                </a:lnTo>
                <a:lnTo>
                  <a:pt x="8249" y="15720"/>
                </a:lnTo>
                <a:lnTo>
                  <a:pt x="8225" y="15695"/>
                </a:lnTo>
                <a:lnTo>
                  <a:pt x="8201" y="15671"/>
                </a:lnTo>
                <a:lnTo>
                  <a:pt x="8176" y="15695"/>
                </a:lnTo>
                <a:lnTo>
                  <a:pt x="7690" y="16231"/>
                </a:lnTo>
                <a:lnTo>
                  <a:pt x="7179" y="16182"/>
                </a:lnTo>
                <a:lnTo>
                  <a:pt x="7325" y="15939"/>
                </a:lnTo>
                <a:lnTo>
                  <a:pt x="7471" y="15671"/>
                </a:lnTo>
                <a:lnTo>
                  <a:pt x="7471" y="15647"/>
                </a:lnTo>
                <a:lnTo>
                  <a:pt x="7446" y="15622"/>
                </a:lnTo>
                <a:lnTo>
                  <a:pt x="7422" y="15647"/>
                </a:lnTo>
                <a:lnTo>
                  <a:pt x="7203" y="15890"/>
                </a:lnTo>
                <a:lnTo>
                  <a:pt x="6935" y="16182"/>
                </a:lnTo>
                <a:lnTo>
                  <a:pt x="6741" y="16206"/>
                </a:lnTo>
                <a:lnTo>
                  <a:pt x="6570" y="16255"/>
                </a:lnTo>
                <a:lnTo>
                  <a:pt x="6668" y="16060"/>
                </a:lnTo>
                <a:lnTo>
                  <a:pt x="6814" y="15817"/>
                </a:lnTo>
                <a:lnTo>
                  <a:pt x="6862" y="15671"/>
                </a:lnTo>
                <a:lnTo>
                  <a:pt x="6887" y="15525"/>
                </a:lnTo>
                <a:close/>
                <a:moveTo>
                  <a:pt x="9661" y="15622"/>
                </a:moveTo>
                <a:lnTo>
                  <a:pt x="9734" y="15671"/>
                </a:lnTo>
                <a:lnTo>
                  <a:pt x="9807" y="15695"/>
                </a:lnTo>
                <a:lnTo>
                  <a:pt x="9953" y="15695"/>
                </a:lnTo>
                <a:lnTo>
                  <a:pt x="9782" y="15793"/>
                </a:lnTo>
                <a:lnTo>
                  <a:pt x="9661" y="15939"/>
                </a:lnTo>
                <a:lnTo>
                  <a:pt x="9539" y="16085"/>
                </a:lnTo>
                <a:lnTo>
                  <a:pt x="9417" y="16279"/>
                </a:lnTo>
                <a:lnTo>
                  <a:pt x="9271" y="16279"/>
                </a:lnTo>
                <a:lnTo>
                  <a:pt x="9612" y="15817"/>
                </a:lnTo>
                <a:lnTo>
                  <a:pt x="9612" y="15793"/>
                </a:lnTo>
                <a:lnTo>
                  <a:pt x="9612" y="15768"/>
                </a:lnTo>
                <a:lnTo>
                  <a:pt x="9563" y="15768"/>
                </a:lnTo>
                <a:lnTo>
                  <a:pt x="9320" y="16012"/>
                </a:lnTo>
                <a:lnTo>
                  <a:pt x="9077" y="16255"/>
                </a:lnTo>
                <a:lnTo>
                  <a:pt x="8517" y="16255"/>
                </a:lnTo>
                <a:lnTo>
                  <a:pt x="8882" y="15720"/>
                </a:lnTo>
                <a:lnTo>
                  <a:pt x="8906" y="15695"/>
                </a:lnTo>
                <a:lnTo>
                  <a:pt x="8882" y="15671"/>
                </a:lnTo>
                <a:lnTo>
                  <a:pt x="9271" y="15671"/>
                </a:lnTo>
                <a:lnTo>
                  <a:pt x="9661" y="15622"/>
                </a:lnTo>
                <a:close/>
                <a:moveTo>
                  <a:pt x="10074" y="15768"/>
                </a:moveTo>
                <a:lnTo>
                  <a:pt x="10074" y="15841"/>
                </a:lnTo>
                <a:lnTo>
                  <a:pt x="10099" y="15939"/>
                </a:lnTo>
                <a:lnTo>
                  <a:pt x="10074" y="16060"/>
                </a:lnTo>
                <a:lnTo>
                  <a:pt x="10050" y="16182"/>
                </a:lnTo>
                <a:lnTo>
                  <a:pt x="9977" y="16304"/>
                </a:lnTo>
                <a:lnTo>
                  <a:pt x="9758" y="16279"/>
                </a:lnTo>
                <a:lnTo>
                  <a:pt x="9880" y="16012"/>
                </a:lnTo>
                <a:lnTo>
                  <a:pt x="9977" y="15890"/>
                </a:lnTo>
                <a:lnTo>
                  <a:pt x="10074" y="15768"/>
                </a:lnTo>
                <a:close/>
                <a:moveTo>
                  <a:pt x="6522" y="16571"/>
                </a:moveTo>
                <a:lnTo>
                  <a:pt x="6595" y="16620"/>
                </a:lnTo>
                <a:lnTo>
                  <a:pt x="6424" y="16888"/>
                </a:lnTo>
                <a:lnTo>
                  <a:pt x="6376" y="17034"/>
                </a:lnTo>
                <a:lnTo>
                  <a:pt x="6327" y="17180"/>
                </a:lnTo>
                <a:lnTo>
                  <a:pt x="6254" y="17082"/>
                </a:lnTo>
                <a:lnTo>
                  <a:pt x="6230" y="16985"/>
                </a:lnTo>
                <a:lnTo>
                  <a:pt x="6206" y="16912"/>
                </a:lnTo>
                <a:lnTo>
                  <a:pt x="6230" y="16815"/>
                </a:lnTo>
                <a:lnTo>
                  <a:pt x="6254" y="16839"/>
                </a:lnTo>
                <a:lnTo>
                  <a:pt x="6303" y="16839"/>
                </a:lnTo>
                <a:lnTo>
                  <a:pt x="6352" y="16815"/>
                </a:lnTo>
                <a:lnTo>
                  <a:pt x="6376" y="16766"/>
                </a:lnTo>
                <a:lnTo>
                  <a:pt x="6424" y="16596"/>
                </a:lnTo>
                <a:lnTo>
                  <a:pt x="6449" y="16596"/>
                </a:lnTo>
                <a:lnTo>
                  <a:pt x="6522" y="16571"/>
                </a:lnTo>
                <a:close/>
                <a:moveTo>
                  <a:pt x="7884" y="16693"/>
                </a:moveTo>
                <a:lnTo>
                  <a:pt x="7957" y="16717"/>
                </a:lnTo>
                <a:lnTo>
                  <a:pt x="7787" y="16985"/>
                </a:lnTo>
                <a:lnTo>
                  <a:pt x="7617" y="17253"/>
                </a:lnTo>
                <a:lnTo>
                  <a:pt x="7592" y="17326"/>
                </a:lnTo>
                <a:lnTo>
                  <a:pt x="7300" y="17326"/>
                </a:lnTo>
                <a:lnTo>
                  <a:pt x="7398" y="17107"/>
                </a:lnTo>
                <a:lnTo>
                  <a:pt x="7519" y="16888"/>
                </a:lnTo>
                <a:lnTo>
                  <a:pt x="7617" y="16717"/>
                </a:lnTo>
                <a:lnTo>
                  <a:pt x="7884" y="16693"/>
                </a:lnTo>
                <a:close/>
                <a:moveTo>
                  <a:pt x="8225" y="16717"/>
                </a:moveTo>
                <a:lnTo>
                  <a:pt x="8736" y="16742"/>
                </a:lnTo>
                <a:lnTo>
                  <a:pt x="8541" y="17034"/>
                </a:lnTo>
                <a:lnTo>
                  <a:pt x="8371" y="17326"/>
                </a:lnTo>
                <a:lnTo>
                  <a:pt x="7909" y="17326"/>
                </a:lnTo>
                <a:lnTo>
                  <a:pt x="7933" y="17277"/>
                </a:lnTo>
                <a:lnTo>
                  <a:pt x="8225" y="16717"/>
                </a:lnTo>
                <a:close/>
                <a:moveTo>
                  <a:pt x="9223" y="16742"/>
                </a:moveTo>
                <a:lnTo>
                  <a:pt x="8979" y="17350"/>
                </a:lnTo>
                <a:lnTo>
                  <a:pt x="8663" y="17350"/>
                </a:lnTo>
                <a:lnTo>
                  <a:pt x="8979" y="16742"/>
                </a:lnTo>
                <a:close/>
                <a:moveTo>
                  <a:pt x="9928" y="16742"/>
                </a:moveTo>
                <a:lnTo>
                  <a:pt x="9661" y="17253"/>
                </a:lnTo>
                <a:lnTo>
                  <a:pt x="9612" y="17350"/>
                </a:lnTo>
                <a:lnTo>
                  <a:pt x="9320" y="17350"/>
                </a:lnTo>
                <a:lnTo>
                  <a:pt x="9563" y="16742"/>
                </a:lnTo>
                <a:close/>
                <a:moveTo>
                  <a:pt x="10147" y="16839"/>
                </a:moveTo>
                <a:lnTo>
                  <a:pt x="10220" y="16961"/>
                </a:lnTo>
                <a:lnTo>
                  <a:pt x="10245" y="17107"/>
                </a:lnTo>
                <a:lnTo>
                  <a:pt x="10220" y="17228"/>
                </a:lnTo>
                <a:lnTo>
                  <a:pt x="10147" y="17350"/>
                </a:lnTo>
                <a:lnTo>
                  <a:pt x="9928" y="17350"/>
                </a:lnTo>
                <a:lnTo>
                  <a:pt x="9953" y="17277"/>
                </a:lnTo>
                <a:lnTo>
                  <a:pt x="10050" y="17082"/>
                </a:lnTo>
                <a:lnTo>
                  <a:pt x="10147" y="16839"/>
                </a:lnTo>
                <a:close/>
                <a:moveTo>
                  <a:pt x="6862" y="16693"/>
                </a:moveTo>
                <a:lnTo>
                  <a:pt x="7081" y="16717"/>
                </a:lnTo>
                <a:lnTo>
                  <a:pt x="7300" y="16717"/>
                </a:lnTo>
                <a:lnTo>
                  <a:pt x="7106" y="17009"/>
                </a:lnTo>
                <a:lnTo>
                  <a:pt x="6935" y="17326"/>
                </a:lnTo>
                <a:lnTo>
                  <a:pt x="6741" y="17350"/>
                </a:lnTo>
                <a:lnTo>
                  <a:pt x="6570" y="17399"/>
                </a:lnTo>
                <a:lnTo>
                  <a:pt x="6619" y="17204"/>
                </a:lnTo>
                <a:lnTo>
                  <a:pt x="6692" y="17034"/>
                </a:lnTo>
                <a:lnTo>
                  <a:pt x="6862" y="16693"/>
                </a:lnTo>
                <a:close/>
                <a:moveTo>
                  <a:pt x="6473" y="17618"/>
                </a:moveTo>
                <a:lnTo>
                  <a:pt x="6643" y="17691"/>
                </a:lnTo>
                <a:lnTo>
                  <a:pt x="6814" y="17715"/>
                </a:lnTo>
                <a:lnTo>
                  <a:pt x="6789" y="17910"/>
                </a:lnTo>
                <a:lnTo>
                  <a:pt x="6765" y="18080"/>
                </a:lnTo>
                <a:lnTo>
                  <a:pt x="6643" y="17983"/>
                </a:lnTo>
                <a:lnTo>
                  <a:pt x="6546" y="17861"/>
                </a:lnTo>
                <a:lnTo>
                  <a:pt x="6352" y="17642"/>
                </a:lnTo>
                <a:lnTo>
                  <a:pt x="6376" y="17618"/>
                </a:lnTo>
                <a:lnTo>
                  <a:pt x="6424" y="17642"/>
                </a:lnTo>
                <a:lnTo>
                  <a:pt x="6473" y="17618"/>
                </a:lnTo>
                <a:close/>
                <a:moveTo>
                  <a:pt x="7398" y="17739"/>
                </a:moveTo>
                <a:lnTo>
                  <a:pt x="7300" y="18031"/>
                </a:lnTo>
                <a:lnTo>
                  <a:pt x="7252" y="18177"/>
                </a:lnTo>
                <a:lnTo>
                  <a:pt x="7252" y="18299"/>
                </a:lnTo>
                <a:lnTo>
                  <a:pt x="7008" y="18202"/>
                </a:lnTo>
                <a:lnTo>
                  <a:pt x="7154" y="17739"/>
                </a:lnTo>
                <a:close/>
                <a:moveTo>
                  <a:pt x="8833" y="17715"/>
                </a:moveTo>
                <a:lnTo>
                  <a:pt x="8785" y="17837"/>
                </a:lnTo>
                <a:lnTo>
                  <a:pt x="8736" y="17983"/>
                </a:lnTo>
                <a:lnTo>
                  <a:pt x="8712" y="18104"/>
                </a:lnTo>
                <a:lnTo>
                  <a:pt x="8736" y="18153"/>
                </a:lnTo>
                <a:lnTo>
                  <a:pt x="8736" y="18202"/>
                </a:lnTo>
                <a:lnTo>
                  <a:pt x="8809" y="18250"/>
                </a:lnTo>
                <a:lnTo>
                  <a:pt x="8882" y="18250"/>
                </a:lnTo>
                <a:lnTo>
                  <a:pt x="8931" y="18226"/>
                </a:lnTo>
                <a:lnTo>
                  <a:pt x="9004" y="18153"/>
                </a:lnTo>
                <a:lnTo>
                  <a:pt x="9125" y="17958"/>
                </a:lnTo>
                <a:lnTo>
                  <a:pt x="9198" y="17739"/>
                </a:lnTo>
                <a:lnTo>
                  <a:pt x="9393" y="17739"/>
                </a:lnTo>
                <a:lnTo>
                  <a:pt x="9369" y="17861"/>
                </a:lnTo>
                <a:lnTo>
                  <a:pt x="9369" y="18007"/>
                </a:lnTo>
                <a:lnTo>
                  <a:pt x="9125" y="18153"/>
                </a:lnTo>
                <a:lnTo>
                  <a:pt x="8833" y="18275"/>
                </a:lnTo>
                <a:lnTo>
                  <a:pt x="8566" y="18372"/>
                </a:lnTo>
                <a:lnTo>
                  <a:pt x="8249" y="18421"/>
                </a:lnTo>
                <a:lnTo>
                  <a:pt x="8274" y="18275"/>
                </a:lnTo>
                <a:lnTo>
                  <a:pt x="8371" y="17983"/>
                </a:lnTo>
                <a:lnTo>
                  <a:pt x="8468" y="17715"/>
                </a:lnTo>
                <a:close/>
                <a:moveTo>
                  <a:pt x="8176" y="17715"/>
                </a:moveTo>
                <a:lnTo>
                  <a:pt x="8030" y="18056"/>
                </a:lnTo>
                <a:lnTo>
                  <a:pt x="7957" y="18250"/>
                </a:lnTo>
                <a:lnTo>
                  <a:pt x="7933" y="18445"/>
                </a:lnTo>
                <a:lnTo>
                  <a:pt x="7738" y="18421"/>
                </a:lnTo>
                <a:lnTo>
                  <a:pt x="7568" y="18396"/>
                </a:lnTo>
                <a:lnTo>
                  <a:pt x="7568" y="18226"/>
                </a:lnTo>
                <a:lnTo>
                  <a:pt x="7641" y="17983"/>
                </a:lnTo>
                <a:lnTo>
                  <a:pt x="7738" y="17715"/>
                </a:lnTo>
                <a:close/>
                <a:moveTo>
                  <a:pt x="8128" y="2094"/>
                </a:moveTo>
                <a:lnTo>
                  <a:pt x="7714" y="2142"/>
                </a:lnTo>
                <a:lnTo>
                  <a:pt x="7325" y="2191"/>
                </a:lnTo>
                <a:lnTo>
                  <a:pt x="6935" y="2264"/>
                </a:lnTo>
                <a:lnTo>
                  <a:pt x="6546" y="2386"/>
                </a:lnTo>
                <a:lnTo>
                  <a:pt x="6181" y="2507"/>
                </a:lnTo>
                <a:lnTo>
                  <a:pt x="5841" y="2653"/>
                </a:lnTo>
                <a:lnTo>
                  <a:pt x="5500" y="2824"/>
                </a:lnTo>
                <a:lnTo>
                  <a:pt x="5184" y="3018"/>
                </a:lnTo>
                <a:lnTo>
                  <a:pt x="4892" y="3237"/>
                </a:lnTo>
                <a:lnTo>
                  <a:pt x="4551" y="3554"/>
                </a:lnTo>
                <a:lnTo>
                  <a:pt x="4210" y="3918"/>
                </a:lnTo>
                <a:lnTo>
                  <a:pt x="3918" y="4332"/>
                </a:lnTo>
                <a:lnTo>
                  <a:pt x="3626" y="4746"/>
                </a:lnTo>
                <a:lnTo>
                  <a:pt x="3383" y="5159"/>
                </a:lnTo>
                <a:lnTo>
                  <a:pt x="3164" y="5549"/>
                </a:lnTo>
                <a:lnTo>
                  <a:pt x="3018" y="5889"/>
                </a:lnTo>
                <a:lnTo>
                  <a:pt x="2921" y="6157"/>
                </a:lnTo>
                <a:lnTo>
                  <a:pt x="2823" y="6595"/>
                </a:lnTo>
                <a:lnTo>
                  <a:pt x="2775" y="7057"/>
                </a:lnTo>
                <a:lnTo>
                  <a:pt x="2750" y="7495"/>
                </a:lnTo>
                <a:lnTo>
                  <a:pt x="2775" y="7958"/>
                </a:lnTo>
                <a:lnTo>
                  <a:pt x="2823" y="8396"/>
                </a:lnTo>
                <a:lnTo>
                  <a:pt x="2921" y="8834"/>
                </a:lnTo>
                <a:lnTo>
                  <a:pt x="3067" y="9272"/>
                </a:lnTo>
                <a:lnTo>
                  <a:pt x="3237" y="9685"/>
                </a:lnTo>
                <a:lnTo>
                  <a:pt x="3602" y="10367"/>
                </a:lnTo>
                <a:lnTo>
                  <a:pt x="3991" y="11024"/>
                </a:lnTo>
                <a:lnTo>
                  <a:pt x="4843" y="12337"/>
                </a:lnTo>
                <a:lnTo>
                  <a:pt x="5281" y="13019"/>
                </a:lnTo>
                <a:lnTo>
                  <a:pt x="5476" y="13384"/>
                </a:lnTo>
                <a:lnTo>
                  <a:pt x="5646" y="13724"/>
                </a:lnTo>
                <a:lnTo>
                  <a:pt x="5792" y="14089"/>
                </a:lnTo>
                <a:lnTo>
                  <a:pt x="5914" y="14454"/>
                </a:lnTo>
                <a:lnTo>
                  <a:pt x="5987" y="14844"/>
                </a:lnTo>
                <a:lnTo>
                  <a:pt x="5987" y="15282"/>
                </a:lnTo>
                <a:lnTo>
                  <a:pt x="5962" y="15379"/>
                </a:lnTo>
                <a:lnTo>
                  <a:pt x="5962" y="15428"/>
                </a:lnTo>
                <a:lnTo>
                  <a:pt x="5889" y="15525"/>
                </a:lnTo>
                <a:lnTo>
                  <a:pt x="5841" y="15647"/>
                </a:lnTo>
                <a:lnTo>
                  <a:pt x="5816" y="15768"/>
                </a:lnTo>
                <a:lnTo>
                  <a:pt x="5792" y="15914"/>
                </a:lnTo>
                <a:lnTo>
                  <a:pt x="5816" y="16036"/>
                </a:lnTo>
                <a:lnTo>
                  <a:pt x="5841" y="16158"/>
                </a:lnTo>
                <a:lnTo>
                  <a:pt x="5889" y="16279"/>
                </a:lnTo>
                <a:lnTo>
                  <a:pt x="5962" y="16377"/>
                </a:lnTo>
                <a:lnTo>
                  <a:pt x="5865" y="16474"/>
                </a:lnTo>
                <a:lnTo>
                  <a:pt x="5792" y="16620"/>
                </a:lnTo>
                <a:lnTo>
                  <a:pt x="5768" y="16766"/>
                </a:lnTo>
                <a:lnTo>
                  <a:pt x="5768" y="16912"/>
                </a:lnTo>
                <a:lnTo>
                  <a:pt x="5768" y="17058"/>
                </a:lnTo>
                <a:lnTo>
                  <a:pt x="5816" y="17204"/>
                </a:lnTo>
                <a:lnTo>
                  <a:pt x="5889" y="17350"/>
                </a:lnTo>
                <a:lnTo>
                  <a:pt x="5987" y="17472"/>
                </a:lnTo>
                <a:lnTo>
                  <a:pt x="5962" y="17496"/>
                </a:lnTo>
                <a:lnTo>
                  <a:pt x="5914" y="17618"/>
                </a:lnTo>
                <a:lnTo>
                  <a:pt x="5914" y="17715"/>
                </a:lnTo>
                <a:lnTo>
                  <a:pt x="5938" y="17837"/>
                </a:lnTo>
                <a:lnTo>
                  <a:pt x="5987" y="17934"/>
                </a:lnTo>
                <a:lnTo>
                  <a:pt x="6133" y="18129"/>
                </a:lnTo>
                <a:lnTo>
                  <a:pt x="6303" y="18299"/>
                </a:lnTo>
                <a:lnTo>
                  <a:pt x="6424" y="18421"/>
                </a:lnTo>
                <a:lnTo>
                  <a:pt x="6570" y="18518"/>
                </a:lnTo>
                <a:lnTo>
                  <a:pt x="6862" y="18688"/>
                </a:lnTo>
                <a:lnTo>
                  <a:pt x="7179" y="18810"/>
                </a:lnTo>
                <a:lnTo>
                  <a:pt x="7495" y="18859"/>
                </a:lnTo>
                <a:lnTo>
                  <a:pt x="7738" y="18883"/>
                </a:lnTo>
                <a:lnTo>
                  <a:pt x="7982" y="18883"/>
                </a:lnTo>
                <a:lnTo>
                  <a:pt x="8030" y="18956"/>
                </a:lnTo>
                <a:lnTo>
                  <a:pt x="8079" y="18980"/>
                </a:lnTo>
                <a:lnTo>
                  <a:pt x="8128" y="18980"/>
                </a:lnTo>
                <a:lnTo>
                  <a:pt x="8176" y="18956"/>
                </a:lnTo>
                <a:lnTo>
                  <a:pt x="8201" y="18907"/>
                </a:lnTo>
                <a:lnTo>
                  <a:pt x="8201" y="18883"/>
                </a:lnTo>
                <a:lnTo>
                  <a:pt x="8493" y="18834"/>
                </a:lnTo>
                <a:lnTo>
                  <a:pt x="8785" y="18761"/>
                </a:lnTo>
                <a:lnTo>
                  <a:pt x="9052" y="18664"/>
                </a:lnTo>
                <a:lnTo>
                  <a:pt x="9320" y="18542"/>
                </a:lnTo>
                <a:lnTo>
                  <a:pt x="9563" y="18396"/>
                </a:lnTo>
                <a:lnTo>
                  <a:pt x="9807" y="18226"/>
                </a:lnTo>
                <a:lnTo>
                  <a:pt x="10050" y="18056"/>
                </a:lnTo>
                <a:lnTo>
                  <a:pt x="10269" y="17837"/>
                </a:lnTo>
                <a:lnTo>
                  <a:pt x="10318" y="17764"/>
                </a:lnTo>
                <a:lnTo>
                  <a:pt x="10342" y="17691"/>
                </a:lnTo>
                <a:lnTo>
                  <a:pt x="10464" y="17593"/>
                </a:lnTo>
                <a:lnTo>
                  <a:pt x="10537" y="17447"/>
                </a:lnTo>
                <a:lnTo>
                  <a:pt x="10585" y="17301"/>
                </a:lnTo>
                <a:lnTo>
                  <a:pt x="10634" y="17107"/>
                </a:lnTo>
                <a:lnTo>
                  <a:pt x="10634" y="16936"/>
                </a:lnTo>
                <a:lnTo>
                  <a:pt x="10585" y="16742"/>
                </a:lnTo>
                <a:lnTo>
                  <a:pt x="10512" y="16596"/>
                </a:lnTo>
                <a:lnTo>
                  <a:pt x="10391" y="16474"/>
                </a:lnTo>
                <a:lnTo>
                  <a:pt x="10488" y="16255"/>
                </a:lnTo>
                <a:lnTo>
                  <a:pt x="10537" y="16036"/>
                </a:lnTo>
                <a:lnTo>
                  <a:pt x="10537" y="15817"/>
                </a:lnTo>
                <a:lnTo>
                  <a:pt x="10488" y="15574"/>
                </a:lnTo>
                <a:lnTo>
                  <a:pt x="10415" y="15476"/>
                </a:lnTo>
                <a:lnTo>
                  <a:pt x="10342" y="15379"/>
                </a:lnTo>
                <a:lnTo>
                  <a:pt x="10342" y="15306"/>
                </a:lnTo>
                <a:lnTo>
                  <a:pt x="10415" y="14965"/>
                </a:lnTo>
                <a:lnTo>
                  <a:pt x="10464" y="14625"/>
                </a:lnTo>
                <a:lnTo>
                  <a:pt x="10512" y="14284"/>
                </a:lnTo>
                <a:lnTo>
                  <a:pt x="10585" y="13943"/>
                </a:lnTo>
                <a:lnTo>
                  <a:pt x="10658" y="13700"/>
                </a:lnTo>
                <a:lnTo>
                  <a:pt x="10756" y="13457"/>
                </a:lnTo>
                <a:lnTo>
                  <a:pt x="10999" y="12994"/>
                </a:lnTo>
                <a:lnTo>
                  <a:pt x="11023" y="12970"/>
                </a:lnTo>
                <a:lnTo>
                  <a:pt x="11023" y="12946"/>
                </a:lnTo>
                <a:lnTo>
                  <a:pt x="11340" y="12459"/>
                </a:lnTo>
                <a:lnTo>
                  <a:pt x="11632" y="11972"/>
                </a:lnTo>
                <a:lnTo>
                  <a:pt x="12191" y="11194"/>
                </a:lnTo>
                <a:lnTo>
                  <a:pt x="12483" y="10780"/>
                </a:lnTo>
                <a:lnTo>
                  <a:pt x="12751" y="10367"/>
                </a:lnTo>
                <a:lnTo>
                  <a:pt x="12994" y="9953"/>
                </a:lnTo>
                <a:lnTo>
                  <a:pt x="13213" y="9515"/>
                </a:lnTo>
                <a:lnTo>
                  <a:pt x="13384" y="9053"/>
                </a:lnTo>
                <a:lnTo>
                  <a:pt x="13457" y="8809"/>
                </a:lnTo>
                <a:lnTo>
                  <a:pt x="13505" y="8590"/>
                </a:lnTo>
                <a:lnTo>
                  <a:pt x="13554" y="8152"/>
                </a:lnTo>
                <a:lnTo>
                  <a:pt x="13554" y="7714"/>
                </a:lnTo>
                <a:lnTo>
                  <a:pt x="13505" y="7276"/>
                </a:lnTo>
                <a:lnTo>
                  <a:pt x="13432" y="6838"/>
                </a:lnTo>
                <a:lnTo>
                  <a:pt x="13335" y="6400"/>
                </a:lnTo>
                <a:lnTo>
                  <a:pt x="13213" y="5962"/>
                </a:lnTo>
                <a:lnTo>
                  <a:pt x="12946" y="5135"/>
                </a:lnTo>
                <a:lnTo>
                  <a:pt x="12800" y="4770"/>
                </a:lnTo>
                <a:lnTo>
                  <a:pt x="12605" y="4429"/>
                </a:lnTo>
                <a:lnTo>
                  <a:pt x="12386" y="4113"/>
                </a:lnTo>
                <a:lnTo>
                  <a:pt x="12143" y="3797"/>
                </a:lnTo>
                <a:lnTo>
                  <a:pt x="12143" y="3773"/>
                </a:lnTo>
                <a:lnTo>
                  <a:pt x="12094" y="3675"/>
                </a:lnTo>
                <a:lnTo>
                  <a:pt x="12021" y="3602"/>
                </a:lnTo>
                <a:lnTo>
                  <a:pt x="11948" y="3554"/>
                </a:lnTo>
                <a:lnTo>
                  <a:pt x="11851" y="3505"/>
                </a:lnTo>
                <a:lnTo>
                  <a:pt x="11607" y="3286"/>
                </a:lnTo>
                <a:lnTo>
                  <a:pt x="11340" y="3091"/>
                </a:lnTo>
                <a:lnTo>
                  <a:pt x="11072" y="2897"/>
                </a:lnTo>
                <a:lnTo>
                  <a:pt x="10804" y="2726"/>
                </a:lnTo>
                <a:lnTo>
                  <a:pt x="10464" y="2556"/>
                </a:lnTo>
                <a:lnTo>
                  <a:pt x="10099" y="2386"/>
                </a:lnTo>
                <a:lnTo>
                  <a:pt x="9709" y="2264"/>
                </a:lnTo>
                <a:lnTo>
                  <a:pt x="9320" y="2191"/>
                </a:lnTo>
                <a:lnTo>
                  <a:pt x="8931" y="2142"/>
                </a:lnTo>
                <a:lnTo>
                  <a:pt x="8517" y="2094"/>
                </a:lnTo>
                <a:close/>
              </a:path>
            </a:pathLst>
          </a:custGeom>
          <a:solidFill>
            <a:srgbClr val="BF9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1C232"/>
              </a:solidFill>
            </a:endParaRPr>
          </a:p>
        </p:txBody>
      </p:sp>
      <p:sp>
        <p:nvSpPr>
          <p:cNvPr id="521" name="Google Shape;521;p26"/>
          <p:cNvSpPr/>
          <p:nvPr/>
        </p:nvSpPr>
        <p:spPr>
          <a:xfrm>
            <a:off x="1423028" y="2219026"/>
            <a:ext cx="548695" cy="1319749"/>
          </a:xfrm>
          <a:custGeom>
            <a:rect b="b" l="l" r="r" t="t"/>
            <a:pathLst>
              <a:path extrusionOk="0" h="21073" w="8542">
                <a:moveTo>
                  <a:pt x="4478" y="487"/>
                </a:moveTo>
                <a:lnTo>
                  <a:pt x="4673" y="536"/>
                </a:lnTo>
                <a:lnTo>
                  <a:pt x="4600" y="584"/>
                </a:lnTo>
                <a:lnTo>
                  <a:pt x="4527" y="657"/>
                </a:lnTo>
                <a:lnTo>
                  <a:pt x="4527" y="730"/>
                </a:lnTo>
                <a:lnTo>
                  <a:pt x="4527" y="755"/>
                </a:lnTo>
                <a:lnTo>
                  <a:pt x="4697" y="755"/>
                </a:lnTo>
                <a:lnTo>
                  <a:pt x="4819" y="730"/>
                </a:lnTo>
                <a:lnTo>
                  <a:pt x="4892" y="682"/>
                </a:lnTo>
                <a:lnTo>
                  <a:pt x="4965" y="633"/>
                </a:lnTo>
                <a:lnTo>
                  <a:pt x="5038" y="682"/>
                </a:lnTo>
                <a:lnTo>
                  <a:pt x="4965" y="730"/>
                </a:lnTo>
                <a:lnTo>
                  <a:pt x="4916" y="779"/>
                </a:lnTo>
                <a:lnTo>
                  <a:pt x="4819" y="925"/>
                </a:lnTo>
                <a:lnTo>
                  <a:pt x="4819" y="949"/>
                </a:lnTo>
                <a:lnTo>
                  <a:pt x="4843" y="974"/>
                </a:lnTo>
                <a:lnTo>
                  <a:pt x="4867" y="998"/>
                </a:lnTo>
                <a:lnTo>
                  <a:pt x="4892" y="974"/>
                </a:lnTo>
                <a:lnTo>
                  <a:pt x="5038" y="876"/>
                </a:lnTo>
                <a:lnTo>
                  <a:pt x="5111" y="828"/>
                </a:lnTo>
                <a:lnTo>
                  <a:pt x="5208" y="803"/>
                </a:lnTo>
                <a:lnTo>
                  <a:pt x="5330" y="901"/>
                </a:lnTo>
                <a:lnTo>
                  <a:pt x="5451" y="1022"/>
                </a:lnTo>
                <a:lnTo>
                  <a:pt x="5281" y="1120"/>
                </a:lnTo>
                <a:lnTo>
                  <a:pt x="5208" y="1193"/>
                </a:lnTo>
                <a:lnTo>
                  <a:pt x="5111" y="1266"/>
                </a:lnTo>
                <a:lnTo>
                  <a:pt x="4965" y="1436"/>
                </a:lnTo>
                <a:lnTo>
                  <a:pt x="4965" y="1460"/>
                </a:lnTo>
                <a:lnTo>
                  <a:pt x="4965" y="1485"/>
                </a:lnTo>
                <a:lnTo>
                  <a:pt x="5013" y="1485"/>
                </a:lnTo>
                <a:lnTo>
                  <a:pt x="5111" y="1436"/>
                </a:lnTo>
                <a:lnTo>
                  <a:pt x="5208" y="1387"/>
                </a:lnTo>
                <a:lnTo>
                  <a:pt x="5403" y="1314"/>
                </a:lnTo>
                <a:lnTo>
                  <a:pt x="5573" y="1217"/>
                </a:lnTo>
                <a:lnTo>
                  <a:pt x="5695" y="1412"/>
                </a:lnTo>
                <a:lnTo>
                  <a:pt x="5768" y="1631"/>
                </a:lnTo>
                <a:lnTo>
                  <a:pt x="5719" y="1631"/>
                </a:lnTo>
                <a:lnTo>
                  <a:pt x="5597" y="1679"/>
                </a:lnTo>
                <a:lnTo>
                  <a:pt x="5451" y="1728"/>
                </a:lnTo>
                <a:lnTo>
                  <a:pt x="5184" y="1874"/>
                </a:lnTo>
                <a:lnTo>
                  <a:pt x="4989" y="1996"/>
                </a:lnTo>
                <a:lnTo>
                  <a:pt x="4892" y="2069"/>
                </a:lnTo>
                <a:lnTo>
                  <a:pt x="4819" y="2166"/>
                </a:lnTo>
                <a:lnTo>
                  <a:pt x="4819" y="2190"/>
                </a:lnTo>
                <a:lnTo>
                  <a:pt x="4843" y="2215"/>
                </a:lnTo>
                <a:lnTo>
                  <a:pt x="4940" y="2239"/>
                </a:lnTo>
                <a:lnTo>
                  <a:pt x="5038" y="2239"/>
                </a:lnTo>
                <a:lnTo>
                  <a:pt x="5232" y="2166"/>
                </a:lnTo>
                <a:lnTo>
                  <a:pt x="5524" y="2069"/>
                </a:lnTo>
                <a:lnTo>
                  <a:pt x="5816" y="1947"/>
                </a:lnTo>
                <a:lnTo>
                  <a:pt x="5841" y="1947"/>
                </a:lnTo>
                <a:lnTo>
                  <a:pt x="5841" y="1971"/>
                </a:lnTo>
                <a:lnTo>
                  <a:pt x="5841" y="2142"/>
                </a:lnTo>
                <a:lnTo>
                  <a:pt x="5816" y="2312"/>
                </a:lnTo>
                <a:lnTo>
                  <a:pt x="5743" y="2312"/>
                </a:lnTo>
                <a:lnTo>
                  <a:pt x="5622" y="2361"/>
                </a:lnTo>
                <a:lnTo>
                  <a:pt x="5476" y="2385"/>
                </a:lnTo>
                <a:lnTo>
                  <a:pt x="5208" y="2434"/>
                </a:lnTo>
                <a:lnTo>
                  <a:pt x="4916" y="2507"/>
                </a:lnTo>
                <a:lnTo>
                  <a:pt x="4794" y="2555"/>
                </a:lnTo>
                <a:lnTo>
                  <a:pt x="4648" y="2604"/>
                </a:lnTo>
                <a:lnTo>
                  <a:pt x="4648" y="2653"/>
                </a:lnTo>
                <a:lnTo>
                  <a:pt x="4673" y="2653"/>
                </a:lnTo>
                <a:lnTo>
                  <a:pt x="5208" y="2701"/>
                </a:lnTo>
                <a:lnTo>
                  <a:pt x="5476" y="2701"/>
                </a:lnTo>
                <a:lnTo>
                  <a:pt x="5719" y="2653"/>
                </a:lnTo>
                <a:lnTo>
                  <a:pt x="5646" y="2847"/>
                </a:lnTo>
                <a:lnTo>
                  <a:pt x="5524" y="3042"/>
                </a:lnTo>
                <a:lnTo>
                  <a:pt x="4697" y="3042"/>
                </a:lnTo>
                <a:lnTo>
                  <a:pt x="4624" y="3018"/>
                </a:lnTo>
                <a:lnTo>
                  <a:pt x="4575" y="2993"/>
                </a:lnTo>
                <a:lnTo>
                  <a:pt x="4551" y="2993"/>
                </a:lnTo>
                <a:lnTo>
                  <a:pt x="4551" y="3018"/>
                </a:lnTo>
                <a:lnTo>
                  <a:pt x="4600" y="3091"/>
                </a:lnTo>
                <a:lnTo>
                  <a:pt x="4673" y="3164"/>
                </a:lnTo>
                <a:lnTo>
                  <a:pt x="4746" y="3212"/>
                </a:lnTo>
                <a:lnTo>
                  <a:pt x="4843" y="3261"/>
                </a:lnTo>
                <a:lnTo>
                  <a:pt x="5086" y="3310"/>
                </a:lnTo>
                <a:lnTo>
                  <a:pt x="5330" y="3310"/>
                </a:lnTo>
                <a:lnTo>
                  <a:pt x="5159" y="3456"/>
                </a:lnTo>
                <a:lnTo>
                  <a:pt x="4989" y="3577"/>
                </a:lnTo>
                <a:lnTo>
                  <a:pt x="4892" y="3529"/>
                </a:lnTo>
                <a:lnTo>
                  <a:pt x="4746" y="3504"/>
                </a:lnTo>
                <a:lnTo>
                  <a:pt x="4259" y="3504"/>
                </a:lnTo>
                <a:lnTo>
                  <a:pt x="4235" y="3529"/>
                </a:lnTo>
                <a:lnTo>
                  <a:pt x="4210" y="3577"/>
                </a:lnTo>
                <a:lnTo>
                  <a:pt x="4210" y="3626"/>
                </a:lnTo>
                <a:lnTo>
                  <a:pt x="4235" y="3699"/>
                </a:lnTo>
                <a:lnTo>
                  <a:pt x="4283" y="3748"/>
                </a:lnTo>
                <a:lnTo>
                  <a:pt x="4429" y="3796"/>
                </a:lnTo>
                <a:lnTo>
                  <a:pt x="4283" y="3821"/>
                </a:lnTo>
                <a:lnTo>
                  <a:pt x="3967" y="3821"/>
                </a:lnTo>
                <a:lnTo>
                  <a:pt x="3821" y="3772"/>
                </a:lnTo>
                <a:lnTo>
                  <a:pt x="3675" y="3723"/>
                </a:lnTo>
                <a:lnTo>
                  <a:pt x="3529" y="3650"/>
                </a:lnTo>
                <a:lnTo>
                  <a:pt x="3407" y="3577"/>
                </a:lnTo>
                <a:lnTo>
                  <a:pt x="3310" y="3456"/>
                </a:lnTo>
                <a:lnTo>
                  <a:pt x="3213" y="3358"/>
                </a:lnTo>
                <a:lnTo>
                  <a:pt x="3115" y="3237"/>
                </a:lnTo>
                <a:lnTo>
                  <a:pt x="2969" y="2945"/>
                </a:lnTo>
                <a:lnTo>
                  <a:pt x="2848" y="2653"/>
                </a:lnTo>
                <a:lnTo>
                  <a:pt x="2775" y="2361"/>
                </a:lnTo>
                <a:lnTo>
                  <a:pt x="2750" y="2069"/>
                </a:lnTo>
                <a:lnTo>
                  <a:pt x="2750" y="1898"/>
                </a:lnTo>
                <a:lnTo>
                  <a:pt x="2775" y="1728"/>
                </a:lnTo>
                <a:lnTo>
                  <a:pt x="2823" y="1558"/>
                </a:lnTo>
                <a:lnTo>
                  <a:pt x="2896" y="1412"/>
                </a:lnTo>
                <a:lnTo>
                  <a:pt x="3067" y="1120"/>
                </a:lnTo>
                <a:lnTo>
                  <a:pt x="3261" y="852"/>
                </a:lnTo>
                <a:lnTo>
                  <a:pt x="3359" y="755"/>
                </a:lnTo>
                <a:lnTo>
                  <a:pt x="3480" y="682"/>
                </a:lnTo>
                <a:lnTo>
                  <a:pt x="3699" y="560"/>
                </a:lnTo>
                <a:lnTo>
                  <a:pt x="3772" y="584"/>
                </a:lnTo>
                <a:lnTo>
                  <a:pt x="3845" y="560"/>
                </a:lnTo>
                <a:lnTo>
                  <a:pt x="4064" y="511"/>
                </a:lnTo>
                <a:lnTo>
                  <a:pt x="4259" y="487"/>
                </a:lnTo>
                <a:close/>
                <a:moveTo>
                  <a:pt x="4600" y="4818"/>
                </a:moveTo>
                <a:lnTo>
                  <a:pt x="4940" y="4842"/>
                </a:lnTo>
                <a:lnTo>
                  <a:pt x="4746" y="4915"/>
                </a:lnTo>
                <a:lnTo>
                  <a:pt x="4600" y="5037"/>
                </a:lnTo>
                <a:lnTo>
                  <a:pt x="4600" y="5061"/>
                </a:lnTo>
                <a:lnTo>
                  <a:pt x="4600" y="5086"/>
                </a:lnTo>
                <a:lnTo>
                  <a:pt x="4624" y="5110"/>
                </a:lnTo>
                <a:lnTo>
                  <a:pt x="4648" y="5134"/>
                </a:lnTo>
                <a:lnTo>
                  <a:pt x="4770" y="5110"/>
                </a:lnTo>
                <a:lnTo>
                  <a:pt x="4867" y="5086"/>
                </a:lnTo>
                <a:lnTo>
                  <a:pt x="5086" y="5013"/>
                </a:lnTo>
                <a:lnTo>
                  <a:pt x="5305" y="4964"/>
                </a:lnTo>
                <a:lnTo>
                  <a:pt x="5403" y="4940"/>
                </a:lnTo>
                <a:lnTo>
                  <a:pt x="5500" y="4915"/>
                </a:lnTo>
                <a:lnTo>
                  <a:pt x="5573" y="4940"/>
                </a:lnTo>
                <a:lnTo>
                  <a:pt x="5719" y="4964"/>
                </a:lnTo>
                <a:lnTo>
                  <a:pt x="5695" y="4988"/>
                </a:lnTo>
                <a:lnTo>
                  <a:pt x="5427" y="5086"/>
                </a:lnTo>
                <a:lnTo>
                  <a:pt x="5281" y="5159"/>
                </a:lnTo>
                <a:lnTo>
                  <a:pt x="5232" y="5207"/>
                </a:lnTo>
                <a:lnTo>
                  <a:pt x="5184" y="5256"/>
                </a:lnTo>
                <a:lnTo>
                  <a:pt x="5208" y="5280"/>
                </a:lnTo>
                <a:lnTo>
                  <a:pt x="5281" y="5329"/>
                </a:lnTo>
                <a:lnTo>
                  <a:pt x="5403" y="5353"/>
                </a:lnTo>
                <a:lnTo>
                  <a:pt x="5524" y="5353"/>
                </a:lnTo>
                <a:lnTo>
                  <a:pt x="5622" y="5329"/>
                </a:lnTo>
                <a:lnTo>
                  <a:pt x="5938" y="5256"/>
                </a:lnTo>
                <a:lnTo>
                  <a:pt x="6254" y="5183"/>
                </a:lnTo>
                <a:lnTo>
                  <a:pt x="6425" y="5305"/>
                </a:lnTo>
                <a:lnTo>
                  <a:pt x="6254" y="5329"/>
                </a:lnTo>
                <a:lnTo>
                  <a:pt x="6035" y="5378"/>
                </a:lnTo>
                <a:lnTo>
                  <a:pt x="5841" y="5451"/>
                </a:lnTo>
                <a:lnTo>
                  <a:pt x="5743" y="5475"/>
                </a:lnTo>
                <a:lnTo>
                  <a:pt x="5670" y="5548"/>
                </a:lnTo>
                <a:lnTo>
                  <a:pt x="5573" y="5597"/>
                </a:lnTo>
                <a:lnTo>
                  <a:pt x="5500" y="5645"/>
                </a:lnTo>
                <a:lnTo>
                  <a:pt x="5476" y="5670"/>
                </a:lnTo>
                <a:lnTo>
                  <a:pt x="5500" y="5694"/>
                </a:lnTo>
                <a:lnTo>
                  <a:pt x="5573" y="5694"/>
                </a:lnTo>
                <a:lnTo>
                  <a:pt x="5622" y="5718"/>
                </a:lnTo>
                <a:lnTo>
                  <a:pt x="5670" y="5718"/>
                </a:lnTo>
                <a:lnTo>
                  <a:pt x="5743" y="5743"/>
                </a:lnTo>
                <a:lnTo>
                  <a:pt x="5889" y="5718"/>
                </a:lnTo>
                <a:lnTo>
                  <a:pt x="6035" y="5694"/>
                </a:lnTo>
                <a:lnTo>
                  <a:pt x="6230" y="5645"/>
                </a:lnTo>
                <a:lnTo>
                  <a:pt x="6400" y="5621"/>
                </a:lnTo>
                <a:lnTo>
                  <a:pt x="6571" y="5621"/>
                </a:lnTo>
                <a:lnTo>
                  <a:pt x="6668" y="5645"/>
                </a:lnTo>
                <a:lnTo>
                  <a:pt x="6741" y="5670"/>
                </a:lnTo>
                <a:lnTo>
                  <a:pt x="6668" y="5694"/>
                </a:lnTo>
                <a:lnTo>
                  <a:pt x="6498" y="5718"/>
                </a:lnTo>
                <a:lnTo>
                  <a:pt x="6352" y="5767"/>
                </a:lnTo>
                <a:lnTo>
                  <a:pt x="6206" y="5840"/>
                </a:lnTo>
                <a:lnTo>
                  <a:pt x="6133" y="5913"/>
                </a:lnTo>
                <a:lnTo>
                  <a:pt x="6108" y="5962"/>
                </a:lnTo>
                <a:lnTo>
                  <a:pt x="6084" y="6010"/>
                </a:lnTo>
                <a:lnTo>
                  <a:pt x="6108" y="6059"/>
                </a:lnTo>
                <a:lnTo>
                  <a:pt x="6133" y="6083"/>
                </a:lnTo>
                <a:lnTo>
                  <a:pt x="6181" y="6108"/>
                </a:lnTo>
                <a:lnTo>
                  <a:pt x="6279" y="6108"/>
                </a:lnTo>
                <a:lnTo>
                  <a:pt x="6400" y="6083"/>
                </a:lnTo>
                <a:lnTo>
                  <a:pt x="6619" y="6010"/>
                </a:lnTo>
                <a:lnTo>
                  <a:pt x="7130" y="6010"/>
                </a:lnTo>
                <a:lnTo>
                  <a:pt x="7203" y="6108"/>
                </a:lnTo>
                <a:lnTo>
                  <a:pt x="7276" y="6229"/>
                </a:lnTo>
                <a:lnTo>
                  <a:pt x="7106" y="6278"/>
                </a:lnTo>
                <a:lnTo>
                  <a:pt x="6936" y="6351"/>
                </a:lnTo>
                <a:lnTo>
                  <a:pt x="6790" y="6473"/>
                </a:lnTo>
                <a:lnTo>
                  <a:pt x="6668" y="6594"/>
                </a:lnTo>
                <a:lnTo>
                  <a:pt x="6668" y="6619"/>
                </a:lnTo>
                <a:lnTo>
                  <a:pt x="6887" y="6619"/>
                </a:lnTo>
                <a:lnTo>
                  <a:pt x="7082" y="6594"/>
                </a:lnTo>
                <a:lnTo>
                  <a:pt x="7471" y="6570"/>
                </a:lnTo>
                <a:lnTo>
                  <a:pt x="7544" y="6765"/>
                </a:lnTo>
                <a:lnTo>
                  <a:pt x="7130" y="6862"/>
                </a:lnTo>
                <a:lnTo>
                  <a:pt x="6984" y="6935"/>
                </a:lnTo>
                <a:lnTo>
                  <a:pt x="6936" y="6959"/>
                </a:lnTo>
                <a:lnTo>
                  <a:pt x="6911" y="6984"/>
                </a:lnTo>
                <a:lnTo>
                  <a:pt x="6960" y="7057"/>
                </a:lnTo>
                <a:lnTo>
                  <a:pt x="7033" y="7081"/>
                </a:lnTo>
                <a:lnTo>
                  <a:pt x="7106" y="7105"/>
                </a:lnTo>
                <a:lnTo>
                  <a:pt x="7203" y="7105"/>
                </a:lnTo>
                <a:lnTo>
                  <a:pt x="7422" y="7081"/>
                </a:lnTo>
                <a:lnTo>
                  <a:pt x="7641" y="7032"/>
                </a:lnTo>
                <a:lnTo>
                  <a:pt x="7714" y="7227"/>
                </a:lnTo>
                <a:lnTo>
                  <a:pt x="7544" y="7276"/>
                </a:lnTo>
                <a:lnTo>
                  <a:pt x="7349" y="7349"/>
                </a:lnTo>
                <a:lnTo>
                  <a:pt x="7203" y="7422"/>
                </a:lnTo>
                <a:lnTo>
                  <a:pt x="7155" y="7470"/>
                </a:lnTo>
                <a:lnTo>
                  <a:pt x="7106" y="7543"/>
                </a:lnTo>
                <a:lnTo>
                  <a:pt x="7106" y="7568"/>
                </a:lnTo>
                <a:lnTo>
                  <a:pt x="7106" y="7592"/>
                </a:lnTo>
                <a:lnTo>
                  <a:pt x="7130" y="7616"/>
                </a:lnTo>
                <a:lnTo>
                  <a:pt x="7155" y="7616"/>
                </a:lnTo>
                <a:lnTo>
                  <a:pt x="7228" y="7568"/>
                </a:lnTo>
                <a:lnTo>
                  <a:pt x="7325" y="7543"/>
                </a:lnTo>
                <a:lnTo>
                  <a:pt x="7495" y="7519"/>
                </a:lnTo>
                <a:lnTo>
                  <a:pt x="7763" y="7470"/>
                </a:lnTo>
                <a:lnTo>
                  <a:pt x="7836" y="7762"/>
                </a:lnTo>
                <a:lnTo>
                  <a:pt x="7812" y="7787"/>
                </a:lnTo>
                <a:lnTo>
                  <a:pt x="7568" y="7811"/>
                </a:lnTo>
                <a:lnTo>
                  <a:pt x="7349" y="7884"/>
                </a:lnTo>
                <a:lnTo>
                  <a:pt x="7301" y="7933"/>
                </a:lnTo>
                <a:lnTo>
                  <a:pt x="7301" y="7981"/>
                </a:lnTo>
                <a:lnTo>
                  <a:pt x="7301" y="8030"/>
                </a:lnTo>
                <a:lnTo>
                  <a:pt x="7349" y="8054"/>
                </a:lnTo>
                <a:lnTo>
                  <a:pt x="7447" y="8079"/>
                </a:lnTo>
                <a:lnTo>
                  <a:pt x="7568" y="8079"/>
                </a:lnTo>
                <a:lnTo>
                  <a:pt x="7763" y="8054"/>
                </a:lnTo>
                <a:lnTo>
                  <a:pt x="7885" y="8030"/>
                </a:lnTo>
                <a:lnTo>
                  <a:pt x="7933" y="8273"/>
                </a:lnTo>
                <a:lnTo>
                  <a:pt x="7690" y="8346"/>
                </a:lnTo>
                <a:lnTo>
                  <a:pt x="7593" y="8395"/>
                </a:lnTo>
                <a:lnTo>
                  <a:pt x="7495" y="8468"/>
                </a:lnTo>
                <a:lnTo>
                  <a:pt x="7495" y="8492"/>
                </a:lnTo>
                <a:lnTo>
                  <a:pt x="7739" y="8541"/>
                </a:lnTo>
                <a:lnTo>
                  <a:pt x="7958" y="8541"/>
                </a:lnTo>
                <a:lnTo>
                  <a:pt x="7982" y="8809"/>
                </a:lnTo>
                <a:lnTo>
                  <a:pt x="7860" y="8833"/>
                </a:lnTo>
                <a:lnTo>
                  <a:pt x="7739" y="8857"/>
                </a:lnTo>
                <a:lnTo>
                  <a:pt x="7641" y="8930"/>
                </a:lnTo>
                <a:lnTo>
                  <a:pt x="7568" y="9003"/>
                </a:lnTo>
                <a:lnTo>
                  <a:pt x="7544" y="9052"/>
                </a:lnTo>
                <a:lnTo>
                  <a:pt x="7568" y="9101"/>
                </a:lnTo>
                <a:lnTo>
                  <a:pt x="7690" y="9125"/>
                </a:lnTo>
                <a:lnTo>
                  <a:pt x="7787" y="9125"/>
                </a:lnTo>
                <a:lnTo>
                  <a:pt x="8006" y="9101"/>
                </a:lnTo>
                <a:lnTo>
                  <a:pt x="8006" y="9320"/>
                </a:lnTo>
                <a:lnTo>
                  <a:pt x="7933" y="9344"/>
                </a:lnTo>
                <a:lnTo>
                  <a:pt x="7860" y="9368"/>
                </a:lnTo>
                <a:lnTo>
                  <a:pt x="7787" y="9417"/>
                </a:lnTo>
                <a:lnTo>
                  <a:pt x="7666" y="9490"/>
                </a:lnTo>
                <a:lnTo>
                  <a:pt x="7641" y="9539"/>
                </a:lnTo>
                <a:lnTo>
                  <a:pt x="7666" y="9563"/>
                </a:lnTo>
                <a:lnTo>
                  <a:pt x="7787" y="9587"/>
                </a:lnTo>
                <a:lnTo>
                  <a:pt x="7933" y="9612"/>
                </a:lnTo>
                <a:lnTo>
                  <a:pt x="8031" y="9612"/>
                </a:lnTo>
                <a:lnTo>
                  <a:pt x="8031" y="9855"/>
                </a:lnTo>
                <a:lnTo>
                  <a:pt x="7909" y="9879"/>
                </a:lnTo>
                <a:lnTo>
                  <a:pt x="7787" y="9928"/>
                </a:lnTo>
                <a:lnTo>
                  <a:pt x="7690" y="10001"/>
                </a:lnTo>
                <a:lnTo>
                  <a:pt x="7666" y="10025"/>
                </a:lnTo>
                <a:lnTo>
                  <a:pt x="7666" y="10050"/>
                </a:lnTo>
                <a:lnTo>
                  <a:pt x="7714" y="10098"/>
                </a:lnTo>
                <a:lnTo>
                  <a:pt x="8031" y="10098"/>
                </a:lnTo>
                <a:lnTo>
                  <a:pt x="8006" y="10415"/>
                </a:lnTo>
                <a:lnTo>
                  <a:pt x="7885" y="10439"/>
                </a:lnTo>
                <a:lnTo>
                  <a:pt x="7739" y="10488"/>
                </a:lnTo>
                <a:lnTo>
                  <a:pt x="7714" y="10512"/>
                </a:lnTo>
                <a:lnTo>
                  <a:pt x="7714" y="10536"/>
                </a:lnTo>
                <a:lnTo>
                  <a:pt x="7739" y="10585"/>
                </a:lnTo>
                <a:lnTo>
                  <a:pt x="7763" y="10609"/>
                </a:lnTo>
                <a:lnTo>
                  <a:pt x="7885" y="10634"/>
                </a:lnTo>
                <a:lnTo>
                  <a:pt x="7982" y="10634"/>
                </a:lnTo>
                <a:lnTo>
                  <a:pt x="7958" y="10901"/>
                </a:lnTo>
                <a:lnTo>
                  <a:pt x="7909" y="10926"/>
                </a:lnTo>
                <a:lnTo>
                  <a:pt x="7860" y="10926"/>
                </a:lnTo>
                <a:lnTo>
                  <a:pt x="7812" y="10950"/>
                </a:lnTo>
                <a:lnTo>
                  <a:pt x="7787" y="10950"/>
                </a:lnTo>
                <a:lnTo>
                  <a:pt x="7787" y="10999"/>
                </a:lnTo>
                <a:lnTo>
                  <a:pt x="7860" y="11047"/>
                </a:lnTo>
                <a:lnTo>
                  <a:pt x="7933" y="11072"/>
                </a:lnTo>
                <a:lnTo>
                  <a:pt x="7958" y="11145"/>
                </a:lnTo>
                <a:lnTo>
                  <a:pt x="7982" y="11193"/>
                </a:lnTo>
                <a:lnTo>
                  <a:pt x="8079" y="11266"/>
                </a:lnTo>
                <a:lnTo>
                  <a:pt x="8055" y="11437"/>
                </a:lnTo>
                <a:lnTo>
                  <a:pt x="8006" y="11583"/>
                </a:lnTo>
                <a:lnTo>
                  <a:pt x="7933" y="11729"/>
                </a:lnTo>
                <a:lnTo>
                  <a:pt x="7812" y="11826"/>
                </a:lnTo>
                <a:lnTo>
                  <a:pt x="7690" y="11899"/>
                </a:lnTo>
                <a:lnTo>
                  <a:pt x="7520" y="11899"/>
                </a:lnTo>
                <a:lnTo>
                  <a:pt x="7447" y="11850"/>
                </a:lnTo>
                <a:lnTo>
                  <a:pt x="7398" y="11802"/>
                </a:lnTo>
                <a:lnTo>
                  <a:pt x="7325" y="11729"/>
                </a:lnTo>
                <a:lnTo>
                  <a:pt x="7301" y="11656"/>
                </a:lnTo>
                <a:lnTo>
                  <a:pt x="7276" y="11583"/>
                </a:lnTo>
                <a:lnTo>
                  <a:pt x="7276" y="11388"/>
                </a:lnTo>
                <a:lnTo>
                  <a:pt x="7301" y="11242"/>
                </a:lnTo>
                <a:lnTo>
                  <a:pt x="7398" y="11096"/>
                </a:lnTo>
                <a:lnTo>
                  <a:pt x="7422" y="11023"/>
                </a:lnTo>
                <a:lnTo>
                  <a:pt x="7447" y="10974"/>
                </a:lnTo>
                <a:lnTo>
                  <a:pt x="7447" y="10828"/>
                </a:lnTo>
                <a:lnTo>
                  <a:pt x="7374" y="10561"/>
                </a:lnTo>
                <a:lnTo>
                  <a:pt x="7301" y="10074"/>
                </a:lnTo>
                <a:lnTo>
                  <a:pt x="7252" y="9612"/>
                </a:lnTo>
                <a:lnTo>
                  <a:pt x="7179" y="9125"/>
                </a:lnTo>
                <a:lnTo>
                  <a:pt x="7106" y="8906"/>
                </a:lnTo>
                <a:lnTo>
                  <a:pt x="7033" y="8663"/>
                </a:lnTo>
                <a:lnTo>
                  <a:pt x="6765" y="7957"/>
                </a:lnTo>
                <a:lnTo>
                  <a:pt x="6449" y="7276"/>
                </a:lnTo>
                <a:lnTo>
                  <a:pt x="6400" y="7203"/>
                </a:lnTo>
                <a:lnTo>
                  <a:pt x="6352" y="7105"/>
                </a:lnTo>
                <a:lnTo>
                  <a:pt x="6327" y="7057"/>
                </a:lnTo>
                <a:lnTo>
                  <a:pt x="6206" y="7057"/>
                </a:lnTo>
                <a:lnTo>
                  <a:pt x="6157" y="7081"/>
                </a:lnTo>
                <a:lnTo>
                  <a:pt x="6133" y="7105"/>
                </a:lnTo>
                <a:lnTo>
                  <a:pt x="6133" y="7154"/>
                </a:lnTo>
                <a:lnTo>
                  <a:pt x="6133" y="7227"/>
                </a:lnTo>
                <a:lnTo>
                  <a:pt x="5987" y="7227"/>
                </a:lnTo>
                <a:lnTo>
                  <a:pt x="5816" y="7251"/>
                </a:lnTo>
                <a:lnTo>
                  <a:pt x="5743" y="7276"/>
                </a:lnTo>
                <a:lnTo>
                  <a:pt x="5670" y="7300"/>
                </a:lnTo>
                <a:lnTo>
                  <a:pt x="5646" y="7349"/>
                </a:lnTo>
                <a:lnTo>
                  <a:pt x="5646" y="7397"/>
                </a:lnTo>
                <a:lnTo>
                  <a:pt x="5670" y="7422"/>
                </a:lnTo>
                <a:lnTo>
                  <a:pt x="5695" y="7470"/>
                </a:lnTo>
                <a:lnTo>
                  <a:pt x="5743" y="7495"/>
                </a:lnTo>
                <a:lnTo>
                  <a:pt x="5816" y="7519"/>
                </a:lnTo>
                <a:lnTo>
                  <a:pt x="6133" y="7519"/>
                </a:lnTo>
                <a:lnTo>
                  <a:pt x="6133" y="7714"/>
                </a:lnTo>
                <a:lnTo>
                  <a:pt x="6084" y="7714"/>
                </a:lnTo>
                <a:lnTo>
                  <a:pt x="5768" y="7738"/>
                </a:lnTo>
                <a:lnTo>
                  <a:pt x="5597" y="7787"/>
                </a:lnTo>
                <a:lnTo>
                  <a:pt x="5451" y="7860"/>
                </a:lnTo>
                <a:lnTo>
                  <a:pt x="5427" y="7884"/>
                </a:lnTo>
                <a:lnTo>
                  <a:pt x="5451" y="7933"/>
                </a:lnTo>
                <a:lnTo>
                  <a:pt x="5573" y="7981"/>
                </a:lnTo>
                <a:lnTo>
                  <a:pt x="5719" y="8006"/>
                </a:lnTo>
                <a:lnTo>
                  <a:pt x="6157" y="8006"/>
                </a:lnTo>
                <a:lnTo>
                  <a:pt x="6157" y="8298"/>
                </a:lnTo>
                <a:lnTo>
                  <a:pt x="5962" y="8298"/>
                </a:lnTo>
                <a:lnTo>
                  <a:pt x="5792" y="8322"/>
                </a:lnTo>
                <a:lnTo>
                  <a:pt x="5646" y="8322"/>
                </a:lnTo>
                <a:lnTo>
                  <a:pt x="5500" y="8371"/>
                </a:lnTo>
                <a:lnTo>
                  <a:pt x="5354" y="8444"/>
                </a:lnTo>
                <a:lnTo>
                  <a:pt x="5232" y="8541"/>
                </a:lnTo>
                <a:lnTo>
                  <a:pt x="5232" y="8565"/>
                </a:lnTo>
                <a:lnTo>
                  <a:pt x="5232" y="8590"/>
                </a:lnTo>
                <a:lnTo>
                  <a:pt x="5378" y="8638"/>
                </a:lnTo>
                <a:lnTo>
                  <a:pt x="5524" y="8663"/>
                </a:lnTo>
                <a:lnTo>
                  <a:pt x="5987" y="8663"/>
                </a:lnTo>
                <a:lnTo>
                  <a:pt x="6157" y="8638"/>
                </a:lnTo>
                <a:lnTo>
                  <a:pt x="6157" y="8784"/>
                </a:lnTo>
                <a:lnTo>
                  <a:pt x="6084" y="8760"/>
                </a:lnTo>
                <a:lnTo>
                  <a:pt x="5987" y="8784"/>
                </a:lnTo>
                <a:lnTo>
                  <a:pt x="5816" y="8809"/>
                </a:lnTo>
                <a:lnTo>
                  <a:pt x="5549" y="8833"/>
                </a:lnTo>
                <a:lnTo>
                  <a:pt x="5403" y="8857"/>
                </a:lnTo>
                <a:lnTo>
                  <a:pt x="5281" y="8906"/>
                </a:lnTo>
                <a:lnTo>
                  <a:pt x="5257" y="8930"/>
                </a:lnTo>
                <a:lnTo>
                  <a:pt x="5281" y="8955"/>
                </a:lnTo>
                <a:lnTo>
                  <a:pt x="5403" y="9028"/>
                </a:lnTo>
                <a:lnTo>
                  <a:pt x="5549" y="9052"/>
                </a:lnTo>
                <a:lnTo>
                  <a:pt x="5670" y="9076"/>
                </a:lnTo>
                <a:lnTo>
                  <a:pt x="5816" y="9101"/>
                </a:lnTo>
                <a:lnTo>
                  <a:pt x="5987" y="9101"/>
                </a:lnTo>
                <a:lnTo>
                  <a:pt x="6084" y="9076"/>
                </a:lnTo>
                <a:lnTo>
                  <a:pt x="6181" y="9076"/>
                </a:lnTo>
                <a:lnTo>
                  <a:pt x="6181" y="9320"/>
                </a:lnTo>
                <a:lnTo>
                  <a:pt x="5962" y="9295"/>
                </a:lnTo>
                <a:lnTo>
                  <a:pt x="5743" y="9320"/>
                </a:lnTo>
                <a:lnTo>
                  <a:pt x="5500" y="9344"/>
                </a:lnTo>
                <a:lnTo>
                  <a:pt x="5378" y="9393"/>
                </a:lnTo>
                <a:lnTo>
                  <a:pt x="5281" y="9441"/>
                </a:lnTo>
                <a:lnTo>
                  <a:pt x="5257" y="9466"/>
                </a:lnTo>
                <a:lnTo>
                  <a:pt x="5257" y="9514"/>
                </a:lnTo>
                <a:lnTo>
                  <a:pt x="5305" y="9563"/>
                </a:lnTo>
                <a:lnTo>
                  <a:pt x="5378" y="9587"/>
                </a:lnTo>
                <a:lnTo>
                  <a:pt x="5476" y="9612"/>
                </a:lnTo>
                <a:lnTo>
                  <a:pt x="5914" y="9612"/>
                </a:lnTo>
                <a:lnTo>
                  <a:pt x="6181" y="9636"/>
                </a:lnTo>
                <a:lnTo>
                  <a:pt x="6157" y="9855"/>
                </a:lnTo>
                <a:lnTo>
                  <a:pt x="6060" y="9855"/>
                </a:lnTo>
                <a:lnTo>
                  <a:pt x="5670" y="9928"/>
                </a:lnTo>
                <a:lnTo>
                  <a:pt x="5500" y="9952"/>
                </a:lnTo>
                <a:lnTo>
                  <a:pt x="5427" y="10001"/>
                </a:lnTo>
                <a:lnTo>
                  <a:pt x="5403" y="10001"/>
                </a:lnTo>
                <a:lnTo>
                  <a:pt x="5378" y="10025"/>
                </a:lnTo>
                <a:lnTo>
                  <a:pt x="5378" y="10098"/>
                </a:lnTo>
                <a:lnTo>
                  <a:pt x="5403" y="10147"/>
                </a:lnTo>
                <a:lnTo>
                  <a:pt x="5451" y="10171"/>
                </a:lnTo>
                <a:lnTo>
                  <a:pt x="5500" y="10196"/>
                </a:lnTo>
                <a:lnTo>
                  <a:pt x="5622" y="10220"/>
                </a:lnTo>
                <a:lnTo>
                  <a:pt x="5743" y="10220"/>
                </a:lnTo>
                <a:lnTo>
                  <a:pt x="5938" y="10196"/>
                </a:lnTo>
                <a:lnTo>
                  <a:pt x="6133" y="10171"/>
                </a:lnTo>
                <a:lnTo>
                  <a:pt x="6157" y="10147"/>
                </a:lnTo>
                <a:lnTo>
                  <a:pt x="6157" y="10366"/>
                </a:lnTo>
                <a:lnTo>
                  <a:pt x="6011" y="10390"/>
                </a:lnTo>
                <a:lnTo>
                  <a:pt x="5889" y="10415"/>
                </a:lnTo>
                <a:lnTo>
                  <a:pt x="5573" y="10512"/>
                </a:lnTo>
                <a:lnTo>
                  <a:pt x="5403" y="10585"/>
                </a:lnTo>
                <a:lnTo>
                  <a:pt x="5354" y="10634"/>
                </a:lnTo>
                <a:lnTo>
                  <a:pt x="5354" y="10658"/>
                </a:lnTo>
                <a:lnTo>
                  <a:pt x="5403" y="10707"/>
                </a:lnTo>
                <a:lnTo>
                  <a:pt x="5451" y="10731"/>
                </a:lnTo>
                <a:lnTo>
                  <a:pt x="5573" y="10755"/>
                </a:lnTo>
                <a:lnTo>
                  <a:pt x="5841" y="10731"/>
                </a:lnTo>
                <a:lnTo>
                  <a:pt x="6157" y="10682"/>
                </a:lnTo>
                <a:lnTo>
                  <a:pt x="6157" y="10999"/>
                </a:lnTo>
                <a:lnTo>
                  <a:pt x="6133" y="10999"/>
                </a:lnTo>
                <a:lnTo>
                  <a:pt x="5938" y="11023"/>
                </a:lnTo>
                <a:lnTo>
                  <a:pt x="5743" y="11047"/>
                </a:lnTo>
                <a:lnTo>
                  <a:pt x="5549" y="11120"/>
                </a:lnTo>
                <a:lnTo>
                  <a:pt x="5378" y="11193"/>
                </a:lnTo>
                <a:lnTo>
                  <a:pt x="5354" y="11218"/>
                </a:lnTo>
                <a:lnTo>
                  <a:pt x="5354" y="11242"/>
                </a:lnTo>
                <a:lnTo>
                  <a:pt x="5354" y="11266"/>
                </a:lnTo>
                <a:lnTo>
                  <a:pt x="5378" y="11291"/>
                </a:lnTo>
                <a:lnTo>
                  <a:pt x="5573" y="11315"/>
                </a:lnTo>
                <a:lnTo>
                  <a:pt x="5768" y="11315"/>
                </a:lnTo>
                <a:lnTo>
                  <a:pt x="6133" y="11291"/>
                </a:lnTo>
                <a:lnTo>
                  <a:pt x="6157" y="11266"/>
                </a:lnTo>
                <a:lnTo>
                  <a:pt x="6157" y="11558"/>
                </a:lnTo>
                <a:lnTo>
                  <a:pt x="6011" y="11558"/>
                </a:lnTo>
                <a:lnTo>
                  <a:pt x="5841" y="11607"/>
                </a:lnTo>
                <a:lnTo>
                  <a:pt x="5573" y="11656"/>
                </a:lnTo>
                <a:lnTo>
                  <a:pt x="5330" y="11753"/>
                </a:lnTo>
                <a:lnTo>
                  <a:pt x="5305" y="11777"/>
                </a:lnTo>
                <a:lnTo>
                  <a:pt x="5305" y="11826"/>
                </a:lnTo>
                <a:lnTo>
                  <a:pt x="5330" y="11850"/>
                </a:lnTo>
                <a:lnTo>
                  <a:pt x="5378" y="11850"/>
                </a:lnTo>
                <a:lnTo>
                  <a:pt x="5622" y="11875"/>
                </a:lnTo>
                <a:lnTo>
                  <a:pt x="5865" y="11850"/>
                </a:lnTo>
                <a:lnTo>
                  <a:pt x="6011" y="11850"/>
                </a:lnTo>
                <a:lnTo>
                  <a:pt x="6084" y="11826"/>
                </a:lnTo>
                <a:lnTo>
                  <a:pt x="6157" y="11802"/>
                </a:lnTo>
                <a:lnTo>
                  <a:pt x="6157" y="12020"/>
                </a:lnTo>
                <a:lnTo>
                  <a:pt x="5962" y="12020"/>
                </a:lnTo>
                <a:lnTo>
                  <a:pt x="5743" y="12045"/>
                </a:lnTo>
                <a:lnTo>
                  <a:pt x="5549" y="12118"/>
                </a:lnTo>
                <a:lnTo>
                  <a:pt x="5476" y="12142"/>
                </a:lnTo>
                <a:lnTo>
                  <a:pt x="5378" y="12191"/>
                </a:lnTo>
                <a:lnTo>
                  <a:pt x="5378" y="12239"/>
                </a:lnTo>
                <a:lnTo>
                  <a:pt x="5378" y="12264"/>
                </a:lnTo>
                <a:lnTo>
                  <a:pt x="5476" y="12312"/>
                </a:lnTo>
                <a:lnTo>
                  <a:pt x="5549" y="12337"/>
                </a:lnTo>
                <a:lnTo>
                  <a:pt x="5743" y="12385"/>
                </a:lnTo>
                <a:lnTo>
                  <a:pt x="5962" y="12361"/>
                </a:lnTo>
                <a:lnTo>
                  <a:pt x="6157" y="12361"/>
                </a:lnTo>
                <a:lnTo>
                  <a:pt x="6157" y="12458"/>
                </a:lnTo>
                <a:lnTo>
                  <a:pt x="6157" y="12483"/>
                </a:lnTo>
                <a:lnTo>
                  <a:pt x="6011" y="12531"/>
                </a:lnTo>
                <a:lnTo>
                  <a:pt x="5889" y="12580"/>
                </a:lnTo>
                <a:lnTo>
                  <a:pt x="5622" y="12653"/>
                </a:lnTo>
                <a:lnTo>
                  <a:pt x="5500" y="12702"/>
                </a:lnTo>
                <a:lnTo>
                  <a:pt x="5403" y="12750"/>
                </a:lnTo>
                <a:lnTo>
                  <a:pt x="5378" y="12799"/>
                </a:lnTo>
                <a:lnTo>
                  <a:pt x="5378" y="12823"/>
                </a:lnTo>
                <a:lnTo>
                  <a:pt x="5403" y="12848"/>
                </a:lnTo>
                <a:lnTo>
                  <a:pt x="5500" y="12872"/>
                </a:lnTo>
                <a:lnTo>
                  <a:pt x="5622" y="12896"/>
                </a:lnTo>
                <a:lnTo>
                  <a:pt x="5743" y="12921"/>
                </a:lnTo>
                <a:lnTo>
                  <a:pt x="5865" y="12896"/>
                </a:lnTo>
                <a:lnTo>
                  <a:pt x="6011" y="12872"/>
                </a:lnTo>
                <a:lnTo>
                  <a:pt x="6181" y="12848"/>
                </a:lnTo>
                <a:lnTo>
                  <a:pt x="6181" y="13042"/>
                </a:lnTo>
                <a:lnTo>
                  <a:pt x="6108" y="13018"/>
                </a:lnTo>
                <a:lnTo>
                  <a:pt x="5962" y="13042"/>
                </a:lnTo>
                <a:lnTo>
                  <a:pt x="5841" y="13091"/>
                </a:lnTo>
                <a:lnTo>
                  <a:pt x="5719" y="13164"/>
                </a:lnTo>
                <a:lnTo>
                  <a:pt x="5573" y="13237"/>
                </a:lnTo>
                <a:lnTo>
                  <a:pt x="5549" y="13261"/>
                </a:lnTo>
                <a:lnTo>
                  <a:pt x="5573" y="13286"/>
                </a:lnTo>
                <a:lnTo>
                  <a:pt x="5597" y="13334"/>
                </a:lnTo>
                <a:lnTo>
                  <a:pt x="5622" y="13334"/>
                </a:lnTo>
                <a:lnTo>
                  <a:pt x="5743" y="13310"/>
                </a:lnTo>
                <a:lnTo>
                  <a:pt x="6157" y="13310"/>
                </a:lnTo>
                <a:lnTo>
                  <a:pt x="6206" y="13286"/>
                </a:lnTo>
                <a:lnTo>
                  <a:pt x="6206" y="13529"/>
                </a:lnTo>
                <a:lnTo>
                  <a:pt x="6035" y="13553"/>
                </a:lnTo>
                <a:lnTo>
                  <a:pt x="5865" y="13553"/>
                </a:lnTo>
                <a:lnTo>
                  <a:pt x="5719" y="13602"/>
                </a:lnTo>
                <a:lnTo>
                  <a:pt x="5573" y="13675"/>
                </a:lnTo>
                <a:lnTo>
                  <a:pt x="5524" y="13724"/>
                </a:lnTo>
                <a:lnTo>
                  <a:pt x="5476" y="13797"/>
                </a:lnTo>
                <a:lnTo>
                  <a:pt x="5476" y="13870"/>
                </a:lnTo>
                <a:lnTo>
                  <a:pt x="5476" y="13894"/>
                </a:lnTo>
                <a:lnTo>
                  <a:pt x="5500" y="13918"/>
                </a:lnTo>
                <a:lnTo>
                  <a:pt x="5646" y="13967"/>
                </a:lnTo>
                <a:lnTo>
                  <a:pt x="5792" y="13967"/>
                </a:lnTo>
                <a:lnTo>
                  <a:pt x="6108" y="13943"/>
                </a:lnTo>
                <a:lnTo>
                  <a:pt x="6254" y="13943"/>
                </a:lnTo>
                <a:lnTo>
                  <a:pt x="6279" y="14235"/>
                </a:lnTo>
                <a:lnTo>
                  <a:pt x="6011" y="14308"/>
                </a:lnTo>
                <a:lnTo>
                  <a:pt x="5841" y="14332"/>
                </a:lnTo>
                <a:lnTo>
                  <a:pt x="5670" y="14381"/>
                </a:lnTo>
                <a:lnTo>
                  <a:pt x="5622" y="14429"/>
                </a:lnTo>
                <a:lnTo>
                  <a:pt x="5597" y="14478"/>
                </a:lnTo>
                <a:lnTo>
                  <a:pt x="5622" y="14551"/>
                </a:lnTo>
                <a:lnTo>
                  <a:pt x="5670" y="14600"/>
                </a:lnTo>
                <a:lnTo>
                  <a:pt x="5719" y="14624"/>
                </a:lnTo>
                <a:lnTo>
                  <a:pt x="5792" y="14648"/>
                </a:lnTo>
                <a:lnTo>
                  <a:pt x="5962" y="14673"/>
                </a:lnTo>
                <a:lnTo>
                  <a:pt x="6133" y="14648"/>
                </a:lnTo>
                <a:lnTo>
                  <a:pt x="6303" y="14600"/>
                </a:lnTo>
                <a:lnTo>
                  <a:pt x="6303" y="14770"/>
                </a:lnTo>
                <a:lnTo>
                  <a:pt x="6133" y="14794"/>
                </a:lnTo>
                <a:lnTo>
                  <a:pt x="5962" y="14867"/>
                </a:lnTo>
                <a:lnTo>
                  <a:pt x="5841" y="14916"/>
                </a:lnTo>
                <a:lnTo>
                  <a:pt x="5719" y="14965"/>
                </a:lnTo>
                <a:lnTo>
                  <a:pt x="5646" y="15062"/>
                </a:lnTo>
                <a:lnTo>
                  <a:pt x="5597" y="15111"/>
                </a:lnTo>
                <a:lnTo>
                  <a:pt x="5573" y="15159"/>
                </a:lnTo>
                <a:lnTo>
                  <a:pt x="5573" y="15184"/>
                </a:lnTo>
                <a:lnTo>
                  <a:pt x="5597" y="15208"/>
                </a:lnTo>
                <a:lnTo>
                  <a:pt x="5670" y="15257"/>
                </a:lnTo>
                <a:lnTo>
                  <a:pt x="5768" y="15281"/>
                </a:lnTo>
                <a:lnTo>
                  <a:pt x="5962" y="15257"/>
                </a:lnTo>
                <a:lnTo>
                  <a:pt x="6352" y="15184"/>
                </a:lnTo>
                <a:lnTo>
                  <a:pt x="6376" y="15451"/>
                </a:lnTo>
                <a:lnTo>
                  <a:pt x="6133" y="15476"/>
                </a:lnTo>
                <a:lnTo>
                  <a:pt x="5865" y="15524"/>
                </a:lnTo>
                <a:lnTo>
                  <a:pt x="5743" y="15573"/>
                </a:lnTo>
                <a:lnTo>
                  <a:pt x="5646" y="15646"/>
                </a:lnTo>
                <a:lnTo>
                  <a:pt x="5622" y="15646"/>
                </a:lnTo>
                <a:lnTo>
                  <a:pt x="5622" y="15670"/>
                </a:lnTo>
                <a:lnTo>
                  <a:pt x="5695" y="15768"/>
                </a:lnTo>
                <a:lnTo>
                  <a:pt x="5792" y="15816"/>
                </a:lnTo>
                <a:lnTo>
                  <a:pt x="5889" y="15841"/>
                </a:lnTo>
                <a:lnTo>
                  <a:pt x="5987" y="15841"/>
                </a:lnTo>
                <a:lnTo>
                  <a:pt x="6206" y="15865"/>
                </a:lnTo>
                <a:lnTo>
                  <a:pt x="6400" y="15865"/>
                </a:lnTo>
                <a:lnTo>
                  <a:pt x="6400" y="15962"/>
                </a:lnTo>
                <a:lnTo>
                  <a:pt x="6133" y="16035"/>
                </a:lnTo>
                <a:lnTo>
                  <a:pt x="5938" y="16084"/>
                </a:lnTo>
                <a:lnTo>
                  <a:pt x="5792" y="16181"/>
                </a:lnTo>
                <a:lnTo>
                  <a:pt x="5768" y="16230"/>
                </a:lnTo>
                <a:lnTo>
                  <a:pt x="5768" y="16254"/>
                </a:lnTo>
                <a:lnTo>
                  <a:pt x="5816" y="16327"/>
                </a:lnTo>
                <a:lnTo>
                  <a:pt x="5889" y="16376"/>
                </a:lnTo>
                <a:lnTo>
                  <a:pt x="5987" y="16400"/>
                </a:lnTo>
                <a:lnTo>
                  <a:pt x="6181" y="16400"/>
                </a:lnTo>
                <a:lnTo>
                  <a:pt x="6425" y="16352"/>
                </a:lnTo>
                <a:lnTo>
                  <a:pt x="6449" y="16644"/>
                </a:lnTo>
                <a:lnTo>
                  <a:pt x="6230" y="16668"/>
                </a:lnTo>
                <a:lnTo>
                  <a:pt x="6035" y="16717"/>
                </a:lnTo>
                <a:lnTo>
                  <a:pt x="5962" y="16765"/>
                </a:lnTo>
                <a:lnTo>
                  <a:pt x="5865" y="16790"/>
                </a:lnTo>
                <a:lnTo>
                  <a:pt x="5841" y="16838"/>
                </a:lnTo>
                <a:lnTo>
                  <a:pt x="5841" y="16887"/>
                </a:lnTo>
                <a:lnTo>
                  <a:pt x="5841" y="16911"/>
                </a:lnTo>
                <a:lnTo>
                  <a:pt x="5889" y="16936"/>
                </a:lnTo>
                <a:lnTo>
                  <a:pt x="6084" y="16960"/>
                </a:lnTo>
                <a:lnTo>
                  <a:pt x="6279" y="16984"/>
                </a:lnTo>
                <a:lnTo>
                  <a:pt x="6449" y="16984"/>
                </a:lnTo>
                <a:lnTo>
                  <a:pt x="6449" y="17276"/>
                </a:lnTo>
                <a:lnTo>
                  <a:pt x="6206" y="17325"/>
                </a:lnTo>
                <a:lnTo>
                  <a:pt x="6011" y="17349"/>
                </a:lnTo>
                <a:lnTo>
                  <a:pt x="5938" y="17398"/>
                </a:lnTo>
                <a:lnTo>
                  <a:pt x="5865" y="17447"/>
                </a:lnTo>
                <a:lnTo>
                  <a:pt x="5841" y="17471"/>
                </a:lnTo>
                <a:lnTo>
                  <a:pt x="5841" y="17520"/>
                </a:lnTo>
                <a:lnTo>
                  <a:pt x="5841" y="17544"/>
                </a:lnTo>
                <a:lnTo>
                  <a:pt x="5865" y="17568"/>
                </a:lnTo>
                <a:lnTo>
                  <a:pt x="5987" y="17641"/>
                </a:lnTo>
                <a:lnTo>
                  <a:pt x="6133" y="17690"/>
                </a:lnTo>
                <a:lnTo>
                  <a:pt x="6303" y="17690"/>
                </a:lnTo>
                <a:lnTo>
                  <a:pt x="6449" y="17666"/>
                </a:lnTo>
                <a:lnTo>
                  <a:pt x="6449" y="17958"/>
                </a:lnTo>
                <a:lnTo>
                  <a:pt x="6303" y="17982"/>
                </a:lnTo>
                <a:lnTo>
                  <a:pt x="6181" y="18031"/>
                </a:lnTo>
                <a:lnTo>
                  <a:pt x="6011" y="18055"/>
                </a:lnTo>
                <a:lnTo>
                  <a:pt x="5914" y="18104"/>
                </a:lnTo>
                <a:lnTo>
                  <a:pt x="5841" y="18152"/>
                </a:lnTo>
                <a:lnTo>
                  <a:pt x="5816" y="18177"/>
                </a:lnTo>
                <a:lnTo>
                  <a:pt x="5816" y="18225"/>
                </a:lnTo>
                <a:lnTo>
                  <a:pt x="5841" y="18250"/>
                </a:lnTo>
                <a:lnTo>
                  <a:pt x="5865" y="18274"/>
                </a:lnTo>
                <a:lnTo>
                  <a:pt x="5987" y="18323"/>
                </a:lnTo>
                <a:lnTo>
                  <a:pt x="6157" y="18371"/>
                </a:lnTo>
                <a:lnTo>
                  <a:pt x="6303" y="18371"/>
                </a:lnTo>
                <a:lnTo>
                  <a:pt x="6449" y="18347"/>
                </a:lnTo>
                <a:lnTo>
                  <a:pt x="6473" y="18444"/>
                </a:lnTo>
                <a:lnTo>
                  <a:pt x="6303" y="18469"/>
                </a:lnTo>
                <a:lnTo>
                  <a:pt x="6157" y="18542"/>
                </a:lnTo>
                <a:lnTo>
                  <a:pt x="6035" y="18615"/>
                </a:lnTo>
                <a:lnTo>
                  <a:pt x="5914" y="18688"/>
                </a:lnTo>
                <a:lnTo>
                  <a:pt x="5889" y="18736"/>
                </a:lnTo>
                <a:lnTo>
                  <a:pt x="5889" y="18761"/>
                </a:lnTo>
                <a:lnTo>
                  <a:pt x="5914" y="18785"/>
                </a:lnTo>
                <a:lnTo>
                  <a:pt x="5962" y="18809"/>
                </a:lnTo>
                <a:lnTo>
                  <a:pt x="6108" y="18809"/>
                </a:lnTo>
                <a:lnTo>
                  <a:pt x="6279" y="18785"/>
                </a:lnTo>
                <a:lnTo>
                  <a:pt x="6498" y="18761"/>
                </a:lnTo>
                <a:lnTo>
                  <a:pt x="6522" y="18980"/>
                </a:lnTo>
                <a:lnTo>
                  <a:pt x="6376" y="19028"/>
                </a:lnTo>
                <a:lnTo>
                  <a:pt x="6254" y="19101"/>
                </a:lnTo>
                <a:lnTo>
                  <a:pt x="5987" y="19223"/>
                </a:lnTo>
                <a:lnTo>
                  <a:pt x="5962" y="19272"/>
                </a:lnTo>
                <a:lnTo>
                  <a:pt x="5962" y="19320"/>
                </a:lnTo>
                <a:lnTo>
                  <a:pt x="5987" y="19369"/>
                </a:lnTo>
                <a:lnTo>
                  <a:pt x="6011" y="19393"/>
                </a:lnTo>
                <a:lnTo>
                  <a:pt x="6425" y="19393"/>
                </a:lnTo>
                <a:lnTo>
                  <a:pt x="6595" y="19345"/>
                </a:lnTo>
                <a:lnTo>
                  <a:pt x="6619" y="19393"/>
                </a:lnTo>
                <a:lnTo>
                  <a:pt x="6571" y="19442"/>
                </a:lnTo>
                <a:lnTo>
                  <a:pt x="6522" y="19515"/>
                </a:lnTo>
                <a:lnTo>
                  <a:pt x="6254" y="19637"/>
                </a:lnTo>
                <a:lnTo>
                  <a:pt x="6230" y="19661"/>
                </a:lnTo>
                <a:lnTo>
                  <a:pt x="6206" y="19734"/>
                </a:lnTo>
                <a:lnTo>
                  <a:pt x="6230" y="19758"/>
                </a:lnTo>
                <a:lnTo>
                  <a:pt x="6279" y="19783"/>
                </a:lnTo>
                <a:lnTo>
                  <a:pt x="6595" y="19758"/>
                </a:lnTo>
                <a:lnTo>
                  <a:pt x="6668" y="19783"/>
                </a:lnTo>
                <a:lnTo>
                  <a:pt x="6887" y="19856"/>
                </a:lnTo>
                <a:lnTo>
                  <a:pt x="7106" y="19904"/>
                </a:lnTo>
                <a:lnTo>
                  <a:pt x="7203" y="19953"/>
                </a:lnTo>
                <a:lnTo>
                  <a:pt x="7252" y="20001"/>
                </a:lnTo>
                <a:lnTo>
                  <a:pt x="7276" y="20050"/>
                </a:lnTo>
                <a:lnTo>
                  <a:pt x="7276" y="20123"/>
                </a:lnTo>
                <a:lnTo>
                  <a:pt x="7252" y="20172"/>
                </a:lnTo>
                <a:lnTo>
                  <a:pt x="7203" y="20245"/>
                </a:lnTo>
                <a:lnTo>
                  <a:pt x="7057" y="20342"/>
                </a:lnTo>
                <a:lnTo>
                  <a:pt x="6936" y="20391"/>
                </a:lnTo>
                <a:lnTo>
                  <a:pt x="6814" y="20439"/>
                </a:lnTo>
                <a:lnTo>
                  <a:pt x="6692" y="20464"/>
                </a:lnTo>
                <a:lnTo>
                  <a:pt x="6571" y="20464"/>
                </a:lnTo>
                <a:lnTo>
                  <a:pt x="6303" y="20439"/>
                </a:lnTo>
                <a:lnTo>
                  <a:pt x="5889" y="20439"/>
                </a:lnTo>
                <a:lnTo>
                  <a:pt x="5768" y="20391"/>
                </a:lnTo>
                <a:lnTo>
                  <a:pt x="5670" y="20318"/>
                </a:lnTo>
                <a:lnTo>
                  <a:pt x="5597" y="20220"/>
                </a:lnTo>
                <a:lnTo>
                  <a:pt x="5524" y="20099"/>
                </a:lnTo>
                <a:lnTo>
                  <a:pt x="5476" y="19929"/>
                </a:lnTo>
                <a:lnTo>
                  <a:pt x="5403" y="19612"/>
                </a:lnTo>
                <a:lnTo>
                  <a:pt x="5354" y="19247"/>
                </a:lnTo>
                <a:lnTo>
                  <a:pt x="5330" y="18882"/>
                </a:lnTo>
                <a:lnTo>
                  <a:pt x="5305" y="18371"/>
                </a:lnTo>
                <a:lnTo>
                  <a:pt x="5184" y="16960"/>
                </a:lnTo>
                <a:lnTo>
                  <a:pt x="5111" y="16254"/>
                </a:lnTo>
                <a:lnTo>
                  <a:pt x="5038" y="15549"/>
                </a:lnTo>
                <a:lnTo>
                  <a:pt x="4965" y="15086"/>
                </a:lnTo>
                <a:lnTo>
                  <a:pt x="4867" y="14600"/>
                </a:lnTo>
                <a:lnTo>
                  <a:pt x="4624" y="13675"/>
                </a:lnTo>
                <a:lnTo>
                  <a:pt x="4527" y="13310"/>
                </a:lnTo>
                <a:lnTo>
                  <a:pt x="4454" y="13018"/>
                </a:lnTo>
                <a:lnTo>
                  <a:pt x="4405" y="12896"/>
                </a:lnTo>
                <a:lnTo>
                  <a:pt x="4356" y="12823"/>
                </a:lnTo>
                <a:lnTo>
                  <a:pt x="4356" y="12799"/>
                </a:lnTo>
                <a:lnTo>
                  <a:pt x="4332" y="12750"/>
                </a:lnTo>
                <a:lnTo>
                  <a:pt x="4283" y="12702"/>
                </a:lnTo>
                <a:lnTo>
                  <a:pt x="4235" y="12677"/>
                </a:lnTo>
                <a:lnTo>
                  <a:pt x="4186" y="12653"/>
                </a:lnTo>
                <a:lnTo>
                  <a:pt x="4113" y="12677"/>
                </a:lnTo>
                <a:lnTo>
                  <a:pt x="4040" y="12750"/>
                </a:lnTo>
                <a:lnTo>
                  <a:pt x="3991" y="12848"/>
                </a:lnTo>
                <a:lnTo>
                  <a:pt x="3918" y="13091"/>
                </a:lnTo>
                <a:lnTo>
                  <a:pt x="3870" y="13286"/>
                </a:lnTo>
                <a:lnTo>
                  <a:pt x="3772" y="13237"/>
                </a:lnTo>
                <a:lnTo>
                  <a:pt x="3675" y="13213"/>
                </a:lnTo>
                <a:lnTo>
                  <a:pt x="3626" y="13237"/>
                </a:lnTo>
                <a:lnTo>
                  <a:pt x="3602" y="13310"/>
                </a:lnTo>
                <a:lnTo>
                  <a:pt x="3626" y="13383"/>
                </a:lnTo>
                <a:lnTo>
                  <a:pt x="3675" y="13456"/>
                </a:lnTo>
                <a:lnTo>
                  <a:pt x="3748" y="13529"/>
                </a:lnTo>
                <a:lnTo>
                  <a:pt x="3821" y="13578"/>
                </a:lnTo>
                <a:lnTo>
                  <a:pt x="3797" y="13772"/>
                </a:lnTo>
                <a:lnTo>
                  <a:pt x="3651" y="13772"/>
                </a:lnTo>
                <a:lnTo>
                  <a:pt x="3505" y="13821"/>
                </a:lnTo>
                <a:lnTo>
                  <a:pt x="3480" y="13845"/>
                </a:lnTo>
                <a:lnTo>
                  <a:pt x="3505" y="13870"/>
                </a:lnTo>
                <a:lnTo>
                  <a:pt x="3651" y="13943"/>
                </a:lnTo>
                <a:lnTo>
                  <a:pt x="3772" y="14016"/>
                </a:lnTo>
                <a:lnTo>
                  <a:pt x="3724" y="14405"/>
                </a:lnTo>
                <a:lnTo>
                  <a:pt x="3505" y="14381"/>
                </a:lnTo>
                <a:lnTo>
                  <a:pt x="3407" y="14381"/>
                </a:lnTo>
                <a:lnTo>
                  <a:pt x="3310" y="14405"/>
                </a:lnTo>
                <a:lnTo>
                  <a:pt x="3286" y="14454"/>
                </a:lnTo>
                <a:lnTo>
                  <a:pt x="3286" y="14478"/>
                </a:lnTo>
                <a:lnTo>
                  <a:pt x="3286" y="14502"/>
                </a:lnTo>
                <a:lnTo>
                  <a:pt x="3383" y="14551"/>
                </a:lnTo>
                <a:lnTo>
                  <a:pt x="3480" y="14624"/>
                </a:lnTo>
                <a:lnTo>
                  <a:pt x="3675" y="14721"/>
                </a:lnTo>
                <a:lnTo>
                  <a:pt x="3675" y="14892"/>
                </a:lnTo>
                <a:lnTo>
                  <a:pt x="3480" y="14892"/>
                </a:lnTo>
                <a:lnTo>
                  <a:pt x="3286" y="14916"/>
                </a:lnTo>
                <a:lnTo>
                  <a:pt x="3213" y="14940"/>
                </a:lnTo>
                <a:lnTo>
                  <a:pt x="3140" y="14965"/>
                </a:lnTo>
                <a:lnTo>
                  <a:pt x="3115" y="15013"/>
                </a:lnTo>
                <a:lnTo>
                  <a:pt x="3115" y="15038"/>
                </a:lnTo>
                <a:lnTo>
                  <a:pt x="3140" y="15086"/>
                </a:lnTo>
                <a:lnTo>
                  <a:pt x="3188" y="15135"/>
                </a:lnTo>
                <a:lnTo>
                  <a:pt x="3310" y="15208"/>
                </a:lnTo>
                <a:lnTo>
                  <a:pt x="3456" y="15232"/>
                </a:lnTo>
                <a:lnTo>
                  <a:pt x="3626" y="15257"/>
                </a:lnTo>
                <a:lnTo>
                  <a:pt x="3578" y="15573"/>
                </a:lnTo>
                <a:lnTo>
                  <a:pt x="3334" y="15549"/>
                </a:lnTo>
                <a:lnTo>
                  <a:pt x="3018" y="15549"/>
                </a:lnTo>
                <a:lnTo>
                  <a:pt x="2921" y="15573"/>
                </a:lnTo>
                <a:lnTo>
                  <a:pt x="2896" y="15597"/>
                </a:lnTo>
                <a:lnTo>
                  <a:pt x="2896" y="15622"/>
                </a:lnTo>
                <a:lnTo>
                  <a:pt x="2945" y="15695"/>
                </a:lnTo>
                <a:lnTo>
                  <a:pt x="3018" y="15743"/>
                </a:lnTo>
                <a:lnTo>
                  <a:pt x="3164" y="15816"/>
                </a:lnTo>
                <a:lnTo>
                  <a:pt x="3359" y="15889"/>
                </a:lnTo>
                <a:lnTo>
                  <a:pt x="3553" y="15914"/>
                </a:lnTo>
                <a:lnTo>
                  <a:pt x="3529" y="16011"/>
                </a:lnTo>
                <a:lnTo>
                  <a:pt x="3261" y="16035"/>
                </a:lnTo>
                <a:lnTo>
                  <a:pt x="3115" y="16060"/>
                </a:lnTo>
                <a:lnTo>
                  <a:pt x="2994" y="16108"/>
                </a:lnTo>
                <a:lnTo>
                  <a:pt x="2969" y="16133"/>
                </a:lnTo>
                <a:lnTo>
                  <a:pt x="2969" y="16181"/>
                </a:lnTo>
                <a:lnTo>
                  <a:pt x="2969" y="16206"/>
                </a:lnTo>
                <a:lnTo>
                  <a:pt x="2994" y="16230"/>
                </a:lnTo>
                <a:lnTo>
                  <a:pt x="3115" y="16279"/>
                </a:lnTo>
                <a:lnTo>
                  <a:pt x="3237" y="16303"/>
                </a:lnTo>
                <a:lnTo>
                  <a:pt x="3480" y="16327"/>
                </a:lnTo>
                <a:lnTo>
                  <a:pt x="3432" y="16790"/>
                </a:lnTo>
                <a:lnTo>
                  <a:pt x="3261" y="16790"/>
                </a:lnTo>
                <a:lnTo>
                  <a:pt x="3115" y="16814"/>
                </a:lnTo>
                <a:lnTo>
                  <a:pt x="2872" y="16838"/>
                </a:lnTo>
                <a:lnTo>
                  <a:pt x="2775" y="16887"/>
                </a:lnTo>
                <a:lnTo>
                  <a:pt x="2677" y="16960"/>
                </a:lnTo>
                <a:lnTo>
                  <a:pt x="2653" y="17033"/>
                </a:lnTo>
                <a:lnTo>
                  <a:pt x="2677" y="17082"/>
                </a:lnTo>
                <a:lnTo>
                  <a:pt x="2702" y="17106"/>
                </a:lnTo>
                <a:lnTo>
                  <a:pt x="2799" y="17155"/>
                </a:lnTo>
                <a:lnTo>
                  <a:pt x="2896" y="17155"/>
                </a:lnTo>
                <a:lnTo>
                  <a:pt x="3091" y="17179"/>
                </a:lnTo>
                <a:lnTo>
                  <a:pt x="3383" y="17203"/>
                </a:lnTo>
                <a:lnTo>
                  <a:pt x="3359" y="17398"/>
                </a:lnTo>
                <a:lnTo>
                  <a:pt x="3188" y="17398"/>
                </a:lnTo>
                <a:lnTo>
                  <a:pt x="3042" y="17422"/>
                </a:lnTo>
                <a:lnTo>
                  <a:pt x="2750" y="17520"/>
                </a:lnTo>
                <a:lnTo>
                  <a:pt x="2702" y="17544"/>
                </a:lnTo>
                <a:lnTo>
                  <a:pt x="2677" y="17593"/>
                </a:lnTo>
                <a:lnTo>
                  <a:pt x="2702" y="17641"/>
                </a:lnTo>
                <a:lnTo>
                  <a:pt x="2750" y="17666"/>
                </a:lnTo>
                <a:lnTo>
                  <a:pt x="2896" y="17714"/>
                </a:lnTo>
                <a:lnTo>
                  <a:pt x="3018" y="17739"/>
                </a:lnTo>
                <a:lnTo>
                  <a:pt x="3310" y="17739"/>
                </a:lnTo>
                <a:lnTo>
                  <a:pt x="3310" y="17763"/>
                </a:lnTo>
                <a:lnTo>
                  <a:pt x="3286" y="17933"/>
                </a:lnTo>
                <a:lnTo>
                  <a:pt x="3018" y="17958"/>
                </a:lnTo>
                <a:lnTo>
                  <a:pt x="2799" y="17982"/>
                </a:lnTo>
                <a:lnTo>
                  <a:pt x="2702" y="18031"/>
                </a:lnTo>
                <a:lnTo>
                  <a:pt x="2629" y="18079"/>
                </a:lnTo>
                <a:lnTo>
                  <a:pt x="2604" y="18128"/>
                </a:lnTo>
                <a:lnTo>
                  <a:pt x="2604" y="18177"/>
                </a:lnTo>
                <a:lnTo>
                  <a:pt x="2653" y="18250"/>
                </a:lnTo>
                <a:lnTo>
                  <a:pt x="2702" y="18274"/>
                </a:lnTo>
                <a:lnTo>
                  <a:pt x="2775" y="18298"/>
                </a:lnTo>
                <a:lnTo>
                  <a:pt x="2848" y="18323"/>
                </a:lnTo>
                <a:lnTo>
                  <a:pt x="3018" y="18323"/>
                </a:lnTo>
                <a:lnTo>
                  <a:pt x="3164" y="18298"/>
                </a:lnTo>
                <a:lnTo>
                  <a:pt x="3237" y="18323"/>
                </a:lnTo>
                <a:lnTo>
                  <a:pt x="3213" y="18517"/>
                </a:lnTo>
                <a:lnTo>
                  <a:pt x="2848" y="18566"/>
                </a:lnTo>
                <a:lnTo>
                  <a:pt x="2677" y="18615"/>
                </a:lnTo>
                <a:lnTo>
                  <a:pt x="2604" y="18663"/>
                </a:lnTo>
                <a:lnTo>
                  <a:pt x="2531" y="18712"/>
                </a:lnTo>
                <a:lnTo>
                  <a:pt x="2507" y="18761"/>
                </a:lnTo>
                <a:lnTo>
                  <a:pt x="2507" y="18785"/>
                </a:lnTo>
                <a:lnTo>
                  <a:pt x="2531" y="18809"/>
                </a:lnTo>
                <a:lnTo>
                  <a:pt x="2556" y="18834"/>
                </a:lnTo>
                <a:lnTo>
                  <a:pt x="2702" y="18882"/>
                </a:lnTo>
                <a:lnTo>
                  <a:pt x="3164" y="18882"/>
                </a:lnTo>
                <a:lnTo>
                  <a:pt x="3115" y="19223"/>
                </a:lnTo>
                <a:lnTo>
                  <a:pt x="2799" y="19199"/>
                </a:lnTo>
                <a:lnTo>
                  <a:pt x="2677" y="19199"/>
                </a:lnTo>
                <a:lnTo>
                  <a:pt x="2580" y="19223"/>
                </a:lnTo>
                <a:lnTo>
                  <a:pt x="2483" y="19247"/>
                </a:lnTo>
                <a:lnTo>
                  <a:pt x="2410" y="19320"/>
                </a:lnTo>
                <a:lnTo>
                  <a:pt x="2410" y="19369"/>
                </a:lnTo>
                <a:lnTo>
                  <a:pt x="2410" y="19393"/>
                </a:lnTo>
                <a:lnTo>
                  <a:pt x="2483" y="19466"/>
                </a:lnTo>
                <a:lnTo>
                  <a:pt x="2580" y="19515"/>
                </a:lnTo>
                <a:lnTo>
                  <a:pt x="2702" y="19564"/>
                </a:lnTo>
                <a:lnTo>
                  <a:pt x="2799" y="19564"/>
                </a:lnTo>
                <a:lnTo>
                  <a:pt x="3042" y="19612"/>
                </a:lnTo>
                <a:lnTo>
                  <a:pt x="3018" y="19807"/>
                </a:lnTo>
                <a:lnTo>
                  <a:pt x="2896" y="19807"/>
                </a:lnTo>
                <a:lnTo>
                  <a:pt x="2556" y="19856"/>
                </a:lnTo>
                <a:lnTo>
                  <a:pt x="2483" y="19880"/>
                </a:lnTo>
                <a:lnTo>
                  <a:pt x="2434" y="19904"/>
                </a:lnTo>
                <a:lnTo>
                  <a:pt x="2337" y="20001"/>
                </a:lnTo>
                <a:lnTo>
                  <a:pt x="2312" y="20026"/>
                </a:lnTo>
                <a:lnTo>
                  <a:pt x="2337" y="20074"/>
                </a:lnTo>
                <a:lnTo>
                  <a:pt x="2434" y="20123"/>
                </a:lnTo>
                <a:lnTo>
                  <a:pt x="2531" y="20147"/>
                </a:lnTo>
                <a:lnTo>
                  <a:pt x="2726" y="20172"/>
                </a:lnTo>
                <a:lnTo>
                  <a:pt x="2507" y="20269"/>
                </a:lnTo>
                <a:lnTo>
                  <a:pt x="2288" y="20366"/>
                </a:lnTo>
                <a:lnTo>
                  <a:pt x="1801" y="20512"/>
                </a:lnTo>
                <a:lnTo>
                  <a:pt x="1655" y="20537"/>
                </a:lnTo>
                <a:lnTo>
                  <a:pt x="1485" y="20561"/>
                </a:lnTo>
                <a:lnTo>
                  <a:pt x="1315" y="20537"/>
                </a:lnTo>
                <a:lnTo>
                  <a:pt x="1145" y="20488"/>
                </a:lnTo>
                <a:lnTo>
                  <a:pt x="1120" y="20464"/>
                </a:lnTo>
                <a:lnTo>
                  <a:pt x="1096" y="20415"/>
                </a:lnTo>
                <a:lnTo>
                  <a:pt x="1096" y="20391"/>
                </a:lnTo>
                <a:lnTo>
                  <a:pt x="1096" y="20342"/>
                </a:lnTo>
                <a:lnTo>
                  <a:pt x="1145" y="20245"/>
                </a:lnTo>
                <a:lnTo>
                  <a:pt x="1242" y="20123"/>
                </a:lnTo>
                <a:lnTo>
                  <a:pt x="1485" y="19929"/>
                </a:lnTo>
                <a:lnTo>
                  <a:pt x="1631" y="19831"/>
                </a:lnTo>
                <a:lnTo>
                  <a:pt x="1680" y="19807"/>
                </a:lnTo>
                <a:lnTo>
                  <a:pt x="1704" y="19758"/>
                </a:lnTo>
                <a:lnTo>
                  <a:pt x="1704" y="19710"/>
                </a:lnTo>
                <a:lnTo>
                  <a:pt x="1704" y="19661"/>
                </a:lnTo>
                <a:lnTo>
                  <a:pt x="1728" y="19588"/>
                </a:lnTo>
                <a:lnTo>
                  <a:pt x="1826" y="18785"/>
                </a:lnTo>
                <a:lnTo>
                  <a:pt x="1923" y="18006"/>
                </a:lnTo>
                <a:lnTo>
                  <a:pt x="2045" y="16425"/>
                </a:lnTo>
                <a:lnTo>
                  <a:pt x="2142" y="14843"/>
                </a:lnTo>
                <a:lnTo>
                  <a:pt x="2264" y="13237"/>
                </a:lnTo>
                <a:lnTo>
                  <a:pt x="2410" y="11631"/>
                </a:lnTo>
                <a:lnTo>
                  <a:pt x="2531" y="10025"/>
                </a:lnTo>
                <a:lnTo>
                  <a:pt x="2556" y="9368"/>
                </a:lnTo>
                <a:lnTo>
                  <a:pt x="2580" y="8663"/>
                </a:lnTo>
                <a:lnTo>
                  <a:pt x="2580" y="8322"/>
                </a:lnTo>
                <a:lnTo>
                  <a:pt x="2580" y="7981"/>
                </a:lnTo>
                <a:lnTo>
                  <a:pt x="2531" y="7641"/>
                </a:lnTo>
                <a:lnTo>
                  <a:pt x="2483" y="7324"/>
                </a:lnTo>
                <a:lnTo>
                  <a:pt x="2483" y="7251"/>
                </a:lnTo>
                <a:lnTo>
                  <a:pt x="2458" y="7178"/>
                </a:lnTo>
                <a:lnTo>
                  <a:pt x="2434" y="7130"/>
                </a:lnTo>
                <a:lnTo>
                  <a:pt x="2410" y="7105"/>
                </a:lnTo>
                <a:lnTo>
                  <a:pt x="2337" y="7057"/>
                </a:lnTo>
                <a:lnTo>
                  <a:pt x="2239" y="7057"/>
                </a:lnTo>
                <a:lnTo>
                  <a:pt x="2166" y="7105"/>
                </a:lnTo>
                <a:lnTo>
                  <a:pt x="2020" y="7130"/>
                </a:lnTo>
                <a:lnTo>
                  <a:pt x="1899" y="7154"/>
                </a:lnTo>
                <a:lnTo>
                  <a:pt x="1826" y="7227"/>
                </a:lnTo>
                <a:lnTo>
                  <a:pt x="1801" y="7300"/>
                </a:lnTo>
                <a:lnTo>
                  <a:pt x="1801" y="7349"/>
                </a:lnTo>
                <a:lnTo>
                  <a:pt x="1801" y="7397"/>
                </a:lnTo>
                <a:lnTo>
                  <a:pt x="1874" y="7446"/>
                </a:lnTo>
                <a:lnTo>
                  <a:pt x="1923" y="7470"/>
                </a:lnTo>
                <a:lnTo>
                  <a:pt x="1899" y="7519"/>
                </a:lnTo>
                <a:lnTo>
                  <a:pt x="1704" y="7519"/>
                </a:lnTo>
                <a:lnTo>
                  <a:pt x="1631" y="7543"/>
                </a:lnTo>
                <a:lnTo>
                  <a:pt x="1558" y="7592"/>
                </a:lnTo>
                <a:lnTo>
                  <a:pt x="1534" y="7665"/>
                </a:lnTo>
                <a:lnTo>
                  <a:pt x="1534" y="7714"/>
                </a:lnTo>
                <a:lnTo>
                  <a:pt x="1558" y="7738"/>
                </a:lnTo>
                <a:lnTo>
                  <a:pt x="1631" y="7811"/>
                </a:lnTo>
                <a:lnTo>
                  <a:pt x="1753" y="7860"/>
                </a:lnTo>
                <a:lnTo>
                  <a:pt x="1728" y="7957"/>
                </a:lnTo>
                <a:lnTo>
                  <a:pt x="1582" y="7957"/>
                </a:lnTo>
                <a:lnTo>
                  <a:pt x="1461" y="8006"/>
                </a:lnTo>
                <a:lnTo>
                  <a:pt x="1412" y="8054"/>
                </a:lnTo>
                <a:lnTo>
                  <a:pt x="1388" y="8127"/>
                </a:lnTo>
                <a:lnTo>
                  <a:pt x="1412" y="8200"/>
                </a:lnTo>
                <a:lnTo>
                  <a:pt x="1461" y="8249"/>
                </a:lnTo>
                <a:lnTo>
                  <a:pt x="1534" y="8273"/>
                </a:lnTo>
                <a:lnTo>
                  <a:pt x="1631" y="8298"/>
                </a:lnTo>
                <a:lnTo>
                  <a:pt x="1582" y="8468"/>
                </a:lnTo>
                <a:lnTo>
                  <a:pt x="1437" y="8468"/>
                </a:lnTo>
                <a:lnTo>
                  <a:pt x="1364" y="8517"/>
                </a:lnTo>
                <a:lnTo>
                  <a:pt x="1291" y="8541"/>
                </a:lnTo>
                <a:lnTo>
                  <a:pt x="1291" y="8590"/>
                </a:lnTo>
                <a:lnTo>
                  <a:pt x="1291" y="8638"/>
                </a:lnTo>
                <a:lnTo>
                  <a:pt x="1339" y="8687"/>
                </a:lnTo>
                <a:lnTo>
                  <a:pt x="1388" y="8736"/>
                </a:lnTo>
                <a:lnTo>
                  <a:pt x="1509" y="8760"/>
                </a:lnTo>
                <a:lnTo>
                  <a:pt x="1485" y="8833"/>
                </a:lnTo>
                <a:lnTo>
                  <a:pt x="1461" y="8930"/>
                </a:lnTo>
                <a:lnTo>
                  <a:pt x="1315" y="8955"/>
                </a:lnTo>
                <a:lnTo>
                  <a:pt x="1242" y="8979"/>
                </a:lnTo>
                <a:lnTo>
                  <a:pt x="1193" y="9028"/>
                </a:lnTo>
                <a:lnTo>
                  <a:pt x="1169" y="9076"/>
                </a:lnTo>
                <a:lnTo>
                  <a:pt x="1169" y="9149"/>
                </a:lnTo>
                <a:lnTo>
                  <a:pt x="1218" y="9198"/>
                </a:lnTo>
                <a:lnTo>
                  <a:pt x="1242" y="9222"/>
                </a:lnTo>
                <a:lnTo>
                  <a:pt x="1364" y="9271"/>
                </a:lnTo>
                <a:lnTo>
                  <a:pt x="1364" y="9295"/>
                </a:lnTo>
                <a:lnTo>
                  <a:pt x="1315" y="9320"/>
                </a:lnTo>
                <a:lnTo>
                  <a:pt x="1169" y="9344"/>
                </a:lnTo>
                <a:lnTo>
                  <a:pt x="1096" y="9393"/>
                </a:lnTo>
                <a:lnTo>
                  <a:pt x="1047" y="9441"/>
                </a:lnTo>
                <a:lnTo>
                  <a:pt x="1023" y="9539"/>
                </a:lnTo>
                <a:lnTo>
                  <a:pt x="1047" y="9563"/>
                </a:lnTo>
                <a:lnTo>
                  <a:pt x="1072" y="9612"/>
                </a:lnTo>
                <a:lnTo>
                  <a:pt x="1120" y="9636"/>
                </a:lnTo>
                <a:lnTo>
                  <a:pt x="1169" y="9660"/>
                </a:lnTo>
                <a:lnTo>
                  <a:pt x="1291" y="9660"/>
                </a:lnTo>
                <a:lnTo>
                  <a:pt x="1266" y="9733"/>
                </a:lnTo>
                <a:lnTo>
                  <a:pt x="1145" y="9733"/>
                </a:lnTo>
                <a:lnTo>
                  <a:pt x="1072" y="9758"/>
                </a:lnTo>
                <a:lnTo>
                  <a:pt x="1023" y="9806"/>
                </a:lnTo>
                <a:lnTo>
                  <a:pt x="999" y="9879"/>
                </a:lnTo>
                <a:lnTo>
                  <a:pt x="1023" y="9952"/>
                </a:lnTo>
                <a:lnTo>
                  <a:pt x="1120" y="10001"/>
                </a:lnTo>
                <a:lnTo>
                  <a:pt x="1218" y="10025"/>
                </a:lnTo>
                <a:lnTo>
                  <a:pt x="1169" y="10269"/>
                </a:lnTo>
                <a:lnTo>
                  <a:pt x="1096" y="10244"/>
                </a:lnTo>
                <a:lnTo>
                  <a:pt x="1023" y="10269"/>
                </a:lnTo>
                <a:lnTo>
                  <a:pt x="974" y="10293"/>
                </a:lnTo>
                <a:lnTo>
                  <a:pt x="926" y="10342"/>
                </a:lnTo>
                <a:lnTo>
                  <a:pt x="926" y="10390"/>
                </a:lnTo>
                <a:lnTo>
                  <a:pt x="926" y="10439"/>
                </a:lnTo>
                <a:lnTo>
                  <a:pt x="950" y="10488"/>
                </a:lnTo>
                <a:lnTo>
                  <a:pt x="999" y="10536"/>
                </a:lnTo>
                <a:lnTo>
                  <a:pt x="1096" y="10609"/>
                </a:lnTo>
                <a:lnTo>
                  <a:pt x="1072" y="10634"/>
                </a:lnTo>
                <a:lnTo>
                  <a:pt x="1047" y="10682"/>
                </a:lnTo>
                <a:lnTo>
                  <a:pt x="1047" y="10755"/>
                </a:lnTo>
                <a:lnTo>
                  <a:pt x="1047" y="10804"/>
                </a:lnTo>
                <a:lnTo>
                  <a:pt x="1145" y="11096"/>
                </a:lnTo>
                <a:lnTo>
                  <a:pt x="1169" y="11291"/>
                </a:lnTo>
                <a:lnTo>
                  <a:pt x="1193" y="11461"/>
                </a:lnTo>
                <a:lnTo>
                  <a:pt x="1193" y="11631"/>
                </a:lnTo>
                <a:lnTo>
                  <a:pt x="1120" y="11777"/>
                </a:lnTo>
                <a:lnTo>
                  <a:pt x="1096" y="11826"/>
                </a:lnTo>
                <a:lnTo>
                  <a:pt x="1023" y="11875"/>
                </a:lnTo>
                <a:lnTo>
                  <a:pt x="950" y="11923"/>
                </a:lnTo>
                <a:lnTo>
                  <a:pt x="780" y="11923"/>
                </a:lnTo>
                <a:lnTo>
                  <a:pt x="707" y="11875"/>
                </a:lnTo>
                <a:lnTo>
                  <a:pt x="658" y="11826"/>
                </a:lnTo>
                <a:lnTo>
                  <a:pt x="609" y="11753"/>
                </a:lnTo>
                <a:lnTo>
                  <a:pt x="512" y="11607"/>
                </a:lnTo>
                <a:lnTo>
                  <a:pt x="463" y="11437"/>
                </a:lnTo>
                <a:lnTo>
                  <a:pt x="463" y="11315"/>
                </a:lnTo>
                <a:lnTo>
                  <a:pt x="463" y="11193"/>
                </a:lnTo>
                <a:lnTo>
                  <a:pt x="512" y="10974"/>
                </a:lnTo>
                <a:lnTo>
                  <a:pt x="585" y="10974"/>
                </a:lnTo>
                <a:lnTo>
                  <a:pt x="634" y="10950"/>
                </a:lnTo>
                <a:lnTo>
                  <a:pt x="658" y="10901"/>
                </a:lnTo>
                <a:lnTo>
                  <a:pt x="658" y="10853"/>
                </a:lnTo>
                <a:lnTo>
                  <a:pt x="609" y="10658"/>
                </a:lnTo>
                <a:lnTo>
                  <a:pt x="585" y="10463"/>
                </a:lnTo>
                <a:lnTo>
                  <a:pt x="561" y="10074"/>
                </a:lnTo>
                <a:lnTo>
                  <a:pt x="585" y="9660"/>
                </a:lnTo>
                <a:lnTo>
                  <a:pt x="634" y="9271"/>
                </a:lnTo>
                <a:lnTo>
                  <a:pt x="731" y="8882"/>
                </a:lnTo>
                <a:lnTo>
                  <a:pt x="828" y="8492"/>
                </a:lnTo>
                <a:lnTo>
                  <a:pt x="1072" y="7714"/>
                </a:lnTo>
                <a:lnTo>
                  <a:pt x="1218" y="7227"/>
                </a:lnTo>
                <a:lnTo>
                  <a:pt x="1412" y="6740"/>
                </a:lnTo>
                <a:lnTo>
                  <a:pt x="1631" y="6302"/>
                </a:lnTo>
                <a:lnTo>
                  <a:pt x="1753" y="6108"/>
                </a:lnTo>
                <a:lnTo>
                  <a:pt x="1899" y="5913"/>
                </a:lnTo>
                <a:lnTo>
                  <a:pt x="2045" y="5743"/>
                </a:lnTo>
                <a:lnTo>
                  <a:pt x="2215" y="5572"/>
                </a:lnTo>
                <a:lnTo>
                  <a:pt x="2385" y="5402"/>
                </a:lnTo>
                <a:lnTo>
                  <a:pt x="2580" y="5280"/>
                </a:lnTo>
                <a:lnTo>
                  <a:pt x="2799" y="5159"/>
                </a:lnTo>
                <a:lnTo>
                  <a:pt x="3042" y="5061"/>
                </a:lnTo>
                <a:lnTo>
                  <a:pt x="3286" y="4964"/>
                </a:lnTo>
                <a:lnTo>
                  <a:pt x="3553" y="4891"/>
                </a:lnTo>
                <a:lnTo>
                  <a:pt x="3845" y="4842"/>
                </a:lnTo>
                <a:lnTo>
                  <a:pt x="4113" y="4818"/>
                </a:lnTo>
                <a:lnTo>
                  <a:pt x="4162" y="4842"/>
                </a:lnTo>
                <a:lnTo>
                  <a:pt x="4259" y="4818"/>
                </a:lnTo>
                <a:close/>
                <a:moveTo>
                  <a:pt x="4259" y="0"/>
                </a:moveTo>
                <a:lnTo>
                  <a:pt x="4016" y="25"/>
                </a:lnTo>
                <a:lnTo>
                  <a:pt x="3797" y="98"/>
                </a:lnTo>
                <a:lnTo>
                  <a:pt x="3675" y="98"/>
                </a:lnTo>
                <a:lnTo>
                  <a:pt x="3578" y="146"/>
                </a:lnTo>
                <a:lnTo>
                  <a:pt x="3334" y="244"/>
                </a:lnTo>
                <a:lnTo>
                  <a:pt x="3140" y="390"/>
                </a:lnTo>
                <a:lnTo>
                  <a:pt x="2945" y="536"/>
                </a:lnTo>
                <a:lnTo>
                  <a:pt x="2799" y="682"/>
                </a:lnTo>
                <a:lnTo>
                  <a:pt x="2677" y="852"/>
                </a:lnTo>
                <a:lnTo>
                  <a:pt x="2556" y="1047"/>
                </a:lnTo>
                <a:lnTo>
                  <a:pt x="2458" y="1241"/>
                </a:lnTo>
                <a:lnTo>
                  <a:pt x="2385" y="1436"/>
                </a:lnTo>
                <a:lnTo>
                  <a:pt x="2337" y="1655"/>
                </a:lnTo>
                <a:lnTo>
                  <a:pt x="2288" y="1850"/>
                </a:lnTo>
                <a:lnTo>
                  <a:pt x="2264" y="2069"/>
                </a:lnTo>
                <a:lnTo>
                  <a:pt x="2264" y="2263"/>
                </a:lnTo>
                <a:lnTo>
                  <a:pt x="2288" y="2434"/>
                </a:lnTo>
                <a:lnTo>
                  <a:pt x="2312" y="2628"/>
                </a:lnTo>
                <a:lnTo>
                  <a:pt x="2361" y="2823"/>
                </a:lnTo>
                <a:lnTo>
                  <a:pt x="2434" y="2993"/>
                </a:lnTo>
                <a:lnTo>
                  <a:pt x="2507" y="3164"/>
                </a:lnTo>
                <a:lnTo>
                  <a:pt x="2604" y="3310"/>
                </a:lnTo>
                <a:lnTo>
                  <a:pt x="2702" y="3480"/>
                </a:lnTo>
                <a:lnTo>
                  <a:pt x="2823" y="3626"/>
                </a:lnTo>
                <a:lnTo>
                  <a:pt x="2945" y="3748"/>
                </a:lnTo>
                <a:lnTo>
                  <a:pt x="3067" y="3869"/>
                </a:lnTo>
                <a:lnTo>
                  <a:pt x="3213" y="3991"/>
                </a:lnTo>
                <a:lnTo>
                  <a:pt x="3383" y="4088"/>
                </a:lnTo>
                <a:lnTo>
                  <a:pt x="3553" y="4161"/>
                </a:lnTo>
                <a:lnTo>
                  <a:pt x="3724" y="4210"/>
                </a:lnTo>
                <a:lnTo>
                  <a:pt x="3894" y="4258"/>
                </a:lnTo>
                <a:lnTo>
                  <a:pt x="3894" y="4404"/>
                </a:lnTo>
                <a:lnTo>
                  <a:pt x="3553" y="4429"/>
                </a:lnTo>
                <a:lnTo>
                  <a:pt x="3261" y="4502"/>
                </a:lnTo>
                <a:lnTo>
                  <a:pt x="2969" y="4575"/>
                </a:lnTo>
                <a:lnTo>
                  <a:pt x="2702" y="4696"/>
                </a:lnTo>
                <a:lnTo>
                  <a:pt x="2458" y="4818"/>
                </a:lnTo>
                <a:lnTo>
                  <a:pt x="2239" y="4964"/>
                </a:lnTo>
                <a:lnTo>
                  <a:pt x="2020" y="5110"/>
                </a:lnTo>
                <a:lnTo>
                  <a:pt x="1826" y="5305"/>
                </a:lnTo>
                <a:lnTo>
                  <a:pt x="1655" y="5499"/>
                </a:lnTo>
                <a:lnTo>
                  <a:pt x="1485" y="5694"/>
                </a:lnTo>
                <a:lnTo>
                  <a:pt x="1339" y="5937"/>
                </a:lnTo>
                <a:lnTo>
                  <a:pt x="1193" y="6156"/>
                </a:lnTo>
                <a:lnTo>
                  <a:pt x="1072" y="6400"/>
                </a:lnTo>
                <a:lnTo>
                  <a:pt x="853" y="6935"/>
                </a:lnTo>
                <a:lnTo>
                  <a:pt x="658" y="7470"/>
                </a:lnTo>
                <a:lnTo>
                  <a:pt x="366" y="8492"/>
                </a:lnTo>
                <a:lnTo>
                  <a:pt x="244" y="9003"/>
                </a:lnTo>
                <a:lnTo>
                  <a:pt x="147" y="9514"/>
                </a:lnTo>
                <a:lnTo>
                  <a:pt x="123" y="9782"/>
                </a:lnTo>
                <a:lnTo>
                  <a:pt x="123" y="10098"/>
                </a:lnTo>
                <a:lnTo>
                  <a:pt x="147" y="10415"/>
                </a:lnTo>
                <a:lnTo>
                  <a:pt x="171" y="10561"/>
                </a:lnTo>
                <a:lnTo>
                  <a:pt x="220" y="10682"/>
                </a:lnTo>
                <a:lnTo>
                  <a:pt x="147" y="10755"/>
                </a:lnTo>
                <a:lnTo>
                  <a:pt x="74" y="10853"/>
                </a:lnTo>
                <a:lnTo>
                  <a:pt x="25" y="10974"/>
                </a:lnTo>
                <a:lnTo>
                  <a:pt x="1" y="11096"/>
                </a:lnTo>
                <a:lnTo>
                  <a:pt x="1" y="11339"/>
                </a:lnTo>
                <a:lnTo>
                  <a:pt x="25" y="11558"/>
                </a:lnTo>
                <a:lnTo>
                  <a:pt x="74" y="11704"/>
                </a:lnTo>
                <a:lnTo>
                  <a:pt x="123" y="11826"/>
                </a:lnTo>
                <a:lnTo>
                  <a:pt x="196" y="11972"/>
                </a:lnTo>
                <a:lnTo>
                  <a:pt x="269" y="12093"/>
                </a:lnTo>
                <a:lnTo>
                  <a:pt x="366" y="12191"/>
                </a:lnTo>
                <a:lnTo>
                  <a:pt x="488" y="12264"/>
                </a:lnTo>
                <a:lnTo>
                  <a:pt x="609" y="12337"/>
                </a:lnTo>
                <a:lnTo>
                  <a:pt x="755" y="12361"/>
                </a:lnTo>
                <a:lnTo>
                  <a:pt x="926" y="12385"/>
                </a:lnTo>
                <a:lnTo>
                  <a:pt x="1072" y="12361"/>
                </a:lnTo>
                <a:lnTo>
                  <a:pt x="1193" y="12312"/>
                </a:lnTo>
                <a:lnTo>
                  <a:pt x="1291" y="12264"/>
                </a:lnTo>
                <a:lnTo>
                  <a:pt x="1388" y="12166"/>
                </a:lnTo>
                <a:lnTo>
                  <a:pt x="1461" y="12069"/>
                </a:lnTo>
                <a:lnTo>
                  <a:pt x="1509" y="11947"/>
                </a:lnTo>
                <a:lnTo>
                  <a:pt x="1534" y="11802"/>
                </a:lnTo>
                <a:lnTo>
                  <a:pt x="1582" y="11510"/>
                </a:lnTo>
                <a:lnTo>
                  <a:pt x="1582" y="11218"/>
                </a:lnTo>
                <a:lnTo>
                  <a:pt x="1534" y="10950"/>
                </a:lnTo>
                <a:lnTo>
                  <a:pt x="1461" y="10707"/>
                </a:lnTo>
                <a:lnTo>
                  <a:pt x="1437" y="10658"/>
                </a:lnTo>
                <a:lnTo>
                  <a:pt x="1485" y="10536"/>
                </a:lnTo>
                <a:lnTo>
                  <a:pt x="1509" y="10488"/>
                </a:lnTo>
                <a:lnTo>
                  <a:pt x="1534" y="10269"/>
                </a:lnTo>
                <a:lnTo>
                  <a:pt x="1582" y="10025"/>
                </a:lnTo>
                <a:lnTo>
                  <a:pt x="1704" y="9539"/>
                </a:lnTo>
                <a:lnTo>
                  <a:pt x="1850" y="9028"/>
                </a:lnTo>
                <a:lnTo>
                  <a:pt x="2142" y="8103"/>
                </a:lnTo>
                <a:lnTo>
                  <a:pt x="2118" y="9344"/>
                </a:lnTo>
                <a:lnTo>
                  <a:pt x="2045" y="10585"/>
                </a:lnTo>
                <a:lnTo>
                  <a:pt x="1947" y="11826"/>
                </a:lnTo>
                <a:lnTo>
                  <a:pt x="1826" y="13067"/>
                </a:lnTo>
                <a:lnTo>
                  <a:pt x="1680" y="14648"/>
                </a:lnTo>
                <a:lnTo>
                  <a:pt x="1558" y="16254"/>
                </a:lnTo>
                <a:lnTo>
                  <a:pt x="1412" y="17860"/>
                </a:lnTo>
                <a:lnTo>
                  <a:pt x="1339" y="18663"/>
                </a:lnTo>
                <a:lnTo>
                  <a:pt x="1218" y="19442"/>
                </a:lnTo>
                <a:lnTo>
                  <a:pt x="1242" y="19564"/>
                </a:lnTo>
                <a:lnTo>
                  <a:pt x="1120" y="19612"/>
                </a:lnTo>
                <a:lnTo>
                  <a:pt x="1023" y="19661"/>
                </a:lnTo>
                <a:lnTo>
                  <a:pt x="950" y="19734"/>
                </a:lnTo>
                <a:lnTo>
                  <a:pt x="853" y="19831"/>
                </a:lnTo>
                <a:lnTo>
                  <a:pt x="731" y="20026"/>
                </a:lnTo>
                <a:lnTo>
                  <a:pt x="634" y="20245"/>
                </a:lnTo>
                <a:lnTo>
                  <a:pt x="634" y="20342"/>
                </a:lnTo>
                <a:lnTo>
                  <a:pt x="609" y="20464"/>
                </a:lnTo>
                <a:lnTo>
                  <a:pt x="634" y="20561"/>
                </a:lnTo>
                <a:lnTo>
                  <a:pt x="658" y="20683"/>
                </a:lnTo>
                <a:lnTo>
                  <a:pt x="731" y="20780"/>
                </a:lnTo>
                <a:lnTo>
                  <a:pt x="804" y="20853"/>
                </a:lnTo>
                <a:lnTo>
                  <a:pt x="901" y="20926"/>
                </a:lnTo>
                <a:lnTo>
                  <a:pt x="1023" y="20999"/>
                </a:lnTo>
                <a:lnTo>
                  <a:pt x="1145" y="21023"/>
                </a:lnTo>
                <a:lnTo>
                  <a:pt x="1266" y="21048"/>
                </a:lnTo>
                <a:lnTo>
                  <a:pt x="1558" y="21072"/>
                </a:lnTo>
                <a:lnTo>
                  <a:pt x="1874" y="21048"/>
                </a:lnTo>
                <a:lnTo>
                  <a:pt x="2191" y="20975"/>
                </a:lnTo>
                <a:lnTo>
                  <a:pt x="2483" y="20877"/>
                </a:lnTo>
                <a:lnTo>
                  <a:pt x="2775" y="20731"/>
                </a:lnTo>
                <a:lnTo>
                  <a:pt x="3042" y="20610"/>
                </a:lnTo>
                <a:lnTo>
                  <a:pt x="3261" y="20439"/>
                </a:lnTo>
                <a:lnTo>
                  <a:pt x="3334" y="20366"/>
                </a:lnTo>
                <a:lnTo>
                  <a:pt x="3359" y="20293"/>
                </a:lnTo>
                <a:lnTo>
                  <a:pt x="3383" y="20269"/>
                </a:lnTo>
                <a:lnTo>
                  <a:pt x="3456" y="20172"/>
                </a:lnTo>
                <a:lnTo>
                  <a:pt x="3480" y="20050"/>
                </a:lnTo>
                <a:lnTo>
                  <a:pt x="3529" y="19807"/>
                </a:lnTo>
                <a:lnTo>
                  <a:pt x="3699" y="18542"/>
                </a:lnTo>
                <a:lnTo>
                  <a:pt x="3870" y="16984"/>
                </a:lnTo>
                <a:lnTo>
                  <a:pt x="4040" y="15427"/>
                </a:lnTo>
                <a:lnTo>
                  <a:pt x="4064" y="15184"/>
                </a:lnTo>
                <a:lnTo>
                  <a:pt x="4089" y="15111"/>
                </a:lnTo>
                <a:lnTo>
                  <a:pt x="4089" y="15062"/>
                </a:lnTo>
                <a:lnTo>
                  <a:pt x="4186" y="14089"/>
                </a:lnTo>
                <a:lnTo>
                  <a:pt x="4186" y="14040"/>
                </a:lnTo>
                <a:lnTo>
                  <a:pt x="4186" y="13991"/>
                </a:lnTo>
                <a:lnTo>
                  <a:pt x="4186" y="13967"/>
                </a:lnTo>
                <a:lnTo>
                  <a:pt x="4210" y="13870"/>
                </a:lnTo>
                <a:lnTo>
                  <a:pt x="4308" y="14186"/>
                </a:lnTo>
                <a:lnTo>
                  <a:pt x="4454" y="14892"/>
                </a:lnTo>
                <a:lnTo>
                  <a:pt x="4575" y="15597"/>
                </a:lnTo>
                <a:lnTo>
                  <a:pt x="4673" y="16327"/>
                </a:lnTo>
                <a:lnTo>
                  <a:pt x="4721" y="17057"/>
                </a:lnTo>
                <a:lnTo>
                  <a:pt x="4843" y="18493"/>
                </a:lnTo>
                <a:lnTo>
                  <a:pt x="4916" y="19223"/>
                </a:lnTo>
                <a:lnTo>
                  <a:pt x="5013" y="19953"/>
                </a:lnTo>
                <a:lnTo>
                  <a:pt x="5038" y="20147"/>
                </a:lnTo>
                <a:lnTo>
                  <a:pt x="5111" y="20342"/>
                </a:lnTo>
                <a:lnTo>
                  <a:pt x="5208" y="20537"/>
                </a:lnTo>
                <a:lnTo>
                  <a:pt x="5354" y="20683"/>
                </a:lnTo>
                <a:lnTo>
                  <a:pt x="5500" y="20780"/>
                </a:lnTo>
                <a:lnTo>
                  <a:pt x="5670" y="20853"/>
                </a:lnTo>
                <a:lnTo>
                  <a:pt x="5865" y="20877"/>
                </a:lnTo>
                <a:lnTo>
                  <a:pt x="6084" y="20853"/>
                </a:lnTo>
                <a:lnTo>
                  <a:pt x="6303" y="20877"/>
                </a:lnTo>
                <a:lnTo>
                  <a:pt x="6522" y="20902"/>
                </a:lnTo>
                <a:lnTo>
                  <a:pt x="6741" y="20877"/>
                </a:lnTo>
                <a:lnTo>
                  <a:pt x="6936" y="20853"/>
                </a:lnTo>
                <a:lnTo>
                  <a:pt x="7155" y="20780"/>
                </a:lnTo>
                <a:lnTo>
                  <a:pt x="7325" y="20683"/>
                </a:lnTo>
                <a:lnTo>
                  <a:pt x="7495" y="20561"/>
                </a:lnTo>
                <a:lnTo>
                  <a:pt x="7666" y="20391"/>
                </a:lnTo>
                <a:lnTo>
                  <a:pt x="7714" y="20293"/>
                </a:lnTo>
                <a:lnTo>
                  <a:pt x="7739" y="20220"/>
                </a:lnTo>
                <a:lnTo>
                  <a:pt x="7739" y="20123"/>
                </a:lnTo>
                <a:lnTo>
                  <a:pt x="7739" y="20026"/>
                </a:lnTo>
                <a:lnTo>
                  <a:pt x="7739" y="19929"/>
                </a:lnTo>
                <a:lnTo>
                  <a:pt x="7690" y="19831"/>
                </a:lnTo>
                <a:lnTo>
                  <a:pt x="7666" y="19758"/>
                </a:lnTo>
                <a:lnTo>
                  <a:pt x="7593" y="19685"/>
                </a:lnTo>
                <a:lnTo>
                  <a:pt x="7495" y="19612"/>
                </a:lnTo>
                <a:lnTo>
                  <a:pt x="7374" y="19539"/>
                </a:lnTo>
                <a:lnTo>
                  <a:pt x="7130" y="19442"/>
                </a:lnTo>
                <a:lnTo>
                  <a:pt x="7130" y="19418"/>
                </a:lnTo>
                <a:lnTo>
                  <a:pt x="7057" y="19126"/>
                </a:lnTo>
                <a:lnTo>
                  <a:pt x="7009" y="18809"/>
                </a:lnTo>
                <a:lnTo>
                  <a:pt x="6984" y="18152"/>
                </a:lnTo>
                <a:lnTo>
                  <a:pt x="6936" y="16546"/>
                </a:lnTo>
                <a:lnTo>
                  <a:pt x="6863" y="15476"/>
                </a:lnTo>
                <a:lnTo>
                  <a:pt x="6765" y="14405"/>
                </a:lnTo>
                <a:lnTo>
                  <a:pt x="6668" y="13334"/>
                </a:lnTo>
                <a:lnTo>
                  <a:pt x="6595" y="12288"/>
                </a:lnTo>
                <a:lnTo>
                  <a:pt x="6571" y="10804"/>
                </a:lnTo>
                <a:lnTo>
                  <a:pt x="6546" y="9344"/>
                </a:lnTo>
                <a:lnTo>
                  <a:pt x="6546" y="8395"/>
                </a:lnTo>
                <a:lnTo>
                  <a:pt x="6644" y="8663"/>
                </a:lnTo>
                <a:lnTo>
                  <a:pt x="6765" y="8930"/>
                </a:lnTo>
                <a:lnTo>
                  <a:pt x="6814" y="9174"/>
                </a:lnTo>
                <a:lnTo>
                  <a:pt x="6887" y="9417"/>
                </a:lnTo>
                <a:lnTo>
                  <a:pt x="6936" y="9904"/>
                </a:lnTo>
                <a:lnTo>
                  <a:pt x="6984" y="10415"/>
                </a:lnTo>
                <a:lnTo>
                  <a:pt x="7057" y="10901"/>
                </a:lnTo>
                <a:lnTo>
                  <a:pt x="6960" y="11120"/>
                </a:lnTo>
                <a:lnTo>
                  <a:pt x="6911" y="11339"/>
                </a:lnTo>
                <a:lnTo>
                  <a:pt x="6887" y="11583"/>
                </a:lnTo>
                <a:lnTo>
                  <a:pt x="6936" y="11802"/>
                </a:lnTo>
                <a:lnTo>
                  <a:pt x="6960" y="11923"/>
                </a:lnTo>
                <a:lnTo>
                  <a:pt x="7009" y="12020"/>
                </a:lnTo>
                <a:lnTo>
                  <a:pt x="7057" y="12093"/>
                </a:lnTo>
                <a:lnTo>
                  <a:pt x="7130" y="12166"/>
                </a:lnTo>
                <a:lnTo>
                  <a:pt x="7228" y="12239"/>
                </a:lnTo>
                <a:lnTo>
                  <a:pt x="7325" y="12288"/>
                </a:lnTo>
                <a:lnTo>
                  <a:pt x="7447" y="12312"/>
                </a:lnTo>
                <a:lnTo>
                  <a:pt x="7714" y="12312"/>
                </a:lnTo>
                <a:lnTo>
                  <a:pt x="7860" y="12264"/>
                </a:lnTo>
                <a:lnTo>
                  <a:pt x="7982" y="12215"/>
                </a:lnTo>
                <a:lnTo>
                  <a:pt x="8104" y="12142"/>
                </a:lnTo>
                <a:lnTo>
                  <a:pt x="8201" y="12045"/>
                </a:lnTo>
                <a:lnTo>
                  <a:pt x="8298" y="11947"/>
                </a:lnTo>
                <a:lnTo>
                  <a:pt x="8371" y="11826"/>
                </a:lnTo>
                <a:lnTo>
                  <a:pt x="8444" y="11704"/>
                </a:lnTo>
                <a:lnTo>
                  <a:pt x="8517" y="11510"/>
                </a:lnTo>
                <a:lnTo>
                  <a:pt x="8542" y="11291"/>
                </a:lnTo>
                <a:lnTo>
                  <a:pt x="8517" y="11193"/>
                </a:lnTo>
                <a:lnTo>
                  <a:pt x="8493" y="11096"/>
                </a:lnTo>
                <a:lnTo>
                  <a:pt x="8469" y="10999"/>
                </a:lnTo>
                <a:lnTo>
                  <a:pt x="8396" y="10926"/>
                </a:lnTo>
                <a:lnTo>
                  <a:pt x="8469" y="10269"/>
                </a:lnTo>
                <a:lnTo>
                  <a:pt x="8493" y="9587"/>
                </a:lnTo>
                <a:lnTo>
                  <a:pt x="8469" y="8906"/>
                </a:lnTo>
                <a:lnTo>
                  <a:pt x="8396" y="8249"/>
                </a:lnTo>
                <a:lnTo>
                  <a:pt x="8323" y="7908"/>
                </a:lnTo>
                <a:lnTo>
                  <a:pt x="8250" y="7568"/>
                </a:lnTo>
                <a:lnTo>
                  <a:pt x="8177" y="7251"/>
                </a:lnTo>
                <a:lnTo>
                  <a:pt x="8079" y="6935"/>
                </a:lnTo>
                <a:lnTo>
                  <a:pt x="7958" y="6619"/>
                </a:lnTo>
                <a:lnTo>
                  <a:pt x="7812" y="6327"/>
                </a:lnTo>
                <a:lnTo>
                  <a:pt x="7666" y="6035"/>
                </a:lnTo>
                <a:lnTo>
                  <a:pt x="7495" y="5743"/>
                </a:lnTo>
                <a:lnTo>
                  <a:pt x="7349" y="5548"/>
                </a:lnTo>
                <a:lnTo>
                  <a:pt x="7203" y="5378"/>
                </a:lnTo>
                <a:lnTo>
                  <a:pt x="7057" y="5232"/>
                </a:lnTo>
                <a:lnTo>
                  <a:pt x="6887" y="5086"/>
                </a:lnTo>
                <a:lnTo>
                  <a:pt x="6717" y="4940"/>
                </a:lnTo>
                <a:lnTo>
                  <a:pt x="6522" y="4842"/>
                </a:lnTo>
                <a:lnTo>
                  <a:pt x="6327" y="4745"/>
                </a:lnTo>
                <a:lnTo>
                  <a:pt x="6133" y="4648"/>
                </a:lnTo>
                <a:lnTo>
                  <a:pt x="5719" y="4502"/>
                </a:lnTo>
                <a:lnTo>
                  <a:pt x="5305" y="4429"/>
                </a:lnTo>
                <a:lnTo>
                  <a:pt x="4867" y="4380"/>
                </a:lnTo>
                <a:lnTo>
                  <a:pt x="4405" y="4356"/>
                </a:lnTo>
                <a:lnTo>
                  <a:pt x="4405" y="4307"/>
                </a:lnTo>
                <a:lnTo>
                  <a:pt x="4405" y="4283"/>
                </a:lnTo>
                <a:lnTo>
                  <a:pt x="4600" y="4258"/>
                </a:lnTo>
                <a:lnTo>
                  <a:pt x="4794" y="4185"/>
                </a:lnTo>
                <a:lnTo>
                  <a:pt x="4965" y="4112"/>
                </a:lnTo>
                <a:lnTo>
                  <a:pt x="5159" y="4015"/>
                </a:lnTo>
                <a:lnTo>
                  <a:pt x="5305" y="3893"/>
                </a:lnTo>
                <a:lnTo>
                  <a:pt x="5451" y="3772"/>
                </a:lnTo>
                <a:lnTo>
                  <a:pt x="5597" y="3626"/>
                </a:lnTo>
                <a:lnTo>
                  <a:pt x="5719" y="3456"/>
                </a:lnTo>
                <a:lnTo>
                  <a:pt x="5841" y="3310"/>
                </a:lnTo>
                <a:lnTo>
                  <a:pt x="5938" y="3115"/>
                </a:lnTo>
                <a:lnTo>
                  <a:pt x="6035" y="2945"/>
                </a:lnTo>
                <a:lnTo>
                  <a:pt x="6108" y="2750"/>
                </a:lnTo>
                <a:lnTo>
                  <a:pt x="6181" y="2555"/>
                </a:lnTo>
                <a:lnTo>
                  <a:pt x="6230" y="2361"/>
                </a:lnTo>
                <a:lnTo>
                  <a:pt x="6254" y="2166"/>
                </a:lnTo>
                <a:lnTo>
                  <a:pt x="6279" y="1971"/>
                </a:lnTo>
                <a:lnTo>
                  <a:pt x="6254" y="1752"/>
                </a:lnTo>
                <a:lnTo>
                  <a:pt x="6230" y="1533"/>
                </a:lnTo>
                <a:lnTo>
                  <a:pt x="6157" y="1314"/>
                </a:lnTo>
                <a:lnTo>
                  <a:pt x="6060" y="1095"/>
                </a:lnTo>
                <a:lnTo>
                  <a:pt x="5962" y="925"/>
                </a:lnTo>
                <a:lnTo>
                  <a:pt x="5816" y="730"/>
                </a:lnTo>
                <a:lnTo>
                  <a:pt x="5670" y="584"/>
                </a:lnTo>
                <a:lnTo>
                  <a:pt x="5500" y="438"/>
                </a:lnTo>
                <a:lnTo>
                  <a:pt x="5305" y="292"/>
                </a:lnTo>
                <a:lnTo>
                  <a:pt x="5111" y="195"/>
                </a:lnTo>
                <a:lnTo>
                  <a:pt x="4892" y="98"/>
                </a:lnTo>
                <a:lnTo>
                  <a:pt x="4697" y="49"/>
                </a:lnTo>
                <a:lnTo>
                  <a:pt x="4478" y="25"/>
                </a:lnTo>
                <a:lnTo>
                  <a:pt x="4259" y="0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6"/>
          <p:cNvSpPr/>
          <p:nvPr/>
        </p:nvSpPr>
        <p:spPr>
          <a:xfrm>
            <a:off x="6977888" y="1081263"/>
            <a:ext cx="1118400" cy="10500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26"/>
          <p:cNvSpPr/>
          <p:nvPr/>
        </p:nvSpPr>
        <p:spPr>
          <a:xfrm>
            <a:off x="6977875" y="2732375"/>
            <a:ext cx="1118400" cy="10500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26"/>
          <p:cNvSpPr/>
          <p:nvPr/>
        </p:nvSpPr>
        <p:spPr>
          <a:xfrm>
            <a:off x="7262755" y="1334799"/>
            <a:ext cx="548680" cy="542929"/>
          </a:xfrm>
          <a:custGeom>
            <a:rect b="b" l="l" r="r" t="t"/>
            <a:pathLst>
              <a:path extrusionOk="0" h="8067" w="8901">
                <a:moveTo>
                  <a:pt x="3637" y="1306"/>
                </a:moveTo>
                <a:lnTo>
                  <a:pt x="3637" y="1327"/>
                </a:lnTo>
                <a:lnTo>
                  <a:pt x="3595" y="1306"/>
                </a:lnTo>
                <a:close/>
                <a:moveTo>
                  <a:pt x="2354" y="1306"/>
                </a:moveTo>
                <a:lnTo>
                  <a:pt x="2375" y="1349"/>
                </a:lnTo>
                <a:lnTo>
                  <a:pt x="2354" y="1370"/>
                </a:lnTo>
                <a:lnTo>
                  <a:pt x="2332" y="1327"/>
                </a:lnTo>
                <a:lnTo>
                  <a:pt x="2354" y="1306"/>
                </a:lnTo>
                <a:close/>
                <a:moveTo>
                  <a:pt x="4707" y="1135"/>
                </a:moveTo>
                <a:lnTo>
                  <a:pt x="4643" y="1177"/>
                </a:lnTo>
                <a:lnTo>
                  <a:pt x="4557" y="1220"/>
                </a:lnTo>
                <a:lnTo>
                  <a:pt x="4536" y="1263"/>
                </a:lnTo>
                <a:lnTo>
                  <a:pt x="4536" y="1284"/>
                </a:lnTo>
                <a:lnTo>
                  <a:pt x="4557" y="1327"/>
                </a:lnTo>
                <a:lnTo>
                  <a:pt x="4600" y="1349"/>
                </a:lnTo>
                <a:lnTo>
                  <a:pt x="4964" y="1413"/>
                </a:lnTo>
                <a:lnTo>
                  <a:pt x="5306" y="1456"/>
                </a:lnTo>
                <a:lnTo>
                  <a:pt x="6034" y="1456"/>
                </a:lnTo>
                <a:lnTo>
                  <a:pt x="6376" y="1477"/>
                </a:lnTo>
                <a:lnTo>
                  <a:pt x="6547" y="1456"/>
                </a:lnTo>
                <a:lnTo>
                  <a:pt x="6718" y="1434"/>
                </a:lnTo>
                <a:lnTo>
                  <a:pt x="6783" y="1413"/>
                </a:lnTo>
                <a:lnTo>
                  <a:pt x="6825" y="1370"/>
                </a:lnTo>
                <a:lnTo>
                  <a:pt x="6847" y="1327"/>
                </a:lnTo>
                <a:lnTo>
                  <a:pt x="6847" y="1284"/>
                </a:lnTo>
                <a:lnTo>
                  <a:pt x="6804" y="1263"/>
                </a:lnTo>
                <a:lnTo>
                  <a:pt x="6761" y="1220"/>
                </a:lnTo>
                <a:lnTo>
                  <a:pt x="6697" y="1199"/>
                </a:lnTo>
                <a:lnTo>
                  <a:pt x="5991" y="1199"/>
                </a:lnTo>
                <a:lnTo>
                  <a:pt x="5670" y="1220"/>
                </a:lnTo>
                <a:lnTo>
                  <a:pt x="5349" y="1199"/>
                </a:lnTo>
                <a:lnTo>
                  <a:pt x="5028" y="1156"/>
                </a:lnTo>
                <a:lnTo>
                  <a:pt x="4857" y="1135"/>
                </a:lnTo>
                <a:close/>
                <a:moveTo>
                  <a:pt x="2675" y="1284"/>
                </a:moveTo>
                <a:lnTo>
                  <a:pt x="2696" y="1306"/>
                </a:lnTo>
                <a:lnTo>
                  <a:pt x="2696" y="1391"/>
                </a:lnTo>
                <a:lnTo>
                  <a:pt x="2653" y="1498"/>
                </a:lnTo>
                <a:lnTo>
                  <a:pt x="2610" y="1520"/>
                </a:lnTo>
                <a:lnTo>
                  <a:pt x="2568" y="1520"/>
                </a:lnTo>
                <a:lnTo>
                  <a:pt x="2568" y="1477"/>
                </a:lnTo>
                <a:lnTo>
                  <a:pt x="2589" y="1413"/>
                </a:lnTo>
                <a:lnTo>
                  <a:pt x="2653" y="1306"/>
                </a:lnTo>
                <a:lnTo>
                  <a:pt x="2675" y="1284"/>
                </a:lnTo>
                <a:close/>
                <a:moveTo>
                  <a:pt x="3038" y="1284"/>
                </a:moveTo>
                <a:lnTo>
                  <a:pt x="3102" y="1306"/>
                </a:lnTo>
                <a:lnTo>
                  <a:pt x="3124" y="1370"/>
                </a:lnTo>
                <a:lnTo>
                  <a:pt x="3102" y="1434"/>
                </a:lnTo>
                <a:lnTo>
                  <a:pt x="3038" y="1541"/>
                </a:lnTo>
                <a:lnTo>
                  <a:pt x="2974" y="1627"/>
                </a:lnTo>
                <a:lnTo>
                  <a:pt x="2910" y="1669"/>
                </a:lnTo>
                <a:lnTo>
                  <a:pt x="2889" y="1627"/>
                </a:lnTo>
                <a:lnTo>
                  <a:pt x="2910" y="1541"/>
                </a:lnTo>
                <a:lnTo>
                  <a:pt x="2953" y="1391"/>
                </a:lnTo>
                <a:lnTo>
                  <a:pt x="2995" y="1306"/>
                </a:lnTo>
                <a:lnTo>
                  <a:pt x="3038" y="1284"/>
                </a:lnTo>
                <a:close/>
                <a:moveTo>
                  <a:pt x="4900" y="1648"/>
                </a:moveTo>
                <a:lnTo>
                  <a:pt x="4750" y="1669"/>
                </a:lnTo>
                <a:lnTo>
                  <a:pt x="4664" y="1712"/>
                </a:lnTo>
                <a:lnTo>
                  <a:pt x="4643" y="1755"/>
                </a:lnTo>
                <a:lnTo>
                  <a:pt x="4643" y="1776"/>
                </a:lnTo>
                <a:lnTo>
                  <a:pt x="4664" y="1841"/>
                </a:lnTo>
                <a:lnTo>
                  <a:pt x="4750" y="1905"/>
                </a:lnTo>
                <a:lnTo>
                  <a:pt x="4878" y="1948"/>
                </a:lnTo>
                <a:lnTo>
                  <a:pt x="6654" y="1948"/>
                </a:lnTo>
                <a:lnTo>
                  <a:pt x="6783" y="1926"/>
                </a:lnTo>
                <a:lnTo>
                  <a:pt x="6847" y="1905"/>
                </a:lnTo>
                <a:lnTo>
                  <a:pt x="6890" y="1862"/>
                </a:lnTo>
                <a:lnTo>
                  <a:pt x="6911" y="1819"/>
                </a:lnTo>
                <a:lnTo>
                  <a:pt x="6890" y="1776"/>
                </a:lnTo>
                <a:lnTo>
                  <a:pt x="6868" y="1734"/>
                </a:lnTo>
                <a:lnTo>
                  <a:pt x="6825" y="1712"/>
                </a:lnTo>
                <a:lnTo>
                  <a:pt x="6654" y="1691"/>
                </a:lnTo>
                <a:lnTo>
                  <a:pt x="6483" y="1669"/>
                </a:lnTo>
                <a:lnTo>
                  <a:pt x="6119" y="1669"/>
                </a:lnTo>
                <a:lnTo>
                  <a:pt x="5413" y="1691"/>
                </a:lnTo>
                <a:lnTo>
                  <a:pt x="5071" y="1669"/>
                </a:lnTo>
                <a:lnTo>
                  <a:pt x="4900" y="1648"/>
                </a:lnTo>
                <a:close/>
                <a:moveTo>
                  <a:pt x="3038" y="2119"/>
                </a:moveTo>
                <a:lnTo>
                  <a:pt x="3209" y="2140"/>
                </a:lnTo>
                <a:lnTo>
                  <a:pt x="3381" y="2140"/>
                </a:lnTo>
                <a:lnTo>
                  <a:pt x="3488" y="2162"/>
                </a:lnTo>
                <a:lnTo>
                  <a:pt x="3509" y="2162"/>
                </a:lnTo>
                <a:lnTo>
                  <a:pt x="3509" y="2183"/>
                </a:lnTo>
                <a:lnTo>
                  <a:pt x="3466" y="2204"/>
                </a:lnTo>
                <a:lnTo>
                  <a:pt x="3423" y="2226"/>
                </a:lnTo>
                <a:lnTo>
                  <a:pt x="3338" y="2226"/>
                </a:lnTo>
                <a:lnTo>
                  <a:pt x="3145" y="2204"/>
                </a:lnTo>
                <a:lnTo>
                  <a:pt x="2931" y="2204"/>
                </a:lnTo>
                <a:lnTo>
                  <a:pt x="2824" y="2183"/>
                </a:lnTo>
                <a:lnTo>
                  <a:pt x="2824" y="2162"/>
                </a:lnTo>
                <a:lnTo>
                  <a:pt x="2846" y="2140"/>
                </a:lnTo>
                <a:lnTo>
                  <a:pt x="2953" y="2119"/>
                </a:lnTo>
                <a:close/>
                <a:moveTo>
                  <a:pt x="2525" y="2097"/>
                </a:moveTo>
                <a:lnTo>
                  <a:pt x="2589" y="2119"/>
                </a:lnTo>
                <a:lnTo>
                  <a:pt x="2653" y="2140"/>
                </a:lnTo>
                <a:lnTo>
                  <a:pt x="2653" y="2162"/>
                </a:lnTo>
                <a:lnTo>
                  <a:pt x="2653" y="2204"/>
                </a:lnTo>
                <a:lnTo>
                  <a:pt x="2610" y="2226"/>
                </a:lnTo>
                <a:lnTo>
                  <a:pt x="2546" y="2247"/>
                </a:lnTo>
                <a:lnTo>
                  <a:pt x="2418" y="2247"/>
                </a:lnTo>
                <a:lnTo>
                  <a:pt x="2354" y="2226"/>
                </a:lnTo>
                <a:lnTo>
                  <a:pt x="2332" y="2204"/>
                </a:lnTo>
                <a:lnTo>
                  <a:pt x="2375" y="2162"/>
                </a:lnTo>
                <a:lnTo>
                  <a:pt x="2461" y="2097"/>
                </a:lnTo>
                <a:close/>
                <a:moveTo>
                  <a:pt x="6312" y="2140"/>
                </a:moveTo>
                <a:lnTo>
                  <a:pt x="5969" y="2162"/>
                </a:lnTo>
                <a:lnTo>
                  <a:pt x="5627" y="2204"/>
                </a:lnTo>
                <a:lnTo>
                  <a:pt x="4707" y="2204"/>
                </a:lnTo>
                <a:lnTo>
                  <a:pt x="4600" y="2226"/>
                </a:lnTo>
                <a:lnTo>
                  <a:pt x="4536" y="2226"/>
                </a:lnTo>
                <a:lnTo>
                  <a:pt x="4515" y="2269"/>
                </a:lnTo>
                <a:lnTo>
                  <a:pt x="4493" y="2311"/>
                </a:lnTo>
                <a:lnTo>
                  <a:pt x="4515" y="2354"/>
                </a:lnTo>
                <a:lnTo>
                  <a:pt x="4557" y="2397"/>
                </a:lnTo>
                <a:lnTo>
                  <a:pt x="4600" y="2418"/>
                </a:lnTo>
                <a:lnTo>
                  <a:pt x="4964" y="2461"/>
                </a:lnTo>
                <a:lnTo>
                  <a:pt x="5328" y="2483"/>
                </a:lnTo>
                <a:lnTo>
                  <a:pt x="5691" y="2461"/>
                </a:lnTo>
                <a:lnTo>
                  <a:pt x="6055" y="2440"/>
                </a:lnTo>
                <a:lnTo>
                  <a:pt x="6376" y="2440"/>
                </a:lnTo>
                <a:lnTo>
                  <a:pt x="6547" y="2418"/>
                </a:lnTo>
                <a:lnTo>
                  <a:pt x="6697" y="2397"/>
                </a:lnTo>
                <a:lnTo>
                  <a:pt x="6783" y="2354"/>
                </a:lnTo>
                <a:lnTo>
                  <a:pt x="6825" y="2311"/>
                </a:lnTo>
                <a:lnTo>
                  <a:pt x="6825" y="2290"/>
                </a:lnTo>
                <a:lnTo>
                  <a:pt x="6825" y="2247"/>
                </a:lnTo>
                <a:lnTo>
                  <a:pt x="6804" y="2226"/>
                </a:lnTo>
                <a:lnTo>
                  <a:pt x="6761" y="2204"/>
                </a:lnTo>
                <a:lnTo>
                  <a:pt x="6633" y="2162"/>
                </a:lnTo>
                <a:lnTo>
                  <a:pt x="6483" y="2140"/>
                </a:lnTo>
                <a:close/>
                <a:moveTo>
                  <a:pt x="3316" y="1006"/>
                </a:moveTo>
                <a:lnTo>
                  <a:pt x="3081" y="1028"/>
                </a:lnTo>
                <a:lnTo>
                  <a:pt x="2396" y="1028"/>
                </a:lnTo>
                <a:lnTo>
                  <a:pt x="2289" y="1049"/>
                </a:lnTo>
                <a:lnTo>
                  <a:pt x="2225" y="1092"/>
                </a:lnTo>
                <a:lnTo>
                  <a:pt x="2161" y="1156"/>
                </a:lnTo>
                <a:lnTo>
                  <a:pt x="2118" y="1220"/>
                </a:lnTo>
                <a:lnTo>
                  <a:pt x="2097" y="1306"/>
                </a:lnTo>
                <a:lnTo>
                  <a:pt x="2075" y="1456"/>
                </a:lnTo>
                <a:lnTo>
                  <a:pt x="2075" y="1798"/>
                </a:lnTo>
                <a:lnTo>
                  <a:pt x="2075" y="1948"/>
                </a:lnTo>
                <a:lnTo>
                  <a:pt x="2054" y="2162"/>
                </a:lnTo>
                <a:lnTo>
                  <a:pt x="2075" y="2247"/>
                </a:lnTo>
                <a:lnTo>
                  <a:pt x="2097" y="2333"/>
                </a:lnTo>
                <a:lnTo>
                  <a:pt x="2140" y="2418"/>
                </a:lnTo>
                <a:lnTo>
                  <a:pt x="2182" y="2461"/>
                </a:lnTo>
                <a:lnTo>
                  <a:pt x="2268" y="2483"/>
                </a:lnTo>
                <a:lnTo>
                  <a:pt x="2354" y="2504"/>
                </a:lnTo>
                <a:lnTo>
                  <a:pt x="2568" y="2504"/>
                </a:lnTo>
                <a:lnTo>
                  <a:pt x="2953" y="2461"/>
                </a:lnTo>
                <a:lnTo>
                  <a:pt x="3231" y="2461"/>
                </a:lnTo>
                <a:lnTo>
                  <a:pt x="3488" y="2483"/>
                </a:lnTo>
                <a:lnTo>
                  <a:pt x="3616" y="2504"/>
                </a:lnTo>
                <a:lnTo>
                  <a:pt x="3702" y="2525"/>
                </a:lnTo>
                <a:lnTo>
                  <a:pt x="3766" y="2504"/>
                </a:lnTo>
                <a:lnTo>
                  <a:pt x="3851" y="2440"/>
                </a:lnTo>
                <a:lnTo>
                  <a:pt x="3894" y="2333"/>
                </a:lnTo>
                <a:lnTo>
                  <a:pt x="3916" y="2226"/>
                </a:lnTo>
                <a:lnTo>
                  <a:pt x="3916" y="2119"/>
                </a:lnTo>
                <a:lnTo>
                  <a:pt x="3894" y="1883"/>
                </a:lnTo>
                <a:lnTo>
                  <a:pt x="3894" y="1669"/>
                </a:lnTo>
                <a:lnTo>
                  <a:pt x="3916" y="1498"/>
                </a:lnTo>
                <a:lnTo>
                  <a:pt x="3937" y="1306"/>
                </a:lnTo>
                <a:lnTo>
                  <a:pt x="3916" y="1220"/>
                </a:lnTo>
                <a:lnTo>
                  <a:pt x="3894" y="1135"/>
                </a:lnTo>
                <a:lnTo>
                  <a:pt x="3830" y="1070"/>
                </a:lnTo>
                <a:lnTo>
                  <a:pt x="3766" y="1028"/>
                </a:lnTo>
                <a:lnTo>
                  <a:pt x="3659" y="1006"/>
                </a:lnTo>
                <a:close/>
                <a:moveTo>
                  <a:pt x="2268" y="2889"/>
                </a:moveTo>
                <a:lnTo>
                  <a:pt x="2182" y="2910"/>
                </a:lnTo>
                <a:lnTo>
                  <a:pt x="2097" y="2953"/>
                </a:lnTo>
                <a:lnTo>
                  <a:pt x="2075" y="2975"/>
                </a:lnTo>
                <a:lnTo>
                  <a:pt x="2054" y="3017"/>
                </a:lnTo>
                <a:lnTo>
                  <a:pt x="2075" y="3039"/>
                </a:lnTo>
                <a:lnTo>
                  <a:pt x="2140" y="3060"/>
                </a:lnTo>
                <a:lnTo>
                  <a:pt x="2247" y="3103"/>
                </a:lnTo>
                <a:lnTo>
                  <a:pt x="2375" y="3124"/>
                </a:lnTo>
                <a:lnTo>
                  <a:pt x="2653" y="3146"/>
                </a:lnTo>
                <a:lnTo>
                  <a:pt x="3359" y="3146"/>
                </a:lnTo>
                <a:lnTo>
                  <a:pt x="3637" y="3124"/>
                </a:lnTo>
                <a:lnTo>
                  <a:pt x="3766" y="3103"/>
                </a:lnTo>
                <a:lnTo>
                  <a:pt x="3851" y="3060"/>
                </a:lnTo>
                <a:lnTo>
                  <a:pt x="3851" y="3039"/>
                </a:lnTo>
                <a:lnTo>
                  <a:pt x="3851" y="3017"/>
                </a:lnTo>
                <a:lnTo>
                  <a:pt x="3830" y="2975"/>
                </a:lnTo>
                <a:lnTo>
                  <a:pt x="3787" y="2932"/>
                </a:lnTo>
                <a:lnTo>
                  <a:pt x="3702" y="2910"/>
                </a:lnTo>
                <a:lnTo>
                  <a:pt x="3595" y="2910"/>
                </a:lnTo>
                <a:lnTo>
                  <a:pt x="3381" y="2932"/>
                </a:lnTo>
                <a:lnTo>
                  <a:pt x="2824" y="2889"/>
                </a:lnTo>
                <a:close/>
                <a:moveTo>
                  <a:pt x="6141" y="3060"/>
                </a:moveTo>
                <a:lnTo>
                  <a:pt x="6183" y="3082"/>
                </a:lnTo>
                <a:lnTo>
                  <a:pt x="6205" y="3103"/>
                </a:lnTo>
                <a:lnTo>
                  <a:pt x="6076" y="3210"/>
                </a:lnTo>
                <a:lnTo>
                  <a:pt x="5969" y="3317"/>
                </a:lnTo>
                <a:lnTo>
                  <a:pt x="5969" y="3231"/>
                </a:lnTo>
                <a:lnTo>
                  <a:pt x="5991" y="3146"/>
                </a:lnTo>
                <a:lnTo>
                  <a:pt x="6034" y="3103"/>
                </a:lnTo>
                <a:lnTo>
                  <a:pt x="6055" y="3082"/>
                </a:lnTo>
                <a:lnTo>
                  <a:pt x="6141" y="3060"/>
                </a:lnTo>
                <a:close/>
                <a:moveTo>
                  <a:pt x="5007" y="3039"/>
                </a:moveTo>
                <a:lnTo>
                  <a:pt x="5049" y="3060"/>
                </a:lnTo>
                <a:lnTo>
                  <a:pt x="5049" y="3103"/>
                </a:lnTo>
                <a:lnTo>
                  <a:pt x="5007" y="3231"/>
                </a:lnTo>
                <a:lnTo>
                  <a:pt x="4964" y="3317"/>
                </a:lnTo>
                <a:lnTo>
                  <a:pt x="4921" y="3360"/>
                </a:lnTo>
                <a:lnTo>
                  <a:pt x="4900" y="3317"/>
                </a:lnTo>
                <a:lnTo>
                  <a:pt x="4900" y="3210"/>
                </a:lnTo>
                <a:lnTo>
                  <a:pt x="4900" y="3103"/>
                </a:lnTo>
                <a:lnTo>
                  <a:pt x="4900" y="3060"/>
                </a:lnTo>
                <a:lnTo>
                  <a:pt x="4921" y="3060"/>
                </a:lnTo>
                <a:lnTo>
                  <a:pt x="4964" y="3039"/>
                </a:lnTo>
                <a:close/>
                <a:moveTo>
                  <a:pt x="5370" y="3017"/>
                </a:moveTo>
                <a:lnTo>
                  <a:pt x="5435" y="3039"/>
                </a:lnTo>
                <a:lnTo>
                  <a:pt x="5435" y="3082"/>
                </a:lnTo>
                <a:lnTo>
                  <a:pt x="5435" y="3124"/>
                </a:lnTo>
                <a:lnTo>
                  <a:pt x="5328" y="3231"/>
                </a:lnTo>
                <a:lnTo>
                  <a:pt x="5221" y="3360"/>
                </a:lnTo>
                <a:lnTo>
                  <a:pt x="5135" y="3445"/>
                </a:lnTo>
                <a:lnTo>
                  <a:pt x="5135" y="3403"/>
                </a:lnTo>
                <a:lnTo>
                  <a:pt x="5156" y="3403"/>
                </a:lnTo>
                <a:lnTo>
                  <a:pt x="5178" y="3317"/>
                </a:lnTo>
                <a:lnTo>
                  <a:pt x="5242" y="3146"/>
                </a:lnTo>
                <a:lnTo>
                  <a:pt x="5285" y="3082"/>
                </a:lnTo>
                <a:lnTo>
                  <a:pt x="5328" y="3039"/>
                </a:lnTo>
                <a:lnTo>
                  <a:pt x="5370" y="3017"/>
                </a:lnTo>
                <a:close/>
                <a:moveTo>
                  <a:pt x="3680" y="3317"/>
                </a:moveTo>
                <a:lnTo>
                  <a:pt x="3488" y="3338"/>
                </a:lnTo>
                <a:lnTo>
                  <a:pt x="2910" y="3360"/>
                </a:lnTo>
                <a:lnTo>
                  <a:pt x="2696" y="3360"/>
                </a:lnTo>
                <a:lnTo>
                  <a:pt x="2396" y="3381"/>
                </a:lnTo>
                <a:lnTo>
                  <a:pt x="2247" y="3403"/>
                </a:lnTo>
                <a:lnTo>
                  <a:pt x="2140" y="3445"/>
                </a:lnTo>
                <a:lnTo>
                  <a:pt x="2118" y="3467"/>
                </a:lnTo>
                <a:lnTo>
                  <a:pt x="2097" y="3488"/>
                </a:lnTo>
                <a:lnTo>
                  <a:pt x="2097" y="3531"/>
                </a:lnTo>
                <a:lnTo>
                  <a:pt x="2118" y="3574"/>
                </a:lnTo>
                <a:lnTo>
                  <a:pt x="2161" y="3595"/>
                </a:lnTo>
                <a:lnTo>
                  <a:pt x="2225" y="3617"/>
                </a:lnTo>
                <a:lnTo>
                  <a:pt x="2653" y="3617"/>
                </a:lnTo>
                <a:lnTo>
                  <a:pt x="3231" y="3595"/>
                </a:lnTo>
                <a:lnTo>
                  <a:pt x="3402" y="3595"/>
                </a:lnTo>
                <a:lnTo>
                  <a:pt x="3702" y="3552"/>
                </a:lnTo>
                <a:lnTo>
                  <a:pt x="3830" y="3510"/>
                </a:lnTo>
                <a:lnTo>
                  <a:pt x="3916" y="3467"/>
                </a:lnTo>
                <a:lnTo>
                  <a:pt x="3937" y="3445"/>
                </a:lnTo>
                <a:lnTo>
                  <a:pt x="3937" y="3403"/>
                </a:lnTo>
                <a:lnTo>
                  <a:pt x="3916" y="3381"/>
                </a:lnTo>
                <a:lnTo>
                  <a:pt x="3873" y="3338"/>
                </a:lnTo>
                <a:lnTo>
                  <a:pt x="3787" y="3317"/>
                </a:lnTo>
                <a:close/>
                <a:moveTo>
                  <a:pt x="6462" y="3017"/>
                </a:moveTo>
                <a:lnTo>
                  <a:pt x="6504" y="3039"/>
                </a:lnTo>
                <a:lnTo>
                  <a:pt x="6526" y="3082"/>
                </a:lnTo>
                <a:lnTo>
                  <a:pt x="6526" y="3146"/>
                </a:lnTo>
                <a:lnTo>
                  <a:pt x="6526" y="3274"/>
                </a:lnTo>
                <a:lnTo>
                  <a:pt x="6504" y="3360"/>
                </a:lnTo>
                <a:lnTo>
                  <a:pt x="6483" y="3445"/>
                </a:lnTo>
                <a:lnTo>
                  <a:pt x="6462" y="3531"/>
                </a:lnTo>
                <a:lnTo>
                  <a:pt x="6419" y="3595"/>
                </a:lnTo>
                <a:lnTo>
                  <a:pt x="6355" y="3638"/>
                </a:lnTo>
                <a:lnTo>
                  <a:pt x="6312" y="3681"/>
                </a:lnTo>
                <a:lnTo>
                  <a:pt x="6290" y="3681"/>
                </a:lnTo>
                <a:lnTo>
                  <a:pt x="6269" y="3617"/>
                </a:lnTo>
                <a:lnTo>
                  <a:pt x="6290" y="3531"/>
                </a:lnTo>
                <a:lnTo>
                  <a:pt x="6333" y="3424"/>
                </a:lnTo>
                <a:lnTo>
                  <a:pt x="6376" y="3317"/>
                </a:lnTo>
                <a:lnTo>
                  <a:pt x="6419" y="3060"/>
                </a:lnTo>
                <a:lnTo>
                  <a:pt x="6462" y="3017"/>
                </a:lnTo>
                <a:close/>
                <a:moveTo>
                  <a:pt x="5456" y="3274"/>
                </a:moveTo>
                <a:lnTo>
                  <a:pt x="5435" y="3360"/>
                </a:lnTo>
                <a:lnTo>
                  <a:pt x="5413" y="3424"/>
                </a:lnTo>
                <a:lnTo>
                  <a:pt x="5370" y="3510"/>
                </a:lnTo>
                <a:lnTo>
                  <a:pt x="5370" y="3595"/>
                </a:lnTo>
                <a:lnTo>
                  <a:pt x="5370" y="3659"/>
                </a:lnTo>
                <a:lnTo>
                  <a:pt x="5413" y="3723"/>
                </a:lnTo>
                <a:lnTo>
                  <a:pt x="5499" y="3745"/>
                </a:lnTo>
                <a:lnTo>
                  <a:pt x="5563" y="3702"/>
                </a:lnTo>
                <a:lnTo>
                  <a:pt x="5649" y="3766"/>
                </a:lnTo>
                <a:lnTo>
                  <a:pt x="5691" y="3809"/>
                </a:lnTo>
                <a:lnTo>
                  <a:pt x="5734" y="3852"/>
                </a:lnTo>
                <a:lnTo>
                  <a:pt x="5863" y="3809"/>
                </a:lnTo>
                <a:lnTo>
                  <a:pt x="5927" y="3809"/>
                </a:lnTo>
                <a:lnTo>
                  <a:pt x="5927" y="3830"/>
                </a:lnTo>
                <a:lnTo>
                  <a:pt x="5863" y="3873"/>
                </a:lnTo>
                <a:lnTo>
                  <a:pt x="5777" y="3895"/>
                </a:lnTo>
                <a:lnTo>
                  <a:pt x="5542" y="3937"/>
                </a:lnTo>
                <a:lnTo>
                  <a:pt x="5199" y="3937"/>
                </a:lnTo>
                <a:lnTo>
                  <a:pt x="5156" y="3916"/>
                </a:lnTo>
                <a:lnTo>
                  <a:pt x="5156" y="3852"/>
                </a:lnTo>
                <a:lnTo>
                  <a:pt x="5156" y="3788"/>
                </a:lnTo>
                <a:lnTo>
                  <a:pt x="5242" y="3574"/>
                </a:lnTo>
                <a:lnTo>
                  <a:pt x="5349" y="3381"/>
                </a:lnTo>
                <a:lnTo>
                  <a:pt x="5392" y="3317"/>
                </a:lnTo>
                <a:lnTo>
                  <a:pt x="5456" y="3274"/>
                </a:lnTo>
                <a:close/>
                <a:moveTo>
                  <a:pt x="3466" y="3809"/>
                </a:moveTo>
                <a:lnTo>
                  <a:pt x="3167" y="3830"/>
                </a:lnTo>
                <a:lnTo>
                  <a:pt x="2568" y="3852"/>
                </a:lnTo>
                <a:lnTo>
                  <a:pt x="2332" y="3852"/>
                </a:lnTo>
                <a:lnTo>
                  <a:pt x="2204" y="3873"/>
                </a:lnTo>
                <a:lnTo>
                  <a:pt x="2161" y="3895"/>
                </a:lnTo>
                <a:lnTo>
                  <a:pt x="2118" y="3916"/>
                </a:lnTo>
                <a:lnTo>
                  <a:pt x="2097" y="3980"/>
                </a:lnTo>
                <a:lnTo>
                  <a:pt x="2118" y="4023"/>
                </a:lnTo>
                <a:lnTo>
                  <a:pt x="2140" y="4066"/>
                </a:lnTo>
                <a:lnTo>
                  <a:pt x="2204" y="4087"/>
                </a:lnTo>
                <a:lnTo>
                  <a:pt x="2311" y="4109"/>
                </a:lnTo>
                <a:lnTo>
                  <a:pt x="2910" y="4109"/>
                </a:lnTo>
                <a:lnTo>
                  <a:pt x="3423" y="4087"/>
                </a:lnTo>
                <a:lnTo>
                  <a:pt x="3787" y="4087"/>
                </a:lnTo>
                <a:lnTo>
                  <a:pt x="3894" y="4044"/>
                </a:lnTo>
                <a:lnTo>
                  <a:pt x="3958" y="4002"/>
                </a:lnTo>
                <a:lnTo>
                  <a:pt x="3980" y="3959"/>
                </a:lnTo>
                <a:lnTo>
                  <a:pt x="3980" y="3916"/>
                </a:lnTo>
                <a:lnTo>
                  <a:pt x="3958" y="3873"/>
                </a:lnTo>
                <a:lnTo>
                  <a:pt x="3873" y="3830"/>
                </a:lnTo>
                <a:lnTo>
                  <a:pt x="3744" y="3809"/>
                </a:lnTo>
                <a:close/>
                <a:moveTo>
                  <a:pt x="5156" y="2761"/>
                </a:moveTo>
                <a:lnTo>
                  <a:pt x="4900" y="2782"/>
                </a:lnTo>
                <a:lnTo>
                  <a:pt x="4793" y="2825"/>
                </a:lnTo>
                <a:lnTo>
                  <a:pt x="4729" y="2868"/>
                </a:lnTo>
                <a:lnTo>
                  <a:pt x="4686" y="2910"/>
                </a:lnTo>
                <a:lnTo>
                  <a:pt x="4664" y="2953"/>
                </a:lnTo>
                <a:lnTo>
                  <a:pt x="4643" y="3082"/>
                </a:lnTo>
                <a:lnTo>
                  <a:pt x="4664" y="3338"/>
                </a:lnTo>
                <a:lnTo>
                  <a:pt x="4643" y="3595"/>
                </a:lnTo>
                <a:lnTo>
                  <a:pt x="4622" y="3745"/>
                </a:lnTo>
                <a:lnTo>
                  <a:pt x="4643" y="3852"/>
                </a:lnTo>
                <a:lnTo>
                  <a:pt x="4750" y="4023"/>
                </a:lnTo>
                <a:lnTo>
                  <a:pt x="4814" y="4087"/>
                </a:lnTo>
                <a:lnTo>
                  <a:pt x="4878" y="4130"/>
                </a:lnTo>
                <a:lnTo>
                  <a:pt x="4964" y="4173"/>
                </a:lnTo>
                <a:lnTo>
                  <a:pt x="5049" y="4173"/>
                </a:lnTo>
                <a:lnTo>
                  <a:pt x="5242" y="4194"/>
                </a:lnTo>
                <a:lnTo>
                  <a:pt x="5627" y="4151"/>
                </a:lnTo>
                <a:lnTo>
                  <a:pt x="6119" y="4130"/>
                </a:lnTo>
                <a:lnTo>
                  <a:pt x="6504" y="4130"/>
                </a:lnTo>
                <a:lnTo>
                  <a:pt x="6569" y="4109"/>
                </a:lnTo>
                <a:lnTo>
                  <a:pt x="6611" y="4087"/>
                </a:lnTo>
                <a:lnTo>
                  <a:pt x="6676" y="4023"/>
                </a:lnTo>
                <a:lnTo>
                  <a:pt x="6740" y="3937"/>
                </a:lnTo>
                <a:lnTo>
                  <a:pt x="6761" y="3830"/>
                </a:lnTo>
                <a:lnTo>
                  <a:pt x="6761" y="3702"/>
                </a:lnTo>
                <a:lnTo>
                  <a:pt x="6761" y="3467"/>
                </a:lnTo>
                <a:lnTo>
                  <a:pt x="6761" y="3274"/>
                </a:lnTo>
                <a:lnTo>
                  <a:pt x="6783" y="3082"/>
                </a:lnTo>
                <a:lnTo>
                  <a:pt x="6804" y="2932"/>
                </a:lnTo>
                <a:lnTo>
                  <a:pt x="6783" y="2868"/>
                </a:lnTo>
                <a:lnTo>
                  <a:pt x="6740" y="2825"/>
                </a:lnTo>
                <a:lnTo>
                  <a:pt x="6676" y="2782"/>
                </a:lnTo>
                <a:lnTo>
                  <a:pt x="5606" y="2782"/>
                </a:lnTo>
                <a:lnTo>
                  <a:pt x="5156" y="2761"/>
                </a:lnTo>
                <a:close/>
                <a:moveTo>
                  <a:pt x="7018" y="407"/>
                </a:moveTo>
                <a:lnTo>
                  <a:pt x="7253" y="450"/>
                </a:lnTo>
                <a:lnTo>
                  <a:pt x="7360" y="493"/>
                </a:lnTo>
                <a:lnTo>
                  <a:pt x="7446" y="557"/>
                </a:lnTo>
                <a:lnTo>
                  <a:pt x="7531" y="621"/>
                </a:lnTo>
                <a:lnTo>
                  <a:pt x="7617" y="685"/>
                </a:lnTo>
                <a:lnTo>
                  <a:pt x="7681" y="771"/>
                </a:lnTo>
                <a:lnTo>
                  <a:pt x="7724" y="856"/>
                </a:lnTo>
                <a:lnTo>
                  <a:pt x="7767" y="1049"/>
                </a:lnTo>
                <a:lnTo>
                  <a:pt x="7788" y="1263"/>
                </a:lnTo>
                <a:lnTo>
                  <a:pt x="7788" y="1456"/>
                </a:lnTo>
                <a:lnTo>
                  <a:pt x="7788" y="2504"/>
                </a:lnTo>
                <a:lnTo>
                  <a:pt x="7788" y="2932"/>
                </a:lnTo>
                <a:lnTo>
                  <a:pt x="7810" y="3403"/>
                </a:lnTo>
                <a:lnTo>
                  <a:pt x="7788" y="3638"/>
                </a:lnTo>
                <a:lnTo>
                  <a:pt x="7767" y="3852"/>
                </a:lnTo>
                <a:lnTo>
                  <a:pt x="7703" y="4066"/>
                </a:lnTo>
                <a:lnTo>
                  <a:pt x="7617" y="4258"/>
                </a:lnTo>
                <a:lnTo>
                  <a:pt x="7531" y="4365"/>
                </a:lnTo>
                <a:lnTo>
                  <a:pt x="7467" y="4430"/>
                </a:lnTo>
                <a:lnTo>
                  <a:pt x="7360" y="4515"/>
                </a:lnTo>
                <a:lnTo>
                  <a:pt x="7275" y="4558"/>
                </a:lnTo>
                <a:lnTo>
                  <a:pt x="7082" y="4622"/>
                </a:lnTo>
                <a:lnTo>
                  <a:pt x="6868" y="4665"/>
                </a:lnTo>
                <a:lnTo>
                  <a:pt x="6397" y="4665"/>
                </a:lnTo>
                <a:lnTo>
                  <a:pt x="5948" y="4622"/>
                </a:lnTo>
                <a:lnTo>
                  <a:pt x="4942" y="4579"/>
                </a:lnTo>
                <a:lnTo>
                  <a:pt x="3958" y="4537"/>
                </a:lnTo>
                <a:lnTo>
                  <a:pt x="3338" y="4494"/>
                </a:lnTo>
                <a:lnTo>
                  <a:pt x="3017" y="4494"/>
                </a:lnTo>
                <a:lnTo>
                  <a:pt x="2717" y="4515"/>
                </a:lnTo>
                <a:lnTo>
                  <a:pt x="2439" y="4537"/>
                </a:lnTo>
                <a:lnTo>
                  <a:pt x="2161" y="4537"/>
                </a:lnTo>
                <a:lnTo>
                  <a:pt x="1883" y="4515"/>
                </a:lnTo>
                <a:lnTo>
                  <a:pt x="1755" y="4494"/>
                </a:lnTo>
                <a:lnTo>
                  <a:pt x="1626" y="4451"/>
                </a:lnTo>
                <a:lnTo>
                  <a:pt x="1498" y="4387"/>
                </a:lnTo>
                <a:lnTo>
                  <a:pt x="1412" y="4301"/>
                </a:lnTo>
                <a:lnTo>
                  <a:pt x="1348" y="4194"/>
                </a:lnTo>
                <a:lnTo>
                  <a:pt x="1305" y="4066"/>
                </a:lnTo>
                <a:lnTo>
                  <a:pt x="1305" y="3916"/>
                </a:lnTo>
                <a:lnTo>
                  <a:pt x="1305" y="3788"/>
                </a:lnTo>
                <a:lnTo>
                  <a:pt x="1305" y="3510"/>
                </a:lnTo>
                <a:lnTo>
                  <a:pt x="1305" y="2910"/>
                </a:lnTo>
                <a:lnTo>
                  <a:pt x="1327" y="2333"/>
                </a:lnTo>
                <a:lnTo>
                  <a:pt x="1305" y="1905"/>
                </a:lnTo>
                <a:lnTo>
                  <a:pt x="1305" y="1648"/>
                </a:lnTo>
                <a:lnTo>
                  <a:pt x="1327" y="1370"/>
                </a:lnTo>
                <a:lnTo>
                  <a:pt x="1348" y="1113"/>
                </a:lnTo>
                <a:lnTo>
                  <a:pt x="1434" y="899"/>
                </a:lnTo>
                <a:lnTo>
                  <a:pt x="1476" y="792"/>
                </a:lnTo>
                <a:lnTo>
                  <a:pt x="1519" y="707"/>
                </a:lnTo>
                <a:lnTo>
                  <a:pt x="1605" y="664"/>
                </a:lnTo>
                <a:lnTo>
                  <a:pt x="1690" y="621"/>
                </a:lnTo>
                <a:lnTo>
                  <a:pt x="1926" y="536"/>
                </a:lnTo>
                <a:lnTo>
                  <a:pt x="2161" y="514"/>
                </a:lnTo>
                <a:lnTo>
                  <a:pt x="2418" y="493"/>
                </a:lnTo>
                <a:lnTo>
                  <a:pt x="3680" y="493"/>
                </a:lnTo>
                <a:lnTo>
                  <a:pt x="4750" y="471"/>
                </a:lnTo>
                <a:lnTo>
                  <a:pt x="5820" y="450"/>
                </a:lnTo>
                <a:lnTo>
                  <a:pt x="6269" y="429"/>
                </a:lnTo>
                <a:lnTo>
                  <a:pt x="6526" y="407"/>
                </a:lnTo>
                <a:close/>
                <a:moveTo>
                  <a:pt x="4343" y="1"/>
                </a:moveTo>
                <a:lnTo>
                  <a:pt x="3766" y="22"/>
                </a:lnTo>
                <a:lnTo>
                  <a:pt x="3167" y="43"/>
                </a:lnTo>
                <a:lnTo>
                  <a:pt x="1968" y="108"/>
                </a:lnTo>
                <a:lnTo>
                  <a:pt x="1712" y="108"/>
                </a:lnTo>
                <a:lnTo>
                  <a:pt x="1476" y="129"/>
                </a:lnTo>
                <a:lnTo>
                  <a:pt x="1348" y="172"/>
                </a:lnTo>
                <a:lnTo>
                  <a:pt x="1241" y="215"/>
                </a:lnTo>
                <a:lnTo>
                  <a:pt x="1134" y="279"/>
                </a:lnTo>
                <a:lnTo>
                  <a:pt x="1048" y="386"/>
                </a:lnTo>
                <a:lnTo>
                  <a:pt x="963" y="493"/>
                </a:lnTo>
                <a:lnTo>
                  <a:pt x="920" y="621"/>
                </a:lnTo>
                <a:lnTo>
                  <a:pt x="877" y="749"/>
                </a:lnTo>
                <a:lnTo>
                  <a:pt x="856" y="899"/>
                </a:lnTo>
                <a:lnTo>
                  <a:pt x="856" y="1199"/>
                </a:lnTo>
                <a:lnTo>
                  <a:pt x="835" y="1477"/>
                </a:lnTo>
                <a:lnTo>
                  <a:pt x="813" y="2183"/>
                </a:lnTo>
                <a:lnTo>
                  <a:pt x="813" y="2910"/>
                </a:lnTo>
                <a:lnTo>
                  <a:pt x="835" y="3659"/>
                </a:lnTo>
                <a:lnTo>
                  <a:pt x="899" y="4365"/>
                </a:lnTo>
                <a:lnTo>
                  <a:pt x="920" y="4494"/>
                </a:lnTo>
                <a:lnTo>
                  <a:pt x="963" y="4601"/>
                </a:lnTo>
                <a:lnTo>
                  <a:pt x="1027" y="4708"/>
                </a:lnTo>
                <a:lnTo>
                  <a:pt x="1113" y="4772"/>
                </a:lnTo>
                <a:lnTo>
                  <a:pt x="1198" y="4836"/>
                </a:lnTo>
                <a:lnTo>
                  <a:pt x="1305" y="4900"/>
                </a:lnTo>
                <a:lnTo>
                  <a:pt x="1412" y="4922"/>
                </a:lnTo>
                <a:lnTo>
                  <a:pt x="1541" y="4964"/>
                </a:lnTo>
                <a:lnTo>
                  <a:pt x="1776" y="4986"/>
                </a:lnTo>
                <a:lnTo>
                  <a:pt x="2033" y="4986"/>
                </a:lnTo>
                <a:lnTo>
                  <a:pt x="2503" y="4943"/>
                </a:lnTo>
                <a:lnTo>
                  <a:pt x="2782" y="4922"/>
                </a:lnTo>
                <a:lnTo>
                  <a:pt x="3081" y="4922"/>
                </a:lnTo>
                <a:lnTo>
                  <a:pt x="3659" y="4943"/>
                </a:lnTo>
                <a:lnTo>
                  <a:pt x="4793" y="5007"/>
                </a:lnTo>
                <a:lnTo>
                  <a:pt x="5392" y="5029"/>
                </a:lnTo>
                <a:lnTo>
                  <a:pt x="5991" y="5050"/>
                </a:lnTo>
                <a:lnTo>
                  <a:pt x="6633" y="5114"/>
                </a:lnTo>
                <a:lnTo>
                  <a:pt x="6954" y="5114"/>
                </a:lnTo>
                <a:lnTo>
                  <a:pt x="7125" y="5093"/>
                </a:lnTo>
                <a:lnTo>
                  <a:pt x="7275" y="5071"/>
                </a:lnTo>
                <a:lnTo>
                  <a:pt x="7424" y="5029"/>
                </a:lnTo>
                <a:lnTo>
                  <a:pt x="7553" y="4964"/>
                </a:lnTo>
                <a:lnTo>
                  <a:pt x="7660" y="4922"/>
                </a:lnTo>
                <a:lnTo>
                  <a:pt x="7767" y="4836"/>
                </a:lnTo>
                <a:lnTo>
                  <a:pt x="7852" y="4750"/>
                </a:lnTo>
                <a:lnTo>
                  <a:pt x="7917" y="4665"/>
                </a:lnTo>
                <a:lnTo>
                  <a:pt x="7981" y="4558"/>
                </a:lnTo>
                <a:lnTo>
                  <a:pt x="8045" y="4451"/>
                </a:lnTo>
                <a:lnTo>
                  <a:pt x="8130" y="4237"/>
                </a:lnTo>
                <a:lnTo>
                  <a:pt x="8173" y="3980"/>
                </a:lnTo>
                <a:lnTo>
                  <a:pt x="8195" y="3723"/>
                </a:lnTo>
                <a:lnTo>
                  <a:pt x="8195" y="3445"/>
                </a:lnTo>
                <a:lnTo>
                  <a:pt x="8216" y="2354"/>
                </a:lnTo>
                <a:lnTo>
                  <a:pt x="8216" y="1798"/>
                </a:lnTo>
                <a:lnTo>
                  <a:pt x="8216" y="1242"/>
                </a:lnTo>
                <a:lnTo>
                  <a:pt x="8195" y="985"/>
                </a:lnTo>
                <a:lnTo>
                  <a:pt x="8152" y="728"/>
                </a:lnTo>
                <a:lnTo>
                  <a:pt x="8109" y="578"/>
                </a:lnTo>
                <a:lnTo>
                  <a:pt x="8066" y="450"/>
                </a:lnTo>
                <a:lnTo>
                  <a:pt x="8002" y="343"/>
                </a:lnTo>
                <a:lnTo>
                  <a:pt x="7917" y="236"/>
                </a:lnTo>
                <a:lnTo>
                  <a:pt x="7810" y="150"/>
                </a:lnTo>
                <a:lnTo>
                  <a:pt x="7703" y="86"/>
                </a:lnTo>
                <a:lnTo>
                  <a:pt x="7596" y="43"/>
                </a:lnTo>
                <a:lnTo>
                  <a:pt x="7467" y="22"/>
                </a:lnTo>
                <a:lnTo>
                  <a:pt x="7189" y="1"/>
                </a:lnTo>
                <a:lnTo>
                  <a:pt x="6932" y="1"/>
                </a:lnTo>
                <a:lnTo>
                  <a:pt x="6312" y="22"/>
                </a:lnTo>
                <a:lnTo>
                  <a:pt x="5670" y="43"/>
                </a:lnTo>
                <a:lnTo>
                  <a:pt x="5349" y="43"/>
                </a:lnTo>
                <a:lnTo>
                  <a:pt x="5007" y="22"/>
                </a:lnTo>
                <a:lnTo>
                  <a:pt x="4686" y="1"/>
                </a:lnTo>
                <a:close/>
                <a:moveTo>
                  <a:pt x="4942" y="6526"/>
                </a:moveTo>
                <a:lnTo>
                  <a:pt x="4985" y="6548"/>
                </a:lnTo>
                <a:lnTo>
                  <a:pt x="5028" y="6591"/>
                </a:lnTo>
                <a:lnTo>
                  <a:pt x="5049" y="6655"/>
                </a:lnTo>
                <a:lnTo>
                  <a:pt x="5049" y="6740"/>
                </a:lnTo>
                <a:lnTo>
                  <a:pt x="5028" y="6804"/>
                </a:lnTo>
                <a:lnTo>
                  <a:pt x="5007" y="6826"/>
                </a:lnTo>
                <a:lnTo>
                  <a:pt x="4729" y="6826"/>
                </a:lnTo>
                <a:lnTo>
                  <a:pt x="4472" y="6804"/>
                </a:lnTo>
                <a:lnTo>
                  <a:pt x="3980" y="6783"/>
                </a:lnTo>
                <a:lnTo>
                  <a:pt x="3916" y="6762"/>
                </a:lnTo>
                <a:lnTo>
                  <a:pt x="3851" y="6740"/>
                </a:lnTo>
                <a:lnTo>
                  <a:pt x="3809" y="6719"/>
                </a:lnTo>
                <a:lnTo>
                  <a:pt x="3787" y="6697"/>
                </a:lnTo>
                <a:lnTo>
                  <a:pt x="3787" y="6655"/>
                </a:lnTo>
                <a:lnTo>
                  <a:pt x="3809" y="6612"/>
                </a:lnTo>
                <a:lnTo>
                  <a:pt x="3873" y="6591"/>
                </a:lnTo>
                <a:lnTo>
                  <a:pt x="3937" y="6548"/>
                </a:lnTo>
                <a:lnTo>
                  <a:pt x="4108" y="6526"/>
                </a:lnTo>
                <a:close/>
                <a:moveTo>
                  <a:pt x="3980" y="6141"/>
                </a:moveTo>
                <a:lnTo>
                  <a:pt x="3809" y="6184"/>
                </a:lnTo>
                <a:lnTo>
                  <a:pt x="3637" y="6227"/>
                </a:lnTo>
                <a:lnTo>
                  <a:pt x="3573" y="6270"/>
                </a:lnTo>
                <a:lnTo>
                  <a:pt x="3530" y="6312"/>
                </a:lnTo>
                <a:lnTo>
                  <a:pt x="3445" y="6441"/>
                </a:lnTo>
                <a:lnTo>
                  <a:pt x="3402" y="6612"/>
                </a:lnTo>
                <a:lnTo>
                  <a:pt x="3402" y="6783"/>
                </a:lnTo>
                <a:lnTo>
                  <a:pt x="3423" y="6847"/>
                </a:lnTo>
                <a:lnTo>
                  <a:pt x="3445" y="6911"/>
                </a:lnTo>
                <a:lnTo>
                  <a:pt x="3488" y="6976"/>
                </a:lnTo>
                <a:lnTo>
                  <a:pt x="3552" y="7018"/>
                </a:lnTo>
                <a:lnTo>
                  <a:pt x="3680" y="7061"/>
                </a:lnTo>
                <a:lnTo>
                  <a:pt x="3851" y="7083"/>
                </a:lnTo>
                <a:lnTo>
                  <a:pt x="4044" y="7104"/>
                </a:lnTo>
                <a:lnTo>
                  <a:pt x="4408" y="7061"/>
                </a:lnTo>
                <a:lnTo>
                  <a:pt x="4707" y="7040"/>
                </a:lnTo>
                <a:lnTo>
                  <a:pt x="5049" y="7061"/>
                </a:lnTo>
                <a:lnTo>
                  <a:pt x="5221" y="7040"/>
                </a:lnTo>
                <a:lnTo>
                  <a:pt x="5306" y="7018"/>
                </a:lnTo>
                <a:lnTo>
                  <a:pt x="5349" y="6976"/>
                </a:lnTo>
                <a:lnTo>
                  <a:pt x="5392" y="6911"/>
                </a:lnTo>
                <a:lnTo>
                  <a:pt x="5392" y="6847"/>
                </a:lnTo>
                <a:lnTo>
                  <a:pt x="5392" y="6655"/>
                </a:lnTo>
                <a:lnTo>
                  <a:pt x="5349" y="6484"/>
                </a:lnTo>
                <a:lnTo>
                  <a:pt x="5306" y="6355"/>
                </a:lnTo>
                <a:lnTo>
                  <a:pt x="5263" y="6291"/>
                </a:lnTo>
                <a:lnTo>
                  <a:pt x="5199" y="6248"/>
                </a:lnTo>
                <a:lnTo>
                  <a:pt x="5156" y="6205"/>
                </a:lnTo>
                <a:lnTo>
                  <a:pt x="5092" y="6184"/>
                </a:lnTo>
                <a:lnTo>
                  <a:pt x="4814" y="6184"/>
                </a:lnTo>
                <a:lnTo>
                  <a:pt x="4472" y="6141"/>
                </a:lnTo>
                <a:close/>
                <a:moveTo>
                  <a:pt x="3188" y="5564"/>
                </a:moveTo>
                <a:lnTo>
                  <a:pt x="4001" y="5585"/>
                </a:lnTo>
                <a:lnTo>
                  <a:pt x="4472" y="5606"/>
                </a:lnTo>
                <a:lnTo>
                  <a:pt x="5413" y="5606"/>
                </a:lnTo>
                <a:lnTo>
                  <a:pt x="5863" y="5628"/>
                </a:lnTo>
                <a:lnTo>
                  <a:pt x="6397" y="5670"/>
                </a:lnTo>
                <a:lnTo>
                  <a:pt x="6932" y="5713"/>
                </a:lnTo>
                <a:lnTo>
                  <a:pt x="7360" y="5692"/>
                </a:lnTo>
                <a:lnTo>
                  <a:pt x="7574" y="5713"/>
                </a:lnTo>
                <a:lnTo>
                  <a:pt x="7681" y="5756"/>
                </a:lnTo>
                <a:lnTo>
                  <a:pt x="7767" y="5799"/>
                </a:lnTo>
                <a:lnTo>
                  <a:pt x="7852" y="5884"/>
                </a:lnTo>
                <a:lnTo>
                  <a:pt x="7981" y="6056"/>
                </a:lnTo>
                <a:lnTo>
                  <a:pt x="8088" y="6291"/>
                </a:lnTo>
                <a:lnTo>
                  <a:pt x="8216" y="6548"/>
                </a:lnTo>
                <a:lnTo>
                  <a:pt x="8323" y="6804"/>
                </a:lnTo>
                <a:lnTo>
                  <a:pt x="8387" y="7018"/>
                </a:lnTo>
                <a:lnTo>
                  <a:pt x="8409" y="7190"/>
                </a:lnTo>
                <a:lnTo>
                  <a:pt x="8387" y="7232"/>
                </a:lnTo>
                <a:lnTo>
                  <a:pt x="8366" y="7254"/>
                </a:lnTo>
                <a:lnTo>
                  <a:pt x="8130" y="7318"/>
                </a:lnTo>
                <a:lnTo>
                  <a:pt x="7874" y="7361"/>
                </a:lnTo>
                <a:lnTo>
                  <a:pt x="7638" y="7382"/>
                </a:lnTo>
                <a:lnTo>
                  <a:pt x="7382" y="7361"/>
                </a:lnTo>
                <a:lnTo>
                  <a:pt x="6890" y="7339"/>
                </a:lnTo>
                <a:lnTo>
                  <a:pt x="6419" y="7275"/>
                </a:lnTo>
                <a:lnTo>
                  <a:pt x="5927" y="7232"/>
                </a:lnTo>
                <a:lnTo>
                  <a:pt x="5435" y="7211"/>
                </a:lnTo>
                <a:lnTo>
                  <a:pt x="4942" y="7190"/>
                </a:lnTo>
                <a:lnTo>
                  <a:pt x="4450" y="7211"/>
                </a:lnTo>
                <a:lnTo>
                  <a:pt x="3916" y="7232"/>
                </a:lnTo>
                <a:lnTo>
                  <a:pt x="3402" y="7254"/>
                </a:lnTo>
                <a:lnTo>
                  <a:pt x="3167" y="7254"/>
                </a:lnTo>
                <a:lnTo>
                  <a:pt x="2953" y="7232"/>
                </a:lnTo>
                <a:lnTo>
                  <a:pt x="2717" y="7211"/>
                </a:lnTo>
                <a:lnTo>
                  <a:pt x="2503" y="7211"/>
                </a:lnTo>
                <a:lnTo>
                  <a:pt x="1626" y="7254"/>
                </a:lnTo>
                <a:lnTo>
                  <a:pt x="1134" y="7275"/>
                </a:lnTo>
                <a:lnTo>
                  <a:pt x="770" y="7275"/>
                </a:lnTo>
                <a:lnTo>
                  <a:pt x="663" y="7232"/>
                </a:lnTo>
                <a:lnTo>
                  <a:pt x="599" y="7190"/>
                </a:lnTo>
                <a:lnTo>
                  <a:pt x="556" y="7147"/>
                </a:lnTo>
                <a:lnTo>
                  <a:pt x="514" y="7083"/>
                </a:lnTo>
                <a:lnTo>
                  <a:pt x="514" y="7018"/>
                </a:lnTo>
                <a:lnTo>
                  <a:pt x="535" y="6847"/>
                </a:lnTo>
                <a:lnTo>
                  <a:pt x="599" y="6655"/>
                </a:lnTo>
                <a:lnTo>
                  <a:pt x="706" y="6484"/>
                </a:lnTo>
                <a:lnTo>
                  <a:pt x="792" y="6291"/>
                </a:lnTo>
                <a:lnTo>
                  <a:pt x="984" y="6034"/>
                </a:lnTo>
                <a:lnTo>
                  <a:pt x="1155" y="5799"/>
                </a:lnTo>
                <a:lnTo>
                  <a:pt x="1241" y="5692"/>
                </a:lnTo>
                <a:lnTo>
                  <a:pt x="1305" y="5649"/>
                </a:lnTo>
                <a:lnTo>
                  <a:pt x="1391" y="5628"/>
                </a:lnTo>
                <a:lnTo>
                  <a:pt x="1626" y="5585"/>
                </a:lnTo>
                <a:lnTo>
                  <a:pt x="2354" y="5585"/>
                </a:lnTo>
                <a:lnTo>
                  <a:pt x="2782" y="5564"/>
                </a:lnTo>
                <a:close/>
                <a:moveTo>
                  <a:pt x="2140" y="5029"/>
                </a:moveTo>
                <a:lnTo>
                  <a:pt x="1883" y="5050"/>
                </a:lnTo>
                <a:lnTo>
                  <a:pt x="1626" y="5093"/>
                </a:lnTo>
                <a:lnTo>
                  <a:pt x="1391" y="5157"/>
                </a:lnTo>
                <a:lnTo>
                  <a:pt x="1262" y="5200"/>
                </a:lnTo>
                <a:lnTo>
                  <a:pt x="1155" y="5264"/>
                </a:lnTo>
                <a:lnTo>
                  <a:pt x="1070" y="5307"/>
                </a:lnTo>
                <a:lnTo>
                  <a:pt x="984" y="5392"/>
                </a:lnTo>
                <a:lnTo>
                  <a:pt x="856" y="5564"/>
                </a:lnTo>
                <a:lnTo>
                  <a:pt x="728" y="5756"/>
                </a:lnTo>
                <a:lnTo>
                  <a:pt x="407" y="6205"/>
                </a:lnTo>
                <a:lnTo>
                  <a:pt x="257" y="6441"/>
                </a:lnTo>
                <a:lnTo>
                  <a:pt x="150" y="6697"/>
                </a:lnTo>
                <a:lnTo>
                  <a:pt x="64" y="6911"/>
                </a:lnTo>
                <a:lnTo>
                  <a:pt x="21" y="7125"/>
                </a:lnTo>
                <a:lnTo>
                  <a:pt x="0" y="7361"/>
                </a:lnTo>
                <a:lnTo>
                  <a:pt x="0" y="7575"/>
                </a:lnTo>
                <a:lnTo>
                  <a:pt x="43" y="7703"/>
                </a:lnTo>
                <a:lnTo>
                  <a:pt x="86" y="7810"/>
                </a:lnTo>
                <a:lnTo>
                  <a:pt x="171" y="7874"/>
                </a:lnTo>
                <a:lnTo>
                  <a:pt x="257" y="7917"/>
                </a:lnTo>
                <a:lnTo>
                  <a:pt x="342" y="7938"/>
                </a:lnTo>
                <a:lnTo>
                  <a:pt x="471" y="7960"/>
                </a:lnTo>
                <a:lnTo>
                  <a:pt x="706" y="8003"/>
                </a:lnTo>
                <a:lnTo>
                  <a:pt x="963" y="8024"/>
                </a:lnTo>
                <a:lnTo>
                  <a:pt x="1220" y="8045"/>
                </a:lnTo>
                <a:lnTo>
                  <a:pt x="1755" y="8024"/>
                </a:lnTo>
                <a:lnTo>
                  <a:pt x="2268" y="8003"/>
                </a:lnTo>
                <a:lnTo>
                  <a:pt x="2525" y="7981"/>
                </a:lnTo>
                <a:lnTo>
                  <a:pt x="2782" y="7981"/>
                </a:lnTo>
                <a:lnTo>
                  <a:pt x="3316" y="8024"/>
                </a:lnTo>
                <a:lnTo>
                  <a:pt x="3573" y="8045"/>
                </a:lnTo>
                <a:lnTo>
                  <a:pt x="3830" y="8045"/>
                </a:lnTo>
                <a:lnTo>
                  <a:pt x="4429" y="8024"/>
                </a:lnTo>
                <a:lnTo>
                  <a:pt x="6248" y="8024"/>
                </a:lnTo>
                <a:lnTo>
                  <a:pt x="6569" y="8045"/>
                </a:lnTo>
                <a:lnTo>
                  <a:pt x="7788" y="8045"/>
                </a:lnTo>
                <a:lnTo>
                  <a:pt x="8130" y="8067"/>
                </a:lnTo>
                <a:lnTo>
                  <a:pt x="8280" y="8045"/>
                </a:lnTo>
                <a:lnTo>
                  <a:pt x="8451" y="8024"/>
                </a:lnTo>
                <a:lnTo>
                  <a:pt x="8580" y="7981"/>
                </a:lnTo>
                <a:lnTo>
                  <a:pt x="8708" y="7896"/>
                </a:lnTo>
                <a:lnTo>
                  <a:pt x="8772" y="7810"/>
                </a:lnTo>
                <a:lnTo>
                  <a:pt x="8837" y="7703"/>
                </a:lnTo>
                <a:lnTo>
                  <a:pt x="8858" y="7575"/>
                </a:lnTo>
                <a:lnTo>
                  <a:pt x="8879" y="7446"/>
                </a:lnTo>
                <a:lnTo>
                  <a:pt x="8901" y="7318"/>
                </a:lnTo>
                <a:lnTo>
                  <a:pt x="8879" y="7190"/>
                </a:lnTo>
                <a:lnTo>
                  <a:pt x="8858" y="7061"/>
                </a:lnTo>
                <a:lnTo>
                  <a:pt x="8837" y="6954"/>
                </a:lnTo>
                <a:lnTo>
                  <a:pt x="8665" y="6505"/>
                </a:lnTo>
                <a:lnTo>
                  <a:pt x="8558" y="6270"/>
                </a:lnTo>
                <a:lnTo>
                  <a:pt x="8451" y="6056"/>
                </a:lnTo>
                <a:lnTo>
                  <a:pt x="8259" y="5692"/>
                </a:lnTo>
                <a:lnTo>
                  <a:pt x="8152" y="5499"/>
                </a:lnTo>
                <a:lnTo>
                  <a:pt x="8088" y="5435"/>
                </a:lnTo>
                <a:lnTo>
                  <a:pt x="8002" y="5371"/>
                </a:lnTo>
                <a:lnTo>
                  <a:pt x="7895" y="5307"/>
                </a:lnTo>
                <a:lnTo>
                  <a:pt x="7767" y="5264"/>
                </a:lnTo>
                <a:lnTo>
                  <a:pt x="7638" y="5264"/>
                </a:lnTo>
                <a:lnTo>
                  <a:pt x="7489" y="5243"/>
                </a:lnTo>
                <a:lnTo>
                  <a:pt x="6954" y="5243"/>
                </a:lnTo>
                <a:lnTo>
                  <a:pt x="6333" y="5221"/>
                </a:lnTo>
                <a:lnTo>
                  <a:pt x="5691" y="5178"/>
                </a:lnTo>
                <a:lnTo>
                  <a:pt x="4557" y="5136"/>
                </a:lnTo>
                <a:lnTo>
                  <a:pt x="3423" y="5071"/>
                </a:lnTo>
                <a:lnTo>
                  <a:pt x="2931" y="5050"/>
                </a:lnTo>
                <a:lnTo>
                  <a:pt x="2396" y="5029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26"/>
          <p:cNvSpPr/>
          <p:nvPr/>
        </p:nvSpPr>
        <p:spPr>
          <a:xfrm>
            <a:off x="7374048" y="3039165"/>
            <a:ext cx="326044" cy="437745"/>
          </a:xfrm>
          <a:custGeom>
            <a:rect b="b" l="l" r="r" t="t"/>
            <a:pathLst>
              <a:path extrusionOk="0" h="8859" w="5308">
                <a:moveTo>
                  <a:pt x="4152" y="942"/>
                </a:moveTo>
                <a:lnTo>
                  <a:pt x="4237" y="964"/>
                </a:lnTo>
                <a:lnTo>
                  <a:pt x="4344" y="985"/>
                </a:lnTo>
                <a:lnTo>
                  <a:pt x="4366" y="1071"/>
                </a:lnTo>
                <a:lnTo>
                  <a:pt x="4387" y="1156"/>
                </a:lnTo>
                <a:lnTo>
                  <a:pt x="4408" y="1242"/>
                </a:lnTo>
                <a:lnTo>
                  <a:pt x="4387" y="1413"/>
                </a:lnTo>
                <a:lnTo>
                  <a:pt x="4387" y="2376"/>
                </a:lnTo>
                <a:lnTo>
                  <a:pt x="4408" y="2804"/>
                </a:lnTo>
                <a:lnTo>
                  <a:pt x="4451" y="3232"/>
                </a:lnTo>
                <a:lnTo>
                  <a:pt x="4494" y="3660"/>
                </a:lnTo>
                <a:lnTo>
                  <a:pt x="4494" y="3874"/>
                </a:lnTo>
                <a:lnTo>
                  <a:pt x="4473" y="4088"/>
                </a:lnTo>
                <a:lnTo>
                  <a:pt x="4430" y="4601"/>
                </a:lnTo>
                <a:lnTo>
                  <a:pt x="4430" y="5136"/>
                </a:lnTo>
                <a:lnTo>
                  <a:pt x="4408" y="5649"/>
                </a:lnTo>
                <a:lnTo>
                  <a:pt x="4387" y="6184"/>
                </a:lnTo>
                <a:lnTo>
                  <a:pt x="4366" y="6291"/>
                </a:lnTo>
                <a:lnTo>
                  <a:pt x="4344" y="6377"/>
                </a:lnTo>
                <a:lnTo>
                  <a:pt x="4280" y="6462"/>
                </a:lnTo>
                <a:lnTo>
                  <a:pt x="4194" y="6527"/>
                </a:lnTo>
                <a:lnTo>
                  <a:pt x="4087" y="6569"/>
                </a:lnTo>
                <a:lnTo>
                  <a:pt x="4002" y="6591"/>
                </a:lnTo>
                <a:lnTo>
                  <a:pt x="3274" y="6591"/>
                </a:lnTo>
                <a:lnTo>
                  <a:pt x="2761" y="6612"/>
                </a:lnTo>
                <a:lnTo>
                  <a:pt x="1884" y="6655"/>
                </a:lnTo>
                <a:lnTo>
                  <a:pt x="1456" y="6698"/>
                </a:lnTo>
                <a:lnTo>
                  <a:pt x="1349" y="6676"/>
                </a:lnTo>
                <a:lnTo>
                  <a:pt x="1242" y="6676"/>
                </a:lnTo>
                <a:lnTo>
                  <a:pt x="1156" y="6655"/>
                </a:lnTo>
                <a:lnTo>
                  <a:pt x="1071" y="6591"/>
                </a:lnTo>
                <a:lnTo>
                  <a:pt x="985" y="6527"/>
                </a:lnTo>
                <a:lnTo>
                  <a:pt x="921" y="6420"/>
                </a:lnTo>
                <a:lnTo>
                  <a:pt x="878" y="6313"/>
                </a:lnTo>
                <a:lnTo>
                  <a:pt x="857" y="6206"/>
                </a:lnTo>
                <a:lnTo>
                  <a:pt x="835" y="5949"/>
                </a:lnTo>
                <a:lnTo>
                  <a:pt x="835" y="5735"/>
                </a:lnTo>
                <a:lnTo>
                  <a:pt x="814" y="5371"/>
                </a:lnTo>
                <a:lnTo>
                  <a:pt x="814" y="5008"/>
                </a:lnTo>
                <a:lnTo>
                  <a:pt x="793" y="4408"/>
                </a:lnTo>
                <a:lnTo>
                  <a:pt x="814" y="3788"/>
                </a:lnTo>
                <a:lnTo>
                  <a:pt x="814" y="3168"/>
                </a:lnTo>
                <a:lnTo>
                  <a:pt x="814" y="2547"/>
                </a:lnTo>
                <a:lnTo>
                  <a:pt x="835" y="2354"/>
                </a:lnTo>
                <a:lnTo>
                  <a:pt x="857" y="2183"/>
                </a:lnTo>
                <a:lnTo>
                  <a:pt x="900" y="2012"/>
                </a:lnTo>
                <a:lnTo>
                  <a:pt x="900" y="1820"/>
                </a:lnTo>
                <a:lnTo>
                  <a:pt x="921" y="1627"/>
                </a:lnTo>
                <a:lnTo>
                  <a:pt x="921" y="1413"/>
                </a:lnTo>
                <a:lnTo>
                  <a:pt x="921" y="1306"/>
                </a:lnTo>
                <a:lnTo>
                  <a:pt x="942" y="1199"/>
                </a:lnTo>
                <a:lnTo>
                  <a:pt x="985" y="1135"/>
                </a:lnTo>
                <a:lnTo>
                  <a:pt x="1006" y="1092"/>
                </a:lnTo>
                <a:lnTo>
                  <a:pt x="1113" y="1049"/>
                </a:lnTo>
                <a:lnTo>
                  <a:pt x="1242" y="1028"/>
                </a:lnTo>
                <a:lnTo>
                  <a:pt x="1370" y="1007"/>
                </a:lnTo>
                <a:lnTo>
                  <a:pt x="1627" y="985"/>
                </a:lnTo>
                <a:lnTo>
                  <a:pt x="2140" y="985"/>
                </a:lnTo>
                <a:lnTo>
                  <a:pt x="2376" y="964"/>
                </a:lnTo>
                <a:lnTo>
                  <a:pt x="3060" y="964"/>
                </a:lnTo>
                <a:lnTo>
                  <a:pt x="3467" y="942"/>
                </a:lnTo>
                <a:close/>
                <a:moveTo>
                  <a:pt x="1220" y="7147"/>
                </a:moveTo>
                <a:lnTo>
                  <a:pt x="1220" y="7169"/>
                </a:lnTo>
                <a:lnTo>
                  <a:pt x="1220" y="7190"/>
                </a:lnTo>
                <a:lnTo>
                  <a:pt x="1220" y="7233"/>
                </a:lnTo>
                <a:lnTo>
                  <a:pt x="1199" y="7211"/>
                </a:lnTo>
                <a:lnTo>
                  <a:pt x="1199" y="7190"/>
                </a:lnTo>
                <a:lnTo>
                  <a:pt x="1220" y="7147"/>
                </a:lnTo>
                <a:close/>
                <a:moveTo>
                  <a:pt x="343" y="7233"/>
                </a:moveTo>
                <a:lnTo>
                  <a:pt x="322" y="7254"/>
                </a:lnTo>
                <a:lnTo>
                  <a:pt x="300" y="7254"/>
                </a:lnTo>
                <a:lnTo>
                  <a:pt x="322" y="7233"/>
                </a:lnTo>
                <a:close/>
                <a:moveTo>
                  <a:pt x="1777" y="7169"/>
                </a:moveTo>
                <a:lnTo>
                  <a:pt x="1905" y="7190"/>
                </a:lnTo>
                <a:lnTo>
                  <a:pt x="1862" y="7233"/>
                </a:lnTo>
                <a:lnTo>
                  <a:pt x="1798" y="7254"/>
                </a:lnTo>
                <a:lnTo>
                  <a:pt x="1691" y="7275"/>
                </a:lnTo>
                <a:lnTo>
                  <a:pt x="1477" y="7340"/>
                </a:lnTo>
                <a:lnTo>
                  <a:pt x="1499" y="7275"/>
                </a:lnTo>
                <a:lnTo>
                  <a:pt x="1520" y="7233"/>
                </a:lnTo>
                <a:lnTo>
                  <a:pt x="1563" y="7190"/>
                </a:lnTo>
                <a:lnTo>
                  <a:pt x="1627" y="7169"/>
                </a:lnTo>
                <a:close/>
                <a:moveTo>
                  <a:pt x="4430" y="7297"/>
                </a:moveTo>
                <a:lnTo>
                  <a:pt x="4451" y="7318"/>
                </a:lnTo>
                <a:lnTo>
                  <a:pt x="4473" y="7340"/>
                </a:lnTo>
                <a:lnTo>
                  <a:pt x="4451" y="7382"/>
                </a:lnTo>
                <a:lnTo>
                  <a:pt x="4408" y="7382"/>
                </a:lnTo>
                <a:lnTo>
                  <a:pt x="4430" y="7297"/>
                </a:lnTo>
                <a:close/>
                <a:moveTo>
                  <a:pt x="1820" y="7425"/>
                </a:moveTo>
                <a:lnTo>
                  <a:pt x="1798" y="7447"/>
                </a:lnTo>
                <a:lnTo>
                  <a:pt x="1755" y="7447"/>
                </a:lnTo>
                <a:lnTo>
                  <a:pt x="1777" y="7425"/>
                </a:lnTo>
                <a:close/>
                <a:moveTo>
                  <a:pt x="258" y="7318"/>
                </a:moveTo>
                <a:lnTo>
                  <a:pt x="279" y="7404"/>
                </a:lnTo>
                <a:lnTo>
                  <a:pt x="279" y="7489"/>
                </a:lnTo>
                <a:lnTo>
                  <a:pt x="279" y="7596"/>
                </a:lnTo>
                <a:lnTo>
                  <a:pt x="279" y="7703"/>
                </a:lnTo>
                <a:lnTo>
                  <a:pt x="236" y="7682"/>
                </a:lnTo>
                <a:lnTo>
                  <a:pt x="193" y="7639"/>
                </a:lnTo>
                <a:lnTo>
                  <a:pt x="193" y="7596"/>
                </a:lnTo>
                <a:lnTo>
                  <a:pt x="193" y="7532"/>
                </a:lnTo>
                <a:lnTo>
                  <a:pt x="215" y="7425"/>
                </a:lnTo>
                <a:lnTo>
                  <a:pt x="258" y="7318"/>
                </a:lnTo>
                <a:close/>
                <a:moveTo>
                  <a:pt x="1541" y="7425"/>
                </a:moveTo>
                <a:lnTo>
                  <a:pt x="1499" y="7511"/>
                </a:lnTo>
                <a:lnTo>
                  <a:pt x="1434" y="7575"/>
                </a:lnTo>
                <a:lnTo>
                  <a:pt x="1392" y="7639"/>
                </a:lnTo>
                <a:lnTo>
                  <a:pt x="1370" y="7725"/>
                </a:lnTo>
                <a:lnTo>
                  <a:pt x="1349" y="7682"/>
                </a:lnTo>
                <a:lnTo>
                  <a:pt x="1349" y="7639"/>
                </a:lnTo>
                <a:lnTo>
                  <a:pt x="1392" y="7532"/>
                </a:lnTo>
                <a:lnTo>
                  <a:pt x="1456" y="7447"/>
                </a:lnTo>
                <a:lnTo>
                  <a:pt x="1499" y="7425"/>
                </a:lnTo>
                <a:close/>
                <a:moveTo>
                  <a:pt x="4002" y="7447"/>
                </a:moveTo>
                <a:lnTo>
                  <a:pt x="4066" y="7468"/>
                </a:lnTo>
                <a:lnTo>
                  <a:pt x="4045" y="7575"/>
                </a:lnTo>
                <a:lnTo>
                  <a:pt x="4002" y="7661"/>
                </a:lnTo>
                <a:lnTo>
                  <a:pt x="3959" y="7725"/>
                </a:lnTo>
                <a:lnTo>
                  <a:pt x="3916" y="7746"/>
                </a:lnTo>
                <a:lnTo>
                  <a:pt x="3852" y="7746"/>
                </a:lnTo>
                <a:lnTo>
                  <a:pt x="3852" y="7639"/>
                </a:lnTo>
                <a:lnTo>
                  <a:pt x="3874" y="7532"/>
                </a:lnTo>
                <a:lnTo>
                  <a:pt x="3916" y="7489"/>
                </a:lnTo>
                <a:lnTo>
                  <a:pt x="3959" y="7468"/>
                </a:lnTo>
                <a:lnTo>
                  <a:pt x="4002" y="7447"/>
                </a:lnTo>
                <a:close/>
                <a:moveTo>
                  <a:pt x="386" y="7746"/>
                </a:moveTo>
                <a:lnTo>
                  <a:pt x="429" y="7768"/>
                </a:lnTo>
                <a:lnTo>
                  <a:pt x="407" y="7789"/>
                </a:lnTo>
                <a:lnTo>
                  <a:pt x="386" y="7789"/>
                </a:lnTo>
                <a:lnTo>
                  <a:pt x="343" y="7746"/>
                </a:lnTo>
                <a:close/>
                <a:moveTo>
                  <a:pt x="1755" y="8024"/>
                </a:moveTo>
                <a:lnTo>
                  <a:pt x="1798" y="8046"/>
                </a:lnTo>
                <a:lnTo>
                  <a:pt x="1820" y="8089"/>
                </a:lnTo>
                <a:lnTo>
                  <a:pt x="1841" y="8110"/>
                </a:lnTo>
                <a:lnTo>
                  <a:pt x="1820" y="8153"/>
                </a:lnTo>
                <a:lnTo>
                  <a:pt x="1755" y="8217"/>
                </a:lnTo>
                <a:lnTo>
                  <a:pt x="1713" y="8238"/>
                </a:lnTo>
                <a:lnTo>
                  <a:pt x="1670" y="8260"/>
                </a:lnTo>
                <a:lnTo>
                  <a:pt x="1627" y="8174"/>
                </a:lnTo>
                <a:lnTo>
                  <a:pt x="1627" y="8110"/>
                </a:lnTo>
                <a:lnTo>
                  <a:pt x="1648" y="8067"/>
                </a:lnTo>
                <a:lnTo>
                  <a:pt x="1670" y="8046"/>
                </a:lnTo>
                <a:lnTo>
                  <a:pt x="1691" y="8024"/>
                </a:lnTo>
                <a:close/>
                <a:moveTo>
                  <a:pt x="2675" y="7233"/>
                </a:moveTo>
                <a:lnTo>
                  <a:pt x="2782" y="7254"/>
                </a:lnTo>
                <a:lnTo>
                  <a:pt x="2868" y="7318"/>
                </a:lnTo>
                <a:lnTo>
                  <a:pt x="2932" y="7404"/>
                </a:lnTo>
                <a:lnTo>
                  <a:pt x="2996" y="7511"/>
                </a:lnTo>
                <a:lnTo>
                  <a:pt x="3039" y="7639"/>
                </a:lnTo>
                <a:lnTo>
                  <a:pt x="3060" y="7746"/>
                </a:lnTo>
                <a:lnTo>
                  <a:pt x="3060" y="7875"/>
                </a:lnTo>
                <a:lnTo>
                  <a:pt x="3039" y="8003"/>
                </a:lnTo>
                <a:lnTo>
                  <a:pt x="2975" y="8089"/>
                </a:lnTo>
                <a:lnTo>
                  <a:pt x="2889" y="8174"/>
                </a:lnTo>
                <a:lnTo>
                  <a:pt x="2782" y="8217"/>
                </a:lnTo>
                <a:lnTo>
                  <a:pt x="2675" y="8238"/>
                </a:lnTo>
                <a:lnTo>
                  <a:pt x="2568" y="8260"/>
                </a:lnTo>
                <a:lnTo>
                  <a:pt x="2333" y="8260"/>
                </a:lnTo>
                <a:lnTo>
                  <a:pt x="2183" y="8131"/>
                </a:lnTo>
                <a:lnTo>
                  <a:pt x="2076" y="8024"/>
                </a:lnTo>
                <a:lnTo>
                  <a:pt x="2033" y="7960"/>
                </a:lnTo>
                <a:lnTo>
                  <a:pt x="2012" y="7875"/>
                </a:lnTo>
                <a:lnTo>
                  <a:pt x="2012" y="7789"/>
                </a:lnTo>
                <a:lnTo>
                  <a:pt x="2012" y="7682"/>
                </a:lnTo>
                <a:lnTo>
                  <a:pt x="2033" y="7596"/>
                </a:lnTo>
                <a:lnTo>
                  <a:pt x="2076" y="7511"/>
                </a:lnTo>
                <a:lnTo>
                  <a:pt x="2119" y="7425"/>
                </a:lnTo>
                <a:lnTo>
                  <a:pt x="2183" y="7382"/>
                </a:lnTo>
                <a:lnTo>
                  <a:pt x="2269" y="7340"/>
                </a:lnTo>
                <a:lnTo>
                  <a:pt x="2354" y="7297"/>
                </a:lnTo>
                <a:lnTo>
                  <a:pt x="2547" y="7233"/>
                </a:lnTo>
                <a:close/>
                <a:moveTo>
                  <a:pt x="835" y="8345"/>
                </a:moveTo>
                <a:lnTo>
                  <a:pt x="857" y="8367"/>
                </a:lnTo>
                <a:lnTo>
                  <a:pt x="857" y="8388"/>
                </a:lnTo>
                <a:lnTo>
                  <a:pt x="814" y="8474"/>
                </a:lnTo>
                <a:lnTo>
                  <a:pt x="793" y="8474"/>
                </a:lnTo>
                <a:lnTo>
                  <a:pt x="750" y="8452"/>
                </a:lnTo>
                <a:lnTo>
                  <a:pt x="728" y="8452"/>
                </a:lnTo>
                <a:lnTo>
                  <a:pt x="728" y="8409"/>
                </a:lnTo>
                <a:lnTo>
                  <a:pt x="728" y="8388"/>
                </a:lnTo>
                <a:lnTo>
                  <a:pt x="750" y="8345"/>
                </a:lnTo>
                <a:close/>
                <a:moveTo>
                  <a:pt x="2012" y="1"/>
                </a:moveTo>
                <a:lnTo>
                  <a:pt x="1413" y="44"/>
                </a:lnTo>
                <a:lnTo>
                  <a:pt x="1092" y="44"/>
                </a:lnTo>
                <a:lnTo>
                  <a:pt x="793" y="87"/>
                </a:lnTo>
                <a:lnTo>
                  <a:pt x="664" y="108"/>
                </a:lnTo>
                <a:lnTo>
                  <a:pt x="514" y="172"/>
                </a:lnTo>
                <a:lnTo>
                  <a:pt x="407" y="258"/>
                </a:lnTo>
                <a:lnTo>
                  <a:pt x="279" y="386"/>
                </a:lnTo>
                <a:lnTo>
                  <a:pt x="193" y="536"/>
                </a:lnTo>
                <a:lnTo>
                  <a:pt x="129" y="707"/>
                </a:lnTo>
                <a:lnTo>
                  <a:pt x="86" y="878"/>
                </a:lnTo>
                <a:lnTo>
                  <a:pt x="65" y="1049"/>
                </a:lnTo>
                <a:lnTo>
                  <a:pt x="44" y="1413"/>
                </a:lnTo>
                <a:lnTo>
                  <a:pt x="44" y="1777"/>
                </a:lnTo>
                <a:lnTo>
                  <a:pt x="1" y="2633"/>
                </a:lnTo>
                <a:lnTo>
                  <a:pt x="1" y="3488"/>
                </a:lnTo>
                <a:lnTo>
                  <a:pt x="22" y="4323"/>
                </a:lnTo>
                <a:lnTo>
                  <a:pt x="65" y="5179"/>
                </a:lnTo>
                <a:lnTo>
                  <a:pt x="22" y="5542"/>
                </a:lnTo>
                <a:lnTo>
                  <a:pt x="22" y="5928"/>
                </a:lnTo>
                <a:lnTo>
                  <a:pt x="22" y="6676"/>
                </a:lnTo>
                <a:lnTo>
                  <a:pt x="22" y="7361"/>
                </a:lnTo>
                <a:lnTo>
                  <a:pt x="44" y="7703"/>
                </a:lnTo>
                <a:lnTo>
                  <a:pt x="65" y="7875"/>
                </a:lnTo>
                <a:lnTo>
                  <a:pt x="108" y="8024"/>
                </a:lnTo>
                <a:lnTo>
                  <a:pt x="172" y="8174"/>
                </a:lnTo>
                <a:lnTo>
                  <a:pt x="236" y="8281"/>
                </a:lnTo>
                <a:lnTo>
                  <a:pt x="322" y="8388"/>
                </a:lnTo>
                <a:lnTo>
                  <a:pt x="429" y="8495"/>
                </a:lnTo>
                <a:lnTo>
                  <a:pt x="557" y="8559"/>
                </a:lnTo>
                <a:lnTo>
                  <a:pt x="664" y="8623"/>
                </a:lnTo>
                <a:lnTo>
                  <a:pt x="942" y="8709"/>
                </a:lnTo>
                <a:lnTo>
                  <a:pt x="1242" y="8773"/>
                </a:lnTo>
                <a:lnTo>
                  <a:pt x="1541" y="8816"/>
                </a:lnTo>
                <a:lnTo>
                  <a:pt x="2098" y="8837"/>
                </a:lnTo>
                <a:lnTo>
                  <a:pt x="2440" y="8859"/>
                </a:lnTo>
                <a:lnTo>
                  <a:pt x="2782" y="8859"/>
                </a:lnTo>
                <a:lnTo>
                  <a:pt x="3446" y="8816"/>
                </a:lnTo>
                <a:lnTo>
                  <a:pt x="3874" y="8816"/>
                </a:lnTo>
                <a:lnTo>
                  <a:pt x="4002" y="8795"/>
                </a:lnTo>
                <a:lnTo>
                  <a:pt x="4087" y="8773"/>
                </a:lnTo>
                <a:lnTo>
                  <a:pt x="4152" y="8730"/>
                </a:lnTo>
                <a:lnTo>
                  <a:pt x="4280" y="8645"/>
                </a:lnTo>
                <a:lnTo>
                  <a:pt x="4387" y="8623"/>
                </a:lnTo>
                <a:lnTo>
                  <a:pt x="4473" y="8581"/>
                </a:lnTo>
                <a:lnTo>
                  <a:pt x="4580" y="8559"/>
                </a:lnTo>
                <a:lnTo>
                  <a:pt x="4665" y="8516"/>
                </a:lnTo>
                <a:lnTo>
                  <a:pt x="4751" y="8452"/>
                </a:lnTo>
                <a:lnTo>
                  <a:pt x="4836" y="8345"/>
                </a:lnTo>
                <a:lnTo>
                  <a:pt x="5008" y="8153"/>
                </a:lnTo>
                <a:lnTo>
                  <a:pt x="5072" y="8024"/>
                </a:lnTo>
                <a:lnTo>
                  <a:pt x="5136" y="7875"/>
                </a:lnTo>
                <a:lnTo>
                  <a:pt x="5157" y="7725"/>
                </a:lnTo>
                <a:lnTo>
                  <a:pt x="5179" y="7532"/>
                </a:lnTo>
                <a:lnTo>
                  <a:pt x="5179" y="7190"/>
                </a:lnTo>
                <a:lnTo>
                  <a:pt x="5179" y="6869"/>
                </a:lnTo>
                <a:lnTo>
                  <a:pt x="5221" y="5435"/>
                </a:lnTo>
                <a:lnTo>
                  <a:pt x="5286" y="4002"/>
                </a:lnTo>
                <a:lnTo>
                  <a:pt x="5307" y="3660"/>
                </a:lnTo>
                <a:lnTo>
                  <a:pt x="5286" y="3296"/>
                </a:lnTo>
                <a:lnTo>
                  <a:pt x="5264" y="2590"/>
                </a:lnTo>
                <a:lnTo>
                  <a:pt x="5243" y="1905"/>
                </a:lnTo>
                <a:lnTo>
                  <a:pt x="5264" y="1541"/>
                </a:lnTo>
                <a:lnTo>
                  <a:pt x="5286" y="1199"/>
                </a:lnTo>
                <a:lnTo>
                  <a:pt x="5286" y="1071"/>
                </a:lnTo>
                <a:lnTo>
                  <a:pt x="5286" y="942"/>
                </a:lnTo>
                <a:lnTo>
                  <a:pt x="5264" y="793"/>
                </a:lnTo>
                <a:lnTo>
                  <a:pt x="5221" y="686"/>
                </a:lnTo>
                <a:lnTo>
                  <a:pt x="5157" y="557"/>
                </a:lnTo>
                <a:lnTo>
                  <a:pt x="5093" y="450"/>
                </a:lnTo>
                <a:lnTo>
                  <a:pt x="5008" y="343"/>
                </a:lnTo>
                <a:lnTo>
                  <a:pt x="4922" y="236"/>
                </a:lnTo>
                <a:lnTo>
                  <a:pt x="4794" y="151"/>
                </a:lnTo>
                <a:lnTo>
                  <a:pt x="4644" y="108"/>
                </a:lnTo>
                <a:lnTo>
                  <a:pt x="4494" y="65"/>
                </a:lnTo>
                <a:lnTo>
                  <a:pt x="3745" y="65"/>
                </a:lnTo>
                <a:lnTo>
                  <a:pt x="3167" y="22"/>
                </a:lnTo>
                <a:lnTo>
                  <a:pt x="2590" y="1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26"/>
          <p:cNvSpPr/>
          <p:nvPr/>
        </p:nvSpPr>
        <p:spPr>
          <a:xfrm>
            <a:off x="6841380" y="3599653"/>
            <a:ext cx="273614" cy="275289"/>
          </a:xfrm>
          <a:custGeom>
            <a:rect b="b" l="l" r="r" t="t"/>
            <a:pathLst>
              <a:path extrusionOk="0" h="15938" w="15841">
                <a:moveTo>
                  <a:pt x="4502" y="7470"/>
                </a:moveTo>
                <a:lnTo>
                  <a:pt x="4575" y="7495"/>
                </a:lnTo>
                <a:lnTo>
                  <a:pt x="4648" y="7543"/>
                </a:lnTo>
                <a:lnTo>
                  <a:pt x="4696" y="7616"/>
                </a:lnTo>
                <a:lnTo>
                  <a:pt x="4721" y="7714"/>
                </a:lnTo>
                <a:lnTo>
                  <a:pt x="4721" y="7787"/>
                </a:lnTo>
                <a:lnTo>
                  <a:pt x="4696" y="7908"/>
                </a:lnTo>
                <a:lnTo>
                  <a:pt x="4623" y="7981"/>
                </a:lnTo>
                <a:lnTo>
                  <a:pt x="4550" y="8054"/>
                </a:lnTo>
                <a:lnTo>
                  <a:pt x="4429" y="8079"/>
                </a:lnTo>
                <a:lnTo>
                  <a:pt x="4307" y="8054"/>
                </a:lnTo>
                <a:lnTo>
                  <a:pt x="4234" y="7981"/>
                </a:lnTo>
                <a:lnTo>
                  <a:pt x="4161" y="7908"/>
                </a:lnTo>
                <a:lnTo>
                  <a:pt x="4137" y="7787"/>
                </a:lnTo>
                <a:lnTo>
                  <a:pt x="4161" y="7665"/>
                </a:lnTo>
                <a:lnTo>
                  <a:pt x="4234" y="7543"/>
                </a:lnTo>
                <a:lnTo>
                  <a:pt x="4307" y="7495"/>
                </a:lnTo>
                <a:lnTo>
                  <a:pt x="4404" y="7470"/>
                </a:lnTo>
                <a:close/>
                <a:moveTo>
                  <a:pt x="10877" y="7470"/>
                </a:moveTo>
                <a:lnTo>
                  <a:pt x="10950" y="7495"/>
                </a:lnTo>
                <a:lnTo>
                  <a:pt x="11023" y="7543"/>
                </a:lnTo>
                <a:lnTo>
                  <a:pt x="11071" y="7616"/>
                </a:lnTo>
                <a:lnTo>
                  <a:pt x="11096" y="7714"/>
                </a:lnTo>
                <a:lnTo>
                  <a:pt x="11096" y="7787"/>
                </a:lnTo>
                <a:lnTo>
                  <a:pt x="11071" y="7908"/>
                </a:lnTo>
                <a:lnTo>
                  <a:pt x="10998" y="7981"/>
                </a:lnTo>
                <a:lnTo>
                  <a:pt x="10926" y="8054"/>
                </a:lnTo>
                <a:lnTo>
                  <a:pt x="10804" y="8079"/>
                </a:lnTo>
                <a:lnTo>
                  <a:pt x="10682" y="8054"/>
                </a:lnTo>
                <a:lnTo>
                  <a:pt x="10609" y="7981"/>
                </a:lnTo>
                <a:lnTo>
                  <a:pt x="10536" y="7908"/>
                </a:lnTo>
                <a:lnTo>
                  <a:pt x="10512" y="7787"/>
                </a:lnTo>
                <a:lnTo>
                  <a:pt x="10536" y="7665"/>
                </a:lnTo>
                <a:lnTo>
                  <a:pt x="10609" y="7543"/>
                </a:lnTo>
                <a:lnTo>
                  <a:pt x="10682" y="7495"/>
                </a:lnTo>
                <a:lnTo>
                  <a:pt x="10780" y="7470"/>
                </a:lnTo>
                <a:close/>
                <a:moveTo>
                  <a:pt x="4477" y="7081"/>
                </a:moveTo>
                <a:lnTo>
                  <a:pt x="4307" y="7105"/>
                </a:lnTo>
                <a:lnTo>
                  <a:pt x="4137" y="7178"/>
                </a:lnTo>
                <a:lnTo>
                  <a:pt x="4015" y="7300"/>
                </a:lnTo>
                <a:lnTo>
                  <a:pt x="3893" y="7446"/>
                </a:lnTo>
                <a:lnTo>
                  <a:pt x="3820" y="7568"/>
                </a:lnTo>
                <a:lnTo>
                  <a:pt x="3772" y="7714"/>
                </a:lnTo>
                <a:lnTo>
                  <a:pt x="3723" y="7835"/>
                </a:lnTo>
                <a:lnTo>
                  <a:pt x="3723" y="7981"/>
                </a:lnTo>
                <a:lnTo>
                  <a:pt x="3674" y="8225"/>
                </a:lnTo>
                <a:lnTo>
                  <a:pt x="3674" y="8395"/>
                </a:lnTo>
                <a:lnTo>
                  <a:pt x="3723" y="8565"/>
                </a:lnTo>
                <a:lnTo>
                  <a:pt x="3772" y="8711"/>
                </a:lnTo>
                <a:lnTo>
                  <a:pt x="3869" y="8833"/>
                </a:lnTo>
                <a:lnTo>
                  <a:pt x="3966" y="8955"/>
                </a:lnTo>
                <a:lnTo>
                  <a:pt x="4088" y="9028"/>
                </a:lnTo>
                <a:lnTo>
                  <a:pt x="4234" y="9101"/>
                </a:lnTo>
                <a:lnTo>
                  <a:pt x="4404" y="9149"/>
                </a:lnTo>
                <a:lnTo>
                  <a:pt x="4599" y="9174"/>
                </a:lnTo>
                <a:lnTo>
                  <a:pt x="4769" y="9149"/>
                </a:lnTo>
                <a:lnTo>
                  <a:pt x="4940" y="9101"/>
                </a:lnTo>
                <a:lnTo>
                  <a:pt x="5086" y="9028"/>
                </a:lnTo>
                <a:lnTo>
                  <a:pt x="5207" y="8930"/>
                </a:lnTo>
                <a:lnTo>
                  <a:pt x="5329" y="8809"/>
                </a:lnTo>
                <a:lnTo>
                  <a:pt x="5426" y="8663"/>
                </a:lnTo>
                <a:lnTo>
                  <a:pt x="5499" y="8517"/>
                </a:lnTo>
                <a:lnTo>
                  <a:pt x="5548" y="8346"/>
                </a:lnTo>
                <a:lnTo>
                  <a:pt x="5572" y="8176"/>
                </a:lnTo>
                <a:lnTo>
                  <a:pt x="5548" y="8006"/>
                </a:lnTo>
                <a:lnTo>
                  <a:pt x="5524" y="7835"/>
                </a:lnTo>
                <a:lnTo>
                  <a:pt x="5475" y="7689"/>
                </a:lnTo>
                <a:lnTo>
                  <a:pt x="5402" y="7519"/>
                </a:lnTo>
                <a:lnTo>
                  <a:pt x="5280" y="7397"/>
                </a:lnTo>
                <a:lnTo>
                  <a:pt x="5134" y="7251"/>
                </a:lnTo>
                <a:lnTo>
                  <a:pt x="4988" y="7154"/>
                </a:lnTo>
                <a:lnTo>
                  <a:pt x="4818" y="7105"/>
                </a:lnTo>
                <a:lnTo>
                  <a:pt x="4648" y="7081"/>
                </a:lnTo>
                <a:close/>
                <a:moveTo>
                  <a:pt x="10853" y="7081"/>
                </a:moveTo>
                <a:lnTo>
                  <a:pt x="10682" y="7105"/>
                </a:lnTo>
                <a:lnTo>
                  <a:pt x="10512" y="7178"/>
                </a:lnTo>
                <a:lnTo>
                  <a:pt x="10390" y="7300"/>
                </a:lnTo>
                <a:lnTo>
                  <a:pt x="10269" y="7446"/>
                </a:lnTo>
                <a:lnTo>
                  <a:pt x="10196" y="7568"/>
                </a:lnTo>
                <a:lnTo>
                  <a:pt x="10147" y="7714"/>
                </a:lnTo>
                <a:lnTo>
                  <a:pt x="10098" y="7835"/>
                </a:lnTo>
                <a:lnTo>
                  <a:pt x="10098" y="7981"/>
                </a:lnTo>
                <a:lnTo>
                  <a:pt x="10050" y="8225"/>
                </a:lnTo>
                <a:lnTo>
                  <a:pt x="10050" y="8395"/>
                </a:lnTo>
                <a:lnTo>
                  <a:pt x="10098" y="8565"/>
                </a:lnTo>
                <a:lnTo>
                  <a:pt x="10147" y="8711"/>
                </a:lnTo>
                <a:lnTo>
                  <a:pt x="10244" y="8833"/>
                </a:lnTo>
                <a:lnTo>
                  <a:pt x="10342" y="8955"/>
                </a:lnTo>
                <a:lnTo>
                  <a:pt x="10463" y="9028"/>
                </a:lnTo>
                <a:lnTo>
                  <a:pt x="10609" y="9101"/>
                </a:lnTo>
                <a:lnTo>
                  <a:pt x="10780" y="9149"/>
                </a:lnTo>
                <a:lnTo>
                  <a:pt x="10974" y="9174"/>
                </a:lnTo>
                <a:lnTo>
                  <a:pt x="11144" y="9149"/>
                </a:lnTo>
                <a:lnTo>
                  <a:pt x="11315" y="9101"/>
                </a:lnTo>
                <a:lnTo>
                  <a:pt x="11461" y="9028"/>
                </a:lnTo>
                <a:lnTo>
                  <a:pt x="11582" y="8930"/>
                </a:lnTo>
                <a:lnTo>
                  <a:pt x="11704" y="8809"/>
                </a:lnTo>
                <a:lnTo>
                  <a:pt x="11801" y="8663"/>
                </a:lnTo>
                <a:lnTo>
                  <a:pt x="11874" y="8517"/>
                </a:lnTo>
                <a:lnTo>
                  <a:pt x="11923" y="8346"/>
                </a:lnTo>
                <a:lnTo>
                  <a:pt x="11947" y="8176"/>
                </a:lnTo>
                <a:lnTo>
                  <a:pt x="11923" y="8006"/>
                </a:lnTo>
                <a:lnTo>
                  <a:pt x="11899" y="7835"/>
                </a:lnTo>
                <a:lnTo>
                  <a:pt x="11850" y="7689"/>
                </a:lnTo>
                <a:lnTo>
                  <a:pt x="11777" y="7519"/>
                </a:lnTo>
                <a:lnTo>
                  <a:pt x="11655" y="7397"/>
                </a:lnTo>
                <a:lnTo>
                  <a:pt x="11509" y="7251"/>
                </a:lnTo>
                <a:lnTo>
                  <a:pt x="11363" y="7154"/>
                </a:lnTo>
                <a:lnTo>
                  <a:pt x="11193" y="7105"/>
                </a:lnTo>
                <a:lnTo>
                  <a:pt x="11023" y="7081"/>
                </a:lnTo>
                <a:close/>
                <a:moveTo>
                  <a:pt x="7787" y="10244"/>
                </a:moveTo>
                <a:lnTo>
                  <a:pt x="7470" y="10268"/>
                </a:lnTo>
                <a:lnTo>
                  <a:pt x="7154" y="10293"/>
                </a:lnTo>
                <a:lnTo>
                  <a:pt x="6643" y="10390"/>
                </a:lnTo>
                <a:lnTo>
                  <a:pt x="6132" y="10536"/>
                </a:lnTo>
                <a:lnTo>
                  <a:pt x="5645" y="10731"/>
                </a:lnTo>
                <a:lnTo>
                  <a:pt x="5159" y="10950"/>
                </a:lnTo>
                <a:lnTo>
                  <a:pt x="4745" y="11144"/>
                </a:lnTo>
                <a:lnTo>
                  <a:pt x="4502" y="11266"/>
                </a:lnTo>
                <a:lnTo>
                  <a:pt x="4283" y="11388"/>
                </a:lnTo>
                <a:lnTo>
                  <a:pt x="4088" y="11534"/>
                </a:lnTo>
                <a:lnTo>
                  <a:pt x="3918" y="11704"/>
                </a:lnTo>
                <a:lnTo>
                  <a:pt x="3772" y="11899"/>
                </a:lnTo>
                <a:lnTo>
                  <a:pt x="3723" y="11996"/>
                </a:lnTo>
                <a:lnTo>
                  <a:pt x="3699" y="12118"/>
                </a:lnTo>
                <a:lnTo>
                  <a:pt x="3699" y="12166"/>
                </a:lnTo>
                <a:lnTo>
                  <a:pt x="3699" y="12239"/>
                </a:lnTo>
                <a:lnTo>
                  <a:pt x="3747" y="12288"/>
                </a:lnTo>
                <a:lnTo>
                  <a:pt x="3796" y="12312"/>
                </a:lnTo>
                <a:lnTo>
                  <a:pt x="3918" y="12312"/>
                </a:lnTo>
                <a:lnTo>
                  <a:pt x="3966" y="12288"/>
                </a:lnTo>
                <a:lnTo>
                  <a:pt x="4015" y="12239"/>
                </a:lnTo>
                <a:lnTo>
                  <a:pt x="4161" y="12093"/>
                </a:lnTo>
                <a:lnTo>
                  <a:pt x="4307" y="11947"/>
                </a:lnTo>
                <a:lnTo>
                  <a:pt x="4502" y="11826"/>
                </a:lnTo>
                <a:lnTo>
                  <a:pt x="4721" y="11704"/>
                </a:lnTo>
                <a:lnTo>
                  <a:pt x="5134" y="11509"/>
                </a:lnTo>
                <a:lnTo>
                  <a:pt x="5524" y="11339"/>
                </a:lnTo>
                <a:lnTo>
                  <a:pt x="5937" y="11169"/>
                </a:lnTo>
                <a:lnTo>
                  <a:pt x="6375" y="11023"/>
                </a:lnTo>
                <a:lnTo>
                  <a:pt x="6813" y="10901"/>
                </a:lnTo>
                <a:lnTo>
                  <a:pt x="7032" y="10852"/>
                </a:lnTo>
                <a:lnTo>
                  <a:pt x="7276" y="10828"/>
                </a:lnTo>
                <a:lnTo>
                  <a:pt x="7835" y="10804"/>
                </a:lnTo>
                <a:lnTo>
                  <a:pt x="8419" y="10828"/>
                </a:lnTo>
                <a:lnTo>
                  <a:pt x="9003" y="10901"/>
                </a:lnTo>
                <a:lnTo>
                  <a:pt x="9295" y="10950"/>
                </a:lnTo>
                <a:lnTo>
                  <a:pt x="9587" y="11023"/>
                </a:lnTo>
                <a:lnTo>
                  <a:pt x="9879" y="11120"/>
                </a:lnTo>
                <a:lnTo>
                  <a:pt x="10147" y="11242"/>
                </a:lnTo>
                <a:lnTo>
                  <a:pt x="10415" y="11363"/>
                </a:lnTo>
                <a:lnTo>
                  <a:pt x="10658" y="11509"/>
                </a:lnTo>
                <a:lnTo>
                  <a:pt x="10901" y="11655"/>
                </a:lnTo>
                <a:lnTo>
                  <a:pt x="11120" y="11850"/>
                </a:lnTo>
                <a:lnTo>
                  <a:pt x="11315" y="12045"/>
                </a:lnTo>
                <a:lnTo>
                  <a:pt x="11485" y="12288"/>
                </a:lnTo>
                <a:lnTo>
                  <a:pt x="11582" y="12361"/>
                </a:lnTo>
                <a:lnTo>
                  <a:pt x="11680" y="12410"/>
                </a:lnTo>
                <a:lnTo>
                  <a:pt x="11777" y="12410"/>
                </a:lnTo>
                <a:lnTo>
                  <a:pt x="11874" y="12361"/>
                </a:lnTo>
                <a:lnTo>
                  <a:pt x="11947" y="12288"/>
                </a:lnTo>
                <a:lnTo>
                  <a:pt x="11996" y="12215"/>
                </a:lnTo>
                <a:lnTo>
                  <a:pt x="12020" y="12118"/>
                </a:lnTo>
                <a:lnTo>
                  <a:pt x="11972" y="12020"/>
                </a:lnTo>
                <a:lnTo>
                  <a:pt x="11753" y="11753"/>
                </a:lnTo>
                <a:lnTo>
                  <a:pt x="11534" y="11509"/>
                </a:lnTo>
                <a:lnTo>
                  <a:pt x="11290" y="11290"/>
                </a:lnTo>
                <a:lnTo>
                  <a:pt x="11023" y="11096"/>
                </a:lnTo>
                <a:lnTo>
                  <a:pt x="10731" y="10925"/>
                </a:lnTo>
                <a:lnTo>
                  <a:pt x="10439" y="10779"/>
                </a:lnTo>
                <a:lnTo>
                  <a:pt x="10123" y="10633"/>
                </a:lnTo>
                <a:lnTo>
                  <a:pt x="9806" y="10536"/>
                </a:lnTo>
                <a:lnTo>
                  <a:pt x="9466" y="10439"/>
                </a:lnTo>
                <a:lnTo>
                  <a:pt x="9149" y="10366"/>
                </a:lnTo>
                <a:lnTo>
                  <a:pt x="8809" y="10317"/>
                </a:lnTo>
                <a:lnTo>
                  <a:pt x="8468" y="10268"/>
                </a:lnTo>
                <a:lnTo>
                  <a:pt x="8127" y="10244"/>
                </a:lnTo>
                <a:close/>
                <a:moveTo>
                  <a:pt x="8517" y="682"/>
                </a:moveTo>
                <a:lnTo>
                  <a:pt x="8663" y="706"/>
                </a:lnTo>
                <a:lnTo>
                  <a:pt x="9125" y="755"/>
                </a:lnTo>
                <a:lnTo>
                  <a:pt x="9563" y="803"/>
                </a:lnTo>
                <a:lnTo>
                  <a:pt x="10001" y="901"/>
                </a:lnTo>
                <a:lnTo>
                  <a:pt x="10439" y="1022"/>
                </a:lnTo>
                <a:lnTo>
                  <a:pt x="10780" y="1120"/>
                </a:lnTo>
                <a:lnTo>
                  <a:pt x="11120" y="1241"/>
                </a:lnTo>
                <a:lnTo>
                  <a:pt x="11461" y="1411"/>
                </a:lnTo>
                <a:lnTo>
                  <a:pt x="11777" y="1557"/>
                </a:lnTo>
                <a:lnTo>
                  <a:pt x="11777" y="1582"/>
                </a:lnTo>
                <a:lnTo>
                  <a:pt x="11728" y="1655"/>
                </a:lnTo>
                <a:lnTo>
                  <a:pt x="11753" y="1752"/>
                </a:lnTo>
                <a:lnTo>
                  <a:pt x="11777" y="1801"/>
                </a:lnTo>
                <a:lnTo>
                  <a:pt x="11826" y="1825"/>
                </a:lnTo>
                <a:lnTo>
                  <a:pt x="11899" y="1825"/>
                </a:lnTo>
                <a:lnTo>
                  <a:pt x="11972" y="1776"/>
                </a:lnTo>
                <a:lnTo>
                  <a:pt x="11996" y="1752"/>
                </a:lnTo>
                <a:lnTo>
                  <a:pt x="12020" y="1728"/>
                </a:lnTo>
                <a:lnTo>
                  <a:pt x="12045" y="1728"/>
                </a:lnTo>
                <a:lnTo>
                  <a:pt x="12142" y="1801"/>
                </a:lnTo>
                <a:lnTo>
                  <a:pt x="12118" y="1874"/>
                </a:lnTo>
                <a:lnTo>
                  <a:pt x="12093" y="1947"/>
                </a:lnTo>
                <a:lnTo>
                  <a:pt x="12118" y="1995"/>
                </a:lnTo>
                <a:lnTo>
                  <a:pt x="12142" y="2020"/>
                </a:lnTo>
                <a:lnTo>
                  <a:pt x="12191" y="2044"/>
                </a:lnTo>
                <a:lnTo>
                  <a:pt x="12215" y="2020"/>
                </a:lnTo>
                <a:lnTo>
                  <a:pt x="12264" y="1995"/>
                </a:lnTo>
                <a:lnTo>
                  <a:pt x="12337" y="1922"/>
                </a:lnTo>
                <a:lnTo>
                  <a:pt x="12556" y="2068"/>
                </a:lnTo>
                <a:lnTo>
                  <a:pt x="12507" y="2190"/>
                </a:lnTo>
                <a:lnTo>
                  <a:pt x="12507" y="2239"/>
                </a:lnTo>
                <a:lnTo>
                  <a:pt x="12507" y="2336"/>
                </a:lnTo>
                <a:lnTo>
                  <a:pt x="12531" y="2385"/>
                </a:lnTo>
                <a:lnTo>
                  <a:pt x="12556" y="2409"/>
                </a:lnTo>
                <a:lnTo>
                  <a:pt x="12604" y="2409"/>
                </a:lnTo>
                <a:lnTo>
                  <a:pt x="12653" y="2385"/>
                </a:lnTo>
                <a:lnTo>
                  <a:pt x="12702" y="2360"/>
                </a:lnTo>
                <a:lnTo>
                  <a:pt x="12750" y="2287"/>
                </a:lnTo>
                <a:lnTo>
                  <a:pt x="12775" y="2239"/>
                </a:lnTo>
                <a:lnTo>
                  <a:pt x="12969" y="2409"/>
                </a:lnTo>
                <a:lnTo>
                  <a:pt x="12896" y="2531"/>
                </a:lnTo>
                <a:lnTo>
                  <a:pt x="12848" y="2604"/>
                </a:lnTo>
                <a:lnTo>
                  <a:pt x="12848" y="2677"/>
                </a:lnTo>
                <a:lnTo>
                  <a:pt x="12848" y="2725"/>
                </a:lnTo>
                <a:lnTo>
                  <a:pt x="12872" y="2750"/>
                </a:lnTo>
                <a:lnTo>
                  <a:pt x="12921" y="2774"/>
                </a:lnTo>
                <a:lnTo>
                  <a:pt x="12969" y="2774"/>
                </a:lnTo>
                <a:lnTo>
                  <a:pt x="13091" y="2701"/>
                </a:lnTo>
                <a:lnTo>
                  <a:pt x="13188" y="2604"/>
                </a:lnTo>
                <a:lnTo>
                  <a:pt x="13310" y="2725"/>
                </a:lnTo>
                <a:lnTo>
                  <a:pt x="13407" y="2823"/>
                </a:lnTo>
                <a:lnTo>
                  <a:pt x="13261" y="3017"/>
                </a:lnTo>
                <a:lnTo>
                  <a:pt x="13237" y="3066"/>
                </a:lnTo>
                <a:lnTo>
                  <a:pt x="13188" y="3163"/>
                </a:lnTo>
                <a:lnTo>
                  <a:pt x="13188" y="3236"/>
                </a:lnTo>
                <a:lnTo>
                  <a:pt x="13213" y="3285"/>
                </a:lnTo>
                <a:lnTo>
                  <a:pt x="13237" y="3309"/>
                </a:lnTo>
                <a:lnTo>
                  <a:pt x="13334" y="3285"/>
                </a:lnTo>
                <a:lnTo>
                  <a:pt x="13407" y="3236"/>
                </a:lnTo>
                <a:lnTo>
                  <a:pt x="13553" y="3115"/>
                </a:lnTo>
                <a:lnTo>
                  <a:pt x="13602" y="3042"/>
                </a:lnTo>
                <a:lnTo>
                  <a:pt x="13797" y="3309"/>
                </a:lnTo>
                <a:lnTo>
                  <a:pt x="13699" y="3407"/>
                </a:lnTo>
                <a:lnTo>
                  <a:pt x="13553" y="3504"/>
                </a:lnTo>
                <a:lnTo>
                  <a:pt x="13505" y="3577"/>
                </a:lnTo>
                <a:lnTo>
                  <a:pt x="13480" y="3650"/>
                </a:lnTo>
                <a:lnTo>
                  <a:pt x="13480" y="3699"/>
                </a:lnTo>
                <a:lnTo>
                  <a:pt x="13529" y="3723"/>
                </a:lnTo>
                <a:lnTo>
                  <a:pt x="13626" y="3747"/>
                </a:lnTo>
                <a:lnTo>
                  <a:pt x="13699" y="3723"/>
                </a:lnTo>
                <a:lnTo>
                  <a:pt x="13797" y="3674"/>
                </a:lnTo>
                <a:lnTo>
                  <a:pt x="13870" y="3626"/>
                </a:lnTo>
                <a:lnTo>
                  <a:pt x="13967" y="3577"/>
                </a:lnTo>
                <a:lnTo>
                  <a:pt x="14162" y="3918"/>
                </a:lnTo>
                <a:lnTo>
                  <a:pt x="14064" y="3991"/>
                </a:lnTo>
                <a:lnTo>
                  <a:pt x="13870" y="4161"/>
                </a:lnTo>
                <a:lnTo>
                  <a:pt x="13772" y="4234"/>
                </a:lnTo>
                <a:lnTo>
                  <a:pt x="13724" y="4331"/>
                </a:lnTo>
                <a:lnTo>
                  <a:pt x="13724" y="4356"/>
                </a:lnTo>
                <a:lnTo>
                  <a:pt x="13724" y="4380"/>
                </a:lnTo>
                <a:lnTo>
                  <a:pt x="13845" y="4380"/>
                </a:lnTo>
                <a:lnTo>
                  <a:pt x="13967" y="4356"/>
                </a:lnTo>
                <a:lnTo>
                  <a:pt x="14089" y="4307"/>
                </a:lnTo>
                <a:lnTo>
                  <a:pt x="14186" y="4234"/>
                </a:lnTo>
                <a:lnTo>
                  <a:pt x="14308" y="4161"/>
                </a:lnTo>
                <a:lnTo>
                  <a:pt x="14527" y="4696"/>
                </a:lnTo>
                <a:lnTo>
                  <a:pt x="14356" y="4769"/>
                </a:lnTo>
                <a:lnTo>
                  <a:pt x="14210" y="4842"/>
                </a:lnTo>
                <a:lnTo>
                  <a:pt x="14089" y="4940"/>
                </a:lnTo>
                <a:lnTo>
                  <a:pt x="13967" y="5061"/>
                </a:lnTo>
                <a:lnTo>
                  <a:pt x="13943" y="5134"/>
                </a:lnTo>
                <a:lnTo>
                  <a:pt x="13918" y="5207"/>
                </a:lnTo>
                <a:lnTo>
                  <a:pt x="13918" y="5256"/>
                </a:lnTo>
                <a:lnTo>
                  <a:pt x="13943" y="5280"/>
                </a:lnTo>
                <a:lnTo>
                  <a:pt x="13967" y="5305"/>
                </a:lnTo>
                <a:lnTo>
                  <a:pt x="14016" y="5305"/>
                </a:lnTo>
                <a:lnTo>
                  <a:pt x="14137" y="5256"/>
                </a:lnTo>
                <a:lnTo>
                  <a:pt x="14259" y="5183"/>
                </a:lnTo>
                <a:lnTo>
                  <a:pt x="14551" y="5037"/>
                </a:lnTo>
                <a:lnTo>
                  <a:pt x="14624" y="5013"/>
                </a:lnTo>
                <a:lnTo>
                  <a:pt x="14770" y="5524"/>
                </a:lnTo>
                <a:lnTo>
                  <a:pt x="14454" y="5670"/>
                </a:lnTo>
                <a:lnTo>
                  <a:pt x="14186" y="5791"/>
                </a:lnTo>
                <a:lnTo>
                  <a:pt x="13943" y="5937"/>
                </a:lnTo>
                <a:lnTo>
                  <a:pt x="13943" y="5986"/>
                </a:lnTo>
                <a:lnTo>
                  <a:pt x="13943" y="6010"/>
                </a:lnTo>
                <a:lnTo>
                  <a:pt x="14113" y="6035"/>
                </a:lnTo>
                <a:lnTo>
                  <a:pt x="14235" y="6059"/>
                </a:lnTo>
                <a:lnTo>
                  <a:pt x="14381" y="6035"/>
                </a:lnTo>
                <a:lnTo>
                  <a:pt x="14551" y="6010"/>
                </a:lnTo>
                <a:lnTo>
                  <a:pt x="14867" y="5889"/>
                </a:lnTo>
                <a:lnTo>
                  <a:pt x="14989" y="6424"/>
                </a:lnTo>
                <a:lnTo>
                  <a:pt x="14819" y="6497"/>
                </a:lnTo>
                <a:lnTo>
                  <a:pt x="14429" y="6619"/>
                </a:lnTo>
                <a:lnTo>
                  <a:pt x="14040" y="6740"/>
                </a:lnTo>
                <a:lnTo>
                  <a:pt x="13991" y="6789"/>
                </a:lnTo>
                <a:lnTo>
                  <a:pt x="13991" y="6813"/>
                </a:lnTo>
                <a:lnTo>
                  <a:pt x="14016" y="6862"/>
                </a:lnTo>
                <a:lnTo>
                  <a:pt x="14064" y="6886"/>
                </a:lnTo>
                <a:lnTo>
                  <a:pt x="14235" y="6886"/>
                </a:lnTo>
                <a:lnTo>
                  <a:pt x="14429" y="6862"/>
                </a:lnTo>
                <a:lnTo>
                  <a:pt x="14794" y="6813"/>
                </a:lnTo>
                <a:lnTo>
                  <a:pt x="15038" y="6740"/>
                </a:lnTo>
                <a:lnTo>
                  <a:pt x="15111" y="7178"/>
                </a:lnTo>
                <a:lnTo>
                  <a:pt x="14867" y="7227"/>
                </a:lnTo>
                <a:lnTo>
                  <a:pt x="14454" y="7349"/>
                </a:lnTo>
                <a:lnTo>
                  <a:pt x="14259" y="7422"/>
                </a:lnTo>
                <a:lnTo>
                  <a:pt x="14064" y="7543"/>
                </a:lnTo>
                <a:lnTo>
                  <a:pt x="14040" y="7592"/>
                </a:lnTo>
                <a:lnTo>
                  <a:pt x="14040" y="7665"/>
                </a:lnTo>
                <a:lnTo>
                  <a:pt x="14089" y="7714"/>
                </a:lnTo>
                <a:lnTo>
                  <a:pt x="14162" y="7738"/>
                </a:lnTo>
                <a:lnTo>
                  <a:pt x="14356" y="7714"/>
                </a:lnTo>
                <a:lnTo>
                  <a:pt x="14551" y="7665"/>
                </a:lnTo>
                <a:lnTo>
                  <a:pt x="14940" y="7568"/>
                </a:lnTo>
                <a:lnTo>
                  <a:pt x="15159" y="7519"/>
                </a:lnTo>
                <a:lnTo>
                  <a:pt x="15208" y="7981"/>
                </a:lnTo>
                <a:lnTo>
                  <a:pt x="14892" y="8030"/>
                </a:lnTo>
                <a:lnTo>
                  <a:pt x="14648" y="8054"/>
                </a:lnTo>
                <a:lnTo>
                  <a:pt x="14381" y="8079"/>
                </a:lnTo>
                <a:lnTo>
                  <a:pt x="14259" y="8103"/>
                </a:lnTo>
                <a:lnTo>
                  <a:pt x="14137" y="8152"/>
                </a:lnTo>
                <a:lnTo>
                  <a:pt x="14040" y="8200"/>
                </a:lnTo>
                <a:lnTo>
                  <a:pt x="13943" y="8298"/>
                </a:lnTo>
                <a:lnTo>
                  <a:pt x="13918" y="8322"/>
                </a:lnTo>
                <a:lnTo>
                  <a:pt x="13918" y="8346"/>
                </a:lnTo>
                <a:lnTo>
                  <a:pt x="13943" y="8395"/>
                </a:lnTo>
                <a:lnTo>
                  <a:pt x="13967" y="8395"/>
                </a:lnTo>
                <a:lnTo>
                  <a:pt x="14089" y="8419"/>
                </a:lnTo>
                <a:lnTo>
                  <a:pt x="14210" y="8444"/>
                </a:lnTo>
                <a:lnTo>
                  <a:pt x="14478" y="8444"/>
                </a:lnTo>
                <a:lnTo>
                  <a:pt x="14989" y="8395"/>
                </a:lnTo>
                <a:lnTo>
                  <a:pt x="15232" y="8395"/>
                </a:lnTo>
                <a:lnTo>
                  <a:pt x="15232" y="8857"/>
                </a:lnTo>
                <a:lnTo>
                  <a:pt x="14746" y="8882"/>
                </a:lnTo>
                <a:lnTo>
                  <a:pt x="14527" y="8882"/>
                </a:lnTo>
                <a:lnTo>
                  <a:pt x="14308" y="8906"/>
                </a:lnTo>
                <a:lnTo>
                  <a:pt x="14089" y="8955"/>
                </a:lnTo>
                <a:lnTo>
                  <a:pt x="13991" y="8979"/>
                </a:lnTo>
                <a:lnTo>
                  <a:pt x="13894" y="9028"/>
                </a:lnTo>
                <a:lnTo>
                  <a:pt x="13870" y="9052"/>
                </a:lnTo>
                <a:lnTo>
                  <a:pt x="13894" y="9076"/>
                </a:lnTo>
                <a:lnTo>
                  <a:pt x="13967" y="9125"/>
                </a:lnTo>
                <a:lnTo>
                  <a:pt x="14089" y="9174"/>
                </a:lnTo>
                <a:lnTo>
                  <a:pt x="14308" y="9222"/>
                </a:lnTo>
                <a:lnTo>
                  <a:pt x="14746" y="9222"/>
                </a:lnTo>
                <a:lnTo>
                  <a:pt x="14965" y="9247"/>
                </a:lnTo>
                <a:lnTo>
                  <a:pt x="15208" y="9247"/>
                </a:lnTo>
                <a:lnTo>
                  <a:pt x="15184" y="9465"/>
                </a:lnTo>
                <a:lnTo>
                  <a:pt x="14989" y="9514"/>
                </a:lnTo>
                <a:lnTo>
                  <a:pt x="14746" y="9563"/>
                </a:lnTo>
                <a:lnTo>
                  <a:pt x="14502" y="9660"/>
                </a:lnTo>
                <a:lnTo>
                  <a:pt x="14283" y="9757"/>
                </a:lnTo>
                <a:lnTo>
                  <a:pt x="14064" y="9879"/>
                </a:lnTo>
                <a:lnTo>
                  <a:pt x="14040" y="9903"/>
                </a:lnTo>
                <a:lnTo>
                  <a:pt x="14040" y="9952"/>
                </a:lnTo>
                <a:lnTo>
                  <a:pt x="14064" y="9976"/>
                </a:lnTo>
                <a:lnTo>
                  <a:pt x="14089" y="9976"/>
                </a:lnTo>
                <a:lnTo>
                  <a:pt x="14308" y="10001"/>
                </a:lnTo>
                <a:lnTo>
                  <a:pt x="14527" y="9976"/>
                </a:lnTo>
                <a:lnTo>
                  <a:pt x="14965" y="9903"/>
                </a:lnTo>
                <a:lnTo>
                  <a:pt x="15111" y="9879"/>
                </a:lnTo>
                <a:lnTo>
                  <a:pt x="14989" y="10390"/>
                </a:lnTo>
                <a:lnTo>
                  <a:pt x="14551" y="10463"/>
                </a:lnTo>
                <a:lnTo>
                  <a:pt x="14356" y="10487"/>
                </a:lnTo>
                <a:lnTo>
                  <a:pt x="14186" y="10512"/>
                </a:lnTo>
                <a:lnTo>
                  <a:pt x="14016" y="10560"/>
                </a:lnTo>
                <a:lnTo>
                  <a:pt x="13943" y="10609"/>
                </a:lnTo>
                <a:lnTo>
                  <a:pt x="13870" y="10682"/>
                </a:lnTo>
                <a:lnTo>
                  <a:pt x="13845" y="10731"/>
                </a:lnTo>
                <a:lnTo>
                  <a:pt x="13845" y="10804"/>
                </a:lnTo>
                <a:lnTo>
                  <a:pt x="13894" y="10852"/>
                </a:lnTo>
                <a:lnTo>
                  <a:pt x="13918" y="10901"/>
                </a:lnTo>
                <a:lnTo>
                  <a:pt x="13991" y="10925"/>
                </a:lnTo>
                <a:lnTo>
                  <a:pt x="14089" y="10950"/>
                </a:lnTo>
                <a:lnTo>
                  <a:pt x="14259" y="10950"/>
                </a:lnTo>
                <a:lnTo>
                  <a:pt x="14600" y="10901"/>
                </a:lnTo>
                <a:lnTo>
                  <a:pt x="14819" y="10877"/>
                </a:lnTo>
                <a:lnTo>
                  <a:pt x="14819" y="10877"/>
                </a:lnTo>
                <a:lnTo>
                  <a:pt x="14624" y="11339"/>
                </a:lnTo>
                <a:lnTo>
                  <a:pt x="14502" y="11339"/>
                </a:lnTo>
                <a:lnTo>
                  <a:pt x="14308" y="11315"/>
                </a:lnTo>
                <a:lnTo>
                  <a:pt x="14113" y="11339"/>
                </a:lnTo>
                <a:lnTo>
                  <a:pt x="13918" y="11363"/>
                </a:lnTo>
                <a:lnTo>
                  <a:pt x="13748" y="11436"/>
                </a:lnTo>
                <a:lnTo>
                  <a:pt x="13748" y="11461"/>
                </a:lnTo>
                <a:lnTo>
                  <a:pt x="13748" y="11485"/>
                </a:lnTo>
                <a:lnTo>
                  <a:pt x="13918" y="11558"/>
                </a:lnTo>
                <a:lnTo>
                  <a:pt x="14089" y="11607"/>
                </a:lnTo>
                <a:lnTo>
                  <a:pt x="14454" y="11655"/>
                </a:lnTo>
                <a:lnTo>
                  <a:pt x="14210" y="12069"/>
                </a:lnTo>
                <a:lnTo>
                  <a:pt x="13991" y="12069"/>
                </a:lnTo>
                <a:lnTo>
                  <a:pt x="13748" y="12093"/>
                </a:lnTo>
                <a:lnTo>
                  <a:pt x="13626" y="12069"/>
                </a:lnTo>
                <a:lnTo>
                  <a:pt x="13480" y="12045"/>
                </a:lnTo>
                <a:lnTo>
                  <a:pt x="13359" y="12020"/>
                </a:lnTo>
                <a:lnTo>
                  <a:pt x="13237" y="12020"/>
                </a:lnTo>
                <a:lnTo>
                  <a:pt x="13213" y="12045"/>
                </a:lnTo>
                <a:lnTo>
                  <a:pt x="13188" y="12069"/>
                </a:lnTo>
                <a:lnTo>
                  <a:pt x="13213" y="12166"/>
                </a:lnTo>
                <a:lnTo>
                  <a:pt x="13261" y="12239"/>
                </a:lnTo>
                <a:lnTo>
                  <a:pt x="13334" y="12312"/>
                </a:lnTo>
                <a:lnTo>
                  <a:pt x="13432" y="12361"/>
                </a:lnTo>
                <a:lnTo>
                  <a:pt x="13553" y="12385"/>
                </a:lnTo>
                <a:lnTo>
                  <a:pt x="13675" y="12410"/>
                </a:lnTo>
                <a:lnTo>
                  <a:pt x="13943" y="12434"/>
                </a:lnTo>
                <a:lnTo>
                  <a:pt x="13602" y="12823"/>
                </a:lnTo>
                <a:lnTo>
                  <a:pt x="13091" y="12726"/>
                </a:lnTo>
                <a:lnTo>
                  <a:pt x="12872" y="12677"/>
                </a:lnTo>
                <a:lnTo>
                  <a:pt x="12750" y="12677"/>
                </a:lnTo>
                <a:lnTo>
                  <a:pt x="12629" y="12702"/>
                </a:lnTo>
                <a:lnTo>
                  <a:pt x="12604" y="12726"/>
                </a:lnTo>
                <a:lnTo>
                  <a:pt x="12604" y="12775"/>
                </a:lnTo>
                <a:lnTo>
                  <a:pt x="12629" y="12848"/>
                </a:lnTo>
                <a:lnTo>
                  <a:pt x="12677" y="12921"/>
                </a:lnTo>
                <a:lnTo>
                  <a:pt x="12750" y="12969"/>
                </a:lnTo>
                <a:lnTo>
                  <a:pt x="12848" y="13018"/>
                </a:lnTo>
                <a:lnTo>
                  <a:pt x="13042" y="13115"/>
                </a:lnTo>
                <a:lnTo>
                  <a:pt x="13261" y="13164"/>
                </a:lnTo>
                <a:lnTo>
                  <a:pt x="13115" y="13286"/>
                </a:lnTo>
                <a:lnTo>
                  <a:pt x="13067" y="13286"/>
                </a:lnTo>
                <a:lnTo>
                  <a:pt x="12604" y="13261"/>
                </a:lnTo>
                <a:lnTo>
                  <a:pt x="12361" y="13213"/>
                </a:lnTo>
                <a:lnTo>
                  <a:pt x="12239" y="13188"/>
                </a:lnTo>
                <a:lnTo>
                  <a:pt x="12118" y="13188"/>
                </a:lnTo>
                <a:lnTo>
                  <a:pt x="12045" y="13213"/>
                </a:lnTo>
                <a:lnTo>
                  <a:pt x="11996" y="13261"/>
                </a:lnTo>
                <a:lnTo>
                  <a:pt x="11996" y="13334"/>
                </a:lnTo>
                <a:lnTo>
                  <a:pt x="12020" y="13383"/>
                </a:lnTo>
                <a:lnTo>
                  <a:pt x="12142" y="13505"/>
                </a:lnTo>
                <a:lnTo>
                  <a:pt x="12312" y="13578"/>
                </a:lnTo>
                <a:lnTo>
                  <a:pt x="12483" y="13626"/>
                </a:lnTo>
                <a:lnTo>
                  <a:pt x="12677" y="13651"/>
                </a:lnTo>
                <a:lnTo>
                  <a:pt x="12239" y="13943"/>
                </a:lnTo>
                <a:lnTo>
                  <a:pt x="12166" y="13918"/>
                </a:lnTo>
                <a:lnTo>
                  <a:pt x="11704" y="13821"/>
                </a:lnTo>
                <a:lnTo>
                  <a:pt x="11485" y="13772"/>
                </a:lnTo>
                <a:lnTo>
                  <a:pt x="11266" y="13724"/>
                </a:lnTo>
                <a:lnTo>
                  <a:pt x="11242" y="13748"/>
                </a:lnTo>
                <a:lnTo>
                  <a:pt x="11217" y="13748"/>
                </a:lnTo>
                <a:lnTo>
                  <a:pt x="11217" y="13821"/>
                </a:lnTo>
                <a:lnTo>
                  <a:pt x="11266" y="13894"/>
                </a:lnTo>
                <a:lnTo>
                  <a:pt x="11315" y="13967"/>
                </a:lnTo>
                <a:lnTo>
                  <a:pt x="11461" y="14064"/>
                </a:lnTo>
                <a:lnTo>
                  <a:pt x="11631" y="14137"/>
                </a:lnTo>
                <a:lnTo>
                  <a:pt x="11801" y="14210"/>
                </a:lnTo>
                <a:lnTo>
                  <a:pt x="11461" y="14381"/>
                </a:lnTo>
                <a:lnTo>
                  <a:pt x="11388" y="14332"/>
                </a:lnTo>
                <a:lnTo>
                  <a:pt x="11339" y="14308"/>
                </a:lnTo>
                <a:lnTo>
                  <a:pt x="11193" y="14259"/>
                </a:lnTo>
                <a:lnTo>
                  <a:pt x="10901" y="14235"/>
                </a:lnTo>
                <a:lnTo>
                  <a:pt x="10658" y="14210"/>
                </a:lnTo>
                <a:lnTo>
                  <a:pt x="10512" y="14210"/>
                </a:lnTo>
                <a:lnTo>
                  <a:pt x="10390" y="14235"/>
                </a:lnTo>
                <a:lnTo>
                  <a:pt x="10366" y="14235"/>
                </a:lnTo>
                <a:lnTo>
                  <a:pt x="10366" y="14283"/>
                </a:lnTo>
                <a:lnTo>
                  <a:pt x="10366" y="14332"/>
                </a:lnTo>
                <a:lnTo>
                  <a:pt x="10415" y="14381"/>
                </a:lnTo>
                <a:lnTo>
                  <a:pt x="10488" y="14478"/>
                </a:lnTo>
                <a:lnTo>
                  <a:pt x="10634" y="14551"/>
                </a:lnTo>
                <a:lnTo>
                  <a:pt x="10731" y="14575"/>
                </a:lnTo>
                <a:lnTo>
                  <a:pt x="10901" y="14624"/>
                </a:lnTo>
                <a:lnTo>
                  <a:pt x="10512" y="14746"/>
                </a:lnTo>
                <a:lnTo>
                  <a:pt x="10317" y="14673"/>
                </a:lnTo>
                <a:lnTo>
                  <a:pt x="10123" y="14624"/>
                </a:lnTo>
                <a:lnTo>
                  <a:pt x="9904" y="14600"/>
                </a:lnTo>
                <a:lnTo>
                  <a:pt x="9806" y="14600"/>
                </a:lnTo>
                <a:lnTo>
                  <a:pt x="9709" y="14648"/>
                </a:lnTo>
                <a:lnTo>
                  <a:pt x="9685" y="14673"/>
                </a:lnTo>
                <a:lnTo>
                  <a:pt x="9685" y="14721"/>
                </a:lnTo>
                <a:lnTo>
                  <a:pt x="9733" y="14794"/>
                </a:lnTo>
                <a:lnTo>
                  <a:pt x="9806" y="14843"/>
                </a:lnTo>
                <a:lnTo>
                  <a:pt x="9952" y="14916"/>
                </a:lnTo>
                <a:lnTo>
                  <a:pt x="9636" y="14989"/>
                </a:lnTo>
                <a:lnTo>
                  <a:pt x="9587" y="14940"/>
                </a:lnTo>
                <a:lnTo>
                  <a:pt x="9539" y="14916"/>
                </a:lnTo>
                <a:lnTo>
                  <a:pt x="9441" y="14867"/>
                </a:lnTo>
                <a:lnTo>
                  <a:pt x="9247" y="14843"/>
                </a:lnTo>
                <a:lnTo>
                  <a:pt x="9149" y="14843"/>
                </a:lnTo>
                <a:lnTo>
                  <a:pt x="9052" y="14867"/>
                </a:lnTo>
                <a:lnTo>
                  <a:pt x="9028" y="14916"/>
                </a:lnTo>
                <a:lnTo>
                  <a:pt x="8979" y="14965"/>
                </a:lnTo>
                <a:lnTo>
                  <a:pt x="8979" y="15013"/>
                </a:lnTo>
                <a:lnTo>
                  <a:pt x="9003" y="15062"/>
                </a:lnTo>
                <a:lnTo>
                  <a:pt x="9028" y="15086"/>
                </a:lnTo>
                <a:lnTo>
                  <a:pt x="8663" y="15135"/>
                </a:lnTo>
                <a:lnTo>
                  <a:pt x="8298" y="15159"/>
                </a:lnTo>
                <a:lnTo>
                  <a:pt x="7227" y="15159"/>
                </a:lnTo>
                <a:lnTo>
                  <a:pt x="6862" y="15111"/>
                </a:lnTo>
                <a:lnTo>
                  <a:pt x="6521" y="15062"/>
                </a:lnTo>
                <a:lnTo>
                  <a:pt x="6156" y="14989"/>
                </a:lnTo>
                <a:lnTo>
                  <a:pt x="5816" y="14916"/>
                </a:lnTo>
                <a:lnTo>
                  <a:pt x="5475" y="14819"/>
                </a:lnTo>
                <a:lnTo>
                  <a:pt x="5134" y="14697"/>
                </a:lnTo>
                <a:lnTo>
                  <a:pt x="4818" y="14575"/>
                </a:lnTo>
                <a:lnTo>
                  <a:pt x="4477" y="14405"/>
                </a:lnTo>
                <a:lnTo>
                  <a:pt x="4161" y="14259"/>
                </a:lnTo>
                <a:lnTo>
                  <a:pt x="3869" y="14064"/>
                </a:lnTo>
                <a:lnTo>
                  <a:pt x="3553" y="13870"/>
                </a:lnTo>
                <a:lnTo>
                  <a:pt x="3285" y="13675"/>
                </a:lnTo>
                <a:lnTo>
                  <a:pt x="3042" y="13456"/>
                </a:lnTo>
                <a:lnTo>
                  <a:pt x="2799" y="13237"/>
                </a:lnTo>
                <a:lnTo>
                  <a:pt x="2555" y="12994"/>
                </a:lnTo>
                <a:lnTo>
                  <a:pt x="2336" y="12775"/>
                </a:lnTo>
                <a:lnTo>
                  <a:pt x="2117" y="12507"/>
                </a:lnTo>
                <a:lnTo>
                  <a:pt x="1923" y="12239"/>
                </a:lnTo>
                <a:lnTo>
                  <a:pt x="1728" y="11972"/>
                </a:lnTo>
                <a:lnTo>
                  <a:pt x="1558" y="11704"/>
                </a:lnTo>
                <a:lnTo>
                  <a:pt x="1412" y="11412"/>
                </a:lnTo>
                <a:lnTo>
                  <a:pt x="1266" y="11120"/>
                </a:lnTo>
                <a:lnTo>
                  <a:pt x="1144" y="10828"/>
                </a:lnTo>
                <a:lnTo>
                  <a:pt x="1047" y="10512"/>
                </a:lnTo>
                <a:lnTo>
                  <a:pt x="949" y="10195"/>
                </a:lnTo>
                <a:lnTo>
                  <a:pt x="901" y="9879"/>
                </a:lnTo>
                <a:lnTo>
                  <a:pt x="828" y="9538"/>
                </a:lnTo>
                <a:lnTo>
                  <a:pt x="779" y="9003"/>
                </a:lnTo>
                <a:lnTo>
                  <a:pt x="755" y="8468"/>
                </a:lnTo>
                <a:lnTo>
                  <a:pt x="755" y="7933"/>
                </a:lnTo>
                <a:lnTo>
                  <a:pt x="803" y="7397"/>
                </a:lnTo>
                <a:lnTo>
                  <a:pt x="852" y="6862"/>
                </a:lnTo>
                <a:lnTo>
                  <a:pt x="974" y="6351"/>
                </a:lnTo>
                <a:lnTo>
                  <a:pt x="1095" y="5840"/>
                </a:lnTo>
                <a:lnTo>
                  <a:pt x="1290" y="5353"/>
                </a:lnTo>
                <a:lnTo>
                  <a:pt x="1412" y="5061"/>
                </a:lnTo>
                <a:lnTo>
                  <a:pt x="1582" y="4745"/>
                </a:lnTo>
                <a:lnTo>
                  <a:pt x="1777" y="4404"/>
                </a:lnTo>
                <a:lnTo>
                  <a:pt x="2020" y="4064"/>
                </a:lnTo>
                <a:lnTo>
                  <a:pt x="2288" y="3699"/>
                </a:lnTo>
                <a:lnTo>
                  <a:pt x="2580" y="3334"/>
                </a:lnTo>
                <a:lnTo>
                  <a:pt x="2920" y="2944"/>
                </a:lnTo>
                <a:lnTo>
                  <a:pt x="3285" y="2604"/>
                </a:lnTo>
                <a:lnTo>
                  <a:pt x="3674" y="2263"/>
                </a:lnTo>
                <a:lnTo>
                  <a:pt x="4088" y="1922"/>
                </a:lnTo>
                <a:lnTo>
                  <a:pt x="4550" y="1630"/>
                </a:lnTo>
                <a:lnTo>
                  <a:pt x="5013" y="1363"/>
                </a:lnTo>
                <a:lnTo>
                  <a:pt x="5524" y="1144"/>
                </a:lnTo>
                <a:lnTo>
                  <a:pt x="6059" y="974"/>
                </a:lnTo>
                <a:lnTo>
                  <a:pt x="6327" y="925"/>
                </a:lnTo>
                <a:lnTo>
                  <a:pt x="6594" y="876"/>
                </a:lnTo>
                <a:lnTo>
                  <a:pt x="6886" y="828"/>
                </a:lnTo>
                <a:lnTo>
                  <a:pt x="7178" y="803"/>
                </a:lnTo>
                <a:lnTo>
                  <a:pt x="7543" y="779"/>
                </a:lnTo>
                <a:lnTo>
                  <a:pt x="7933" y="730"/>
                </a:lnTo>
                <a:lnTo>
                  <a:pt x="8322" y="682"/>
                </a:lnTo>
                <a:close/>
                <a:moveTo>
                  <a:pt x="8152" y="0"/>
                </a:moveTo>
                <a:lnTo>
                  <a:pt x="7762" y="25"/>
                </a:lnTo>
                <a:lnTo>
                  <a:pt x="7397" y="73"/>
                </a:lnTo>
                <a:lnTo>
                  <a:pt x="7081" y="49"/>
                </a:lnTo>
                <a:lnTo>
                  <a:pt x="6789" y="49"/>
                </a:lnTo>
                <a:lnTo>
                  <a:pt x="6473" y="73"/>
                </a:lnTo>
                <a:lnTo>
                  <a:pt x="6181" y="146"/>
                </a:lnTo>
                <a:lnTo>
                  <a:pt x="5864" y="219"/>
                </a:lnTo>
                <a:lnTo>
                  <a:pt x="5548" y="317"/>
                </a:lnTo>
                <a:lnTo>
                  <a:pt x="5232" y="438"/>
                </a:lnTo>
                <a:lnTo>
                  <a:pt x="4940" y="560"/>
                </a:lnTo>
                <a:lnTo>
                  <a:pt x="4331" y="876"/>
                </a:lnTo>
                <a:lnTo>
                  <a:pt x="3772" y="1217"/>
                </a:lnTo>
                <a:lnTo>
                  <a:pt x="3236" y="1606"/>
                </a:lnTo>
                <a:lnTo>
                  <a:pt x="2774" y="1995"/>
                </a:lnTo>
                <a:lnTo>
                  <a:pt x="2507" y="2239"/>
                </a:lnTo>
                <a:lnTo>
                  <a:pt x="2263" y="2482"/>
                </a:lnTo>
                <a:lnTo>
                  <a:pt x="2044" y="2725"/>
                </a:lnTo>
                <a:lnTo>
                  <a:pt x="1825" y="2993"/>
                </a:lnTo>
                <a:lnTo>
                  <a:pt x="1655" y="3261"/>
                </a:lnTo>
                <a:lnTo>
                  <a:pt x="1460" y="3528"/>
                </a:lnTo>
                <a:lnTo>
                  <a:pt x="1144" y="4088"/>
                </a:lnTo>
                <a:lnTo>
                  <a:pt x="876" y="4696"/>
                </a:lnTo>
                <a:lnTo>
                  <a:pt x="633" y="5305"/>
                </a:lnTo>
                <a:lnTo>
                  <a:pt x="414" y="5962"/>
                </a:lnTo>
                <a:lnTo>
                  <a:pt x="219" y="6643"/>
                </a:lnTo>
                <a:lnTo>
                  <a:pt x="146" y="7008"/>
                </a:lnTo>
                <a:lnTo>
                  <a:pt x="73" y="7373"/>
                </a:lnTo>
                <a:lnTo>
                  <a:pt x="25" y="7738"/>
                </a:lnTo>
                <a:lnTo>
                  <a:pt x="25" y="8103"/>
                </a:lnTo>
                <a:lnTo>
                  <a:pt x="0" y="8468"/>
                </a:lnTo>
                <a:lnTo>
                  <a:pt x="25" y="8809"/>
                </a:lnTo>
                <a:lnTo>
                  <a:pt x="73" y="9174"/>
                </a:lnTo>
                <a:lnTo>
                  <a:pt x="122" y="9514"/>
                </a:lnTo>
                <a:lnTo>
                  <a:pt x="195" y="9879"/>
                </a:lnTo>
                <a:lnTo>
                  <a:pt x="292" y="10220"/>
                </a:lnTo>
                <a:lnTo>
                  <a:pt x="390" y="10560"/>
                </a:lnTo>
                <a:lnTo>
                  <a:pt x="511" y="10901"/>
                </a:lnTo>
                <a:lnTo>
                  <a:pt x="657" y="11242"/>
                </a:lnTo>
                <a:lnTo>
                  <a:pt x="828" y="11582"/>
                </a:lnTo>
                <a:lnTo>
                  <a:pt x="1168" y="12264"/>
                </a:lnTo>
                <a:lnTo>
                  <a:pt x="1412" y="12629"/>
                </a:lnTo>
                <a:lnTo>
                  <a:pt x="1655" y="12994"/>
                </a:lnTo>
                <a:lnTo>
                  <a:pt x="1898" y="13334"/>
                </a:lnTo>
                <a:lnTo>
                  <a:pt x="2166" y="13651"/>
                </a:lnTo>
                <a:lnTo>
                  <a:pt x="2458" y="13943"/>
                </a:lnTo>
                <a:lnTo>
                  <a:pt x="2750" y="14235"/>
                </a:lnTo>
                <a:lnTo>
                  <a:pt x="3066" y="14502"/>
                </a:lnTo>
                <a:lnTo>
                  <a:pt x="3382" y="14746"/>
                </a:lnTo>
                <a:lnTo>
                  <a:pt x="3723" y="14965"/>
                </a:lnTo>
                <a:lnTo>
                  <a:pt x="4064" y="15159"/>
                </a:lnTo>
                <a:lnTo>
                  <a:pt x="4429" y="15354"/>
                </a:lnTo>
                <a:lnTo>
                  <a:pt x="4818" y="15500"/>
                </a:lnTo>
                <a:lnTo>
                  <a:pt x="5207" y="15622"/>
                </a:lnTo>
                <a:lnTo>
                  <a:pt x="5597" y="15743"/>
                </a:lnTo>
                <a:lnTo>
                  <a:pt x="6010" y="15816"/>
                </a:lnTo>
                <a:lnTo>
                  <a:pt x="6448" y="15889"/>
                </a:lnTo>
                <a:lnTo>
                  <a:pt x="6862" y="15914"/>
                </a:lnTo>
                <a:lnTo>
                  <a:pt x="7300" y="15938"/>
                </a:lnTo>
                <a:lnTo>
                  <a:pt x="7738" y="15938"/>
                </a:lnTo>
                <a:lnTo>
                  <a:pt x="8176" y="15914"/>
                </a:lnTo>
                <a:lnTo>
                  <a:pt x="8590" y="15889"/>
                </a:lnTo>
                <a:lnTo>
                  <a:pt x="9028" y="15841"/>
                </a:lnTo>
                <a:lnTo>
                  <a:pt x="9441" y="15768"/>
                </a:lnTo>
                <a:lnTo>
                  <a:pt x="9855" y="15670"/>
                </a:lnTo>
                <a:lnTo>
                  <a:pt x="10269" y="15573"/>
                </a:lnTo>
                <a:lnTo>
                  <a:pt x="10682" y="15451"/>
                </a:lnTo>
                <a:lnTo>
                  <a:pt x="11071" y="15305"/>
                </a:lnTo>
                <a:lnTo>
                  <a:pt x="11461" y="15135"/>
                </a:lnTo>
                <a:lnTo>
                  <a:pt x="11850" y="14940"/>
                </a:lnTo>
                <a:lnTo>
                  <a:pt x="12215" y="14721"/>
                </a:lnTo>
                <a:lnTo>
                  <a:pt x="12580" y="14478"/>
                </a:lnTo>
                <a:lnTo>
                  <a:pt x="12945" y="14235"/>
                </a:lnTo>
                <a:lnTo>
                  <a:pt x="13286" y="13943"/>
                </a:lnTo>
                <a:lnTo>
                  <a:pt x="13602" y="13651"/>
                </a:lnTo>
                <a:lnTo>
                  <a:pt x="13918" y="13334"/>
                </a:lnTo>
                <a:lnTo>
                  <a:pt x="14186" y="13018"/>
                </a:lnTo>
                <a:lnTo>
                  <a:pt x="14454" y="12702"/>
                </a:lnTo>
                <a:lnTo>
                  <a:pt x="14697" y="12361"/>
                </a:lnTo>
                <a:lnTo>
                  <a:pt x="14916" y="11996"/>
                </a:lnTo>
                <a:lnTo>
                  <a:pt x="15111" y="11631"/>
                </a:lnTo>
                <a:lnTo>
                  <a:pt x="15135" y="11631"/>
                </a:lnTo>
                <a:lnTo>
                  <a:pt x="15159" y="11582"/>
                </a:lnTo>
                <a:lnTo>
                  <a:pt x="15159" y="11534"/>
                </a:lnTo>
                <a:lnTo>
                  <a:pt x="15354" y="11096"/>
                </a:lnTo>
                <a:lnTo>
                  <a:pt x="15524" y="10658"/>
                </a:lnTo>
                <a:lnTo>
                  <a:pt x="15646" y="10195"/>
                </a:lnTo>
                <a:lnTo>
                  <a:pt x="15743" y="9733"/>
                </a:lnTo>
                <a:lnTo>
                  <a:pt x="15768" y="9709"/>
                </a:lnTo>
                <a:lnTo>
                  <a:pt x="15792" y="9684"/>
                </a:lnTo>
                <a:lnTo>
                  <a:pt x="15792" y="9636"/>
                </a:lnTo>
                <a:lnTo>
                  <a:pt x="15792" y="9611"/>
                </a:lnTo>
                <a:lnTo>
                  <a:pt x="15768" y="9563"/>
                </a:lnTo>
                <a:lnTo>
                  <a:pt x="15816" y="9174"/>
                </a:lnTo>
                <a:lnTo>
                  <a:pt x="15841" y="8760"/>
                </a:lnTo>
                <a:lnTo>
                  <a:pt x="15841" y="8371"/>
                </a:lnTo>
                <a:lnTo>
                  <a:pt x="15841" y="7957"/>
                </a:lnTo>
                <a:lnTo>
                  <a:pt x="15743" y="7105"/>
                </a:lnTo>
                <a:lnTo>
                  <a:pt x="15695" y="6667"/>
                </a:lnTo>
                <a:lnTo>
                  <a:pt x="15622" y="6254"/>
                </a:lnTo>
                <a:lnTo>
                  <a:pt x="15524" y="5840"/>
                </a:lnTo>
                <a:lnTo>
                  <a:pt x="15427" y="5426"/>
                </a:lnTo>
                <a:lnTo>
                  <a:pt x="15305" y="5013"/>
                </a:lnTo>
                <a:lnTo>
                  <a:pt x="15159" y="4623"/>
                </a:lnTo>
                <a:lnTo>
                  <a:pt x="15013" y="4234"/>
                </a:lnTo>
                <a:lnTo>
                  <a:pt x="14819" y="3845"/>
                </a:lnTo>
                <a:lnTo>
                  <a:pt x="14624" y="3480"/>
                </a:lnTo>
                <a:lnTo>
                  <a:pt x="14405" y="3115"/>
                </a:lnTo>
                <a:lnTo>
                  <a:pt x="14162" y="2774"/>
                </a:lnTo>
                <a:lnTo>
                  <a:pt x="13894" y="2458"/>
                </a:lnTo>
                <a:lnTo>
                  <a:pt x="13602" y="2141"/>
                </a:lnTo>
                <a:lnTo>
                  <a:pt x="13286" y="1849"/>
                </a:lnTo>
                <a:lnTo>
                  <a:pt x="12994" y="1582"/>
                </a:lnTo>
                <a:lnTo>
                  <a:pt x="12653" y="1363"/>
                </a:lnTo>
                <a:lnTo>
                  <a:pt x="12312" y="1144"/>
                </a:lnTo>
                <a:lnTo>
                  <a:pt x="11972" y="949"/>
                </a:lnTo>
                <a:lnTo>
                  <a:pt x="11607" y="779"/>
                </a:lnTo>
                <a:lnTo>
                  <a:pt x="11242" y="609"/>
                </a:lnTo>
                <a:lnTo>
                  <a:pt x="10853" y="487"/>
                </a:lnTo>
                <a:lnTo>
                  <a:pt x="10488" y="365"/>
                </a:lnTo>
                <a:lnTo>
                  <a:pt x="10123" y="268"/>
                </a:lnTo>
                <a:lnTo>
                  <a:pt x="9733" y="171"/>
                </a:lnTo>
                <a:lnTo>
                  <a:pt x="9344" y="98"/>
                </a:lnTo>
                <a:lnTo>
                  <a:pt x="8955" y="49"/>
                </a:lnTo>
                <a:lnTo>
                  <a:pt x="8541" y="25"/>
                </a:lnTo>
                <a:lnTo>
                  <a:pt x="8152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27" name="Google Shape;52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1525" y="2866388"/>
            <a:ext cx="783300" cy="783300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26"/>
          <p:cNvSpPr/>
          <p:nvPr/>
        </p:nvSpPr>
        <p:spPr>
          <a:xfrm>
            <a:off x="5775250" y="2698075"/>
            <a:ext cx="7600" cy="1323925"/>
          </a:xfrm>
          <a:custGeom>
            <a:rect b="b" l="l" r="r" t="t"/>
            <a:pathLst>
              <a:path extrusionOk="0" h="52957" w="304">
                <a:moveTo>
                  <a:pt x="304" y="0"/>
                </a:moveTo>
                <a:cubicBezTo>
                  <a:pt x="304" y="17653"/>
                  <a:pt x="0" y="35304"/>
                  <a:pt x="0" y="52957"/>
                </a:cubicBezTo>
              </a:path>
            </a:pathLst>
          </a:cu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529" name="Google Shape;529;p26"/>
          <p:cNvSpPr/>
          <p:nvPr/>
        </p:nvSpPr>
        <p:spPr>
          <a:xfrm>
            <a:off x="5699150" y="4006775"/>
            <a:ext cx="2784800" cy="60875"/>
          </a:xfrm>
          <a:custGeom>
            <a:rect b="b" l="l" r="r" t="t"/>
            <a:pathLst>
              <a:path extrusionOk="0" h="2435" w="111392">
                <a:moveTo>
                  <a:pt x="0" y="0"/>
                </a:moveTo>
                <a:cubicBezTo>
                  <a:pt x="22023" y="0"/>
                  <a:pt x="44021" y="1827"/>
                  <a:pt x="66044" y="1827"/>
                </a:cubicBezTo>
                <a:cubicBezTo>
                  <a:pt x="81161" y="1827"/>
                  <a:pt x="96725" y="-1229"/>
                  <a:pt x="111392" y="2435"/>
                </a:cubicBezTo>
              </a:path>
            </a:pathLst>
          </a:cu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530" name="Google Shape;530;p26"/>
          <p:cNvSpPr/>
          <p:nvPr/>
        </p:nvSpPr>
        <p:spPr>
          <a:xfrm>
            <a:off x="5782850" y="2604359"/>
            <a:ext cx="2655450" cy="108950"/>
          </a:xfrm>
          <a:custGeom>
            <a:rect b="b" l="l" r="r" t="t"/>
            <a:pathLst>
              <a:path extrusionOk="0" h="4358" w="106218">
                <a:moveTo>
                  <a:pt x="0" y="4358"/>
                </a:moveTo>
                <a:cubicBezTo>
                  <a:pt x="19219" y="4358"/>
                  <a:pt x="38398" y="-1510"/>
                  <a:pt x="57522" y="402"/>
                </a:cubicBezTo>
                <a:cubicBezTo>
                  <a:pt x="73727" y="2022"/>
                  <a:pt x="89933" y="4358"/>
                  <a:pt x="106218" y="4358"/>
                </a:cubicBezTo>
              </a:path>
            </a:pathLst>
          </a:cu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531" name="Google Shape;531;p26"/>
          <p:cNvSpPr/>
          <p:nvPr/>
        </p:nvSpPr>
        <p:spPr>
          <a:xfrm>
            <a:off x="8426487" y="2690475"/>
            <a:ext cx="65075" cy="1483700"/>
          </a:xfrm>
          <a:custGeom>
            <a:rect b="b" l="l" r="r" t="t"/>
            <a:pathLst>
              <a:path extrusionOk="0" h="59348" w="2603">
                <a:moveTo>
                  <a:pt x="1690" y="0"/>
                </a:moveTo>
                <a:cubicBezTo>
                  <a:pt x="1690" y="14003"/>
                  <a:pt x="2603" y="27997"/>
                  <a:pt x="2603" y="42000"/>
                </a:cubicBezTo>
                <a:cubicBezTo>
                  <a:pt x="2603" y="47791"/>
                  <a:pt x="-2401" y="55250"/>
                  <a:pt x="1690" y="59348"/>
                </a:cubicBezTo>
              </a:path>
            </a:pathLst>
          </a:cu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532" name="Google Shape;532;p26"/>
          <p:cNvSpPr/>
          <p:nvPr/>
        </p:nvSpPr>
        <p:spPr>
          <a:xfrm>
            <a:off x="6806381" y="1877728"/>
            <a:ext cx="273631" cy="275289"/>
          </a:xfrm>
          <a:custGeom>
            <a:rect b="b" l="l" r="r" t="t"/>
            <a:pathLst>
              <a:path extrusionOk="0" h="15938" w="15842">
                <a:moveTo>
                  <a:pt x="4794" y="7470"/>
                </a:moveTo>
                <a:lnTo>
                  <a:pt x="4867" y="7495"/>
                </a:lnTo>
                <a:lnTo>
                  <a:pt x="4940" y="7543"/>
                </a:lnTo>
                <a:lnTo>
                  <a:pt x="4989" y="7616"/>
                </a:lnTo>
                <a:lnTo>
                  <a:pt x="5013" y="7714"/>
                </a:lnTo>
                <a:lnTo>
                  <a:pt x="5013" y="7787"/>
                </a:lnTo>
                <a:lnTo>
                  <a:pt x="4989" y="7908"/>
                </a:lnTo>
                <a:lnTo>
                  <a:pt x="4916" y="7981"/>
                </a:lnTo>
                <a:lnTo>
                  <a:pt x="4843" y="8054"/>
                </a:lnTo>
                <a:lnTo>
                  <a:pt x="4721" y="8079"/>
                </a:lnTo>
                <a:lnTo>
                  <a:pt x="4600" y="8054"/>
                </a:lnTo>
                <a:lnTo>
                  <a:pt x="4527" y="7981"/>
                </a:lnTo>
                <a:lnTo>
                  <a:pt x="4454" y="7908"/>
                </a:lnTo>
                <a:lnTo>
                  <a:pt x="4429" y="7787"/>
                </a:lnTo>
                <a:lnTo>
                  <a:pt x="4454" y="7665"/>
                </a:lnTo>
                <a:lnTo>
                  <a:pt x="4527" y="7543"/>
                </a:lnTo>
                <a:lnTo>
                  <a:pt x="4600" y="7495"/>
                </a:lnTo>
                <a:lnTo>
                  <a:pt x="4697" y="7470"/>
                </a:lnTo>
                <a:close/>
                <a:moveTo>
                  <a:pt x="11169" y="7470"/>
                </a:moveTo>
                <a:lnTo>
                  <a:pt x="11242" y="7495"/>
                </a:lnTo>
                <a:lnTo>
                  <a:pt x="11315" y="7543"/>
                </a:lnTo>
                <a:lnTo>
                  <a:pt x="11364" y="7616"/>
                </a:lnTo>
                <a:lnTo>
                  <a:pt x="11388" y="7714"/>
                </a:lnTo>
                <a:lnTo>
                  <a:pt x="11388" y="7787"/>
                </a:lnTo>
                <a:lnTo>
                  <a:pt x="11364" y="7908"/>
                </a:lnTo>
                <a:lnTo>
                  <a:pt x="11291" y="7981"/>
                </a:lnTo>
                <a:lnTo>
                  <a:pt x="11218" y="8054"/>
                </a:lnTo>
                <a:lnTo>
                  <a:pt x="11096" y="8079"/>
                </a:lnTo>
                <a:lnTo>
                  <a:pt x="10975" y="8054"/>
                </a:lnTo>
                <a:lnTo>
                  <a:pt x="10902" y="7981"/>
                </a:lnTo>
                <a:lnTo>
                  <a:pt x="10829" y="7908"/>
                </a:lnTo>
                <a:lnTo>
                  <a:pt x="10804" y="7787"/>
                </a:lnTo>
                <a:lnTo>
                  <a:pt x="10829" y="7665"/>
                </a:lnTo>
                <a:lnTo>
                  <a:pt x="10902" y="7543"/>
                </a:lnTo>
                <a:lnTo>
                  <a:pt x="10975" y="7495"/>
                </a:lnTo>
                <a:lnTo>
                  <a:pt x="11072" y="7470"/>
                </a:lnTo>
                <a:close/>
                <a:moveTo>
                  <a:pt x="4770" y="7081"/>
                </a:moveTo>
                <a:lnTo>
                  <a:pt x="4600" y="7105"/>
                </a:lnTo>
                <a:lnTo>
                  <a:pt x="4429" y="7178"/>
                </a:lnTo>
                <a:lnTo>
                  <a:pt x="4308" y="7300"/>
                </a:lnTo>
                <a:lnTo>
                  <a:pt x="4186" y="7446"/>
                </a:lnTo>
                <a:lnTo>
                  <a:pt x="4113" y="7568"/>
                </a:lnTo>
                <a:lnTo>
                  <a:pt x="4064" y="7714"/>
                </a:lnTo>
                <a:lnTo>
                  <a:pt x="4016" y="7835"/>
                </a:lnTo>
                <a:lnTo>
                  <a:pt x="4016" y="7981"/>
                </a:lnTo>
                <a:lnTo>
                  <a:pt x="3967" y="8225"/>
                </a:lnTo>
                <a:lnTo>
                  <a:pt x="3967" y="8395"/>
                </a:lnTo>
                <a:lnTo>
                  <a:pt x="4016" y="8565"/>
                </a:lnTo>
                <a:lnTo>
                  <a:pt x="4064" y="8711"/>
                </a:lnTo>
                <a:lnTo>
                  <a:pt x="4162" y="8833"/>
                </a:lnTo>
                <a:lnTo>
                  <a:pt x="4259" y="8955"/>
                </a:lnTo>
                <a:lnTo>
                  <a:pt x="4381" y="9028"/>
                </a:lnTo>
                <a:lnTo>
                  <a:pt x="4527" y="9101"/>
                </a:lnTo>
                <a:lnTo>
                  <a:pt x="4697" y="9149"/>
                </a:lnTo>
                <a:lnTo>
                  <a:pt x="4892" y="9174"/>
                </a:lnTo>
                <a:lnTo>
                  <a:pt x="5062" y="9149"/>
                </a:lnTo>
                <a:lnTo>
                  <a:pt x="5232" y="9101"/>
                </a:lnTo>
                <a:lnTo>
                  <a:pt x="5378" y="9028"/>
                </a:lnTo>
                <a:lnTo>
                  <a:pt x="5500" y="8930"/>
                </a:lnTo>
                <a:lnTo>
                  <a:pt x="5622" y="8809"/>
                </a:lnTo>
                <a:lnTo>
                  <a:pt x="5719" y="8663"/>
                </a:lnTo>
                <a:lnTo>
                  <a:pt x="5792" y="8517"/>
                </a:lnTo>
                <a:lnTo>
                  <a:pt x="5841" y="8346"/>
                </a:lnTo>
                <a:lnTo>
                  <a:pt x="5865" y="8176"/>
                </a:lnTo>
                <a:lnTo>
                  <a:pt x="5841" y="8006"/>
                </a:lnTo>
                <a:lnTo>
                  <a:pt x="5816" y="7835"/>
                </a:lnTo>
                <a:lnTo>
                  <a:pt x="5768" y="7689"/>
                </a:lnTo>
                <a:lnTo>
                  <a:pt x="5695" y="7519"/>
                </a:lnTo>
                <a:lnTo>
                  <a:pt x="5573" y="7397"/>
                </a:lnTo>
                <a:lnTo>
                  <a:pt x="5427" y="7251"/>
                </a:lnTo>
                <a:lnTo>
                  <a:pt x="5281" y="7154"/>
                </a:lnTo>
                <a:lnTo>
                  <a:pt x="5111" y="7105"/>
                </a:lnTo>
                <a:lnTo>
                  <a:pt x="4940" y="7081"/>
                </a:lnTo>
                <a:close/>
                <a:moveTo>
                  <a:pt x="11145" y="7081"/>
                </a:moveTo>
                <a:lnTo>
                  <a:pt x="10975" y="7105"/>
                </a:lnTo>
                <a:lnTo>
                  <a:pt x="10804" y="7178"/>
                </a:lnTo>
                <a:lnTo>
                  <a:pt x="10683" y="7300"/>
                </a:lnTo>
                <a:lnTo>
                  <a:pt x="10561" y="7446"/>
                </a:lnTo>
                <a:lnTo>
                  <a:pt x="10488" y="7568"/>
                </a:lnTo>
                <a:lnTo>
                  <a:pt x="10439" y="7714"/>
                </a:lnTo>
                <a:lnTo>
                  <a:pt x="10391" y="7835"/>
                </a:lnTo>
                <a:lnTo>
                  <a:pt x="10391" y="7981"/>
                </a:lnTo>
                <a:lnTo>
                  <a:pt x="10342" y="8225"/>
                </a:lnTo>
                <a:lnTo>
                  <a:pt x="10342" y="8395"/>
                </a:lnTo>
                <a:lnTo>
                  <a:pt x="10391" y="8565"/>
                </a:lnTo>
                <a:lnTo>
                  <a:pt x="10439" y="8711"/>
                </a:lnTo>
                <a:lnTo>
                  <a:pt x="10537" y="8833"/>
                </a:lnTo>
                <a:lnTo>
                  <a:pt x="10634" y="8955"/>
                </a:lnTo>
                <a:lnTo>
                  <a:pt x="10756" y="9028"/>
                </a:lnTo>
                <a:lnTo>
                  <a:pt x="10902" y="9101"/>
                </a:lnTo>
                <a:lnTo>
                  <a:pt x="11072" y="9149"/>
                </a:lnTo>
                <a:lnTo>
                  <a:pt x="11267" y="9174"/>
                </a:lnTo>
                <a:lnTo>
                  <a:pt x="11437" y="9149"/>
                </a:lnTo>
                <a:lnTo>
                  <a:pt x="11607" y="9101"/>
                </a:lnTo>
                <a:lnTo>
                  <a:pt x="11753" y="9028"/>
                </a:lnTo>
                <a:lnTo>
                  <a:pt x="11875" y="8930"/>
                </a:lnTo>
                <a:lnTo>
                  <a:pt x="11997" y="8809"/>
                </a:lnTo>
                <a:lnTo>
                  <a:pt x="12094" y="8663"/>
                </a:lnTo>
                <a:lnTo>
                  <a:pt x="12167" y="8517"/>
                </a:lnTo>
                <a:lnTo>
                  <a:pt x="12216" y="8346"/>
                </a:lnTo>
                <a:lnTo>
                  <a:pt x="12240" y="8176"/>
                </a:lnTo>
                <a:lnTo>
                  <a:pt x="12216" y="8006"/>
                </a:lnTo>
                <a:lnTo>
                  <a:pt x="12191" y="7835"/>
                </a:lnTo>
                <a:lnTo>
                  <a:pt x="12143" y="7689"/>
                </a:lnTo>
                <a:lnTo>
                  <a:pt x="12070" y="7519"/>
                </a:lnTo>
                <a:lnTo>
                  <a:pt x="11948" y="7397"/>
                </a:lnTo>
                <a:lnTo>
                  <a:pt x="11802" y="7251"/>
                </a:lnTo>
                <a:lnTo>
                  <a:pt x="11656" y="7154"/>
                </a:lnTo>
                <a:lnTo>
                  <a:pt x="11486" y="7105"/>
                </a:lnTo>
                <a:lnTo>
                  <a:pt x="11315" y="7081"/>
                </a:lnTo>
                <a:close/>
                <a:moveTo>
                  <a:pt x="11972" y="10925"/>
                </a:moveTo>
                <a:lnTo>
                  <a:pt x="11875" y="10974"/>
                </a:lnTo>
                <a:lnTo>
                  <a:pt x="11778" y="11047"/>
                </a:lnTo>
                <a:lnTo>
                  <a:pt x="11607" y="11290"/>
                </a:lnTo>
                <a:lnTo>
                  <a:pt x="11413" y="11485"/>
                </a:lnTo>
                <a:lnTo>
                  <a:pt x="11194" y="11680"/>
                </a:lnTo>
                <a:lnTo>
                  <a:pt x="10950" y="11850"/>
                </a:lnTo>
                <a:lnTo>
                  <a:pt x="10707" y="11996"/>
                </a:lnTo>
                <a:lnTo>
                  <a:pt x="10439" y="12118"/>
                </a:lnTo>
                <a:lnTo>
                  <a:pt x="10172" y="12215"/>
                </a:lnTo>
                <a:lnTo>
                  <a:pt x="9880" y="12312"/>
                </a:lnTo>
                <a:lnTo>
                  <a:pt x="9588" y="12385"/>
                </a:lnTo>
                <a:lnTo>
                  <a:pt x="9296" y="12434"/>
                </a:lnTo>
                <a:lnTo>
                  <a:pt x="8712" y="12507"/>
                </a:lnTo>
                <a:lnTo>
                  <a:pt x="8128" y="12531"/>
                </a:lnTo>
                <a:lnTo>
                  <a:pt x="7568" y="12507"/>
                </a:lnTo>
                <a:lnTo>
                  <a:pt x="7325" y="12483"/>
                </a:lnTo>
                <a:lnTo>
                  <a:pt x="7106" y="12434"/>
                </a:lnTo>
                <a:lnTo>
                  <a:pt x="6668" y="12312"/>
                </a:lnTo>
                <a:lnTo>
                  <a:pt x="6230" y="12166"/>
                </a:lnTo>
                <a:lnTo>
                  <a:pt x="5816" y="11996"/>
                </a:lnTo>
                <a:lnTo>
                  <a:pt x="5427" y="11826"/>
                </a:lnTo>
                <a:lnTo>
                  <a:pt x="5013" y="11631"/>
                </a:lnTo>
                <a:lnTo>
                  <a:pt x="4794" y="11509"/>
                </a:lnTo>
                <a:lnTo>
                  <a:pt x="4600" y="11388"/>
                </a:lnTo>
                <a:lnTo>
                  <a:pt x="4454" y="11242"/>
                </a:lnTo>
                <a:lnTo>
                  <a:pt x="4308" y="11096"/>
                </a:lnTo>
                <a:lnTo>
                  <a:pt x="4259" y="11047"/>
                </a:lnTo>
                <a:lnTo>
                  <a:pt x="4210" y="11023"/>
                </a:lnTo>
                <a:lnTo>
                  <a:pt x="4089" y="11023"/>
                </a:lnTo>
                <a:lnTo>
                  <a:pt x="4040" y="11071"/>
                </a:lnTo>
                <a:lnTo>
                  <a:pt x="3991" y="11096"/>
                </a:lnTo>
                <a:lnTo>
                  <a:pt x="3991" y="11169"/>
                </a:lnTo>
                <a:lnTo>
                  <a:pt x="3991" y="11242"/>
                </a:lnTo>
                <a:lnTo>
                  <a:pt x="4016" y="11339"/>
                </a:lnTo>
                <a:lnTo>
                  <a:pt x="4064" y="11436"/>
                </a:lnTo>
                <a:lnTo>
                  <a:pt x="4210" y="11631"/>
                </a:lnTo>
                <a:lnTo>
                  <a:pt x="4381" y="11801"/>
                </a:lnTo>
                <a:lnTo>
                  <a:pt x="4575" y="11947"/>
                </a:lnTo>
                <a:lnTo>
                  <a:pt x="4794" y="12069"/>
                </a:lnTo>
                <a:lnTo>
                  <a:pt x="5038" y="12191"/>
                </a:lnTo>
                <a:lnTo>
                  <a:pt x="5451" y="12385"/>
                </a:lnTo>
                <a:lnTo>
                  <a:pt x="5938" y="12604"/>
                </a:lnTo>
                <a:lnTo>
                  <a:pt x="6424" y="12799"/>
                </a:lnTo>
                <a:lnTo>
                  <a:pt x="6935" y="12945"/>
                </a:lnTo>
                <a:lnTo>
                  <a:pt x="7446" y="13042"/>
                </a:lnTo>
                <a:lnTo>
                  <a:pt x="7763" y="13067"/>
                </a:lnTo>
                <a:lnTo>
                  <a:pt x="8079" y="13091"/>
                </a:lnTo>
                <a:lnTo>
                  <a:pt x="8420" y="13091"/>
                </a:lnTo>
                <a:lnTo>
                  <a:pt x="8760" y="13067"/>
                </a:lnTo>
                <a:lnTo>
                  <a:pt x="9101" y="13042"/>
                </a:lnTo>
                <a:lnTo>
                  <a:pt x="9442" y="12969"/>
                </a:lnTo>
                <a:lnTo>
                  <a:pt x="9758" y="12896"/>
                </a:lnTo>
                <a:lnTo>
                  <a:pt x="10099" y="12799"/>
                </a:lnTo>
                <a:lnTo>
                  <a:pt x="10415" y="12702"/>
                </a:lnTo>
                <a:lnTo>
                  <a:pt x="10731" y="12556"/>
                </a:lnTo>
                <a:lnTo>
                  <a:pt x="11023" y="12410"/>
                </a:lnTo>
                <a:lnTo>
                  <a:pt x="11315" y="12239"/>
                </a:lnTo>
                <a:lnTo>
                  <a:pt x="11583" y="12045"/>
                </a:lnTo>
                <a:lnTo>
                  <a:pt x="11826" y="11826"/>
                </a:lnTo>
                <a:lnTo>
                  <a:pt x="12045" y="11582"/>
                </a:lnTo>
                <a:lnTo>
                  <a:pt x="12264" y="11339"/>
                </a:lnTo>
                <a:lnTo>
                  <a:pt x="12313" y="11217"/>
                </a:lnTo>
                <a:lnTo>
                  <a:pt x="12289" y="11120"/>
                </a:lnTo>
                <a:lnTo>
                  <a:pt x="12240" y="11047"/>
                </a:lnTo>
                <a:lnTo>
                  <a:pt x="12167" y="10974"/>
                </a:lnTo>
                <a:lnTo>
                  <a:pt x="12070" y="10950"/>
                </a:lnTo>
                <a:lnTo>
                  <a:pt x="11972" y="10925"/>
                </a:lnTo>
                <a:close/>
                <a:moveTo>
                  <a:pt x="8493" y="682"/>
                </a:moveTo>
                <a:lnTo>
                  <a:pt x="8663" y="706"/>
                </a:lnTo>
                <a:lnTo>
                  <a:pt x="9101" y="755"/>
                </a:lnTo>
                <a:lnTo>
                  <a:pt x="9539" y="803"/>
                </a:lnTo>
                <a:lnTo>
                  <a:pt x="10001" y="901"/>
                </a:lnTo>
                <a:lnTo>
                  <a:pt x="10439" y="1022"/>
                </a:lnTo>
                <a:lnTo>
                  <a:pt x="10780" y="1120"/>
                </a:lnTo>
                <a:lnTo>
                  <a:pt x="11121" y="1241"/>
                </a:lnTo>
                <a:lnTo>
                  <a:pt x="11437" y="1411"/>
                </a:lnTo>
                <a:lnTo>
                  <a:pt x="11753" y="1557"/>
                </a:lnTo>
                <a:lnTo>
                  <a:pt x="11753" y="1582"/>
                </a:lnTo>
                <a:lnTo>
                  <a:pt x="11729" y="1655"/>
                </a:lnTo>
                <a:lnTo>
                  <a:pt x="11729" y="1752"/>
                </a:lnTo>
                <a:lnTo>
                  <a:pt x="11753" y="1801"/>
                </a:lnTo>
                <a:lnTo>
                  <a:pt x="11826" y="1825"/>
                </a:lnTo>
                <a:lnTo>
                  <a:pt x="11899" y="1825"/>
                </a:lnTo>
                <a:lnTo>
                  <a:pt x="11948" y="1776"/>
                </a:lnTo>
                <a:lnTo>
                  <a:pt x="11972" y="1752"/>
                </a:lnTo>
                <a:lnTo>
                  <a:pt x="11997" y="1752"/>
                </a:lnTo>
                <a:lnTo>
                  <a:pt x="11997" y="1728"/>
                </a:lnTo>
                <a:lnTo>
                  <a:pt x="12021" y="1728"/>
                </a:lnTo>
                <a:lnTo>
                  <a:pt x="12143" y="1801"/>
                </a:lnTo>
                <a:lnTo>
                  <a:pt x="12094" y="1874"/>
                </a:lnTo>
                <a:lnTo>
                  <a:pt x="12094" y="1947"/>
                </a:lnTo>
                <a:lnTo>
                  <a:pt x="12094" y="1995"/>
                </a:lnTo>
                <a:lnTo>
                  <a:pt x="12143" y="2020"/>
                </a:lnTo>
                <a:lnTo>
                  <a:pt x="12167" y="2044"/>
                </a:lnTo>
                <a:lnTo>
                  <a:pt x="12216" y="2020"/>
                </a:lnTo>
                <a:lnTo>
                  <a:pt x="12240" y="1995"/>
                </a:lnTo>
                <a:lnTo>
                  <a:pt x="12313" y="1922"/>
                </a:lnTo>
                <a:lnTo>
                  <a:pt x="12337" y="1922"/>
                </a:lnTo>
                <a:lnTo>
                  <a:pt x="12532" y="2068"/>
                </a:lnTo>
                <a:lnTo>
                  <a:pt x="12483" y="2190"/>
                </a:lnTo>
                <a:lnTo>
                  <a:pt x="12483" y="2239"/>
                </a:lnTo>
                <a:lnTo>
                  <a:pt x="12508" y="2336"/>
                </a:lnTo>
                <a:lnTo>
                  <a:pt x="12532" y="2385"/>
                </a:lnTo>
                <a:lnTo>
                  <a:pt x="12556" y="2409"/>
                </a:lnTo>
                <a:lnTo>
                  <a:pt x="12581" y="2409"/>
                </a:lnTo>
                <a:lnTo>
                  <a:pt x="12629" y="2385"/>
                </a:lnTo>
                <a:lnTo>
                  <a:pt x="12678" y="2360"/>
                </a:lnTo>
                <a:lnTo>
                  <a:pt x="12751" y="2287"/>
                </a:lnTo>
                <a:lnTo>
                  <a:pt x="12775" y="2239"/>
                </a:lnTo>
                <a:lnTo>
                  <a:pt x="12970" y="2409"/>
                </a:lnTo>
                <a:lnTo>
                  <a:pt x="12873" y="2531"/>
                </a:lnTo>
                <a:lnTo>
                  <a:pt x="12848" y="2604"/>
                </a:lnTo>
                <a:lnTo>
                  <a:pt x="12824" y="2677"/>
                </a:lnTo>
                <a:lnTo>
                  <a:pt x="12824" y="2725"/>
                </a:lnTo>
                <a:lnTo>
                  <a:pt x="12873" y="2750"/>
                </a:lnTo>
                <a:lnTo>
                  <a:pt x="12921" y="2774"/>
                </a:lnTo>
                <a:lnTo>
                  <a:pt x="12946" y="2774"/>
                </a:lnTo>
                <a:lnTo>
                  <a:pt x="13067" y="2701"/>
                </a:lnTo>
                <a:lnTo>
                  <a:pt x="13189" y="2604"/>
                </a:lnTo>
                <a:lnTo>
                  <a:pt x="13311" y="2725"/>
                </a:lnTo>
                <a:lnTo>
                  <a:pt x="13384" y="2823"/>
                </a:lnTo>
                <a:lnTo>
                  <a:pt x="13262" y="3017"/>
                </a:lnTo>
                <a:lnTo>
                  <a:pt x="13213" y="3066"/>
                </a:lnTo>
                <a:lnTo>
                  <a:pt x="13189" y="3163"/>
                </a:lnTo>
                <a:lnTo>
                  <a:pt x="13165" y="3236"/>
                </a:lnTo>
                <a:lnTo>
                  <a:pt x="13189" y="3285"/>
                </a:lnTo>
                <a:lnTo>
                  <a:pt x="13238" y="3309"/>
                </a:lnTo>
                <a:lnTo>
                  <a:pt x="13335" y="3285"/>
                </a:lnTo>
                <a:lnTo>
                  <a:pt x="13408" y="3236"/>
                </a:lnTo>
                <a:lnTo>
                  <a:pt x="13554" y="3115"/>
                </a:lnTo>
                <a:lnTo>
                  <a:pt x="13578" y="3042"/>
                </a:lnTo>
                <a:lnTo>
                  <a:pt x="13773" y="3309"/>
                </a:lnTo>
                <a:lnTo>
                  <a:pt x="13676" y="3407"/>
                </a:lnTo>
                <a:lnTo>
                  <a:pt x="13554" y="3504"/>
                </a:lnTo>
                <a:lnTo>
                  <a:pt x="13505" y="3577"/>
                </a:lnTo>
                <a:lnTo>
                  <a:pt x="13481" y="3650"/>
                </a:lnTo>
                <a:lnTo>
                  <a:pt x="13481" y="3699"/>
                </a:lnTo>
                <a:lnTo>
                  <a:pt x="13505" y="3723"/>
                </a:lnTo>
                <a:lnTo>
                  <a:pt x="13603" y="3747"/>
                </a:lnTo>
                <a:lnTo>
                  <a:pt x="13700" y="3723"/>
                </a:lnTo>
                <a:lnTo>
                  <a:pt x="13773" y="3674"/>
                </a:lnTo>
                <a:lnTo>
                  <a:pt x="13870" y="3626"/>
                </a:lnTo>
                <a:lnTo>
                  <a:pt x="13968" y="3577"/>
                </a:lnTo>
                <a:lnTo>
                  <a:pt x="14162" y="3918"/>
                </a:lnTo>
                <a:lnTo>
                  <a:pt x="14065" y="3991"/>
                </a:lnTo>
                <a:lnTo>
                  <a:pt x="13870" y="4161"/>
                </a:lnTo>
                <a:lnTo>
                  <a:pt x="13773" y="4234"/>
                </a:lnTo>
                <a:lnTo>
                  <a:pt x="13700" y="4331"/>
                </a:lnTo>
                <a:lnTo>
                  <a:pt x="13700" y="4356"/>
                </a:lnTo>
                <a:lnTo>
                  <a:pt x="13724" y="4380"/>
                </a:lnTo>
                <a:lnTo>
                  <a:pt x="13846" y="4380"/>
                </a:lnTo>
                <a:lnTo>
                  <a:pt x="13943" y="4356"/>
                </a:lnTo>
                <a:lnTo>
                  <a:pt x="14065" y="4307"/>
                </a:lnTo>
                <a:lnTo>
                  <a:pt x="14162" y="4234"/>
                </a:lnTo>
                <a:lnTo>
                  <a:pt x="14284" y="4161"/>
                </a:lnTo>
                <a:lnTo>
                  <a:pt x="14503" y="4696"/>
                </a:lnTo>
                <a:lnTo>
                  <a:pt x="14332" y="4769"/>
                </a:lnTo>
                <a:lnTo>
                  <a:pt x="14211" y="4842"/>
                </a:lnTo>
                <a:lnTo>
                  <a:pt x="14065" y="4940"/>
                </a:lnTo>
                <a:lnTo>
                  <a:pt x="13968" y="5061"/>
                </a:lnTo>
                <a:lnTo>
                  <a:pt x="13919" y="5134"/>
                </a:lnTo>
                <a:lnTo>
                  <a:pt x="13895" y="5207"/>
                </a:lnTo>
                <a:lnTo>
                  <a:pt x="13895" y="5256"/>
                </a:lnTo>
                <a:lnTo>
                  <a:pt x="13919" y="5280"/>
                </a:lnTo>
                <a:lnTo>
                  <a:pt x="13968" y="5305"/>
                </a:lnTo>
                <a:lnTo>
                  <a:pt x="14016" y="5305"/>
                </a:lnTo>
                <a:lnTo>
                  <a:pt x="14114" y="5256"/>
                </a:lnTo>
                <a:lnTo>
                  <a:pt x="14235" y="5183"/>
                </a:lnTo>
                <a:lnTo>
                  <a:pt x="14551" y="5037"/>
                </a:lnTo>
                <a:lnTo>
                  <a:pt x="14600" y="5013"/>
                </a:lnTo>
                <a:lnTo>
                  <a:pt x="14770" y="5524"/>
                </a:lnTo>
                <a:lnTo>
                  <a:pt x="14430" y="5670"/>
                </a:lnTo>
                <a:lnTo>
                  <a:pt x="14162" y="5791"/>
                </a:lnTo>
                <a:lnTo>
                  <a:pt x="13919" y="5937"/>
                </a:lnTo>
                <a:lnTo>
                  <a:pt x="13919" y="5986"/>
                </a:lnTo>
                <a:lnTo>
                  <a:pt x="13943" y="6010"/>
                </a:lnTo>
                <a:lnTo>
                  <a:pt x="14089" y="6035"/>
                </a:lnTo>
                <a:lnTo>
                  <a:pt x="14235" y="6059"/>
                </a:lnTo>
                <a:lnTo>
                  <a:pt x="14381" y="6035"/>
                </a:lnTo>
                <a:lnTo>
                  <a:pt x="14527" y="6010"/>
                </a:lnTo>
                <a:lnTo>
                  <a:pt x="14843" y="5889"/>
                </a:lnTo>
                <a:lnTo>
                  <a:pt x="14965" y="6424"/>
                </a:lnTo>
                <a:lnTo>
                  <a:pt x="14795" y="6497"/>
                </a:lnTo>
                <a:lnTo>
                  <a:pt x="14405" y="6619"/>
                </a:lnTo>
                <a:lnTo>
                  <a:pt x="14041" y="6740"/>
                </a:lnTo>
                <a:lnTo>
                  <a:pt x="13992" y="6789"/>
                </a:lnTo>
                <a:lnTo>
                  <a:pt x="13992" y="6813"/>
                </a:lnTo>
                <a:lnTo>
                  <a:pt x="13992" y="6862"/>
                </a:lnTo>
                <a:lnTo>
                  <a:pt x="14041" y="6886"/>
                </a:lnTo>
                <a:lnTo>
                  <a:pt x="14235" y="6886"/>
                </a:lnTo>
                <a:lnTo>
                  <a:pt x="14430" y="6862"/>
                </a:lnTo>
                <a:lnTo>
                  <a:pt x="14795" y="6813"/>
                </a:lnTo>
                <a:lnTo>
                  <a:pt x="15038" y="6740"/>
                </a:lnTo>
                <a:lnTo>
                  <a:pt x="15111" y="7178"/>
                </a:lnTo>
                <a:lnTo>
                  <a:pt x="14843" y="7227"/>
                </a:lnTo>
                <a:lnTo>
                  <a:pt x="14430" y="7349"/>
                </a:lnTo>
                <a:lnTo>
                  <a:pt x="14235" y="7422"/>
                </a:lnTo>
                <a:lnTo>
                  <a:pt x="14065" y="7543"/>
                </a:lnTo>
                <a:lnTo>
                  <a:pt x="14041" y="7592"/>
                </a:lnTo>
                <a:lnTo>
                  <a:pt x="14041" y="7665"/>
                </a:lnTo>
                <a:lnTo>
                  <a:pt x="14089" y="7714"/>
                </a:lnTo>
                <a:lnTo>
                  <a:pt x="14138" y="7738"/>
                </a:lnTo>
                <a:lnTo>
                  <a:pt x="14357" y="7714"/>
                </a:lnTo>
                <a:lnTo>
                  <a:pt x="14551" y="7665"/>
                </a:lnTo>
                <a:lnTo>
                  <a:pt x="14941" y="7568"/>
                </a:lnTo>
                <a:lnTo>
                  <a:pt x="15135" y="7519"/>
                </a:lnTo>
                <a:lnTo>
                  <a:pt x="15184" y="7981"/>
                </a:lnTo>
                <a:lnTo>
                  <a:pt x="14868" y="8030"/>
                </a:lnTo>
                <a:lnTo>
                  <a:pt x="14624" y="8054"/>
                </a:lnTo>
                <a:lnTo>
                  <a:pt x="14381" y="8079"/>
                </a:lnTo>
                <a:lnTo>
                  <a:pt x="14235" y="8103"/>
                </a:lnTo>
                <a:lnTo>
                  <a:pt x="14138" y="8152"/>
                </a:lnTo>
                <a:lnTo>
                  <a:pt x="14016" y="8200"/>
                </a:lnTo>
                <a:lnTo>
                  <a:pt x="13943" y="8298"/>
                </a:lnTo>
                <a:lnTo>
                  <a:pt x="13919" y="8322"/>
                </a:lnTo>
                <a:lnTo>
                  <a:pt x="13919" y="8346"/>
                </a:lnTo>
                <a:lnTo>
                  <a:pt x="13943" y="8395"/>
                </a:lnTo>
                <a:lnTo>
                  <a:pt x="13968" y="8395"/>
                </a:lnTo>
                <a:lnTo>
                  <a:pt x="14089" y="8419"/>
                </a:lnTo>
                <a:lnTo>
                  <a:pt x="14211" y="8444"/>
                </a:lnTo>
                <a:lnTo>
                  <a:pt x="14478" y="8444"/>
                </a:lnTo>
                <a:lnTo>
                  <a:pt x="14989" y="8395"/>
                </a:lnTo>
                <a:lnTo>
                  <a:pt x="15208" y="8395"/>
                </a:lnTo>
                <a:lnTo>
                  <a:pt x="15208" y="8857"/>
                </a:lnTo>
                <a:lnTo>
                  <a:pt x="14722" y="8882"/>
                </a:lnTo>
                <a:lnTo>
                  <a:pt x="14503" y="8882"/>
                </a:lnTo>
                <a:lnTo>
                  <a:pt x="14284" y="8906"/>
                </a:lnTo>
                <a:lnTo>
                  <a:pt x="14065" y="8955"/>
                </a:lnTo>
                <a:lnTo>
                  <a:pt x="13968" y="8979"/>
                </a:lnTo>
                <a:lnTo>
                  <a:pt x="13870" y="9028"/>
                </a:lnTo>
                <a:lnTo>
                  <a:pt x="13870" y="9052"/>
                </a:lnTo>
                <a:lnTo>
                  <a:pt x="13870" y="9076"/>
                </a:lnTo>
                <a:lnTo>
                  <a:pt x="13968" y="9125"/>
                </a:lnTo>
                <a:lnTo>
                  <a:pt x="14065" y="9174"/>
                </a:lnTo>
                <a:lnTo>
                  <a:pt x="14284" y="9222"/>
                </a:lnTo>
                <a:lnTo>
                  <a:pt x="14722" y="9222"/>
                </a:lnTo>
                <a:lnTo>
                  <a:pt x="14941" y="9247"/>
                </a:lnTo>
                <a:lnTo>
                  <a:pt x="15184" y="9247"/>
                </a:lnTo>
                <a:lnTo>
                  <a:pt x="15160" y="9465"/>
                </a:lnTo>
                <a:lnTo>
                  <a:pt x="14965" y="9514"/>
                </a:lnTo>
                <a:lnTo>
                  <a:pt x="14722" y="9563"/>
                </a:lnTo>
                <a:lnTo>
                  <a:pt x="14503" y="9660"/>
                </a:lnTo>
                <a:lnTo>
                  <a:pt x="14260" y="9757"/>
                </a:lnTo>
                <a:lnTo>
                  <a:pt x="14041" y="9879"/>
                </a:lnTo>
                <a:lnTo>
                  <a:pt x="14016" y="9903"/>
                </a:lnTo>
                <a:lnTo>
                  <a:pt x="14016" y="9952"/>
                </a:lnTo>
                <a:lnTo>
                  <a:pt x="14041" y="9976"/>
                </a:lnTo>
                <a:lnTo>
                  <a:pt x="14089" y="9976"/>
                </a:lnTo>
                <a:lnTo>
                  <a:pt x="14308" y="10001"/>
                </a:lnTo>
                <a:lnTo>
                  <a:pt x="14527" y="9976"/>
                </a:lnTo>
                <a:lnTo>
                  <a:pt x="14965" y="9903"/>
                </a:lnTo>
                <a:lnTo>
                  <a:pt x="15087" y="9879"/>
                </a:lnTo>
                <a:lnTo>
                  <a:pt x="14989" y="10390"/>
                </a:lnTo>
                <a:lnTo>
                  <a:pt x="14527" y="10463"/>
                </a:lnTo>
                <a:lnTo>
                  <a:pt x="14357" y="10487"/>
                </a:lnTo>
                <a:lnTo>
                  <a:pt x="14162" y="10512"/>
                </a:lnTo>
                <a:lnTo>
                  <a:pt x="13992" y="10560"/>
                </a:lnTo>
                <a:lnTo>
                  <a:pt x="13919" y="10609"/>
                </a:lnTo>
                <a:lnTo>
                  <a:pt x="13870" y="10682"/>
                </a:lnTo>
                <a:lnTo>
                  <a:pt x="13846" y="10731"/>
                </a:lnTo>
                <a:lnTo>
                  <a:pt x="13846" y="10804"/>
                </a:lnTo>
                <a:lnTo>
                  <a:pt x="13870" y="10852"/>
                </a:lnTo>
                <a:lnTo>
                  <a:pt x="13919" y="10901"/>
                </a:lnTo>
                <a:lnTo>
                  <a:pt x="13992" y="10925"/>
                </a:lnTo>
                <a:lnTo>
                  <a:pt x="14065" y="10950"/>
                </a:lnTo>
                <a:lnTo>
                  <a:pt x="14235" y="10950"/>
                </a:lnTo>
                <a:lnTo>
                  <a:pt x="14600" y="10901"/>
                </a:lnTo>
                <a:lnTo>
                  <a:pt x="14819" y="10877"/>
                </a:lnTo>
                <a:lnTo>
                  <a:pt x="14819" y="10877"/>
                </a:lnTo>
                <a:lnTo>
                  <a:pt x="14624" y="11339"/>
                </a:lnTo>
                <a:lnTo>
                  <a:pt x="14478" y="11339"/>
                </a:lnTo>
                <a:lnTo>
                  <a:pt x="14308" y="11315"/>
                </a:lnTo>
                <a:lnTo>
                  <a:pt x="14114" y="11339"/>
                </a:lnTo>
                <a:lnTo>
                  <a:pt x="13919" y="11363"/>
                </a:lnTo>
                <a:lnTo>
                  <a:pt x="13749" y="11436"/>
                </a:lnTo>
                <a:lnTo>
                  <a:pt x="13724" y="11461"/>
                </a:lnTo>
                <a:lnTo>
                  <a:pt x="13749" y="11485"/>
                </a:lnTo>
                <a:lnTo>
                  <a:pt x="13919" y="11558"/>
                </a:lnTo>
                <a:lnTo>
                  <a:pt x="14089" y="11607"/>
                </a:lnTo>
                <a:lnTo>
                  <a:pt x="14430" y="11655"/>
                </a:lnTo>
                <a:lnTo>
                  <a:pt x="14454" y="11655"/>
                </a:lnTo>
                <a:lnTo>
                  <a:pt x="14211" y="12069"/>
                </a:lnTo>
                <a:lnTo>
                  <a:pt x="13968" y="12069"/>
                </a:lnTo>
                <a:lnTo>
                  <a:pt x="13724" y="12093"/>
                </a:lnTo>
                <a:lnTo>
                  <a:pt x="13603" y="12069"/>
                </a:lnTo>
                <a:lnTo>
                  <a:pt x="13481" y="12045"/>
                </a:lnTo>
                <a:lnTo>
                  <a:pt x="13335" y="12020"/>
                </a:lnTo>
                <a:lnTo>
                  <a:pt x="13213" y="12020"/>
                </a:lnTo>
                <a:lnTo>
                  <a:pt x="13189" y="12045"/>
                </a:lnTo>
                <a:lnTo>
                  <a:pt x="13189" y="12069"/>
                </a:lnTo>
                <a:lnTo>
                  <a:pt x="13189" y="12166"/>
                </a:lnTo>
                <a:lnTo>
                  <a:pt x="13238" y="12239"/>
                </a:lnTo>
                <a:lnTo>
                  <a:pt x="13311" y="12312"/>
                </a:lnTo>
                <a:lnTo>
                  <a:pt x="13408" y="12361"/>
                </a:lnTo>
                <a:lnTo>
                  <a:pt x="13530" y="12385"/>
                </a:lnTo>
                <a:lnTo>
                  <a:pt x="13651" y="12410"/>
                </a:lnTo>
                <a:lnTo>
                  <a:pt x="13943" y="12434"/>
                </a:lnTo>
                <a:lnTo>
                  <a:pt x="13603" y="12823"/>
                </a:lnTo>
                <a:lnTo>
                  <a:pt x="13067" y="12726"/>
                </a:lnTo>
                <a:lnTo>
                  <a:pt x="12848" y="12677"/>
                </a:lnTo>
                <a:lnTo>
                  <a:pt x="12727" y="12677"/>
                </a:lnTo>
                <a:lnTo>
                  <a:pt x="12629" y="12702"/>
                </a:lnTo>
                <a:lnTo>
                  <a:pt x="12605" y="12726"/>
                </a:lnTo>
                <a:lnTo>
                  <a:pt x="12605" y="12775"/>
                </a:lnTo>
                <a:lnTo>
                  <a:pt x="12629" y="12848"/>
                </a:lnTo>
                <a:lnTo>
                  <a:pt x="12678" y="12921"/>
                </a:lnTo>
                <a:lnTo>
                  <a:pt x="12751" y="12969"/>
                </a:lnTo>
                <a:lnTo>
                  <a:pt x="12824" y="13018"/>
                </a:lnTo>
                <a:lnTo>
                  <a:pt x="13043" y="13115"/>
                </a:lnTo>
                <a:lnTo>
                  <a:pt x="13262" y="13164"/>
                </a:lnTo>
                <a:lnTo>
                  <a:pt x="13116" y="13286"/>
                </a:lnTo>
                <a:lnTo>
                  <a:pt x="13067" y="13286"/>
                </a:lnTo>
                <a:lnTo>
                  <a:pt x="12605" y="13261"/>
                </a:lnTo>
                <a:lnTo>
                  <a:pt x="12362" y="13213"/>
                </a:lnTo>
                <a:lnTo>
                  <a:pt x="12240" y="13188"/>
                </a:lnTo>
                <a:lnTo>
                  <a:pt x="12094" y="13188"/>
                </a:lnTo>
                <a:lnTo>
                  <a:pt x="12021" y="13213"/>
                </a:lnTo>
                <a:lnTo>
                  <a:pt x="11997" y="13261"/>
                </a:lnTo>
                <a:lnTo>
                  <a:pt x="11972" y="13334"/>
                </a:lnTo>
                <a:lnTo>
                  <a:pt x="12021" y="13383"/>
                </a:lnTo>
                <a:lnTo>
                  <a:pt x="12143" y="13505"/>
                </a:lnTo>
                <a:lnTo>
                  <a:pt x="12289" y="13578"/>
                </a:lnTo>
                <a:lnTo>
                  <a:pt x="12483" y="13626"/>
                </a:lnTo>
                <a:lnTo>
                  <a:pt x="12654" y="13651"/>
                </a:lnTo>
                <a:lnTo>
                  <a:pt x="12240" y="13943"/>
                </a:lnTo>
                <a:lnTo>
                  <a:pt x="12143" y="13918"/>
                </a:lnTo>
                <a:lnTo>
                  <a:pt x="11680" y="13821"/>
                </a:lnTo>
                <a:lnTo>
                  <a:pt x="11461" y="13772"/>
                </a:lnTo>
                <a:lnTo>
                  <a:pt x="11267" y="13724"/>
                </a:lnTo>
                <a:lnTo>
                  <a:pt x="11218" y="13748"/>
                </a:lnTo>
                <a:lnTo>
                  <a:pt x="11218" y="13821"/>
                </a:lnTo>
                <a:lnTo>
                  <a:pt x="11242" y="13894"/>
                </a:lnTo>
                <a:lnTo>
                  <a:pt x="11315" y="13967"/>
                </a:lnTo>
                <a:lnTo>
                  <a:pt x="11437" y="14064"/>
                </a:lnTo>
                <a:lnTo>
                  <a:pt x="11607" y="14137"/>
                </a:lnTo>
                <a:lnTo>
                  <a:pt x="11802" y="14210"/>
                </a:lnTo>
                <a:lnTo>
                  <a:pt x="11437" y="14381"/>
                </a:lnTo>
                <a:lnTo>
                  <a:pt x="11388" y="14332"/>
                </a:lnTo>
                <a:lnTo>
                  <a:pt x="11315" y="14308"/>
                </a:lnTo>
                <a:lnTo>
                  <a:pt x="11194" y="14259"/>
                </a:lnTo>
                <a:lnTo>
                  <a:pt x="10902" y="14235"/>
                </a:lnTo>
                <a:lnTo>
                  <a:pt x="10634" y="14210"/>
                </a:lnTo>
                <a:lnTo>
                  <a:pt x="10512" y="14210"/>
                </a:lnTo>
                <a:lnTo>
                  <a:pt x="10391" y="14235"/>
                </a:lnTo>
                <a:lnTo>
                  <a:pt x="10366" y="14235"/>
                </a:lnTo>
                <a:lnTo>
                  <a:pt x="10366" y="14283"/>
                </a:lnTo>
                <a:lnTo>
                  <a:pt x="10366" y="14332"/>
                </a:lnTo>
                <a:lnTo>
                  <a:pt x="10391" y="14381"/>
                </a:lnTo>
                <a:lnTo>
                  <a:pt x="10488" y="14478"/>
                </a:lnTo>
                <a:lnTo>
                  <a:pt x="10610" y="14551"/>
                </a:lnTo>
                <a:lnTo>
                  <a:pt x="10731" y="14575"/>
                </a:lnTo>
                <a:lnTo>
                  <a:pt x="10877" y="14624"/>
                </a:lnTo>
                <a:lnTo>
                  <a:pt x="10512" y="14746"/>
                </a:lnTo>
                <a:lnTo>
                  <a:pt x="10318" y="14673"/>
                </a:lnTo>
                <a:lnTo>
                  <a:pt x="10123" y="14624"/>
                </a:lnTo>
                <a:lnTo>
                  <a:pt x="9904" y="14600"/>
                </a:lnTo>
                <a:lnTo>
                  <a:pt x="9807" y="14600"/>
                </a:lnTo>
                <a:lnTo>
                  <a:pt x="9709" y="14648"/>
                </a:lnTo>
                <a:lnTo>
                  <a:pt x="9661" y="14673"/>
                </a:lnTo>
                <a:lnTo>
                  <a:pt x="9685" y="14721"/>
                </a:lnTo>
                <a:lnTo>
                  <a:pt x="9734" y="14794"/>
                </a:lnTo>
                <a:lnTo>
                  <a:pt x="9807" y="14843"/>
                </a:lnTo>
                <a:lnTo>
                  <a:pt x="9928" y="14916"/>
                </a:lnTo>
                <a:lnTo>
                  <a:pt x="9612" y="14989"/>
                </a:lnTo>
                <a:lnTo>
                  <a:pt x="9588" y="14940"/>
                </a:lnTo>
                <a:lnTo>
                  <a:pt x="9539" y="14916"/>
                </a:lnTo>
                <a:lnTo>
                  <a:pt x="9417" y="14867"/>
                </a:lnTo>
                <a:lnTo>
                  <a:pt x="9223" y="14843"/>
                </a:lnTo>
                <a:lnTo>
                  <a:pt x="9150" y="14843"/>
                </a:lnTo>
                <a:lnTo>
                  <a:pt x="9052" y="14867"/>
                </a:lnTo>
                <a:lnTo>
                  <a:pt x="9004" y="14916"/>
                </a:lnTo>
                <a:lnTo>
                  <a:pt x="8979" y="14965"/>
                </a:lnTo>
                <a:lnTo>
                  <a:pt x="8979" y="15013"/>
                </a:lnTo>
                <a:lnTo>
                  <a:pt x="9004" y="15062"/>
                </a:lnTo>
                <a:lnTo>
                  <a:pt x="9004" y="15086"/>
                </a:lnTo>
                <a:lnTo>
                  <a:pt x="8663" y="15135"/>
                </a:lnTo>
                <a:lnTo>
                  <a:pt x="8298" y="15159"/>
                </a:lnTo>
                <a:lnTo>
                  <a:pt x="7227" y="15159"/>
                </a:lnTo>
                <a:lnTo>
                  <a:pt x="6862" y="15111"/>
                </a:lnTo>
                <a:lnTo>
                  <a:pt x="6497" y="15062"/>
                </a:lnTo>
                <a:lnTo>
                  <a:pt x="6157" y="14989"/>
                </a:lnTo>
                <a:lnTo>
                  <a:pt x="5816" y="14916"/>
                </a:lnTo>
                <a:lnTo>
                  <a:pt x="5451" y="14819"/>
                </a:lnTo>
                <a:lnTo>
                  <a:pt x="5135" y="14697"/>
                </a:lnTo>
                <a:lnTo>
                  <a:pt x="4794" y="14575"/>
                </a:lnTo>
                <a:lnTo>
                  <a:pt x="4478" y="14405"/>
                </a:lnTo>
                <a:lnTo>
                  <a:pt x="4162" y="14259"/>
                </a:lnTo>
                <a:lnTo>
                  <a:pt x="3845" y="14064"/>
                </a:lnTo>
                <a:lnTo>
                  <a:pt x="3553" y="13870"/>
                </a:lnTo>
                <a:lnTo>
                  <a:pt x="3286" y="13675"/>
                </a:lnTo>
                <a:lnTo>
                  <a:pt x="3018" y="13456"/>
                </a:lnTo>
                <a:lnTo>
                  <a:pt x="2775" y="13237"/>
                </a:lnTo>
                <a:lnTo>
                  <a:pt x="2531" y="12994"/>
                </a:lnTo>
                <a:lnTo>
                  <a:pt x="2312" y="12775"/>
                </a:lnTo>
                <a:lnTo>
                  <a:pt x="2118" y="12507"/>
                </a:lnTo>
                <a:lnTo>
                  <a:pt x="1899" y="12239"/>
                </a:lnTo>
                <a:lnTo>
                  <a:pt x="1728" y="11972"/>
                </a:lnTo>
                <a:lnTo>
                  <a:pt x="1558" y="11704"/>
                </a:lnTo>
                <a:lnTo>
                  <a:pt x="1412" y="11412"/>
                </a:lnTo>
                <a:lnTo>
                  <a:pt x="1266" y="11120"/>
                </a:lnTo>
                <a:lnTo>
                  <a:pt x="1144" y="10828"/>
                </a:lnTo>
                <a:lnTo>
                  <a:pt x="1047" y="10512"/>
                </a:lnTo>
                <a:lnTo>
                  <a:pt x="950" y="10195"/>
                </a:lnTo>
                <a:lnTo>
                  <a:pt x="877" y="9879"/>
                </a:lnTo>
                <a:lnTo>
                  <a:pt x="828" y="9538"/>
                </a:lnTo>
                <a:lnTo>
                  <a:pt x="779" y="9003"/>
                </a:lnTo>
                <a:lnTo>
                  <a:pt x="755" y="8468"/>
                </a:lnTo>
                <a:lnTo>
                  <a:pt x="755" y="7933"/>
                </a:lnTo>
                <a:lnTo>
                  <a:pt x="779" y="7397"/>
                </a:lnTo>
                <a:lnTo>
                  <a:pt x="852" y="6862"/>
                </a:lnTo>
                <a:lnTo>
                  <a:pt x="950" y="6351"/>
                </a:lnTo>
                <a:lnTo>
                  <a:pt x="1096" y="5840"/>
                </a:lnTo>
                <a:lnTo>
                  <a:pt x="1266" y="5353"/>
                </a:lnTo>
                <a:lnTo>
                  <a:pt x="1388" y="5061"/>
                </a:lnTo>
                <a:lnTo>
                  <a:pt x="1558" y="4745"/>
                </a:lnTo>
                <a:lnTo>
                  <a:pt x="1753" y="4404"/>
                </a:lnTo>
                <a:lnTo>
                  <a:pt x="1996" y="4064"/>
                </a:lnTo>
                <a:lnTo>
                  <a:pt x="2264" y="3699"/>
                </a:lnTo>
                <a:lnTo>
                  <a:pt x="2556" y="3334"/>
                </a:lnTo>
                <a:lnTo>
                  <a:pt x="2896" y="2944"/>
                </a:lnTo>
                <a:lnTo>
                  <a:pt x="3261" y="2604"/>
                </a:lnTo>
                <a:lnTo>
                  <a:pt x="3651" y="2263"/>
                </a:lnTo>
                <a:lnTo>
                  <a:pt x="4089" y="1922"/>
                </a:lnTo>
                <a:lnTo>
                  <a:pt x="4527" y="1630"/>
                </a:lnTo>
                <a:lnTo>
                  <a:pt x="5013" y="1363"/>
                </a:lnTo>
                <a:lnTo>
                  <a:pt x="5524" y="1144"/>
                </a:lnTo>
                <a:lnTo>
                  <a:pt x="6035" y="974"/>
                </a:lnTo>
                <a:lnTo>
                  <a:pt x="6327" y="925"/>
                </a:lnTo>
                <a:lnTo>
                  <a:pt x="6595" y="876"/>
                </a:lnTo>
                <a:lnTo>
                  <a:pt x="6887" y="828"/>
                </a:lnTo>
                <a:lnTo>
                  <a:pt x="7179" y="803"/>
                </a:lnTo>
                <a:lnTo>
                  <a:pt x="7544" y="779"/>
                </a:lnTo>
                <a:lnTo>
                  <a:pt x="7933" y="730"/>
                </a:lnTo>
                <a:lnTo>
                  <a:pt x="8322" y="682"/>
                </a:lnTo>
                <a:close/>
                <a:moveTo>
                  <a:pt x="8152" y="0"/>
                </a:moveTo>
                <a:lnTo>
                  <a:pt x="7763" y="25"/>
                </a:lnTo>
                <a:lnTo>
                  <a:pt x="7373" y="73"/>
                </a:lnTo>
                <a:lnTo>
                  <a:pt x="7081" y="49"/>
                </a:lnTo>
                <a:lnTo>
                  <a:pt x="6789" y="49"/>
                </a:lnTo>
                <a:lnTo>
                  <a:pt x="6473" y="73"/>
                </a:lnTo>
                <a:lnTo>
                  <a:pt x="6157" y="146"/>
                </a:lnTo>
                <a:lnTo>
                  <a:pt x="5841" y="219"/>
                </a:lnTo>
                <a:lnTo>
                  <a:pt x="5549" y="317"/>
                </a:lnTo>
                <a:lnTo>
                  <a:pt x="5232" y="438"/>
                </a:lnTo>
                <a:lnTo>
                  <a:pt x="4916" y="560"/>
                </a:lnTo>
                <a:lnTo>
                  <a:pt x="4332" y="876"/>
                </a:lnTo>
                <a:lnTo>
                  <a:pt x="3748" y="1217"/>
                </a:lnTo>
                <a:lnTo>
                  <a:pt x="3237" y="1606"/>
                </a:lnTo>
                <a:lnTo>
                  <a:pt x="2775" y="1995"/>
                </a:lnTo>
                <a:lnTo>
                  <a:pt x="2507" y="2239"/>
                </a:lnTo>
                <a:lnTo>
                  <a:pt x="2264" y="2482"/>
                </a:lnTo>
                <a:lnTo>
                  <a:pt x="2045" y="2725"/>
                </a:lnTo>
                <a:lnTo>
                  <a:pt x="1826" y="2993"/>
                </a:lnTo>
                <a:lnTo>
                  <a:pt x="1631" y="3261"/>
                </a:lnTo>
                <a:lnTo>
                  <a:pt x="1461" y="3528"/>
                </a:lnTo>
                <a:lnTo>
                  <a:pt x="1120" y="4088"/>
                </a:lnTo>
                <a:lnTo>
                  <a:pt x="852" y="4696"/>
                </a:lnTo>
                <a:lnTo>
                  <a:pt x="609" y="5305"/>
                </a:lnTo>
                <a:lnTo>
                  <a:pt x="414" y="5962"/>
                </a:lnTo>
                <a:lnTo>
                  <a:pt x="220" y="6643"/>
                </a:lnTo>
                <a:lnTo>
                  <a:pt x="122" y="7008"/>
                </a:lnTo>
                <a:lnTo>
                  <a:pt x="74" y="7373"/>
                </a:lnTo>
                <a:lnTo>
                  <a:pt x="25" y="7738"/>
                </a:lnTo>
                <a:lnTo>
                  <a:pt x="1" y="8103"/>
                </a:lnTo>
                <a:lnTo>
                  <a:pt x="1" y="8468"/>
                </a:lnTo>
                <a:lnTo>
                  <a:pt x="25" y="8809"/>
                </a:lnTo>
                <a:lnTo>
                  <a:pt x="49" y="9174"/>
                </a:lnTo>
                <a:lnTo>
                  <a:pt x="98" y="9514"/>
                </a:lnTo>
                <a:lnTo>
                  <a:pt x="195" y="9879"/>
                </a:lnTo>
                <a:lnTo>
                  <a:pt x="268" y="10220"/>
                </a:lnTo>
                <a:lnTo>
                  <a:pt x="390" y="10560"/>
                </a:lnTo>
                <a:lnTo>
                  <a:pt x="512" y="10901"/>
                </a:lnTo>
                <a:lnTo>
                  <a:pt x="658" y="11242"/>
                </a:lnTo>
                <a:lnTo>
                  <a:pt x="804" y="11582"/>
                </a:lnTo>
                <a:lnTo>
                  <a:pt x="1169" y="12264"/>
                </a:lnTo>
                <a:lnTo>
                  <a:pt x="1388" y="12629"/>
                </a:lnTo>
                <a:lnTo>
                  <a:pt x="1631" y="12994"/>
                </a:lnTo>
                <a:lnTo>
                  <a:pt x="1899" y="13334"/>
                </a:lnTo>
                <a:lnTo>
                  <a:pt x="2166" y="13651"/>
                </a:lnTo>
                <a:lnTo>
                  <a:pt x="2434" y="13943"/>
                </a:lnTo>
                <a:lnTo>
                  <a:pt x="2750" y="14235"/>
                </a:lnTo>
                <a:lnTo>
                  <a:pt x="3042" y="14502"/>
                </a:lnTo>
                <a:lnTo>
                  <a:pt x="3383" y="14746"/>
                </a:lnTo>
                <a:lnTo>
                  <a:pt x="3699" y="14965"/>
                </a:lnTo>
                <a:lnTo>
                  <a:pt x="4064" y="15159"/>
                </a:lnTo>
                <a:lnTo>
                  <a:pt x="4429" y="15354"/>
                </a:lnTo>
                <a:lnTo>
                  <a:pt x="4794" y="15500"/>
                </a:lnTo>
                <a:lnTo>
                  <a:pt x="5184" y="15622"/>
                </a:lnTo>
                <a:lnTo>
                  <a:pt x="5597" y="15743"/>
                </a:lnTo>
                <a:lnTo>
                  <a:pt x="6011" y="15816"/>
                </a:lnTo>
                <a:lnTo>
                  <a:pt x="6424" y="15889"/>
                </a:lnTo>
                <a:lnTo>
                  <a:pt x="6862" y="15914"/>
                </a:lnTo>
                <a:lnTo>
                  <a:pt x="7300" y="15938"/>
                </a:lnTo>
                <a:lnTo>
                  <a:pt x="7738" y="15938"/>
                </a:lnTo>
                <a:lnTo>
                  <a:pt x="8152" y="15914"/>
                </a:lnTo>
                <a:lnTo>
                  <a:pt x="8590" y="15889"/>
                </a:lnTo>
                <a:lnTo>
                  <a:pt x="9004" y="15841"/>
                </a:lnTo>
                <a:lnTo>
                  <a:pt x="9442" y="15768"/>
                </a:lnTo>
                <a:lnTo>
                  <a:pt x="9855" y="15670"/>
                </a:lnTo>
                <a:lnTo>
                  <a:pt x="10245" y="15573"/>
                </a:lnTo>
                <a:lnTo>
                  <a:pt x="10658" y="15451"/>
                </a:lnTo>
                <a:lnTo>
                  <a:pt x="11048" y="15305"/>
                </a:lnTo>
                <a:lnTo>
                  <a:pt x="11461" y="15135"/>
                </a:lnTo>
                <a:lnTo>
                  <a:pt x="11826" y="14940"/>
                </a:lnTo>
                <a:lnTo>
                  <a:pt x="12216" y="14721"/>
                </a:lnTo>
                <a:lnTo>
                  <a:pt x="12581" y="14478"/>
                </a:lnTo>
                <a:lnTo>
                  <a:pt x="12921" y="14235"/>
                </a:lnTo>
                <a:lnTo>
                  <a:pt x="13286" y="13943"/>
                </a:lnTo>
                <a:lnTo>
                  <a:pt x="13603" y="13651"/>
                </a:lnTo>
                <a:lnTo>
                  <a:pt x="13895" y="13334"/>
                </a:lnTo>
                <a:lnTo>
                  <a:pt x="14187" y="13018"/>
                </a:lnTo>
                <a:lnTo>
                  <a:pt x="14454" y="12702"/>
                </a:lnTo>
                <a:lnTo>
                  <a:pt x="14697" y="12361"/>
                </a:lnTo>
                <a:lnTo>
                  <a:pt x="14916" y="11996"/>
                </a:lnTo>
                <a:lnTo>
                  <a:pt x="15111" y="11631"/>
                </a:lnTo>
                <a:lnTo>
                  <a:pt x="15135" y="11631"/>
                </a:lnTo>
                <a:lnTo>
                  <a:pt x="15160" y="11582"/>
                </a:lnTo>
                <a:lnTo>
                  <a:pt x="15160" y="11534"/>
                </a:lnTo>
                <a:lnTo>
                  <a:pt x="15330" y="11096"/>
                </a:lnTo>
                <a:lnTo>
                  <a:pt x="15500" y="10658"/>
                </a:lnTo>
                <a:lnTo>
                  <a:pt x="15622" y="10195"/>
                </a:lnTo>
                <a:lnTo>
                  <a:pt x="15719" y="9733"/>
                </a:lnTo>
                <a:lnTo>
                  <a:pt x="15744" y="9709"/>
                </a:lnTo>
                <a:lnTo>
                  <a:pt x="15768" y="9684"/>
                </a:lnTo>
                <a:lnTo>
                  <a:pt x="15792" y="9636"/>
                </a:lnTo>
                <a:lnTo>
                  <a:pt x="15768" y="9611"/>
                </a:lnTo>
                <a:lnTo>
                  <a:pt x="15744" y="9563"/>
                </a:lnTo>
                <a:lnTo>
                  <a:pt x="15792" y="9174"/>
                </a:lnTo>
                <a:lnTo>
                  <a:pt x="15841" y="8760"/>
                </a:lnTo>
                <a:lnTo>
                  <a:pt x="15841" y="8371"/>
                </a:lnTo>
                <a:lnTo>
                  <a:pt x="15817" y="7957"/>
                </a:lnTo>
                <a:lnTo>
                  <a:pt x="15744" y="7105"/>
                </a:lnTo>
                <a:lnTo>
                  <a:pt x="15671" y="6667"/>
                </a:lnTo>
                <a:lnTo>
                  <a:pt x="15598" y="6254"/>
                </a:lnTo>
                <a:lnTo>
                  <a:pt x="15525" y="5840"/>
                </a:lnTo>
                <a:lnTo>
                  <a:pt x="15403" y="5426"/>
                </a:lnTo>
                <a:lnTo>
                  <a:pt x="15281" y="5013"/>
                </a:lnTo>
                <a:lnTo>
                  <a:pt x="15160" y="4623"/>
                </a:lnTo>
                <a:lnTo>
                  <a:pt x="14989" y="4234"/>
                </a:lnTo>
                <a:lnTo>
                  <a:pt x="14819" y="3845"/>
                </a:lnTo>
                <a:lnTo>
                  <a:pt x="14624" y="3480"/>
                </a:lnTo>
                <a:lnTo>
                  <a:pt x="14405" y="3115"/>
                </a:lnTo>
                <a:lnTo>
                  <a:pt x="14162" y="2774"/>
                </a:lnTo>
                <a:lnTo>
                  <a:pt x="13895" y="2458"/>
                </a:lnTo>
                <a:lnTo>
                  <a:pt x="13603" y="2141"/>
                </a:lnTo>
                <a:lnTo>
                  <a:pt x="13286" y="1849"/>
                </a:lnTo>
                <a:lnTo>
                  <a:pt x="12970" y="1582"/>
                </a:lnTo>
                <a:lnTo>
                  <a:pt x="12654" y="1363"/>
                </a:lnTo>
                <a:lnTo>
                  <a:pt x="12313" y="1144"/>
                </a:lnTo>
                <a:lnTo>
                  <a:pt x="11948" y="949"/>
                </a:lnTo>
                <a:lnTo>
                  <a:pt x="11607" y="779"/>
                </a:lnTo>
                <a:lnTo>
                  <a:pt x="11218" y="609"/>
                </a:lnTo>
                <a:lnTo>
                  <a:pt x="10853" y="487"/>
                </a:lnTo>
                <a:lnTo>
                  <a:pt x="10464" y="365"/>
                </a:lnTo>
                <a:lnTo>
                  <a:pt x="10099" y="268"/>
                </a:lnTo>
                <a:lnTo>
                  <a:pt x="9709" y="171"/>
                </a:lnTo>
                <a:lnTo>
                  <a:pt x="9320" y="98"/>
                </a:lnTo>
                <a:lnTo>
                  <a:pt x="8931" y="49"/>
                </a:lnTo>
                <a:lnTo>
                  <a:pt x="8541" y="25"/>
                </a:lnTo>
                <a:lnTo>
                  <a:pt x="8152" y="0"/>
                </a:lnTo>
                <a:close/>
              </a:path>
            </a:pathLst>
          </a:cu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26"/>
          <p:cNvSpPr txBox="1"/>
          <p:nvPr/>
        </p:nvSpPr>
        <p:spPr>
          <a:xfrm>
            <a:off x="3723188" y="553513"/>
            <a:ext cx="1057500" cy="13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1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"id"</a:t>
            </a: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1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1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"person"</a:t>
            </a: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{</a:t>
            </a:r>
            <a:endParaRPr sz="1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1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"addresses"</a:t>
            </a: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[</a:t>
            </a:r>
            <a:endParaRPr sz="1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{</a:t>
            </a:r>
            <a:endParaRPr sz="1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n" sz="1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"code"</a:t>
            </a: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1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"86055-2543"</a:t>
            </a: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1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n" sz="1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"lines"</a:t>
            </a: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[</a:t>
            </a:r>
            <a:endParaRPr sz="1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</a:t>
            </a:r>
            <a:r>
              <a:rPr lang="en" sz="1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"20952 Warren Village"</a:t>
            </a: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1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</a:t>
            </a:r>
            <a:r>
              <a:rPr lang="en" sz="1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"North Rodrick"</a:t>
            </a: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1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</a:t>
            </a:r>
            <a:r>
              <a:rPr lang="en" sz="1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"New York"</a:t>
            </a: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1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</a:t>
            </a:r>
            <a:r>
              <a:rPr lang="en" sz="1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"Croatia"</a:t>
            </a:r>
            <a:endParaRPr sz="1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]</a:t>
            </a:r>
            <a:endParaRPr sz="1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},</a:t>
            </a:r>
            <a:endParaRPr sz="1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{</a:t>
            </a:r>
            <a:endParaRPr sz="1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n" sz="1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"code"</a:t>
            </a: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1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"62300"</a:t>
            </a: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1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n" sz="1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"lines"</a:t>
            </a: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[</a:t>
            </a:r>
            <a:endParaRPr sz="1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</a:t>
            </a:r>
            <a:r>
              <a:rPr lang="en" sz="1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"49273 Ernser Wells"</a:t>
            </a: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1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</a:t>
            </a:r>
            <a:r>
              <a:rPr lang="en" sz="1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"Kuhlmanfort"</a:t>
            </a: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1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</a:t>
            </a:r>
            <a:r>
              <a:rPr lang="en" sz="1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"Georgia"</a:t>
            </a: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1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</a:t>
            </a:r>
            <a:r>
              <a:rPr lang="en" sz="1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"Djibouti"</a:t>
            </a:r>
            <a:endParaRPr sz="1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]</a:t>
            </a:r>
            <a:endParaRPr sz="1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}</a:t>
            </a:r>
            <a:endParaRPr sz="1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],</a:t>
            </a:r>
            <a:endParaRPr sz="1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1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"biography"</a:t>
            </a: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1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"Deleniti a ut unde perspiciatis qui est tempora. Velit asperiores et. Ex numquam quos reiciendis placeat vitae sint repudiandae. </a:t>
            </a:r>
            <a:endParaRPr sz="100">
              <a:solidFill>
                <a:srgbClr val="388E3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Ratione molestiae delectus natus consequatur. Est a molestias nostrum rerum et odio blanditiis. Veritatis ducimus et consequatur modi.</a:t>
            </a:r>
            <a:endParaRPr sz="100">
              <a:solidFill>
                <a:srgbClr val="388E3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 Necessitatibus aut rerum. Distinctio debitis quidem eum beatae officiis."</a:t>
            </a: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1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1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"birthDate"</a:t>
            </a: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1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"27/10/1999"</a:t>
            </a: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b="1" sz="100">
              <a:solidFill>
                <a:srgbClr val="666666"/>
              </a:solidFill>
              <a:latin typeface="Gloria Hallelujah"/>
              <a:ea typeface="Gloria Hallelujah"/>
              <a:cs typeface="Gloria Hallelujah"/>
              <a:sym typeface="Gloria Hallelujah"/>
            </a:endParaRPr>
          </a:p>
        </p:txBody>
      </p:sp>
      <p:sp>
        <p:nvSpPr>
          <p:cNvPr id="534" name="Google Shape;534;p26"/>
          <p:cNvSpPr/>
          <p:nvPr/>
        </p:nvSpPr>
        <p:spPr>
          <a:xfrm>
            <a:off x="3617613" y="587737"/>
            <a:ext cx="1163168" cy="1415215"/>
          </a:xfrm>
          <a:custGeom>
            <a:rect b="b" l="l" r="r" t="t"/>
            <a:pathLst>
              <a:path extrusionOk="0" h="20878" w="16863">
                <a:moveTo>
                  <a:pt x="974" y="1801"/>
                </a:moveTo>
                <a:lnTo>
                  <a:pt x="1144" y="1825"/>
                </a:lnTo>
                <a:lnTo>
                  <a:pt x="1314" y="1874"/>
                </a:lnTo>
                <a:lnTo>
                  <a:pt x="1436" y="1874"/>
                </a:lnTo>
                <a:lnTo>
                  <a:pt x="1455" y="2041"/>
                </a:lnTo>
                <a:lnTo>
                  <a:pt x="1455" y="2041"/>
                </a:lnTo>
                <a:lnTo>
                  <a:pt x="1412" y="2020"/>
                </a:lnTo>
                <a:lnTo>
                  <a:pt x="1290" y="1995"/>
                </a:lnTo>
                <a:lnTo>
                  <a:pt x="1168" y="1995"/>
                </a:lnTo>
                <a:lnTo>
                  <a:pt x="998" y="2068"/>
                </a:lnTo>
                <a:lnTo>
                  <a:pt x="828" y="2166"/>
                </a:lnTo>
                <a:lnTo>
                  <a:pt x="657" y="2287"/>
                </a:lnTo>
                <a:lnTo>
                  <a:pt x="511" y="2409"/>
                </a:lnTo>
                <a:lnTo>
                  <a:pt x="487" y="2093"/>
                </a:lnTo>
                <a:lnTo>
                  <a:pt x="438" y="1801"/>
                </a:lnTo>
                <a:lnTo>
                  <a:pt x="609" y="1825"/>
                </a:lnTo>
                <a:lnTo>
                  <a:pt x="974" y="1801"/>
                </a:lnTo>
                <a:close/>
                <a:moveTo>
                  <a:pt x="1460" y="2093"/>
                </a:moveTo>
                <a:lnTo>
                  <a:pt x="1509" y="2774"/>
                </a:lnTo>
                <a:lnTo>
                  <a:pt x="1509" y="2774"/>
                </a:lnTo>
                <a:lnTo>
                  <a:pt x="1387" y="2750"/>
                </a:lnTo>
                <a:lnTo>
                  <a:pt x="1314" y="2774"/>
                </a:lnTo>
                <a:lnTo>
                  <a:pt x="1266" y="2798"/>
                </a:lnTo>
                <a:lnTo>
                  <a:pt x="925" y="3042"/>
                </a:lnTo>
                <a:lnTo>
                  <a:pt x="560" y="3309"/>
                </a:lnTo>
                <a:lnTo>
                  <a:pt x="511" y="3358"/>
                </a:lnTo>
                <a:lnTo>
                  <a:pt x="511" y="2847"/>
                </a:lnTo>
                <a:lnTo>
                  <a:pt x="536" y="2823"/>
                </a:lnTo>
                <a:lnTo>
                  <a:pt x="706" y="2725"/>
                </a:lnTo>
                <a:lnTo>
                  <a:pt x="852" y="2604"/>
                </a:lnTo>
                <a:lnTo>
                  <a:pt x="1193" y="2409"/>
                </a:lnTo>
                <a:lnTo>
                  <a:pt x="1290" y="2360"/>
                </a:lnTo>
                <a:lnTo>
                  <a:pt x="1363" y="2287"/>
                </a:lnTo>
                <a:lnTo>
                  <a:pt x="1460" y="2117"/>
                </a:lnTo>
                <a:lnTo>
                  <a:pt x="1460" y="2093"/>
                </a:lnTo>
                <a:close/>
                <a:moveTo>
                  <a:pt x="13237" y="803"/>
                </a:moveTo>
                <a:lnTo>
                  <a:pt x="13408" y="949"/>
                </a:lnTo>
                <a:lnTo>
                  <a:pt x="13675" y="1192"/>
                </a:lnTo>
                <a:lnTo>
                  <a:pt x="13943" y="1436"/>
                </a:lnTo>
                <a:lnTo>
                  <a:pt x="14211" y="1655"/>
                </a:lnTo>
                <a:lnTo>
                  <a:pt x="14454" y="1922"/>
                </a:lnTo>
                <a:lnTo>
                  <a:pt x="14721" y="2214"/>
                </a:lnTo>
                <a:lnTo>
                  <a:pt x="14989" y="2482"/>
                </a:lnTo>
                <a:lnTo>
                  <a:pt x="15500" y="3017"/>
                </a:lnTo>
                <a:lnTo>
                  <a:pt x="15670" y="3188"/>
                </a:lnTo>
                <a:lnTo>
                  <a:pt x="15816" y="3382"/>
                </a:lnTo>
                <a:lnTo>
                  <a:pt x="15938" y="3577"/>
                </a:lnTo>
                <a:lnTo>
                  <a:pt x="16108" y="3772"/>
                </a:lnTo>
                <a:lnTo>
                  <a:pt x="15743" y="3796"/>
                </a:lnTo>
                <a:lnTo>
                  <a:pt x="15403" y="3820"/>
                </a:lnTo>
                <a:lnTo>
                  <a:pt x="14697" y="3820"/>
                </a:lnTo>
                <a:lnTo>
                  <a:pt x="14016" y="3796"/>
                </a:lnTo>
                <a:lnTo>
                  <a:pt x="13651" y="3772"/>
                </a:lnTo>
                <a:lnTo>
                  <a:pt x="13310" y="3820"/>
                </a:lnTo>
                <a:lnTo>
                  <a:pt x="13262" y="3042"/>
                </a:lnTo>
                <a:lnTo>
                  <a:pt x="13213" y="2239"/>
                </a:lnTo>
                <a:lnTo>
                  <a:pt x="13189" y="1874"/>
                </a:lnTo>
                <a:lnTo>
                  <a:pt x="13189" y="1533"/>
                </a:lnTo>
                <a:lnTo>
                  <a:pt x="13237" y="803"/>
                </a:lnTo>
                <a:close/>
                <a:moveTo>
                  <a:pt x="1533" y="3163"/>
                </a:moveTo>
                <a:lnTo>
                  <a:pt x="1533" y="3455"/>
                </a:lnTo>
                <a:lnTo>
                  <a:pt x="1363" y="3553"/>
                </a:lnTo>
                <a:lnTo>
                  <a:pt x="1217" y="3650"/>
                </a:lnTo>
                <a:lnTo>
                  <a:pt x="901" y="3918"/>
                </a:lnTo>
                <a:lnTo>
                  <a:pt x="706" y="4064"/>
                </a:lnTo>
                <a:lnTo>
                  <a:pt x="511" y="4210"/>
                </a:lnTo>
                <a:lnTo>
                  <a:pt x="511" y="3845"/>
                </a:lnTo>
                <a:lnTo>
                  <a:pt x="511" y="3747"/>
                </a:lnTo>
                <a:lnTo>
                  <a:pt x="657" y="3699"/>
                </a:lnTo>
                <a:lnTo>
                  <a:pt x="803" y="3626"/>
                </a:lnTo>
                <a:lnTo>
                  <a:pt x="1047" y="3455"/>
                </a:lnTo>
                <a:lnTo>
                  <a:pt x="1387" y="3236"/>
                </a:lnTo>
                <a:lnTo>
                  <a:pt x="1533" y="3163"/>
                </a:lnTo>
                <a:close/>
                <a:moveTo>
                  <a:pt x="1558" y="3942"/>
                </a:moveTo>
                <a:lnTo>
                  <a:pt x="1533" y="4404"/>
                </a:lnTo>
                <a:lnTo>
                  <a:pt x="1533" y="4526"/>
                </a:lnTo>
                <a:lnTo>
                  <a:pt x="1193" y="4745"/>
                </a:lnTo>
                <a:lnTo>
                  <a:pt x="852" y="4988"/>
                </a:lnTo>
                <a:lnTo>
                  <a:pt x="657" y="5086"/>
                </a:lnTo>
                <a:lnTo>
                  <a:pt x="511" y="5232"/>
                </a:lnTo>
                <a:lnTo>
                  <a:pt x="511" y="4648"/>
                </a:lnTo>
                <a:lnTo>
                  <a:pt x="657" y="4575"/>
                </a:lnTo>
                <a:lnTo>
                  <a:pt x="828" y="4477"/>
                </a:lnTo>
                <a:lnTo>
                  <a:pt x="1095" y="4258"/>
                </a:lnTo>
                <a:lnTo>
                  <a:pt x="1558" y="3942"/>
                </a:lnTo>
                <a:close/>
                <a:moveTo>
                  <a:pt x="1509" y="4964"/>
                </a:moveTo>
                <a:lnTo>
                  <a:pt x="1485" y="5378"/>
                </a:lnTo>
                <a:lnTo>
                  <a:pt x="1363" y="5451"/>
                </a:lnTo>
                <a:lnTo>
                  <a:pt x="1241" y="5548"/>
                </a:lnTo>
                <a:lnTo>
                  <a:pt x="998" y="5767"/>
                </a:lnTo>
                <a:lnTo>
                  <a:pt x="730" y="5986"/>
                </a:lnTo>
                <a:lnTo>
                  <a:pt x="609" y="6108"/>
                </a:lnTo>
                <a:lnTo>
                  <a:pt x="511" y="6254"/>
                </a:lnTo>
                <a:lnTo>
                  <a:pt x="511" y="5499"/>
                </a:lnTo>
                <a:lnTo>
                  <a:pt x="633" y="5475"/>
                </a:lnTo>
                <a:lnTo>
                  <a:pt x="755" y="5426"/>
                </a:lnTo>
                <a:lnTo>
                  <a:pt x="1022" y="5256"/>
                </a:lnTo>
                <a:lnTo>
                  <a:pt x="1509" y="4964"/>
                </a:lnTo>
                <a:close/>
                <a:moveTo>
                  <a:pt x="1460" y="5889"/>
                </a:moveTo>
                <a:lnTo>
                  <a:pt x="1436" y="6473"/>
                </a:lnTo>
                <a:lnTo>
                  <a:pt x="1363" y="6448"/>
                </a:lnTo>
                <a:lnTo>
                  <a:pt x="1266" y="6448"/>
                </a:lnTo>
                <a:lnTo>
                  <a:pt x="1193" y="6473"/>
                </a:lnTo>
                <a:lnTo>
                  <a:pt x="1022" y="6594"/>
                </a:lnTo>
                <a:lnTo>
                  <a:pt x="852" y="6716"/>
                </a:lnTo>
                <a:lnTo>
                  <a:pt x="730" y="6862"/>
                </a:lnTo>
                <a:lnTo>
                  <a:pt x="511" y="7105"/>
                </a:lnTo>
                <a:lnTo>
                  <a:pt x="511" y="6448"/>
                </a:lnTo>
                <a:lnTo>
                  <a:pt x="682" y="6424"/>
                </a:lnTo>
                <a:lnTo>
                  <a:pt x="828" y="6351"/>
                </a:lnTo>
                <a:lnTo>
                  <a:pt x="974" y="6254"/>
                </a:lnTo>
                <a:lnTo>
                  <a:pt x="1095" y="6156"/>
                </a:lnTo>
                <a:lnTo>
                  <a:pt x="1460" y="5889"/>
                </a:lnTo>
                <a:close/>
                <a:moveTo>
                  <a:pt x="1412" y="6813"/>
                </a:moveTo>
                <a:lnTo>
                  <a:pt x="1387" y="7397"/>
                </a:lnTo>
                <a:lnTo>
                  <a:pt x="1168" y="7616"/>
                </a:lnTo>
                <a:lnTo>
                  <a:pt x="925" y="7835"/>
                </a:lnTo>
                <a:lnTo>
                  <a:pt x="755" y="8006"/>
                </a:lnTo>
                <a:lnTo>
                  <a:pt x="584" y="8176"/>
                </a:lnTo>
                <a:lnTo>
                  <a:pt x="536" y="7543"/>
                </a:lnTo>
                <a:lnTo>
                  <a:pt x="657" y="7446"/>
                </a:lnTo>
                <a:lnTo>
                  <a:pt x="779" y="7349"/>
                </a:lnTo>
                <a:lnTo>
                  <a:pt x="974" y="7154"/>
                </a:lnTo>
                <a:lnTo>
                  <a:pt x="1095" y="7032"/>
                </a:lnTo>
                <a:lnTo>
                  <a:pt x="1241" y="6911"/>
                </a:lnTo>
                <a:lnTo>
                  <a:pt x="1412" y="6813"/>
                </a:lnTo>
                <a:close/>
                <a:moveTo>
                  <a:pt x="1363" y="7981"/>
                </a:moveTo>
                <a:lnTo>
                  <a:pt x="1339" y="8468"/>
                </a:lnTo>
                <a:lnTo>
                  <a:pt x="1241" y="8541"/>
                </a:lnTo>
                <a:lnTo>
                  <a:pt x="1168" y="8614"/>
                </a:lnTo>
                <a:lnTo>
                  <a:pt x="1022" y="8736"/>
                </a:lnTo>
                <a:lnTo>
                  <a:pt x="901" y="8882"/>
                </a:lnTo>
                <a:lnTo>
                  <a:pt x="779" y="9052"/>
                </a:lnTo>
                <a:lnTo>
                  <a:pt x="657" y="9222"/>
                </a:lnTo>
                <a:lnTo>
                  <a:pt x="609" y="8492"/>
                </a:lnTo>
                <a:lnTo>
                  <a:pt x="730" y="8444"/>
                </a:lnTo>
                <a:lnTo>
                  <a:pt x="876" y="8395"/>
                </a:lnTo>
                <a:lnTo>
                  <a:pt x="1095" y="8200"/>
                </a:lnTo>
                <a:lnTo>
                  <a:pt x="1363" y="7981"/>
                </a:lnTo>
                <a:close/>
                <a:moveTo>
                  <a:pt x="1314" y="9003"/>
                </a:moveTo>
                <a:lnTo>
                  <a:pt x="1290" y="9611"/>
                </a:lnTo>
                <a:lnTo>
                  <a:pt x="1168" y="9660"/>
                </a:lnTo>
                <a:lnTo>
                  <a:pt x="1071" y="9733"/>
                </a:lnTo>
                <a:lnTo>
                  <a:pt x="852" y="9903"/>
                </a:lnTo>
                <a:lnTo>
                  <a:pt x="706" y="10049"/>
                </a:lnTo>
                <a:lnTo>
                  <a:pt x="657" y="9368"/>
                </a:lnTo>
                <a:lnTo>
                  <a:pt x="925" y="9271"/>
                </a:lnTo>
                <a:lnTo>
                  <a:pt x="1168" y="9101"/>
                </a:lnTo>
                <a:lnTo>
                  <a:pt x="1314" y="9003"/>
                </a:lnTo>
                <a:close/>
                <a:moveTo>
                  <a:pt x="1266" y="10122"/>
                </a:moveTo>
                <a:lnTo>
                  <a:pt x="1266" y="10877"/>
                </a:lnTo>
                <a:lnTo>
                  <a:pt x="1120" y="10998"/>
                </a:lnTo>
                <a:lnTo>
                  <a:pt x="803" y="11242"/>
                </a:lnTo>
                <a:lnTo>
                  <a:pt x="730" y="10439"/>
                </a:lnTo>
                <a:lnTo>
                  <a:pt x="876" y="10366"/>
                </a:lnTo>
                <a:lnTo>
                  <a:pt x="1022" y="10293"/>
                </a:lnTo>
                <a:lnTo>
                  <a:pt x="1266" y="10122"/>
                </a:lnTo>
                <a:close/>
                <a:moveTo>
                  <a:pt x="1266" y="11363"/>
                </a:moveTo>
                <a:lnTo>
                  <a:pt x="1266" y="11826"/>
                </a:lnTo>
                <a:lnTo>
                  <a:pt x="1120" y="11972"/>
                </a:lnTo>
                <a:lnTo>
                  <a:pt x="974" y="12118"/>
                </a:lnTo>
                <a:lnTo>
                  <a:pt x="901" y="12215"/>
                </a:lnTo>
                <a:lnTo>
                  <a:pt x="828" y="12337"/>
                </a:lnTo>
                <a:lnTo>
                  <a:pt x="803" y="11534"/>
                </a:lnTo>
                <a:lnTo>
                  <a:pt x="803" y="11485"/>
                </a:lnTo>
                <a:lnTo>
                  <a:pt x="925" y="11485"/>
                </a:lnTo>
                <a:lnTo>
                  <a:pt x="1047" y="11461"/>
                </a:lnTo>
                <a:lnTo>
                  <a:pt x="1144" y="11412"/>
                </a:lnTo>
                <a:lnTo>
                  <a:pt x="1266" y="11363"/>
                </a:lnTo>
                <a:close/>
                <a:moveTo>
                  <a:pt x="1266" y="12385"/>
                </a:moveTo>
                <a:lnTo>
                  <a:pt x="1266" y="12872"/>
                </a:lnTo>
                <a:lnTo>
                  <a:pt x="974" y="13140"/>
                </a:lnTo>
                <a:lnTo>
                  <a:pt x="828" y="13286"/>
                </a:lnTo>
                <a:lnTo>
                  <a:pt x="828" y="12653"/>
                </a:lnTo>
                <a:lnTo>
                  <a:pt x="1022" y="12556"/>
                </a:lnTo>
                <a:lnTo>
                  <a:pt x="1217" y="12410"/>
                </a:lnTo>
                <a:lnTo>
                  <a:pt x="1266" y="12385"/>
                </a:lnTo>
                <a:close/>
                <a:moveTo>
                  <a:pt x="1266" y="13407"/>
                </a:moveTo>
                <a:lnTo>
                  <a:pt x="1266" y="14113"/>
                </a:lnTo>
                <a:lnTo>
                  <a:pt x="1168" y="14186"/>
                </a:lnTo>
                <a:lnTo>
                  <a:pt x="1095" y="14235"/>
                </a:lnTo>
                <a:lnTo>
                  <a:pt x="925" y="14381"/>
                </a:lnTo>
                <a:lnTo>
                  <a:pt x="779" y="14527"/>
                </a:lnTo>
                <a:lnTo>
                  <a:pt x="803" y="13748"/>
                </a:lnTo>
                <a:lnTo>
                  <a:pt x="925" y="13675"/>
                </a:lnTo>
                <a:lnTo>
                  <a:pt x="1047" y="13578"/>
                </a:lnTo>
                <a:lnTo>
                  <a:pt x="1266" y="13407"/>
                </a:lnTo>
                <a:close/>
                <a:moveTo>
                  <a:pt x="1266" y="14624"/>
                </a:moveTo>
                <a:lnTo>
                  <a:pt x="1266" y="14940"/>
                </a:lnTo>
                <a:lnTo>
                  <a:pt x="1193" y="14989"/>
                </a:lnTo>
                <a:lnTo>
                  <a:pt x="949" y="15208"/>
                </a:lnTo>
                <a:lnTo>
                  <a:pt x="730" y="15451"/>
                </a:lnTo>
                <a:lnTo>
                  <a:pt x="755" y="15062"/>
                </a:lnTo>
                <a:lnTo>
                  <a:pt x="876" y="14989"/>
                </a:lnTo>
                <a:lnTo>
                  <a:pt x="974" y="14892"/>
                </a:lnTo>
                <a:lnTo>
                  <a:pt x="1193" y="14697"/>
                </a:lnTo>
                <a:lnTo>
                  <a:pt x="1266" y="14624"/>
                </a:lnTo>
                <a:close/>
                <a:moveTo>
                  <a:pt x="1241" y="15451"/>
                </a:moveTo>
                <a:lnTo>
                  <a:pt x="1241" y="15500"/>
                </a:lnTo>
                <a:lnTo>
                  <a:pt x="1217" y="15841"/>
                </a:lnTo>
                <a:lnTo>
                  <a:pt x="1071" y="15962"/>
                </a:lnTo>
                <a:lnTo>
                  <a:pt x="925" y="16108"/>
                </a:lnTo>
                <a:lnTo>
                  <a:pt x="682" y="16400"/>
                </a:lnTo>
                <a:lnTo>
                  <a:pt x="682" y="16400"/>
                </a:lnTo>
                <a:lnTo>
                  <a:pt x="730" y="15695"/>
                </a:lnTo>
                <a:lnTo>
                  <a:pt x="779" y="15719"/>
                </a:lnTo>
                <a:lnTo>
                  <a:pt x="828" y="15743"/>
                </a:lnTo>
                <a:lnTo>
                  <a:pt x="901" y="15743"/>
                </a:lnTo>
                <a:lnTo>
                  <a:pt x="949" y="15695"/>
                </a:lnTo>
                <a:lnTo>
                  <a:pt x="1241" y="15451"/>
                </a:lnTo>
                <a:close/>
                <a:moveTo>
                  <a:pt x="1193" y="16327"/>
                </a:moveTo>
                <a:lnTo>
                  <a:pt x="1120" y="17009"/>
                </a:lnTo>
                <a:lnTo>
                  <a:pt x="998" y="17082"/>
                </a:lnTo>
                <a:lnTo>
                  <a:pt x="876" y="17179"/>
                </a:lnTo>
                <a:lnTo>
                  <a:pt x="682" y="17373"/>
                </a:lnTo>
                <a:lnTo>
                  <a:pt x="584" y="17495"/>
                </a:lnTo>
                <a:lnTo>
                  <a:pt x="584" y="17495"/>
                </a:lnTo>
                <a:lnTo>
                  <a:pt x="657" y="16668"/>
                </a:lnTo>
                <a:lnTo>
                  <a:pt x="803" y="16619"/>
                </a:lnTo>
                <a:lnTo>
                  <a:pt x="949" y="16522"/>
                </a:lnTo>
                <a:lnTo>
                  <a:pt x="1193" y="16327"/>
                </a:lnTo>
                <a:close/>
                <a:moveTo>
                  <a:pt x="6813" y="463"/>
                </a:moveTo>
                <a:lnTo>
                  <a:pt x="8322" y="487"/>
                </a:lnTo>
                <a:lnTo>
                  <a:pt x="9831" y="560"/>
                </a:lnTo>
                <a:lnTo>
                  <a:pt x="12848" y="706"/>
                </a:lnTo>
                <a:lnTo>
                  <a:pt x="12799" y="901"/>
                </a:lnTo>
                <a:lnTo>
                  <a:pt x="12751" y="1071"/>
                </a:lnTo>
                <a:lnTo>
                  <a:pt x="12702" y="1484"/>
                </a:lnTo>
                <a:lnTo>
                  <a:pt x="12678" y="1874"/>
                </a:lnTo>
                <a:lnTo>
                  <a:pt x="12702" y="2312"/>
                </a:lnTo>
                <a:lnTo>
                  <a:pt x="12775" y="3115"/>
                </a:lnTo>
                <a:lnTo>
                  <a:pt x="12824" y="3528"/>
                </a:lnTo>
                <a:lnTo>
                  <a:pt x="12824" y="3893"/>
                </a:lnTo>
                <a:lnTo>
                  <a:pt x="12848" y="3966"/>
                </a:lnTo>
                <a:lnTo>
                  <a:pt x="12872" y="4039"/>
                </a:lnTo>
                <a:lnTo>
                  <a:pt x="12921" y="4064"/>
                </a:lnTo>
                <a:lnTo>
                  <a:pt x="12970" y="4112"/>
                </a:lnTo>
                <a:lnTo>
                  <a:pt x="12994" y="4161"/>
                </a:lnTo>
                <a:lnTo>
                  <a:pt x="13067" y="4210"/>
                </a:lnTo>
                <a:lnTo>
                  <a:pt x="13262" y="4258"/>
                </a:lnTo>
                <a:lnTo>
                  <a:pt x="13456" y="4307"/>
                </a:lnTo>
                <a:lnTo>
                  <a:pt x="13894" y="4331"/>
                </a:lnTo>
                <a:lnTo>
                  <a:pt x="14697" y="4356"/>
                </a:lnTo>
                <a:lnTo>
                  <a:pt x="15500" y="4356"/>
                </a:lnTo>
                <a:lnTo>
                  <a:pt x="15889" y="4331"/>
                </a:lnTo>
                <a:lnTo>
                  <a:pt x="16279" y="4283"/>
                </a:lnTo>
                <a:lnTo>
                  <a:pt x="16254" y="5061"/>
                </a:lnTo>
                <a:lnTo>
                  <a:pt x="16279" y="5864"/>
                </a:lnTo>
                <a:lnTo>
                  <a:pt x="16303" y="6643"/>
                </a:lnTo>
                <a:lnTo>
                  <a:pt x="16303" y="7422"/>
                </a:lnTo>
                <a:lnTo>
                  <a:pt x="16279" y="9319"/>
                </a:lnTo>
                <a:lnTo>
                  <a:pt x="16254" y="10268"/>
                </a:lnTo>
                <a:lnTo>
                  <a:pt x="16254" y="11242"/>
                </a:lnTo>
                <a:lnTo>
                  <a:pt x="16303" y="13140"/>
                </a:lnTo>
                <a:lnTo>
                  <a:pt x="16352" y="15062"/>
                </a:lnTo>
                <a:lnTo>
                  <a:pt x="16327" y="15962"/>
                </a:lnTo>
                <a:lnTo>
                  <a:pt x="16327" y="16887"/>
                </a:lnTo>
                <a:lnTo>
                  <a:pt x="16327" y="17738"/>
                </a:lnTo>
                <a:lnTo>
                  <a:pt x="16303" y="18152"/>
                </a:lnTo>
                <a:lnTo>
                  <a:pt x="16254" y="18590"/>
                </a:lnTo>
                <a:lnTo>
                  <a:pt x="15889" y="18614"/>
                </a:lnTo>
                <a:lnTo>
                  <a:pt x="15549" y="18639"/>
                </a:lnTo>
                <a:lnTo>
                  <a:pt x="11923" y="18639"/>
                </a:lnTo>
                <a:lnTo>
                  <a:pt x="9733" y="18614"/>
                </a:lnTo>
                <a:lnTo>
                  <a:pt x="7641" y="18566"/>
                </a:lnTo>
                <a:lnTo>
                  <a:pt x="5524" y="18517"/>
                </a:lnTo>
                <a:lnTo>
                  <a:pt x="4453" y="18517"/>
                </a:lnTo>
                <a:lnTo>
                  <a:pt x="3383" y="18566"/>
                </a:lnTo>
                <a:lnTo>
                  <a:pt x="2701" y="18566"/>
                </a:lnTo>
                <a:lnTo>
                  <a:pt x="2361" y="18590"/>
                </a:lnTo>
                <a:lnTo>
                  <a:pt x="2020" y="18639"/>
                </a:lnTo>
                <a:lnTo>
                  <a:pt x="1971" y="18590"/>
                </a:lnTo>
                <a:lnTo>
                  <a:pt x="1923" y="18517"/>
                </a:lnTo>
                <a:lnTo>
                  <a:pt x="1850" y="18493"/>
                </a:lnTo>
                <a:lnTo>
                  <a:pt x="1777" y="18493"/>
                </a:lnTo>
                <a:lnTo>
                  <a:pt x="1704" y="18298"/>
                </a:lnTo>
                <a:lnTo>
                  <a:pt x="1679" y="18103"/>
                </a:lnTo>
                <a:lnTo>
                  <a:pt x="1704" y="18030"/>
                </a:lnTo>
                <a:lnTo>
                  <a:pt x="1704" y="17957"/>
                </a:lnTo>
                <a:lnTo>
                  <a:pt x="1679" y="17884"/>
                </a:lnTo>
                <a:lnTo>
                  <a:pt x="1631" y="17811"/>
                </a:lnTo>
                <a:lnTo>
                  <a:pt x="1631" y="17398"/>
                </a:lnTo>
                <a:lnTo>
                  <a:pt x="1631" y="17009"/>
                </a:lnTo>
                <a:lnTo>
                  <a:pt x="1679" y="16133"/>
                </a:lnTo>
                <a:lnTo>
                  <a:pt x="1728" y="15281"/>
                </a:lnTo>
                <a:lnTo>
                  <a:pt x="1728" y="15086"/>
                </a:lnTo>
                <a:lnTo>
                  <a:pt x="1777" y="15038"/>
                </a:lnTo>
                <a:lnTo>
                  <a:pt x="1801" y="14965"/>
                </a:lnTo>
                <a:lnTo>
                  <a:pt x="1777" y="14916"/>
                </a:lnTo>
                <a:lnTo>
                  <a:pt x="1728" y="14843"/>
                </a:lnTo>
                <a:lnTo>
                  <a:pt x="1728" y="13018"/>
                </a:lnTo>
                <a:lnTo>
                  <a:pt x="1801" y="12945"/>
                </a:lnTo>
                <a:lnTo>
                  <a:pt x="1825" y="12848"/>
                </a:lnTo>
                <a:lnTo>
                  <a:pt x="1825" y="12775"/>
                </a:lnTo>
                <a:lnTo>
                  <a:pt x="1801" y="12726"/>
                </a:lnTo>
                <a:lnTo>
                  <a:pt x="1728" y="12677"/>
                </a:lnTo>
                <a:lnTo>
                  <a:pt x="1728" y="11071"/>
                </a:lnTo>
                <a:lnTo>
                  <a:pt x="1752" y="11023"/>
                </a:lnTo>
                <a:lnTo>
                  <a:pt x="1777" y="10974"/>
                </a:lnTo>
                <a:lnTo>
                  <a:pt x="1752" y="10925"/>
                </a:lnTo>
                <a:lnTo>
                  <a:pt x="1728" y="10852"/>
                </a:lnTo>
                <a:lnTo>
                  <a:pt x="1752" y="10049"/>
                </a:lnTo>
                <a:lnTo>
                  <a:pt x="1825" y="7373"/>
                </a:lnTo>
                <a:lnTo>
                  <a:pt x="1874" y="6059"/>
                </a:lnTo>
                <a:lnTo>
                  <a:pt x="1947" y="4721"/>
                </a:lnTo>
                <a:lnTo>
                  <a:pt x="1971" y="4137"/>
                </a:lnTo>
                <a:lnTo>
                  <a:pt x="1971" y="3553"/>
                </a:lnTo>
                <a:lnTo>
                  <a:pt x="1947" y="2969"/>
                </a:lnTo>
                <a:lnTo>
                  <a:pt x="1898" y="2360"/>
                </a:lnTo>
                <a:lnTo>
                  <a:pt x="1874" y="1825"/>
                </a:lnTo>
                <a:lnTo>
                  <a:pt x="1825" y="1290"/>
                </a:lnTo>
                <a:lnTo>
                  <a:pt x="1752" y="925"/>
                </a:lnTo>
                <a:lnTo>
                  <a:pt x="1728" y="755"/>
                </a:lnTo>
                <a:lnTo>
                  <a:pt x="1704" y="560"/>
                </a:lnTo>
                <a:lnTo>
                  <a:pt x="2142" y="609"/>
                </a:lnTo>
                <a:lnTo>
                  <a:pt x="2580" y="609"/>
                </a:lnTo>
                <a:lnTo>
                  <a:pt x="3456" y="584"/>
                </a:lnTo>
                <a:lnTo>
                  <a:pt x="5135" y="511"/>
                </a:lnTo>
                <a:lnTo>
                  <a:pt x="5986" y="487"/>
                </a:lnTo>
                <a:lnTo>
                  <a:pt x="6813" y="463"/>
                </a:lnTo>
                <a:close/>
                <a:moveTo>
                  <a:pt x="1120" y="17544"/>
                </a:moveTo>
                <a:lnTo>
                  <a:pt x="1144" y="17982"/>
                </a:lnTo>
                <a:lnTo>
                  <a:pt x="974" y="18176"/>
                </a:lnTo>
                <a:lnTo>
                  <a:pt x="803" y="18371"/>
                </a:lnTo>
                <a:lnTo>
                  <a:pt x="682" y="18517"/>
                </a:lnTo>
                <a:lnTo>
                  <a:pt x="584" y="18663"/>
                </a:lnTo>
                <a:lnTo>
                  <a:pt x="536" y="18858"/>
                </a:lnTo>
                <a:lnTo>
                  <a:pt x="536" y="19028"/>
                </a:lnTo>
                <a:lnTo>
                  <a:pt x="536" y="19052"/>
                </a:lnTo>
                <a:lnTo>
                  <a:pt x="584" y="19052"/>
                </a:lnTo>
                <a:lnTo>
                  <a:pt x="779" y="18955"/>
                </a:lnTo>
                <a:lnTo>
                  <a:pt x="949" y="18809"/>
                </a:lnTo>
                <a:lnTo>
                  <a:pt x="1266" y="18468"/>
                </a:lnTo>
                <a:lnTo>
                  <a:pt x="1339" y="18663"/>
                </a:lnTo>
                <a:lnTo>
                  <a:pt x="1412" y="18833"/>
                </a:lnTo>
                <a:lnTo>
                  <a:pt x="1168" y="19150"/>
                </a:lnTo>
                <a:lnTo>
                  <a:pt x="901" y="19539"/>
                </a:lnTo>
                <a:lnTo>
                  <a:pt x="657" y="19928"/>
                </a:lnTo>
                <a:lnTo>
                  <a:pt x="584" y="19685"/>
                </a:lnTo>
                <a:lnTo>
                  <a:pt x="560" y="19466"/>
                </a:lnTo>
                <a:lnTo>
                  <a:pt x="511" y="18979"/>
                </a:lnTo>
                <a:lnTo>
                  <a:pt x="511" y="18468"/>
                </a:lnTo>
                <a:lnTo>
                  <a:pt x="536" y="17982"/>
                </a:lnTo>
                <a:lnTo>
                  <a:pt x="657" y="17909"/>
                </a:lnTo>
                <a:lnTo>
                  <a:pt x="779" y="17836"/>
                </a:lnTo>
                <a:lnTo>
                  <a:pt x="974" y="17665"/>
                </a:lnTo>
                <a:lnTo>
                  <a:pt x="1120" y="17544"/>
                </a:lnTo>
                <a:close/>
                <a:moveTo>
                  <a:pt x="15451" y="19101"/>
                </a:moveTo>
                <a:lnTo>
                  <a:pt x="15427" y="19296"/>
                </a:lnTo>
                <a:lnTo>
                  <a:pt x="15427" y="19490"/>
                </a:lnTo>
                <a:lnTo>
                  <a:pt x="15451" y="19904"/>
                </a:lnTo>
                <a:lnTo>
                  <a:pt x="15086" y="19953"/>
                </a:lnTo>
                <a:lnTo>
                  <a:pt x="15086" y="19953"/>
                </a:lnTo>
                <a:lnTo>
                  <a:pt x="15159" y="19734"/>
                </a:lnTo>
                <a:lnTo>
                  <a:pt x="15257" y="19417"/>
                </a:lnTo>
                <a:lnTo>
                  <a:pt x="15281" y="19271"/>
                </a:lnTo>
                <a:lnTo>
                  <a:pt x="15281" y="19101"/>
                </a:lnTo>
                <a:close/>
                <a:moveTo>
                  <a:pt x="15062" y="19101"/>
                </a:moveTo>
                <a:lnTo>
                  <a:pt x="14989" y="19174"/>
                </a:lnTo>
                <a:lnTo>
                  <a:pt x="14940" y="19271"/>
                </a:lnTo>
                <a:lnTo>
                  <a:pt x="14867" y="19442"/>
                </a:lnTo>
                <a:lnTo>
                  <a:pt x="14721" y="19782"/>
                </a:lnTo>
                <a:lnTo>
                  <a:pt x="14600" y="20026"/>
                </a:lnTo>
                <a:lnTo>
                  <a:pt x="14357" y="20050"/>
                </a:lnTo>
                <a:lnTo>
                  <a:pt x="14357" y="20050"/>
                </a:lnTo>
                <a:lnTo>
                  <a:pt x="14454" y="19758"/>
                </a:lnTo>
                <a:lnTo>
                  <a:pt x="14503" y="19563"/>
                </a:lnTo>
                <a:lnTo>
                  <a:pt x="14551" y="19344"/>
                </a:lnTo>
                <a:lnTo>
                  <a:pt x="14575" y="19198"/>
                </a:lnTo>
                <a:lnTo>
                  <a:pt x="14551" y="19125"/>
                </a:lnTo>
                <a:lnTo>
                  <a:pt x="15062" y="19101"/>
                </a:lnTo>
                <a:close/>
                <a:moveTo>
                  <a:pt x="9782" y="19052"/>
                </a:moveTo>
                <a:lnTo>
                  <a:pt x="9660" y="19296"/>
                </a:lnTo>
                <a:lnTo>
                  <a:pt x="9563" y="19563"/>
                </a:lnTo>
                <a:lnTo>
                  <a:pt x="9490" y="19831"/>
                </a:lnTo>
                <a:lnTo>
                  <a:pt x="9441" y="20074"/>
                </a:lnTo>
                <a:lnTo>
                  <a:pt x="9028" y="20074"/>
                </a:lnTo>
                <a:lnTo>
                  <a:pt x="9125" y="19831"/>
                </a:lnTo>
                <a:lnTo>
                  <a:pt x="9174" y="19636"/>
                </a:lnTo>
                <a:lnTo>
                  <a:pt x="9320" y="19344"/>
                </a:lnTo>
                <a:lnTo>
                  <a:pt x="9368" y="19174"/>
                </a:lnTo>
                <a:lnTo>
                  <a:pt x="9393" y="19101"/>
                </a:lnTo>
                <a:lnTo>
                  <a:pt x="9368" y="19052"/>
                </a:lnTo>
                <a:close/>
                <a:moveTo>
                  <a:pt x="10780" y="19077"/>
                </a:moveTo>
                <a:lnTo>
                  <a:pt x="10609" y="19296"/>
                </a:lnTo>
                <a:lnTo>
                  <a:pt x="10439" y="19539"/>
                </a:lnTo>
                <a:lnTo>
                  <a:pt x="10366" y="19685"/>
                </a:lnTo>
                <a:lnTo>
                  <a:pt x="10317" y="19807"/>
                </a:lnTo>
                <a:lnTo>
                  <a:pt x="10269" y="19953"/>
                </a:lnTo>
                <a:lnTo>
                  <a:pt x="10269" y="20074"/>
                </a:lnTo>
                <a:lnTo>
                  <a:pt x="9904" y="20074"/>
                </a:lnTo>
                <a:lnTo>
                  <a:pt x="9904" y="19977"/>
                </a:lnTo>
                <a:lnTo>
                  <a:pt x="9977" y="19734"/>
                </a:lnTo>
                <a:lnTo>
                  <a:pt x="10050" y="19515"/>
                </a:lnTo>
                <a:lnTo>
                  <a:pt x="10147" y="19320"/>
                </a:lnTo>
                <a:lnTo>
                  <a:pt x="10196" y="19198"/>
                </a:lnTo>
                <a:lnTo>
                  <a:pt x="10220" y="19077"/>
                </a:lnTo>
                <a:close/>
                <a:moveTo>
                  <a:pt x="9101" y="19028"/>
                </a:moveTo>
                <a:lnTo>
                  <a:pt x="9003" y="19150"/>
                </a:lnTo>
                <a:lnTo>
                  <a:pt x="8930" y="19271"/>
                </a:lnTo>
                <a:lnTo>
                  <a:pt x="8809" y="19466"/>
                </a:lnTo>
                <a:lnTo>
                  <a:pt x="8736" y="19685"/>
                </a:lnTo>
                <a:lnTo>
                  <a:pt x="8638" y="19880"/>
                </a:lnTo>
                <a:lnTo>
                  <a:pt x="8614" y="19977"/>
                </a:lnTo>
                <a:lnTo>
                  <a:pt x="8565" y="20074"/>
                </a:lnTo>
                <a:lnTo>
                  <a:pt x="8079" y="20099"/>
                </a:lnTo>
                <a:lnTo>
                  <a:pt x="8103" y="19953"/>
                </a:lnTo>
                <a:lnTo>
                  <a:pt x="8176" y="19734"/>
                </a:lnTo>
                <a:lnTo>
                  <a:pt x="8273" y="19490"/>
                </a:lnTo>
                <a:lnTo>
                  <a:pt x="8395" y="19296"/>
                </a:lnTo>
                <a:lnTo>
                  <a:pt x="8468" y="19150"/>
                </a:lnTo>
                <a:lnTo>
                  <a:pt x="8517" y="19028"/>
                </a:lnTo>
                <a:close/>
                <a:moveTo>
                  <a:pt x="10926" y="19077"/>
                </a:moveTo>
                <a:lnTo>
                  <a:pt x="10999" y="19101"/>
                </a:lnTo>
                <a:lnTo>
                  <a:pt x="11631" y="19101"/>
                </a:lnTo>
                <a:lnTo>
                  <a:pt x="11510" y="19247"/>
                </a:lnTo>
                <a:lnTo>
                  <a:pt x="11412" y="19393"/>
                </a:lnTo>
                <a:lnTo>
                  <a:pt x="11266" y="19685"/>
                </a:lnTo>
                <a:lnTo>
                  <a:pt x="11193" y="19880"/>
                </a:lnTo>
                <a:lnTo>
                  <a:pt x="11169" y="20001"/>
                </a:lnTo>
                <a:lnTo>
                  <a:pt x="11145" y="20099"/>
                </a:lnTo>
                <a:lnTo>
                  <a:pt x="11047" y="20099"/>
                </a:lnTo>
                <a:lnTo>
                  <a:pt x="10609" y="20074"/>
                </a:lnTo>
                <a:lnTo>
                  <a:pt x="10658" y="19831"/>
                </a:lnTo>
                <a:lnTo>
                  <a:pt x="10731" y="19588"/>
                </a:lnTo>
                <a:lnTo>
                  <a:pt x="10926" y="19077"/>
                </a:lnTo>
                <a:close/>
                <a:moveTo>
                  <a:pt x="14357" y="19125"/>
                </a:moveTo>
                <a:lnTo>
                  <a:pt x="14308" y="19198"/>
                </a:lnTo>
                <a:lnTo>
                  <a:pt x="14186" y="19393"/>
                </a:lnTo>
                <a:lnTo>
                  <a:pt x="14113" y="19563"/>
                </a:lnTo>
                <a:lnTo>
                  <a:pt x="14016" y="19782"/>
                </a:lnTo>
                <a:lnTo>
                  <a:pt x="13919" y="20001"/>
                </a:lnTo>
                <a:lnTo>
                  <a:pt x="13870" y="20074"/>
                </a:lnTo>
                <a:lnTo>
                  <a:pt x="13335" y="20099"/>
                </a:lnTo>
                <a:lnTo>
                  <a:pt x="13432" y="19880"/>
                </a:lnTo>
                <a:lnTo>
                  <a:pt x="13529" y="19685"/>
                </a:lnTo>
                <a:lnTo>
                  <a:pt x="13651" y="19393"/>
                </a:lnTo>
                <a:lnTo>
                  <a:pt x="13675" y="19344"/>
                </a:lnTo>
                <a:lnTo>
                  <a:pt x="13675" y="19271"/>
                </a:lnTo>
                <a:lnTo>
                  <a:pt x="13675" y="19198"/>
                </a:lnTo>
                <a:lnTo>
                  <a:pt x="13675" y="19150"/>
                </a:lnTo>
                <a:lnTo>
                  <a:pt x="13700" y="19125"/>
                </a:lnTo>
                <a:close/>
                <a:moveTo>
                  <a:pt x="7665" y="18979"/>
                </a:moveTo>
                <a:lnTo>
                  <a:pt x="8200" y="19004"/>
                </a:lnTo>
                <a:lnTo>
                  <a:pt x="8079" y="19125"/>
                </a:lnTo>
                <a:lnTo>
                  <a:pt x="8006" y="19271"/>
                </a:lnTo>
                <a:lnTo>
                  <a:pt x="7884" y="19490"/>
                </a:lnTo>
                <a:lnTo>
                  <a:pt x="7738" y="19782"/>
                </a:lnTo>
                <a:lnTo>
                  <a:pt x="7689" y="19953"/>
                </a:lnTo>
                <a:lnTo>
                  <a:pt x="7689" y="20099"/>
                </a:lnTo>
                <a:lnTo>
                  <a:pt x="6984" y="20123"/>
                </a:lnTo>
                <a:lnTo>
                  <a:pt x="7057" y="19977"/>
                </a:lnTo>
                <a:lnTo>
                  <a:pt x="7130" y="19831"/>
                </a:lnTo>
                <a:lnTo>
                  <a:pt x="7324" y="19563"/>
                </a:lnTo>
                <a:lnTo>
                  <a:pt x="7519" y="19271"/>
                </a:lnTo>
                <a:lnTo>
                  <a:pt x="7592" y="19125"/>
                </a:lnTo>
                <a:lnTo>
                  <a:pt x="7665" y="18979"/>
                </a:lnTo>
                <a:close/>
                <a:moveTo>
                  <a:pt x="11996" y="19101"/>
                </a:moveTo>
                <a:lnTo>
                  <a:pt x="12556" y="19125"/>
                </a:lnTo>
                <a:lnTo>
                  <a:pt x="12483" y="19223"/>
                </a:lnTo>
                <a:lnTo>
                  <a:pt x="12410" y="19320"/>
                </a:lnTo>
                <a:lnTo>
                  <a:pt x="12313" y="19563"/>
                </a:lnTo>
                <a:lnTo>
                  <a:pt x="12240" y="19855"/>
                </a:lnTo>
                <a:lnTo>
                  <a:pt x="12167" y="20123"/>
                </a:lnTo>
                <a:lnTo>
                  <a:pt x="11558" y="20099"/>
                </a:lnTo>
                <a:lnTo>
                  <a:pt x="11583" y="19953"/>
                </a:lnTo>
                <a:lnTo>
                  <a:pt x="11656" y="19807"/>
                </a:lnTo>
                <a:lnTo>
                  <a:pt x="11802" y="19563"/>
                </a:lnTo>
                <a:lnTo>
                  <a:pt x="11899" y="19369"/>
                </a:lnTo>
                <a:lnTo>
                  <a:pt x="11948" y="19247"/>
                </a:lnTo>
                <a:lnTo>
                  <a:pt x="11996" y="19101"/>
                </a:lnTo>
                <a:close/>
                <a:moveTo>
                  <a:pt x="13602" y="19125"/>
                </a:moveTo>
                <a:lnTo>
                  <a:pt x="13505" y="19174"/>
                </a:lnTo>
                <a:lnTo>
                  <a:pt x="13408" y="19247"/>
                </a:lnTo>
                <a:lnTo>
                  <a:pt x="13286" y="19393"/>
                </a:lnTo>
                <a:lnTo>
                  <a:pt x="13164" y="19539"/>
                </a:lnTo>
                <a:lnTo>
                  <a:pt x="13018" y="19831"/>
                </a:lnTo>
                <a:lnTo>
                  <a:pt x="12921" y="20123"/>
                </a:lnTo>
                <a:lnTo>
                  <a:pt x="12580" y="20123"/>
                </a:lnTo>
                <a:lnTo>
                  <a:pt x="12653" y="19807"/>
                </a:lnTo>
                <a:lnTo>
                  <a:pt x="12751" y="19490"/>
                </a:lnTo>
                <a:lnTo>
                  <a:pt x="12848" y="19150"/>
                </a:lnTo>
                <a:lnTo>
                  <a:pt x="12848" y="19125"/>
                </a:lnTo>
                <a:close/>
                <a:moveTo>
                  <a:pt x="6813" y="18955"/>
                </a:moveTo>
                <a:lnTo>
                  <a:pt x="7324" y="18979"/>
                </a:lnTo>
                <a:lnTo>
                  <a:pt x="7203" y="19101"/>
                </a:lnTo>
                <a:lnTo>
                  <a:pt x="7081" y="19223"/>
                </a:lnTo>
                <a:lnTo>
                  <a:pt x="6886" y="19515"/>
                </a:lnTo>
                <a:lnTo>
                  <a:pt x="6716" y="19831"/>
                </a:lnTo>
                <a:lnTo>
                  <a:pt x="6619" y="20147"/>
                </a:lnTo>
                <a:lnTo>
                  <a:pt x="6303" y="20147"/>
                </a:lnTo>
                <a:lnTo>
                  <a:pt x="6351" y="20001"/>
                </a:lnTo>
                <a:lnTo>
                  <a:pt x="6400" y="19855"/>
                </a:lnTo>
                <a:lnTo>
                  <a:pt x="6424" y="19685"/>
                </a:lnTo>
                <a:lnTo>
                  <a:pt x="6497" y="19539"/>
                </a:lnTo>
                <a:lnTo>
                  <a:pt x="6643" y="19247"/>
                </a:lnTo>
                <a:lnTo>
                  <a:pt x="6813" y="18955"/>
                </a:lnTo>
                <a:close/>
                <a:moveTo>
                  <a:pt x="6376" y="18955"/>
                </a:moveTo>
                <a:lnTo>
                  <a:pt x="6230" y="19198"/>
                </a:lnTo>
                <a:lnTo>
                  <a:pt x="6132" y="19417"/>
                </a:lnTo>
                <a:lnTo>
                  <a:pt x="6059" y="19588"/>
                </a:lnTo>
                <a:lnTo>
                  <a:pt x="5962" y="19782"/>
                </a:lnTo>
                <a:lnTo>
                  <a:pt x="5913" y="19977"/>
                </a:lnTo>
                <a:lnTo>
                  <a:pt x="5913" y="20074"/>
                </a:lnTo>
                <a:lnTo>
                  <a:pt x="5938" y="20172"/>
                </a:lnTo>
                <a:lnTo>
                  <a:pt x="5086" y="20220"/>
                </a:lnTo>
                <a:lnTo>
                  <a:pt x="5208" y="19977"/>
                </a:lnTo>
                <a:lnTo>
                  <a:pt x="5329" y="19734"/>
                </a:lnTo>
                <a:lnTo>
                  <a:pt x="5573" y="19320"/>
                </a:lnTo>
                <a:lnTo>
                  <a:pt x="5670" y="19150"/>
                </a:lnTo>
                <a:lnTo>
                  <a:pt x="5743" y="19052"/>
                </a:lnTo>
                <a:lnTo>
                  <a:pt x="5743" y="19004"/>
                </a:lnTo>
                <a:lnTo>
                  <a:pt x="5719" y="18955"/>
                </a:lnTo>
                <a:close/>
                <a:moveTo>
                  <a:pt x="5475" y="18955"/>
                </a:moveTo>
                <a:lnTo>
                  <a:pt x="5305" y="19125"/>
                </a:lnTo>
                <a:lnTo>
                  <a:pt x="5183" y="19296"/>
                </a:lnTo>
                <a:lnTo>
                  <a:pt x="4964" y="19685"/>
                </a:lnTo>
                <a:lnTo>
                  <a:pt x="4818" y="19953"/>
                </a:lnTo>
                <a:lnTo>
                  <a:pt x="4745" y="20099"/>
                </a:lnTo>
                <a:lnTo>
                  <a:pt x="4745" y="20220"/>
                </a:lnTo>
                <a:lnTo>
                  <a:pt x="4210" y="20269"/>
                </a:lnTo>
                <a:lnTo>
                  <a:pt x="4234" y="20196"/>
                </a:lnTo>
                <a:lnTo>
                  <a:pt x="4332" y="19953"/>
                </a:lnTo>
                <a:lnTo>
                  <a:pt x="4429" y="19709"/>
                </a:lnTo>
                <a:lnTo>
                  <a:pt x="4624" y="19369"/>
                </a:lnTo>
                <a:lnTo>
                  <a:pt x="4672" y="19271"/>
                </a:lnTo>
                <a:lnTo>
                  <a:pt x="4697" y="19198"/>
                </a:lnTo>
                <a:lnTo>
                  <a:pt x="4697" y="19101"/>
                </a:lnTo>
                <a:lnTo>
                  <a:pt x="4672" y="19004"/>
                </a:lnTo>
                <a:lnTo>
                  <a:pt x="4551" y="19004"/>
                </a:lnTo>
                <a:lnTo>
                  <a:pt x="4453" y="19077"/>
                </a:lnTo>
                <a:lnTo>
                  <a:pt x="4356" y="19150"/>
                </a:lnTo>
                <a:lnTo>
                  <a:pt x="4259" y="19271"/>
                </a:lnTo>
                <a:lnTo>
                  <a:pt x="4113" y="19490"/>
                </a:lnTo>
                <a:lnTo>
                  <a:pt x="4015" y="19709"/>
                </a:lnTo>
                <a:lnTo>
                  <a:pt x="3869" y="19977"/>
                </a:lnTo>
                <a:lnTo>
                  <a:pt x="3821" y="20123"/>
                </a:lnTo>
                <a:lnTo>
                  <a:pt x="3796" y="20293"/>
                </a:lnTo>
                <a:lnTo>
                  <a:pt x="3358" y="20318"/>
                </a:lnTo>
                <a:lnTo>
                  <a:pt x="3383" y="20172"/>
                </a:lnTo>
                <a:lnTo>
                  <a:pt x="3456" y="19928"/>
                </a:lnTo>
                <a:lnTo>
                  <a:pt x="3553" y="19709"/>
                </a:lnTo>
                <a:lnTo>
                  <a:pt x="3748" y="19320"/>
                </a:lnTo>
                <a:lnTo>
                  <a:pt x="3967" y="18955"/>
                </a:lnTo>
                <a:close/>
                <a:moveTo>
                  <a:pt x="1850" y="19028"/>
                </a:moveTo>
                <a:lnTo>
                  <a:pt x="2166" y="19052"/>
                </a:lnTo>
                <a:lnTo>
                  <a:pt x="2507" y="19052"/>
                </a:lnTo>
                <a:lnTo>
                  <a:pt x="2239" y="19393"/>
                </a:lnTo>
                <a:lnTo>
                  <a:pt x="1971" y="19758"/>
                </a:lnTo>
                <a:lnTo>
                  <a:pt x="1777" y="20099"/>
                </a:lnTo>
                <a:lnTo>
                  <a:pt x="1704" y="20245"/>
                </a:lnTo>
                <a:lnTo>
                  <a:pt x="1655" y="20366"/>
                </a:lnTo>
                <a:lnTo>
                  <a:pt x="1558" y="20366"/>
                </a:lnTo>
                <a:lnTo>
                  <a:pt x="1217" y="20342"/>
                </a:lnTo>
                <a:lnTo>
                  <a:pt x="876" y="20318"/>
                </a:lnTo>
                <a:lnTo>
                  <a:pt x="1144" y="20001"/>
                </a:lnTo>
                <a:lnTo>
                  <a:pt x="1363" y="19685"/>
                </a:lnTo>
                <a:lnTo>
                  <a:pt x="1606" y="19344"/>
                </a:lnTo>
                <a:lnTo>
                  <a:pt x="1850" y="19028"/>
                </a:lnTo>
                <a:close/>
                <a:moveTo>
                  <a:pt x="3675" y="18955"/>
                </a:moveTo>
                <a:lnTo>
                  <a:pt x="3553" y="19077"/>
                </a:lnTo>
                <a:lnTo>
                  <a:pt x="3431" y="19223"/>
                </a:lnTo>
                <a:lnTo>
                  <a:pt x="3261" y="19539"/>
                </a:lnTo>
                <a:lnTo>
                  <a:pt x="3164" y="19709"/>
                </a:lnTo>
                <a:lnTo>
                  <a:pt x="3066" y="19904"/>
                </a:lnTo>
                <a:lnTo>
                  <a:pt x="3018" y="20123"/>
                </a:lnTo>
                <a:lnTo>
                  <a:pt x="2993" y="20220"/>
                </a:lnTo>
                <a:lnTo>
                  <a:pt x="2993" y="20342"/>
                </a:lnTo>
                <a:lnTo>
                  <a:pt x="2044" y="20391"/>
                </a:lnTo>
                <a:lnTo>
                  <a:pt x="2239" y="20123"/>
                </a:lnTo>
                <a:lnTo>
                  <a:pt x="2361" y="19928"/>
                </a:lnTo>
                <a:lnTo>
                  <a:pt x="2677" y="19442"/>
                </a:lnTo>
                <a:lnTo>
                  <a:pt x="2872" y="19198"/>
                </a:lnTo>
                <a:lnTo>
                  <a:pt x="2969" y="19101"/>
                </a:lnTo>
                <a:lnTo>
                  <a:pt x="3066" y="19004"/>
                </a:lnTo>
                <a:lnTo>
                  <a:pt x="3675" y="18955"/>
                </a:lnTo>
                <a:close/>
                <a:moveTo>
                  <a:pt x="6643" y="0"/>
                </a:moveTo>
                <a:lnTo>
                  <a:pt x="5792" y="25"/>
                </a:lnTo>
                <a:lnTo>
                  <a:pt x="4940" y="49"/>
                </a:lnTo>
                <a:lnTo>
                  <a:pt x="3261" y="146"/>
                </a:lnTo>
                <a:lnTo>
                  <a:pt x="2093" y="195"/>
                </a:lnTo>
                <a:lnTo>
                  <a:pt x="1898" y="195"/>
                </a:lnTo>
                <a:lnTo>
                  <a:pt x="1704" y="244"/>
                </a:lnTo>
                <a:lnTo>
                  <a:pt x="1655" y="219"/>
                </a:lnTo>
                <a:lnTo>
                  <a:pt x="1582" y="195"/>
                </a:lnTo>
                <a:lnTo>
                  <a:pt x="1509" y="219"/>
                </a:lnTo>
                <a:lnTo>
                  <a:pt x="1460" y="268"/>
                </a:lnTo>
                <a:lnTo>
                  <a:pt x="1412" y="390"/>
                </a:lnTo>
                <a:lnTo>
                  <a:pt x="1363" y="511"/>
                </a:lnTo>
                <a:lnTo>
                  <a:pt x="1339" y="755"/>
                </a:lnTo>
                <a:lnTo>
                  <a:pt x="1339" y="1047"/>
                </a:lnTo>
                <a:lnTo>
                  <a:pt x="1387" y="1314"/>
                </a:lnTo>
                <a:lnTo>
                  <a:pt x="1217" y="1290"/>
                </a:lnTo>
                <a:lnTo>
                  <a:pt x="1047" y="1290"/>
                </a:lnTo>
                <a:lnTo>
                  <a:pt x="730" y="1314"/>
                </a:lnTo>
                <a:lnTo>
                  <a:pt x="560" y="1314"/>
                </a:lnTo>
                <a:lnTo>
                  <a:pt x="365" y="1338"/>
                </a:lnTo>
                <a:lnTo>
                  <a:pt x="268" y="1363"/>
                </a:lnTo>
                <a:lnTo>
                  <a:pt x="195" y="1411"/>
                </a:lnTo>
                <a:lnTo>
                  <a:pt x="146" y="1460"/>
                </a:lnTo>
                <a:lnTo>
                  <a:pt x="122" y="1557"/>
                </a:lnTo>
                <a:lnTo>
                  <a:pt x="122" y="1630"/>
                </a:lnTo>
                <a:lnTo>
                  <a:pt x="98" y="1874"/>
                </a:lnTo>
                <a:lnTo>
                  <a:pt x="73" y="2117"/>
                </a:lnTo>
                <a:lnTo>
                  <a:pt x="49" y="2652"/>
                </a:lnTo>
                <a:lnTo>
                  <a:pt x="73" y="3674"/>
                </a:lnTo>
                <a:lnTo>
                  <a:pt x="49" y="4891"/>
                </a:lnTo>
                <a:lnTo>
                  <a:pt x="25" y="6083"/>
                </a:lnTo>
                <a:lnTo>
                  <a:pt x="49" y="6765"/>
                </a:lnTo>
                <a:lnTo>
                  <a:pt x="49" y="7446"/>
                </a:lnTo>
                <a:lnTo>
                  <a:pt x="122" y="8809"/>
                </a:lnTo>
                <a:lnTo>
                  <a:pt x="219" y="10171"/>
                </a:lnTo>
                <a:lnTo>
                  <a:pt x="317" y="11534"/>
                </a:lnTo>
                <a:lnTo>
                  <a:pt x="341" y="12166"/>
                </a:lnTo>
                <a:lnTo>
                  <a:pt x="341" y="12799"/>
                </a:lnTo>
                <a:lnTo>
                  <a:pt x="292" y="14064"/>
                </a:lnTo>
                <a:lnTo>
                  <a:pt x="244" y="15330"/>
                </a:lnTo>
                <a:lnTo>
                  <a:pt x="171" y="16595"/>
                </a:lnTo>
                <a:lnTo>
                  <a:pt x="73" y="17519"/>
                </a:lnTo>
                <a:lnTo>
                  <a:pt x="49" y="17982"/>
                </a:lnTo>
                <a:lnTo>
                  <a:pt x="0" y="18444"/>
                </a:lnTo>
                <a:lnTo>
                  <a:pt x="0" y="18931"/>
                </a:lnTo>
                <a:lnTo>
                  <a:pt x="25" y="19393"/>
                </a:lnTo>
                <a:lnTo>
                  <a:pt x="98" y="19831"/>
                </a:lnTo>
                <a:lnTo>
                  <a:pt x="146" y="20050"/>
                </a:lnTo>
                <a:lnTo>
                  <a:pt x="219" y="20269"/>
                </a:lnTo>
                <a:lnTo>
                  <a:pt x="292" y="20366"/>
                </a:lnTo>
                <a:lnTo>
                  <a:pt x="365" y="20415"/>
                </a:lnTo>
                <a:lnTo>
                  <a:pt x="463" y="20439"/>
                </a:lnTo>
                <a:lnTo>
                  <a:pt x="560" y="20415"/>
                </a:lnTo>
                <a:lnTo>
                  <a:pt x="584" y="20512"/>
                </a:lnTo>
                <a:lnTo>
                  <a:pt x="633" y="20610"/>
                </a:lnTo>
                <a:lnTo>
                  <a:pt x="706" y="20658"/>
                </a:lnTo>
                <a:lnTo>
                  <a:pt x="803" y="20731"/>
                </a:lnTo>
                <a:lnTo>
                  <a:pt x="1047" y="20804"/>
                </a:lnTo>
                <a:lnTo>
                  <a:pt x="1339" y="20853"/>
                </a:lnTo>
                <a:lnTo>
                  <a:pt x="1631" y="20877"/>
                </a:lnTo>
                <a:lnTo>
                  <a:pt x="1923" y="20877"/>
                </a:lnTo>
                <a:lnTo>
                  <a:pt x="2312" y="20853"/>
                </a:lnTo>
                <a:lnTo>
                  <a:pt x="3188" y="20829"/>
                </a:lnTo>
                <a:lnTo>
                  <a:pt x="4064" y="20780"/>
                </a:lnTo>
                <a:lnTo>
                  <a:pt x="5792" y="20683"/>
                </a:lnTo>
                <a:lnTo>
                  <a:pt x="7057" y="20634"/>
                </a:lnTo>
                <a:lnTo>
                  <a:pt x="8346" y="20585"/>
                </a:lnTo>
                <a:lnTo>
                  <a:pt x="9612" y="20585"/>
                </a:lnTo>
                <a:lnTo>
                  <a:pt x="10901" y="20610"/>
                </a:lnTo>
                <a:lnTo>
                  <a:pt x="12240" y="20634"/>
                </a:lnTo>
                <a:lnTo>
                  <a:pt x="12337" y="20658"/>
                </a:lnTo>
                <a:lnTo>
                  <a:pt x="12434" y="20658"/>
                </a:lnTo>
                <a:lnTo>
                  <a:pt x="12483" y="20634"/>
                </a:lnTo>
                <a:lnTo>
                  <a:pt x="13262" y="20634"/>
                </a:lnTo>
                <a:lnTo>
                  <a:pt x="14065" y="20585"/>
                </a:lnTo>
                <a:lnTo>
                  <a:pt x="14843" y="20512"/>
                </a:lnTo>
                <a:lnTo>
                  <a:pt x="15622" y="20391"/>
                </a:lnTo>
                <a:lnTo>
                  <a:pt x="15695" y="20366"/>
                </a:lnTo>
                <a:lnTo>
                  <a:pt x="15743" y="20342"/>
                </a:lnTo>
                <a:lnTo>
                  <a:pt x="15865" y="20318"/>
                </a:lnTo>
                <a:lnTo>
                  <a:pt x="15962" y="20269"/>
                </a:lnTo>
                <a:lnTo>
                  <a:pt x="16035" y="20172"/>
                </a:lnTo>
                <a:lnTo>
                  <a:pt x="16035" y="20123"/>
                </a:lnTo>
                <a:lnTo>
                  <a:pt x="16035" y="20050"/>
                </a:lnTo>
                <a:lnTo>
                  <a:pt x="16011" y="19807"/>
                </a:lnTo>
                <a:lnTo>
                  <a:pt x="15987" y="19563"/>
                </a:lnTo>
                <a:lnTo>
                  <a:pt x="15938" y="19320"/>
                </a:lnTo>
                <a:lnTo>
                  <a:pt x="15938" y="19077"/>
                </a:lnTo>
                <a:lnTo>
                  <a:pt x="16425" y="19028"/>
                </a:lnTo>
                <a:lnTo>
                  <a:pt x="16522" y="18979"/>
                </a:lnTo>
                <a:lnTo>
                  <a:pt x="16619" y="18906"/>
                </a:lnTo>
                <a:lnTo>
                  <a:pt x="16668" y="18833"/>
                </a:lnTo>
                <a:lnTo>
                  <a:pt x="16717" y="18760"/>
                </a:lnTo>
                <a:lnTo>
                  <a:pt x="16790" y="18347"/>
                </a:lnTo>
                <a:lnTo>
                  <a:pt x="16838" y="17933"/>
                </a:lnTo>
                <a:lnTo>
                  <a:pt x="16863" y="17519"/>
                </a:lnTo>
                <a:lnTo>
                  <a:pt x="16863" y="17106"/>
                </a:lnTo>
                <a:lnTo>
                  <a:pt x="16863" y="16254"/>
                </a:lnTo>
                <a:lnTo>
                  <a:pt x="16863" y="15427"/>
                </a:lnTo>
                <a:lnTo>
                  <a:pt x="16838" y="14429"/>
                </a:lnTo>
                <a:lnTo>
                  <a:pt x="16838" y="13432"/>
                </a:lnTo>
                <a:lnTo>
                  <a:pt x="16765" y="11412"/>
                </a:lnTo>
                <a:lnTo>
                  <a:pt x="16765" y="10414"/>
                </a:lnTo>
                <a:lnTo>
                  <a:pt x="16765" y="9417"/>
                </a:lnTo>
                <a:lnTo>
                  <a:pt x="16814" y="7422"/>
                </a:lnTo>
                <a:lnTo>
                  <a:pt x="16814" y="6473"/>
                </a:lnTo>
                <a:lnTo>
                  <a:pt x="16838" y="5499"/>
                </a:lnTo>
                <a:lnTo>
                  <a:pt x="16814" y="5013"/>
                </a:lnTo>
                <a:lnTo>
                  <a:pt x="16765" y="4550"/>
                </a:lnTo>
                <a:lnTo>
                  <a:pt x="16717" y="4064"/>
                </a:lnTo>
                <a:lnTo>
                  <a:pt x="16619" y="3601"/>
                </a:lnTo>
                <a:lnTo>
                  <a:pt x="16595" y="3553"/>
                </a:lnTo>
                <a:lnTo>
                  <a:pt x="16522" y="3504"/>
                </a:lnTo>
                <a:lnTo>
                  <a:pt x="16425" y="3334"/>
                </a:lnTo>
                <a:lnTo>
                  <a:pt x="16303" y="3188"/>
                </a:lnTo>
                <a:lnTo>
                  <a:pt x="16060" y="2896"/>
                </a:lnTo>
                <a:lnTo>
                  <a:pt x="15792" y="2604"/>
                </a:lnTo>
                <a:lnTo>
                  <a:pt x="15524" y="2336"/>
                </a:lnTo>
                <a:lnTo>
                  <a:pt x="14989" y="1801"/>
                </a:lnTo>
                <a:lnTo>
                  <a:pt x="14503" y="1338"/>
                </a:lnTo>
                <a:lnTo>
                  <a:pt x="14259" y="1119"/>
                </a:lnTo>
                <a:lnTo>
                  <a:pt x="14016" y="901"/>
                </a:lnTo>
                <a:lnTo>
                  <a:pt x="13700" y="633"/>
                </a:lnTo>
                <a:lnTo>
                  <a:pt x="13554" y="487"/>
                </a:lnTo>
                <a:lnTo>
                  <a:pt x="13383" y="390"/>
                </a:lnTo>
                <a:lnTo>
                  <a:pt x="13335" y="317"/>
                </a:lnTo>
                <a:lnTo>
                  <a:pt x="13310" y="292"/>
                </a:lnTo>
                <a:lnTo>
                  <a:pt x="13237" y="268"/>
                </a:lnTo>
                <a:lnTo>
                  <a:pt x="13164" y="244"/>
                </a:lnTo>
                <a:lnTo>
                  <a:pt x="9904" y="73"/>
                </a:lnTo>
                <a:lnTo>
                  <a:pt x="8273" y="25"/>
                </a:lnTo>
                <a:lnTo>
                  <a:pt x="6643" y="0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26"/>
          <p:cNvSpPr/>
          <p:nvPr/>
        </p:nvSpPr>
        <p:spPr>
          <a:xfrm>
            <a:off x="4819801" y="599175"/>
            <a:ext cx="1163168" cy="1358114"/>
          </a:xfrm>
          <a:custGeom>
            <a:rect b="b" l="l" r="r" t="t"/>
            <a:pathLst>
              <a:path extrusionOk="0" h="20878" w="16863">
                <a:moveTo>
                  <a:pt x="974" y="1801"/>
                </a:moveTo>
                <a:lnTo>
                  <a:pt x="1144" y="1825"/>
                </a:lnTo>
                <a:lnTo>
                  <a:pt x="1314" y="1874"/>
                </a:lnTo>
                <a:lnTo>
                  <a:pt x="1436" y="1874"/>
                </a:lnTo>
                <a:lnTo>
                  <a:pt x="1455" y="2041"/>
                </a:lnTo>
                <a:lnTo>
                  <a:pt x="1455" y="2041"/>
                </a:lnTo>
                <a:lnTo>
                  <a:pt x="1412" y="2020"/>
                </a:lnTo>
                <a:lnTo>
                  <a:pt x="1290" y="1995"/>
                </a:lnTo>
                <a:lnTo>
                  <a:pt x="1168" y="1995"/>
                </a:lnTo>
                <a:lnTo>
                  <a:pt x="998" y="2068"/>
                </a:lnTo>
                <a:lnTo>
                  <a:pt x="828" y="2166"/>
                </a:lnTo>
                <a:lnTo>
                  <a:pt x="657" y="2287"/>
                </a:lnTo>
                <a:lnTo>
                  <a:pt x="511" y="2409"/>
                </a:lnTo>
                <a:lnTo>
                  <a:pt x="487" y="2093"/>
                </a:lnTo>
                <a:lnTo>
                  <a:pt x="438" y="1801"/>
                </a:lnTo>
                <a:lnTo>
                  <a:pt x="609" y="1825"/>
                </a:lnTo>
                <a:lnTo>
                  <a:pt x="974" y="1801"/>
                </a:lnTo>
                <a:close/>
                <a:moveTo>
                  <a:pt x="1460" y="2093"/>
                </a:moveTo>
                <a:lnTo>
                  <a:pt x="1509" y="2774"/>
                </a:lnTo>
                <a:lnTo>
                  <a:pt x="1509" y="2774"/>
                </a:lnTo>
                <a:lnTo>
                  <a:pt x="1387" y="2750"/>
                </a:lnTo>
                <a:lnTo>
                  <a:pt x="1314" y="2774"/>
                </a:lnTo>
                <a:lnTo>
                  <a:pt x="1266" y="2798"/>
                </a:lnTo>
                <a:lnTo>
                  <a:pt x="925" y="3042"/>
                </a:lnTo>
                <a:lnTo>
                  <a:pt x="560" y="3309"/>
                </a:lnTo>
                <a:lnTo>
                  <a:pt x="511" y="3358"/>
                </a:lnTo>
                <a:lnTo>
                  <a:pt x="511" y="2847"/>
                </a:lnTo>
                <a:lnTo>
                  <a:pt x="536" y="2823"/>
                </a:lnTo>
                <a:lnTo>
                  <a:pt x="706" y="2725"/>
                </a:lnTo>
                <a:lnTo>
                  <a:pt x="852" y="2604"/>
                </a:lnTo>
                <a:lnTo>
                  <a:pt x="1193" y="2409"/>
                </a:lnTo>
                <a:lnTo>
                  <a:pt x="1290" y="2360"/>
                </a:lnTo>
                <a:lnTo>
                  <a:pt x="1363" y="2287"/>
                </a:lnTo>
                <a:lnTo>
                  <a:pt x="1460" y="2117"/>
                </a:lnTo>
                <a:lnTo>
                  <a:pt x="1460" y="2093"/>
                </a:lnTo>
                <a:close/>
                <a:moveTo>
                  <a:pt x="13237" y="803"/>
                </a:moveTo>
                <a:lnTo>
                  <a:pt x="13408" y="949"/>
                </a:lnTo>
                <a:lnTo>
                  <a:pt x="13675" y="1192"/>
                </a:lnTo>
                <a:lnTo>
                  <a:pt x="13943" y="1436"/>
                </a:lnTo>
                <a:lnTo>
                  <a:pt x="14211" y="1655"/>
                </a:lnTo>
                <a:lnTo>
                  <a:pt x="14454" y="1922"/>
                </a:lnTo>
                <a:lnTo>
                  <a:pt x="14721" y="2214"/>
                </a:lnTo>
                <a:lnTo>
                  <a:pt x="14989" y="2482"/>
                </a:lnTo>
                <a:lnTo>
                  <a:pt x="15500" y="3017"/>
                </a:lnTo>
                <a:lnTo>
                  <a:pt x="15670" y="3188"/>
                </a:lnTo>
                <a:lnTo>
                  <a:pt x="15816" y="3382"/>
                </a:lnTo>
                <a:lnTo>
                  <a:pt x="15938" y="3577"/>
                </a:lnTo>
                <a:lnTo>
                  <a:pt x="16108" y="3772"/>
                </a:lnTo>
                <a:lnTo>
                  <a:pt x="15743" y="3796"/>
                </a:lnTo>
                <a:lnTo>
                  <a:pt x="15403" y="3820"/>
                </a:lnTo>
                <a:lnTo>
                  <a:pt x="14697" y="3820"/>
                </a:lnTo>
                <a:lnTo>
                  <a:pt x="14016" y="3796"/>
                </a:lnTo>
                <a:lnTo>
                  <a:pt x="13651" y="3772"/>
                </a:lnTo>
                <a:lnTo>
                  <a:pt x="13310" y="3820"/>
                </a:lnTo>
                <a:lnTo>
                  <a:pt x="13262" y="3042"/>
                </a:lnTo>
                <a:lnTo>
                  <a:pt x="13213" y="2239"/>
                </a:lnTo>
                <a:lnTo>
                  <a:pt x="13189" y="1874"/>
                </a:lnTo>
                <a:lnTo>
                  <a:pt x="13189" y="1533"/>
                </a:lnTo>
                <a:lnTo>
                  <a:pt x="13237" y="803"/>
                </a:lnTo>
                <a:close/>
                <a:moveTo>
                  <a:pt x="1533" y="3163"/>
                </a:moveTo>
                <a:lnTo>
                  <a:pt x="1533" y="3455"/>
                </a:lnTo>
                <a:lnTo>
                  <a:pt x="1363" y="3553"/>
                </a:lnTo>
                <a:lnTo>
                  <a:pt x="1217" y="3650"/>
                </a:lnTo>
                <a:lnTo>
                  <a:pt x="901" y="3918"/>
                </a:lnTo>
                <a:lnTo>
                  <a:pt x="706" y="4064"/>
                </a:lnTo>
                <a:lnTo>
                  <a:pt x="511" y="4210"/>
                </a:lnTo>
                <a:lnTo>
                  <a:pt x="511" y="3845"/>
                </a:lnTo>
                <a:lnTo>
                  <a:pt x="511" y="3747"/>
                </a:lnTo>
                <a:lnTo>
                  <a:pt x="657" y="3699"/>
                </a:lnTo>
                <a:lnTo>
                  <a:pt x="803" y="3626"/>
                </a:lnTo>
                <a:lnTo>
                  <a:pt x="1047" y="3455"/>
                </a:lnTo>
                <a:lnTo>
                  <a:pt x="1387" y="3236"/>
                </a:lnTo>
                <a:lnTo>
                  <a:pt x="1533" y="3163"/>
                </a:lnTo>
                <a:close/>
                <a:moveTo>
                  <a:pt x="1558" y="3942"/>
                </a:moveTo>
                <a:lnTo>
                  <a:pt x="1533" y="4404"/>
                </a:lnTo>
                <a:lnTo>
                  <a:pt x="1533" y="4526"/>
                </a:lnTo>
                <a:lnTo>
                  <a:pt x="1193" y="4745"/>
                </a:lnTo>
                <a:lnTo>
                  <a:pt x="852" y="4988"/>
                </a:lnTo>
                <a:lnTo>
                  <a:pt x="657" y="5086"/>
                </a:lnTo>
                <a:lnTo>
                  <a:pt x="511" y="5232"/>
                </a:lnTo>
                <a:lnTo>
                  <a:pt x="511" y="4648"/>
                </a:lnTo>
                <a:lnTo>
                  <a:pt x="657" y="4575"/>
                </a:lnTo>
                <a:lnTo>
                  <a:pt x="828" y="4477"/>
                </a:lnTo>
                <a:lnTo>
                  <a:pt x="1095" y="4258"/>
                </a:lnTo>
                <a:lnTo>
                  <a:pt x="1558" y="3942"/>
                </a:lnTo>
                <a:close/>
                <a:moveTo>
                  <a:pt x="1509" y="4964"/>
                </a:moveTo>
                <a:lnTo>
                  <a:pt x="1485" y="5378"/>
                </a:lnTo>
                <a:lnTo>
                  <a:pt x="1363" y="5451"/>
                </a:lnTo>
                <a:lnTo>
                  <a:pt x="1241" y="5548"/>
                </a:lnTo>
                <a:lnTo>
                  <a:pt x="998" y="5767"/>
                </a:lnTo>
                <a:lnTo>
                  <a:pt x="730" y="5986"/>
                </a:lnTo>
                <a:lnTo>
                  <a:pt x="609" y="6108"/>
                </a:lnTo>
                <a:lnTo>
                  <a:pt x="511" y="6254"/>
                </a:lnTo>
                <a:lnTo>
                  <a:pt x="511" y="5499"/>
                </a:lnTo>
                <a:lnTo>
                  <a:pt x="633" y="5475"/>
                </a:lnTo>
                <a:lnTo>
                  <a:pt x="755" y="5426"/>
                </a:lnTo>
                <a:lnTo>
                  <a:pt x="1022" y="5256"/>
                </a:lnTo>
                <a:lnTo>
                  <a:pt x="1509" y="4964"/>
                </a:lnTo>
                <a:close/>
                <a:moveTo>
                  <a:pt x="1460" y="5889"/>
                </a:moveTo>
                <a:lnTo>
                  <a:pt x="1436" y="6473"/>
                </a:lnTo>
                <a:lnTo>
                  <a:pt x="1363" y="6448"/>
                </a:lnTo>
                <a:lnTo>
                  <a:pt x="1266" y="6448"/>
                </a:lnTo>
                <a:lnTo>
                  <a:pt x="1193" y="6473"/>
                </a:lnTo>
                <a:lnTo>
                  <a:pt x="1022" y="6594"/>
                </a:lnTo>
                <a:lnTo>
                  <a:pt x="852" y="6716"/>
                </a:lnTo>
                <a:lnTo>
                  <a:pt x="730" y="6862"/>
                </a:lnTo>
                <a:lnTo>
                  <a:pt x="511" y="7105"/>
                </a:lnTo>
                <a:lnTo>
                  <a:pt x="511" y="6448"/>
                </a:lnTo>
                <a:lnTo>
                  <a:pt x="682" y="6424"/>
                </a:lnTo>
                <a:lnTo>
                  <a:pt x="828" y="6351"/>
                </a:lnTo>
                <a:lnTo>
                  <a:pt x="974" y="6254"/>
                </a:lnTo>
                <a:lnTo>
                  <a:pt x="1095" y="6156"/>
                </a:lnTo>
                <a:lnTo>
                  <a:pt x="1460" y="5889"/>
                </a:lnTo>
                <a:close/>
                <a:moveTo>
                  <a:pt x="1412" y="6813"/>
                </a:moveTo>
                <a:lnTo>
                  <a:pt x="1387" y="7397"/>
                </a:lnTo>
                <a:lnTo>
                  <a:pt x="1168" y="7616"/>
                </a:lnTo>
                <a:lnTo>
                  <a:pt x="925" y="7835"/>
                </a:lnTo>
                <a:lnTo>
                  <a:pt x="755" y="8006"/>
                </a:lnTo>
                <a:lnTo>
                  <a:pt x="584" y="8176"/>
                </a:lnTo>
                <a:lnTo>
                  <a:pt x="536" y="7543"/>
                </a:lnTo>
                <a:lnTo>
                  <a:pt x="657" y="7446"/>
                </a:lnTo>
                <a:lnTo>
                  <a:pt x="779" y="7349"/>
                </a:lnTo>
                <a:lnTo>
                  <a:pt x="974" y="7154"/>
                </a:lnTo>
                <a:lnTo>
                  <a:pt x="1095" y="7032"/>
                </a:lnTo>
                <a:lnTo>
                  <a:pt x="1241" y="6911"/>
                </a:lnTo>
                <a:lnTo>
                  <a:pt x="1412" y="6813"/>
                </a:lnTo>
                <a:close/>
                <a:moveTo>
                  <a:pt x="1363" y="7981"/>
                </a:moveTo>
                <a:lnTo>
                  <a:pt x="1339" y="8468"/>
                </a:lnTo>
                <a:lnTo>
                  <a:pt x="1241" y="8541"/>
                </a:lnTo>
                <a:lnTo>
                  <a:pt x="1168" y="8614"/>
                </a:lnTo>
                <a:lnTo>
                  <a:pt x="1022" y="8736"/>
                </a:lnTo>
                <a:lnTo>
                  <a:pt x="901" y="8882"/>
                </a:lnTo>
                <a:lnTo>
                  <a:pt x="779" y="9052"/>
                </a:lnTo>
                <a:lnTo>
                  <a:pt x="657" y="9222"/>
                </a:lnTo>
                <a:lnTo>
                  <a:pt x="609" y="8492"/>
                </a:lnTo>
                <a:lnTo>
                  <a:pt x="730" y="8444"/>
                </a:lnTo>
                <a:lnTo>
                  <a:pt x="876" y="8395"/>
                </a:lnTo>
                <a:lnTo>
                  <a:pt x="1095" y="8200"/>
                </a:lnTo>
                <a:lnTo>
                  <a:pt x="1363" y="7981"/>
                </a:lnTo>
                <a:close/>
                <a:moveTo>
                  <a:pt x="1314" y="9003"/>
                </a:moveTo>
                <a:lnTo>
                  <a:pt x="1290" y="9611"/>
                </a:lnTo>
                <a:lnTo>
                  <a:pt x="1168" y="9660"/>
                </a:lnTo>
                <a:lnTo>
                  <a:pt x="1071" y="9733"/>
                </a:lnTo>
                <a:lnTo>
                  <a:pt x="852" y="9903"/>
                </a:lnTo>
                <a:lnTo>
                  <a:pt x="706" y="10049"/>
                </a:lnTo>
                <a:lnTo>
                  <a:pt x="657" y="9368"/>
                </a:lnTo>
                <a:lnTo>
                  <a:pt x="925" y="9271"/>
                </a:lnTo>
                <a:lnTo>
                  <a:pt x="1168" y="9101"/>
                </a:lnTo>
                <a:lnTo>
                  <a:pt x="1314" y="9003"/>
                </a:lnTo>
                <a:close/>
                <a:moveTo>
                  <a:pt x="1266" y="10122"/>
                </a:moveTo>
                <a:lnTo>
                  <a:pt x="1266" y="10877"/>
                </a:lnTo>
                <a:lnTo>
                  <a:pt x="1120" y="10998"/>
                </a:lnTo>
                <a:lnTo>
                  <a:pt x="803" y="11242"/>
                </a:lnTo>
                <a:lnTo>
                  <a:pt x="730" y="10439"/>
                </a:lnTo>
                <a:lnTo>
                  <a:pt x="876" y="10366"/>
                </a:lnTo>
                <a:lnTo>
                  <a:pt x="1022" y="10293"/>
                </a:lnTo>
                <a:lnTo>
                  <a:pt x="1266" y="10122"/>
                </a:lnTo>
                <a:close/>
                <a:moveTo>
                  <a:pt x="1266" y="11363"/>
                </a:moveTo>
                <a:lnTo>
                  <a:pt x="1266" y="11826"/>
                </a:lnTo>
                <a:lnTo>
                  <a:pt x="1120" y="11972"/>
                </a:lnTo>
                <a:lnTo>
                  <a:pt x="974" y="12118"/>
                </a:lnTo>
                <a:lnTo>
                  <a:pt x="901" y="12215"/>
                </a:lnTo>
                <a:lnTo>
                  <a:pt x="828" y="12337"/>
                </a:lnTo>
                <a:lnTo>
                  <a:pt x="803" y="11534"/>
                </a:lnTo>
                <a:lnTo>
                  <a:pt x="803" y="11485"/>
                </a:lnTo>
                <a:lnTo>
                  <a:pt x="925" y="11485"/>
                </a:lnTo>
                <a:lnTo>
                  <a:pt x="1047" y="11461"/>
                </a:lnTo>
                <a:lnTo>
                  <a:pt x="1144" y="11412"/>
                </a:lnTo>
                <a:lnTo>
                  <a:pt x="1266" y="11363"/>
                </a:lnTo>
                <a:close/>
                <a:moveTo>
                  <a:pt x="1266" y="12385"/>
                </a:moveTo>
                <a:lnTo>
                  <a:pt x="1266" y="12872"/>
                </a:lnTo>
                <a:lnTo>
                  <a:pt x="974" y="13140"/>
                </a:lnTo>
                <a:lnTo>
                  <a:pt x="828" y="13286"/>
                </a:lnTo>
                <a:lnTo>
                  <a:pt x="828" y="12653"/>
                </a:lnTo>
                <a:lnTo>
                  <a:pt x="1022" y="12556"/>
                </a:lnTo>
                <a:lnTo>
                  <a:pt x="1217" y="12410"/>
                </a:lnTo>
                <a:lnTo>
                  <a:pt x="1266" y="12385"/>
                </a:lnTo>
                <a:close/>
                <a:moveTo>
                  <a:pt x="1266" y="13407"/>
                </a:moveTo>
                <a:lnTo>
                  <a:pt x="1266" y="14113"/>
                </a:lnTo>
                <a:lnTo>
                  <a:pt x="1168" y="14186"/>
                </a:lnTo>
                <a:lnTo>
                  <a:pt x="1095" y="14235"/>
                </a:lnTo>
                <a:lnTo>
                  <a:pt x="925" y="14381"/>
                </a:lnTo>
                <a:lnTo>
                  <a:pt x="779" y="14527"/>
                </a:lnTo>
                <a:lnTo>
                  <a:pt x="803" y="13748"/>
                </a:lnTo>
                <a:lnTo>
                  <a:pt x="925" y="13675"/>
                </a:lnTo>
                <a:lnTo>
                  <a:pt x="1047" y="13578"/>
                </a:lnTo>
                <a:lnTo>
                  <a:pt x="1266" y="13407"/>
                </a:lnTo>
                <a:close/>
                <a:moveTo>
                  <a:pt x="1266" y="14624"/>
                </a:moveTo>
                <a:lnTo>
                  <a:pt x="1266" y="14940"/>
                </a:lnTo>
                <a:lnTo>
                  <a:pt x="1193" y="14989"/>
                </a:lnTo>
                <a:lnTo>
                  <a:pt x="949" y="15208"/>
                </a:lnTo>
                <a:lnTo>
                  <a:pt x="730" y="15451"/>
                </a:lnTo>
                <a:lnTo>
                  <a:pt x="755" y="15062"/>
                </a:lnTo>
                <a:lnTo>
                  <a:pt x="876" y="14989"/>
                </a:lnTo>
                <a:lnTo>
                  <a:pt x="974" y="14892"/>
                </a:lnTo>
                <a:lnTo>
                  <a:pt x="1193" y="14697"/>
                </a:lnTo>
                <a:lnTo>
                  <a:pt x="1266" y="14624"/>
                </a:lnTo>
                <a:close/>
                <a:moveTo>
                  <a:pt x="1241" y="15451"/>
                </a:moveTo>
                <a:lnTo>
                  <a:pt x="1241" y="15500"/>
                </a:lnTo>
                <a:lnTo>
                  <a:pt x="1217" y="15841"/>
                </a:lnTo>
                <a:lnTo>
                  <a:pt x="1071" y="15962"/>
                </a:lnTo>
                <a:lnTo>
                  <a:pt x="925" y="16108"/>
                </a:lnTo>
                <a:lnTo>
                  <a:pt x="682" y="16400"/>
                </a:lnTo>
                <a:lnTo>
                  <a:pt x="682" y="16400"/>
                </a:lnTo>
                <a:lnTo>
                  <a:pt x="730" y="15695"/>
                </a:lnTo>
                <a:lnTo>
                  <a:pt x="779" y="15719"/>
                </a:lnTo>
                <a:lnTo>
                  <a:pt x="828" y="15743"/>
                </a:lnTo>
                <a:lnTo>
                  <a:pt x="901" y="15743"/>
                </a:lnTo>
                <a:lnTo>
                  <a:pt x="949" y="15695"/>
                </a:lnTo>
                <a:lnTo>
                  <a:pt x="1241" y="15451"/>
                </a:lnTo>
                <a:close/>
                <a:moveTo>
                  <a:pt x="1193" y="16327"/>
                </a:moveTo>
                <a:lnTo>
                  <a:pt x="1120" y="17009"/>
                </a:lnTo>
                <a:lnTo>
                  <a:pt x="998" y="17082"/>
                </a:lnTo>
                <a:lnTo>
                  <a:pt x="876" y="17179"/>
                </a:lnTo>
                <a:lnTo>
                  <a:pt x="682" y="17373"/>
                </a:lnTo>
                <a:lnTo>
                  <a:pt x="584" y="17495"/>
                </a:lnTo>
                <a:lnTo>
                  <a:pt x="584" y="17495"/>
                </a:lnTo>
                <a:lnTo>
                  <a:pt x="657" y="16668"/>
                </a:lnTo>
                <a:lnTo>
                  <a:pt x="803" y="16619"/>
                </a:lnTo>
                <a:lnTo>
                  <a:pt x="949" y="16522"/>
                </a:lnTo>
                <a:lnTo>
                  <a:pt x="1193" y="16327"/>
                </a:lnTo>
                <a:close/>
                <a:moveTo>
                  <a:pt x="6813" y="463"/>
                </a:moveTo>
                <a:lnTo>
                  <a:pt x="8322" y="487"/>
                </a:lnTo>
                <a:lnTo>
                  <a:pt x="9831" y="560"/>
                </a:lnTo>
                <a:lnTo>
                  <a:pt x="12848" y="706"/>
                </a:lnTo>
                <a:lnTo>
                  <a:pt x="12799" y="901"/>
                </a:lnTo>
                <a:lnTo>
                  <a:pt x="12751" y="1071"/>
                </a:lnTo>
                <a:lnTo>
                  <a:pt x="12702" y="1484"/>
                </a:lnTo>
                <a:lnTo>
                  <a:pt x="12678" y="1874"/>
                </a:lnTo>
                <a:lnTo>
                  <a:pt x="12702" y="2312"/>
                </a:lnTo>
                <a:lnTo>
                  <a:pt x="12775" y="3115"/>
                </a:lnTo>
                <a:lnTo>
                  <a:pt x="12824" y="3528"/>
                </a:lnTo>
                <a:lnTo>
                  <a:pt x="12824" y="3893"/>
                </a:lnTo>
                <a:lnTo>
                  <a:pt x="12848" y="3966"/>
                </a:lnTo>
                <a:lnTo>
                  <a:pt x="12872" y="4039"/>
                </a:lnTo>
                <a:lnTo>
                  <a:pt x="12921" y="4064"/>
                </a:lnTo>
                <a:lnTo>
                  <a:pt x="12970" y="4112"/>
                </a:lnTo>
                <a:lnTo>
                  <a:pt x="12994" y="4161"/>
                </a:lnTo>
                <a:lnTo>
                  <a:pt x="13067" y="4210"/>
                </a:lnTo>
                <a:lnTo>
                  <a:pt x="13262" y="4258"/>
                </a:lnTo>
                <a:lnTo>
                  <a:pt x="13456" y="4307"/>
                </a:lnTo>
                <a:lnTo>
                  <a:pt x="13894" y="4331"/>
                </a:lnTo>
                <a:lnTo>
                  <a:pt x="14697" y="4356"/>
                </a:lnTo>
                <a:lnTo>
                  <a:pt x="15500" y="4356"/>
                </a:lnTo>
                <a:lnTo>
                  <a:pt x="15889" y="4331"/>
                </a:lnTo>
                <a:lnTo>
                  <a:pt x="16279" y="4283"/>
                </a:lnTo>
                <a:lnTo>
                  <a:pt x="16254" y="5061"/>
                </a:lnTo>
                <a:lnTo>
                  <a:pt x="16279" y="5864"/>
                </a:lnTo>
                <a:lnTo>
                  <a:pt x="16303" y="6643"/>
                </a:lnTo>
                <a:lnTo>
                  <a:pt x="16303" y="7422"/>
                </a:lnTo>
                <a:lnTo>
                  <a:pt x="16279" y="9319"/>
                </a:lnTo>
                <a:lnTo>
                  <a:pt x="16254" y="10268"/>
                </a:lnTo>
                <a:lnTo>
                  <a:pt x="16254" y="11242"/>
                </a:lnTo>
                <a:lnTo>
                  <a:pt x="16303" y="13140"/>
                </a:lnTo>
                <a:lnTo>
                  <a:pt x="16352" y="15062"/>
                </a:lnTo>
                <a:lnTo>
                  <a:pt x="16327" y="15962"/>
                </a:lnTo>
                <a:lnTo>
                  <a:pt x="16327" y="16887"/>
                </a:lnTo>
                <a:lnTo>
                  <a:pt x="16327" y="17738"/>
                </a:lnTo>
                <a:lnTo>
                  <a:pt x="16303" y="18152"/>
                </a:lnTo>
                <a:lnTo>
                  <a:pt x="16254" y="18590"/>
                </a:lnTo>
                <a:lnTo>
                  <a:pt x="15889" y="18614"/>
                </a:lnTo>
                <a:lnTo>
                  <a:pt x="15549" y="18639"/>
                </a:lnTo>
                <a:lnTo>
                  <a:pt x="11923" y="18639"/>
                </a:lnTo>
                <a:lnTo>
                  <a:pt x="9733" y="18614"/>
                </a:lnTo>
                <a:lnTo>
                  <a:pt x="7641" y="18566"/>
                </a:lnTo>
                <a:lnTo>
                  <a:pt x="5524" y="18517"/>
                </a:lnTo>
                <a:lnTo>
                  <a:pt x="4453" y="18517"/>
                </a:lnTo>
                <a:lnTo>
                  <a:pt x="3383" y="18566"/>
                </a:lnTo>
                <a:lnTo>
                  <a:pt x="2701" y="18566"/>
                </a:lnTo>
                <a:lnTo>
                  <a:pt x="2361" y="18590"/>
                </a:lnTo>
                <a:lnTo>
                  <a:pt x="2020" y="18639"/>
                </a:lnTo>
                <a:lnTo>
                  <a:pt x="1971" y="18590"/>
                </a:lnTo>
                <a:lnTo>
                  <a:pt x="1923" y="18517"/>
                </a:lnTo>
                <a:lnTo>
                  <a:pt x="1850" y="18493"/>
                </a:lnTo>
                <a:lnTo>
                  <a:pt x="1777" y="18493"/>
                </a:lnTo>
                <a:lnTo>
                  <a:pt x="1704" y="18298"/>
                </a:lnTo>
                <a:lnTo>
                  <a:pt x="1679" y="18103"/>
                </a:lnTo>
                <a:lnTo>
                  <a:pt x="1704" y="18030"/>
                </a:lnTo>
                <a:lnTo>
                  <a:pt x="1704" y="17957"/>
                </a:lnTo>
                <a:lnTo>
                  <a:pt x="1679" y="17884"/>
                </a:lnTo>
                <a:lnTo>
                  <a:pt x="1631" y="17811"/>
                </a:lnTo>
                <a:lnTo>
                  <a:pt x="1631" y="17398"/>
                </a:lnTo>
                <a:lnTo>
                  <a:pt x="1631" y="17009"/>
                </a:lnTo>
                <a:lnTo>
                  <a:pt x="1679" y="16133"/>
                </a:lnTo>
                <a:lnTo>
                  <a:pt x="1728" y="15281"/>
                </a:lnTo>
                <a:lnTo>
                  <a:pt x="1728" y="15086"/>
                </a:lnTo>
                <a:lnTo>
                  <a:pt x="1777" y="15038"/>
                </a:lnTo>
                <a:lnTo>
                  <a:pt x="1801" y="14965"/>
                </a:lnTo>
                <a:lnTo>
                  <a:pt x="1777" y="14916"/>
                </a:lnTo>
                <a:lnTo>
                  <a:pt x="1728" y="14843"/>
                </a:lnTo>
                <a:lnTo>
                  <a:pt x="1728" y="13018"/>
                </a:lnTo>
                <a:lnTo>
                  <a:pt x="1801" y="12945"/>
                </a:lnTo>
                <a:lnTo>
                  <a:pt x="1825" y="12848"/>
                </a:lnTo>
                <a:lnTo>
                  <a:pt x="1825" y="12775"/>
                </a:lnTo>
                <a:lnTo>
                  <a:pt x="1801" y="12726"/>
                </a:lnTo>
                <a:lnTo>
                  <a:pt x="1728" y="12677"/>
                </a:lnTo>
                <a:lnTo>
                  <a:pt x="1728" y="11071"/>
                </a:lnTo>
                <a:lnTo>
                  <a:pt x="1752" y="11023"/>
                </a:lnTo>
                <a:lnTo>
                  <a:pt x="1777" y="10974"/>
                </a:lnTo>
                <a:lnTo>
                  <a:pt x="1752" y="10925"/>
                </a:lnTo>
                <a:lnTo>
                  <a:pt x="1728" y="10852"/>
                </a:lnTo>
                <a:lnTo>
                  <a:pt x="1752" y="10049"/>
                </a:lnTo>
                <a:lnTo>
                  <a:pt x="1825" y="7373"/>
                </a:lnTo>
                <a:lnTo>
                  <a:pt x="1874" y="6059"/>
                </a:lnTo>
                <a:lnTo>
                  <a:pt x="1947" y="4721"/>
                </a:lnTo>
                <a:lnTo>
                  <a:pt x="1971" y="4137"/>
                </a:lnTo>
                <a:lnTo>
                  <a:pt x="1971" y="3553"/>
                </a:lnTo>
                <a:lnTo>
                  <a:pt x="1947" y="2969"/>
                </a:lnTo>
                <a:lnTo>
                  <a:pt x="1898" y="2360"/>
                </a:lnTo>
                <a:lnTo>
                  <a:pt x="1874" y="1825"/>
                </a:lnTo>
                <a:lnTo>
                  <a:pt x="1825" y="1290"/>
                </a:lnTo>
                <a:lnTo>
                  <a:pt x="1752" y="925"/>
                </a:lnTo>
                <a:lnTo>
                  <a:pt x="1728" y="755"/>
                </a:lnTo>
                <a:lnTo>
                  <a:pt x="1704" y="560"/>
                </a:lnTo>
                <a:lnTo>
                  <a:pt x="2142" y="609"/>
                </a:lnTo>
                <a:lnTo>
                  <a:pt x="2580" y="609"/>
                </a:lnTo>
                <a:lnTo>
                  <a:pt x="3456" y="584"/>
                </a:lnTo>
                <a:lnTo>
                  <a:pt x="5135" y="511"/>
                </a:lnTo>
                <a:lnTo>
                  <a:pt x="5986" y="487"/>
                </a:lnTo>
                <a:lnTo>
                  <a:pt x="6813" y="463"/>
                </a:lnTo>
                <a:close/>
                <a:moveTo>
                  <a:pt x="1120" y="17544"/>
                </a:moveTo>
                <a:lnTo>
                  <a:pt x="1144" y="17982"/>
                </a:lnTo>
                <a:lnTo>
                  <a:pt x="974" y="18176"/>
                </a:lnTo>
                <a:lnTo>
                  <a:pt x="803" y="18371"/>
                </a:lnTo>
                <a:lnTo>
                  <a:pt x="682" y="18517"/>
                </a:lnTo>
                <a:lnTo>
                  <a:pt x="584" y="18663"/>
                </a:lnTo>
                <a:lnTo>
                  <a:pt x="536" y="18858"/>
                </a:lnTo>
                <a:lnTo>
                  <a:pt x="536" y="19028"/>
                </a:lnTo>
                <a:lnTo>
                  <a:pt x="536" y="19052"/>
                </a:lnTo>
                <a:lnTo>
                  <a:pt x="584" y="19052"/>
                </a:lnTo>
                <a:lnTo>
                  <a:pt x="779" y="18955"/>
                </a:lnTo>
                <a:lnTo>
                  <a:pt x="949" y="18809"/>
                </a:lnTo>
                <a:lnTo>
                  <a:pt x="1266" y="18468"/>
                </a:lnTo>
                <a:lnTo>
                  <a:pt x="1339" y="18663"/>
                </a:lnTo>
                <a:lnTo>
                  <a:pt x="1412" y="18833"/>
                </a:lnTo>
                <a:lnTo>
                  <a:pt x="1168" y="19150"/>
                </a:lnTo>
                <a:lnTo>
                  <a:pt x="901" y="19539"/>
                </a:lnTo>
                <a:lnTo>
                  <a:pt x="657" y="19928"/>
                </a:lnTo>
                <a:lnTo>
                  <a:pt x="584" y="19685"/>
                </a:lnTo>
                <a:lnTo>
                  <a:pt x="560" y="19466"/>
                </a:lnTo>
                <a:lnTo>
                  <a:pt x="511" y="18979"/>
                </a:lnTo>
                <a:lnTo>
                  <a:pt x="511" y="18468"/>
                </a:lnTo>
                <a:lnTo>
                  <a:pt x="536" y="17982"/>
                </a:lnTo>
                <a:lnTo>
                  <a:pt x="657" y="17909"/>
                </a:lnTo>
                <a:lnTo>
                  <a:pt x="779" y="17836"/>
                </a:lnTo>
                <a:lnTo>
                  <a:pt x="974" y="17665"/>
                </a:lnTo>
                <a:lnTo>
                  <a:pt x="1120" y="17544"/>
                </a:lnTo>
                <a:close/>
                <a:moveTo>
                  <a:pt x="15451" y="19101"/>
                </a:moveTo>
                <a:lnTo>
                  <a:pt x="15427" y="19296"/>
                </a:lnTo>
                <a:lnTo>
                  <a:pt x="15427" y="19490"/>
                </a:lnTo>
                <a:lnTo>
                  <a:pt x="15451" y="19904"/>
                </a:lnTo>
                <a:lnTo>
                  <a:pt x="15086" y="19953"/>
                </a:lnTo>
                <a:lnTo>
                  <a:pt x="15086" y="19953"/>
                </a:lnTo>
                <a:lnTo>
                  <a:pt x="15159" y="19734"/>
                </a:lnTo>
                <a:lnTo>
                  <a:pt x="15257" y="19417"/>
                </a:lnTo>
                <a:lnTo>
                  <a:pt x="15281" y="19271"/>
                </a:lnTo>
                <a:lnTo>
                  <a:pt x="15281" y="19101"/>
                </a:lnTo>
                <a:close/>
                <a:moveTo>
                  <a:pt x="15062" y="19101"/>
                </a:moveTo>
                <a:lnTo>
                  <a:pt x="14989" y="19174"/>
                </a:lnTo>
                <a:lnTo>
                  <a:pt x="14940" y="19271"/>
                </a:lnTo>
                <a:lnTo>
                  <a:pt x="14867" y="19442"/>
                </a:lnTo>
                <a:lnTo>
                  <a:pt x="14721" y="19782"/>
                </a:lnTo>
                <a:lnTo>
                  <a:pt x="14600" y="20026"/>
                </a:lnTo>
                <a:lnTo>
                  <a:pt x="14357" y="20050"/>
                </a:lnTo>
                <a:lnTo>
                  <a:pt x="14357" y="20050"/>
                </a:lnTo>
                <a:lnTo>
                  <a:pt x="14454" y="19758"/>
                </a:lnTo>
                <a:lnTo>
                  <a:pt x="14503" y="19563"/>
                </a:lnTo>
                <a:lnTo>
                  <a:pt x="14551" y="19344"/>
                </a:lnTo>
                <a:lnTo>
                  <a:pt x="14575" y="19198"/>
                </a:lnTo>
                <a:lnTo>
                  <a:pt x="14551" y="19125"/>
                </a:lnTo>
                <a:lnTo>
                  <a:pt x="15062" y="19101"/>
                </a:lnTo>
                <a:close/>
                <a:moveTo>
                  <a:pt x="9782" y="19052"/>
                </a:moveTo>
                <a:lnTo>
                  <a:pt x="9660" y="19296"/>
                </a:lnTo>
                <a:lnTo>
                  <a:pt x="9563" y="19563"/>
                </a:lnTo>
                <a:lnTo>
                  <a:pt x="9490" y="19831"/>
                </a:lnTo>
                <a:lnTo>
                  <a:pt x="9441" y="20074"/>
                </a:lnTo>
                <a:lnTo>
                  <a:pt x="9028" y="20074"/>
                </a:lnTo>
                <a:lnTo>
                  <a:pt x="9125" y="19831"/>
                </a:lnTo>
                <a:lnTo>
                  <a:pt x="9174" y="19636"/>
                </a:lnTo>
                <a:lnTo>
                  <a:pt x="9320" y="19344"/>
                </a:lnTo>
                <a:lnTo>
                  <a:pt x="9368" y="19174"/>
                </a:lnTo>
                <a:lnTo>
                  <a:pt x="9393" y="19101"/>
                </a:lnTo>
                <a:lnTo>
                  <a:pt x="9368" y="19052"/>
                </a:lnTo>
                <a:close/>
                <a:moveTo>
                  <a:pt x="10780" y="19077"/>
                </a:moveTo>
                <a:lnTo>
                  <a:pt x="10609" y="19296"/>
                </a:lnTo>
                <a:lnTo>
                  <a:pt x="10439" y="19539"/>
                </a:lnTo>
                <a:lnTo>
                  <a:pt x="10366" y="19685"/>
                </a:lnTo>
                <a:lnTo>
                  <a:pt x="10317" y="19807"/>
                </a:lnTo>
                <a:lnTo>
                  <a:pt x="10269" y="19953"/>
                </a:lnTo>
                <a:lnTo>
                  <a:pt x="10269" y="20074"/>
                </a:lnTo>
                <a:lnTo>
                  <a:pt x="9904" y="20074"/>
                </a:lnTo>
                <a:lnTo>
                  <a:pt x="9904" y="19977"/>
                </a:lnTo>
                <a:lnTo>
                  <a:pt x="9977" y="19734"/>
                </a:lnTo>
                <a:lnTo>
                  <a:pt x="10050" y="19515"/>
                </a:lnTo>
                <a:lnTo>
                  <a:pt x="10147" y="19320"/>
                </a:lnTo>
                <a:lnTo>
                  <a:pt x="10196" y="19198"/>
                </a:lnTo>
                <a:lnTo>
                  <a:pt x="10220" y="19077"/>
                </a:lnTo>
                <a:close/>
                <a:moveTo>
                  <a:pt x="9101" y="19028"/>
                </a:moveTo>
                <a:lnTo>
                  <a:pt x="9003" y="19150"/>
                </a:lnTo>
                <a:lnTo>
                  <a:pt x="8930" y="19271"/>
                </a:lnTo>
                <a:lnTo>
                  <a:pt x="8809" y="19466"/>
                </a:lnTo>
                <a:lnTo>
                  <a:pt x="8736" y="19685"/>
                </a:lnTo>
                <a:lnTo>
                  <a:pt x="8638" y="19880"/>
                </a:lnTo>
                <a:lnTo>
                  <a:pt x="8614" y="19977"/>
                </a:lnTo>
                <a:lnTo>
                  <a:pt x="8565" y="20074"/>
                </a:lnTo>
                <a:lnTo>
                  <a:pt x="8079" y="20099"/>
                </a:lnTo>
                <a:lnTo>
                  <a:pt x="8103" y="19953"/>
                </a:lnTo>
                <a:lnTo>
                  <a:pt x="8176" y="19734"/>
                </a:lnTo>
                <a:lnTo>
                  <a:pt x="8273" y="19490"/>
                </a:lnTo>
                <a:lnTo>
                  <a:pt x="8395" y="19296"/>
                </a:lnTo>
                <a:lnTo>
                  <a:pt x="8468" y="19150"/>
                </a:lnTo>
                <a:lnTo>
                  <a:pt x="8517" y="19028"/>
                </a:lnTo>
                <a:close/>
                <a:moveTo>
                  <a:pt x="10926" y="19077"/>
                </a:moveTo>
                <a:lnTo>
                  <a:pt x="10999" y="19101"/>
                </a:lnTo>
                <a:lnTo>
                  <a:pt x="11631" y="19101"/>
                </a:lnTo>
                <a:lnTo>
                  <a:pt x="11510" y="19247"/>
                </a:lnTo>
                <a:lnTo>
                  <a:pt x="11412" y="19393"/>
                </a:lnTo>
                <a:lnTo>
                  <a:pt x="11266" y="19685"/>
                </a:lnTo>
                <a:lnTo>
                  <a:pt x="11193" y="19880"/>
                </a:lnTo>
                <a:lnTo>
                  <a:pt x="11169" y="20001"/>
                </a:lnTo>
                <a:lnTo>
                  <a:pt x="11145" y="20099"/>
                </a:lnTo>
                <a:lnTo>
                  <a:pt x="11047" y="20099"/>
                </a:lnTo>
                <a:lnTo>
                  <a:pt x="10609" y="20074"/>
                </a:lnTo>
                <a:lnTo>
                  <a:pt x="10658" y="19831"/>
                </a:lnTo>
                <a:lnTo>
                  <a:pt x="10731" y="19588"/>
                </a:lnTo>
                <a:lnTo>
                  <a:pt x="10926" y="19077"/>
                </a:lnTo>
                <a:close/>
                <a:moveTo>
                  <a:pt x="14357" y="19125"/>
                </a:moveTo>
                <a:lnTo>
                  <a:pt x="14308" y="19198"/>
                </a:lnTo>
                <a:lnTo>
                  <a:pt x="14186" y="19393"/>
                </a:lnTo>
                <a:lnTo>
                  <a:pt x="14113" y="19563"/>
                </a:lnTo>
                <a:lnTo>
                  <a:pt x="14016" y="19782"/>
                </a:lnTo>
                <a:lnTo>
                  <a:pt x="13919" y="20001"/>
                </a:lnTo>
                <a:lnTo>
                  <a:pt x="13870" y="20074"/>
                </a:lnTo>
                <a:lnTo>
                  <a:pt x="13335" y="20099"/>
                </a:lnTo>
                <a:lnTo>
                  <a:pt x="13432" y="19880"/>
                </a:lnTo>
                <a:lnTo>
                  <a:pt x="13529" y="19685"/>
                </a:lnTo>
                <a:lnTo>
                  <a:pt x="13651" y="19393"/>
                </a:lnTo>
                <a:lnTo>
                  <a:pt x="13675" y="19344"/>
                </a:lnTo>
                <a:lnTo>
                  <a:pt x="13675" y="19271"/>
                </a:lnTo>
                <a:lnTo>
                  <a:pt x="13675" y="19198"/>
                </a:lnTo>
                <a:lnTo>
                  <a:pt x="13675" y="19150"/>
                </a:lnTo>
                <a:lnTo>
                  <a:pt x="13700" y="19125"/>
                </a:lnTo>
                <a:close/>
                <a:moveTo>
                  <a:pt x="7665" y="18979"/>
                </a:moveTo>
                <a:lnTo>
                  <a:pt x="8200" y="19004"/>
                </a:lnTo>
                <a:lnTo>
                  <a:pt x="8079" y="19125"/>
                </a:lnTo>
                <a:lnTo>
                  <a:pt x="8006" y="19271"/>
                </a:lnTo>
                <a:lnTo>
                  <a:pt x="7884" y="19490"/>
                </a:lnTo>
                <a:lnTo>
                  <a:pt x="7738" y="19782"/>
                </a:lnTo>
                <a:lnTo>
                  <a:pt x="7689" y="19953"/>
                </a:lnTo>
                <a:lnTo>
                  <a:pt x="7689" y="20099"/>
                </a:lnTo>
                <a:lnTo>
                  <a:pt x="6984" y="20123"/>
                </a:lnTo>
                <a:lnTo>
                  <a:pt x="7057" y="19977"/>
                </a:lnTo>
                <a:lnTo>
                  <a:pt x="7130" y="19831"/>
                </a:lnTo>
                <a:lnTo>
                  <a:pt x="7324" y="19563"/>
                </a:lnTo>
                <a:lnTo>
                  <a:pt x="7519" y="19271"/>
                </a:lnTo>
                <a:lnTo>
                  <a:pt x="7592" y="19125"/>
                </a:lnTo>
                <a:lnTo>
                  <a:pt x="7665" y="18979"/>
                </a:lnTo>
                <a:close/>
                <a:moveTo>
                  <a:pt x="11996" y="19101"/>
                </a:moveTo>
                <a:lnTo>
                  <a:pt x="12556" y="19125"/>
                </a:lnTo>
                <a:lnTo>
                  <a:pt x="12483" y="19223"/>
                </a:lnTo>
                <a:lnTo>
                  <a:pt x="12410" y="19320"/>
                </a:lnTo>
                <a:lnTo>
                  <a:pt x="12313" y="19563"/>
                </a:lnTo>
                <a:lnTo>
                  <a:pt x="12240" y="19855"/>
                </a:lnTo>
                <a:lnTo>
                  <a:pt x="12167" y="20123"/>
                </a:lnTo>
                <a:lnTo>
                  <a:pt x="11558" y="20099"/>
                </a:lnTo>
                <a:lnTo>
                  <a:pt x="11583" y="19953"/>
                </a:lnTo>
                <a:lnTo>
                  <a:pt x="11656" y="19807"/>
                </a:lnTo>
                <a:lnTo>
                  <a:pt x="11802" y="19563"/>
                </a:lnTo>
                <a:lnTo>
                  <a:pt x="11899" y="19369"/>
                </a:lnTo>
                <a:lnTo>
                  <a:pt x="11948" y="19247"/>
                </a:lnTo>
                <a:lnTo>
                  <a:pt x="11996" y="19101"/>
                </a:lnTo>
                <a:close/>
                <a:moveTo>
                  <a:pt x="13602" y="19125"/>
                </a:moveTo>
                <a:lnTo>
                  <a:pt x="13505" y="19174"/>
                </a:lnTo>
                <a:lnTo>
                  <a:pt x="13408" y="19247"/>
                </a:lnTo>
                <a:lnTo>
                  <a:pt x="13286" y="19393"/>
                </a:lnTo>
                <a:lnTo>
                  <a:pt x="13164" y="19539"/>
                </a:lnTo>
                <a:lnTo>
                  <a:pt x="13018" y="19831"/>
                </a:lnTo>
                <a:lnTo>
                  <a:pt x="12921" y="20123"/>
                </a:lnTo>
                <a:lnTo>
                  <a:pt x="12580" y="20123"/>
                </a:lnTo>
                <a:lnTo>
                  <a:pt x="12653" y="19807"/>
                </a:lnTo>
                <a:lnTo>
                  <a:pt x="12751" y="19490"/>
                </a:lnTo>
                <a:lnTo>
                  <a:pt x="12848" y="19150"/>
                </a:lnTo>
                <a:lnTo>
                  <a:pt x="12848" y="19125"/>
                </a:lnTo>
                <a:close/>
                <a:moveTo>
                  <a:pt x="6813" y="18955"/>
                </a:moveTo>
                <a:lnTo>
                  <a:pt x="7324" y="18979"/>
                </a:lnTo>
                <a:lnTo>
                  <a:pt x="7203" y="19101"/>
                </a:lnTo>
                <a:lnTo>
                  <a:pt x="7081" y="19223"/>
                </a:lnTo>
                <a:lnTo>
                  <a:pt x="6886" y="19515"/>
                </a:lnTo>
                <a:lnTo>
                  <a:pt x="6716" y="19831"/>
                </a:lnTo>
                <a:lnTo>
                  <a:pt x="6619" y="20147"/>
                </a:lnTo>
                <a:lnTo>
                  <a:pt x="6303" y="20147"/>
                </a:lnTo>
                <a:lnTo>
                  <a:pt x="6351" y="20001"/>
                </a:lnTo>
                <a:lnTo>
                  <a:pt x="6400" y="19855"/>
                </a:lnTo>
                <a:lnTo>
                  <a:pt x="6424" y="19685"/>
                </a:lnTo>
                <a:lnTo>
                  <a:pt x="6497" y="19539"/>
                </a:lnTo>
                <a:lnTo>
                  <a:pt x="6643" y="19247"/>
                </a:lnTo>
                <a:lnTo>
                  <a:pt x="6813" y="18955"/>
                </a:lnTo>
                <a:close/>
                <a:moveTo>
                  <a:pt x="6376" y="18955"/>
                </a:moveTo>
                <a:lnTo>
                  <a:pt x="6230" y="19198"/>
                </a:lnTo>
                <a:lnTo>
                  <a:pt x="6132" y="19417"/>
                </a:lnTo>
                <a:lnTo>
                  <a:pt x="6059" y="19588"/>
                </a:lnTo>
                <a:lnTo>
                  <a:pt x="5962" y="19782"/>
                </a:lnTo>
                <a:lnTo>
                  <a:pt x="5913" y="19977"/>
                </a:lnTo>
                <a:lnTo>
                  <a:pt x="5913" y="20074"/>
                </a:lnTo>
                <a:lnTo>
                  <a:pt x="5938" y="20172"/>
                </a:lnTo>
                <a:lnTo>
                  <a:pt x="5086" y="20220"/>
                </a:lnTo>
                <a:lnTo>
                  <a:pt x="5208" y="19977"/>
                </a:lnTo>
                <a:lnTo>
                  <a:pt x="5329" y="19734"/>
                </a:lnTo>
                <a:lnTo>
                  <a:pt x="5573" y="19320"/>
                </a:lnTo>
                <a:lnTo>
                  <a:pt x="5670" y="19150"/>
                </a:lnTo>
                <a:lnTo>
                  <a:pt x="5743" y="19052"/>
                </a:lnTo>
                <a:lnTo>
                  <a:pt x="5743" y="19004"/>
                </a:lnTo>
                <a:lnTo>
                  <a:pt x="5719" y="18955"/>
                </a:lnTo>
                <a:close/>
                <a:moveTo>
                  <a:pt x="5475" y="18955"/>
                </a:moveTo>
                <a:lnTo>
                  <a:pt x="5305" y="19125"/>
                </a:lnTo>
                <a:lnTo>
                  <a:pt x="5183" y="19296"/>
                </a:lnTo>
                <a:lnTo>
                  <a:pt x="4964" y="19685"/>
                </a:lnTo>
                <a:lnTo>
                  <a:pt x="4818" y="19953"/>
                </a:lnTo>
                <a:lnTo>
                  <a:pt x="4745" y="20099"/>
                </a:lnTo>
                <a:lnTo>
                  <a:pt x="4745" y="20220"/>
                </a:lnTo>
                <a:lnTo>
                  <a:pt x="4210" y="20269"/>
                </a:lnTo>
                <a:lnTo>
                  <a:pt x="4234" y="20196"/>
                </a:lnTo>
                <a:lnTo>
                  <a:pt x="4332" y="19953"/>
                </a:lnTo>
                <a:lnTo>
                  <a:pt x="4429" y="19709"/>
                </a:lnTo>
                <a:lnTo>
                  <a:pt x="4624" y="19369"/>
                </a:lnTo>
                <a:lnTo>
                  <a:pt x="4672" y="19271"/>
                </a:lnTo>
                <a:lnTo>
                  <a:pt x="4697" y="19198"/>
                </a:lnTo>
                <a:lnTo>
                  <a:pt x="4697" y="19101"/>
                </a:lnTo>
                <a:lnTo>
                  <a:pt x="4672" y="19004"/>
                </a:lnTo>
                <a:lnTo>
                  <a:pt x="4551" y="19004"/>
                </a:lnTo>
                <a:lnTo>
                  <a:pt x="4453" y="19077"/>
                </a:lnTo>
                <a:lnTo>
                  <a:pt x="4356" y="19150"/>
                </a:lnTo>
                <a:lnTo>
                  <a:pt x="4259" y="19271"/>
                </a:lnTo>
                <a:lnTo>
                  <a:pt x="4113" y="19490"/>
                </a:lnTo>
                <a:lnTo>
                  <a:pt x="4015" y="19709"/>
                </a:lnTo>
                <a:lnTo>
                  <a:pt x="3869" y="19977"/>
                </a:lnTo>
                <a:lnTo>
                  <a:pt x="3821" y="20123"/>
                </a:lnTo>
                <a:lnTo>
                  <a:pt x="3796" y="20293"/>
                </a:lnTo>
                <a:lnTo>
                  <a:pt x="3358" y="20318"/>
                </a:lnTo>
                <a:lnTo>
                  <a:pt x="3383" y="20172"/>
                </a:lnTo>
                <a:lnTo>
                  <a:pt x="3456" y="19928"/>
                </a:lnTo>
                <a:lnTo>
                  <a:pt x="3553" y="19709"/>
                </a:lnTo>
                <a:lnTo>
                  <a:pt x="3748" y="19320"/>
                </a:lnTo>
                <a:lnTo>
                  <a:pt x="3967" y="18955"/>
                </a:lnTo>
                <a:close/>
                <a:moveTo>
                  <a:pt x="1850" y="19028"/>
                </a:moveTo>
                <a:lnTo>
                  <a:pt x="2166" y="19052"/>
                </a:lnTo>
                <a:lnTo>
                  <a:pt x="2507" y="19052"/>
                </a:lnTo>
                <a:lnTo>
                  <a:pt x="2239" y="19393"/>
                </a:lnTo>
                <a:lnTo>
                  <a:pt x="1971" y="19758"/>
                </a:lnTo>
                <a:lnTo>
                  <a:pt x="1777" y="20099"/>
                </a:lnTo>
                <a:lnTo>
                  <a:pt x="1704" y="20245"/>
                </a:lnTo>
                <a:lnTo>
                  <a:pt x="1655" y="20366"/>
                </a:lnTo>
                <a:lnTo>
                  <a:pt x="1558" y="20366"/>
                </a:lnTo>
                <a:lnTo>
                  <a:pt x="1217" y="20342"/>
                </a:lnTo>
                <a:lnTo>
                  <a:pt x="876" y="20318"/>
                </a:lnTo>
                <a:lnTo>
                  <a:pt x="1144" y="20001"/>
                </a:lnTo>
                <a:lnTo>
                  <a:pt x="1363" y="19685"/>
                </a:lnTo>
                <a:lnTo>
                  <a:pt x="1606" y="19344"/>
                </a:lnTo>
                <a:lnTo>
                  <a:pt x="1850" y="19028"/>
                </a:lnTo>
                <a:close/>
                <a:moveTo>
                  <a:pt x="3675" y="18955"/>
                </a:moveTo>
                <a:lnTo>
                  <a:pt x="3553" y="19077"/>
                </a:lnTo>
                <a:lnTo>
                  <a:pt x="3431" y="19223"/>
                </a:lnTo>
                <a:lnTo>
                  <a:pt x="3261" y="19539"/>
                </a:lnTo>
                <a:lnTo>
                  <a:pt x="3164" y="19709"/>
                </a:lnTo>
                <a:lnTo>
                  <a:pt x="3066" y="19904"/>
                </a:lnTo>
                <a:lnTo>
                  <a:pt x="3018" y="20123"/>
                </a:lnTo>
                <a:lnTo>
                  <a:pt x="2993" y="20220"/>
                </a:lnTo>
                <a:lnTo>
                  <a:pt x="2993" y="20342"/>
                </a:lnTo>
                <a:lnTo>
                  <a:pt x="2044" y="20391"/>
                </a:lnTo>
                <a:lnTo>
                  <a:pt x="2239" y="20123"/>
                </a:lnTo>
                <a:lnTo>
                  <a:pt x="2361" y="19928"/>
                </a:lnTo>
                <a:lnTo>
                  <a:pt x="2677" y="19442"/>
                </a:lnTo>
                <a:lnTo>
                  <a:pt x="2872" y="19198"/>
                </a:lnTo>
                <a:lnTo>
                  <a:pt x="2969" y="19101"/>
                </a:lnTo>
                <a:lnTo>
                  <a:pt x="3066" y="19004"/>
                </a:lnTo>
                <a:lnTo>
                  <a:pt x="3675" y="18955"/>
                </a:lnTo>
                <a:close/>
                <a:moveTo>
                  <a:pt x="6643" y="0"/>
                </a:moveTo>
                <a:lnTo>
                  <a:pt x="5792" y="25"/>
                </a:lnTo>
                <a:lnTo>
                  <a:pt x="4940" y="49"/>
                </a:lnTo>
                <a:lnTo>
                  <a:pt x="3261" y="146"/>
                </a:lnTo>
                <a:lnTo>
                  <a:pt x="2093" y="195"/>
                </a:lnTo>
                <a:lnTo>
                  <a:pt x="1898" y="195"/>
                </a:lnTo>
                <a:lnTo>
                  <a:pt x="1704" y="244"/>
                </a:lnTo>
                <a:lnTo>
                  <a:pt x="1655" y="219"/>
                </a:lnTo>
                <a:lnTo>
                  <a:pt x="1582" y="195"/>
                </a:lnTo>
                <a:lnTo>
                  <a:pt x="1509" y="219"/>
                </a:lnTo>
                <a:lnTo>
                  <a:pt x="1460" y="268"/>
                </a:lnTo>
                <a:lnTo>
                  <a:pt x="1412" y="390"/>
                </a:lnTo>
                <a:lnTo>
                  <a:pt x="1363" y="511"/>
                </a:lnTo>
                <a:lnTo>
                  <a:pt x="1339" y="755"/>
                </a:lnTo>
                <a:lnTo>
                  <a:pt x="1339" y="1047"/>
                </a:lnTo>
                <a:lnTo>
                  <a:pt x="1387" y="1314"/>
                </a:lnTo>
                <a:lnTo>
                  <a:pt x="1217" y="1290"/>
                </a:lnTo>
                <a:lnTo>
                  <a:pt x="1047" y="1290"/>
                </a:lnTo>
                <a:lnTo>
                  <a:pt x="730" y="1314"/>
                </a:lnTo>
                <a:lnTo>
                  <a:pt x="560" y="1314"/>
                </a:lnTo>
                <a:lnTo>
                  <a:pt x="365" y="1338"/>
                </a:lnTo>
                <a:lnTo>
                  <a:pt x="268" y="1363"/>
                </a:lnTo>
                <a:lnTo>
                  <a:pt x="195" y="1411"/>
                </a:lnTo>
                <a:lnTo>
                  <a:pt x="146" y="1460"/>
                </a:lnTo>
                <a:lnTo>
                  <a:pt x="122" y="1557"/>
                </a:lnTo>
                <a:lnTo>
                  <a:pt x="122" y="1630"/>
                </a:lnTo>
                <a:lnTo>
                  <a:pt x="98" y="1874"/>
                </a:lnTo>
                <a:lnTo>
                  <a:pt x="73" y="2117"/>
                </a:lnTo>
                <a:lnTo>
                  <a:pt x="49" y="2652"/>
                </a:lnTo>
                <a:lnTo>
                  <a:pt x="73" y="3674"/>
                </a:lnTo>
                <a:lnTo>
                  <a:pt x="49" y="4891"/>
                </a:lnTo>
                <a:lnTo>
                  <a:pt x="25" y="6083"/>
                </a:lnTo>
                <a:lnTo>
                  <a:pt x="49" y="6765"/>
                </a:lnTo>
                <a:lnTo>
                  <a:pt x="49" y="7446"/>
                </a:lnTo>
                <a:lnTo>
                  <a:pt x="122" y="8809"/>
                </a:lnTo>
                <a:lnTo>
                  <a:pt x="219" y="10171"/>
                </a:lnTo>
                <a:lnTo>
                  <a:pt x="317" y="11534"/>
                </a:lnTo>
                <a:lnTo>
                  <a:pt x="341" y="12166"/>
                </a:lnTo>
                <a:lnTo>
                  <a:pt x="341" y="12799"/>
                </a:lnTo>
                <a:lnTo>
                  <a:pt x="292" y="14064"/>
                </a:lnTo>
                <a:lnTo>
                  <a:pt x="244" y="15330"/>
                </a:lnTo>
                <a:lnTo>
                  <a:pt x="171" y="16595"/>
                </a:lnTo>
                <a:lnTo>
                  <a:pt x="73" y="17519"/>
                </a:lnTo>
                <a:lnTo>
                  <a:pt x="49" y="17982"/>
                </a:lnTo>
                <a:lnTo>
                  <a:pt x="0" y="18444"/>
                </a:lnTo>
                <a:lnTo>
                  <a:pt x="0" y="18931"/>
                </a:lnTo>
                <a:lnTo>
                  <a:pt x="25" y="19393"/>
                </a:lnTo>
                <a:lnTo>
                  <a:pt x="98" y="19831"/>
                </a:lnTo>
                <a:lnTo>
                  <a:pt x="146" y="20050"/>
                </a:lnTo>
                <a:lnTo>
                  <a:pt x="219" y="20269"/>
                </a:lnTo>
                <a:lnTo>
                  <a:pt x="292" y="20366"/>
                </a:lnTo>
                <a:lnTo>
                  <a:pt x="365" y="20415"/>
                </a:lnTo>
                <a:lnTo>
                  <a:pt x="463" y="20439"/>
                </a:lnTo>
                <a:lnTo>
                  <a:pt x="560" y="20415"/>
                </a:lnTo>
                <a:lnTo>
                  <a:pt x="584" y="20512"/>
                </a:lnTo>
                <a:lnTo>
                  <a:pt x="633" y="20610"/>
                </a:lnTo>
                <a:lnTo>
                  <a:pt x="706" y="20658"/>
                </a:lnTo>
                <a:lnTo>
                  <a:pt x="803" y="20731"/>
                </a:lnTo>
                <a:lnTo>
                  <a:pt x="1047" y="20804"/>
                </a:lnTo>
                <a:lnTo>
                  <a:pt x="1339" y="20853"/>
                </a:lnTo>
                <a:lnTo>
                  <a:pt x="1631" y="20877"/>
                </a:lnTo>
                <a:lnTo>
                  <a:pt x="1923" y="20877"/>
                </a:lnTo>
                <a:lnTo>
                  <a:pt x="2312" y="20853"/>
                </a:lnTo>
                <a:lnTo>
                  <a:pt x="3188" y="20829"/>
                </a:lnTo>
                <a:lnTo>
                  <a:pt x="4064" y="20780"/>
                </a:lnTo>
                <a:lnTo>
                  <a:pt x="5792" y="20683"/>
                </a:lnTo>
                <a:lnTo>
                  <a:pt x="7057" y="20634"/>
                </a:lnTo>
                <a:lnTo>
                  <a:pt x="8346" y="20585"/>
                </a:lnTo>
                <a:lnTo>
                  <a:pt x="9612" y="20585"/>
                </a:lnTo>
                <a:lnTo>
                  <a:pt x="10901" y="20610"/>
                </a:lnTo>
                <a:lnTo>
                  <a:pt x="12240" y="20634"/>
                </a:lnTo>
                <a:lnTo>
                  <a:pt x="12337" y="20658"/>
                </a:lnTo>
                <a:lnTo>
                  <a:pt x="12434" y="20658"/>
                </a:lnTo>
                <a:lnTo>
                  <a:pt x="12483" y="20634"/>
                </a:lnTo>
                <a:lnTo>
                  <a:pt x="13262" y="20634"/>
                </a:lnTo>
                <a:lnTo>
                  <a:pt x="14065" y="20585"/>
                </a:lnTo>
                <a:lnTo>
                  <a:pt x="14843" y="20512"/>
                </a:lnTo>
                <a:lnTo>
                  <a:pt x="15622" y="20391"/>
                </a:lnTo>
                <a:lnTo>
                  <a:pt x="15695" y="20366"/>
                </a:lnTo>
                <a:lnTo>
                  <a:pt x="15743" y="20342"/>
                </a:lnTo>
                <a:lnTo>
                  <a:pt x="15865" y="20318"/>
                </a:lnTo>
                <a:lnTo>
                  <a:pt x="15962" y="20269"/>
                </a:lnTo>
                <a:lnTo>
                  <a:pt x="16035" y="20172"/>
                </a:lnTo>
                <a:lnTo>
                  <a:pt x="16035" y="20123"/>
                </a:lnTo>
                <a:lnTo>
                  <a:pt x="16035" y="20050"/>
                </a:lnTo>
                <a:lnTo>
                  <a:pt x="16011" y="19807"/>
                </a:lnTo>
                <a:lnTo>
                  <a:pt x="15987" y="19563"/>
                </a:lnTo>
                <a:lnTo>
                  <a:pt x="15938" y="19320"/>
                </a:lnTo>
                <a:lnTo>
                  <a:pt x="15938" y="19077"/>
                </a:lnTo>
                <a:lnTo>
                  <a:pt x="16425" y="19028"/>
                </a:lnTo>
                <a:lnTo>
                  <a:pt x="16522" y="18979"/>
                </a:lnTo>
                <a:lnTo>
                  <a:pt x="16619" y="18906"/>
                </a:lnTo>
                <a:lnTo>
                  <a:pt x="16668" y="18833"/>
                </a:lnTo>
                <a:lnTo>
                  <a:pt x="16717" y="18760"/>
                </a:lnTo>
                <a:lnTo>
                  <a:pt x="16790" y="18347"/>
                </a:lnTo>
                <a:lnTo>
                  <a:pt x="16838" y="17933"/>
                </a:lnTo>
                <a:lnTo>
                  <a:pt x="16863" y="17519"/>
                </a:lnTo>
                <a:lnTo>
                  <a:pt x="16863" y="17106"/>
                </a:lnTo>
                <a:lnTo>
                  <a:pt x="16863" y="16254"/>
                </a:lnTo>
                <a:lnTo>
                  <a:pt x="16863" y="15427"/>
                </a:lnTo>
                <a:lnTo>
                  <a:pt x="16838" y="14429"/>
                </a:lnTo>
                <a:lnTo>
                  <a:pt x="16838" y="13432"/>
                </a:lnTo>
                <a:lnTo>
                  <a:pt x="16765" y="11412"/>
                </a:lnTo>
                <a:lnTo>
                  <a:pt x="16765" y="10414"/>
                </a:lnTo>
                <a:lnTo>
                  <a:pt x="16765" y="9417"/>
                </a:lnTo>
                <a:lnTo>
                  <a:pt x="16814" y="7422"/>
                </a:lnTo>
                <a:lnTo>
                  <a:pt x="16814" y="6473"/>
                </a:lnTo>
                <a:lnTo>
                  <a:pt x="16838" y="5499"/>
                </a:lnTo>
                <a:lnTo>
                  <a:pt x="16814" y="5013"/>
                </a:lnTo>
                <a:lnTo>
                  <a:pt x="16765" y="4550"/>
                </a:lnTo>
                <a:lnTo>
                  <a:pt x="16717" y="4064"/>
                </a:lnTo>
                <a:lnTo>
                  <a:pt x="16619" y="3601"/>
                </a:lnTo>
                <a:lnTo>
                  <a:pt x="16595" y="3553"/>
                </a:lnTo>
                <a:lnTo>
                  <a:pt x="16522" y="3504"/>
                </a:lnTo>
                <a:lnTo>
                  <a:pt x="16425" y="3334"/>
                </a:lnTo>
                <a:lnTo>
                  <a:pt x="16303" y="3188"/>
                </a:lnTo>
                <a:lnTo>
                  <a:pt x="16060" y="2896"/>
                </a:lnTo>
                <a:lnTo>
                  <a:pt x="15792" y="2604"/>
                </a:lnTo>
                <a:lnTo>
                  <a:pt x="15524" y="2336"/>
                </a:lnTo>
                <a:lnTo>
                  <a:pt x="14989" y="1801"/>
                </a:lnTo>
                <a:lnTo>
                  <a:pt x="14503" y="1338"/>
                </a:lnTo>
                <a:lnTo>
                  <a:pt x="14259" y="1119"/>
                </a:lnTo>
                <a:lnTo>
                  <a:pt x="14016" y="901"/>
                </a:lnTo>
                <a:lnTo>
                  <a:pt x="13700" y="633"/>
                </a:lnTo>
                <a:lnTo>
                  <a:pt x="13554" y="487"/>
                </a:lnTo>
                <a:lnTo>
                  <a:pt x="13383" y="390"/>
                </a:lnTo>
                <a:lnTo>
                  <a:pt x="13335" y="317"/>
                </a:lnTo>
                <a:lnTo>
                  <a:pt x="13310" y="292"/>
                </a:lnTo>
                <a:lnTo>
                  <a:pt x="13237" y="268"/>
                </a:lnTo>
                <a:lnTo>
                  <a:pt x="13164" y="244"/>
                </a:lnTo>
                <a:lnTo>
                  <a:pt x="9904" y="73"/>
                </a:lnTo>
                <a:lnTo>
                  <a:pt x="8273" y="25"/>
                </a:lnTo>
                <a:lnTo>
                  <a:pt x="6643" y="0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26"/>
          <p:cNvSpPr txBox="1"/>
          <p:nvPr/>
        </p:nvSpPr>
        <p:spPr>
          <a:xfrm>
            <a:off x="4952811" y="613585"/>
            <a:ext cx="945600" cy="12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en" sz="1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"occupation"</a:t>
            </a: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1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"Producer"</a:t>
            </a: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1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1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"organization"</a:t>
            </a: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1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"Jerde-Kertzmann"</a:t>
            </a: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1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1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"phoneNumbers"</a:t>
            </a: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[</a:t>
            </a:r>
            <a:endParaRPr sz="1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{</a:t>
            </a:r>
            <a:endParaRPr sz="1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n" sz="1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"number"</a:t>
            </a: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1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"158-692-8487"</a:t>
            </a: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1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n" sz="1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"type"</a:t>
            </a: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1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"Cell"</a:t>
            </a:r>
            <a:endParaRPr sz="1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},</a:t>
            </a:r>
            <a:endParaRPr sz="1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{</a:t>
            </a:r>
            <a:endParaRPr sz="1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n" sz="1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"number"</a:t>
            </a: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1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"307.717.3673 x798"</a:t>
            </a: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1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n" sz="1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"type"</a:t>
            </a: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1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"Home"</a:t>
            </a:r>
            <a:endParaRPr sz="1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},</a:t>
            </a:r>
            <a:endParaRPr sz="1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{</a:t>
            </a:r>
            <a:endParaRPr sz="1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n" sz="1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"number"</a:t>
            </a: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1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"1-833-310-6728"</a:t>
            </a: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1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n" sz="1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"type"</a:t>
            </a: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1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"Work"</a:t>
            </a:r>
            <a:endParaRPr sz="1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}</a:t>
            </a:r>
            <a:endParaRPr sz="1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],</a:t>
            </a:r>
            <a:endParaRPr sz="1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"profilePictures"</a:t>
            </a: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[</a:t>
            </a:r>
            <a:endParaRPr sz="1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n" sz="1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"https://s3.amazonaws.com/uifaces/faces/twitter/enda/128.jpg"</a:t>
            </a:r>
            <a:endParaRPr sz="1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],</a:t>
            </a:r>
            <a:endParaRPr sz="1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1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"relations"</a:t>
            </a: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[</a:t>
            </a:r>
            <a:endParaRPr sz="1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{</a:t>
            </a:r>
            <a:endParaRPr sz="1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n" sz="1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"personURI"</a:t>
            </a: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1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"/rest/person/708"</a:t>
            </a: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1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n" sz="1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"relationType"</a:t>
            </a: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1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"Spouse"</a:t>
            </a:r>
            <a:endParaRPr sz="1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}</a:t>
            </a:r>
            <a:endParaRPr sz="1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],</a:t>
            </a:r>
            <a:endParaRPr sz="1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1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"skills"</a:t>
            </a: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[</a:t>
            </a:r>
            <a:endParaRPr sz="1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n" sz="1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"Networking skills"</a:t>
            </a:r>
            <a:r>
              <a:rPr lang="en" sz="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100">
              <a:latin typeface="Tinos"/>
              <a:ea typeface="Tinos"/>
              <a:cs typeface="Tinos"/>
              <a:sym typeface="Tinos"/>
            </a:endParaRPr>
          </a:p>
        </p:txBody>
      </p:sp>
      <p:pic>
        <p:nvPicPr>
          <p:cNvPr id="537" name="Google Shape;537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952638">
            <a:off x="6067512" y="1243554"/>
            <a:ext cx="846780" cy="241142"/>
          </a:xfrm>
          <a:prstGeom prst="rect">
            <a:avLst/>
          </a:prstGeom>
          <a:noFill/>
          <a:ln>
            <a:noFill/>
          </a:ln>
        </p:spPr>
      </p:pic>
      <p:pic>
        <p:nvPicPr>
          <p:cNvPr id="538" name="Google Shape;538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570916">
            <a:off x="5231327" y="2349702"/>
            <a:ext cx="904994" cy="241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39" name="Google Shape;53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">
            <a:off x="6510550" y="3136800"/>
            <a:ext cx="420575" cy="24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60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00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27"/>
          <p:cNvSpPr txBox="1"/>
          <p:nvPr/>
        </p:nvSpPr>
        <p:spPr>
          <a:xfrm>
            <a:off x="1599650" y="776075"/>
            <a:ext cx="6680400" cy="11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@GET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@Path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"/{userId}"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public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2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Profile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getProfile(</a:t>
            </a:r>
            <a:r>
              <a:rPr lang="en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@PathParam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"userId"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lang="en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userId){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12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// Here find all data and return profile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45" name="Google Shape;545;p27"/>
          <p:cNvSpPr txBox="1"/>
          <p:nvPr/>
        </p:nvSpPr>
        <p:spPr>
          <a:xfrm>
            <a:off x="1599650" y="1885050"/>
            <a:ext cx="6823200" cy="13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@GET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@Path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"/lite/{userId}"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public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2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ProfileLite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get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Lite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Profile(</a:t>
            </a:r>
            <a:r>
              <a:rPr lang="en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@PathParam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"userId"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lang="en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userId){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12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// Here find some data and return profile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46" name="Google Shape;546;p27"/>
          <p:cNvSpPr/>
          <p:nvPr/>
        </p:nvSpPr>
        <p:spPr>
          <a:xfrm>
            <a:off x="3375375" y="3197538"/>
            <a:ext cx="1118400" cy="10500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27"/>
          <p:cNvSpPr/>
          <p:nvPr/>
        </p:nvSpPr>
        <p:spPr>
          <a:xfrm>
            <a:off x="4782988" y="3197538"/>
            <a:ext cx="1118400" cy="10500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27"/>
          <p:cNvSpPr/>
          <p:nvPr/>
        </p:nvSpPr>
        <p:spPr>
          <a:xfrm>
            <a:off x="3660243" y="3451074"/>
            <a:ext cx="548680" cy="542929"/>
          </a:xfrm>
          <a:custGeom>
            <a:rect b="b" l="l" r="r" t="t"/>
            <a:pathLst>
              <a:path extrusionOk="0" h="8067" w="8901">
                <a:moveTo>
                  <a:pt x="3637" y="1306"/>
                </a:moveTo>
                <a:lnTo>
                  <a:pt x="3637" y="1327"/>
                </a:lnTo>
                <a:lnTo>
                  <a:pt x="3595" y="1306"/>
                </a:lnTo>
                <a:close/>
                <a:moveTo>
                  <a:pt x="2354" y="1306"/>
                </a:moveTo>
                <a:lnTo>
                  <a:pt x="2375" y="1349"/>
                </a:lnTo>
                <a:lnTo>
                  <a:pt x="2354" y="1370"/>
                </a:lnTo>
                <a:lnTo>
                  <a:pt x="2332" y="1327"/>
                </a:lnTo>
                <a:lnTo>
                  <a:pt x="2354" y="1306"/>
                </a:lnTo>
                <a:close/>
                <a:moveTo>
                  <a:pt x="4707" y="1135"/>
                </a:moveTo>
                <a:lnTo>
                  <a:pt x="4643" y="1177"/>
                </a:lnTo>
                <a:lnTo>
                  <a:pt x="4557" y="1220"/>
                </a:lnTo>
                <a:lnTo>
                  <a:pt x="4536" y="1263"/>
                </a:lnTo>
                <a:lnTo>
                  <a:pt x="4536" y="1284"/>
                </a:lnTo>
                <a:lnTo>
                  <a:pt x="4557" y="1327"/>
                </a:lnTo>
                <a:lnTo>
                  <a:pt x="4600" y="1349"/>
                </a:lnTo>
                <a:lnTo>
                  <a:pt x="4964" y="1413"/>
                </a:lnTo>
                <a:lnTo>
                  <a:pt x="5306" y="1456"/>
                </a:lnTo>
                <a:lnTo>
                  <a:pt x="6034" y="1456"/>
                </a:lnTo>
                <a:lnTo>
                  <a:pt x="6376" y="1477"/>
                </a:lnTo>
                <a:lnTo>
                  <a:pt x="6547" y="1456"/>
                </a:lnTo>
                <a:lnTo>
                  <a:pt x="6718" y="1434"/>
                </a:lnTo>
                <a:lnTo>
                  <a:pt x="6783" y="1413"/>
                </a:lnTo>
                <a:lnTo>
                  <a:pt x="6825" y="1370"/>
                </a:lnTo>
                <a:lnTo>
                  <a:pt x="6847" y="1327"/>
                </a:lnTo>
                <a:lnTo>
                  <a:pt x="6847" y="1284"/>
                </a:lnTo>
                <a:lnTo>
                  <a:pt x="6804" y="1263"/>
                </a:lnTo>
                <a:lnTo>
                  <a:pt x="6761" y="1220"/>
                </a:lnTo>
                <a:lnTo>
                  <a:pt x="6697" y="1199"/>
                </a:lnTo>
                <a:lnTo>
                  <a:pt x="5991" y="1199"/>
                </a:lnTo>
                <a:lnTo>
                  <a:pt x="5670" y="1220"/>
                </a:lnTo>
                <a:lnTo>
                  <a:pt x="5349" y="1199"/>
                </a:lnTo>
                <a:lnTo>
                  <a:pt x="5028" y="1156"/>
                </a:lnTo>
                <a:lnTo>
                  <a:pt x="4857" y="1135"/>
                </a:lnTo>
                <a:close/>
                <a:moveTo>
                  <a:pt x="2675" y="1284"/>
                </a:moveTo>
                <a:lnTo>
                  <a:pt x="2696" y="1306"/>
                </a:lnTo>
                <a:lnTo>
                  <a:pt x="2696" y="1391"/>
                </a:lnTo>
                <a:lnTo>
                  <a:pt x="2653" y="1498"/>
                </a:lnTo>
                <a:lnTo>
                  <a:pt x="2610" y="1520"/>
                </a:lnTo>
                <a:lnTo>
                  <a:pt x="2568" y="1520"/>
                </a:lnTo>
                <a:lnTo>
                  <a:pt x="2568" y="1477"/>
                </a:lnTo>
                <a:lnTo>
                  <a:pt x="2589" y="1413"/>
                </a:lnTo>
                <a:lnTo>
                  <a:pt x="2653" y="1306"/>
                </a:lnTo>
                <a:lnTo>
                  <a:pt x="2675" y="1284"/>
                </a:lnTo>
                <a:close/>
                <a:moveTo>
                  <a:pt x="3038" y="1284"/>
                </a:moveTo>
                <a:lnTo>
                  <a:pt x="3102" y="1306"/>
                </a:lnTo>
                <a:lnTo>
                  <a:pt x="3124" y="1370"/>
                </a:lnTo>
                <a:lnTo>
                  <a:pt x="3102" y="1434"/>
                </a:lnTo>
                <a:lnTo>
                  <a:pt x="3038" y="1541"/>
                </a:lnTo>
                <a:lnTo>
                  <a:pt x="2974" y="1627"/>
                </a:lnTo>
                <a:lnTo>
                  <a:pt x="2910" y="1669"/>
                </a:lnTo>
                <a:lnTo>
                  <a:pt x="2889" y="1627"/>
                </a:lnTo>
                <a:lnTo>
                  <a:pt x="2910" y="1541"/>
                </a:lnTo>
                <a:lnTo>
                  <a:pt x="2953" y="1391"/>
                </a:lnTo>
                <a:lnTo>
                  <a:pt x="2995" y="1306"/>
                </a:lnTo>
                <a:lnTo>
                  <a:pt x="3038" y="1284"/>
                </a:lnTo>
                <a:close/>
                <a:moveTo>
                  <a:pt x="4900" y="1648"/>
                </a:moveTo>
                <a:lnTo>
                  <a:pt x="4750" y="1669"/>
                </a:lnTo>
                <a:lnTo>
                  <a:pt x="4664" y="1712"/>
                </a:lnTo>
                <a:lnTo>
                  <a:pt x="4643" y="1755"/>
                </a:lnTo>
                <a:lnTo>
                  <a:pt x="4643" y="1776"/>
                </a:lnTo>
                <a:lnTo>
                  <a:pt x="4664" y="1841"/>
                </a:lnTo>
                <a:lnTo>
                  <a:pt x="4750" y="1905"/>
                </a:lnTo>
                <a:lnTo>
                  <a:pt x="4878" y="1948"/>
                </a:lnTo>
                <a:lnTo>
                  <a:pt x="6654" y="1948"/>
                </a:lnTo>
                <a:lnTo>
                  <a:pt x="6783" y="1926"/>
                </a:lnTo>
                <a:lnTo>
                  <a:pt x="6847" y="1905"/>
                </a:lnTo>
                <a:lnTo>
                  <a:pt x="6890" y="1862"/>
                </a:lnTo>
                <a:lnTo>
                  <a:pt x="6911" y="1819"/>
                </a:lnTo>
                <a:lnTo>
                  <a:pt x="6890" y="1776"/>
                </a:lnTo>
                <a:lnTo>
                  <a:pt x="6868" y="1734"/>
                </a:lnTo>
                <a:lnTo>
                  <a:pt x="6825" y="1712"/>
                </a:lnTo>
                <a:lnTo>
                  <a:pt x="6654" y="1691"/>
                </a:lnTo>
                <a:lnTo>
                  <a:pt x="6483" y="1669"/>
                </a:lnTo>
                <a:lnTo>
                  <a:pt x="6119" y="1669"/>
                </a:lnTo>
                <a:lnTo>
                  <a:pt x="5413" y="1691"/>
                </a:lnTo>
                <a:lnTo>
                  <a:pt x="5071" y="1669"/>
                </a:lnTo>
                <a:lnTo>
                  <a:pt x="4900" y="1648"/>
                </a:lnTo>
                <a:close/>
                <a:moveTo>
                  <a:pt x="3038" y="2119"/>
                </a:moveTo>
                <a:lnTo>
                  <a:pt x="3209" y="2140"/>
                </a:lnTo>
                <a:lnTo>
                  <a:pt x="3381" y="2140"/>
                </a:lnTo>
                <a:lnTo>
                  <a:pt x="3488" y="2162"/>
                </a:lnTo>
                <a:lnTo>
                  <a:pt x="3509" y="2162"/>
                </a:lnTo>
                <a:lnTo>
                  <a:pt x="3509" y="2183"/>
                </a:lnTo>
                <a:lnTo>
                  <a:pt x="3466" y="2204"/>
                </a:lnTo>
                <a:lnTo>
                  <a:pt x="3423" y="2226"/>
                </a:lnTo>
                <a:lnTo>
                  <a:pt x="3338" y="2226"/>
                </a:lnTo>
                <a:lnTo>
                  <a:pt x="3145" y="2204"/>
                </a:lnTo>
                <a:lnTo>
                  <a:pt x="2931" y="2204"/>
                </a:lnTo>
                <a:lnTo>
                  <a:pt x="2824" y="2183"/>
                </a:lnTo>
                <a:lnTo>
                  <a:pt x="2824" y="2162"/>
                </a:lnTo>
                <a:lnTo>
                  <a:pt x="2846" y="2140"/>
                </a:lnTo>
                <a:lnTo>
                  <a:pt x="2953" y="2119"/>
                </a:lnTo>
                <a:close/>
                <a:moveTo>
                  <a:pt x="2525" y="2097"/>
                </a:moveTo>
                <a:lnTo>
                  <a:pt x="2589" y="2119"/>
                </a:lnTo>
                <a:lnTo>
                  <a:pt x="2653" y="2140"/>
                </a:lnTo>
                <a:lnTo>
                  <a:pt x="2653" y="2162"/>
                </a:lnTo>
                <a:lnTo>
                  <a:pt x="2653" y="2204"/>
                </a:lnTo>
                <a:lnTo>
                  <a:pt x="2610" y="2226"/>
                </a:lnTo>
                <a:lnTo>
                  <a:pt x="2546" y="2247"/>
                </a:lnTo>
                <a:lnTo>
                  <a:pt x="2418" y="2247"/>
                </a:lnTo>
                <a:lnTo>
                  <a:pt x="2354" y="2226"/>
                </a:lnTo>
                <a:lnTo>
                  <a:pt x="2332" y="2204"/>
                </a:lnTo>
                <a:lnTo>
                  <a:pt x="2375" y="2162"/>
                </a:lnTo>
                <a:lnTo>
                  <a:pt x="2461" y="2097"/>
                </a:lnTo>
                <a:close/>
                <a:moveTo>
                  <a:pt x="6312" y="2140"/>
                </a:moveTo>
                <a:lnTo>
                  <a:pt x="5969" y="2162"/>
                </a:lnTo>
                <a:lnTo>
                  <a:pt x="5627" y="2204"/>
                </a:lnTo>
                <a:lnTo>
                  <a:pt x="4707" y="2204"/>
                </a:lnTo>
                <a:lnTo>
                  <a:pt x="4600" y="2226"/>
                </a:lnTo>
                <a:lnTo>
                  <a:pt x="4536" y="2226"/>
                </a:lnTo>
                <a:lnTo>
                  <a:pt x="4515" y="2269"/>
                </a:lnTo>
                <a:lnTo>
                  <a:pt x="4493" y="2311"/>
                </a:lnTo>
                <a:lnTo>
                  <a:pt x="4515" y="2354"/>
                </a:lnTo>
                <a:lnTo>
                  <a:pt x="4557" y="2397"/>
                </a:lnTo>
                <a:lnTo>
                  <a:pt x="4600" y="2418"/>
                </a:lnTo>
                <a:lnTo>
                  <a:pt x="4964" y="2461"/>
                </a:lnTo>
                <a:lnTo>
                  <a:pt x="5328" y="2483"/>
                </a:lnTo>
                <a:lnTo>
                  <a:pt x="5691" y="2461"/>
                </a:lnTo>
                <a:lnTo>
                  <a:pt x="6055" y="2440"/>
                </a:lnTo>
                <a:lnTo>
                  <a:pt x="6376" y="2440"/>
                </a:lnTo>
                <a:lnTo>
                  <a:pt x="6547" y="2418"/>
                </a:lnTo>
                <a:lnTo>
                  <a:pt x="6697" y="2397"/>
                </a:lnTo>
                <a:lnTo>
                  <a:pt x="6783" y="2354"/>
                </a:lnTo>
                <a:lnTo>
                  <a:pt x="6825" y="2311"/>
                </a:lnTo>
                <a:lnTo>
                  <a:pt x="6825" y="2290"/>
                </a:lnTo>
                <a:lnTo>
                  <a:pt x="6825" y="2247"/>
                </a:lnTo>
                <a:lnTo>
                  <a:pt x="6804" y="2226"/>
                </a:lnTo>
                <a:lnTo>
                  <a:pt x="6761" y="2204"/>
                </a:lnTo>
                <a:lnTo>
                  <a:pt x="6633" y="2162"/>
                </a:lnTo>
                <a:lnTo>
                  <a:pt x="6483" y="2140"/>
                </a:lnTo>
                <a:close/>
                <a:moveTo>
                  <a:pt x="3316" y="1006"/>
                </a:moveTo>
                <a:lnTo>
                  <a:pt x="3081" y="1028"/>
                </a:lnTo>
                <a:lnTo>
                  <a:pt x="2396" y="1028"/>
                </a:lnTo>
                <a:lnTo>
                  <a:pt x="2289" y="1049"/>
                </a:lnTo>
                <a:lnTo>
                  <a:pt x="2225" y="1092"/>
                </a:lnTo>
                <a:lnTo>
                  <a:pt x="2161" y="1156"/>
                </a:lnTo>
                <a:lnTo>
                  <a:pt x="2118" y="1220"/>
                </a:lnTo>
                <a:lnTo>
                  <a:pt x="2097" y="1306"/>
                </a:lnTo>
                <a:lnTo>
                  <a:pt x="2075" y="1456"/>
                </a:lnTo>
                <a:lnTo>
                  <a:pt x="2075" y="1798"/>
                </a:lnTo>
                <a:lnTo>
                  <a:pt x="2075" y="1948"/>
                </a:lnTo>
                <a:lnTo>
                  <a:pt x="2054" y="2162"/>
                </a:lnTo>
                <a:lnTo>
                  <a:pt x="2075" y="2247"/>
                </a:lnTo>
                <a:lnTo>
                  <a:pt x="2097" y="2333"/>
                </a:lnTo>
                <a:lnTo>
                  <a:pt x="2140" y="2418"/>
                </a:lnTo>
                <a:lnTo>
                  <a:pt x="2182" y="2461"/>
                </a:lnTo>
                <a:lnTo>
                  <a:pt x="2268" y="2483"/>
                </a:lnTo>
                <a:lnTo>
                  <a:pt x="2354" y="2504"/>
                </a:lnTo>
                <a:lnTo>
                  <a:pt x="2568" y="2504"/>
                </a:lnTo>
                <a:lnTo>
                  <a:pt x="2953" y="2461"/>
                </a:lnTo>
                <a:lnTo>
                  <a:pt x="3231" y="2461"/>
                </a:lnTo>
                <a:lnTo>
                  <a:pt x="3488" y="2483"/>
                </a:lnTo>
                <a:lnTo>
                  <a:pt x="3616" y="2504"/>
                </a:lnTo>
                <a:lnTo>
                  <a:pt x="3702" y="2525"/>
                </a:lnTo>
                <a:lnTo>
                  <a:pt x="3766" y="2504"/>
                </a:lnTo>
                <a:lnTo>
                  <a:pt x="3851" y="2440"/>
                </a:lnTo>
                <a:lnTo>
                  <a:pt x="3894" y="2333"/>
                </a:lnTo>
                <a:lnTo>
                  <a:pt x="3916" y="2226"/>
                </a:lnTo>
                <a:lnTo>
                  <a:pt x="3916" y="2119"/>
                </a:lnTo>
                <a:lnTo>
                  <a:pt x="3894" y="1883"/>
                </a:lnTo>
                <a:lnTo>
                  <a:pt x="3894" y="1669"/>
                </a:lnTo>
                <a:lnTo>
                  <a:pt x="3916" y="1498"/>
                </a:lnTo>
                <a:lnTo>
                  <a:pt x="3937" y="1306"/>
                </a:lnTo>
                <a:lnTo>
                  <a:pt x="3916" y="1220"/>
                </a:lnTo>
                <a:lnTo>
                  <a:pt x="3894" y="1135"/>
                </a:lnTo>
                <a:lnTo>
                  <a:pt x="3830" y="1070"/>
                </a:lnTo>
                <a:lnTo>
                  <a:pt x="3766" y="1028"/>
                </a:lnTo>
                <a:lnTo>
                  <a:pt x="3659" y="1006"/>
                </a:lnTo>
                <a:close/>
                <a:moveTo>
                  <a:pt x="2268" y="2889"/>
                </a:moveTo>
                <a:lnTo>
                  <a:pt x="2182" y="2910"/>
                </a:lnTo>
                <a:lnTo>
                  <a:pt x="2097" y="2953"/>
                </a:lnTo>
                <a:lnTo>
                  <a:pt x="2075" y="2975"/>
                </a:lnTo>
                <a:lnTo>
                  <a:pt x="2054" y="3017"/>
                </a:lnTo>
                <a:lnTo>
                  <a:pt x="2075" y="3039"/>
                </a:lnTo>
                <a:lnTo>
                  <a:pt x="2140" y="3060"/>
                </a:lnTo>
                <a:lnTo>
                  <a:pt x="2247" y="3103"/>
                </a:lnTo>
                <a:lnTo>
                  <a:pt x="2375" y="3124"/>
                </a:lnTo>
                <a:lnTo>
                  <a:pt x="2653" y="3146"/>
                </a:lnTo>
                <a:lnTo>
                  <a:pt x="3359" y="3146"/>
                </a:lnTo>
                <a:lnTo>
                  <a:pt x="3637" y="3124"/>
                </a:lnTo>
                <a:lnTo>
                  <a:pt x="3766" y="3103"/>
                </a:lnTo>
                <a:lnTo>
                  <a:pt x="3851" y="3060"/>
                </a:lnTo>
                <a:lnTo>
                  <a:pt x="3851" y="3039"/>
                </a:lnTo>
                <a:lnTo>
                  <a:pt x="3851" y="3017"/>
                </a:lnTo>
                <a:lnTo>
                  <a:pt x="3830" y="2975"/>
                </a:lnTo>
                <a:lnTo>
                  <a:pt x="3787" y="2932"/>
                </a:lnTo>
                <a:lnTo>
                  <a:pt x="3702" y="2910"/>
                </a:lnTo>
                <a:lnTo>
                  <a:pt x="3595" y="2910"/>
                </a:lnTo>
                <a:lnTo>
                  <a:pt x="3381" y="2932"/>
                </a:lnTo>
                <a:lnTo>
                  <a:pt x="2824" y="2889"/>
                </a:lnTo>
                <a:close/>
                <a:moveTo>
                  <a:pt x="6141" y="3060"/>
                </a:moveTo>
                <a:lnTo>
                  <a:pt x="6183" y="3082"/>
                </a:lnTo>
                <a:lnTo>
                  <a:pt x="6205" y="3103"/>
                </a:lnTo>
                <a:lnTo>
                  <a:pt x="6076" y="3210"/>
                </a:lnTo>
                <a:lnTo>
                  <a:pt x="5969" y="3317"/>
                </a:lnTo>
                <a:lnTo>
                  <a:pt x="5969" y="3231"/>
                </a:lnTo>
                <a:lnTo>
                  <a:pt x="5991" y="3146"/>
                </a:lnTo>
                <a:lnTo>
                  <a:pt x="6034" y="3103"/>
                </a:lnTo>
                <a:lnTo>
                  <a:pt x="6055" y="3082"/>
                </a:lnTo>
                <a:lnTo>
                  <a:pt x="6141" y="3060"/>
                </a:lnTo>
                <a:close/>
                <a:moveTo>
                  <a:pt x="5007" y="3039"/>
                </a:moveTo>
                <a:lnTo>
                  <a:pt x="5049" y="3060"/>
                </a:lnTo>
                <a:lnTo>
                  <a:pt x="5049" y="3103"/>
                </a:lnTo>
                <a:lnTo>
                  <a:pt x="5007" y="3231"/>
                </a:lnTo>
                <a:lnTo>
                  <a:pt x="4964" y="3317"/>
                </a:lnTo>
                <a:lnTo>
                  <a:pt x="4921" y="3360"/>
                </a:lnTo>
                <a:lnTo>
                  <a:pt x="4900" y="3317"/>
                </a:lnTo>
                <a:lnTo>
                  <a:pt x="4900" y="3210"/>
                </a:lnTo>
                <a:lnTo>
                  <a:pt x="4900" y="3103"/>
                </a:lnTo>
                <a:lnTo>
                  <a:pt x="4900" y="3060"/>
                </a:lnTo>
                <a:lnTo>
                  <a:pt x="4921" y="3060"/>
                </a:lnTo>
                <a:lnTo>
                  <a:pt x="4964" y="3039"/>
                </a:lnTo>
                <a:close/>
                <a:moveTo>
                  <a:pt x="5370" y="3017"/>
                </a:moveTo>
                <a:lnTo>
                  <a:pt x="5435" y="3039"/>
                </a:lnTo>
                <a:lnTo>
                  <a:pt x="5435" y="3082"/>
                </a:lnTo>
                <a:lnTo>
                  <a:pt x="5435" y="3124"/>
                </a:lnTo>
                <a:lnTo>
                  <a:pt x="5328" y="3231"/>
                </a:lnTo>
                <a:lnTo>
                  <a:pt x="5221" y="3360"/>
                </a:lnTo>
                <a:lnTo>
                  <a:pt x="5135" y="3445"/>
                </a:lnTo>
                <a:lnTo>
                  <a:pt x="5135" y="3403"/>
                </a:lnTo>
                <a:lnTo>
                  <a:pt x="5156" y="3403"/>
                </a:lnTo>
                <a:lnTo>
                  <a:pt x="5178" y="3317"/>
                </a:lnTo>
                <a:lnTo>
                  <a:pt x="5242" y="3146"/>
                </a:lnTo>
                <a:lnTo>
                  <a:pt x="5285" y="3082"/>
                </a:lnTo>
                <a:lnTo>
                  <a:pt x="5328" y="3039"/>
                </a:lnTo>
                <a:lnTo>
                  <a:pt x="5370" y="3017"/>
                </a:lnTo>
                <a:close/>
                <a:moveTo>
                  <a:pt x="3680" y="3317"/>
                </a:moveTo>
                <a:lnTo>
                  <a:pt x="3488" y="3338"/>
                </a:lnTo>
                <a:lnTo>
                  <a:pt x="2910" y="3360"/>
                </a:lnTo>
                <a:lnTo>
                  <a:pt x="2696" y="3360"/>
                </a:lnTo>
                <a:lnTo>
                  <a:pt x="2396" y="3381"/>
                </a:lnTo>
                <a:lnTo>
                  <a:pt x="2247" y="3403"/>
                </a:lnTo>
                <a:lnTo>
                  <a:pt x="2140" y="3445"/>
                </a:lnTo>
                <a:lnTo>
                  <a:pt x="2118" y="3467"/>
                </a:lnTo>
                <a:lnTo>
                  <a:pt x="2097" y="3488"/>
                </a:lnTo>
                <a:lnTo>
                  <a:pt x="2097" y="3531"/>
                </a:lnTo>
                <a:lnTo>
                  <a:pt x="2118" y="3574"/>
                </a:lnTo>
                <a:lnTo>
                  <a:pt x="2161" y="3595"/>
                </a:lnTo>
                <a:lnTo>
                  <a:pt x="2225" y="3617"/>
                </a:lnTo>
                <a:lnTo>
                  <a:pt x="2653" y="3617"/>
                </a:lnTo>
                <a:lnTo>
                  <a:pt x="3231" y="3595"/>
                </a:lnTo>
                <a:lnTo>
                  <a:pt x="3402" y="3595"/>
                </a:lnTo>
                <a:lnTo>
                  <a:pt x="3702" y="3552"/>
                </a:lnTo>
                <a:lnTo>
                  <a:pt x="3830" y="3510"/>
                </a:lnTo>
                <a:lnTo>
                  <a:pt x="3916" y="3467"/>
                </a:lnTo>
                <a:lnTo>
                  <a:pt x="3937" y="3445"/>
                </a:lnTo>
                <a:lnTo>
                  <a:pt x="3937" y="3403"/>
                </a:lnTo>
                <a:lnTo>
                  <a:pt x="3916" y="3381"/>
                </a:lnTo>
                <a:lnTo>
                  <a:pt x="3873" y="3338"/>
                </a:lnTo>
                <a:lnTo>
                  <a:pt x="3787" y="3317"/>
                </a:lnTo>
                <a:close/>
                <a:moveTo>
                  <a:pt x="6462" y="3017"/>
                </a:moveTo>
                <a:lnTo>
                  <a:pt x="6504" y="3039"/>
                </a:lnTo>
                <a:lnTo>
                  <a:pt x="6526" y="3082"/>
                </a:lnTo>
                <a:lnTo>
                  <a:pt x="6526" y="3146"/>
                </a:lnTo>
                <a:lnTo>
                  <a:pt x="6526" y="3274"/>
                </a:lnTo>
                <a:lnTo>
                  <a:pt x="6504" y="3360"/>
                </a:lnTo>
                <a:lnTo>
                  <a:pt x="6483" y="3445"/>
                </a:lnTo>
                <a:lnTo>
                  <a:pt x="6462" y="3531"/>
                </a:lnTo>
                <a:lnTo>
                  <a:pt x="6419" y="3595"/>
                </a:lnTo>
                <a:lnTo>
                  <a:pt x="6355" y="3638"/>
                </a:lnTo>
                <a:lnTo>
                  <a:pt x="6312" y="3681"/>
                </a:lnTo>
                <a:lnTo>
                  <a:pt x="6290" y="3681"/>
                </a:lnTo>
                <a:lnTo>
                  <a:pt x="6269" y="3617"/>
                </a:lnTo>
                <a:lnTo>
                  <a:pt x="6290" y="3531"/>
                </a:lnTo>
                <a:lnTo>
                  <a:pt x="6333" y="3424"/>
                </a:lnTo>
                <a:lnTo>
                  <a:pt x="6376" y="3317"/>
                </a:lnTo>
                <a:lnTo>
                  <a:pt x="6419" y="3060"/>
                </a:lnTo>
                <a:lnTo>
                  <a:pt x="6462" y="3017"/>
                </a:lnTo>
                <a:close/>
                <a:moveTo>
                  <a:pt x="5456" y="3274"/>
                </a:moveTo>
                <a:lnTo>
                  <a:pt x="5435" y="3360"/>
                </a:lnTo>
                <a:lnTo>
                  <a:pt x="5413" y="3424"/>
                </a:lnTo>
                <a:lnTo>
                  <a:pt x="5370" y="3510"/>
                </a:lnTo>
                <a:lnTo>
                  <a:pt x="5370" y="3595"/>
                </a:lnTo>
                <a:lnTo>
                  <a:pt x="5370" y="3659"/>
                </a:lnTo>
                <a:lnTo>
                  <a:pt x="5413" y="3723"/>
                </a:lnTo>
                <a:lnTo>
                  <a:pt x="5499" y="3745"/>
                </a:lnTo>
                <a:lnTo>
                  <a:pt x="5563" y="3702"/>
                </a:lnTo>
                <a:lnTo>
                  <a:pt x="5649" y="3766"/>
                </a:lnTo>
                <a:lnTo>
                  <a:pt x="5691" y="3809"/>
                </a:lnTo>
                <a:lnTo>
                  <a:pt x="5734" y="3852"/>
                </a:lnTo>
                <a:lnTo>
                  <a:pt x="5863" y="3809"/>
                </a:lnTo>
                <a:lnTo>
                  <a:pt x="5927" y="3809"/>
                </a:lnTo>
                <a:lnTo>
                  <a:pt x="5927" y="3830"/>
                </a:lnTo>
                <a:lnTo>
                  <a:pt x="5863" y="3873"/>
                </a:lnTo>
                <a:lnTo>
                  <a:pt x="5777" y="3895"/>
                </a:lnTo>
                <a:lnTo>
                  <a:pt x="5542" y="3937"/>
                </a:lnTo>
                <a:lnTo>
                  <a:pt x="5199" y="3937"/>
                </a:lnTo>
                <a:lnTo>
                  <a:pt x="5156" y="3916"/>
                </a:lnTo>
                <a:lnTo>
                  <a:pt x="5156" y="3852"/>
                </a:lnTo>
                <a:lnTo>
                  <a:pt x="5156" y="3788"/>
                </a:lnTo>
                <a:lnTo>
                  <a:pt x="5242" y="3574"/>
                </a:lnTo>
                <a:lnTo>
                  <a:pt x="5349" y="3381"/>
                </a:lnTo>
                <a:lnTo>
                  <a:pt x="5392" y="3317"/>
                </a:lnTo>
                <a:lnTo>
                  <a:pt x="5456" y="3274"/>
                </a:lnTo>
                <a:close/>
                <a:moveTo>
                  <a:pt x="3466" y="3809"/>
                </a:moveTo>
                <a:lnTo>
                  <a:pt x="3167" y="3830"/>
                </a:lnTo>
                <a:lnTo>
                  <a:pt x="2568" y="3852"/>
                </a:lnTo>
                <a:lnTo>
                  <a:pt x="2332" y="3852"/>
                </a:lnTo>
                <a:lnTo>
                  <a:pt x="2204" y="3873"/>
                </a:lnTo>
                <a:lnTo>
                  <a:pt x="2161" y="3895"/>
                </a:lnTo>
                <a:lnTo>
                  <a:pt x="2118" y="3916"/>
                </a:lnTo>
                <a:lnTo>
                  <a:pt x="2097" y="3980"/>
                </a:lnTo>
                <a:lnTo>
                  <a:pt x="2118" y="4023"/>
                </a:lnTo>
                <a:lnTo>
                  <a:pt x="2140" y="4066"/>
                </a:lnTo>
                <a:lnTo>
                  <a:pt x="2204" y="4087"/>
                </a:lnTo>
                <a:lnTo>
                  <a:pt x="2311" y="4109"/>
                </a:lnTo>
                <a:lnTo>
                  <a:pt x="2910" y="4109"/>
                </a:lnTo>
                <a:lnTo>
                  <a:pt x="3423" y="4087"/>
                </a:lnTo>
                <a:lnTo>
                  <a:pt x="3787" y="4087"/>
                </a:lnTo>
                <a:lnTo>
                  <a:pt x="3894" y="4044"/>
                </a:lnTo>
                <a:lnTo>
                  <a:pt x="3958" y="4002"/>
                </a:lnTo>
                <a:lnTo>
                  <a:pt x="3980" y="3959"/>
                </a:lnTo>
                <a:lnTo>
                  <a:pt x="3980" y="3916"/>
                </a:lnTo>
                <a:lnTo>
                  <a:pt x="3958" y="3873"/>
                </a:lnTo>
                <a:lnTo>
                  <a:pt x="3873" y="3830"/>
                </a:lnTo>
                <a:lnTo>
                  <a:pt x="3744" y="3809"/>
                </a:lnTo>
                <a:close/>
                <a:moveTo>
                  <a:pt x="5156" y="2761"/>
                </a:moveTo>
                <a:lnTo>
                  <a:pt x="4900" y="2782"/>
                </a:lnTo>
                <a:lnTo>
                  <a:pt x="4793" y="2825"/>
                </a:lnTo>
                <a:lnTo>
                  <a:pt x="4729" y="2868"/>
                </a:lnTo>
                <a:lnTo>
                  <a:pt x="4686" y="2910"/>
                </a:lnTo>
                <a:lnTo>
                  <a:pt x="4664" y="2953"/>
                </a:lnTo>
                <a:lnTo>
                  <a:pt x="4643" y="3082"/>
                </a:lnTo>
                <a:lnTo>
                  <a:pt x="4664" y="3338"/>
                </a:lnTo>
                <a:lnTo>
                  <a:pt x="4643" y="3595"/>
                </a:lnTo>
                <a:lnTo>
                  <a:pt x="4622" y="3745"/>
                </a:lnTo>
                <a:lnTo>
                  <a:pt x="4643" y="3852"/>
                </a:lnTo>
                <a:lnTo>
                  <a:pt x="4750" y="4023"/>
                </a:lnTo>
                <a:lnTo>
                  <a:pt x="4814" y="4087"/>
                </a:lnTo>
                <a:lnTo>
                  <a:pt x="4878" y="4130"/>
                </a:lnTo>
                <a:lnTo>
                  <a:pt x="4964" y="4173"/>
                </a:lnTo>
                <a:lnTo>
                  <a:pt x="5049" y="4173"/>
                </a:lnTo>
                <a:lnTo>
                  <a:pt x="5242" y="4194"/>
                </a:lnTo>
                <a:lnTo>
                  <a:pt x="5627" y="4151"/>
                </a:lnTo>
                <a:lnTo>
                  <a:pt x="6119" y="4130"/>
                </a:lnTo>
                <a:lnTo>
                  <a:pt x="6504" y="4130"/>
                </a:lnTo>
                <a:lnTo>
                  <a:pt x="6569" y="4109"/>
                </a:lnTo>
                <a:lnTo>
                  <a:pt x="6611" y="4087"/>
                </a:lnTo>
                <a:lnTo>
                  <a:pt x="6676" y="4023"/>
                </a:lnTo>
                <a:lnTo>
                  <a:pt x="6740" y="3937"/>
                </a:lnTo>
                <a:lnTo>
                  <a:pt x="6761" y="3830"/>
                </a:lnTo>
                <a:lnTo>
                  <a:pt x="6761" y="3702"/>
                </a:lnTo>
                <a:lnTo>
                  <a:pt x="6761" y="3467"/>
                </a:lnTo>
                <a:lnTo>
                  <a:pt x="6761" y="3274"/>
                </a:lnTo>
                <a:lnTo>
                  <a:pt x="6783" y="3082"/>
                </a:lnTo>
                <a:lnTo>
                  <a:pt x="6804" y="2932"/>
                </a:lnTo>
                <a:lnTo>
                  <a:pt x="6783" y="2868"/>
                </a:lnTo>
                <a:lnTo>
                  <a:pt x="6740" y="2825"/>
                </a:lnTo>
                <a:lnTo>
                  <a:pt x="6676" y="2782"/>
                </a:lnTo>
                <a:lnTo>
                  <a:pt x="5606" y="2782"/>
                </a:lnTo>
                <a:lnTo>
                  <a:pt x="5156" y="2761"/>
                </a:lnTo>
                <a:close/>
                <a:moveTo>
                  <a:pt x="7018" y="407"/>
                </a:moveTo>
                <a:lnTo>
                  <a:pt x="7253" y="450"/>
                </a:lnTo>
                <a:lnTo>
                  <a:pt x="7360" y="493"/>
                </a:lnTo>
                <a:lnTo>
                  <a:pt x="7446" y="557"/>
                </a:lnTo>
                <a:lnTo>
                  <a:pt x="7531" y="621"/>
                </a:lnTo>
                <a:lnTo>
                  <a:pt x="7617" y="685"/>
                </a:lnTo>
                <a:lnTo>
                  <a:pt x="7681" y="771"/>
                </a:lnTo>
                <a:lnTo>
                  <a:pt x="7724" y="856"/>
                </a:lnTo>
                <a:lnTo>
                  <a:pt x="7767" y="1049"/>
                </a:lnTo>
                <a:lnTo>
                  <a:pt x="7788" y="1263"/>
                </a:lnTo>
                <a:lnTo>
                  <a:pt x="7788" y="1456"/>
                </a:lnTo>
                <a:lnTo>
                  <a:pt x="7788" y="2504"/>
                </a:lnTo>
                <a:lnTo>
                  <a:pt x="7788" y="2932"/>
                </a:lnTo>
                <a:lnTo>
                  <a:pt x="7810" y="3403"/>
                </a:lnTo>
                <a:lnTo>
                  <a:pt x="7788" y="3638"/>
                </a:lnTo>
                <a:lnTo>
                  <a:pt x="7767" y="3852"/>
                </a:lnTo>
                <a:lnTo>
                  <a:pt x="7703" y="4066"/>
                </a:lnTo>
                <a:lnTo>
                  <a:pt x="7617" y="4258"/>
                </a:lnTo>
                <a:lnTo>
                  <a:pt x="7531" y="4365"/>
                </a:lnTo>
                <a:lnTo>
                  <a:pt x="7467" y="4430"/>
                </a:lnTo>
                <a:lnTo>
                  <a:pt x="7360" y="4515"/>
                </a:lnTo>
                <a:lnTo>
                  <a:pt x="7275" y="4558"/>
                </a:lnTo>
                <a:lnTo>
                  <a:pt x="7082" y="4622"/>
                </a:lnTo>
                <a:lnTo>
                  <a:pt x="6868" y="4665"/>
                </a:lnTo>
                <a:lnTo>
                  <a:pt x="6397" y="4665"/>
                </a:lnTo>
                <a:lnTo>
                  <a:pt x="5948" y="4622"/>
                </a:lnTo>
                <a:lnTo>
                  <a:pt x="4942" y="4579"/>
                </a:lnTo>
                <a:lnTo>
                  <a:pt x="3958" y="4537"/>
                </a:lnTo>
                <a:lnTo>
                  <a:pt x="3338" y="4494"/>
                </a:lnTo>
                <a:lnTo>
                  <a:pt x="3017" y="4494"/>
                </a:lnTo>
                <a:lnTo>
                  <a:pt x="2717" y="4515"/>
                </a:lnTo>
                <a:lnTo>
                  <a:pt x="2439" y="4537"/>
                </a:lnTo>
                <a:lnTo>
                  <a:pt x="2161" y="4537"/>
                </a:lnTo>
                <a:lnTo>
                  <a:pt x="1883" y="4515"/>
                </a:lnTo>
                <a:lnTo>
                  <a:pt x="1755" y="4494"/>
                </a:lnTo>
                <a:lnTo>
                  <a:pt x="1626" y="4451"/>
                </a:lnTo>
                <a:lnTo>
                  <a:pt x="1498" y="4387"/>
                </a:lnTo>
                <a:lnTo>
                  <a:pt x="1412" y="4301"/>
                </a:lnTo>
                <a:lnTo>
                  <a:pt x="1348" y="4194"/>
                </a:lnTo>
                <a:lnTo>
                  <a:pt x="1305" y="4066"/>
                </a:lnTo>
                <a:lnTo>
                  <a:pt x="1305" y="3916"/>
                </a:lnTo>
                <a:lnTo>
                  <a:pt x="1305" y="3788"/>
                </a:lnTo>
                <a:lnTo>
                  <a:pt x="1305" y="3510"/>
                </a:lnTo>
                <a:lnTo>
                  <a:pt x="1305" y="2910"/>
                </a:lnTo>
                <a:lnTo>
                  <a:pt x="1327" y="2333"/>
                </a:lnTo>
                <a:lnTo>
                  <a:pt x="1305" y="1905"/>
                </a:lnTo>
                <a:lnTo>
                  <a:pt x="1305" y="1648"/>
                </a:lnTo>
                <a:lnTo>
                  <a:pt x="1327" y="1370"/>
                </a:lnTo>
                <a:lnTo>
                  <a:pt x="1348" y="1113"/>
                </a:lnTo>
                <a:lnTo>
                  <a:pt x="1434" y="899"/>
                </a:lnTo>
                <a:lnTo>
                  <a:pt x="1476" y="792"/>
                </a:lnTo>
                <a:lnTo>
                  <a:pt x="1519" y="707"/>
                </a:lnTo>
                <a:lnTo>
                  <a:pt x="1605" y="664"/>
                </a:lnTo>
                <a:lnTo>
                  <a:pt x="1690" y="621"/>
                </a:lnTo>
                <a:lnTo>
                  <a:pt x="1926" y="536"/>
                </a:lnTo>
                <a:lnTo>
                  <a:pt x="2161" y="514"/>
                </a:lnTo>
                <a:lnTo>
                  <a:pt x="2418" y="493"/>
                </a:lnTo>
                <a:lnTo>
                  <a:pt x="3680" y="493"/>
                </a:lnTo>
                <a:lnTo>
                  <a:pt x="4750" y="471"/>
                </a:lnTo>
                <a:lnTo>
                  <a:pt x="5820" y="450"/>
                </a:lnTo>
                <a:lnTo>
                  <a:pt x="6269" y="429"/>
                </a:lnTo>
                <a:lnTo>
                  <a:pt x="6526" y="407"/>
                </a:lnTo>
                <a:close/>
                <a:moveTo>
                  <a:pt x="4343" y="1"/>
                </a:moveTo>
                <a:lnTo>
                  <a:pt x="3766" y="22"/>
                </a:lnTo>
                <a:lnTo>
                  <a:pt x="3167" y="43"/>
                </a:lnTo>
                <a:lnTo>
                  <a:pt x="1968" y="108"/>
                </a:lnTo>
                <a:lnTo>
                  <a:pt x="1712" y="108"/>
                </a:lnTo>
                <a:lnTo>
                  <a:pt x="1476" y="129"/>
                </a:lnTo>
                <a:lnTo>
                  <a:pt x="1348" y="172"/>
                </a:lnTo>
                <a:lnTo>
                  <a:pt x="1241" y="215"/>
                </a:lnTo>
                <a:lnTo>
                  <a:pt x="1134" y="279"/>
                </a:lnTo>
                <a:lnTo>
                  <a:pt x="1048" y="386"/>
                </a:lnTo>
                <a:lnTo>
                  <a:pt x="963" y="493"/>
                </a:lnTo>
                <a:lnTo>
                  <a:pt x="920" y="621"/>
                </a:lnTo>
                <a:lnTo>
                  <a:pt x="877" y="749"/>
                </a:lnTo>
                <a:lnTo>
                  <a:pt x="856" y="899"/>
                </a:lnTo>
                <a:lnTo>
                  <a:pt x="856" y="1199"/>
                </a:lnTo>
                <a:lnTo>
                  <a:pt x="835" y="1477"/>
                </a:lnTo>
                <a:lnTo>
                  <a:pt x="813" y="2183"/>
                </a:lnTo>
                <a:lnTo>
                  <a:pt x="813" y="2910"/>
                </a:lnTo>
                <a:lnTo>
                  <a:pt x="835" y="3659"/>
                </a:lnTo>
                <a:lnTo>
                  <a:pt x="899" y="4365"/>
                </a:lnTo>
                <a:lnTo>
                  <a:pt x="920" y="4494"/>
                </a:lnTo>
                <a:lnTo>
                  <a:pt x="963" y="4601"/>
                </a:lnTo>
                <a:lnTo>
                  <a:pt x="1027" y="4708"/>
                </a:lnTo>
                <a:lnTo>
                  <a:pt x="1113" y="4772"/>
                </a:lnTo>
                <a:lnTo>
                  <a:pt x="1198" y="4836"/>
                </a:lnTo>
                <a:lnTo>
                  <a:pt x="1305" y="4900"/>
                </a:lnTo>
                <a:lnTo>
                  <a:pt x="1412" y="4922"/>
                </a:lnTo>
                <a:lnTo>
                  <a:pt x="1541" y="4964"/>
                </a:lnTo>
                <a:lnTo>
                  <a:pt x="1776" y="4986"/>
                </a:lnTo>
                <a:lnTo>
                  <a:pt x="2033" y="4986"/>
                </a:lnTo>
                <a:lnTo>
                  <a:pt x="2503" y="4943"/>
                </a:lnTo>
                <a:lnTo>
                  <a:pt x="2782" y="4922"/>
                </a:lnTo>
                <a:lnTo>
                  <a:pt x="3081" y="4922"/>
                </a:lnTo>
                <a:lnTo>
                  <a:pt x="3659" y="4943"/>
                </a:lnTo>
                <a:lnTo>
                  <a:pt x="4793" y="5007"/>
                </a:lnTo>
                <a:lnTo>
                  <a:pt x="5392" y="5029"/>
                </a:lnTo>
                <a:lnTo>
                  <a:pt x="5991" y="5050"/>
                </a:lnTo>
                <a:lnTo>
                  <a:pt x="6633" y="5114"/>
                </a:lnTo>
                <a:lnTo>
                  <a:pt x="6954" y="5114"/>
                </a:lnTo>
                <a:lnTo>
                  <a:pt x="7125" y="5093"/>
                </a:lnTo>
                <a:lnTo>
                  <a:pt x="7275" y="5071"/>
                </a:lnTo>
                <a:lnTo>
                  <a:pt x="7424" y="5029"/>
                </a:lnTo>
                <a:lnTo>
                  <a:pt x="7553" y="4964"/>
                </a:lnTo>
                <a:lnTo>
                  <a:pt x="7660" y="4922"/>
                </a:lnTo>
                <a:lnTo>
                  <a:pt x="7767" y="4836"/>
                </a:lnTo>
                <a:lnTo>
                  <a:pt x="7852" y="4750"/>
                </a:lnTo>
                <a:lnTo>
                  <a:pt x="7917" y="4665"/>
                </a:lnTo>
                <a:lnTo>
                  <a:pt x="7981" y="4558"/>
                </a:lnTo>
                <a:lnTo>
                  <a:pt x="8045" y="4451"/>
                </a:lnTo>
                <a:lnTo>
                  <a:pt x="8130" y="4237"/>
                </a:lnTo>
                <a:lnTo>
                  <a:pt x="8173" y="3980"/>
                </a:lnTo>
                <a:lnTo>
                  <a:pt x="8195" y="3723"/>
                </a:lnTo>
                <a:lnTo>
                  <a:pt x="8195" y="3445"/>
                </a:lnTo>
                <a:lnTo>
                  <a:pt x="8216" y="2354"/>
                </a:lnTo>
                <a:lnTo>
                  <a:pt x="8216" y="1798"/>
                </a:lnTo>
                <a:lnTo>
                  <a:pt x="8216" y="1242"/>
                </a:lnTo>
                <a:lnTo>
                  <a:pt x="8195" y="985"/>
                </a:lnTo>
                <a:lnTo>
                  <a:pt x="8152" y="728"/>
                </a:lnTo>
                <a:lnTo>
                  <a:pt x="8109" y="578"/>
                </a:lnTo>
                <a:lnTo>
                  <a:pt x="8066" y="450"/>
                </a:lnTo>
                <a:lnTo>
                  <a:pt x="8002" y="343"/>
                </a:lnTo>
                <a:lnTo>
                  <a:pt x="7917" y="236"/>
                </a:lnTo>
                <a:lnTo>
                  <a:pt x="7810" y="150"/>
                </a:lnTo>
                <a:lnTo>
                  <a:pt x="7703" y="86"/>
                </a:lnTo>
                <a:lnTo>
                  <a:pt x="7596" y="43"/>
                </a:lnTo>
                <a:lnTo>
                  <a:pt x="7467" y="22"/>
                </a:lnTo>
                <a:lnTo>
                  <a:pt x="7189" y="1"/>
                </a:lnTo>
                <a:lnTo>
                  <a:pt x="6932" y="1"/>
                </a:lnTo>
                <a:lnTo>
                  <a:pt x="6312" y="22"/>
                </a:lnTo>
                <a:lnTo>
                  <a:pt x="5670" y="43"/>
                </a:lnTo>
                <a:lnTo>
                  <a:pt x="5349" y="43"/>
                </a:lnTo>
                <a:lnTo>
                  <a:pt x="5007" y="22"/>
                </a:lnTo>
                <a:lnTo>
                  <a:pt x="4686" y="1"/>
                </a:lnTo>
                <a:close/>
                <a:moveTo>
                  <a:pt x="4942" y="6526"/>
                </a:moveTo>
                <a:lnTo>
                  <a:pt x="4985" y="6548"/>
                </a:lnTo>
                <a:lnTo>
                  <a:pt x="5028" y="6591"/>
                </a:lnTo>
                <a:lnTo>
                  <a:pt x="5049" y="6655"/>
                </a:lnTo>
                <a:lnTo>
                  <a:pt x="5049" y="6740"/>
                </a:lnTo>
                <a:lnTo>
                  <a:pt x="5028" y="6804"/>
                </a:lnTo>
                <a:lnTo>
                  <a:pt x="5007" y="6826"/>
                </a:lnTo>
                <a:lnTo>
                  <a:pt x="4729" y="6826"/>
                </a:lnTo>
                <a:lnTo>
                  <a:pt x="4472" y="6804"/>
                </a:lnTo>
                <a:lnTo>
                  <a:pt x="3980" y="6783"/>
                </a:lnTo>
                <a:lnTo>
                  <a:pt x="3916" y="6762"/>
                </a:lnTo>
                <a:lnTo>
                  <a:pt x="3851" y="6740"/>
                </a:lnTo>
                <a:lnTo>
                  <a:pt x="3809" y="6719"/>
                </a:lnTo>
                <a:lnTo>
                  <a:pt x="3787" y="6697"/>
                </a:lnTo>
                <a:lnTo>
                  <a:pt x="3787" y="6655"/>
                </a:lnTo>
                <a:lnTo>
                  <a:pt x="3809" y="6612"/>
                </a:lnTo>
                <a:lnTo>
                  <a:pt x="3873" y="6591"/>
                </a:lnTo>
                <a:lnTo>
                  <a:pt x="3937" y="6548"/>
                </a:lnTo>
                <a:lnTo>
                  <a:pt x="4108" y="6526"/>
                </a:lnTo>
                <a:close/>
                <a:moveTo>
                  <a:pt x="3980" y="6141"/>
                </a:moveTo>
                <a:lnTo>
                  <a:pt x="3809" y="6184"/>
                </a:lnTo>
                <a:lnTo>
                  <a:pt x="3637" y="6227"/>
                </a:lnTo>
                <a:lnTo>
                  <a:pt x="3573" y="6270"/>
                </a:lnTo>
                <a:lnTo>
                  <a:pt x="3530" y="6312"/>
                </a:lnTo>
                <a:lnTo>
                  <a:pt x="3445" y="6441"/>
                </a:lnTo>
                <a:lnTo>
                  <a:pt x="3402" y="6612"/>
                </a:lnTo>
                <a:lnTo>
                  <a:pt x="3402" y="6783"/>
                </a:lnTo>
                <a:lnTo>
                  <a:pt x="3423" y="6847"/>
                </a:lnTo>
                <a:lnTo>
                  <a:pt x="3445" y="6911"/>
                </a:lnTo>
                <a:lnTo>
                  <a:pt x="3488" y="6976"/>
                </a:lnTo>
                <a:lnTo>
                  <a:pt x="3552" y="7018"/>
                </a:lnTo>
                <a:lnTo>
                  <a:pt x="3680" y="7061"/>
                </a:lnTo>
                <a:lnTo>
                  <a:pt x="3851" y="7083"/>
                </a:lnTo>
                <a:lnTo>
                  <a:pt x="4044" y="7104"/>
                </a:lnTo>
                <a:lnTo>
                  <a:pt x="4408" y="7061"/>
                </a:lnTo>
                <a:lnTo>
                  <a:pt x="4707" y="7040"/>
                </a:lnTo>
                <a:lnTo>
                  <a:pt x="5049" y="7061"/>
                </a:lnTo>
                <a:lnTo>
                  <a:pt x="5221" y="7040"/>
                </a:lnTo>
                <a:lnTo>
                  <a:pt x="5306" y="7018"/>
                </a:lnTo>
                <a:lnTo>
                  <a:pt x="5349" y="6976"/>
                </a:lnTo>
                <a:lnTo>
                  <a:pt x="5392" y="6911"/>
                </a:lnTo>
                <a:lnTo>
                  <a:pt x="5392" y="6847"/>
                </a:lnTo>
                <a:lnTo>
                  <a:pt x="5392" y="6655"/>
                </a:lnTo>
                <a:lnTo>
                  <a:pt x="5349" y="6484"/>
                </a:lnTo>
                <a:lnTo>
                  <a:pt x="5306" y="6355"/>
                </a:lnTo>
                <a:lnTo>
                  <a:pt x="5263" y="6291"/>
                </a:lnTo>
                <a:lnTo>
                  <a:pt x="5199" y="6248"/>
                </a:lnTo>
                <a:lnTo>
                  <a:pt x="5156" y="6205"/>
                </a:lnTo>
                <a:lnTo>
                  <a:pt x="5092" y="6184"/>
                </a:lnTo>
                <a:lnTo>
                  <a:pt x="4814" y="6184"/>
                </a:lnTo>
                <a:lnTo>
                  <a:pt x="4472" y="6141"/>
                </a:lnTo>
                <a:close/>
                <a:moveTo>
                  <a:pt x="3188" y="5564"/>
                </a:moveTo>
                <a:lnTo>
                  <a:pt x="4001" y="5585"/>
                </a:lnTo>
                <a:lnTo>
                  <a:pt x="4472" y="5606"/>
                </a:lnTo>
                <a:lnTo>
                  <a:pt x="5413" y="5606"/>
                </a:lnTo>
                <a:lnTo>
                  <a:pt x="5863" y="5628"/>
                </a:lnTo>
                <a:lnTo>
                  <a:pt x="6397" y="5670"/>
                </a:lnTo>
                <a:lnTo>
                  <a:pt x="6932" y="5713"/>
                </a:lnTo>
                <a:lnTo>
                  <a:pt x="7360" y="5692"/>
                </a:lnTo>
                <a:lnTo>
                  <a:pt x="7574" y="5713"/>
                </a:lnTo>
                <a:lnTo>
                  <a:pt x="7681" y="5756"/>
                </a:lnTo>
                <a:lnTo>
                  <a:pt x="7767" y="5799"/>
                </a:lnTo>
                <a:lnTo>
                  <a:pt x="7852" y="5884"/>
                </a:lnTo>
                <a:lnTo>
                  <a:pt x="7981" y="6056"/>
                </a:lnTo>
                <a:lnTo>
                  <a:pt x="8088" y="6291"/>
                </a:lnTo>
                <a:lnTo>
                  <a:pt x="8216" y="6548"/>
                </a:lnTo>
                <a:lnTo>
                  <a:pt x="8323" y="6804"/>
                </a:lnTo>
                <a:lnTo>
                  <a:pt x="8387" y="7018"/>
                </a:lnTo>
                <a:lnTo>
                  <a:pt x="8409" y="7190"/>
                </a:lnTo>
                <a:lnTo>
                  <a:pt x="8387" y="7232"/>
                </a:lnTo>
                <a:lnTo>
                  <a:pt x="8366" y="7254"/>
                </a:lnTo>
                <a:lnTo>
                  <a:pt x="8130" y="7318"/>
                </a:lnTo>
                <a:lnTo>
                  <a:pt x="7874" y="7361"/>
                </a:lnTo>
                <a:lnTo>
                  <a:pt x="7638" y="7382"/>
                </a:lnTo>
                <a:lnTo>
                  <a:pt x="7382" y="7361"/>
                </a:lnTo>
                <a:lnTo>
                  <a:pt x="6890" y="7339"/>
                </a:lnTo>
                <a:lnTo>
                  <a:pt x="6419" y="7275"/>
                </a:lnTo>
                <a:lnTo>
                  <a:pt x="5927" y="7232"/>
                </a:lnTo>
                <a:lnTo>
                  <a:pt x="5435" y="7211"/>
                </a:lnTo>
                <a:lnTo>
                  <a:pt x="4942" y="7190"/>
                </a:lnTo>
                <a:lnTo>
                  <a:pt x="4450" y="7211"/>
                </a:lnTo>
                <a:lnTo>
                  <a:pt x="3916" y="7232"/>
                </a:lnTo>
                <a:lnTo>
                  <a:pt x="3402" y="7254"/>
                </a:lnTo>
                <a:lnTo>
                  <a:pt x="3167" y="7254"/>
                </a:lnTo>
                <a:lnTo>
                  <a:pt x="2953" y="7232"/>
                </a:lnTo>
                <a:lnTo>
                  <a:pt x="2717" y="7211"/>
                </a:lnTo>
                <a:lnTo>
                  <a:pt x="2503" y="7211"/>
                </a:lnTo>
                <a:lnTo>
                  <a:pt x="1626" y="7254"/>
                </a:lnTo>
                <a:lnTo>
                  <a:pt x="1134" y="7275"/>
                </a:lnTo>
                <a:lnTo>
                  <a:pt x="770" y="7275"/>
                </a:lnTo>
                <a:lnTo>
                  <a:pt x="663" y="7232"/>
                </a:lnTo>
                <a:lnTo>
                  <a:pt x="599" y="7190"/>
                </a:lnTo>
                <a:lnTo>
                  <a:pt x="556" y="7147"/>
                </a:lnTo>
                <a:lnTo>
                  <a:pt x="514" y="7083"/>
                </a:lnTo>
                <a:lnTo>
                  <a:pt x="514" y="7018"/>
                </a:lnTo>
                <a:lnTo>
                  <a:pt x="535" y="6847"/>
                </a:lnTo>
                <a:lnTo>
                  <a:pt x="599" y="6655"/>
                </a:lnTo>
                <a:lnTo>
                  <a:pt x="706" y="6484"/>
                </a:lnTo>
                <a:lnTo>
                  <a:pt x="792" y="6291"/>
                </a:lnTo>
                <a:lnTo>
                  <a:pt x="984" y="6034"/>
                </a:lnTo>
                <a:lnTo>
                  <a:pt x="1155" y="5799"/>
                </a:lnTo>
                <a:lnTo>
                  <a:pt x="1241" y="5692"/>
                </a:lnTo>
                <a:lnTo>
                  <a:pt x="1305" y="5649"/>
                </a:lnTo>
                <a:lnTo>
                  <a:pt x="1391" y="5628"/>
                </a:lnTo>
                <a:lnTo>
                  <a:pt x="1626" y="5585"/>
                </a:lnTo>
                <a:lnTo>
                  <a:pt x="2354" y="5585"/>
                </a:lnTo>
                <a:lnTo>
                  <a:pt x="2782" y="5564"/>
                </a:lnTo>
                <a:close/>
                <a:moveTo>
                  <a:pt x="2140" y="5029"/>
                </a:moveTo>
                <a:lnTo>
                  <a:pt x="1883" y="5050"/>
                </a:lnTo>
                <a:lnTo>
                  <a:pt x="1626" y="5093"/>
                </a:lnTo>
                <a:lnTo>
                  <a:pt x="1391" y="5157"/>
                </a:lnTo>
                <a:lnTo>
                  <a:pt x="1262" y="5200"/>
                </a:lnTo>
                <a:lnTo>
                  <a:pt x="1155" y="5264"/>
                </a:lnTo>
                <a:lnTo>
                  <a:pt x="1070" y="5307"/>
                </a:lnTo>
                <a:lnTo>
                  <a:pt x="984" y="5392"/>
                </a:lnTo>
                <a:lnTo>
                  <a:pt x="856" y="5564"/>
                </a:lnTo>
                <a:lnTo>
                  <a:pt x="728" y="5756"/>
                </a:lnTo>
                <a:lnTo>
                  <a:pt x="407" y="6205"/>
                </a:lnTo>
                <a:lnTo>
                  <a:pt x="257" y="6441"/>
                </a:lnTo>
                <a:lnTo>
                  <a:pt x="150" y="6697"/>
                </a:lnTo>
                <a:lnTo>
                  <a:pt x="64" y="6911"/>
                </a:lnTo>
                <a:lnTo>
                  <a:pt x="21" y="7125"/>
                </a:lnTo>
                <a:lnTo>
                  <a:pt x="0" y="7361"/>
                </a:lnTo>
                <a:lnTo>
                  <a:pt x="0" y="7575"/>
                </a:lnTo>
                <a:lnTo>
                  <a:pt x="43" y="7703"/>
                </a:lnTo>
                <a:lnTo>
                  <a:pt x="86" y="7810"/>
                </a:lnTo>
                <a:lnTo>
                  <a:pt x="171" y="7874"/>
                </a:lnTo>
                <a:lnTo>
                  <a:pt x="257" y="7917"/>
                </a:lnTo>
                <a:lnTo>
                  <a:pt x="342" y="7938"/>
                </a:lnTo>
                <a:lnTo>
                  <a:pt x="471" y="7960"/>
                </a:lnTo>
                <a:lnTo>
                  <a:pt x="706" y="8003"/>
                </a:lnTo>
                <a:lnTo>
                  <a:pt x="963" y="8024"/>
                </a:lnTo>
                <a:lnTo>
                  <a:pt x="1220" y="8045"/>
                </a:lnTo>
                <a:lnTo>
                  <a:pt x="1755" y="8024"/>
                </a:lnTo>
                <a:lnTo>
                  <a:pt x="2268" y="8003"/>
                </a:lnTo>
                <a:lnTo>
                  <a:pt x="2525" y="7981"/>
                </a:lnTo>
                <a:lnTo>
                  <a:pt x="2782" y="7981"/>
                </a:lnTo>
                <a:lnTo>
                  <a:pt x="3316" y="8024"/>
                </a:lnTo>
                <a:lnTo>
                  <a:pt x="3573" y="8045"/>
                </a:lnTo>
                <a:lnTo>
                  <a:pt x="3830" y="8045"/>
                </a:lnTo>
                <a:lnTo>
                  <a:pt x="4429" y="8024"/>
                </a:lnTo>
                <a:lnTo>
                  <a:pt x="6248" y="8024"/>
                </a:lnTo>
                <a:lnTo>
                  <a:pt x="6569" y="8045"/>
                </a:lnTo>
                <a:lnTo>
                  <a:pt x="7788" y="8045"/>
                </a:lnTo>
                <a:lnTo>
                  <a:pt x="8130" y="8067"/>
                </a:lnTo>
                <a:lnTo>
                  <a:pt x="8280" y="8045"/>
                </a:lnTo>
                <a:lnTo>
                  <a:pt x="8451" y="8024"/>
                </a:lnTo>
                <a:lnTo>
                  <a:pt x="8580" y="7981"/>
                </a:lnTo>
                <a:lnTo>
                  <a:pt x="8708" y="7896"/>
                </a:lnTo>
                <a:lnTo>
                  <a:pt x="8772" y="7810"/>
                </a:lnTo>
                <a:lnTo>
                  <a:pt x="8837" y="7703"/>
                </a:lnTo>
                <a:lnTo>
                  <a:pt x="8858" y="7575"/>
                </a:lnTo>
                <a:lnTo>
                  <a:pt x="8879" y="7446"/>
                </a:lnTo>
                <a:lnTo>
                  <a:pt x="8901" y="7318"/>
                </a:lnTo>
                <a:lnTo>
                  <a:pt x="8879" y="7190"/>
                </a:lnTo>
                <a:lnTo>
                  <a:pt x="8858" y="7061"/>
                </a:lnTo>
                <a:lnTo>
                  <a:pt x="8837" y="6954"/>
                </a:lnTo>
                <a:lnTo>
                  <a:pt x="8665" y="6505"/>
                </a:lnTo>
                <a:lnTo>
                  <a:pt x="8558" y="6270"/>
                </a:lnTo>
                <a:lnTo>
                  <a:pt x="8451" y="6056"/>
                </a:lnTo>
                <a:lnTo>
                  <a:pt x="8259" y="5692"/>
                </a:lnTo>
                <a:lnTo>
                  <a:pt x="8152" y="5499"/>
                </a:lnTo>
                <a:lnTo>
                  <a:pt x="8088" y="5435"/>
                </a:lnTo>
                <a:lnTo>
                  <a:pt x="8002" y="5371"/>
                </a:lnTo>
                <a:lnTo>
                  <a:pt x="7895" y="5307"/>
                </a:lnTo>
                <a:lnTo>
                  <a:pt x="7767" y="5264"/>
                </a:lnTo>
                <a:lnTo>
                  <a:pt x="7638" y="5264"/>
                </a:lnTo>
                <a:lnTo>
                  <a:pt x="7489" y="5243"/>
                </a:lnTo>
                <a:lnTo>
                  <a:pt x="6954" y="5243"/>
                </a:lnTo>
                <a:lnTo>
                  <a:pt x="6333" y="5221"/>
                </a:lnTo>
                <a:lnTo>
                  <a:pt x="5691" y="5178"/>
                </a:lnTo>
                <a:lnTo>
                  <a:pt x="4557" y="5136"/>
                </a:lnTo>
                <a:lnTo>
                  <a:pt x="3423" y="5071"/>
                </a:lnTo>
                <a:lnTo>
                  <a:pt x="2931" y="5050"/>
                </a:lnTo>
                <a:lnTo>
                  <a:pt x="2396" y="5029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27"/>
          <p:cNvSpPr/>
          <p:nvPr/>
        </p:nvSpPr>
        <p:spPr>
          <a:xfrm>
            <a:off x="5179161" y="3504328"/>
            <a:ext cx="326044" cy="437745"/>
          </a:xfrm>
          <a:custGeom>
            <a:rect b="b" l="l" r="r" t="t"/>
            <a:pathLst>
              <a:path extrusionOk="0" h="8859" w="5308">
                <a:moveTo>
                  <a:pt x="4152" y="942"/>
                </a:moveTo>
                <a:lnTo>
                  <a:pt x="4237" y="964"/>
                </a:lnTo>
                <a:lnTo>
                  <a:pt x="4344" y="985"/>
                </a:lnTo>
                <a:lnTo>
                  <a:pt x="4366" y="1071"/>
                </a:lnTo>
                <a:lnTo>
                  <a:pt x="4387" y="1156"/>
                </a:lnTo>
                <a:lnTo>
                  <a:pt x="4408" y="1242"/>
                </a:lnTo>
                <a:lnTo>
                  <a:pt x="4387" y="1413"/>
                </a:lnTo>
                <a:lnTo>
                  <a:pt x="4387" y="2376"/>
                </a:lnTo>
                <a:lnTo>
                  <a:pt x="4408" y="2804"/>
                </a:lnTo>
                <a:lnTo>
                  <a:pt x="4451" y="3232"/>
                </a:lnTo>
                <a:lnTo>
                  <a:pt x="4494" y="3660"/>
                </a:lnTo>
                <a:lnTo>
                  <a:pt x="4494" y="3874"/>
                </a:lnTo>
                <a:lnTo>
                  <a:pt x="4473" y="4088"/>
                </a:lnTo>
                <a:lnTo>
                  <a:pt x="4430" y="4601"/>
                </a:lnTo>
                <a:lnTo>
                  <a:pt x="4430" y="5136"/>
                </a:lnTo>
                <a:lnTo>
                  <a:pt x="4408" y="5649"/>
                </a:lnTo>
                <a:lnTo>
                  <a:pt x="4387" y="6184"/>
                </a:lnTo>
                <a:lnTo>
                  <a:pt x="4366" y="6291"/>
                </a:lnTo>
                <a:lnTo>
                  <a:pt x="4344" y="6377"/>
                </a:lnTo>
                <a:lnTo>
                  <a:pt x="4280" y="6462"/>
                </a:lnTo>
                <a:lnTo>
                  <a:pt x="4194" y="6527"/>
                </a:lnTo>
                <a:lnTo>
                  <a:pt x="4087" y="6569"/>
                </a:lnTo>
                <a:lnTo>
                  <a:pt x="4002" y="6591"/>
                </a:lnTo>
                <a:lnTo>
                  <a:pt x="3274" y="6591"/>
                </a:lnTo>
                <a:lnTo>
                  <a:pt x="2761" y="6612"/>
                </a:lnTo>
                <a:lnTo>
                  <a:pt x="1884" y="6655"/>
                </a:lnTo>
                <a:lnTo>
                  <a:pt x="1456" y="6698"/>
                </a:lnTo>
                <a:lnTo>
                  <a:pt x="1349" y="6676"/>
                </a:lnTo>
                <a:lnTo>
                  <a:pt x="1242" y="6676"/>
                </a:lnTo>
                <a:lnTo>
                  <a:pt x="1156" y="6655"/>
                </a:lnTo>
                <a:lnTo>
                  <a:pt x="1071" y="6591"/>
                </a:lnTo>
                <a:lnTo>
                  <a:pt x="985" y="6527"/>
                </a:lnTo>
                <a:lnTo>
                  <a:pt x="921" y="6420"/>
                </a:lnTo>
                <a:lnTo>
                  <a:pt x="878" y="6313"/>
                </a:lnTo>
                <a:lnTo>
                  <a:pt x="857" y="6206"/>
                </a:lnTo>
                <a:lnTo>
                  <a:pt x="835" y="5949"/>
                </a:lnTo>
                <a:lnTo>
                  <a:pt x="835" y="5735"/>
                </a:lnTo>
                <a:lnTo>
                  <a:pt x="814" y="5371"/>
                </a:lnTo>
                <a:lnTo>
                  <a:pt x="814" y="5008"/>
                </a:lnTo>
                <a:lnTo>
                  <a:pt x="793" y="4408"/>
                </a:lnTo>
                <a:lnTo>
                  <a:pt x="814" y="3788"/>
                </a:lnTo>
                <a:lnTo>
                  <a:pt x="814" y="3168"/>
                </a:lnTo>
                <a:lnTo>
                  <a:pt x="814" y="2547"/>
                </a:lnTo>
                <a:lnTo>
                  <a:pt x="835" y="2354"/>
                </a:lnTo>
                <a:lnTo>
                  <a:pt x="857" y="2183"/>
                </a:lnTo>
                <a:lnTo>
                  <a:pt x="900" y="2012"/>
                </a:lnTo>
                <a:lnTo>
                  <a:pt x="900" y="1820"/>
                </a:lnTo>
                <a:lnTo>
                  <a:pt x="921" y="1627"/>
                </a:lnTo>
                <a:lnTo>
                  <a:pt x="921" y="1413"/>
                </a:lnTo>
                <a:lnTo>
                  <a:pt x="921" y="1306"/>
                </a:lnTo>
                <a:lnTo>
                  <a:pt x="942" y="1199"/>
                </a:lnTo>
                <a:lnTo>
                  <a:pt x="985" y="1135"/>
                </a:lnTo>
                <a:lnTo>
                  <a:pt x="1006" y="1092"/>
                </a:lnTo>
                <a:lnTo>
                  <a:pt x="1113" y="1049"/>
                </a:lnTo>
                <a:lnTo>
                  <a:pt x="1242" y="1028"/>
                </a:lnTo>
                <a:lnTo>
                  <a:pt x="1370" y="1007"/>
                </a:lnTo>
                <a:lnTo>
                  <a:pt x="1627" y="985"/>
                </a:lnTo>
                <a:lnTo>
                  <a:pt x="2140" y="985"/>
                </a:lnTo>
                <a:lnTo>
                  <a:pt x="2376" y="964"/>
                </a:lnTo>
                <a:lnTo>
                  <a:pt x="3060" y="964"/>
                </a:lnTo>
                <a:lnTo>
                  <a:pt x="3467" y="942"/>
                </a:lnTo>
                <a:close/>
                <a:moveTo>
                  <a:pt x="1220" y="7147"/>
                </a:moveTo>
                <a:lnTo>
                  <a:pt x="1220" y="7169"/>
                </a:lnTo>
                <a:lnTo>
                  <a:pt x="1220" y="7190"/>
                </a:lnTo>
                <a:lnTo>
                  <a:pt x="1220" y="7233"/>
                </a:lnTo>
                <a:lnTo>
                  <a:pt x="1199" y="7211"/>
                </a:lnTo>
                <a:lnTo>
                  <a:pt x="1199" y="7190"/>
                </a:lnTo>
                <a:lnTo>
                  <a:pt x="1220" y="7147"/>
                </a:lnTo>
                <a:close/>
                <a:moveTo>
                  <a:pt x="343" y="7233"/>
                </a:moveTo>
                <a:lnTo>
                  <a:pt x="322" y="7254"/>
                </a:lnTo>
                <a:lnTo>
                  <a:pt x="300" y="7254"/>
                </a:lnTo>
                <a:lnTo>
                  <a:pt x="322" y="7233"/>
                </a:lnTo>
                <a:close/>
                <a:moveTo>
                  <a:pt x="1777" y="7169"/>
                </a:moveTo>
                <a:lnTo>
                  <a:pt x="1905" y="7190"/>
                </a:lnTo>
                <a:lnTo>
                  <a:pt x="1862" y="7233"/>
                </a:lnTo>
                <a:lnTo>
                  <a:pt x="1798" y="7254"/>
                </a:lnTo>
                <a:lnTo>
                  <a:pt x="1691" y="7275"/>
                </a:lnTo>
                <a:lnTo>
                  <a:pt x="1477" y="7340"/>
                </a:lnTo>
                <a:lnTo>
                  <a:pt x="1499" y="7275"/>
                </a:lnTo>
                <a:lnTo>
                  <a:pt x="1520" y="7233"/>
                </a:lnTo>
                <a:lnTo>
                  <a:pt x="1563" y="7190"/>
                </a:lnTo>
                <a:lnTo>
                  <a:pt x="1627" y="7169"/>
                </a:lnTo>
                <a:close/>
                <a:moveTo>
                  <a:pt x="4430" y="7297"/>
                </a:moveTo>
                <a:lnTo>
                  <a:pt x="4451" y="7318"/>
                </a:lnTo>
                <a:lnTo>
                  <a:pt x="4473" y="7340"/>
                </a:lnTo>
                <a:lnTo>
                  <a:pt x="4451" y="7382"/>
                </a:lnTo>
                <a:lnTo>
                  <a:pt x="4408" y="7382"/>
                </a:lnTo>
                <a:lnTo>
                  <a:pt x="4430" y="7297"/>
                </a:lnTo>
                <a:close/>
                <a:moveTo>
                  <a:pt x="1820" y="7425"/>
                </a:moveTo>
                <a:lnTo>
                  <a:pt x="1798" y="7447"/>
                </a:lnTo>
                <a:lnTo>
                  <a:pt x="1755" y="7447"/>
                </a:lnTo>
                <a:lnTo>
                  <a:pt x="1777" y="7425"/>
                </a:lnTo>
                <a:close/>
                <a:moveTo>
                  <a:pt x="258" y="7318"/>
                </a:moveTo>
                <a:lnTo>
                  <a:pt x="279" y="7404"/>
                </a:lnTo>
                <a:lnTo>
                  <a:pt x="279" y="7489"/>
                </a:lnTo>
                <a:lnTo>
                  <a:pt x="279" y="7596"/>
                </a:lnTo>
                <a:lnTo>
                  <a:pt x="279" y="7703"/>
                </a:lnTo>
                <a:lnTo>
                  <a:pt x="236" y="7682"/>
                </a:lnTo>
                <a:lnTo>
                  <a:pt x="193" y="7639"/>
                </a:lnTo>
                <a:lnTo>
                  <a:pt x="193" y="7596"/>
                </a:lnTo>
                <a:lnTo>
                  <a:pt x="193" y="7532"/>
                </a:lnTo>
                <a:lnTo>
                  <a:pt x="215" y="7425"/>
                </a:lnTo>
                <a:lnTo>
                  <a:pt x="258" y="7318"/>
                </a:lnTo>
                <a:close/>
                <a:moveTo>
                  <a:pt x="1541" y="7425"/>
                </a:moveTo>
                <a:lnTo>
                  <a:pt x="1499" y="7511"/>
                </a:lnTo>
                <a:lnTo>
                  <a:pt x="1434" y="7575"/>
                </a:lnTo>
                <a:lnTo>
                  <a:pt x="1392" y="7639"/>
                </a:lnTo>
                <a:lnTo>
                  <a:pt x="1370" y="7725"/>
                </a:lnTo>
                <a:lnTo>
                  <a:pt x="1349" y="7682"/>
                </a:lnTo>
                <a:lnTo>
                  <a:pt x="1349" y="7639"/>
                </a:lnTo>
                <a:lnTo>
                  <a:pt x="1392" y="7532"/>
                </a:lnTo>
                <a:lnTo>
                  <a:pt x="1456" y="7447"/>
                </a:lnTo>
                <a:lnTo>
                  <a:pt x="1499" y="7425"/>
                </a:lnTo>
                <a:close/>
                <a:moveTo>
                  <a:pt x="4002" y="7447"/>
                </a:moveTo>
                <a:lnTo>
                  <a:pt x="4066" y="7468"/>
                </a:lnTo>
                <a:lnTo>
                  <a:pt x="4045" y="7575"/>
                </a:lnTo>
                <a:lnTo>
                  <a:pt x="4002" y="7661"/>
                </a:lnTo>
                <a:lnTo>
                  <a:pt x="3959" y="7725"/>
                </a:lnTo>
                <a:lnTo>
                  <a:pt x="3916" y="7746"/>
                </a:lnTo>
                <a:lnTo>
                  <a:pt x="3852" y="7746"/>
                </a:lnTo>
                <a:lnTo>
                  <a:pt x="3852" y="7639"/>
                </a:lnTo>
                <a:lnTo>
                  <a:pt x="3874" y="7532"/>
                </a:lnTo>
                <a:lnTo>
                  <a:pt x="3916" y="7489"/>
                </a:lnTo>
                <a:lnTo>
                  <a:pt x="3959" y="7468"/>
                </a:lnTo>
                <a:lnTo>
                  <a:pt x="4002" y="7447"/>
                </a:lnTo>
                <a:close/>
                <a:moveTo>
                  <a:pt x="386" y="7746"/>
                </a:moveTo>
                <a:lnTo>
                  <a:pt x="429" y="7768"/>
                </a:lnTo>
                <a:lnTo>
                  <a:pt x="407" y="7789"/>
                </a:lnTo>
                <a:lnTo>
                  <a:pt x="386" y="7789"/>
                </a:lnTo>
                <a:lnTo>
                  <a:pt x="343" y="7746"/>
                </a:lnTo>
                <a:close/>
                <a:moveTo>
                  <a:pt x="1755" y="8024"/>
                </a:moveTo>
                <a:lnTo>
                  <a:pt x="1798" y="8046"/>
                </a:lnTo>
                <a:lnTo>
                  <a:pt x="1820" y="8089"/>
                </a:lnTo>
                <a:lnTo>
                  <a:pt x="1841" y="8110"/>
                </a:lnTo>
                <a:lnTo>
                  <a:pt x="1820" y="8153"/>
                </a:lnTo>
                <a:lnTo>
                  <a:pt x="1755" y="8217"/>
                </a:lnTo>
                <a:lnTo>
                  <a:pt x="1713" y="8238"/>
                </a:lnTo>
                <a:lnTo>
                  <a:pt x="1670" y="8260"/>
                </a:lnTo>
                <a:lnTo>
                  <a:pt x="1627" y="8174"/>
                </a:lnTo>
                <a:lnTo>
                  <a:pt x="1627" y="8110"/>
                </a:lnTo>
                <a:lnTo>
                  <a:pt x="1648" y="8067"/>
                </a:lnTo>
                <a:lnTo>
                  <a:pt x="1670" y="8046"/>
                </a:lnTo>
                <a:lnTo>
                  <a:pt x="1691" y="8024"/>
                </a:lnTo>
                <a:close/>
                <a:moveTo>
                  <a:pt x="2675" y="7233"/>
                </a:moveTo>
                <a:lnTo>
                  <a:pt x="2782" y="7254"/>
                </a:lnTo>
                <a:lnTo>
                  <a:pt x="2868" y="7318"/>
                </a:lnTo>
                <a:lnTo>
                  <a:pt x="2932" y="7404"/>
                </a:lnTo>
                <a:lnTo>
                  <a:pt x="2996" y="7511"/>
                </a:lnTo>
                <a:lnTo>
                  <a:pt x="3039" y="7639"/>
                </a:lnTo>
                <a:lnTo>
                  <a:pt x="3060" y="7746"/>
                </a:lnTo>
                <a:lnTo>
                  <a:pt x="3060" y="7875"/>
                </a:lnTo>
                <a:lnTo>
                  <a:pt x="3039" y="8003"/>
                </a:lnTo>
                <a:lnTo>
                  <a:pt x="2975" y="8089"/>
                </a:lnTo>
                <a:lnTo>
                  <a:pt x="2889" y="8174"/>
                </a:lnTo>
                <a:lnTo>
                  <a:pt x="2782" y="8217"/>
                </a:lnTo>
                <a:lnTo>
                  <a:pt x="2675" y="8238"/>
                </a:lnTo>
                <a:lnTo>
                  <a:pt x="2568" y="8260"/>
                </a:lnTo>
                <a:lnTo>
                  <a:pt x="2333" y="8260"/>
                </a:lnTo>
                <a:lnTo>
                  <a:pt x="2183" y="8131"/>
                </a:lnTo>
                <a:lnTo>
                  <a:pt x="2076" y="8024"/>
                </a:lnTo>
                <a:lnTo>
                  <a:pt x="2033" y="7960"/>
                </a:lnTo>
                <a:lnTo>
                  <a:pt x="2012" y="7875"/>
                </a:lnTo>
                <a:lnTo>
                  <a:pt x="2012" y="7789"/>
                </a:lnTo>
                <a:lnTo>
                  <a:pt x="2012" y="7682"/>
                </a:lnTo>
                <a:lnTo>
                  <a:pt x="2033" y="7596"/>
                </a:lnTo>
                <a:lnTo>
                  <a:pt x="2076" y="7511"/>
                </a:lnTo>
                <a:lnTo>
                  <a:pt x="2119" y="7425"/>
                </a:lnTo>
                <a:lnTo>
                  <a:pt x="2183" y="7382"/>
                </a:lnTo>
                <a:lnTo>
                  <a:pt x="2269" y="7340"/>
                </a:lnTo>
                <a:lnTo>
                  <a:pt x="2354" y="7297"/>
                </a:lnTo>
                <a:lnTo>
                  <a:pt x="2547" y="7233"/>
                </a:lnTo>
                <a:close/>
                <a:moveTo>
                  <a:pt x="835" y="8345"/>
                </a:moveTo>
                <a:lnTo>
                  <a:pt x="857" y="8367"/>
                </a:lnTo>
                <a:lnTo>
                  <a:pt x="857" y="8388"/>
                </a:lnTo>
                <a:lnTo>
                  <a:pt x="814" y="8474"/>
                </a:lnTo>
                <a:lnTo>
                  <a:pt x="793" y="8474"/>
                </a:lnTo>
                <a:lnTo>
                  <a:pt x="750" y="8452"/>
                </a:lnTo>
                <a:lnTo>
                  <a:pt x="728" y="8452"/>
                </a:lnTo>
                <a:lnTo>
                  <a:pt x="728" y="8409"/>
                </a:lnTo>
                <a:lnTo>
                  <a:pt x="728" y="8388"/>
                </a:lnTo>
                <a:lnTo>
                  <a:pt x="750" y="8345"/>
                </a:lnTo>
                <a:close/>
                <a:moveTo>
                  <a:pt x="2012" y="1"/>
                </a:moveTo>
                <a:lnTo>
                  <a:pt x="1413" y="44"/>
                </a:lnTo>
                <a:lnTo>
                  <a:pt x="1092" y="44"/>
                </a:lnTo>
                <a:lnTo>
                  <a:pt x="793" y="87"/>
                </a:lnTo>
                <a:lnTo>
                  <a:pt x="664" y="108"/>
                </a:lnTo>
                <a:lnTo>
                  <a:pt x="514" y="172"/>
                </a:lnTo>
                <a:lnTo>
                  <a:pt x="407" y="258"/>
                </a:lnTo>
                <a:lnTo>
                  <a:pt x="279" y="386"/>
                </a:lnTo>
                <a:lnTo>
                  <a:pt x="193" y="536"/>
                </a:lnTo>
                <a:lnTo>
                  <a:pt x="129" y="707"/>
                </a:lnTo>
                <a:lnTo>
                  <a:pt x="86" y="878"/>
                </a:lnTo>
                <a:lnTo>
                  <a:pt x="65" y="1049"/>
                </a:lnTo>
                <a:lnTo>
                  <a:pt x="44" y="1413"/>
                </a:lnTo>
                <a:lnTo>
                  <a:pt x="44" y="1777"/>
                </a:lnTo>
                <a:lnTo>
                  <a:pt x="1" y="2633"/>
                </a:lnTo>
                <a:lnTo>
                  <a:pt x="1" y="3488"/>
                </a:lnTo>
                <a:lnTo>
                  <a:pt x="22" y="4323"/>
                </a:lnTo>
                <a:lnTo>
                  <a:pt x="65" y="5179"/>
                </a:lnTo>
                <a:lnTo>
                  <a:pt x="22" y="5542"/>
                </a:lnTo>
                <a:lnTo>
                  <a:pt x="22" y="5928"/>
                </a:lnTo>
                <a:lnTo>
                  <a:pt x="22" y="6676"/>
                </a:lnTo>
                <a:lnTo>
                  <a:pt x="22" y="7361"/>
                </a:lnTo>
                <a:lnTo>
                  <a:pt x="44" y="7703"/>
                </a:lnTo>
                <a:lnTo>
                  <a:pt x="65" y="7875"/>
                </a:lnTo>
                <a:lnTo>
                  <a:pt x="108" y="8024"/>
                </a:lnTo>
                <a:lnTo>
                  <a:pt x="172" y="8174"/>
                </a:lnTo>
                <a:lnTo>
                  <a:pt x="236" y="8281"/>
                </a:lnTo>
                <a:lnTo>
                  <a:pt x="322" y="8388"/>
                </a:lnTo>
                <a:lnTo>
                  <a:pt x="429" y="8495"/>
                </a:lnTo>
                <a:lnTo>
                  <a:pt x="557" y="8559"/>
                </a:lnTo>
                <a:lnTo>
                  <a:pt x="664" y="8623"/>
                </a:lnTo>
                <a:lnTo>
                  <a:pt x="942" y="8709"/>
                </a:lnTo>
                <a:lnTo>
                  <a:pt x="1242" y="8773"/>
                </a:lnTo>
                <a:lnTo>
                  <a:pt x="1541" y="8816"/>
                </a:lnTo>
                <a:lnTo>
                  <a:pt x="2098" y="8837"/>
                </a:lnTo>
                <a:lnTo>
                  <a:pt x="2440" y="8859"/>
                </a:lnTo>
                <a:lnTo>
                  <a:pt x="2782" y="8859"/>
                </a:lnTo>
                <a:lnTo>
                  <a:pt x="3446" y="8816"/>
                </a:lnTo>
                <a:lnTo>
                  <a:pt x="3874" y="8816"/>
                </a:lnTo>
                <a:lnTo>
                  <a:pt x="4002" y="8795"/>
                </a:lnTo>
                <a:lnTo>
                  <a:pt x="4087" y="8773"/>
                </a:lnTo>
                <a:lnTo>
                  <a:pt x="4152" y="8730"/>
                </a:lnTo>
                <a:lnTo>
                  <a:pt x="4280" y="8645"/>
                </a:lnTo>
                <a:lnTo>
                  <a:pt x="4387" y="8623"/>
                </a:lnTo>
                <a:lnTo>
                  <a:pt x="4473" y="8581"/>
                </a:lnTo>
                <a:lnTo>
                  <a:pt x="4580" y="8559"/>
                </a:lnTo>
                <a:lnTo>
                  <a:pt x="4665" y="8516"/>
                </a:lnTo>
                <a:lnTo>
                  <a:pt x="4751" y="8452"/>
                </a:lnTo>
                <a:lnTo>
                  <a:pt x="4836" y="8345"/>
                </a:lnTo>
                <a:lnTo>
                  <a:pt x="5008" y="8153"/>
                </a:lnTo>
                <a:lnTo>
                  <a:pt x="5072" y="8024"/>
                </a:lnTo>
                <a:lnTo>
                  <a:pt x="5136" y="7875"/>
                </a:lnTo>
                <a:lnTo>
                  <a:pt x="5157" y="7725"/>
                </a:lnTo>
                <a:lnTo>
                  <a:pt x="5179" y="7532"/>
                </a:lnTo>
                <a:lnTo>
                  <a:pt x="5179" y="7190"/>
                </a:lnTo>
                <a:lnTo>
                  <a:pt x="5179" y="6869"/>
                </a:lnTo>
                <a:lnTo>
                  <a:pt x="5221" y="5435"/>
                </a:lnTo>
                <a:lnTo>
                  <a:pt x="5286" y="4002"/>
                </a:lnTo>
                <a:lnTo>
                  <a:pt x="5307" y="3660"/>
                </a:lnTo>
                <a:lnTo>
                  <a:pt x="5286" y="3296"/>
                </a:lnTo>
                <a:lnTo>
                  <a:pt x="5264" y="2590"/>
                </a:lnTo>
                <a:lnTo>
                  <a:pt x="5243" y="1905"/>
                </a:lnTo>
                <a:lnTo>
                  <a:pt x="5264" y="1541"/>
                </a:lnTo>
                <a:lnTo>
                  <a:pt x="5286" y="1199"/>
                </a:lnTo>
                <a:lnTo>
                  <a:pt x="5286" y="1071"/>
                </a:lnTo>
                <a:lnTo>
                  <a:pt x="5286" y="942"/>
                </a:lnTo>
                <a:lnTo>
                  <a:pt x="5264" y="793"/>
                </a:lnTo>
                <a:lnTo>
                  <a:pt x="5221" y="686"/>
                </a:lnTo>
                <a:lnTo>
                  <a:pt x="5157" y="557"/>
                </a:lnTo>
                <a:lnTo>
                  <a:pt x="5093" y="450"/>
                </a:lnTo>
                <a:lnTo>
                  <a:pt x="5008" y="343"/>
                </a:lnTo>
                <a:lnTo>
                  <a:pt x="4922" y="236"/>
                </a:lnTo>
                <a:lnTo>
                  <a:pt x="4794" y="151"/>
                </a:lnTo>
                <a:lnTo>
                  <a:pt x="4644" y="108"/>
                </a:lnTo>
                <a:lnTo>
                  <a:pt x="4494" y="65"/>
                </a:lnTo>
                <a:lnTo>
                  <a:pt x="3745" y="65"/>
                </a:lnTo>
                <a:lnTo>
                  <a:pt x="3167" y="22"/>
                </a:lnTo>
                <a:lnTo>
                  <a:pt x="2590" y="1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27"/>
          <p:cNvSpPr/>
          <p:nvPr/>
        </p:nvSpPr>
        <p:spPr>
          <a:xfrm>
            <a:off x="3242606" y="3994003"/>
            <a:ext cx="273631" cy="275289"/>
          </a:xfrm>
          <a:custGeom>
            <a:rect b="b" l="l" r="r" t="t"/>
            <a:pathLst>
              <a:path extrusionOk="0" h="15938" w="15842">
                <a:moveTo>
                  <a:pt x="4794" y="7470"/>
                </a:moveTo>
                <a:lnTo>
                  <a:pt x="4867" y="7495"/>
                </a:lnTo>
                <a:lnTo>
                  <a:pt x="4940" y="7543"/>
                </a:lnTo>
                <a:lnTo>
                  <a:pt x="4989" y="7616"/>
                </a:lnTo>
                <a:lnTo>
                  <a:pt x="5013" y="7714"/>
                </a:lnTo>
                <a:lnTo>
                  <a:pt x="5013" y="7787"/>
                </a:lnTo>
                <a:lnTo>
                  <a:pt x="4989" y="7908"/>
                </a:lnTo>
                <a:lnTo>
                  <a:pt x="4916" y="7981"/>
                </a:lnTo>
                <a:lnTo>
                  <a:pt x="4843" y="8054"/>
                </a:lnTo>
                <a:lnTo>
                  <a:pt x="4721" y="8079"/>
                </a:lnTo>
                <a:lnTo>
                  <a:pt x="4600" y="8054"/>
                </a:lnTo>
                <a:lnTo>
                  <a:pt x="4527" y="7981"/>
                </a:lnTo>
                <a:lnTo>
                  <a:pt x="4454" y="7908"/>
                </a:lnTo>
                <a:lnTo>
                  <a:pt x="4429" y="7787"/>
                </a:lnTo>
                <a:lnTo>
                  <a:pt x="4454" y="7665"/>
                </a:lnTo>
                <a:lnTo>
                  <a:pt x="4527" y="7543"/>
                </a:lnTo>
                <a:lnTo>
                  <a:pt x="4600" y="7495"/>
                </a:lnTo>
                <a:lnTo>
                  <a:pt x="4697" y="7470"/>
                </a:lnTo>
                <a:close/>
                <a:moveTo>
                  <a:pt x="11169" y="7470"/>
                </a:moveTo>
                <a:lnTo>
                  <a:pt x="11242" y="7495"/>
                </a:lnTo>
                <a:lnTo>
                  <a:pt x="11315" y="7543"/>
                </a:lnTo>
                <a:lnTo>
                  <a:pt x="11364" y="7616"/>
                </a:lnTo>
                <a:lnTo>
                  <a:pt x="11388" y="7714"/>
                </a:lnTo>
                <a:lnTo>
                  <a:pt x="11388" y="7787"/>
                </a:lnTo>
                <a:lnTo>
                  <a:pt x="11364" y="7908"/>
                </a:lnTo>
                <a:lnTo>
                  <a:pt x="11291" y="7981"/>
                </a:lnTo>
                <a:lnTo>
                  <a:pt x="11218" y="8054"/>
                </a:lnTo>
                <a:lnTo>
                  <a:pt x="11096" y="8079"/>
                </a:lnTo>
                <a:lnTo>
                  <a:pt x="10975" y="8054"/>
                </a:lnTo>
                <a:lnTo>
                  <a:pt x="10902" y="7981"/>
                </a:lnTo>
                <a:lnTo>
                  <a:pt x="10829" y="7908"/>
                </a:lnTo>
                <a:lnTo>
                  <a:pt x="10804" y="7787"/>
                </a:lnTo>
                <a:lnTo>
                  <a:pt x="10829" y="7665"/>
                </a:lnTo>
                <a:lnTo>
                  <a:pt x="10902" y="7543"/>
                </a:lnTo>
                <a:lnTo>
                  <a:pt x="10975" y="7495"/>
                </a:lnTo>
                <a:lnTo>
                  <a:pt x="11072" y="7470"/>
                </a:lnTo>
                <a:close/>
                <a:moveTo>
                  <a:pt x="4770" y="7081"/>
                </a:moveTo>
                <a:lnTo>
                  <a:pt x="4600" y="7105"/>
                </a:lnTo>
                <a:lnTo>
                  <a:pt x="4429" y="7178"/>
                </a:lnTo>
                <a:lnTo>
                  <a:pt x="4308" y="7300"/>
                </a:lnTo>
                <a:lnTo>
                  <a:pt x="4186" y="7446"/>
                </a:lnTo>
                <a:lnTo>
                  <a:pt x="4113" y="7568"/>
                </a:lnTo>
                <a:lnTo>
                  <a:pt x="4064" y="7714"/>
                </a:lnTo>
                <a:lnTo>
                  <a:pt x="4016" y="7835"/>
                </a:lnTo>
                <a:lnTo>
                  <a:pt x="4016" y="7981"/>
                </a:lnTo>
                <a:lnTo>
                  <a:pt x="3967" y="8225"/>
                </a:lnTo>
                <a:lnTo>
                  <a:pt x="3967" y="8395"/>
                </a:lnTo>
                <a:lnTo>
                  <a:pt x="4016" y="8565"/>
                </a:lnTo>
                <a:lnTo>
                  <a:pt x="4064" y="8711"/>
                </a:lnTo>
                <a:lnTo>
                  <a:pt x="4162" y="8833"/>
                </a:lnTo>
                <a:lnTo>
                  <a:pt x="4259" y="8955"/>
                </a:lnTo>
                <a:lnTo>
                  <a:pt x="4381" y="9028"/>
                </a:lnTo>
                <a:lnTo>
                  <a:pt x="4527" y="9101"/>
                </a:lnTo>
                <a:lnTo>
                  <a:pt x="4697" y="9149"/>
                </a:lnTo>
                <a:lnTo>
                  <a:pt x="4892" y="9174"/>
                </a:lnTo>
                <a:lnTo>
                  <a:pt x="5062" y="9149"/>
                </a:lnTo>
                <a:lnTo>
                  <a:pt x="5232" y="9101"/>
                </a:lnTo>
                <a:lnTo>
                  <a:pt x="5378" y="9028"/>
                </a:lnTo>
                <a:lnTo>
                  <a:pt x="5500" y="8930"/>
                </a:lnTo>
                <a:lnTo>
                  <a:pt x="5622" y="8809"/>
                </a:lnTo>
                <a:lnTo>
                  <a:pt x="5719" y="8663"/>
                </a:lnTo>
                <a:lnTo>
                  <a:pt x="5792" y="8517"/>
                </a:lnTo>
                <a:lnTo>
                  <a:pt x="5841" y="8346"/>
                </a:lnTo>
                <a:lnTo>
                  <a:pt x="5865" y="8176"/>
                </a:lnTo>
                <a:lnTo>
                  <a:pt x="5841" y="8006"/>
                </a:lnTo>
                <a:lnTo>
                  <a:pt x="5816" y="7835"/>
                </a:lnTo>
                <a:lnTo>
                  <a:pt x="5768" y="7689"/>
                </a:lnTo>
                <a:lnTo>
                  <a:pt x="5695" y="7519"/>
                </a:lnTo>
                <a:lnTo>
                  <a:pt x="5573" y="7397"/>
                </a:lnTo>
                <a:lnTo>
                  <a:pt x="5427" y="7251"/>
                </a:lnTo>
                <a:lnTo>
                  <a:pt x="5281" y="7154"/>
                </a:lnTo>
                <a:lnTo>
                  <a:pt x="5111" y="7105"/>
                </a:lnTo>
                <a:lnTo>
                  <a:pt x="4940" y="7081"/>
                </a:lnTo>
                <a:close/>
                <a:moveTo>
                  <a:pt x="11145" y="7081"/>
                </a:moveTo>
                <a:lnTo>
                  <a:pt x="10975" y="7105"/>
                </a:lnTo>
                <a:lnTo>
                  <a:pt x="10804" y="7178"/>
                </a:lnTo>
                <a:lnTo>
                  <a:pt x="10683" y="7300"/>
                </a:lnTo>
                <a:lnTo>
                  <a:pt x="10561" y="7446"/>
                </a:lnTo>
                <a:lnTo>
                  <a:pt x="10488" y="7568"/>
                </a:lnTo>
                <a:lnTo>
                  <a:pt x="10439" y="7714"/>
                </a:lnTo>
                <a:lnTo>
                  <a:pt x="10391" y="7835"/>
                </a:lnTo>
                <a:lnTo>
                  <a:pt x="10391" y="7981"/>
                </a:lnTo>
                <a:lnTo>
                  <a:pt x="10342" y="8225"/>
                </a:lnTo>
                <a:lnTo>
                  <a:pt x="10342" y="8395"/>
                </a:lnTo>
                <a:lnTo>
                  <a:pt x="10391" y="8565"/>
                </a:lnTo>
                <a:lnTo>
                  <a:pt x="10439" y="8711"/>
                </a:lnTo>
                <a:lnTo>
                  <a:pt x="10537" y="8833"/>
                </a:lnTo>
                <a:lnTo>
                  <a:pt x="10634" y="8955"/>
                </a:lnTo>
                <a:lnTo>
                  <a:pt x="10756" y="9028"/>
                </a:lnTo>
                <a:lnTo>
                  <a:pt x="10902" y="9101"/>
                </a:lnTo>
                <a:lnTo>
                  <a:pt x="11072" y="9149"/>
                </a:lnTo>
                <a:lnTo>
                  <a:pt x="11267" y="9174"/>
                </a:lnTo>
                <a:lnTo>
                  <a:pt x="11437" y="9149"/>
                </a:lnTo>
                <a:lnTo>
                  <a:pt x="11607" y="9101"/>
                </a:lnTo>
                <a:lnTo>
                  <a:pt x="11753" y="9028"/>
                </a:lnTo>
                <a:lnTo>
                  <a:pt x="11875" y="8930"/>
                </a:lnTo>
                <a:lnTo>
                  <a:pt x="11997" y="8809"/>
                </a:lnTo>
                <a:lnTo>
                  <a:pt x="12094" y="8663"/>
                </a:lnTo>
                <a:lnTo>
                  <a:pt x="12167" y="8517"/>
                </a:lnTo>
                <a:lnTo>
                  <a:pt x="12216" y="8346"/>
                </a:lnTo>
                <a:lnTo>
                  <a:pt x="12240" y="8176"/>
                </a:lnTo>
                <a:lnTo>
                  <a:pt x="12216" y="8006"/>
                </a:lnTo>
                <a:lnTo>
                  <a:pt x="12191" y="7835"/>
                </a:lnTo>
                <a:lnTo>
                  <a:pt x="12143" y="7689"/>
                </a:lnTo>
                <a:lnTo>
                  <a:pt x="12070" y="7519"/>
                </a:lnTo>
                <a:lnTo>
                  <a:pt x="11948" y="7397"/>
                </a:lnTo>
                <a:lnTo>
                  <a:pt x="11802" y="7251"/>
                </a:lnTo>
                <a:lnTo>
                  <a:pt x="11656" y="7154"/>
                </a:lnTo>
                <a:lnTo>
                  <a:pt x="11486" y="7105"/>
                </a:lnTo>
                <a:lnTo>
                  <a:pt x="11315" y="7081"/>
                </a:lnTo>
                <a:close/>
                <a:moveTo>
                  <a:pt x="11972" y="10925"/>
                </a:moveTo>
                <a:lnTo>
                  <a:pt x="11875" y="10974"/>
                </a:lnTo>
                <a:lnTo>
                  <a:pt x="11778" y="11047"/>
                </a:lnTo>
                <a:lnTo>
                  <a:pt x="11607" y="11290"/>
                </a:lnTo>
                <a:lnTo>
                  <a:pt x="11413" y="11485"/>
                </a:lnTo>
                <a:lnTo>
                  <a:pt x="11194" y="11680"/>
                </a:lnTo>
                <a:lnTo>
                  <a:pt x="10950" y="11850"/>
                </a:lnTo>
                <a:lnTo>
                  <a:pt x="10707" y="11996"/>
                </a:lnTo>
                <a:lnTo>
                  <a:pt x="10439" y="12118"/>
                </a:lnTo>
                <a:lnTo>
                  <a:pt x="10172" y="12215"/>
                </a:lnTo>
                <a:lnTo>
                  <a:pt x="9880" y="12312"/>
                </a:lnTo>
                <a:lnTo>
                  <a:pt x="9588" y="12385"/>
                </a:lnTo>
                <a:lnTo>
                  <a:pt x="9296" y="12434"/>
                </a:lnTo>
                <a:lnTo>
                  <a:pt x="8712" y="12507"/>
                </a:lnTo>
                <a:lnTo>
                  <a:pt x="8128" y="12531"/>
                </a:lnTo>
                <a:lnTo>
                  <a:pt x="7568" y="12507"/>
                </a:lnTo>
                <a:lnTo>
                  <a:pt x="7325" y="12483"/>
                </a:lnTo>
                <a:lnTo>
                  <a:pt x="7106" y="12434"/>
                </a:lnTo>
                <a:lnTo>
                  <a:pt x="6668" y="12312"/>
                </a:lnTo>
                <a:lnTo>
                  <a:pt x="6230" y="12166"/>
                </a:lnTo>
                <a:lnTo>
                  <a:pt x="5816" y="11996"/>
                </a:lnTo>
                <a:lnTo>
                  <a:pt x="5427" y="11826"/>
                </a:lnTo>
                <a:lnTo>
                  <a:pt x="5013" y="11631"/>
                </a:lnTo>
                <a:lnTo>
                  <a:pt x="4794" y="11509"/>
                </a:lnTo>
                <a:lnTo>
                  <a:pt x="4600" y="11388"/>
                </a:lnTo>
                <a:lnTo>
                  <a:pt x="4454" y="11242"/>
                </a:lnTo>
                <a:lnTo>
                  <a:pt x="4308" y="11096"/>
                </a:lnTo>
                <a:lnTo>
                  <a:pt x="4259" y="11047"/>
                </a:lnTo>
                <a:lnTo>
                  <a:pt x="4210" y="11023"/>
                </a:lnTo>
                <a:lnTo>
                  <a:pt x="4089" y="11023"/>
                </a:lnTo>
                <a:lnTo>
                  <a:pt x="4040" y="11071"/>
                </a:lnTo>
                <a:lnTo>
                  <a:pt x="3991" y="11096"/>
                </a:lnTo>
                <a:lnTo>
                  <a:pt x="3991" y="11169"/>
                </a:lnTo>
                <a:lnTo>
                  <a:pt x="3991" y="11242"/>
                </a:lnTo>
                <a:lnTo>
                  <a:pt x="4016" y="11339"/>
                </a:lnTo>
                <a:lnTo>
                  <a:pt x="4064" y="11436"/>
                </a:lnTo>
                <a:lnTo>
                  <a:pt x="4210" y="11631"/>
                </a:lnTo>
                <a:lnTo>
                  <a:pt x="4381" y="11801"/>
                </a:lnTo>
                <a:lnTo>
                  <a:pt x="4575" y="11947"/>
                </a:lnTo>
                <a:lnTo>
                  <a:pt x="4794" y="12069"/>
                </a:lnTo>
                <a:lnTo>
                  <a:pt x="5038" y="12191"/>
                </a:lnTo>
                <a:lnTo>
                  <a:pt x="5451" y="12385"/>
                </a:lnTo>
                <a:lnTo>
                  <a:pt x="5938" y="12604"/>
                </a:lnTo>
                <a:lnTo>
                  <a:pt x="6424" y="12799"/>
                </a:lnTo>
                <a:lnTo>
                  <a:pt x="6935" y="12945"/>
                </a:lnTo>
                <a:lnTo>
                  <a:pt x="7446" y="13042"/>
                </a:lnTo>
                <a:lnTo>
                  <a:pt x="7763" y="13067"/>
                </a:lnTo>
                <a:lnTo>
                  <a:pt x="8079" y="13091"/>
                </a:lnTo>
                <a:lnTo>
                  <a:pt x="8420" y="13091"/>
                </a:lnTo>
                <a:lnTo>
                  <a:pt x="8760" y="13067"/>
                </a:lnTo>
                <a:lnTo>
                  <a:pt x="9101" y="13042"/>
                </a:lnTo>
                <a:lnTo>
                  <a:pt x="9442" y="12969"/>
                </a:lnTo>
                <a:lnTo>
                  <a:pt x="9758" y="12896"/>
                </a:lnTo>
                <a:lnTo>
                  <a:pt x="10099" y="12799"/>
                </a:lnTo>
                <a:lnTo>
                  <a:pt x="10415" y="12702"/>
                </a:lnTo>
                <a:lnTo>
                  <a:pt x="10731" y="12556"/>
                </a:lnTo>
                <a:lnTo>
                  <a:pt x="11023" y="12410"/>
                </a:lnTo>
                <a:lnTo>
                  <a:pt x="11315" y="12239"/>
                </a:lnTo>
                <a:lnTo>
                  <a:pt x="11583" y="12045"/>
                </a:lnTo>
                <a:lnTo>
                  <a:pt x="11826" y="11826"/>
                </a:lnTo>
                <a:lnTo>
                  <a:pt x="12045" y="11582"/>
                </a:lnTo>
                <a:lnTo>
                  <a:pt x="12264" y="11339"/>
                </a:lnTo>
                <a:lnTo>
                  <a:pt x="12313" y="11217"/>
                </a:lnTo>
                <a:lnTo>
                  <a:pt x="12289" y="11120"/>
                </a:lnTo>
                <a:lnTo>
                  <a:pt x="12240" y="11047"/>
                </a:lnTo>
                <a:lnTo>
                  <a:pt x="12167" y="10974"/>
                </a:lnTo>
                <a:lnTo>
                  <a:pt x="12070" y="10950"/>
                </a:lnTo>
                <a:lnTo>
                  <a:pt x="11972" y="10925"/>
                </a:lnTo>
                <a:close/>
                <a:moveTo>
                  <a:pt x="8493" y="682"/>
                </a:moveTo>
                <a:lnTo>
                  <a:pt x="8663" y="706"/>
                </a:lnTo>
                <a:lnTo>
                  <a:pt x="9101" y="755"/>
                </a:lnTo>
                <a:lnTo>
                  <a:pt x="9539" y="803"/>
                </a:lnTo>
                <a:lnTo>
                  <a:pt x="10001" y="901"/>
                </a:lnTo>
                <a:lnTo>
                  <a:pt x="10439" y="1022"/>
                </a:lnTo>
                <a:lnTo>
                  <a:pt x="10780" y="1120"/>
                </a:lnTo>
                <a:lnTo>
                  <a:pt x="11121" y="1241"/>
                </a:lnTo>
                <a:lnTo>
                  <a:pt x="11437" y="1411"/>
                </a:lnTo>
                <a:lnTo>
                  <a:pt x="11753" y="1557"/>
                </a:lnTo>
                <a:lnTo>
                  <a:pt x="11753" y="1582"/>
                </a:lnTo>
                <a:lnTo>
                  <a:pt x="11729" y="1655"/>
                </a:lnTo>
                <a:lnTo>
                  <a:pt x="11729" y="1752"/>
                </a:lnTo>
                <a:lnTo>
                  <a:pt x="11753" y="1801"/>
                </a:lnTo>
                <a:lnTo>
                  <a:pt x="11826" y="1825"/>
                </a:lnTo>
                <a:lnTo>
                  <a:pt x="11899" y="1825"/>
                </a:lnTo>
                <a:lnTo>
                  <a:pt x="11948" y="1776"/>
                </a:lnTo>
                <a:lnTo>
                  <a:pt x="11972" y="1752"/>
                </a:lnTo>
                <a:lnTo>
                  <a:pt x="11997" y="1752"/>
                </a:lnTo>
                <a:lnTo>
                  <a:pt x="11997" y="1728"/>
                </a:lnTo>
                <a:lnTo>
                  <a:pt x="12021" y="1728"/>
                </a:lnTo>
                <a:lnTo>
                  <a:pt x="12143" y="1801"/>
                </a:lnTo>
                <a:lnTo>
                  <a:pt x="12094" y="1874"/>
                </a:lnTo>
                <a:lnTo>
                  <a:pt x="12094" y="1947"/>
                </a:lnTo>
                <a:lnTo>
                  <a:pt x="12094" y="1995"/>
                </a:lnTo>
                <a:lnTo>
                  <a:pt x="12143" y="2020"/>
                </a:lnTo>
                <a:lnTo>
                  <a:pt x="12167" y="2044"/>
                </a:lnTo>
                <a:lnTo>
                  <a:pt x="12216" y="2020"/>
                </a:lnTo>
                <a:lnTo>
                  <a:pt x="12240" y="1995"/>
                </a:lnTo>
                <a:lnTo>
                  <a:pt x="12313" y="1922"/>
                </a:lnTo>
                <a:lnTo>
                  <a:pt x="12337" y="1922"/>
                </a:lnTo>
                <a:lnTo>
                  <a:pt x="12532" y="2068"/>
                </a:lnTo>
                <a:lnTo>
                  <a:pt x="12483" y="2190"/>
                </a:lnTo>
                <a:lnTo>
                  <a:pt x="12483" y="2239"/>
                </a:lnTo>
                <a:lnTo>
                  <a:pt x="12508" y="2336"/>
                </a:lnTo>
                <a:lnTo>
                  <a:pt x="12532" y="2385"/>
                </a:lnTo>
                <a:lnTo>
                  <a:pt x="12556" y="2409"/>
                </a:lnTo>
                <a:lnTo>
                  <a:pt x="12581" y="2409"/>
                </a:lnTo>
                <a:lnTo>
                  <a:pt x="12629" y="2385"/>
                </a:lnTo>
                <a:lnTo>
                  <a:pt x="12678" y="2360"/>
                </a:lnTo>
                <a:lnTo>
                  <a:pt x="12751" y="2287"/>
                </a:lnTo>
                <a:lnTo>
                  <a:pt x="12775" y="2239"/>
                </a:lnTo>
                <a:lnTo>
                  <a:pt x="12970" y="2409"/>
                </a:lnTo>
                <a:lnTo>
                  <a:pt x="12873" y="2531"/>
                </a:lnTo>
                <a:lnTo>
                  <a:pt x="12848" y="2604"/>
                </a:lnTo>
                <a:lnTo>
                  <a:pt x="12824" y="2677"/>
                </a:lnTo>
                <a:lnTo>
                  <a:pt x="12824" y="2725"/>
                </a:lnTo>
                <a:lnTo>
                  <a:pt x="12873" y="2750"/>
                </a:lnTo>
                <a:lnTo>
                  <a:pt x="12921" y="2774"/>
                </a:lnTo>
                <a:lnTo>
                  <a:pt x="12946" y="2774"/>
                </a:lnTo>
                <a:lnTo>
                  <a:pt x="13067" y="2701"/>
                </a:lnTo>
                <a:lnTo>
                  <a:pt x="13189" y="2604"/>
                </a:lnTo>
                <a:lnTo>
                  <a:pt x="13311" y="2725"/>
                </a:lnTo>
                <a:lnTo>
                  <a:pt x="13384" y="2823"/>
                </a:lnTo>
                <a:lnTo>
                  <a:pt x="13262" y="3017"/>
                </a:lnTo>
                <a:lnTo>
                  <a:pt x="13213" y="3066"/>
                </a:lnTo>
                <a:lnTo>
                  <a:pt x="13189" y="3163"/>
                </a:lnTo>
                <a:lnTo>
                  <a:pt x="13165" y="3236"/>
                </a:lnTo>
                <a:lnTo>
                  <a:pt x="13189" y="3285"/>
                </a:lnTo>
                <a:lnTo>
                  <a:pt x="13238" y="3309"/>
                </a:lnTo>
                <a:lnTo>
                  <a:pt x="13335" y="3285"/>
                </a:lnTo>
                <a:lnTo>
                  <a:pt x="13408" y="3236"/>
                </a:lnTo>
                <a:lnTo>
                  <a:pt x="13554" y="3115"/>
                </a:lnTo>
                <a:lnTo>
                  <a:pt x="13578" y="3042"/>
                </a:lnTo>
                <a:lnTo>
                  <a:pt x="13773" y="3309"/>
                </a:lnTo>
                <a:lnTo>
                  <a:pt x="13676" y="3407"/>
                </a:lnTo>
                <a:lnTo>
                  <a:pt x="13554" y="3504"/>
                </a:lnTo>
                <a:lnTo>
                  <a:pt x="13505" y="3577"/>
                </a:lnTo>
                <a:lnTo>
                  <a:pt x="13481" y="3650"/>
                </a:lnTo>
                <a:lnTo>
                  <a:pt x="13481" y="3699"/>
                </a:lnTo>
                <a:lnTo>
                  <a:pt x="13505" y="3723"/>
                </a:lnTo>
                <a:lnTo>
                  <a:pt x="13603" y="3747"/>
                </a:lnTo>
                <a:lnTo>
                  <a:pt x="13700" y="3723"/>
                </a:lnTo>
                <a:lnTo>
                  <a:pt x="13773" y="3674"/>
                </a:lnTo>
                <a:lnTo>
                  <a:pt x="13870" y="3626"/>
                </a:lnTo>
                <a:lnTo>
                  <a:pt x="13968" y="3577"/>
                </a:lnTo>
                <a:lnTo>
                  <a:pt x="14162" y="3918"/>
                </a:lnTo>
                <a:lnTo>
                  <a:pt x="14065" y="3991"/>
                </a:lnTo>
                <a:lnTo>
                  <a:pt x="13870" y="4161"/>
                </a:lnTo>
                <a:lnTo>
                  <a:pt x="13773" y="4234"/>
                </a:lnTo>
                <a:lnTo>
                  <a:pt x="13700" y="4331"/>
                </a:lnTo>
                <a:lnTo>
                  <a:pt x="13700" y="4356"/>
                </a:lnTo>
                <a:lnTo>
                  <a:pt x="13724" y="4380"/>
                </a:lnTo>
                <a:lnTo>
                  <a:pt x="13846" y="4380"/>
                </a:lnTo>
                <a:lnTo>
                  <a:pt x="13943" y="4356"/>
                </a:lnTo>
                <a:lnTo>
                  <a:pt x="14065" y="4307"/>
                </a:lnTo>
                <a:lnTo>
                  <a:pt x="14162" y="4234"/>
                </a:lnTo>
                <a:lnTo>
                  <a:pt x="14284" y="4161"/>
                </a:lnTo>
                <a:lnTo>
                  <a:pt x="14503" y="4696"/>
                </a:lnTo>
                <a:lnTo>
                  <a:pt x="14332" y="4769"/>
                </a:lnTo>
                <a:lnTo>
                  <a:pt x="14211" y="4842"/>
                </a:lnTo>
                <a:lnTo>
                  <a:pt x="14065" y="4940"/>
                </a:lnTo>
                <a:lnTo>
                  <a:pt x="13968" y="5061"/>
                </a:lnTo>
                <a:lnTo>
                  <a:pt x="13919" y="5134"/>
                </a:lnTo>
                <a:lnTo>
                  <a:pt x="13895" y="5207"/>
                </a:lnTo>
                <a:lnTo>
                  <a:pt x="13895" y="5256"/>
                </a:lnTo>
                <a:lnTo>
                  <a:pt x="13919" y="5280"/>
                </a:lnTo>
                <a:lnTo>
                  <a:pt x="13968" y="5305"/>
                </a:lnTo>
                <a:lnTo>
                  <a:pt x="14016" y="5305"/>
                </a:lnTo>
                <a:lnTo>
                  <a:pt x="14114" y="5256"/>
                </a:lnTo>
                <a:lnTo>
                  <a:pt x="14235" y="5183"/>
                </a:lnTo>
                <a:lnTo>
                  <a:pt x="14551" y="5037"/>
                </a:lnTo>
                <a:lnTo>
                  <a:pt x="14600" y="5013"/>
                </a:lnTo>
                <a:lnTo>
                  <a:pt x="14770" y="5524"/>
                </a:lnTo>
                <a:lnTo>
                  <a:pt x="14430" y="5670"/>
                </a:lnTo>
                <a:lnTo>
                  <a:pt x="14162" y="5791"/>
                </a:lnTo>
                <a:lnTo>
                  <a:pt x="13919" y="5937"/>
                </a:lnTo>
                <a:lnTo>
                  <a:pt x="13919" y="5986"/>
                </a:lnTo>
                <a:lnTo>
                  <a:pt x="13943" y="6010"/>
                </a:lnTo>
                <a:lnTo>
                  <a:pt x="14089" y="6035"/>
                </a:lnTo>
                <a:lnTo>
                  <a:pt x="14235" y="6059"/>
                </a:lnTo>
                <a:lnTo>
                  <a:pt x="14381" y="6035"/>
                </a:lnTo>
                <a:lnTo>
                  <a:pt x="14527" y="6010"/>
                </a:lnTo>
                <a:lnTo>
                  <a:pt x="14843" y="5889"/>
                </a:lnTo>
                <a:lnTo>
                  <a:pt x="14965" y="6424"/>
                </a:lnTo>
                <a:lnTo>
                  <a:pt x="14795" y="6497"/>
                </a:lnTo>
                <a:lnTo>
                  <a:pt x="14405" y="6619"/>
                </a:lnTo>
                <a:lnTo>
                  <a:pt x="14041" y="6740"/>
                </a:lnTo>
                <a:lnTo>
                  <a:pt x="13992" y="6789"/>
                </a:lnTo>
                <a:lnTo>
                  <a:pt x="13992" y="6813"/>
                </a:lnTo>
                <a:lnTo>
                  <a:pt x="13992" y="6862"/>
                </a:lnTo>
                <a:lnTo>
                  <a:pt x="14041" y="6886"/>
                </a:lnTo>
                <a:lnTo>
                  <a:pt x="14235" y="6886"/>
                </a:lnTo>
                <a:lnTo>
                  <a:pt x="14430" y="6862"/>
                </a:lnTo>
                <a:lnTo>
                  <a:pt x="14795" y="6813"/>
                </a:lnTo>
                <a:lnTo>
                  <a:pt x="15038" y="6740"/>
                </a:lnTo>
                <a:lnTo>
                  <a:pt x="15111" y="7178"/>
                </a:lnTo>
                <a:lnTo>
                  <a:pt x="14843" y="7227"/>
                </a:lnTo>
                <a:lnTo>
                  <a:pt x="14430" y="7349"/>
                </a:lnTo>
                <a:lnTo>
                  <a:pt x="14235" y="7422"/>
                </a:lnTo>
                <a:lnTo>
                  <a:pt x="14065" y="7543"/>
                </a:lnTo>
                <a:lnTo>
                  <a:pt x="14041" y="7592"/>
                </a:lnTo>
                <a:lnTo>
                  <a:pt x="14041" y="7665"/>
                </a:lnTo>
                <a:lnTo>
                  <a:pt x="14089" y="7714"/>
                </a:lnTo>
                <a:lnTo>
                  <a:pt x="14138" y="7738"/>
                </a:lnTo>
                <a:lnTo>
                  <a:pt x="14357" y="7714"/>
                </a:lnTo>
                <a:lnTo>
                  <a:pt x="14551" y="7665"/>
                </a:lnTo>
                <a:lnTo>
                  <a:pt x="14941" y="7568"/>
                </a:lnTo>
                <a:lnTo>
                  <a:pt x="15135" y="7519"/>
                </a:lnTo>
                <a:lnTo>
                  <a:pt x="15184" y="7981"/>
                </a:lnTo>
                <a:lnTo>
                  <a:pt x="14868" y="8030"/>
                </a:lnTo>
                <a:lnTo>
                  <a:pt x="14624" y="8054"/>
                </a:lnTo>
                <a:lnTo>
                  <a:pt x="14381" y="8079"/>
                </a:lnTo>
                <a:lnTo>
                  <a:pt x="14235" y="8103"/>
                </a:lnTo>
                <a:lnTo>
                  <a:pt x="14138" y="8152"/>
                </a:lnTo>
                <a:lnTo>
                  <a:pt x="14016" y="8200"/>
                </a:lnTo>
                <a:lnTo>
                  <a:pt x="13943" y="8298"/>
                </a:lnTo>
                <a:lnTo>
                  <a:pt x="13919" y="8322"/>
                </a:lnTo>
                <a:lnTo>
                  <a:pt x="13919" y="8346"/>
                </a:lnTo>
                <a:lnTo>
                  <a:pt x="13943" y="8395"/>
                </a:lnTo>
                <a:lnTo>
                  <a:pt x="13968" y="8395"/>
                </a:lnTo>
                <a:lnTo>
                  <a:pt x="14089" y="8419"/>
                </a:lnTo>
                <a:lnTo>
                  <a:pt x="14211" y="8444"/>
                </a:lnTo>
                <a:lnTo>
                  <a:pt x="14478" y="8444"/>
                </a:lnTo>
                <a:lnTo>
                  <a:pt x="14989" y="8395"/>
                </a:lnTo>
                <a:lnTo>
                  <a:pt x="15208" y="8395"/>
                </a:lnTo>
                <a:lnTo>
                  <a:pt x="15208" y="8857"/>
                </a:lnTo>
                <a:lnTo>
                  <a:pt x="14722" y="8882"/>
                </a:lnTo>
                <a:lnTo>
                  <a:pt x="14503" y="8882"/>
                </a:lnTo>
                <a:lnTo>
                  <a:pt x="14284" y="8906"/>
                </a:lnTo>
                <a:lnTo>
                  <a:pt x="14065" y="8955"/>
                </a:lnTo>
                <a:lnTo>
                  <a:pt x="13968" y="8979"/>
                </a:lnTo>
                <a:lnTo>
                  <a:pt x="13870" y="9028"/>
                </a:lnTo>
                <a:lnTo>
                  <a:pt x="13870" y="9052"/>
                </a:lnTo>
                <a:lnTo>
                  <a:pt x="13870" y="9076"/>
                </a:lnTo>
                <a:lnTo>
                  <a:pt x="13968" y="9125"/>
                </a:lnTo>
                <a:lnTo>
                  <a:pt x="14065" y="9174"/>
                </a:lnTo>
                <a:lnTo>
                  <a:pt x="14284" y="9222"/>
                </a:lnTo>
                <a:lnTo>
                  <a:pt x="14722" y="9222"/>
                </a:lnTo>
                <a:lnTo>
                  <a:pt x="14941" y="9247"/>
                </a:lnTo>
                <a:lnTo>
                  <a:pt x="15184" y="9247"/>
                </a:lnTo>
                <a:lnTo>
                  <a:pt x="15160" y="9465"/>
                </a:lnTo>
                <a:lnTo>
                  <a:pt x="14965" y="9514"/>
                </a:lnTo>
                <a:lnTo>
                  <a:pt x="14722" y="9563"/>
                </a:lnTo>
                <a:lnTo>
                  <a:pt x="14503" y="9660"/>
                </a:lnTo>
                <a:lnTo>
                  <a:pt x="14260" y="9757"/>
                </a:lnTo>
                <a:lnTo>
                  <a:pt x="14041" y="9879"/>
                </a:lnTo>
                <a:lnTo>
                  <a:pt x="14016" y="9903"/>
                </a:lnTo>
                <a:lnTo>
                  <a:pt x="14016" y="9952"/>
                </a:lnTo>
                <a:lnTo>
                  <a:pt x="14041" y="9976"/>
                </a:lnTo>
                <a:lnTo>
                  <a:pt x="14089" y="9976"/>
                </a:lnTo>
                <a:lnTo>
                  <a:pt x="14308" y="10001"/>
                </a:lnTo>
                <a:lnTo>
                  <a:pt x="14527" y="9976"/>
                </a:lnTo>
                <a:lnTo>
                  <a:pt x="14965" y="9903"/>
                </a:lnTo>
                <a:lnTo>
                  <a:pt x="15087" y="9879"/>
                </a:lnTo>
                <a:lnTo>
                  <a:pt x="14989" y="10390"/>
                </a:lnTo>
                <a:lnTo>
                  <a:pt x="14527" y="10463"/>
                </a:lnTo>
                <a:lnTo>
                  <a:pt x="14357" y="10487"/>
                </a:lnTo>
                <a:lnTo>
                  <a:pt x="14162" y="10512"/>
                </a:lnTo>
                <a:lnTo>
                  <a:pt x="13992" y="10560"/>
                </a:lnTo>
                <a:lnTo>
                  <a:pt x="13919" y="10609"/>
                </a:lnTo>
                <a:lnTo>
                  <a:pt x="13870" y="10682"/>
                </a:lnTo>
                <a:lnTo>
                  <a:pt x="13846" y="10731"/>
                </a:lnTo>
                <a:lnTo>
                  <a:pt x="13846" y="10804"/>
                </a:lnTo>
                <a:lnTo>
                  <a:pt x="13870" y="10852"/>
                </a:lnTo>
                <a:lnTo>
                  <a:pt x="13919" y="10901"/>
                </a:lnTo>
                <a:lnTo>
                  <a:pt x="13992" y="10925"/>
                </a:lnTo>
                <a:lnTo>
                  <a:pt x="14065" y="10950"/>
                </a:lnTo>
                <a:lnTo>
                  <a:pt x="14235" y="10950"/>
                </a:lnTo>
                <a:lnTo>
                  <a:pt x="14600" y="10901"/>
                </a:lnTo>
                <a:lnTo>
                  <a:pt x="14819" y="10877"/>
                </a:lnTo>
                <a:lnTo>
                  <a:pt x="14819" y="10877"/>
                </a:lnTo>
                <a:lnTo>
                  <a:pt x="14624" y="11339"/>
                </a:lnTo>
                <a:lnTo>
                  <a:pt x="14478" y="11339"/>
                </a:lnTo>
                <a:lnTo>
                  <a:pt x="14308" y="11315"/>
                </a:lnTo>
                <a:lnTo>
                  <a:pt x="14114" y="11339"/>
                </a:lnTo>
                <a:lnTo>
                  <a:pt x="13919" y="11363"/>
                </a:lnTo>
                <a:lnTo>
                  <a:pt x="13749" y="11436"/>
                </a:lnTo>
                <a:lnTo>
                  <a:pt x="13724" y="11461"/>
                </a:lnTo>
                <a:lnTo>
                  <a:pt x="13749" y="11485"/>
                </a:lnTo>
                <a:lnTo>
                  <a:pt x="13919" y="11558"/>
                </a:lnTo>
                <a:lnTo>
                  <a:pt x="14089" y="11607"/>
                </a:lnTo>
                <a:lnTo>
                  <a:pt x="14430" y="11655"/>
                </a:lnTo>
                <a:lnTo>
                  <a:pt x="14454" y="11655"/>
                </a:lnTo>
                <a:lnTo>
                  <a:pt x="14211" y="12069"/>
                </a:lnTo>
                <a:lnTo>
                  <a:pt x="13968" y="12069"/>
                </a:lnTo>
                <a:lnTo>
                  <a:pt x="13724" y="12093"/>
                </a:lnTo>
                <a:lnTo>
                  <a:pt x="13603" y="12069"/>
                </a:lnTo>
                <a:lnTo>
                  <a:pt x="13481" y="12045"/>
                </a:lnTo>
                <a:lnTo>
                  <a:pt x="13335" y="12020"/>
                </a:lnTo>
                <a:lnTo>
                  <a:pt x="13213" y="12020"/>
                </a:lnTo>
                <a:lnTo>
                  <a:pt x="13189" y="12045"/>
                </a:lnTo>
                <a:lnTo>
                  <a:pt x="13189" y="12069"/>
                </a:lnTo>
                <a:lnTo>
                  <a:pt x="13189" y="12166"/>
                </a:lnTo>
                <a:lnTo>
                  <a:pt x="13238" y="12239"/>
                </a:lnTo>
                <a:lnTo>
                  <a:pt x="13311" y="12312"/>
                </a:lnTo>
                <a:lnTo>
                  <a:pt x="13408" y="12361"/>
                </a:lnTo>
                <a:lnTo>
                  <a:pt x="13530" y="12385"/>
                </a:lnTo>
                <a:lnTo>
                  <a:pt x="13651" y="12410"/>
                </a:lnTo>
                <a:lnTo>
                  <a:pt x="13943" y="12434"/>
                </a:lnTo>
                <a:lnTo>
                  <a:pt x="13603" y="12823"/>
                </a:lnTo>
                <a:lnTo>
                  <a:pt x="13067" y="12726"/>
                </a:lnTo>
                <a:lnTo>
                  <a:pt x="12848" y="12677"/>
                </a:lnTo>
                <a:lnTo>
                  <a:pt x="12727" y="12677"/>
                </a:lnTo>
                <a:lnTo>
                  <a:pt x="12629" y="12702"/>
                </a:lnTo>
                <a:lnTo>
                  <a:pt x="12605" y="12726"/>
                </a:lnTo>
                <a:lnTo>
                  <a:pt x="12605" y="12775"/>
                </a:lnTo>
                <a:lnTo>
                  <a:pt x="12629" y="12848"/>
                </a:lnTo>
                <a:lnTo>
                  <a:pt x="12678" y="12921"/>
                </a:lnTo>
                <a:lnTo>
                  <a:pt x="12751" y="12969"/>
                </a:lnTo>
                <a:lnTo>
                  <a:pt x="12824" y="13018"/>
                </a:lnTo>
                <a:lnTo>
                  <a:pt x="13043" y="13115"/>
                </a:lnTo>
                <a:lnTo>
                  <a:pt x="13262" y="13164"/>
                </a:lnTo>
                <a:lnTo>
                  <a:pt x="13116" y="13286"/>
                </a:lnTo>
                <a:lnTo>
                  <a:pt x="13067" y="13286"/>
                </a:lnTo>
                <a:lnTo>
                  <a:pt x="12605" y="13261"/>
                </a:lnTo>
                <a:lnTo>
                  <a:pt x="12362" y="13213"/>
                </a:lnTo>
                <a:lnTo>
                  <a:pt x="12240" y="13188"/>
                </a:lnTo>
                <a:lnTo>
                  <a:pt x="12094" y="13188"/>
                </a:lnTo>
                <a:lnTo>
                  <a:pt x="12021" y="13213"/>
                </a:lnTo>
                <a:lnTo>
                  <a:pt x="11997" y="13261"/>
                </a:lnTo>
                <a:lnTo>
                  <a:pt x="11972" y="13334"/>
                </a:lnTo>
                <a:lnTo>
                  <a:pt x="12021" y="13383"/>
                </a:lnTo>
                <a:lnTo>
                  <a:pt x="12143" y="13505"/>
                </a:lnTo>
                <a:lnTo>
                  <a:pt x="12289" y="13578"/>
                </a:lnTo>
                <a:lnTo>
                  <a:pt x="12483" y="13626"/>
                </a:lnTo>
                <a:lnTo>
                  <a:pt x="12654" y="13651"/>
                </a:lnTo>
                <a:lnTo>
                  <a:pt x="12240" y="13943"/>
                </a:lnTo>
                <a:lnTo>
                  <a:pt x="12143" y="13918"/>
                </a:lnTo>
                <a:lnTo>
                  <a:pt x="11680" y="13821"/>
                </a:lnTo>
                <a:lnTo>
                  <a:pt x="11461" y="13772"/>
                </a:lnTo>
                <a:lnTo>
                  <a:pt x="11267" y="13724"/>
                </a:lnTo>
                <a:lnTo>
                  <a:pt x="11218" y="13748"/>
                </a:lnTo>
                <a:lnTo>
                  <a:pt x="11218" y="13821"/>
                </a:lnTo>
                <a:lnTo>
                  <a:pt x="11242" y="13894"/>
                </a:lnTo>
                <a:lnTo>
                  <a:pt x="11315" y="13967"/>
                </a:lnTo>
                <a:lnTo>
                  <a:pt x="11437" y="14064"/>
                </a:lnTo>
                <a:lnTo>
                  <a:pt x="11607" y="14137"/>
                </a:lnTo>
                <a:lnTo>
                  <a:pt x="11802" y="14210"/>
                </a:lnTo>
                <a:lnTo>
                  <a:pt x="11437" y="14381"/>
                </a:lnTo>
                <a:lnTo>
                  <a:pt x="11388" y="14332"/>
                </a:lnTo>
                <a:lnTo>
                  <a:pt x="11315" y="14308"/>
                </a:lnTo>
                <a:lnTo>
                  <a:pt x="11194" y="14259"/>
                </a:lnTo>
                <a:lnTo>
                  <a:pt x="10902" y="14235"/>
                </a:lnTo>
                <a:lnTo>
                  <a:pt x="10634" y="14210"/>
                </a:lnTo>
                <a:lnTo>
                  <a:pt x="10512" y="14210"/>
                </a:lnTo>
                <a:lnTo>
                  <a:pt x="10391" y="14235"/>
                </a:lnTo>
                <a:lnTo>
                  <a:pt x="10366" y="14235"/>
                </a:lnTo>
                <a:lnTo>
                  <a:pt x="10366" y="14283"/>
                </a:lnTo>
                <a:lnTo>
                  <a:pt x="10366" y="14332"/>
                </a:lnTo>
                <a:lnTo>
                  <a:pt x="10391" y="14381"/>
                </a:lnTo>
                <a:lnTo>
                  <a:pt x="10488" y="14478"/>
                </a:lnTo>
                <a:lnTo>
                  <a:pt x="10610" y="14551"/>
                </a:lnTo>
                <a:lnTo>
                  <a:pt x="10731" y="14575"/>
                </a:lnTo>
                <a:lnTo>
                  <a:pt x="10877" y="14624"/>
                </a:lnTo>
                <a:lnTo>
                  <a:pt x="10512" y="14746"/>
                </a:lnTo>
                <a:lnTo>
                  <a:pt x="10318" y="14673"/>
                </a:lnTo>
                <a:lnTo>
                  <a:pt x="10123" y="14624"/>
                </a:lnTo>
                <a:lnTo>
                  <a:pt x="9904" y="14600"/>
                </a:lnTo>
                <a:lnTo>
                  <a:pt x="9807" y="14600"/>
                </a:lnTo>
                <a:lnTo>
                  <a:pt x="9709" y="14648"/>
                </a:lnTo>
                <a:lnTo>
                  <a:pt x="9661" y="14673"/>
                </a:lnTo>
                <a:lnTo>
                  <a:pt x="9685" y="14721"/>
                </a:lnTo>
                <a:lnTo>
                  <a:pt x="9734" y="14794"/>
                </a:lnTo>
                <a:lnTo>
                  <a:pt x="9807" y="14843"/>
                </a:lnTo>
                <a:lnTo>
                  <a:pt x="9928" y="14916"/>
                </a:lnTo>
                <a:lnTo>
                  <a:pt x="9612" y="14989"/>
                </a:lnTo>
                <a:lnTo>
                  <a:pt x="9588" y="14940"/>
                </a:lnTo>
                <a:lnTo>
                  <a:pt x="9539" y="14916"/>
                </a:lnTo>
                <a:lnTo>
                  <a:pt x="9417" y="14867"/>
                </a:lnTo>
                <a:lnTo>
                  <a:pt x="9223" y="14843"/>
                </a:lnTo>
                <a:lnTo>
                  <a:pt x="9150" y="14843"/>
                </a:lnTo>
                <a:lnTo>
                  <a:pt x="9052" y="14867"/>
                </a:lnTo>
                <a:lnTo>
                  <a:pt x="9004" y="14916"/>
                </a:lnTo>
                <a:lnTo>
                  <a:pt x="8979" y="14965"/>
                </a:lnTo>
                <a:lnTo>
                  <a:pt x="8979" y="15013"/>
                </a:lnTo>
                <a:lnTo>
                  <a:pt x="9004" y="15062"/>
                </a:lnTo>
                <a:lnTo>
                  <a:pt x="9004" y="15086"/>
                </a:lnTo>
                <a:lnTo>
                  <a:pt x="8663" y="15135"/>
                </a:lnTo>
                <a:lnTo>
                  <a:pt x="8298" y="15159"/>
                </a:lnTo>
                <a:lnTo>
                  <a:pt x="7227" y="15159"/>
                </a:lnTo>
                <a:lnTo>
                  <a:pt x="6862" y="15111"/>
                </a:lnTo>
                <a:lnTo>
                  <a:pt x="6497" y="15062"/>
                </a:lnTo>
                <a:lnTo>
                  <a:pt x="6157" y="14989"/>
                </a:lnTo>
                <a:lnTo>
                  <a:pt x="5816" y="14916"/>
                </a:lnTo>
                <a:lnTo>
                  <a:pt x="5451" y="14819"/>
                </a:lnTo>
                <a:lnTo>
                  <a:pt x="5135" y="14697"/>
                </a:lnTo>
                <a:lnTo>
                  <a:pt x="4794" y="14575"/>
                </a:lnTo>
                <a:lnTo>
                  <a:pt x="4478" y="14405"/>
                </a:lnTo>
                <a:lnTo>
                  <a:pt x="4162" y="14259"/>
                </a:lnTo>
                <a:lnTo>
                  <a:pt x="3845" y="14064"/>
                </a:lnTo>
                <a:lnTo>
                  <a:pt x="3553" y="13870"/>
                </a:lnTo>
                <a:lnTo>
                  <a:pt x="3286" y="13675"/>
                </a:lnTo>
                <a:lnTo>
                  <a:pt x="3018" y="13456"/>
                </a:lnTo>
                <a:lnTo>
                  <a:pt x="2775" y="13237"/>
                </a:lnTo>
                <a:lnTo>
                  <a:pt x="2531" y="12994"/>
                </a:lnTo>
                <a:lnTo>
                  <a:pt x="2312" y="12775"/>
                </a:lnTo>
                <a:lnTo>
                  <a:pt x="2118" y="12507"/>
                </a:lnTo>
                <a:lnTo>
                  <a:pt x="1899" y="12239"/>
                </a:lnTo>
                <a:lnTo>
                  <a:pt x="1728" y="11972"/>
                </a:lnTo>
                <a:lnTo>
                  <a:pt x="1558" y="11704"/>
                </a:lnTo>
                <a:lnTo>
                  <a:pt x="1412" y="11412"/>
                </a:lnTo>
                <a:lnTo>
                  <a:pt x="1266" y="11120"/>
                </a:lnTo>
                <a:lnTo>
                  <a:pt x="1144" y="10828"/>
                </a:lnTo>
                <a:lnTo>
                  <a:pt x="1047" y="10512"/>
                </a:lnTo>
                <a:lnTo>
                  <a:pt x="950" y="10195"/>
                </a:lnTo>
                <a:lnTo>
                  <a:pt x="877" y="9879"/>
                </a:lnTo>
                <a:lnTo>
                  <a:pt x="828" y="9538"/>
                </a:lnTo>
                <a:lnTo>
                  <a:pt x="779" y="9003"/>
                </a:lnTo>
                <a:lnTo>
                  <a:pt x="755" y="8468"/>
                </a:lnTo>
                <a:lnTo>
                  <a:pt x="755" y="7933"/>
                </a:lnTo>
                <a:lnTo>
                  <a:pt x="779" y="7397"/>
                </a:lnTo>
                <a:lnTo>
                  <a:pt x="852" y="6862"/>
                </a:lnTo>
                <a:lnTo>
                  <a:pt x="950" y="6351"/>
                </a:lnTo>
                <a:lnTo>
                  <a:pt x="1096" y="5840"/>
                </a:lnTo>
                <a:lnTo>
                  <a:pt x="1266" y="5353"/>
                </a:lnTo>
                <a:lnTo>
                  <a:pt x="1388" y="5061"/>
                </a:lnTo>
                <a:lnTo>
                  <a:pt x="1558" y="4745"/>
                </a:lnTo>
                <a:lnTo>
                  <a:pt x="1753" y="4404"/>
                </a:lnTo>
                <a:lnTo>
                  <a:pt x="1996" y="4064"/>
                </a:lnTo>
                <a:lnTo>
                  <a:pt x="2264" y="3699"/>
                </a:lnTo>
                <a:lnTo>
                  <a:pt x="2556" y="3334"/>
                </a:lnTo>
                <a:lnTo>
                  <a:pt x="2896" y="2944"/>
                </a:lnTo>
                <a:lnTo>
                  <a:pt x="3261" y="2604"/>
                </a:lnTo>
                <a:lnTo>
                  <a:pt x="3651" y="2263"/>
                </a:lnTo>
                <a:lnTo>
                  <a:pt x="4089" y="1922"/>
                </a:lnTo>
                <a:lnTo>
                  <a:pt x="4527" y="1630"/>
                </a:lnTo>
                <a:lnTo>
                  <a:pt x="5013" y="1363"/>
                </a:lnTo>
                <a:lnTo>
                  <a:pt x="5524" y="1144"/>
                </a:lnTo>
                <a:lnTo>
                  <a:pt x="6035" y="974"/>
                </a:lnTo>
                <a:lnTo>
                  <a:pt x="6327" y="925"/>
                </a:lnTo>
                <a:lnTo>
                  <a:pt x="6595" y="876"/>
                </a:lnTo>
                <a:lnTo>
                  <a:pt x="6887" y="828"/>
                </a:lnTo>
                <a:lnTo>
                  <a:pt x="7179" y="803"/>
                </a:lnTo>
                <a:lnTo>
                  <a:pt x="7544" y="779"/>
                </a:lnTo>
                <a:lnTo>
                  <a:pt x="7933" y="730"/>
                </a:lnTo>
                <a:lnTo>
                  <a:pt x="8322" y="682"/>
                </a:lnTo>
                <a:close/>
                <a:moveTo>
                  <a:pt x="8152" y="0"/>
                </a:moveTo>
                <a:lnTo>
                  <a:pt x="7763" y="25"/>
                </a:lnTo>
                <a:lnTo>
                  <a:pt x="7373" y="73"/>
                </a:lnTo>
                <a:lnTo>
                  <a:pt x="7081" y="49"/>
                </a:lnTo>
                <a:lnTo>
                  <a:pt x="6789" y="49"/>
                </a:lnTo>
                <a:lnTo>
                  <a:pt x="6473" y="73"/>
                </a:lnTo>
                <a:lnTo>
                  <a:pt x="6157" y="146"/>
                </a:lnTo>
                <a:lnTo>
                  <a:pt x="5841" y="219"/>
                </a:lnTo>
                <a:lnTo>
                  <a:pt x="5549" y="317"/>
                </a:lnTo>
                <a:lnTo>
                  <a:pt x="5232" y="438"/>
                </a:lnTo>
                <a:lnTo>
                  <a:pt x="4916" y="560"/>
                </a:lnTo>
                <a:lnTo>
                  <a:pt x="4332" y="876"/>
                </a:lnTo>
                <a:lnTo>
                  <a:pt x="3748" y="1217"/>
                </a:lnTo>
                <a:lnTo>
                  <a:pt x="3237" y="1606"/>
                </a:lnTo>
                <a:lnTo>
                  <a:pt x="2775" y="1995"/>
                </a:lnTo>
                <a:lnTo>
                  <a:pt x="2507" y="2239"/>
                </a:lnTo>
                <a:lnTo>
                  <a:pt x="2264" y="2482"/>
                </a:lnTo>
                <a:lnTo>
                  <a:pt x="2045" y="2725"/>
                </a:lnTo>
                <a:lnTo>
                  <a:pt x="1826" y="2993"/>
                </a:lnTo>
                <a:lnTo>
                  <a:pt x="1631" y="3261"/>
                </a:lnTo>
                <a:lnTo>
                  <a:pt x="1461" y="3528"/>
                </a:lnTo>
                <a:lnTo>
                  <a:pt x="1120" y="4088"/>
                </a:lnTo>
                <a:lnTo>
                  <a:pt x="852" y="4696"/>
                </a:lnTo>
                <a:lnTo>
                  <a:pt x="609" y="5305"/>
                </a:lnTo>
                <a:lnTo>
                  <a:pt x="414" y="5962"/>
                </a:lnTo>
                <a:lnTo>
                  <a:pt x="220" y="6643"/>
                </a:lnTo>
                <a:lnTo>
                  <a:pt x="122" y="7008"/>
                </a:lnTo>
                <a:lnTo>
                  <a:pt x="74" y="7373"/>
                </a:lnTo>
                <a:lnTo>
                  <a:pt x="25" y="7738"/>
                </a:lnTo>
                <a:lnTo>
                  <a:pt x="1" y="8103"/>
                </a:lnTo>
                <a:lnTo>
                  <a:pt x="1" y="8468"/>
                </a:lnTo>
                <a:lnTo>
                  <a:pt x="25" y="8809"/>
                </a:lnTo>
                <a:lnTo>
                  <a:pt x="49" y="9174"/>
                </a:lnTo>
                <a:lnTo>
                  <a:pt x="98" y="9514"/>
                </a:lnTo>
                <a:lnTo>
                  <a:pt x="195" y="9879"/>
                </a:lnTo>
                <a:lnTo>
                  <a:pt x="268" y="10220"/>
                </a:lnTo>
                <a:lnTo>
                  <a:pt x="390" y="10560"/>
                </a:lnTo>
                <a:lnTo>
                  <a:pt x="512" y="10901"/>
                </a:lnTo>
                <a:lnTo>
                  <a:pt x="658" y="11242"/>
                </a:lnTo>
                <a:lnTo>
                  <a:pt x="804" y="11582"/>
                </a:lnTo>
                <a:lnTo>
                  <a:pt x="1169" y="12264"/>
                </a:lnTo>
                <a:lnTo>
                  <a:pt x="1388" y="12629"/>
                </a:lnTo>
                <a:lnTo>
                  <a:pt x="1631" y="12994"/>
                </a:lnTo>
                <a:lnTo>
                  <a:pt x="1899" y="13334"/>
                </a:lnTo>
                <a:lnTo>
                  <a:pt x="2166" y="13651"/>
                </a:lnTo>
                <a:lnTo>
                  <a:pt x="2434" y="13943"/>
                </a:lnTo>
                <a:lnTo>
                  <a:pt x="2750" y="14235"/>
                </a:lnTo>
                <a:lnTo>
                  <a:pt x="3042" y="14502"/>
                </a:lnTo>
                <a:lnTo>
                  <a:pt x="3383" y="14746"/>
                </a:lnTo>
                <a:lnTo>
                  <a:pt x="3699" y="14965"/>
                </a:lnTo>
                <a:lnTo>
                  <a:pt x="4064" y="15159"/>
                </a:lnTo>
                <a:lnTo>
                  <a:pt x="4429" y="15354"/>
                </a:lnTo>
                <a:lnTo>
                  <a:pt x="4794" y="15500"/>
                </a:lnTo>
                <a:lnTo>
                  <a:pt x="5184" y="15622"/>
                </a:lnTo>
                <a:lnTo>
                  <a:pt x="5597" y="15743"/>
                </a:lnTo>
                <a:lnTo>
                  <a:pt x="6011" y="15816"/>
                </a:lnTo>
                <a:lnTo>
                  <a:pt x="6424" y="15889"/>
                </a:lnTo>
                <a:lnTo>
                  <a:pt x="6862" y="15914"/>
                </a:lnTo>
                <a:lnTo>
                  <a:pt x="7300" y="15938"/>
                </a:lnTo>
                <a:lnTo>
                  <a:pt x="7738" y="15938"/>
                </a:lnTo>
                <a:lnTo>
                  <a:pt x="8152" y="15914"/>
                </a:lnTo>
                <a:lnTo>
                  <a:pt x="8590" y="15889"/>
                </a:lnTo>
                <a:lnTo>
                  <a:pt x="9004" y="15841"/>
                </a:lnTo>
                <a:lnTo>
                  <a:pt x="9442" y="15768"/>
                </a:lnTo>
                <a:lnTo>
                  <a:pt x="9855" y="15670"/>
                </a:lnTo>
                <a:lnTo>
                  <a:pt x="10245" y="15573"/>
                </a:lnTo>
                <a:lnTo>
                  <a:pt x="10658" y="15451"/>
                </a:lnTo>
                <a:lnTo>
                  <a:pt x="11048" y="15305"/>
                </a:lnTo>
                <a:lnTo>
                  <a:pt x="11461" y="15135"/>
                </a:lnTo>
                <a:lnTo>
                  <a:pt x="11826" y="14940"/>
                </a:lnTo>
                <a:lnTo>
                  <a:pt x="12216" y="14721"/>
                </a:lnTo>
                <a:lnTo>
                  <a:pt x="12581" y="14478"/>
                </a:lnTo>
                <a:lnTo>
                  <a:pt x="12921" y="14235"/>
                </a:lnTo>
                <a:lnTo>
                  <a:pt x="13286" y="13943"/>
                </a:lnTo>
                <a:lnTo>
                  <a:pt x="13603" y="13651"/>
                </a:lnTo>
                <a:lnTo>
                  <a:pt x="13895" y="13334"/>
                </a:lnTo>
                <a:lnTo>
                  <a:pt x="14187" y="13018"/>
                </a:lnTo>
                <a:lnTo>
                  <a:pt x="14454" y="12702"/>
                </a:lnTo>
                <a:lnTo>
                  <a:pt x="14697" y="12361"/>
                </a:lnTo>
                <a:lnTo>
                  <a:pt x="14916" y="11996"/>
                </a:lnTo>
                <a:lnTo>
                  <a:pt x="15111" y="11631"/>
                </a:lnTo>
                <a:lnTo>
                  <a:pt x="15135" y="11631"/>
                </a:lnTo>
                <a:lnTo>
                  <a:pt x="15160" y="11582"/>
                </a:lnTo>
                <a:lnTo>
                  <a:pt x="15160" y="11534"/>
                </a:lnTo>
                <a:lnTo>
                  <a:pt x="15330" y="11096"/>
                </a:lnTo>
                <a:lnTo>
                  <a:pt x="15500" y="10658"/>
                </a:lnTo>
                <a:lnTo>
                  <a:pt x="15622" y="10195"/>
                </a:lnTo>
                <a:lnTo>
                  <a:pt x="15719" y="9733"/>
                </a:lnTo>
                <a:lnTo>
                  <a:pt x="15744" y="9709"/>
                </a:lnTo>
                <a:lnTo>
                  <a:pt x="15768" y="9684"/>
                </a:lnTo>
                <a:lnTo>
                  <a:pt x="15792" y="9636"/>
                </a:lnTo>
                <a:lnTo>
                  <a:pt x="15768" y="9611"/>
                </a:lnTo>
                <a:lnTo>
                  <a:pt x="15744" y="9563"/>
                </a:lnTo>
                <a:lnTo>
                  <a:pt x="15792" y="9174"/>
                </a:lnTo>
                <a:lnTo>
                  <a:pt x="15841" y="8760"/>
                </a:lnTo>
                <a:lnTo>
                  <a:pt x="15841" y="8371"/>
                </a:lnTo>
                <a:lnTo>
                  <a:pt x="15817" y="7957"/>
                </a:lnTo>
                <a:lnTo>
                  <a:pt x="15744" y="7105"/>
                </a:lnTo>
                <a:lnTo>
                  <a:pt x="15671" y="6667"/>
                </a:lnTo>
                <a:lnTo>
                  <a:pt x="15598" y="6254"/>
                </a:lnTo>
                <a:lnTo>
                  <a:pt x="15525" y="5840"/>
                </a:lnTo>
                <a:lnTo>
                  <a:pt x="15403" y="5426"/>
                </a:lnTo>
                <a:lnTo>
                  <a:pt x="15281" y="5013"/>
                </a:lnTo>
                <a:lnTo>
                  <a:pt x="15160" y="4623"/>
                </a:lnTo>
                <a:lnTo>
                  <a:pt x="14989" y="4234"/>
                </a:lnTo>
                <a:lnTo>
                  <a:pt x="14819" y="3845"/>
                </a:lnTo>
                <a:lnTo>
                  <a:pt x="14624" y="3480"/>
                </a:lnTo>
                <a:lnTo>
                  <a:pt x="14405" y="3115"/>
                </a:lnTo>
                <a:lnTo>
                  <a:pt x="14162" y="2774"/>
                </a:lnTo>
                <a:lnTo>
                  <a:pt x="13895" y="2458"/>
                </a:lnTo>
                <a:lnTo>
                  <a:pt x="13603" y="2141"/>
                </a:lnTo>
                <a:lnTo>
                  <a:pt x="13286" y="1849"/>
                </a:lnTo>
                <a:lnTo>
                  <a:pt x="12970" y="1582"/>
                </a:lnTo>
                <a:lnTo>
                  <a:pt x="12654" y="1363"/>
                </a:lnTo>
                <a:lnTo>
                  <a:pt x="12313" y="1144"/>
                </a:lnTo>
                <a:lnTo>
                  <a:pt x="11948" y="949"/>
                </a:lnTo>
                <a:lnTo>
                  <a:pt x="11607" y="779"/>
                </a:lnTo>
                <a:lnTo>
                  <a:pt x="11218" y="609"/>
                </a:lnTo>
                <a:lnTo>
                  <a:pt x="10853" y="487"/>
                </a:lnTo>
                <a:lnTo>
                  <a:pt x="10464" y="365"/>
                </a:lnTo>
                <a:lnTo>
                  <a:pt x="10099" y="268"/>
                </a:lnTo>
                <a:lnTo>
                  <a:pt x="9709" y="171"/>
                </a:lnTo>
                <a:lnTo>
                  <a:pt x="9320" y="98"/>
                </a:lnTo>
                <a:lnTo>
                  <a:pt x="8931" y="49"/>
                </a:lnTo>
                <a:lnTo>
                  <a:pt x="8541" y="25"/>
                </a:lnTo>
                <a:lnTo>
                  <a:pt x="8152" y="0"/>
                </a:lnTo>
                <a:close/>
              </a:path>
            </a:pathLst>
          </a:cu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27"/>
          <p:cNvSpPr/>
          <p:nvPr/>
        </p:nvSpPr>
        <p:spPr>
          <a:xfrm>
            <a:off x="4673281" y="3994003"/>
            <a:ext cx="273631" cy="275289"/>
          </a:xfrm>
          <a:custGeom>
            <a:rect b="b" l="l" r="r" t="t"/>
            <a:pathLst>
              <a:path extrusionOk="0" h="15938" w="15842">
                <a:moveTo>
                  <a:pt x="4794" y="7470"/>
                </a:moveTo>
                <a:lnTo>
                  <a:pt x="4867" y="7495"/>
                </a:lnTo>
                <a:lnTo>
                  <a:pt x="4940" y="7543"/>
                </a:lnTo>
                <a:lnTo>
                  <a:pt x="4989" y="7616"/>
                </a:lnTo>
                <a:lnTo>
                  <a:pt x="5013" y="7714"/>
                </a:lnTo>
                <a:lnTo>
                  <a:pt x="5013" y="7787"/>
                </a:lnTo>
                <a:lnTo>
                  <a:pt x="4989" y="7908"/>
                </a:lnTo>
                <a:lnTo>
                  <a:pt x="4916" y="7981"/>
                </a:lnTo>
                <a:lnTo>
                  <a:pt x="4843" y="8054"/>
                </a:lnTo>
                <a:lnTo>
                  <a:pt x="4721" y="8079"/>
                </a:lnTo>
                <a:lnTo>
                  <a:pt x="4600" y="8054"/>
                </a:lnTo>
                <a:lnTo>
                  <a:pt x="4527" y="7981"/>
                </a:lnTo>
                <a:lnTo>
                  <a:pt x="4454" y="7908"/>
                </a:lnTo>
                <a:lnTo>
                  <a:pt x="4429" y="7787"/>
                </a:lnTo>
                <a:lnTo>
                  <a:pt x="4454" y="7665"/>
                </a:lnTo>
                <a:lnTo>
                  <a:pt x="4527" y="7543"/>
                </a:lnTo>
                <a:lnTo>
                  <a:pt x="4600" y="7495"/>
                </a:lnTo>
                <a:lnTo>
                  <a:pt x="4697" y="7470"/>
                </a:lnTo>
                <a:close/>
                <a:moveTo>
                  <a:pt x="11169" y="7470"/>
                </a:moveTo>
                <a:lnTo>
                  <a:pt x="11242" y="7495"/>
                </a:lnTo>
                <a:lnTo>
                  <a:pt x="11315" y="7543"/>
                </a:lnTo>
                <a:lnTo>
                  <a:pt x="11364" y="7616"/>
                </a:lnTo>
                <a:lnTo>
                  <a:pt x="11388" y="7714"/>
                </a:lnTo>
                <a:lnTo>
                  <a:pt x="11388" y="7787"/>
                </a:lnTo>
                <a:lnTo>
                  <a:pt x="11364" y="7908"/>
                </a:lnTo>
                <a:lnTo>
                  <a:pt x="11291" y="7981"/>
                </a:lnTo>
                <a:lnTo>
                  <a:pt x="11218" y="8054"/>
                </a:lnTo>
                <a:lnTo>
                  <a:pt x="11096" y="8079"/>
                </a:lnTo>
                <a:lnTo>
                  <a:pt x="10975" y="8054"/>
                </a:lnTo>
                <a:lnTo>
                  <a:pt x="10902" y="7981"/>
                </a:lnTo>
                <a:lnTo>
                  <a:pt x="10829" y="7908"/>
                </a:lnTo>
                <a:lnTo>
                  <a:pt x="10804" y="7787"/>
                </a:lnTo>
                <a:lnTo>
                  <a:pt x="10829" y="7665"/>
                </a:lnTo>
                <a:lnTo>
                  <a:pt x="10902" y="7543"/>
                </a:lnTo>
                <a:lnTo>
                  <a:pt x="10975" y="7495"/>
                </a:lnTo>
                <a:lnTo>
                  <a:pt x="11072" y="7470"/>
                </a:lnTo>
                <a:close/>
                <a:moveTo>
                  <a:pt x="4770" y="7081"/>
                </a:moveTo>
                <a:lnTo>
                  <a:pt x="4600" y="7105"/>
                </a:lnTo>
                <a:lnTo>
                  <a:pt x="4429" y="7178"/>
                </a:lnTo>
                <a:lnTo>
                  <a:pt x="4308" y="7300"/>
                </a:lnTo>
                <a:lnTo>
                  <a:pt x="4186" y="7446"/>
                </a:lnTo>
                <a:lnTo>
                  <a:pt x="4113" y="7568"/>
                </a:lnTo>
                <a:lnTo>
                  <a:pt x="4064" y="7714"/>
                </a:lnTo>
                <a:lnTo>
                  <a:pt x="4016" y="7835"/>
                </a:lnTo>
                <a:lnTo>
                  <a:pt x="4016" y="7981"/>
                </a:lnTo>
                <a:lnTo>
                  <a:pt x="3967" y="8225"/>
                </a:lnTo>
                <a:lnTo>
                  <a:pt x="3967" y="8395"/>
                </a:lnTo>
                <a:lnTo>
                  <a:pt x="4016" y="8565"/>
                </a:lnTo>
                <a:lnTo>
                  <a:pt x="4064" y="8711"/>
                </a:lnTo>
                <a:lnTo>
                  <a:pt x="4162" y="8833"/>
                </a:lnTo>
                <a:lnTo>
                  <a:pt x="4259" y="8955"/>
                </a:lnTo>
                <a:lnTo>
                  <a:pt x="4381" y="9028"/>
                </a:lnTo>
                <a:lnTo>
                  <a:pt x="4527" y="9101"/>
                </a:lnTo>
                <a:lnTo>
                  <a:pt x="4697" y="9149"/>
                </a:lnTo>
                <a:lnTo>
                  <a:pt x="4892" y="9174"/>
                </a:lnTo>
                <a:lnTo>
                  <a:pt x="5062" y="9149"/>
                </a:lnTo>
                <a:lnTo>
                  <a:pt x="5232" y="9101"/>
                </a:lnTo>
                <a:lnTo>
                  <a:pt x="5378" y="9028"/>
                </a:lnTo>
                <a:lnTo>
                  <a:pt x="5500" y="8930"/>
                </a:lnTo>
                <a:lnTo>
                  <a:pt x="5622" y="8809"/>
                </a:lnTo>
                <a:lnTo>
                  <a:pt x="5719" y="8663"/>
                </a:lnTo>
                <a:lnTo>
                  <a:pt x="5792" y="8517"/>
                </a:lnTo>
                <a:lnTo>
                  <a:pt x="5841" y="8346"/>
                </a:lnTo>
                <a:lnTo>
                  <a:pt x="5865" y="8176"/>
                </a:lnTo>
                <a:lnTo>
                  <a:pt x="5841" y="8006"/>
                </a:lnTo>
                <a:lnTo>
                  <a:pt x="5816" y="7835"/>
                </a:lnTo>
                <a:lnTo>
                  <a:pt x="5768" y="7689"/>
                </a:lnTo>
                <a:lnTo>
                  <a:pt x="5695" y="7519"/>
                </a:lnTo>
                <a:lnTo>
                  <a:pt x="5573" y="7397"/>
                </a:lnTo>
                <a:lnTo>
                  <a:pt x="5427" y="7251"/>
                </a:lnTo>
                <a:lnTo>
                  <a:pt x="5281" y="7154"/>
                </a:lnTo>
                <a:lnTo>
                  <a:pt x="5111" y="7105"/>
                </a:lnTo>
                <a:lnTo>
                  <a:pt x="4940" y="7081"/>
                </a:lnTo>
                <a:close/>
                <a:moveTo>
                  <a:pt x="11145" y="7081"/>
                </a:moveTo>
                <a:lnTo>
                  <a:pt x="10975" y="7105"/>
                </a:lnTo>
                <a:lnTo>
                  <a:pt x="10804" y="7178"/>
                </a:lnTo>
                <a:lnTo>
                  <a:pt x="10683" y="7300"/>
                </a:lnTo>
                <a:lnTo>
                  <a:pt x="10561" y="7446"/>
                </a:lnTo>
                <a:lnTo>
                  <a:pt x="10488" y="7568"/>
                </a:lnTo>
                <a:lnTo>
                  <a:pt x="10439" y="7714"/>
                </a:lnTo>
                <a:lnTo>
                  <a:pt x="10391" y="7835"/>
                </a:lnTo>
                <a:lnTo>
                  <a:pt x="10391" y="7981"/>
                </a:lnTo>
                <a:lnTo>
                  <a:pt x="10342" y="8225"/>
                </a:lnTo>
                <a:lnTo>
                  <a:pt x="10342" y="8395"/>
                </a:lnTo>
                <a:lnTo>
                  <a:pt x="10391" y="8565"/>
                </a:lnTo>
                <a:lnTo>
                  <a:pt x="10439" y="8711"/>
                </a:lnTo>
                <a:lnTo>
                  <a:pt x="10537" y="8833"/>
                </a:lnTo>
                <a:lnTo>
                  <a:pt x="10634" y="8955"/>
                </a:lnTo>
                <a:lnTo>
                  <a:pt x="10756" y="9028"/>
                </a:lnTo>
                <a:lnTo>
                  <a:pt x="10902" y="9101"/>
                </a:lnTo>
                <a:lnTo>
                  <a:pt x="11072" y="9149"/>
                </a:lnTo>
                <a:lnTo>
                  <a:pt x="11267" y="9174"/>
                </a:lnTo>
                <a:lnTo>
                  <a:pt x="11437" y="9149"/>
                </a:lnTo>
                <a:lnTo>
                  <a:pt x="11607" y="9101"/>
                </a:lnTo>
                <a:lnTo>
                  <a:pt x="11753" y="9028"/>
                </a:lnTo>
                <a:lnTo>
                  <a:pt x="11875" y="8930"/>
                </a:lnTo>
                <a:lnTo>
                  <a:pt x="11997" y="8809"/>
                </a:lnTo>
                <a:lnTo>
                  <a:pt x="12094" y="8663"/>
                </a:lnTo>
                <a:lnTo>
                  <a:pt x="12167" y="8517"/>
                </a:lnTo>
                <a:lnTo>
                  <a:pt x="12216" y="8346"/>
                </a:lnTo>
                <a:lnTo>
                  <a:pt x="12240" y="8176"/>
                </a:lnTo>
                <a:lnTo>
                  <a:pt x="12216" y="8006"/>
                </a:lnTo>
                <a:lnTo>
                  <a:pt x="12191" y="7835"/>
                </a:lnTo>
                <a:lnTo>
                  <a:pt x="12143" y="7689"/>
                </a:lnTo>
                <a:lnTo>
                  <a:pt x="12070" y="7519"/>
                </a:lnTo>
                <a:lnTo>
                  <a:pt x="11948" y="7397"/>
                </a:lnTo>
                <a:lnTo>
                  <a:pt x="11802" y="7251"/>
                </a:lnTo>
                <a:lnTo>
                  <a:pt x="11656" y="7154"/>
                </a:lnTo>
                <a:lnTo>
                  <a:pt x="11486" y="7105"/>
                </a:lnTo>
                <a:lnTo>
                  <a:pt x="11315" y="7081"/>
                </a:lnTo>
                <a:close/>
                <a:moveTo>
                  <a:pt x="11972" y="10925"/>
                </a:moveTo>
                <a:lnTo>
                  <a:pt x="11875" y="10974"/>
                </a:lnTo>
                <a:lnTo>
                  <a:pt x="11778" y="11047"/>
                </a:lnTo>
                <a:lnTo>
                  <a:pt x="11607" y="11290"/>
                </a:lnTo>
                <a:lnTo>
                  <a:pt x="11413" y="11485"/>
                </a:lnTo>
                <a:lnTo>
                  <a:pt x="11194" y="11680"/>
                </a:lnTo>
                <a:lnTo>
                  <a:pt x="10950" y="11850"/>
                </a:lnTo>
                <a:lnTo>
                  <a:pt x="10707" y="11996"/>
                </a:lnTo>
                <a:lnTo>
                  <a:pt x="10439" y="12118"/>
                </a:lnTo>
                <a:lnTo>
                  <a:pt x="10172" y="12215"/>
                </a:lnTo>
                <a:lnTo>
                  <a:pt x="9880" y="12312"/>
                </a:lnTo>
                <a:lnTo>
                  <a:pt x="9588" y="12385"/>
                </a:lnTo>
                <a:lnTo>
                  <a:pt x="9296" y="12434"/>
                </a:lnTo>
                <a:lnTo>
                  <a:pt x="8712" y="12507"/>
                </a:lnTo>
                <a:lnTo>
                  <a:pt x="8128" y="12531"/>
                </a:lnTo>
                <a:lnTo>
                  <a:pt x="7568" y="12507"/>
                </a:lnTo>
                <a:lnTo>
                  <a:pt x="7325" y="12483"/>
                </a:lnTo>
                <a:lnTo>
                  <a:pt x="7106" y="12434"/>
                </a:lnTo>
                <a:lnTo>
                  <a:pt x="6668" y="12312"/>
                </a:lnTo>
                <a:lnTo>
                  <a:pt x="6230" y="12166"/>
                </a:lnTo>
                <a:lnTo>
                  <a:pt x="5816" y="11996"/>
                </a:lnTo>
                <a:lnTo>
                  <a:pt x="5427" y="11826"/>
                </a:lnTo>
                <a:lnTo>
                  <a:pt x="5013" y="11631"/>
                </a:lnTo>
                <a:lnTo>
                  <a:pt x="4794" y="11509"/>
                </a:lnTo>
                <a:lnTo>
                  <a:pt x="4600" y="11388"/>
                </a:lnTo>
                <a:lnTo>
                  <a:pt x="4454" y="11242"/>
                </a:lnTo>
                <a:lnTo>
                  <a:pt x="4308" y="11096"/>
                </a:lnTo>
                <a:lnTo>
                  <a:pt x="4259" y="11047"/>
                </a:lnTo>
                <a:lnTo>
                  <a:pt x="4210" y="11023"/>
                </a:lnTo>
                <a:lnTo>
                  <a:pt x="4089" y="11023"/>
                </a:lnTo>
                <a:lnTo>
                  <a:pt x="4040" y="11071"/>
                </a:lnTo>
                <a:lnTo>
                  <a:pt x="3991" y="11096"/>
                </a:lnTo>
                <a:lnTo>
                  <a:pt x="3991" y="11169"/>
                </a:lnTo>
                <a:lnTo>
                  <a:pt x="3991" y="11242"/>
                </a:lnTo>
                <a:lnTo>
                  <a:pt x="4016" y="11339"/>
                </a:lnTo>
                <a:lnTo>
                  <a:pt x="4064" y="11436"/>
                </a:lnTo>
                <a:lnTo>
                  <a:pt x="4210" y="11631"/>
                </a:lnTo>
                <a:lnTo>
                  <a:pt x="4381" y="11801"/>
                </a:lnTo>
                <a:lnTo>
                  <a:pt x="4575" y="11947"/>
                </a:lnTo>
                <a:lnTo>
                  <a:pt x="4794" y="12069"/>
                </a:lnTo>
                <a:lnTo>
                  <a:pt x="5038" y="12191"/>
                </a:lnTo>
                <a:lnTo>
                  <a:pt x="5451" y="12385"/>
                </a:lnTo>
                <a:lnTo>
                  <a:pt x="5938" y="12604"/>
                </a:lnTo>
                <a:lnTo>
                  <a:pt x="6424" y="12799"/>
                </a:lnTo>
                <a:lnTo>
                  <a:pt x="6935" y="12945"/>
                </a:lnTo>
                <a:lnTo>
                  <a:pt x="7446" y="13042"/>
                </a:lnTo>
                <a:lnTo>
                  <a:pt x="7763" y="13067"/>
                </a:lnTo>
                <a:lnTo>
                  <a:pt x="8079" y="13091"/>
                </a:lnTo>
                <a:lnTo>
                  <a:pt x="8420" y="13091"/>
                </a:lnTo>
                <a:lnTo>
                  <a:pt x="8760" y="13067"/>
                </a:lnTo>
                <a:lnTo>
                  <a:pt x="9101" y="13042"/>
                </a:lnTo>
                <a:lnTo>
                  <a:pt x="9442" y="12969"/>
                </a:lnTo>
                <a:lnTo>
                  <a:pt x="9758" y="12896"/>
                </a:lnTo>
                <a:lnTo>
                  <a:pt x="10099" y="12799"/>
                </a:lnTo>
                <a:lnTo>
                  <a:pt x="10415" y="12702"/>
                </a:lnTo>
                <a:lnTo>
                  <a:pt x="10731" y="12556"/>
                </a:lnTo>
                <a:lnTo>
                  <a:pt x="11023" y="12410"/>
                </a:lnTo>
                <a:lnTo>
                  <a:pt x="11315" y="12239"/>
                </a:lnTo>
                <a:lnTo>
                  <a:pt x="11583" y="12045"/>
                </a:lnTo>
                <a:lnTo>
                  <a:pt x="11826" y="11826"/>
                </a:lnTo>
                <a:lnTo>
                  <a:pt x="12045" y="11582"/>
                </a:lnTo>
                <a:lnTo>
                  <a:pt x="12264" y="11339"/>
                </a:lnTo>
                <a:lnTo>
                  <a:pt x="12313" y="11217"/>
                </a:lnTo>
                <a:lnTo>
                  <a:pt x="12289" y="11120"/>
                </a:lnTo>
                <a:lnTo>
                  <a:pt x="12240" y="11047"/>
                </a:lnTo>
                <a:lnTo>
                  <a:pt x="12167" y="10974"/>
                </a:lnTo>
                <a:lnTo>
                  <a:pt x="12070" y="10950"/>
                </a:lnTo>
                <a:lnTo>
                  <a:pt x="11972" y="10925"/>
                </a:lnTo>
                <a:close/>
                <a:moveTo>
                  <a:pt x="8493" y="682"/>
                </a:moveTo>
                <a:lnTo>
                  <a:pt x="8663" y="706"/>
                </a:lnTo>
                <a:lnTo>
                  <a:pt x="9101" y="755"/>
                </a:lnTo>
                <a:lnTo>
                  <a:pt x="9539" y="803"/>
                </a:lnTo>
                <a:lnTo>
                  <a:pt x="10001" y="901"/>
                </a:lnTo>
                <a:lnTo>
                  <a:pt x="10439" y="1022"/>
                </a:lnTo>
                <a:lnTo>
                  <a:pt x="10780" y="1120"/>
                </a:lnTo>
                <a:lnTo>
                  <a:pt x="11121" y="1241"/>
                </a:lnTo>
                <a:lnTo>
                  <a:pt x="11437" y="1411"/>
                </a:lnTo>
                <a:lnTo>
                  <a:pt x="11753" y="1557"/>
                </a:lnTo>
                <a:lnTo>
                  <a:pt x="11753" y="1582"/>
                </a:lnTo>
                <a:lnTo>
                  <a:pt x="11729" y="1655"/>
                </a:lnTo>
                <a:lnTo>
                  <a:pt x="11729" y="1752"/>
                </a:lnTo>
                <a:lnTo>
                  <a:pt x="11753" y="1801"/>
                </a:lnTo>
                <a:lnTo>
                  <a:pt x="11826" y="1825"/>
                </a:lnTo>
                <a:lnTo>
                  <a:pt x="11899" y="1825"/>
                </a:lnTo>
                <a:lnTo>
                  <a:pt x="11948" y="1776"/>
                </a:lnTo>
                <a:lnTo>
                  <a:pt x="11972" y="1752"/>
                </a:lnTo>
                <a:lnTo>
                  <a:pt x="11997" y="1752"/>
                </a:lnTo>
                <a:lnTo>
                  <a:pt x="11997" y="1728"/>
                </a:lnTo>
                <a:lnTo>
                  <a:pt x="12021" y="1728"/>
                </a:lnTo>
                <a:lnTo>
                  <a:pt x="12143" y="1801"/>
                </a:lnTo>
                <a:lnTo>
                  <a:pt x="12094" y="1874"/>
                </a:lnTo>
                <a:lnTo>
                  <a:pt x="12094" y="1947"/>
                </a:lnTo>
                <a:lnTo>
                  <a:pt x="12094" y="1995"/>
                </a:lnTo>
                <a:lnTo>
                  <a:pt x="12143" y="2020"/>
                </a:lnTo>
                <a:lnTo>
                  <a:pt x="12167" y="2044"/>
                </a:lnTo>
                <a:lnTo>
                  <a:pt x="12216" y="2020"/>
                </a:lnTo>
                <a:lnTo>
                  <a:pt x="12240" y="1995"/>
                </a:lnTo>
                <a:lnTo>
                  <a:pt x="12313" y="1922"/>
                </a:lnTo>
                <a:lnTo>
                  <a:pt x="12337" y="1922"/>
                </a:lnTo>
                <a:lnTo>
                  <a:pt x="12532" y="2068"/>
                </a:lnTo>
                <a:lnTo>
                  <a:pt x="12483" y="2190"/>
                </a:lnTo>
                <a:lnTo>
                  <a:pt x="12483" y="2239"/>
                </a:lnTo>
                <a:lnTo>
                  <a:pt x="12508" y="2336"/>
                </a:lnTo>
                <a:lnTo>
                  <a:pt x="12532" y="2385"/>
                </a:lnTo>
                <a:lnTo>
                  <a:pt x="12556" y="2409"/>
                </a:lnTo>
                <a:lnTo>
                  <a:pt x="12581" y="2409"/>
                </a:lnTo>
                <a:lnTo>
                  <a:pt x="12629" y="2385"/>
                </a:lnTo>
                <a:lnTo>
                  <a:pt x="12678" y="2360"/>
                </a:lnTo>
                <a:lnTo>
                  <a:pt x="12751" y="2287"/>
                </a:lnTo>
                <a:lnTo>
                  <a:pt x="12775" y="2239"/>
                </a:lnTo>
                <a:lnTo>
                  <a:pt x="12970" y="2409"/>
                </a:lnTo>
                <a:lnTo>
                  <a:pt x="12873" y="2531"/>
                </a:lnTo>
                <a:lnTo>
                  <a:pt x="12848" y="2604"/>
                </a:lnTo>
                <a:lnTo>
                  <a:pt x="12824" y="2677"/>
                </a:lnTo>
                <a:lnTo>
                  <a:pt x="12824" y="2725"/>
                </a:lnTo>
                <a:lnTo>
                  <a:pt x="12873" y="2750"/>
                </a:lnTo>
                <a:lnTo>
                  <a:pt x="12921" y="2774"/>
                </a:lnTo>
                <a:lnTo>
                  <a:pt x="12946" y="2774"/>
                </a:lnTo>
                <a:lnTo>
                  <a:pt x="13067" y="2701"/>
                </a:lnTo>
                <a:lnTo>
                  <a:pt x="13189" y="2604"/>
                </a:lnTo>
                <a:lnTo>
                  <a:pt x="13311" y="2725"/>
                </a:lnTo>
                <a:lnTo>
                  <a:pt x="13384" y="2823"/>
                </a:lnTo>
                <a:lnTo>
                  <a:pt x="13262" y="3017"/>
                </a:lnTo>
                <a:lnTo>
                  <a:pt x="13213" y="3066"/>
                </a:lnTo>
                <a:lnTo>
                  <a:pt x="13189" y="3163"/>
                </a:lnTo>
                <a:lnTo>
                  <a:pt x="13165" y="3236"/>
                </a:lnTo>
                <a:lnTo>
                  <a:pt x="13189" y="3285"/>
                </a:lnTo>
                <a:lnTo>
                  <a:pt x="13238" y="3309"/>
                </a:lnTo>
                <a:lnTo>
                  <a:pt x="13335" y="3285"/>
                </a:lnTo>
                <a:lnTo>
                  <a:pt x="13408" y="3236"/>
                </a:lnTo>
                <a:lnTo>
                  <a:pt x="13554" y="3115"/>
                </a:lnTo>
                <a:lnTo>
                  <a:pt x="13578" y="3042"/>
                </a:lnTo>
                <a:lnTo>
                  <a:pt x="13773" y="3309"/>
                </a:lnTo>
                <a:lnTo>
                  <a:pt x="13676" y="3407"/>
                </a:lnTo>
                <a:lnTo>
                  <a:pt x="13554" y="3504"/>
                </a:lnTo>
                <a:lnTo>
                  <a:pt x="13505" y="3577"/>
                </a:lnTo>
                <a:lnTo>
                  <a:pt x="13481" y="3650"/>
                </a:lnTo>
                <a:lnTo>
                  <a:pt x="13481" y="3699"/>
                </a:lnTo>
                <a:lnTo>
                  <a:pt x="13505" y="3723"/>
                </a:lnTo>
                <a:lnTo>
                  <a:pt x="13603" y="3747"/>
                </a:lnTo>
                <a:lnTo>
                  <a:pt x="13700" y="3723"/>
                </a:lnTo>
                <a:lnTo>
                  <a:pt x="13773" y="3674"/>
                </a:lnTo>
                <a:lnTo>
                  <a:pt x="13870" y="3626"/>
                </a:lnTo>
                <a:lnTo>
                  <a:pt x="13968" y="3577"/>
                </a:lnTo>
                <a:lnTo>
                  <a:pt x="14162" y="3918"/>
                </a:lnTo>
                <a:lnTo>
                  <a:pt x="14065" y="3991"/>
                </a:lnTo>
                <a:lnTo>
                  <a:pt x="13870" y="4161"/>
                </a:lnTo>
                <a:lnTo>
                  <a:pt x="13773" y="4234"/>
                </a:lnTo>
                <a:lnTo>
                  <a:pt x="13700" y="4331"/>
                </a:lnTo>
                <a:lnTo>
                  <a:pt x="13700" y="4356"/>
                </a:lnTo>
                <a:lnTo>
                  <a:pt x="13724" y="4380"/>
                </a:lnTo>
                <a:lnTo>
                  <a:pt x="13846" y="4380"/>
                </a:lnTo>
                <a:lnTo>
                  <a:pt x="13943" y="4356"/>
                </a:lnTo>
                <a:lnTo>
                  <a:pt x="14065" y="4307"/>
                </a:lnTo>
                <a:lnTo>
                  <a:pt x="14162" y="4234"/>
                </a:lnTo>
                <a:lnTo>
                  <a:pt x="14284" y="4161"/>
                </a:lnTo>
                <a:lnTo>
                  <a:pt x="14503" y="4696"/>
                </a:lnTo>
                <a:lnTo>
                  <a:pt x="14332" y="4769"/>
                </a:lnTo>
                <a:lnTo>
                  <a:pt x="14211" y="4842"/>
                </a:lnTo>
                <a:lnTo>
                  <a:pt x="14065" y="4940"/>
                </a:lnTo>
                <a:lnTo>
                  <a:pt x="13968" y="5061"/>
                </a:lnTo>
                <a:lnTo>
                  <a:pt x="13919" y="5134"/>
                </a:lnTo>
                <a:lnTo>
                  <a:pt x="13895" y="5207"/>
                </a:lnTo>
                <a:lnTo>
                  <a:pt x="13895" y="5256"/>
                </a:lnTo>
                <a:lnTo>
                  <a:pt x="13919" y="5280"/>
                </a:lnTo>
                <a:lnTo>
                  <a:pt x="13968" y="5305"/>
                </a:lnTo>
                <a:lnTo>
                  <a:pt x="14016" y="5305"/>
                </a:lnTo>
                <a:lnTo>
                  <a:pt x="14114" y="5256"/>
                </a:lnTo>
                <a:lnTo>
                  <a:pt x="14235" y="5183"/>
                </a:lnTo>
                <a:lnTo>
                  <a:pt x="14551" y="5037"/>
                </a:lnTo>
                <a:lnTo>
                  <a:pt x="14600" y="5013"/>
                </a:lnTo>
                <a:lnTo>
                  <a:pt x="14770" y="5524"/>
                </a:lnTo>
                <a:lnTo>
                  <a:pt x="14430" y="5670"/>
                </a:lnTo>
                <a:lnTo>
                  <a:pt x="14162" y="5791"/>
                </a:lnTo>
                <a:lnTo>
                  <a:pt x="13919" y="5937"/>
                </a:lnTo>
                <a:lnTo>
                  <a:pt x="13919" y="5986"/>
                </a:lnTo>
                <a:lnTo>
                  <a:pt x="13943" y="6010"/>
                </a:lnTo>
                <a:lnTo>
                  <a:pt x="14089" y="6035"/>
                </a:lnTo>
                <a:lnTo>
                  <a:pt x="14235" y="6059"/>
                </a:lnTo>
                <a:lnTo>
                  <a:pt x="14381" y="6035"/>
                </a:lnTo>
                <a:lnTo>
                  <a:pt x="14527" y="6010"/>
                </a:lnTo>
                <a:lnTo>
                  <a:pt x="14843" y="5889"/>
                </a:lnTo>
                <a:lnTo>
                  <a:pt x="14965" y="6424"/>
                </a:lnTo>
                <a:lnTo>
                  <a:pt x="14795" y="6497"/>
                </a:lnTo>
                <a:lnTo>
                  <a:pt x="14405" y="6619"/>
                </a:lnTo>
                <a:lnTo>
                  <a:pt x="14041" y="6740"/>
                </a:lnTo>
                <a:lnTo>
                  <a:pt x="13992" y="6789"/>
                </a:lnTo>
                <a:lnTo>
                  <a:pt x="13992" y="6813"/>
                </a:lnTo>
                <a:lnTo>
                  <a:pt x="13992" y="6862"/>
                </a:lnTo>
                <a:lnTo>
                  <a:pt x="14041" y="6886"/>
                </a:lnTo>
                <a:lnTo>
                  <a:pt x="14235" y="6886"/>
                </a:lnTo>
                <a:lnTo>
                  <a:pt x="14430" y="6862"/>
                </a:lnTo>
                <a:lnTo>
                  <a:pt x="14795" y="6813"/>
                </a:lnTo>
                <a:lnTo>
                  <a:pt x="15038" y="6740"/>
                </a:lnTo>
                <a:lnTo>
                  <a:pt x="15111" y="7178"/>
                </a:lnTo>
                <a:lnTo>
                  <a:pt x="14843" y="7227"/>
                </a:lnTo>
                <a:lnTo>
                  <a:pt x="14430" y="7349"/>
                </a:lnTo>
                <a:lnTo>
                  <a:pt x="14235" y="7422"/>
                </a:lnTo>
                <a:lnTo>
                  <a:pt x="14065" y="7543"/>
                </a:lnTo>
                <a:lnTo>
                  <a:pt x="14041" y="7592"/>
                </a:lnTo>
                <a:lnTo>
                  <a:pt x="14041" y="7665"/>
                </a:lnTo>
                <a:lnTo>
                  <a:pt x="14089" y="7714"/>
                </a:lnTo>
                <a:lnTo>
                  <a:pt x="14138" y="7738"/>
                </a:lnTo>
                <a:lnTo>
                  <a:pt x="14357" y="7714"/>
                </a:lnTo>
                <a:lnTo>
                  <a:pt x="14551" y="7665"/>
                </a:lnTo>
                <a:lnTo>
                  <a:pt x="14941" y="7568"/>
                </a:lnTo>
                <a:lnTo>
                  <a:pt x="15135" y="7519"/>
                </a:lnTo>
                <a:lnTo>
                  <a:pt x="15184" y="7981"/>
                </a:lnTo>
                <a:lnTo>
                  <a:pt x="14868" y="8030"/>
                </a:lnTo>
                <a:lnTo>
                  <a:pt x="14624" y="8054"/>
                </a:lnTo>
                <a:lnTo>
                  <a:pt x="14381" y="8079"/>
                </a:lnTo>
                <a:lnTo>
                  <a:pt x="14235" y="8103"/>
                </a:lnTo>
                <a:lnTo>
                  <a:pt x="14138" y="8152"/>
                </a:lnTo>
                <a:lnTo>
                  <a:pt x="14016" y="8200"/>
                </a:lnTo>
                <a:lnTo>
                  <a:pt x="13943" y="8298"/>
                </a:lnTo>
                <a:lnTo>
                  <a:pt x="13919" y="8322"/>
                </a:lnTo>
                <a:lnTo>
                  <a:pt x="13919" y="8346"/>
                </a:lnTo>
                <a:lnTo>
                  <a:pt x="13943" y="8395"/>
                </a:lnTo>
                <a:lnTo>
                  <a:pt x="13968" y="8395"/>
                </a:lnTo>
                <a:lnTo>
                  <a:pt x="14089" y="8419"/>
                </a:lnTo>
                <a:lnTo>
                  <a:pt x="14211" y="8444"/>
                </a:lnTo>
                <a:lnTo>
                  <a:pt x="14478" y="8444"/>
                </a:lnTo>
                <a:lnTo>
                  <a:pt x="14989" y="8395"/>
                </a:lnTo>
                <a:lnTo>
                  <a:pt x="15208" y="8395"/>
                </a:lnTo>
                <a:lnTo>
                  <a:pt x="15208" y="8857"/>
                </a:lnTo>
                <a:lnTo>
                  <a:pt x="14722" y="8882"/>
                </a:lnTo>
                <a:lnTo>
                  <a:pt x="14503" y="8882"/>
                </a:lnTo>
                <a:lnTo>
                  <a:pt x="14284" y="8906"/>
                </a:lnTo>
                <a:lnTo>
                  <a:pt x="14065" y="8955"/>
                </a:lnTo>
                <a:lnTo>
                  <a:pt x="13968" y="8979"/>
                </a:lnTo>
                <a:lnTo>
                  <a:pt x="13870" y="9028"/>
                </a:lnTo>
                <a:lnTo>
                  <a:pt x="13870" y="9052"/>
                </a:lnTo>
                <a:lnTo>
                  <a:pt x="13870" y="9076"/>
                </a:lnTo>
                <a:lnTo>
                  <a:pt x="13968" y="9125"/>
                </a:lnTo>
                <a:lnTo>
                  <a:pt x="14065" y="9174"/>
                </a:lnTo>
                <a:lnTo>
                  <a:pt x="14284" y="9222"/>
                </a:lnTo>
                <a:lnTo>
                  <a:pt x="14722" y="9222"/>
                </a:lnTo>
                <a:lnTo>
                  <a:pt x="14941" y="9247"/>
                </a:lnTo>
                <a:lnTo>
                  <a:pt x="15184" y="9247"/>
                </a:lnTo>
                <a:lnTo>
                  <a:pt x="15160" y="9465"/>
                </a:lnTo>
                <a:lnTo>
                  <a:pt x="14965" y="9514"/>
                </a:lnTo>
                <a:lnTo>
                  <a:pt x="14722" y="9563"/>
                </a:lnTo>
                <a:lnTo>
                  <a:pt x="14503" y="9660"/>
                </a:lnTo>
                <a:lnTo>
                  <a:pt x="14260" y="9757"/>
                </a:lnTo>
                <a:lnTo>
                  <a:pt x="14041" y="9879"/>
                </a:lnTo>
                <a:lnTo>
                  <a:pt x="14016" y="9903"/>
                </a:lnTo>
                <a:lnTo>
                  <a:pt x="14016" y="9952"/>
                </a:lnTo>
                <a:lnTo>
                  <a:pt x="14041" y="9976"/>
                </a:lnTo>
                <a:lnTo>
                  <a:pt x="14089" y="9976"/>
                </a:lnTo>
                <a:lnTo>
                  <a:pt x="14308" y="10001"/>
                </a:lnTo>
                <a:lnTo>
                  <a:pt x="14527" y="9976"/>
                </a:lnTo>
                <a:lnTo>
                  <a:pt x="14965" y="9903"/>
                </a:lnTo>
                <a:lnTo>
                  <a:pt x="15087" y="9879"/>
                </a:lnTo>
                <a:lnTo>
                  <a:pt x="14989" y="10390"/>
                </a:lnTo>
                <a:lnTo>
                  <a:pt x="14527" y="10463"/>
                </a:lnTo>
                <a:lnTo>
                  <a:pt x="14357" y="10487"/>
                </a:lnTo>
                <a:lnTo>
                  <a:pt x="14162" y="10512"/>
                </a:lnTo>
                <a:lnTo>
                  <a:pt x="13992" y="10560"/>
                </a:lnTo>
                <a:lnTo>
                  <a:pt x="13919" y="10609"/>
                </a:lnTo>
                <a:lnTo>
                  <a:pt x="13870" y="10682"/>
                </a:lnTo>
                <a:lnTo>
                  <a:pt x="13846" y="10731"/>
                </a:lnTo>
                <a:lnTo>
                  <a:pt x="13846" y="10804"/>
                </a:lnTo>
                <a:lnTo>
                  <a:pt x="13870" y="10852"/>
                </a:lnTo>
                <a:lnTo>
                  <a:pt x="13919" y="10901"/>
                </a:lnTo>
                <a:lnTo>
                  <a:pt x="13992" y="10925"/>
                </a:lnTo>
                <a:lnTo>
                  <a:pt x="14065" y="10950"/>
                </a:lnTo>
                <a:lnTo>
                  <a:pt x="14235" y="10950"/>
                </a:lnTo>
                <a:lnTo>
                  <a:pt x="14600" y="10901"/>
                </a:lnTo>
                <a:lnTo>
                  <a:pt x="14819" y="10877"/>
                </a:lnTo>
                <a:lnTo>
                  <a:pt x="14819" y="10877"/>
                </a:lnTo>
                <a:lnTo>
                  <a:pt x="14624" y="11339"/>
                </a:lnTo>
                <a:lnTo>
                  <a:pt x="14478" y="11339"/>
                </a:lnTo>
                <a:lnTo>
                  <a:pt x="14308" y="11315"/>
                </a:lnTo>
                <a:lnTo>
                  <a:pt x="14114" y="11339"/>
                </a:lnTo>
                <a:lnTo>
                  <a:pt x="13919" y="11363"/>
                </a:lnTo>
                <a:lnTo>
                  <a:pt x="13749" y="11436"/>
                </a:lnTo>
                <a:lnTo>
                  <a:pt x="13724" y="11461"/>
                </a:lnTo>
                <a:lnTo>
                  <a:pt x="13749" y="11485"/>
                </a:lnTo>
                <a:lnTo>
                  <a:pt x="13919" y="11558"/>
                </a:lnTo>
                <a:lnTo>
                  <a:pt x="14089" y="11607"/>
                </a:lnTo>
                <a:lnTo>
                  <a:pt x="14430" y="11655"/>
                </a:lnTo>
                <a:lnTo>
                  <a:pt x="14454" y="11655"/>
                </a:lnTo>
                <a:lnTo>
                  <a:pt x="14211" y="12069"/>
                </a:lnTo>
                <a:lnTo>
                  <a:pt x="13968" y="12069"/>
                </a:lnTo>
                <a:lnTo>
                  <a:pt x="13724" y="12093"/>
                </a:lnTo>
                <a:lnTo>
                  <a:pt x="13603" y="12069"/>
                </a:lnTo>
                <a:lnTo>
                  <a:pt x="13481" y="12045"/>
                </a:lnTo>
                <a:lnTo>
                  <a:pt x="13335" y="12020"/>
                </a:lnTo>
                <a:lnTo>
                  <a:pt x="13213" y="12020"/>
                </a:lnTo>
                <a:lnTo>
                  <a:pt x="13189" y="12045"/>
                </a:lnTo>
                <a:lnTo>
                  <a:pt x="13189" y="12069"/>
                </a:lnTo>
                <a:lnTo>
                  <a:pt x="13189" y="12166"/>
                </a:lnTo>
                <a:lnTo>
                  <a:pt x="13238" y="12239"/>
                </a:lnTo>
                <a:lnTo>
                  <a:pt x="13311" y="12312"/>
                </a:lnTo>
                <a:lnTo>
                  <a:pt x="13408" y="12361"/>
                </a:lnTo>
                <a:lnTo>
                  <a:pt x="13530" y="12385"/>
                </a:lnTo>
                <a:lnTo>
                  <a:pt x="13651" y="12410"/>
                </a:lnTo>
                <a:lnTo>
                  <a:pt x="13943" y="12434"/>
                </a:lnTo>
                <a:lnTo>
                  <a:pt x="13603" y="12823"/>
                </a:lnTo>
                <a:lnTo>
                  <a:pt x="13067" y="12726"/>
                </a:lnTo>
                <a:lnTo>
                  <a:pt x="12848" y="12677"/>
                </a:lnTo>
                <a:lnTo>
                  <a:pt x="12727" y="12677"/>
                </a:lnTo>
                <a:lnTo>
                  <a:pt x="12629" y="12702"/>
                </a:lnTo>
                <a:lnTo>
                  <a:pt x="12605" y="12726"/>
                </a:lnTo>
                <a:lnTo>
                  <a:pt x="12605" y="12775"/>
                </a:lnTo>
                <a:lnTo>
                  <a:pt x="12629" y="12848"/>
                </a:lnTo>
                <a:lnTo>
                  <a:pt x="12678" y="12921"/>
                </a:lnTo>
                <a:lnTo>
                  <a:pt x="12751" y="12969"/>
                </a:lnTo>
                <a:lnTo>
                  <a:pt x="12824" y="13018"/>
                </a:lnTo>
                <a:lnTo>
                  <a:pt x="13043" y="13115"/>
                </a:lnTo>
                <a:lnTo>
                  <a:pt x="13262" y="13164"/>
                </a:lnTo>
                <a:lnTo>
                  <a:pt x="13116" y="13286"/>
                </a:lnTo>
                <a:lnTo>
                  <a:pt x="13067" y="13286"/>
                </a:lnTo>
                <a:lnTo>
                  <a:pt x="12605" y="13261"/>
                </a:lnTo>
                <a:lnTo>
                  <a:pt x="12362" y="13213"/>
                </a:lnTo>
                <a:lnTo>
                  <a:pt x="12240" y="13188"/>
                </a:lnTo>
                <a:lnTo>
                  <a:pt x="12094" y="13188"/>
                </a:lnTo>
                <a:lnTo>
                  <a:pt x="12021" y="13213"/>
                </a:lnTo>
                <a:lnTo>
                  <a:pt x="11997" y="13261"/>
                </a:lnTo>
                <a:lnTo>
                  <a:pt x="11972" y="13334"/>
                </a:lnTo>
                <a:lnTo>
                  <a:pt x="12021" y="13383"/>
                </a:lnTo>
                <a:lnTo>
                  <a:pt x="12143" y="13505"/>
                </a:lnTo>
                <a:lnTo>
                  <a:pt x="12289" y="13578"/>
                </a:lnTo>
                <a:lnTo>
                  <a:pt x="12483" y="13626"/>
                </a:lnTo>
                <a:lnTo>
                  <a:pt x="12654" y="13651"/>
                </a:lnTo>
                <a:lnTo>
                  <a:pt x="12240" y="13943"/>
                </a:lnTo>
                <a:lnTo>
                  <a:pt x="12143" y="13918"/>
                </a:lnTo>
                <a:lnTo>
                  <a:pt x="11680" y="13821"/>
                </a:lnTo>
                <a:lnTo>
                  <a:pt x="11461" y="13772"/>
                </a:lnTo>
                <a:lnTo>
                  <a:pt x="11267" y="13724"/>
                </a:lnTo>
                <a:lnTo>
                  <a:pt x="11218" y="13748"/>
                </a:lnTo>
                <a:lnTo>
                  <a:pt x="11218" y="13821"/>
                </a:lnTo>
                <a:lnTo>
                  <a:pt x="11242" y="13894"/>
                </a:lnTo>
                <a:lnTo>
                  <a:pt x="11315" y="13967"/>
                </a:lnTo>
                <a:lnTo>
                  <a:pt x="11437" y="14064"/>
                </a:lnTo>
                <a:lnTo>
                  <a:pt x="11607" y="14137"/>
                </a:lnTo>
                <a:lnTo>
                  <a:pt x="11802" y="14210"/>
                </a:lnTo>
                <a:lnTo>
                  <a:pt x="11437" y="14381"/>
                </a:lnTo>
                <a:lnTo>
                  <a:pt x="11388" y="14332"/>
                </a:lnTo>
                <a:lnTo>
                  <a:pt x="11315" y="14308"/>
                </a:lnTo>
                <a:lnTo>
                  <a:pt x="11194" y="14259"/>
                </a:lnTo>
                <a:lnTo>
                  <a:pt x="10902" y="14235"/>
                </a:lnTo>
                <a:lnTo>
                  <a:pt x="10634" y="14210"/>
                </a:lnTo>
                <a:lnTo>
                  <a:pt x="10512" y="14210"/>
                </a:lnTo>
                <a:lnTo>
                  <a:pt x="10391" y="14235"/>
                </a:lnTo>
                <a:lnTo>
                  <a:pt x="10366" y="14235"/>
                </a:lnTo>
                <a:lnTo>
                  <a:pt x="10366" y="14283"/>
                </a:lnTo>
                <a:lnTo>
                  <a:pt x="10366" y="14332"/>
                </a:lnTo>
                <a:lnTo>
                  <a:pt x="10391" y="14381"/>
                </a:lnTo>
                <a:lnTo>
                  <a:pt x="10488" y="14478"/>
                </a:lnTo>
                <a:lnTo>
                  <a:pt x="10610" y="14551"/>
                </a:lnTo>
                <a:lnTo>
                  <a:pt x="10731" y="14575"/>
                </a:lnTo>
                <a:lnTo>
                  <a:pt x="10877" y="14624"/>
                </a:lnTo>
                <a:lnTo>
                  <a:pt x="10512" y="14746"/>
                </a:lnTo>
                <a:lnTo>
                  <a:pt x="10318" y="14673"/>
                </a:lnTo>
                <a:lnTo>
                  <a:pt x="10123" y="14624"/>
                </a:lnTo>
                <a:lnTo>
                  <a:pt x="9904" y="14600"/>
                </a:lnTo>
                <a:lnTo>
                  <a:pt x="9807" y="14600"/>
                </a:lnTo>
                <a:lnTo>
                  <a:pt x="9709" y="14648"/>
                </a:lnTo>
                <a:lnTo>
                  <a:pt x="9661" y="14673"/>
                </a:lnTo>
                <a:lnTo>
                  <a:pt x="9685" y="14721"/>
                </a:lnTo>
                <a:lnTo>
                  <a:pt x="9734" y="14794"/>
                </a:lnTo>
                <a:lnTo>
                  <a:pt x="9807" y="14843"/>
                </a:lnTo>
                <a:lnTo>
                  <a:pt x="9928" y="14916"/>
                </a:lnTo>
                <a:lnTo>
                  <a:pt x="9612" y="14989"/>
                </a:lnTo>
                <a:lnTo>
                  <a:pt x="9588" y="14940"/>
                </a:lnTo>
                <a:lnTo>
                  <a:pt x="9539" y="14916"/>
                </a:lnTo>
                <a:lnTo>
                  <a:pt x="9417" y="14867"/>
                </a:lnTo>
                <a:lnTo>
                  <a:pt x="9223" y="14843"/>
                </a:lnTo>
                <a:lnTo>
                  <a:pt x="9150" y="14843"/>
                </a:lnTo>
                <a:lnTo>
                  <a:pt x="9052" y="14867"/>
                </a:lnTo>
                <a:lnTo>
                  <a:pt x="9004" y="14916"/>
                </a:lnTo>
                <a:lnTo>
                  <a:pt x="8979" y="14965"/>
                </a:lnTo>
                <a:lnTo>
                  <a:pt x="8979" y="15013"/>
                </a:lnTo>
                <a:lnTo>
                  <a:pt x="9004" y="15062"/>
                </a:lnTo>
                <a:lnTo>
                  <a:pt x="9004" y="15086"/>
                </a:lnTo>
                <a:lnTo>
                  <a:pt x="8663" y="15135"/>
                </a:lnTo>
                <a:lnTo>
                  <a:pt x="8298" y="15159"/>
                </a:lnTo>
                <a:lnTo>
                  <a:pt x="7227" y="15159"/>
                </a:lnTo>
                <a:lnTo>
                  <a:pt x="6862" y="15111"/>
                </a:lnTo>
                <a:lnTo>
                  <a:pt x="6497" y="15062"/>
                </a:lnTo>
                <a:lnTo>
                  <a:pt x="6157" y="14989"/>
                </a:lnTo>
                <a:lnTo>
                  <a:pt x="5816" y="14916"/>
                </a:lnTo>
                <a:lnTo>
                  <a:pt x="5451" y="14819"/>
                </a:lnTo>
                <a:lnTo>
                  <a:pt x="5135" y="14697"/>
                </a:lnTo>
                <a:lnTo>
                  <a:pt x="4794" y="14575"/>
                </a:lnTo>
                <a:lnTo>
                  <a:pt x="4478" y="14405"/>
                </a:lnTo>
                <a:lnTo>
                  <a:pt x="4162" y="14259"/>
                </a:lnTo>
                <a:lnTo>
                  <a:pt x="3845" y="14064"/>
                </a:lnTo>
                <a:lnTo>
                  <a:pt x="3553" y="13870"/>
                </a:lnTo>
                <a:lnTo>
                  <a:pt x="3286" y="13675"/>
                </a:lnTo>
                <a:lnTo>
                  <a:pt x="3018" y="13456"/>
                </a:lnTo>
                <a:lnTo>
                  <a:pt x="2775" y="13237"/>
                </a:lnTo>
                <a:lnTo>
                  <a:pt x="2531" y="12994"/>
                </a:lnTo>
                <a:lnTo>
                  <a:pt x="2312" y="12775"/>
                </a:lnTo>
                <a:lnTo>
                  <a:pt x="2118" y="12507"/>
                </a:lnTo>
                <a:lnTo>
                  <a:pt x="1899" y="12239"/>
                </a:lnTo>
                <a:lnTo>
                  <a:pt x="1728" y="11972"/>
                </a:lnTo>
                <a:lnTo>
                  <a:pt x="1558" y="11704"/>
                </a:lnTo>
                <a:lnTo>
                  <a:pt x="1412" y="11412"/>
                </a:lnTo>
                <a:lnTo>
                  <a:pt x="1266" y="11120"/>
                </a:lnTo>
                <a:lnTo>
                  <a:pt x="1144" y="10828"/>
                </a:lnTo>
                <a:lnTo>
                  <a:pt x="1047" y="10512"/>
                </a:lnTo>
                <a:lnTo>
                  <a:pt x="950" y="10195"/>
                </a:lnTo>
                <a:lnTo>
                  <a:pt x="877" y="9879"/>
                </a:lnTo>
                <a:lnTo>
                  <a:pt x="828" y="9538"/>
                </a:lnTo>
                <a:lnTo>
                  <a:pt x="779" y="9003"/>
                </a:lnTo>
                <a:lnTo>
                  <a:pt x="755" y="8468"/>
                </a:lnTo>
                <a:lnTo>
                  <a:pt x="755" y="7933"/>
                </a:lnTo>
                <a:lnTo>
                  <a:pt x="779" y="7397"/>
                </a:lnTo>
                <a:lnTo>
                  <a:pt x="852" y="6862"/>
                </a:lnTo>
                <a:lnTo>
                  <a:pt x="950" y="6351"/>
                </a:lnTo>
                <a:lnTo>
                  <a:pt x="1096" y="5840"/>
                </a:lnTo>
                <a:lnTo>
                  <a:pt x="1266" y="5353"/>
                </a:lnTo>
                <a:lnTo>
                  <a:pt x="1388" y="5061"/>
                </a:lnTo>
                <a:lnTo>
                  <a:pt x="1558" y="4745"/>
                </a:lnTo>
                <a:lnTo>
                  <a:pt x="1753" y="4404"/>
                </a:lnTo>
                <a:lnTo>
                  <a:pt x="1996" y="4064"/>
                </a:lnTo>
                <a:lnTo>
                  <a:pt x="2264" y="3699"/>
                </a:lnTo>
                <a:lnTo>
                  <a:pt x="2556" y="3334"/>
                </a:lnTo>
                <a:lnTo>
                  <a:pt x="2896" y="2944"/>
                </a:lnTo>
                <a:lnTo>
                  <a:pt x="3261" y="2604"/>
                </a:lnTo>
                <a:lnTo>
                  <a:pt x="3651" y="2263"/>
                </a:lnTo>
                <a:lnTo>
                  <a:pt x="4089" y="1922"/>
                </a:lnTo>
                <a:lnTo>
                  <a:pt x="4527" y="1630"/>
                </a:lnTo>
                <a:lnTo>
                  <a:pt x="5013" y="1363"/>
                </a:lnTo>
                <a:lnTo>
                  <a:pt x="5524" y="1144"/>
                </a:lnTo>
                <a:lnTo>
                  <a:pt x="6035" y="974"/>
                </a:lnTo>
                <a:lnTo>
                  <a:pt x="6327" y="925"/>
                </a:lnTo>
                <a:lnTo>
                  <a:pt x="6595" y="876"/>
                </a:lnTo>
                <a:lnTo>
                  <a:pt x="6887" y="828"/>
                </a:lnTo>
                <a:lnTo>
                  <a:pt x="7179" y="803"/>
                </a:lnTo>
                <a:lnTo>
                  <a:pt x="7544" y="779"/>
                </a:lnTo>
                <a:lnTo>
                  <a:pt x="7933" y="730"/>
                </a:lnTo>
                <a:lnTo>
                  <a:pt x="8322" y="682"/>
                </a:lnTo>
                <a:close/>
                <a:moveTo>
                  <a:pt x="8152" y="0"/>
                </a:moveTo>
                <a:lnTo>
                  <a:pt x="7763" y="25"/>
                </a:lnTo>
                <a:lnTo>
                  <a:pt x="7373" y="73"/>
                </a:lnTo>
                <a:lnTo>
                  <a:pt x="7081" y="49"/>
                </a:lnTo>
                <a:lnTo>
                  <a:pt x="6789" y="49"/>
                </a:lnTo>
                <a:lnTo>
                  <a:pt x="6473" y="73"/>
                </a:lnTo>
                <a:lnTo>
                  <a:pt x="6157" y="146"/>
                </a:lnTo>
                <a:lnTo>
                  <a:pt x="5841" y="219"/>
                </a:lnTo>
                <a:lnTo>
                  <a:pt x="5549" y="317"/>
                </a:lnTo>
                <a:lnTo>
                  <a:pt x="5232" y="438"/>
                </a:lnTo>
                <a:lnTo>
                  <a:pt x="4916" y="560"/>
                </a:lnTo>
                <a:lnTo>
                  <a:pt x="4332" y="876"/>
                </a:lnTo>
                <a:lnTo>
                  <a:pt x="3748" y="1217"/>
                </a:lnTo>
                <a:lnTo>
                  <a:pt x="3237" y="1606"/>
                </a:lnTo>
                <a:lnTo>
                  <a:pt x="2775" y="1995"/>
                </a:lnTo>
                <a:lnTo>
                  <a:pt x="2507" y="2239"/>
                </a:lnTo>
                <a:lnTo>
                  <a:pt x="2264" y="2482"/>
                </a:lnTo>
                <a:lnTo>
                  <a:pt x="2045" y="2725"/>
                </a:lnTo>
                <a:lnTo>
                  <a:pt x="1826" y="2993"/>
                </a:lnTo>
                <a:lnTo>
                  <a:pt x="1631" y="3261"/>
                </a:lnTo>
                <a:lnTo>
                  <a:pt x="1461" y="3528"/>
                </a:lnTo>
                <a:lnTo>
                  <a:pt x="1120" y="4088"/>
                </a:lnTo>
                <a:lnTo>
                  <a:pt x="852" y="4696"/>
                </a:lnTo>
                <a:lnTo>
                  <a:pt x="609" y="5305"/>
                </a:lnTo>
                <a:lnTo>
                  <a:pt x="414" y="5962"/>
                </a:lnTo>
                <a:lnTo>
                  <a:pt x="220" y="6643"/>
                </a:lnTo>
                <a:lnTo>
                  <a:pt x="122" y="7008"/>
                </a:lnTo>
                <a:lnTo>
                  <a:pt x="74" y="7373"/>
                </a:lnTo>
                <a:lnTo>
                  <a:pt x="25" y="7738"/>
                </a:lnTo>
                <a:lnTo>
                  <a:pt x="1" y="8103"/>
                </a:lnTo>
                <a:lnTo>
                  <a:pt x="1" y="8468"/>
                </a:lnTo>
                <a:lnTo>
                  <a:pt x="25" y="8809"/>
                </a:lnTo>
                <a:lnTo>
                  <a:pt x="49" y="9174"/>
                </a:lnTo>
                <a:lnTo>
                  <a:pt x="98" y="9514"/>
                </a:lnTo>
                <a:lnTo>
                  <a:pt x="195" y="9879"/>
                </a:lnTo>
                <a:lnTo>
                  <a:pt x="268" y="10220"/>
                </a:lnTo>
                <a:lnTo>
                  <a:pt x="390" y="10560"/>
                </a:lnTo>
                <a:lnTo>
                  <a:pt x="512" y="10901"/>
                </a:lnTo>
                <a:lnTo>
                  <a:pt x="658" y="11242"/>
                </a:lnTo>
                <a:lnTo>
                  <a:pt x="804" y="11582"/>
                </a:lnTo>
                <a:lnTo>
                  <a:pt x="1169" y="12264"/>
                </a:lnTo>
                <a:lnTo>
                  <a:pt x="1388" y="12629"/>
                </a:lnTo>
                <a:lnTo>
                  <a:pt x="1631" y="12994"/>
                </a:lnTo>
                <a:lnTo>
                  <a:pt x="1899" y="13334"/>
                </a:lnTo>
                <a:lnTo>
                  <a:pt x="2166" y="13651"/>
                </a:lnTo>
                <a:lnTo>
                  <a:pt x="2434" y="13943"/>
                </a:lnTo>
                <a:lnTo>
                  <a:pt x="2750" y="14235"/>
                </a:lnTo>
                <a:lnTo>
                  <a:pt x="3042" y="14502"/>
                </a:lnTo>
                <a:lnTo>
                  <a:pt x="3383" y="14746"/>
                </a:lnTo>
                <a:lnTo>
                  <a:pt x="3699" y="14965"/>
                </a:lnTo>
                <a:lnTo>
                  <a:pt x="4064" y="15159"/>
                </a:lnTo>
                <a:lnTo>
                  <a:pt x="4429" y="15354"/>
                </a:lnTo>
                <a:lnTo>
                  <a:pt x="4794" y="15500"/>
                </a:lnTo>
                <a:lnTo>
                  <a:pt x="5184" y="15622"/>
                </a:lnTo>
                <a:lnTo>
                  <a:pt x="5597" y="15743"/>
                </a:lnTo>
                <a:lnTo>
                  <a:pt x="6011" y="15816"/>
                </a:lnTo>
                <a:lnTo>
                  <a:pt x="6424" y="15889"/>
                </a:lnTo>
                <a:lnTo>
                  <a:pt x="6862" y="15914"/>
                </a:lnTo>
                <a:lnTo>
                  <a:pt x="7300" y="15938"/>
                </a:lnTo>
                <a:lnTo>
                  <a:pt x="7738" y="15938"/>
                </a:lnTo>
                <a:lnTo>
                  <a:pt x="8152" y="15914"/>
                </a:lnTo>
                <a:lnTo>
                  <a:pt x="8590" y="15889"/>
                </a:lnTo>
                <a:lnTo>
                  <a:pt x="9004" y="15841"/>
                </a:lnTo>
                <a:lnTo>
                  <a:pt x="9442" y="15768"/>
                </a:lnTo>
                <a:lnTo>
                  <a:pt x="9855" y="15670"/>
                </a:lnTo>
                <a:lnTo>
                  <a:pt x="10245" y="15573"/>
                </a:lnTo>
                <a:lnTo>
                  <a:pt x="10658" y="15451"/>
                </a:lnTo>
                <a:lnTo>
                  <a:pt x="11048" y="15305"/>
                </a:lnTo>
                <a:lnTo>
                  <a:pt x="11461" y="15135"/>
                </a:lnTo>
                <a:lnTo>
                  <a:pt x="11826" y="14940"/>
                </a:lnTo>
                <a:lnTo>
                  <a:pt x="12216" y="14721"/>
                </a:lnTo>
                <a:lnTo>
                  <a:pt x="12581" y="14478"/>
                </a:lnTo>
                <a:lnTo>
                  <a:pt x="12921" y="14235"/>
                </a:lnTo>
                <a:lnTo>
                  <a:pt x="13286" y="13943"/>
                </a:lnTo>
                <a:lnTo>
                  <a:pt x="13603" y="13651"/>
                </a:lnTo>
                <a:lnTo>
                  <a:pt x="13895" y="13334"/>
                </a:lnTo>
                <a:lnTo>
                  <a:pt x="14187" y="13018"/>
                </a:lnTo>
                <a:lnTo>
                  <a:pt x="14454" y="12702"/>
                </a:lnTo>
                <a:lnTo>
                  <a:pt x="14697" y="12361"/>
                </a:lnTo>
                <a:lnTo>
                  <a:pt x="14916" y="11996"/>
                </a:lnTo>
                <a:lnTo>
                  <a:pt x="15111" y="11631"/>
                </a:lnTo>
                <a:lnTo>
                  <a:pt x="15135" y="11631"/>
                </a:lnTo>
                <a:lnTo>
                  <a:pt x="15160" y="11582"/>
                </a:lnTo>
                <a:lnTo>
                  <a:pt x="15160" y="11534"/>
                </a:lnTo>
                <a:lnTo>
                  <a:pt x="15330" y="11096"/>
                </a:lnTo>
                <a:lnTo>
                  <a:pt x="15500" y="10658"/>
                </a:lnTo>
                <a:lnTo>
                  <a:pt x="15622" y="10195"/>
                </a:lnTo>
                <a:lnTo>
                  <a:pt x="15719" y="9733"/>
                </a:lnTo>
                <a:lnTo>
                  <a:pt x="15744" y="9709"/>
                </a:lnTo>
                <a:lnTo>
                  <a:pt x="15768" y="9684"/>
                </a:lnTo>
                <a:lnTo>
                  <a:pt x="15792" y="9636"/>
                </a:lnTo>
                <a:lnTo>
                  <a:pt x="15768" y="9611"/>
                </a:lnTo>
                <a:lnTo>
                  <a:pt x="15744" y="9563"/>
                </a:lnTo>
                <a:lnTo>
                  <a:pt x="15792" y="9174"/>
                </a:lnTo>
                <a:lnTo>
                  <a:pt x="15841" y="8760"/>
                </a:lnTo>
                <a:lnTo>
                  <a:pt x="15841" y="8371"/>
                </a:lnTo>
                <a:lnTo>
                  <a:pt x="15817" y="7957"/>
                </a:lnTo>
                <a:lnTo>
                  <a:pt x="15744" y="7105"/>
                </a:lnTo>
                <a:lnTo>
                  <a:pt x="15671" y="6667"/>
                </a:lnTo>
                <a:lnTo>
                  <a:pt x="15598" y="6254"/>
                </a:lnTo>
                <a:lnTo>
                  <a:pt x="15525" y="5840"/>
                </a:lnTo>
                <a:lnTo>
                  <a:pt x="15403" y="5426"/>
                </a:lnTo>
                <a:lnTo>
                  <a:pt x="15281" y="5013"/>
                </a:lnTo>
                <a:lnTo>
                  <a:pt x="15160" y="4623"/>
                </a:lnTo>
                <a:lnTo>
                  <a:pt x="14989" y="4234"/>
                </a:lnTo>
                <a:lnTo>
                  <a:pt x="14819" y="3845"/>
                </a:lnTo>
                <a:lnTo>
                  <a:pt x="14624" y="3480"/>
                </a:lnTo>
                <a:lnTo>
                  <a:pt x="14405" y="3115"/>
                </a:lnTo>
                <a:lnTo>
                  <a:pt x="14162" y="2774"/>
                </a:lnTo>
                <a:lnTo>
                  <a:pt x="13895" y="2458"/>
                </a:lnTo>
                <a:lnTo>
                  <a:pt x="13603" y="2141"/>
                </a:lnTo>
                <a:lnTo>
                  <a:pt x="13286" y="1849"/>
                </a:lnTo>
                <a:lnTo>
                  <a:pt x="12970" y="1582"/>
                </a:lnTo>
                <a:lnTo>
                  <a:pt x="12654" y="1363"/>
                </a:lnTo>
                <a:lnTo>
                  <a:pt x="12313" y="1144"/>
                </a:lnTo>
                <a:lnTo>
                  <a:pt x="11948" y="949"/>
                </a:lnTo>
                <a:lnTo>
                  <a:pt x="11607" y="779"/>
                </a:lnTo>
                <a:lnTo>
                  <a:pt x="11218" y="609"/>
                </a:lnTo>
                <a:lnTo>
                  <a:pt x="10853" y="487"/>
                </a:lnTo>
                <a:lnTo>
                  <a:pt x="10464" y="365"/>
                </a:lnTo>
                <a:lnTo>
                  <a:pt x="10099" y="268"/>
                </a:lnTo>
                <a:lnTo>
                  <a:pt x="9709" y="171"/>
                </a:lnTo>
                <a:lnTo>
                  <a:pt x="9320" y="98"/>
                </a:lnTo>
                <a:lnTo>
                  <a:pt x="8931" y="49"/>
                </a:lnTo>
                <a:lnTo>
                  <a:pt x="8541" y="25"/>
                </a:lnTo>
                <a:lnTo>
                  <a:pt x="8152" y="0"/>
                </a:lnTo>
                <a:close/>
              </a:path>
            </a:pathLst>
          </a:cu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28"/>
          <p:cNvSpPr/>
          <p:nvPr/>
        </p:nvSpPr>
        <p:spPr>
          <a:xfrm>
            <a:off x="7294350" y="2632288"/>
            <a:ext cx="590400" cy="3936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28"/>
          <p:cNvSpPr/>
          <p:nvPr/>
        </p:nvSpPr>
        <p:spPr>
          <a:xfrm>
            <a:off x="7458500" y="2087288"/>
            <a:ext cx="486900" cy="3936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28"/>
          <p:cNvSpPr/>
          <p:nvPr/>
        </p:nvSpPr>
        <p:spPr>
          <a:xfrm>
            <a:off x="6896050" y="1955863"/>
            <a:ext cx="486900" cy="3936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28"/>
          <p:cNvSpPr/>
          <p:nvPr/>
        </p:nvSpPr>
        <p:spPr>
          <a:xfrm>
            <a:off x="2324050" y="2552100"/>
            <a:ext cx="660300" cy="4980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28"/>
          <p:cNvSpPr/>
          <p:nvPr/>
        </p:nvSpPr>
        <p:spPr>
          <a:xfrm>
            <a:off x="2428260" y="1996200"/>
            <a:ext cx="486900" cy="4980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28"/>
          <p:cNvSpPr/>
          <p:nvPr/>
        </p:nvSpPr>
        <p:spPr>
          <a:xfrm>
            <a:off x="1800173" y="1913723"/>
            <a:ext cx="548700" cy="4980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28"/>
          <p:cNvSpPr/>
          <p:nvPr/>
        </p:nvSpPr>
        <p:spPr>
          <a:xfrm>
            <a:off x="4346138" y="1969675"/>
            <a:ext cx="1118400" cy="1050000"/>
          </a:xfrm>
          <a:prstGeom prst="ellipse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28"/>
          <p:cNvSpPr/>
          <p:nvPr/>
        </p:nvSpPr>
        <p:spPr>
          <a:xfrm>
            <a:off x="1644113" y="2491475"/>
            <a:ext cx="548700" cy="4980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28"/>
          <p:cNvSpPr/>
          <p:nvPr/>
        </p:nvSpPr>
        <p:spPr>
          <a:xfrm>
            <a:off x="3526375" y="3379788"/>
            <a:ext cx="1118400" cy="10500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28"/>
          <p:cNvSpPr/>
          <p:nvPr/>
        </p:nvSpPr>
        <p:spPr>
          <a:xfrm>
            <a:off x="7148725" y="594088"/>
            <a:ext cx="1118400" cy="105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28"/>
          <p:cNvSpPr/>
          <p:nvPr/>
        </p:nvSpPr>
        <p:spPr>
          <a:xfrm>
            <a:off x="5765050" y="594088"/>
            <a:ext cx="1118400" cy="105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28"/>
          <p:cNvSpPr/>
          <p:nvPr/>
        </p:nvSpPr>
        <p:spPr>
          <a:xfrm>
            <a:off x="4346138" y="594100"/>
            <a:ext cx="1118400" cy="105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28"/>
          <p:cNvSpPr/>
          <p:nvPr/>
        </p:nvSpPr>
        <p:spPr>
          <a:xfrm>
            <a:off x="2949163" y="594113"/>
            <a:ext cx="1118400" cy="105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28"/>
          <p:cNvSpPr/>
          <p:nvPr/>
        </p:nvSpPr>
        <p:spPr>
          <a:xfrm>
            <a:off x="1552200" y="594113"/>
            <a:ext cx="1118400" cy="105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28"/>
          <p:cNvSpPr txBox="1"/>
          <p:nvPr>
            <p:ph idx="12" type="sldNum"/>
          </p:nvPr>
        </p:nvSpPr>
        <p:spPr>
          <a:xfrm>
            <a:off x="7899350" y="409842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1" name="Google Shape;571;p28"/>
          <p:cNvSpPr/>
          <p:nvPr/>
        </p:nvSpPr>
        <p:spPr>
          <a:xfrm>
            <a:off x="1682743" y="789832"/>
            <a:ext cx="548681" cy="470285"/>
          </a:xfrm>
          <a:custGeom>
            <a:rect b="b" l="l" r="r" t="t"/>
            <a:pathLst>
              <a:path extrusionOk="0" h="16571" w="18956">
                <a:moveTo>
                  <a:pt x="9222" y="2604"/>
                </a:moveTo>
                <a:lnTo>
                  <a:pt x="9149" y="2628"/>
                </a:lnTo>
                <a:lnTo>
                  <a:pt x="9028" y="2701"/>
                </a:lnTo>
                <a:lnTo>
                  <a:pt x="8809" y="2896"/>
                </a:lnTo>
                <a:lnTo>
                  <a:pt x="8517" y="3139"/>
                </a:lnTo>
                <a:lnTo>
                  <a:pt x="8249" y="3358"/>
                </a:lnTo>
                <a:lnTo>
                  <a:pt x="7957" y="3577"/>
                </a:lnTo>
                <a:lnTo>
                  <a:pt x="7665" y="3821"/>
                </a:lnTo>
                <a:lnTo>
                  <a:pt x="6619" y="4818"/>
                </a:lnTo>
                <a:lnTo>
                  <a:pt x="5573" y="5816"/>
                </a:lnTo>
                <a:lnTo>
                  <a:pt x="5256" y="6181"/>
                </a:lnTo>
                <a:lnTo>
                  <a:pt x="4964" y="6546"/>
                </a:lnTo>
                <a:lnTo>
                  <a:pt x="4380" y="7325"/>
                </a:lnTo>
                <a:lnTo>
                  <a:pt x="4210" y="7495"/>
                </a:lnTo>
                <a:lnTo>
                  <a:pt x="3942" y="7763"/>
                </a:lnTo>
                <a:lnTo>
                  <a:pt x="3821" y="7909"/>
                </a:lnTo>
                <a:lnTo>
                  <a:pt x="3723" y="8055"/>
                </a:lnTo>
                <a:lnTo>
                  <a:pt x="3675" y="8176"/>
                </a:lnTo>
                <a:lnTo>
                  <a:pt x="3675" y="8225"/>
                </a:lnTo>
                <a:lnTo>
                  <a:pt x="3699" y="8274"/>
                </a:lnTo>
                <a:lnTo>
                  <a:pt x="3796" y="8347"/>
                </a:lnTo>
                <a:lnTo>
                  <a:pt x="3918" y="8347"/>
                </a:lnTo>
                <a:lnTo>
                  <a:pt x="4040" y="8322"/>
                </a:lnTo>
                <a:lnTo>
                  <a:pt x="4186" y="8249"/>
                </a:lnTo>
                <a:lnTo>
                  <a:pt x="4332" y="8128"/>
                </a:lnTo>
                <a:lnTo>
                  <a:pt x="4478" y="8006"/>
                </a:lnTo>
                <a:lnTo>
                  <a:pt x="4794" y="7665"/>
                </a:lnTo>
                <a:lnTo>
                  <a:pt x="5086" y="7300"/>
                </a:lnTo>
                <a:lnTo>
                  <a:pt x="5354" y="6935"/>
                </a:lnTo>
                <a:lnTo>
                  <a:pt x="5694" y="6473"/>
                </a:lnTo>
                <a:lnTo>
                  <a:pt x="6108" y="6035"/>
                </a:lnTo>
                <a:lnTo>
                  <a:pt x="6521" y="5621"/>
                </a:lnTo>
                <a:lnTo>
                  <a:pt x="7422" y="4818"/>
                </a:lnTo>
                <a:lnTo>
                  <a:pt x="7860" y="4380"/>
                </a:lnTo>
                <a:lnTo>
                  <a:pt x="8322" y="3967"/>
                </a:lnTo>
                <a:lnTo>
                  <a:pt x="8663" y="3699"/>
                </a:lnTo>
                <a:lnTo>
                  <a:pt x="9003" y="3456"/>
                </a:lnTo>
                <a:lnTo>
                  <a:pt x="9174" y="3285"/>
                </a:lnTo>
                <a:lnTo>
                  <a:pt x="9295" y="3139"/>
                </a:lnTo>
                <a:lnTo>
                  <a:pt x="9320" y="3139"/>
                </a:lnTo>
                <a:lnTo>
                  <a:pt x="9466" y="3285"/>
                </a:lnTo>
                <a:lnTo>
                  <a:pt x="10366" y="4113"/>
                </a:lnTo>
                <a:lnTo>
                  <a:pt x="11169" y="4916"/>
                </a:lnTo>
                <a:lnTo>
                  <a:pt x="11558" y="5329"/>
                </a:lnTo>
                <a:lnTo>
                  <a:pt x="11923" y="5767"/>
                </a:lnTo>
                <a:lnTo>
                  <a:pt x="12264" y="6181"/>
                </a:lnTo>
                <a:lnTo>
                  <a:pt x="12605" y="6643"/>
                </a:lnTo>
                <a:lnTo>
                  <a:pt x="12945" y="7057"/>
                </a:lnTo>
                <a:lnTo>
                  <a:pt x="13116" y="7276"/>
                </a:lnTo>
                <a:lnTo>
                  <a:pt x="13310" y="7471"/>
                </a:lnTo>
                <a:lnTo>
                  <a:pt x="13675" y="7787"/>
                </a:lnTo>
                <a:lnTo>
                  <a:pt x="14040" y="8079"/>
                </a:lnTo>
                <a:lnTo>
                  <a:pt x="14308" y="8322"/>
                </a:lnTo>
                <a:lnTo>
                  <a:pt x="14429" y="8420"/>
                </a:lnTo>
                <a:lnTo>
                  <a:pt x="14502" y="8444"/>
                </a:lnTo>
                <a:lnTo>
                  <a:pt x="14600" y="8493"/>
                </a:lnTo>
                <a:lnTo>
                  <a:pt x="14697" y="8493"/>
                </a:lnTo>
                <a:lnTo>
                  <a:pt x="14770" y="8444"/>
                </a:lnTo>
                <a:lnTo>
                  <a:pt x="14843" y="8371"/>
                </a:lnTo>
                <a:lnTo>
                  <a:pt x="14867" y="8274"/>
                </a:lnTo>
                <a:lnTo>
                  <a:pt x="14867" y="8201"/>
                </a:lnTo>
                <a:lnTo>
                  <a:pt x="14843" y="8103"/>
                </a:lnTo>
                <a:lnTo>
                  <a:pt x="14746" y="7957"/>
                </a:lnTo>
                <a:lnTo>
                  <a:pt x="14648" y="7811"/>
                </a:lnTo>
                <a:lnTo>
                  <a:pt x="14502" y="7690"/>
                </a:lnTo>
                <a:lnTo>
                  <a:pt x="14186" y="7446"/>
                </a:lnTo>
                <a:lnTo>
                  <a:pt x="13894" y="7252"/>
                </a:lnTo>
                <a:lnTo>
                  <a:pt x="13675" y="7057"/>
                </a:lnTo>
                <a:lnTo>
                  <a:pt x="13481" y="6862"/>
                </a:lnTo>
                <a:lnTo>
                  <a:pt x="13116" y="6424"/>
                </a:lnTo>
                <a:lnTo>
                  <a:pt x="12434" y="5500"/>
                </a:lnTo>
                <a:lnTo>
                  <a:pt x="12045" y="5037"/>
                </a:lnTo>
                <a:lnTo>
                  <a:pt x="11607" y="4599"/>
                </a:lnTo>
                <a:lnTo>
                  <a:pt x="11169" y="4161"/>
                </a:lnTo>
                <a:lnTo>
                  <a:pt x="10731" y="3723"/>
                </a:lnTo>
                <a:lnTo>
                  <a:pt x="10293" y="3334"/>
                </a:lnTo>
                <a:lnTo>
                  <a:pt x="9806" y="2920"/>
                </a:lnTo>
                <a:lnTo>
                  <a:pt x="9660" y="2799"/>
                </a:lnTo>
                <a:lnTo>
                  <a:pt x="9514" y="2726"/>
                </a:lnTo>
                <a:lnTo>
                  <a:pt x="9417" y="2628"/>
                </a:lnTo>
                <a:lnTo>
                  <a:pt x="9368" y="2604"/>
                </a:lnTo>
                <a:close/>
                <a:moveTo>
                  <a:pt x="9271" y="8979"/>
                </a:moveTo>
                <a:lnTo>
                  <a:pt x="9247" y="9125"/>
                </a:lnTo>
                <a:lnTo>
                  <a:pt x="9271" y="9271"/>
                </a:lnTo>
                <a:lnTo>
                  <a:pt x="9295" y="9563"/>
                </a:lnTo>
                <a:lnTo>
                  <a:pt x="8517" y="9563"/>
                </a:lnTo>
                <a:lnTo>
                  <a:pt x="8298" y="9587"/>
                </a:lnTo>
                <a:lnTo>
                  <a:pt x="8176" y="9612"/>
                </a:lnTo>
                <a:lnTo>
                  <a:pt x="8054" y="9636"/>
                </a:lnTo>
                <a:lnTo>
                  <a:pt x="8054" y="9466"/>
                </a:lnTo>
                <a:lnTo>
                  <a:pt x="8054" y="9320"/>
                </a:lnTo>
                <a:lnTo>
                  <a:pt x="8006" y="9174"/>
                </a:lnTo>
                <a:lnTo>
                  <a:pt x="7957" y="9028"/>
                </a:lnTo>
                <a:lnTo>
                  <a:pt x="8614" y="9028"/>
                </a:lnTo>
                <a:lnTo>
                  <a:pt x="9271" y="8979"/>
                </a:lnTo>
                <a:close/>
                <a:moveTo>
                  <a:pt x="10317" y="8979"/>
                </a:moveTo>
                <a:lnTo>
                  <a:pt x="10682" y="9028"/>
                </a:lnTo>
                <a:lnTo>
                  <a:pt x="11047" y="9052"/>
                </a:lnTo>
                <a:lnTo>
                  <a:pt x="11047" y="9344"/>
                </a:lnTo>
                <a:lnTo>
                  <a:pt x="11047" y="9636"/>
                </a:lnTo>
                <a:lnTo>
                  <a:pt x="10731" y="9612"/>
                </a:lnTo>
                <a:lnTo>
                  <a:pt x="9685" y="9587"/>
                </a:lnTo>
                <a:lnTo>
                  <a:pt x="9636" y="9271"/>
                </a:lnTo>
                <a:lnTo>
                  <a:pt x="9612" y="9125"/>
                </a:lnTo>
                <a:lnTo>
                  <a:pt x="9563" y="8979"/>
                </a:lnTo>
                <a:close/>
                <a:moveTo>
                  <a:pt x="8054" y="10001"/>
                </a:moveTo>
                <a:lnTo>
                  <a:pt x="8176" y="10025"/>
                </a:lnTo>
                <a:lnTo>
                  <a:pt x="8930" y="10025"/>
                </a:lnTo>
                <a:lnTo>
                  <a:pt x="9320" y="10050"/>
                </a:lnTo>
                <a:lnTo>
                  <a:pt x="9295" y="10707"/>
                </a:lnTo>
                <a:lnTo>
                  <a:pt x="8638" y="10634"/>
                </a:lnTo>
                <a:lnTo>
                  <a:pt x="8298" y="10634"/>
                </a:lnTo>
                <a:lnTo>
                  <a:pt x="8006" y="10658"/>
                </a:lnTo>
                <a:lnTo>
                  <a:pt x="8030" y="10342"/>
                </a:lnTo>
                <a:lnTo>
                  <a:pt x="8054" y="10001"/>
                </a:lnTo>
                <a:close/>
                <a:moveTo>
                  <a:pt x="9709" y="10074"/>
                </a:moveTo>
                <a:lnTo>
                  <a:pt x="10366" y="10147"/>
                </a:lnTo>
                <a:lnTo>
                  <a:pt x="10901" y="10147"/>
                </a:lnTo>
                <a:lnTo>
                  <a:pt x="11047" y="10123"/>
                </a:lnTo>
                <a:lnTo>
                  <a:pt x="11047" y="10123"/>
                </a:lnTo>
                <a:lnTo>
                  <a:pt x="11023" y="10390"/>
                </a:lnTo>
                <a:lnTo>
                  <a:pt x="10974" y="10634"/>
                </a:lnTo>
                <a:lnTo>
                  <a:pt x="10755" y="10707"/>
                </a:lnTo>
                <a:lnTo>
                  <a:pt x="10536" y="10731"/>
                </a:lnTo>
                <a:lnTo>
                  <a:pt x="10123" y="10755"/>
                </a:lnTo>
                <a:lnTo>
                  <a:pt x="9685" y="10755"/>
                </a:lnTo>
                <a:lnTo>
                  <a:pt x="9685" y="10707"/>
                </a:lnTo>
                <a:lnTo>
                  <a:pt x="9709" y="10390"/>
                </a:lnTo>
                <a:lnTo>
                  <a:pt x="9709" y="10074"/>
                </a:lnTo>
                <a:close/>
                <a:moveTo>
                  <a:pt x="8955" y="8468"/>
                </a:moveTo>
                <a:lnTo>
                  <a:pt x="8541" y="8493"/>
                </a:lnTo>
                <a:lnTo>
                  <a:pt x="8346" y="8517"/>
                </a:lnTo>
                <a:lnTo>
                  <a:pt x="8152" y="8566"/>
                </a:lnTo>
                <a:lnTo>
                  <a:pt x="7957" y="8614"/>
                </a:lnTo>
                <a:lnTo>
                  <a:pt x="7762" y="8687"/>
                </a:lnTo>
                <a:lnTo>
                  <a:pt x="7738" y="8736"/>
                </a:lnTo>
                <a:lnTo>
                  <a:pt x="7714" y="8760"/>
                </a:lnTo>
                <a:lnTo>
                  <a:pt x="7689" y="8833"/>
                </a:lnTo>
                <a:lnTo>
                  <a:pt x="7641" y="8882"/>
                </a:lnTo>
                <a:lnTo>
                  <a:pt x="7592" y="8906"/>
                </a:lnTo>
                <a:lnTo>
                  <a:pt x="7568" y="8979"/>
                </a:lnTo>
                <a:lnTo>
                  <a:pt x="7568" y="9028"/>
                </a:lnTo>
                <a:lnTo>
                  <a:pt x="7616" y="9247"/>
                </a:lnTo>
                <a:lnTo>
                  <a:pt x="7616" y="9490"/>
                </a:lnTo>
                <a:lnTo>
                  <a:pt x="7592" y="9709"/>
                </a:lnTo>
                <a:lnTo>
                  <a:pt x="7568" y="9952"/>
                </a:lnTo>
                <a:lnTo>
                  <a:pt x="7495" y="10415"/>
                </a:lnTo>
                <a:lnTo>
                  <a:pt x="7495" y="10634"/>
                </a:lnTo>
                <a:lnTo>
                  <a:pt x="7519" y="10877"/>
                </a:lnTo>
                <a:lnTo>
                  <a:pt x="7519" y="10926"/>
                </a:lnTo>
                <a:lnTo>
                  <a:pt x="7568" y="10974"/>
                </a:lnTo>
                <a:lnTo>
                  <a:pt x="7641" y="11023"/>
                </a:lnTo>
                <a:lnTo>
                  <a:pt x="7762" y="11047"/>
                </a:lnTo>
                <a:lnTo>
                  <a:pt x="7860" y="10999"/>
                </a:lnTo>
                <a:lnTo>
                  <a:pt x="8079" y="11072"/>
                </a:lnTo>
                <a:lnTo>
                  <a:pt x="8298" y="11120"/>
                </a:lnTo>
                <a:lnTo>
                  <a:pt x="8784" y="11169"/>
                </a:lnTo>
                <a:lnTo>
                  <a:pt x="9733" y="11218"/>
                </a:lnTo>
                <a:lnTo>
                  <a:pt x="10123" y="11242"/>
                </a:lnTo>
                <a:lnTo>
                  <a:pt x="10561" y="11218"/>
                </a:lnTo>
                <a:lnTo>
                  <a:pt x="10780" y="11193"/>
                </a:lnTo>
                <a:lnTo>
                  <a:pt x="10999" y="11145"/>
                </a:lnTo>
                <a:lnTo>
                  <a:pt x="11169" y="11072"/>
                </a:lnTo>
                <a:lnTo>
                  <a:pt x="11339" y="10950"/>
                </a:lnTo>
                <a:lnTo>
                  <a:pt x="11388" y="10877"/>
                </a:lnTo>
                <a:lnTo>
                  <a:pt x="11388" y="10828"/>
                </a:lnTo>
                <a:lnTo>
                  <a:pt x="11412" y="10804"/>
                </a:lnTo>
                <a:lnTo>
                  <a:pt x="11461" y="10561"/>
                </a:lnTo>
                <a:lnTo>
                  <a:pt x="11510" y="10293"/>
                </a:lnTo>
                <a:lnTo>
                  <a:pt x="11510" y="10025"/>
                </a:lnTo>
                <a:lnTo>
                  <a:pt x="11510" y="9782"/>
                </a:lnTo>
                <a:lnTo>
                  <a:pt x="11510" y="9223"/>
                </a:lnTo>
                <a:lnTo>
                  <a:pt x="11485" y="8931"/>
                </a:lnTo>
                <a:lnTo>
                  <a:pt x="11437" y="8663"/>
                </a:lnTo>
                <a:lnTo>
                  <a:pt x="11412" y="8614"/>
                </a:lnTo>
                <a:lnTo>
                  <a:pt x="11364" y="8590"/>
                </a:lnTo>
                <a:lnTo>
                  <a:pt x="11315" y="8566"/>
                </a:lnTo>
                <a:lnTo>
                  <a:pt x="11218" y="8566"/>
                </a:lnTo>
                <a:lnTo>
                  <a:pt x="10755" y="8493"/>
                </a:lnTo>
                <a:lnTo>
                  <a:pt x="10293" y="8468"/>
                </a:lnTo>
                <a:close/>
                <a:moveTo>
                  <a:pt x="10244" y="12556"/>
                </a:moveTo>
                <a:lnTo>
                  <a:pt x="10390" y="12678"/>
                </a:lnTo>
                <a:lnTo>
                  <a:pt x="10536" y="12799"/>
                </a:lnTo>
                <a:lnTo>
                  <a:pt x="10634" y="12970"/>
                </a:lnTo>
                <a:lnTo>
                  <a:pt x="10415" y="13018"/>
                </a:lnTo>
                <a:lnTo>
                  <a:pt x="10342" y="12775"/>
                </a:lnTo>
                <a:lnTo>
                  <a:pt x="10244" y="12556"/>
                </a:lnTo>
                <a:close/>
                <a:moveTo>
                  <a:pt x="10828" y="13359"/>
                </a:moveTo>
                <a:lnTo>
                  <a:pt x="10901" y="13578"/>
                </a:lnTo>
                <a:lnTo>
                  <a:pt x="10707" y="13675"/>
                </a:lnTo>
                <a:lnTo>
                  <a:pt x="10536" y="13797"/>
                </a:lnTo>
                <a:lnTo>
                  <a:pt x="10536" y="13773"/>
                </a:lnTo>
                <a:lnTo>
                  <a:pt x="10488" y="13383"/>
                </a:lnTo>
                <a:lnTo>
                  <a:pt x="10512" y="13359"/>
                </a:lnTo>
                <a:close/>
                <a:moveTo>
                  <a:pt x="10974" y="13919"/>
                </a:moveTo>
                <a:lnTo>
                  <a:pt x="11023" y="14332"/>
                </a:lnTo>
                <a:lnTo>
                  <a:pt x="10853" y="14381"/>
                </a:lnTo>
                <a:lnTo>
                  <a:pt x="10707" y="14430"/>
                </a:lnTo>
                <a:lnTo>
                  <a:pt x="10536" y="14478"/>
                </a:lnTo>
                <a:lnTo>
                  <a:pt x="10536" y="14113"/>
                </a:lnTo>
                <a:lnTo>
                  <a:pt x="10658" y="14065"/>
                </a:lnTo>
                <a:lnTo>
                  <a:pt x="10780" y="13992"/>
                </a:lnTo>
                <a:lnTo>
                  <a:pt x="10974" y="13919"/>
                </a:lnTo>
                <a:close/>
                <a:moveTo>
                  <a:pt x="11047" y="14722"/>
                </a:moveTo>
                <a:lnTo>
                  <a:pt x="11047" y="14941"/>
                </a:lnTo>
                <a:lnTo>
                  <a:pt x="10755" y="15038"/>
                </a:lnTo>
                <a:lnTo>
                  <a:pt x="10609" y="15087"/>
                </a:lnTo>
                <a:lnTo>
                  <a:pt x="10463" y="15160"/>
                </a:lnTo>
                <a:lnTo>
                  <a:pt x="10512" y="14819"/>
                </a:lnTo>
                <a:lnTo>
                  <a:pt x="10804" y="14746"/>
                </a:lnTo>
                <a:lnTo>
                  <a:pt x="11047" y="14722"/>
                </a:lnTo>
                <a:close/>
                <a:moveTo>
                  <a:pt x="11047" y="15306"/>
                </a:moveTo>
                <a:lnTo>
                  <a:pt x="11023" y="15573"/>
                </a:lnTo>
                <a:lnTo>
                  <a:pt x="11023" y="15671"/>
                </a:lnTo>
                <a:lnTo>
                  <a:pt x="10999" y="15671"/>
                </a:lnTo>
                <a:lnTo>
                  <a:pt x="10804" y="15719"/>
                </a:lnTo>
                <a:lnTo>
                  <a:pt x="10585" y="15792"/>
                </a:lnTo>
                <a:lnTo>
                  <a:pt x="10488" y="15841"/>
                </a:lnTo>
                <a:lnTo>
                  <a:pt x="10390" y="15890"/>
                </a:lnTo>
                <a:lnTo>
                  <a:pt x="10390" y="15890"/>
                </a:lnTo>
                <a:lnTo>
                  <a:pt x="10439" y="15427"/>
                </a:lnTo>
                <a:lnTo>
                  <a:pt x="10585" y="15427"/>
                </a:lnTo>
                <a:lnTo>
                  <a:pt x="10731" y="15403"/>
                </a:lnTo>
                <a:lnTo>
                  <a:pt x="11047" y="15306"/>
                </a:lnTo>
                <a:close/>
                <a:moveTo>
                  <a:pt x="9441" y="536"/>
                </a:moveTo>
                <a:lnTo>
                  <a:pt x="9612" y="804"/>
                </a:lnTo>
                <a:lnTo>
                  <a:pt x="9831" y="1023"/>
                </a:lnTo>
                <a:lnTo>
                  <a:pt x="10050" y="1242"/>
                </a:lnTo>
                <a:lnTo>
                  <a:pt x="10293" y="1460"/>
                </a:lnTo>
                <a:lnTo>
                  <a:pt x="10780" y="1825"/>
                </a:lnTo>
                <a:lnTo>
                  <a:pt x="11266" y="2215"/>
                </a:lnTo>
                <a:lnTo>
                  <a:pt x="11899" y="2750"/>
                </a:lnTo>
                <a:lnTo>
                  <a:pt x="12507" y="3334"/>
                </a:lnTo>
                <a:lnTo>
                  <a:pt x="13091" y="3942"/>
                </a:lnTo>
                <a:lnTo>
                  <a:pt x="13651" y="4575"/>
                </a:lnTo>
                <a:lnTo>
                  <a:pt x="14746" y="5792"/>
                </a:lnTo>
                <a:lnTo>
                  <a:pt x="15305" y="6376"/>
                </a:lnTo>
                <a:lnTo>
                  <a:pt x="15622" y="6668"/>
                </a:lnTo>
                <a:lnTo>
                  <a:pt x="15914" y="6935"/>
                </a:lnTo>
                <a:lnTo>
                  <a:pt x="16206" y="7179"/>
                </a:lnTo>
                <a:lnTo>
                  <a:pt x="16522" y="7398"/>
                </a:lnTo>
                <a:lnTo>
                  <a:pt x="17155" y="7884"/>
                </a:lnTo>
                <a:lnTo>
                  <a:pt x="17471" y="8128"/>
                </a:lnTo>
                <a:lnTo>
                  <a:pt x="17763" y="8371"/>
                </a:lnTo>
                <a:lnTo>
                  <a:pt x="18031" y="8639"/>
                </a:lnTo>
                <a:lnTo>
                  <a:pt x="18274" y="8931"/>
                </a:lnTo>
                <a:lnTo>
                  <a:pt x="17885" y="8955"/>
                </a:lnTo>
                <a:lnTo>
                  <a:pt x="16741" y="8955"/>
                </a:lnTo>
                <a:lnTo>
                  <a:pt x="16425" y="8931"/>
                </a:lnTo>
                <a:lnTo>
                  <a:pt x="16060" y="8931"/>
                </a:lnTo>
                <a:lnTo>
                  <a:pt x="15889" y="8955"/>
                </a:lnTo>
                <a:lnTo>
                  <a:pt x="15719" y="8979"/>
                </a:lnTo>
                <a:lnTo>
                  <a:pt x="15597" y="9052"/>
                </a:lnTo>
                <a:lnTo>
                  <a:pt x="15524" y="9125"/>
                </a:lnTo>
                <a:lnTo>
                  <a:pt x="15500" y="9174"/>
                </a:lnTo>
                <a:lnTo>
                  <a:pt x="15500" y="9223"/>
                </a:lnTo>
                <a:lnTo>
                  <a:pt x="15573" y="9296"/>
                </a:lnTo>
                <a:lnTo>
                  <a:pt x="15549" y="9369"/>
                </a:lnTo>
                <a:lnTo>
                  <a:pt x="15549" y="10317"/>
                </a:lnTo>
                <a:lnTo>
                  <a:pt x="15549" y="11266"/>
                </a:lnTo>
                <a:lnTo>
                  <a:pt x="15524" y="12215"/>
                </a:lnTo>
                <a:lnTo>
                  <a:pt x="15476" y="13164"/>
                </a:lnTo>
                <a:lnTo>
                  <a:pt x="15451" y="14065"/>
                </a:lnTo>
                <a:lnTo>
                  <a:pt x="15427" y="14989"/>
                </a:lnTo>
                <a:lnTo>
                  <a:pt x="15427" y="15427"/>
                </a:lnTo>
                <a:lnTo>
                  <a:pt x="15451" y="15646"/>
                </a:lnTo>
                <a:lnTo>
                  <a:pt x="15500" y="15890"/>
                </a:lnTo>
                <a:lnTo>
                  <a:pt x="15208" y="15938"/>
                </a:lnTo>
                <a:lnTo>
                  <a:pt x="14965" y="15987"/>
                </a:lnTo>
                <a:lnTo>
                  <a:pt x="14210" y="16060"/>
                </a:lnTo>
                <a:lnTo>
                  <a:pt x="12069" y="16060"/>
                </a:lnTo>
                <a:lnTo>
                  <a:pt x="11826" y="16036"/>
                </a:lnTo>
                <a:lnTo>
                  <a:pt x="11680" y="16011"/>
                </a:lnTo>
                <a:lnTo>
                  <a:pt x="11510" y="16011"/>
                </a:lnTo>
                <a:lnTo>
                  <a:pt x="11534" y="15744"/>
                </a:lnTo>
                <a:lnTo>
                  <a:pt x="11558" y="15500"/>
                </a:lnTo>
                <a:lnTo>
                  <a:pt x="11558" y="15135"/>
                </a:lnTo>
                <a:lnTo>
                  <a:pt x="11558" y="14795"/>
                </a:lnTo>
                <a:lnTo>
                  <a:pt x="11534" y="14454"/>
                </a:lnTo>
                <a:lnTo>
                  <a:pt x="11510" y="14113"/>
                </a:lnTo>
                <a:lnTo>
                  <a:pt x="11461" y="13821"/>
                </a:lnTo>
                <a:lnTo>
                  <a:pt x="11388" y="13505"/>
                </a:lnTo>
                <a:lnTo>
                  <a:pt x="11291" y="13213"/>
                </a:lnTo>
                <a:lnTo>
                  <a:pt x="11169" y="12921"/>
                </a:lnTo>
                <a:lnTo>
                  <a:pt x="11023" y="12629"/>
                </a:lnTo>
                <a:lnTo>
                  <a:pt x="10828" y="12410"/>
                </a:lnTo>
                <a:lnTo>
                  <a:pt x="10731" y="12288"/>
                </a:lnTo>
                <a:lnTo>
                  <a:pt x="10609" y="12191"/>
                </a:lnTo>
                <a:lnTo>
                  <a:pt x="10463" y="12118"/>
                </a:lnTo>
                <a:lnTo>
                  <a:pt x="10342" y="12045"/>
                </a:lnTo>
                <a:lnTo>
                  <a:pt x="10147" y="11972"/>
                </a:lnTo>
                <a:lnTo>
                  <a:pt x="9977" y="11948"/>
                </a:lnTo>
                <a:lnTo>
                  <a:pt x="9782" y="11923"/>
                </a:lnTo>
                <a:lnTo>
                  <a:pt x="9587" y="11923"/>
                </a:lnTo>
                <a:lnTo>
                  <a:pt x="9417" y="11948"/>
                </a:lnTo>
                <a:lnTo>
                  <a:pt x="9222" y="11996"/>
                </a:lnTo>
                <a:lnTo>
                  <a:pt x="9052" y="12045"/>
                </a:lnTo>
                <a:lnTo>
                  <a:pt x="8857" y="12118"/>
                </a:lnTo>
                <a:lnTo>
                  <a:pt x="8687" y="12215"/>
                </a:lnTo>
                <a:lnTo>
                  <a:pt x="8541" y="12313"/>
                </a:lnTo>
                <a:lnTo>
                  <a:pt x="8371" y="12434"/>
                </a:lnTo>
                <a:lnTo>
                  <a:pt x="8249" y="12580"/>
                </a:lnTo>
                <a:lnTo>
                  <a:pt x="8103" y="12702"/>
                </a:lnTo>
                <a:lnTo>
                  <a:pt x="7981" y="12848"/>
                </a:lnTo>
                <a:lnTo>
                  <a:pt x="7884" y="13018"/>
                </a:lnTo>
                <a:lnTo>
                  <a:pt x="7811" y="13164"/>
                </a:lnTo>
                <a:lnTo>
                  <a:pt x="7714" y="13383"/>
                </a:lnTo>
                <a:lnTo>
                  <a:pt x="7665" y="13578"/>
                </a:lnTo>
                <a:lnTo>
                  <a:pt x="7568" y="14016"/>
                </a:lnTo>
                <a:lnTo>
                  <a:pt x="7495" y="14454"/>
                </a:lnTo>
                <a:lnTo>
                  <a:pt x="7446" y="14892"/>
                </a:lnTo>
                <a:lnTo>
                  <a:pt x="7397" y="15281"/>
                </a:lnTo>
                <a:lnTo>
                  <a:pt x="7373" y="15525"/>
                </a:lnTo>
                <a:lnTo>
                  <a:pt x="7373" y="15768"/>
                </a:lnTo>
                <a:lnTo>
                  <a:pt x="6181" y="15768"/>
                </a:lnTo>
                <a:lnTo>
                  <a:pt x="5013" y="15817"/>
                </a:lnTo>
                <a:lnTo>
                  <a:pt x="4234" y="15817"/>
                </a:lnTo>
                <a:lnTo>
                  <a:pt x="3796" y="15841"/>
                </a:lnTo>
                <a:lnTo>
                  <a:pt x="3602" y="15865"/>
                </a:lnTo>
                <a:lnTo>
                  <a:pt x="3407" y="15914"/>
                </a:lnTo>
                <a:lnTo>
                  <a:pt x="3431" y="15598"/>
                </a:lnTo>
                <a:lnTo>
                  <a:pt x="3456" y="15281"/>
                </a:lnTo>
                <a:lnTo>
                  <a:pt x="3431" y="14965"/>
                </a:lnTo>
                <a:lnTo>
                  <a:pt x="3456" y="14673"/>
                </a:lnTo>
                <a:lnTo>
                  <a:pt x="3504" y="13651"/>
                </a:lnTo>
                <a:lnTo>
                  <a:pt x="3553" y="12605"/>
                </a:lnTo>
                <a:lnTo>
                  <a:pt x="3529" y="12191"/>
                </a:lnTo>
                <a:lnTo>
                  <a:pt x="3504" y="11777"/>
                </a:lnTo>
                <a:lnTo>
                  <a:pt x="3383" y="10950"/>
                </a:lnTo>
                <a:lnTo>
                  <a:pt x="3334" y="10512"/>
                </a:lnTo>
                <a:lnTo>
                  <a:pt x="3285" y="10098"/>
                </a:lnTo>
                <a:lnTo>
                  <a:pt x="3261" y="9685"/>
                </a:lnTo>
                <a:lnTo>
                  <a:pt x="3261" y="9271"/>
                </a:lnTo>
                <a:lnTo>
                  <a:pt x="3261" y="9247"/>
                </a:lnTo>
                <a:lnTo>
                  <a:pt x="3334" y="9198"/>
                </a:lnTo>
                <a:lnTo>
                  <a:pt x="3383" y="9125"/>
                </a:lnTo>
                <a:lnTo>
                  <a:pt x="3407" y="9028"/>
                </a:lnTo>
                <a:lnTo>
                  <a:pt x="3383" y="8931"/>
                </a:lnTo>
                <a:lnTo>
                  <a:pt x="3334" y="8833"/>
                </a:lnTo>
                <a:lnTo>
                  <a:pt x="3261" y="8760"/>
                </a:lnTo>
                <a:lnTo>
                  <a:pt x="3164" y="8736"/>
                </a:lnTo>
                <a:lnTo>
                  <a:pt x="3042" y="8736"/>
                </a:lnTo>
                <a:lnTo>
                  <a:pt x="2774" y="8760"/>
                </a:lnTo>
                <a:lnTo>
                  <a:pt x="2507" y="8785"/>
                </a:lnTo>
                <a:lnTo>
                  <a:pt x="1947" y="8809"/>
                </a:lnTo>
                <a:lnTo>
                  <a:pt x="1412" y="8785"/>
                </a:lnTo>
                <a:lnTo>
                  <a:pt x="876" y="8785"/>
                </a:lnTo>
                <a:lnTo>
                  <a:pt x="1850" y="7982"/>
                </a:lnTo>
                <a:lnTo>
                  <a:pt x="2336" y="7544"/>
                </a:lnTo>
                <a:lnTo>
                  <a:pt x="2799" y="7106"/>
                </a:lnTo>
                <a:lnTo>
                  <a:pt x="4040" y="5792"/>
                </a:lnTo>
                <a:lnTo>
                  <a:pt x="4648" y="5135"/>
                </a:lnTo>
                <a:lnTo>
                  <a:pt x="5256" y="4502"/>
                </a:lnTo>
                <a:lnTo>
                  <a:pt x="6546" y="3237"/>
                </a:lnTo>
                <a:lnTo>
                  <a:pt x="7835" y="1971"/>
                </a:lnTo>
                <a:lnTo>
                  <a:pt x="8371" y="1485"/>
                </a:lnTo>
                <a:lnTo>
                  <a:pt x="8906" y="998"/>
                </a:lnTo>
                <a:lnTo>
                  <a:pt x="9247" y="706"/>
                </a:lnTo>
                <a:lnTo>
                  <a:pt x="9368" y="609"/>
                </a:lnTo>
                <a:lnTo>
                  <a:pt x="9417" y="560"/>
                </a:lnTo>
                <a:lnTo>
                  <a:pt x="9441" y="560"/>
                </a:lnTo>
                <a:lnTo>
                  <a:pt x="9441" y="536"/>
                </a:lnTo>
                <a:close/>
                <a:moveTo>
                  <a:pt x="9198" y="1"/>
                </a:moveTo>
                <a:lnTo>
                  <a:pt x="9125" y="25"/>
                </a:lnTo>
                <a:lnTo>
                  <a:pt x="8979" y="122"/>
                </a:lnTo>
                <a:lnTo>
                  <a:pt x="8736" y="341"/>
                </a:lnTo>
                <a:lnTo>
                  <a:pt x="7884" y="1120"/>
                </a:lnTo>
                <a:lnTo>
                  <a:pt x="7227" y="1752"/>
                </a:lnTo>
                <a:lnTo>
                  <a:pt x="6546" y="2385"/>
                </a:lnTo>
                <a:lnTo>
                  <a:pt x="5232" y="3675"/>
                </a:lnTo>
                <a:lnTo>
                  <a:pt x="4551" y="4356"/>
                </a:lnTo>
                <a:lnTo>
                  <a:pt x="3918" y="5037"/>
                </a:lnTo>
                <a:lnTo>
                  <a:pt x="2628" y="6424"/>
                </a:lnTo>
                <a:lnTo>
                  <a:pt x="2020" y="7033"/>
                </a:lnTo>
                <a:lnTo>
                  <a:pt x="1704" y="7325"/>
                </a:lnTo>
                <a:lnTo>
                  <a:pt x="1387" y="7617"/>
                </a:lnTo>
                <a:lnTo>
                  <a:pt x="706" y="8176"/>
                </a:lnTo>
                <a:lnTo>
                  <a:pt x="365" y="8493"/>
                </a:lnTo>
                <a:lnTo>
                  <a:pt x="73" y="8833"/>
                </a:lnTo>
                <a:lnTo>
                  <a:pt x="25" y="8931"/>
                </a:lnTo>
                <a:lnTo>
                  <a:pt x="0" y="9028"/>
                </a:lnTo>
                <a:lnTo>
                  <a:pt x="25" y="9101"/>
                </a:lnTo>
                <a:lnTo>
                  <a:pt x="73" y="9174"/>
                </a:lnTo>
                <a:lnTo>
                  <a:pt x="146" y="9223"/>
                </a:lnTo>
                <a:lnTo>
                  <a:pt x="244" y="9247"/>
                </a:lnTo>
                <a:lnTo>
                  <a:pt x="317" y="9223"/>
                </a:lnTo>
                <a:lnTo>
                  <a:pt x="414" y="9174"/>
                </a:lnTo>
                <a:lnTo>
                  <a:pt x="560" y="9247"/>
                </a:lnTo>
                <a:lnTo>
                  <a:pt x="706" y="9296"/>
                </a:lnTo>
                <a:lnTo>
                  <a:pt x="876" y="9320"/>
                </a:lnTo>
                <a:lnTo>
                  <a:pt x="1047" y="9344"/>
                </a:lnTo>
                <a:lnTo>
                  <a:pt x="2555" y="9344"/>
                </a:lnTo>
                <a:lnTo>
                  <a:pt x="2847" y="9320"/>
                </a:lnTo>
                <a:lnTo>
                  <a:pt x="2823" y="9490"/>
                </a:lnTo>
                <a:lnTo>
                  <a:pt x="2799" y="9636"/>
                </a:lnTo>
                <a:lnTo>
                  <a:pt x="2774" y="9952"/>
                </a:lnTo>
                <a:lnTo>
                  <a:pt x="2774" y="10269"/>
                </a:lnTo>
                <a:lnTo>
                  <a:pt x="2823" y="10585"/>
                </a:lnTo>
                <a:lnTo>
                  <a:pt x="2969" y="11510"/>
                </a:lnTo>
                <a:lnTo>
                  <a:pt x="2993" y="11972"/>
                </a:lnTo>
                <a:lnTo>
                  <a:pt x="3018" y="12434"/>
                </a:lnTo>
                <a:lnTo>
                  <a:pt x="3018" y="12970"/>
                </a:lnTo>
                <a:lnTo>
                  <a:pt x="2993" y="13481"/>
                </a:lnTo>
                <a:lnTo>
                  <a:pt x="2920" y="14503"/>
                </a:lnTo>
                <a:lnTo>
                  <a:pt x="2872" y="14892"/>
                </a:lnTo>
                <a:lnTo>
                  <a:pt x="2823" y="15330"/>
                </a:lnTo>
                <a:lnTo>
                  <a:pt x="2823" y="15549"/>
                </a:lnTo>
                <a:lnTo>
                  <a:pt x="2823" y="15768"/>
                </a:lnTo>
                <a:lnTo>
                  <a:pt x="2847" y="15963"/>
                </a:lnTo>
                <a:lnTo>
                  <a:pt x="2920" y="16133"/>
                </a:lnTo>
                <a:lnTo>
                  <a:pt x="2896" y="16157"/>
                </a:lnTo>
                <a:lnTo>
                  <a:pt x="2872" y="16230"/>
                </a:lnTo>
                <a:lnTo>
                  <a:pt x="2872" y="16303"/>
                </a:lnTo>
                <a:lnTo>
                  <a:pt x="2920" y="16352"/>
                </a:lnTo>
                <a:lnTo>
                  <a:pt x="2969" y="16401"/>
                </a:lnTo>
                <a:lnTo>
                  <a:pt x="3091" y="16449"/>
                </a:lnTo>
                <a:lnTo>
                  <a:pt x="3212" y="16474"/>
                </a:lnTo>
                <a:lnTo>
                  <a:pt x="3480" y="16474"/>
                </a:lnTo>
                <a:lnTo>
                  <a:pt x="3991" y="16425"/>
                </a:lnTo>
                <a:lnTo>
                  <a:pt x="4599" y="16401"/>
                </a:lnTo>
                <a:lnTo>
                  <a:pt x="5183" y="16401"/>
                </a:lnTo>
                <a:lnTo>
                  <a:pt x="6375" y="16425"/>
                </a:lnTo>
                <a:lnTo>
                  <a:pt x="6984" y="16401"/>
                </a:lnTo>
                <a:lnTo>
                  <a:pt x="7276" y="16376"/>
                </a:lnTo>
                <a:lnTo>
                  <a:pt x="7568" y="16328"/>
                </a:lnTo>
                <a:lnTo>
                  <a:pt x="7641" y="16303"/>
                </a:lnTo>
                <a:lnTo>
                  <a:pt x="7714" y="16255"/>
                </a:lnTo>
                <a:lnTo>
                  <a:pt x="7738" y="16206"/>
                </a:lnTo>
                <a:lnTo>
                  <a:pt x="7762" y="16157"/>
                </a:lnTo>
                <a:lnTo>
                  <a:pt x="7835" y="16084"/>
                </a:lnTo>
                <a:lnTo>
                  <a:pt x="7860" y="16011"/>
                </a:lnTo>
                <a:lnTo>
                  <a:pt x="7860" y="15354"/>
                </a:lnTo>
                <a:lnTo>
                  <a:pt x="7884" y="14989"/>
                </a:lnTo>
                <a:lnTo>
                  <a:pt x="7908" y="14649"/>
                </a:lnTo>
                <a:lnTo>
                  <a:pt x="7981" y="14284"/>
                </a:lnTo>
                <a:lnTo>
                  <a:pt x="8054" y="13943"/>
                </a:lnTo>
                <a:lnTo>
                  <a:pt x="8152" y="13627"/>
                </a:lnTo>
                <a:lnTo>
                  <a:pt x="8273" y="13310"/>
                </a:lnTo>
                <a:lnTo>
                  <a:pt x="8371" y="13164"/>
                </a:lnTo>
                <a:lnTo>
                  <a:pt x="8492" y="12994"/>
                </a:lnTo>
                <a:lnTo>
                  <a:pt x="8638" y="12848"/>
                </a:lnTo>
                <a:lnTo>
                  <a:pt x="8784" y="12726"/>
                </a:lnTo>
                <a:lnTo>
                  <a:pt x="8979" y="12629"/>
                </a:lnTo>
                <a:lnTo>
                  <a:pt x="9149" y="12532"/>
                </a:lnTo>
                <a:lnTo>
                  <a:pt x="9344" y="12483"/>
                </a:lnTo>
                <a:lnTo>
                  <a:pt x="9539" y="12434"/>
                </a:lnTo>
                <a:lnTo>
                  <a:pt x="9660" y="12580"/>
                </a:lnTo>
                <a:lnTo>
                  <a:pt x="9758" y="12726"/>
                </a:lnTo>
                <a:lnTo>
                  <a:pt x="9855" y="12872"/>
                </a:lnTo>
                <a:lnTo>
                  <a:pt x="9952" y="13043"/>
                </a:lnTo>
                <a:lnTo>
                  <a:pt x="10025" y="13335"/>
                </a:lnTo>
                <a:lnTo>
                  <a:pt x="10050" y="13627"/>
                </a:lnTo>
                <a:lnTo>
                  <a:pt x="10050" y="13919"/>
                </a:lnTo>
                <a:lnTo>
                  <a:pt x="10050" y="14211"/>
                </a:lnTo>
                <a:lnTo>
                  <a:pt x="10025" y="14697"/>
                </a:lnTo>
                <a:lnTo>
                  <a:pt x="9977" y="15208"/>
                </a:lnTo>
                <a:lnTo>
                  <a:pt x="9928" y="15695"/>
                </a:lnTo>
                <a:lnTo>
                  <a:pt x="9879" y="16206"/>
                </a:lnTo>
                <a:lnTo>
                  <a:pt x="9904" y="16303"/>
                </a:lnTo>
                <a:lnTo>
                  <a:pt x="9952" y="16376"/>
                </a:lnTo>
                <a:lnTo>
                  <a:pt x="10025" y="16425"/>
                </a:lnTo>
                <a:lnTo>
                  <a:pt x="10123" y="16449"/>
                </a:lnTo>
                <a:lnTo>
                  <a:pt x="10488" y="16498"/>
                </a:lnTo>
                <a:lnTo>
                  <a:pt x="10853" y="16522"/>
                </a:lnTo>
                <a:lnTo>
                  <a:pt x="11218" y="16522"/>
                </a:lnTo>
                <a:lnTo>
                  <a:pt x="11583" y="16498"/>
                </a:lnTo>
                <a:lnTo>
                  <a:pt x="11753" y="16522"/>
                </a:lnTo>
                <a:lnTo>
                  <a:pt x="11948" y="16547"/>
                </a:lnTo>
                <a:lnTo>
                  <a:pt x="12313" y="16547"/>
                </a:lnTo>
                <a:lnTo>
                  <a:pt x="13091" y="16571"/>
                </a:lnTo>
                <a:lnTo>
                  <a:pt x="14892" y="16571"/>
                </a:lnTo>
                <a:lnTo>
                  <a:pt x="15208" y="16547"/>
                </a:lnTo>
                <a:lnTo>
                  <a:pt x="15476" y="16474"/>
                </a:lnTo>
                <a:lnTo>
                  <a:pt x="15597" y="16425"/>
                </a:lnTo>
                <a:lnTo>
                  <a:pt x="15719" y="16376"/>
                </a:lnTo>
                <a:lnTo>
                  <a:pt x="15792" y="16303"/>
                </a:lnTo>
                <a:lnTo>
                  <a:pt x="15865" y="16230"/>
                </a:lnTo>
                <a:lnTo>
                  <a:pt x="15962" y="16206"/>
                </a:lnTo>
                <a:lnTo>
                  <a:pt x="16035" y="16157"/>
                </a:lnTo>
                <a:lnTo>
                  <a:pt x="16084" y="16060"/>
                </a:lnTo>
                <a:lnTo>
                  <a:pt x="16108" y="15963"/>
                </a:lnTo>
                <a:lnTo>
                  <a:pt x="16108" y="15841"/>
                </a:lnTo>
                <a:lnTo>
                  <a:pt x="16084" y="15719"/>
                </a:lnTo>
                <a:lnTo>
                  <a:pt x="16035" y="15476"/>
                </a:lnTo>
                <a:lnTo>
                  <a:pt x="16011" y="15111"/>
                </a:lnTo>
                <a:lnTo>
                  <a:pt x="16011" y="14746"/>
                </a:lnTo>
                <a:lnTo>
                  <a:pt x="16035" y="13846"/>
                </a:lnTo>
                <a:lnTo>
                  <a:pt x="16084" y="12945"/>
                </a:lnTo>
                <a:lnTo>
                  <a:pt x="16108" y="12069"/>
                </a:lnTo>
                <a:lnTo>
                  <a:pt x="16133" y="11193"/>
                </a:lnTo>
                <a:lnTo>
                  <a:pt x="16133" y="10755"/>
                </a:lnTo>
                <a:lnTo>
                  <a:pt x="16108" y="10317"/>
                </a:lnTo>
                <a:lnTo>
                  <a:pt x="16084" y="9879"/>
                </a:lnTo>
                <a:lnTo>
                  <a:pt x="16035" y="9466"/>
                </a:lnTo>
                <a:lnTo>
                  <a:pt x="16741" y="9466"/>
                </a:lnTo>
                <a:lnTo>
                  <a:pt x="17252" y="9490"/>
                </a:lnTo>
                <a:lnTo>
                  <a:pt x="17763" y="9490"/>
                </a:lnTo>
                <a:lnTo>
                  <a:pt x="18250" y="9466"/>
                </a:lnTo>
                <a:lnTo>
                  <a:pt x="18761" y="9417"/>
                </a:lnTo>
                <a:lnTo>
                  <a:pt x="18834" y="9393"/>
                </a:lnTo>
                <a:lnTo>
                  <a:pt x="18907" y="9344"/>
                </a:lnTo>
                <a:lnTo>
                  <a:pt x="18931" y="9296"/>
                </a:lnTo>
                <a:lnTo>
                  <a:pt x="18955" y="9223"/>
                </a:lnTo>
                <a:lnTo>
                  <a:pt x="18955" y="9150"/>
                </a:lnTo>
                <a:lnTo>
                  <a:pt x="18931" y="9077"/>
                </a:lnTo>
                <a:lnTo>
                  <a:pt x="18907" y="9028"/>
                </a:lnTo>
                <a:lnTo>
                  <a:pt x="18858" y="8955"/>
                </a:lnTo>
                <a:lnTo>
                  <a:pt x="18882" y="8858"/>
                </a:lnTo>
                <a:lnTo>
                  <a:pt x="18834" y="8760"/>
                </a:lnTo>
                <a:lnTo>
                  <a:pt x="18761" y="8639"/>
                </a:lnTo>
                <a:lnTo>
                  <a:pt x="18688" y="8517"/>
                </a:lnTo>
                <a:lnTo>
                  <a:pt x="18469" y="8298"/>
                </a:lnTo>
                <a:lnTo>
                  <a:pt x="18031" y="7909"/>
                </a:lnTo>
                <a:lnTo>
                  <a:pt x="17374" y="7373"/>
                </a:lnTo>
                <a:lnTo>
                  <a:pt x="16717" y="6862"/>
                </a:lnTo>
                <a:lnTo>
                  <a:pt x="16084" y="6327"/>
                </a:lnTo>
                <a:lnTo>
                  <a:pt x="15476" y="5767"/>
                </a:lnTo>
                <a:lnTo>
                  <a:pt x="14916" y="5159"/>
                </a:lnTo>
                <a:lnTo>
                  <a:pt x="14356" y="4551"/>
                </a:lnTo>
                <a:lnTo>
                  <a:pt x="13797" y="3918"/>
                </a:lnTo>
                <a:lnTo>
                  <a:pt x="13237" y="3334"/>
                </a:lnTo>
                <a:lnTo>
                  <a:pt x="12653" y="2726"/>
                </a:lnTo>
                <a:lnTo>
                  <a:pt x="12045" y="2166"/>
                </a:lnTo>
                <a:lnTo>
                  <a:pt x="11753" y="1923"/>
                </a:lnTo>
                <a:lnTo>
                  <a:pt x="11437" y="1679"/>
                </a:lnTo>
                <a:lnTo>
                  <a:pt x="10804" y="1193"/>
                </a:lnTo>
                <a:lnTo>
                  <a:pt x="10488" y="950"/>
                </a:lnTo>
                <a:lnTo>
                  <a:pt x="10196" y="682"/>
                </a:lnTo>
                <a:lnTo>
                  <a:pt x="9904" y="414"/>
                </a:lnTo>
                <a:lnTo>
                  <a:pt x="9660" y="98"/>
                </a:lnTo>
                <a:lnTo>
                  <a:pt x="9612" y="25"/>
                </a:lnTo>
                <a:lnTo>
                  <a:pt x="9539" y="1"/>
                </a:lnTo>
                <a:lnTo>
                  <a:pt x="9466" y="1"/>
                </a:lnTo>
                <a:lnTo>
                  <a:pt x="9393" y="25"/>
                </a:lnTo>
                <a:lnTo>
                  <a:pt x="9344" y="1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572" name="Google Shape;572;p28"/>
          <p:cNvSpPr/>
          <p:nvPr/>
        </p:nvSpPr>
        <p:spPr>
          <a:xfrm>
            <a:off x="2272868" y="978107"/>
            <a:ext cx="333722" cy="282025"/>
          </a:xfrm>
          <a:custGeom>
            <a:rect b="b" l="l" r="r" t="t"/>
            <a:pathLst>
              <a:path extrusionOk="0" h="16328" w="19321">
                <a:moveTo>
                  <a:pt x="15403" y="1996"/>
                </a:moveTo>
                <a:lnTo>
                  <a:pt x="15573" y="2215"/>
                </a:lnTo>
                <a:lnTo>
                  <a:pt x="15695" y="2458"/>
                </a:lnTo>
                <a:lnTo>
                  <a:pt x="15500" y="2531"/>
                </a:lnTo>
                <a:lnTo>
                  <a:pt x="15306" y="2629"/>
                </a:lnTo>
                <a:lnTo>
                  <a:pt x="14916" y="2799"/>
                </a:lnTo>
                <a:lnTo>
                  <a:pt x="14819" y="2483"/>
                </a:lnTo>
                <a:lnTo>
                  <a:pt x="14673" y="2215"/>
                </a:lnTo>
                <a:lnTo>
                  <a:pt x="14965" y="2118"/>
                </a:lnTo>
                <a:lnTo>
                  <a:pt x="15403" y="1996"/>
                </a:lnTo>
                <a:close/>
                <a:moveTo>
                  <a:pt x="15817" y="2702"/>
                </a:moveTo>
                <a:lnTo>
                  <a:pt x="16011" y="3140"/>
                </a:lnTo>
                <a:lnTo>
                  <a:pt x="15646" y="3286"/>
                </a:lnTo>
                <a:lnTo>
                  <a:pt x="15379" y="3407"/>
                </a:lnTo>
                <a:lnTo>
                  <a:pt x="15111" y="3553"/>
                </a:lnTo>
                <a:lnTo>
                  <a:pt x="14989" y="3042"/>
                </a:lnTo>
                <a:lnTo>
                  <a:pt x="15306" y="2921"/>
                </a:lnTo>
                <a:lnTo>
                  <a:pt x="15573" y="2823"/>
                </a:lnTo>
                <a:lnTo>
                  <a:pt x="15817" y="2702"/>
                </a:lnTo>
                <a:close/>
                <a:moveTo>
                  <a:pt x="16084" y="3286"/>
                </a:moveTo>
                <a:lnTo>
                  <a:pt x="16206" y="3602"/>
                </a:lnTo>
                <a:lnTo>
                  <a:pt x="15817" y="3772"/>
                </a:lnTo>
                <a:lnTo>
                  <a:pt x="15500" y="3894"/>
                </a:lnTo>
                <a:lnTo>
                  <a:pt x="15354" y="3943"/>
                </a:lnTo>
                <a:lnTo>
                  <a:pt x="15208" y="4040"/>
                </a:lnTo>
                <a:lnTo>
                  <a:pt x="15135" y="3699"/>
                </a:lnTo>
                <a:lnTo>
                  <a:pt x="15427" y="3578"/>
                </a:lnTo>
                <a:lnTo>
                  <a:pt x="15719" y="3456"/>
                </a:lnTo>
                <a:lnTo>
                  <a:pt x="16084" y="3286"/>
                </a:lnTo>
                <a:close/>
                <a:moveTo>
                  <a:pt x="16303" y="3894"/>
                </a:moveTo>
                <a:lnTo>
                  <a:pt x="16449" y="4283"/>
                </a:lnTo>
                <a:lnTo>
                  <a:pt x="16376" y="4259"/>
                </a:lnTo>
                <a:lnTo>
                  <a:pt x="16279" y="4259"/>
                </a:lnTo>
                <a:lnTo>
                  <a:pt x="16133" y="4308"/>
                </a:lnTo>
                <a:lnTo>
                  <a:pt x="15841" y="4454"/>
                </a:lnTo>
                <a:lnTo>
                  <a:pt x="15598" y="4575"/>
                </a:lnTo>
                <a:lnTo>
                  <a:pt x="15379" y="4697"/>
                </a:lnTo>
                <a:lnTo>
                  <a:pt x="15257" y="4259"/>
                </a:lnTo>
                <a:lnTo>
                  <a:pt x="15427" y="4210"/>
                </a:lnTo>
                <a:lnTo>
                  <a:pt x="15573" y="4162"/>
                </a:lnTo>
                <a:lnTo>
                  <a:pt x="15890" y="4040"/>
                </a:lnTo>
                <a:lnTo>
                  <a:pt x="16303" y="3894"/>
                </a:lnTo>
                <a:close/>
                <a:moveTo>
                  <a:pt x="16498" y="4405"/>
                </a:moveTo>
                <a:lnTo>
                  <a:pt x="16498" y="4454"/>
                </a:lnTo>
                <a:lnTo>
                  <a:pt x="16595" y="4721"/>
                </a:lnTo>
                <a:lnTo>
                  <a:pt x="16449" y="4770"/>
                </a:lnTo>
                <a:lnTo>
                  <a:pt x="16303" y="4819"/>
                </a:lnTo>
                <a:lnTo>
                  <a:pt x="16011" y="4965"/>
                </a:lnTo>
                <a:lnTo>
                  <a:pt x="15768" y="5086"/>
                </a:lnTo>
                <a:lnTo>
                  <a:pt x="15622" y="5184"/>
                </a:lnTo>
                <a:lnTo>
                  <a:pt x="15549" y="5232"/>
                </a:lnTo>
                <a:lnTo>
                  <a:pt x="15525" y="5305"/>
                </a:lnTo>
                <a:lnTo>
                  <a:pt x="15427" y="4892"/>
                </a:lnTo>
                <a:lnTo>
                  <a:pt x="15695" y="4819"/>
                </a:lnTo>
                <a:lnTo>
                  <a:pt x="15938" y="4721"/>
                </a:lnTo>
                <a:lnTo>
                  <a:pt x="16255" y="4624"/>
                </a:lnTo>
                <a:lnTo>
                  <a:pt x="16401" y="4527"/>
                </a:lnTo>
                <a:lnTo>
                  <a:pt x="16449" y="4478"/>
                </a:lnTo>
                <a:lnTo>
                  <a:pt x="16498" y="4405"/>
                </a:lnTo>
                <a:close/>
                <a:moveTo>
                  <a:pt x="16717" y="5062"/>
                </a:moveTo>
                <a:lnTo>
                  <a:pt x="16814" y="5305"/>
                </a:lnTo>
                <a:lnTo>
                  <a:pt x="16547" y="5403"/>
                </a:lnTo>
                <a:lnTo>
                  <a:pt x="16303" y="5524"/>
                </a:lnTo>
                <a:lnTo>
                  <a:pt x="15987" y="5670"/>
                </a:lnTo>
                <a:lnTo>
                  <a:pt x="15817" y="5743"/>
                </a:lnTo>
                <a:lnTo>
                  <a:pt x="15671" y="5816"/>
                </a:lnTo>
                <a:lnTo>
                  <a:pt x="15549" y="5354"/>
                </a:lnTo>
                <a:lnTo>
                  <a:pt x="15622" y="5403"/>
                </a:lnTo>
                <a:lnTo>
                  <a:pt x="15719" y="5427"/>
                </a:lnTo>
                <a:lnTo>
                  <a:pt x="15792" y="5403"/>
                </a:lnTo>
                <a:lnTo>
                  <a:pt x="15890" y="5378"/>
                </a:lnTo>
                <a:lnTo>
                  <a:pt x="16084" y="5305"/>
                </a:lnTo>
                <a:lnTo>
                  <a:pt x="16255" y="5257"/>
                </a:lnTo>
                <a:lnTo>
                  <a:pt x="16498" y="5159"/>
                </a:lnTo>
                <a:lnTo>
                  <a:pt x="16620" y="5111"/>
                </a:lnTo>
                <a:lnTo>
                  <a:pt x="16717" y="5062"/>
                </a:lnTo>
                <a:close/>
                <a:moveTo>
                  <a:pt x="17082" y="4551"/>
                </a:moveTo>
                <a:lnTo>
                  <a:pt x="17106" y="4575"/>
                </a:lnTo>
                <a:lnTo>
                  <a:pt x="17228" y="4673"/>
                </a:lnTo>
                <a:lnTo>
                  <a:pt x="17350" y="4746"/>
                </a:lnTo>
                <a:lnTo>
                  <a:pt x="17496" y="4794"/>
                </a:lnTo>
                <a:lnTo>
                  <a:pt x="17666" y="4819"/>
                </a:lnTo>
                <a:lnTo>
                  <a:pt x="17885" y="4867"/>
                </a:lnTo>
                <a:lnTo>
                  <a:pt x="18128" y="4965"/>
                </a:lnTo>
                <a:lnTo>
                  <a:pt x="18323" y="5062"/>
                </a:lnTo>
                <a:lnTo>
                  <a:pt x="18518" y="5208"/>
                </a:lnTo>
                <a:lnTo>
                  <a:pt x="18591" y="5281"/>
                </a:lnTo>
                <a:lnTo>
                  <a:pt x="18664" y="5354"/>
                </a:lnTo>
                <a:lnTo>
                  <a:pt x="18785" y="5573"/>
                </a:lnTo>
                <a:lnTo>
                  <a:pt x="18810" y="5670"/>
                </a:lnTo>
                <a:lnTo>
                  <a:pt x="18834" y="5768"/>
                </a:lnTo>
                <a:lnTo>
                  <a:pt x="18834" y="5889"/>
                </a:lnTo>
                <a:lnTo>
                  <a:pt x="18810" y="6011"/>
                </a:lnTo>
                <a:lnTo>
                  <a:pt x="18761" y="6108"/>
                </a:lnTo>
                <a:lnTo>
                  <a:pt x="18664" y="6181"/>
                </a:lnTo>
                <a:lnTo>
                  <a:pt x="18542" y="6254"/>
                </a:lnTo>
                <a:lnTo>
                  <a:pt x="18396" y="6303"/>
                </a:lnTo>
                <a:lnTo>
                  <a:pt x="18080" y="6376"/>
                </a:lnTo>
                <a:lnTo>
                  <a:pt x="17812" y="6400"/>
                </a:lnTo>
                <a:lnTo>
                  <a:pt x="17447" y="5476"/>
                </a:lnTo>
                <a:lnTo>
                  <a:pt x="17082" y="4551"/>
                </a:lnTo>
                <a:close/>
                <a:moveTo>
                  <a:pt x="16936" y="5622"/>
                </a:moveTo>
                <a:lnTo>
                  <a:pt x="17033" y="5889"/>
                </a:lnTo>
                <a:lnTo>
                  <a:pt x="16863" y="5938"/>
                </a:lnTo>
                <a:lnTo>
                  <a:pt x="16717" y="6011"/>
                </a:lnTo>
                <a:lnTo>
                  <a:pt x="16401" y="6157"/>
                </a:lnTo>
                <a:lnTo>
                  <a:pt x="16084" y="6303"/>
                </a:lnTo>
                <a:lnTo>
                  <a:pt x="15768" y="6425"/>
                </a:lnTo>
                <a:lnTo>
                  <a:pt x="15768" y="6376"/>
                </a:lnTo>
                <a:lnTo>
                  <a:pt x="15719" y="6303"/>
                </a:lnTo>
                <a:lnTo>
                  <a:pt x="15719" y="6157"/>
                </a:lnTo>
                <a:lnTo>
                  <a:pt x="15719" y="6011"/>
                </a:lnTo>
                <a:lnTo>
                  <a:pt x="15890" y="5987"/>
                </a:lnTo>
                <a:lnTo>
                  <a:pt x="16084" y="5938"/>
                </a:lnTo>
                <a:lnTo>
                  <a:pt x="16425" y="5816"/>
                </a:lnTo>
                <a:lnTo>
                  <a:pt x="16668" y="5719"/>
                </a:lnTo>
                <a:lnTo>
                  <a:pt x="16936" y="5622"/>
                </a:lnTo>
                <a:close/>
                <a:moveTo>
                  <a:pt x="2142" y="4770"/>
                </a:moveTo>
                <a:lnTo>
                  <a:pt x="1607" y="6303"/>
                </a:lnTo>
                <a:lnTo>
                  <a:pt x="1534" y="6473"/>
                </a:lnTo>
                <a:lnTo>
                  <a:pt x="1436" y="6449"/>
                </a:lnTo>
                <a:lnTo>
                  <a:pt x="877" y="6449"/>
                </a:lnTo>
                <a:lnTo>
                  <a:pt x="779" y="6400"/>
                </a:lnTo>
                <a:lnTo>
                  <a:pt x="706" y="6327"/>
                </a:lnTo>
                <a:lnTo>
                  <a:pt x="609" y="6230"/>
                </a:lnTo>
                <a:lnTo>
                  <a:pt x="536" y="6084"/>
                </a:lnTo>
                <a:lnTo>
                  <a:pt x="512" y="5938"/>
                </a:lnTo>
                <a:lnTo>
                  <a:pt x="536" y="5816"/>
                </a:lnTo>
                <a:lnTo>
                  <a:pt x="560" y="5670"/>
                </a:lnTo>
                <a:lnTo>
                  <a:pt x="633" y="5524"/>
                </a:lnTo>
                <a:lnTo>
                  <a:pt x="706" y="5403"/>
                </a:lnTo>
                <a:lnTo>
                  <a:pt x="804" y="5305"/>
                </a:lnTo>
                <a:lnTo>
                  <a:pt x="901" y="5208"/>
                </a:lnTo>
                <a:lnTo>
                  <a:pt x="998" y="5111"/>
                </a:lnTo>
                <a:lnTo>
                  <a:pt x="1144" y="5038"/>
                </a:lnTo>
                <a:lnTo>
                  <a:pt x="1266" y="4965"/>
                </a:lnTo>
                <a:lnTo>
                  <a:pt x="1412" y="4916"/>
                </a:lnTo>
                <a:lnTo>
                  <a:pt x="1704" y="4867"/>
                </a:lnTo>
                <a:lnTo>
                  <a:pt x="1996" y="4819"/>
                </a:lnTo>
                <a:lnTo>
                  <a:pt x="2142" y="4770"/>
                </a:lnTo>
                <a:close/>
                <a:moveTo>
                  <a:pt x="10342" y="1899"/>
                </a:moveTo>
                <a:lnTo>
                  <a:pt x="10926" y="1923"/>
                </a:lnTo>
                <a:lnTo>
                  <a:pt x="11510" y="1972"/>
                </a:lnTo>
                <a:lnTo>
                  <a:pt x="12094" y="2045"/>
                </a:lnTo>
                <a:lnTo>
                  <a:pt x="12702" y="2118"/>
                </a:lnTo>
                <a:lnTo>
                  <a:pt x="13286" y="2239"/>
                </a:lnTo>
                <a:lnTo>
                  <a:pt x="13797" y="2361"/>
                </a:lnTo>
                <a:lnTo>
                  <a:pt x="14065" y="2410"/>
                </a:lnTo>
                <a:lnTo>
                  <a:pt x="14308" y="2434"/>
                </a:lnTo>
                <a:lnTo>
                  <a:pt x="14332" y="2653"/>
                </a:lnTo>
                <a:lnTo>
                  <a:pt x="14357" y="2872"/>
                </a:lnTo>
                <a:lnTo>
                  <a:pt x="14478" y="3334"/>
                </a:lnTo>
                <a:lnTo>
                  <a:pt x="14600" y="3772"/>
                </a:lnTo>
                <a:lnTo>
                  <a:pt x="14722" y="4186"/>
                </a:lnTo>
                <a:lnTo>
                  <a:pt x="14989" y="5305"/>
                </a:lnTo>
                <a:lnTo>
                  <a:pt x="15111" y="5816"/>
                </a:lnTo>
                <a:lnTo>
                  <a:pt x="15184" y="6084"/>
                </a:lnTo>
                <a:lnTo>
                  <a:pt x="15281" y="6327"/>
                </a:lnTo>
                <a:lnTo>
                  <a:pt x="15014" y="6449"/>
                </a:lnTo>
                <a:lnTo>
                  <a:pt x="14722" y="6571"/>
                </a:lnTo>
                <a:lnTo>
                  <a:pt x="14162" y="6814"/>
                </a:lnTo>
                <a:lnTo>
                  <a:pt x="13457" y="7033"/>
                </a:lnTo>
                <a:lnTo>
                  <a:pt x="12751" y="7228"/>
                </a:lnTo>
                <a:lnTo>
                  <a:pt x="11972" y="7398"/>
                </a:lnTo>
                <a:lnTo>
                  <a:pt x="11169" y="7520"/>
                </a:lnTo>
                <a:lnTo>
                  <a:pt x="10366" y="7593"/>
                </a:lnTo>
                <a:lnTo>
                  <a:pt x="9588" y="7617"/>
                </a:lnTo>
                <a:lnTo>
                  <a:pt x="8809" y="7617"/>
                </a:lnTo>
                <a:lnTo>
                  <a:pt x="8055" y="7568"/>
                </a:lnTo>
                <a:lnTo>
                  <a:pt x="7300" y="7471"/>
                </a:lnTo>
                <a:lnTo>
                  <a:pt x="6546" y="7325"/>
                </a:lnTo>
                <a:lnTo>
                  <a:pt x="5840" y="7155"/>
                </a:lnTo>
                <a:lnTo>
                  <a:pt x="5135" y="6960"/>
                </a:lnTo>
                <a:lnTo>
                  <a:pt x="4794" y="6838"/>
                </a:lnTo>
                <a:lnTo>
                  <a:pt x="4478" y="6717"/>
                </a:lnTo>
                <a:lnTo>
                  <a:pt x="4137" y="6595"/>
                </a:lnTo>
                <a:lnTo>
                  <a:pt x="3821" y="6498"/>
                </a:lnTo>
                <a:lnTo>
                  <a:pt x="3821" y="6449"/>
                </a:lnTo>
                <a:lnTo>
                  <a:pt x="3943" y="5914"/>
                </a:lnTo>
                <a:lnTo>
                  <a:pt x="4064" y="5378"/>
                </a:lnTo>
                <a:lnTo>
                  <a:pt x="4186" y="4867"/>
                </a:lnTo>
                <a:lnTo>
                  <a:pt x="4356" y="4332"/>
                </a:lnTo>
                <a:lnTo>
                  <a:pt x="4527" y="3821"/>
                </a:lnTo>
                <a:lnTo>
                  <a:pt x="4697" y="3310"/>
                </a:lnTo>
                <a:lnTo>
                  <a:pt x="4843" y="2896"/>
                </a:lnTo>
                <a:lnTo>
                  <a:pt x="4916" y="2702"/>
                </a:lnTo>
                <a:lnTo>
                  <a:pt x="4965" y="2483"/>
                </a:lnTo>
                <a:lnTo>
                  <a:pt x="5038" y="2507"/>
                </a:lnTo>
                <a:lnTo>
                  <a:pt x="5111" y="2507"/>
                </a:lnTo>
                <a:lnTo>
                  <a:pt x="6254" y="2264"/>
                </a:lnTo>
                <a:lnTo>
                  <a:pt x="6838" y="2142"/>
                </a:lnTo>
                <a:lnTo>
                  <a:pt x="7398" y="2069"/>
                </a:lnTo>
                <a:lnTo>
                  <a:pt x="7982" y="1996"/>
                </a:lnTo>
                <a:lnTo>
                  <a:pt x="8566" y="1947"/>
                </a:lnTo>
                <a:lnTo>
                  <a:pt x="9150" y="1923"/>
                </a:lnTo>
                <a:lnTo>
                  <a:pt x="9734" y="1899"/>
                </a:lnTo>
                <a:close/>
                <a:moveTo>
                  <a:pt x="16863" y="7933"/>
                </a:moveTo>
                <a:lnTo>
                  <a:pt x="16011" y="8177"/>
                </a:lnTo>
                <a:lnTo>
                  <a:pt x="15160" y="8371"/>
                </a:lnTo>
                <a:lnTo>
                  <a:pt x="14308" y="8566"/>
                </a:lnTo>
                <a:lnTo>
                  <a:pt x="13432" y="8736"/>
                </a:lnTo>
                <a:lnTo>
                  <a:pt x="12581" y="8882"/>
                </a:lnTo>
                <a:lnTo>
                  <a:pt x="11705" y="9004"/>
                </a:lnTo>
                <a:lnTo>
                  <a:pt x="10829" y="9077"/>
                </a:lnTo>
                <a:lnTo>
                  <a:pt x="9953" y="9126"/>
                </a:lnTo>
                <a:lnTo>
                  <a:pt x="9052" y="9126"/>
                </a:lnTo>
                <a:lnTo>
                  <a:pt x="8176" y="9101"/>
                </a:lnTo>
                <a:lnTo>
                  <a:pt x="7276" y="9053"/>
                </a:lnTo>
                <a:lnTo>
                  <a:pt x="6400" y="8955"/>
                </a:lnTo>
                <a:lnTo>
                  <a:pt x="5476" y="8834"/>
                </a:lnTo>
                <a:lnTo>
                  <a:pt x="4575" y="8663"/>
                </a:lnTo>
                <a:lnTo>
                  <a:pt x="3675" y="8469"/>
                </a:lnTo>
                <a:lnTo>
                  <a:pt x="2775" y="8323"/>
                </a:lnTo>
                <a:lnTo>
                  <a:pt x="2702" y="8347"/>
                </a:lnTo>
                <a:lnTo>
                  <a:pt x="2677" y="8371"/>
                </a:lnTo>
                <a:lnTo>
                  <a:pt x="2677" y="8420"/>
                </a:lnTo>
                <a:lnTo>
                  <a:pt x="2726" y="8469"/>
                </a:lnTo>
                <a:lnTo>
                  <a:pt x="3140" y="8615"/>
                </a:lnTo>
                <a:lnTo>
                  <a:pt x="3553" y="8761"/>
                </a:lnTo>
                <a:lnTo>
                  <a:pt x="3991" y="8882"/>
                </a:lnTo>
                <a:lnTo>
                  <a:pt x="4429" y="8980"/>
                </a:lnTo>
                <a:lnTo>
                  <a:pt x="5305" y="9126"/>
                </a:lnTo>
                <a:lnTo>
                  <a:pt x="6181" y="9272"/>
                </a:lnTo>
                <a:lnTo>
                  <a:pt x="7081" y="9369"/>
                </a:lnTo>
                <a:lnTo>
                  <a:pt x="7957" y="9442"/>
                </a:lnTo>
                <a:lnTo>
                  <a:pt x="8858" y="9466"/>
                </a:lnTo>
                <a:lnTo>
                  <a:pt x="9758" y="9466"/>
                </a:lnTo>
                <a:lnTo>
                  <a:pt x="10658" y="9442"/>
                </a:lnTo>
                <a:lnTo>
                  <a:pt x="11583" y="9393"/>
                </a:lnTo>
                <a:lnTo>
                  <a:pt x="12508" y="9296"/>
                </a:lnTo>
                <a:lnTo>
                  <a:pt x="13408" y="9174"/>
                </a:lnTo>
                <a:lnTo>
                  <a:pt x="14308" y="9004"/>
                </a:lnTo>
                <a:lnTo>
                  <a:pt x="15208" y="8785"/>
                </a:lnTo>
                <a:lnTo>
                  <a:pt x="16084" y="8542"/>
                </a:lnTo>
                <a:lnTo>
                  <a:pt x="16960" y="8250"/>
                </a:lnTo>
                <a:lnTo>
                  <a:pt x="17009" y="8225"/>
                </a:lnTo>
                <a:lnTo>
                  <a:pt x="17058" y="8177"/>
                </a:lnTo>
                <a:lnTo>
                  <a:pt x="17058" y="8104"/>
                </a:lnTo>
                <a:lnTo>
                  <a:pt x="17058" y="8055"/>
                </a:lnTo>
                <a:lnTo>
                  <a:pt x="17033" y="8006"/>
                </a:lnTo>
                <a:lnTo>
                  <a:pt x="16985" y="7958"/>
                </a:lnTo>
                <a:lnTo>
                  <a:pt x="16936" y="7933"/>
                </a:lnTo>
                <a:close/>
                <a:moveTo>
                  <a:pt x="9320" y="9953"/>
                </a:moveTo>
                <a:lnTo>
                  <a:pt x="8639" y="9977"/>
                </a:lnTo>
                <a:lnTo>
                  <a:pt x="7714" y="9977"/>
                </a:lnTo>
                <a:lnTo>
                  <a:pt x="7446" y="10001"/>
                </a:lnTo>
                <a:lnTo>
                  <a:pt x="7300" y="10026"/>
                </a:lnTo>
                <a:lnTo>
                  <a:pt x="7179" y="10050"/>
                </a:lnTo>
                <a:lnTo>
                  <a:pt x="7081" y="10123"/>
                </a:lnTo>
                <a:lnTo>
                  <a:pt x="6984" y="10220"/>
                </a:lnTo>
                <a:lnTo>
                  <a:pt x="6960" y="10269"/>
                </a:lnTo>
                <a:lnTo>
                  <a:pt x="6984" y="10293"/>
                </a:lnTo>
                <a:lnTo>
                  <a:pt x="7057" y="10366"/>
                </a:lnTo>
                <a:lnTo>
                  <a:pt x="7154" y="10415"/>
                </a:lnTo>
                <a:lnTo>
                  <a:pt x="7252" y="10464"/>
                </a:lnTo>
                <a:lnTo>
                  <a:pt x="7349" y="10488"/>
                </a:lnTo>
                <a:lnTo>
                  <a:pt x="7568" y="10512"/>
                </a:lnTo>
                <a:lnTo>
                  <a:pt x="10585" y="10512"/>
                </a:lnTo>
                <a:lnTo>
                  <a:pt x="12021" y="10561"/>
                </a:lnTo>
                <a:lnTo>
                  <a:pt x="12143" y="10537"/>
                </a:lnTo>
                <a:lnTo>
                  <a:pt x="12216" y="10488"/>
                </a:lnTo>
                <a:lnTo>
                  <a:pt x="12264" y="10391"/>
                </a:lnTo>
                <a:lnTo>
                  <a:pt x="12289" y="10293"/>
                </a:lnTo>
                <a:lnTo>
                  <a:pt x="12264" y="10196"/>
                </a:lnTo>
                <a:lnTo>
                  <a:pt x="12216" y="10099"/>
                </a:lnTo>
                <a:lnTo>
                  <a:pt x="12143" y="10050"/>
                </a:lnTo>
                <a:lnTo>
                  <a:pt x="12021" y="10001"/>
                </a:lnTo>
                <a:lnTo>
                  <a:pt x="10683" y="9977"/>
                </a:lnTo>
                <a:lnTo>
                  <a:pt x="9320" y="9953"/>
                </a:lnTo>
                <a:close/>
                <a:moveTo>
                  <a:pt x="10950" y="10975"/>
                </a:moveTo>
                <a:lnTo>
                  <a:pt x="10683" y="10999"/>
                </a:lnTo>
                <a:lnTo>
                  <a:pt x="10123" y="11023"/>
                </a:lnTo>
                <a:lnTo>
                  <a:pt x="9612" y="11048"/>
                </a:lnTo>
                <a:lnTo>
                  <a:pt x="9028" y="11023"/>
                </a:lnTo>
                <a:lnTo>
                  <a:pt x="8152" y="11023"/>
                </a:lnTo>
                <a:lnTo>
                  <a:pt x="7860" y="11048"/>
                </a:lnTo>
                <a:lnTo>
                  <a:pt x="7568" y="11096"/>
                </a:lnTo>
                <a:lnTo>
                  <a:pt x="7300" y="11169"/>
                </a:lnTo>
                <a:lnTo>
                  <a:pt x="7252" y="11194"/>
                </a:lnTo>
                <a:lnTo>
                  <a:pt x="7227" y="11218"/>
                </a:lnTo>
                <a:lnTo>
                  <a:pt x="7203" y="11315"/>
                </a:lnTo>
                <a:lnTo>
                  <a:pt x="7227" y="11413"/>
                </a:lnTo>
                <a:lnTo>
                  <a:pt x="7252" y="11437"/>
                </a:lnTo>
                <a:lnTo>
                  <a:pt x="7300" y="11461"/>
                </a:lnTo>
                <a:lnTo>
                  <a:pt x="7568" y="11534"/>
                </a:lnTo>
                <a:lnTo>
                  <a:pt x="7811" y="11559"/>
                </a:lnTo>
                <a:lnTo>
                  <a:pt x="8079" y="11583"/>
                </a:lnTo>
                <a:lnTo>
                  <a:pt x="8347" y="11607"/>
                </a:lnTo>
                <a:lnTo>
                  <a:pt x="9417" y="11559"/>
                </a:lnTo>
                <a:lnTo>
                  <a:pt x="10561" y="11559"/>
                </a:lnTo>
                <a:lnTo>
                  <a:pt x="11145" y="11583"/>
                </a:lnTo>
                <a:lnTo>
                  <a:pt x="11437" y="11559"/>
                </a:lnTo>
                <a:lnTo>
                  <a:pt x="11583" y="11534"/>
                </a:lnTo>
                <a:lnTo>
                  <a:pt x="11729" y="11486"/>
                </a:lnTo>
                <a:lnTo>
                  <a:pt x="11802" y="11461"/>
                </a:lnTo>
                <a:lnTo>
                  <a:pt x="11851" y="11413"/>
                </a:lnTo>
                <a:lnTo>
                  <a:pt x="11875" y="11364"/>
                </a:lnTo>
                <a:lnTo>
                  <a:pt x="11875" y="11291"/>
                </a:lnTo>
                <a:lnTo>
                  <a:pt x="11875" y="11218"/>
                </a:lnTo>
                <a:lnTo>
                  <a:pt x="11851" y="11169"/>
                </a:lnTo>
                <a:lnTo>
                  <a:pt x="11802" y="11121"/>
                </a:lnTo>
                <a:lnTo>
                  <a:pt x="11729" y="11096"/>
                </a:lnTo>
                <a:lnTo>
                  <a:pt x="11486" y="11023"/>
                </a:lnTo>
                <a:lnTo>
                  <a:pt x="11218" y="10999"/>
                </a:lnTo>
                <a:lnTo>
                  <a:pt x="10950" y="10975"/>
                </a:lnTo>
                <a:close/>
                <a:moveTo>
                  <a:pt x="4210" y="9734"/>
                </a:moveTo>
                <a:lnTo>
                  <a:pt x="4356" y="9758"/>
                </a:lnTo>
                <a:lnTo>
                  <a:pt x="4478" y="9783"/>
                </a:lnTo>
                <a:lnTo>
                  <a:pt x="4600" y="9807"/>
                </a:lnTo>
                <a:lnTo>
                  <a:pt x="4819" y="9928"/>
                </a:lnTo>
                <a:lnTo>
                  <a:pt x="5013" y="10074"/>
                </a:lnTo>
                <a:lnTo>
                  <a:pt x="5184" y="10269"/>
                </a:lnTo>
                <a:lnTo>
                  <a:pt x="5330" y="10488"/>
                </a:lnTo>
                <a:lnTo>
                  <a:pt x="5451" y="10756"/>
                </a:lnTo>
                <a:lnTo>
                  <a:pt x="5524" y="10902"/>
                </a:lnTo>
                <a:lnTo>
                  <a:pt x="5549" y="11048"/>
                </a:lnTo>
                <a:lnTo>
                  <a:pt x="5549" y="11194"/>
                </a:lnTo>
                <a:lnTo>
                  <a:pt x="5524" y="11315"/>
                </a:lnTo>
                <a:lnTo>
                  <a:pt x="5476" y="11437"/>
                </a:lnTo>
                <a:lnTo>
                  <a:pt x="5427" y="11534"/>
                </a:lnTo>
                <a:lnTo>
                  <a:pt x="5330" y="11607"/>
                </a:lnTo>
                <a:lnTo>
                  <a:pt x="5232" y="11680"/>
                </a:lnTo>
                <a:lnTo>
                  <a:pt x="5135" y="11753"/>
                </a:lnTo>
                <a:lnTo>
                  <a:pt x="5013" y="11802"/>
                </a:lnTo>
                <a:lnTo>
                  <a:pt x="4770" y="11875"/>
                </a:lnTo>
                <a:lnTo>
                  <a:pt x="4478" y="11924"/>
                </a:lnTo>
                <a:lnTo>
                  <a:pt x="4210" y="11924"/>
                </a:lnTo>
                <a:lnTo>
                  <a:pt x="3967" y="11899"/>
                </a:lnTo>
                <a:lnTo>
                  <a:pt x="3699" y="11851"/>
                </a:lnTo>
                <a:lnTo>
                  <a:pt x="3456" y="11753"/>
                </a:lnTo>
                <a:lnTo>
                  <a:pt x="3213" y="11656"/>
                </a:lnTo>
                <a:lnTo>
                  <a:pt x="3018" y="11510"/>
                </a:lnTo>
                <a:lnTo>
                  <a:pt x="2921" y="11413"/>
                </a:lnTo>
                <a:lnTo>
                  <a:pt x="2848" y="11315"/>
                </a:lnTo>
                <a:lnTo>
                  <a:pt x="2799" y="11194"/>
                </a:lnTo>
                <a:lnTo>
                  <a:pt x="2750" y="11096"/>
                </a:lnTo>
                <a:lnTo>
                  <a:pt x="2702" y="10950"/>
                </a:lnTo>
                <a:lnTo>
                  <a:pt x="2677" y="10829"/>
                </a:lnTo>
                <a:lnTo>
                  <a:pt x="2702" y="10707"/>
                </a:lnTo>
                <a:lnTo>
                  <a:pt x="2702" y="10610"/>
                </a:lnTo>
                <a:lnTo>
                  <a:pt x="2726" y="10512"/>
                </a:lnTo>
                <a:lnTo>
                  <a:pt x="2775" y="10415"/>
                </a:lnTo>
                <a:lnTo>
                  <a:pt x="2896" y="10269"/>
                </a:lnTo>
                <a:lnTo>
                  <a:pt x="3042" y="10147"/>
                </a:lnTo>
                <a:lnTo>
                  <a:pt x="3213" y="10050"/>
                </a:lnTo>
                <a:lnTo>
                  <a:pt x="3383" y="9977"/>
                </a:lnTo>
                <a:lnTo>
                  <a:pt x="3772" y="9807"/>
                </a:lnTo>
                <a:lnTo>
                  <a:pt x="3797" y="9807"/>
                </a:lnTo>
                <a:lnTo>
                  <a:pt x="3943" y="9758"/>
                </a:lnTo>
                <a:lnTo>
                  <a:pt x="4089" y="9758"/>
                </a:lnTo>
                <a:lnTo>
                  <a:pt x="4210" y="9734"/>
                </a:lnTo>
                <a:close/>
                <a:moveTo>
                  <a:pt x="15208" y="9612"/>
                </a:moveTo>
                <a:lnTo>
                  <a:pt x="15476" y="9637"/>
                </a:lnTo>
                <a:lnTo>
                  <a:pt x="15622" y="9685"/>
                </a:lnTo>
                <a:lnTo>
                  <a:pt x="15719" y="9734"/>
                </a:lnTo>
                <a:lnTo>
                  <a:pt x="15914" y="9880"/>
                </a:lnTo>
                <a:lnTo>
                  <a:pt x="16084" y="10050"/>
                </a:lnTo>
                <a:lnTo>
                  <a:pt x="16279" y="10220"/>
                </a:lnTo>
                <a:lnTo>
                  <a:pt x="16401" y="10342"/>
                </a:lnTo>
                <a:lnTo>
                  <a:pt x="16498" y="10464"/>
                </a:lnTo>
                <a:lnTo>
                  <a:pt x="16547" y="10585"/>
                </a:lnTo>
                <a:lnTo>
                  <a:pt x="16571" y="10731"/>
                </a:lnTo>
                <a:lnTo>
                  <a:pt x="16571" y="10877"/>
                </a:lnTo>
                <a:lnTo>
                  <a:pt x="16547" y="11023"/>
                </a:lnTo>
                <a:lnTo>
                  <a:pt x="16498" y="11169"/>
                </a:lnTo>
                <a:lnTo>
                  <a:pt x="16425" y="11315"/>
                </a:lnTo>
                <a:lnTo>
                  <a:pt x="16352" y="11437"/>
                </a:lnTo>
                <a:lnTo>
                  <a:pt x="16255" y="11534"/>
                </a:lnTo>
                <a:lnTo>
                  <a:pt x="16133" y="11632"/>
                </a:lnTo>
                <a:lnTo>
                  <a:pt x="16011" y="11705"/>
                </a:lnTo>
                <a:lnTo>
                  <a:pt x="15768" y="11826"/>
                </a:lnTo>
                <a:lnTo>
                  <a:pt x="15500" y="11899"/>
                </a:lnTo>
                <a:lnTo>
                  <a:pt x="15208" y="11948"/>
                </a:lnTo>
                <a:lnTo>
                  <a:pt x="14916" y="11972"/>
                </a:lnTo>
                <a:lnTo>
                  <a:pt x="14624" y="11972"/>
                </a:lnTo>
                <a:lnTo>
                  <a:pt x="14357" y="11924"/>
                </a:lnTo>
                <a:lnTo>
                  <a:pt x="14235" y="11875"/>
                </a:lnTo>
                <a:lnTo>
                  <a:pt x="14113" y="11802"/>
                </a:lnTo>
                <a:lnTo>
                  <a:pt x="14016" y="11729"/>
                </a:lnTo>
                <a:lnTo>
                  <a:pt x="13919" y="11632"/>
                </a:lnTo>
                <a:lnTo>
                  <a:pt x="13846" y="11534"/>
                </a:lnTo>
                <a:lnTo>
                  <a:pt x="13797" y="11413"/>
                </a:lnTo>
                <a:lnTo>
                  <a:pt x="13773" y="11267"/>
                </a:lnTo>
                <a:lnTo>
                  <a:pt x="13748" y="11096"/>
                </a:lnTo>
                <a:lnTo>
                  <a:pt x="13773" y="10902"/>
                </a:lnTo>
                <a:lnTo>
                  <a:pt x="13821" y="10707"/>
                </a:lnTo>
                <a:lnTo>
                  <a:pt x="13919" y="10537"/>
                </a:lnTo>
                <a:lnTo>
                  <a:pt x="14040" y="10391"/>
                </a:lnTo>
                <a:lnTo>
                  <a:pt x="14284" y="10074"/>
                </a:lnTo>
                <a:lnTo>
                  <a:pt x="14405" y="9928"/>
                </a:lnTo>
                <a:lnTo>
                  <a:pt x="14503" y="9758"/>
                </a:lnTo>
                <a:lnTo>
                  <a:pt x="14746" y="9685"/>
                </a:lnTo>
                <a:lnTo>
                  <a:pt x="14989" y="9637"/>
                </a:lnTo>
                <a:lnTo>
                  <a:pt x="15208" y="9612"/>
                </a:lnTo>
                <a:close/>
                <a:moveTo>
                  <a:pt x="4064" y="9247"/>
                </a:moveTo>
                <a:lnTo>
                  <a:pt x="3870" y="9296"/>
                </a:lnTo>
                <a:lnTo>
                  <a:pt x="3675" y="9345"/>
                </a:lnTo>
                <a:lnTo>
                  <a:pt x="3626" y="9393"/>
                </a:lnTo>
                <a:lnTo>
                  <a:pt x="3578" y="9418"/>
                </a:lnTo>
                <a:lnTo>
                  <a:pt x="3334" y="9491"/>
                </a:lnTo>
                <a:lnTo>
                  <a:pt x="3091" y="9612"/>
                </a:lnTo>
                <a:lnTo>
                  <a:pt x="2848" y="9758"/>
                </a:lnTo>
                <a:lnTo>
                  <a:pt x="2653" y="9928"/>
                </a:lnTo>
                <a:lnTo>
                  <a:pt x="2458" y="10123"/>
                </a:lnTo>
                <a:lnTo>
                  <a:pt x="2337" y="10342"/>
                </a:lnTo>
                <a:lnTo>
                  <a:pt x="2239" y="10585"/>
                </a:lnTo>
                <a:lnTo>
                  <a:pt x="2215" y="10707"/>
                </a:lnTo>
                <a:lnTo>
                  <a:pt x="2215" y="10829"/>
                </a:lnTo>
                <a:lnTo>
                  <a:pt x="2239" y="11023"/>
                </a:lnTo>
                <a:lnTo>
                  <a:pt x="2264" y="11218"/>
                </a:lnTo>
                <a:lnTo>
                  <a:pt x="2337" y="11388"/>
                </a:lnTo>
                <a:lnTo>
                  <a:pt x="2434" y="11559"/>
                </a:lnTo>
                <a:lnTo>
                  <a:pt x="2531" y="11705"/>
                </a:lnTo>
                <a:lnTo>
                  <a:pt x="2653" y="11826"/>
                </a:lnTo>
                <a:lnTo>
                  <a:pt x="2775" y="11948"/>
                </a:lnTo>
                <a:lnTo>
                  <a:pt x="2945" y="12045"/>
                </a:lnTo>
                <a:lnTo>
                  <a:pt x="3091" y="12118"/>
                </a:lnTo>
                <a:lnTo>
                  <a:pt x="3261" y="12216"/>
                </a:lnTo>
                <a:lnTo>
                  <a:pt x="3626" y="12313"/>
                </a:lnTo>
                <a:lnTo>
                  <a:pt x="4016" y="12386"/>
                </a:lnTo>
                <a:lnTo>
                  <a:pt x="4381" y="12435"/>
                </a:lnTo>
                <a:lnTo>
                  <a:pt x="4575" y="12435"/>
                </a:lnTo>
                <a:lnTo>
                  <a:pt x="4746" y="12410"/>
                </a:lnTo>
                <a:lnTo>
                  <a:pt x="4916" y="12386"/>
                </a:lnTo>
                <a:lnTo>
                  <a:pt x="5086" y="12337"/>
                </a:lnTo>
                <a:lnTo>
                  <a:pt x="5232" y="12264"/>
                </a:lnTo>
                <a:lnTo>
                  <a:pt x="5378" y="12191"/>
                </a:lnTo>
                <a:lnTo>
                  <a:pt x="5500" y="12118"/>
                </a:lnTo>
                <a:lnTo>
                  <a:pt x="5622" y="11997"/>
                </a:lnTo>
                <a:lnTo>
                  <a:pt x="5719" y="11875"/>
                </a:lnTo>
                <a:lnTo>
                  <a:pt x="5816" y="11753"/>
                </a:lnTo>
                <a:lnTo>
                  <a:pt x="5889" y="11607"/>
                </a:lnTo>
                <a:lnTo>
                  <a:pt x="5938" y="11461"/>
                </a:lnTo>
                <a:lnTo>
                  <a:pt x="5986" y="11315"/>
                </a:lnTo>
                <a:lnTo>
                  <a:pt x="5986" y="11145"/>
                </a:lnTo>
                <a:lnTo>
                  <a:pt x="5986" y="10950"/>
                </a:lnTo>
                <a:lnTo>
                  <a:pt x="5962" y="10780"/>
                </a:lnTo>
                <a:lnTo>
                  <a:pt x="5913" y="10585"/>
                </a:lnTo>
                <a:lnTo>
                  <a:pt x="5865" y="10415"/>
                </a:lnTo>
                <a:lnTo>
                  <a:pt x="5768" y="10245"/>
                </a:lnTo>
                <a:lnTo>
                  <a:pt x="5670" y="10074"/>
                </a:lnTo>
                <a:lnTo>
                  <a:pt x="5549" y="9928"/>
                </a:lnTo>
                <a:lnTo>
                  <a:pt x="5427" y="9783"/>
                </a:lnTo>
                <a:lnTo>
                  <a:pt x="5281" y="9661"/>
                </a:lnTo>
                <a:lnTo>
                  <a:pt x="5111" y="9539"/>
                </a:lnTo>
                <a:lnTo>
                  <a:pt x="4965" y="9442"/>
                </a:lnTo>
                <a:lnTo>
                  <a:pt x="4794" y="9369"/>
                </a:lnTo>
                <a:lnTo>
                  <a:pt x="4600" y="9296"/>
                </a:lnTo>
                <a:lnTo>
                  <a:pt x="4429" y="9272"/>
                </a:lnTo>
                <a:lnTo>
                  <a:pt x="4235" y="9247"/>
                </a:lnTo>
                <a:close/>
                <a:moveTo>
                  <a:pt x="14916" y="9150"/>
                </a:moveTo>
                <a:lnTo>
                  <a:pt x="14746" y="9199"/>
                </a:lnTo>
                <a:lnTo>
                  <a:pt x="14576" y="9247"/>
                </a:lnTo>
                <a:lnTo>
                  <a:pt x="14405" y="9320"/>
                </a:lnTo>
                <a:lnTo>
                  <a:pt x="14259" y="9418"/>
                </a:lnTo>
                <a:lnTo>
                  <a:pt x="14113" y="9539"/>
                </a:lnTo>
                <a:lnTo>
                  <a:pt x="14065" y="9612"/>
                </a:lnTo>
                <a:lnTo>
                  <a:pt x="14065" y="9710"/>
                </a:lnTo>
                <a:lnTo>
                  <a:pt x="13846" y="9904"/>
                </a:lnTo>
                <a:lnTo>
                  <a:pt x="13676" y="10123"/>
                </a:lnTo>
                <a:lnTo>
                  <a:pt x="13505" y="10366"/>
                </a:lnTo>
                <a:lnTo>
                  <a:pt x="13408" y="10634"/>
                </a:lnTo>
                <a:lnTo>
                  <a:pt x="13335" y="10926"/>
                </a:lnTo>
                <a:lnTo>
                  <a:pt x="13311" y="11194"/>
                </a:lnTo>
                <a:lnTo>
                  <a:pt x="13335" y="11461"/>
                </a:lnTo>
                <a:lnTo>
                  <a:pt x="13359" y="11583"/>
                </a:lnTo>
                <a:lnTo>
                  <a:pt x="13408" y="11705"/>
                </a:lnTo>
                <a:lnTo>
                  <a:pt x="13505" y="11875"/>
                </a:lnTo>
                <a:lnTo>
                  <a:pt x="13627" y="12021"/>
                </a:lnTo>
                <a:lnTo>
                  <a:pt x="13773" y="12143"/>
                </a:lnTo>
                <a:lnTo>
                  <a:pt x="13919" y="12240"/>
                </a:lnTo>
                <a:lnTo>
                  <a:pt x="14089" y="12337"/>
                </a:lnTo>
                <a:lnTo>
                  <a:pt x="14259" y="12386"/>
                </a:lnTo>
                <a:lnTo>
                  <a:pt x="14454" y="12410"/>
                </a:lnTo>
                <a:lnTo>
                  <a:pt x="14649" y="12435"/>
                </a:lnTo>
                <a:lnTo>
                  <a:pt x="14843" y="12459"/>
                </a:lnTo>
                <a:lnTo>
                  <a:pt x="15038" y="12435"/>
                </a:lnTo>
                <a:lnTo>
                  <a:pt x="15452" y="12386"/>
                </a:lnTo>
                <a:lnTo>
                  <a:pt x="15817" y="12289"/>
                </a:lnTo>
                <a:lnTo>
                  <a:pt x="16157" y="12143"/>
                </a:lnTo>
                <a:lnTo>
                  <a:pt x="16303" y="12070"/>
                </a:lnTo>
                <a:lnTo>
                  <a:pt x="16449" y="11972"/>
                </a:lnTo>
                <a:lnTo>
                  <a:pt x="16571" y="11875"/>
                </a:lnTo>
                <a:lnTo>
                  <a:pt x="16693" y="11753"/>
                </a:lnTo>
                <a:lnTo>
                  <a:pt x="16790" y="11607"/>
                </a:lnTo>
                <a:lnTo>
                  <a:pt x="16887" y="11461"/>
                </a:lnTo>
                <a:lnTo>
                  <a:pt x="16936" y="11315"/>
                </a:lnTo>
                <a:lnTo>
                  <a:pt x="16985" y="11169"/>
                </a:lnTo>
                <a:lnTo>
                  <a:pt x="17033" y="10999"/>
                </a:lnTo>
                <a:lnTo>
                  <a:pt x="17033" y="10853"/>
                </a:lnTo>
                <a:lnTo>
                  <a:pt x="17033" y="10683"/>
                </a:lnTo>
                <a:lnTo>
                  <a:pt x="17009" y="10512"/>
                </a:lnTo>
                <a:lnTo>
                  <a:pt x="16936" y="10366"/>
                </a:lnTo>
                <a:lnTo>
                  <a:pt x="16863" y="10220"/>
                </a:lnTo>
                <a:lnTo>
                  <a:pt x="16790" y="10074"/>
                </a:lnTo>
                <a:lnTo>
                  <a:pt x="16668" y="9953"/>
                </a:lnTo>
                <a:lnTo>
                  <a:pt x="16401" y="9685"/>
                </a:lnTo>
                <a:lnTo>
                  <a:pt x="16109" y="9466"/>
                </a:lnTo>
                <a:lnTo>
                  <a:pt x="15963" y="9369"/>
                </a:lnTo>
                <a:lnTo>
                  <a:pt x="15817" y="9296"/>
                </a:lnTo>
                <a:lnTo>
                  <a:pt x="15646" y="9223"/>
                </a:lnTo>
                <a:lnTo>
                  <a:pt x="15452" y="9174"/>
                </a:lnTo>
                <a:lnTo>
                  <a:pt x="15281" y="9150"/>
                </a:lnTo>
                <a:close/>
                <a:moveTo>
                  <a:pt x="12337" y="561"/>
                </a:moveTo>
                <a:lnTo>
                  <a:pt x="12751" y="585"/>
                </a:lnTo>
                <a:lnTo>
                  <a:pt x="13213" y="658"/>
                </a:lnTo>
                <a:lnTo>
                  <a:pt x="13676" y="780"/>
                </a:lnTo>
                <a:lnTo>
                  <a:pt x="14113" y="974"/>
                </a:lnTo>
                <a:lnTo>
                  <a:pt x="14527" y="1193"/>
                </a:lnTo>
                <a:lnTo>
                  <a:pt x="14478" y="1218"/>
                </a:lnTo>
                <a:lnTo>
                  <a:pt x="14211" y="1315"/>
                </a:lnTo>
                <a:lnTo>
                  <a:pt x="14089" y="1412"/>
                </a:lnTo>
                <a:lnTo>
                  <a:pt x="13992" y="1534"/>
                </a:lnTo>
                <a:lnTo>
                  <a:pt x="13967" y="1558"/>
                </a:lnTo>
                <a:lnTo>
                  <a:pt x="13992" y="1607"/>
                </a:lnTo>
                <a:lnTo>
                  <a:pt x="14016" y="1631"/>
                </a:lnTo>
                <a:lnTo>
                  <a:pt x="14211" y="1631"/>
                </a:lnTo>
                <a:lnTo>
                  <a:pt x="14357" y="1583"/>
                </a:lnTo>
                <a:lnTo>
                  <a:pt x="14649" y="1461"/>
                </a:lnTo>
                <a:lnTo>
                  <a:pt x="14819" y="1412"/>
                </a:lnTo>
                <a:lnTo>
                  <a:pt x="15014" y="1558"/>
                </a:lnTo>
                <a:lnTo>
                  <a:pt x="15184" y="1729"/>
                </a:lnTo>
                <a:lnTo>
                  <a:pt x="14892" y="1850"/>
                </a:lnTo>
                <a:lnTo>
                  <a:pt x="14527" y="1996"/>
                </a:lnTo>
                <a:lnTo>
                  <a:pt x="14454" y="1972"/>
                </a:lnTo>
                <a:lnTo>
                  <a:pt x="14381" y="2020"/>
                </a:lnTo>
                <a:lnTo>
                  <a:pt x="14138" y="1923"/>
                </a:lnTo>
                <a:lnTo>
                  <a:pt x="13894" y="1826"/>
                </a:lnTo>
                <a:lnTo>
                  <a:pt x="13651" y="1777"/>
                </a:lnTo>
                <a:lnTo>
                  <a:pt x="13384" y="1729"/>
                </a:lnTo>
                <a:lnTo>
                  <a:pt x="12848" y="1656"/>
                </a:lnTo>
                <a:lnTo>
                  <a:pt x="12337" y="1583"/>
                </a:lnTo>
                <a:lnTo>
                  <a:pt x="11753" y="1510"/>
                </a:lnTo>
                <a:lnTo>
                  <a:pt x="11145" y="1461"/>
                </a:lnTo>
                <a:lnTo>
                  <a:pt x="10537" y="1437"/>
                </a:lnTo>
                <a:lnTo>
                  <a:pt x="9928" y="1412"/>
                </a:lnTo>
                <a:lnTo>
                  <a:pt x="9296" y="1412"/>
                </a:lnTo>
                <a:lnTo>
                  <a:pt x="8663" y="1437"/>
                </a:lnTo>
                <a:lnTo>
                  <a:pt x="8055" y="1485"/>
                </a:lnTo>
                <a:lnTo>
                  <a:pt x="7422" y="1534"/>
                </a:lnTo>
                <a:lnTo>
                  <a:pt x="6814" y="1631"/>
                </a:lnTo>
                <a:lnTo>
                  <a:pt x="6205" y="1729"/>
                </a:lnTo>
                <a:lnTo>
                  <a:pt x="5597" y="1874"/>
                </a:lnTo>
                <a:lnTo>
                  <a:pt x="4989" y="2020"/>
                </a:lnTo>
                <a:lnTo>
                  <a:pt x="4916" y="2069"/>
                </a:lnTo>
                <a:lnTo>
                  <a:pt x="4867" y="2118"/>
                </a:lnTo>
                <a:lnTo>
                  <a:pt x="4819" y="2166"/>
                </a:lnTo>
                <a:lnTo>
                  <a:pt x="4819" y="2239"/>
                </a:lnTo>
                <a:lnTo>
                  <a:pt x="4648" y="2410"/>
                </a:lnTo>
                <a:lnTo>
                  <a:pt x="4527" y="2580"/>
                </a:lnTo>
                <a:lnTo>
                  <a:pt x="4405" y="2799"/>
                </a:lnTo>
                <a:lnTo>
                  <a:pt x="4308" y="2994"/>
                </a:lnTo>
                <a:lnTo>
                  <a:pt x="4162" y="3456"/>
                </a:lnTo>
                <a:lnTo>
                  <a:pt x="4016" y="3870"/>
                </a:lnTo>
                <a:lnTo>
                  <a:pt x="3821" y="4478"/>
                </a:lnTo>
                <a:lnTo>
                  <a:pt x="3651" y="5086"/>
                </a:lnTo>
                <a:lnTo>
                  <a:pt x="3505" y="5695"/>
                </a:lnTo>
                <a:lnTo>
                  <a:pt x="3383" y="6303"/>
                </a:lnTo>
                <a:lnTo>
                  <a:pt x="3383" y="6376"/>
                </a:lnTo>
                <a:lnTo>
                  <a:pt x="3383" y="6425"/>
                </a:lnTo>
                <a:lnTo>
                  <a:pt x="3432" y="6522"/>
                </a:lnTo>
                <a:lnTo>
                  <a:pt x="3432" y="6595"/>
                </a:lnTo>
                <a:lnTo>
                  <a:pt x="3480" y="6644"/>
                </a:lnTo>
                <a:lnTo>
                  <a:pt x="3772" y="6863"/>
                </a:lnTo>
                <a:lnTo>
                  <a:pt x="4089" y="7057"/>
                </a:lnTo>
                <a:lnTo>
                  <a:pt x="4454" y="7203"/>
                </a:lnTo>
                <a:lnTo>
                  <a:pt x="4819" y="7349"/>
                </a:lnTo>
                <a:lnTo>
                  <a:pt x="5184" y="7471"/>
                </a:lnTo>
                <a:lnTo>
                  <a:pt x="5549" y="7568"/>
                </a:lnTo>
                <a:lnTo>
                  <a:pt x="6278" y="7763"/>
                </a:lnTo>
                <a:lnTo>
                  <a:pt x="7057" y="7933"/>
                </a:lnTo>
                <a:lnTo>
                  <a:pt x="7836" y="8031"/>
                </a:lnTo>
                <a:lnTo>
                  <a:pt x="8614" y="8104"/>
                </a:lnTo>
                <a:lnTo>
                  <a:pt x="9417" y="8128"/>
                </a:lnTo>
                <a:lnTo>
                  <a:pt x="10196" y="8128"/>
                </a:lnTo>
                <a:lnTo>
                  <a:pt x="10999" y="8055"/>
                </a:lnTo>
                <a:lnTo>
                  <a:pt x="11778" y="7933"/>
                </a:lnTo>
                <a:lnTo>
                  <a:pt x="12556" y="7787"/>
                </a:lnTo>
                <a:lnTo>
                  <a:pt x="12970" y="7714"/>
                </a:lnTo>
                <a:lnTo>
                  <a:pt x="13359" y="7593"/>
                </a:lnTo>
                <a:lnTo>
                  <a:pt x="14138" y="7349"/>
                </a:lnTo>
                <a:lnTo>
                  <a:pt x="14795" y="7106"/>
                </a:lnTo>
                <a:lnTo>
                  <a:pt x="15135" y="6984"/>
                </a:lnTo>
                <a:lnTo>
                  <a:pt x="15452" y="6814"/>
                </a:lnTo>
                <a:lnTo>
                  <a:pt x="15695" y="6814"/>
                </a:lnTo>
                <a:lnTo>
                  <a:pt x="15914" y="6765"/>
                </a:lnTo>
                <a:lnTo>
                  <a:pt x="16133" y="6668"/>
                </a:lnTo>
                <a:lnTo>
                  <a:pt x="16352" y="6595"/>
                </a:lnTo>
                <a:lnTo>
                  <a:pt x="16766" y="6425"/>
                </a:lnTo>
                <a:lnTo>
                  <a:pt x="16960" y="6327"/>
                </a:lnTo>
                <a:lnTo>
                  <a:pt x="17131" y="6206"/>
                </a:lnTo>
                <a:lnTo>
                  <a:pt x="17301" y="6619"/>
                </a:lnTo>
                <a:lnTo>
                  <a:pt x="17082" y="6692"/>
                </a:lnTo>
                <a:lnTo>
                  <a:pt x="16863" y="6790"/>
                </a:lnTo>
                <a:lnTo>
                  <a:pt x="16425" y="6984"/>
                </a:lnTo>
                <a:lnTo>
                  <a:pt x="15719" y="7252"/>
                </a:lnTo>
                <a:lnTo>
                  <a:pt x="15354" y="7422"/>
                </a:lnTo>
                <a:lnTo>
                  <a:pt x="15038" y="7593"/>
                </a:lnTo>
                <a:lnTo>
                  <a:pt x="15014" y="7617"/>
                </a:lnTo>
                <a:lnTo>
                  <a:pt x="15014" y="7666"/>
                </a:lnTo>
                <a:lnTo>
                  <a:pt x="15014" y="7690"/>
                </a:lnTo>
                <a:lnTo>
                  <a:pt x="15062" y="7690"/>
                </a:lnTo>
                <a:lnTo>
                  <a:pt x="15427" y="7641"/>
                </a:lnTo>
                <a:lnTo>
                  <a:pt x="15792" y="7544"/>
                </a:lnTo>
                <a:lnTo>
                  <a:pt x="16157" y="7422"/>
                </a:lnTo>
                <a:lnTo>
                  <a:pt x="16498" y="7301"/>
                </a:lnTo>
                <a:lnTo>
                  <a:pt x="16960" y="7130"/>
                </a:lnTo>
                <a:lnTo>
                  <a:pt x="17204" y="7033"/>
                </a:lnTo>
                <a:lnTo>
                  <a:pt x="17423" y="6911"/>
                </a:lnTo>
                <a:lnTo>
                  <a:pt x="17569" y="7252"/>
                </a:lnTo>
                <a:lnTo>
                  <a:pt x="17325" y="7276"/>
                </a:lnTo>
                <a:lnTo>
                  <a:pt x="17082" y="7349"/>
                </a:lnTo>
                <a:lnTo>
                  <a:pt x="16595" y="7520"/>
                </a:lnTo>
                <a:lnTo>
                  <a:pt x="16084" y="7690"/>
                </a:lnTo>
                <a:lnTo>
                  <a:pt x="15841" y="7812"/>
                </a:lnTo>
                <a:lnTo>
                  <a:pt x="15719" y="7885"/>
                </a:lnTo>
                <a:lnTo>
                  <a:pt x="15622" y="7958"/>
                </a:lnTo>
                <a:lnTo>
                  <a:pt x="15622" y="7982"/>
                </a:lnTo>
                <a:lnTo>
                  <a:pt x="15622" y="8006"/>
                </a:lnTo>
                <a:lnTo>
                  <a:pt x="15768" y="8031"/>
                </a:lnTo>
                <a:lnTo>
                  <a:pt x="15890" y="8031"/>
                </a:lnTo>
                <a:lnTo>
                  <a:pt x="16182" y="8006"/>
                </a:lnTo>
                <a:lnTo>
                  <a:pt x="16449" y="7933"/>
                </a:lnTo>
                <a:lnTo>
                  <a:pt x="16693" y="7860"/>
                </a:lnTo>
                <a:lnTo>
                  <a:pt x="16960" y="7787"/>
                </a:lnTo>
                <a:lnTo>
                  <a:pt x="17204" y="7690"/>
                </a:lnTo>
                <a:lnTo>
                  <a:pt x="17447" y="7568"/>
                </a:lnTo>
                <a:lnTo>
                  <a:pt x="17642" y="7422"/>
                </a:lnTo>
                <a:lnTo>
                  <a:pt x="17666" y="7471"/>
                </a:lnTo>
                <a:lnTo>
                  <a:pt x="17715" y="7544"/>
                </a:lnTo>
                <a:lnTo>
                  <a:pt x="17788" y="7568"/>
                </a:lnTo>
                <a:lnTo>
                  <a:pt x="17812" y="7763"/>
                </a:lnTo>
                <a:lnTo>
                  <a:pt x="17836" y="7958"/>
                </a:lnTo>
                <a:lnTo>
                  <a:pt x="17934" y="8347"/>
                </a:lnTo>
                <a:lnTo>
                  <a:pt x="17763" y="8396"/>
                </a:lnTo>
                <a:lnTo>
                  <a:pt x="17593" y="8444"/>
                </a:lnTo>
                <a:lnTo>
                  <a:pt x="17252" y="8590"/>
                </a:lnTo>
                <a:lnTo>
                  <a:pt x="16790" y="8761"/>
                </a:lnTo>
                <a:lnTo>
                  <a:pt x="16547" y="8834"/>
                </a:lnTo>
                <a:lnTo>
                  <a:pt x="16328" y="8955"/>
                </a:lnTo>
                <a:lnTo>
                  <a:pt x="16303" y="8955"/>
                </a:lnTo>
                <a:lnTo>
                  <a:pt x="16303" y="8980"/>
                </a:lnTo>
                <a:lnTo>
                  <a:pt x="16328" y="9004"/>
                </a:lnTo>
                <a:lnTo>
                  <a:pt x="16328" y="9028"/>
                </a:lnTo>
                <a:lnTo>
                  <a:pt x="16595" y="9028"/>
                </a:lnTo>
                <a:lnTo>
                  <a:pt x="16839" y="9004"/>
                </a:lnTo>
                <a:lnTo>
                  <a:pt x="17106" y="8955"/>
                </a:lnTo>
                <a:lnTo>
                  <a:pt x="17350" y="8882"/>
                </a:lnTo>
                <a:lnTo>
                  <a:pt x="17666" y="8785"/>
                </a:lnTo>
                <a:lnTo>
                  <a:pt x="17836" y="8712"/>
                </a:lnTo>
                <a:lnTo>
                  <a:pt x="18007" y="8639"/>
                </a:lnTo>
                <a:lnTo>
                  <a:pt x="18031" y="8809"/>
                </a:lnTo>
                <a:lnTo>
                  <a:pt x="17812" y="8907"/>
                </a:lnTo>
                <a:lnTo>
                  <a:pt x="17617" y="9004"/>
                </a:lnTo>
                <a:lnTo>
                  <a:pt x="17398" y="9077"/>
                </a:lnTo>
                <a:lnTo>
                  <a:pt x="17155" y="9174"/>
                </a:lnTo>
                <a:lnTo>
                  <a:pt x="16936" y="9247"/>
                </a:lnTo>
                <a:lnTo>
                  <a:pt x="16741" y="9369"/>
                </a:lnTo>
                <a:lnTo>
                  <a:pt x="16717" y="9418"/>
                </a:lnTo>
                <a:lnTo>
                  <a:pt x="16717" y="9466"/>
                </a:lnTo>
                <a:lnTo>
                  <a:pt x="16741" y="9515"/>
                </a:lnTo>
                <a:lnTo>
                  <a:pt x="16790" y="9539"/>
                </a:lnTo>
                <a:lnTo>
                  <a:pt x="16887" y="9564"/>
                </a:lnTo>
                <a:lnTo>
                  <a:pt x="17228" y="9564"/>
                </a:lnTo>
                <a:lnTo>
                  <a:pt x="17471" y="9491"/>
                </a:lnTo>
                <a:lnTo>
                  <a:pt x="17690" y="9442"/>
                </a:lnTo>
                <a:lnTo>
                  <a:pt x="17885" y="9369"/>
                </a:lnTo>
                <a:lnTo>
                  <a:pt x="18080" y="9272"/>
                </a:lnTo>
                <a:lnTo>
                  <a:pt x="18128" y="9564"/>
                </a:lnTo>
                <a:lnTo>
                  <a:pt x="17958" y="9612"/>
                </a:lnTo>
                <a:lnTo>
                  <a:pt x="17812" y="9661"/>
                </a:lnTo>
                <a:lnTo>
                  <a:pt x="17301" y="9880"/>
                </a:lnTo>
                <a:lnTo>
                  <a:pt x="17228" y="9928"/>
                </a:lnTo>
                <a:lnTo>
                  <a:pt x="17155" y="10001"/>
                </a:lnTo>
                <a:lnTo>
                  <a:pt x="17106" y="10074"/>
                </a:lnTo>
                <a:lnTo>
                  <a:pt x="17033" y="10147"/>
                </a:lnTo>
                <a:lnTo>
                  <a:pt x="17009" y="10172"/>
                </a:lnTo>
                <a:lnTo>
                  <a:pt x="17033" y="10172"/>
                </a:lnTo>
                <a:lnTo>
                  <a:pt x="17106" y="10196"/>
                </a:lnTo>
                <a:lnTo>
                  <a:pt x="17204" y="10220"/>
                </a:lnTo>
                <a:lnTo>
                  <a:pt x="17277" y="10245"/>
                </a:lnTo>
                <a:lnTo>
                  <a:pt x="17471" y="10245"/>
                </a:lnTo>
                <a:lnTo>
                  <a:pt x="17593" y="10196"/>
                </a:lnTo>
                <a:lnTo>
                  <a:pt x="17812" y="10123"/>
                </a:lnTo>
                <a:lnTo>
                  <a:pt x="17982" y="10074"/>
                </a:lnTo>
                <a:lnTo>
                  <a:pt x="18153" y="9977"/>
                </a:lnTo>
                <a:lnTo>
                  <a:pt x="18153" y="10220"/>
                </a:lnTo>
                <a:lnTo>
                  <a:pt x="18031" y="10269"/>
                </a:lnTo>
                <a:lnTo>
                  <a:pt x="17909" y="10318"/>
                </a:lnTo>
                <a:lnTo>
                  <a:pt x="17690" y="10415"/>
                </a:lnTo>
                <a:lnTo>
                  <a:pt x="17471" y="10512"/>
                </a:lnTo>
                <a:lnTo>
                  <a:pt x="17301" y="10634"/>
                </a:lnTo>
                <a:lnTo>
                  <a:pt x="17204" y="10731"/>
                </a:lnTo>
                <a:lnTo>
                  <a:pt x="17131" y="10829"/>
                </a:lnTo>
                <a:lnTo>
                  <a:pt x="17131" y="10853"/>
                </a:lnTo>
                <a:lnTo>
                  <a:pt x="17155" y="10902"/>
                </a:lnTo>
                <a:lnTo>
                  <a:pt x="17374" y="10902"/>
                </a:lnTo>
                <a:lnTo>
                  <a:pt x="17593" y="10877"/>
                </a:lnTo>
                <a:lnTo>
                  <a:pt x="17788" y="10804"/>
                </a:lnTo>
                <a:lnTo>
                  <a:pt x="17982" y="10731"/>
                </a:lnTo>
                <a:lnTo>
                  <a:pt x="18153" y="10683"/>
                </a:lnTo>
                <a:lnTo>
                  <a:pt x="18128" y="11169"/>
                </a:lnTo>
                <a:lnTo>
                  <a:pt x="17861" y="11267"/>
                </a:lnTo>
                <a:lnTo>
                  <a:pt x="17617" y="11364"/>
                </a:lnTo>
                <a:lnTo>
                  <a:pt x="17447" y="11413"/>
                </a:lnTo>
                <a:lnTo>
                  <a:pt x="17277" y="11461"/>
                </a:lnTo>
                <a:lnTo>
                  <a:pt x="17106" y="11510"/>
                </a:lnTo>
                <a:lnTo>
                  <a:pt x="16960" y="11607"/>
                </a:lnTo>
                <a:lnTo>
                  <a:pt x="16936" y="11632"/>
                </a:lnTo>
                <a:lnTo>
                  <a:pt x="16936" y="11680"/>
                </a:lnTo>
                <a:lnTo>
                  <a:pt x="16960" y="11729"/>
                </a:lnTo>
                <a:lnTo>
                  <a:pt x="16985" y="11753"/>
                </a:lnTo>
                <a:lnTo>
                  <a:pt x="17106" y="11802"/>
                </a:lnTo>
                <a:lnTo>
                  <a:pt x="17228" y="11826"/>
                </a:lnTo>
                <a:lnTo>
                  <a:pt x="17374" y="11826"/>
                </a:lnTo>
                <a:lnTo>
                  <a:pt x="17544" y="11778"/>
                </a:lnTo>
                <a:lnTo>
                  <a:pt x="17690" y="11753"/>
                </a:lnTo>
                <a:lnTo>
                  <a:pt x="17836" y="11680"/>
                </a:lnTo>
                <a:lnTo>
                  <a:pt x="17982" y="11607"/>
                </a:lnTo>
                <a:lnTo>
                  <a:pt x="18104" y="11510"/>
                </a:lnTo>
                <a:lnTo>
                  <a:pt x="18080" y="11656"/>
                </a:lnTo>
                <a:lnTo>
                  <a:pt x="17934" y="11705"/>
                </a:lnTo>
                <a:lnTo>
                  <a:pt x="17763" y="11753"/>
                </a:lnTo>
                <a:lnTo>
                  <a:pt x="17471" y="11899"/>
                </a:lnTo>
                <a:lnTo>
                  <a:pt x="17301" y="11948"/>
                </a:lnTo>
                <a:lnTo>
                  <a:pt x="17106" y="11972"/>
                </a:lnTo>
                <a:lnTo>
                  <a:pt x="16936" y="12021"/>
                </a:lnTo>
                <a:lnTo>
                  <a:pt x="16839" y="12045"/>
                </a:lnTo>
                <a:lnTo>
                  <a:pt x="16766" y="12094"/>
                </a:lnTo>
                <a:lnTo>
                  <a:pt x="16741" y="12143"/>
                </a:lnTo>
                <a:lnTo>
                  <a:pt x="16741" y="12167"/>
                </a:lnTo>
                <a:lnTo>
                  <a:pt x="16766" y="12240"/>
                </a:lnTo>
                <a:lnTo>
                  <a:pt x="16863" y="12289"/>
                </a:lnTo>
                <a:lnTo>
                  <a:pt x="16960" y="12337"/>
                </a:lnTo>
                <a:lnTo>
                  <a:pt x="17058" y="12362"/>
                </a:lnTo>
                <a:lnTo>
                  <a:pt x="17155" y="12362"/>
                </a:lnTo>
                <a:lnTo>
                  <a:pt x="17374" y="12313"/>
                </a:lnTo>
                <a:lnTo>
                  <a:pt x="17569" y="12289"/>
                </a:lnTo>
                <a:lnTo>
                  <a:pt x="17812" y="12216"/>
                </a:lnTo>
                <a:lnTo>
                  <a:pt x="18007" y="12094"/>
                </a:lnTo>
                <a:lnTo>
                  <a:pt x="17934" y="12435"/>
                </a:lnTo>
                <a:lnTo>
                  <a:pt x="17788" y="12459"/>
                </a:lnTo>
                <a:lnTo>
                  <a:pt x="17642" y="12508"/>
                </a:lnTo>
                <a:lnTo>
                  <a:pt x="17325" y="12629"/>
                </a:lnTo>
                <a:lnTo>
                  <a:pt x="16839" y="12751"/>
                </a:lnTo>
                <a:lnTo>
                  <a:pt x="16328" y="12897"/>
                </a:lnTo>
                <a:lnTo>
                  <a:pt x="16303" y="12897"/>
                </a:lnTo>
                <a:lnTo>
                  <a:pt x="16303" y="12946"/>
                </a:lnTo>
                <a:lnTo>
                  <a:pt x="16303" y="12970"/>
                </a:lnTo>
                <a:lnTo>
                  <a:pt x="16328" y="12970"/>
                </a:lnTo>
                <a:lnTo>
                  <a:pt x="16571" y="13019"/>
                </a:lnTo>
                <a:lnTo>
                  <a:pt x="16814" y="13019"/>
                </a:lnTo>
                <a:lnTo>
                  <a:pt x="17058" y="12994"/>
                </a:lnTo>
                <a:lnTo>
                  <a:pt x="17277" y="12946"/>
                </a:lnTo>
                <a:lnTo>
                  <a:pt x="17569" y="12897"/>
                </a:lnTo>
                <a:lnTo>
                  <a:pt x="17861" y="12824"/>
                </a:lnTo>
                <a:lnTo>
                  <a:pt x="17739" y="13286"/>
                </a:lnTo>
                <a:lnTo>
                  <a:pt x="15671" y="13286"/>
                </a:lnTo>
                <a:lnTo>
                  <a:pt x="13627" y="13311"/>
                </a:lnTo>
                <a:lnTo>
                  <a:pt x="9515" y="13359"/>
                </a:lnTo>
                <a:lnTo>
                  <a:pt x="5232" y="13408"/>
                </a:lnTo>
                <a:lnTo>
                  <a:pt x="3115" y="13432"/>
                </a:lnTo>
                <a:lnTo>
                  <a:pt x="1509" y="13432"/>
                </a:lnTo>
                <a:lnTo>
                  <a:pt x="1388" y="12654"/>
                </a:lnTo>
                <a:lnTo>
                  <a:pt x="1290" y="11851"/>
                </a:lnTo>
                <a:lnTo>
                  <a:pt x="1266" y="11048"/>
                </a:lnTo>
                <a:lnTo>
                  <a:pt x="1266" y="10245"/>
                </a:lnTo>
                <a:lnTo>
                  <a:pt x="1290" y="9442"/>
                </a:lnTo>
                <a:lnTo>
                  <a:pt x="1363" y="8615"/>
                </a:lnTo>
                <a:lnTo>
                  <a:pt x="1436" y="8152"/>
                </a:lnTo>
                <a:lnTo>
                  <a:pt x="1485" y="7690"/>
                </a:lnTo>
                <a:lnTo>
                  <a:pt x="1777" y="6936"/>
                </a:lnTo>
                <a:lnTo>
                  <a:pt x="2385" y="5305"/>
                </a:lnTo>
                <a:lnTo>
                  <a:pt x="2653" y="4575"/>
                </a:lnTo>
                <a:lnTo>
                  <a:pt x="2921" y="3821"/>
                </a:lnTo>
                <a:lnTo>
                  <a:pt x="3067" y="3456"/>
                </a:lnTo>
                <a:lnTo>
                  <a:pt x="3237" y="3091"/>
                </a:lnTo>
                <a:lnTo>
                  <a:pt x="3407" y="2750"/>
                </a:lnTo>
                <a:lnTo>
                  <a:pt x="3602" y="2410"/>
                </a:lnTo>
                <a:lnTo>
                  <a:pt x="3748" y="2215"/>
                </a:lnTo>
                <a:lnTo>
                  <a:pt x="3894" y="2045"/>
                </a:lnTo>
                <a:lnTo>
                  <a:pt x="4064" y="1899"/>
                </a:lnTo>
                <a:lnTo>
                  <a:pt x="4283" y="1753"/>
                </a:lnTo>
                <a:lnTo>
                  <a:pt x="4502" y="1607"/>
                </a:lnTo>
                <a:lnTo>
                  <a:pt x="4721" y="1485"/>
                </a:lnTo>
                <a:lnTo>
                  <a:pt x="4989" y="1388"/>
                </a:lnTo>
                <a:lnTo>
                  <a:pt x="5232" y="1291"/>
                </a:lnTo>
                <a:lnTo>
                  <a:pt x="5816" y="1096"/>
                </a:lnTo>
                <a:lnTo>
                  <a:pt x="6400" y="950"/>
                </a:lnTo>
                <a:lnTo>
                  <a:pt x="7033" y="853"/>
                </a:lnTo>
                <a:lnTo>
                  <a:pt x="7641" y="755"/>
                </a:lnTo>
                <a:lnTo>
                  <a:pt x="8249" y="707"/>
                </a:lnTo>
                <a:lnTo>
                  <a:pt x="8858" y="658"/>
                </a:lnTo>
                <a:lnTo>
                  <a:pt x="9904" y="609"/>
                </a:lnTo>
                <a:lnTo>
                  <a:pt x="10707" y="609"/>
                </a:lnTo>
                <a:lnTo>
                  <a:pt x="11121" y="585"/>
                </a:lnTo>
                <a:lnTo>
                  <a:pt x="11534" y="561"/>
                </a:lnTo>
                <a:close/>
                <a:moveTo>
                  <a:pt x="2410" y="13919"/>
                </a:moveTo>
                <a:lnTo>
                  <a:pt x="2239" y="14089"/>
                </a:lnTo>
                <a:lnTo>
                  <a:pt x="2093" y="14260"/>
                </a:lnTo>
                <a:lnTo>
                  <a:pt x="1850" y="14649"/>
                </a:lnTo>
                <a:lnTo>
                  <a:pt x="1826" y="14479"/>
                </a:lnTo>
                <a:lnTo>
                  <a:pt x="1850" y="14308"/>
                </a:lnTo>
                <a:lnTo>
                  <a:pt x="1899" y="14114"/>
                </a:lnTo>
                <a:lnTo>
                  <a:pt x="1972" y="13919"/>
                </a:lnTo>
                <a:close/>
                <a:moveTo>
                  <a:pt x="14746" y="13846"/>
                </a:moveTo>
                <a:lnTo>
                  <a:pt x="14649" y="13992"/>
                </a:lnTo>
                <a:lnTo>
                  <a:pt x="14551" y="14138"/>
                </a:lnTo>
                <a:lnTo>
                  <a:pt x="14405" y="14430"/>
                </a:lnTo>
                <a:lnTo>
                  <a:pt x="14235" y="14771"/>
                </a:lnTo>
                <a:lnTo>
                  <a:pt x="14235" y="14527"/>
                </a:lnTo>
                <a:lnTo>
                  <a:pt x="14259" y="14284"/>
                </a:lnTo>
                <a:lnTo>
                  <a:pt x="14235" y="14065"/>
                </a:lnTo>
                <a:lnTo>
                  <a:pt x="14211" y="13943"/>
                </a:lnTo>
                <a:lnTo>
                  <a:pt x="14186" y="13846"/>
                </a:lnTo>
                <a:close/>
                <a:moveTo>
                  <a:pt x="2994" y="13919"/>
                </a:moveTo>
                <a:lnTo>
                  <a:pt x="2848" y="14065"/>
                </a:lnTo>
                <a:lnTo>
                  <a:pt x="2702" y="14211"/>
                </a:lnTo>
                <a:lnTo>
                  <a:pt x="2458" y="14552"/>
                </a:lnTo>
                <a:lnTo>
                  <a:pt x="2288" y="14819"/>
                </a:lnTo>
                <a:lnTo>
                  <a:pt x="2191" y="15014"/>
                </a:lnTo>
                <a:lnTo>
                  <a:pt x="2142" y="15184"/>
                </a:lnTo>
                <a:lnTo>
                  <a:pt x="2045" y="15087"/>
                </a:lnTo>
                <a:lnTo>
                  <a:pt x="2239" y="14771"/>
                </a:lnTo>
                <a:lnTo>
                  <a:pt x="2434" y="14479"/>
                </a:lnTo>
                <a:lnTo>
                  <a:pt x="2629" y="14211"/>
                </a:lnTo>
                <a:lnTo>
                  <a:pt x="2799" y="13919"/>
                </a:lnTo>
                <a:close/>
                <a:moveTo>
                  <a:pt x="4405" y="14381"/>
                </a:moveTo>
                <a:lnTo>
                  <a:pt x="4381" y="14649"/>
                </a:lnTo>
                <a:lnTo>
                  <a:pt x="4308" y="14941"/>
                </a:lnTo>
                <a:lnTo>
                  <a:pt x="4259" y="15087"/>
                </a:lnTo>
                <a:lnTo>
                  <a:pt x="4162" y="15209"/>
                </a:lnTo>
                <a:lnTo>
                  <a:pt x="4040" y="15330"/>
                </a:lnTo>
                <a:lnTo>
                  <a:pt x="3894" y="15403"/>
                </a:lnTo>
                <a:lnTo>
                  <a:pt x="3894" y="15403"/>
                </a:lnTo>
                <a:lnTo>
                  <a:pt x="4016" y="15160"/>
                </a:lnTo>
                <a:lnTo>
                  <a:pt x="4235" y="14771"/>
                </a:lnTo>
                <a:lnTo>
                  <a:pt x="4308" y="14576"/>
                </a:lnTo>
                <a:lnTo>
                  <a:pt x="4405" y="14381"/>
                </a:lnTo>
                <a:close/>
                <a:moveTo>
                  <a:pt x="3845" y="13895"/>
                </a:moveTo>
                <a:lnTo>
                  <a:pt x="3651" y="14041"/>
                </a:lnTo>
                <a:lnTo>
                  <a:pt x="3456" y="14211"/>
                </a:lnTo>
                <a:lnTo>
                  <a:pt x="3286" y="14406"/>
                </a:lnTo>
                <a:lnTo>
                  <a:pt x="3140" y="14625"/>
                </a:lnTo>
                <a:lnTo>
                  <a:pt x="2848" y="15038"/>
                </a:lnTo>
                <a:lnTo>
                  <a:pt x="2629" y="15476"/>
                </a:lnTo>
                <a:lnTo>
                  <a:pt x="2629" y="15501"/>
                </a:lnTo>
                <a:lnTo>
                  <a:pt x="2458" y="15428"/>
                </a:lnTo>
                <a:lnTo>
                  <a:pt x="2556" y="15306"/>
                </a:lnTo>
                <a:lnTo>
                  <a:pt x="2629" y="15160"/>
                </a:lnTo>
                <a:lnTo>
                  <a:pt x="2726" y="14941"/>
                </a:lnTo>
                <a:lnTo>
                  <a:pt x="2896" y="14673"/>
                </a:lnTo>
                <a:lnTo>
                  <a:pt x="3067" y="14406"/>
                </a:lnTo>
                <a:lnTo>
                  <a:pt x="3261" y="14162"/>
                </a:lnTo>
                <a:lnTo>
                  <a:pt x="3432" y="13919"/>
                </a:lnTo>
                <a:lnTo>
                  <a:pt x="3845" y="13895"/>
                </a:lnTo>
                <a:close/>
                <a:moveTo>
                  <a:pt x="4381" y="13895"/>
                </a:moveTo>
                <a:lnTo>
                  <a:pt x="4381" y="14065"/>
                </a:lnTo>
                <a:lnTo>
                  <a:pt x="4186" y="14260"/>
                </a:lnTo>
                <a:lnTo>
                  <a:pt x="4016" y="14503"/>
                </a:lnTo>
                <a:lnTo>
                  <a:pt x="3724" y="14990"/>
                </a:lnTo>
                <a:lnTo>
                  <a:pt x="3529" y="15257"/>
                </a:lnTo>
                <a:lnTo>
                  <a:pt x="3359" y="15549"/>
                </a:lnTo>
                <a:lnTo>
                  <a:pt x="3261" y="15574"/>
                </a:lnTo>
                <a:lnTo>
                  <a:pt x="2994" y="15574"/>
                </a:lnTo>
                <a:lnTo>
                  <a:pt x="3237" y="15160"/>
                </a:lnTo>
                <a:lnTo>
                  <a:pt x="3505" y="14746"/>
                </a:lnTo>
                <a:lnTo>
                  <a:pt x="3821" y="14333"/>
                </a:lnTo>
                <a:lnTo>
                  <a:pt x="3967" y="14114"/>
                </a:lnTo>
                <a:lnTo>
                  <a:pt x="4113" y="13895"/>
                </a:lnTo>
                <a:close/>
                <a:moveTo>
                  <a:pt x="15865" y="13846"/>
                </a:moveTo>
                <a:lnTo>
                  <a:pt x="15695" y="13968"/>
                </a:lnTo>
                <a:lnTo>
                  <a:pt x="15525" y="14089"/>
                </a:lnTo>
                <a:lnTo>
                  <a:pt x="15403" y="14211"/>
                </a:lnTo>
                <a:lnTo>
                  <a:pt x="15306" y="14333"/>
                </a:lnTo>
                <a:lnTo>
                  <a:pt x="15111" y="14625"/>
                </a:lnTo>
                <a:lnTo>
                  <a:pt x="14965" y="14844"/>
                </a:lnTo>
                <a:lnTo>
                  <a:pt x="14819" y="15063"/>
                </a:lnTo>
                <a:lnTo>
                  <a:pt x="14746" y="15184"/>
                </a:lnTo>
                <a:lnTo>
                  <a:pt x="14697" y="15306"/>
                </a:lnTo>
                <a:lnTo>
                  <a:pt x="14673" y="15452"/>
                </a:lnTo>
                <a:lnTo>
                  <a:pt x="14673" y="15574"/>
                </a:lnTo>
                <a:lnTo>
                  <a:pt x="14503" y="15428"/>
                </a:lnTo>
                <a:lnTo>
                  <a:pt x="14381" y="15257"/>
                </a:lnTo>
                <a:lnTo>
                  <a:pt x="14478" y="15111"/>
                </a:lnTo>
                <a:lnTo>
                  <a:pt x="14551" y="14965"/>
                </a:lnTo>
                <a:lnTo>
                  <a:pt x="14673" y="14673"/>
                </a:lnTo>
                <a:lnTo>
                  <a:pt x="14819" y="14284"/>
                </a:lnTo>
                <a:lnTo>
                  <a:pt x="14868" y="14065"/>
                </a:lnTo>
                <a:lnTo>
                  <a:pt x="14892" y="13870"/>
                </a:lnTo>
                <a:lnTo>
                  <a:pt x="14868" y="13846"/>
                </a:lnTo>
                <a:close/>
                <a:moveTo>
                  <a:pt x="16790" y="14625"/>
                </a:moveTo>
                <a:lnTo>
                  <a:pt x="16766" y="14917"/>
                </a:lnTo>
                <a:lnTo>
                  <a:pt x="16717" y="15184"/>
                </a:lnTo>
                <a:lnTo>
                  <a:pt x="16644" y="15330"/>
                </a:lnTo>
                <a:lnTo>
                  <a:pt x="16571" y="15452"/>
                </a:lnTo>
                <a:lnTo>
                  <a:pt x="16449" y="15574"/>
                </a:lnTo>
                <a:lnTo>
                  <a:pt x="16352" y="15647"/>
                </a:lnTo>
                <a:lnTo>
                  <a:pt x="16352" y="15647"/>
                </a:lnTo>
                <a:lnTo>
                  <a:pt x="16571" y="15111"/>
                </a:lnTo>
                <a:lnTo>
                  <a:pt x="16693" y="14868"/>
                </a:lnTo>
                <a:lnTo>
                  <a:pt x="16790" y="14625"/>
                </a:lnTo>
                <a:close/>
                <a:moveTo>
                  <a:pt x="16498" y="13846"/>
                </a:moveTo>
                <a:lnTo>
                  <a:pt x="16328" y="14041"/>
                </a:lnTo>
                <a:lnTo>
                  <a:pt x="16133" y="14260"/>
                </a:lnTo>
                <a:lnTo>
                  <a:pt x="15987" y="14479"/>
                </a:lnTo>
                <a:lnTo>
                  <a:pt x="15817" y="14746"/>
                </a:lnTo>
                <a:lnTo>
                  <a:pt x="15525" y="15257"/>
                </a:lnTo>
                <a:lnTo>
                  <a:pt x="15379" y="15549"/>
                </a:lnTo>
                <a:lnTo>
                  <a:pt x="15257" y="15817"/>
                </a:lnTo>
                <a:lnTo>
                  <a:pt x="15062" y="15768"/>
                </a:lnTo>
                <a:lnTo>
                  <a:pt x="14868" y="15695"/>
                </a:lnTo>
                <a:lnTo>
                  <a:pt x="14965" y="15622"/>
                </a:lnTo>
                <a:lnTo>
                  <a:pt x="15038" y="15549"/>
                </a:lnTo>
                <a:lnTo>
                  <a:pt x="15160" y="15355"/>
                </a:lnTo>
                <a:lnTo>
                  <a:pt x="15379" y="14941"/>
                </a:lnTo>
                <a:lnTo>
                  <a:pt x="15719" y="14381"/>
                </a:lnTo>
                <a:lnTo>
                  <a:pt x="15817" y="14260"/>
                </a:lnTo>
                <a:lnTo>
                  <a:pt x="15865" y="14114"/>
                </a:lnTo>
                <a:lnTo>
                  <a:pt x="16011" y="13846"/>
                </a:lnTo>
                <a:close/>
                <a:moveTo>
                  <a:pt x="16717" y="13846"/>
                </a:moveTo>
                <a:lnTo>
                  <a:pt x="16766" y="14235"/>
                </a:lnTo>
                <a:lnTo>
                  <a:pt x="16620" y="14430"/>
                </a:lnTo>
                <a:lnTo>
                  <a:pt x="16474" y="14625"/>
                </a:lnTo>
                <a:lnTo>
                  <a:pt x="16255" y="15063"/>
                </a:lnTo>
                <a:lnTo>
                  <a:pt x="16084" y="15428"/>
                </a:lnTo>
                <a:lnTo>
                  <a:pt x="15987" y="15622"/>
                </a:lnTo>
                <a:lnTo>
                  <a:pt x="15938" y="15817"/>
                </a:lnTo>
                <a:lnTo>
                  <a:pt x="15646" y="15841"/>
                </a:lnTo>
                <a:lnTo>
                  <a:pt x="15890" y="15379"/>
                </a:lnTo>
                <a:lnTo>
                  <a:pt x="16133" y="14917"/>
                </a:lnTo>
                <a:lnTo>
                  <a:pt x="16401" y="14381"/>
                </a:lnTo>
                <a:lnTo>
                  <a:pt x="16644" y="13846"/>
                </a:lnTo>
                <a:close/>
                <a:moveTo>
                  <a:pt x="8493" y="1"/>
                </a:moveTo>
                <a:lnTo>
                  <a:pt x="7884" y="25"/>
                </a:lnTo>
                <a:lnTo>
                  <a:pt x="7252" y="98"/>
                </a:lnTo>
                <a:lnTo>
                  <a:pt x="6619" y="171"/>
                </a:lnTo>
                <a:lnTo>
                  <a:pt x="6011" y="317"/>
                </a:lnTo>
                <a:lnTo>
                  <a:pt x="5427" y="488"/>
                </a:lnTo>
                <a:lnTo>
                  <a:pt x="5135" y="585"/>
                </a:lnTo>
                <a:lnTo>
                  <a:pt x="4867" y="707"/>
                </a:lnTo>
                <a:lnTo>
                  <a:pt x="4600" y="853"/>
                </a:lnTo>
                <a:lnTo>
                  <a:pt x="4356" y="999"/>
                </a:lnTo>
                <a:lnTo>
                  <a:pt x="4113" y="1169"/>
                </a:lnTo>
                <a:lnTo>
                  <a:pt x="3894" y="1339"/>
                </a:lnTo>
                <a:lnTo>
                  <a:pt x="3699" y="1534"/>
                </a:lnTo>
                <a:lnTo>
                  <a:pt x="3529" y="1753"/>
                </a:lnTo>
                <a:lnTo>
                  <a:pt x="3310" y="2045"/>
                </a:lnTo>
                <a:lnTo>
                  <a:pt x="3115" y="2385"/>
                </a:lnTo>
                <a:lnTo>
                  <a:pt x="2945" y="2702"/>
                </a:lnTo>
                <a:lnTo>
                  <a:pt x="2799" y="3042"/>
                </a:lnTo>
                <a:lnTo>
                  <a:pt x="2507" y="3748"/>
                </a:lnTo>
                <a:lnTo>
                  <a:pt x="2264" y="4454"/>
                </a:lnTo>
                <a:lnTo>
                  <a:pt x="2142" y="4405"/>
                </a:lnTo>
                <a:lnTo>
                  <a:pt x="2020" y="4356"/>
                </a:lnTo>
                <a:lnTo>
                  <a:pt x="1728" y="4356"/>
                </a:lnTo>
                <a:lnTo>
                  <a:pt x="1412" y="4405"/>
                </a:lnTo>
                <a:lnTo>
                  <a:pt x="1193" y="4478"/>
                </a:lnTo>
                <a:lnTo>
                  <a:pt x="998" y="4551"/>
                </a:lnTo>
                <a:lnTo>
                  <a:pt x="804" y="4624"/>
                </a:lnTo>
                <a:lnTo>
                  <a:pt x="633" y="4746"/>
                </a:lnTo>
                <a:lnTo>
                  <a:pt x="487" y="4867"/>
                </a:lnTo>
                <a:lnTo>
                  <a:pt x="366" y="5013"/>
                </a:lnTo>
                <a:lnTo>
                  <a:pt x="244" y="5159"/>
                </a:lnTo>
                <a:lnTo>
                  <a:pt x="147" y="5354"/>
                </a:lnTo>
                <a:lnTo>
                  <a:pt x="49" y="5524"/>
                </a:lnTo>
                <a:lnTo>
                  <a:pt x="25" y="5695"/>
                </a:lnTo>
                <a:lnTo>
                  <a:pt x="1" y="5865"/>
                </a:lnTo>
                <a:lnTo>
                  <a:pt x="25" y="6060"/>
                </a:lnTo>
                <a:lnTo>
                  <a:pt x="49" y="6230"/>
                </a:lnTo>
                <a:lnTo>
                  <a:pt x="122" y="6400"/>
                </a:lnTo>
                <a:lnTo>
                  <a:pt x="220" y="6571"/>
                </a:lnTo>
                <a:lnTo>
                  <a:pt x="317" y="6692"/>
                </a:lnTo>
                <a:lnTo>
                  <a:pt x="463" y="6814"/>
                </a:lnTo>
                <a:lnTo>
                  <a:pt x="658" y="6911"/>
                </a:lnTo>
                <a:lnTo>
                  <a:pt x="901" y="6984"/>
                </a:lnTo>
                <a:lnTo>
                  <a:pt x="1023" y="6984"/>
                </a:lnTo>
                <a:lnTo>
                  <a:pt x="1120" y="7009"/>
                </a:lnTo>
                <a:lnTo>
                  <a:pt x="1242" y="6984"/>
                </a:lnTo>
                <a:lnTo>
                  <a:pt x="1363" y="6960"/>
                </a:lnTo>
                <a:lnTo>
                  <a:pt x="1169" y="7495"/>
                </a:lnTo>
                <a:lnTo>
                  <a:pt x="1071" y="7739"/>
                </a:lnTo>
                <a:lnTo>
                  <a:pt x="998" y="8006"/>
                </a:lnTo>
                <a:lnTo>
                  <a:pt x="901" y="8542"/>
                </a:lnTo>
                <a:lnTo>
                  <a:pt x="779" y="9393"/>
                </a:lnTo>
                <a:lnTo>
                  <a:pt x="731" y="10245"/>
                </a:lnTo>
                <a:lnTo>
                  <a:pt x="731" y="11072"/>
                </a:lnTo>
                <a:lnTo>
                  <a:pt x="755" y="11875"/>
                </a:lnTo>
                <a:lnTo>
                  <a:pt x="852" y="12702"/>
                </a:lnTo>
                <a:lnTo>
                  <a:pt x="974" y="13505"/>
                </a:lnTo>
                <a:lnTo>
                  <a:pt x="925" y="13505"/>
                </a:lnTo>
                <a:lnTo>
                  <a:pt x="877" y="13530"/>
                </a:lnTo>
                <a:lnTo>
                  <a:pt x="828" y="13578"/>
                </a:lnTo>
                <a:lnTo>
                  <a:pt x="804" y="13627"/>
                </a:lnTo>
                <a:lnTo>
                  <a:pt x="804" y="13676"/>
                </a:lnTo>
                <a:lnTo>
                  <a:pt x="804" y="13749"/>
                </a:lnTo>
                <a:lnTo>
                  <a:pt x="828" y="13797"/>
                </a:lnTo>
                <a:lnTo>
                  <a:pt x="877" y="13846"/>
                </a:lnTo>
                <a:lnTo>
                  <a:pt x="925" y="13870"/>
                </a:lnTo>
                <a:lnTo>
                  <a:pt x="1193" y="13895"/>
                </a:lnTo>
                <a:lnTo>
                  <a:pt x="1461" y="13919"/>
                </a:lnTo>
                <a:lnTo>
                  <a:pt x="1412" y="14041"/>
                </a:lnTo>
                <a:lnTo>
                  <a:pt x="1363" y="14187"/>
                </a:lnTo>
                <a:lnTo>
                  <a:pt x="1315" y="14333"/>
                </a:lnTo>
                <a:lnTo>
                  <a:pt x="1315" y="14479"/>
                </a:lnTo>
                <a:lnTo>
                  <a:pt x="1315" y="14649"/>
                </a:lnTo>
                <a:lnTo>
                  <a:pt x="1339" y="14795"/>
                </a:lnTo>
                <a:lnTo>
                  <a:pt x="1363" y="14941"/>
                </a:lnTo>
                <a:lnTo>
                  <a:pt x="1412" y="15063"/>
                </a:lnTo>
                <a:lnTo>
                  <a:pt x="1534" y="15282"/>
                </a:lnTo>
                <a:lnTo>
                  <a:pt x="1680" y="15476"/>
                </a:lnTo>
                <a:lnTo>
                  <a:pt x="1850" y="15647"/>
                </a:lnTo>
                <a:lnTo>
                  <a:pt x="2020" y="15768"/>
                </a:lnTo>
                <a:lnTo>
                  <a:pt x="2215" y="15890"/>
                </a:lnTo>
                <a:lnTo>
                  <a:pt x="2434" y="15987"/>
                </a:lnTo>
                <a:lnTo>
                  <a:pt x="2677" y="16036"/>
                </a:lnTo>
                <a:lnTo>
                  <a:pt x="2921" y="16085"/>
                </a:lnTo>
                <a:lnTo>
                  <a:pt x="3115" y="16109"/>
                </a:lnTo>
                <a:lnTo>
                  <a:pt x="3334" y="16109"/>
                </a:lnTo>
                <a:lnTo>
                  <a:pt x="3529" y="16085"/>
                </a:lnTo>
                <a:lnTo>
                  <a:pt x="3748" y="16036"/>
                </a:lnTo>
                <a:lnTo>
                  <a:pt x="3943" y="15963"/>
                </a:lnTo>
                <a:lnTo>
                  <a:pt x="4137" y="15890"/>
                </a:lnTo>
                <a:lnTo>
                  <a:pt x="4308" y="15793"/>
                </a:lnTo>
                <a:lnTo>
                  <a:pt x="4478" y="15647"/>
                </a:lnTo>
                <a:lnTo>
                  <a:pt x="4648" y="15476"/>
                </a:lnTo>
                <a:lnTo>
                  <a:pt x="4770" y="15282"/>
                </a:lnTo>
                <a:lnTo>
                  <a:pt x="4843" y="15063"/>
                </a:lnTo>
                <a:lnTo>
                  <a:pt x="4892" y="14844"/>
                </a:lnTo>
                <a:lnTo>
                  <a:pt x="4940" y="14600"/>
                </a:lnTo>
                <a:lnTo>
                  <a:pt x="4940" y="14357"/>
                </a:lnTo>
                <a:lnTo>
                  <a:pt x="4916" y="13895"/>
                </a:lnTo>
                <a:lnTo>
                  <a:pt x="5062" y="13895"/>
                </a:lnTo>
                <a:lnTo>
                  <a:pt x="9515" y="13870"/>
                </a:lnTo>
                <a:lnTo>
                  <a:pt x="14040" y="13846"/>
                </a:lnTo>
                <a:lnTo>
                  <a:pt x="13967" y="13919"/>
                </a:lnTo>
                <a:lnTo>
                  <a:pt x="13919" y="13992"/>
                </a:lnTo>
                <a:lnTo>
                  <a:pt x="13846" y="14162"/>
                </a:lnTo>
                <a:lnTo>
                  <a:pt x="13797" y="14357"/>
                </a:lnTo>
                <a:lnTo>
                  <a:pt x="13797" y="14576"/>
                </a:lnTo>
                <a:lnTo>
                  <a:pt x="13821" y="14795"/>
                </a:lnTo>
                <a:lnTo>
                  <a:pt x="13846" y="14990"/>
                </a:lnTo>
                <a:lnTo>
                  <a:pt x="13943" y="15355"/>
                </a:lnTo>
                <a:lnTo>
                  <a:pt x="13967" y="15476"/>
                </a:lnTo>
                <a:lnTo>
                  <a:pt x="14016" y="15574"/>
                </a:lnTo>
                <a:lnTo>
                  <a:pt x="14162" y="15768"/>
                </a:lnTo>
                <a:lnTo>
                  <a:pt x="14357" y="15914"/>
                </a:lnTo>
                <a:lnTo>
                  <a:pt x="14551" y="16060"/>
                </a:lnTo>
                <a:lnTo>
                  <a:pt x="14795" y="16158"/>
                </a:lnTo>
                <a:lnTo>
                  <a:pt x="15038" y="16231"/>
                </a:lnTo>
                <a:lnTo>
                  <a:pt x="15281" y="16279"/>
                </a:lnTo>
                <a:lnTo>
                  <a:pt x="15500" y="16328"/>
                </a:lnTo>
                <a:lnTo>
                  <a:pt x="15744" y="16328"/>
                </a:lnTo>
                <a:lnTo>
                  <a:pt x="15963" y="16304"/>
                </a:lnTo>
                <a:lnTo>
                  <a:pt x="16157" y="16255"/>
                </a:lnTo>
                <a:lnTo>
                  <a:pt x="16352" y="16182"/>
                </a:lnTo>
                <a:lnTo>
                  <a:pt x="16547" y="16060"/>
                </a:lnTo>
                <a:lnTo>
                  <a:pt x="16717" y="15939"/>
                </a:lnTo>
                <a:lnTo>
                  <a:pt x="16887" y="15793"/>
                </a:lnTo>
                <a:lnTo>
                  <a:pt x="17033" y="15622"/>
                </a:lnTo>
                <a:lnTo>
                  <a:pt x="17131" y="15428"/>
                </a:lnTo>
                <a:lnTo>
                  <a:pt x="17204" y="15209"/>
                </a:lnTo>
                <a:lnTo>
                  <a:pt x="17252" y="14990"/>
                </a:lnTo>
                <a:lnTo>
                  <a:pt x="17277" y="14746"/>
                </a:lnTo>
                <a:lnTo>
                  <a:pt x="17277" y="14527"/>
                </a:lnTo>
                <a:lnTo>
                  <a:pt x="17277" y="14284"/>
                </a:lnTo>
                <a:lnTo>
                  <a:pt x="17204" y="13822"/>
                </a:lnTo>
                <a:lnTo>
                  <a:pt x="18250" y="13797"/>
                </a:lnTo>
                <a:lnTo>
                  <a:pt x="18372" y="13773"/>
                </a:lnTo>
                <a:lnTo>
                  <a:pt x="18445" y="13724"/>
                </a:lnTo>
                <a:lnTo>
                  <a:pt x="18493" y="13627"/>
                </a:lnTo>
                <a:lnTo>
                  <a:pt x="18493" y="13530"/>
                </a:lnTo>
                <a:lnTo>
                  <a:pt x="18493" y="13457"/>
                </a:lnTo>
                <a:lnTo>
                  <a:pt x="18445" y="13359"/>
                </a:lnTo>
                <a:lnTo>
                  <a:pt x="18372" y="13311"/>
                </a:lnTo>
                <a:lnTo>
                  <a:pt x="18250" y="13286"/>
                </a:lnTo>
                <a:lnTo>
                  <a:pt x="18445" y="12556"/>
                </a:lnTo>
                <a:lnTo>
                  <a:pt x="18566" y="11802"/>
                </a:lnTo>
                <a:lnTo>
                  <a:pt x="18639" y="11048"/>
                </a:lnTo>
                <a:lnTo>
                  <a:pt x="18664" y="10293"/>
                </a:lnTo>
                <a:lnTo>
                  <a:pt x="18639" y="9880"/>
                </a:lnTo>
                <a:lnTo>
                  <a:pt x="18615" y="9466"/>
                </a:lnTo>
                <a:lnTo>
                  <a:pt x="18493" y="8639"/>
                </a:lnTo>
                <a:lnTo>
                  <a:pt x="18445" y="8323"/>
                </a:lnTo>
                <a:lnTo>
                  <a:pt x="18372" y="7982"/>
                </a:lnTo>
                <a:lnTo>
                  <a:pt x="18250" y="7666"/>
                </a:lnTo>
                <a:lnTo>
                  <a:pt x="18177" y="7520"/>
                </a:lnTo>
                <a:lnTo>
                  <a:pt x="18104" y="7374"/>
                </a:lnTo>
                <a:lnTo>
                  <a:pt x="18080" y="7276"/>
                </a:lnTo>
                <a:lnTo>
                  <a:pt x="17982" y="6887"/>
                </a:lnTo>
                <a:lnTo>
                  <a:pt x="18274" y="6838"/>
                </a:lnTo>
                <a:lnTo>
                  <a:pt x="18542" y="6741"/>
                </a:lnTo>
                <a:lnTo>
                  <a:pt x="18834" y="6644"/>
                </a:lnTo>
                <a:lnTo>
                  <a:pt x="19102" y="6498"/>
                </a:lnTo>
                <a:lnTo>
                  <a:pt x="19199" y="6400"/>
                </a:lnTo>
                <a:lnTo>
                  <a:pt x="19272" y="6279"/>
                </a:lnTo>
                <a:lnTo>
                  <a:pt x="19321" y="6157"/>
                </a:lnTo>
                <a:lnTo>
                  <a:pt x="19321" y="6011"/>
                </a:lnTo>
                <a:lnTo>
                  <a:pt x="19321" y="5841"/>
                </a:lnTo>
                <a:lnTo>
                  <a:pt x="19321" y="5695"/>
                </a:lnTo>
                <a:lnTo>
                  <a:pt x="19272" y="5451"/>
                </a:lnTo>
                <a:lnTo>
                  <a:pt x="19199" y="5281"/>
                </a:lnTo>
                <a:lnTo>
                  <a:pt x="19126" y="5135"/>
                </a:lnTo>
                <a:lnTo>
                  <a:pt x="19029" y="5013"/>
                </a:lnTo>
                <a:lnTo>
                  <a:pt x="18907" y="4892"/>
                </a:lnTo>
                <a:lnTo>
                  <a:pt x="18785" y="4794"/>
                </a:lnTo>
                <a:lnTo>
                  <a:pt x="18664" y="4697"/>
                </a:lnTo>
                <a:lnTo>
                  <a:pt x="18372" y="4527"/>
                </a:lnTo>
                <a:lnTo>
                  <a:pt x="18080" y="4429"/>
                </a:lnTo>
                <a:lnTo>
                  <a:pt x="17934" y="4356"/>
                </a:lnTo>
                <a:lnTo>
                  <a:pt x="17763" y="4332"/>
                </a:lnTo>
                <a:lnTo>
                  <a:pt x="17593" y="4308"/>
                </a:lnTo>
                <a:lnTo>
                  <a:pt x="17423" y="4308"/>
                </a:lnTo>
                <a:lnTo>
                  <a:pt x="17252" y="4356"/>
                </a:lnTo>
                <a:lnTo>
                  <a:pt x="17131" y="4405"/>
                </a:lnTo>
                <a:lnTo>
                  <a:pt x="17082" y="4478"/>
                </a:lnTo>
                <a:lnTo>
                  <a:pt x="17082" y="4527"/>
                </a:lnTo>
                <a:lnTo>
                  <a:pt x="16863" y="3967"/>
                </a:lnTo>
                <a:lnTo>
                  <a:pt x="16595" y="3261"/>
                </a:lnTo>
                <a:lnTo>
                  <a:pt x="16303" y="2580"/>
                </a:lnTo>
                <a:lnTo>
                  <a:pt x="16133" y="2239"/>
                </a:lnTo>
                <a:lnTo>
                  <a:pt x="15938" y="1923"/>
                </a:lnTo>
                <a:lnTo>
                  <a:pt x="15719" y="1607"/>
                </a:lnTo>
                <a:lnTo>
                  <a:pt x="15476" y="1315"/>
                </a:lnTo>
                <a:lnTo>
                  <a:pt x="15354" y="1193"/>
                </a:lnTo>
                <a:lnTo>
                  <a:pt x="15379" y="1145"/>
                </a:lnTo>
                <a:lnTo>
                  <a:pt x="15403" y="1120"/>
                </a:lnTo>
                <a:lnTo>
                  <a:pt x="15379" y="1023"/>
                </a:lnTo>
                <a:lnTo>
                  <a:pt x="15306" y="974"/>
                </a:lnTo>
                <a:lnTo>
                  <a:pt x="15257" y="950"/>
                </a:lnTo>
                <a:lnTo>
                  <a:pt x="15208" y="950"/>
                </a:lnTo>
                <a:lnTo>
                  <a:pt x="15111" y="974"/>
                </a:lnTo>
                <a:lnTo>
                  <a:pt x="14892" y="804"/>
                </a:lnTo>
                <a:lnTo>
                  <a:pt x="14624" y="658"/>
                </a:lnTo>
                <a:lnTo>
                  <a:pt x="14381" y="536"/>
                </a:lnTo>
                <a:lnTo>
                  <a:pt x="14113" y="415"/>
                </a:lnTo>
                <a:lnTo>
                  <a:pt x="13821" y="317"/>
                </a:lnTo>
                <a:lnTo>
                  <a:pt x="13530" y="244"/>
                </a:lnTo>
                <a:lnTo>
                  <a:pt x="12970" y="123"/>
                </a:lnTo>
                <a:lnTo>
                  <a:pt x="12556" y="74"/>
                </a:lnTo>
                <a:lnTo>
                  <a:pt x="12143" y="50"/>
                </a:lnTo>
                <a:lnTo>
                  <a:pt x="11729" y="50"/>
                </a:lnTo>
                <a:lnTo>
                  <a:pt x="11291" y="74"/>
                </a:lnTo>
                <a:lnTo>
                  <a:pt x="10902" y="50"/>
                </a:lnTo>
                <a:lnTo>
                  <a:pt x="10123" y="25"/>
                </a:lnTo>
                <a:lnTo>
                  <a:pt x="9077" y="1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573" name="Google Shape;573;p28"/>
          <p:cNvSpPr/>
          <p:nvPr/>
        </p:nvSpPr>
        <p:spPr>
          <a:xfrm>
            <a:off x="5042975" y="956162"/>
            <a:ext cx="430192" cy="325916"/>
          </a:xfrm>
          <a:custGeom>
            <a:rect b="b" l="l" r="r" t="t"/>
            <a:pathLst>
              <a:path extrusionOk="0" h="15136" w="19126">
                <a:moveTo>
                  <a:pt x="8979" y="2628"/>
                </a:moveTo>
                <a:lnTo>
                  <a:pt x="8687" y="2653"/>
                </a:lnTo>
                <a:lnTo>
                  <a:pt x="8395" y="2701"/>
                </a:lnTo>
                <a:lnTo>
                  <a:pt x="7811" y="2799"/>
                </a:lnTo>
                <a:lnTo>
                  <a:pt x="7543" y="2872"/>
                </a:lnTo>
                <a:lnTo>
                  <a:pt x="7251" y="2969"/>
                </a:lnTo>
                <a:lnTo>
                  <a:pt x="7130" y="3042"/>
                </a:lnTo>
                <a:lnTo>
                  <a:pt x="7008" y="3139"/>
                </a:lnTo>
                <a:lnTo>
                  <a:pt x="6935" y="3237"/>
                </a:lnTo>
                <a:lnTo>
                  <a:pt x="6886" y="3383"/>
                </a:lnTo>
                <a:lnTo>
                  <a:pt x="6886" y="3456"/>
                </a:lnTo>
                <a:lnTo>
                  <a:pt x="6935" y="3529"/>
                </a:lnTo>
                <a:lnTo>
                  <a:pt x="7032" y="3553"/>
                </a:lnTo>
                <a:lnTo>
                  <a:pt x="7105" y="3577"/>
                </a:lnTo>
                <a:lnTo>
                  <a:pt x="7203" y="3577"/>
                </a:lnTo>
                <a:lnTo>
                  <a:pt x="7300" y="3553"/>
                </a:lnTo>
                <a:lnTo>
                  <a:pt x="7470" y="3480"/>
                </a:lnTo>
                <a:lnTo>
                  <a:pt x="7641" y="3407"/>
                </a:lnTo>
                <a:lnTo>
                  <a:pt x="7908" y="3334"/>
                </a:lnTo>
                <a:lnTo>
                  <a:pt x="8176" y="3261"/>
                </a:lnTo>
                <a:lnTo>
                  <a:pt x="8736" y="3188"/>
                </a:lnTo>
                <a:lnTo>
                  <a:pt x="9076" y="3164"/>
                </a:lnTo>
                <a:lnTo>
                  <a:pt x="9563" y="3139"/>
                </a:lnTo>
                <a:lnTo>
                  <a:pt x="9806" y="3164"/>
                </a:lnTo>
                <a:lnTo>
                  <a:pt x="10025" y="3212"/>
                </a:lnTo>
                <a:lnTo>
                  <a:pt x="10196" y="3261"/>
                </a:lnTo>
                <a:lnTo>
                  <a:pt x="10269" y="3310"/>
                </a:lnTo>
                <a:lnTo>
                  <a:pt x="10317" y="3383"/>
                </a:lnTo>
                <a:lnTo>
                  <a:pt x="10390" y="3456"/>
                </a:lnTo>
                <a:lnTo>
                  <a:pt x="10487" y="3504"/>
                </a:lnTo>
                <a:lnTo>
                  <a:pt x="10585" y="3504"/>
                </a:lnTo>
                <a:lnTo>
                  <a:pt x="10682" y="3456"/>
                </a:lnTo>
                <a:lnTo>
                  <a:pt x="10755" y="3407"/>
                </a:lnTo>
                <a:lnTo>
                  <a:pt x="10804" y="3310"/>
                </a:lnTo>
                <a:lnTo>
                  <a:pt x="10828" y="3212"/>
                </a:lnTo>
                <a:lnTo>
                  <a:pt x="10779" y="3091"/>
                </a:lnTo>
                <a:lnTo>
                  <a:pt x="10706" y="2993"/>
                </a:lnTo>
                <a:lnTo>
                  <a:pt x="10633" y="2920"/>
                </a:lnTo>
                <a:lnTo>
                  <a:pt x="10536" y="2847"/>
                </a:lnTo>
                <a:lnTo>
                  <a:pt x="10439" y="2799"/>
                </a:lnTo>
                <a:lnTo>
                  <a:pt x="10220" y="2726"/>
                </a:lnTo>
                <a:lnTo>
                  <a:pt x="9952" y="2653"/>
                </a:lnTo>
                <a:lnTo>
                  <a:pt x="9709" y="2628"/>
                </a:lnTo>
                <a:close/>
                <a:moveTo>
                  <a:pt x="13797" y="3577"/>
                </a:moveTo>
                <a:lnTo>
                  <a:pt x="13578" y="3601"/>
                </a:lnTo>
                <a:lnTo>
                  <a:pt x="13334" y="3650"/>
                </a:lnTo>
                <a:lnTo>
                  <a:pt x="13115" y="3723"/>
                </a:lnTo>
                <a:lnTo>
                  <a:pt x="13018" y="3772"/>
                </a:lnTo>
                <a:lnTo>
                  <a:pt x="12945" y="3845"/>
                </a:lnTo>
                <a:lnTo>
                  <a:pt x="12945" y="3893"/>
                </a:lnTo>
                <a:lnTo>
                  <a:pt x="12945" y="3918"/>
                </a:lnTo>
                <a:lnTo>
                  <a:pt x="13042" y="3942"/>
                </a:lnTo>
                <a:lnTo>
                  <a:pt x="13140" y="3966"/>
                </a:lnTo>
                <a:lnTo>
                  <a:pt x="13334" y="3966"/>
                </a:lnTo>
                <a:lnTo>
                  <a:pt x="13699" y="3942"/>
                </a:lnTo>
                <a:lnTo>
                  <a:pt x="13918" y="3942"/>
                </a:lnTo>
                <a:lnTo>
                  <a:pt x="14137" y="3966"/>
                </a:lnTo>
                <a:lnTo>
                  <a:pt x="14356" y="3966"/>
                </a:lnTo>
                <a:lnTo>
                  <a:pt x="14478" y="3942"/>
                </a:lnTo>
                <a:lnTo>
                  <a:pt x="14575" y="3918"/>
                </a:lnTo>
                <a:lnTo>
                  <a:pt x="14600" y="3893"/>
                </a:lnTo>
                <a:lnTo>
                  <a:pt x="14600" y="3869"/>
                </a:lnTo>
                <a:lnTo>
                  <a:pt x="14624" y="3820"/>
                </a:lnTo>
                <a:lnTo>
                  <a:pt x="14600" y="3772"/>
                </a:lnTo>
                <a:lnTo>
                  <a:pt x="14527" y="3699"/>
                </a:lnTo>
                <a:lnTo>
                  <a:pt x="14454" y="3650"/>
                </a:lnTo>
                <a:lnTo>
                  <a:pt x="14381" y="3601"/>
                </a:lnTo>
                <a:lnTo>
                  <a:pt x="14186" y="3577"/>
                </a:lnTo>
                <a:close/>
                <a:moveTo>
                  <a:pt x="3650" y="5548"/>
                </a:moveTo>
                <a:lnTo>
                  <a:pt x="3553" y="5597"/>
                </a:lnTo>
                <a:lnTo>
                  <a:pt x="3480" y="5621"/>
                </a:lnTo>
                <a:lnTo>
                  <a:pt x="3382" y="5694"/>
                </a:lnTo>
                <a:lnTo>
                  <a:pt x="3309" y="5767"/>
                </a:lnTo>
                <a:lnTo>
                  <a:pt x="3188" y="5937"/>
                </a:lnTo>
                <a:lnTo>
                  <a:pt x="3163" y="6035"/>
                </a:lnTo>
                <a:lnTo>
                  <a:pt x="3139" y="6132"/>
                </a:lnTo>
                <a:lnTo>
                  <a:pt x="3115" y="6254"/>
                </a:lnTo>
                <a:lnTo>
                  <a:pt x="3139" y="6375"/>
                </a:lnTo>
                <a:lnTo>
                  <a:pt x="3163" y="6473"/>
                </a:lnTo>
                <a:lnTo>
                  <a:pt x="3212" y="6594"/>
                </a:lnTo>
                <a:lnTo>
                  <a:pt x="3285" y="6692"/>
                </a:lnTo>
                <a:lnTo>
                  <a:pt x="3358" y="6765"/>
                </a:lnTo>
                <a:lnTo>
                  <a:pt x="3455" y="6838"/>
                </a:lnTo>
                <a:lnTo>
                  <a:pt x="3577" y="6886"/>
                </a:lnTo>
                <a:lnTo>
                  <a:pt x="3674" y="6911"/>
                </a:lnTo>
                <a:lnTo>
                  <a:pt x="3772" y="6935"/>
                </a:lnTo>
                <a:lnTo>
                  <a:pt x="3869" y="6911"/>
                </a:lnTo>
                <a:lnTo>
                  <a:pt x="3966" y="6911"/>
                </a:lnTo>
                <a:lnTo>
                  <a:pt x="4161" y="6813"/>
                </a:lnTo>
                <a:lnTo>
                  <a:pt x="4307" y="6692"/>
                </a:lnTo>
                <a:lnTo>
                  <a:pt x="4404" y="6521"/>
                </a:lnTo>
                <a:lnTo>
                  <a:pt x="4453" y="6351"/>
                </a:lnTo>
                <a:lnTo>
                  <a:pt x="4453" y="6181"/>
                </a:lnTo>
                <a:lnTo>
                  <a:pt x="4404" y="6010"/>
                </a:lnTo>
                <a:lnTo>
                  <a:pt x="4356" y="5937"/>
                </a:lnTo>
                <a:lnTo>
                  <a:pt x="4307" y="5840"/>
                </a:lnTo>
                <a:lnTo>
                  <a:pt x="4234" y="5743"/>
                </a:lnTo>
                <a:lnTo>
                  <a:pt x="4161" y="5670"/>
                </a:lnTo>
                <a:lnTo>
                  <a:pt x="4064" y="5621"/>
                </a:lnTo>
                <a:lnTo>
                  <a:pt x="3966" y="5572"/>
                </a:lnTo>
                <a:lnTo>
                  <a:pt x="3869" y="5548"/>
                </a:lnTo>
                <a:close/>
                <a:moveTo>
                  <a:pt x="17495" y="7373"/>
                </a:moveTo>
                <a:lnTo>
                  <a:pt x="17739" y="7446"/>
                </a:lnTo>
                <a:lnTo>
                  <a:pt x="17617" y="7592"/>
                </a:lnTo>
                <a:lnTo>
                  <a:pt x="17447" y="7689"/>
                </a:lnTo>
                <a:lnTo>
                  <a:pt x="17447" y="7543"/>
                </a:lnTo>
                <a:lnTo>
                  <a:pt x="17495" y="7373"/>
                </a:lnTo>
                <a:close/>
                <a:moveTo>
                  <a:pt x="5061" y="487"/>
                </a:moveTo>
                <a:lnTo>
                  <a:pt x="5256" y="560"/>
                </a:lnTo>
                <a:lnTo>
                  <a:pt x="5426" y="633"/>
                </a:lnTo>
                <a:lnTo>
                  <a:pt x="5621" y="682"/>
                </a:lnTo>
                <a:lnTo>
                  <a:pt x="5791" y="779"/>
                </a:lnTo>
                <a:lnTo>
                  <a:pt x="5913" y="852"/>
                </a:lnTo>
                <a:lnTo>
                  <a:pt x="6035" y="949"/>
                </a:lnTo>
                <a:lnTo>
                  <a:pt x="6254" y="1168"/>
                </a:lnTo>
                <a:lnTo>
                  <a:pt x="6473" y="1387"/>
                </a:lnTo>
                <a:lnTo>
                  <a:pt x="6692" y="1606"/>
                </a:lnTo>
                <a:lnTo>
                  <a:pt x="6813" y="1655"/>
                </a:lnTo>
                <a:lnTo>
                  <a:pt x="6911" y="1655"/>
                </a:lnTo>
                <a:lnTo>
                  <a:pt x="7032" y="1631"/>
                </a:lnTo>
                <a:lnTo>
                  <a:pt x="7105" y="1558"/>
                </a:lnTo>
                <a:lnTo>
                  <a:pt x="8127" y="1485"/>
                </a:lnTo>
                <a:lnTo>
                  <a:pt x="9174" y="1485"/>
                </a:lnTo>
                <a:lnTo>
                  <a:pt x="9490" y="1509"/>
                </a:lnTo>
                <a:lnTo>
                  <a:pt x="9806" y="1558"/>
                </a:lnTo>
                <a:lnTo>
                  <a:pt x="10439" y="1679"/>
                </a:lnTo>
                <a:lnTo>
                  <a:pt x="11047" y="1850"/>
                </a:lnTo>
                <a:lnTo>
                  <a:pt x="11655" y="2044"/>
                </a:lnTo>
                <a:lnTo>
                  <a:pt x="12093" y="2239"/>
                </a:lnTo>
                <a:lnTo>
                  <a:pt x="12556" y="2409"/>
                </a:lnTo>
                <a:lnTo>
                  <a:pt x="12434" y="2458"/>
                </a:lnTo>
                <a:lnTo>
                  <a:pt x="12361" y="2507"/>
                </a:lnTo>
                <a:lnTo>
                  <a:pt x="12288" y="2580"/>
                </a:lnTo>
                <a:lnTo>
                  <a:pt x="12264" y="2677"/>
                </a:lnTo>
                <a:lnTo>
                  <a:pt x="12264" y="2701"/>
                </a:lnTo>
                <a:lnTo>
                  <a:pt x="12288" y="2726"/>
                </a:lnTo>
                <a:lnTo>
                  <a:pt x="12385" y="2774"/>
                </a:lnTo>
                <a:lnTo>
                  <a:pt x="12483" y="2750"/>
                </a:lnTo>
                <a:lnTo>
                  <a:pt x="12677" y="2726"/>
                </a:lnTo>
                <a:lnTo>
                  <a:pt x="12872" y="2701"/>
                </a:lnTo>
                <a:lnTo>
                  <a:pt x="12969" y="2677"/>
                </a:lnTo>
                <a:lnTo>
                  <a:pt x="13042" y="2653"/>
                </a:lnTo>
                <a:lnTo>
                  <a:pt x="13626" y="2993"/>
                </a:lnTo>
                <a:lnTo>
                  <a:pt x="13432" y="3018"/>
                </a:lnTo>
                <a:lnTo>
                  <a:pt x="12896" y="3066"/>
                </a:lnTo>
                <a:lnTo>
                  <a:pt x="12653" y="3115"/>
                </a:lnTo>
                <a:lnTo>
                  <a:pt x="12410" y="3212"/>
                </a:lnTo>
                <a:lnTo>
                  <a:pt x="12385" y="3237"/>
                </a:lnTo>
                <a:lnTo>
                  <a:pt x="12410" y="3261"/>
                </a:lnTo>
                <a:lnTo>
                  <a:pt x="12531" y="3285"/>
                </a:lnTo>
                <a:lnTo>
                  <a:pt x="12653" y="3310"/>
                </a:lnTo>
                <a:lnTo>
                  <a:pt x="12921" y="3310"/>
                </a:lnTo>
                <a:lnTo>
                  <a:pt x="13432" y="3261"/>
                </a:lnTo>
                <a:lnTo>
                  <a:pt x="13699" y="3261"/>
                </a:lnTo>
                <a:lnTo>
                  <a:pt x="13991" y="3237"/>
                </a:lnTo>
                <a:lnTo>
                  <a:pt x="14259" y="3456"/>
                </a:lnTo>
                <a:lnTo>
                  <a:pt x="14527" y="3699"/>
                </a:lnTo>
                <a:lnTo>
                  <a:pt x="14819" y="3966"/>
                </a:lnTo>
                <a:lnTo>
                  <a:pt x="15062" y="4283"/>
                </a:lnTo>
                <a:lnTo>
                  <a:pt x="14794" y="4258"/>
                </a:lnTo>
                <a:lnTo>
                  <a:pt x="14551" y="4283"/>
                </a:lnTo>
                <a:lnTo>
                  <a:pt x="14308" y="4283"/>
                </a:lnTo>
                <a:lnTo>
                  <a:pt x="14016" y="4307"/>
                </a:lnTo>
                <a:lnTo>
                  <a:pt x="13870" y="4331"/>
                </a:lnTo>
                <a:lnTo>
                  <a:pt x="13724" y="4380"/>
                </a:lnTo>
                <a:lnTo>
                  <a:pt x="13626" y="4453"/>
                </a:lnTo>
                <a:lnTo>
                  <a:pt x="13529" y="4526"/>
                </a:lnTo>
                <a:lnTo>
                  <a:pt x="13529" y="4550"/>
                </a:lnTo>
                <a:lnTo>
                  <a:pt x="13553" y="4575"/>
                </a:lnTo>
                <a:lnTo>
                  <a:pt x="13651" y="4623"/>
                </a:lnTo>
                <a:lnTo>
                  <a:pt x="13748" y="4648"/>
                </a:lnTo>
                <a:lnTo>
                  <a:pt x="13967" y="4648"/>
                </a:lnTo>
                <a:lnTo>
                  <a:pt x="14429" y="4623"/>
                </a:lnTo>
                <a:lnTo>
                  <a:pt x="14770" y="4623"/>
                </a:lnTo>
                <a:lnTo>
                  <a:pt x="15086" y="4648"/>
                </a:lnTo>
                <a:lnTo>
                  <a:pt x="15232" y="4672"/>
                </a:lnTo>
                <a:lnTo>
                  <a:pt x="15354" y="4672"/>
                </a:lnTo>
                <a:lnTo>
                  <a:pt x="15549" y="5037"/>
                </a:lnTo>
                <a:lnTo>
                  <a:pt x="15330" y="4988"/>
                </a:lnTo>
                <a:lnTo>
                  <a:pt x="14600" y="4988"/>
                </a:lnTo>
                <a:lnTo>
                  <a:pt x="14332" y="5037"/>
                </a:lnTo>
                <a:lnTo>
                  <a:pt x="14210" y="5086"/>
                </a:lnTo>
                <a:lnTo>
                  <a:pt x="14089" y="5134"/>
                </a:lnTo>
                <a:lnTo>
                  <a:pt x="14064" y="5159"/>
                </a:lnTo>
                <a:lnTo>
                  <a:pt x="14064" y="5183"/>
                </a:lnTo>
                <a:lnTo>
                  <a:pt x="14064" y="5207"/>
                </a:lnTo>
                <a:lnTo>
                  <a:pt x="14089" y="5232"/>
                </a:lnTo>
                <a:lnTo>
                  <a:pt x="14186" y="5256"/>
                </a:lnTo>
                <a:lnTo>
                  <a:pt x="14283" y="5280"/>
                </a:lnTo>
                <a:lnTo>
                  <a:pt x="14502" y="5305"/>
                </a:lnTo>
                <a:lnTo>
                  <a:pt x="14916" y="5305"/>
                </a:lnTo>
                <a:lnTo>
                  <a:pt x="15305" y="5329"/>
                </a:lnTo>
                <a:lnTo>
                  <a:pt x="15695" y="5378"/>
                </a:lnTo>
                <a:lnTo>
                  <a:pt x="15792" y="5645"/>
                </a:lnTo>
                <a:lnTo>
                  <a:pt x="15889" y="5913"/>
                </a:lnTo>
                <a:lnTo>
                  <a:pt x="15743" y="5864"/>
                </a:lnTo>
                <a:lnTo>
                  <a:pt x="15597" y="5816"/>
                </a:lnTo>
                <a:lnTo>
                  <a:pt x="15305" y="5767"/>
                </a:lnTo>
                <a:lnTo>
                  <a:pt x="15038" y="5743"/>
                </a:lnTo>
                <a:lnTo>
                  <a:pt x="14746" y="5718"/>
                </a:lnTo>
                <a:lnTo>
                  <a:pt x="14454" y="5718"/>
                </a:lnTo>
                <a:lnTo>
                  <a:pt x="14186" y="5767"/>
                </a:lnTo>
                <a:lnTo>
                  <a:pt x="14162" y="5767"/>
                </a:lnTo>
                <a:lnTo>
                  <a:pt x="14137" y="5791"/>
                </a:lnTo>
                <a:lnTo>
                  <a:pt x="14162" y="5816"/>
                </a:lnTo>
                <a:lnTo>
                  <a:pt x="14162" y="5840"/>
                </a:lnTo>
                <a:lnTo>
                  <a:pt x="14259" y="5889"/>
                </a:lnTo>
                <a:lnTo>
                  <a:pt x="14381" y="5937"/>
                </a:lnTo>
                <a:lnTo>
                  <a:pt x="14600" y="5986"/>
                </a:lnTo>
                <a:lnTo>
                  <a:pt x="15038" y="6010"/>
                </a:lnTo>
                <a:lnTo>
                  <a:pt x="15354" y="6083"/>
                </a:lnTo>
                <a:lnTo>
                  <a:pt x="15670" y="6156"/>
                </a:lnTo>
                <a:lnTo>
                  <a:pt x="15841" y="6229"/>
                </a:lnTo>
                <a:lnTo>
                  <a:pt x="15914" y="6254"/>
                </a:lnTo>
                <a:lnTo>
                  <a:pt x="15987" y="6278"/>
                </a:lnTo>
                <a:lnTo>
                  <a:pt x="16035" y="6570"/>
                </a:lnTo>
                <a:lnTo>
                  <a:pt x="16084" y="6838"/>
                </a:lnTo>
                <a:lnTo>
                  <a:pt x="15914" y="6740"/>
                </a:lnTo>
                <a:lnTo>
                  <a:pt x="15743" y="6667"/>
                </a:lnTo>
                <a:lnTo>
                  <a:pt x="15524" y="6619"/>
                </a:lnTo>
                <a:lnTo>
                  <a:pt x="15305" y="6594"/>
                </a:lnTo>
                <a:lnTo>
                  <a:pt x="14867" y="6546"/>
                </a:lnTo>
                <a:lnTo>
                  <a:pt x="14551" y="6497"/>
                </a:lnTo>
                <a:lnTo>
                  <a:pt x="14527" y="6497"/>
                </a:lnTo>
                <a:lnTo>
                  <a:pt x="14502" y="6546"/>
                </a:lnTo>
                <a:lnTo>
                  <a:pt x="14575" y="6619"/>
                </a:lnTo>
                <a:lnTo>
                  <a:pt x="14624" y="6667"/>
                </a:lnTo>
                <a:lnTo>
                  <a:pt x="14794" y="6765"/>
                </a:lnTo>
                <a:lnTo>
                  <a:pt x="14965" y="6838"/>
                </a:lnTo>
                <a:lnTo>
                  <a:pt x="15159" y="6886"/>
                </a:lnTo>
                <a:lnTo>
                  <a:pt x="15378" y="6935"/>
                </a:lnTo>
                <a:lnTo>
                  <a:pt x="15597" y="7008"/>
                </a:lnTo>
                <a:lnTo>
                  <a:pt x="15816" y="7105"/>
                </a:lnTo>
                <a:lnTo>
                  <a:pt x="15987" y="7227"/>
                </a:lnTo>
                <a:lnTo>
                  <a:pt x="16060" y="7276"/>
                </a:lnTo>
                <a:lnTo>
                  <a:pt x="16108" y="7276"/>
                </a:lnTo>
                <a:lnTo>
                  <a:pt x="16133" y="7762"/>
                </a:lnTo>
                <a:lnTo>
                  <a:pt x="16060" y="7714"/>
                </a:lnTo>
                <a:lnTo>
                  <a:pt x="15743" y="7519"/>
                </a:lnTo>
                <a:lnTo>
                  <a:pt x="15427" y="7324"/>
                </a:lnTo>
                <a:lnTo>
                  <a:pt x="15281" y="7276"/>
                </a:lnTo>
                <a:lnTo>
                  <a:pt x="15013" y="7203"/>
                </a:lnTo>
                <a:lnTo>
                  <a:pt x="14794" y="7203"/>
                </a:lnTo>
                <a:lnTo>
                  <a:pt x="14770" y="7227"/>
                </a:lnTo>
                <a:lnTo>
                  <a:pt x="14746" y="7251"/>
                </a:lnTo>
                <a:lnTo>
                  <a:pt x="14746" y="7276"/>
                </a:lnTo>
                <a:lnTo>
                  <a:pt x="14746" y="7324"/>
                </a:lnTo>
                <a:lnTo>
                  <a:pt x="14794" y="7373"/>
                </a:lnTo>
                <a:lnTo>
                  <a:pt x="14843" y="7397"/>
                </a:lnTo>
                <a:lnTo>
                  <a:pt x="14965" y="7470"/>
                </a:lnTo>
                <a:lnTo>
                  <a:pt x="15378" y="7689"/>
                </a:lnTo>
                <a:lnTo>
                  <a:pt x="15597" y="7835"/>
                </a:lnTo>
                <a:lnTo>
                  <a:pt x="15816" y="7981"/>
                </a:lnTo>
                <a:lnTo>
                  <a:pt x="15962" y="8103"/>
                </a:lnTo>
                <a:lnTo>
                  <a:pt x="16108" y="8200"/>
                </a:lnTo>
                <a:lnTo>
                  <a:pt x="16035" y="8784"/>
                </a:lnTo>
                <a:lnTo>
                  <a:pt x="15914" y="8687"/>
                </a:lnTo>
                <a:lnTo>
                  <a:pt x="15792" y="8590"/>
                </a:lnTo>
                <a:lnTo>
                  <a:pt x="15549" y="8419"/>
                </a:lnTo>
                <a:lnTo>
                  <a:pt x="15354" y="8273"/>
                </a:lnTo>
                <a:lnTo>
                  <a:pt x="15111" y="8152"/>
                </a:lnTo>
                <a:lnTo>
                  <a:pt x="14867" y="8030"/>
                </a:lnTo>
                <a:lnTo>
                  <a:pt x="14746" y="7981"/>
                </a:lnTo>
                <a:lnTo>
                  <a:pt x="14624" y="7957"/>
                </a:lnTo>
                <a:lnTo>
                  <a:pt x="14600" y="7981"/>
                </a:lnTo>
                <a:lnTo>
                  <a:pt x="14575" y="8006"/>
                </a:lnTo>
                <a:lnTo>
                  <a:pt x="14575" y="8054"/>
                </a:lnTo>
                <a:lnTo>
                  <a:pt x="14575" y="8079"/>
                </a:lnTo>
                <a:lnTo>
                  <a:pt x="14746" y="8249"/>
                </a:lnTo>
                <a:lnTo>
                  <a:pt x="14940" y="8371"/>
                </a:lnTo>
                <a:lnTo>
                  <a:pt x="15330" y="8638"/>
                </a:lnTo>
                <a:lnTo>
                  <a:pt x="15622" y="8882"/>
                </a:lnTo>
                <a:lnTo>
                  <a:pt x="15792" y="9003"/>
                </a:lnTo>
                <a:lnTo>
                  <a:pt x="15962" y="9101"/>
                </a:lnTo>
                <a:lnTo>
                  <a:pt x="15889" y="9368"/>
                </a:lnTo>
                <a:lnTo>
                  <a:pt x="15792" y="9612"/>
                </a:lnTo>
                <a:lnTo>
                  <a:pt x="15695" y="9466"/>
                </a:lnTo>
                <a:lnTo>
                  <a:pt x="15549" y="9320"/>
                </a:lnTo>
                <a:lnTo>
                  <a:pt x="15281" y="9101"/>
                </a:lnTo>
                <a:lnTo>
                  <a:pt x="15135" y="8955"/>
                </a:lnTo>
                <a:lnTo>
                  <a:pt x="14965" y="8809"/>
                </a:lnTo>
                <a:lnTo>
                  <a:pt x="14794" y="8711"/>
                </a:lnTo>
                <a:lnTo>
                  <a:pt x="14697" y="8663"/>
                </a:lnTo>
                <a:lnTo>
                  <a:pt x="14600" y="8663"/>
                </a:lnTo>
                <a:lnTo>
                  <a:pt x="14600" y="8760"/>
                </a:lnTo>
                <a:lnTo>
                  <a:pt x="14648" y="8833"/>
                </a:lnTo>
                <a:lnTo>
                  <a:pt x="14746" y="9003"/>
                </a:lnTo>
                <a:lnTo>
                  <a:pt x="14867" y="9149"/>
                </a:lnTo>
                <a:lnTo>
                  <a:pt x="14989" y="9271"/>
                </a:lnTo>
                <a:lnTo>
                  <a:pt x="15330" y="9587"/>
                </a:lnTo>
                <a:lnTo>
                  <a:pt x="15476" y="9758"/>
                </a:lnTo>
                <a:lnTo>
                  <a:pt x="15549" y="9831"/>
                </a:lnTo>
                <a:lnTo>
                  <a:pt x="15646" y="9879"/>
                </a:lnTo>
                <a:lnTo>
                  <a:pt x="15646" y="9904"/>
                </a:lnTo>
                <a:lnTo>
                  <a:pt x="15476" y="10196"/>
                </a:lnTo>
                <a:lnTo>
                  <a:pt x="15232" y="10463"/>
                </a:lnTo>
                <a:lnTo>
                  <a:pt x="15232" y="10293"/>
                </a:lnTo>
                <a:lnTo>
                  <a:pt x="15159" y="10147"/>
                </a:lnTo>
                <a:lnTo>
                  <a:pt x="15013" y="9855"/>
                </a:lnTo>
                <a:lnTo>
                  <a:pt x="14843" y="9636"/>
                </a:lnTo>
                <a:lnTo>
                  <a:pt x="14673" y="9466"/>
                </a:lnTo>
                <a:lnTo>
                  <a:pt x="14454" y="9295"/>
                </a:lnTo>
                <a:lnTo>
                  <a:pt x="14235" y="9149"/>
                </a:lnTo>
                <a:lnTo>
                  <a:pt x="14186" y="9149"/>
                </a:lnTo>
                <a:lnTo>
                  <a:pt x="14186" y="9174"/>
                </a:lnTo>
                <a:lnTo>
                  <a:pt x="14308" y="9393"/>
                </a:lnTo>
                <a:lnTo>
                  <a:pt x="14429" y="9563"/>
                </a:lnTo>
                <a:lnTo>
                  <a:pt x="14697" y="9952"/>
                </a:lnTo>
                <a:lnTo>
                  <a:pt x="14794" y="10147"/>
                </a:lnTo>
                <a:lnTo>
                  <a:pt x="14867" y="10366"/>
                </a:lnTo>
                <a:lnTo>
                  <a:pt x="14916" y="10536"/>
                </a:lnTo>
                <a:lnTo>
                  <a:pt x="14965" y="10609"/>
                </a:lnTo>
                <a:lnTo>
                  <a:pt x="15038" y="10658"/>
                </a:lnTo>
                <a:lnTo>
                  <a:pt x="14892" y="10780"/>
                </a:lnTo>
                <a:lnTo>
                  <a:pt x="14843" y="10658"/>
                </a:lnTo>
                <a:lnTo>
                  <a:pt x="14794" y="10561"/>
                </a:lnTo>
                <a:lnTo>
                  <a:pt x="14648" y="10366"/>
                </a:lnTo>
                <a:lnTo>
                  <a:pt x="14308" y="10001"/>
                </a:lnTo>
                <a:lnTo>
                  <a:pt x="14113" y="9831"/>
                </a:lnTo>
                <a:lnTo>
                  <a:pt x="13918" y="9685"/>
                </a:lnTo>
                <a:lnTo>
                  <a:pt x="13894" y="9685"/>
                </a:lnTo>
                <a:lnTo>
                  <a:pt x="13870" y="9733"/>
                </a:lnTo>
                <a:lnTo>
                  <a:pt x="13918" y="9904"/>
                </a:lnTo>
                <a:lnTo>
                  <a:pt x="14016" y="10050"/>
                </a:lnTo>
                <a:lnTo>
                  <a:pt x="14113" y="10196"/>
                </a:lnTo>
                <a:lnTo>
                  <a:pt x="14235" y="10342"/>
                </a:lnTo>
                <a:lnTo>
                  <a:pt x="14356" y="10488"/>
                </a:lnTo>
                <a:lnTo>
                  <a:pt x="14478" y="10634"/>
                </a:lnTo>
                <a:lnTo>
                  <a:pt x="14575" y="10804"/>
                </a:lnTo>
                <a:lnTo>
                  <a:pt x="14600" y="10974"/>
                </a:lnTo>
                <a:lnTo>
                  <a:pt x="14502" y="11047"/>
                </a:lnTo>
                <a:lnTo>
                  <a:pt x="14356" y="10853"/>
                </a:lnTo>
                <a:lnTo>
                  <a:pt x="14186" y="10658"/>
                </a:lnTo>
                <a:lnTo>
                  <a:pt x="13991" y="10512"/>
                </a:lnTo>
                <a:lnTo>
                  <a:pt x="13797" y="10390"/>
                </a:lnTo>
                <a:lnTo>
                  <a:pt x="13772" y="10366"/>
                </a:lnTo>
                <a:lnTo>
                  <a:pt x="13724" y="10366"/>
                </a:lnTo>
                <a:lnTo>
                  <a:pt x="13675" y="10415"/>
                </a:lnTo>
                <a:lnTo>
                  <a:pt x="13651" y="10463"/>
                </a:lnTo>
                <a:lnTo>
                  <a:pt x="13651" y="10512"/>
                </a:lnTo>
                <a:lnTo>
                  <a:pt x="13675" y="10536"/>
                </a:lnTo>
                <a:lnTo>
                  <a:pt x="13845" y="10682"/>
                </a:lnTo>
                <a:lnTo>
                  <a:pt x="13991" y="10853"/>
                </a:lnTo>
                <a:lnTo>
                  <a:pt x="14113" y="11023"/>
                </a:lnTo>
                <a:lnTo>
                  <a:pt x="14235" y="11218"/>
                </a:lnTo>
                <a:lnTo>
                  <a:pt x="14040" y="11339"/>
                </a:lnTo>
                <a:lnTo>
                  <a:pt x="13918" y="11218"/>
                </a:lnTo>
                <a:lnTo>
                  <a:pt x="13797" y="11120"/>
                </a:lnTo>
                <a:lnTo>
                  <a:pt x="13675" y="11023"/>
                </a:lnTo>
                <a:lnTo>
                  <a:pt x="13578" y="10974"/>
                </a:lnTo>
                <a:lnTo>
                  <a:pt x="13529" y="10950"/>
                </a:lnTo>
                <a:lnTo>
                  <a:pt x="13480" y="10950"/>
                </a:lnTo>
                <a:lnTo>
                  <a:pt x="13407" y="10999"/>
                </a:lnTo>
                <a:lnTo>
                  <a:pt x="13407" y="11047"/>
                </a:lnTo>
                <a:lnTo>
                  <a:pt x="13383" y="11072"/>
                </a:lnTo>
                <a:lnTo>
                  <a:pt x="13407" y="11120"/>
                </a:lnTo>
                <a:lnTo>
                  <a:pt x="13432" y="11145"/>
                </a:lnTo>
                <a:lnTo>
                  <a:pt x="13553" y="11315"/>
                </a:lnTo>
                <a:lnTo>
                  <a:pt x="13675" y="11485"/>
                </a:lnTo>
                <a:lnTo>
                  <a:pt x="13724" y="11583"/>
                </a:lnTo>
                <a:lnTo>
                  <a:pt x="13553" y="11704"/>
                </a:lnTo>
                <a:lnTo>
                  <a:pt x="13432" y="11558"/>
                </a:lnTo>
                <a:lnTo>
                  <a:pt x="13261" y="11461"/>
                </a:lnTo>
                <a:lnTo>
                  <a:pt x="13213" y="11461"/>
                </a:lnTo>
                <a:lnTo>
                  <a:pt x="13188" y="11485"/>
                </a:lnTo>
                <a:lnTo>
                  <a:pt x="13188" y="11534"/>
                </a:lnTo>
                <a:lnTo>
                  <a:pt x="13213" y="11558"/>
                </a:lnTo>
                <a:lnTo>
                  <a:pt x="13261" y="11631"/>
                </a:lnTo>
                <a:lnTo>
                  <a:pt x="13310" y="11704"/>
                </a:lnTo>
                <a:lnTo>
                  <a:pt x="13359" y="11874"/>
                </a:lnTo>
                <a:lnTo>
                  <a:pt x="13359" y="11899"/>
                </a:lnTo>
                <a:lnTo>
                  <a:pt x="13237" y="12020"/>
                </a:lnTo>
                <a:lnTo>
                  <a:pt x="13188" y="12118"/>
                </a:lnTo>
                <a:lnTo>
                  <a:pt x="13164" y="12215"/>
                </a:lnTo>
                <a:lnTo>
                  <a:pt x="13188" y="12288"/>
                </a:lnTo>
                <a:lnTo>
                  <a:pt x="13213" y="12385"/>
                </a:lnTo>
                <a:lnTo>
                  <a:pt x="13213" y="12775"/>
                </a:lnTo>
                <a:lnTo>
                  <a:pt x="13237" y="13164"/>
                </a:lnTo>
                <a:lnTo>
                  <a:pt x="13237" y="13553"/>
                </a:lnTo>
                <a:lnTo>
                  <a:pt x="13213" y="13748"/>
                </a:lnTo>
                <a:lnTo>
                  <a:pt x="13188" y="13943"/>
                </a:lnTo>
                <a:lnTo>
                  <a:pt x="13140" y="14064"/>
                </a:lnTo>
                <a:lnTo>
                  <a:pt x="13067" y="14162"/>
                </a:lnTo>
                <a:lnTo>
                  <a:pt x="12994" y="14210"/>
                </a:lnTo>
                <a:lnTo>
                  <a:pt x="12921" y="14235"/>
                </a:lnTo>
                <a:lnTo>
                  <a:pt x="12823" y="14210"/>
                </a:lnTo>
                <a:lnTo>
                  <a:pt x="12726" y="14186"/>
                </a:lnTo>
                <a:lnTo>
                  <a:pt x="12507" y="14040"/>
                </a:lnTo>
                <a:lnTo>
                  <a:pt x="12288" y="13821"/>
                </a:lnTo>
                <a:lnTo>
                  <a:pt x="12069" y="13578"/>
                </a:lnTo>
                <a:lnTo>
                  <a:pt x="11728" y="13164"/>
                </a:lnTo>
                <a:lnTo>
                  <a:pt x="11850" y="13042"/>
                </a:lnTo>
                <a:lnTo>
                  <a:pt x="11923" y="12969"/>
                </a:lnTo>
                <a:lnTo>
                  <a:pt x="11947" y="12896"/>
                </a:lnTo>
                <a:lnTo>
                  <a:pt x="11947" y="12823"/>
                </a:lnTo>
                <a:lnTo>
                  <a:pt x="11923" y="12750"/>
                </a:lnTo>
                <a:lnTo>
                  <a:pt x="11874" y="12677"/>
                </a:lnTo>
                <a:lnTo>
                  <a:pt x="11826" y="12629"/>
                </a:lnTo>
                <a:lnTo>
                  <a:pt x="11777" y="12604"/>
                </a:lnTo>
                <a:lnTo>
                  <a:pt x="11680" y="12580"/>
                </a:lnTo>
                <a:lnTo>
                  <a:pt x="11655" y="12385"/>
                </a:lnTo>
                <a:lnTo>
                  <a:pt x="11631" y="12361"/>
                </a:lnTo>
                <a:lnTo>
                  <a:pt x="11582" y="12361"/>
                </a:lnTo>
                <a:lnTo>
                  <a:pt x="11582" y="12385"/>
                </a:lnTo>
                <a:lnTo>
                  <a:pt x="11558" y="12580"/>
                </a:lnTo>
                <a:lnTo>
                  <a:pt x="11509" y="12580"/>
                </a:lnTo>
                <a:lnTo>
                  <a:pt x="11485" y="12604"/>
                </a:lnTo>
                <a:lnTo>
                  <a:pt x="11461" y="12604"/>
                </a:lnTo>
                <a:lnTo>
                  <a:pt x="11242" y="12702"/>
                </a:lnTo>
                <a:lnTo>
                  <a:pt x="11169" y="12361"/>
                </a:lnTo>
                <a:lnTo>
                  <a:pt x="11144" y="12191"/>
                </a:lnTo>
                <a:lnTo>
                  <a:pt x="11169" y="12020"/>
                </a:lnTo>
                <a:lnTo>
                  <a:pt x="11144" y="11972"/>
                </a:lnTo>
                <a:lnTo>
                  <a:pt x="11120" y="11947"/>
                </a:lnTo>
                <a:lnTo>
                  <a:pt x="11071" y="11947"/>
                </a:lnTo>
                <a:lnTo>
                  <a:pt x="11047" y="11972"/>
                </a:lnTo>
                <a:lnTo>
                  <a:pt x="11023" y="12118"/>
                </a:lnTo>
                <a:lnTo>
                  <a:pt x="10998" y="12312"/>
                </a:lnTo>
                <a:lnTo>
                  <a:pt x="10998" y="12556"/>
                </a:lnTo>
                <a:lnTo>
                  <a:pt x="10998" y="12799"/>
                </a:lnTo>
                <a:lnTo>
                  <a:pt x="10633" y="12896"/>
                </a:lnTo>
                <a:lnTo>
                  <a:pt x="10609" y="12604"/>
                </a:lnTo>
                <a:lnTo>
                  <a:pt x="10560" y="12361"/>
                </a:lnTo>
                <a:lnTo>
                  <a:pt x="10512" y="12118"/>
                </a:lnTo>
                <a:lnTo>
                  <a:pt x="10390" y="11607"/>
                </a:lnTo>
                <a:lnTo>
                  <a:pt x="10366" y="11583"/>
                </a:lnTo>
                <a:lnTo>
                  <a:pt x="10342" y="11558"/>
                </a:lnTo>
                <a:lnTo>
                  <a:pt x="10293" y="11583"/>
                </a:lnTo>
                <a:lnTo>
                  <a:pt x="10269" y="11607"/>
                </a:lnTo>
                <a:lnTo>
                  <a:pt x="10244" y="11826"/>
                </a:lnTo>
                <a:lnTo>
                  <a:pt x="10244" y="12045"/>
                </a:lnTo>
                <a:lnTo>
                  <a:pt x="10269" y="12507"/>
                </a:lnTo>
                <a:lnTo>
                  <a:pt x="10269" y="12726"/>
                </a:lnTo>
                <a:lnTo>
                  <a:pt x="10269" y="12945"/>
                </a:lnTo>
                <a:lnTo>
                  <a:pt x="9636" y="12994"/>
                </a:lnTo>
                <a:lnTo>
                  <a:pt x="9612" y="12726"/>
                </a:lnTo>
                <a:lnTo>
                  <a:pt x="9612" y="12507"/>
                </a:lnTo>
                <a:lnTo>
                  <a:pt x="9612" y="12337"/>
                </a:lnTo>
                <a:lnTo>
                  <a:pt x="9612" y="12142"/>
                </a:lnTo>
                <a:lnTo>
                  <a:pt x="9563" y="11972"/>
                </a:lnTo>
                <a:lnTo>
                  <a:pt x="9514" y="11899"/>
                </a:lnTo>
                <a:lnTo>
                  <a:pt x="9466" y="11826"/>
                </a:lnTo>
                <a:lnTo>
                  <a:pt x="9417" y="11826"/>
                </a:lnTo>
                <a:lnTo>
                  <a:pt x="9393" y="11850"/>
                </a:lnTo>
                <a:lnTo>
                  <a:pt x="9344" y="12020"/>
                </a:lnTo>
                <a:lnTo>
                  <a:pt x="9320" y="12215"/>
                </a:lnTo>
                <a:lnTo>
                  <a:pt x="9295" y="12604"/>
                </a:lnTo>
                <a:lnTo>
                  <a:pt x="9271" y="12799"/>
                </a:lnTo>
                <a:lnTo>
                  <a:pt x="9247" y="12994"/>
                </a:lnTo>
                <a:lnTo>
                  <a:pt x="9052" y="12994"/>
                </a:lnTo>
                <a:lnTo>
                  <a:pt x="9003" y="12604"/>
                </a:lnTo>
                <a:lnTo>
                  <a:pt x="8930" y="12191"/>
                </a:lnTo>
                <a:lnTo>
                  <a:pt x="8857" y="11753"/>
                </a:lnTo>
                <a:lnTo>
                  <a:pt x="8833" y="11704"/>
                </a:lnTo>
                <a:lnTo>
                  <a:pt x="8784" y="11680"/>
                </a:lnTo>
                <a:lnTo>
                  <a:pt x="8711" y="11704"/>
                </a:lnTo>
                <a:lnTo>
                  <a:pt x="8711" y="11777"/>
                </a:lnTo>
                <a:lnTo>
                  <a:pt x="8711" y="12191"/>
                </a:lnTo>
                <a:lnTo>
                  <a:pt x="8687" y="12604"/>
                </a:lnTo>
                <a:lnTo>
                  <a:pt x="8687" y="12994"/>
                </a:lnTo>
                <a:lnTo>
                  <a:pt x="8176" y="12994"/>
                </a:lnTo>
                <a:lnTo>
                  <a:pt x="8200" y="12653"/>
                </a:lnTo>
                <a:lnTo>
                  <a:pt x="8273" y="12215"/>
                </a:lnTo>
                <a:lnTo>
                  <a:pt x="8346" y="11777"/>
                </a:lnTo>
                <a:lnTo>
                  <a:pt x="8346" y="11704"/>
                </a:lnTo>
                <a:lnTo>
                  <a:pt x="8298" y="11655"/>
                </a:lnTo>
                <a:lnTo>
                  <a:pt x="8249" y="11655"/>
                </a:lnTo>
                <a:lnTo>
                  <a:pt x="8200" y="11704"/>
                </a:lnTo>
                <a:lnTo>
                  <a:pt x="8079" y="11899"/>
                </a:lnTo>
                <a:lnTo>
                  <a:pt x="8006" y="12118"/>
                </a:lnTo>
                <a:lnTo>
                  <a:pt x="7933" y="12337"/>
                </a:lnTo>
                <a:lnTo>
                  <a:pt x="7884" y="12556"/>
                </a:lnTo>
                <a:lnTo>
                  <a:pt x="7835" y="12750"/>
                </a:lnTo>
                <a:lnTo>
                  <a:pt x="7811" y="12969"/>
                </a:lnTo>
                <a:lnTo>
                  <a:pt x="7300" y="12945"/>
                </a:lnTo>
                <a:lnTo>
                  <a:pt x="7349" y="12653"/>
                </a:lnTo>
                <a:lnTo>
                  <a:pt x="7397" y="12385"/>
                </a:lnTo>
                <a:lnTo>
                  <a:pt x="7495" y="12045"/>
                </a:lnTo>
                <a:lnTo>
                  <a:pt x="7592" y="11680"/>
                </a:lnTo>
                <a:lnTo>
                  <a:pt x="7568" y="11655"/>
                </a:lnTo>
                <a:lnTo>
                  <a:pt x="7543" y="11631"/>
                </a:lnTo>
                <a:lnTo>
                  <a:pt x="7470" y="11680"/>
                </a:lnTo>
                <a:lnTo>
                  <a:pt x="7397" y="11728"/>
                </a:lnTo>
                <a:lnTo>
                  <a:pt x="7276" y="11850"/>
                </a:lnTo>
                <a:lnTo>
                  <a:pt x="7178" y="11996"/>
                </a:lnTo>
                <a:lnTo>
                  <a:pt x="7130" y="12166"/>
                </a:lnTo>
                <a:lnTo>
                  <a:pt x="7008" y="12507"/>
                </a:lnTo>
                <a:lnTo>
                  <a:pt x="6959" y="12702"/>
                </a:lnTo>
                <a:lnTo>
                  <a:pt x="6935" y="12872"/>
                </a:lnTo>
                <a:lnTo>
                  <a:pt x="6473" y="12702"/>
                </a:lnTo>
                <a:lnTo>
                  <a:pt x="6521" y="12556"/>
                </a:lnTo>
                <a:lnTo>
                  <a:pt x="6546" y="12483"/>
                </a:lnTo>
                <a:lnTo>
                  <a:pt x="6546" y="12410"/>
                </a:lnTo>
                <a:lnTo>
                  <a:pt x="6546" y="12337"/>
                </a:lnTo>
                <a:lnTo>
                  <a:pt x="6497" y="12288"/>
                </a:lnTo>
                <a:lnTo>
                  <a:pt x="6473" y="12288"/>
                </a:lnTo>
                <a:lnTo>
                  <a:pt x="6375" y="12385"/>
                </a:lnTo>
                <a:lnTo>
                  <a:pt x="6302" y="12483"/>
                </a:lnTo>
                <a:lnTo>
                  <a:pt x="6181" y="12629"/>
                </a:lnTo>
                <a:lnTo>
                  <a:pt x="5889" y="12629"/>
                </a:lnTo>
                <a:lnTo>
                  <a:pt x="5816" y="12653"/>
                </a:lnTo>
                <a:lnTo>
                  <a:pt x="5743" y="12750"/>
                </a:lnTo>
                <a:lnTo>
                  <a:pt x="5743" y="12799"/>
                </a:lnTo>
                <a:lnTo>
                  <a:pt x="5743" y="12872"/>
                </a:lnTo>
                <a:lnTo>
                  <a:pt x="5743" y="12921"/>
                </a:lnTo>
                <a:lnTo>
                  <a:pt x="5791" y="12969"/>
                </a:lnTo>
                <a:lnTo>
                  <a:pt x="5986" y="13115"/>
                </a:lnTo>
                <a:lnTo>
                  <a:pt x="6181" y="13237"/>
                </a:lnTo>
                <a:lnTo>
                  <a:pt x="5986" y="13505"/>
                </a:lnTo>
                <a:lnTo>
                  <a:pt x="5767" y="13748"/>
                </a:lnTo>
                <a:lnTo>
                  <a:pt x="5305" y="14210"/>
                </a:lnTo>
                <a:lnTo>
                  <a:pt x="5134" y="14381"/>
                </a:lnTo>
                <a:lnTo>
                  <a:pt x="4988" y="14527"/>
                </a:lnTo>
                <a:lnTo>
                  <a:pt x="4891" y="14551"/>
                </a:lnTo>
                <a:lnTo>
                  <a:pt x="4818" y="14551"/>
                </a:lnTo>
                <a:lnTo>
                  <a:pt x="4721" y="14527"/>
                </a:lnTo>
                <a:lnTo>
                  <a:pt x="4648" y="14454"/>
                </a:lnTo>
                <a:lnTo>
                  <a:pt x="4648" y="13383"/>
                </a:lnTo>
                <a:lnTo>
                  <a:pt x="4623" y="12872"/>
                </a:lnTo>
                <a:lnTo>
                  <a:pt x="4599" y="12337"/>
                </a:lnTo>
                <a:lnTo>
                  <a:pt x="4575" y="12239"/>
                </a:lnTo>
                <a:lnTo>
                  <a:pt x="4526" y="12191"/>
                </a:lnTo>
                <a:lnTo>
                  <a:pt x="4502" y="12166"/>
                </a:lnTo>
                <a:lnTo>
                  <a:pt x="4404" y="12118"/>
                </a:lnTo>
                <a:lnTo>
                  <a:pt x="4307" y="12020"/>
                </a:lnTo>
                <a:lnTo>
                  <a:pt x="4185" y="11947"/>
                </a:lnTo>
                <a:lnTo>
                  <a:pt x="3918" y="11801"/>
                </a:lnTo>
                <a:lnTo>
                  <a:pt x="3650" y="11680"/>
                </a:lnTo>
                <a:lnTo>
                  <a:pt x="3407" y="11510"/>
                </a:lnTo>
                <a:lnTo>
                  <a:pt x="3163" y="11339"/>
                </a:lnTo>
                <a:lnTo>
                  <a:pt x="2920" y="11145"/>
                </a:lnTo>
                <a:lnTo>
                  <a:pt x="2677" y="10926"/>
                </a:lnTo>
                <a:lnTo>
                  <a:pt x="2482" y="10658"/>
                </a:lnTo>
                <a:lnTo>
                  <a:pt x="2288" y="10390"/>
                </a:lnTo>
                <a:lnTo>
                  <a:pt x="2117" y="10098"/>
                </a:lnTo>
                <a:lnTo>
                  <a:pt x="1947" y="9758"/>
                </a:lnTo>
                <a:lnTo>
                  <a:pt x="1850" y="9587"/>
                </a:lnTo>
                <a:lnTo>
                  <a:pt x="1752" y="9441"/>
                </a:lnTo>
                <a:lnTo>
                  <a:pt x="1704" y="9028"/>
                </a:lnTo>
                <a:lnTo>
                  <a:pt x="1655" y="8614"/>
                </a:lnTo>
                <a:lnTo>
                  <a:pt x="1655" y="8517"/>
                </a:lnTo>
                <a:lnTo>
                  <a:pt x="1631" y="8371"/>
                </a:lnTo>
                <a:lnTo>
                  <a:pt x="1582" y="8249"/>
                </a:lnTo>
                <a:lnTo>
                  <a:pt x="1533" y="8225"/>
                </a:lnTo>
                <a:lnTo>
                  <a:pt x="1485" y="8225"/>
                </a:lnTo>
                <a:lnTo>
                  <a:pt x="1412" y="8249"/>
                </a:lnTo>
                <a:lnTo>
                  <a:pt x="1363" y="8322"/>
                </a:lnTo>
                <a:lnTo>
                  <a:pt x="1339" y="8371"/>
                </a:lnTo>
                <a:lnTo>
                  <a:pt x="1314" y="8444"/>
                </a:lnTo>
                <a:lnTo>
                  <a:pt x="1290" y="8614"/>
                </a:lnTo>
                <a:lnTo>
                  <a:pt x="1266" y="8760"/>
                </a:lnTo>
                <a:lnTo>
                  <a:pt x="1266" y="8906"/>
                </a:lnTo>
                <a:lnTo>
                  <a:pt x="1266" y="9076"/>
                </a:lnTo>
                <a:lnTo>
                  <a:pt x="1120" y="9101"/>
                </a:lnTo>
                <a:lnTo>
                  <a:pt x="998" y="9149"/>
                </a:lnTo>
                <a:lnTo>
                  <a:pt x="828" y="9003"/>
                </a:lnTo>
                <a:lnTo>
                  <a:pt x="755" y="8906"/>
                </a:lnTo>
                <a:lnTo>
                  <a:pt x="682" y="8809"/>
                </a:lnTo>
                <a:lnTo>
                  <a:pt x="584" y="8565"/>
                </a:lnTo>
                <a:lnTo>
                  <a:pt x="511" y="8322"/>
                </a:lnTo>
                <a:lnTo>
                  <a:pt x="463" y="8079"/>
                </a:lnTo>
                <a:lnTo>
                  <a:pt x="438" y="7811"/>
                </a:lnTo>
                <a:lnTo>
                  <a:pt x="438" y="7592"/>
                </a:lnTo>
                <a:lnTo>
                  <a:pt x="438" y="7373"/>
                </a:lnTo>
                <a:lnTo>
                  <a:pt x="487" y="7154"/>
                </a:lnTo>
                <a:lnTo>
                  <a:pt x="536" y="6911"/>
                </a:lnTo>
                <a:lnTo>
                  <a:pt x="609" y="6740"/>
                </a:lnTo>
                <a:lnTo>
                  <a:pt x="706" y="6570"/>
                </a:lnTo>
                <a:lnTo>
                  <a:pt x="925" y="6302"/>
                </a:lnTo>
                <a:lnTo>
                  <a:pt x="998" y="6302"/>
                </a:lnTo>
                <a:lnTo>
                  <a:pt x="1290" y="6327"/>
                </a:lnTo>
                <a:lnTo>
                  <a:pt x="1436" y="6302"/>
                </a:lnTo>
                <a:lnTo>
                  <a:pt x="1533" y="6327"/>
                </a:lnTo>
                <a:lnTo>
                  <a:pt x="1631" y="6327"/>
                </a:lnTo>
                <a:lnTo>
                  <a:pt x="1728" y="6254"/>
                </a:lnTo>
                <a:lnTo>
                  <a:pt x="1752" y="6205"/>
                </a:lnTo>
                <a:lnTo>
                  <a:pt x="1777" y="6156"/>
                </a:lnTo>
                <a:lnTo>
                  <a:pt x="1874" y="5840"/>
                </a:lnTo>
                <a:lnTo>
                  <a:pt x="1971" y="5548"/>
                </a:lnTo>
                <a:lnTo>
                  <a:pt x="2093" y="5280"/>
                </a:lnTo>
                <a:lnTo>
                  <a:pt x="2239" y="5013"/>
                </a:lnTo>
                <a:lnTo>
                  <a:pt x="2409" y="4769"/>
                </a:lnTo>
                <a:lnTo>
                  <a:pt x="2604" y="4526"/>
                </a:lnTo>
                <a:lnTo>
                  <a:pt x="3017" y="4039"/>
                </a:lnTo>
                <a:lnTo>
                  <a:pt x="3407" y="3601"/>
                </a:lnTo>
                <a:lnTo>
                  <a:pt x="3820" y="3164"/>
                </a:lnTo>
                <a:lnTo>
                  <a:pt x="4137" y="2872"/>
                </a:lnTo>
                <a:lnTo>
                  <a:pt x="4283" y="2726"/>
                </a:lnTo>
                <a:lnTo>
                  <a:pt x="4429" y="2555"/>
                </a:lnTo>
                <a:lnTo>
                  <a:pt x="4502" y="2555"/>
                </a:lnTo>
                <a:lnTo>
                  <a:pt x="4550" y="2507"/>
                </a:lnTo>
                <a:lnTo>
                  <a:pt x="4599" y="2361"/>
                </a:lnTo>
                <a:lnTo>
                  <a:pt x="4599" y="2215"/>
                </a:lnTo>
                <a:lnTo>
                  <a:pt x="4599" y="2069"/>
                </a:lnTo>
                <a:lnTo>
                  <a:pt x="4623" y="1923"/>
                </a:lnTo>
                <a:lnTo>
                  <a:pt x="4672" y="1631"/>
                </a:lnTo>
                <a:lnTo>
                  <a:pt x="4745" y="1339"/>
                </a:lnTo>
                <a:lnTo>
                  <a:pt x="4891" y="901"/>
                </a:lnTo>
                <a:lnTo>
                  <a:pt x="5061" y="487"/>
                </a:lnTo>
                <a:close/>
                <a:moveTo>
                  <a:pt x="4915" y="0"/>
                </a:moveTo>
                <a:lnTo>
                  <a:pt x="4842" y="25"/>
                </a:lnTo>
                <a:lnTo>
                  <a:pt x="4794" y="49"/>
                </a:lnTo>
                <a:lnTo>
                  <a:pt x="4696" y="146"/>
                </a:lnTo>
                <a:lnTo>
                  <a:pt x="4599" y="268"/>
                </a:lnTo>
                <a:lnTo>
                  <a:pt x="4526" y="414"/>
                </a:lnTo>
                <a:lnTo>
                  <a:pt x="4453" y="584"/>
                </a:lnTo>
                <a:lnTo>
                  <a:pt x="4356" y="925"/>
                </a:lnTo>
                <a:lnTo>
                  <a:pt x="4283" y="1217"/>
                </a:lnTo>
                <a:lnTo>
                  <a:pt x="4210" y="1436"/>
                </a:lnTo>
                <a:lnTo>
                  <a:pt x="4137" y="1728"/>
                </a:lnTo>
                <a:lnTo>
                  <a:pt x="4112" y="2020"/>
                </a:lnTo>
                <a:lnTo>
                  <a:pt x="4112" y="2166"/>
                </a:lnTo>
                <a:lnTo>
                  <a:pt x="4137" y="2288"/>
                </a:lnTo>
                <a:lnTo>
                  <a:pt x="3893" y="2385"/>
                </a:lnTo>
                <a:lnTo>
                  <a:pt x="3674" y="2531"/>
                </a:lnTo>
                <a:lnTo>
                  <a:pt x="3455" y="2726"/>
                </a:lnTo>
                <a:lnTo>
                  <a:pt x="3236" y="2945"/>
                </a:lnTo>
                <a:lnTo>
                  <a:pt x="2871" y="3383"/>
                </a:lnTo>
                <a:lnTo>
                  <a:pt x="2531" y="3772"/>
                </a:lnTo>
                <a:lnTo>
                  <a:pt x="2142" y="4210"/>
                </a:lnTo>
                <a:lnTo>
                  <a:pt x="1923" y="4453"/>
                </a:lnTo>
                <a:lnTo>
                  <a:pt x="1752" y="4721"/>
                </a:lnTo>
                <a:lnTo>
                  <a:pt x="1582" y="4988"/>
                </a:lnTo>
                <a:lnTo>
                  <a:pt x="1436" y="5280"/>
                </a:lnTo>
                <a:lnTo>
                  <a:pt x="1339" y="5572"/>
                </a:lnTo>
                <a:lnTo>
                  <a:pt x="1290" y="5864"/>
                </a:lnTo>
                <a:lnTo>
                  <a:pt x="925" y="5864"/>
                </a:lnTo>
                <a:lnTo>
                  <a:pt x="755" y="5889"/>
                </a:lnTo>
                <a:lnTo>
                  <a:pt x="633" y="5937"/>
                </a:lnTo>
                <a:lnTo>
                  <a:pt x="536" y="5986"/>
                </a:lnTo>
                <a:lnTo>
                  <a:pt x="438" y="6083"/>
                </a:lnTo>
                <a:lnTo>
                  <a:pt x="341" y="6181"/>
                </a:lnTo>
                <a:lnTo>
                  <a:pt x="268" y="6302"/>
                </a:lnTo>
                <a:lnTo>
                  <a:pt x="219" y="6424"/>
                </a:lnTo>
                <a:lnTo>
                  <a:pt x="122" y="6716"/>
                </a:lnTo>
                <a:lnTo>
                  <a:pt x="49" y="7032"/>
                </a:lnTo>
                <a:lnTo>
                  <a:pt x="25" y="7324"/>
                </a:lnTo>
                <a:lnTo>
                  <a:pt x="0" y="7592"/>
                </a:lnTo>
                <a:lnTo>
                  <a:pt x="0" y="7811"/>
                </a:lnTo>
                <a:lnTo>
                  <a:pt x="25" y="8054"/>
                </a:lnTo>
                <a:lnTo>
                  <a:pt x="49" y="8322"/>
                </a:lnTo>
                <a:lnTo>
                  <a:pt x="122" y="8638"/>
                </a:lnTo>
                <a:lnTo>
                  <a:pt x="219" y="8930"/>
                </a:lnTo>
                <a:lnTo>
                  <a:pt x="365" y="9198"/>
                </a:lnTo>
                <a:lnTo>
                  <a:pt x="438" y="9320"/>
                </a:lnTo>
                <a:lnTo>
                  <a:pt x="536" y="9417"/>
                </a:lnTo>
                <a:lnTo>
                  <a:pt x="633" y="9514"/>
                </a:lnTo>
                <a:lnTo>
                  <a:pt x="730" y="9563"/>
                </a:lnTo>
                <a:lnTo>
                  <a:pt x="852" y="9612"/>
                </a:lnTo>
                <a:lnTo>
                  <a:pt x="1047" y="9612"/>
                </a:lnTo>
                <a:lnTo>
                  <a:pt x="1095" y="9587"/>
                </a:lnTo>
                <a:lnTo>
                  <a:pt x="1314" y="9587"/>
                </a:lnTo>
                <a:lnTo>
                  <a:pt x="1339" y="9612"/>
                </a:lnTo>
                <a:lnTo>
                  <a:pt x="1387" y="9758"/>
                </a:lnTo>
                <a:lnTo>
                  <a:pt x="1436" y="9928"/>
                </a:lnTo>
                <a:lnTo>
                  <a:pt x="1582" y="10220"/>
                </a:lnTo>
                <a:lnTo>
                  <a:pt x="1752" y="10512"/>
                </a:lnTo>
                <a:lnTo>
                  <a:pt x="1923" y="10804"/>
                </a:lnTo>
                <a:lnTo>
                  <a:pt x="2117" y="11072"/>
                </a:lnTo>
                <a:lnTo>
                  <a:pt x="2312" y="11315"/>
                </a:lnTo>
                <a:lnTo>
                  <a:pt x="2531" y="11510"/>
                </a:lnTo>
                <a:lnTo>
                  <a:pt x="2750" y="11704"/>
                </a:lnTo>
                <a:lnTo>
                  <a:pt x="3236" y="12045"/>
                </a:lnTo>
                <a:lnTo>
                  <a:pt x="3455" y="12191"/>
                </a:lnTo>
                <a:lnTo>
                  <a:pt x="3674" y="12288"/>
                </a:lnTo>
                <a:lnTo>
                  <a:pt x="3918" y="12385"/>
                </a:lnTo>
                <a:lnTo>
                  <a:pt x="4137" y="12507"/>
                </a:lnTo>
                <a:lnTo>
                  <a:pt x="4161" y="12531"/>
                </a:lnTo>
                <a:lnTo>
                  <a:pt x="4112" y="13067"/>
                </a:lnTo>
                <a:lnTo>
                  <a:pt x="4112" y="13626"/>
                </a:lnTo>
                <a:lnTo>
                  <a:pt x="4112" y="14746"/>
                </a:lnTo>
                <a:lnTo>
                  <a:pt x="4137" y="14819"/>
                </a:lnTo>
                <a:lnTo>
                  <a:pt x="4161" y="14867"/>
                </a:lnTo>
                <a:lnTo>
                  <a:pt x="4185" y="14916"/>
                </a:lnTo>
                <a:lnTo>
                  <a:pt x="4234" y="14965"/>
                </a:lnTo>
                <a:lnTo>
                  <a:pt x="4331" y="14989"/>
                </a:lnTo>
                <a:lnTo>
                  <a:pt x="4453" y="14989"/>
                </a:lnTo>
                <a:lnTo>
                  <a:pt x="4550" y="15062"/>
                </a:lnTo>
                <a:lnTo>
                  <a:pt x="4648" y="15111"/>
                </a:lnTo>
                <a:lnTo>
                  <a:pt x="4769" y="15135"/>
                </a:lnTo>
                <a:lnTo>
                  <a:pt x="4891" y="15111"/>
                </a:lnTo>
                <a:lnTo>
                  <a:pt x="4988" y="15086"/>
                </a:lnTo>
                <a:lnTo>
                  <a:pt x="5110" y="15038"/>
                </a:lnTo>
                <a:lnTo>
                  <a:pt x="5305" y="14940"/>
                </a:lnTo>
                <a:lnTo>
                  <a:pt x="5548" y="14721"/>
                </a:lnTo>
                <a:lnTo>
                  <a:pt x="5791" y="14502"/>
                </a:lnTo>
                <a:lnTo>
                  <a:pt x="6229" y="14040"/>
                </a:lnTo>
                <a:lnTo>
                  <a:pt x="6497" y="13748"/>
                </a:lnTo>
                <a:lnTo>
                  <a:pt x="6619" y="13602"/>
                </a:lnTo>
                <a:lnTo>
                  <a:pt x="6716" y="13432"/>
                </a:lnTo>
                <a:lnTo>
                  <a:pt x="6984" y="13505"/>
                </a:lnTo>
                <a:lnTo>
                  <a:pt x="7227" y="13529"/>
                </a:lnTo>
                <a:lnTo>
                  <a:pt x="7762" y="13578"/>
                </a:lnTo>
                <a:lnTo>
                  <a:pt x="8273" y="13578"/>
                </a:lnTo>
                <a:lnTo>
                  <a:pt x="8760" y="13602"/>
                </a:lnTo>
                <a:lnTo>
                  <a:pt x="9198" y="13578"/>
                </a:lnTo>
                <a:lnTo>
                  <a:pt x="9660" y="13578"/>
                </a:lnTo>
                <a:lnTo>
                  <a:pt x="10098" y="13529"/>
                </a:lnTo>
                <a:lnTo>
                  <a:pt x="10560" y="13480"/>
                </a:lnTo>
                <a:lnTo>
                  <a:pt x="10925" y="13407"/>
                </a:lnTo>
                <a:lnTo>
                  <a:pt x="11315" y="13334"/>
                </a:lnTo>
                <a:lnTo>
                  <a:pt x="11363" y="13480"/>
                </a:lnTo>
                <a:lnTo>
                  <a:pt x="11436" y="13626"/>
                </a:lnTo>
                <a:lnTo>
                  <a:pt x="11607" y="13943"/>
                </a:lnTo>
                <a:lnTo>
                  <a:pt x="11850" y="14210"/>
                </a:lnTo>
                <a:lnTo>
                  <a:pt x="11972" y="14356"/>
                </a:lnTo>
                <a:lnTo>
                  <a:pt x="12118" y="14478"/>
                </a:lnTo>
                <a:lnTo>
                  <a:pt x="12264" y="14575"/>
                </a:lnTo>
                <a:lnTo>
                  <a:pt x="12410" y="14673"/>
                </a:lnTo>
                <a:lnTo>
                  <a:pt x="12580" y="14721"/>
                </a:lnTo>
                <a:lnTo>
                  <a:pt x="12726" y="14770"/>
                </a:lnTo>
                <a:lnTo>
                  <a:pt x="12896" y="14794"/>
                </a:lnTo>
                <a:lnTo>
                  <a:pt x="13042" y="14770"/>
                </a:lnTo>
                <a:lnTo>
                  <a:pt x="13213" y="14721"/>
                </a:lnTo>
                <a:lnTo>
                  <a:pt x="13359" y="14624"/>
                </a:lnTo>
                <a:lnTo>
                  <a:pt x="13480" y="14527"/>
                </a:lnTo>
                <a:lnTo>
                  <a:pt x="13578" y="14405"/>
                </a:lnTo>
                <a:lnTo>
                  <a:pt x="13651" y="14283"/>
                </a:lnTo>
                <a:lnTo>
                  <a:pt x="13724" y="14162"/>
                </a:lnTo>
                <a:lnTo>
                  <a:pt x="13748" y="14016"/>
                </a:lnTo>
                <a:lnTo>
                  <a:pt x="13772" y="13845"/>
                </a:lnTo>
                <a:lnTo>
                  <a:pt x="13797" y="13529"/>
                </a:lnTo>
                <a:lnTo>
                  <a:pt x="13772" y="13213"/>
                </a:lnTo>
                <a:lnTo>
                  <a:pt x="13748" y="12872"/>
                </a:lnTo>
                <a:lnTo>
                  <a:pt x="13748" y="12580"/>
                </a:lnTo>
                <a:lnTo>
                  <a:pt x="13748" y="12288"/>
                </a:lnTo>
                <a:lnTo>
                  <a:pt x="13943" y="12118"/>
                </a:lnTo>
                <a:lnTo>
                  <a:pt x="14137" y="11947"/>
                </a:lnTo>
                <a:lnTo>
                  <a:pt x="14551" y="11655"/>
                </a:lnTo>
                <a:lnTo>
                  <a:pt x="14989" y="11388"/>
                </a:lnTo>
                <a:lnTo>
                  <a:pt x="15403" y="11072"/>
                </a:lnTo>
                <a:lnTo>
                  <a:pt x="15622" y="10877"/>
                </a:lnTo>
                <a:lnTo>
                  <a:pt x="15816" y="10634"/>
                </a:lnTo>
                <a:lnTo>
                  <a:pt x="15987" y="10390"/>
                </a:lnTo>
                <a:lnTo>
                  <a:pt x="16133" y="10123"/>
                </a:lnTo>
                <a:lnTo>
                  <a:pt x="16254" y="9855"/>
                </a:lnTo>
                <a:lnTo>
                  <a:pt x="16376" y="9563"/>
                </a:lnTo>
                <a:lnTo>
                  <a:pt x="16449" y="9271"/>
                </a:lnTo>
                <a:lnTo>
                  <a:pt x="16522" y="8979"/>
                </a:lnTo>
                <a:lnTo>
                  <a:pt x="16595" y="8614"/>
                </a:lnTo>
                <a:lnTo>
                  <a:pt x="16619" y="8249"/>
                </a:lnTo>
                <a:lnTo>
                  <a:pt x="16765" y="8273"/>
                </a:lnTo>
                <a:lnTo>
                  <a:pt x="16911" y="8298"/>
                </a:lnTo>
                <a:lnTo>
                  <a:pt x="17057" y="8273"/>
                </a:lnTo>
                <a:lnTo>
                  <a:pt x="17203" y="8249"/>
                </a:lnTo>
                <a:lnTo>
                  <a:pt x="17228" y="8273"/>
                </a:lnTo>
                <a:lnTo>
                  <a:pt x="17325" y="8346"/>
                </a:lnTo>
                <a:lnTo>
                  <a:pt x="17422" y="8444"/>
                </a:lnTo>
                <a:lnTo>
                  <a:pt x="17641" y="8565"/>
                </a:lnTo>
                <a:lnTo>
                  <a:pt x="17885" y="8663"/>
                </a:lnTo>
                <a:lnTo>
                  <a:pt x="18128" y="8687"/>
                </a:lnTo>
                <a:lnTo>
                  <a:pt x="18395" y="8663"/>
                </a:lnTo>
                <a:lnTo>
                  <a:pt x="18639" y="8614"/>
                </a:lnTo>
                <a:lnTo>
                  <a:pt x="18858" y="8492"/>
                </a:lnTo>
                <a:lnTo>
                  <a:pt x="18979" y="8419"/>
                </a:lnTo>
                <a:lnTo>
                  <a:pt x="19077" y="8346"/>
                </a:lnTo>
                <a:lnTo>
                  <a:pt x="19125" y="8249"/>
                </a:lnTo>
                <a:lnTo>
                  <a:pt x="19125" y="8176"/>
                </a:lnTo>
                <a:lnTo>
                  <a:pt x="19101" y="8079"/>
                </a:lnTo>
                <a:lnTo>
                  <a:pt x="19052" y="8006"/>
                </a:lnTo>
                <a:lnTo>
                  <a:pt x="18979" y="7957"/>
                </a:lnTo>
                <a:lnTo>
                  <a:pt x="18833" y="7957"/>
                </a:lnTo>
                <a:lnTo>
                  <a:pt x="18736" y="8006"/>
                </a:lnTo>
                <a:lnTo>
                  <a:pt x="18639" y="8103"/>
                </a:lnTo>
                <a:lnTo>
                  <a:pt x="18517" y="8176"/>
                </a:lnTo>
                <a:lnTo>
                  <a:pt x="18371" y="8200"/>
                </a:lnTo>
                <a:lnTo>
                  <a:pt x="18225" y="8225"/>
                </a:lnTo>
                <a:lnTo>
                  <a:pt x="18079" y="8200"/>
                </a:lnTo>
                <a:lnTo>
                  <a:pt x="17933" y="8176"/>
                </a:lnTo>
                <a:lnTo>
                  <a:pt x="17787" y="8127"/>
                </a:lnTo>
                <a:lnTo>
                  <a:pt x="17666" y="8054"/>
                </a:lnTo>
                <a:lnTo>
                  <a:pt x="17885" y="7933"/>
                </a:lnTo>
                <a:lnTo>
                  <a:pt x="18031" y="7835"/>
                </a:lnTo>
                <a:lnTo>
                  <a:pt x="18104" y="7738"/>
                </a:lnTo>
                <a:lnTo>
                  <a:pt x="18152" y="7641"/>
                </a:lnTo>
                <a:lnTo>
                  <a:pt x="18201" y="7543"/>
                </a:lnTo>
                <a:lnTo>
                  <a:pt x="18225" y="7446"/>
                </a:lnTo>
                <a:lnTo>
                  <a:pt x="18250" y="7349"/>
                </a:lnTo>
                <a:lnTo>
                  <a:pt x="18225" y="7251"/>
                </a:lnTo>
                <a:lnTo>
                  <a:pt x="18201" y="7154"/>
                </a:lnTo>
                <a:lnTo>
                  <a:pt x="18177" y="7057"/>
                </a:lnTo>
                <a:lnTo>
                  <a:pt x="18128" y="6984"/>
                </a:lnTo>
                <a:lnTo>
                  <a:pt x="18055" y="6911"/>
                </a:lnTo>
                <a:lnTo>
                  <a:pt x="18006" y="6862"/>
                </a:lnTo>
                <a:lnTo>
                  <a:pt x="17909" y="6813"/>
                </a:lnTo>
                <a:lnTo>
                  <a:pt x="17812" y="6789"/>
                </a:lnTo>
                <a:lnTo>
                  <a:pt x="17714" y="6789"/>
                </a:lnTo>
                <a:lnTo>
                  <a:pt x="17593" y="6813"/>
                </a:lnTo>
                <a:lnTo>
                  <a:pt x="17495" y="6838"/>
                </a:lnTo>
                <a:lnTo>
                  <a:pt x="17349" y="6911"/>
                </a:lnTo>
                <a:lnTo>
                  <a:pt x="17228" y="7008"/>
                </a:lnTo>
                <a:lnTo>
                  <a:pt x="17130" y="7105"/>
                </a:lnTo>
                <a:lnTo>
                  <a:pt x="17082" y="7227"/>
                </a:lnTo>
                <a:lnTo>
                  <a:pt x="17033" y="7373"/>
                </a:lnTo>
                <a:lnTo>
                  <a:pt x="17009" y="7519"/>
                </a:lnTo>
                <a:lnTo>
                  <a:pt x="17009" y="7665"/>
                </a:lnTo>
                <a:lnTo>
                  <a:pt x="17033" y="7811"/>
                </a:lnTo>
                <a:lnTo>
                  <a:pt x="16644" y="7835"/>
                </a:lnTo>
                <a:lnTo>
                  <a:pt x="16644" y="7397"/>
                </a:lnTo>
                <a:lnTo>
                  <a:pt x="16619" y="6935"/>
                </a:lnTo>
                <a:lnTo>
                  <a:pt x="16546" y="6497"/>
                </a:lnTo>
                <a:lnTo>
                  <a:pt x="16449" y="6059"/>
                </a:lnTo>
                <a:lnTo>
                  <a:pt x="16327" y="5621"/>
                </a:lnTo>
                <a:lnTo>
                  <a:pt x="16157" y="5207"/>
                </a:lnTo>
                <a:lnTo>
                  <a:pt x="15987" y="4794"/>
                </a:lnTo>
                <a:lnTo>
                  <a:pt x="15768" y="4404"/>
                </a:lnTo>
                <a:lnTo>
                  <a:pt x="15597" y="4161"/>
                </a:lnTo>
                <a:lnTo>
                  <a:pt x="15427" y="3918"/>
                </a:lnTo>
                <a:lnTo>
                  <a:pt x="15232" y="3699"/>
                </a:lnTo>
                <a:lnTo>
                  <a:pt x="15038" y="3480"/>
                </a:lnTo>
                <a:lnTo>
                  <a:pt x="14843" y="3285"/>
                </a:lnTo>
                <a:lnTo>
                  <a:pt x="14624" y="3091"/>
                </a:lnTo>
                <a:lnTo>
                  <a:pt x="14162" y="2750"/>
                </a:lnTo>
                <a:lnTo>
                  <a:pt x="13675" y="2434"/>
                </a:lnTo>
                <a:lnTo>
                  <a:pt x="13164" y="2166"/>
                </a:lnTo>
                <a:lnTo>
                  <a:pt x="12629" y="1923"/>
                </a:lnTo>
                <a:lnTo>
                  <a:pt x="12093" y="1704"/>
                </a:lnTo>
                <a:lnTo>
                  <a:pt x="11461" y="1460"/>
                </a:lnTo>
                <a:lnTo>
                  <a:pt x="10804" y="1266"/>
                </a:lnTo>
                <a:lnTo>
                  <a:pt x="10147" y="1120"/>
                </a:lnTo>
                <a:lnTo>
                  <a:pt x="9466" y="1022"/>
                </a:lnTo>
                <a:lnTo>
                  <a:pt x="8882" y="974"/>
                </a:lnTo>
                <a:lnTo>
                  <a:pt x="8249" y="974"/>
                </a:lnTo>
                <a:lnTo>
                  <a:pt x="7933" y="998"/>
                </a:lnTo>
                <a:lnTo>
                  <a:pt x="7641" y="1047"/>
                </a:lnTo>
                <a:lnTo>
                  <a:pt x="7349" y="1120"/>
                </a:lnTo>
                <a:lnTo>
                  <a:pt x="7057" y="1217"/>
                </a:lnTo>
                <a:lnTo>
                  <a:pt x="6570" y="755"/>
                </a:lnTo>
                <a:lnTo>
                  <a:pt x="6327" y="536"/>
                </a:lnTo>
                <a:lnTo>
                  <a:pt x="6059" y="317"/>
                </a:lnTo>
                <a:lnTo>
                  <a:pt x="5816" y="195"/>
                </a:lnTo>
                <a:lnTo>
                  <a:pt x="5548" y="98"/>
                </a:lnTo>
                <a:lnTo>
                  <a:pt x="5280" y="25"/>
                </a:lnTo>
                <a:lnTo>
                  <a:pt x="5013" y="25"/>
                </a:lnTo>
                <a:lnTo>
                  <a:pt x="4964" y="0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28"/>
          <p:cNvSpPr/>
          <p:nvPr/>
        </p:nvSpPr>
        <p:spPr>
          <a:xfrm>
            <a:off x="3650300" y="1113101"/>
            <a:ext cx="163663" cy="241144"/>
          </a:xfrm>
          <a:custGeom>
            <a:rect b="b" l="l" r="r" t="t"/>
            <a:pathLst>
              <a:path extrusionOk="0" h="8923" w="6056">
                <a:moveTo>
                  <a:pt x="1177" y="450"/>
                </a:moveTo>
                <a:lnTo>
                  <a:pt x="1220" y="471"/>
                </a:lnTo>
                <a:lnTo>
                  <a:pt x="1241" y="514"/>
                </a:lnTo>
                <a:lnTo>
                  <a:pt x="1263" y="621"/>
                </a:lnTo>
                <a:lnTo>
                  <a:pt x="1263" y="899"/>
                </a:lnTo>
                <a:lnTo>
                  <a:pt x="1241" y="1049"/>
                </a:lnTo>
                <a:lnTo>
                  <a:pt x="1220" y="1177"/>
                </a:lnTo>
                <a:lnTo>
                  <a:pt x="1177" y="1263"/>
                </a:lnTo>
                <a:lnTo>
                  <a:pt x="1156" y="1284"/>
                </a:lnTo>
                <a:lnTo>
                  <a:pt x="1113" y="1284"/>
                </a:lnTo>
                <a:lnTo>
                  <a:pt x="1092" y="1242"/>
                </a:lnTo>
                <a:lnTo>
                  <a:pt x="1070" y="1135"/>
                </a:lnTo>
                <a:lnTo>
                  <a:pt x="1049" y="985"/>
                </a:lnTo>
                <a:lnTo>
                  <a:pt x="1049" y="814"/>
                </a:lnTo>
                <a:lnTo>
                  <a:pt x="1070" y="664"/>
                </a:lnTo>
                <a:lnTo>
                  <a:pt x="1092" y="536"/>
                </a:lnTo>
                <a:lnTo>
                  <a:pt x="1113" y="493"/>
                </a:lnTo>
                <a:lnTo>
                  <a:pt x="1156" y="450"/>
                </a:lnTo>
                <a:close/>
                <a:moveTo>
                  <a:pt x="2033" y="471"/>
                </a:moveTo>
                <a:lnTo>
                  <a:pt x="2054" y="493"/>
                </a:lnTo>
                <a:lnTo>
                  <a:pt x="2076" y="578"/>
                </a:lnTo>
                <a:lnTo>
                  <a:pt x="2076" y="685"/>
                </a:lnTo>
                <a:lnTo>
                  <a:pt x="2097" y="985"/>
                </a:lnTo>
                <a:lnTo>
                  <a:pt x="2097" y="1156"/>
                </a:lnTo>
                <a:lnTo>
                  <a:pt x="2097" y="1220"/>
                </a:lnTo>
                <a:lnTo>
                  <a:pt x="2076" y="1263"/>
                </a:lnTo>
                <a:lnTo>
                  <a:pt x="2054" y="1306"/>
                </a:lnTo>
                <a:lnTo>
                  <a:pt x="2012" y="1306"/>
                </a:lnTo>
                <a:lnTo>
                  <a:pt x="1990" y="1284"/>
                </a:lnTo>
                <a:lnTo>
                  <a:pt x="1969" y="1263"/>
                </a:lnTo>
                <a:lnTo>
                  <a:pt x="1926" y="1156"/>
                </a:lnTo>
                <a:lnTo>
                  <a:pt x="1905" y="1006"/>
                </a:lnTo>
                <a:lnTo>
                  <a:pt x="1883" y="707"/>
                </a:lnTo>
                <a:lnTo>
                  <a:pt x="1883" y="578"/>
                </a:lnTo>
                <a:lnTo>
                  <a:pt x="1905" y="514"/>
                </a:lnTo>
                <a:lnTo>
                  <a:pt x="1947" y="471"/>
                </a:lnTo>
                <a:close/>
                <a:moveTo>
                  <a:pt x="1584" y="471"/>
                </a:moveTo>
                <a:lnTo>
                  <a:pt x="1648" y="493"/>
                </a:lnTo>
                <a:lnTo>
                  <a:pt x="1712" y="557"/>
                </a:lnTo>
                <a:lnTo>
                  <a:pt x="1712" y="643"/>
                </a:lnTo>
                <a:lnTo>
                  <a:pt x="1712" y="792"/>
                </a:lnTo>
                <a:lnTo>
                  <a:pt x="1669" y="1028"/>
                </a:lnTo>
                <a:lnTo>
                  <a:pt x="1669" y="1135"/>
                </a:lnTo>
                <a:lnTo>
                  <a:pt x="1669" y="1242"/>
                </a:lnTo>
                <a:lnTo>
                  <a:pt x="1648" y="1284"/>
                </a:lnTo>
                <a:lnTo>
                  <a:pt x="1605" y="1327"/>
                </a:lnTo>
                <a:lnTo>
                  <a:pt x="1562" y="1327"/>
                </a:lnTo>
                <a:lnTo>
                  <a:pt x="1498" y="1306"/>
                </a:lnTo>
                <a:lnTo>
                  <a:pt x="1455" y="1263"/>
                </a:lnTo>
                <a:lnTo>
                  <a:pt x="1434" y="1177"/>
                </a:lnTo>
                <a:lnTo>
                  <a:pt x="1434" y="942"/>
                </a:lnTo>
                <a:lnTo>
                  <a:pt x="1455" y="536"/>
                </a:lnTo>
                <a:lnTo>
                  <a:pt x="1477" y="493"/>
                </a:lnTo>
                <a:lnTo>
                  <a:pt x="1498" y="471"/>
                </a:lnTo>
                <a:close/>
                <a:moveTo>
                  <a:pt x="3895" y="450"/>
                </a:moveTo>
                <a:lnTo>
                  <a:pt x="3959" y="471"/>
                </a:lnTo>
                <a:lnTo>
                  <a:pt x="4001" y="493"/>
                </a:lnTo>
                <a:lnTo>
                  <a:pt x="4001" y="536"/>
                </a:lnTo>
                <a:lnTo>
                  <a:pt x="4023" y="643"/>
                </a:lnTo>
                <a:lnTo>
                  <a:pt x="4001" y="792"/>
                </a:lnTo>
                <a:lnTo>
                  <a:pt x="4023" y="985"/>
                </a:lnTo>
                <a:lnTo>
                  <a:pt x="4044" y="1092"/>
                </a:lnTo>
                <a:lnTo>
                  <a:pt x="4044" y="1199"/>
                </a:lnTo>
                <a:lnTo>
                  <a:pt x="4044" y="1263"/>
                </a:lnTo>
                <a:lnTo>
                  <a:pt x="4044" y="1327"/>
                </a:lnTo>
                <a:lnTo>
                  <a:pt x="4044" y="1349"/>
                </a:lnTo>
                <a:lnTo>
                  <a:pt x="3959" y="1370"/>
                </a:lnTo>
                <a:lnTo>
                  <a:pt x="3895" y="1391"/>
                </a:lnTo>
                <a:lnTo>
                  <a:pt x="3830" y="1370"/>
                </a:lnTo>
                <a:lnTo>
                  <a:pt x="3788" y="1327"/>
                </a:lnTo>
                <a:lnTo>
                  <a:pt x="3745" y="1284"/>
                </a:lnTo>
                <a:lnTo>
                  <a:pt x="3723" y="1135"/>
                </a:lnTo>
                <a:lnTo>
                  <a:pt x="3702" y="964"/>
                </a:lnTo>
                <a:lnTo>
                  <a:pt x="3723" y="792"/>
                </a:lnTo>
                <a:lnTo>
                  <a:pt x="3745" y="621"/>
                </a:lnTo>
                <a:lnTo>
                  <a:pt x="3788" y="514"/>
                </a:lnTo>
                <a:lnTo>
                  <a:pt x="3809" y="471"/>
                </a:lnTo>
                <a:lnTo>
                  <a:pt x="3895" y="450"/>
                </a:lnTo>
                <a:close/>
                <a:moveTo>
                  <a:pt x="4451" y="364"/>
                </a:moveTo>
                <a:lnTo>
                  <a:pt x="4536" y="386"/>
                </a:lnTo>
                <a:lnTo>
                  <a:pt x="4579" y="386"/>
                </a:lnTo>
                <a:lnTo>
                  <a:pt x="4601" y="407"/>
                </a:lnTo>
                <a:lnTo>
                  <a:pt x="4622" y="429"/>
                </a:lnTo>
                <a:lnTo>
                  <a:pt x="4622" y="493"/>
                </a:lnTo>
                <a:lnTo>
                  <a:pt x="4579" y="471"/>
                </a:lnTo>
                <a:lnTo>
                  <a:pt x="4536" y="493"/>
                </a:lnTo>
                <a:lnTo>
                  <a:pt x="4515" y="621"/>
                </a:lnTo>
                <a:lnTo>
                  <a:pt x="4515" y="728"/>
                </a:lnTo>
                <a:lnTo>
                  <a:pt x="4515" y="857"/>
                </a:lnTo>
                <a:lnTo>
                  <a:pt x="4558" y="1006"/>
                </a:lnTo>
                <a:lnTo>
                  <a:pt x="4601" y="1156"/>
                </a:lnTo>
                <a:lnTo>
                  <a:pt x="4601" y="1220"/>
                </a:lnTo>
                <a:lnTo>
                  <a:pt x="4579" y="1284"/>
                </a:lnTo>
                <a:lnTo>
                  <a:pt x="4536" y="1327"/>
                </a:lnTo>
                <a:lnTo>
                  <a:pt x="4494" y="1370"/>
                </a:lnTo>
                <a:lnTo>
                  <a:pt x="4408" y="1391"/>
                </a:lnTo>
                <a:lnTo>
                  <a:pt x="4365" y="1391"/>
                </a:lnTo>
                <a:lnTo>
                  <a:pt x="4344" y="1370"/>
                </a:lnTo>
                <a:lnTo>
                  <a:pt x="4301" y="1306"/>
                </a:lnTo>
                <a:lnTo>
                  <a:pt x="4301" y="1242"/>
                </a:lnTo>
                <a:lnTo>
                  <a:pt x="4322" y="1092"/>
                </a:lnTo>
                <a:lnTo>
                  <a:pt x="4280" y="921"/>
                </a:lnTo>
                <a:lnTo>
                  <a:pt x="4237" y="685"/>
                </a:lnTo>
                <a:lnTo>
                  <a:pt x="4237" y="578"/>
                </a:lnTo>
                <a:lnTo>
                  <a:pt x="4237" y="493"/>
                </a:lnTo>
                <a:lnTo>
                  <a:pt x="4280" y="407"/>
                </a:lnTo>
                <a:lnTo>
                  <a:pt x="4301" y="386"/>
                </a:lnTo>
                <a:lnTo>
                  <a:pt x="4344" y="386"/>
                </a:lnTo>
                <a:lnTo>
                  <a:pt x="4451" y="364"/>
                </a:lnTo>
                <a:close/>
                <a:moveTo>
                  <a:pt x="2910" y="450"/>
                </a:moveTo>
                <a:lnTo>
                  <a:pt x="2974" y="471"/>
                </a:lnTo>
                <a:lnTo>
                  <a:pt x="3039" y="514"/>
                </a:lnTo>
                <a:lnTo>
                  <a:pt x="3039" y="557"/>
                </a:lnTo>
                <a:lnTo>
                  <a:pt x="3060" y="621"/>
                </a:lnTo>
                <a:lnTo>
                  <a:pt x="3060" y="750"/>
                </a:lnTo>
                <a:lnTo>
                  <a:pt x="3039" y="899"/>
                </a:lnTo>
                <a:lnTo>
                  <a:pt x="3039" y="1006"/>
                </a:lnTo>
                <a:lnTo>
                  <a:pt x="3103" y="1156"/>
                </a:lnTo>
                <a:lnTo>
                  <a:pt x="3146" y="1284"/>
                </a:lnTo>
                <a:lnTo>
                  <a:pt x="3146" y="1349"/>
                </a:lnTo>
                <a:lnTo>
                  <a:pt x="3124" y="1370"/>
                </a:lnTo>
                <a:lnTo>
                  <a:pt x="3060" y="1413"/>
                </a:lnTo>
                <a:lnTo>
                  <a:pt x="2632" y="1413"/>
                </a:lnTo>
                <a:lnTo>
                  <a:pt x="2440" y="1370"/>
                </a:lnTo>
                <a:lnTo>
                  <a:pt x="2375" y="1349"/>
                </a:lnTo>
                <a:lnTo>
                  <a:pt x="2333" y="1306"/>
                </a:lnTo>
                <a:lnTo>
                  <a:pt x="2311" y="1263"/>
                </a:lnTo>
                <a:lnTo>
                  <a:pt x="2290" y="1156"/>
                </a:lnTo>
                <a:lnTo>
                  <a:pt x="2268" y="899"/>
                </a:lnTo>
                <a:lnTo>
                  <a:pt x="2268" y="664"/>
                </a:lnTo>
                <a:lnTo>
                  <a:pt x="2290" y="578"/>
                </a:lnTo>
                <a:lnTo>
                  <a:pt x="2290" y="536"/>
                </a:lnTo>
                <a:lnTo>
                  <a:pt x="2354" y="493"/>
                </a:lnTo>
                <a:lnTo>
                  <a:pt x="2397" y="471"/>
                </a:lnTo>
                <a:lnTo>
                  <a:pt x="2440" y="493"/>
                </a:lnTo>
                <a:lnTo>
                  <a:pt x="2461" y="536"/>
                </a:lnTo>
                <a:lnTo>
                  <a:pt x="2482" y="643"/>
                </a:lnTo>
                <a:lnTo>
                  <a:pt x="2482" y="814"/>
                </a:lnTo>
                <a:lnTo>
                  <a:pt x="2504" y="985"/>
                </a:lnTo>
                <a:lnTo>
                  <a:pt x="2525" y="1156"/>
                </a:lnTo>
                <a:lnTo>
                  <a:pt x="2547" y="1220"/>
                </a:lnTo>
                <a:lnTo>
                  <a:pt x="2568" y="1263"/>
                </a:lnTo>
                <a:lnTo>
                  <a:pt x="2611" y="1306"/>
                </a:lnTo>
                <a:lnTo>
                  <a:pt x="2675" y="1306"/>
                </a:lnTo>
                <a:lnTo>
                  <a:pt x="2739" y="1284"/>
                </a:lnTo>
                <a:lnTo>
                  <a:pt x="2782" y="1220"/>
                </a:lnTo>
                <a:lnTo>
                  <a:pt x="2803" y="1135"/>
                </a:lnTo>
                <a:lnTo>
                  <a:pt x="2803" y="1049"/>
                </a:lnTo>
                <a:lnTo>
                  <a:pt x="2782" y="857"/>
                </a:lnTo>
                <a:lnTo>
                  <a:pt x="2761" y="728"/>
                </a:lnTo>
                <a:lnTo>
                  <a:pt x="2739" y="600"/>
                </a:lnTo>
                <a:lnTo>
                  <a:pt x="2739" y="536"/>
                </a:lnTo>
                <a:lnTo>
                  <a:pt x="2782" y="471"/>
                </a:lnTo>
                <a:lnTo>
                  <a:pt x="2846" y="450"/>
                </a:lnTo>
                <a:close/>
                <a:moveTo>
                  <a:pt x="3402" y="450"/>
                </a:moveTo>
                <a:lnTo>
                  <a:pt x="3467" y="471"/>
                </a:lnTo>
                <a:lnTo>
                  <a:pt x="3509" y="514"/>
                </a:lnTo>
                <a:lnTo>
                  <a:pt x="3531" y="578"/>
                </a:lnTo>
                <a:lnTo>
                  <a:pt x="3531" y="643"/>
                </a:lnTo>
                <a:lnTo>
                  <a:pt x="3509" y="814"/>
                </a:lnTo>
                <a:lnTo>
                  <a:pt x="3488" y="942"/>
                </a:lnTo>
                <a:lnTo>
                  <a:pt x="3488" y="1070"/>
                </a:lnTo>
                <a:lnTo>
                  <a:pt x="3488" y="1242"/>
                </a:lnTo>
                <a:lnTo>
                  <a:pt x="3467" y="1349"/>
                </a:lnTo>
                <a:lnTo>
                  <a:pt x="3445" y="1413"/>
                </a:lnTo>
                <a:lnTo>
                  <a:pt x="3424" y="1434"/>
                </a:lnTo>
                <a:lnTo>
                  <a:pt x="3360" y="1413"/>
                </a:lnTo>
                <a:lnTo>
                  <a:pt x="3338" y="1391"/>
                </a:lnTo>
                <a:lnTo>
                  <a:pt x="3317" y="1327"/>
                </a:lnTo>
                <a:lnTo>
                  <a:pt x="3295" y="1177"/>
                </a:lnTo>
                <a:lnTo>
                  <a:pt x="3295" y="878"/>
                </a:lnTo>
                <a:lnTo>
                  <a:pt x="3274" y="750"/>
                </a:lnTo>
                <a:lnTo>
                  <a:pt x="3253" y="600"/>
                </a:lnTo>
                <a:lnTo>
                  <a:pt x="3253" y="557"/>
                </a:lnTo>
                <a:lnTo>
                  <a:pt x="3274" y="493"/>
                </a:lnTo>
                <a:lnTo>
                  <a:pt x="3338" y="471"/>
                </a:lnTo>
                <a:lnTo>
                  <a:pt x="3402" y="450"/>
                </a:lnTo>
                <a:close/>
                <a:moveTo>
                  <a:pt x="3937" y="1798"/>
                </a:moveTo>
                <a:lnTo>
                  <a:pt x="4023" y="1819"/>
                </a:lnTo>
                <a:lnTo>
                  <a:pt x="4108" y="1841"/>
                </a:lnTo>
                <a:lnTo>
                  <a:pt x="4151" y="1884"/>
                </a:lnTo>
                <a:lnTo>
                  <a:pt x="4194" y="1948"/>
                </a:lnTo>
                <a:lnTo>
                  <a:pt x="4258" y="2076"/>
                </a:lnTo>
                <a:lnTo>
                  <a:pt x="4344" y="2140"/>
                </a:lnTo>
                <a:lnTo>
                  <a:pt x="4429" y="2204"/>
                </a:lnTo>
                <a:lnTo>
                  <a:pt x="4622" y="2311"/>
                </a:lnTo>
                <a:lnTo>
                  <a:pt x="4900" y="2525"/>
                </a:lnTo>
                <a:lnTo>
                  <a:pt x="5071" y="2697"/>
                </a:lnTo>
                <a:lnTo>
                  <a:pt x="5242" y="2868"/>
                </a:lnTo>
                <a:lnTo>
                  <a:pt x="5371" y="3039"/>
                </a:lnTo>
                <a:lnTo>
                  <a:pt x="5414" y="3124"/>
                </a:lnTo>
                <a:lnTo>
                  <a:pt x="5435" y="3189"/>
                </a:lnTo>
                <a:lnTo>
                  <a:pt x="5435" y="3253"/>
                </a:lnTo>
                <a:lnTo>
                  <a:pt x="5392" y="3296"/>
                </a:lnTo>
                <a:lnTo>
                  <a:pt x="5328" y="3338"/>
                </a:lnTo>
                <a:lnTo>
                  <a:pt x="5221" y="3381"/>
                </a:lnTo>
                <a:lnTo>
                  <a:pt x="4922" y="3403"/>
                </a:lnTo>
                <a:lnTo>
                  <a:pt x="4622" y="3424"/>
                </a:lnTo>
                <a:lnTo>
                  <a:pt x="4001" y="3424"/>
                </a:lnTo>
                <a:lnTo>
                  <a:pt x="2782" y="3403"/>
                </a:lnTo>
                <a:lnTo>
                  <a:pt x="1969" y="3403"/>
                </a:lnTo>
                <a:lnTo>
                  <a:pt x="1498" y="3381"/>
                </a:lnTo>
                <a:lnTo>
                  <a:pt x="835" y="3381"/>
                </a:lnTo>
                <a:lnTo>
                  <a:pt x="771" y="3360"/>
                </a:lnTo>
                <a:lnTo>
                  <a:pt x="771" y="3338"/>
                </a:lnTo>
                <a:lnTo>
                  <a:pt x="771" y="3317"/>
                </a:lnTo>
                <a:lnTo>
                  <a:pt x="899" y="3124"/>
                </a:lnTo>
                <a:lnTo>
                  <a:pt x="1027" y="2953"/>
                </a:lnTo>
                <a:lnTo>
                  <a:pt x="1306" y="2568"/>
                </a:lnTo>
                <a:lnTo>
                  <a:pt x="1391" y="2440"/>
                </a:lnTo>
                <a:lnTo>
                  <a:pt x="1477" y="2333"/>
                </a:lnTo>
                <a:lnTo>
                  <a:pt x="1520" y="2247"/>
                </a:lnTo>
                <a:lnTo>
                  <a:pt x="1541" y="2162"/>
                </a:lnTo>
                <a:lnTo>
                  <a:pt x="1584" y="2076"/>
                </a:lnTo>
                <a:lnTo>
                  <a:pt x="1627" y="1991"/>
                </a:lnTo>
                <a:lnTo>
                  <a:pt x="1669" y="1948"/>
                </a:lnTo>
                <a:lnTo>
                  <a:pt x="1755" y="1926"/>
                </a:lnTo>
                <a:lnTo>
                  <a:pt x="1969" y="1905"/>
                </a:lnTo>
                <a:lnTo>
                  <a:pt x="2354" y="1905"/>
                </a:lnTo>
                <a:lnTo>
                  <a:pt x="3274" y="1884"/>
                </a:lnTo>
                <a:lnTo>
                  <a:pt x="3467" y="1841"/>
                </a:lnTo>
                <a:lnTo>
                  <a:pt x="3702" y="1819"/>
                </a:lnTo>
                <a:lnTo>
                  <a:pt x="3937" y="1798"/>
                </a:lnTo>
                <a:close/>
                <a:moveTo>
                  <a:pt x="5242" y="3766"/>
                </a:moveTo>
                <a:lnTo>
                  <a:pt x="5349" y="3788"/>
                </a:lnTo>
                <a:lnTo>
                  <a:pt x="5435" y="3809"/>
                </a:lnTo>
                <a:lnTo>
                  <a:pt x="5521" y="3852"/>
                </a:lnTo>
                <a:lnTo>
                  <a:pt x="5542" y="3916"/>
                </a:lnTo>
                <a:lnTo>
                  <a:pt x="5563" y="4023"/>
                </a:lnTo>
                <a:lnTo>
                  <a:pt x="5585" y="4216"/>
                </a:lnTo>
                <a:lnTo>
                  <a:pt x="5606" y="4408"/>
                </a:lnTo>
                <a:lnTo>
                  <a:pt x="5606" y="4622"/>
                </a:lnTo>
                <a:lnTo>
                  <a:pt x="5585" y="5029"/>
                </a:lnTo>
                <a:lnTo>
                  <a:pt x="5563" y="6098"/>
                </a:lnTo>
                <a:lnTo>
                  <a:pt x="5563" y="6698"/>
                </a:lnTo>
                <a:lnTo>
                  <a:pt x="5563" y="6826"/>
                </a:lnTo>
                <a:lnTo>
                  <a:pt x="5563" y="6912"/>
                </a:lnTo>
                <a:lnTo>
                  <a:pt x="5521" y="6976"/>
                </a:lnTo>
                <a:lnTo>
                  <a:pt x="5414" y="7019"/>
                </a:lnTo>
                <a:lnTo>
                  <a:pt x="5285" y="7040"/>
                </a:lnTo>
                <a:lnTo>
                  <a:pt x="5135" y="7040"/>
                </a:lnTo>
                <a:lnTo>
                  <a:pt x="4836" y="7019"/>
                </a:lnTo>
                <a:lnTo>
                  <a:pt x="4215" y="7061"/>
                </a:lnTo>
                <a:lnTo>
                  <a:pt x="3595" y="7083"/>
                </a:lnTo>
                <a:lnTo>
                  <a:pt x="2996" y="7083"/>
                </a:lnTo>
                <a:lnTo>
                  <a:pt x="2739" y="7104"/>
                </a:lnTo>
                <a:lnTo>
                  <a:pt x="2611" y="7125"/>
                </a:lnTo>
                <a:lnTo>
                  <a:pt x="2482" y="7125"/>
                </a:lnTo>
                <a:lnTo>
                  <a:pt x="2375" y="7104"/>
                </a:lnTo>
                <a:lnTo>
                  <a:pt x="2333" y="7061"/>
                </a:lnTo>
                <a:lnTo>
                  <a:pt x="2311" y="7019"/>
                </a:lnTo>
                <a:lnTo>
                  <a:pt x="2247" y="6933"/>
                </a:lnTo>
                <a:lnTo>
                  <a:pt x="2204" y="6912"/>
                </a:lnTo>
                <a:lnTo>
                  <a:pt x="2161" y="6912"/>
                </a:lnTo>
                <a:lnTo>
                  <a:pt x="2076" y="6933"/>
                </a:lnTo>
                <a:lnTo>
                  <a:pt x="2012" y="6976"/>
                </a:lnTo>
                <a:lnTo>
                  <a:pt x="1947" y="7061"/>
                </a:lnTo>
                <a:lnTo>
                  <a:pt x="1883" y="7125"/>
                </a:lnTo>
                <a:lnTo>
                  <a:pt x="1798" y="7168"/>
                </a:lnTo>
                <a:lnTo>
                  <a:pt x="1734" y="7168"/>
                </a:lnTo>
                <a:lnTo>
                  <a:pt x="1691" y="7147"/>
                </a:lnTo>
                <a:lnTo>
                  <a:pt x="1648" y="7104"/>
                </a:lnTo>
                <a:lnTo>
                  <a:pt x="1627" y="7061"/>
                </a:lnTo>
                <a:lnTo>
                  <a:pt x="1648" y="6976"/>
                </a:lnTo>
                <a:lnTo>
                  <a:pt x="1734" y="6783"/>
                </a:lnTo>
                <a:lnTo>
                  <a:pt x="1819" y="6569"/>
                </a:lnTo>
                <a:lnTo>
                  <a:pt x="1819" y="6484"/>
                </a:lnTo>
                <a:lnTo>
                  <a:pt x="1819" y="6398"/>
                </a:lnTo>
                <a:lnTo>
                  <a:pt x="1776" y="6355"/>
                </a:lnTo>
                <a:lnTo>
                  <a:pt x="1734" y="6334"/>
                </a:lnTo>
                <a:lnTo>
                  <a:pt x="1669" y="6334"/>
                </a:lnTo>
                <a:lnTo>
                  <a:pt x="1584" y="6377"/>
                </a:lnTo>
                <a:lnTo>
                  <a:pt x="1498" y="6462"/>
                </a:lnTo>
                <a:lnTo>
                  <a:pt x="1327" y="6676"/>
                </a:lnTo>
                <a:lnTo>
                  <a:pt x="1241" y="6847"/>
                </a:lnTo>
                <a:lnTo>
                  <a:pt x="1156" y="7040"/>
                </a:lnTo>
                <a:lnTo>
                  <a:pt x="1092" y="7104"/>
                </a:lnTo>
                <a:lnTo>
                  <a:pt x="1049" y="7125"/>
                </a:lnTo>
                <a:lnTo>
                  <a:pt x="1006" y="7147"/>
                </a:lnTo>
                <a:lnTo>
                  <a:pt x="856" y="7147"/>
                </a:lnTo>
                <a:lnTo>
                  <a:pt x="856" y="7125"/>
                </a:lnTo>
                <a:lnTo>
                  <a:pt x="878" y="7061"/>
                </a:lnTo>
                <a:lnTo>
                  <a:pt x="921" y="6997"/>
                </a:lnTo>
                <a:lnTo>
                  <a:pt x="942" y="6869"/>
                </a:lnTo>
                <a:lnTo>
                  <a:pt x="985" y="6740"/>
                </a:lnTo>
                <a:lnTo>
                  <a:pt x="1134" y="6505"/>
                </a:lnTo>
                <a:lnTo>
                  <a:pt x="1220" y="6377"/>
                </a:lnTo>
                <a:lnTo>
                  <a:pt x="1284" y="6248"/>
                </a:lnTo>
                <a:lnTo>
                  <a:pt x="1306" y="6120"/>
                </a:lnTo>
                <a:lnTo>
                  <a:pt x="1327" y="5970"/>
                </a:lnTo>
                <a:lnTo>
                  <a:pt x="1284" y="5842"/>
                </a:lnTo>
                <a:lnTo>
                  <a:pt x="1263" y="5799"/>
                </a:lnTo>
                <a:lnTo>
                  <a:pt x="1241" y="5778"/>
                </a:lnTo>
                <a:lnTo>
                  <a:pt x="1199" y="5778"/>
                </a:lnTo>
                <a:lnTo>
                  <a:pt x="1156" y="5799"/>
                </a:lnTo>
                <a:lnTo>
                  <a:pt x="1092" y="5863"/>
                </a:lnTo>
                <a:lnTo>
                  <a:pt x="921" y="6056"/>
                </a:lnTo>
                <a:lnTo>
                  <a:pt x="835" y="6141"/>
                </a:lnTo>
                <a:lnTo>
                  <a:pt x="792" y="6184"/>
                </a:lnTo>
                <a:lnTo>
                  <a:pt x="728" y="6227"/>
                </a:lnTo>
                <a:lnTo>
                  <a:pt x="707" y="6205"/>
                </a:lnTo>
                <a:lnTo>
                  <a:pt x="707" y="6141"/>
                </a:lnTo>
                <a:lnTo>
                  <a:pt x="707" y="6077"/>
                </a:lnTo>
                <a:lnTo>
                  <a:pt x="728" y="6013"/>
                </a:lnTo>
                <a:lnTo>
                  <a:pt x="792" y="5842"/>
                </a:lnTo>
                <a:lnTo>
                  <a:pt x="942" y="5564"/>
                </a:lnTo>
                <a:lnTo>
                  <a:pt x="1027" y="5350"/>
                </a:lnTo>
                <a:lnTo>
                  <a:pt x="1049" y="5243"/>
                </a:lnTo>
                <a:lnTo>
                  <a:pt x="1049" y="5157"/>
                </a:lnTo>
                <a:lnTo>
                  <a:pt x="1027" y="5072"/>
                </a:lnTo>
                <a:lnTo>
                  <a:pt x="985" y="5029"/>
                </a:lnTo>
                <a:lnTo>
                  <a:pt x="899" y="4986"/>
                </a:lnTo>
                <a:lnTo>
                  <a:pt x="771" y="5007"/>
                </a:lnTo>
                <a:lnTo>
                  <a:pt x="685" y="5029"/>
                </a:lnTo>
                <a:lnTo>
                  <a:pt x="664" y="5050"/>
                </a:lnTo>
                <a:lnTo>
                  <a:pt x="642" y="5029"/>
                </a:lnTo>
                <a:lnTo>
                  <a:pt x="621" y="4922"/>
                </a:lnTo>
                <a:lnTo>
                  <a:pt x="600" y="4772"/>
                </a:lnTo>
                <a:lnTo>
                  <a:pt x="600" y="4601"/>
                </a:lnTo>
                <a:lnTo>
                  <a:pt x="621" y="4301"/>
                </a:lnTo>
                <a:lnTo>
                  <a:pt x="642" y="4173"/>
                </a:lnTo>
                <a:lnTo>
                  <a:pt x="685" y="4045"/>
                </a:lnTo>
                <a:lnTo>
                  <a:pt x="749" y="3916"/>
                </a:lnTo>
                <a:lnTo>
                  <a:pt x="792" y="3873"/>
                </a:lnTo>
                <a:lnTo>
                  <a:pt x="835" y="3852"/>
                </a:lnTo>
                <a:lnTo>
                  <a:pt x="899" y="3831"/>
                </a:lnTo>
                <a:lnTo>
                  <a:pt x="985" y="3831"/>
                </a:lnTo>
                <a:lnTo>
                  <a:pt x="1113" y="3852"/>
                </a:lnTo>
                <a:lnTo>
                  <a:pt x="1798" y="3852"/>
                </a:lnTo>
                <a:lnTo>
                  <a:pt x="3231" y="3831"/>
                </a:lnTo>
                <a:lnTo>
                  <a:pt x="4665" y="3809"/>
                </a:lnTo>
                <a:lnTo>
                  <a:pt x="5114" y="3766"/>
                </a:lnTo>
                <a:close/>
                <a:moveTo>
                  <a:pt x="5349" y="7446"/>
                </a:moveTo>
                <a:lnTo>
                  <a:pt x="5414" y="7468"/>
                </a:lnTo>
                <a:lnTo>
                  <a:pt x="5456" y="7489"/>
                </a:lnTo>
                <a:lnTo>
                  <a:pt x="5499" y="7532"/>
                </a:lnTo>
                <a:lnTo>
                  <a:pt x="5542" y="7618"/>
                </a:lnTo>
                <a:lnTo>
                  <a:pt x="5542" y="7725"/>
                </a:lnTo>
                <a:lnTo>
                  <a:pt x="5499" y="7832"/>
                </a:lnTo>
                <a:lnTo>
                  <a:pt x="5435" y="7960"/>
                </a:lnTo>
                <a:lnTo>
                  <a:pt x="5371" y="8067"/>
                </a:lnTo>
                <a:lnTo>
                  <a:pt x="5285" y="8152"/>
                </a:lnTo>
                <a:lnTo>
                  <a:pt x="5135" y="8259"/>
                </a:lnTo>
                <a:lnTo>
                  <a:pt x="4964" y="8345"/>
                </a:lnTo>
                <a:lnTo>
                  <a:pt x="4793" y="8388"/>
                </a:lnTo>
                <a:lnTo>
                  <a:pt x="4601" y="8409"/>
                </a:lnTo>
                <a:lnTo>
                  <a:pt x="4194" y="8431"/>
                </a:lnTo>
                <a:lnTo>
                  <a:pt x="3830" y="8452"/>
                </a:lnTo>
                <a:lnTo>
                  <a:pt x="3488" y="8473"/>
                </a:lnTo>
                <a:lnTo>
                  <a:pt x="3146" y="8495"/>
                </a:lnTo>
                <a:lnTo>
                  <a:pt x="2504" y="8495"/>
                </a:lnTo>
                <a:lnTo>
                  <a:pt x="2440" y="8473"/>
                </a:lnTo>
                <a:lnTo>
                  <a:pt x="2375" y="8431"/>
                </a:lnTo>
                <a:lnTo>
                  <a:pt x="2333" y="8366"/>
                </a:lnTo>
                <a:lnTo>
                  <a:pt x="2290" y="8324"/>
                </a:lnTo>
                <a:lnTo>
                  <a:pt x="2226" y="8281"/>
                </a:lnTo>
                <a:lnTo>
                  <a:pt x="2161" y="8281"/>
                </a:lnTo>
                <a:lnTo>
                  <a:pt x="2076" y="8302"/>
                </a:lnTo>
                <a:lnTo>
                  <a:pt x="1990" y="8324"/>
                </a:lnTo>
                <a:lnTo>
                  <a:pt x="1905" y="8345"/>
                </a:lnTo>
                <a:lnTo>
                  <a:pt x="1776" y="8324"/>
                </a:lnTo>
                <a:lnTo>
                  <a:pt x="1712" y="8302"/>
                </a:lnTo>
                <a:lnTo>
                  <a:pt x="1669" y="8238"/>
                </a:lnTo>
                <a:lnTo>
                  <a:pt x="1605" y="8131"/>
                </a:lnTo>
                <a:lnTo>
                  <a:pt x="1541" y="8024"/>
                </a:lnTo>
                <a:lnTo>
                  <a:pt x="1498" y="8003"/>
                </a:lnTo>
                <a:lnTo>
                  <a:pt x="1477" y="8003"/>
                </a:lnTo>
                <a:lnTo>
                  <a:pt x="1413" y="8024"/>
                </a:lnTo>
                <a:lnTo>
                  <a:pt x="1306" y="8067"/>
                </a:lnTo>
                <a:lnTo>
                  <a:pt x="1284" y="8110"/>
                </a:lnTo>
                <a:lnTo>
                  <a:pt x="1263" y="8131"/>
                </a:lnTo>
                <a:lnTo>
                  <a:pt x="1220" y="8152"/>
                </a:lnTo>
                <a:lnTo>
                  <a:pt x="1177" y="8131"/>
                </a:lnTo>
                <a:lnTo>
                  <a:pt x="1134" y="8088"/>
                </a:lnTo>
                <a:lnTo>
                  <a:pt x="1134" y="8024"/>
                </a:lnTo>
                <a:lnTo>
                  <a:pt x="1134" y="7917"/>
                </a:lnTo>
                <a:lnTo>
                  <a:pt x="1134" y="7767"/>
                </a:lnTo>
                <a:lnTo>
                  <a:pt x="1156" y="7660"/>
                </a:lnTo>
                <a:lnTo>
                  <a:pt x="1177" y="7639"/>
                </a:lnTo>
                <a:lnTo>
                  <a:pt x="1199" y="7596"/>
                </a:lnTo>
                <a:lnTo>
                  <a:pt x="1263" y="7575"/>
                </a:lnTo>
                <a:lnTo>
                  <a:pt x="1327" y="7553"/>
                </a:lnTo>
                <a:lnTo>
                  <a:pt x="1883" y="7553"/>
                </a:lnTo>
                <a:lnTo>
                  <a:pt x="2076" y="7532"/>
                </a:lnTo>
                <a:lnTo>
                  <a:pt x="2461" y="7511"/>
                </a:lnTo>
                <a:lnTo>
                  <a:pt x="2868" y="7489"/>
                </a:lnTo>
                <a:lnTo>
                  <a:pt x="3638" y="7489"/>
                </a:lnTo>
                <a:lnTo>
                  <a:pt x="4451" y="7468"/>
                </a:lnTo>
                <a:lnTo>
                  <a:pt x="4879" y="7446"/>
                </a:lnTo>
                <a:close/>
                <a:moveTo>
                  <a:pt x="2932" y="1"/>
                </a:moveTo>
                <a:lnTo>
                  <a:pt x="2632" y="22"/>
                </a:lnTo>
                <a:lnTo>
                  <a:pt x="2333" y="43"/>
                </a:lnTo>
                <a:lnTo>
                  <a:pt x="1755" y="108"/>
                </a:lnTo>
                <a:lnTo>
                  <a:pt x="1498" y="129"/>
                </a:lnTo>
                <a:lnTo>
                  <a:pt x="1220" y="129"/>
                </a:lnTo>
                <a:lnTo>
                  <a:pt x="1070" y="150"/>
                </a:lnTo>
                <a:lnTo>
                  <a:pt x="942" y="172"/>
                </a:lnTo>
                <a:lnTo>
                  <a:pt x="814" y="236"/>
                </a:lnTo>
                <a:lnTo>
                  <a:pt x="728" y="300"/>
                </a:lnTo>
                <a:lnTo>
                  <a:pt x="642" y="386"/>
                </a:lnTo>
                <a:lnTo>
                  <a:pt x="600" y="493"/>
                </a:lnTo>
                <a:lnTo>
                  <a:pt x="578" y="621"/>
                </a:lnTo>
                <a:lnTo>
                  <a:pt x="557" y="728"/>
                </a:lnTo>
                <a:lnTo>
                  <a:pt x="557" y="985"/>
                </a:lnTo>
                <a:lnTo>
                  <a:pt x="578" y="1220"/>
                </a:lnTo>
                <a:lnTo>
                  <a:pt x="600" y="1434"/>
                </a:lnTo>
                <a:lnTo>
                  <a:pt x="642" y="1520"/>
                </a:lnTo>
                <a:lnTo>
                  <a:pt x="707" y="1605"/>
                </a:lnTo>
                <a:lnTo>
                  <a:pt x="749" y="1648"/>
                </a:lnTo>
                <a:lnTo>
                  <a:pt x="792" y="1691"/>
                </a:lnTo>
                <a:lnTo>
                  <a:pt x="921" y="1734"/>
                </a:lnTo>
                <a:lnTo>
                  <a:pt x="1027" y="1777"/>
                </a:lnTo>
                <a:lnTo>
                  <a:pt x="1070" y="1798"/>
                </a:lnTo>
                <a:lnTo>
                  <a:pt x="1113" y="1841"/>
                </a:lnTo>
                <a:lnTo>
                  <a:pt x="1113" y="1862"/>
                </a:lnTo>
                <a:lnTo>
                  <a:pt x="1113" y="1905"/>
                </a:lnTo>
                <a:lnTo>
                  <a:pt x="1092" y="2012"/>
                </a:lnTo>
                <a:lnTo>
                  <a:pt x="1006" y="2119"/>
                </a:lnTo>
                <a:lnTo>
                  <a:pt x="899" y="2247"/>
                </a:lnTo>
                <a:lnTo>
                  <a:pt x="685" y="2483"/>
                </a:lnTo>
                <a:lnTo>
                  <a:pt x="514" y="2654"/>
                </a:lnTo>
                <a:lnTo>
                  <a:pt x="364" y="2825"/>
                </a:lnTo>
                <a:lnTo>
                  <a:pt x="236" y="3039"/>
                </a:lnTo>
                <a:lnTo>
                  <a:pt x="129" y="3253"/>
                </a:lnTo>
                <a:lnTo>
                  <a:pt x="65" y="3467"/>
                </a:lnTo>
                <a:lnTo>
                  <a:pt x="22" y="3788"/>
                </a:lnTo>
                <a:lnTo>
                  <a:pt x="0" y="4109"/>
                </a:lnTo>
                <a:lnTo>
                  <a:pt x="0" y="4430"/>
                </a:lnTo>
                <a:lnTo>
                  <a:pt x="0" y="4772"/>
                </a:lnTo>
                <a:lnTo>
                  <a:pt x="65" y="5414"/>
                </a:lnTo>
                <a:lnTo>
                  <a:pt x="150" y="6056"/>
                </a:lnTo>
                <a:lnTo>
                  <a:pt x="193" y="6591"/>
                </a:lnTo>
                <a:lnTo>
                  <a:pt x="236" y="7147"/>
                </a:lnTo>
                <a:lnTo>
                  <a:pt x="236" y="7425"/>
                </a:lnTo>
                <a:lnTo>
                  <a:pt x="214" y="7725"/>
                </a:lnTo>
                <a:lnTo>
                  <a:pt x="214" y="7874"/>
                </a:lnTo>
                <a:lnTo>
                  <a:pt x="236" y="8024"/>
                </a:lnTo>
                <a:lnTo>
                  <a:pt x="279" y="8152"/>
                </a:lnTo>
                <a:lnTo>
                  <a:pt x="364" y="8281"/>
                </a:lnTo>
                <a:lnTo>
                  <a:pt x="428" y="8388"/>
                </a:lnTo>
                <a:lnTo>
                  <a:pt x="514" y="8473"/>
                </a:lnTo>
                <a:lnTo>
                  <a:pt x="728" y="8645"/>
                </a:lnTo>
                <a:lnTo>
                  <a:pt x="963" y="8794"/>
                </a:lnTo>
                <a:lnTo>
                  <a:pt x="1199" y="8880"/>
                </a:lnTo>
                <a:lnTo>
                  <a:pt x="1327" y="8901"/>
                </a:lnTo>
                <a:lnTo>
                  <a:pt x="1477" y="8923"/>
                </a:lnTo>
                <a:lnTo>
                  <a:pt x="1798" y="8923"/>
                </a:lnTo>
                <a:lnTo>
                  <a:pt x="2418" y="8859"/>
                </a:lnTo>
                <a:lnTo>
                  <a:pt x="3103" y="8816"/>
                </a:lnTo>
                <a:lnTo>
                  <a:pt x="3788" y="8816"/>
                </a:lnTo>
                <a:lnTo>
                  <a:pt x="4494" y="8794"/>
                </a:lnTo>
                <a:lnTo>
                  <a:pt x="5178" y="8752"/>
                </a:lnTo>
                <a:lnTo>
                  <a:pt x="5328" y="8730"/>
                </a:lnTo>
                <a:lnTo>
                  <a:pt x="5435" y="8709"/>
                </a:lnTo>
                <a:lnTo>
                  <a:pt x="5521" y="8666"/>
                </a:lnTo>
                <a:lnTo>
                  <a:pt x="5628" y="8580"/>
                </a:lnTo>
                <a:lnTo>
                  <a:pt x="5799" y="8388"/>
                </a:lnTo>
                <a:lnTo>
                  <a:pt x="5906" y="8281"/>
                </a:lnTo>
                <a:lnTo>
                  <a:pt x="5970" y="8174"/>
                </a:lnTo>
                <a:lnTo>
                  <a:pt x="6013" y="8024"/>
                </a:lnTo>
                <a:lnTo>
                  <a:pt x="6034" y="7874"/>
                </a:lnTo>
                <a:lnTo>
                  <a:pt x="6055" y="7682"/>
                </a:lnTo>
                <a:lnTo>
                  <a:pt x="6055" y="7511"/>
                </a:lnTo>
                <a:lnTo>
                  <a:pt x="6034" y="7147"/>
                </a:lnTo>
                <a:lnTo>
                  <a:pt x="6013" y="6805"/>
                </a:lnTo>
                <a:lnTo>
                  <a:pt x="6013" y="5285"/>
                </a:lnTo>
                <a:lnTo>
                  <a:pt x="5991" y="4515"/>
                </a:lnTo>
                <a:lnTo>
                  <a:pt x="5948" y="3766"/>
                </a:lnTo>
                <a:lnTo>
                  <a:pt x="5927" y="3445"/>
                </a:lnTo>
                <a:lnTo>
                  <a:pt x="5863" y="3167"/>
                </a:lnTo>
                <a:lnTo>
                  <a:pt x="5820" y="3018"/>
                </a:lnTo>
                <a:lnTo>
                  <a:pt x="5777" y="2889"/>
                </a:lnTo>
                <a:lnTo>
                  <a:pt x="5713" y="2739"/>
                </a:lnTo>
                <a:lnTo>
                  <a:pt x="5628" y="2611"/>
                </a:lnTo>
                <a:lnTo>
                  <a:pt x="5521" y="2483"/>
                </a:lnTo>
                <a:lnTo>
                  <a:pt x="5414" y="2376"/>
                </a:lnTo>
                <a:lnTo>
                  <a:pt x="5307" y="2269"/>
                </a:lnTo>
                <a:lnTo>
                  <a:pt x="5178" y="2183"/>
                </a:lnTo>
                <a:lnTo>
                  <a:pt x="4879" y="1991"/>
                </a:lnTo>
                <a:lnTo>
                  <a:pt x="4729" y="1884"/>
                </a:lnTo>
                <a:lnTo>
                  <a:pt x="4665" y="1819"/>
                </a:lnTo>
                <a:lnTo>
                  <a:pt x="4643" y="1777"/>
                </a:lnTo>
                <a:lnTo>
                  <a:pt x="4686" y="1755"/>
                </a:lnTo>
                <a:lnTo>
                  <a:pt x="4793" y="1734"/>
                </a:lnTo>
                <a:lnTo>
                  <a:pt x="4964" y="1648"/>
                </a:lnTo>
                <a:lnTo>
                  <a:pt x="5007" y="1584"/>
                </a:lnTo>
                <a:lnTo>
                  <a:pt x="5007" y="1498"/>
                </a:lnTo>
                <a:lnTo>
                  <a:pt x="5028" y="1349"/>
                </a:lnTo>
                <a:lnTo>
                  <a:pt x="5071" y="1070"/>
                </a:lnTo>
                <a:lnTo>
                  <a:pt x="5135" y="750"/>
                </a:lnTo>
                <a:lnTo>
                  <a:pt x="5157" y="600"/>
                </a:lnTo>
                <a:lnTo>
                  <a:pt x="5157" y="450"/>
                </a:lnTo>
                <a:lnTo>
                  <a:pt x="5135" y="322"/>
                </a:lnTo>
                <a:lnTo>
                  <a:pt x="5071" y="193"/>
                </a:lnTo>
                <a:lnTo>
                  <a:pt x="5007" y="108"/>
                </a:lnTo>
                <a:lnTo>
                  <a:pt x="4879" y="43"/>
                </a:lnTo>
                <a:lnTo>
                  <a:pt x="4750" y="1"/>
                </a:lnTo>
                <a:lnTo>
                  <a:pt x="4301" y="1"/>
                </a:lnTo>
                <a:lnTo>
                  <a:pt x="4066" y="22"/>
                </a:lnTo>
                <a:lnTo>
                  <a:pt x="2932" y="1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28"/>
          <p:cNvSpPr/>
          <p:nvPr/>
        </p:nvSpPr>
        <p:spPr>
          <a:xfrm>
            <a:off x="3202742" y="883950"/>
            <a:ext cx="487003" cy="470310"/>
          </a:xfrm>
          <a:custGeom>
            <a:rect b="b" l="l" r="r" t="t"/>
            <a:pathLst>
              <a:path extrusionOk="0" h="9907" w="7725">
                <a:moveTo>
                  <a:pt x="7703" y="7681"/>
                </a:moveTo>
                <a:lnTo>
                  <a:pt x="7703" y="7681"/>
                </a:lnTo>
                <a:lnTo>
                  <a:pt x="7661" y="7595"/>
                </a:lnTo>
                <a:lnTo>
                  <a:pt x="7596" y="7531"/>
                </a:lnTo>
                <a:lnTo>
                  <a:pt x="7382" y="7382"/>
                </a:lnTo>
                <a:lnTo>
                  <a:pt x="6997" y="7168"/>
                </a:lnTo>
                <a:lnTo>
                  <a:pt x="6997" y="7168"/>
                </a:lnTo>
                <a:lnTo>
                  <a:pt x="6634" y="6954"/>
                </a:lnTo>
                <a:lnTo>
                  <a:pt x="6291" y="6718"/>
                </a:lnTo>
                <a:lnTo>
                  <a:pt x="6291" y="6718"/>
                </a:lnTo>
                <a:lnTo>
                  <a:pt x="6099" y="6568"/>
                </a:lnTo>
                <a:lnTo>
                  <a:pt x="5863" y="6462"/>
                </a:lnTo>
                <a:lnTo>
                  <a:pt x="5393" y="6269"/>
                </a:lnTo>
                <a:lnTo>
                  <a:pt x="5393" y="6269"/>
                </a:lnTo>
                <a:lnTo>
                  <a:pt x="5221" y="6183"/>
                </a:lnTo>
                <a:lnTo>
                  <a:pt x="5093" y="6098"/>
                </a:lnTo>
                <a:lnTo>
                  <a:pt x="4965" y="5969"/>
                </a:lnTo>
                <a:lnTo>
                  <a:pt x="4879" y="5841"/>
                </a:lnTo>
                <a:lnTo>
                  <a:pt x="4794" y="5691"/>
                </a:lnTo>
                <a:lnTo>
                  <a:pt x="4772" y="5520"/>
                </a:lnTo>
                <a:lnTo>
                  <a:pt x="4772" y="5349"/>
                </a:lnTo>
                <a:lnTo>
                  <a:pt x="4815" y="5156"/>
                </a:lnTo>
                <a:lnTo>
                  <a:pt x="4815" y="5156"/>
                </a:lnTo>
                <a:lnTo>
                  <a:pt x="4922" y="4964"/>
                </a:lnTo>
                <a:lnTo>
                  <a:pt x="5050" y="4771"/>
                </a:lnTo>
                <a:lnTo>
                  <a:pt x="5179" y="4579"/>
                </a:lnTo>
                <a:lnTo>
                  <a:pt x="5307" y="4386"/>
                </a:lnTo>
                <a:lnTo>
                  <a:pt x="5307" y="4386"/>
                </a:lnTo>
                <a:lnTo>
                  <a:pt x="5542" y="3980"/>
                </a:lnTo>
                <a:lnTo>
                  <a:pt x="5756" y="3573"/>
                </a:lnTo>
                <a:lnTo>
                  <a:pt x="5756" y="3573"/>
                </a:lnTo>
                <a:lnTo>
                  <a:pt x="5799" y="3445"/>
                </a:lnTo>
                <a:lnTo>
                  <a:pt x="5863" y="3359"/>
                </a:lnTo>
                <a:lnTo>
                  <a:pt x="5970" y="3295"/>
                </a:lnTo>
                <a:lnTo>
                  <a:pt x="6099" y="3274"/>
                </a:lnTo>
                <a:lnTo>
                  <a:pt x="6099" y="3274"/>
                </a:lnTo>
                <a:lnTo>
                  <a:pt x="6227" y="3252"/>
                </a:lnTo>
                <a:lnTo>
                  <a:pt x="6334" y="3209"/>
                </a:lnTo>
                <a:lnTo>
                  <a:pt x="6420" y="3145"/>
                </a:lnTo>
                <a:lnTo>
                  <a:pt x="6505" y="3038"/>
                </a:lnTo>
                <a:lnTo>
                  <a:pt x="6505" y="3038"/>
                </a:lnTo>
                <a:lnTo>
                  <a:pt x="6569" y="2846"/>
                </a:lnTo>
                <a:lnTo>
                  <a:pt x="6655" y="2610"/>
                </a:lnTo>
                <a:lnTo>
                  <a:pt x="6698" y="2375"/>
                </a:lnTo>
                <a:lnTo>
                  <a:pt x="6698" y="2268"/>
                </a:lnTo>
                <a:lnTo>
                  <a:pt x="6698" y="2161"/>
                </a:lnTo>
                <a:lnTo>
                  <a:pt x="6698" y="2161"/>
                </a:lnTo>
                <a:lnTo>
                  <a:pt x="6676" y="2097"/>
                </a:lnTo>
                <a:lnTo>
                  <a:pt x="6634" y="2011"/>
                </a:lnTo>
                <a:lnTo>
                  <a:pt x="6591" y="1947"/>
                </a:lnTo>
                <a:lnTo>
                  <a:pt x="6569" y="1883"/>
                </a:lnTo>
                <a:lnTo>
                  <a:pt x="6569" y="1883"/>
                </a:lnTo>
                <a:lnTo>
                  <a:pt x="6591" y="1776"/>
                </a:lnTo>
                <a:lnTo>
                  <a:pt x="6634" y="1690"/>
                </a:lnTo>
                <a:lnTo>
                  <a:pt x="6741" y="1498"/>
                </a:lnTo>
                <a:lnTo>
                  <a:pt x="6741" y="1498"/>
                </a:lnTo>
                <a:lnTo>
                  <a:pt x="6869" y="1155"/>
                </a:lnTo>
                <a:lnTo>
                  <a:pt x="6933" y="963"/>
                </a:lnTo>
                <a:lnTo>
                  <a:pt x="6955" y="770"/>
                </a:lnTo>
                <a:lnTo>
                  <a:pt x="6976" y="578"/>
                </a:lnTo>
                <a:lnTo>
                  <a:pt x="6933" y="407"/>
                </a:lnTo>
                <a:lnTo>
                  <a:pt x="6912" y="321"/>
                </a:lnTo>
                <a:lnTo>
                  <a:pt x="6869" y="257"/>
                </a:lnTo>
                <a:lnTo>
                  <a:pt x="6805" y="193"/>
                </a:lnTo>
                <a:lnTo>
                  <a:pt x="6719" y="128"/>
                </a:lnTo>
                <a:lnTo>
                  <a:pt x="6719" y="128"/>
                </a:lnTo>
                <a:lnTo>
                  <a:pt x="6527" y="43"/>
                </a:lnTo>
                <a:lnTo>
                  <a:pt x="6334" y="21"/>
                </a:lnTo>
                <a:lnTo>
                  <a:pt x="6163" y="0"/>
                </a:lnTo>
                <a:lnTo>
                  <a:pt x="5970" y="21"/>
                </a:lnTo>
                <a:lnTo>
                  <a:pt x="5607" y="64"/>
                </a:lnTo>
                <a:lnTo>
                  <a:pt x="5435" y="64"/>
                </a:lnTo>
                <a:lnTo>
                  <a:pt x="5243" y="43"/>
                </a:lnTo>
                <a:lnTo>
                  <a:pt x="5243" y="43"/>
                </a:lnTo>
                <a:lnTo>
                  <a:pt x="5029" y="21"/>
                </a:lnTo>
                <a:lnTo>
                  <a:pt x="4815" y="0"/>
                </a:lnTo>
                <a:lnTo>
                  <a:pt x="4387" y="0"/>
                </a:lnTo>
                <a:lnTo>
                  <a:pt x="3959" y="43"/>
                </a:lnTo>
                <a:lnTo>
                  <a:pt x="3531" y="128"/>
                </a:lnTo>
                <a:lnTo>
                  <a:pt x="3531" y="128"/>
                </a:lnTo>
                <a:lnTo>
                  <a:pt x="3103" y="214"/>
                </a:lnTo>
                <a:lnTo>
                  <a:pt x="2889" y="278"/>
                </a:lnTo>
                <a:lnTo>
                  <a:pt x="2697" y="364"/>
                </a:lnTo>
                <a:lnTo>
                  <a:pt x="2697" y="364"/>
                </a:lnTo>
                <a:lnTo>
                  <a:pt x="2526" y="449"/>
                </a:lnTo>
                <a:lnTo>
                  <a:pt x="2376" y="535"/>
                </a:lnTo>
                <a:lnTo>
                  <a:pt x="2226" y="642"/>
                </a:lnTo>
                <a:lnTo>
                  <a:pt x="2076" y="727"/>
                </a:lnTo>
                <a:lnTo>
                  <a:pt x="2076" y="727"/>
                </a:lnTo>
                <a:lnTo>
                  <a:pt x="1991" y="749"/>
                </a:lnTo>
                <a:lnTo>
                  <a:pt x="1905" y="770"/>
                </a:lnTo>
                <a:lnTo>
                  <a:pt x="1691" y="749"/>
                </a:lnTo>
                <a:lnTo>
                  <a:pt x="1456" y="727"/>
                </a:lnTo>
                <a:lnTo>
                  <a:pt x="1349" y="727"/>
                </a:lnTo>
                <a:lnTo>
                  <a:pt x="1263" y="727"/>
                </a:lnTo>
                <a:lnTo>
                  <a:pt x="1263" y="727"/>
                </a:lnTo>
                <a:lnTo>
                  <a:pt x="1071" y="770"/>
                </a:lnTo>
                <a:lnTo>
                  <a:pt x="878" y="834"/>
                </a:lnTo>
                <a:lnTo>
                  <a:pt x="514" y="1006"/>
                </a:lnTo>
                <a:lnTo>
                  <a:pt x="514" y="1006"/>
                </a:lnTo>
                <a:lnTo>
                  <a:pt x="343" y="1113"/>
                </a:lnTo>
                <a:lnTo>
                  <a:pt x="215" y="1241"/>
                </a:lnTo>
                <a:lnTo>
                  <a:pt x="108" y="1412"/>
                </a:lnTo>
                <a:lnTo>
                  <a:pt x="44" y="1583"/>
                </a:lnTo>
                <a:lnTo>
                  <a:pt x="1" y="1754"/>
                </a:lnTo>
                <a:lnTo>
                  <a:pt x="1" y="1947"/>
                </a:lnTo>
                <a:lnTo>
                  <a:pt x="44" y="2161"/>
                </a:lnTo>
                <a:lnTo>
                  <a:pt x="108" y="2354"/>
                </a:lnTo>
                <a:lnTo>
                  <a:pt x="108" y="2354"/>
                </a:lnTo>
                <a:lnTo>
                  <a:pt x="193" y="2546"/>
                </a:lnTo>
                <a:lnTo>
                  <a:pt x="322" y="2717"/>
                </a:lnTo>
                <a:lnTo>
                  <a:pt x="450" y="2888"/>
                </a:lnTo>
                <a:lnTo>
                  <a:pt x="600" y="3060"/>
                </a:lnTo>
                <a:lnTo>
                  <a:pt x="600" y="3060"/>
                </a:lnTo>
                <a:lnTo>
                  <a:pt x="728" y="3167"/>
                </a:lnTo>
                <a:lnTo>
                  <a:pt x="835" y="3274"/>
                </a:lnTo>
                <a:lnTo>
                  <a:pt x="835" y="3274"/>
                </a:lnTo>
                <a:lnTo>
                  <a:pt x="921" y="3402"/>
                </a:lnTo>
                <a:lnTo>
                  <a:pt x="964" y="3466"/>
                </a:lnTo>
                <a:lnTo>
                  <a:pt x="1028" y="3530"/>
                </a:lnTo>
                <a:lnTo>
                  <a:pt x="1028" y="3530"/>
                </a:lnTo>
                <a:lnTo>
                  <a:pt x="1178" y="3637"/>
                </a:lnTo>
                <a:lnTo>
                  <a:pt x="1349" y="3723"/>
                </a:lnTo>
                <a:lnTo>
                  <a:pt x="1648" y="3915"/>
                </a:lnTo>
                <a:lnTo>
                  <a:pt x="1648" y="3915"/>
                </a:lnTo>
                <a:lnTo>
                  <a:pt x="1798" y="4044"/>
                </a:lnTo>
                <a:lnTo>
                  <a:pt x="1905" y="4194"/>
                </a:lnTo>
                <a:lnTo>
                  <a:pt x="2098" y="4536"/>
                </a:lnTo>
                <a:lnTo>
                  <a:pt x="2098" y="4536"/>
                </a:lnTo>
                <a:lnTo>
                  <a:pt x="2333" y="4857"/>
                </a:lnTo>
                <a:lnTo>
                  <a:pt x="2568" y="5178"/>
                </a:lnTo>
                <a:lnTo>
                  <a:pt x="2782" y="5499"/>
                </a:lnTo>
                <a:lnTo>
                  <a:pt x="2889" y="5691"/>
                </a:lnTo>
                <a:lnTo>
                  <a:pt x="2954" y="5862"/>
                </a:lnTo>
                <a:lnTo>
                  <a:pt x="2954" y="5862"/>
                </a:lnTo>
                <a:lnTo>
                  <a:pt x="2996" y="5991"/>
                </a:lnTo>
                <a:lnTo>
                  <a:pt x="2996" y="6076"/>
                </a:lnTo>
                <a:lnTo>
                  <a:pt x="2996" y="6162"/>
                </a:lnTo>
                <a:lnTo>
                  <a:pt x="2975" y="6226"/>
                </a:lnTo>
                <a:lnTo>
                  <a:pt x="2932" y="6312"/>
                </a:lnTo>
                <a:lnTo>
                  <a:pt x="2889" y="6376"/>
                </a:lnTo>
                <a:lnTo>
                  <a:pt x="2718" y="6504"/>
                </a:lnTo>
                <a:lnTo>
                  <a:pt x="2718" y="6504"/>
                </a:lnTo>
                <a:lnTo>
                  <a:pt x="2397" y="6697"/>
                </a:lnTo>
                <a:lnTo>
                  <a:pt x="2226" y="6804"/>
                </a:lnTo>
                <a:lnTo>
                  <a:pt x="2076" y="6911"/>
                </a:lnTo>
                <a:lnTo>
                  <a:pt x="2076" y="6911"/>
                </a:lnTo>
                <a:lnTo>
                  <a:pt x="1905" y="7018"/>
                </a:lnTo>
                <a:lnTo>
                  <a:pt x="1755" y="7125"/>
                </a:lnTo>
                <a:lnTo>
                  <a:pt x="1392" y="7317"/>
                </a:lnTo>
                <a:lnTo>
                  <a:pt x="1392" y="7317"/>
                </a:lnTo>
                <a:lnTo>
                  <a:pt x="1071" y="7489"/>
                </a:lnTo>
                <a:lnTo>
                  <a:pt x="900" y="7595"/>
                </a:lnTo>
                <a:lnTo>
                  <a:pt x="771" y="7702"/>
                </a:lnTo>
                <a:lnTo>
                  <a:pt x="771" y="7702"/>
                </a:lnTo>
                <a:lnTo>
                  <a:pt x="728" y="7788"/>
                </a:lnTo>
                <a:lnTo>
                  <a:pt x="707" y="7852"/>
                </a:lnTo>
                <a:lnTo>
                  <a:pt x="686" y="7938"/>
                </a:lnTo>
                <a:lnTo>
                  <a:pt x="686" y="8045"/>
                </a:lnTo>
                <a:lnTo>
                  <a:pt x="728" y="8216"/>
                </a:lnTo>
                <a:lnTo>
                  <a:pt x="750" y="8302"/>
                </a:lnTo>
                <a:lnTo>
                  <a:pt x="793" y="8366"/>
                </a:lnTo>
                <a:lnTo>
                  <a:pt x="793" y="8366"/>
                </a:lnTo>
                <a:lnTo>
                  <a:pt x="900" y="8473"/>
                </a:lnTo>
                <a:lnTo>
                  <a:pt x="942" y="8494"/>
                </a:lnTo>
                <a:lnTo>
                  <a:pt x="985" y="8494"/>
                </a:lnTo>
                <a:lnTo>
                  <a:pt x="1028" y="8473"/>
                </a:lnTo>
                <a:lnTo>
                  <a:pt x="1071" y="8451"/>
                </a:lnTo>
                <a:lnTo>
                  <a:pt x="1092" y="8387"/>
                </a:lnTo>
                <a:lnTo>
                  <a:pt x="1113" y="8323"/>
                </a:lnTo>
                <a:lnTo>
                  <a:pt x="1113" y="8323"/>
                </a:lnTo>
                <a:lnTo>
                  <a:pt x="1049" y="8259"/>
                </a:lnTo>
                <a:lnTo>
                  <a:pt x="1028" y="8216"/>
                </a:lnTo>
                <a:lnTo>
                  <a:pt x="1028" y="8173"/>
                </a:lnTo>
                <a:lnTo>
                  <a:pt x="1028" y="8173"/>
                </a:lnTo>
                <a:lnTo>
                  <a:pt x="1135" y="8302"/>
                </a:lnTo>
                <a:lnTo>
                  <a:pt x="1178" y="8323"/>
                </a:lnTo>
                <a:lnTo>
                  <a:pt x="1220" y="8344"/>
                </a:lnTo>
                <a:lnTo>
                  <a:pt x="1349" y="8344"/>
                </a:lnTo>
                <a:lnTo>
                  <a:pt x="1477" y="8323"/>
                </a:lnTo>
                <a:lnTo>
                  <a:pt x="1477" y="8323"/>
                </a:lnTo>
                <a:lnTo>
                  <a:pt x="1627" y="8280"/>
                </a:lnTo>
                <a:lnTo>
                  <a:pt x="1627" y="8259"/>
                </a:lnTo>
                <a:lnTo>
                  <a:pt x="1627" y="8152"/>
                </a:lnTo>
                <a:lnTo>
                  <a:pt x="1627" y="8152"/>
                </a:lnTo>
                <a:lnTo>
                  <a:pt x="1584" y="8088"/>
                </a:lnTo>
                <a:lnTo>
                  <a:pt x="1520" y="7981"/>
                </a:lnTo>
                <a:lnTo>
                  <a:pt x="1456" y="7895"/>
                </a:lnTo>
                <a:lnTo>
                  <a:pt x="1456" y="7852"/>
                </a:lnTo>
                <a:lnTo>
                  <a:pt x="1477" y="7831"/>
                </a:lnTo>
                <a:lnTo>
                  <a:pt x="1477" y="7831"/>
                </a:lnTo>
                <a:lnTo>
                  <a:pt x="1499" y="7831"/>
                </a:lnTo>
                <a:lnTo>
                  <a:pt x="1520" y="7852"/>
                </a:lnTo>
                <a:lnTo>
                  <a:pt x="1606" y="7938"/>
                </a:lnTo>
                <a:lnTo>
                  <a:pt x="1691" y="8045"/>
                </a:lnTo>
                <a:lnTo>
                  <a:pt x="1734" y="8066"/>
                </a:lnTo>
                <a:lnTo>
                  <a:pt x="1755" y="8066"/>
                </a:lnTo>
                <a:lnTo>
                  <a:pt x="1755" y="8066"/>
                </a:lnTo>
                <a:lnTo>
                  <a:pt x="1798" y="8045"/>
                </a:lnTo>
                <a:lnTo>
                  <a:pt x="1820" y="8002"/>
                </a:lnTo>
                <a:lnTo>
                  <a:pt x="1798" y="7916"/>
                </a:lnTo>
                <a:lnTo>
                  <a:pt x="1777" y="7809"/>
                </a:lnTo>
                <a:lnTo>
                  <a:pt x="1755" y="7767"/>
                </a:lnTo>
                <a:lnTo>
                  <a:pt x="1777" y="7724"/>
                </a:lnTo>
                <a:lnTo>
                  <a:pt x="1777" y="7724"/>
                </a:lnTo>
                <a:lnTo>
                  <a:pt x="1777" y="7745"/>
                </a:lnTo>
                <a:lnTo>
                  <a:pt x="1798" y="7767"/>
                </a:lnTo>
                <a:lnTo>
                  <a:pt x="1862" y="7809"/>
                </a:lnTo>
                <a:lnTo>
                  <a:pt x="2012" y="7852"/>
                </a:lnTo>
                <a:lnTo>
                  <a:pt x="2012" y="7852"/>
                </a:lnTo>
                <a:lnTo>
                  <a:pt x="2034" y="7852"/>
                </a:lnTo>
                <a:lnTo>
                  <a:pt x="2055" y="7831"/>
                </a:lnTo>
                <a:lnTo>
                  <a:pt x="2076" y="7831"/>
                </a:lnTo>
                <a:lnTo>
                  <a:pt x="2119" y="7852"/>
                </a:lnTo>
                <a:lnTo>
                  <a:pt x="2119" y="7852"/>
                </a:lnTo>
                <a:lnTo>
                  <a:pt x="2162" y="7916"/>
                </a:lnTo>
                <a:lnTo>
                  <a:pt x="2205" y="8002"/>
                </a:lnTo>
                <a:lnTo>
                  <a:pt x="2205" y="8002"/>
                </a:lnTo>
                <a:lnTo>
                  <a:pt x="2312" y="8152"/>
                </a:lnTo>
                <a:lnTo>
                  <a:pt x="2354" y="8259"/>
                </a:lnTo>
                <a:lnTo>
                  <a:pt x="2397" y="8323"/>
                </a:lnTo>
                <a:lnTo>
                  <a:pt x="2397" y="8323"/>
                </a:lnTo>
                <a:lnTo>
                  <a:pt x="2397" y="8387"/>
                </a:lnTo>
                <a:lnTo>
                  <a:pt x="2397" y="8430"/>
                </a:lnTo>
                <a:lnTo>
                  <a:pt x="2333" y="8516"/>
                </a:lnTo>
                <a:lnTo>
                  <a:pt x="2269" y="8622"/>
                </a:lnTo>
                <a:lnTo>
                  <a:pt x="2226" y="8729"/>
                </a:lnTo>
                <a:lnTo>
                  <a:pt x="2226" y="8729"/>
                </a:lnTo>
                <a:lnTo>
                  <a:pt x="2247" y="8836"/>
                </a:lnTo>
                <a:lnTo>
                  <a:pt x="2290" y="8922"/>
                </a:lnTo>
                <a:lnTo>
                  <a:pt x="2354" y="9029"/>
                </a:lnTo>
                <a:lnTo>
                  <a:pt x="2440" y="9115"/>
                </a:lnTo>
                <a:lnTo>
                  <a:pt x="2654" y="9286"/>
                </a:lnTo>
                <a:lnTo>
                  <a:pt x="2825" y="9414"/>
                </a:lnTo>
                <a:lnTo>
                  <a:pt x="2825" y="9414"/>
                </a:lnTo>
                <a:lnTo>
                  <a:pt x="2975" y="9564"/>
                </a:lnTo>
                <a:lnTo>
                  <a:pt x="3210" y="9735"/>
                </a:lnTo>
                <a:lnTo>
                  <a:pt x="3317" y="9821"/>
                </a:lnTo>
                <a:lnTo>
                  <a:pt x="3446" y="9885"/>
                </a:lnTo>
                <a:lnTo>
                  <a:pt x="3531" y="9906"/>
                </a:lnTo>
                <a:lnTo>
                  <a:pt x="3595" y="9906"/>
                </a:lnTo>
                <a:lnTo>
                  <a:pt x="3638" y="9885"/>
                </a:lnTo>
                <a:lnTo>
                  <a:pt x="3638" y="9885"/>
                </a:lnTo>
                <a:lnTo>
                  <a:pt x="3681" y="9842"/>
                </a:lnTo>
                <a:lnTo>
                  <a:pt x="3681" y="9778"/>
                </a:lnTo>
                <a:lnTo>
                  <a:pt x="3660" y="9692"/>
                </a:lnTo>
                <a:lnTo>
                  <a:pt x="3595" y="9628"/>
                </a:lnTo>
                <a:lnTo>
                  <a:pt x="3446" y="9500"/>
                </a:lnTo>
                <a:lnTo>
                  <a:pt x="3317" y="9414"/>
                </a:lnTo>
                <a:lnTo>
                  <a:pt x="3317" y="9414"/>
                </a:lnTo>
                <a:lnTo>
                  <a:pt x="2996" y="9136"/>
                </a:lnTo>
                <a:lnTo>
                  <a:pt x="2847" y="8986"/>
                </a:lnTo>
                <a:lnTo>
                  <a:pt x="2697" y="8836"/>
                </a:lnTo>
                <a:lnTo>
                  <a:pt x="2697" y="8836"/>
                </a:lnTo>
                <a:lnTo>
                  <a:pt x="2633" y="8751"/>
                </a:lnTo>
                <a:lnTo>
                  <a:pt x="2611" y="8687"/>
                </a:lnTo>
                <a:lnTo>
                  <a:pt x="2611" y="8622"/>
                </a:lnTo>
                <a:lnTo>
                  <a:pt x="2633" y="8558"/>
                </a:lnTo>
                <a:lnTo>
                  <a:pt x="2718" y="8409"/>
                </a:lnTo>
                <a:lnTo>
                  <a:pt x="2825" y="8259"/>
                </a:lnTo>
                <a:lnTo>
                  <a:pt x="2825" y="8259"/>
                </a:lnTo>
                <a:lnTo>
                  <a:pt x="2911" y="8130"/>
                </a:lnTo>
                <a:lnTo>
                  <a:pt x="2932" y="8066"/>
                </a:lnTo>
                <a:lnTo>
                  <a:pt x="2954" y="8002"/>
                </a:lnTo>
                <a:lnTo>
                  <a:pt x="2954" y="7959"/>
                </a:lnTo>
                <a:lnTo>
                  <a:pt x="2911" y="7916"/>
                </a:lnTo>
                <a:lnTo>
                  <a:pt x="2868" y="7874"/>
                </a:lnTo>
                <a:lnTo>
                  <a:pt x="2761" y="7852"/>
                </a:lnTo>
                <a:lnTo>
                  <a:pt x="2761" y="7852"/>
                </a:lnTo>
                <a:lnTo>
                  <a:pt x="2675" y="7852"/>
                </a:lnTo>
                <a:lnTo>
                  <a:pt x="2611" y="7874"/>
                </a:lnTo>
                <a:lnTo>
                  <a:pt x="2547" y="7852"/>
                </a:lnTo>
                <a:lnTo>
                  <a:pt x="2483" y="7767"/>
                </a:lnTo>
                <a:lnTo>
                  <a:pt x="2483" y="7767"/>
                </a:lnTo>
                <a:lnTo>
                  <a:pt x="2440" y="7681"/>
                </a:lnTo>
                <a:lnTo>
                  <a:pt x="2376" y="7553"/>
                </a:lnTo>
                <a:lnTo>
                  <a:pt x="2290" y="7339"/>
                </a:lnTo>
                <a:lnTo>
                  <a:pt x="2290" y="7339"/>
                </a:lnTo>
                <a:lnTo>
                  <a:pt x="2269" y="7232"/>
                </a:lnTo>
                <a:lnTo>
                  <a:pt x="2269" y="7146"/>
                </a:lnTo>
                <a:lnTo>
                  <a:pt x="2290" y="7082"/>
                </a:lnTo>
                <a:lnTo>
                  <a:pt x="2354" y="7018"/>
                </a:lnTo>
                <a:lnTo>
                  <a:pt x="2483" y="6932"/>
                </a:lnTo>
                <a:lnTo>
                  <a:pt x="2654" y="6825"/>
                </a:lnTo>
                <a:lnTo>
                  <a:pt x="2654" y="6825"/>
                </a:lnTo>
                <a:lnTo>
                  <a:pt x="2804" y="6718"/>
                </a:lnTo>
                <a:lnTo>
                  <a:pt x="2932" y="6611"/>
                </a:lnTo>
                <a:lnTo>
                  <a:pt x="2996" y="6568"/>
                </a:lnTo>
                <a:lnTo>
                  <a:pt x="3039" y="6590"/>
                </a:lnTo>
                <a:lnTo>
                  <a:pt x="3082" y="6633"/>
                </a:lnTo>
                <a:lnTo>
                  <a:pt x="3103" y="6718"/>
                </a:lnTo>
                <a:lnTo>
                  <a:pt x="3103" y="6718"/>
                </a:lnTo>
                <a:lnTo>
                  <a:pt x="3082" y="6954"/>
                </a:lnTo>
                <a:lnTo>
                  <a:pt x="3061" y="7189"/>
                </a:lnTo>
                <a:lnTo>
                  <a:pt x="3039" y="7403"/>
                </a:lnTo>
                <a:lnTo>
                  <a:pt x="3039" y="7638"/>
                </a:lnTo>
                <a:lnTo>
                  <a:pt x="3039" y="7638"/>
                </a:lnTo>
                <a:lnTo>
                  <a:pt x="3061" y="8066"/>
                </a:lnTo>
                <a:lnTo>
                  <a:pt x="3082" y="8280"/>
                </a:lnTo>
                <a:lnTo>
                  <a:pt x="3125" y="8473"/>
                </a:lnTo>
                <a:lnTo>
                  <a:pt x="3189" y="8687"/>
                </a:lnTo>
                <a:lnTo>
                  <a:pt x="3253" y="8879"/>
                </a:lnTo>
                <a:lnTo>
                  <a:pt x="3339" y="9072"/>
                </a:lnTo>
                <a:lnTo>
                  <a:pt x="3446" y="9264"/>
                </a:lnTo>
                <a:lnTo>
                  <a:pt x="3446" y="9264"/>
                </a:lnTo>
                <a:lnTo>
                  <a:pt x="3531" y="9393"/>
                </a:lnTo>
                <a:lnTo>
                  <a:pt x="3595" y="9457"/>
                </a:lnTo>
                <a:lnTo>
                  <a:pt x="3660" y="9500"/>
                </a:lnTo>
                <a:lnTo>
                  <a:pt x="3724" y="9543"/>
                </a:lnTo>
                <a:lnTo>
                  <a:pt x="3788" y="9543"/>
                </a:lnTo>
                <a:lnTo>
                  <a:pt x="3852" y="9500"/>
                </a:lnTo>
                <a:lnTo>
                  <a:pt x="3895" y="9414"/>
                </a:lnTo>
                <a:lnTo>
                  <a:pt x="3895" y="9414"/>
                </a:lnTo>
                <a:lnTo>
                  <a:pt x="3895" y="9350"/>
                </a:lnTo>
                <a:lnTo>
                  <a:pt x="3874" y="9286"/>
                </a:lnTo>
                <a:lnTo>
                  <a:pt x="3874" y="9222"/>
                </a:lnTo>
                <a:lnTo>
                  <a:pt x="3874" y="9179"/>
                </a:lnTo>
                <a:lnTo>
                  <a:pt x="3895" y="9157"/>
                </a:lnTo>
                <a:lnTo>
                  <a:pt x="3895" y="9157"/>
                </a:lnTo>
                <a:lnTo>
                  <a:pt x="3959" y="9136"/>
                </a:lnTo>
                <a:lnTo>
                  <a:pt x="4023" y="9136"/>
                </a:lnTo>
                <a:lnTo>
                  <a:pt x="4109" y="9115"/>
                </a:lnTo>
                <a:lnTo>
                  <a:pt x="4130" y="9093"/>
                </a:lnTo>
                <a:lnTo>
                  <a:pt x="4152" y="9072"/>
                </a:lnTo>
                <a:lnTo>
                  <a:pt x="4152" y="9072"/>
                </a:lnTo>
                <a:lnTo>
                  <a:pt x="4173" y="9008"/>
                </a:lnTo>
                <a:lnTo>
                  <a:pt x="4152" y="8965"/>
                </a:lnTo>
                <a:lnTo>
                  <a:pt x="4109" y="8922"/>
                </a:lnTo>
                <a:lnTo>
                  <a:pt x="4045" y="8901"/>
                </a:lnTo>
                <a:lnTo>
                  <a:pt x="3895" y="8879"/>
                </a:lnTo>
                <a:lnTo>
                  <a:pt x="3852" y="8858"/>
                </a:lnTo>
                <a:lnTo>
                  <a:pt x="3809" y="8815"/>
                </a:lnTo>
                <a:lnTo>
                  <a:pt x="3809" y="8815"/>
                </a:lnTo>
                <a:lnTo>
                  <a:pt x="3809" y="8772"/>
                </a:lnTo>
                <a:lnTo>
                  <a:pt x="3852" y="8751"/>
                </a:lnTo>
                <a:lnTo>
                  <a:pt x="3959" y="8751"/>
                </a:lnTo>
                <a:lnTo>
                  <a:pt x="4087" y="8772"/>
                </a:lnTo>
                <a:lnTo>
                  <a:pt x="4130" y="8772"/>
                </a:lnTo>
                <a:lnTo>
                  <a:pt x="4173" y="8772"/>
                </a:lnTo>
                <a:lnTo>
                  <a:pt x="4173" y="8772"/>
                </a:lnTo>
                <a:lnTo>
                  <a:pt x="4237" y="8708"/>
                </a:lnTo>
                <a:lnTo>
                  <a:pt x="4237" y="8665"/>
                </a:lnTo>
                <a:lnTo>
                  <a:pt x="4237" y="8601"/>
                </a:lnTo>
                <a:lnTo>
                  <a:pt x="4237" y="8537"/>
                </a:lnTo>
                <a:lnTo>
                  <a:pt x="4237" y="8537"/>
                </a:lnTo>
                <a:lnTo>
                  <a:pt x="4259" y="8494"/>
                </a:lnTo>
                <a:lnTo>
                  <a:pt x="4301" y="8451"/>
                </a:lnTo>
                <a:lnTo>
                  <a:pt x="4344" y="8430"/>
                </a:lnTo>
                <a:lnTo>
                  <a:pt x="4366" y="8387"/>
                </a:lnTo>
                <a:lnTo>
                  <a:pt x="4366" y="8387"/>
                </a:lnTo>
                <a:lnTo>
                  <a:pt x="4344" y="8323"/>
                </a:lnTo>
                <a:lnTo>
                  <a:pt x="4301" y="8280"/>
                </a:lnTo>
                <a:lnTo>
                  <a:pt x="4259" y="8259"/>
                </a:lnTo>
                <a:lnTo>
                  <a:pt x="4194" y="8237"/>
                </a:lnTo>
                <a:lnTo>
                  <a:pt x="4066" y="8195"/>
                </a:lnTo>
                <a:lnTo>
                  <a:pt x="4023" y="8173"/>
                </a:lnTo>
                <a:lnTo>
                  <a:pt x="3981" y="8130"/>
                </a:lnTo>
                <a:lnTo>
                  <a:pt x="3981" y="8130"/>
                </a:lnTo>
                <a:lnTo>
                  <a:pt x="4045" y="8130"/>
                </a:lnTo>
                <a:lnTo>
                  <a:pt x="4130" y="8130"/>
                </a:lnTo>
                <a:lnTo>
                  <a:pt x="4216" y="8130"/>
                </a:lnTo>
                <a:lnTo>
                  <a:pt x="4259" y="8109"/>
                </a:lnTo>
                <a:lnTo>
                  <a:pt x="4280" y="8088"/>
                </a:lnTo>
                <a:lnTo>
                  <a:pt x="4280" y="8088"/>
                </a:lnTo>
                <a:lnTo>
                  <a:pt x="4301" y="8045"/>
                </a:lnTo>
                <a:lnTo>
                  <a:pt x="4280" y="8002"/>
                </a:lnTo>
                <a:lnTo>
                  <a:pt x="4237" y="7959"/>
                </a:lnTo>
                <a:lnTo>
                  <a:pt x="4194" y="7916"/>
                </a:lnTo>
                <a:lnTo>
                  <a:pt x="4173" y="7874"/>
                </a:lnTo>
                <a:lnTo>
                  <a:pt x="4173" y="7874"/>
                </a:lnTo>
                <a:lnTo>
                  <a:pt x="4194" y="7852"/>
                </a:lnTo>
                <a:lnTo>
                  <a:pt x="4216" y="7852"/>
                </a:lnTo>
                <a:lnTo>
                  <a:pt x="4280" y="7874"/>
                </a:lnTo>
                <a:lnTo>
                  <a:pt x="4344" y="7959"/>
                </a:lnTo>
                <a:lnTo>
                  <a:pt x="4430" y="8066"/>
                </a:lnTo>
                <a:lnTo>
                  <a:pt x="4558" y="8323"/>
                </a:lnTo>
                <a:lnTo>
                  <a:pt x="4644" y="8473"/>
                </a:lnTo>
                <a:lnTo>
                  <a:pt x="4644" y="8473"/>
                </a:lnTo>
                <a:lnTo>
                  <a:pt x="4665" y="8580"/>
                </a:lnTo>
                <a:lnTo>
                  <a:pt x="4687" y="8644"/>
                </a:lnTo>
                <a:lnTo>
                  <a:pt x="4644" y="8836"/>
                </a:lnTo>
                <a:lnTo>
                  <a:pt x="4644" y="8836"/>
                </a:lnTo>
                <a:lnTo>
                  <a:pt x="4622" y="8943"/>
                </a:lnTo>
                <a:lnTo>
                  <a:pt x="4622" y="9008"/>
                </a:lnTo>
                <a:lnTo>
                  <a:pt x="4665" y="9050"/>
                </a:lnTo>
                <a:lnTo>
                  <a:pt x="4665" y="9050"/>
                </a:lnTo>
                <a:lnTo>
                  <a:pt x="4729" y="9072"/>
                </a:lnTo>
                <a:lnTo>
                  <a:pt x="4794" y="9050"/>
                </a:lnTo>
                <a:lnTo>
                  <a:pt x="4836" y="8986"/>
                </a:lnTo>
                <a:lnTo>
                  <a:pt x="4879" y="8922"/>
                </a:lnTo>
                <a:lnTo>
                  <a:pt x="4965" y="8687"/>
                </a:lnTo>
                <a:lnTo>
                  <a:pt x="5029" y="8409"/>
                </a:lnTo>
                <a:lnTo>
                  <a:pt x="5072" y="8130"/>
                </a:lnTo>
                <a:lnTo>
                  <a:pt x="5114" y="7852"/>
                </a:lnTo>
                <a:lnTo>
                  <a:pt x="5136" y="7510"/>
                </a:lnTo>
                <a:lnTo>
                  <a:pt x="5136" y="7510"/>
                </a:lnTo>
                <a:lnTo>
                  <a:pt x="5136" y="6975"/>
                </a:lnTo>
                <a:lnTo>
                  <a:pt x="5136" y="6975"/>
                </a:lnTo>
                <a:lnTo>
                  <a:pt x="5093" y="6761"/>
                </a:lnTo>
                <a:lnTo>
                  <a:pt x="5072" y="6654"/>
                </a:lnTo>
                <a:lnTo>
                  <a:pt x="5072" y="6568"/>
                </a:lnTo>
                <a:lnTo>
                  <a:pt x="5072" y="6568"/>
                </a:lnTo>
                <a:lnTo>
                  <a:pt x="5093" y="6462"/>
                </a:lnTo>
                <a:lnTo>
                  <a:pt x="5179" y="6462"/>
                </a:lnTo>
                <a:lnTo>
                  <a:pt x="5179" y="6462"/>
                </a:lnTo>
                <a:lnTo>
                  <a:pt x="5221" y="6462"/>
                </a:lnTo>
                <a:lnTo>
                  <a:pt x="5286" y="6483"/>
                </a:lnTo>
                <a:lnTo>
                  <a:pt x="5435" y="6547"/>
                </a:lnTo>
                <a:lnTo>
                  <a:pt x="5692" y="6697"/>
                </a:lnTo>
                <a:lnTo>
                  <a:pt x="5692" y="6697"/>
                </a:lnTo>
                <a:lnTo>
                  <a:pt x="5863" y="6761"/>
                </a:lnTo>
                <a:lnTo>
                  <a:pt x="5906" y="6804"/>
                </a:lnTo>
                <a:lnTo>
                  <a:pt x="5949" y="6847"/>
                </a:lnTo>
                <a:lnTo>
                  <a:pt x="5970" y="6889"/>
                </a:lnTo>
                <a:lnTo>
                  <a:pt x="5970" y="6932"/>
                </a:lnTo>
                <a:lnTo>
                  <a:pt x="5949" y="7018"/>
                </a:lnTo>
                <a:lnTo>
                  <a:pt x="5906" y="7125"/>
                </a:lnTo>
                <a:lnTo>
                  <a:pt x="5906" y="7125"/>
                </a:lnTo>
                <a:lnTo>
                  <a:pt x="5778" y="7446"/>
                </a:lnTo>
                <a:lnTo>
                  <a:pt x="5692" y="7595"/>
                </a:lnTo>
                <a:lnTo>
                  <a:pt x="5628" y="7660"/>
                </a:lnTo>
                <a:lnTo>
                  <a:pt x="5564" y="7724"/>
                </a:lnTo>
                <a:lnTo>
                  <a:pt x="5564" y="7724"/>
                </a:lnTo>
                <a:lnTo>
                  <a:pt x="5414" y="7788"/>
                </a:lnTo>
                <a:lnTo>
                  <a:pt x="5264" y="7852"/>
                </a:lnTo>
                <a:lnTo>
                  <a:pt x="5200" y="7895"/>
                </a:lnTo>
                <a:lnTo>
                  <a:pt x="5179" y="7938"/>
                </a:lnTo>
                <a:lnTo>
                  <a:pt x="5200" y="8023"/>
                </a:lnTo>
                <a:lnTo>
                  <a:pt x="5264" y="8109"/>
                </a:lnTo>
                <a:lnTo>
                  <a:pt x="5264" y="8109"/>
                </a:lnTo>
                <a:lnTo>
                  <a:pt x="5307" y="8152"/>
                </a:lnTo>
                <a:lnTo>
                  <a:pt x="5371" y="8195"/>
                </a:lnTo>
                <a:lnTo>
                  <a:pt x="5542" y="8259"/>
                </a:lnTo>
                <a:lnTo>
                  <a:pt x="5714" y="8323"/>
                </a:lnTo>
                <a:lnTo>
                  <a:pt x="5756" y="8366"/>
                </a:lnTo>
                <a:lnTo>
                  <a:pt x="5799" y="8409"/>
                </a:lnTo>
                <a:lnTo>
                  <a:pt x="5799" y="8409"/>
                </a:lnTo>
                <a:lnTo>
                  <a:pt x="5821" y="8451"/>
                </a:lnTo>
                <a:lnTo>
                  <a:pt x="5799" y="8516"/>
                </a:lnTo>
                <a:lnTo>
                  <a:pt x="5714" y="8665"/>
                </a:lnTo>
                <a:lnTo>
                  <a:pt x="5564" y="8836"/>
                </a:lnTo>
                <a:lnTo>
                  <a:pt x="5371" y="9029"/>
                </a:lnTo>
                <a:lnTo>
                  <a:pt x="5008" y="9350"/>
                </a:lnTo>
                <a:lnTo>
                  <a:pt x="4858" y="9500"/>
                </a:lnTo>
                <a:lnTo>
                  <a:pt x="4751" y="9585"/>
                </a:lnTo>
                <a:lnTo>
                  <a:pt x="4751" y="9585"/>
                </a:lnTo>
                <a:lnTo>
                  <a:pt x="4708" y="9671"/>
                </a:lnTo>
                <a:lnTo>
                  <a:pt x="4687" y="9735"/>
                </a:lnTo>
                <a:lnTo>
                  <a:pt x="4687" y="9799"/>
                </a:lnTo>
                <a:lnTo>
                  <a:pt x="4708" y="9842"/>
                </a:lnTo>
                <a:lnTo>
                  <a:pt x="4751" y="9863"/>
                </a:lnTo>
                <a:lnTo>
                  <a:pt x="4815" y="9863"/>
                </a:lnTo>
                <a:lnTo>
                  <a:pt x="4879" y="9842"/>
                </a:lnTo>
                <a:lnTo>
                  <a:pt x="4965" y="9778"/>
                </a:lnTo>
                <a:lnTo>
                  <a:pt x="4965" y="9778"/>
                </a:lnTo>
                <a:lnTo>
                  <a:pt x="5307" y="9436"/>
                </a:lnTo>
                <a:lnTo>
                  <a:pt x="5649" y="9093"/>
                </a:lnTo>
                <a:lnTo>
                  <a:pt x="5649" y="9093"/>
                </a:lnTo>
                <a:lnTo>
                  <a:pt x="5778" y="8965"/>
                </a:lnTo>
                <a:lnTo>
                  <a:pt x="5928" y="8772"/>
                </a:lnTo>
                <a:lnTo>
                  <a:pt x="6056" y="8601"/>
                </a:lnTo>
                <a:lnTo>
                  <a:pt x="6099" y="8516"/>
                </a:lnTo>
                <a:lnTo>
                  <a:pt x="6120" y="8430"/>
                </a:lnTo>
                <a:lnTo>
                  <a:pt x="6120" y="8430"/>
                </a:lnTo>
                <a:lnTo>
                  <a:pt x="6141" y="8344"/>
                </a:lnTo>
                <a:lnTo>
                  <a:pt x="6099" y="8259"/>
                </a:lnTo>
                <a:lnTo>
                  <a:pt x="6035" y="8216"/>
                </a:lnTo>
                <a:lnTo>
                  <a:pt x="5970" y="8173"/>
                </a:lnTo>
                <a:lnTo>
                  <a:pt x="5778" y="8109"/>
                </a:lnTo>
                <a:lnTo>
                  <a:pt x="5692" y="8066"/>
                </a:lnTo>
                <a:lnTo>
                  <a:pt x="5628" y="8002"/>
                </a:lnTo>
                <a:lnTo>
                  <a:pt x="5628" y="8002"/>
                </a:lnTo>
                <a:lnTo>
                  <a:pt x="5692" y="7959"/>
                </a:lnTo>
                <a:lnTo>
                  <a:pt x="5756" y="7916"/>
                </a:lnTo>
                <a:lnTo>
                  <a:pt x="5842" y="7874"/>
                </a:lnTo>
                <a:lnTo>
                  <a:pt x="5885" y="7788"/>
                </a:lnTo>
                <a:lnTo>
                  <a:pt x="5885" y="7788"/>
                </a:lnTo>
                <a:lnTo>
                  <a:pt x="5906" y="7724"/>
                </a:lnTo>
                <a:lnTo>
                  <a:pt x="5928" y="7595"/>
                </a:lnTo>
                <a:lnTo>
                  <a:pt x="5970" y="7489"/>
                </a:lnTo>
                <a:lnTo>
                  <a:pt x="5992" y="7446"/>
                </a:lnTo>
                <a:lnTo>
                  <a:pt x="6013" y="7446"/>
                </a:lnTo>
                <a:lnTo>
                  <a:pt x="6013" y="7446"/>
                </a:lnTo>
                <a:lnTo>
                  <a:pt x="6056" y="7446"/>
                </a:lnTo>
                <a:lnTo>
                  <a:pt x="6099" y="7467"/>
                </a:lnTo>
                <a:lnTo>
                  <a:pt x="6141" y="7531"/>
                </a:lnTo>
                <a:lnTo>
                  <a:pt x="6163" y="7553"/>
                </a:lnTo>
                <a:lnTo>
                  <a:pt x="6184" y="7553"/>
                </a:lnTo>
                <a:lnTo>
                  <a:pt x="6227" y="7553"/>
                </a:lnTo>
                <a:lnTo>
                  <a:pt x="6291" y="7510"/>
                </a:lnTo>
                <a:lnTo>
                  <a:pt x="6291" y="7510"/>
                </a:lnTo>
                <a:lnTo>
                  <a:pt x="6334" y="7446"/>
                </a:lnTo>
                <a:lnTo>
                  <a:pt x="6377" y="7360"/>
                </a:lnTo>
                <a:lnTo>
                  <a:pt x="6420" y="7275"/>
                </a:lnTo>
                <a:lnTo>
                  <a:pt x="6441" y="7253"/>
                </a:lnTo>
                <a:lnTo>
                  <a:pt x="6484" y="7232"/>
                </a:lnTo>
                <a:lnTo>
                  <a:pt x="6484" y="7232"/>
                </a:lnTo>
                <a:lnTo>
                  <a:pt x="6505" y="7253"/>
                </a:lnTo>
                <a:lnTo>
                  <a:pt x="6527" y="7275"/>
                </a:lnTo>
                <a:lnTo>
                  <a:pt x="6527" y="7339"/>
                </a:lnTo>
                <a:lnTo>
                  <a:pt x="6484" y="7531"/>
                </a:lnTo>
                <a:lnTo>
                  <a:pt x="6462" y="7595"/>
                </a:lnTo>
                <a:lnTo>
                  <a:pt x="6484" y="7660"/>
                </a:lnTo>
                <a:lnTo>
                  <a:pt x="6505" y="7660"/>
                </a:lnTo>
                <a:lnTo>
                  <a:pt x="6527" y="7660"/>
                </a:lnTo>
                <a:lnTo>
                  <a:pt x="6634" y="7595"/>
                </a:lnTo>
                <a:lnTo>
                  <a:pt x="6634" y="7595"/>
                </a:lnTo>
                <a:lnTo>
                  <a:pt x="6676" y="7531"/>
                </a:lnTo>
                <a:lnTo>
                  <a:pt x="6719" y="7467"/>
                </a:lnTo>
                <a:lnTo>
                  <a:pt x="6783" y="7424"/>
                </a:lnTo>
                <a:lnTo>
                  <a:pt x="6805" y="7403"/>
                </a:lnTo>
                <a:lnTo>
                  <a:pt x="6848" y="7424"/>
                </a:lnTo>
                <a:lnTo>
                  <a:pt x="6848" y="7424"/>
                </a:lnTo>
                <a:lnTo>
                  <a:pt x="6890" y="7467"/>
                </a:lnTo>
                <a:lnTo>
                  <a:pt x="6912" y="7510"/>
                </a:lnTo>
                <a:lnTo>
                  <a:pt x="6933" y="7553"/>
                </a:lnTo>
                <a:lnTo>
                  <a:pt x="6976" y="7595"/>
                </a:lnTo>
                <a:lnTo>
                  <a:pt x="6976" y="7595"/>
                </a:lnTo>
                <a:lnTo>
                  <a:pt x="7040" y="7595"/>
                </a:lnTo>
                <a:lnTo>
                  <a:pt x="7126" y="7595"/>
                </a:lnTo>
                <a:lnTo>
                  <a:pt x="7190" y="7617"/>
                </a:lnTo>
                <a:lnTo>
                  <a:pt x="7211" y="7638"/>
                </a:lnTo>
                <a:lnTo>
                  <a:pt x="7254" y="7681"/>
                </a:lnTo>
                <a:lnTo>
                  <a:pt x="7254" y="7681"/>
                </a:lnTo>
                <a:lnTo>
                  <a:pt x="7254" y="7745"/>
                </a:lnTo>
                <a:lnTo>
                  <a:pt x="7233" y="7809"/>
                </a:lnTo>
                <a:lnTo>
                  <a:pt x="7233" y="7852"/>
                </a:lnTo>
                <a:lnTo>
                  <a:pt x="7233" y="7895"/>
                </a:lnTo>
                <a:lnTo>
                  <a:pt x="7275" y="7916"/>
                </a:lnTo>
                <a:lnTo>
                  <a:pt x="7275" y="7916"/>
                </a:lnTo>
                <a:lnTo>
                  <a:pt x="7318" y="7916"/>
                </a:lnTo>
                <a:lnTo>
                  <a:pt x="7404" y="7895"/>
                </a:lnTo>
                <a:lnTo>
                  <a:pt x="7554" y="7874"/>
                </a:lnTo>
                <a:lnTo>
                  <a:pt x="7554" y="7874"/>
                </a:lnTo>
                <a:lnTo>
                  <a:pt x="7618" y="7852"/>
                </a:lnTo>
                <a:lnTo>
                  <a:pt x="7682" y="7809"/>
                </a:lnTo>
                <a:lnTo>
                  <a:pt x="7725" y="7767"/>
                </a:lnTo>
                <a:lnTo>
                  <a:pt x="7703" y="7681"/>
                </a:lnTo>
                <a:lnTo>
                  <a:pt x="7703" y="7681"/>
                </a:lnTo>
                <a:close/>
                <a:moveTo>
                  <a:pt x="6184" y="3017"/>
                </a:moveTo>
                <a:lnTo>
                  <a:pt x="6184" y="3017"/>
                </a:lnTo>
                <a:lnTo>
                  <a:pt x="6120" y="3017"/>
                </a:lnTo>
                <a:lnTo>
                  <a:pt x="6077" y="2995"/>
                </a:lnTo>
                <a:lnTo>
                  <a:pt x="6035" y="2953"/>
                </a:lnTo>
                <a:lnTo>
                  <a:pt x="6013" y="2888"/>
                </a:lnTo>
                <a:lnTo>
                  <a:pt x="6013" y="2760"/>
                </a:lnTo>
                <a:lnTo>
                  <a:pt x="6035" y="2632"/>
                </a:lnTo>
                <a:lnTo>
                  <a:pt x="6035" y="2632"/>
                </a:lnTo>
                <a:lnTo>
                  <a:pt x="6056" y="2482"/>
                </a:lnTo>
                <a:lnTo>
                  <a:pt x="6099" y="2311"/>
                </a:lnTo>
                <a:lnTo>
                  <a:pt x="6120" y="2247"/>
                </a:lnTo>
                <a:lnTo>
                  <a:pt x="6163" y="2182"/>
                </a:lnTo>
                <a:lnTo>
                  <a:pt x="6227" y="2140"/>
                </a:lnTo>
                <a:lnTo>
                  <a:pt x="6291" y="2140"/>
                </a:lnTo>
                <a:lnTo>
                  <a:pt x="6291" y="2140"/>
                </a:lnTo>
                <a:lnTo>
                  <a:pt x="6355" y="2140"/>
                </a:lnTo>
                <a:lnTo>
                  <a:pt x="6398" y="2161"/>
                </a:lnTo>
                <a:lnTo>
                  <a:pt x="6441" y="2204"/>
                </a:lnTo>
                <a:lnTo>
                  <a:pt x="6441" y="2247"/>
                </a:lnTo>
                <a:lnTo>
                  <a:pt x="6462" y="2354"/>
                </a:lnTo>
                <a:lnTo>
                  <a:pt x="6462" y="2482"/>
                </a:lnTo>
                <a:lnTo>
                  <a:pt x="6462" y="2482"/>
                </a:lnTo>
                <a:lnTo>
                  <a:pt x="6441" y="2632"/>
                </a:lnTo>
                <a:lnTo>
                  <a:pt x="6398" y="2803"/>
                </a:lnTo>
                <a:lnTo>
                  <a:pt x="6377" y="2867"/>
                </a:lnTo>
                <a:lnTo>
                  <a:pt x="6334" y="2931"/>
                </a:lnTo>
                <a:lnTo>
                  <a:pt x="6270" y="2995"/>
                </a:lnTo>
                <a:lnTo>
                  <a:pt x="6184" y="3017"/>
                </a:lnTo>
                <a:lnTo>
                  <a:pt x="6184" y="3017"/>
                </a:lnTo>
                <a:close/>
                <a:moveTo>
                  <a:pt x="6099" y="1669"/>
                </a:moveTo>
                <a:lnTo>
                  <a:pt x="6099" y="1669"/>
                </a:lnTo>
                <a:lnTo>
                  <a:pt x="6120" y="1626"/>
                </a:lnTo>
                <a:lnTo>
                  <a:pt x="6184" y="1583"/>
                </a:lnTo>
                <a:lnTo>
                  <a:pt x="6248" y="1562"/>
                </a:lnTo>
                <a:lnTo>
                  <a:pt x="6313" y="1562"/>
                </a:lnTo>
                <a:lnTo>
                  <a:pt x="6313" y="1562"/>
                </a:lnTo>
                <a:lnTo>
                  <a:pt x="6398" y="1540"/>
                </a:lnTo>
                <a:lnTo>
                  <a:pt x="6420" y="1540"/>
                </a:lnTo>
                <a:lnTo>
                  <a:pt x="6377" y="1647"/>
                </a:lnTo>
                <a:lnTo>
                  <a:pt x="6377" y="1647"/>
                </a:lnTo>
                <a:lnTo>
                  <a:pt x="6355" y="1733"/>
                </a:lnTo>
                <a:lnTo>
                  <a:pt x="6313" y="1797"/>
                </a:lnTo>
                <a:lnTo>
                  <a:pt x="6270" y="1840"/>
                </a:lnTo>
                <a:lnTo>
                  <a:pt x="6227" y="1861"/>
                </a:lnTo>
                <a:lnTo>
                  <a:pt x="6184" y="1861"/>
                </a:lnTo>
                <a:lnTo>
                  <a:pt x="6141" y="1819"/>
                </a:lnTo>
                <a:lnTo>
                  <a:pt x="6099" y="1776"/>
                </a:lnTo>
                <a:lnTo>
                  <a:pt x="6099" y="1669"/>
                </a:lnTo>
                <a:lnTo>
                  <a:pt x="6099" y="1669"/>
                </a:lnTo>
                <a:close/>
                <a:moveTo>
                  <a:pt x="6163" y="1412"/>
                </a:moveTo>
                <a:lnTo>
                  <a:pt x="6163" y="1412"/>
                </a:lnTo>
                <a:lnTo>
                  <a:pt x="6141" y="1391"/>
                </a:lnTo>
                <a:lnTo>
                  <a:pt x="6141" y="1369"/>
                </a:lnTo>
                <a:lnTo>
                  <a:pt x="6163" y="1305"/>
                </a:lnTo>
                <a:lnTo>
                  <a:pt x="6248" y="1262"/>
                </a:lnTo>
                <a:lnTo>
                  <a:pt x="6334" y="1198"/>
                </a:lnTo>
                <a:lnTo>
                  <a:pt x="6527" y="1091"/>
                </a:lnTo>
                <a:lnTo>
                  <a:pt x="6591" y="1048"/>
                </a:lnTo>
                <a:lnTo>
                  <a:pt x="6612" y="1027"/>
                </a:lnTo>
                <a:lnTo>
                  <a:pt x="6612" y="1027"/>
                </a:lnTo>
                <a:lnTo>
                  <a:pt x="6634" y="1113"/>
                </a:lnTo>
                <a:lnTo>
                  <a:pt x="6634" y="1198"/>
                </a:lnTo>
                <a:lnTo>
                  <a:pt x="6569" y="1262"/>
                </a:lnTo>
                <a:lnTo>
                  <a:pt x="6505" y="1305"/>
                </a:lnTo>
                <a:lnTo>
                  <a:pt x="6313" y="1369"/>
                </a:lnTo>
                <a:lnTo>
                  <a:pt x="6163" y="1412"/>
                </a:lnTo>
                <a:lnTo>
                  <a:pt x="6163" y="1412"/>
                </a:lnTo>
                <a:close/>
                <a:moveTo>
                  <a:pt x="6163" y="214"/>
                </a:moveTo>
                <a:lnTo>
                  <a:pt x="6163" y="214"/>
                </a:lnTo>
                <a:lnTo>
                  <a:pt x="6248" y="214"/>
                </a:lnTo>
                <a:lnTo>
                  <a:pt x="6377" y="257"/>
                </a:lnTo>
                <a:lnTo>
                  <a:pt x="6527" y="300"/>
                </a:lnTo>
                <a:lnTo>
                  <a:pt x="6612" y="342"/>
                </a:lnTo>
                <a:lnTo>
                  <a:pt x="6612" y="342"/>
                </a:lnTo>
                <a:lnTo>
                  <a:pt x="6676" y="407"/>
                </a:lnTo>
                <a:lnTo>
                  <a:pt x="6719" y="492"/>
                </a:lnTo>
                <a:lnTo>
                  <a:pt x="6741" y="578"/>
                </a:lnTo>
                <a:lnTo>
                  <a:pt x="6741" y="685"/>
                </a:lnTo>
                <a:lnTo>
                  <a:pt x="6741" y="685"/>
                </a:lnTo>
                <a:lnTo>
                  <a:pt x="6719" y="727"/>
                </a:lnTo>
                <a:lnTo>
                  <a:pt x="6698" y="770"/>
                </a:lnTo>
                <a:lnTo>
                  <a:pt x="6655" y="813"/>
                </a:lnTo>
                <a:lnTo>
                  <a:pt x="6591" y="813"/>
                </a:lnTo>
                <a:lnTo>
                  <a:pt x="6462" y="856"/>
                </a:lnTo>
                <a:lnTo>
                  <a:pt x="6355" y="899"/>
                </a:lnTo>
                <a:lnTo>
                  <a:pt x="6355" y="899"/>
                </a:lnTo>
                <a:lnTo>
                  <a:pt x="6184" y="1027"/>
                </a:lnTo>
                <a:lnTo>
                  <a:pt x="6141" y="1048"/>
                </a:lnTo>
                <a:lnTo>
                  <a:pt x="6099" y="1048"/>
                </a:lnTo>
                <a:lnTo>
                  <a:pt x="6077" y="1027"/>
                </a:lnTo>
                <a:lnTo>
                  <a:pt x="6056" y="984"/>
                </a:lnTo>
                <a:lnTo>
                  <a:pt x="6056" y="984"/>
                </a:lnTo>
                <a:lnTo>
                  <a:pt x="6141" y="856"/>
                </a:lnTo>
                <a:lnTo>
                  <a:pt x="6313" y="642"/>
                </a:lnTo>
                <a:lnTo>
                  <a:pt x="6377" y="535"/>
                </a:lnTo>
                <a:lnTo>
                  <a:pt x="6377" y="471"/>
                </a:lnTo>
                <a:lnTo>
                  <a:pt x="6355" y="449"/>
                </a:lnTo>
                <a:lnTo>
                  <a:pt x="6334" y="449"/>
                </a:lnTo>
                <a:lnTo>
                  <a:pt x="6184" y="513"/>
                </a:lnTo>
                <a:lnTo>
                  <a:pt x="6184" y="513"/>
                </a:lnTo>
                <a:lnTo>
                  <a:pt x="6056" y="642"/>
                </a:lnTo>
                <a:lnTo>
                  <a:pt x="5970" y="706"/>
                </a:lnTo>
                <a:lnTo>
                  <a:pt x="5928" y="706"/>
                </a:lnTo>
                <a:lnTo>
                  <a:pt x="5906" y="663"/>
                </a:lnTo>
                <a:lnTo>
                  <a:pt x="5906" y="663"/>
                </a:lnTo>
                <a:lnTo>
                  <a:pt x="5928" y="578"/>
                </a:lnTo>
                <a:lnTo>
                  <a:pt x="6013" y="428"/>
                </a:lnTo>
                <a:lnTo>
                  <a:pt x="6099" y="278"/>
                </a:lnTo>
                <a:lnTo>
                  <a:pt x="6163" y="214"/>
                </a:lnTo>
                <a:lnTo>
                  <a:pt x="6163" y="214"/>
                </a:lnTo>
                <a:close/>
                <a:moveTo>
                  <a:pt x="5778" y="235"/>
                </a:moveTo>
                <a:lnTo>
                  <a:pt x="5778" y="235"/>
                </a:lnTo>
                <a:lnTo>
                  <a:pt x="5821" y="257"/>
                </a:lnTo>
                <a:lnTo>
                  <a:pt x="5863" y="278"/>
                </a:lnTo>
                <a:lnTo>
                  <a:pt x="5863" y="278"/>
                </a:lnTo>
                <a:lnTo>
                  <a:pt x="5863" y="321"/>
                </a:lnTo>
                <a:lnTo>
                  <a:pt x="5821" y="342"/>
                </a:lnTo>
                <a:lnTo>
                  <a:pt x="5756" y="342"/>
                </a:lnTo>
                <a:lnTo>
                  <a:pt x="5714" y="342"/>
                </a:lnTo>
                <a:lnTo>
                  <a:pt x="5671" y="321"/>
                </a:lnTo>
                <a:lnTo>
                  <a:pt x="5649" y="278"/>
                </a:lnTo>
                <a:lnTo>
                  <a:pt x="5692" y="257"/>
                </a:lnTo>
                <a:lnTo>
                  <a:pt x="5778" y="235"/>
                </a:lnTo>
                <a:lnTo>
                  <a:pt x="5778" y="235"/>
                </a:lnTo>
                <a:close/>
                <a:moveTo>
                  <a:pt x="3146" y="620"/>
                </a:moveTo>
                <a:lnTo>
                  <a:pt x="3146" y="620"/>
                </a:lnTo>
                <a:lnTo>
                  <a:pt x="3424" y="556"/>
                </a:lnTo>
                <a:lnTo>
                  <a:pt x="3916" y="471"/>
                </a:lnTo>
                <a:lnTo>
                  <a:pt x="4387" y="407"/>
                </a:lnTo>
                <a:lnTo>
                  <a:pt x="4537" y="407"/>
                </a:lnTo>
                <a:lnTo>
                  <a:pt x="4580" y="407"/>
                </a:lnTo>
                <a:lnTo>
                  <a:pt x="4601" y="407"/>
                </a:lnTo>
                <a:lnTo>
                  <a:pt x="4601" y="407"/>
                </a:lnTo>
                <a:lnTo>
                  <a:pt x="4922" y="428"/>
                </a:lnTo>
                <a:lnTo>
                  <a:pt x="5093" y="471"/>
                </a:lnTo>
                <a:lnTo>
                  <a:pt x="5221" y="513"/>
                </a:lnTo>
                <a:lnTo>
                  <a:pt x="5350" y="578"/>
                </a:lnTo>
                <a:lnTo>
                  <a:pt x="5478" y="685"/>
                </a:lnTo>
                <a:lnTo>
                  <a:pt x="5585" y="792"/>
                </a:lnTo>
                <a:lnTo>
                  <a:pt x="5671" y="963"/>
                </a:lnTo>
                <a:lnTo>
                  <a:pt x="5671" y="963"/>
                </a:lnTo>
                <a:lnTo>
                  <a:pt x="5735" y="1113"/>
                </a:lnTo>
                <a:lnTo>
                  <a:pt x="5799" y="1284"/>
                </a:lnTo>
                <a:lnTo>
                  <a:pt x="5821" y="1476"/>
                </a:lnTo>
                <a:lnTo>
                  <a:pt x="5821" y="1562"/>
                </a:lnTo>
                <a:lnTo>
                  <a:pt x="5821" y="1626"/>
                </a:lnTo>
                <a:lnTo>
                  <a:pt x="5821" y="1626"/>
                </a:lnTo>
                <a:lnTo>
                  <a:pt x="5778" y="1669"/>
                </a:lnTo>
                <a:lnTo>
                  <a:pt x="5735" y="1733"/>
                </a:lnTo>
                <a:lnTo>
                  <a:pt x="5585" y="1797"/>
                </a:lnTo>
                <a:lnTo>
                  <a:pt x="5435" y="1840"/>
                </a:lnTo>
                <a:lnTo>
                  <a:pt x="5307" y="1840"/>
                </a:lnTo>
                <a:lnTo>
                  <a:pt x="5307" y="1840"/>
                </a:lnTo>
                <a:lnTo>
                  <a:pt x="5221" y="1819"/>
                </a:lnTo>
                <a:lnTo>
                  <a:pt x="5179" y="1776"/>
                </a:lnTo>
                <a:lnTo>
                  <a:pt x="5114" y="1712"/>
                </a:lnTo>
                <a:lnTo>
                  <a:pt x="5072" y="1669"/>
                </a:lnTo>
                <a:lnTo>
                  <a:pt x="5072" y="1669"/>
                </a:lnTo>
                <a:lnTo>
                  <a:pt x="4986" y="1626"/>
                </a:lnTo>
                <a:lnTo>
                  <a:pt x="4901" y="1605"/>
                </a:lnTo>
                <a:lnTo>
                  <a:pt x="4751" y="1562"/>
                </a:lnTo>
                <a:lnTo>
                  <a:pt x="4751" y="1562"/>
                </a:lnTo>
                <a:lnTo>
                  <a:pt x="4601" y="1540"/>
                </a:lnTo>
                <a:lnTo>
                  <a:pt x="4451" y="1540"/>
                </a:lnTo>
                <a:lnTo>
                  <a:pt x="4301" y="1562"/>
                </a:lnTo>
                <a:lnTo>
                  <a:pt x="4237" y="1583"/>
                </a:lnTo>
                <a:lnTo>
                  <a:pt x="4173" y="1626"/>
                </a:lnTo>
                <a:lnTo>
                  <a:pt x="4173" y="1626"/>
                </a:lnTo>
                <a:lnTo>
                  <a:pt x="4130" y="1669"/>
                </a:lnTo>
                <a:lnTo>
                  <a:pt x="4087" y="1712"/>
                </a:lnTo>
                <a:lnTo>
                  <a:pt x="4045" y="1776"/>
                </a:lnTo>
                <a:lnTo>
                  <a:pt x="4002" y="1819"/>
                </a:lnTo>
                <a:lnTo>
                  <a:pt x="4002" y="1819"/>
                </a:lnTo>
                <a:lnTo>
                  <a:pt x="3938" y="1819"/>
                </a:lnTo>
                <a:lnTo>
                  <a:pt x="3874" y="1819"/>
                </a:lnTo>
                <a:lnTo>
                  <a:pt x="3745" y="1797"/>
                </a:lnTo>
                <a:lnTo>
                  <a:pt x="3745" y="1797"/>
                </a:lnTo>
                <a:lnTo>
                  <a:pt x="3638" y="1819"/>
                </a:lnTo>
                <a:lnTo>
                  <a:pt x="3553" y="1840"/>
                </a:lnTo>
                <a:lnTo>
                  <a:pt x="3381" y="1904"/>
                </a:lnTo>
                <a:lnTo>
                  <a:pt x="3381" y="1904"/>
                </a:lnTo>
                <a:lnTo>
                  <a:pt x="3253" y="1947"/>
                </a:lnTo>
                <a:lnTo>
                  <a:pt x="3125" y="1904"/>
                </a:lnTo>
                <a:lnTo>
                  <a:pt x="3125" y="1904"/>
                </a:lnTo>
                <a:lnTo>
                  <a:pt x="2825" y="1797"/>
                </a:lnTo>
                <a:lnTo>
                  <a:pt x="2675" y="1776"/>
                </a:lnTo>
                <a:lnTo>
                  <a:pt x="2590" y="1754"/>
                </a:lnTo>
                <a:lnTo>
                  <a:pt x="2504" y="1776"/>
                </a:lnTo>
                <a:lnTo>
                  <a:pt x="2504" y="1776"/>
                </a:lnTo>
                <a:lnTo>
                  <a:pt x="2440" y="1776"/>
                </a:lnTo>
                <a:lnTo>
                  <a:pt x="2376" y="1819"/>
                </a:lnTo>
                <a:lnTo>
                  <a:pt x="2290" y="1883"/>
                </a:lnTo>
                <a:lnTo>
                  <a:pt x="2205" y="1968"/>
                </a:lnTo>
                <a:lnTo>
                  <a:pt x="2098" y="2054"/>
                </a:lnTo>
                <a:lnTo>
                  <a:pt x="2098" y="2054"/>
                </a:lnTo>
                <a:lnTo>
                  <a:pt x="1969" y="2097"/>
                </a:lnTo>
                <a:lnTo>
                  <a:pt x="1777" y="2118"/>
                </a:lnTo>
                <a:lnTo>
                  <a:pt x="1691" y="2097"/>
                </a:lnTo>
                <a:lnTo>
                  <a:pt x="1606" y="2097"/>
                </a:lnTo>
                <a:lnTo>
                  <a:pt x="1563" y="2054"/>
                </a:lnTo>
                <a:lnTo>
                  <a:pt x="1520" y="2011"/>
                </a:lnTo>
                <a:lnTo>
                  <a:pt x="1520" y="2011"/>
                </a:lnTo>
                <a:lnTo>
                  <a:pt x="1520" y="1947"/>
                </a:lnTo>
                <a:lnTo>
                  <a:pt x="1541" y="1883"/>
                </a:lnTo>
                <a:lnTo>
                  <a:pt x="1606" y="1712"/>
                </a:lnTo>
                <a:lnTo>
                  <a:pt x="1713" y="1540"/>
                </a:lnTo>
                <a:lnTo>
                  <a:pt x="1820" y="1412"/>
                </a:lnTo>
                <a:lnTo>
                  <a:pt x="1820" y="1412"/>
                </a:lnTo>
                <a:lnTo>
                  <a:pt x="1948" y="1284"/>
                </a:lnTo>
                <a:lnTo>
                  <a:pt x="2098" y="1155"/>
                </a:lnTo>
                <a:lnTo>
                  <a:pt x="2247" y="1027"/>
                </a:lnTo>
                <a:lnTo>
                  <a:pt x="2419" y="920"/>
                </a:lnTo>
                <a:lnTo>
                  <a:pt x="2782" y="749"/>
                </a:lnTo>
                <a:lnTo>
                  <a:pt x="3146" y="620"/>
                </a:lnTo>
                <a:lnTo>
                  <a:pt x="3146" y="620"/>
                </a:lnTo>
                <a:close/>
                <a:moveTo>
                  <a:pt x="5093" y="2225"/>
                </a:moveTo>
                <a:lnTo>
                  <a:pt x="5093" y="2225"/>
                </a:lnTo>
                <a:lnTo>
                  <a:pt x="5050" y="2461"/>
                </a:lnTo>
                <a:lnTo>
                  <a:pt x="5008" y="2567"/>
                </a:lnTo>
                <a:lnTo>
                  <a:pt x="4965" y="2632"/>
                </a:lnTo>
                <a:lnTo>
                  <a:pt x="4922" y="2696"/>
                </a:lnTo>
                <a:lnTo>
                  <a:pt x="4836" y="2739"/>
                </a:lnTo>
                <a:lnTo>
                  <a:pt x="4729" y="2760"/>
                </a:lnTo>
                <a:lnTo>
                  <a:pt x="4601" y="2760"/>
                </a:lnTo>
                <a:lnTo>
                  <a:pt x="4601" y="2760"/>
                </a:lnTo>
                <a:lnTo>
                  <a:pt x="4494" y="2739"/>
                </a:lnTo>
                <a:lnTo>
                  <a:pt x="4408" y="2696"/>
                </a:lnTo>
                <a:lnTo>
                  <a:pt x="4344" y="2653"/>
                </a:lnTo>
                <a:lnTo>
                  <a:pt x="4280" y="2589"/>
                </a:lnTo>
                <a:lnTo>
                  <a:pt x="4237" y="2525"/>
                </a:lnTo>
                <a:lnTo>
                  <a:pt x="4194" y="2439"/>
                </a:lnTo>
                <a:lnTo>
                  <a:pt x="4173" y="2354"/>
                </a:lnTo>
                <a:lnTo>
                  <a:pt x="4173" y="2247"/>
                </a:lnTo>
                <a:lnTo>
                  <a:pt x="4173" y="2247"/>
                </a:lnTo>
                <a:lnTo>
                  <a:pt x="4194" y="2140"/>
                </a:lnTo>
                <a:lnTo>
                  <a:pt x="4237" y="2075"/>
                </a:lnTo>
                <a:lnTo>
                  <a:pt x="4280" y="2011"/>
                </a:lnTo>
                <a:lnTo>
                  <a:pt x="4344" y="1947"/>
                </a:lnTo>
                <a:lnTo>
                  <a:pt x="4408" y="1904"/>
                </a:lnTo>
                <a:lnTo>
                  <a:pt x="4494" y="1883"/>
                </a:lnTo>
                <a:lnTo>
                  <a:pt x="4665" y="1840"/>
                </a:lnTo>
                <a:lnTo>
                  <a:pt x="4665" y="1840"/>
                </a:lnTo>
                <a:lnTo>
                  <a:pt x="4772" y="1840"/>
                </a:lnTo>
                <a:lnTo>
                  <a:pt x="4858" y="1861"/>
                </a:lnTo>
                <a:lnTo>
                  <a:pt x="4943" y="1883"/>
                </a:lnTo>
                <a:lnTo>
                  <a:pt x="5008" y="1947"/>
                </a:lnTo>
                <a:lnTo>
                  <a:pt x="5008" y="1947"/>
                </a:lnTo>
                <a:lnTo>
                  <a:pt x="5029" y="2011"/>
                </a:lnTo>
                <a:lnTo>
                  <a:pt x="5050" y="2118"/>
                </a:lnTo>
                <a:lnTo>
                  <a:pt x="5072" y="2204"/>
                </a:lnTo>
                <a:lnTo>
                  <a:pt x="5093" y="2225"/>
                </a:lnTo>
                <a:lnTo>
                  <a:pt x="5093" y="2225"/>
                </a:lnTo>
                <a:close/>
                <a:moveTo>
                  <a:pt x="4066" y="3381"/>
                </a:moveTo>
                <a:lnTo>
                  <a:pt x="4066" y="3381"/>
                </a:lnTo>
                <a:lnTo>
                  <a:pt x="4045" y="3445"/>
                </a:lnTo>
                <a:lnTo>
                  <a:pt x="3981" y="3488"/>
                </a:lnTo>
                <a:lnTo>
                  <a:pt x="3895" y="3530"/>
                </a:lnTo>
                <a:lnTo>
                  <a:pt x="3809" y="3552"/>
                </a:lnTo>
                <a:lnTo>
                  <a:pt x="3724" y="3573"/>
                </a:lnTo>
                <a:lnTo>
                  <a:pt x="3617" y="3573"/>
                </a:lnTo>
                <a:lnTo>
                  <a:pt x="3553" y="3552"/>
                </a:lnTo>
                <a:lnTo>
                  <a:pt x="3488" y="3509"/>
                </a:lnTo>
                <a:lnTo>
                  <a:pt x="3488" y="3509"/>
                </a:lnTo>
                <a:lnTo>
                  <a:pt x="3446" y="3445"/>
                </a:lnTo>
                <a:lnTo>
                  <a:pt x="3424" y="3338"/>
                </a:lnTo>
                <a:lnTo>
                  <a:pt x="3381" y="3081"/>
                </a:lnTo>
                <a:lnTo>
                  <a:pt x="3360" y="2717"/>
                </a:lnTo>
                <a:lnTo>
                  <a:pt x="3360" y="2717"/>
                </a:lnTo>
                <a:lnTo>
                  <a:pt x="3360" y="2546"/>
                </a:lnTo>
                <a:lnTo>
                  <a:pt x="3360" y="2375"/>
                </a:lnTo>
                <a:lnTo>
                  <a:pt x="3381" y="2289"/>
                </a:lnTo>
                <a:lnTo>
                  <a:pt x="3403" y="2225"/>
                </a:lnTo>
                <a:lnTo>
                  <a:pt x="3424" y="2140"/>
                </a:lnTo>
                <a:lnTo>
                  <a:pt x="3488" y="2097"/>
                </a:lnTo>
                <a:lnTo>
                  <a:pt x="3488" y="2097"/>
                </a:lnTo>
                <a:lnTo>
                  <a:pt x="3574" y="2054"/>
                </a:lnTo>
                <a:lnTo>
                  <a:pt x="3681" y="2033"/>
                </a:lnTo>
                <a:lnTo>
                  <a:pt x="3788" y="2054"/>
                </a:lnTo>
                <a:lnTo>
                  <a:pt x="3874" y="2097"/>
                </a:lnTo>
                <a:lnTo>
                  <a:pt x="3874" y="2097"/>
                </a:lnTo>
                <a:lnTo>
                  <a:pt x="3916" y="2161"/>
                </a:lnTo>
                <a:lnTo>
                  <a:pt x="3938" y="2225"/>
                </a:lnTo>
                <a:lnTo>
                  <a:pt x="3981" y="2418"/>
                </a:lnTo>
                <a:lnTo>
                  <a:pt x="4045" y="2803"/>
                </a:lnTo>
                <a:lnTo>
                  <a:pt x="4045" y="2803"/>
                </a:lnTo>
                <a:lnTo>
                  <a:pt x="4087" y="3102"/>
                </a:lnTo>
                <a:lnTo>
                  <a:pt x="4087" y="3252"/>
                </a:lnTo>
                <a:lnTo>
                  <a:pt x="4087" y="3338"/>
                </a:lnTo>
                <a:lnTo>
                  <a:pt x="4066" y="3381"/>
                </a:lnTo>
                <a:lnTo>
                  <a:pt x="4066" y="3381"/>
                </a:lnTo>
                <a:close/>
                <a:moveTo>
                  <a:pt x="2654" y="2953"/>
                </a:moveTo>
                <a:lnTo>
                  <a:pt x="2654" y="2953"/>
                </a:lnTo>
                <a:lnTo>
                  <a:pt x="2547" y="2910"/>
                </a:lnTo>
                <a:lnTo>
                  <a:pt x="2483" y="2867"/>
                </a:lnTo>
                <a:lnTo>
                  <a:pt x="2397" y="2803"/>
                </a:lnTo>
                <a:lnTo>
                  <a:pt x="2333" y="2717"/>
                </a:lnTo>
                <a:lnTo>
                  <a:pt x="2290" y="2632"/>
                </a:lnTo>
                <a:lnTo>
                  <a:pt x="2269" y="2546"/>
                </a:lnTo>
                <a:lnTo>
                  <a:pt x="2247" y="2439"/>
                </a:lnTo>
                <a:lnTo>
                  <a:pt x="2269" y="2354"/>
                </a:lnTo>
                <a:lnTo>
                  <a:pt x="2269" y="2354"/>
                </a:lnTo>
                <a:lnTo>
                  <a:pt x="2290" y="2268"/>
                </a:lnTo>
                <a:lnTo>
                  <a:pt x="2354" y="2204"/>
                </a:lnTo>
                <a:lnTo>
                  <a:pt x="2419" y="2140"/>
                </a:lnTo>
                <a:lnTo>
                  <a:pt x="2483" y="2097"/>
                </a:lnTo>
                <a:lnTo>
                  <a:pt x="2483" y="2097"/>
                </a:lnTo>
                <a:lnTo>
                  <a:pt x="2611" y="2054"/>
                </a:lnTo>
                <a:lnTo>
                  <a:pt x="2675" y="2033"/>
                </a:lnTo>
                <a:lnTo>
                  <a:pt x="2697" y="2054"/>
                </a:lnTo>
                <a:lnTo>
                  <a:pt x="2697" y="2054"/>
                </a:lnTo>
                <a:lnTo>
                  <a:pt x="2825" y="2054"/>
                </a:lnTo>
                <a:lnTo>
                  <a:pt x="2932" y="2097"/>
                </a:lnTo>
                <a:lnTo>
                  <a:pt x="2996" y="2140"/>
                </a:lnTo>
                <a:lnTo>
                  <a:pt x="3061" y="2204"/>
                </a:lnTo>
                <a:lnTo>
                  <a:pt x="3103" y="2289"/>
                </a:lnTo>
                <a:lnTo>
                  <a:pt x="3125" y="2375"/>
                </a:lnTo>
                <a:lnTo>
                  <a:pt x="3125" y="2461"/>
                </a:lnTo>
                <a:lnTo>
                  <a:pt x="3125" y="2567"/>
                </a:lnTo>
                <a:lnTo>
                  <a:pt x="3103" y="2653"/>
                </a:lnTo>
                <a:lnTo>
                  <a:pt x="3061" y="2739"/>
                </a:lnTo>
                <a:lnTo>
                  <a:pt x="3018" y="2803"/>
                </a:lnTo>
                <a:lnTo>
                  <a:pt x="2954" y="2888"/>
                </a:lnTo>
                <a:lnTo>
                  <a:pt x="2889" y="2931"/>
                </a:lnTo>
                <a:lnTo>
                  <a:pt x="2825" y="2953"/>
                </a:lnTo>
                <a:lnTo>
                  <a:pt x="2740" y="2974"/>
                </a:lnTo>
                <a:lnTo>
                  <a:pt x="2654" y="2953"/>
                </a:lnTo>
                <a:lnTo>
                  <a:pt x="2654" y="2953"/>
                </a:lnTo>
                <a:close/>
                <a:moveTo>
                  <a:pt x="1434" y="1006"/>
                </a:moveTo>
                <a:lnTo>
                  <a:pt x="1434" y="1006"/>
                </a:lnTo>
                <a:lnTo>
                  <a:pt x="1477" y="1048"/>
                </a:lnTo>
                <a:lnTo>
                  <a:pt x="1520" y="1091"/>
                </a:lnTo>
                <a:lnTo>
                  <a:pt x="1541" y="1155"/>
                </a:lnTo>
                <a:lnTo>
                  <a:pt x="1541" y="1220"/>
                </a:lnTo>
                <a:lnTo>
                  <a:pt x="1541" y="1262"/>
                </a:lnTo>
                <a:lnTo>
                  <a:pt x="1520" y="1305"/>
                </a:lnTo>
                <a:lnTo>
                  <a:pt x="1456" y="1348"/>
                </a:lnTo>
                <a:lnTo>
                  <a:pt x="1392" y="1348"/>
                </a:lnTo>
                <a:lnTo>
                  <a:pt x="1392" y="1348"/>
                </a:lnTo>
                <a:lnTo>
                  <a:pt x="1285" y="1262"/>
                </a:lnTo>
                <a:lnTo>
                  <a:pt x="1220" y="1220"/>
                </a:lnTo>
                <a:lnTo>
                  <a:pt x="1199" y="1155"/>
                </a:lnTo>
                <a:lnTo>
                  <a:pt x="1199" y="1155"/>
                </a:lnTo>
                <a:lnTo>
                  <a:pt x="1220" y="1113"/>
                </a:lnTo>
                <a:lnTo>
                  <a:pt x="1285" y="1070"/>
                </a:lnTo>
                <a:lnTo>
                  <a:pt x="1434" y="1006"/>
                </a:lnTo>
                <a:lnTo>
                  <a:pt x="1434" y="1006"/>
                </a:lnTo>
                <a:close/>
                <a:moveTo>
                  <a:pt x="707" y="1327"/>
                </a:moveTo>
                <a:lnTo>
                  <a:pt x="707" y="1327"/>
                </a:lnTo>
                <a:lnTo>
                  <a:pt x="793" y="1391"/>
                </a:lnTo>
                <a:lnTo>
                  <a:pt x="921" y="1562"/>
                </a:lnTo>
                <a:lnTo>
                  <a:pt x="1049" y="1733"/>
                </a:lnTo>
                <a:lnTo>
                  <a:pt x="1113" y="1840"/>
                </a:lnTo>
                <a:lnTo>
                  <a:pt x="1113" y="1840"/>
                </a:lnTo>
                <a:lnTo>
                  <a:pt x="1071" y="1861"/>
                </a:lnTo>
                <a:lnTo>
                  <a:pt x="1049" y="1861"/>
                </a:lnTo>
                <a:lnTo>
                  <a:pt x="964" y="1819"/>
                </a:lnTo>
                <a:lnTo>
                  <a:pt x="900" y="1733"/>
                </a:lnTo>
                <a:lnTo>
                  <a:pt x="814" y="1647"/>
                </a:lnTo>
                <a:lnTo>
                  <a:pt x="728" y="1434"/>
                </a:lnTo>
                <a:lnTo>
                  <a:pt x="707" y="1369"/>
                </a:lnTo>
                <a:lnTo>
                  <a:pt x="707" y="1327"/>
                </a:lnTo>
                <a:lnTo>
                  <a:pt x="707" y="1327"/>
                </a:lnTo>
                <a:close/>
                <a:moveTo>
                  <a:pt x="1007" y="2247"/>
                </a:moveTo>
                <a:lnTo>
                  <a:pt x="1007" y="2247"/>
                </a:lnTo>
                <a:lnTo>
                  <a:pt x="942" y="2225"/>
                </a:lnTo>
                <a:lnTo>
                  <a:pt x="900" y="2182"/>
                </a:lnTo>
                <a:lnTo>
                  <a:pt x="835" y="2054"/>
                </a:lnTo>
                <a:lnTo>
                  <a:pt x="835" y="2054"/>
                </a:lnTo>
                <a:lnTo>
                  <a:pt x="814" y="2054"/>
                </a:lnTo>
                <a:lnTo>
                  <a:pt x="814" y="2054"/>
                </a:lnTo>
                <a:lnTo>
                  <a:pt x="814" y="2033"/>
                </a:lnTo>
                <a:lnTo>
                  <a:pt x="835" y="2054"/>
                </a:lnTo>
                <a:lnTo>
                  <a:pt x="835" y="2054"/>
                </a:lnTo>
                <a:lnTo>
                  <a:pt x="964" y="2075"/>
                </a:lnTo>
                <a:lnTo>
                  <a:pt x="1028" y="2097"/>
                </a:lnTo>
                <a:lnTo>
                  <a:pt x="1071" y="2140"/>
                </a:lnTo>
                <a:lnTo>
                  <a:pt x="1071" y="2140"/>
                </a:lnTo>
                <a:lnTo>
                  <a:pt x="1092" y="2182"/>
                </a:lnTo>
                <a:lnTo>
                  <a:pt x="1071" y="2225"/>
                </a:lnTo>
                <a:lnTo>
                  <a:pt x="1049" y="2247"/>
                </a:lnTo>
                <a:lnTo>
                  <a:pt x="1007" y="2247"/>
                </a:lnTo>
                <a:lnTo>
                  <a:pt x="1007" y="2247"/>
                </a:lnTo>
                <a:close/>
                <a:moveTo>
                  <a:pt x="664" y="2311"/>
                </a:moveTo>
                <a:lnTo>
                  <a:pt x="664" y="2311"/>
                </a:lnTo>
                <a:lnTo>
                  <a:pt x="728" y="2354"/>
                </a:lnTo>
                <a:lnTo>
                  <a:pt x="857" y="2439"/>
                </a:lnTo>
                <a:lnTo>
                  <a:pt x="985" y="2525"/>
                </a:lnTo>
                <a:lnTo>
                  <a:pt x="1028" y="2589"/>
                </a:lnTo>
                <a:lnTo>
                  <a:pt x="1028" y="2589"/>
                </a:lnTo>
                <a:lnTo>
                  <a:pt x="964" y="2632"/>
                </a:lnTo>
                <a:lnTo>
                  <a:pt x="900" y="2653"/>
                </a:lnTo>
                <a:lnTo>
                  <a:pt x="835" y="2610"/>
                </a:lnTo>
                <a:lnTo>
                  <a:pt x="771" y="2546"/>
                </a:lnTo>
                <a:lnTo>
                  <a:pt x="728" y="2482"/>
                </a:lnTo>
                <a:lnTo>
                  <a:pt x="686" y="2418"/>
                </a:lnTo>
                <a:lnTo>
                  <a:pt x="664" y="2354"/>
                </a:lnTo>
                <a:lnTo>
                  <a:pt x="664" y="2311"/>
                </a:lnTo>
                <a:lnTo>
                  <a:pt x="664" y="2311"/>
                </a:lnTo>
                <a:close/>
                <a:moveTo>
                  <a:pt x="1606" y="3530"/>
                </a:moveTo>
                <a:lnTo>
                  <a:pt x="1606" y="3530"/>
                </a:lnTo>
                <a:lnTo>
                  <a:pt x="1584" y="3573"/>
                </a:lnTo>
                <a:lnTo>
                  <a:pt x="1541" y="3594"/>
                </a:lnTo>
                <a:lnTo>
                  <a:pt x="1477" y="3573"/>
                </a:lnTo>
                <a:lnTo>
                  <a:pt x="1392" y="3530"/>
                </a:lnTo>
                <a:lnTo>
                  <a:pt x="1285" y="3466"/>
                </a:lnTo>
                <a:lnTo>
                  <a:pt x="1199" y="3359"/>
                </a:lnTo>
                <a:lnTo>
                  <a:pt x="1135" y="3252"/>
                </a:lnTo>
                <a:lnTo>
                  <a:pt x="1092" y="3167"/>
                </a:lnTo>
                <a:lnTo>
                  <a:pt x="1071" y="3081"/>
                </a:lnTo>
                <a:lnTo>
                  <a:pt x="1071" y="3081"/>
                </a:lnTo>
                <a:lnTo>
                  <a:pt x="1113" y="2953"/>
                </a:lnTo>
                <a:lnTo>
                  <a:pt x="1178" y="2846"/>
                </a:lnTo>
                <a:lnTo>
                  <a:pt x="1199" y="2824"/>
                </a:lnTo>
                <a:lnTo>
                  <a:pt x="1242" y="2824"/>
                </a:lnTo>
                <a:lnTo>
                  <a:pt x="1306" y="2846"/>
                </a:lnTo>
                <a:lnTo>
                  <a:pt x="1349" y="2888"/>
                </a:lnTo>
                <a:lnTo>
                  <a:pt x="1349" y="2888"/>
                </a:lnTo>
                <a:lnTo>
                  <a:pt x="1413" y="2995"/>
                </a:lnTo>
                <a:lnTo>
                  <a:pt x="1499" y="3209"/>
                </a:lnTo>
                <a:lnTo>
                  <a:pt x="1584" y="3423"/>
                </a:lnTo>
                <a:lnTo>
                  <a:pt x="1606" y="3530"/>
                </a:lnTo>
                <a:lnTo>
                  <a:pt x="1606" y="3530"/>
                </a:lnTo>
                <a:close/>
                <a:moveTo>
                  <a:pt x="2761" y="4814"/>
                </a:moveTo>
                <a:lnTo>
                  <a:pt x="2761" y="4814"/>
                </a:lnTo>
                <a:lnTo>
                  <a:pt x="2483" y="4450"/>
                </a:lnTo>
                <a:lnTo>
                  <a:pt x="2354" y="4279"/>
                </a:lnTo>
                <a:lnTo>
                  <a:pt x="2226" y="4087"/>
                </a:lnTo>
                <a:lnTo>
                  <a:pt x="2226" y="4087"/>
                </a:lnTo>
                <a:lnTo>
                  <a:pt x="1948" y="3637"/>
                </a:lnTo>
                <a:lnTo>
                  <a:pt x="1841" y="3423"/>
                </a:lnTo>
                <a:lnTo>
                  <a:pt x="1734" y="3188"/>
                </a:lnTo>
                <a:lnTo>
                  <a:pt x="1734" y="3188"/>
                </a:lnTo>
                <a:lnTo>
                  <a:pt x="1670" y="3017"/>
                </a:lnTo>
                <a:lnTo>
                  <a:pt x="1606" y="2846"/>
                </a:lnTo>
                <a:lnTo>
                  <a:pt x="1584" y="2760"/>
                </a:lnTo>
                <a:lnTo>
                  <a:pt x="1606" y="2696"/>
                </a:lnTo>
                <a:lnTo>
                  <a:pt x="1670" y="2653"/>
                </a:lnTo>
                <a:lnTo>
                  <a:pt x="1755" y="2632"/>
                </a:lnTo>
                <a:lnTo>
                  <a:pt x="1755" y="2632"/>
                </a:lnTo>
                <a:lnTo>
                  <a:pt x="1798" y="2632"/>
                </a:lnTo>
                <a:lnTo>
                  <a:pt x="1841" y="2653"/>
                </a:lnTo>
                <a:lnTo>
                  <a:pt x="1905" y="2739"/>
                </a:lnTo>
                <a:lnTo>
                  <a:pt x="2012" y="2910"/>
                </a:lnTo>
                <a:lnTo>
                  <a:pt x="2012" y="2910"/>
                </a:lnTo>
                <a:lnTo>
                  <a:pt x="2140" y="3060"/>
                </a:lnTo>
                <a:lnTo>
                  <a:pt x="2312" y="3145"/>
                </a:lnTo>
                <a:lnTo>
                  <a:pt x="2312" y="3145"/>
                </a:lnTo>
                <a:lnTo>
                  <a:pt x="2419" y="3188"/>
                </a:lnTo>
                <a:lnTo>
                  <a:pt x="2547" y="3209"/>
                </a:lnTo>
                <a:lnTo>
                  <a:pt x="2782" y="3209"/>
                </a:lnTo>
                <a:lnTo>
                  <a:pt x="2782" y="3209"/>
                </a:lnTo>
                <a:lnTo>
                  <a:pt x="2889" y="3188"/>
                </a:lnTo>
                <a:lnTo>
                  <a:pt x="2975" y="3145"/>
                </a:lnTo>
                <a:lnTo>
                  <a:pt x="3167" y="3060"/>
                </a:lnTo>
                <a:lnTo>
                  <a:pt x="3167" y="3060"/>
                </a:lnTo>
                <a:lnTo>
                  <a:pt x="3167" y="3188"/>
                </a:lnTo>
                <a:lnTo>
                  <a:pt x="3146" y="3316"/>
                </a:lnTo>
                <a:lnTo>
                  <a:pt x="3125" y="3423"/>
                </a:lnTo>
                <a:lnTo>
                  <a:pt x="3125" y="3552"/>
                </a:lnTo>
                <a:lnTo>
                  <a:pt x="3125" y="3552"/>
                </a:lnTo>
                <a:lnTo>
                  <a:pt x="3167" y="3659"/>
                </a:lnTo>
                <a:lnTo>
                  <a:pt x="3189" y="3723"/>
                </a:lnTo>
                <a:lnTo>
                  <a:pt x="3189" y="3787"/>
                </a:lnTo>
                <a:lnTo>
                  <a:pt x="3125" y="3894"/>
                </a:lnTo>
                <a:lnTo>
                  <a:pt x="3125" y="3894"/>
                </a:lnTo>
                <a:lnTo>
                  <a:pt x="3018" y="4022"/>
                </a:lnTo>
                <a:lnTo>
                  <a:pt x="2868" y="4215"/>
                </a:lnTo>
                <a:lnTo>
                  <a:pt x="2825" y="4301"/>
                </a:lnTo>
                <a:lnTo>
                  <a:pt x="2804" y="4322"/>
                </a:lnTo>
                <a:lnTo>
                  <a:pt x="2825" y="4365"/>
                </a:lnTo>
                <a:lnTo>
                  <a:pt x="2847" y="4386"/>
                </a:lnTo>
                <a:lnTo>
                  <a:pt x="2889" y="4408"/>
                </a:lnTo>
                <a:lnTo>
                  <a:pt x="3018" y="4429"/>
                </a:lnTo>
                <a:lnTo>
                  <a:pt x="3018" y="4429"/>
                </a:lnTo>
                <a:lnTo>
                  <a:pt x="3146" y="4408"/>
                </a:lnTo>
                <a:lnTo>
                  <a:pt x="3274" y="4386"/>
                </a:lnTo>
                <a:lnTo>
                  <a:pt x="3488" y="4279"/>
                </a:lnTo>
                <a:lnTo>
                  <a:pt x="3724" y="4151"/>
                </a:lnTo>
                <a:lnTo>
                  <a:pt x="3852" y="4129"/>
                </a:lnTo>
                <a:lnTo>
                  <a:pt x="3981" y="4108"/>
                </a:lnTo>
                <a:lnTo>
                  <a:pt x="3981" y="4108"/>
                </a:lnTo>
                <a:lnTo>
                  <a:pt x="4216" y="4151"/>
                </a:lnTo>
                <a:lnTo>
                  <a:pt x="4537" y="4215"/>
                </a:lnTo>
                <a:lnTo>
                  <a:pt x="4687" y="4236"/>
                </a:lnTo>
                <a:lnTo>
                  <a:pt x="4815" y="4215"/>
                </a:lnTo>
                <a:lnTo>
                  <a:pt x="4879" y="4194"/>
                </a:lnTo>
                <a:lnTo>
                  <a:pt x="4922" y="4172"/>
                </a:lnTo>
                <a:lnTo>
                  <a:pt x="4943" y="4151"/>
                </a:lnTo>
                <a:lnTo>
                  <a:pt x="4943" y="4087"/>
                </a:lnTo>
                <a:lnTo>
                  <a:pt x="4943" y="4087"/>
                </a:lnTo>
                <a:lnTo>
                  <a:pt x="4943" y="4022"/>
                </a:lnTo>
                <a:lnTo>
                  <a:pt x="4922" y="3980"/>
                </a:lnTo>
                <a:lnTo>
                  <a:pt x="4879" y="3937"/>
                </a:lnTo>
                <a:lnTo>
                  <a:pt x="4815" y="3894"/>
                </a:lnTo>
                <a:lnTo>
                  <a:pt x="4708" y="3851"/>
                </a:lnTo>
                <a:lnTo>
                  <a:pt x="4601" y="3808"/>
                </a:lnTo>
                <a:lnTo>
                  <a:pt x="4601" y="3808"/>
                </a:lnTo>
                <a:lnTo>
                  <a:pt x="4408" y="3744"/>
                </a:lnTo>
                <a:lnTo>
                  <a:pt x="4280" y="3701"/>
                </a:lnTo>
                <a:lnTo>
                  <a:pt x="4259" y="3680"/>
                </a:lnTo>
                <a:lnTo>
                  <a:pt x="4237" y="3659"/>
                </a:lnTo>
                <a:lnTo>
                  <a:pt x="4237" y="3659"/>
                </a:lnTo>
                <a:lnTo>
                  <a:pt x="4237" y="3594"/>
                </a:lnTo>
                <a:lnTo>
                  <a:pt x="4280" y="3488"/>
                </a:lnTo>
                <a:lnTo>
                  <a:pt x="4323" y="3402"/>
                </a:lnTo>
                <a:lnTo>
                  <a:pt x="4344" y="3316"/>
                </a:lnTo>
                <a:lnTo>
                  <a:pt x="4344" y="3316"/>
                </a:lnTo>
                <a:lnTo>
                  <a:pt x="4301" y="3102"/>
                </a:lnTo>
                <a:lnTo>
                  <a:pt x="4259" y="2931"/>
                </a:lnTo>
                <a:lnTo>
                  <a:pt x="4259" y="2931"/>
                </a:lnTo>
                <a:lnTo>
                  <a:pt x="4301" y="2910"/>
                </a:lnTo>
                <a:lnTo>
                  <a:pt x="4366" y="2910"/>
                </a:lnTo>
                <a:lnTo>
                  <a:pt x="4537" y="2953"/>
                </a:lnTo>
                <a:lnTo>
                  <a:pt x="4708" y="2974"/>
                </a:lnTo>
                <a:lnTo>
                  <a:pt x="4794" y="2995"/>
                </a:lnTo>
                <a:lnTo>
                  <a:pt x="4858" y="2974"/>
                </a:lnTo>
                <a:lnTo>
                  <a:pt x="4858" y="2974"/>
                </a:lnTo>
                <a:lnTo>
                  <a:pt x="4943" y="2953"/>
                </a:lnTo>
                <a:lnTo>
                  <a:pt x="5029" y="2910"/>
                </a:lnTo>
                <a:lnTo>
                  <a:pt x="5093" y="2846"/>
                </a:lnTo>
                <a:lnTo>
                  <a:pt x="5157" y="2781"/>
                </a:lnTo>
                <a:lnTo>
                  <a:pt x="5243" y="2610"/>
                </a:lnTo>
                <a:lnTo>
                  <a:pt x="5286" y="2439"/>
                </a:lnTo>
                <a:lnTo>
                  <a:pt x="5286" y="2439"/>
                </a:lnTo>
                <a:lnTo>
                  <a:pt x="5307" y="2289"/>
                </a:lnTo>
                <a:lnTo>
                  <a:pt x="5307" y="2204"/>
                </a:lnTo>
                <a:lnTo>
                  <a:pt x="5328" y="2161"/>
                </a:lnTo>
                <a:lnTo>
                  <a:pt x="5350" y="2140"/>
                </a:lnTo>
                <a:lnTo>
                  <a:pt x="5478" y="2075"/>
                </a:lnTo>
                <a:lnTo>
                  <a:pt x="5478" y="2075"/>
                </a:lnTo>
                <a:lnTo>
                  <a:pt x="5585" y="2054"/>
                </a:lnTo>
                <a:lnTo>
                  <a:pt x="5671" y="2033"/>
                </a:lnTo>
                <a:lnTo>
                  <a:pt x="5735" y="2054"/>
                </a:lnTo>
                <a:lnTo>
                  <a:pt x="5756" y="2097"/>
                </a:lnTo>
                <a:lnTo>
                  <a:pt x="5778" y="2161"/>
                </a:lnTo>
                <a:lnTo>
                  <a:pt x="5778" y="2225"/>
                </a:lnTo>
                <a:lnTo>
                  <a:pt x="5735" y="2418"/>
                </a:lnTo>
                <a:lnTo>
                  <a:pt x="5735" y="2418"/>
                </a:lnTo>
                <a:lnTo>
                  <a:pt x="5628" y="2910"/>
                </a:lnTo>
                <a:lnTo>
                  <a:pt x="5457" y="3381"/>
                </a:lnTo>
                <a:lnTo>
                  <a:pt x="5264" y="3830"/>
                </a:lnTo>
                <a:lnTo>
                  <a:pt x="5008" y="4258"/>
                </a:lnTo>
                <a:lnTo>
                  <a:pt x="5008" y="4258"/>
                </a:lnTo>
                <a:lnTo>
                  <a:pt x="4729" y="4707"/>
                </a:lnTo>
                <a:lnTo>
                  <a:pt x="4580" y="4921"/>
                </a:lnTo>
                <a:lnTo>
                  <a:pt x="4430" y="5135"/>
                </a:lnTo>
                <a:lnTo>
                  <a:pt x="4430" y="5135"/>
                </a:lnTo>
                <a:lnTo>
                  <a:pt x="4301" y="5263"/>
                </a:lnTo>
                <a:lnTo>
                  <a:pt x="4259" y="5263"/>
                </a:lnTo>
                <a:lnTo>
                  <a:pt x="4237" y="5242"/>
                </a:lnTo>
                <a:lnTo>
                  <a:pt x="4216" y="5156"/>
                </a:lnTo>
                <a:lnTo>
                  <a:pt x="4194" y="5092"/>
                </a:lnTo>
                <a:lnTo>
                  <a:pt x="4152" y="5049"/>
                </a:lnTo>
                <a:lnTo>
                  <a:pt x="4152" y="5049"/>
                </a:lnTo>
                <a:lnTo>
                  <a:pt x="4109" y="5007"/>
                </a:lnTo>
                <a:lnTo>
                  <a:pt x="4066" y="5007"/>
                </a:lnTo>
                <a:lnTo>
                  <a:pt x="3959" y="4985"/>
                </a:lnTo>
                <a:lnTo>
                  <a:pt x="3852" y="4985"/>
                </a:lnTo>
                <a:lnTo>
                  <a:pt x="3767" y="4985"/>
                </a:lnTo>
                <a:lnTo>
                  <a:pt x="3767" y="4985"/>
                </a:lnTo>
                <a:lnTo>
                  <a:pt x="3724" y="4942"/>
                </a:lnTo>
                <a:lnTo>
                  <a:pt x="3702" y="4900"/>
                </a:lnTo>
                <a:lnTo>
                  <a:pt x="3660" y="4878"/>
                </a:lnTo>
                <a:lnTo>
                  <a:pt x="3595" y="4900"/>
                </a:lnTo>
                <a:lnTo>
                  <a:pt x="3595" y="4900"/>
                </a:lnTo>
                <a:lnTo>
                  <a:pt x="3553" y="4942"/>
                </a:lnTo>
                <a:lnTo>
                  <a:pt x="3531" y="5007"/>
                </a:lnTo>
                <a:lnTo>
                  <a:pt x="3488" y="5156"/>
                </a:lnTo>
                <a:lnTo>
                  <a:pt x="3446" y="5306"/>
                </a:lnTo>
                <a:lnTo>
                  <a:pt x="3403" y="5370"/>
                </a:lnTo>
                <a:lnTo>
                  <a:pt x="3360" y="5392"/>
                </a:lnTo>
                <a:lnTo>
                  <a:pt x="3360" y="5392"/>
                </a:lnTo>
                <a:lnTo>
                  <a:pt x="3274" y="5370"/>
                </a:lnTo>
                <a:lnTo>
                  <a:pt x="3210" y="5328"/>
                </a:lnTo>
                <a:lnTo>
                  <a:pt x="3018" y="5156"/>
                </a:lnTo>
                <a:lnTo>
                  <a:pt x="2868" y="4964"/>
                </a:lnTo>
                <a:lnTo>
                  <a:pt x="2761" y="4814"/>
                </a:lnTo>
                <a:lnTo>
                  <a:pt x="2761" y="4814"/>
                </a:lnTo>
                <a:close/>
                <a:moveTo>
                  <a:pt x="3702" y="7788"/>
                </a:moveTo>
                <a:lnTo>
                  <a:pt x="3702" y="7788"/>
                </a:lnTo>
                <a:lnTo>
                  <a:pt x="3595" y="8130"/>
                </a:lnTo>
                <a:lnTo>
                  <a:pt x="3510" y="8323"/>
                </a:lnTo>
                <a:lnTo>
                  <a:pt x="3488" y="8387"/>
                </a:lnTo>
                <a:lnTo>
                  <a:pt x="3467" y="8409"/>
                </a:lnTo>
                <a:lnTo>
                  <a:pt x="3467" y="8409"/>
                </a:lnTo>
                <a:lnTo>
                  <a:pt x="3424" y="8387"/>
                </a:lnTo>
                <a:lnTo>
                  <a:pt x="3403" y="8323"/>
                </a:lnTo>
                <a:lnTo>
                  <a:pt x="3360" y="8173"/>
                </a:lnTo>
                <a:lnTo>
                  <a:pt x="3317" y="7852"/>
                </a:lnTo>
                <a:lnTo>
                  <a:pt x="3317" y="7852"/>
                </a:lnTo>
                <a:lnTo>
                  <a:pt x="3339" y="7724"/>
                </a:lnTo>
                <a:lnTo>
                  <a:pt x="3381" y="7574"/>
                </a:lnTo>
                <a:lnTo>
                  <a:pt x="3403" y="7510"/>
                </a:lnTo>
                <a:lnTo>
                  <a:pt x="3467" y="7467"/>
                </a:lnTo>
                <a:lnTo>
                  <a:pt x="3531" y="7446"/>
                </a:lnTo>
                <a:lnTo>
                  <a:pt x="3595" y="7446"/>
                </a:lnTo>
                <a:lnTo>
                  <a:pt x="3595" y="7446"/>
                </a:lnTo>
                <a:lnTo>
                  <a:pt x="3660" y="7446"/>
                </a:lnTo>
                <a:lnTo>
                  <a:pt x="3724" y="7489"/>
                </a:lnTo>
                <a:lnTo>
                  <a:pt x="3745" y="7531"/>
                </a:lnTo>
                <a:lnTo>
                  <a:pt x="3745" y="7574"/>
                </a:lnTo>
                <a:lnTo>
                  <a:pt x="3724" y="7681"/>
                </a:lnTo>
                <a:lnTo>
                  <a:pt x="3702" y="7788"/>
                </a:lnTo>
                <a:lnTo>
                  <a:pt x="3702" y="7788"/>
                </a:lnTo>
                <a:close/>
                <a:moveTo>
                  <a:pt x="3381" y="6804"/>
                </a:moveTo>
                <a:lnTo>
                  <a:pt x="3381" y="6804"/>
                </a:lnTo>
                <a:lnTo>
                  <a:pt x="3403" y="6633"/>
                </a:lnTo>
                <a:lnTo>
                  <a:pt x="3424" y="6568"/>
                </a:lnTo>
                <a:lnTo>
                  <a:pt x="3446" y="6547"/>
                </a:lnTo>
                <a:lnTo>
                  <a:pt x="3488" y="6547"/>
                </a:lnTo>
                <a:lnTo>
                  <a:pt x="3488" y="6547"/>
                </a:lnTo>
                <a:lnTo>
                  <a:pt x="3531" y="6568"/>
                </a:lnTo>
                <a:lnTo>
                  <a:pt x="3574" y="6590"/>
                </a:lnTo>
                <a:lnTo>
                  <a:pt x="3617" y="6697"/>
                </a:lnTo>
                <a:lnTo>
                  <a:pt x="3638" y="6804"/>
                </a:lnTo>
                <a:lnTo>
                  <a:pt x="3617" y="6868"/>
                </a:lnTo>
                <a:lnTo>
                  <a:pt x="3617" y="6868"/>
                </a:lnTo>
                <a:lnTo>
                  <a:pt x="3617" y="6954"/>
                </a:lnTo>
                <a:lnTo>
                  <a:pt x="3595" y="7103"/>
                </a:lnTo>
                <a:lnTo>
                  <a:pt x="3553" y="7168"/>
                </a:lnTo>
                <a:lnTo>
                  <a:pt x="3531" y="7232"/>
                </a:lnTo>
                <a:lnTo>
                  <a:pt x="3467" y="7253"/>
                </a:lnTo>
                <a:lnTo>
                  <a:pt x="3424" y="7253"/>
                </a:lnTo>
                <a:lnTo>
                  <a:pt x="3424" y="7253"/>
                </a:lnTo>
                <a:lnTo>
                  <a:pt x="3381" y="7232"/>
                </a:lnTo>
                <a:lnTo>
                  <a:pt x="3381" y="7189"/>
                </a:lnTo>
                <a:lnTo>
                  <a:pt x="3360" y="7039"/>
                </a:lnTo>
                <a:lnTo>
                  <a:pt x="3381" y="6804"/>
                </a:lnTo>
                <a:lnTo>
                  <a:pt x="3381" y="6804"/>
                </a:lnTo>
                <a:close/>
                <a:moveTo>
                  <a:pt x="4002" y="8473"/>
                </a:moveTo>
                <a:lnTo>
                  <a:pt x="4002" y="8473"/>
                </a:lnTo>
                <a:lnTo>
                  <a:pt x="3959" y="8494"/>
                </a:lnTo>
                <a:lnTo>
                  <a:pt x="3916" y="8473"/>
                </a:lnTo>
                <a:lnTo>
                  <a:pt x="3895" y="8451"/>
                </a:lnTo>
                <a:lnTo>
                  <a:pt x="3874" y="8430"/>
                </a:lnTo>
                <a:lnTo>
                  <a:pt x="3874" y="8430"/>
                </a:lnTo>
                <a:lnTo>
                  <a:pt x="3916" y="8409"/>
                </a:lnTo>
                <a:lnTo>
                  <a:pt x="3959" y="8430"/>
                </a:lnTo>
                <a:lnTo>
                  <a:pt x="4002" y="8451"/>
                </a:lnTo>
                <a:lnTo>
                  <a:pt x="4002" y="8473"/>
                </a:lnTo>
                <a:lnTo>
                  <a:pt x="4002" y="8473"/>
                </a:lnTo>
                <a:close/>
                <a:moveTo>
                  <a:pt x="3938" y="6675"/>
                </a:moveTo>
                <a:lnTo>
                  <a:pt x="3938" y="6675"/>
                </a:lnTo>
                <a:lnTo>
                  <a:pt x="3938" y="6654"/>
                </a:lnTo>
                <a:lnTo>
                  <a:pt x="3938" y="6675"/>
                </a:lnTo>
                <a:lnTo>
                  <a:pt x="3938" y="6675"/>
                </a:lnTo>
                <a:close/>
                <a:moveTo>
                  <a:pt x="4087" y="7146"/>
                </a:moveTo>
                <a:lnTo>
                  <a:pt x="4087" y="7146"/>
                </a:lnTo>
                <a:lnTo>
                  <a:pt x="4045" y="7146"/>
                </a:lnTo>
                <a:lnTo>
                  <a:pt x="4002" y="7146"/>
                </a:lnTo>
                <a:lnTo>
                  <a:pt x="4002" y="7146"/>
                </a:lnTo>
                <a:lnTo>
                  <a:pt x="4023" y="7103"/>
                </a:lnTo>
                <a:lnTo>
                  <a:pt x="4087" y="7082"/>
                </a:lnTo>
                <a:lnTo>
                  <a:pt x="4152" y="7082"/>
                </a:lnTo>
                <a:lnTo>
                  <a:pt x="4173" y="7082"/>
                </a:lnTo>
                <a:lnTo>
                  <a:pt x="4173" y="7103"/>
                </a:lnTo>
                <a:lnTo>
                  <a:pt x="4173" y="7103"/>
                </a:lnTo>
                <a:lnTo>
                  <a:pt x="4152" y="7146"/>
                </a:lnTo>
                <a:lnTo>
                  <a:pt x="4087" y="7146"/>
                </a:lnTo>
                <a:lnTo>
                  <a:pt x="4087" y="7146"/>
                </a:lnTo>
                <a:close/>
                <a:moveTo>
                  <a:pt x="3874" y="6419"/>
                </a:moveTo>
                <a:lnTo>
                  <a:pt x="3874" y="6419"/>
                </a:lnTo>
                <a:lnTo>
                  <a:pt x="3788" y="6397"/>
                </a:lnTo>
                <a:lnTo>
                  <a:pt x="3681" y="6376"/>
                </a:lnTo>
                <a:lnTo>
                  <a:pt x="3574" y="6312"/>
                </a:lnTo>
                <a:lnTo>
                  <a:pt x="3488" y="6269"/>
                </a:lnTo>
                <a:lnTo>
                  <a:pt x="3403" y="6205"/>
                </a:lnTo>
                <a:lnTo>
                  <a:pt x="3339" y="6119"/>
                </a:lnTo>
                <a:lnTo>
                  <a:pt x="3274" y="6034"/>
                </a:lnTo>
                <a:lnTo>
                  <a:pt x="3253" y="5948"/>
                </a:lnTo>
                <a:lnTo>
                  <a:pt x="3253" y="5948"/>
                </a:lnTo>
                <a:lnTo>
                  <a:pt x="3232" y="5884"/>
                </a:lnTo>
                <a:lnTo>
                  <a:pt x="3232" y="5841"/>
                </a:lnTo>
                <a:lnTo>
                  <a:pt x="3253" y="5798"/>
                </a:lnTo>
                <a:lnTo>
                  <a:pt x="3296" y="5798"/>
                </a:lnTo>
                <a:lnTo>
                  <a:pt x="3381" y="5798"/>
                </a:lnTo>
                <a:lnTo>
                  <a:pt x="3510" y="5820"/>
                </a:lnTo>
                <a:lnTo>
                  <a:pt x="3510" y="5820"/>
                </a:lnTo>
                <a:lnTo>
                  <a:pt x="3767" y="5841"/>
                </a:lnTo>
                <a:lnTo>
                  <a:pt x="4023" y="5820"/>
                </a:lnTo>
                <a:lnTo>
                  <a:pt x="4023" y="5820"/>
                </a:lnTo>
                <a:lnTo>
                  <a:pt x="4109" y="5798"/>
                </a:lnTo>
                <a:lnTo>
                  <a:pt x="4194" y="5755"/>
                </a:lnTo>
                <a:lnTo>
                  <a:pt x="4366" y="5670"/>
                </a:lnTo>
                <a:lnTo>
                  <a:pt x="4430" y="5648"/>
                </a:lnTo>
                <a:lnTo>
                  <a:pt x="4494" y="5670"/>
                </a:lnTo>
                <a:lnTo>
                  <a:pt x="4515" y="5734"/>
                </a:lnTo>
                <a:lnTo>
                  <a:pt x="4515" y="5862"/>
                </a:lnTo>
                <a:lnTo>
                  <a:pt x="4515" y="5862"/>
                </a:lnTo>
                <a:lnTo>
                  <a:pt x="4494" y="5948"/>
                </a:lnTo>
                <a:lnTo>
                  <a:pt x="4451" y="6055"/>
                </a:lnTo>
                <a:lnTo>
                  <a:pt x="4387" y="6162"/>
                </a:lnTo>
                <a:lnTo>
                  <a:pt x="4280" y="6248"/>
                </a:lnTo>
                <a:lnTo>
                  <a:pt x="4173" y="6312"/>
                </a:lnTo>
                <a:lnTo>
                  <a:pt x="4087" y="6376"/>
                </a:lnTo>
                <a:lnTo>
                  <a:pt x="3981" y="6397"/>
                </a:lnTo>
                <a:lnTo>
                  <a:pt x="3874" y="6419"/>
                </a:lnTo>
                <a:lnTo>
                  <a:pt x="3874" y="6419"/>
                </a:lnTo>
                <a:close/>
                <a:moveTo>
                  <a:pt x="4259" y="6611"/>
                </a:moveTo>
                <a:lnTo>
                  <a:pt x="4259" y="6611"/>
                </a:lnTo>
                <a:lnTo>
                  <a:pt x="4280" y="6568"/>
                </a:lnTo>
                <a:lnTo>
                  <a:pt x="4323" y="6504"/>
                </a:lnTo>
                <a:lnTo>
                  <a:pt x="4366" y="6462"/>
                </a:lnTo>
                <a:lnTo>
                  <a:pt x="4430" y="6440"/>
                </a:lnTo>
                <a:lnTo>
                  <a:pt x="4515" y="6419"/>
                </a:lnTo>
                <a:lnTo>
                  <a:pt x="4580" y="6419"/>
                </a:lnTo>
                <a:lnTo>
                  <a:pt x="4644" y="6440"/>
                </a:lnTo>
                <a:lnTo>
                  <a:pt x="4687" y="6462"/>
                </a:lnTo>
                <a:lnTo>
                  <a:pt x="4687" y="6462"/>
                </a:lnTo>
                <a:lnTo>
                  <a:pt x="4729" y="6547"/>
                </a:lnTo>
                <a:lnTo>
                  <a:pt x="4751" y="6718"/>
                </a:lnTo>
                <a:lnTo>
                  <a:pt x="4794" y="6868"/>
                </a:lnTo>
                <a:lnTo>
                  <a:pt x="4794" y="6932"/>
                </a:lnTo>
                <a:lnTo>
                  <a:pt x="4794" y="6932"/>
                </a:lnTo>
                <a:lnTo>
                  <a:pt x="4772" y="7039"/>
                </a:lnTo>
                <a:lnTo>
                  <a:pt x="4751" y="7103"/>
                </a:lnTo>
                <a:lnTo>
                  <a:pt x="4729" y="7125"/>
                </a:lnTo>
                <a:lnTo>
                  <a:pt x="4708" y="7103"/>
                </a:lnTo>
                <a:lnTo>
                  <a:pt x="4644" y="7039"/>
                </a:lnTo>
                <a:lnTo>
                  <a:pt x="4537" y="6911"/>
                </a:lnTo>
                <a:lnTo>
                  <a:pt x="4537" y="6911"/>
                </a:lnTo>
                <a:lnTo>
                  <a:pt x="4473" y="6847"/>
                </a:lnTo>
                <a:lnTo>
                  <a:pt x="4366" y="6782"/>
                </a:lnTo>
                <a:lnTo>
                  <a:pt x="4301" y="6718"/>
                </a:lnTo>
                <a:lnTo>
                  <a:pt x="4259" y="6675"/>
                </a:lnTo>
                <a:lnTo>
                  <a:pt x="4259" y="6611"/>
                </a:lnTo>
                <a:lnTo>
                  <a:pt x="4259" y="6611"/>
                </a:lnTo>
                <a:close/>
                <a:moveTo>
                  <a:pt x="4858" y="8152"/>
                </a:moveTo>
                <a:lnTo>
                  <a:pt x="4858" y="8152"/>
                </a:lnTo>
                <a:lnTo>
                  <a:pt x="4815" y="8173"/>
                </a:lnTo>
                <a:lnTo>
                  <a:pt x="4772" y="8152"/>
                </a:lnTo>
                <a:lnTo>
                  <a:pt x="4729" y="8109"/>
                </a:lnTo>
                <a:lnTo>
                  <a:pt x="4687" y="8045"/>
                </a:lnTo>
                <a:lnTo>
                  <a:pt x="4580" y="7809"/>
                </a:lnTo>
                <a:lnTo>
                  <a:pt x="4580" y="7809"/>
                </a:lnTo>
                <a:lnTo>
                  <a:pt x="4515" y="7681"/>
                </a:lnTo>
                <a:lnTo>
                  <a:pt x="4430" y="7510"/>
                </a:lnTo>
                <a:lnTo>
                  <a:pt x="4408" y="7424"/>
                </a:lnTo>
                <a:lnTo>
                  <a:pt x="4408" y="7339"/>
                </a:lnTo>
                <a:lnTo>
                  <a:pt x="4430" y="7253"/>
                </a:lnTo>
                <a:lnTo>
                  <a:pt x="4473" y="7210"/>
                </a:lnTo>
                <a:lnTo>
                  <a:pt x="4473" y="7210"/>
                </a:lnTo>
                <a:lnTo>
                  <a:pt x="4515" y="7253"/>
                </a:lnTo>
                <a:lnTo>
                  <a:pt x="4580" y="7339"/>
                </a:lnTo>
                <a:lnTo>
                  <a:pt x="4622" y="7403"/>
                </a:lnTo>
                <a:lnTo>
                  <a:pt x="4687" y="7467"/>
                </a:lnTo>
                <a:lnTo>
                  <a:pt x="4687" y="7467"/>
                </a:lnTo>
                <a:lnTo>
                  <a:pt x="4794" y="7531"/>
                </a:lnTo>
                <a:lnTo>
                  <a:pt x="4879" y="7574"/>
                </a:lnTo>
                <a:lnTo>
                  <a:pt x="4879" y="7574"/>
                </a:lnTo>
                <a:lnTo>
                  <a:pt x="4901" y="7617"/>
                </a:lnTo>
                <a:lnTo>
                  <a:pt x="4922" y="7702"/>
                </a:lnTo>
                <a:lnTo>
                  <a:pt x="4922" y="7874"/>
                </a:lnTo>
                <a:lnTo>
                  <a:pt x="4901" y="8045"/>
                </a:lnTo>
                <a:lnTo>
                  <a:pt x="4879" y="8109"/>
                </a:lnTo>
                <a:lnTo>
                  <a:pt x="4858" y="8152"/>
                </a:lnTo>
                <a:lnTo>
                  <a:pt x="4858" y="8152"/>
                </a:lnTo>
                <a:close/>
                <a:moveTo>
                  <a:pt x="3809" y="4664"/>
                </a:moveTo>
                <a:lnTo>
                  <a:pt x="3809" y="4664"/>
                </a:lnTo>
                <a:lnTo>
                  <a:pt x="3916" y="4643"/>
                </a:lnTo>
                <a:lnTo>
                  <a:pt x="4066" y="4621"/>
                </a:lnTo>
                <a:lnTo>
                  <a:pt x="4130" y="4600"/>
                </a:lnTo>
                <a:lnTo>
                  <a:pt x="4194" y="4579"/>
                </a:lnTo>
                <a:lnTo>
                  <a:pt x="4216" y="4515"/>
                </a:lnTo>
                <a:lnTo>
                  <a:pt x="4216" y="4472"/>
                </a:lnTo>
                <a:lnTo>
                  <a:pt x="4216" y="4472"/>
                </a:lnTo>
                <a:lnTo>
                  <a:pt x="4194" y="4429"/>
                </a:lnTo>
                <a:lnTo>
                  <a:pt x="4152" y="4386"/>
                </a:lnTo>
                <a:lnTo>
                  <a:pt x="4066" y="4365"/>
                </a:lnTo>
                <a:lnTo>
                  <a:pt x="3852" y="4365"/>
                </a:lnTo>
                <a:lnTo>
                  <a:pt x="3852" y="4365"/>
                </a:lnTo>
                <a:lnTo>
                  <a:pt x="3767" y="4365"/>
                </a:lnTo>
                <a:lnTo>
                  <a:pt x="3638" y="4386"/>
                </a:lnTo>
                <a:lnTo>
                  <a:pt x="3574" y="4408"/>
                </a:lnTo>
                <a:lnTo>
                  <a:pt x="3510" y="4429"/>
                </a:lnTo>
                <a:lnTo>
                  <a:pt x="3488" y="4450"/>
                </a:lnTo>
                <a:lnTo>
                  <a:pt x="3467" y="4515"/>
                </a:lnTo>
                <a:lnTo>
                  <a:pt x="3467" y="4515"/>
                </a:lnTo>
                <a:lnTo>
                  <a:pt x="3467" y="4557"/>
                </a:lnTo>
                <a:lnTo>
                  <a:pt x="3510" y="4600"/>
                </a:lnTo>
                <a:lnTo>
                  <a:pt x="3553" y="4621"/>
                </a:lnTo>
                <a:lnTo>
                  <a:pt x="3595" y="4643"/>
                </a:lnTo>
                <a:lnTo>
                  <a:pt x="3724" y="4664"/>
                </a:lnTo>
                <a:lnTo>
                  <a:pt x="3809" y="4664"/>
                </a:lnTo>
                <a:lnTo>
                  <a:pt x="3809" y="4664"/>
                </a:lnTo>
                <a:close/>
                <a:moveTo>
                  <a:pt x="3531" y="1369"/>
                </a:moveTo>
                <a:lnTo>
                  <a:pt x="3531" y="1369"/>
                </a:lnTo>
                <a:lnTo>
                  <a:pt x="3660" y="1369"/>
                </a:lnTo>
                <a:lnTo>
                  <a:pt x="3874" y="1348"/>
                </a:lnTo>
                <a:lnTo>
                  <a:pt x="3959" y="1327"/>
                </a:lnTo>
                <a:lnTo>
                  <a:pt x="4045" y="1305"/>
                </a:lnTo>
                <a:lnTo>
                  <a:pt x="4087" y="1262"/>
                </a:lnTo>
                <a:lnTo>
                  <a:pt x="4087" y="1241"/>
                </a:lnTo>
                <a:lnTo>
                  <a:pt x="4087" y="1220"/>
                </a:lnTo>
                <a:lnTo>
                  <a:pt x="4087" y="1220"/>
                </a:lnTo>
                <a:lnTo>
                  <a:pt x="4045" y="1198"/>
                </a:lnTo>
                <a:lnTo>
                  <a:pt x="3959" y="1177"/>
                </a:lnTo>
                <a:lnTo>
                  <a:pt x="3724" y="1198"/>
                </a:lnTo>
                <a:lnTo>
                  <a:pt x="3317" y="1241"/>
                </a:lnTo>
                <a:lnTo>
                  <a:pt x="3317" y="1241"/>
                </a:lnTo>
                <a:lnTo>
                  <a:pt x="3039" y="1305"/>
                </a:lnTo>
                <a:lnTo>
                  <a:pt x="2868" y="1369"/>
                </a:lnTo>
                <a:lnTo>
                  <a:pt x="2825" y="1391"/>
                </a:lnTo>
                <a:lnTo>
                  <a:pt x="2825" y="1434"/>
                </a:lnTo>
                <a:lnTo>
                  <a:pt x="2825" y="1434"/>
                </a:lnTo>
                <a:lnTo>
                  <a:pt x="2868" y="1455"/>
                </a:lnTo>
                <a:lnTo>
                  <a:pt x="2932" y="1455"/>
                </a:lnTo>
                <a:lnTo>
                  <a:pt x="3146" y="1434"/>
                </a:lnTo>
                <a:lnTo>
                  <a:pt x="3531" y="1369"/>
                </a:lnTo>
                <a:lnTo>
                  <a:pt x="3531" y="1369"/>
                </a:lnTo>
                <a:close/>
                <a:moveTo>
                  <a:pt x="3317" y="1220"/>
                </a:moveTo>
                <a:lnTo>
                  <a:pt x="3317" y="1220"/>
                </a:lnTo>
                <a:lnTo>
                  <a:pt x="3381" y="1198"/>
                </a:lnTo>
                <a:lnTo>
                  <a:pt x="3446" y="1198"/>
                </a:lnTo>
                <a:lnTo>
                  <a:pt x="3574" y="1177"/>
                </a:lnTo>
                <a:lnTo>
                  <a:pt x="3724" y="1177"/>
                </a:lnTo>
                <a:lnTo>
                  <a:pt x="3852" y="1155"/>
                </a:lnTo>
                <a:lnTo>
                  <a:pt x="3852" y="1155"/>
                </a:lnTo>
                <a:lnTo>
                  <a:pt x="3981" y="1070"/>
                </a:lnTo>
                <a:lnTo>
                  <a:pt x="4002" y="1048"/>
                </a:lnTo>
                <a:lnTo>
                  <a:pt x="3981" y="1027"/>
                </a:lnTo>
                <a:lnTo>
                  <a:pt x="3895" y="1006"/>
                </a:lnTo>
                <a:lnTo>
                  <a:pt x="3767" y="1006"/>
                </a:lnTo>
                <a:lnTo>
                  <a:pt x="3767" y="1006"/>
                </a:lnTo>
                <a:lnTo>
                  <a:pt x="3424" y="984"/>
                </a:lnTo>
                <a:lnTo>
                  <a:pt x="3210" y="1006"/>
                </a:lnTo>
                <a:lnTo>
                  <a:pt x="3146" y="1027"/>
                </a:lnTo>
                <a:lnTo>
                  <a:pt x="3082" y="1070"/>
                </a:lnTo>
                <a:lnTo>
                  <a:pt x="3082" y="1070"/>
                </a:lnTo>
                <a:lnTo>
                  <a:pt x="3061" y="1113"/>
                </a:lnTo>
                <a:lnTo>
                  <a:pt x="3061" y="1155"/>
                </a:lnTo>
                <a:lnTo>
                  <a:pt x="3082" y="1198"/>
                </a:lnTo>
                <a:lnTo>
                  <a:pt x="3125" y="1220"/>
                </a:lnTo>
                <a:lnTo>
                  <a:pt x="3232" y="1220"/>
                </a:lnTo>
                <a:lnTo>
                  <a:pt x="3317" y="1220"/>
                </a:lnTo>
                <a:lnTo>
                  <a:pt x="3317" y="1220"/>
                </a:lnTo>
                <a:close/>
                <a:moveTo>
                  <a:pt x="4494" y="2354"/>
                </a:moveTo>
                <a:lnTo>
                  <a:pt x="4494" y="2354"/>
                </a:lnTo>
                <a:lnTo>
                  <a:pt x="4515" y="2418"/>
                </a:lnTo>
                <a:lnTo>
                  <a:pt x="4558" y="2482"/>
                </a:lnTo>
                <a:lnTo>
                  <a:pt x="4580" y="2503"/>
                </a:lnTo>
                <a:lnTo>
                  <a:pt x="4622" y="2503"/>
                </a:lnTo>
                <a:lnTo>
                  <a:pt x="4665" y="2482"/>
                </a:lnTo>
                <a:lnTo>
                  <a:pt x="4708" y="2461"/>
                </a:lnTo>
                <a:lnTo>
                  <a:pt x="4751" y="2396"/>
                </a:lnTo>
                <a:lnTo>
                  <a:pt x="4772" y="2332"/>
                </a:lnTo>
                <a:lnTo>
                  <a:pt x="4772" y="2332"/>
                </a:lnTo>
                <a:lnTo>
                  <a:pt x="4751" y="2247"/>
                </a:lnTo>
                <a:lnTo>
                  <a:pt x="4708" y="2182"/>
                </a:lnTo>
                <a:lnTo>
                  <a:pt x="4665" y="2161"/>
                </a:lnTo>
                <a:lnTo>
                  <a:pt x="4601" y="2161"/>
                </a:lnTo>
                <a:lnTo>
                  <a:pt x="4558" y="2161"/>
                </a:lnTo>
                <a:lnTo>
                  <a:pt x="4515" y="2204"/>
                </a:lnTo>
                <a:lnTo>
                  <a:pt x="4494" y="2268"/>
                </a:lnTo>
                <a:lnTo>
                  <a:pt x="4494" y="2354"/>
                </a:lnTo>
                <a:lnTo>
                  <a:pt x="4494" y="2354"/>
                </a:lnTo>
                <a:close/>
                <a:moveTo>
                  <a:pt x="2568" y="2439"/>
                </a:moveTo>
                <a:lnTo>
                  <a:pt x="2568" y="2439"/>
                </a:lnTo>
                <a:lnTo>
                  <a:pt x="2547" y="2525"/>
                </a:lnTo>
                <a:lnTo>
                  <a:pt x="2568" y="2567"/>
                </a:lnTo>
                <a:lnTo>
                  <a:pt x="2590" y="2632"/>
                </a:lnTo>
                <a:lnTo>
                  <a:pt x="2633" y="2653"/>
                </a:lnTo>
                <a:lnTo>
                  <a:pt x="2675" y="2674"/>
                </a:lnTo>
                <a:lnTo>
                  <a:pt x="2740" y="2653"/>
                </a:lnTo>
                <a:lnTo>
                  <a:pt x="2782" y="2610"/>
                </a:lnTo>
                <a:lnTo>
                  <a:pt x="2804" y="2546"/>
                </a:lnTo>
                <a:lnTo>
                  <a:pt x="2804" y="2546"/>
                </a:lnTo>
                <a:lnTo>
                  <a:pt x="2782" y="2439"/>
                </a:lnTo>
                <a:lnTo>
                  <a:pt x="2718" y="2375"/>
                </a:lnTo>
                <a:lnTo>
                  <a:pt x="2675" y="2354"/>
                </a:lnTo>
                <a:lnTo>
                  <a:pt x="2654" y="2375"/>
                </a:lnTo>
                <a:lnTo>
                  <a:pt x="2611" y="2396"/>
                </a:lnTo>
                <a:lnTo>
                  <a:pt x="2568" y="2439"/>
                </a:lnTo>
                <a:lnTo>
                  <a:pt x="2568" y="2439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28"/>
          <p:cNvSpPr/>
          <p:nvPr/>
        </p:nvSpPr>
        <p:spPr>
          <a:xfrm>
            <a:off x="4555972" y="813784"/>
            <a:ext cx="486995" cy="542930"/>
          </a:xfrm>
          <a:custGeom>
            <a:rect b="b" l="l" r="r" t="t"/>
            <a:pathLst>
              <a:path extrusionOk="0" h="7083" w="6869">
                <a:moveTo>
                  <a:pt x="3017" y="279"/>
                </a:moveTo>
                <a:lnTo>
                  <a:pt x="3103" y="300"/>
                </a:lnTo>
                <a:lnTo>
                  <a:pt x="3167" y="321"/>
                </a:lnTo>
                <a:lnTo>
                  <a:pt x="3210" y="364"/>
                </a:lnTo>
                <a:lnTo>
                  <a:pt x="3188" y="407"/>
                </a:lnTo>
                <a:lnTo>
                  <a:pt x="3145" y="471"/>
                </a:lnTo>
                <a:lnTo>
                  <a:pt x="3188" y="557"/>
                </a:lnTo>
                <a:lnTo>
                  <a:pt x="3210" y="600"/>
                </a:lnTo>
                <a:lnTo>
                  <a:pt x="3231" y="621"/>
                </a:lnTo>
                <a:lnTo>
                  <a:pt x="3103" y="621"/>
                </a:lnTo>
                <a:lnTo>
                  <a:pt x="2974" y="600"/>
                </a:lnTo>
                <a:lnTo>
                  <a:pt x="2996" y="535"/>
                </a:lnTo>
                <a:lnTo>
                  <a:pt x="3017" y="450"/>
                </a:lnTo>
                <a:lnTo>
                  <a:pt x="2996" y="386"/>
                </a:lnTo>
                <a:lnTo>
                  <a:pt x="2974" y="300"/>
                </a:lnTo>
                <a:lnTo>
                  <a:pt x="2996" y="279"/>
                </a:lnTo>
                <a:close/>
                <a:moveTo>
                  <a:pt x="3509" y="578"/>
                </a:moveTo>
                <a:lnTo>
                  <a:pt x="3573" y="600"/>
                </a:lnTo>
                <a:lnTo>
                  <a:pt x="3595" y="621"/>
                </a:lnTo>
                <a:lnTo>
                  <a:pt x="3595" y="664"/>
                </a:lnTo>
                <a:lnTo>
                  <a:pt x="3402" y="664"/>
                </a:lnTo>
                <a:lnTo>
                  <a:pt x="3402" y="621"/>
                </a:lnTo>
                <a:lnTo>
                  <a:pt x="3423" y="600"/>
                </a:lnTo>
                <a:lnTo>
                  <a:pt x="3509" y="578"/>
                </a:lnTo>
                <a:close/>
                <a:moveTo>
                  <a:pt x="963" y="4750"/>
                </a:moveTo>
                <a:lnTo>
                  <a:pt x="963" y="4772"/>
                </a:lnTo>
                <a:lnTo>
                  <a:pt x="942" y="4793"/>
                </a:lnTo>
                <a:lnTo>
                  <a:pt x="942" y="4815"/>
                </a:lnTo>
                <a:lnTo>
                  <a:pt x="920" y="4815"/>
                </a:lnTo>
                <a:lnTo>
                  <a:pt x="942" y="4793"/>
                </a:lnTo>
                <a:lnTo>
                  <a:pt x="942" y="4750"/>
                </a:lnTo>
                <a:close/>
                <a:moveTo>
                  <a:pt x="449" y="4836"/>
                </a:moveTo>
                <a:lnTo>
                  <a:pt x="471" y="4943"/>
                </a:lnTo>
                <a:lnTo>
                  <a:pt x="492" y="5114"/>
                </a:lnTo>
                <a:lnTo>
                  <a:pt x="492" y="5285"/>
                </a:lnTo>
                <a:lnTo>
                  <a:pt x="492" y="5392"/>
                </a:lnTo>
                <a:lnTo>
                  <a:pt x="449" y="5349"/>
                </a:lnTo>
                <a:lnTo>
                  <a:pt x="428" y="5285"/>
                </a:lnTo>
                <a:lnTo>
                  <a:pt x="428" y="5135"/>
                </a:lnTo>
                <a:lnTo>
                  <a:pt x="449" y="4986"/>
                </a:lnTo>
                <a:lnTo>
                  <a:pt x="449" y="4836"/>
                </a:lnTo>
                <a:close/>
                <a:moveTo>
                  <a:pt x="492" y="5414"/>
                </a:moveTo>
                <a:lnTo>
                  <a:pt x="535" y="5478"/>
                </a:lnTo>
                <a:lnTo>
                  <a:pt x="535" y="5542"/>
                </a:lnTo>
                <a:lnTo>
                  <a:pt x="492" y="5499"/>
                </a:lnTo>
                <a:lnTo>
                  <a:pt x="492" y="5414"/>
                </a:lnTo>
                <a:close/>
                <a:moveTo>
                  <a:pt x="4943" y="6184"/>
                </a:moveTo>
                <a:lnTo>
                  <a:pt x="4964" y="6205"/>
                </a:lnTo>
                <a:lnTo>
                  <a:pt x="4964" y="6248"/>
                </a:lnTo>
                <a:lnTo>
                  <a:pt x="4921" y="6269"/>
                </a:lnTo>
                <a:lnTo>
                  <a:pt x="4878" y="6269"/>
                </a:lnTo>
                <a:lnTo>
                  <a:pt x="4878" y="6248"/>
                </a:lnTo>
                <a:lnTo>
                  <a:pt x="4900" y="6227"/>
                </a:lnTo>
                <a:lnTo>
                  <a:pt x="4921" y="6205"/>
                </a:lnTo>
                <a:lnTo>
                  <a:pt x="4943" y="6184"/>
                </a:lnTo>
                <a:close/>
                <a:moveTo>
                  <a:pt x="2846" y="771"/>
                </a:moveTo>
                <a:lnTo>
                  <a:pt x="3038" y="814"/>
                </a:lnTo>
                <a:lnTo>
                  <a:pt x="3252" y="856"/>
                </a:lnTo>
                <a:lnTo>
                  <a:pt x="3423" y="899"/>
                </a:lnTo>
                <a:lnTo>
                  <a:pt x="3595" y="963"/>
                </a:lnTo>
                <a:lnTo>
                  <a:pt x="3787" y="1006"/>
                </a:lnTo>
                <a:lnTo>
                  <a:pt x="3958" y="1027"/>
                </a:lnTo>
                <a:lnTo>
                  <a:pt x="4023" y="1027"/>
                </a:lnTo>
                <a:lnTo>
                  <a:pt x="4087" y="1006"/>
                </a:lnTo>
                <a:lnTo>
                  <a:pt x="4151" y="1006"/>
                </a:lnTo>
                <a:lnTo>
                  <a:pt x="4215" y="1027"/>
                </a:lnTo>
                <a:lnTo>
                  <a:pt x="4279" y="1070"/>
                </a:lnTo>
                <a:lnTo>
                  <a:pt x="4343" y="1134"/>
                </a:lnTo>
                <a:lnTo>
                  <a:pt x="4472" y="1241"/>
                </a:lnTo>
                <a:lnTo>
                  <a:pt x="4579" y="1348"/>
                </a:lnTo>
                <a:lnTo>
                  <a:pt x="4686" y="1455"/>
                </a:lnTo>
                <a:lnTo>
                  <a:pt x="4878" y="1669"/>
                </a:lnTo>
                <a:lnTo>
                  <a:pt x="5092" y="1883"/>
                </a:lnTo>
                <a:lnTo>
                  <a:pt x="5285" y="2119"/>
                </a:lnTo>
                <a:lnTo>
                  <a:pt x="5456" y="2354"/>
                </a:lnTo>
                <a:lnTo>
                  <a:pt x="5627" y="2611"/>
                </a:lnTo>
                <a:lnTo>
                  <a:pt x="5777" y="2868"/>
                </a:lnTo>
                <a:lnTo>
                  <a:pt x="5905" y="3124"/>
                </a:lnTo>
                <a:lnTo>
                  <a:pt x="6034" y="3402"/>
                </a:lnTo>
                <a:lnTo>
                  <a:pt x="6119" y="3681"/>
                </a:lnTo>
                <a:lnTo>
                  <a:pt x="6205" y="3980"/>
                </a:lnTo>
                <a:lnTo>
                  <a:pt x="6269" y="4280"/>
                </a:lnTo>
                <a:lnTo>
                  <a:pt x="6290" y="4579"/>
                </a:lnTo>
                <a:lnTo>
                  <a:pt x="6312" y="4900"/>
                </a:lnTo>
                <a:lnTo>
                  <a:pt x="6312" y="5242"/>
                </a:lnTo>
                <a:lnTo>
                  <a:pt x="6312" y="5435"/>
                </a:lnTo>
                <a:lnTo>
                  <a:pt x="6312" y="5606"/>
                </a:lnTo>
                <a:lnTo>
                  <a:pt x="6290" y="5713"/>
                </a:lnTo>
                <a:lnTo>
                  <a:pt x="6248" y="5799"/>
                </a:lnTo>
                <a:lnTo>
                  <a:pt x="6226" y="5863"/>
                </a:lnTo>
                <a:lnTo>
                  <a:pt x="6162" y="5906"/>
                </a:lnTo>
                <a:lnTo>
                  <a:pt x="6098" y="5927"/>
                </a:lnTo>
                <a:lnTo>
                  <a:pt x="6034" y="5948"/>
                </a:lnTo>
                <a:lnTo>
                  <a:pt x="5841" y="5970"/>
                </a:lnTo>
                <a:lnTo>
                  <a:pt x="5477" y="5991"/>
                </a:lnTo>
                <a:lnTo>
                  <a:pt x="5221" y="5991"/>
                </a:lnTo>
                <a:lnTo>
                  <a:pt x="5135" y="5948"/>
                </a:lnTo>
                <a:lnTo>
                  <a:pt x="5092" y="5927"/>
                </a:lnTo>
                <a:lnTo>
                  <a:pt x="5050" y="5884"/>
                </a:lnTo>
                <a:lnTo>
                  <a:pt x="4964" y="5799"/>
                </a:lnTo>
                <a:lnTo>
                  <a:pt x="4900" y="5756"/>
                </a:lnTo>
                <a:lnTo>
                  <a:pt x="4793" y="5756"/>
                </a:lnTo>
                <a:lnTo>
                  <a:pt x="4707" y="5820"/>
                </a:lnTo>
                <a:lnTo>
                  <a:pt x="4622" y="5884"/>
                </a:lnTo>
                <a:lnTo>
                  <a:pt x="4557" y="5970"/>
                </a:lnTo>
                <a:lnTo>
                  <a:pt x="4493" y="6034"/>
                </a:lnTo>
                <a:lnTo>
                  <a:pt x="4408" y="6098"/>
                </a:lnTo>
                <a:lnTo>
                  <a:pt x="4258" y="6184"/>
                </a:lnTo>
                <a:lnTo>
                  <a:pt x="4108" y="6269"/>
                </a:lnTo>
                <a:lnTo>
                  <a:pt x="3958" y="6334"/>
                </a:lnTo>
                <a:lnTo>
                  <a:pt x="3787" y="6355"/>
                </a:lnTo>
                <a:lnTo>
                  <a:pt x="3595" y="6355"/>
                </a:lnTo>
                <a:lnTo>
                  <a:pt x="3381" y="6334"/>
                </a:lnTo>
                <a:lnTo>
                  <a:pt x="2974" y="6227"/>
                </a:lnTo>
                <a:lnTo>
                  <a:pt x="2782" y="6205"/>
                </a:lnTo>
                <a:lnTo>
                  <a:pt x="2610" y="6184"/>
                </a:lnTo>
                <a:lnTo>
                  <a:pt x="2568" y="6227"/>
                </a:lnTo>
                <a:lnTo>
                  <a:pt x="2525" y="6248"/>
                </a:lnTo>
                <a:lnTo>
                  <a:pt x="2482" y="6227"/>
                </a:lnTo>
                <a:lnTo>
                  <a:pt x="2461" y="6205"/>
                </a:lnTo>
                <a:lnTo>
                  <a:pt x="2396" y="6141"/>
                </a:lnTo>
                <a:lnTo>
                  <a:pt x="2354" y="6055"/>
                </a:lnTo>
                <a:lnTo>
                  <a:pt x="2311" y="5970"/>
                </a:lnTo>
                <a:lnTo>
                  <a:pt x="2247" y="5799"/>
                </a:lnTo>
                <a:lnTo>
                  <a:pt x="2204" y="5735"/>
                </a:lnTo>
                <a:lnTo>
                  <a:pt x="2161" y="5670"/>
                </a:lnTo>
                <a:lnTo>
                  <a:pt x="2076" y="5628"/>
                </a:lnTo>
                <a:lnTo>
                  <a:pt x="1969" y="5606"/>
                </a:lnTo>
                <a:lnTo>
                  <a:pt x="1904" y="5628"/>
                </a:lnTo>
                <a:lnTo>
                  <a:pt x="1840" y="5670"/>
                </a:lnTo>
                <a:lnTo>
                  <a:pt x="1776" y="5713"/>
                </a:lnTo>
                <a:lnTo>
                  <a:pt x="1755" y="5777"/>
                </a:lnTo>
                <a:lnTo>
                  <a:pt x="1712" y="5927"/>
                </a:lnTo>
                <a:lnTo>
                  <a:pt x="1712" y="6077"/>
                </a:lnTo>
                <a:lnTo>
                  <a:pt x="1648" y="5991"/>
                </a:lnTo>
                <a:lnTo>
                  <a:pt x="1626" y="5906"/>
                </a:lnTo>
                <a:lnTo>
                  <a:pt x="1605" y="5842"/>
                </a:lnTo>
                <a:lnTo>
                  <a:pt x="1626" y="5713"/>
                </a:lnTo>
                <a:lnTo>
                  <a:pt x="1669" y="5521"/>
                </a:lnTo>
                <a:lnTo>
                  <a:pt x="1712" y="5328"/>
                </a:lnTo>
                <a:lnTo>
                  <a:pt x="1626" y="5307"/>
                </a:lnTo>
                <a:lnTo>
                  <a:pt x="1562" y="5328"/>
                </a:lnTo>
                <a:lnTo>
                  <a:pt x="1498" y="5371"/>
                </a:lnTo>
                <a:lnTo>
                  <a:pt x="1434" y="5435"/>
                </a:lnTo>
                <a:lnTo>
                  <a:pt x="1369" y="5585"/>
                </a:lnTo>
                <a:lnTo>
                  <a:pt x="1305" y="5735"/>
                </a:lnTo>
                <a:lnTo>
                  <a:pt x="1198" y="5649"/>
                </a:lnTo>
                <a:lnTo>
                  <a:pt x="1134" y="5542"/>
                </a:lnTo>
                <a:lnTo>
                  <a:pt x="1113" y="5435"/>
                </a:lnTo>
                <a:lnTo>
                  <a:pt x="1113" y="5307"/>
                </a:lnTo>
                <a:lnTo>
                  <a:pt x="1134" y="5178"/>
                </a:lnTo>
                <a:lnTo>
                  <a:pt x="1177" y="5071"/>
                </a:lnTo>
                <a:lnTo>
                  <a:pt x="1262" y="4836"/>
                </a:lnTo>
                <a:lnTo>
                  <a:pt x="1327" y="4622"/>
                </a:lnTo>
                <a:lnTo>
                  <a:pt x="1369" y="4515"/>
                </a:lnTo>
                <a:lnTo>
                  <a:pt x="1348" y="4472"/>
                </a:lnTo>
                <a:lnTo>
                  <a:pt x="1327" y="4451"/>
                </a:lnTo>
                <a:lnTo>
                  <a:pt x="1241" y="4451"/>
                </a:lnTo>
                <a:lnTo>
                  <a:pt x="1177" y="4515"/>
                </a:lnTo>
                <a:lnTo>
                  <a:pt x="1134" y="4601"/>
                </a:lnTo>
                <a:lnTo>
                  <a:pt x="1091" y="4622"/>
                </a:lnTo>
                <a:lnTo>
                  <a:pt x="1070" y="4643"/>
                </a:lnTo>
                <a:lnTo>
                  <a:pt x="1412" y="3681"/>
                </a:lnTo>
                <a:lnTo>
                  <a:pt x="1476" y="3574"/>
                </a:lnTo>
                <a:lnTo>
                  <a:pt x="1519" y="3424"/>
                </a:lnTo>
                <a:lnTo>
                  <a:pt x="1541" y="3338"/>
                </a:lnTo>
                <a:lnTo>
                  <a:pt x="1541" y="3274"/>
                </a:lnTo>
                <a:lnTo>
                  <a:pt x="1519" y="3231"/>
                </a:lnTo>
                <a:lnTo>
                  <a:pt x="1476" y="3188"/>
                </a:lnTo>
                <a:lnTo>
                  <a:pt x="1412" y="3188"/>
                </a:lnTo>
                <a:lnTo>
                  <a:pt x="1348" y="3231"/>
                </a:lnTo>
                <a:lnTo>
                  <a:pt x="1284" y="3274"/>
                </a:lnTo>
                <a:lnTo>
                  <a:pt x="1241" y="3317"/>
                </a:lnTo>
                <a:lnTo>
                  <a:pt x="1156" y="3467"/>
                </a:lnTo>
                <a:lnTo>
                  <a:pt x="1091" y="3574"/>
                </a:lnTo>
                <a:lnTo>
                  <a:pt x="1091" y="3552"/>
                </a:lnTo>
                <a:lnTo>
                  <a:pt x="1091" y="3488"/>
                </a:lnTo>
                <a:lnTo>
                  <a:pt x="1134" y="3338"/>
                </a:lnTo>
                <a:lnTo>
                  <a:pt x="1220" y="3060"/>
                </a:lnTo>
                <a:lnTo>
                  <a:pt x="1327" y="2782"/>
                </a:lnTo>
                <a:lnTo>
                  <a:pt x="1391" y="2632"/>
                </a:lnTo>
                <a:lnTo>
                  <a:pt x="1391" y="2568"/>
                </a:lnTo>
                <a:lnTo>
                  <a:pt x="1369" y="2589"/>
                </a:lnTo>
                <a:lnTo>
                  <a:pt x="1327" y="2589"/>
                </a:lnTo>
                <a:lnTo>
                  <a:pt x="1455" y="2354"/>
                </a:lnTo>
                <a:lnTo>
                  <a:pt x="1626" y="2119"/>
                </a:lnTo>
                <a:lnTo>
                  <a:pt x="1969" y="1691"/>
                </a:lnTo>
                <a:lnTo>
                  <a:pt x="2311" y="1263"/>
                </a:lnTo>
                <a:lnTo>
                  <a:pt x="2482" y="1027"/>
                </a:lnTo>
                <a:lnTo>
                  <a:pt x="2632" y="814"/>
                </a:lnTo>
                <a:lnTo>
                  <a:pt x="2717" y="792"/>
                </a:lnTo>
                <a:lnTo>
                  <a:pt x="2846" y="771"/>
                </a:lnTo>
                <a:close/>
                <a:moveTo>
                  <a:pt x="2953" y="0"/>
                </a:moveTo>
                <a:lnTo>
                  <a:pt x="2610" y="22"/>
                </a:lnTo>
                <a:lnTo>
                  <a:pt x="2247" y="43"/>
                </a:lnTo>
                <a:lnTo>
                  <a:pt x="2076" y="86"/>
                </a:lnTo>
                <a:lnTo>
                  <a:pt x="1904" y="129"/>
                </a:lnTo>
                <a:lnTo>
                  <a:pt x="1755" y="193"/>
                </a:lnTo>
                <a:lnTo>
                  <a:pt x="1626" y="300"/>
                </a:lnTo>
                <a:lnTo>
                  <a:pt x="1562" y="364"/>
                </a:lnTo>
                <a:lnTo>
                  <a:pt x="1498" y="428"/>
                </a:lnTo>
                <a:lnTo>
                  <a:pt x="1412" y="600"/>
                </a:lnTo>
                <a:lnTo>
                  <a:pt x="1305" y="749"/>
                </a:lnTo>
                <a:lnTo>
                  <a:pt x="1262" y="814"/>
                </a:lnTo>
                <a:lnTo>
                  <a:pt x="1198" y="878"/>
                </a:lnTo>
                <a:lnTo>
                  <a:pt x="1027" y="963"/>
                </a:lnTo>
                <a:lnTo>
                  <a:pt x="856" y="1027"/>
                </a:lnTo>
                <a:lnTo>
                  <a:pt x="685" y="1092"/>
                </a:lnTo>
                <a:lnTo>
                  <a:pt x="535" y="1156"/>
                </a:lnTo>
                <a:lnTo>
                  <a:pt x="471" y="1220"/>
                </a:lnTo>
                <a:lnTo>
                  <a:pt x="428" y="1263"/>
                </a:lnTo>
                <a:lnTo>
                  <a:pt x="428" y="1327"/>
                </a:lnTo>
                <a:lnTo>
                  <a:pt x="428" y="1391"/>
                </a:lnTo>
                <a:lnTo>
                  <a:pt x="449" y="1455"/>
                </a:lnTo>
                <a:lnTo>
                  <a:pt x="492" y="1498"/>
                </a:lnTo>
                <a:lnTo>
                  <a:pt x="556" y="1520"/>
                </a:lnTo>
                <a:lnTo>
                  <a:pt x="642" y="1541"/>
                </a:lnTo>
                <a:lnTo>
                  <a:pt x="728" y="1520"/>
                </a:lnTo>
                <a:lnTo>
                  <a:pt x="813" y="1498"/>
                </a:lnTo>
                <a:lnTo>
                  <a:pt x="984" y="1413"/>
                </a:lnTo>
                <a:lnTo>
                  <a:pt x="1284" y="1241"/>
                </a:lnTo>
                <a:lnTo>
                  <a:pt x="1369" y="1177"/>
                </a:lnTo>
                <a:lnTo>
                  <a:pt x="1455" y="1113"/>
                </a:lnTo>
                <a:lnTo>
                  <a:pt x="1562" y="963"/>
                </a:lnTo>
                <a:lnTo>
                  <a:pt x="1690" y="792"/>
                </a:lnTo>
                <a:lnTo>
                  <a:pt x="1819" y="621"/>
                </a:lnTo>
                <a:lnTo>
                  <a:pt x="1883" y="557"/>
                </a:lnTo>
                <a:lnTo>
                  <a:pt x="1969" y="514"/>
                </a:lnTo>
                <a:lnTo>
                  <a:pt x="2161" y="428"/>
                </a:lnTo>
                <a:lnTo>
                  <a:pt x="2396" y="407"/>
                </a:lnTo>
                <a:lnTo>
                  <a:pt x="2568" y="407"/>
                </a:lnTo>
                <a:lnTo>
                  <a:pt x="2589" y="428"/>
                </a:lnTo>
                <a:lnTo>
                  <a:pt x="2610" y="450"/>
                </a:lnTo>
                <a:lnTo>
                  <a:pt x="2589" y="471"/>
                </a:lnTo>
                <a:lnTo>
                  <a:pt x="2568" y="514"/>
                </a:lnTo>
                <a:lnTo>
                  <a:pt x="2503" y="535"/>
                </a:lnTo>
                <a:lnTo>
                  <a:pt x="2482" y="557"/>
                </a:lnTo>
                <a:lnTo>
                  <a:pt x="2311" y="664"/>
                </a:lnTo>
                <a:lnTo>
                  <a:pt x="2140" y="771"/>
                </a:lnTo>
                <a:lnTo>
                  <a:pt x="1840" y="1049"/>
                </a:lnTo>
                <a:lnTo>
                  <a:pt x="1562" y="1348"/>
                </a:lnTo>
                <a:lnTo>
                  <a:pt x="1305" y="1669"/>
                </a:lnTo>
                <a:lnTo>
                  <a:pt x="1070" y="2033"/>
                </a:lnTo>
                <a:lnTo>
                  <a:pt x="856" y="2397"/>
                </a:lnTo>
                <a:lnTo>
                  <a:pt x="685" y="2761"/>
                </a:lnTo>
                <a:lnTo>
                  <a:pt x="514" y="3124"/>
                </a:lnTo>
                <a:lnTo>
                  <a:pt x="385" y="3467"/>
                </a:lnTo>
                <a:lnTo>
                  <a:pt x="257" y="3852"/>
                </a:lnTo>
                <a:lnTo>
                  <a:pt x="64" y="4579"/>
                </a:lnTo>
                <a:lnTo>
                  <a:pt x="22" y="4750"/>
                </a:lnTo>
                <a:lnTo>
                  <a:pt x="0" y="4943"/>
                </a:lnTo>
                <a:lnTo>
                  <a:pt x="0" y="5114"/>
                </a:lnTo>
                <a:lnTo>
                  <a:pt x="0" y="5285"/>
                </a:lnTo>
                <a:lnTo>
                  <a:pt x="43" y="5456"/>
                </a:lnTo>
                <a:lnTo>
                  <a:pt x="86" y="5628"/>
                </a:lnTo>
                <a:lnTo>
                  <a:pt x="171" y="5777"/>
                </a:lnTo>
                <a:lnTo>
                  <a:pt x="257" y="5927"/>
                </a:lnTo>
                <a:lnTo>
                  <a:pt x="471" y="6162"/>
                </a:lnTo>
                <a:lnTo>
                  <a:pt x="578" y="6269"/>
                </a:lnTo>
                <a:lnTo>
                  <a:pt x="685" y="6355"/>
                </a:lnTo>
                <a:lnTo>
                  <a:pt x="792" y="6441"/>
                </a:lnTo>
                <a:lnTo>
                  <a:pt x="920" y="6505"/>
                </a:lnTo>
                <a:lnTo>
                  <a:pt x="1070" y="6569"/>
                </a:lnTo>
                <a:lnTo>
                  <a:pt x="1220" y="6612"/>
                </a:lnTo>
                <a:lnTo>
                  <a:pt x="1369" y="6612"/>
                </a:lnTo>
                <a:lnTo>
                  <a:pt x="1498" y="6590"/>
                </a:lnTo>
                <a:lnTo>
                  <a:pt x="1797" y="6569"/>
                </a:lnTo>
                <a:lnTo>
                  <a:pt x="1947" y="6569"/>
                </a:lnTo>
                <a:lnTo>
                  <a:pt x="2011" y="6590"/>
                </a:lnTo>
                <a:lnTo>
                  <a:pt x="2097" y="6655"/>
                </a:lnTo>
                <a:lnTo>
                  <a:pt x="2268" y="6783"/>
                </a:lnTo>
                <a:lnTo>
                  <a:pt x="2418" y="6890"/>
                </a:lnTo>
                <a:lnTo>
                  <a:pt x="2610" y="6975"/>
                </a:lnTo>
                <a:lnTo>
                  <a:pt x="2782" y="7040"/>
                </a:lnTo>
                <a:lnTo>
                  <a:pt x="2953" y="7082"/>
                </a:lnTo>
                <a:lnTo>
                  <a:pt x="3167" y="7082"/>
                </a:lnTo>
                <a:lnTo>
                  <a:pt x="3316" y="7040"/>
                </a:lnTo>
                <a:lnTo>
                  <a:pt x="3466" y="6975"/>
                </a:lnTo>
                <a:lnTo>
                  <a:pt x="3616" y="6933"/>
                </a:lnTo>
                <a:lnTo>
                  <a:pt x="3787" y="6869"/>
                </a:lnTo>
                <a:lnTo>
                  <a:pt x="3980" y="6826"/>
                </a:lnTo>
                <a:lnTo>
                  <a:pt x="4172" y="6762"/>
                </a:lnTo>
                <a:lnTo>
                  <a:pt x="4343" y="6697"/>
                </a:lnTo>
                <a:lnTo>
                  <a:pt x="4536" y="6590"/>
                </a:lnTo>
                <a:lnTo>
                  <a:pt x="4664" y="6483"/>
                </a:lnTo>
                <a:lnTo>
                  <a:pt x="4729" y="6441"/>
                </a:lnTo>
                <a:lnTo>
                  <a:pt x="4793" y="6419"/>
                </a:lnTo>
                <a:lnTo>
                  <a:pt x="4857" y="6398"/>
                </a:lnTo>
                <a:lnTo>
                  <a:pt x="4878" y="6419"/>
                </a:lnTo>
                <a:lnTo>
                  <a:pt x="4857" y="6462"/>
                </a:lnTo>
                <a:lnTo>
                  <a:pt x="4900" y="6505"/>
                </a:lnTo>
                <a:lnTo>
                  <a:pt x="4943" y="6569"/>
                </a:lnTo>
                <a:lnTo>
                  <a:pt x="5007" y="6612"/>
                </a:lnTo>
                <a:lnTo>
                  <a:pt x="5178" y="6676"/>
                </a:lnTo>
                <a:lnTo>
                  <a:pt x="5349" y="6719"/>
                </a:lnTo>
                <a:lnTo>
                  <a:pt x="5499" y="6740"/>
                </a:lnTo>
                <a:lnTo>
                  <a:pt x="5734" y="6762"/>
                </a:lnTo>
                <a:lnTo>
                  <a:pt x="5948" y="6740"/>
                </a:lnTo>
                <a:lnTo>
                  <a:pt x="6119" y="6655"/>
                </a:lnTo>
                <a:lnTo>
                  <a:pt x="6333" y="6526"/>
                </a:lnTo>
                <a:lnTo>
                  <a:pt x="6547" y="6355"/>
                </a:lnTo>
                <a:lnTo>
                  <a:pt x="6654" y="6269"/>
                </a:lnTo>
                <a:lnTo>
                  <a:pt x="6740" y="6162"/>
                </a:lnTo>
                <a:lnTo>
                  <a:pt x="6804" y="6034"/>
                </a:lnTo>
                <a:lnTo>
                  <a:pt x="6847" y="5906"/>
                </a:lnTo>
                <a:lnTo>
                  <a:pt x="6868" y="5777"/>
                </a:lnTo>
                <a:lnTo>
                  <a:pt x="6868" y="5628"/>
                </a:lnTo>
                <a:lnTo>
                  <a:pt x="6847" y="5414"/>
                </a:lnTo>
                <a:lnTo>
                  <a:pt x="6847" y="5200"/>
                </a:lnTo>
                <a:lnTo>
                  <a:pt x="6847" y="4772"/>
                </a:lnTo>
                <a:lnTo>
                  <a:pt x="6804" y="4387"/>
                </a:lnTo>
                <a:lnTo>
                  <a:pt x="6761" y="4023"/>
                </a:lnTo>
                <a:lnTo>
                  <a:pt x="6676" y="3659"/>
                </a:lnTo>
                <a:lnTo>
                  <a:pt x="6547" y="3295"/>
                </a:lnTo>
                <a:lnTo>
                  <a:pt x="6376" y="2932"/>
                </a:lnTo>
                <a:lnTo>
                  <a:pt x="6205" y="2568"/>
                </a:lnTo>
                <a:lnTo>
                  <a:pt x="5991" y="2247"/>
                </a:lnTo>
                <a:lnTo>
                  <a:pt x="5756" y="1926"/>
                </a:lnTo>
                <a:lnTo>
                  <a:pt x="5499" y="1627"/>
                </a:lnTo>
                <a:lnTo>
                  <a:pt x="5221" y="1348"/>
                </a:lnTo>
                <a:lnTo>
                  <a:pt x="4943" y="1092"/>
                </a:lnTo>
                <a:lnTo>
                  <a:pt x="4622" y="835"/>
                </a:lnTo>
                <a:lnTo>
                  <a:pt x="4515" y="771"/>
                </a:lnTo>
                <a:lnTo>
                  <a:pt x="4343" y="685"/>
                </a:lnTo>
                <a:lnTo>
                  <a:pt x="4194" y="600"/>
                </a:lnTo>
                <a:lnTo>
                  <a:pt x="4130" y="557"/>
                </a:lnTo>
                <a:lnTo>
                  <a:pt x="4108" y="514"/>
                </a:lnTo>
                <a:lnTo>
                  <a:pt x="4087" y="471"/>
                </a:lnTo>
                <a:lnTo>
                  <a:pt x="4087" y="407"/>
                </a:lnTo>
                <a:lnTo>
                  <a:pt x="4087" y="279"/>
                </a:lnTo>
                <a:lnTo>
                  <a:pt x="4087" y="172"/>
                </a:lnTo>
                <a:lnTo>
                  <a:pt x="4065" y="129"/>
                </a:lnTo>
                <a:lnTo>
                  <a:pt x="4023" y="86"/>
                </a:lnTo>
                <a:lnTo>
                  <a:pt x="3937" y="43"/>
                </a:lnTo>
                <a:lnTo>
                  <a:pt x="3830" y="22"/>
                </a:lnTo>
                <a:lnTo>
                  <a:pt x="3616" y="22"/>
                </a:lnTo>
                <a:lnTo>
                  <a:pt x="3274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28"/>
          <p:cNvSpPr/>
          <p:nvPr/>
        </p:nvSpPr>
        <p:spPr>
          <a:xfrm>
            <a:off x="4686439" y="964675"/>
            <a:ext cx="226075" cy="241147"/>
          </a:xfrm>
          <a:custGeom>
            <a:rect b="b" l="l" r="r" t="t"/>
            <a:pathLst>
              <a:path extrusionOk="0" h="4109" w="2676">
                <a:moveTo>
                  <a:pt x="1028" y="835"/>
                </a:moveTo>
                <a:lnTo>
                  <a:pt x="1049" y="856"/>
                </a:lnTo>
                <a:lnTo>
                  <a:pt x="1092" y="942"/>
                </a:lnTo>
                <a:lnTo>
                  <a:pt x="1156" y="1156"/>
                </a:lnTo>
                <a:lnTo>
                  <a:pt x="1199" y="1412"/>
                </a:lnTo>
                <a:lnTo>
                  <a:pt x="1221" y="1562"/>
                </a:lnTo>
                <a:lnTo>
                  <a:pt x="1114" y="1562"/>
                </a:lnTo>
                <a:lnTo>
                  <a:pt x="1049" y="1519"/>
                </a:lnTo>
                <a:lnTo>
                  <a:pt x="1028" y="1455"/>
                </a:lnTo>
                <a:lnTo>
                  <a:pt x="1007" y="1348"/>
                </a:lnTo>
                <a:lnTo>
                  <a:pt x="942" y="1198"/>
                </a:lnTo>
                <a:lnTo>
                  <a:pt x="921" y="1113"/>
                </a:lnTo>
                <a:lnTo>
                  <a:pt x="900" y="1027"/>
                </a:lnTo>
                <a:lnTo>
                  <a:pt x="921" y="942"/>
                </a:lnTo>
                <a:lnTo>
                  <a:pt x="942" y="920"/>
                </a:lnTo>
                <a:lnTo>
                  <a:pt x="964" y="899"/>
                </a:lnTo>
                <a:lnTo>
                  <a:pt x="1028" y="835"/>
                </a:lnTo>
                <a:close/>
                <a:moveTo>
                  <a:pt x="1798" y="2140"/>
                </a:moveTo>
                <a:lnTo>
                  <a:pt x="1948" y="2183"/>
                </a:lnTo>
                <a:lnTo>
                  <a:pt x="2076" y="2225"/>
                </a:lnTo>
                <a:lnTo>
                  <a:pt x="2141" y="2247"/>
                </a:lnTo>
                <a:lnTo>
                  <a:pt x="2205" y="2290"/>
                </a:lnTo>
                <a:lnTo>
                  <a:pt x="2248" y="2354"/>
                </a:lnTo>
                <a:lnTo>
                  <a:pt x="2269" y="2418"/>
                </a:lnTo>
                <a:lnTo>
                  <a:pt x="2248" y="2525"/>
                </a:lnTo>
                <a:lnTo>
                  <a:pt x="2226" y="2675"/>
                </a:lnTo>
                <a:lnTo>
                  <a:pt x="2162" y="2803"/>
                </a:lnTo>
                <a:lnTo>
                  <a:pt x="2119" y="2825"/>
                </a:lnTo>
                <a:lnTo>
                  <a:pt x="2076" y="2846"/>
                </a:lnTo>
                <a:lnTo>
                  <a:pt x="2012" y="2803"/>
                </a:lnTo>
                <a:lnTo>
                  <a:pt x="1969" y="2718"/>
                </a:lnTo>
                <a:lnTo>
                  <a:pt x="1884" y="2482"/>
                </a:lnTo>
                <a:lnTo>
                  <a:pt x="1820" y="2247"/>
                </a:lnTo>
                <a:lnTo>
                  <a:pt x="1798" y="2140"/>
                </a:lnTo>
                <a:close/>
                <a:moveTo>
                  <a:pt x="1221" y="2033"/>
                </a:moveTo>
                <a:lnTo>
                  <a:pt x="1306" y="2054"/>
                </a:lnTo>
                <a:lnTo>
                  <a:pt x="1392" y="2076"/>
                </a:lnTo>
                <a:lnTo>
                  <a:pt x="1563" y="2546"/>
                </a:lnTo>
                <a:lnTo>
                  <a:pt x="1713" y="3017"/>
                </a:lnTo>
                <a:lnTo>
                  <a:pt x="1627" y="3039"/>
                </a:lnTo>
                <a:lnTo>
                  <a:pt x="1584" y="3039"/>
                </a:lnTo>
                <a:lnTo>
                  <a:pt x="1541" y="2996"/>
                </a:lnTo>
                <a:lnTo>
                  <a:pt x="1499" y="2910"/>
                </a:lnTo>
                <a:lnTo>
                  <a:pt x="1434" y="2760"/>
                </a:lnTo>
                <a:lnTo>
                  <a:pt x="1392" y="2611"/>
                </a:lnTo>
                <a:lnTo>
                  <a:pt x="1285" y="2332"/>
                </a:lnTo>
                <a:lnTo>
                  <a:pt x="1242" y="2183"/>
                </a:lnTo>
                <a:lnTo>
                  <a:pt x="1221" y="2033"/>
                </a:lnTo>
                <a:close/>
                <a:moveTo>
                  <a:pt x="1007" y="0"/>
                </a:moveTo>
                <a:lnTo>
                  <a:pt x="964" y="22"/>
                </a:lnTo>
                <a:lnTo>
                  <a:pt x="942" y="43"/>
                </a:lnTo>
                <a:lnTo>
                  <a:pt x="942" y="86"/>
                </a:lnTo>
                <a:lnTo>
                  <a:pt x="921" y="171"/>
                </a:lnTo>
                <a:lnTo>
                  <a:pt x="921" y="278"/>
                </a:lnTo>
                <a:lnTo>
                  <a:pt x="921" y="343"/>
                </a:lnTo>
                <a:lnTo>
                  <a:pt x="942" y="385"/>
                </a:lnTo>
                <a:lnTo>
                  <a:pt x="921" y="407"/>
                </a:lnTo>
                <a:lnTo>
                  <a:pt x="857" y="450"/>
                </a:lnTo>
                <a:lnTo>
                  <a:pt x="771" y="450"/>
                </a:lnTo>
                <a:lnTo>
                  <a:pt x="728" y="364"/>
                </a:lnTo>
                <a:lnTo>
                  <a:pt x="707" y="278"/>
                </a:lnTo>
                <a:lnTo>
                  <a:pt x="686" y="193"/>
                </a:lnTo>
                <a:lnTo>
                  <a:pt x="643" y="107"/>
                </a:lnTo>
                <a:lnTo>
                  <a:pt x="621" y="86"/>
                </a:lnTo>
                <a:lnTo>
                  <a:pt x="579" y="65"/>
                </a:lnTo>
                <a:lnTo>
                  <a:pt x="514" y="65"/>
                </a:lnTo>
                <a:lnTo>
                  <a:pt x="472" y="107"/>
                </a:lnTo>
                <a:lnTo>
                  <a:pt x="450" y="150"/>
                </a:lnTo>
                <a:lnTo>
                  <a:pt x="429" y="193"/>
                </a:lnTo>
                <a:lnTo>
                  <a:pt x="429" y="300"/>
                </a:lnTo>
                <a:lnTo>
                  <a:pt x="450" y="407"/>
                </a:lnTo>
                <a:lnTo>
                  <a:pt x="450" y="535"/>
                </a:lnTo>
                <a:lnTo>
                  <a:pt x="450" y="578"/>
                </a:lnTo>
                <a:lnTo>
                  <a:pt x="407" y="642"/>
                </a:lnTo>
                <a:lnTo>
                  <a:pt x="365" y="685"/>
                </a:lnTo>
                <a:lnTo>
                  <a:pt x="301" y="728"/>
                </a:lnTo>
                <a:lnTo>
                  <a:pt x="215" y="813"/>
                </a:lnTo>
                <a:lnTo>
                  <a:pt x="108" y="985"/>
                </a:lnTo>
                <a:lnTo>
                  <a:pt x="22" y="1156"/>
                </a:lnTo>
                <a:lnTo>
                  <a:pt x="1" y="1391"/>
                </a:lnTo>
                <a:lnTo>
                  <a:pt x="22" y="1498"/>
                </a:lnTo>
                <a:lnTo>
                  <a:pt x="65" y="1605"/>
                </a:lnTo>
                <a:lnTo>
                  <a:pt x="108" y="1691"/>
                </a:lnTo>
                <a:lnTo>
                  <a:pt x="172" y="1733"/>
                </a:lnTo>
                <a:lnTo>
                  <a:pt x="236" y="1798"/>
                </a:lnTo>
                <a:lnTo>
                  <a:pt x="322" y="1819"/>
                </a:lnTo>
                <a:lnTo>
                  <a:pt x="450" y="1862"/>
                </a:lnTo>
                <a:lnTo>
                  <a:pt x="600" y="1883"/>
                </a:lnTo>
                <a:lnTo>
                  <a:pt x="750" y="1905"/>
                </a:lnTo>
                <a:lnTo>
                  <a:pt x="793" y="1926"/>
                </a:lnTo>
                <a:lnTo>
                  <a:pt x="835" y="1947"/>
                </a:lnTo>
                <a:lnTo>
                  <a:pt x="900" y="2033"/>
                </a:lnTo>
                <a:lnTo>
                  <a:pt x="942" y="2161"/>
                </a:lnTo>
                <a:lnTo>
                  <a:pt x="1007" y="2418"/>
                </a:lnTo>
                <a:lnTo>
                  <a:pt x="1178" y="2910"/>
                </a:lnTo>
                <a:lnTo>
                  <a:pt x="1221" y="3039"/>
                </a:lnTo>
                <a:lnTo>
                  <a:pt x="1221" y="3103"/>
                </a:lnTo>
                <a:lnTo>
                  <a:pt x="1221" y="3145"/>
                </a:lnTo>
                <a:lnTo>
                  <a:pt x="1199" y="3167"/>
                </a:lnTo>
                <a:lnTo>
                  <a:pt x="1156" y="3188"/>
                </a:lnTo>
                <a:lnTo>
                  <a:pt x="1007" y="3210"/>
                </a:lnTo>
                <a:lnTo>
                  <a:pt x="878" y="3188"/>
                </a:lnTo>
                <a:lnTo>
                  <a:pt x="707" y="3167"/>
                </a:lnTo>
                <a:lnTo>
                  <a:pt x="514" y="3145"/>
                </a:lnTo>
                <a:lnTo>
                  <a:pt x="407" y="3145"/>
                </a:lnTo>
                <a:lnTo>
                  <a:pt x="386" y="3167"/>
                </a:lnTo>
                <a:lnTo>
                  <a:pt x="386" y="3210"/>
                </a:lnTo>
                <a:lnTo>
                  <a:pt x="365" y="3317"/>
                </a:lnTo>
                <a:lnTo>
                  <a:pt x="386" y="3424"/>
                </a:lnTo>
                <a:lnTo>
                  <a:pt x="407" y="3488"/>
                </a:lnTo>
                <a:lnTo>
                  <a:pt x="472" y="3552"/>
                </a:lnTo>
                <a:lnTo>
                  <a:pt x="536" y="3595"/>
                </a:lnTo>
                <a:lnTo>
                  <a:pt x="686" y="3659"/>
                </a:lnTo>
                <a:lnTo>
                  <a:pt x="878" y="3680"/>
                </a:lnTo>
                <a:lnTo>
                  <a:pt x="1049" y="3680"/>
                </a:lnTo>
                <a:lnTo>
                  <a:pt x="1242" y="3638"/>
                </a:lnTo>
                <a:lnTo>
                  <a:pt x="1413" y="3638"/>
                </a:lnTo>
                <a:lnTo>
                  <a:pt x="1456" y="3680"/>
                </a:lnTo>
                <a:lnTo>
                  <a:pt x="1499" y="3723"/>
                </a:lnTo>
                <a:lnTo>
                  <a:pt x="1541" y="3787"/>
                </a:lnTo>
                <a:lnTo>
                  <a:pt x="1584" y="3809"/>
                </a:lnTo>
                <a:lnTo>
                  <a:pt x="1648" y="3787"/>
                </a:lnTo>
                <a:lnTo>
                  <a:pt x="1670" y="3787"/>
                </a:lnTo>
                <a:lnTo>
                  <a:pt x="1691" y="3723"/>
                </a:lnTo>
                <a:lnTo>
                  <a:pt x="1691" y="3659"/>
                </a:lnTo>
                <a:lnTo>
                  <a:pt x="1713" y="3595"/>
                </a:lnTo>
                <a:lnTo>
                  <a:pt x="1777" y="3509"/>
                </a:lnTo>
                <a:lnTo>
                  <a:pt x="1820" y="3488"/>
                </a:lnTo>
                <a:lnTo>
                  <a:pt x="1841" y="3488"/>
                </a:lnTo>
                <a:lnTo>
                  <a:pt x="1884" y="3509"/>
                </a:lnTo>
                <a:lnTo>
                  <a:pt x="1927" y="3595"/>
                </a:lnTo>
                <a:lnTo>
                  <a:pt x="2012" y="3787"/>
                </a:lnTo>
                <a:lnTo>
                  <a:pt x="2055" y="3937"/>
                </a:lnTo>
                <a:lnTo>
                  <a:pt x="2098" y="4044"/>
                </a:lnTo>
                <a:lnTo>
                  <a:pt x="2162" y="4108"/>
                </a:lnTo>
                <a:lnTo>
                  <a:pt x="2226" y="4108"/>
                </a:lnTo>
                <a:lnTo>
                  <a:pt x="2248" y="4087"/>
                </a:lnTo>
                <a:lnTo>
                  <a:pt x="2290" y="4023"/>
                </a:lnTo>
                <a:lnTo>
                  <a:pt x="2312" y="3916"/>
                </a:lnTo>
                <a:lnTo>
                  <a:pt x="2290" y="3809"/>
                </a:lnTo>
                <a:lnTo>
                  <a:pt x="2248" y="3595"/>
                </a:lnTo>
                <a:lnTo>
                  <a:pt x="2205" y="3509"/>
                </a:lnTo>
                <a:lnTo>
                  <a:pt x="2183" y="3402"/>
                </a:lnTo>
                <a:lnTo>
                  <a:pt x="2205" y="3295"/>
                </a:lnTo>
                <a:lnTo>
                  <a:pt x="2226" y="3274"/>
                </a:lnTo>
                <a:lnTo>
                  <a:pt x="2269" y="3231"/>
                </a:lnTo>
                <a:lnTo>
                  <a:pt x="2354" y="3124"/>
                </a:lnTo>
                <a:lnTo>
                  <a:pt x="2461" y="3039"/>
                </a:lnTo>
                <a:lnTo>
                  <a:pt x="2547" y="2953"/>
                </a:lnTo>
                <a:lnTo>
                  <a:pt x="2633" y="2825"/>
                </a:lnTo>
                <a:lnTo>
                  <a:pt x="2654" y="2718"/>
                </a:lnTo>
                <a:lnTo>
                  <a:pt x="2675" y="2611"/>
                </a:lnTo>
                <a:lnTo>
                  <a:pt x="2654" y="2418"/>
                </a:lnTo>
                <a:lnTo>
                  <a:pt x="2611" y="2225"/>
                </a:lnTo>
                <a:lnTo>
                  <a:pt x="2526" y="2054"/>
                </a:lnTo>
                <a:lnTo>
                  <a:pt x="2397" y="1905"/>
                </a:lnTo>
                <a:lnTo>
                  <a:pt x="2248" y="1755"/>
                </a:lnTo>
                <a:lnTo>
                  <a:pt x="2076" y="1669"/>
                </a:lnTo>
                <a:lnTo>
                  <a:pt x="1884" y="1584"/>
                </a:lnTo>
                <a:lnTo>
                  <a:pt x="1713" y="1562"/>
                </a:lnTo>
                <a:lnTo>
                  <a:pt x="1627" y="1562"/>
                </a:lnTo>
                <a:lnTo>
                  <a:pt x="1563" y="1541"/>
                </a:lnTo>
                <a:lnTo>
                  <a:pt x="1541" y="1477"/>
                </a:lnTo>
                <a:lnTo>
                  <a:pt x="1520" y="1370"/>
                </a:lnTo>
                <a:lnTo>
                  <a:pt x="1477" y="1156"/>
                </a:lnTo>
                <a:lnTo>
                  <a:pt x="1392" y="942"/>
                </a:lnTo>
                <a:lnTo>
                  <a:pt x="1349" y="813"/>
                </a:lnTo>
                <a:lnTo>
                  <a:pt x="1349" y="771"/>
                </a:lnTo>
                <a:lnTo>
                  <a:pt x="1392" y="728"/>
                </a:lnTo>
                <a:lnTo>
                  <a:pt x="1499" y="685"/>
                </a:lnTo>
                <a:lnTo>
                  <a:pt x="1648" y="685"/>
                </a:lnTo>
                <a:lnTo>
                  <a:pt x="1798" y="664"/>
                </a:lnTo>
                <a:lnTo>
                  <a:pt x="1884" y="664"/>
                </a:lnTo>
                <a:lnTo>
                  <a:pt x="1948" y="621"/>
                </a:lnTo>
                <a:lnTo>
                  <a:pt x="2012" y="578"/>
                </a:lnTo>
                <a:lnTo>
                  <a:pt x="2055" y="514"/>
                </a:lnTo>
                <a:lnTo>
                  <a:pt x="2076" y="428"/>
                </a:lnTo>
                <a:lnTo>
                  <a:pt x="2055" y="364"/>
                </a:lnTo>
                <a:lnTo>
                  <a:pt x="2012" y="300"/>
                </a:lnTo>
                <a:lnTo>
                  <a:pt x="1927" y="278"/>
                </a:lnTo>
                <a:lnTo>
                  <a:pt x="1777" y="236"/>
                </a:lnTo>
                <a:lnTo>
                  <a:pt x="1606" y="236"/>
                </a:lnTo>
                <a:lnTo>
                  <a:pt x="1413" y="257"/>
                </a:lnTo>
                <a:lnTo>
                  <a:pt x="1306" y="278"/>
                </a:lnTo>
                <a:lnTo>
                  <a:pt x="1221" y="278"/>
                </a:lnTo>
                <a:lnTo>
                  <a:pt x="1199" y="257"/>
                </a:lnTo>
                <a:lnTo>
                  <a:pt x="1178" y="236"/>
                </a:lnTo>
                <a:lnTo>
                  <a:pt x="1156" y="150"/>
                </a:lnTo>
                <a:lnTo>
                  <a:pt x="1135" y="86"/>
                </a:lnTo>
                <a:lnTo>
                  <a:pt x="1114" y="43"/>
                </a:lnTo>
                <a:lnTo>
                  <a:pt x="1071" y="22"/>
                </a:lnTo>
                <a:lnTo>
                  <a:pt x="1007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28"/>
          <p:cNvSpPr/>
          <p:nvPr/>
        </p:nvSpPr>
        <p:spPr>
          <a:xfrm>
            <a:off x="6227394" y="721871"/>
            <a:ext cx="430218" cy="470291"/>
          </a:xfrm>
          <a:custGeom>
            <a:rect b="b" l="l" r="r" t="t"/>
            <a:pathLst>
              <a:path extrusionOk="0" h="9180" w="10036">
                <a:moveTo>
                  <a:pt x="9779" y="1049"/>
                </a:moveTo>
                <a:lnTo>
                  <a:pt x="9779" y="1049"/>
                </a:lnTo>
                <a:lnTo>
                  <a:pt x="9672" y="1007"/>
                </a:lnTo>
                <a:lnTo>
                  <a:pt x="9543" y="985"/>
                </a:lnTo>
                <a:lnTo>
                  <a:pt x="9308" y="942"/>
                </a:lnTo>
                <a:lnTo>
                  <a:pt x="9308" y="942"/>
                </a:lnTo>
                <a:lnTo>
                  <a:pt x="9180" y="921"/>
                </a:lnTo>
                <a:lnTo>
                  <a:pt x="9115" y="921"/>
                </a:lnTo>
                <a:lnTo>
                  <a:pt x="9051" y="878"/>
                </a:lnTo>
                <a:lnTo>
                  <a:pt x="9051" y="878"/>
                </a:lnTo>
                <a:lnTo>
                  <a:pt x="8966" y="835"/>
                </a:lnTo>
                <a:lnTo>
                  <a:pt x="8966" y="835"/>
                </a:lnTo>
                <a:lnTo>
                  <a:pt x="8944" y="814"/>
                </a:lnTo>
                <a:lnTo>
                  <a:pt x="8966" y="835"/>
                </a:lnTo>
                <a:lnTo>
                  <a:pt x="8966" y="835"/>
                </a:lnTo>
                <a:lnTo>
                  <a:pt x="8987" y="814"/>
                </a:lnTo>
                <a:lnTo>
                  <a:pt x="8987" y="771"/>
                </a:lnTo>
                <a:lnTo>
                  <a:pt x="8987" y="771"/>
                </a:lnTo>
                <a:lnTo>
                  <a:pt x="8966" y="664"/>
                </a:lnTo>
                <a:lnTo>
                  <a:pt x="8987" y="557"/>
                </a:lnTo>
                <a:lnTo>
                  <a:pt x="8966" y="450"/>
                </a:lnTo>
                <a:lnTo>
                  <a:pt x="8944" y="386"/>
                </a:lnTo>
                <a:lnTo>
                  <a:pt x="8901" y="322"/>
                </a:lnTo>
                <a:lnTo>
                  <a:pt x="8901" y="322"/>
                </a:lnTo>
                <a:lnTo>
                  <a:pt x="8837" y="258"/>
                </a:lnTo>
                <a:lnTo>
                  <a:pt x="8773" y="194"/>
                </a:lnTo>
                <a:lnTo>
                  <a:pt x="8602" y="108"/>
                </a:lnTo>
                <a:lnTo>
                  <a:pt x="8602" y="108"/>
                </a:lnTo>
                <a:lnTo>
                  <a:pt x="8495" y="87"/>
                </a:lnTo>
                <a:lnTo>
                  <a:pt x="8388" y="65"/>
                </a:lnTo>
                <a:lnTo>
                  <a:pt x="8281" y="87"/>
                </a:lnTo>
                <a:lnTo>
                  <a:pt x="8174" y="129"/>
                </a:lnTo>
                <a:lnTo>
                  <a:pt x="8174" y="129"/>
                </a:lnTo>
                <a:lnTo>
                  <a:pt x="8110" y="215"/>
                </a:lnTo>
                <a:lnTo>
                  <a:pt x="8046" y="300"/>
                </a:lnTo>
                <a:lnTo>
                  <a:pt x="7981" y="386"/>
                </a:lnTo>
                <a:lnTo>
                  <a:pt x="7939" y="407"/>
                </a:lnTo>
                <a:lnTo>
                  <a:pt x="7874" y="429"/>
                </a:lnTo>
                <a:lnTo>
                  <a:pt x="7874" y="429"/>
                </a:lnTo>
                <a:lnTo>
                  <a:pt x="7810" y="407"/>
                </a:lnTo>
                <a:lnTo>
                  <a:pt x="7746" y="386"/>
                </a:lnTo>
                <a:lnTo>
                  <a:pt x="7618" y="322"/>
                </a:lnTo>
                <a:lnTo>
                  <a:pt x="7489" y="236"/>
                </a:lnTo>
                <a:lnTo>
                  <a:pt x="7361" y="172"/>
                </a:lnTo>
                <a:lnTo>
                  <a:pt x="7361" y="172"/>
                </a:lnTo>
                <a:lnTo>
                  <a:pt x="7168" y="108"/>
                </a:lnTo>
                <a:lnTo>
                  <a:pt x="6954" y="65"/>
                </a:lnTo>
                <a:lnTo>
                  <a:pt x="6569" y="22"/>
                </a:lnTo>
                <a:lnTo>
                  <a:pt x="6569" y="22"/>
                </a:lnTo>
                <a:lnTo>
                  <a:pt x="6077" y="1"/>
                </a:lnTo>
                <a:lnTo>
                  <a:pt x="5585" y="1"/>
                </a:lnTo>
                <a:lnTo>
                  <a:pt x="5093" y="44"/>
                </a:lnTo>
                <a:lnTo>
                  <a:pt x="4622" y="108"/>
                </a:lnTo>
                <a:lnTo>
                  <a:pt x="4622" y="108"/>
                </a:lnTo>
                <a:lnTo>
                  <a:pt x="4173" y="194"/>
                </a:lnTo>
                <a:lnTo>
                  <a:pt x="3724" y="300"/>
                </a:lnTo>
                <a:lnTo>
                  <a:pt x="3296" y="450"/>
                </a:lnTo>
                <a:lnTo>
                  <a:pt x="2846" y="600"/>
                </a:lnTo>
                <a:lnTo>
                  <a:pt x="2846" y="600"/>
                </a:lnTo>
                <a:lnTo>
                  <a:pt x="2461" y="750"/>
                </a:lnTo>
                <a:lnTo>
                  <a:pt x="2055" y="921"/>
                </a:lnTo>
                <a:lnTo>
                  <a:pt x="1670" y="1114"/>
                </a:lnTo>
                <a:lnTo>
                  <a:pt x="1499" y="1221"/>
                </a:lnTo>
                <a:lnTo>
                  <a:pt x="1327" y="1327"/>
                </a:lnTo>
                <a:lnTo>
                  <a:pt x="1327" y="1327"/>
                </a:lnTo>
                <a:lnTo>
                  <a:pt x="1113" y="1477"/>
                </a:lnTo>
                <a:lnTo>
                  <a:pt x="964" y="1606"/>
                </a:lnTo>
                <a:lnTo>
                  <a:pt x="793" y="1755"/>
                </a:lnTo>
                <a:lnTo>
                  <a:pt x="664" y="1884"/>
                </a:lnTo>
                <a:lnTo>
                  <a:pt x="557" y="2034"/>
                </a:lnTo>
                <a:lnTo>
                  <a:pt x="557" y="2098"/>
                </a:lnTo>
                <a:lnTo>
                  <a:pt x="557" y="2141"/>
                </a:lnTo>
                <a:lnTo>
                  <a:pt x="579" y="2205"/>
                </a:lnTo>
                <a:lnTo>
                  <a:pt x="621" y="2247"/>
                </a:lnTo>
                <a:lnTo>
                  <a:pt x="621" y="2247"/>
                </a:lnTo>
                <a:lnTo>
                  <a:pt x="686" y="2269"/>
                </a:lnTo>
                <a:lnTo>
                  <a:pt x="728" y="2269"/>
                </a:lnTo>
                <a:lnTo>
                  <a:pt x="835" y="2226"/>
                </a:lnTo>
                <a:lnTo>
                  <a:pt x="1049" y="2119"/>
                </a:lnTo>
                <a:lnTo>
                  <a:pt x="1049" y="2119"/>
                </a:lnTo>
                <a:lnTo>
                  <a:pt x="1242" y="2034"/>
                </a:lnTo>
                <a:lnTo>
                  <a:pt x="1434" y="1969"/>
                </a:lnTo>
                <a:lnTo>
                  <a:pt x="1819" y="1862"/>
                </a:lnTo>
                <a:lnTo>
                  <a:pt x="1819" y="1862"/>
                </a:lnTo>
                <a:lnTo>
                  <a:pt x="2718" y="1606"/>
                </a:lnTo>
                <a:lnTo>
                  <a:pt x="3189" y="1499"/>
                </a:lnTo>
                <a:lnTo>
                  <a:pt x="3424" y="1456"/>
                </a:lnTo>
                <a:lnTo>
                  <a:pt x="3638" y="1434"/>
                </a:lnTo>
                <a:lnTo>
                  <a:pt x="3638" y="1434"/>
                </a:lnTo>
                <a:lnTo>
                  <a:pt x="3809" y="1434"/>
                </a:lnTo>
                <a:lnTo>
                  <a:pt x="3980" y="1456"/>
                </a:lnTo>
                <a:lnTo>
                  <a:pt x="4152" y="1456"/>
                </a:lnTo>
                <a:lnTo>
                  <a:pt x="4301" y="1434"/>
                </a:lnTo>
                <a:lnTo>
                  <a:pt x="4301" y="1434"/>
                </a:lnTo>
                <a:lnTo>
                  <a:pt x="4387" y="1392"/>
                </a:lnTo>
                <a:lnTo>
                  <a:pt x="4451" y="1349"/>
                </a:lnTo>
                <a:lnTo>
                  <a:pt x="4558" y="1242"/>
                </a:lnTo>
                <a:lnTo>
                  <a:pt x="4687" y="1114"/>
                </a:lnTo>
                <a:lnTo>
                  <a:pt x="4751" y="1071"/>
                </a:lnTo>
                <a:lnTo>
                  <a:pt x="4836" y="1049"/>
                </a:lnTo>
                <a:lnTo>
                  <a:pt x="4836" y="1049"/>
                </a:lnTo>
                <a:lnTo>
                  <a:pt x="4879" y="1156"/>
                </a:lnTo>
                <a:lnTo>
                  <a:pt x="4943" y="1285"/>
                </a:lnTo>
                <a:lnTo>
                  <a:pt x="5029" y="1392"/>
                </a:lnTo>
                <a:lnTo>
                  <a:pt x="5093" y="1434"/>
                </a:lnTo>
                <a:lnTo>
                  <a:pt x="5136" y="1456"/>
                </a:lnTo>
                <a:lnTo>
                  <a:pt x="5136" y="1456"/>
                </a:lnTo>
                <a:lnTo>
                  <a:pt x="5200" y="1456"/>
                </a:lnTo>
                <a:lnTo>
                  <a:pt x="5286" y="1434"/>
                </a:lnTo>
                <a:lnTo>
                  <a:pt x="5371" y="1434"/>
                </a:lnTo>
                <a:lnTo>
                  <a:pt x="5435" y="1413"/>
                </a:lnTo>
                <a:lnTo>
                  <a:pt x="5435" y="1413"/>
                </a:lnTo>
                <a:lnTo>
                  <a:pt x="5585" y="1434"/>
                </a:lnTo>
                <a:lnTo>
                  <a:pt x="5756" y="1456"/>
                </a:lnTo>
                <a:lnTo>
                  <a:pt x="5756" y="1456"/>
                </a:lnTo>
                <a:lnTo>
                  <a:pt x="5927" y="1520"/>
                </a:lnTo>
                <a:lnTo>
                  <a:pt x="6013" y="1541"/>
                </a:lnTo>
                <a:lnTo>
                  <a:pt x="6120" y="1520"/>
                </a:lnTo>
                <a:lnTo>
                  <a:pt x="6120" y="1520"/>
                </a:lnTo>
                <a:lnTo>
                  <a:pt x="6248" y="1413"/>
                </a:lnTo>
                <a:lnTo>
                  <a:pt x="6313" y="1349"/>
                </a:lnTo>
                <a:lnTo>
                  <a:pt x="6355" y="1327"/>
                </a:lnTo>
                <a:lnTo>
                  <a:pt x="6355" y="1327"/>
                </a:lnTo>
                <a:lnTo>
                  <a:pt x="6377" y="1349"/>
                </a:lnTo>
                <a:lnTo>
                  <a:pt x="6398" y="1392"/>
                </a:lnTo>
                <a:lnTo>
                  <a:pt x="6377" y="1499"/>
                </a:lnTo>
                <a:lnTo>
                  <a:pt x="6355" y="1627"/>
                </a:lnTo>
                <a:lnTo>
                  <a:pt x="6355" y="1713"/>
                </a:lnTo>
                <a:lnTo>
                  <a:pt x="6355" y="1713"/>
                </a:lnTo>
                <a:lnTo>
                  <a:pt x="6398" y="1820"/>
                </a:lnTo>
                <a:lnTo>
                  <a:pt x="6484" y="1905"/>
                </a:lnTo>
                <a:lnTo>
                  <a:pt x="6591" y="1991"/>
                </a:lnTo>
                <a:lnTo>
                  <a:pt x="6698" y="2055"/>
                </a:lnTo>
                <a:lnTo>
                  <a:pt x="6698" y="2055"/>
                </a:lnTo>
                <a:lnTo>
                  <a:pt x="6954" y="2183"/>
                </a:lnTo>
                <a:lnTo>
                  <a:pt x="7233" y="2312"/>
                </a:lnTo>
                <a:lnTo>
                  <a:pt x="7233" y="2312"/>
                </a:lnTo>
                <a:lnTo>
                  <a:pt x="7468" y="2376"/>
                </a:lnTo>
                <a:lnTo>
                  <a:pt x="7596" y="2419"/>
                </a:lnTo>
                <a:lnTo>
                  <a:pt x="7682" y="2461"/>
                </a:lnTo>
                <a:lnTo>
                  <a:pt x="7682" y="2461"/>
                </a:lnTo>
                <a:lnTo>
                  <a:pt x="7725" y="2504"/>
                </a:lnTo>
                <a:lnTo>
                  <a:pt x="7746" y="2568"/>
                </a:lnTo>
                <a:lnTo>
                  <a:pt x="7768" y="2675"/>
                </a:lnTo>
                <a:lnTo>
                  <a:pt x="7768" y="2825"/>
                </a:lnTo>
                <a:lnTo>
                  <a:pt x="7746" y="2975"/>
                </a:lnTo>
                <a:lnTo>
                  <a:pt x="7661" y="3274"/>
                </a:lnTo>
                <a:lnTo>
                  <a:pt x="7596" y="3510"/>
                </a:lnTo>
                <a:lnTo>
                  <a:pt x="7596" y="3510"/>
                </a:lnTo>
                <a:lnTo>
                  <a:pt x="7468" y="4195"/>
                </a:lnTo>
                <a:lnTo>
                  <a:pt x="7340" y="4858"/>
                </a:lnTo>
                <a:lnTo>
                  <a:pt x="7340" y="4858"/>
                </a:lnTo>
                <a:lnTo>
                  <a:pt x="7211" y="5500"/>
                </a:lnTo>
                <a:lnTo>
                  <a:pt x="7083" y="6142"/>
                </a:lnTo>
                <a:lnTo>
                  <a:pt x="6954" y="6762"/>
                </a:lnTo>
                <a:lnTo>
                  <a:pt x="6783" y="7382"/>
                </a:lnTo>
                <a:lnTo>
                  <a:pt x="6783" y="7382"/>
                </a:lnTo>
                <a:lnTo>
                  <a:pt x="6655" y="7810"/>
                </a:lnTo>
                <a:lnTo>
                  <a:pt x="6591" y="8110"/>
                </a:lnTo>
                <a:lnTo>
                  <a:pt x="6548" y="8431"/>
                </a:lnTo>
                <a:lnTo>
                  <a:pt x="6527" y="8730"/>
                </a:lnTo>
                <a:lnTo>
                  <a:pt x="6548" y="8880"/>
                </a:lnTo>
                <a:lnTo>
                  <a:pt x="6569" y="8987"/>
                </a:lnTo>
                <a:lnTo>
                  <a:pt x="6612" y="9073"/>
                </a:lnTo>
                <a:lnTo>
                  <a:pt x="6698" y="9137"/>
                </a:lnTo>
                <a:lnTo>
                  <a:pt x="6783" y="9158"/>
                </a:lnTo>
                <a:lnTo>
                  <a:pt x="6912" y="9137"/>
                </a:lnTo>
                <a:lnTo>
                  <a:pt x="6912" y="9137"/>
                </a:lnTo>
                <a:lnTo>
                  <a:pt x="7019" y="9094"/>
                </a:lnTo>
                <a:lnTo>
                  <a:pt x="7083" y="9009"/>
                </a:lnTo>
                <a:lnTo>
                  <a:pt x="7147" y="8902"/>
                </a:lnTo>
                <a:lnTo>
                  <a:pt x="7168" y="8773"/>
                </a:lnTo>
                <a:lnTo>
                  <a:pt x="7211" y="8516"/>
                </a:lnTo>
                <a:lnTo>
                  <a:pt x="7233" y="8281"/>
                </a:lnTo>
                <a:lnTo>
                  <a:pt x="7233" y="8281"/>
                </a:lnTo>
                <a:lnTo>
                  <a:pt x="7447" y="7104"/>
                </a:lnTo>
                <a:lnTo>
                  <a:pt x="7447" y="7104"/>
                </a:lnTo>
                <a:lnTo>
                  <a:pt x="7511" y="6805"/>
                </a:lnTo>
                <a:lnTo>
                  <a:pt x="7575" y="6505"/>
                </a:lnTo>
                <a:lnTo>
                  <a:pt x="7725" y="5885"/>
                </a:lnTo>
                <a:lnTo>
                  <a:pt x="7725" y="5885"/>
                </a:lnTo>
                <a:lnTo>
                  <a:pt x="7832" y="5243"/>
                </a:lnTo>
                <a:lnTo>
                  <a:pt x="7874" y="4922"/>
                </a:lnTo>
                <a:lnTo>
                  <a:pt x="7939" y="4601"/>
                </a:lnTo>
                <a:lnTo>
                  <a:pt x="7939" y="4601"/>
                </a:lnTo>
                <a:lnTo>
                  <a:pt x="8067" y="4023"/>
                </a:lnTo>
                <a:lnTo>
                  <a:pt x="8131" y="3745"/>
                </a:lnTo>
                <a:lnTo>
                  <a:pt x="8217" y="3446"/>
                </a:lnTo>
                <a:lnTo>
                  <a:pt x="8217" y="3446"/>
                </a:lnTo>
                <a:lnTo>
                  <a:pt x="8260" y="3296"/>
                </a:lnTo>
                <a:lnTo>
                  <a:pt x="8324" y="3061"/>
                </a:lnTo>
                <a:lnTo>
                  <a:pt x="8431" y="2847"/>
                </a:lnTo>
                <a:lnTo>
                  <a:pt x="8495" y="2782"/>
                </a:lnTo>
                <a:lnTo>
                  <a:pt x="8538" y="2740"/>
                </a:lnTo>
                <a:lnTo>
                  <a:pt x="8538" y="2740"/>
                </a:lnTo>
                <a:lnTo>
                  <a:pt x="8581" y="2740"/>
                </a:lnTo>
                <a:lnTo>
                  <a:pt x="8645" y="2740"/>
                </a:lnTo>
                <a:lnTo>
                  <a:pt x="8773" y="2804"/>
                </a:lnTo>
                <a:lnTo>
                  <a:pt x="8923" y="2868"/>
                </a:lnTo>
                <a:lnTo>
                  <a:pt x="8987" y="2889"/>
                </a:lnTo>
                <a:lnTo>
                  <a:pt x="9051" y="2911"/>
                </a:lnTo>
                <a:lnTo>
                  <a:pt x="9051" y="2911"/>
                </a:lnTo>
                <a:lnTo>
                  <a:pt x="9158" y="2889"/>
                </a:lnTo>
                <a:lnTo>
                  <a:pt x="9265" y="2847"/>
                </a:lnTo>
                <a:lnTo>
                  <a:pt x="9351" y="2782"/>
                </a:lnTo>
                <a:lnTo>
                  <a:pt x="9458" y="2718"/>
                </a:lnTo>
                <a:lnTo>
                  <a:pt x="9458" y="2718"/>
                </a:lnTo>
                <a:lnTo>
                  <a:pt x="9543" y="2633"/>
                </a:lnTo>
                <a:lnTo>
                  <a:pt x="9608" y="2526"/>
                </a:lnTo>
                <a:lnTo>
                  <a:pt x="9715" y="2290"/>
                </a:lnTo>
                <a:lnTo>
                  <a:pt x="9800" y="2034"/>
                </a:lnTo>
                <a:lnTo>
                  <a:pt x="9886" y="1798"/>
                </a:lnTo>
                <a:lnTo>
                  <a:pt x="9886" y="1798"/>
                </a:lnTo>
                <a:lnTo>
                  <a:pt x="9993" y="1584"/>
                </a:lnTo>
                <a:lnTo>
                  <a:pt x="10014" y="1477"/>
                </a:lnTo>
                <a:lnTo>
                  <a:pt x="10035" y="1370"/>
                </a:lnTo>
                <a:lnTo>
                  <a:pt x="10014" y="1285"/>
                </a:lnTo>
                <a:lnTo>
                  <a:pt x="9971" y="1199"/>
                </a:lnTo>
                <a:lnTo>
                  <a:pt x="9907" y="1114"/>
                </a:lnTo>
                <a:lnTo>
                  <a:pt x="9779" y="1049"/>
                </a:lnTo>
                <a:lnTo>
                  <a:pt x="9779" y="1049"/>
                </a:lnTo>
                <a:close/>
                <a:moveTo>
                  <a:pt x="8452" y="429"/>
                </a:moveTo>
                <a:lnTo>
                  <a:pt x="8452" y="429"/>
                </a:lnTo>
                <a:lnTo>
                  <a:pt x="8452" y="493"/>
                </a:lnTo>
                <a:lnTo>
                  <a:pt x="8431" y="557"/>
                </a:lnTo>
                <a:lnTo>
                  <a:pt x="8409" y="600"/>
                </a:lnTo>
                <a:lnTo>
                  <a:pt x="8345" y="621"/>
                </a:lnTo>
                <a:lnTo>
                  <a:pt x="8281" y="621"/>
                </a:lnTo>
                <a:lnTo>
                  <a:pt x="8238" y="621"/>
                </a:lnTo>
                <a:lnTo>
                  <a:pt x="8174" y="600"/>
                </a:lnTo>
                <a:lnTo>
                  <a:pt x="8153" y="536"/>
                </a:lnTo>
                <a:lnTo>
                  <a:pt x="8153" y="536"/>
                </a:lnTo>
                <a:lnTo>
                  <a:pt x="8131" y="472"/>
                </a:lnTo>
                <a:lnTo>
                  <a:pt x="8153" y="429"/>
                </a:lnTo>
                <a:lnTo>
                  <a:pt x="8195" y="386"/>
                </a:lnTo>
                <a:lnTo>
                  <a:pt x="8238" y="343"/>
                </a:lnTo>
                <a:lnTo>
                  <a:pt x="8302" y="343"/>
                </a:lnTo>
                <a:lnTo>
                  <a:pt x="8367" y="343"/>
                </a:lnTo>
                <a:lnTo>
                  <a:pt x="8409" y="386"/>
                </a:lnTo>
                <a:lnTo>
                  <a:pt x="8452" y="429"/>
                </a:lnTo>
                <a:lnTo>
                  <a:pt x="8452" y="429"/>
                </a:lnTo>
                <a:close/>
                <a:moveTo>
                  <a:pt x="9458" y="1713"/>
                </a:moveTo>
                <a:lnTo>
                  <a:pt x="9458" y="1713"/>
                </a:lnTo>
                <a:lnTo>
                  <a:pt x="9308" y="2098"/>
                </a:lnTo>
                <a:lnTo>
                  <a:pt x="9244" y="2290"/>
                </a:lnTo>
                <a:lnTo>
                  <a:pt x="9180" y="2483"/>
                </a:lnTo>
                <a:lnTo>
                  <a:pt x="9180" y="2483"/>
                </a:lnTo>
                <a:lnTo>
                  <a:pt x="8837" y="2376"/>
                </a:lnTo>
                <a:lnTo>
                  <a:pt x="8666" y="2312"/>
                </a:lnTo>
                <a:lnTo>
                  <a:pt x="8495" y="2269"/>
                </a:lnTo>
                <a:lnTo>
                  <a:pt x="8495" y="2269"/>
                </a:lnTo>
                <a:lnTo>
                  <a:pt x="8516" y="2226"/>
                </a:lnTo>
                <a:lnTo>
                  <a:pt x="8581" y="2183"/>
                </a:lnTo>
                <a:lnTo>
                  <a:pt x="8688" y="2076"/>
                </a:lnTo>
                <a:lnTo>
                  <a:pt x="8730" y="2034"/>
                </a:lnTo>
                <a:lnTo>
                  <a:pt x="8730" y="1991"/>
                </a:lnTo>
                <a:lnTo>
                  <a:pt x="8688" y="1969"/>
                </a:lnTo>
                <a:lnTo>
                  <a:pt x="8581" y="1927"/>
                </a:lnTo>
                <a:lnTo>
                  <a:pt x="8581" y="1927"/>
                </a:lnTo>
                <a:lnTo>
                  <a:pt x="8538" y="1927"/>
                </a:lnTo>
                <a:lnTo>
                  <a:pt x="8474" y="1927"/>
                </a:lnTo>
                <a:lnTo>
                  <a:pt x="8367" y="1969"/>
                </a:lnTo>
                <a:lnTo>
                  <a:pt x="8153" y="2055"/>
                </a:lnTo>
                <a:lnTo>
                  <a:pt x="8153" y="2055"/>
                </a:lnTo>
                <a:lnTo>
                  <a:pt x="8046" y="2076"/>
                </a:lnTo>
                <a:lnTo>
                  <a:pt x="7981" y="2076"/>
                </a:lnTo>
                <a:lnTo>
                  <a:pt x="7789" y="2034"/>
                </a:lnTo>
                <a:lnTo>
                  <a:pt x="7789" y="2034"/>
                </a:lnTo>
                <a:lnTo>
                  <a:pt x="7853" y="1991"/>
                </a:lnTo>
                <a:lnTo>
                  <a:pt x="7981" y="1927"/>
                </a:lnTo>
                <a:lnTo>
                  <a:pt x="8281" y="1798"/>
                </a:lnTo>
                <a:lnTo>
                  <a:pt x="8431" y="1734"/>
                </a:lnTo>
                <a:lnTo>
                  <a:pt x="8516" y="1648"/>
                </a:lnTo>
                <a:lnTo>
                  <a:pt x="8538" y="1627"/>
                </a:lnTo>
                <a:lnTo>
                  <a:pt x="8538" y="1584"/>
                </a:lnTo>
                <a:lnTo>
                  <a:pt x="8516" y="1541"/>
                </a:lnTo>
                <a:lnTo>
                  <a:pt x="8452" y="1520"/>
                </a:lnTo>
                <a:lnTo>
                  <a:pt x="8452" y="1520"/>
                </a:lnTo>
                <a:lnTo>
                  <a:pt x="8367" y="1477"/>
                </a:lnTo>
                <a:lnTo>
                  <a:pt x="8260" y="1499"/>
                </a:lnTo>
                <a:lnTo>
                  <a:pt x="8153" y="1520"/>
                </a:lnTo>
                <a:lnTo>
                  <a:pt x="8046" y="1563"/>
                </a:lnTo>
                <a:lnTo>
                  <a:pt x="7832" y="1670"/>
                </a:lnTo>
                <a:lnTo>
                  <a:pt x="7661" y="1777"/>
                </a:lnTo>
                <a:lnTo>
                  <a:pt x="7661" y="1777"/>
                </a:lnTo>
                <a:lnTo>
                  <a:pt x="7554" y="1820"/>
                </a:lnTo>
                <a:lnTo>
                  <a:pt x="7425" y="1841"/>
                </a:lnTo>
                <a:lnTo>
                  <a:pt x="7297" y="1841"/>
                </a:lnTo>
                <a:lnTo>
                  <a:pt x="7147" y="1820"/>
                </a:lnTo>
                <a:lnTo>
                  <a:pt x="7019" y="1777"/>
                </a:lnTo>
                <a:lnTo>
                  <a:pt x="6890" y="1713"/>
                </a:lnTo>
                <a:lnTo>
                  <a:pt x="6805" y="1627"/>
                </a:lnTo>
                <a:lnTo>
                  <a:pt x="6762" y="1520"/>
                </a:lnTo>
                <a:lnTo>
                  <a:pt x="6762" y="1520"/>
                </a:lnTo>
                <a:lnTo>
                  <a:pt x="6741" y="1392"/>
                </a:lnTo>
                <a:lnTo>
                  <a:pt x="6741" y="1263"/>
                </a:lnTo>
                <a:lnTo>
                  <a:pt x="6741" y="1156"/>
                </a:lnTo>
                <a:lnTo>
                  <a:pt x="6719" y="1049"/>
                </a:lnTo>
                <a:lnTo>
                  <a:pt x="6698" y="964"/>
                </a:lnTo>
                <a:lnTo>
                  <a:pt x="6676" y="942"/>
                </a:lnTo>
                <a:lnTo>
                  <a:pt x="6634" y="921"/>
                </a:lnTo>
                <a:lnTo>
                  <a:pt x="6591" y="921"/>
                </a:lnTo>
                <a:lnTo>
                  <a:pt x="6527" y="942"/>
                </a:lnTo>
                <a:lnTo>
                  <a:pt x="6398" y="1007"/>
                </a:lnTo>
                <a:lnTo>
                  <a:pt x="6398" y="1007"/>
                </a:lnTo>
                <a:lnTo>
                  <a:pt x="6206" y="1114"/>
                </a:lnTo>
                <a:lnTo>
                  <a:pt x="6120" y="1156"/>
                </a:lnTo>
                <a:lnTo>
                  <a:pt x="6013" y="1178"/>
                </a:lnTo>
                <a:lnTo>
                  <a:pt x="6013" y="1178"/>
                </a:lnTo>
                <a:lnTo>
                  <a:pt x="5927" y="1178"/>
                </a:lnTo>
                <a:lnTo>
                  <a:pt x="5820" y="1156"/>
                </a:lnTo>
                <a:lnTo>
                  <a:pt x="5628" y="1114"/>
                </a:lnTo>
                <a:lnTo>
                  <a:pt x="5628" y="1114"/>
                </a:lnTo>
                <a:lnTo>
                  <a:pt x="5414" y="1114"/>
                </a:lnTo>
                <a:lnTo>
                  <a:pt x="5328" y="1092"/>
                </a:lnTo>
                <a:lnTo>
                  <a:pt x="5221" y="1071"/>
                </a:lnTo>
                <a:lnTo>
                  <a:pt x="5221" y="1071"/>
                </a:lnTo>
                <a:lnTo>
                  <a:pt x="5157" y="1049"/>
                </a:lnTo>
                <a:lnTo>
                  <a:pt x="5114" y="985"/>
                </a:lnTo>
                <a:lnTo>
                  <a:pt x="5072" y="921"/>
                </a:lnTo>
                <a:lnTo>
                  <a:pt x="5007" y="857"/>
                </a:lnTo>
                <a:lnTo>
                  <a:pt x="5007" y="857"/>
                </a:lnTo>
                <a:lnTo>
                  <a:pt x="4900" y="793"/>
                </a:lnTo>
                <a:lnTo>
                  <a:pt x="4794" y="793"/>
                </a:lnTo>
                <a:lnTo>
                  <a:pt x="4708" y="814"/>
                </a:lnTo>
                <a:lnTo>
                  <a:pt x="4580" y="857"/>
                </a:lnTo>
                <a:lnTo>
                  <a:pt x="4580" y="857"/>
                </a:lnTo>
                <a:lnTo>
                  <a:pt x="4280" y="1028"/>
                </a:lnTo>
                <a:lnTo>
                  <a:pt x="4130" y="1071"/>
                </a:lnTo>
                <a:lnTo>
                  <a:pt x="3959" y="1092"/>
                </a:lnTo>
                <a:lnTo>
                  <a:pt x="3959" y="1092"/>
                </a:lnTo>
                <a:lnTo>
                  <a:pt x="3531" y="1114"/>
                </a:lnTo>
                <a:lnTo>
                  <a:pt x="3103" y="1156"/>
                </a:lnTo>
                <a:lnTo>
                  <a:pt x="2697" y="1221"/>
                </a:lnTo>
                <a:lnTo>
                  <a:pt x="2290" y="1327"/>
                </a:lnTo>
                <a:lnTo>
                  <a:pt x="2290" y="1327"/>
                </a:lnTo>
                <a:lnTo>
                  <a:pt x="2312" y="1263"/>
                </a:lnTo>
                <a:lnTo>
                  <a:pt x="2376" y="1199"/>
                </a:lnTo>
                <a:lnTo>
                  <a:pt x="2504" y="1135"/>
                </a:lnTo>
                <a:lnTo>
                  <a:pt x="2804" y="1028"/>
                </a:lnTo>
                <a:lnTo>
                  <a:pt x="2804" y="1028"/>
                </a:lnTo>
                <a:lnTo>
                  <a:pt x="3210" y="857"/>
                </a:lnTo>
                <a:lnTo>
                  <a:pt x="3617" y="728"/>
                </a:lnTo>
                <a:lnTo>
                  <a:pt x="3617" y="728"/>
                </a:lnTo>
                <a:lnTo>
                  <a:pt x="4130" y="600"/>
                </a:lnTo>
                <a:lnTo>
                  <a:pt x="4665" y="493"/>
                </a:lnTo>
                <a:lnTo>
                  <a:pt x="5200" y="429"/>
                </a:lnTo>
                <a:lnTo>
                  <a:pt x="5735" y="386"/>
                </a:lnTo>
                <a:lnTo>
                  <a:pt x="5735" y="386"/>
                </a:lnTo>
                <a:lnTo>
                  <a:pt x="6184" y="365"/>
                </a:lnTo>
                <a:lnTo>
                  <a:pt x="6420" y="343"/>
                </a:lnTo>
                <a:lnTo>
                  <a:pt x="6634" y="365"/>
                </a:lnTo>
                <a:lnTo>
                  <a:pt x="6634" y="365"/>
                </a:lnTo>
                <a:lnTo>
                  <a:pt x="6847" y="407"/>
                </a:lnTo>
                <a:lnTo>
                  <a:pt x="7019" y="493"/>
                </a:lnTo>
                <a:lnTo>
                  <a:pt x="7361" y="686"/>
                </a:lnTo>
                <a:lnTo>
                  <a:pt x="7361" y="686"/>
                </a:lnTo>
                <a:lnTo>
                  <a:pt x="7768" y="878"/>
                </a:lnTo>
                <a:lnTo>
                  <a:pt x="8195" y="1071"/>
                </a:lnTo>
                <a:lnTo>
                  <a:pt x="8409" y="1156"/>
                </a:lnTo>
                <a:lnTo>
                  <a:pt x="8645" y="1221"/>
                </a:lnTo>
                <a:lnTo>
                  <a:pt x="8859" y="1263"/>
                </a:lnTo>
                <a:lnTo>
                  <a:pt x="9073" y="1306"/>
                </a:lnTo>
                <a:lnTo>
                  <a:pt x="9073" y="1306"/>
                </a:lnTo>
                <a:lnTo>
                  <a:pt x="9287" y="1306"/>
                </a:lnTo>
                <a:lnTo>
                  <a:pt x="9394" y="1327"/>
                </a:lnTo>
                <a:lnTo>
                  <a:pt x="9458" y="1370"/>
                </a:lnTo>
                <a:lnTo>
                  <a:pt x="9458" y="1370"/>
                </a:lnTo>
                <a:lnTo>
                  <a:pt x="9501" y="1392"/>
                </a:lnTo>
                <a:lnTo>
                  <a:pt x="9501" y="1434"/>
                </a:lnTo>
                <a:lnTo>
                  <a:pt x="9501" y="1520"/>
                </a:lnTo>
                <a:lnTo>
                  <a:pt x="9458" y="1713"/>
                </a:lnTo>
                <a:lnTo>
                  <a:pt x="9458" y="1713"/>
                </a:lnTo>
                <a:close/>
                <a:moveTo>
                  <a:pt x="6077" y="6313"/>
                </a:moveTo>
                <a:lnTo>
                  <a:pt x="6077" y="6313"/>
                </a:lnTo>
                <a:lnTo>
                  <a:pt x="6206" y="6120"/>
                </a:lnTo>
                <a:lnTo>
                  <a:pt x="6270" y="5928"/>
                </a:lnTo>
                <a:lnTo>
                  <a:pt x="6291" y="5735"/>
                </a:lnTo>
                <a:lnTo>
                  <a:pt x="6248" y="5521"/>
                </a:lnTo>
                <a:lnTo>
                  <a:pt x="6248" y="5521"/>
                </a:lnTo>
                <a:lnTo>
                  <a:pt x="6184" y="5264"/>
                </a:lnTo>
                <a:lnTo>
                  <a:pt x="6077" y="4986"/>
                </a:lnTo>
                <a:lnTo>
                  <a:pt x="5820" y="4473"/>
                </a:lnTo>
                <a:lnTo>
                  <a:pt x="5820" y="4473"/>
                </a:lnTo>
                <a:lnTo>
                  <a:pt x="5585" y="3981"/>
                </a:lnTo>
                <a:lnTo>
                  <a:pt x="5457" y="3745"/>
                </a:lnTo>
                <a:lnTo>
                  <a:pt x="5328" y="3510"/>
                </a:lnTo>
                <a:lnTo>
                  <a:pt x="5328" y="3510"/>
                </a:lnTo>
                <a:lnTo>
                  <a:pt x="5179" y="3317"/>
                </a:lnTo>
                <a:lnTo>
                  <a:pt x="5007" y="3146"/>
                </a:lnTo>
                <a:lnTo>
                  <a:pt x="4815" y="2975"/>
                </a:lnTo>
                <a:lnTo>
                  <a:pt x="4601" y="2825"/>
                </a:lnTo>
                <a:lnTo>
                  <a:pt x="4366" y="2675"/>
                </a:lnTo>
                <a:lnTo>
                  <a:pt x="4130" y="2568"/>
                </a:lnTo>
                <a:lnTo>
                  <a:pt x="3873" y="2504"/>
                </a:lnTo>
                <a:lnTo>
                  <a:pt x="3638" y="2461"/>
                </a:lnTo>
                <a:lnTo>
                  <a:pt x="3638" y="2461"/>
                </a:lnTo>
                <a:lnTo>
                  <a:pt x="3360" y="2440"/>
                </a:lnTo>
                <a:lnTo>
                  <a:pt x="3082" y="2461"/>
                </a:lnTo>
                <a:lnTo>
                  <a:pt x="2825" y="2504"/>
                </a:lnTo>
                <a:lnTo>
                  <a:pt x="2547" y="2568"/>
                </a:lnTo>
                <a:lnTo>
                  <a:pt x="2290" y="2675"/>
                </a:lnTo>
                <a:lnTo>
                  <a:pt x="2033" y="2782"/>
                </a:lnTo>
                <a:lnTo>
                  <a:pt x="1798" y="2932"/>
                </a:lnTo>
                <a:lnTo>
                  <a:pt x="1563" y="3082"/>
                </a:lnTo>
                <a:lnTo>
                  <a:pt x="1563" y="3082"/>
                </a:lnTo>
                <a:lnTo>
                  <a:pt x="1113" y="3424"/>
                </a:lnTo>
                <a:lnTo>
                  <a:pt x="921" y="3617"/>
                </a:lnTo>
                <a:lnTo>
                  <a:pt x="707" y="3809"/>
                </a:lnTo>
                <a:lnTo>
                  <a:pt x="514" y="4023"/>
                </a:lnTo>
                <a:lnTo>
                  <a:pt x="365" y="4259"/>
                </a:lnTo>
                <a:lnTo>
                  <a:pt x="215" y="4494"/>
                </a:lnTo>
                <a:lnTo>
                  <a:pt x="108" y="4751"/>
                </a:lnTo>
                <a:lnTo>
                  <a:pt x="108" y="4751"/>
                </a:lnTo>
                <a:lnTo>
                  <a:pt x="65" y="4901"/>
                </a:lnTo>
                <a:lnTo>
                  <a:pt x="44" y="5029"/>
                </a:lnTo>
                <a:lnTo>
                  <a:pt x="22" y="5157"/>
                </a:lnTo>
                <a:lnTo>
                  <a:pt x="22" y="5286"/>
                </a:lnTo>
                <a:lnTo>
                  <a:pt x="65" y="5542"/>
                </a:lnTo>
                <a:lnTo>
                  <a:pt x="129" y="5778"/>
                </a:lnTo>
                <a:lnTo>
                  <a:pt x="236" y="6013"/>
                </a:lnTo>
                <a:lnTo>
                  <a:pt x="365" y="6227"/>
                </a:lnTo>
                <a:lnTo>
                  <a:pt x="621" y="6676"/>
                </a:lnTo>
                <a:lnTo>
                  <a:pt x="621" y="6676"/>
                </a:lnTo>
                <a:lnTo>
                  <a:pt x="750" y="6869"/>
                </a:lnTo>
                <a:lnTo>
                  <a:pt x="878" y="7126"/>
                </a:lnTo>
                <a:lnTo>
                  <a:pt x="921" y="7233"/>
                </a:lnTo>
                <a:lnTo>
                  <a:pt x="964" y="7361"/>
                </a:lnTo>
                <a:lnTo>
                  <a:pt x="964" y="7489"/>
                </a:lnTo>
                <a:lnTo>
                  <a:pt x="921" y="7596"/>
                </a:lnTo>
                <a:lnTo>
                  <a:pt x="921" y="7596"/>
                </a:lnTo>
                <a:lnTo>
                  <a:pt x="878" y="7661"/>
                </a:lnTo>
                <a:lnTo>
                  <a:pt x="835" y="7725"/>
                </a:lnTo>
                <a:lnTo>
                  <a:pt x="686" y="7810"/>
                </a:lnTo>
                <a:lnTo>
                  <a:pt x="536" y="7896"/>
                </a:lnTo>
                <a:lnTo>
                  <a:pt x="407" y="8003"/>
                </a:lnTo>
                <a:lnTo>
                  <a:pt x="407" y="8003"/>
                </a:lnTo>
                <a:lnTo>
                  <a:pt x="279" y="8153"/>
                </a:lnTo>
                <a:lnTo>
                  <a:pt x="108" y="8388"/>
                </a:lnTo>
                <a:lnTo>
                  <a:pt x="44" y="8516"/>
                </a:lnTo>
                <a:lnTo>
                  <a:pt x="1" y="8623"/>
                </a:lnTo>
                <a:lnTo>
                  <a:pt x="1" y="8730"/>
                </a:lnTo>
                <a:lnTo>
                  <a:pt x="22" y="8773"/>
                </a:lnTo>
                <a:lnTo>
                  <a:pt x="44" y="8795"/>
                </a:lnTo>
                <a:lnTo>
                  <a:pt x="44" y="8795"/>
                </a:lnTo>
                <a:lnTo>
                  <a:pt x="86" y="8795"/>
                </a:lnTo>
                <a:lnTo>
                  <a:pt x="129" y="8795"/>
                </a:lnTo>
                <a:lnTo>
                  <a:pt x="193" y="8752"/>
                </a:lnTo>
                <a:lnTo>
                  <a:pt x="258" y="8709"/>
                </a:lnTo>
                <a:lnTo>
                  <a:pt x="279" y="8709"/>
                </a:lnTo>
                <a:lnTo>
                  <a:pt x="300" y="8752"/>
                </a:lnTo>
                <a:lnTo>
                  <a:pt x="300" y="8752"/>
                </a:lnTo>
                <a:lnTo>
                  <a:pt x="322" y="8795"/>
                </a:lnTo>
                <a:lnTo>
                  <a:pt x="322" y="8837"/>
                </a:lnTo>
                <a:lnTo>
                  <a:pt x="300" y="8944"/>
                </a:lnTo>
                <a:lnTo>
                  <a:pt x="300" y="8987"/>
                </a:lnTo>
                <a:lnTo>
                  <a:pt x="300" y="9009"/>
                </a:lnTo>
                <a:lnTo>
                  <a:pt x="343" y="9030"/>
                </a:lnTo>
                <a:lnTo>
                  <a:pt x="407" y="9051"/>
                </a:lnTo>
                <a:lnTo>
                  <a:pt x="407" y="9051"/>
                </a:lnTo>
                <a:lnTo>
                  <a:pt x="493" y="9030"/>
                </a:lnTo>
                <a:lnTo>
                  <a:pt x="579" y="8966"/>
                </a:lnTo>
                <a:lnTo>
                  <a:pt x="643" y="8902"/>
                </a:lnTo>
                <a:lnTo>
                  <a:pt x="707" y="8816"/>
                </a:lnTo>
                <a:lnTo>
                  <a:pt x="857" y="8645"/>
                </a:lnTo>
                <a:lnTo>
                  <a:pt x="921" y="8581"/>
                </a:lnTo>
                <a:lnTo>
                  <a:pt x="985" y="8559"/>
                </a:lnTo>
                <a:lnTo>
                  <a:pt x="985" y="8559"/>
                </a:lnTo>
                <a:lnTo>
                  <a:pt x="964" y="8623"/>
                </a:lnTo>
                <a:lnTo>
                  <a:pt x="921" y="8709"/>
                </a:lnTo>
                <a:lnTo>
                  <a:pt x="793" y="8923"/>
                </a:lnTo>
                <a:lnTo>
                  <a:pt x="750" y="9009"/>
                </a:lnTo>
                <a:lnTo>
                  <a:pt x="728" y="9094"/>
                </a:lnTo>
                <a:lnTo>
                  <a:pt x="750" y="9116"/>
                </a:lnTo>
                <a:lnTo>
                  <a:pt x="771" y="9158"/>
                </a:lnTo>
                <a:lnTo>
                  <a:pt x="793" y="9158"/>
                </a:lnTo>
                <a:lnTo>
                  <a:pt x="857" y="9180"/>
                </a:lnTo>
                <a:lnTo>
                  <a:pt x="857" y="9180"/>
                </a:lnTo>
                <a:lnTo>
                  <a:pt x="899" y="9158"/>
                </a:lnTo>
                <a:lnTo>
                  <a:pt x="942" y="9137"/>
                </a:lnTo>
                <a:lnTo>
                  <a:pt x="1006" y="9073"/>
                </a:lnTo>
                <a:lnTo>
                  <a:pt x="1071" y="8987"/>
                </a:lnTo>
                <a:lnTo>
                  <a:pt x="1135" y="8923"/>
                </a:lnTo>
                <a:lnTo>
                  <a:pt x="1135" y="8923"/>
                </a:lnTo>
                <a:lnTo>
                  <a:pt x="1242" y="8859"/>
                </a:lnTo>
                <a:lnTo>
                  <a:pt x="1327" y="8837"/>
                </a:lnTo>
                <a:lnTo>
                  <a:pt x="1434" y="8816"/>
                </a:lnTo>
                <a:lnTo>
                  <a:pt x="1541" y="8752"/>
                </a:lnTo>
                <a:lnTo>
                  <a:pt x="1541" y="8752"/>
                </a:lnTo>
                <a:lnTo>
                  <a:pt x="1734" y="8516"/>
                </a:lnTo>
                <a:lnTo>
                  <a:pt x="1841" y="8409"/>
                </a:lnTo>
                <a:lnTo>
                  <a:pt x="1905" y="8388"/>
                </a:lnTo>
                <a:lnTo>
                  <a:pt x="1948" y="8388"/>
                </a:lnTo>
                <a:lnTo>
                  <a:pt x="1948" y="8388"/>
                </a:lnTo>
                <a:lnTo>
                  <a:pt x="1862" y="8538"/>
                </a:lnTo>
                <a:lnTo>
                  <a:pt x="1798" y="8752"/>
                </a:lnTo>
                <a:lnTo>
                  <a:pt x="1755" y="8837"/>
                </a:lnTo>
                <a:lnTo>
                  <a:pt x="1777" y="8923"/>
                </a:lnTo>
                <a:lnTo>
                  <a:pt x="1777" y="8944"/>
                </a:lnTo>
                <a:lnTo>
                  <a:pt x="1798" y="8966"/>
                </a:lnTo>
                <a:lnTo>
                  <a:pt x="1841" y="8987"/>
                </a:lnTo>
                <a:lnTo>
                  <a:pt x="1905" y="8987"/>
                </a:lnTo>
                <a:lnTo>
                  <a:pt x="1905" y="8987"/>
                </a:lnTo>
                <a:lnTo>
                  <a:pt x="1948" y="8966"/>
                </a:lnTo>
                <a:lnTo>
                  <a:pt x="1991" y="8944"/>
                </a:lnTo>
                <a:lnTo>
                  <a:pt x="2055" y="8880"/>
                </a:lnTo>
                <a:lnTo>
                  <a:pt x="2076" y="8859"/>
                </a:lnTo>
                <a:lnTo>
                  <a:pt x="2098" y="8837"/>
                </a:lnTo>
                <a:lnTo>
                  <a:pt x="2119" y="8859"/>
                </a:lnTo>
                <a:lnTo>
                  <a:pt x="2183" y="8902"/>
                </a:lnTo>
                <a:lnTo>
                  <a:pt x="2183" y="8902"/>
                </a:lnTo>
                <a:lnTo>
                  <a:pt x="2247" y="8923"/>
                </a:lnTo>
                <a:lnTo>
                  <a:pt x="2290" y="8966"/>
                </a:lnTo>
                <a:lnTo>
                  <a:pt x="2290" y="8966"/>
                </a:lnTo>
                <a:lnTo>
                  <a:pt x="2247" y="9030"/>
                </a:lnTo>
                <a:lnTo>
                  <a:pt x="2269" y="9116"/>
                </a:lnTo>
                <a:lnTo>
                  <a:pt x="2269" y="9116"/>
                </a:lnTo>
                <a:lnTo>
                  <a:pt x="2312" y="9158"/>
                </a:lnTo>
                <a:lnTo>
                  <a:pt x="2333" y="9180"/>
                </a:lnTo>
                <a:lnTo>
                  <a:pt x="2376" y="9180"/>
                </a:lnTo>
                <a:lnTo>
                  <a:pt x="2440" y="9180"/>
                </a:lnTo>
                <a:lnTo>
                  <a:pt x="2440" y="9180"/>
                </a:lnTo>
                <a:lnTo>
                  <a:pt x="2504" y="9137"/>
                </a:lnTo>
                <a:lnTo>
                  <a:pt x="2568" y="9073"/>
                </a:lnTo>
                <a:lnTo>
                  <a:pt x="2633" y="9009"/>
                </a:lnTo>
                <a:lnTo>
                  <a:pt x="2675" y="8966"/>
                </a:lnTo>
                <a:lnTo>
                  <a:pt x="2675" y="8966"/>
                </a:lnTo>
                <a:lnTo>
                  <a:pt x="2868" y="8902"/>
                </a:lnTo>
                <a:lnTo>
                  <a:pt x="3060" y="8837"/>
                </a:lnTo>
                <a:lnTo>
                  <a:pt x="3060" y="8837"/>
                </a:lnTo>
                <a:lnTo>
                  <a:pt x="2996" y="8923"/>
                </a:lnTo>
                <a:lnTo>
                  <a:pt x="2975" y="8987"/>
                </a:lnTo>
                <a:lnTo>
                  <a:pt x="2996" y="9030"/>
                </a:lnTo>
                <a:lnTo>
                  <a:pt x="3018" y="9094"/>
                </a:lnTo>
                <a:lnTo>
                  <a:pt x="3060" y="9116"/>
                </a:lnTo>
                <a:lnTo>
                  <a:pt x="3125" y="9137"/>
                </a:lnTo>
                <a:lnTo>
                  <a:pt x="3189" y="9116"/>
                </a:lnTo>
                <a:lnTo>
                  <a:pt x="3253" y="9094"/>
                </a:lnTo>
                <a:lnTo>
                  <a:pt x="3253" y="9094"/>
                </a:lnTo>
                <a:lnTo>
                  <a:pt x="3360" y="8966"/>
                </a:lnTo>
                <a:lnTo>
                  <a:pt x="3510" y="8752"/>
                </a:lnTo>
                <a:lnTo>
                  <a:pt x="3660" y="8538"/>
                </a:lnTo>
                <a:lnTo>
                  <a:pt x="3724" y="8495"/>
                </a:lnTo>
                <a:lnTo>
                  <a:pt x="3767" y="8474"/>
                </a:lnTo>
                <a:lnTo>
                  <a:pt x="3767" y="8474"/>
                </a:lnTo>
                <a:lnTo>
                  <a:pt x="3788" y="8495"/>
                </a:lnTo>
                <a:lnTo>
                  <a:pt x="3767" y="8581"/>
                </a:lnTo>
                <a:lnTo>
                  <a:pt x="3767" y="8773"/>
                </a:lnTo>
                <a:lnTo>
                  <a:pt x="3767" y="8859"/>
                </a:lnTo>
                <a:lnTo>
                  <a:pt x="3788" y="8880"/>
                </a:lnTo>
                <a:lnTo>
                  <a:pt x="3809" y="8902"/>
                </a:lnTo>
                <a:lnTo>
                  <a:pt x="3831" y="8902"/>
                </a:lnTo>
                <a:lnTo>
                  <a:pt x="3873" y="8880"/>
                </a:lnTo>
                <a:lnTo>
                  <a:pt x="4002" y="8795"/>
                </a:lnTo>
                <a:lnTo>
                  <a:pt x="4002" y="8795"/>
                </a:lnTo>
                <a:lnTo>
                  <a:pt x="4087" y="8666"/>
                </a:lnTo>
                <a:lnTo>
                  <a:pt x="4194" y="8452"/>
                </a:lnTo>
                <a:lnTo>
                  <a:pt x="4301" y="8238"/>
                </a:lnTo>
                <a:lnTo>
                  <a:pt x="4323" y="8174"/>
                </a:lnTo>
                <a:lnTo>
                  <a:pt x="4366" y="8153"/>
                </a:lnTo>
                <a:lnTo>
                  <a:pt x="4366" y="8153"/>
                </a:lnTo>
                <a:lnTo>
                  <a:pt x="4366" y="8238"/>
                </a:lnTo>
                <a:lnTo>
                  <a:pt x="4344" y="8324"/>
                </a:lnTo>
                <a:lnTo>
                  <a:pt x="4344" y="8324"/>
                </a:lnTo>
                <a:lnTo>
                  <a:pt x="4280" y="8495"/>
                </a:lnTo>
                <a:lnTo>
                  <a:pt x="4237" y="8581"/>
                </a:lnTo>
                <a:lnTo>
                  <a:pt x="4216" y="8688"/>
                </a:lnTo>
                <a:lnTo>
                  <a:pt x="4216" y="8773"/>
                </a:lnTo>
                <a:lnTo>
                  <a:pt x="4237" y="8859"/>
                </a:lnTo>
                <a:lnTo>
                  <a:pt x="4301" y="8923"/>
                </a:lnTo>
                <a:lnTo>
                  <a:pt x="4408" y="8966"/>
                </a:lnTo>
                <a:lnTo>
                  <a:pt x="4408" y="8966"/>
                </a:lnTo>
                <a:lnTo>
                  <a:pt x="4473" y="8966"/>
                </a:lnTo>
                <a:lnTo>
                  <a:pt x="4537" y="8923"/>
                </a:lnTo>
                <a:lnTo>
                  <a:pt x="4601" y="8880"/>
                </a:lnTo>
                <a:lnTo>
                  <a:pt x="4644" y="8816"/>
                </a:lnTo>
                <a:lnTo>
                  <a:pt x="4751" y="8688"/>
                </a:lnTo>
                <a:lnTo>
                  <a:pt x="4772" y="8645"/>
                </a:lnTo>
                <a:lnTo>
                  <a:pt x="4794" y="8645"/>
                </a:lnTo>
                <a:lnTo>
                  <a:pt x="4794" y="8645"/>
                </a:lnTo>
                <a:lnTo>
                  <a:pt x="4836" y="8666"/>
                </a:lnTo>
                <a:lnTo>
                  <a:pt x="4836" y="8709"/>
                </a:lnTo>
                <a:lnTo>
                  <a:pt x="4815" y="8837"/>
                </a:lnTo>
                <a:lnTo>
                  <a:pt x="4794" y="8902"/>
                </a:lnTo>
                <a:lnTo>
                  <a:pt x="4815" y="8944"/>
                </a:lnTo>
                <a:lnTo>
                  <a:pt x="4836" y="8987"/>
                </a:lnTo>
                <a:lnTo>
                  <a:pt x="4900" y="9009"/>
                </a:lnTo>
                <a:lnTo>
                  <a:pt x="4900" y="9009"/>
                </a:lnTo>
                <a:lnTo>
                  <a:pt x="4965" y="9030"/>
                </a:lnTo>
                <a:lnTo>
                  <a:pt x="5029" y="9009"/>
                </a:lnTo>
                <a:lnTo>
                  <a:pt x="5093" y="8966"/>
                </a:lnTo>
                <a:lnTo>
                  <a:pt x="5136" y="8923"/>
                </a:lnTo>
                <a:lnTo>
                  <a:pt x="5221" y="8816"/>
                </a:lnTo>
                <a:lnTo>
                  <a:pt x="5307" y="8730"/>
                </a:lnTo>
                <a:lnTo>
                  <a:pt x="5307" y="8730"/>
                </a:lnTo>
                <a:lnTo>
                  <a:pt x="5350" y="8688"/>
                </a:lnTo>
                <a:lnTo>
                  <a:pt x="5393" y="8709"/>
                </a:lnTo>
                <a:lnTo>
                  <a:pt x="5393" y="8730"/>
                </a:lnTo>
                <a:lnTo>
                  <a:pt x="5393" y="8795"/>
                </a:lnTo>
                <a:lnTo>
                  <a:pt x="5393" y="8923"/>
                </a:lnTo>
                <a:lnTo>
                  <a:pt x="5393" y="8987"/>
                </a:lnTo>
                <a:lnTo>
                  <a:pt x="5414" y="9030"/>
                </a:lnTo>
                <a:lnTo>
                  <a:pt x="5414" y="9030"/>
                </a:lnTo>
                <a:lnTo>
                  <a:pt x="5478" y="9094"/>
                </a:lnTo>
                <a:lnTo>
                  <a:pt x="5542" y="9116"/>
                </a:lnTo>
                <a:lnTo>
                  <a:pt x="5585" y="9094"/>
                </a:lnTo>
                <a:lnTo>
                  <a:pt x="5628" y="9051"/>
                </a:lnTo>
                <a:lnTo>
                  <a:pt x="5692" y="8944"/>
                </a:lnTo>
                <a:lnTo>
                  <a:pt x="5756" y="8837"/>
                </a:lnTo>
                <a:lnTo>
                  <a:pt x="5756" y="8837"/>
                </a:lnTo>
                <a:lnTo>
                  <a:pt x="5820" y="8880"/>
                </a:lnTo>
                <a:lnTo>
                  <a:pt x="5885" y="8902"/>
                </a:lnTo>
                <a:lnTo>
                  <a:pt x="5949" y="8880"/>
                </a:lnTo>
                <a:lnTo>
                  <a:pt x="5992" y="8859"/>
                </a:lnTo>
                <a:lnTo>
                  <a:pt x="6034" y="8816"/>
                </a:lnTo>
                <a:lnTo>
                  <a:pt x="6077" y="8752"/>
                </a:lnTo>
                <a:lnTo>
                  <a:pt x="6099" y="8688"/>
                </a:lnTo>
                <a:lnTo>
                  <a:pt x="6099" y="8623"/>
                </a:lnTo>
                <a:lnTo>
                  <a:pt x="6099" y="8623"/>
                </a:lnTo>
                <a:lnTo>
                  <a:pt x="6077" y="8581"/>
                </a:lnTo>
                <a:lnTo>
                  <a:pt x="6056" y="8516"/>
                </a:lnTo>
                <a:lnTo>
                  <a:pt x="5992" y="8388"/>
                </a:lnTo>
                <a:lnTo>
                  <a:pt x="5799" y="8174"/>
                </a:lnTo>
                <a:lnTo>
                  <a:pt x="5799" y="8174"/>
                </a:lnTo>
                <a:lnTo>
                  <a:pt x="5628" y="7939"/>
                </a:lnTo>
                <a:lnTo>
                  <a:pt x="5435" y="7703"/>
                </a:lnTo>
                <a:lnTo>
                  <a:pt x="5371" y="7596"/>
                </a:lnTo>
                <a:lnTo>
                  <a:pt x="5328" y="7468"/>
                </a:lnTo>
                <a:lnTo>
                  <a:pt x="5307" y="7318"/>
                </a:lnTo>
                <a:lnTo>
                  <a:pt x="5328" y="7190"/>
                </a:lnTo>
                <a:lnTo>
                  <a:pt x="5328" y="7190"/>
                </a:lnTo>
                <a:lnTo>
                  <a:pt x="5371" y="7040"/>
                </a:lnTo>
                <a:lnTo>
                  <a:pt x="5457" y="6933"/>
                </a:lnTo>
                <a:lnTo>
                  <a:pt x="5564" y="6826"/>
                </a:lnTo>
                <a:lnTo>
                  <a:pt x="5671" y="6719"/>
                </a:lnTo>
                <a:lnTo>
                  <a:pt x="5885" y="6527"/>
                </a:lnTo>
                <a:lnTo>
                  <a:pt x="5992" y="6420"/>
                </a:lnTo>
                <a:lnTo>
                  <a:pt x="6077" y="6313"/>
                </a:lnTo>
                <a:lnTo>
                  <a:pt x="6077" y="6313"/>
                </a:lnTo>
                <a:close/>
                <a:moveTo>
                  <a:pt x="5671" y="5478"/>
                </a:moveTo>
                <a:lnTo>
                  <a:pt x="5671" y="5478"/>
                </a:lnTo>
                <a:lnTo>
                  <a:pt x="5628" y="5435"/>
                </a:lnTo>
                <a:lnTo>
                  <a:pt x="5542" y="5414"/>
                </a:lnTo>
                <a:lnTo>
                  <a:pt x="5521" y="5393"/>
                </a:lnTo>
                <a:lnTo>
                  <a:pt x="5500" y="5350"/>
                </a:lnTo>
                <a:lnTo>
                  <a:pt x="5500" y="5307"/>
                </a:lnTo>
                <a:lnTo>
                  <a:pt x="5521" y="5264"/>
                </a:lnTo>
                <a:lnTo>
                  <a:pt x="5521" y="5264"/>
                </a:lnTo>
                <a:lnTo>
                  <a:pt x="5564" y="5200"/>
                </a:lnTo>
                <a:lnTo>
                  <a:pt x="5607" y="5200"/>
                </a:lnTo>
                <a:lnTo>
                  <a:pt x="5628" y="5222"/>
                </a:lnTo>
                <a:lnTo>
                  <a:pt x="5649" y="5264"/>
                </a:lnTo>
                <a:lnTo>
                  <a:pt x="5671" y="5393"/>
                </a:lnTo>
                <a:lnTo>
                  <a:pt x="5671" y="5478"/>
                </a:lnTo>
                <a:lnTo>
                  <a:pt x="5671" y="5478"/>
                </a:lnTo>
                <a:close/>
                <a:moveTo>
                  <a:pt x="5500" y="4729"/>
                </a:moveTo>
                <a:lnTo>
                  <a:pt x="5500" y="4729"/>
                </a:lnTo>
                <a:lnTo>
                  <a:pt x="5542" y="4772"/>
                </a:lnTo>
                <a:lnTo>
                  <a:pt x="5542" y="4836"/>
                </a:lnTo>
                <a:lnTo>
                  <a:pt x="5542" y="4836"/>
                </a:lnTo>
                <a:lnTo>
                  <a:pt x="5521" y="4836"/>
                </a:lnTo>
                <a:lnTo>
                  <a:pt x="5500" y="4815"/>
                </a:lnTo>
                <a:lnTo>
                  <a:pt x="5500" y="4729"/>
                </a:lnTo>
                <a:lnTo>
                  <a:pt x="5500" y="4729"/>
                </a:lnTo>
                <a:close/>
                <a:moveTo>
                  <a:pt x="5500" y="4965"/>
                </a:moveTo>
                <a:lnTo>
                  <a:pt x="5500" y="4965"/>
                </a:lnTo>
                <a:lnTo>
                  <a:pt x="5478" y="4986"/>
                </a:lnTo>
                <a:lnTo>
                  <a:pt x="5457" y="5008"/>
                </a:lnTo>
                <a:lnTo>
                  <a:pt x="5414" y="5008"/>
                </a:lnTo>
                <a:lnTo>
                  <a:pt x="5414" y="5050"/>
                </a:lnTo>
                <a:lnTo>
                  <a:pt x="5414" y="5050"/>
                </a:lnTo>
                <a:lnTo>
                  <a:pt x="5393" y="5029"/>
                </a:lnTo>
                <a:lnTo>
                  <a:pt x="5393" y="5008"/>
                </a:lnTo>
                <a:lnTo>
                  <a:pt x="5414" y="4965"/>
                </a:lnTo>
                <a:lnTo>
                  <a:pt x="5457" y="4922"/>
                </a:lnTo>
                <a:lnTo>
                  <a:pt x="5478" y="4943"/>
                </a:lnTo>
                <a:lnTo>
                  <a:pt x="5500" y="4965"/>
                </a:lnTo>
                <a:lnTo>
                  <a:pt x="5500" y="4965"/>
                </a:lnTo>
                <a:close/>
                <a:moveTo>
                  <a:pt x="5435" y="6035"/>
                </a:moveTo>
                <a:lnTo>
                  <a:pt x="5435" y="6035"/>
                </a:lnTo>
                <a:lnTo>
                  <a:pt x="5393" y="5992"/>
                </a:lnTo>
                <a:lnTo>
                  <a:pt x="5371" y="5928"/>
                </a:lnTo>
                <a:lnTo>
                  <a:pt x="5371" y="5928"/>
                </a:lnTo>
                <a:lnTo>
                  <a:pt x="5414" y="5928"/>
                </a:lnTo>
                <a:lnTo>
                  <a:pt x="5435" y="5949"/>
                </a:lnTo>
                <a:lnTo>
                  <a:pt x="5435" y="6035"/>
                </a:lnTo>
                <a:lnTo>
                  <a:pt x="5435" y="6035"/>
                </a:lnTo>
                <a:close/>
                <a:moveTo>
                  <a:pt x="4259" y="3018"/>
                </a:moveTo>
                <a:lnTo>
                  <a:pt x="4259" y="3018"/>
                </a:lnTo>
                <a:lnTo>
                  <a:pt x="4280" y="3039"/>
                </a:lnTo>
                <a:lnTo>
                  <a:pt x="4280" y="3061"/>
                </a:lnTo>
                <a:lnTo>
                  <a:pt x="4280" y="3103"/>
                </a:lnTo>
                <a:lnTo>
                  <a:pt x="4259" y="3125"/>
                </a:lnTo>
                <a:lnTo>
                  <a:pt x="4216" y="3125"/>
                </a:lnTo>
                <a:lnTo>
                  <a:pt x="4194" y="3125"/>
                </a:lnTo>
                <a:lnTo>
                  <a:pt x="4152" y="3103"/>
                </a:lnTo>
                <a:lnTo>
                  <a:pt x="4109" y="3082"/>
                </a:lnTo>
                <a:lnTo>
                  <a:pt x="4109" y="3082"/>
                </a:lnTo>
                <a:lnTo>
                  <a:pt x="4109" y="3039"/>
                </a:lnTo>
                <a:lnTo>
                  <a:pt x="4109" y="3018"/>
                </a:lnTo>
                <a:lnTo>
                  <a:pt x="4152" y="2996"/>
                </a:lnTo>
                <a:lnTo>
                  <a:pt x="4194" y="2996"/>
                </a:lnTo>
                <a:lnTo>
                  <a:pt x="4259" y="3018"/>
                </a:lnTo>
                <a:lnTo>
                  <a:pt x="4259" y="3018"/>
                </a:lnTo>
                <a:close/>
                <a:moveTo>
                  <a:pt x="3788" y="3018"/>
                </a:moveTo>
                <a:lnTo>
                  <a:pt x="3788" y="3018"/>
                </a:lnTo>
                <a:lnTo>
                  <a:pt x="3831" y="3039"/>
                </a:lnTo>
                <a:lnTo>
                  <a:pt x="3831" y="3082"/>
                </a:lnTo>
                <a:lnTo>
                  <a:pt x="3831" y="3189"/>
                </a:lnTo>
                <a:lnTo>
                  <a:pt x="3788" y="3274"/>
                </a:lnTo>
                <a:lnTo>
                  <a:pt x="3767" y="3296"/>
                </a:lnTo>
                <a:lnTo>
                  <a:pt x="3745" y="3296"/>
                </a:lnTo>
                <a:lnTo>
                  <a:pt x="3745" y="3296"/>
                </a:lnTo>
                <a:lnTo>
                  <a:pt x="3724" y="3274"/>
                </a:lnTo>
                <a:lnTo>
                  <a:pt x="3724" y="3253"/>
                </a:lnTo>
                <a:lnTo>
                  <a:pt x="3745" y="3168"/>
                </a:lnTo>
                <a:lnTo>
                  <a:pt x="3767" y="3082"/>
                </a:lnTo>
                <a:lnTo>
                  <a:pt x="3788" y="3018"/>
                </a:lnTo>
                <a:lnTo>
                  <a:pt x="3788" y="3018"/>
                </a:lnTo>
                <a:close/>
                <a:moveTo>
                  <a:pt x="4473" y="5692"/>
                </a:moveTo>
                <a:lnTo>
                  <a:pt x="4473" y="5692"/>
                </a:lnTo>
                <a:lnTo>
                  <a:pt x="4430" y="5863"/>
                </a:lnTo>
                <a:lnTo>
                  <a:pt x="4366" y="6013"/>
                </a:lnTo>
                <a:lnTo>
                  <a:pt x="4280" y="6120"/>
                </a:lnTo>
                <a:lnTo>
                  <a:pt x="4152" y="6249"/>
                </a:lnTo>
                <a:lnTo>
                  <a:pt x="4152" y="6249"/>
                </a:lnTo>
                <a:lnTo>
                  <a:pt x="3938" y="6441"/>
                </a:lnTo>
                <a:lnTo>
                  <a:pt x="3831" y="6569"/>
                </a:lnTo>
                <a:lnTo>
                  <a:pt x="3809" y="6634"/>
                </a:lnTo>
                <a:lnTo>
                  <a:pt x="3788" y="6698"/>
                </a:lnTo>
                <a:lnTo>
                  <a:pt x="3788" y="6698"/>
                </a:lnTo>
                <a:lnTo>
                  <a:pt x="3788" y="6783"/>
                </a:lnTo>
                <a:lnTo>
                  <a:pt x="3788" y="6783"/>
                </a:lnTo>
                <a:lnTo>
                  <a:pt x="3788" y="6741"/>
                </a:lnTo>
                <a:lnTo>
                  <a:pt x="3788" y="6676"/>
                </a:lnTo>
                <a:lnTo>
                  <a:pt x="3788" y="6676"/>
                </a:lnTo>
                <a:lnTo>
                  <a:pt x="3788" y="6762"/>
                </a:lnTo>
                <a:lnTo>
                  <a:pt x="3788" y="6869"/>
                </a:lnTo>
                <a:lnTo>
                  <a:pt x="3831" y="7104"/>
                </a:lnTo>
                <a:lnTo>
                  <a:pt x="3852" y="7211"/>
                </a:lnTo>
                <a:lnTo>
                  <a:pt x="3873" y="7318"/>
                </a:lnTo>
                <a:lnTo>
                  <a:pt x="3852" y="7425"/>
                </a:lnTo>
                <a:lnTo>
                  <a:pt x="3809" y="7511"/>
                </a:lnTo>
                <a:lnTo>
                  <a:pt x="3809" y="7511"/>
                </a:lnTo>
                <a:lnTo>
                  <a:pt x="3788" y="7575"/>
                </a:lnTo>
                <a:lnTo>
                  <a:pt x="3724" y="7618"/>
                </a:lnTo>
                <a:lnTo>
                  <a:pt x="3595" y="7682"/>
                </a:lnTo>
                <a:lnTo>
                  <a:pt x="3403" y="7725"/>
                </a:lnTo>
                <a:lnTo>
                  <a:pt x="3210" y="7746"/>
                </a:lnTo>
                <a:lnTo>
                  <a:pt x="3018" y="7746"/>
                </a:lnTo>
                <a:lnTo>
                  <a:pt x="2825" y="7703"/>
                </a:lnTo>
                <a:lnTo>
                  <a:pt x="2675" y="7661"/>
                </a:lnTo>
                <a:lnTo>
                  <a:pt x="2568" y="7596"/>
                </a:lnTo>
                <a:lnTo>
                  <a:pt x="2568" y="7596"/>
                </a:lnTo>
                <a:lnTo>
                  <a:pt x="2526" y="7532"/>
                </a:lnTo>
                <a:lnTo>
                  <a:pt x="2504" y="7489"/>
                </a:lnTo>
                <a:lnTo>
                  <a:pt x="2461" y="7340"/>
                </a:lnTo>
                <a:lnTo>
                  <a:pt x="2461" y="7211"/>
                </a:lnTo>
                <a:lnTo>
                  <a:pt x="2440" y="7062"/>
                </a:lnTo>
                <a:lnTo>
                  <a:pt x="2440" y="7062"/>
                </a:lnTo>
                <a:lnTo>
                  <a:pt x="2376" y="6890"/>
                </a:lnTo>
                <a:lnTo>
                  <a:pt x="2312" y="6741"/>
                </a:lnTo>
                <a:lnTo>
                  <a:pt x="2119" y="6462"/>
                </a:lnTo>
                <a:lnTo>
                  <a:pt x="2119" y="6462"/>
                </a:lnTo>
                <a:lnTo>
                  <a:pt x="1905" y="6120"/>
                </a:lnTo>
                <a:lnTo>
                  <a:pt x="1841" y="5970"/>
                </a:lnTo>
                <a:lnTo>
                  <a:pt x="1777" y="5799"/>
                </a:lnTo>
                <a:lnTo>
                  <a:pt x="1734" y="5628"/>
                </a:lnTo>
                <a:lnTo>
                  <a:pt x="1734" y="5457"/>
                </a:lnTo>
                <a:lnTo>
                  <a:pt x="1755" y="5264"/>
                </a:lnTo>
                <a:lnTo>
                  <a:pt x="1819" y="5072"/>
                </a:lnTo>
                <a:lnTo>
                  <a:pt x="1819" y="5072"/>
                </a:lnTo>
                <a:lnTo>
                  <a:pt x="1884" y="4922"/>
                </a:lnTo>
                <a:lnTo>
                  <a:pt x="1969" y="4794"/>
                </a:lnTo>
                <a:lnTo>
                  <a:pt x="2076" y="4644"/>
                </a:lnTo>
                <a:lnTo>
                  <a:pt x="2205" y="4494"/>
                </a:lnTo>
                <a:lnTo>
                  <a:pt x="2333" y="4366"/>
                </a:lnTo>
                <a:lnTo>
                  <a:pt x="2483" y="4259"/>
                </a:lnTo>
                <a:lnTo>
                  <a:pt x="2633" y="4152"/>
                </a:lnTo>
                <a:lnTo>
                  <a:pt x="2782" y="4066"/>
                </a:lnTo>
                <a:lnTo>
                  <a:pt x="2953" y="4002"/>
                </a:lnTo>
                <a:lnTo>
                  <a:pt x="3103" y="3938"/>
                </a:lnTo>
                <a:lnTo>
                  <a:pt x="3274" y="3916"/>
                </a:lnTo>
                <a:lnTo>
                  <a:pt x="3446" y="3916"/>
                </a:lnTo>
                <a:lnTo>
                  <a:pt x="3595" y="3959"/>
                </a:lnTo>
                <a:lnTo>
                  <a:pt x="3745" y="4023"/>
                </a:lnTo>
                <a:lnTo>
                  <a:pt x="3895" y="4130"/>
                </a:lnTo>
                <a:lnTo>
                  <a:pt x="4045" y="4259"/>
                </a:lnTo>
                <a:lnTo>
                  <a:pt x="4045" y="4259"/>
                </a:lnTo>
                <a:lnTo>
                  <a:pt x="4152" y="4408"/>
                </a:lnTo>
                <a:lnTo>
                  <a:pt x="4259" y="4580"/>
                </a:lnTo>
                <a:lnTo>
                  <a:pt x="4323" y="4751"/>
                </a:lnTo>
                <a:lnTo>
                  <a:pt x="4387" y="4943"/>
                </a:lnTo>
                <a:lnTo>
                  <a:pt x="4430" y="5115"/>
                </a:lnTo>
                <a:lnTo>
                  <a:pt x="4473" y="5307"/>
                </a:lnTo>
                <a:lnTo>
                  <a:pt x="4473" y="5500"/>
                </a:lnTo>
                <a:lnTo>
                  <a:pt x="4473" y="5692"/>
                </a:lnTo>
                <a:lnTo>
                  <a:pt x="4473" y="5692"/>
                </a:lnTo>
                <a:close/>
                <a:moveTo>
                  <a:pt x="4836" y="4088"/>
                </a:moveTo>
                <a:lnTo>
                  <a:pt x="4836" y="4088"/>
                </a:lnTo>
                <a:lnTo>
                  <a:pt x="4900" y="4088"/>
                </a:lnTo>
                <a:lnTo>
                  <a:pt x="4922" y="4109"/>
                </a:lnTo>
                <a:lnTo>
                  <a:pt x="4943" y="4152"/>
                </a:lnTo>
                <a:lnTo>
                  <a:pt x="4965" y="4216"/>
                </a:lnTo>
                <a:lnTo>
                  <a:pt x="4965" y="4216"/>
                </a:lnTo>
                <a:lnTo>
                  <a:pt x="4900" y="4216"/>
                </a:lnTo>
                <a:lnTo>
                  <a:pt x="4858" y="4195"/>
                </a:lnTo>
                <a:lnTo>
                  <a:pt x="4836" y="4152"/>
                </a:lnTo>
                <a:lnTo>
                  <a:pt x="4836" y="4088"/>
                </a:lnTo>
                <a:lnTo>
                  <a:pt x="4836" y="4088"/>
                </a:lnTo>
                <a:close/>
                <a:moveTo>
                  <a:pt x="4965" y="5435"/>
                </a:moveTo>
                <a:lnTo>
                  <a:pt x="4965" y="5435"/>
                </a:lnTo>
                <a:lnTo>
                  <a:pt x="5007" y="5435"/>
                </a:lnTo>
                <a:lnTo>
                  <a:pt x="5029" y="5457"/>
                </a:lnTo>
                <a:lnTo>
                  <a:pt x="5093" y="5521"/>
                </a:lnTo>
                <a:lnTo>
                  <a:pt x="5093" y="5607"/>
                </a:lnTo>
                <a:lnTo>
                  <a:pt x="5093" y="5628"/>
                </a:lnTo>
                <a:lnTo>
                  <a:pt x="5072" y="5649"/>
                </a:lnTo>
                <a:lnTo>
                  <a:pt x="5072" y="5649"/>
                </a:lnTo>
                <a:lnTo>
                  <a:pt x="5029" y="5671"/>
                </a:lnTo>
                <a:lnTo>
                  <a:pt x="4986" y="5649"/>
                </a:lnTo>
                <a:lnTo>
                  <a:pt x="4922" y="5585"/>
                </a:lnTo>
                <a:lnTo>
                  <a:pt x="4922" y="5542"/>
                </a:lnTo>
                <a:lnTo>
                  <a:pt x="4900" y="5500"/>
                </a:lnTo>
                <a:lnTo>
                  <a:pt x="4922" y="5457"/>
                </a:lnTo>
                <a:lnTo>
                  <a:pt x="4965" y="5435"/>
                </a:lnTo>
                <a:lnTo>
                  <a:pt x="4965" y="5435"/>
                </a:lnTo>
                <a:close/>
                <a:moveTo>
                  <a:pt x="5114" y="6077"/>
                </a:moveTo>
                <a:lnTo>
                  <a:pt x="5114" y="6077"/>
                </a:lnTo>
                <a:lnTo>
                  <a:pt x="5093" y="6077"/>
                </a:lnTo>
                <a:lnTo>
                  <a:pt x="5072" y="6077"/>
                </a:lnTo>
                <a:lnTo>
                  <a:pt x="5007" y="6035"/>
                </a:lnTo>
                <a:lnTo>
                  <a:pt x="4986" y="5970"/>
                </a:lnTo>
                <a:lnTo>
                  <a:pt x="5007" y="5906"/>
                </a:lnTo>
                <a:lnTo>
                  <a:pt x="5007" y="5906"/>
                </a:lnTo>
                <a:lnTo>
                  <a:pt x="5029" y="5885"/>
                </a:lnTo>
                <a:lnTo>
                  <a:pt x="5072" y="5885"/>
                </a:lnTo>
                <a:lnTo>
                  <a:pt x="5114" y="5949"/>
                </a:lnTo>
                <a:lnTo>
                  <a:pt x="5157" y="6013"/>
                </a:lnTo>
                <a:lnTo>
                  <a:pt x="5136" y="6056"/>
                </a:lnTo>
                <a:lnTo>
                  <a:pt x="5114" y="6077"/>
                </a:lnTo>
                <a:lnTo>
                  <a:pt x="5114" y="6077"/>
                </a:lnTo>
                <a:close/>
                <a:moveTo>
                  <a:pt x="5007" y="4836"/>
                </a:moveTo>
                <a:lnTo>
                  <a:pt x="5007" y="4836"/>
                </a:lnTo>
                <a:lnTo>
                  <a:pt x="4986" y="4815"/>
                </a:lnTo>
                <a:lnTo>
                  <a:pt x="4965" y="4794"/>
                </a:lnTo>
                <a:lnTo>
                  <a:pt x="5007" y="4729"/>
                </a:lnTo>
                <a:lnTo>
                  <a:pt x="5050" y="4687"/>
                </a:lnTo>
                <a:lnTo>
                  <a:pt x="5093" y="4665"/>
                </a:lnTo>
                <a:lnTo>
                  <a:pt x="5136" y="4687"/>
                </a:lnTo>
                <a:lnTo>
                  <a:pt x="5136" y="4687"/>
                </a:lnTo>
                <a:lnTo>
                  <a:pt x="5157" y="4708"/>
                </a:lnTo>
                <a:lnTo>
                  <a:pt x="5157" y="4729"/>
                </a:lnTo>
                <a:lnTo>
                  <a:pt x="5136" y="4794"/>
                </a:lnTo>
                <a:lnTo>
                  <a:pt x="5072" y="4858"/>
                </a:lnTo>
                <a:lnTo>
                  <a:pt x="5050" y="4858"/>
                </a:lnTo>
                <a:lnTo>
                  <a:pt x="5007" y="4836"/>
                </a:lnTo>
                <a:lnTo>
                  <a:pt x="5007" y="4836"/>
                </a:lnTo>
                <a:close/>
                <a:moveTo>
                  <a:pt x="5307" y="6527"/>
                </a:moveTo>
                <a:lnTo>
                  <a:pt x="5307" y="6527"/>
                </a:lnTo>
                <a:lnTo>
                  <a:pt x="5286" y="6569"/>
                </a:lnTo>
                <a:lnTo>
                  <a:pt x="5264" y="6591"/>
                </a:lnTo>
                <a:lnTo>
                  <a:pt x="5243" y="6612"/>
                </a:lnTo>
                <a:lnTo>
                  <a:pt x="5221" y="6591"/>
                </a:lnTo>
                <a:lnTo>
                  <a:pt x="5179" y="6548"/>
                </a:lnTo>
                <a:lnTo>
                  <a:pt x="5200" y="6505"/>
                </a:lnTo>
                <a:lnTo>
                  <a:pt x="5200" y="6462"/>
                </a:lnTo>
                <a:lnTo>
                  <a:pt x="5200" y="6462"/>
                </a:lnTo>
                <a:lnTo>
                  <a:pt x="5243" y="6420"/>
                </a:lnTo>
                <a:lnTo>
                  <a:pt x="5286" y="6420"/>
                </a:lnTo>
                <a:lnTo>
                  <a:pt x="5307" y="6462"/>
                </a:lnTo>
                <a:lnTo>
                  <a:pt x="5307" y="6527"/>
                </a:lnTo>
                <a:lnTo>
                  <a:pt x="5307" y="6527"/>
                </a:lnTo>
                <a:close/>
                <a:moveTo>
                  <a:pt x="3403" y="5842"/>
                </a:moveTo>
                <a:lnTo>
                  <a:pt x="3403" y="5842"/>
                </a:lnTo>
                <a:lnTo>
                  <a:pt x="3446" y="5906"/>
                </a:lnTo>
                <a:lnTo>
                  <a:pt x="3488" y="5949"/>
                </a:lnTo>
                <a:lnTo>
                  <a:pt x="3553" y="5970"/>
                </a:lnTo>
                <a:lnTo>
                  <a:pt x="3617" y="5992"/>
                </a:lnTo>
                <a:lnTo>
                  <a:pt x="3681" y="5970"/>
                </a:lnTo>
                <a:lnTo>
                  <a:pt x="3745" y="5949"/>
                </a:lnTo>
                <a:lnTo>
                  <a:pt x="3895" y="5885"/>
                </a:lnTo>
                <a:lnTo>
                  <a:pt x="4002" y="5756"/>
                </a:lnTo>
                <a:lnTo>
                  <a:pt x="4087" y="5628"/>
                </a:lnTo>
                <a:lnTo>
                  <a:pt x="4109" y="5542"/>
                </a:lnTo>
                <a:lnTo>
                  <a:pt x="4130" y="5478"/>
                </a:lnTo>
                <a:lnTo>
                  <a:pt x="4109" y="5393"/>
                </a:lnTo>
                <a:lnTo>
                  <a:pt x="4087" y="5328"/>
                </a:lnTo>
                <a:lnTo>
                  <a:pt x="4087" y="5328"/>
                </a:lnTo>
                <a:lnTo>
                  <a:pt x="4045" y="5264"/>
                </a:lnTo>
                <a:lnTo>
                  <a:pt x="4002" y="5243"/>
                </a:lnTo>
                <a:lnTo>
                  <a:pt x="3938" y="5222"/>
                </a:lnTo>
                <a:lnTo>
                  <a:pt x="3873" y="5222"/>
                </a:lnTo>
                <a:lnTo>
                  <a:pt x="3745" y="5243"/>
                </a:lnTo>
                <a:lnTo>
                  <a:pt x="3617" y="5328"/>
                </a:lnTo>
                <a:lnTo>
                  <a:pt x="3510" y="5435"/>
                </a:lnTo>
                <a:lnTo>
                  <a:pt x="3424" y="5564"/>
                </a:lnTo>
                <a:lnTo>
                  <a:pt x="3381" y="5714"/>
                </a:lnTo>
                <a:lnTo>
                  <a:pt x="3381" y="5778"/>
                </a:lnTo>
                <a:lnTo>
                  <a:pt x="3403" y="5842"/>
                </a:lnTo>
                <a:lnTo>
                  <a:pt x="3403" y="5842"/>
                </a:lnTo>
                <a:close/>
                <a:moveTo>
                  <a:pt x="2889" y="5949"/>
                </a:moveTo>
                <a:lnTo>
                  <a:pt x="2889" y="5949"/>
                </a:lnTo>
                <a:lnTo>
                  <a:pt x="2932" y="5885"/>
                </a:lnTo>
                <a:lnTo>
                  <a:pt x="2953" y="5799"/>
                </a:lnTo>
                <a:lnTo>
                  <a:pt x="2953" y="5735"/>
                </a:lnTo>
                <a:lnTo>
                  <a:pt x="2932" y="5649"/>
                </a:lnTo>
                <a:lnTo>
                  <a:pt x="2889" y="5585"/>
                </a:lnTo>
                <a:lnTo>
                  <a:pt x="2846" y="5500"/>
                </a:lnTo>
                <a:lnTo>
                  <a:pt x="2718" y="5371"/>
                </a:lnTo>
                <a:lnTo>
                  <a:pt x="2568" y="5286"/>
                </a:lnTo>
                <a:lnTo>
                  <a:pt x="2504" y="5243"/>
                </a:lnTo>
                <a:lnTo>
                  <a:pt x="2419" y="5243"/>
                </a:lnTo>
                <a:lnTo>
                  <a:pt x="2354" y="5243"/>
                </a:lnTo>
                <a:lnTo>
                  <a:pt x="2269" y="5264"/>
                </a:lnTo>
                <a:lnTo>
                  <a:pt x="2226" y="5307"/>
                </a:lnTo>
                <a:lnTo>
                  <a:pt x="2162" y="5371"/>
                </a:lnTo>
                <a:lnTo>
                  <a:pt x="2162" y="5371"/>
                </a:lnTo>
                <a:lnTo>
                  <a:pt x="2140" y="5435"/>
                </a:lnTo>
                <a:lnTo>
                  <a:pt x="2140" y="5500"/>
                </a:lnTo>
                <a:lnTo>
                  <a:pt x="2140" y="5564"/>
                </a:lnTo>
                <a:lnTo>
                  <a:pt x="2162" y="5649"/>
                </a:lnTo>
                <a:lnTo>
                  <a:pt x="2247" y="5778"/>
                </a:lnTo>
                <a:lnTo>
                  <a:pt x="2376" y="5906"/>
                </a:lnTo>
                <a:lnTo>
                  <a:pt x="2504" y="5992"/>
                </a:lnTo>
                <a:lnTo>
                  <a:pt x="2654" y="6056"/>
                </a:lnTo>
                <a:lnTo>
                  <a:pt x="2718" y="6056"/>
                </a:lnTo>
                <a:lnTo>
                  <a:pt x="2782" y="6035"/>
                </a:lnTo>
                <a:lnTo>
                  <a:pt x="2846" y="6013"/>
                </a:lnTo>
                <a:lnTo>
                  <a:pt x="2889" y="5949"/>
                </a:lnTo>
                <a:lnTo>
                  <a:pt x="2889" y="5949"/>
                </a:lnTo>
                <a:close/>
                <a:moveTo>
                  <a:pt x="3189" y="6291"/>
                </a:moveTo>
                <a:lnTo>
                  <a:pt x="3189" y="6291"/>
                </a:lnTo>
                <a:lnTo>
                  <a:pt x="3125" y="6291"/>
                </a:lnTo>
                <a:lnTo>
                  <a:pt x="3082" y="6313"/>
                </a:lnTo>
                <a:lnTo>
                  <a:pt x="2996" y="6398"/>
                </a:lnTo>
                <a:lnTo>
                  <a:pt x="2932" y="6527"/>
                </a:lnTo>
                <a:lnTo>
                  <a:pt x="2911" y="6634"/>
                </a:lnTo>
                <a:lnTo>
                  <a:pt x="2911" y="6634"/>
                </a:lnTo>
                <a:lnTo>
                  <a:pt x="2932" y="6719"/>
                </a:lnTo>
                <a:lnTo>
                  <a:pt x="2996" y="6783"/>
                </a:lnTo>
                <a:lnTo>
                  <a:pt x="3082" y="6805"/>
                </a:lnTo>
                <a:lnTo>
                  <a:pt x="3167" y="6826"/>
                </a:lnTo>
                <a:lnTo>
                  <a:pt x="3253" y="6826"/>
                </a:lnTo>
                <a:lnTo>
                  <a:pt x="3317" y="6783"/>
                </a:lnTo>
                <a:lnTo>
                  <a:pt x="3360" y="6719"/>
                </a:lnTo>
                <a:lnTo>
                  <a:pt x="3339" y="6655"/>
                </a:lnTo>
                <a:lnTo>
                  <a:pt x="3339" y="6655"/>
                </a:lnTo>
                <a:lnTo>
                  <a:pt x="3274" y="6441"/>
                </a:lnTo>
                <a:lnTo>
                  <a:pt x="3232" y="6334"/>
                </a:lnTo>
                <a:lnTo>
                  <a:pt x="3210" y="6313"/>
                </a:lnTo>
                <a:lnTo>
                  <a:pt x="3189" y="6291"/>
                </a:lnTo>
                <a:lnTo>
                  <a:pt x="3189" y="6291"/>
                </a:lnTo>
                <a:close/>
                <a:moveTo>
                  <a:pt x="3424" y="7104"/>
                </a:moveTo>
                <a:lnTo>
                  <a:pt x="3424" y="7104"/>
                </a:lnTo>
                <a:lnTo>
                  <a:pt x="3381" y="7126"/>
                </a:lnTo>
                <a:lnTo>
                  <a:pt x="3360" y="7169"/>
                </a:lnTo>
                <a:lnTo>
                  <a:pt x="3360" y="7233"/>
                </a:lnTo>
                <a:lnTo>
                  <a:pt x="3360" y="7297"/>
                </a:lnTo>
                <a:lnTo>
                  <a:pt x="3381" y="7340"/>
                </a:lnTo>
                <a:lnTo>
                  <a:pt x="3403" y="7382"/>
                </a:lnTo>
                <a:lnTo>
                  <a:pt x="3446" y="7404"/>
                </a:lnTo>
                <a:lnTo>
                  <a:pt x="3510" y="7382"/>
                </a:lnTo>
                <a:lnTo>
                  <a:pt x="3510" y="7382"/>
                </a:lnTo>
                <a:lnTo>
                  <a:pt x="3531" y="7361"/>
                </a:lnTo>
                <a:lnTo>
                  <a:pt x="3553" y="7318"/>
                </a:lnTo>
                <a:lnTo>
                  <a:pt x="3553" y="7211"/>
                </a:lnTo>
                <a:lnTo>
                  <a:pt x="3531" y="7147"/>
                </a:lnTo>
                <a:lnTo>
                  <a:pt x="3510" y="7126"/>
                </a:lnTo>
                <a:lnTo>
                  <a:pt x="3467" y="7104"/>
                </a:lnTo>
                <a:lnTo>
                  <a:pt x="3424" y="7104"/>
                </a:lnTo>
                <a:lnTo>
                  <a:pt x="3424" y="7104"/>
                </a:lnTo>
                <a:close/>
                <a:moveTo>
                  <a:pt x="2911" y="7404"/>
                </a:moveTo>
                <a:lnTo>
                  <a:pt x="2911" y="7404"/>
                </a:lnTo>
                <a:lnTo>
                  <a:pt x="2932" y="7340"/>
                </a:lnTo>
                <a:lnTo>
                  <a:pt x="2932" y="7254"/>
                </a:lnTo>
                <a:lnTo>
                  <a:pt x="2911" y="7104"/>
                </a:lnTo>
                <a:lnTo>
                  <a:pt x="2911" y="7104"/>
                </a:lnTo>
                <a:lnTo>
                  <a:pt x="2825" y="7104"/>
                </a:lnTo>
                <a:lnTo>
                  <a:pt x="2782" y="7126"/>
                </a:lnTo>
                <a:lnTo>
                  <a:pt x="2740" y="7190"/>
                </a:lnTo>
                <a:lnTo>
                  <a:pt x="2740" y="7254"/>
                </a:lnTo>
                <a:lnTo>
                  <a:pt x="2740" y="7318"/>
                </a:lnTo>
                <a:lnTo>
                  <a:pt x="2782" y="7382"/>
                </a:lnTo>
                <a:lnTo>
                  <a:pt x="2846" y="7404"/>
                </a:lnTo>
                <a:lnTo>
                  <a:pt x="2911" y="7404"/>
                </a:lnTo>
                <a:lnTo>
                  <a:pt x="2911" y="7404"/>
                </a:lnTo>
                <a:close/>
                <a:moveTo>
                  <a:pt x="3103" y="7126"/>
                </a:moveTo>
                <a:lnTo>
                  <a:pt x="3103" y="7126"/>
                </a:lnTo>
                <a:lnTo>
                  <a:pt x="3082" y="7169"/>
                </a:lnTo>
                <a:lnTo>
                  <a:pt x="3060" y="7211"/>
                </a:lnTo>
                <a:lnTo>
                  <a:pt x="3060" y="7318"/>
                </a:lnTo>
                <a:lnTo>
                  <a:pt x="3082" y="7361"/>
                </a:lnTo>
                <a:lnTo>
                  <a:pt x="3125" y="7382"/>
                </a:lnTo>
                <a:lnTo>
                  <a:pt x="3167" y="7382"/>
                </a:lnTo>
                <a:lnTo>
                  <a:pt x="3210" y="7361"/>
                </a:lnTo>
                <a:lnTo>
                  <a:pt x="3210" y="7361"/>
                </a:lnTo>
                <a:lnTo>
                  <a:pt x="3232" y="7318"/>
                </a:lnTo>
                <a:lnTo>
                  <a:pt x="3232" y="7275"/>
                </a:lnTo>
                <a:lnTo>
                  <a:pt x="3232" y="7169"/>
                </a:lnTo>
                <a:lnTo>
                  <a:pt x="3210" y="7126"/>
                </a:lnTo>
                <a:lnTo>
                  <a:pt x="3189" y="7104"/>
                </a:lnTo>
                <a:lnTo>
                  <a:pt x="3146" y="7104"/>
                </a:lnTo>
                <a:lnTo>
                  <a:pt x="3103" y="7126"/>
                </a:lnTo>
                <a:lnTo>
                  <a:pt x="3103" y="7126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28"/>
          <p:cNvSpPr/>
          <p:nvPr/>
        </p:nvSpPr>
        <p:spPr>
          <a:xfrm>
            <a:off x="5911271" y="1028346"/>
            <a:ext cx="430211" cy="325906"/>
          </a:xfrm>
          <a:custGeom>
            <a:rect b="b" l="l" r="r" t="t"/>
            <a:pathLst>
              <a:path extrusionOk="0" h="8731" w="9907">
                <a:moveTo>
                  <a:pt x="9843" y="7960"/>
                </a:moveTo>
                <a:lnTo>
                  <a:pt x="9843" y="7960"/>
                </a:lnTo>
                <a:lnTo>
                  <a:pt x="9757" y="7939"/>
                </a:lnTo>
                <a:lnTo>
                  <a:pt x="9672" y="7939"/>
                </a:lnTo>
                <a:lnTo>
                  <a:pt x="9543" y="7982"/>
                </a:lnTo>
                <a:lnTo>
                  <a:pt x="9436" y="8024"/>
                </a:lnTo>
                <a:lnTo>
                  <a:pt x="9201" y="8153"/>
                </a:lnTo>
                <a:lnTo>
                  <a:pt x="9030" y="8238"/>
                </a:lnTo>
                <a:lnTo>
                  <a:pt x="9030" y="8238"/>
                </a:lnTo>
                <a:lnTo>
                  <a:pt x="9094" y="8046"/>
                </a:lnTo>
                <a:lnTo>
                  <a:pt x="9201" y="7810"/>
                </a:lnTo>
                <a:lnTo>
                  <a:pt x="9222" y="7703"/>
                </a:lnTo>
                <a:lnTo>
                  <a:pt x="9244" y="7596"/>
                </a:lnTo>
                <a:lnTo>
                  <a:pt x="9222" y="7511"/>
                </a:lnTo>
                <a:lnTo>
                  <a:pt x="9201" y="7468"/>
                </a:lnTo>
                <a:lnTo>
                  <a:pt x="9158" y="7447"/>
                </a:lnTo>
                <a:lnTo>
                  <a:pt x="9158" y="7447"/>
                </a:lnTo>
                <a:lnTo>
                  <a:pt x="9051" y="7425"/>
                </a:lnTo>
                <a:lnTo>
                  <a:pt x="8966" y="7447"/>
                </a:lnTo>
                <a:lnTo>
                  <a:pt x="8859" y="7511"/>
                </a:lnTo>
                <a:lnTo>
                  <a:pt x="8730" y="7596"/>
                </a:lnTo>
                <a:lnTo>
                  <a:pt x="8538" y="7746"/>
                </a:lnTo>
                <a:lnTo>
                  <a:pt x="8431" y="7810"/>
                </a:lnTo>
                <a:lnTo>
                  <a:pt x="8345" y="7853"/>
                </a:lnTo>
                <a:lnTo>
                  <a:pt x="8345" y="7853"/>
                </a:lnTo>
                <a:lnTo>
                  <a:pt x="8302" y="7853"/>
                </a:lnTo>
                <a:lnTo>
                  <a:pt x="8302" y="7853"/>
                </a:lnTo>
                <a:lnTo>
                  <a:pt x="8302" y="7768"/>
                </a:lnTo>
                <a:lnTo>
                  <a:pt x="8345" y="7661"/>
                </a:lnTo>
                <a:lnTo>
                  <a:pt x="8431" y="7468"/>
                </a:lnTo>
                <a:lnTo>
                  <a:pt x="8431" y="7468"/>
                </a:lnTo>
                <a:lnTo>
                  <a:pt x="8538" y="7190"/>
                </a:lnTo>
                <a:lnTo>
                  <a:pt x="8623" y="6890"/>
                </a:lnTo>
                <a:lnTo>
                  <a:pt x="8623" y="6890"/>
                </a:lnTo>
                <a:lnTo>
                  <a:pt x="8730" y="6291"/>
                </a:lnTo>
                <a:lnTo>
                  <a:pt x="8859" y="5692"/>
                </a:lnTo>
                <a:lnTo>
                  <a:pt x="8859" y="5692"/>
                </a:lnTo>
                <a:lnTo>
                  <a:pt x="8987" y="5072"/>
                </a:lnTo>
                <a:lnTo>
                  <a:pt x="9137" y="4473"/>
                </a:lnTo>
                <a:lnTo>
                  <a:pt x="9179" y="4152"/>
                </a:lnTo>
                <a:lnTo>
                  <a:pt x="9244" y="3852"/>
                </a:lnTo>
                <a:lnTo>
                  <a:pt x="9265" y="3531"/>
                </a:lnTo>
                <a:lnTo>
                  <a:pt x="9286" y="3210"/>
                </a:lnTo>
                <a:lnTo>
                  <a:pt x="9286" y="3210"/>
                </a:lnTo>
                <a:lnTo>
                  <a:pt x="9265" y="2932"/>
                </a:lnTo>
                <a:lnTo>
                  <a:pt x="9222" y="2654"/>
                </a:lnTo>
                <a:lnTo>
                  <a:pt x="9179" y="2376"/>
                </a:lnTo>
                <a:lnTo>
                  <a:pt x="9158" y="2098"/>
                </a:lnTo>
                <a:lnTo>
                  <a:pt x="9158" y="2098"/>
                </a:lnTo>
                <a:lnTo>
                  <a:pt x="9158" y="1884"/>
                </a:lnTo>
                <a:lnTo>
                  <a:pt x="9158" y="1648"/>
                </a:lnTo>
                <a:lnTo>
                  <a:pt x="9137" y="1541"/>
                </a:lnTo>
                <a:lnTo>
                  <a:pt x="9115" y="1434"/>
                </a:lnTo>
                <a:lnTo>
                  <a:pt x="9072" y="1327"/>
                </a:lnTo>
                <a:lnTo>
                  <a:pt x="9008" y="1220"/>
                </a:lnTo>
                <a:lnTo>
                  <a:pt x="9008" y="1220"/>
                </a:lnTo>
                <a:lnTo>
                  <a:pt x="8859" y="1028"/>
                </a:lnTo>
                <a:lnTo>
                  <a:pt x="8709" y="835"/>
                </a:lnTo>
                <a:lnTo>
                  <a:pt x="8538" y="664"/>
                </a:lnTo>
                <a:lnTo>
                  <a:pt x="8366" y="493"/>
                </a:lnTo>
                <a:lnTo>
                  <a:pt x="8174" y="365"/>
                </a:lnTo>
                <a:lnTo>
                  <a:pt x="7981" y="236"/>
                </a:lnTo>
                <a:lnTo>
                  <a:pt x="7746" y="151"/>
                </a:lnTo>
                <a:lnTo>
                  <a:pt x="7511" y="86"/>
                </a:lnTo>
                <a:lnTo>
                  <a:pt x="7511" y="86"/>
                </a:lnTo>
                <a:lnTo>
                  <a:pt x="7254" y="44"/>
                </a:lnTo>
                <a:lnTo>
                  <a:pt x="6976" y="1"/>
                </a:lnTo>
                <a:lnTo>
                  <a:pt x="6698" y="1"/>
                </a:lnTo>
                <a:lnTo>
                  <a:pt x="6419" y="1"/>
                </a:lnTo>
                <a:lnTo>
                  <a:pt x="5842" y="22"/>
                </a:lnTo>
                <a:lnTo>
                  <a:pt x="5307" y="65"/>
                </a:lnTo>
                <a:lnTo>
                  <a:pt x="5307" y="65"/>
                </a:lnTo>
                <a:lnTo>
                  <a:pt x="4793" y="129"/>
                </a:lnTo>
                <a:lnTo>
                  <a:pt x="4258" y="215"/>
                </a:lnTo>
                <a:lnTo>
                  <a:pt x="4002" y="279"/>
                </a:lnTo>
                <a:lnTo>
                  <a:pt x="3745" y="343"/>
                </a:lnTo>
                <a:lnTo>
                  <a:pt x="3510" y="450"/>
                </a:lnTo>
                <a:lnTo>
                  <a:pt x="3296" y="557"/>
                </a:lnTo>
                <a:lnTo>
                  <a:pt x="3296" y="557"/>
                </a:lnTo>
                <a:lnTo>
                  <a:pt x="3103" y="707"/>
                </a:lnTo>
                <a:lnTo>
                  <a:pt x="2911" y="857"/>
                </a:lnTo>
                <a:lnTo>
                  <a:pt x="2761" y="1049"/>
                </a:lnTo>
                <a:lnTo>
                  <a:pt x="2654" y="1242"/>
                </a:lnTo>
                <a:lnTo>
                  <a:pt x="2525" y="1434"/>
                </a:lnTo>
                <a:lnTo>
                  <a:pt x="2440" y="1670"/>
                </a:lnTo>
                <a:lnTo>
                  <a:pt x="2376" y="1884"/>
                </a:lnTo>
                <a:lnTo>
                  <a:pt x="2311" y="2119"/>
                </a:lnTo>
                <a:lnTo>
                  <a:pt x="2204" y="2611"/>
                </a:lnTo>
                <a:lnTo>
                  <a:pt x="2140" y="3082"/>
                </a:lnTo>
                <a:lnTo>
                  <a:pt x="2076" y="3574"/>
                </a:lnTo>
                <a:lnTo>
                  <a:pt x="2033" y="4002"/>
                </a:lnTo>
                <a:lnTo>
                  <a:pt x="2033" y="4002"/>
                </a:lnTo>
                <a:lnTo>
                  <a:pt x="1862" y="5072"/>
                </a:lnTo>
                <a:lnTo>
                  <a:pt x="1798" y="5607"/>
                </a:lnTo>
                <a:lnTo>
                  <a:pt x="1691" y="6141"/>
                </a:lnTo>
                <a:lnTo>
                  <a:pt x="1691" y="6141"/>
                </a:lnTo>
                <a:lnTo>
                  <a:pt x="1563" y="6676"/>
                </a:lnTo>
                <a:lnTo>
                  <a:pt x="1498" y="6955"/>
                </a:lnTo>
                <a:lnTo>
                  <a:pt x="1456" y="7233"/>
                </a:lnTo>
                <a:lnTo>
                  <a:pt x="1456" y="7233"/>
                </a:lnTo>
                <a:lnTo>
                  <a:pt x="1456" y="7575"/>
                </a:lnTo>
                <a:lnTo>
                  <a:pt x="1434" y="7768"/>
                </a:lnTo>
                <a:lnTo>
                  <a:pt x="1413" y="7832"/>
                </a:lnTo>
                <a:lnTo>
                  <a:pt x="1391" y="7853"/>
                </a:lnTo>
                <a:lnTo>
                  <a:pt x="1391" y="7853"/>
                </a:lnTo>
                <a:lnTo>
                  <a:pt x="1349" y="7789"/>
                </a:lnTo>
                <a:lnTo>
                  <a:pt x="1327" y="7703"/>
                </a:lnTo>
                <a:lnTo>
                  <a:pt x="1306" y="7511"/>
                </a:lnTo>
                <a:lnTo>
                  <a:pt x="1284" y="7318"/>
                </a:lnTo>
                <a:lnTo>
                  <a:pt x="1242" y="7233"/>
                </a:lnTo>
                <a:lnTo>
                  <a:pt x="1177" y="7168"/>
                </a:lnTo>
                <a:lnTo>
                  <a:pt x="1177" y="7168"/>
                </a:lnTo>
                <a:lnTo>
                  <a:pt x="1135" y="7147"/>
                </a:lnTo>
                <a:lnTo>
                  <a:pt x="1092" y="7126"/>
                </a:lnTo>
                <a:lnTo>
                  <a:pt x="1049" y="7147"/>
                </a:lnTo>
                <a:lnTo>
                  <a:pt x="1028" y="7168"/>
                </a:lnTo>
                <a:lnTo>
                  <a:pt x="964" y="7233"/>
                </a:lnTo>
                <a:lnTo>
                  <a:pt x="942" y="7340"/>
                </a:lnTo>
                <a:lnTo>
                  <a:pt x="878" y="7575"/>
                </a:lnTo>
                <a:lnTo>
                  <a:pt x="857" y="7682"/>
                </a:lnTo>
                <a:lnTo>
                  <a:pt x="814" y="7746"/>
                </a:lnTo>
                <a:lnTo>
                  <a:pt x="814" y="7746"/>
                </a:lnTo>
                <a:lnTo>
                  <a:pt x="771" y="7511"/>
                </a:lnTo>
                <a:lnTo>
                  <a:pt x="664" y="7168"/>
                </a:lnTo>
                <a:lnTo>
                  <a:pt x="600" y="7019"/>
                </a:lnTo>
                <a:lnTo>
                  <a:pt x="536" y="6912"/>
                </a:lnTo>
                <a:lnTo>
                  <a:pt x="471" y="6869"/>
                </a:lnTo>
                <a:lnTo>
                  <a:pt x="429" y="6848"/>
                </a:lnTo>
                <a:lnTo>
                  <a:pt x="386" y="6848"/>
                </a:lnTo>
                <a:lnTo>
                  <a:pt x="343" y="6869"/>
                </a:lnTo>
                <a:lnTo>
                  <a:pt x="343" y="6869"/>
                </a:lnTo>
                <a:lnTo>
                  <a:pt x="300" y="6912"/>
                </a:lnTo>
                <a:lnTo>
                  <a:pt x="279" y="6955"/>
                </a:lnTo>
                <a:lnTo>
                  <a:pt x="236" y="7104"/>
                </a:lnTo>
                <a:lnTo>
                  <a:pt x="193" y="7361"/>
                </a:lnTo>
                <a:lnTo>
                  <a:pt x="193" y="7361"/>
                </a:lnTo>
                <a:lnTo>
                  <a:pt x="129" y="7639"/>
                </a:lnTo>
                <a:lnTo>
                  <a:pt x="65" y="7939"/>
                </a:lnTo>
                <a:lnTo>
                  <a:pt x="65" y="7939"/>
                </a:lnTo>
                <a:lnTo>
                  <a:pt x="43" y="8067"/>
                </a:lnTo>
                <a:lnTo>
                  <a:pt x="1" y="8238"/>
                </a:lnTo>
                <a:lnTo>
                  <a:pt x="1" y="8302"/>
                </a:lnTo>
                <a:lnTo>
                  <a:pt x="1" y="8367"/>
                </a:lnTo>
                <a:lnTo>
                  <a:pt x="43" y="8409"/>
                </a:lnTo>
                <a:lnTo>
                  <a:pt x="86" y="8431"/>
                </a:lnTo>
                <a:lnTo>
                  <a:pt x="86" y="8431"/>
                </a:lnTo>
                <a:lnTo>
                  <a:pt x="129" y="8409"/>
                </a:lnTo>
                <a:lnTo>
                  <a:pt x="172" y="8388"/>
                </a:lnTo>
                <a:lnTo>
                  <a:pt x="215" y="8324"/>
                </a:lnTo>
                <a:lnTo>
                  <a:pt x="279" y="8174"/>
                </a:lnTo>
                <a:lnTo>
                  <a:pt x="279" y="8174"/>
                </a:lnTo>
                <a:lnTo>
                  <a:pt x="322" y="7960"/>
                </a:lnTo>
                <a:lnTo>
                  <a:pt x="364" y="7725"/>
                </a:lnTo>
                <a:lnTo>
                  <a:pt x="407" y="7511"/>
                </a:lnTo>
                <a:lnTo>
                  <a:pt x="429" y="7425"/>
                </a:lnTo>
                <a:lnTo>
                  <a:pt x="471" y="7318"/>
                </a:lnTo>
                <a:lnTo>
                  <a:pt x="471" y="7318"/>
                </a:lnTo>
                <a:lnTo>
                  <a:pt x="514" y="7511"/>
                </a:lnTo>
                <a:lnTo>
                  <a:pt x="557" y="7682"/>
                </a:lnTo>
                <a:lnTo>
                  <a:pt x="664" y="8024"/>
                </a:lnTo>
                <a:lnTo>
                  <a:pt x="664" y="8024"/>
                </a:lnTo>
                <a:lnTo>
                  <a:pt x="664" y="8195"/>
                </a:lnTo>
                <a:lnTo>
                  <a:pt x="685" y="8281"/>
                </a:lnTo>
                <a:lnTo>
                  <a:pt x="707" y="8367"/>
                </a:lnTo>
                <a:lnTo>
                  <a:pt x="707" y="8367"/>
                </a:lnTo>
                <a:lnTo>
                  <a:pt x="750" y="8431"/>
                </a:lnTo>
                <a:lnTo>
                  <a:pt x="792" y="8452"/>
                </a:lnTo>
                <a:lnTo>
                  <a:pt x="814" y="8474"/>
                </a:lnTo>
                <a:lnTo>
                  <a:pt x="857" y="8452"/>
                </a:lnTo>
                <a:lnTo>
                  <a:pt x="921" y="8388"/>
                </a:lnTo>
                <a:lnTo>
                  <a:pt x="964" y="8281"/>
                </a:lnTo>
                <a:lnTo>
                  <a:pt x="1049" y="8024"/>
                </a:lnTo>
                <a:lnTo>
                  <a:pt x="1092" y="7832"/>
                </a:lnTo>
                <a:lnTo>
                  <a:pt x="1092" y="7832"/>
                </a:lnTo>
                <a:lnTo>
                  <a:pt x="1113" y="7939"/>
                </a:lnTo>
                <a:lnTo>
                  <a:pt x="1156" y="8110"/>
                </a:lnTo>
                <a:lnTo>
                  <a:pt x="1242" y="8388"/>
                </a:lnTo>
                <a:lnTo>
                  <a:pt x="1242" y="8388"/>
                </a:lnTo>
                <a:lnTo>
                  <a:pt x="1284" y="8452"/>
                </a:lnTo>
                <a:lnTo>
                  <a:pt x="1327" y="8495"/>
                </a:lnTo>
                <a:lnTo>
                  <a:pt x="1349" y="8516"/>
                </a:lnTo>
                <a:lnTo>
                  <a:pt x="1413" y="8538"/>
                </a:lnTo>
                <a:lnTo>
                  <a:pt x="1456" y="8538"/>
                </a:lnTo>
                <a:lnTo>
                  <a:pt x="1498" y="8516"/>
                </a:lnTo>
                <a:lnTo>
                  <a:pt x="1605" y="8452"/>
                </a:lnTo>
                <a:lnTo>
                  <a:pt x="1605" y="8452"/>
                </a:lnTo>
                <a:lnTo>
                  <a:pt x="1734" y="8302"/>
                </a:lnTo>
                <a:lnTo>
                  <a:pt x="1841" y="8153"/>
                </a:lnTo>
                <a:lnTo>
                  <a:pt x="2033" y="7832"/>
                </a:lnTo>
                <a:lnTo>
                  <a:pt x="2033" y="7832"/>
                </a:lnTo>
                <a:lnTo>
                  <a:pt x="2140" y="7661"/>
                </a:lnTo>
                <a:lnTo>
                  <a:pt x="2204" y="7575"/>
                </a:lnTo>
                <a:lnTo>
                  <a:pt x="2247" y="7554"/>
                </a:lnTo>
                <a:lnTo>
                  <a:pt x="2269" y="7532"/>
                </a:lnTo>
                <a:lnTo>
                  <a:pt x="2269" y="7532"/>
                </a:lnTo>
                <a:lnTo>
                  <a:pt x="2290" y="7554"/>
                </a:lnTo>
                <a:lnTo>
                  <a:pt x="2290" y="7596"/>
                </a:lnTo>
                <a:lnTo>
                  <a:pt x="2290" y="7768"/>
                </a:lnTo>
                <a:lnTo>
                  <a:pt x="2290" y="7982"/>
                </a:lnTo>
                <a:lnTo>
                  <a:pt x="2290" y="8217"/>
                </a:lnTo>
                <a:lnTo>
                  <a:pt x="2311" y="8324"/>
                </a:lnTo>
                <a:lnTo>
                  <a:pt x="2354" y="8388"/>
                </a:lnTo>
                <a:lnTo>
                  <a:pt x="2397" y="8452"/>
                </a:lnTo>
                <a:lnTo>
                  <a:pt x="2440" y="8474"/>
                </a:lnTo>
                <a:lnTo>
                  <a:pt x="2525" y="8474"/>
                </a:lnTo>
                <a:lnTo>
                  <a:pt x="2611" y="8409"/>
                </a:lnTo>
                <a:lnTo>
                  <a:pt x="2739" y="8302"/>
                </a:lnTo>
                <a:lnTo>
                  <a:pt x="2868" y="8131"/>
                </a:lnTo>
                <a:lnTo>
                  <a:pt x="2868" y="8131"/>
                </a:lnTo>
                <a:lnTo>
                  <a:pt x="3018" y="7982"/>
                </a:lnTo>
                <a:lnTo>
                  <a:pt x="3231" y="7725"/>
                </a:lnTo>
                <a:lnTo>
                  <a:pt x="3317" y="7575"/>
                </a:lnTo>
                <a:lnTo>
                  <a:pt x="3381" y="7468"/>
                </a:lnTo>
                <a:lnTo>
                  <a:pt x="3403" y="7404"/>
                </a:lnTo>
                <a:lnTo>
                  <a:pt x="3403" y="7361"/>
                </a:lnTo>
                <a:lnTo>
                  <a:pt x="3381" y="7340"/>
                </a:lnTo>
                <a:lnTo>
                  <a:pt x="3338" y="7318"/>
                </a:lnTo>
                <a:lnTo>
                  <a:pt x="3338" y="7318"/>
                </a:lnTo>
                <a:lnTo>
                  <a:pt x="3296" y="7297"/>
                </a:lnTo>
                <a:lnTo>
                  <a:pt x="3231" y="7318"/>
                </a:lnTo>
                <a:lnTo>
                  <a:pt x="3124" y="7382"/>
                </a:lnTo>
                <a:lnTo>
                  <a:pt x="2996" y="7489"/>
                </a:lnTo>
                <a:lnTo>
                  <a:pt x="2889" y="7618"/>
                </a:lnTo>
                <a:lnTo>
                  <a:pt x="2697" y="7917"/>
                </a:lnTo>
                <a:lnTo>
                  <a:pt x="2547" y="8110"/>
                </a:lnTo>
                <a:lnTo>
                  <a:pt x="2547" y="8110"/>
                </a:lnTo>
                <a:lnTo>
                  <a:pt x="2547" y="7917"/>
                </a:lnTo>
                <a:lnTo>
                  <a:pt x="2568" y="7703"/>
                </a:lnTo>
                <a:lnTo>
                  <a:pt x="2590" y="7318"/>
                </a:lnTo>
                <a:lnTo>
                  <a:pt x="2590" y="7318"/>
                </a:lnTo>
                <a:lnTo>
                  <a:pt x="2590" y="7168"/>
                </a:lnTo>
                <a:lnTo>
                  <a:pt x="2568" y="7126"/>
                </a:lnTo>
                <a:lnTo>
                  <a:pt x="2547" y="7083"/>
                </a:lnTo>
                <a:lnTo>
                  <a:pt x="2525" y="7061"/>
                </a:lnTo>
                <a:lnTo>
                  <a:pt x="2461" y="7040"/>
                </a:lnTo>
                <a:lnTo>
                  <a:pt x="2418" y="7061"/>
                </a:lnTo>
                <a:lnTo>
                  <a:pt x="2333" y="7083"/>
                </a:lnTo>
                <a:lnTo>
                  <a:pt x="2333" y="7083"/>
                </a:lnTo>
                <a:lnTo>
                  <a:pt x="2226" y="7190"/>
                </a:lnTo>
                <a:lnTo>
                  <a:pt x="2076" y="7361"/>
                </a:lnTo>
                <a:lnTo>
                  <a:pt x="1926" y="7532"/>
                </a:lnTo>
                <a:lnTo>
                  <a:pt x="1841" y="7596"/>
                </a:lnTo>
                <a:lnTo>
                  <a:pt x="1841" y="7596"/>
                </a:lnTo>
                <a:lnTo>
                  <a:pt x="1841" y="7575"/>
                </a:lnTo>
                <a:lnTo>
                  <a:pt x="1841" y="7511"/>
                </a:lnTo>
                <a:lnTo>
                  <a:pt x="1884" y="7361"/>
                </a:lnTo>
                <a:lnTo>
                  <a:pt x="1969" y="7083"/>
                </a:lnTo>
                <a:lnTo>
                  <a:pt x="1969" y="7083"/>
                </a:lnTo>
                <a:lnTo>
                  <a:pt x="1991" y="6848"/>
                </a:lnTo>
                <a:lnTo>
                  <a:pt x="2033" y="6741"/>
                </a:lnTo>
                <a:lnTo>
                  <a:pt x="2055" y="6698"/>
                </a:lnTo>
                <a:lnTo>
                  <a:pt x="2076" y="6655"/>
                </a:lnTo>
                <a:lnTo>
                  <a:pt x="2076" y="6655"/>
                </a:lnTo>
                <a:lnTo>
                  <a:pt x="2183" y="6612"/>
                </a:lnTo>
                <a:lnTo>
                  <a:pt x="2311" y="6591"/>
                </a:lnTo>
                <a:lnTo>
                  <a:pt x="2547" y="6569"/>
                </a:lnTo>
                <a:lnTo>
                  <a:pt x="2547" y="6569"/>
                </a:lnTo>
                <a:lnTo>
                  <a:pt x="2718" y="6505"/>
                </a:lnTo>
                <a:lnTo>
                  <a:pt x="2932" y="6420"/>
                </a:lnTo>
                <a:lnTo>
                  <a:pt x="2996" y="6377"/>
                </a:lnTo>
                <a:lnTo>
                  <a:pt x="3018" y="6313"/>
                </a:lnTo>
                <a:lnTo>
                  <a:pt x="3018" y="6291"/>
                </a:lnTo>
                <a:lnTo>
                  <a:pt x="2996" y="6270"/>
                </a:lnTo>
                <a:lnTo>
                  <a:pt x="2889" y="6248"/>
                </a:lnTo>
                <a:lnTo>
                  <a:pt x="2889" y="6248"/>
                </a:lnTo>
                <a:lnTo>
                  <a:pt x="2782" y="6227"/>
                </a:lnTo>
                <a:lnTo>
                  <a:pt x="2675" y="6227"/>
                </a:lnTo>
                <a:lnTo>
                  <a:pt x="2461" y="6270"/>
                </a:lnTo>
                <a:lnTo>
                  <a:pt x="2033" y="6420"/>
                </a:lnTo>
                <a:lnTo>
                  <a:pt x="2033" y="6420"/>
                </a:lnTo>
                <a:lnTo>
                  <a:pt x="2033" y="6291"/>
                </a:lnTo>
                <a:lnTo>
                  <a:pt x="2055" y="6141"/>
                </a:lnTo>
                <a:lnTo>
                  <a:pt x="2119" y="6013"/>
                </a:lnTo>
                <a:lnTo>
                  <a:pt x="2140" y="5949"/>
                </a:lnTo>
                <a:lnTo>
                  <a:pt x="2183" y="5906"/>
                </a:lnTo>
                <a:lnTo>
                  <a:pt x="2183" y="5906"/>
                </a:lnTo>
                <a:lnTo>
                  <a:pt x="2269" y="5885"/>
                </a:lnTo>
                <a:lnTo>
                  <a:pt x="2354" y="5863"/>
                </a:lnTo>
                <a:lnTo>
                  <a:pt x="2440" y="5842"/>
                </a:lnTo>
                <a:lnTo>
                  <a:pt x="2525" y="5821"/>
                </a:lnTo>
                <a:lnTo>
                  <a:pt x="2525" y="5821"/>
                </a:lnTo>
                <a:lnTo>
                  <a:pt x="2590" y="5778"/>
                </a:lnTo>
                <a:lnTo>
                  <a:pt x="2654" y="5735"/>
                </a:lnTo>
                <a:lnTo>
                  <a:pt x="2697" y="5671"/>
                </a:lnTo>
                <a:lnTo>
                  <a:pt x="2718" y="5628"/>
                </a:lnTo>
                <a:lnTo>
                  <a:pt x="2697" y="5585"/>
                </a:lnTo>
                <a:lnTo>
                  <a:pt x="2697" y="5585"/>
                </a:lnTo>
                <a:lnTo>
                  <a:pt x="2654" y="5542"/>
                </a:lnTo>
                <a:lnTo>
                  <a:pt x="2590" y="5542"/>
                </a:lnTo>
                <a:lnTo>
                  <a:pt x="2525" y="5542"/>
                </a:lnTo>
                <a:lnTo>
                  <a:pt x="2440" y="5564"/>
                </a:lnTo>
                <a:lnTo>
                  <a:pt x="2290" y="5607"/>
                </a:lnTo>
                <a:lnTo>
                  <a:pt x="2183" y="5649"/>
                </a:lnTo>
                <a:lnTo>
                  <a:pt x="2183" y="5649"/>
                </a:lnTo>
                <a:lnTo>
                  <a:pt x="2204" y="5542"/>
                </a:lnTo>
                <a:lnTo>
                  <a:pt x="2204" y="5414"/>
                </a:lnTo>
                <a:lnTo>
                  <a:pt x="2226" y="5286"/>
                </a:lnTo>
                <a:lnTo>
                  <a:pt x="2247" y="5243"/>
                </a:lnTo>
                <a:lnTo>
                  <a:pt x="2269" y="5200"/>
                </a:lnTo>
                <a:lnTo>
                  <a:pt x="2269" y="5200"/>
                </a:lnTo>
                <a:lnTo>
                  <a:pt x="2333" y="5157"/>
                </a:lnTo>
                <a:lnTo>
                  <a:pt x="2418" y="5136"/>
                </a:lnTo>
                <a:lnTo>
                  <a:pt x="2611" y="5093"/>
                </a:lnTo>
                <a:lnTo>
                  <a:pt x="2611" y="5093"/>
                </a:lnTo>
                <a:lnTo>
                  <a:pt x="2889" y="5029"/>
                </a:lnTo>
                <a:lnTo>
                  <a:pt x="3039" y="4965"/>
                </a:lnTo>
                <a:lnTo>
                  <a:pt x="3146" y="4901"/>
                </a:lnTo>
                <a:lnTo>
                  <a:pt x="3146" y="4901"/>
                </a:lnTo>
                <a:lnTo>
                  <a:pt x="3210" y="4858"/>
                </a:lnTo>
                <a:lnTo>
                  <a:pt x="3253" y="4794"/>
                </a:lnTo>
                <a:lnTo>
                  <a:pt x="3253" y="4751"/>
                </a:lnTo>
                <a:lnTo>
                  <a:pt x="3231" y="4708"/>
                </a:lnTo>
                <a:lnTo>
                  <a:pt x="3189" y="4687"/>
                </a:lnTo>
                <a:lnTo>
                  <a:pt x="3146" y="4665"/>
                </a:lnTo>
                <a:lnTo>
                  <a:pt x="2996" y="4665"/>
                </a:lnTo>
                <a:lnTo>
                  <a:pt x="2996" y="4665"/>
                </a:lnTo>
                <a:lnTo>
                  <a:pt x="2825" y="4708"/>
                </a:lnTo>
                <a:lnTo>
                  <a:pt x="2675" y="4772"/>
                </a:lnTo>
                <a:lnTo>
                  <a:pt x="2504" y="4836"/>
                </a:lnTo>
                <a:lnTo>
                  <a:pt x="2333" y="4879"/>
                </a:lnTo>
                <a:lnTo>
                  <a:pt x="2333" y="4879"/>
                </a:lnTo>
                <a:lnTo>
                  <a:pt x="2311" y="4729"/>
                </a:lnTo>
                <a:lnTo>
                  <a:pt x="2333" y="4622"/>
                </a:lnTo>
                <a:lnTo>
                  <a:pt x="2354" y="4558"/>
                </a:lnTo>
                <a:lnTo>
                  <a:pt x="2418" y="4494"/>
                </a:lnTo>
                <a:lnTo>
                  <a:pt x="2483" y="4451"/>
                </a:lnTo>
                <a:lnTo>
                  <a:pt x="2568" y="4408"/>
                </a:lnTo>
                <a:lnTo>
                  <a:pt x="2761" y="4301"/>
                </a:lnTo>
                <a:lnTo>
                  <a:pt x="2761" y="4301"/>
                </a:lnTo>
                <a:lnTo>
                  <a:pt x="2846" y="4259"/>
                </a:lnTo>
                <a:lnTo>
                  <a:pt x="2911" y="4173"/>
                </a:lnTo>
                <a:lnTo>
                  <a:pt x="2932" y="4152"/>
                </a:lnTo>
                <a:lnTo>
                  <a:pt x="2932" y="4109"/>
                </a:lnTo>
                <a:lnTo>
                  <a:pt x="2911" y="4066"/>
                </a:lnTo>
                <a:lnTo>
                  <a:pt x="2868" y="4045"/>
                </a:lnTo>
                <a:lnTo>
                  <a:pt x="2868" y="4045"/>
                </a:lnTo>
                <a:lnTo>
                  <a:pt x="2804" y="4023"/>
                </a:lnTo>
                <a:lnTo>
                  <a:pt x="2761" y="4023"/>
                </a:lnTo>
                <a:lnTo>
                  <a:pt x="2632" y="4045"/>
                </a:lnTo>
                <a:lnTo>
                  <a:pt x="2397" y="4152"/>
                </a:lnTo>
                <a:lnTo>
                  <a:pt x="2397" y="4152"/>
                </a:lnTo>
                <a:lnTo>
                  <a:pt x="2418" y="3724"/>
                </a:lnTo>
                <a:lnTo>
                  <a:pt x="2440" y="3510"/>
                </a:lnTo>
                <a:lnTo>
                  <a:pt x="2504" y="3317"/>
                </a:lnTo>
                <a:lnTo>
                  <a:pt x="2504" y="3317"/>
                </a:lnTo>
                <a:lnTo>
                  <a:pt x="2547" y="3210"/>
                </a:lnTo>
                <a:lnTo>
                  <a:pt x="2590" y="3167"/>
                </a:lnTo>
                <a:lnTo>
                  <a:pt x="2761" y="3125"/>
                </a:lnTo>
                <a:lnTo>
                  <a:pt x="2761" y="3125"/>
                </a:lnTo>
                <a:lnTo>
                  <a:pt x="2846" y="3103"/>
                </a:lnTo>
                <a:lnTo>
                  <a:pt x="2932" y="3060"/>
                </a:lnTo>
                <a:lnTo>
                  <a:pt x="2996" y="3018"/>
                </a:lnTo>
                <a:lnTo>
                  <a:pt x="3018" y="2975"/>
                </a:lnTo>
                <a:lnTo>
                  <a:pt x="3018" y="2932"/>
                </a:lnTo>
                <a:lnTo>
                  <a:pt x="3018" y="2932"/>
                </a:lnTo>
                <a:lnTo>
                  <a:pt x="2996" y="2868"/>
                </a:lnTo>
                <a:lnTo>
                  <a:pt x="2953" y="2847"/>
                </a:lnTo>
                <a:lnTo>
                  <a:pt x="2889" y="2825"/>
                </a:lnTo>
                <a:lnTo>
                  <a:pt x="2825" y="2847"/>
                </a:lnTo>
                <a:lnTo>
                  <a:pt x="2697" y="2868"/>
                </a:lnTo>
                <a:lnTo>
                  <a:pt x="2654" y="2889"/>
                </a:lnTo>
                <a:lnTo>
                  <a:pt x="2611" y="2889"/>
                </a:lnTo>
                <a:lnTo>
                  <a:pt x="2611" y="2889"/>
                </a:lnTo>
                <a:lnTo>
                  <a:pt x="2568" y="2847"/>
                </a:lnTo>
                <a:lnTo>
                  <a:pt x="2547" y="2782"/>
                </a:lnTo>
                <a:lnTo>
                  <a:pt x="2568" y="2697"/>
                </a:lnTo>
                <a:lnTo>
                  <a:pt x="2590" y="2611"/>
                </a:lnTo>
                <a:lnTo>
                  <a:pt x="2654" y="2461"/>
                </a:lnTo>
                <a:lnTo>
                  <a:pt x="2739" y="2354"/>
                </a:lnTo>
                <a:lnTo>
                  <a:pt x="2739" y="2354"/>
                </a:lnTo>
                <a:lnTo>
                  <a:pt x="2825" y="2333"/>
                </a:lnTo>
                <a:lnTo>
                  <a:pt x="2911" y="2312"/>
                </a:lnTo>
                <a:lnTo>
                  <a:pt x="2975" y="2269"/>
                </a:lnTo>
                <a:lnTo>
                  <a:pt x="2996" y="2226"/>
                </a:lnTo>
                <a:lnTo>
                  <a:pt x="2996" y="2183"/>
                </a:lnTo>
                <a:lnTo>
                  <a:pt x="2996" y="2183"/>
                </a:lnTo>
                <a:lnTo>
                  <a:pt x="2975" y="2140"/>
                </a:lnTo>
                <a:lnTo>
                  <a:pt x="2953" y="2119"/>
                </a:lnTo>
                <a:lnTo>
                  <a:pt x="2889" y="2119"/>
                </a:lnTo>
                <a:lnTo>
                  <a:pt x="2825" y="2140"/>
                </a:lnTo>
                <a:lnTo>
                  <a:pt x="2718" y="2162"/>
                </a:lnTo>
                <a:lnTo>
                  <a:pt x="2697" y="2162"/>
                </a:lnTo>
                <a:lnTo>
                  <a:pt x="2675" y="2140"/>
                </a:lnTo>
                <a:lnTo>
                  <a:pt x="2675" y="2140"/>
                </a:lnTo>
                <a:lnTo>
                  <a:pt x="2697" y="2098"/>
                </a:lnTo>
                <a:lnTo>
                  <a:pt x="2739" y="2055"/>
                </a:lnTo>
                <a:lnTo>
                  <a:pt x="2846" y="1991"/>
                </a:lnTo>
                <a:lnTo>
                  <a:pt x="3018" y="1927"/>
                </a:lnTo>
                <a:lnTo>
                  <a:pt x="3231" y="1884"/>
                </a:lnTo>
                <a:lnTo>
                  <a:pt x="3403" y="1841"/>
                </a:lnTo>
                <a:lnTo>
                  <a:pt x="3574" y="1777"/>
                </a:lnTo>
                <a:lnTo>
                  <a:pt x="3638" y="1755"/>
                </a:lnTo>
                <a:lnTo>
                  <a:pt x="3681" y="1713"/>
                </a:lnTo>
                <a:lnTo>
                  <a:pt x="3702" y="1670"/>
                </a:lnTo>
                <a:lnTo>
                  <a:pt x="3724" y="1606"/>
                </a:lnTo>
                <a:lnTo>
                  <a:pt x="3724" y="1606"/>
                </a:lnTo>
                <a:lnTo>
                  <a:pt x="3702" y="1563"/>
                </a:lnTo>
                <a:lnTo>
                  <a:pt x="3659" y="1520"/>
                </a:lnTo>
                <a:lnTo>
                  <a:pt x="3617" y="1499"/>
                </a:lnTo>
                <a:lnTo>
                  <a:pt x="3574" y="1499"/>
                </a:lnTo>
                <a:lnTo>
                  <a:pt x="3467" y="1520"/>
                </a:lnTo>
                <a:lnTo>
                  <a:pt x="3317" y="1563"/>
                </a:lnTo>
                <a:lnTo>
                  <a:pt x="3060" y="1691"/>
                </a:lnTo>
                <a:lnTo>
                  <a:pt x="2953" y="1734"/>
                </a:lnTo>
                <a:lnTo>
                  <a:pt x="2889" y="1734"/>
                </a:lnTo>
                <a:lnTo>
                  <a:pt x="2889" y="1734"/>
                </a:lnTo>
                <a:lnTo>
                  <a:pt x="2846" y="1713"/>
                </a:lnTo>
                <a:lnTo>
                  <a:pt x="2846" y="1691"/>
                </a:lnTo>
                <a:lnTo>
                  <a:pt x="2846" y="1627"/>
                </a:lnTo>
                <a:lnTo>
                  <a:pt x="2868" y="1584"/>
                </a:lnTo>
                <a:lnTo>
                  <a:pt x="2932" y="1477"/>
                </a:lnTo>
                <a:lnTo>
                  <a:pt x="3039" y="1349"/>
                </a:lnTo>
                <a:lnTo>
                  <a:pt x="3274" y="1113"/>
                </a:lnTo>
                <a:lnTo>
                  <a:pt x="3424" y="964"/>
                </a:lnTo>
                <a:lnTo>
                  <a:pt x="3424" y="964"/>
                </a:lnTo>
                <a:lnTo>
                  <a:pt x="3595" y="857"/>
                </a:lnTo>
                <a:lnTo>
                  <a:pt x="3788" y="771"/>
                </a:lnTo>
                <a:lnTo>
                  <a:pt x="3959" y="707"/>
                </a:lnTo>
                <a:lnTo>
                  <a:pt x="4151" y="664"/>
                </a:lnTo>
                <a:lnTo>
                  <a:pt x="4558" y="579"/>
                </a:lnTo>
                <a:lnTo>
                  <a:pt x="4943" y="536"/>
                </a:lnTo>
                <a:lnTo>
                  <a:pt x="4943" y="536"/>
                </a:lnTo>
                <a:lnTo>
                  <a:pt x="5200" y="493"/>
                </a:lnTo>
                <a:lnTo>
                  <a:pt x="5350" y="472"/>
                </a:lnTo>
                <a:lnTo>
                  <a:pt x="5435" y="472"/>
                </a:lnTo>
                <a:lnTo>
                  <a:pt x="5435" y="472"/>
                </a:lnTo>
                <a:lnTo>
                  <a:pt x="5478" y="514"/>
                </a:lnTo>
                <a:lnTo>
                  <a:pt x="5521" y="557"/>
                </a:lnTo>
                <a:lnTo>
                  <a:pt x="5542" y="600"/>
                </a:lnTo>
                <a:lnTo>
                  <a:pt x="5585" y="643"/>
                </a:lnTo>
                <a:lnTo>
                  <a:pt x="5585" y="643"/>
                </a:lnTo>
                <a:lnTo>
                  <a:pt x="5692" y="707"/>
                </a:lnTo>
                <a:lnTo>
                  <a:pt x="5735" y="707"/>
                </a:lnTo>
                <a:lnTo>
                  <a:pt x="5735" y="686"/>
                </a:lnTo>
                <a:lnTo>
                  <a:pt x="5756" y="621"/>
                </a:lnTo>
                <a:lnTo>
                  <a:pt x="5778" y="536"/>
                </a:lnTo>
                <a:lnTo>
                  <a:pt x="5778" y="536"/>
                </a:lnTo>
                <a:lnTo>
                  <a:pt x="5820" y="493"/>
                </a:lnTo>
                <a:lnTo>
                  <a:pt x="5885" y="450"/>
                </a:lnTo>
                <a:lnTo>
                  <a:pt x="5949" y="450"/>
                </a:lnTo>
                <a:lnTo>
                  <a:pt x="6034" y="429"/>
                </a:lnTo>
                <a:lnTo>
                  <a:pt x="6355" y="450"/>
                </a:lnTo>
                <a:lnTo>
                  <a:pt x="6355" y="450"/>
                </a:lnTo>
                <a:lnTo>
                  <a:pt x="6569" y="472"/>
                </a:lnTo>
                <a:lnTo>
                  <a:pt x="6783" y="493"/>
                </a:lnTo>
                <a:lnTo>
                  <a:pt x="6976" y="514"/>
                </a:lnTo>
                <a:lnTo>
                  <a:pt x="7190" y="536"/>
                </a:lnTo>
                <a:lnTo>
                  <a:pt x="7190" y="536"/>
                </a:lnTo>
                <a:lnTo>
                  <a:pt x="7361" y="536"/>
                </a:lnTo>
                <a:lnTo>
                  <a:pt x="7532" y="557"/>
                </a:lnTo>
                <a:lnTo>
                  <a:pt x="7682" y="600"/>
                </a:lnTo>
                <a:lnTo>
                  <a:pt x="7832" y="664"/>
                </a:lnTo>
                <a:lnTo>
                  <a:pt x="7981" y="728"/>
                </a:lnTo>
                <a:lnTo>
                  <a:pt x="8110" y="814"/>
                </a:lnTo>
                <a:lnTo>
                  <a:pt x="8259" y="921"/>
                </a:lnTo>
                <a:lnTo>
                  <a:pt x="8366" y="1049"/>
                </a:lnTo>
                <a:lnTo>
                  <a:pt x="8366" y="1049"/>
                </a:lnTo>
                <a:lnTo>
                  <a:pt x="8495" y="1220"/>
                </a:lnTo>
                <a:lnTo>
                  <a:pt x="8580" y="1392"/>
                </a:lnTo>
                <a:lnTo>
                  <a:pt x="8666" y="1563"/>
                </a:lnTo>
                <a:lnTo>
                  <a:pt x="8709" y="1755"/>
                </a:lnTo>
                <a:lnTo>
                  <a:pt x="8709" y="1755"/>
                </a:lnTo>
                <a:lnTo>
                  <a:pt x="8730" y="1969"/>
                </a:lnTo>
                <a:lnTo>
                  <a:pt x="8730" y="2162"/>
                </a:lnTo>
                <a:lnTo>
                  <a:pt x="8730" y="2354"/>
                </a:lnTo>
                <a:lnTo>
                  <a:pt x="8730" y="2547"/>
                </a:lnTo>
                <a:lnTo>
                  <a:pt x="8730" y="2547"/>
                </a:lnTo>
                <a:lnTo>
                  <a:pt x="8666" y="2504"/>
                </a:lnTo>
                <a:lnTo>
                  <a:pt x="8580" y="2461"/>
                </a:lnTo>
                <a:lnTo>
                  <a:pt x="8516" y="2397"/>
                </a:lnTo>
                <a:lnTo>
                  <a:pt x="8431" y="2397"/>
                </a:lnTo>
                <a:lnTo>
                  <a:pt x="8431" y="2397"/>
                </a:lnTo>
                <a:lnTo>
                  <a:pt x="8388" y="2397"/>
                </a:lnTo>
                <a:lnTo>
                  <a:pt x="8345" y="2419"/>
                </a:lnTo>
                <a:lnTo>
                  <a:pt x="8324" y="2440"/>
                </a:lnTo>
                <a:lnTo>
                  <a:pt x="8324" y="2483"/>
                </a:lnTo>
                <a:lnTo>
                  <a:pt x="8366" y="2547"/>
                </a:lnTo>
                <a:lnTo>
                  <a:pt x="8409" y="2611"/>
                </a:lnTo>
                <a:lnTo>
                  <a:pt x="8409" y="2611"/>
                </a:lnTo>
                <a:lnTo>
                  <a:pt x="8452" y="2654"/>
                </a:lnTo>
                <a:lnTo>
                  <a:pt x="8495" y="2697"/>
                </a:lnTo>
                <a:lnTo>
                  <a:pt x="8580" y="2740"/>
                </a:lnTo>
                <a:lnTo>
                  <a:pt x="8645" y="2782"/>
                </a:lnTo>
                <a:lnTo>
                  <a:pt x="8666" y="2825"/>
                </a:lnTo>
                <a:lnTo>
                  <a:pt x="8687" y="2889"/>
                </a:lnTo>
                <a:lnTo>
                  <a:pt x="8687" y="2889"/>
                </a:lnTo>
                <a:lnTo>
                  <a:pt x="8709" y="3018"/>
                </a:lnTo>
                <a:lnTo>
                  <a:pt x="8666" y="3146"/>
                </a:lnTo>
                <a:lnTo>
                  <a:pt x="8602" y="3424"/>
                </a:lnTo>
                <a:lnTo>
                  <a:pt x="8602" y="3424"/>
                </a:lnTo>
                <a:lnTo>
                  <a:pt x="8473" y="4173"/>
                </a:lnTo>
                <a:lnTo>
                  <a:pt x="8473" y="4173"/>
                </a:lnTo>
                <a:lnTo>
                  <a:pt x="8366" y="4687"/>
                </a:lnTo>
                <a:lnTo>
                  <a:pt x="8259" y="5179"/>
                </a:lnTo>
                <a:lnTo>
                  <a:pt x="8152" y="5671"/>
                </a:lnTo>
                <a:lnTo>
                  <a:pt x="8045" y="6163"/>
                </a:lnTo>
                <a:lnTo>
                  <a:pt x="8045" y="6163"/>
                </a:lnTo>
                <a:lnTo>
                  <a:pt x="7960" y="6634"/>
                </a:lnTo>
                <a:lnTo>
                  <a:pt x="7832" y="7104"/>
                </a:lnTo>
                <a:lnTo>
                  <a:pt x="7832" y="7104"/>
                </a:lnTo>
                <a:lnTo>
                  <a:pt x="7789" y="7340"/>
                </a:lnTo>
                <a:lnTo>
                  <a:pt x="7746" y="7575"/>
                </a:lnTo>
                <a:lnTo>
                  <a:pt x="7703" y="8046"/>
                </a:lnTo>
                <a:lnTo>
                  <a:pt x="7703" y="8046"/>
                </a:lnTo>
                <a:lnTo>
                  <a:pt x="7682" y="8195"/>
                </a:lnTo>
                <a:lnTo>
                  <a:pt x="7639" y="8388"/>
                </a:lnTo>
                <a:lnTo>
                  <a:pt x="7639" y="8474"/>
                </a:lnTo>
                <a:lnTo>
                  <a:pt x="7660" y="8538"/>
                </a:lnTo>
                <a:lnTo>
                  <a:pt x="7725" y="8602"/>
                </a:lnTo>
                <a:lnTo>
                  <a:pt x="7789" y="8623"/>
                </a:lnTo>
                <a:lnTo>
                  <a:pt x="7789" y="8623"/>
                </a:lnTo>
                <a:lnTo>
                  <a:pt x="7896" y="8602"/>
                </a:lnTo>
                <a:lnTo>
                  <a:pt x="7981" y="8559"/>
                </a:lnTo>
                <a:lnTo>
                  <a:pt x="8088" y="8474"/>
                </a:lnTo>
                <a:lnTo>
                  <a:pt x="8174" y="8388"/>
                </a:lnTo>
                <a:lnTo>
                  <a:pt x="8366" y="8217"/>
                </a:lnTo>
                <a:lnTo>
                  <a:pt x="8538" y="8067"/>
                </a:lnTo>
                <a:lnTo>
                  <a:pt x="8538" y="8067"/>
                </a:lnTo>
                <a:lnTo>
                  <a:pt x="8709" y="7896"/>
                </a:lnTo>
                <a:lnTo>
                  <a:pt x="8816" y="7832"/>
                </a:lnTo>
                <a:lnTo>
                  <a:pt x="8859" y="7810"/>
                </a:lnTo>
                <a:lnTo>
                  <a:pt x="8880" y="7810"/>
                </a:lnTo>
                <a:lnTo>
                  <a:pt x="8880" y="7810"/>
                </a:lnTo>
                <a:lnTo>
                  <a:pt x="8901" y="7853"/>
                </a:lnTo>
                <a:lnTo>
                  <a:pt x="8880" y="7896"/>
                </a:lnTo>
                <a:lnTo>
                  <a:pt x="8837" y="8046"/>
                </a:lnTo>
                <a:lnTo>
                  <a:pt x="8730" y="8281"/>
                </a:lnTo>
                <a:lnTo>
                  <a:pt x="8730" y="8281"/>
                </a:lnTo>
                <a:lnTo>
                  <a:pt x="8730" y="8345"/>
                </a:lnTo>
                <a:lnTo>
                  <a:pt x="8752" y="8409"/>
                </a:lnTo>
                <a:lnTo>
                  <a:pt x="8773" y="8452"/>
                </a:lnTo>
                <a:lnTo>
                  <a:pt x="8816" y="8474"/>
                </a:lnTo>
                <a:lnTo>
                  <a:pt x="8923" y="8495"/>
                </a:lnTo>
                <a:lnTo>
                  <a:pt x="9051" y="8474"/>
                </a:lnTo>
                <a:lnTo>
                  <a:pt x="9201" y="8409"/>
                </a:lnTo>
                <a:lnTo>
                  <a:pt x="9329" y="8367"/>
                </a:lnTo>
                <a:lnTo>
                  <a:pt x="9565" y="8260"/>
                </a:lnTo>
                <a:lnTo>
                  <a:pt x="9565" y="8260"/>
                </a:lnTo>
                <a:lnTo>
                  <a:pt x="9693" y="8217"/>
                </a:lnTo>
                <a:lnTo>
                  <a:pt x="9821" y="8153"/>
                </a:lnTo>
                <a:lnTo>
                  <a:pt x="9886" y="8110"/>
                </a:lnTo>
                <a:lnTo>
                  <a:pt x="9907" y="8067"/>
                </a:lnTo>
                <a:lnTo>
                  <a:pt x="9886" y="8024"/>
                </a:lnTo>
                <a:lnTo>
                  <a:pt x="9843" y="7960"/>
                </a:lnTo>
                <a:lnTo>
                  <a:pt x="9843" y="7960"/>
                </a:lnTo>
                <a:close/>
                <a:moveTo>
                  <a:pt x="7639" y="1156"/>
                </a:moveTo>
                <a:lnTo>
                  <a:pt x="7639" y="1156"/>
                </a:lnTo>
                <a:lnTo>
                  <a:pt x="7639" y="1113"/>
                </a:lnTo>
                <a:lnTo>
                  <a:pt x="7618" y="1071"/>
                </a:lnTo>
                <a:lnTo>
                  <a:pt x="7553" y="1071"/>
                </a:lnTo>
                <a:lnTo>
                  <a:pt x="7468" y="1071"/>
                </a:lnTo>
                <a:lnTo>
                  <a:pt x="7382" y="1092"/>
                </a:lnTo>
                <a:lnTo>
                  <a:pt x="7318" y="1113"/>
                </a:lnTo>
                <a:lnTo>
                  <a:pt x="7254" y="1178"/>
                </a:lnTo>
                <a:lnTo>
                  <a:pt x="7211" y="1242"/>
                </a:lnTo>
                <a:lnTo>
                  <a:pt x="7211" y="1242"/>
                </a:lnTo>
                <a:lnTo>
                  <a:pt x="7211" y="1306"/>
                </a:lnTo>
                <a:lnTo>
                  <a:pt x="7254" y="1349"/>
                </a:lnTo>
                <a:lnTo>
                  <a:pt x="7318" y="1349"/>
                </a:lnTo>
                <a:lnTo>
                  <a:pt x="7382" y="1327"/>
                </a:lnTo>
                <a:lnTo>
                  <a:pt x="7532" y="1242"/>
                </a:lnTo>
                <a:lnTo>
                  <a:pt x="7596" y="1199"/>
                </a:lnTo>
                <a:lnTo>
                  <a:pt x="7639" y="1156"/>
                </a:lnTo>
                <a:lnTo>
                  <a:pt x="7639" y="1156"/>
                </a:lnTo>
                <a:close/>
                <a:moveTo>
                  <a:pt x="6077" y="1456"/>
                </a:moveTo>
                <a:lnTo>
                  <a:pt x="6077" y="1456"/>
                </a:lnTo>
                <a:lnTo>
                  <a:pt x="6098" y="1477"/>
                </a:lnTo>
                <a:lnTo>
                  <a:pt x="6120" y="1499"/>
                </a:lnTo>
                <a:lnTo>
                  <a:pt x="6227" y="1520"/>
                </a:lnTo>
                <a:lnTo>
                  <a:pt x="6355" y="1499"/>
                </a:lnTo>
                <a:lnTo>
                  <a:pt x="6505" y="1456"/>
                </a:lnTo>
                <a:lnTo>
                  <a:pt x="6633" y="1370"/>
                </a:lnTo>
                <a:lnTo>
                  <a:pt x="6740" y="1306"/>
                </a:lnTo>
                <a:lnTo>
                  <a:pt x="6826" y="1220"/>
                </a:lnTo>
                <a:lnTo>
                  <a:pt x="6826" y="1199"/>
                </a:lnTo>
                <a:lnTo>
                  <a:pt x="6826" y="1156"/>
                </a:lnTo>
                <a:lnTo>
                  <a:pt x="6826" y="1156"/>
                </a:lnTo>
                <a:lnTo>
                  <a:pt x="6805" y="1135"/>
                </a:lnTo>
                <a:lnTo>
                  <a:pt x="6762" y="1113"/>
                </a:lnTo>
                <a:lnTo>
                  <a:pt x="6655" y="1113"/>
                </a:lnTo>
                <a:lnTo>
                  <a:pt x="6526" y="1156"/>
                </a:lnTo>
                <a:lnTo>
                  <a:pt x="6398" y="1199"/>
                </a:lnTo>
                <a:lnTo>
                  <a:pt x="6270" y="1242"/>
                </a:lnTo>
                <a:lnTo>
                  <a:pt x="6163" y="1327"/>
                </a:lnTo>
                <a:lnTo>
                  <a:pt x="6098" y="1392"/>
                </a:lnTo>
                <a:lnTo>
                  <a:pt x="6077" y="1413"/>
                </a:lnTo>
                <a:lnTo>
                  <a:pt x="6077" y="1456"/>
                </a:lnTo>
                <a:lnTo>
                  <a:pt x="6077" y="1456"/>
                </a:lnTo>
                <a:close/>
                <a:moveTo>
                  <a:pt x="3595" y="4280"/>
                </a:moveTo>
                <a:lnTo>
                  <a:pt x="3595" y="4280"/>
                </a:lnTo>
                <a:lnTo>
                  <a:pt x="3638" y="4344"/>
                </a:lnTo>
                <a:lnTo>
                  <a:pt x="3659" y="4366"/>
                </a:lnTo>
                <a:lnTo>
                  <a:pt x="3702" y="4366"/>
                </a:lnTo>
                <a:lnTo>
                  <a:pt x="3724" y="4344"/>
                </a:lnTo>
                <a:lnTo>
                  <a:pt x="3766" y="4280"/>
                </a:lnTo>
                <a:lnTo>
                  <a:pt x="3809" y="4173"/>
                </a:lnTo>
                <a:lnTo>
                  <a:pt x="3873" y="4087"/>
                </a:lnTo>
                <a:lnTo>
                  <a:pt x="3938" y="4023"/>
                </a:lnTo>
                <a:lnTo>
                  <a:pt x="3959" y="4023"/>
                </a:lnTo>
                <a:lnTo>
                  <a:pt x="4023" y="4023"/>
                </a:lnTo>
                <a:lnTo>
                  <a:pt x="4066" y="4066"/>
                </a:lnTo>
                <a:lnTo>
                  <a:pt x="4130" y="4109"/>
                </a:lnTo>
                <a:lnTo>
                  <a:pt x="4130" y="4109"/>
                </a:lnTo>
                <a:lnTo>
                  <a:pt x="4216" y="4259"/>
                </a:lnTo>
                <a:lnTo>
                  <a:pt x="4344" y="4451"/>
                </a:lnTo>
                <a:lnTo>
                  <a:pt x="4408" y="4537"/>
                </a:lnTo>
                <a:lnTo>
                  <a:pt x="4494" y="4601"/>
                </a:lnTo>
                <a:lnTo>
                  <a:pt x="4558" y="4622"/>
                </a:lnTo>
                <a:lnTo>
                  <a:pt x="4601" y="4622"/>
                </a:lnTo>
                <a:lnTo>
                  <a:pt x="4622" y="4580"/>
                </a:lnTo>
                <a:lnTo>
                  <a:pt x="4622" y="4580"/>
                </a:lnTo>
                <a:lnTo>
                  <a:pt x="4644" y="4558"/>
                </a:lnTo>
                <a:lnTo>
                  <a:pt x="4644" y="4515"/>
                </a:lnTo>
                <a:lnTo>
                  <a:pt x="4644" y="4430"/>
                </a:lnTo>
                <a:lnTo>
                  <a:pt x="4579" y="4323"/>
                </a:lnTo>
                <a:lnTo>
                  <a:pt x="4515" y="4216"/>
                </a:lnTo>
                <a:lnTo>
                  <a:pt x="4365" y="4023"/>
                </a:lnTo>
                <a:lnTo>
                  <a:pt x="4301" y="3938"/>
                </a:lnTo>
                <a:lnTo>
                  <a:pt x="4301" y="3938"/>
                </a:lnTo>
                <a:lnTo>
                  <a:pt x="4408" y="3895"/>
                </a:lnTo>
                <a:lnTo>
                  <a:pt x="4515" y="3852"/>
                </a:lnTo>
                <a:lnTo>
                  <a:pt x="4601" y="3788"/>
                </a:lnTo>
                <a:lnTo>
                  <a:pt x="4686" y="3724"/>
                </a:lnTo>
                <a:lnTo>
                  <a:pt x="4751" y="3638"/>
                </a:lnTo>
                <a:lnTo>
                  <a:pt x="4793" y="3531"/>
                </a:lnTo>
                <a:lnTo>
                  <a:pt x="4815" y="3424"/>
                </a:lnTo>
                <a:lnTo>
                  <a:pt x="4793" y="3317"/>
                </a:lnTo>
                <a:lnTo>
                  <a:pt x="4793" y="3317"/>
                </a:lnTo>
                <a:lnTo>
                  <a:pt x="4729" y="3210"/>
                </a:lnTo>
                <a:lnTo>
                  <a:pt x="4644" y="3125"/>
                </a:lnTo>
                <a:lnTo>
                  <a:pt x="4537" y="3060"/>
                </a:lnTo>
                <a:lnTo>
                  <a:pt x="4408" y="3039"/>
                </a:lnTo>
                <a:lnTo>
                  <a:pt x="4280" y="3018"/>
                </a:lnTo>
                <a:lnTo>
                  <a:pt x="4151" y="2996"/>
                </a:lnTo>
                <a:lnTo>
                  <a:pt x="3895" y="3018"/>
                </a:lnTo>
                <a:lnTo>
                  <a:pt x="3895" y="3018"/>
                </a:lnTo>
                <a:lnTo>
                  <a:pt x="3788" y="3039"/>
                </a:lnTo>
                <a:lnTo>
                  <a:pt x="3702" y="3060"/>
                </a:lnTo>
                <a:lnTo>
                  <a:pt x="3659" y="3125"/>
                </a:lnTo>
                <a:lnTo>
                  <a:pt x="3617" y="3189"/>
                </a:lnTo>
                <a:lnTo>
                  <a:pt x="3617" y="3253"/>
                </a:lnTo>
                <a:lnTo>
                  <a:pt x="3617" y="3360"/>
                </a:lnTo>
                <a:lnTo>
                  <a:pt x="3617" y="3574"/>
                </a:lnTo>
                <a:lnTo>
                  <a:pt x="3617" y="3574"/>
                </a:lnTo>
                <a:lnTo>
                  <a:pt x="3574" y="3938"/>
                </a:lnTo>
                <a:lnTo>
                  <a:pt x="3552" y="4130"/>
                </a:lnTo>
                <a:lnTo>
                  <a:pt x="3574" y="4216"/>
                </a:lnTo>
                <a:lnTo>
                  <a:pt x="3595" y="4280"/>
                </a:lnTo>
                <a:lnTo>
                  <a:pt x="3595" y="4280"/>
                </a:lnTo>
                <a:close/>
                <a:moveTo>
                  <a:pt x="3809" y="3339"/>
                </a:moveTo>
                <a:lnTo>
                  <a:pt x="3809" y="3339"/>
                </a:lnTo>
                <a:lnTo>
                  <a:pt x="3873" y="3296"/>
                </a:lnTo>
                <a:lnTo>
                  <a:pt x="3959" y="3274"/>
                </a:lnTo>
                <a:lnTo>
                  <a:pt x="4087" y="3253"/>
                </a:lnTo>
                <a:lnTo>
                  <a:pt x="4216" y="3274"/>
                </a:lnTo>
                <a:lnTo>
                  <a:pt x="4344" y="3274"/>
                </a:lnTo>
                <a:lnTo>
                  <a:pt x="4451" y="3317"/>
                </a:lnTo>
                <a:lnTo>
                  <a:pt x="4537" y="3360"/>
                </a:lnTo>
                <a:lnTo>
                  <a:pt x="4558" y="3424"/>
                </a:lnTo>
                <a:lnTo>
                  <a:pt x="4558" y="3424"/>
                </a:lnTo>
                <a:lnTo>
                  <a:pt x="4558" y="3488"/>
                </a:lnTo>
                <a:lnTo>
                  <a:pt x="4515" y="3553"/>
                </a:lnTo>
                <a:lnTo>
                  <a:pt x="4451" y="3617"/>
                </a:lnTo>
                <a:lnTo>
                  <a:pt x="4365" y="3660"/>
                </a:lnTo>
                <a:lnTo>
                  <a:pt x="4173" y="3702"/>
                </a:lnTo>
                <a:lnTo>
                  <a:pt x="4023" y="3745"/>
                </a:lnTo>
                <a:lnTo>
                  <a:pt x="4023" y="3745"/>
                </a:lnTo>
                <a:lnTo>
                  <a:pt x="3916" y="3745"/>
                </a:lnTo>
                <a:lnTo>
                  <a:pt x="3873" y="3724"/>
                </a:lnTo>
                <a:lnTo>
                  <a:pt x="3873" y="3681"/>
                </a:lnTo>
                <a:lnTo>
                  <a:pt x="3852" y="3595"/>
                </a:lnTo>
                <a:lnTo>
                  <a:pt x="3852" y="3595"/>
                </a:lnTo>
                <a:lnTo>
                  <a:pt x="3809" y="3467"/>
                </a:lnTo>
                <a:lnTo>
                  <a:pt x="3809" y="3381"/>
                </a:lnTo>
                <a:lnTo>
                  <a:pt x="3809" y="3339"/>
                </a:lnTo>
                <a:lnTo>
                  <a:pt x="3809" y="3339"/>
                </a:lnTo>
                <a:close/>
                <a:moveTo>
                  <a:pt x="5542" y="4430"/>
                </a:moveTo>
                <a:lnTo>
                  <a:pt x="5542" y="4430"/>
                </a:lnTo>
                <a:lnTo>
                  <a:pt x="5414" y="4430"/>
                </a:lnTo>
                <a:lnTo>
                  <a:pt x="5414" y="4430"/>
                </a:lnTo>
                <a:lnTo>
                  <a:pt x="5350" y="4451"/>
                </a:lnTo>
                <a:lnTo>
                  <a:pt x="5307" y="4451"/>
                </a:lnTo>
                <a:lnTo>
                  <a:pt x="5285" y="4473"/>
                </a:lnTo>
                <a:lnTo>
                  <a:pt x="5285" y="4558"/>
                </a:lnTo>
                <a:lnTo>
                  <a:pt x="5285" y="4558"/>
                </a:lnTo>
                <a:lnTo>
                  <a:pt x="5328" y="4622"/>
                </a:lnTo>
                <a:lnTo>
                  <a:pt x="5414" y="4665"/>
                </a:lnTo>
                <a:lnTo>
                  <a:pt x="5499" y="4687"/>
                </a:lnTo>
                <a:lnTo>
                  <a:pt x="5606" y="4708"/>
                </a:lnTo>
                <a:lnTo>
                  <a:pt x="5713" y="4708"/>
                </a:lnTo>
                <a:lnTo>
                  <a:pt x="5799" y="4708"/>
                </a:lnTo>
                <a:lnTo>
                  <a:pt x="5885" y="4665"/>
                </a:lnTo>
                <a:lnTo>
                  <a:pt x="5927" y="4601"/>
                </a:lnTo>
                <a:lnTo>
                  <a:pt x="5927" y="4601"/>
                </a:lnTo>
                <a:lnTo>
                  <a:pt x="5927" y="4537"/>
                </a:lnTo>
                <a:lnTo>
                  <a:pt x="5906" y="4515"/>
                </a:lnTo>
                <a:lnTo>
                  <a:pt x="5863" y="4494"/>
                </a:lnTo>
                <a:lnTo>
                  <a:pt x="5842" y="4473"/>
                </a:lnTo>
                <a:lnTo>
                  <a:pt x="5842" y="4473"/>
                </a:lnTo>
                <a:lnTo>
                  <a:pt x="5820" y="4344"/>
                </a:lnTo>
                <a:lnTo>
                  <a:pt x="5820" y="4216"/>
                </a:lnTo>
                <a:lnTo>
                  <a:pt x="5820" y="4216"/>
                </a:lnTo>
                <a:lnTo>
                  <a:pt x="5885" y="3767"/>
                </a:lnTo>
                <a:lnTo>
                  <a:pt x="5885" y="3531"/>
                </a:lnTo>
                <a:lnTo>
                  <a:pt x="5885" y="3317"/>
                </a:lnTo>
                <a:lnTo>
                  <a:pt x="5885" y="3317"/>
                </a:lnTo>
                <a:lnTo>
                  <a:pt x="5992" y="3296"/>
                </a:lnTo>
                <a:lnTo>
                  <a:pt x="6056" y="3274"/>
                </a:lnTo>
                <a:lnTo>
                  <a:pt x="6077" y="3232"/>
                </a:lnTo>
                <a:lnTo>
                  <a:pt x="6077" y="3232"/>
                </a:lnTo>
                <a:lnTo>
                  <a:pt x="6077" y="3167"/>
                </a:lnTo>
                <a:lnTo>
                  <a:pt x="6034" y="3125"/>
                </a:lnTo>
                <a:lnTo>
                  <a:pt x="5949" y="3082"/>
                </a:lnTo>
                <a:lnTo>
                  <a:pt x="5863" y="3039"/>
                </a:lnTo>
                <a:lnTo>
                  <a:pt x="5756" y="3018"/>
                </a:lnTo>
                <a:lnTo>
                  <a:pt x="5671" y="2996"/>
                </a:lnTo>
                <a:lnTo>
                  <a:pt x="5585" y="3018"/>
                </a:lnTo>
                <a:lnTo>
                  <a:pt x="5521" y="3039"/>
                </a:lnTo>
                <a:lnTo>
                  <a:pt x="5521" y="3039"/>
                </a:lnTo>
                <a:lnTo>
                  <a:pt x="5478" y="3082"/>
                </a:lnTo>
                <a:lnTo>
                  <a:pt x="5499" y="3146"/>
                </a:lnTo>
                <a:lnTo>
                  <a:pt x="5585" y="3232"/>
                </a:lnTo>
                <a:lnTo>
                  <a:pt x="5585" y="3232"/>
                </a:lnTo>
                <a:lnTo>
                  <a:pt x="5606" y="3274"/>
                </a:lnTo>
                <a:lnTo>
                  <a:pt x="5628" y="3296"/>
                </a:lnTo>
                <a:lnTo>
                  <a:pt x="5649" y="3274"/>
                </a:lnTo>
                <a:lnTo>
                  <a:pt x="5649" y="3274"/>
                </a:lnTo>
                <a:lnTo>
                  <a:pt x="5649" y="3274"/>
                </a:lnTo>
                <a:lnTo>
                  <a:pt x="5692" y="3403"/>
                </a:lnTo>
                <a:lnTo>
                  <a:pt x="5692" y="3403"/>
                </a:lnTo>
                <a:lnTo>
                  <a:pt x="5692" y="3595"/>
                </a:lnTo>
                <a:lnTo>
                  <a:pt x="5671" y="3852"/>
                </a:lnTo>
                <a:lnTo>
                  <a:pt x="5628" y="4087"/>
                </a:lnTo>
                <a:lnTo>
                  <a:pt x="5585" y="4259"/>
                </a:lnTo>
                <a:lnTo>
                  <a:pt x="5585" y="4259"/>
                </a:lnTo>
                <a:lnTo>
                  <a:pt x="5542" y="4430"/>
                </a:lnTo>
                <a:lnTo>
                  <a:pt x="5542" y="4430"/>
                </a:lnTo>
                <a:close/>
                <a:moveTo>
                  <a:pt x="6805" y="4537"/>
                </a:moveTo>
                <a:lnTo>
                  <a:pt x="6805" y="4537"/>
                </a:lnTo>
                <a:lnTo>
                  <a:pt x="6826" y="4622"/>
                </a:lnTo>
                <a:lnTo>
                  <a:pt x="6847" y="4708"/>
                </a:lnTo>
                <a:lnTo>
                  <a:pt x="6890" y="4729"/>
                </a:lnTo>
                <a:lnTo>
                  <a:pt x="6933" y="4729"/>
                </a:lnTo>
                <a:lnTo>
                  <a:pt x="6976" y="4708"/>
                </a:lnTo>
                <a:lnTo>
                  <a:pt x="7019" y="4687"/>
                </a:lnTo>
                <a:lnTo>
                  <a:pt x="7019" y="4687"/>
                </a:lnTo>
                <a:lnTo>
                  <a:pt x="7061" y="4644"/>
                </a:lnTo>
                <a:lnTo>
                  <a:pt x="7083" y="4580"/>
                </a:lnTo>
                <a:lnTo>
                  <a:pt x="7104" y="4451"/>
                </a:lnTo>
                <a:lnTo>
                  <a:pt x="7083" y="4194"/>
                </a:lnTo>
                <a:lnTo>
                  <a:pt x="7083" y="4194"/>
                </a:lnTo>
                <a:lnTo>
                  <a:pt x="7168" y="4194"/>
                </a:lnTo>
                <a:lnTo>
                  <a:pt x="7339" y="4173"/>
                </a:lnTo>
                <a:lnTo>
                  <a:pt x="7511" y="4130"/>
                </a:lnTo>
                <a:lnTo>
                  <a:pt x="7639" y="4066"/>
                </a:lnTo>
                <a:lnTo>
                  <a:pt x="7639" y="4066"/>
                </a:lnTo>
                <a:lnTo>
                  <a:pt x="7767" y="3981"/>
                </a:lnTo>
                <a:lnTo>
                  <a:pt x="7810" y="3916"/>
                </a:lnTo>
                <a:lnTo>
                  <a:pt x="7853" y="3852"/>
                </a:lnTo>
                <a:lnTo>
                  <a:pt x="7874" y="3788"/>
                </a:lnTo>
                <a:lnTo>
                  <a:pt x="7874" y="3702"/>
                </a:lnTo>
                <a:lnTo>
                  <a:pt x="7874" y="3617"/>
                </a:lnTo>
                <a:lnTo>
                  <a:pt x="7853" y="3531"/>
                </a:lnTo>
                <a:lnTo>
                  <a:pt x="7853" y="3531"/>
                </a:lnTo>
                <a:lnTo>
                  <a:pt x="7789" y="3403"/>
                </a:lnTo>
                <a:lnTo>
                  <a:pt x="7682" y="3274"/>
                </a:lnTo>
                <a:lnTo>
                  <a:pt x="7532" y="3189"/>
                </a:lnTo>
                <a:lnTo>
                  <a:pt x="7382" y="3103"/>
                </a:lnTo>
                <a:lnTo>
                  <a:pt x="7211" y="3082"/>
                </a:lnTo>
                <a:lnTo>
                  <a:pt x="7147" y="3082"/>
                </a:lnTo>
                <a:lnTo>
                  <a:pt x="7083" y="3103"/>
                </a:lnTo>
                <a:lnTo>
                  <a:pt x="7019" y="3125"/>
                </a:lnTo>
                <a:lnTo>
                  <a:pt x="6954" y="3167"/>
                </a:lnTo>
                <a:lnTo>
                  <a:pt x="6912" y="3232"/>
                </a:lnTo>
                <a:lnTo>
                  <a:pt x="6869" y="3317"/>
                </a:lnTo>
                <a:lnTo>
                  <a:pt x="6869" y="3317"/>
                </a:lnTo>
                <a:lnTo>
                  <a:pt x="6847" y="3510"/>
                </a:lnTo>
                <a:lnTo>
                  <a:pt x="6826" y="3702"/>
                </a:lnTo>
                <a:lnTo>
                  <a:pt x="6826" y="4087"/>
                </a:lnTo>
                <a:lnTo>
                  <a:pt x="6826" y="4087"/>
                </a:lnTo>
                <a:lnTo>
                  <a:pt x="6805" y="4301"/>
                </a:lnTo>
                <a:lnTo>
                  <a:pt x="6805" y="4537"/>
                </a:lnTo>
                <a:lnTo>
                  <a:pt x="6805" y="4537"/>
                </a:lnTo>
                <a:close/>
                <a:moveTo>
                  <a:pt x="7168" y="3317"/>
                </a:moveTo>
                <a:lnTo>
                  <a:pt x="7168" y="3317"/>
                </a:lnTo>
                <a:lnTo>
                  <a:pt x="7361" y="3381"/>
                </a:lnTo>
                <a:lnTo>
                  <a:pt x="7468" y="3467"/>
                </a:lnTo>
                <a:lnTo>
                  <a:pt x="7553" y="3574"/>
                </a:lnTo>
                <a:lnTo>
                  <a:pt x="7575" y="3681"/>
                </a:lnTo>
                <a:lnTo>
                  <a:pt x="7553" y="3724"/>
                </a:lnTo>
                <a:lnTo>
                  <a:pt x="7532" y="3767"/>
                </a:lnTo>
                <a:lnTo>
                  <a:pt x="7489" y="3809"/>
                </a:lnTo>
                <a:lnTo>
                  <a:pt x="7446" y="3852"/>
                </a:lnTo>
                <a:lnTo>
                  <a:pt x="7318" y="3916"/>
                </a:lnTo>
                <a:lnTo>
                  <a:pt x="7125" y="3938"/>
                </a:lnTo>
                <a:lnTo>
                  <a:pt x="7125" y="3938"/>
                </a:lnTo>
                <a:lnTo>
                  <a:pt x="7104" y="3895"/>
                </a:lnTo>
                <a:lnTo>
                  <a:pt x="7104" y="3831"/>
                </a:lnTo>
                <a:lnTo>
                  <a:pt x="7125" y="3638"/>
                </a:lnTo>
                <a:lnTo>
                  <a:pt x="7168" y="3424"/>
                </a:lnTo>
                <a:lnTo>
                  <a:pt x="7190" y="3339"/>
                </a:lnTo>
                <a:lnTo>
                  <a:pt x="7168" y="3317"/>
                </a:lnTo>
                <a:lnTo>
                  <a:pt x="7168" y="3317"/>
                </a:lnTo>
                <a:close/>
                <a:moveTo>
                  <a:pt x="4729" y="4430"/>
                </a:moveTo>
                <a:lnTo>
                  <a:pt x="4729" y="4430"/>
                </a:lnTo>
                <a:lnTo>
                  <a:pt x="4729" y="4473"/>
                </a:lnTo>
                <a:lnTo>
                  <a:pt x="4751" y="4515"/>
                </a:lnTo>
                <a:lnTo>
                  <a:pt x="4793" y="4537"/>
                </a:lnTo>
                <a:lnTo>
                  <a:pt x="4836" y="4537"/>
                </a:lnTo>
                <a:lnTo>
                  <a:pt x="4900" y="4515"/>
                </a:lnTo>
                <a:lnTo>
                  <a:pt x="4922" y="4494"/>
                </a:lnTo>
                <a:lnTo>
                  <a:pt x="4943" y="4451"/>
                </a:lnTo>
                <a:lnTo>
                  <a:pt x="4943" y="4408"/>
                </a:lnTo>
                <a:lnTo>
                  <a:pt x="4943" y="4408"/>
                </a:lnTo>
                <a:lnTo>
                  <a:pt x="4943" y="4366"/>
                </a:lnTo>
                <a:lnTo>
                  <a:pt x="4900" y="4323"/>
                </a:lnTo>
                <a:lnTo>
                  <a:pt x="4858" y="4323"/>
                </a:lnTo>
                <a:lnTo>
                  <a:pt x="4836" y="4323"/>
                </a:lnTo>
                <a:lnTo>
                  <a:pt x="4793" y="4323"/>
                </a:lnTo>
                <a:lnTo>
                  <a:pt x="4751" y="4344"/>
                </a:lnTo>
                <a:lnTo>
                  <a:pt x="4729" y="4387"/>
                </a:lnTo>
                <a:lnTo>
                  <a:pt x="4729" y="4430"/>
                </a:lnTo>
                <a:lnTo>
                  <a:pt x="4729" y="4430"/>
                </a:lnTo>
                <a:close/>
                <a:moveTo>
                  <a:pt x="6013" y="4537"/>
                </a:moveTo>
                <a:lnTo>
                  <a:pt x="6013" y="4537"/>
                </a:lnTo>
                <a:lnTo>
                  <a:pt x="6013" y="4601"/>
                </a:lnTo>
                <a:lnTo>
                  <a:pt x="6034" y="4622"/>
                </a:lnTo>
                <a:lnTo>
                  <a:pt x="6077" y="4644"/>
                </a:lnTo>
                <a:lnTo>
                  <a:pt x="6141" y="4644"/>
                </a:lnTo>
                <a:lnTo>
                  <a:pt x="6184" y="4622"/>
                </a:lnTo>
                <a:lnTo>
                  <a:pt x="6205" y="4601"/>
                </a:lnTo>
                <a:lnTo>
                  <a:pt x="6227" y="4558"/>
                </a:lnTo>
                <a:lnTo>
                  <a:pt x="6227" y="4515"/>
                </a:lnTo>
                <a:lnTo>
                  <a:pt x="6227" y="4515"/>
                </a:lnTo>
                <a:lnTo>
                  <a:pt x="6205" y="4473"/>
                </a:lnTo>
                <a:lnTo>
                  <a:pt x="6184" y="4451"/>
                </a:lnTo>
                <a:lnTo>
                  <a:pt x="6141" y="4430"/>
                </a:lnTo>
                <a:lnTo>
                  <a:pt x="6098" y="4430"/>
                </a:lnTo>
                <a:lnTo>
                  <a:pt x="6034" y="4473"/>
                </a:lnTo>
                <a:lnTo>
                  <a:pt x="6013" y="4494"/>
                </a:lnTo>
                <a:lnTo>
                  <a:pt x="6013" y="4537"/>
                </a:lnTo>
                <a:lnTo>
                  <a:pt x="6013" y="4537"/>
                </a:lnTo>
                <a:close/>
                <a:moveTo>
                  <a:pt x="7553" y="4687"/>
                </a:moveTo>
                <a:lnTo>
                  <a:pt x="7553" y="4687"/>
                </a:lnTo>
                <a:lnTo>
                  <a:pt x="7532" y="4644"/>
                </a:lnTo>
                <a:lnTo>
                  <a:pt x="7511" y="4622"/>
                </a:lnTo>
                <a:lnTo>
                  <a:pt x="7425" y="4601"/>
                </a:lnTo>
                <a:lnTo>
                  <a:pt x="7382" y="4601"/>
                </a:lnTo>
                <a:lnTo>
                  <a:pt x="7339" y="4622"/>
                </a:lnTo>
                <a:lnTo>
                  <a:pt x="7318" y="4665"/>
                </a:lnTo>
                <a:lnTo>
                  <a:pt x="7318" y="4708"/>
                </a:lnTo>
                <a:lnTo>
                  <a:pt x="7318" y="4708"/>
                </a:lnTo>
                <a:lnTo>
                  <a:pt x="7339" y="4751"/>
                </a:lnTo>
                <a:lnTo>
                  <a:pt x="7361" y="4772"/>
                </a:lnTo>
                <a:lnTo>
                  <a:pt x="7446" y="4794"/>
                </a:lnTo>
                <a:lnTo>
                  <a:pt x="7489" y="4794"/>
                </a:lnTo>
                <a:lnTo>
                  <a:pt x="7511" y="4772"/>
                </a:lnTo>
                <a:lnTo>
                  <a:pt x="7532" y="4729"/>
                </a:lnTo>
                <a:lnTo>
                  <a:pt x="7553" y="4687"/>
                </a:lnTo>
                <a:lnTo>
                  <a:pt x="7553" y="4687"/>
                </a:lnTo>
                <a:close/>
                <a:moveTo>
                  <a:pt x="4815" y="5350"/>
                </a:moveTo>
                <a:lnTo>
                  <a:pt x="4815" y="5350"/>
                </a:lnTo>
                <a:lnTo>
                  <a:pt x="4793" y="5328"/>
                </a:lnTo>
                <a:lnTo>
                  <a:pt x="4772" y="5307"/>
                </a:lnTo>
                <a:lnTo>
                  <a:pt x="4729" y="5243"/>
                </a:lnTo>
                <a:lnTo>
                  <a:pt x="4708" y="5179"/>
                </a:lnTo>
                <a:lnTo>
                  <a:pt x="4665" y="5114"/>
                </a:lnTo>
                <a:lnTo>
                  <a:pt x="4665" y="5114"/>
                </a:lnTo>
                <a:lnTo>
                  <a:pt x="4579" y="5093"/>
                </a:lnTo>
                <a:lnTo>
                  <a:pt x="4494" y="5093"/>
                </a:lnTo>
                <a:lnTo>
                  <a:pt x="4430" y="5136"/>
                </a:lnTo>
                <a:lnTo>
                  <a:pt x="4365" y="5200"/>
                </a:lnTo>
                <a:lnTo>
                  <a:pt x="4365" y="5200"/>
                </a:lnTo>
                <a:lnTo>
                  <a:pt x="4301" y="5307"/>
                </a:lnTo>
                <a:lnTo>
                  <a:pt x="4280" y="5371"/>
                </a:lnTo>
                <a:lnTo>
                  <a:pt x="4280" y="5414"/>
                </a:lnTo>
                <a:lnTo>
                  <a:pt x="4301" y="5435"/>
                </a:lnTo>
                <a:lnTo>
                  <a:pt x="4301" y="5435"/>
                </a:lnTo>
                <a:lnTo>
                  <a:pt x="4344" y="5457"/>
                </a:lnTo>
                <a:lnTo>
                  <a:pt x="4365" y="5457"/>
                </a:lnTo>
                <a:lnTo>
                  <a:pt x="4430" y="5414"/>
                </a:lnTo>
                <a:lnTo>
                  <a:pt x="4494" y="5350"/>
                </a:lnTo>
                <a:lnTo>
                  <a:pt x="4537" y="5307"/>
                </a:lnTo>
                <a:lnTo>
                  <a:pt x="4537" y="5307"/>
                </a:lnTo>
                <a:lnTo>
                  <a:pt x="4601" y="5435"/>
                </a:lnTo>
                <a:lnTo>
                  <a:pt x="4708" y="5564"/>
                </a:lnTo>
                <a:lnTo>
                  <a:pt x="4708" y="5564"/>
                </a:lnTo>
                <a:lnTo>
                  <a:pt x="4793" y="5607"/>
                </a:lnTo>
                <a:lnTo>
                  <a:pt x="4858" y="5607"/>
                </a:lnTo>
                <a:lnTo>
                  <a:pt x="4922" y="5585"/>
                </a:lnTo>
                <a:lnTo>
                  <a:pt x="4965" y="5564"/>
                </a:lnTo>
                <a:lnTo>
                  <a:pt x="5071" y="5478"/>
                </a:lnTo>
                <a:lnTo>
                  <a:pt x="5136" y="5457"/>
                </a:lnTo>
                <a:lnTo>
                  <a:pt x="5200" y="5435"/>
                </a:lnTo>
                <a:lnTo>
                  <a:pt x="5200" y="5435"/>
                </a:lnTo>
                <a:lnTo>
                  <a:pt x="5264" y="5457"/>
                </a:lnTo>
                <a:lnTo>
                  <a:pt x="5328" y="5478"/>
                </a:lnTo>
                <a:lnTo>
                  <a:pt x="5414" y="5564"/>
                </a:lnTo>
                <a:lnTo>
                  <a:pt x="5521" y="5671"/>
                </a:lnTo>
                <a:lnTo>
                  <a:pt x="5564" y="5714"/>
                </a:lnTo>
                <a:lnTo>
                  <a:pt x="5628" y="5714"/>
                </a:lnTo>
                <a:lnTo>
                  <a:pt x="5628" y="5714"/>
                </a:lnTo>
                <a:lnTo>
                  <a:pt x="5735" y="5714"/>
                </a:lnTo>
                <a:lnTo>
                  <a:pt x="5799" y="5671"/>
                </a:lnTo>
                <a:lnTo>
                  <a:pt x="5885" y="5628"/>
                </a:lnTo>
                <a:lnTo>
                  <a:pt x="5970" y="5607"/>
                </a:lnTo>
                <a:lnTo>
                  <a:pt x="5970" y="5607"/>
                </a:lnTo>
                <a:lnTo>
                  <a:pt x="6034" y="5607"/>
                </a:lnTo>
                <a:lnTo>
                  <a:pt x="6098" y="5607"/>
                </a:lnTo>
                <a:lnTo>
                  <a:pt x="6184" y="5607"/>
                </a:lnTo>
                <a:lnTo>
                  <a:pt x="6248" y="5607"/>
                </a:lnTo>
                <a:lnTo>
                  <a:pt x="6248" y="5607"/>
                </a:lnTo>
                <a:lnTo>
                  <a:pt x="6312" y="5564"/>
                </a:lnTo>
                <a:lnTo>
                  <a:pt x="6355" y="5542"/>
                </a:lnTo>
                <a:lnTo>
                  <a:pt x="6377" y="5500"/>
                </a:lnTo>
                <a:lnTo>
                  <a:pt x="6355" y="5435"/>
                </a:lnTo>
                <a:lnTo>
                  <a:pt x="6334" y="5393"/>
                </a:lnTo>
                <a:lnTo>
                  <a:pt x="6291" y="5371"/>
                </a:lnTo>
                <a:lnTo>
                  <a:pt x="6227" y="5328"/>
                </a:lnTo>
                <a:lnTo>
                  <a:pt x="6163" y="5307"/>
                </a:lnTo>
                <a:lnTo>
                  <a:pt x="6163" y="5307"/>
                </a:lnTo>
                <a:lnTo>
                  <a:pt x="6098" y="5307"/>
                </a:lnTo>
                <a:lnTo>
                  <a:pt x="6034" y="5328"/>
                </a:lnTo>
                <a:lnTo>
                  <a:pt x="5885" y="5393"/>
                </a:lnTo>
                <a:lnTo>
                  <a:pt x="5756" y="5435"/>
                </a:lnTo>
                <a:lnTo>
                  <a:pt x="5692" y="5435"/>
                </a:lnTo>
                <a:lnTo>
                  <a:pt x="5649" y="5435"/>
                </a:lnTo>
                <a:lnTo>
                  <a:pt x="5649" y="5435"/>
                </a:lnTo>
                <a:lnTo>
                  <a:pt x="5585" y="5393"/>
                </a:lnTo>
                <a:lnTo>
                  <a:pt x="5542" y="5371"/>
                </a:lnTo>
                <a:lnTo>
                  <a:pt x="5457" y="5286"/>
                </a:lnTo>
                <a:lnTo>
                  <a:pt x="5371" y="5221"/>
                </a:lnTo>
                <a:lnTo>
                  <a:pt x="5307" y="5200"/>
                </a:lnTo>
                <a:lnTo>
                  <a:pt x="5221" y="5200"/>
                </a:lnTo>
                <a:lnTo>
                  <a:pt x="5221" y="5200"/>
                </a:lnTo>
                <a:lnTo>
                  <a:pt x="5178" y="5200"/>
                </a:lnTo>
                <a:lnTo>
                  <a:pt x="5114" y="5221"/>
                </a:lnTo>
                <a:lnTo>
                  <a:pt x="5007" y="5264"/>
                </a:lnTo>
                <a:lnTo>
                  <a:pt x="4922" y="5328"/>
                </a:lnTo>
                <a:lnTo>
                  <a:pt x="4858" y="5350"/>
                </a:lnTo>
                <a:lnTo>
                  <a:pt x="4815" y="5350"/>
                </a:lnTo>
                <a:lnTo>
                  <a:pt x="4815" y="5350"/>
                </a:lnTo>
                <a:close/>
                <a:moveTo>
                  <a:pt x="4237" y="5970"/>
                </a:moveTo>
                <a:lnTo>
                  <a:pt x="4237" y="5970"/>
                </a:lnTo>
                <a:lnTo>
                  <a:pt x="4130" y="5949"/>
                </a:lnTo>
                <a:lnTo>
                  <a:pt x="3959" y="5949"/>
                </a:lnTo>
                <a:lnTo>
                  <a:pt x="3895" y="5949"/>
                </a:lnTo>
                <a:lnTo>
                  <a:pt x="3831" y="5970"/>
                </a:lnTo>
                <a:lnTo>
                  <a:pt x="3809" y="5992"/>
                </a:lnTo>
                <a:lnTo>
                  <a:pt x="3809" y="6056"/>
                </a:lnTo>
                <a:lnTo>
                  <a:pt x="3809" y="6056"/>
                </a:lnTo>
                <a:lnTo>
                  <a:pt x="3831" y="6077"/>
                </a:lnTo>
                <a:lnTo>
                  <a:pt x="3852" y="6120"/>
                </a:lnTo>
                <a:lnTo>
                  <a:pt x="3980" y="6163"/>
                </a:lnTo>
                <a:lnTo>
                  <a:pt x="4151" y="6206"/>
                </a:lnTo>
                <a:lnTo>
                  <a:pt x="4344" y="6227"/>
                </a:lnTo>
                <a:lnTo>
                  <a:pt x="4515" y="6227"/>
                </a:lnTo>
                <a:lnTo>
                  <a:pt x="4665" y="6227"/>
                </a:lnTo>
                <a:lnTo>
                  <a:pt x="4751" y="6184"/>
                </a:lnTo>
                <a:lnTo>
                  <a:pt x="4772" y="6141"/>
                </a:lnTo>
                <a:lnTo>
                  <a:pt x="4772" y="6099"/>
                </a:lnTo>
                <a:lnTo>
                  <a:pt x="4772" y="6099"/>
                </a:lnTo>
                <a:lnTo>
                  <a:pt x="4751" y="6056"/>
                </a:lnTo>
                <a:lnTo>
                  <a:pt x="4686" y="6035"/>
                </a:lnTo>
                <a:lnTo>
                  <a:pt x="4537" y="5992"/>
                </a:lnTo>
                <a:lnTo>
                  <a:pt x="4237" y="5970"/>
                </a:lnTo>
                <a:lnTo>
                  <a:pt x="4237" y="5970"/>
                </a:lnTo>
                <a:close/>
                <a:moveTo>
                  <a:pt x="7939" y="6056"/>
                </a:moveTo>
                <a:lnTo>
                  <a:pt x="7939" y="6056"/>
                </a:lnTo>
                <a:lnTo>
                  <a:pt x="7917" y="6035"/>
                </a:lnTo>
                <a:lnTo>
                  <a:pt x="7853" y="6013"/>
                </a:lnTo>
                <a:lnTo>
                  <a:pt x="7703" y="6035"/>
                </a:lnTo>
                <a:lnTo>
                  <a:pt x="7575" y="6099"/>
                </a:lnTo>
                <a:lnTo>
                  <a:pt x="7532" y="6141"/>
                </a:lnTo>
                <a:lnTo>
                  <a:pt x="7511" y="6163"/>
                </a:lnTo>
                <a:lnTo>
                  <a:pt x="7511" y="6163"/>
                </a:lnTo>
                <a:lnTo>
                  <a:pt x="7532" y="6206"/>
                </a:lnTo>
                <a:lnTo>
                  <a:pt x="7575" y="6227"/>
                </a:lnTo>
                <a:lnTo>
                  <a:pt x="7660" y="6227"/>
                </a:lnTo>
                <a:lnTo>
                  <a:pt x="7746" y="6227"/>
                </a:lnTo>
                <a:lnTo>
                  <a:pt x="7832" y="6206"/>
                </a:lnTo>
                <a:lnTo>
                  <a:pt x="7917" y="6163"/>
                </a:lnTo>
                <a:lnTo>
                  <a:pt x="7939" y="6120"/>
                </a:lnTo>
                <a:lnTo>
                  <a:pt x="7939" y="6056"/>
                </a:lnTo>
                <a:lnTo>
                  <a:pt x="7939" y="6056"/>
                </a:lnTo>
                <a:close/>
                <a:moveTo>
                  <a:pt x="5457" y="6120"/>
                </a:moveTo>
                <a:lnTo>
                  <a:pt x="5457" y="6120"/>
                </a:lnTo>
                <a:lnTo>
                  <a:pt x="5414" y="6163"/>
                </a:lnTo>
                <a:lnTo>
                  <a:pt x="5414" y="6184"/>
                </a:lnTo>
                <a:lnTo>
                  <a:pt x="5435" y="6206"/>
                </a:lnTo>
                <a:lnTo>
                  <a:pt x="5478" y="6248"/>
                </a:lnTo>
                <a:lnTo>
                  <a:pt x="5564" y="6270"/>
                </a:lnTo>
                <a:lnTo>
                  <a:pt x="5756" y="6313"/>
                </a:lnTo>
                <a:lnTo>
                  <a:pt x="5863" y="6334"/>
                </a:lnTo>
                <a:lnTo>
                  <a:pt x="5863" y="6334"/>
                </a:lnTo>
                <a:lnTo>
                  <a:pt x="6227" y="6355"/>
                </a:lnTo>
                <a:lnTo>
                  <a:pt x="6441" y="6355"/>
                </a:lnTo>
                <a:lnTo>
                  <a:pt x="6505" y="6355"/>
                </a:lnTo>
                <a:lnTo>
                  <a:pt x="6548" y="6334"/>
                </a:lnTo>
                <a:lnTo>
                  <a:pt x="6548" y="6334"/>
                </a:lnTo>
                <a:lnTo>
                  <a:pt x="6419" y="6248"/>
                </a:lnTo>
                <a:lnTo>
                  <a:pt x="6270" y="6206"/>
                </a:lnTo>
                <a:lnTo>
                  <a:pt x="5970" y="6163"/>
                </a:lnTo>
                <a:lnTo>
                  <a:pt x="5970" y="6163"/>
                </a:lnTo>
                <a:lnTo>
                  <a:pt x="5713" y="6120"/>
                </a:lnTo>
                <a:lnTo>
                  <a:pt x="5564" y="6099"/>
                </a:lnTo>
                <a:lnTo>
                  <a:pt x="5499" y="6099"/>
                </a:lnTo>
                <a:lnTo>
                  <a:pt x="5457" y="6120"/>
                </a:lnTo>
                <a:lnTo>
                  <a:pt x="5457" y="6120"/>
                </a:lnTo>
                <a:close/>
                <a:moveTo>
                  <a:pt x="5200" y="7853"/>
                </a:moveTo>
                <a:lnTo>
                  <a:pt x="5200" y="7853"/>
                </a:lnTo>
                <a:lnTo>
                  <a:pt x="5114" y="7875"/>
                </a:lnTo>
                <a:lnTo>
                  <a:pt x="5093" y="7875"/>
                </a:lnTo>
                <a:lnTo>
                  <a:pt x="5093" y="7853"/>
                </a:lnTo>
                <a:lnTo>
                  <a:pt x="5178" y="7682"/>
                </a:lnTo>
                <a:lnTo>
                  <a:pt x="5178" y="7682"/>
                </a:lnTo>
                <a:lnTo>
                  <a:pt x="5221" y="7596"/>
                </a:lnTo>
                <a:lnTo>
                  <a:pt x="5264" y="7489"/>
                </a:lnTo>
                <a:lnTo>
                  <a:pt x="5264" y="7447"/>
                </a:lnTo>
                <a:lnTo>
                  <a:pt x="5264" y="7425"/>
                </a:lnTo>
                <a:lnTo>
                  <a:pt x="5243" y="7382"/>
                </a:lnTo>
                <a:lnTo>
                  <a:pt x="5178" y="7361"/>
                </a:lnTo>
                <a:lnTo>
                  <a:pt x="5178" y="7361"/>
                </a:lnTo>
                <a:lnTo>
                  <a:pt x="5093" y="7382"/>
                </a:lnTo>
                <a:lnTo>
                  <a:pt x="4986" y="7425"/>
                </a:lnTo>
                <a:lnTo>
                  <a:pt x="4879" y="7489"/>
                </a:lnTo>
                <a:lnTo>
                  <a:pt x="4751" y="7575"/>
                </a:lnTo>
                <a:lnTo>
                  <a:pt x="4558" y="7789"/>
                </a:lnTo>
                <a:lnTo>
                  <a:pt x="4430" y="7939"/>
                </a:lnTo>
                <a:lnTo>
                  <a:pt x="4430" y="7939"/>
                </a:lnTo>
                <a:lnTo>
                  <a:pt x="4430" y="7703"/>
                </a:lnTo>
                <a:lnTo>
                  <a:pt x="4451" y="7361"/>
                </a:lnTo>
                <a:lnTo>
                  <a:pt x="4430" y="7211"/>
                </a:lnTo>
                <a:lnTo>
                  <a:pt x="4387" y="7061"/>
                </a:lnTo>
                <a:lnTo>
                  <a:pt x="4365" y="7019"/>
                </a:lnTo>
                <a:lnTo>
                  <a:pt x="4323" y="6997"/>
                </a:lnTo>
                <a:lnTo>
                  <a:pt x="4280" y="6976"/>
                </a:lnTo>
                <a:lnTo>
                  <a:pt x="4216" y="6976"/>
                </a:lnTo>
                <a:lnTo>
                  <a:pt x="4216" y="6976"/>
                </a:lnTo>
                <a:lnTo>
                  <a:pt x="4109" y="7019"/>
                </a:lnTo>
                <a:lnTo>
                  <a:pt x="4023" y="7083"/>
                </a:lnTo>
                <a:lnTo>
                  <a:pt x="3938" y="7190"/>
                </a:lnTo>
                <a:lnTo>
                  <a:pt x="3852" y="7318"/>
                </a:lnTo>
                <a:lnTo>
                  <a:pt x="3702" y="7554"/>
                </a:lnTo>
                <a:lnTo>
                  <a:pt x="3595" y="7746"/>
                </a:lnTo>
                <a:lnTo>
                  <a:pt x="3595" y="7746"/>
                </a:lnTo>
                <a:lnTo>
                  <a:pt x="3488" y="7960"/>
                </a:lnTo>
                <a:lnTo>
                  <a:pt x="3445" y="8067"/>
                </a:lnTo>
                <a:lnTo>
                  <a:pt x="3424" y="8110"/>
                </a:lnTo>
                <a:lnTo>
                  <a:pt x="3445" y="8174"/>
                </a:lnTo>
                <a:lnTo>
                  <a:pt x="3445" y="8174"/>
                </a:lnTo>
                <a:lnTo>
                  <a:pt x="3467" y="8217"/>
                </a:lnTo>
                <a:lnTo>
                  <a:pt x="3488" y="8238"/>
                </a:lnTo>
                <a:lnTo>
                  <a:pt x="3531" y="8238"/>
                </a:lnTo>
                <a:lnTo>
                  <a:pt x="3552" y="8238"/>
                </a:lnTo>
                <a:lnTo>
                  <a:pt x="3638" y="8195"/>
                </a:lnTo>
                <a:lnTo>
                  <a:pt x="3702" y="8110"/>
                </a:lnTo>
                <a:lnTo>
                  <a:pt x="3702" y="8110"/>
                </a:lnTo>
                <a:lnTo>
                  <a:pt x="3788" y="7960"/>
                </a:lnTo>
                <a:lnTo>
                  <a:pt x="3895" y="7746"/>
                </a:lnTo>
                <a:lnTo>
                  <a:pt x="3959" y="7639"/>
                </a:lnTo>
                <a:lnTo>
                  <a:pt x="4023" y="7554"/>
                </a:lnTo>
                <a:lnTo>
                  <a:pt x="4087" y="7489"/>
                </a:lnTo>
                <a:lnTo>
                  <a:pt x="4173" y="7468"/>
                </a:lnTo>
                <a:lnTo>
                  <a:pt x="4173" y="7468"/>
                </a:lnTo>
                <a:lnTo>
                  <a:pt x="4151" y="7554"/>
                </a:lnTo>
                <a:lnTo>
                  <a:pt x="4130" y="7661"/>
                </a:lnTo>
                <a:lnTo>
                  <a:pt x="4130" y="7768"/>
                </a:lnTo>
                <a:lnTo>
                  <a:pt x="4130" y="7896"/>
                </a:lnTo>
                <a:lnTo>
                  <a:pt x="4151" y="8003"/>
                </a:lnTo>
                <a:lnTo>
                  <a:pt x="4216" y="8110"/>
                </a:lnTo>
                <a:lnTo>
                  <a:pt x="4280" y="8174"/>
                </a:lnTo>
                <a:lnTo>
                  <a:pt x="4387" y="8195"/>
                </a:lnTo>
                <a:lnTo>
                  <a:pt x="4387" y="8195"/>
                </a:lnTo>
                <a:lnTo>
                  <a:pt x="4472" y="8153"/>
                </a:lnTo>
                <a:lnTo>
                  <a:pt x="4622" y="8046"/>
                </a:lnTo>
                <a:lnTo>
                  <a:pt x="4836" y="7875"/>
                </a:lnTo>
                <a:lnTo>
                  <a:pt x="4836" y="7875"/>
                </a:lnTo>
                <a:lnTo>
                  <a:pt x="4815" y="7960"/>
                </a:lnTo>
                <a:lnTo>
                  <a:pt x="4793" y="8067"/>
                </a:lnTo>
                <a:lnTo>
                  <a:pt x="4815" y="8195"/>
                </a:lnTo>
                <a:lnTo>
                  <a:pt x="4836" y="8238"/>
                </a:lnTo>
                <a:lnTo>
                  <a:pt x="4879" y="8260"/>
                </a:lnTo>
                <a:lnTo>
                  <a:pt x="4879" y="8260"/>
                </a:lnTo>
                <a:lnTo>
                  <a:pt x="4922" y="8281"/>
                </a:lnTo>
                <a:lnTo>
                  <a:pt x="4965" y="8260"/>
                </a:lnTo>
                <a:lnTo>
                  <a:pt x="5029" y="8238"/>
                </a:lnTo>
                <a:lnTo>
                  <a:pt x="5114" y="8174"/>
                </a:lnTo>
                <a:lnTo>
                  <a:pt x="5178" y="8153"/>
                </a:lnTo>
                <a:lnTo>
                  <a:pt x="5178" y="8153"/>
                </a:lnTo>
                <a:lnTo>
                  <a:pt x="5178" y="8153"/>
                </a:lnTo>
                <a:lnTo>
                  <a:pt x="5157" y="8174"/>
                </a:lnTo>
                <a:lnTo>
                  <a:pt x="5157" y="8238"/>
                </a:lnTo>
                <a:lnTo>
                  <a:pt x="5157" y="8324"/>
                </a:lnTo>
                <a:lnTo>
                  <a:pt x="5200" y="8409"/>
                </a:lnTo>
                <a:lnTo>
                  <a:pt x="5243" y="8474"/>
                </a:lnTo>
                <a:lnTo>
                  <a:pt x="5264" y="8474"/>
                </a:lnTo>
                <a:lnTo>
                  <a:pt x="5307" y="8474"/>
                </a:lnTo>
                <a:lnTo>
                  <a:pt x="5328" y="8452"/>
                </a:lnTo>
                <a:lnTo>
                  <a:pt x="5350" y="8409"/>
                </a:lnTo>
                <a:lnTo>
                  <a:pt x="5414" y="8260"/>
                </a:lnTo>
                <a:lnTo>
                  <a:pt x="5414" y="8260"/>
                </a:lnTo>
                <a:lnTo>
                  <a:pt x="5478" y="8046"/>
                </a:lnTo>
                <a:lnTo>
                  <a:pt x="5499" y="7939"/>
                </a:lnTo>
                <a:lnTo>
                  <a:pt x="5499" y="7875"/>
                </a:lnTo>
                <a:lnTo>
                  <a:pt x="5478" y="7832"/>
                </a:lnTo>
                <a:lnTo>
                  <a:pt x="5478" y="7832"/>
                </a:lnTo>
                <a:lnTo>
                  <a:pt x="5457" y="7810"/>
                </a:lnTo>
                <a:lnTo>
                  <a:pt x="5414" y="7789"/>
                </a:lnTo>
                <a:lnTo>
                  <a:pt x="5392" y="7768"/>
                </a:lnTo>
                <a:lnTo>
                  <a:pt x="5350" y="7789"/>
                </a:lnTo>
                <a:lnTo>
                  <a:pt x="5200" y="7853"/>
                </a:lnTo>
                <a:lnTo>
                  <a:pt x="5200" y="7853"/>
                </a:lnTo>
                <a:close/>
                <a:moveTo>
                  <a:pt x="5842" y="7168"/>
                </a:moveTo>
                <a:lnTo>
                  <a:pt x="5842" y="7168"/>
                </a:lnTo>
                <a:lnTo>
                  <a:pt x="5820" y="7190"/>
                </a:lnTo>
                <a:lnTo>
                  <a:pt x="5820" y="7233"/>
                </a:lnTo>
                <a:lnTo>
                  <a:pt x="5842" y="7361"/>
                </a:lnTo>
                <a:lnTo>
                  <a:pt x="5885" y="7511"/>
                </a:lnTo>
                <a:lnTo>
                  <a:pt x="5970" y="7682"/>
                </a:lnTo>
                <a:lnTo>
                  <a:pt x="6141" y="8024"/>
                </a:lnTo>
                <a:lnTo>
                  <a:pt x="6205" y="8153"/>
                </a:lnTo>
                <a:lnTo>
                  <a:pt x="6227" y="8238"/>
                </a:lnTo>
                <a:lnTo>
                  <a:pt x="6227" y="8238"/>
                </a:lnTo>
                <a:lnTo>
                  <a:pt x="6227" y="8345"/>
                </a:lnTo>
                <a:lnTo>
                  <a:pt x="6205" y="8474"/>
                </a:lnTo>
                <a:lnTo>
                  <a:pt x="6205" y="8602"/>
                </a:lnTo>
                <a:lnTo>
                  <a:pt x="6205" y="8645"/>
                </a:lnTo>
                <a:lnTo>
                  <a:pt x="6227" y="8688"/>
                </a:lnTo>
                <a:lnTo>
                  <a:pt x="6227" y="8688"/>
                </a:lnTo>
                <a:lnTo>
                  <a:pt x="6291" y="8730"/>
                </a:lnTo>
                <a:lnTo>
                  <a:pt x="6355" y="8730"/>
                </a:lnTo>
                <a:lnTo>
                  <a:pt x="6419" y="8688"/>
                </a:lnTo>
                <a:lnTo>
                  <a:pt x="6462" y="8623"/>
                </a:lnTo>
                <a:lnTo>
                  <a:pt x="6462" y="8623"/>
                </a:lnTo>
                <a:lnTo>
                  <a:pt x="6484" y="8559"/>
                </a:lnTo>
                <a:lnTo>
                  <a:pt x="6505" y="8474"/>
                </a:lnTo>
                <a:lnTo>
                  <a:pt x="6484" y="8260"/>
                </a:lnTo>
                <a:lnTo>
                  <a:pt x="6419" y="7982"/>
                </a:lnTo>
                <a:lnTo>
                  <a:pt x="6312" y="7725"/>
                </a:lnTo>
                <a:lnTo>
                  <a:pt x="6184" y="7468"/>
                </a:lnTo>
                <a:lnTo>
                  <a:pt x="6056" y="7275"/>
                </a:lnTo>
                <a:lnTo>
                  <a:pt x="5992" y="7211"/>
                </a:lnTo>
                <a:lnTo>
                  <a:pt x="5949" y="7168"/>
                </a:lnTo>
                <a:lnTo>
                  <a:pt x="5885" y="7147"/>
                </a:lnTo>
                <a:lnTo>
                  <a:pt x="5842" y="7168"/>
                </a:lnTo>
                <a:lnTo>
                  <a:pt x="5842" y="7168"/>
                </a:lnTo>
                <a:close/>
                <a:moveTo>
                  <a:pt x="6869" y="8195"/>
                </a:moveTo>
                <a:lnTo>
                  <a:pt x="6869" y="8195"/>
                </a:lnTo>
                <a:lnTo>
                  <a:pt x="6890" y="8153"/>
                </a:lnTo>
                <a:lnTo>
                  <a:pt x="6869" y="8046"/>
                </a:lnTo>
                <a:lnTo>
                  <a:pt x="6847" y="7939"/>
                </a:lnTo>
                <a:lnTo>
                  <a:pt x="6805" y="7810"/>
                </a:lnTo>
                <a:lnTo>
                  <a:pt x="6740" y="7703"/>
                </a:lnTo>
                <a:lnTo>
                  <a:pt x="6676" y="7618"/>
                </a:lnTo>
                <a:lnTo>
                  <a:pt x="6612" y="7554"/>
                </a:lnTo>
                <a:lnTo>
                  <a:pt x="6569" y="7554"/>
                </a:lnTo>
                <a:lnTo>
                  <a:pt x="6548" y="7554"/>
                </a:lnTo>
                <a:lnTo>
                  <a:pt x="6548" y="7554"/>
                </a:lnTo>
                <a:lnTo>
                  <a:pt x="6505" y="7596"/>
                </a:lnTo>
                <a:lnTo>
                  <a:pt x="6505" y="7703"/>
                </a:lnTo>
                <a:lnTo>
                  <a:pt x="6548" y="7960"/>
                </a:lnTo>
                <a:lnTo>
                  <a:pt x="6633" y="8431"/>
                </a:lnTo>
                <a:lnTo>
                  <a:pt x="6633" y="8431"/>
                </a:lnTo>
                <a:lnTo>
                  <a:pt x="6633" y="8516"/>
                </a:lnTo>
                <a:lnTo>
                  <a:pt x="6655" y="8623"/>
                </a:lnTo>
                <a:lnTo>
                  <a:pt x="6676" y="8666"/>
                </a:lnTo>
                <a:lnTo>
                  <a:pt x="6698" y="8709"/>
                </a:lnTo>
                <a:lnTo>
                  <a:pt x="6740" y="8730"/>
                </a:lnTo>
                <a:lnTo>
                  <a:pt x="6805" y="8730"/>
                </a:lnTo>
                <a:lnTo>
                  <a:pt x="6805" y="8730"/>
                </a:lnTo>
                <a:lnTo>
                  <a:pt x="6847" y="8730"/>
                </a:lnTo>
                <a:lnTo>
                  <a:pt x="6890" y="8688"/>
                </a:lnTo>
                <a:lnTo>
                  <a:pt x="6976" y="8602"/>
                </a:lnTo>
                <a:lnTo>
                  <a:pt x="7040" y="8495"/>
                </a:lnTo>
                <a:lnTo>
                  <a:pt x="7083" y="8409"/>
                </a:lnTo>
                <a:lnTo>
                  <a:pt x="7083" y="8409"/>
                </a:lnTo>
                <a:lnTo>
                  <a:pt x="7125" y="8538"/>
                </a:lnTo>
                <a:lnTo>
                  <a:pt x="7147" y="8581"/>
                </a:lnTo>
                <a:lnTo>
                  <a:pt x="7190" y="8623"/>
                </a:lnTo>
                <a:lnTo>
                  <a:pt x="7211" y="8645"/>
                </a:lnTo>
                <a:lnTo>
                  <a:pt x="7254" y="8645"/>
                </a:lnTo>
                <a:lnTo>
                  <a:pt x="7297" y="8602"/>
                </a:lnTo>
                <a:lnTo>
                  <a:pt x="7339" y="8538"/>
                </a:lnTo>
                <a:lnTo>
                  <a:pt x="7339" y="8538"/>
                </a:lnTo>
                <a:lnTo>
                  <a:pt x="7361" y="8409"/>
                </a:lnTo>
                <a:lnTo>
                  <a:pt x="7361" y="8281"/>
                </a:lnTo>
                <a:lnTo>
                  <a:pt x="7297" y="8003"/>
                </a:lnTo>
                <a:lnTo>
                  <a:pt x="7297" y="8003"/>
                </a:lnTo>
                <a:lnTo>
                  <a:pt x="7254" y="7853"/>
                </a:lnTo>
                <a:lnTo>
                  <a:pt x="7211" y="7789"/>
                </a:lnTo>
                <a:lnTo>
                  <a:pt x="7168" y="7789"/>
                </a:lnTo>
                <a:lnTo>
                  <a:pt x="7147" y="7789"/>
                </a:lnTo>
                <a:lnTo>
                  <a:pt x="7083" y="7853"/>
                </a:lnTo>
                <a:lnTo>
                  <a:pt x="6976" y="8024"/>
                </a:lnTo>
                <a:lnTo>
                  <a:pt x="6869" y="8195"/>
                </a:lnTo>
                <a:lnTo>
                  <a:pt x="6869" y="8195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28"/>
          <p:cNvSpPr/>
          <p:nvPr/>
        </p:nvSpPr>
        <p:spPr>
          <a:xfrm>
            <a:off x="7420312" y="804140"/>
            <a:ext cx="590459" cy="542939"/>
          </a:xfrm>
          <a:custGeom>
            <a:rect b="b" l="l" r="r" t="t"/>
            <a:pathLst>
              <a:path extrusionOk="0" h="8773" w="8945">
                <a:moveTo>
                  <a:pt x="6205" y="385"/>
                </a:moveTo>
                <a:lnTo>
                  <a:pt x="6419" y="407"/>
                </a:lnTo>
                <a:lnTo>
                  <a:pt x="6633" y="449"/>
                </a:lnTo>
                <a:lnTo>
                  <a:pt x="6847" y="535"/>
                </a:lnTo>
                <a:lnTo>
                  <a:pt x="7040" y="663"/>
                </a:lnTo>
                <a:lnTo>
                  <a:pt x="7147" y="749"/>
                </a:lnTo>
                <a:lnTo>
                  <a:pt x="7232" y="834"/>
                </a:lnTo>
                <a:lnTo>
                  <a:pt x="7297" y="941"/>
                </a:lnTo>
                <a:lnTo>
                  <a:pt x="7361" y="1048"/>
                </a:lnTo>
                <a:lnTo>
                  <a:pt x="7404" y="1177"/>
                </a:lnTo>
                <a:lnTo>
                  <a:pt x="7425" y="1305"/>
                </a:lnTo>
                <a:lnTo>
                  <a:pt x="7425" y="1412"/>
                </a:lnTo>
                <a:lnTo>
                  <a:pt x="7382" y="1541"/>
                </a:lnTo>
                <a:lnTo>
                  <a:pt x="7339" y="1648"/>
                </a:lnTo>
                <a:lnTo>
                  <a:pt x="7254" y="1754"/>
                </a:lnTo>
                <a:lnTo>
                  <a:pt x="7061" y="1926"/>
                </a:lnTo>
                <a:lnTo>
                  <a:pt x="6890" y="2033"/>
                </a:lnTo>
                <a:lnTo>
                  <a:pt x="6805" y="2097"/>
                </a:lnTo>
                <a:lnTo>
                  <a:pt x="6740" y="2161"/>
                </a:lnTo>
                <a:lnTo>
                  <a:pt x="6719" y="2225"/>
                </a:lnTo>
                <a:lnTo>
                  <a:pt x="6719" y="2268"/>
                </a:lnTo>
                <a:lnTo>
                  <a:pt x="6719" y="2311"/>
                </a:lnTo>
                <a:lnTo>
                  <a:pt x="6762" y="2354"/>
                </a:lnTo>
                <a:lnTo>
                  <a:pt x="6847" y="2396"/>
                </a:lnTo>
                <a:lnTo>
                  <a:pt x="6954" y="2396"/>
                </a:lnTo>
                <a:lnTo>
                  <a:pt x="7061" y="2375"/>
                </a:lnTo>
                <a:lnTo>
                  <a:pt x="7147" y="2332"/>
                </a:lnTo>
                <a:lnTo>
                  <a:pt x="7318" y="2204"/>
                </a:lnTo>
                <a:lnTo>
                  <a:pt x="7446" y="2075"/>
                </a:lnTo>
                <a:lnTo>
                  <a:pt x="7532" y="2033"/>
                </a:lnTo>
                <a:lnTo>
                  <a:pt x="7596" y="2033"/>
                </a:lnTo>
                <a:lnTo>
                  <a:pt x="7639" y="2075"/>
                </a:lnTo>
                <a:lnTo>
                  <a:pt x="7660" y="2118"/>
                </a:lnTo>
                <a:lnTo>
                  <a:pt x="7660" y="2247"/>
                </a:lnTo>
                <a:lnTo>
                  <a:pt x="7660" y="2375"/>
                </a:lnTo>
                <a:lnTo>
                  <a:pt x="7660" y="2461"/>
                </a:lnTo>
                <a:lnTo>
                  <a:pt x="7618" y="2568"/>
                </a:lnTo>
                <a:lnTo>
                  <a:pt x="7553" y="2675"/>
                </a:lnTo>
                <a:lnTo>
                  <a:pt x="7468" y="2760"/>
                </a:lnTo>
                <a:lnTo>
                  <a:pt x="7382" y="2824"/>
                </a:lnTo>
                <a:lnTo>
                  <a:pt x="7254" y="2867"/>
                </a:lnTo>
                <a:lnTo>
                  <a:pt x="7147" y="2910"/>
                </a:lnTo>
                <a:lnTo>
                  <a:pt x="7019" y="2931"/>
                </a:lnTo>
                <a:lnTo>
                  <a:pt x="6826" y="2931"/>
                </a:lnTo>
                <a:lnTo>
                  <a:pt x="6698" y="2888"/>
                </a:lnTo>
                <a:lnTo>
                  <a:pt x="6462" y="2846"/>
                </a:lnTo>
                <a:lnTo>
                  <a:pt x="6334" y="2824"/>
                </a:lnTo>
                <a:lnTo>
                  <a:pt x="6248" y="2846"/>
                </a:lnTo>
                <a:lnTo>
                  <a:pt x="6227" y="2888"/>
                </a:lnTo>
                <a:lnTo>
                  <a:pt x="6205" y="2910"/>
                </a:lnTo>
                <a:lnTo>
                  <a:pt x="6205" y="2974"/>
                </a:lnTo>
                <a:lnTo>
                  <a:pt x="6205" y="3038"/>
                </a:lnTo>
                <a:lnTo>
                  <a:pt x="6227" y="3124"/>
                </a:lnTo>
                <a:lnTo>
                  <a:pt x="6270" y="3167"/>
                </a:lnTo>
                <a:lnTo>
                  <a:pt x="6270" y="3209"/>
                </a:lnTo>
                <a:lnTo>
                  <a:pt x="6227" y="3274"/>
                </a:lnTo>
                <a:lnTo>
                  <a:pt x="6163" y="3338"/>
                </a:lnTo>
                <a:lnTo>
                  <a:pt x="6056" y="3359"/>
                </a:lnTo>
                <a:lnTo>
                  <a:pt x="5970" y="3381"/>
                </a:lnTo>
                <a:lnTo>
                  <a:pt x="5863" y="3381"/>
                </a:lnTo>
                <a:lnTo>
                  <a:pt x="5778" y="3359"/>
                </a:lnTo>
                <a:lnTo>
                  <a:pt x="5692" y="3338"/>
                </a:lnTo>
                <a:lnTo>
                  <a:pt x="5649" y="3295"/>
                </a:lnTo>
                <a:lnTo>
                  <a:pt x="5628" y="3274"/>
                </a:lnTo>
                <a:lnTo>
                  <a:pt x="5606" y="3188"/>
                </a:lnTo>
                <a:lnTo>
                  <a:pt x="5606" y="3102"/>
                </a:lnTo>
                <a:lnTo>
                  <a:pt x="5564" y="3038"/>
                </a:lnTo>
                <a:lnTo>
                  <a:pt x="5499" y="2995"/>
                </a:lnTo>
                <a:lnTo>
                  <a:pt x="5414" y="2953"/>
                </a:lnTo>
                <a:lnTo>
                  <a:pt x="5307" y="2931"/>
                </a:lnTo>
                <a:lnTo>
                  <a:pt x="5221" y="2953"/>
                </a:lnTo>
                <a:lnTo>
                  <a:pt x="5178" y="2995"/>
                </a:lnTo>
                <a:lnTo>
                  <a:pt x="5136" y="3060"/>
                </a:lnTo>
                <a:lnTo>
                  <a:pt x="5093" y="3102"/>
                </a:lnTo>
                <a:lnTo>
                  <a:pt x="5050" y="3124"/>
                </a:lnTo>
                <a:lnTo>
                  <a:pt x="5007" y="3102"/>
                </a:lnTo>
                <a:lnTo>
                  <a:pt x="4965" y="3081"/>
                </a:lnTo>
                <a:lnTo>
                  <a:pt x="4943" y="3060"/>
                </a:lnTo>
                <a:lnTo>
                  <a:pt x="4922" y="2974"/>
                </a:lnTo>
                <a:lnTo>
                  <a:pt x="4900" y="2888"/>
                </a:lnTo>
                <a:lnTo>
                  <a:pt x="4879" y="2867"/>
                </a:lnTo>
                <a:lnTo>
                  <a:pt x="4815" y="2867"/>
                </a:lnTo>
                <a:lnTo>
                  <a:pt x="4793" y="2888"/>
                </a:lnTo>
                <a:lnTo>
                  <a:pt x="4772" y="2910"/>
                </a:lnTo>
                <a:lnTo>
                  <a:pt x="4751" y="2974"/>
                </a:lnTo>
                <a:lnTo>
                  <a:pt x="4729" y="3017"/>
                </a:lnTo>
                <a:lnTo>
                  <a:pt x="4708" y="3038"/>
                </a:lnTo>
                <a:lnTo>
                  <a:pt x="4665" y="3038"/>
                </a:lnTo>
                <a:lnTo>
                  <a:pt x="4644" y="3017"/>
                </a:lnTo>
                <a:lnTo>
                  <a:pt x="4622" y="2974"/>
                </a:lnTo>
                <a:lnTo>
                  <a:pt x="4622" y="2888"/>
                </a:lnTo>
                <a:lnTo>
                  <a:pt x="4622" y="2781"/>
                </a:lnTo>
                <a:lnTo>
                  <a:pt x="4622" y="2632"/>
                </a:lnTo>
                <a:lnTo>
                  <a:pt x="4622" y="2568"/>
                </a:lnTo>
                <a:lnTo>
                  <a:pt x="4601" y="2525"/>
                </a:lnTo>
                <a:lnTo>
                  <a:pt x="4558" y="2503"/>
                </a:lnTo>
                <a:lnTo>
                  <a:pt x="4515" y="2525"/>
                </a:lnTo>
                <a:lnTo>
                  <a:pt x="4451" y="2546"/>
                </a:lnTo>
                <a:lnTo>
                  <a:pt x="4430" y="2503"/>
                </a:lnTo>
                <a:lnTo>
                  <a:pt x="4430" y="2482"/>
                </a:lnTo>
                <a:lnTo>
                  <a:pt x="4451" y="2396"/>
                </a:lnTo>
                <a:lnTo>
                  <a:pt x="4451" y="2311"/>
                </a:lnTo>
                <a:lnTo>
                  <a:pt x="4451" y="2268"/>
                </a:lnTo>
                <a:lnTo>
                  <a:pt x="4430" y="2225"/>
                </a:lnTo>
                <a:lnTo>
                  <a:pt x="4344" y="2225"/>
                </a:lnTo>
                <a:lnTo>
                  <a:pt x="4301" y="2247"/>
                </a:lnTo>
                <a:lnTo>
                  <a:pt x="4280" y="2247"/>
                </a:lnTo>
                <a:lnTo>
                  <a:pt x="4237" y="2204"/>
                </a:lnTo>
                <a:lnTo>
                  <a:pt x="4258" y="2140"/>
                </a:lnTo>
                <a:lnTo>
                  <a:pt x="4258" y="2075"/>
                </a:lnTo>
                <a:lnTo>
                  <a:pt x="4258" y="2011"/>
                </a:lnTo>
                <a:lnTo>
                  <a:pt x="4216" y="1968"/>
                </a:lnTo>
                <a:lnTo>
                  <a:pt x="4194" y="1947"/>
                </a:lnTo>
                <a:lnTo>
                  <a:pt x="4109" y="1926"/>
                </a:lnTo>
                <a:lnTo>
                  <a:pt x="4087" y="1947"/>
                </a:lnTo>
                <a:lnTo>
                  <a:pt x="3873" y="1947"/>
                </a:lnTo>
                <a:lnTo>
                  <a:pt x="3809" y="1926"/>
                </a:lnTo>
                <a:lnTo>
                  <a:pt x="3788" y="1904"/>
                </a:lnTo>
                <a:lnTo>
                  <a:pt x="3745" y="1926"/>
                </a:lnTo>
                <a:lnTo>
                  <a:pt x="3724" y="1947"/>
                </a:lnTo>
                <a:lnTo>
                  <a:pt x="3724" y="1990"/>
                </a:lnTo>
                <a:lnTo>
                  <a:pt x="3724" y="2075"/>
                </a:lnTo>
                <a:lnTo>
                  <a:pt x="3681" y="2054"/>
                </a:lnTo>
                <a:lnTo>
                  <a:pt x="3659" y="2011"/>
                </a:lnTo>
                <a:lnTo>
                  <a:pt x="3659" y="1883"/>
                </a:lnTo>
                <a:lnTo>
                  <a:pt x="3638" y="1754"/>
                </a:lnTo>
                <a:lnTo>
                  <a:pt x="3638" y="1690"/>
                </a:lnTo>
                <a:lnTo>
                  <a:pt x="3595" y="1669"/>
                </a:lnTo>
                <a:lnTo>
                  <a:pt x="3552" y="1648"/>
                </a:lnTo>
                <a:lnTo>
                  <a:pt x="3510" y="1648"/>
                </a:lnTo>
                <a:lnTo>
                  <a:pt x="3488" y="1669"/>
                </a:lnTo>
                <a:lnTo>
                  <a:pt x="3467" y="1690"/>
                </a:lnTo>
                <a:lnTo>
                  <a:pt x="3424" y="1776"/>
                </a:lnTo>
                <a:lnTo>
                  <a:pt x="3381" y="1840"/>
                </a:lnTo>
                <a:lnTo>
                  <a:pt x="3381" y="1605"/>
                </a:lnTo>
                <a:lnTo>
                  <a:pt x="3360" y="1541"/>
                </a:lnTo>
                <a:lnTo>
                  <a:pt x="3338" y="1498"/>
                </a:lnTo>
                <a:lnTo>
                  <a:pt x="3317" y="1455"/>
                </a:lnTo>
                <a:lnTo>
                  <a:pt x="3253" y="1434"/>
                </a:lnTo>
                <a:lnTo>
                  <a:pt x="3189" y="1434"/>
                </a:lnTo>
                <a:lnTo>
                  <a:pt x="3124" y="1455"/>
                </a:lnTo>
                <a:lnTo>
                  <a:pt x="2996" y="1498"/>
                </a:lnTo>
                <a:lnTo>
                  <a:pt x="2632" y="1605"/>
                </a:lnTo>
                <a:lnTo>
                  <a:pt x="2525" y="1669"/>
                </a:lnTo>
                <a:lnTo>
                  <a:pt x="2418" y="1733"/>
                </a:lnTo>
                <a:lnTo>
                  <a:pt x="2290" y="1797"/>
                </a:lnTo>
                <a:lnTo>
                  <a:pt x="2204" y="1840"/>
                </a:lnTo>
                <a:lnTo>
                  <a:pt x="2162" y="1819"/>
                </a:lnTo>
                <a:lnTo>
                  <a:pt x="2140" y="1819"/>
                </a:lnTo>
                <a:lnTo>
                  <a:pt x="2076" y="1754"/>
                </a:lnTo>
                <a:lnTo>
                  <a:pt x="2076" y="1669"/>
                </a:lnTo>
                <a:lnTo>
                  <a:pt x="2076" y="1583"/>
                </a:lnTo>
                <a:lnTo>
                  <a:pt x="2119" y="1519"/>
                </a:lnTo>
                <a:lnTo>
                  <a:pt x="2162" y="1498"/>
                </a:lnTo>
                <a:lnTo>
                  <a:pt x="2226" y="1498"/>
                </a:lnTo>
                <a:lnTo>
                  <a:pt x="2290" y="1541"/>
                </a:lnTo>
                <a:lnTo>
                  <a:pt x="2376" y="1583"/>
                </a:lnTo>
                <a:lnTo>
                  <a:pt x="2483" y="1583"/>
                </a:lnTo>
                <a:lnTo>
                  <a:pt x="2525" y="1562"/>
                </a:lnTo>
                <a:lnTo>
                  <a:pt x="2547" y="1519"/>
                </a:lnTo>
                <a:lnTo>
                  <a:pt x="2568" y="1434"/>
                </a:lnTo>
                <a:lnTo>
                  <a:pt x="2590" y="1348"/>
                </a:lnTo>
                <a:lnTo>
                  <a:pt x="2611" y="1220"/>
                </a:lnTo>
                <a:lnTo>
                  <a:pt x="2632" y="1134"/>
                </a:lnTo>
                <a:lnTo>
                  <a:pt x="2675" y="1048"/>
                </a:lnTo>
                <a:lnTo>
                  <a:pt x="2761" y="963"/>
                </a:lnTo>
                <a:lnTo>
                  <a:pt x="2932" y="813"/>
                </a:lnTo>
                <a:lnTo>
                  <a:pt x="3146" y="685"/>
                </a:lnTo>
                <a:lnTo>
                  <a:pt x="3403" y="578"/>
                </a:lnTo>
                <a:lnTo>
                  <a:pt x="3659" y="535"/>
                </a:lnTo>
                <a:lnTo>
                  <a:pt x="3788" y="514"/>
                </a:lnTo>
                <a:lnTo>
                  <a:pt x="3916" y="535"/>
                </a:lnTo>
                <a:lnTo>
                  <a:pt x="4045" y="535"/>
                </a:lnTo>
                <a:lnTo>
                  <a:pt x="4173" y="578"/>
                </a:lnTo>
                <a:lnTo>
                  <a:pt x="4280" y="642"/>
                </a:lnTo>
                <a:lnTo>
                  <a:pt x="4365" y="706"/>
                </a:lnTo>
                <a:lnTo>
                  <a:pt x="4451" y="792"/>
                </a:lnTo>
                <a:lnTo>
                  <a:pt x="4537" y="920"/>
                </a:lnTo>
                <a:lnTo>
                  <a:pt x="4558" y="1006"/>
                </a:lnTo>
                <a:lnTo>
                  <a:pt x="4558" y="1113"/>
                </a:lnTo>
                <a:lnTo>
                  <a:pt x="4579" y="1220"/>
                </a:lnTo>
                <a:lnTo>
                  <a:pt x="4601" y="1262"/>
                </a:lnTo>
                <a:lnTo>
                  <a:pt x="4622" y="1284"/>
                </a:lnTo>
                <a:lnTo>
                  <a:pt x="4665" y="1305"/>
                </a:lnTo>
                <a:lnTo>
                  <a:pt x="4708" y="1305"/>
                </a:lnTo>
                <a:lnTo>
                  <a:pt x="4772" y="1284"/>
                </a:lnTo>
                <a:lnTo>
                  <a:pt x="4836" y="1220"/>
                </a:lnTo>
                <a:lnTo>
                  <a:pt x="4879" y="1155"/>
                </a:lnTo>
                <a:lnTo>
                  <a:pt x="5050" y="834"/>
                </a:lnTo>
                <a:lnTo>
                  <a:pt x="5093" y="749"/>
                </a:lnTo>
                <a:lnTo>
                  <a:pt x="5157" y="685"/>
                </a:lnTo>
                <a:lnTo>
                  <a:pt x="5221" y="642"/>
                </a:lnTo>
                <a:lnTo>
                  <a:pt x="5328" y="578"/>
                </a:lnTo>
                <a:lnTo>
                  <a:pt x="5542" y="492"/>
                </a:lnTo>
                <a:lnTo>
                  <a:pt x="5756" y="428"/>
                </a:lnTo>
                <a:lnTo>
                  <a:pt x="5970" y="385"/>
                </a:lnTo>
                <a:close/>
                <a:moveTo>
                  <a:pt x="6141" y="0"/>
                </a:moveTo>
                <a:lnTo>
                  <a:pt x="5885" y="21"/>
                </a:lnTo>
                <a:lnTo>
                  <a:pt x="5606" y="64"/>
                </a:lnTo>
                <a:lnTo>
                  <a:pt x="5478" y="107"/>
                </a:lnTo>
                <a:lnTo>
                  <a:pt x="5371" y="171"/>
                </a:lnTo>
                <a:lnTo>
                  <a:pt x="5264" y="235"/>
                </a:lnTo>
                <a:lnTo>
                  <a:pt x="5157" y="300"/>
                </a:lnTo>
                <a:lnTo>
                  <a:pt x="4986" y="492"/>
                </a:lnTo>
                <a:lnTo>
                  <a:pt x="4922" y="578"/>
                </a:lnTo>
                <a:lnTo>
                  <a:pt x="4879" y="621"/>
                </a:lnTo>
                <a:lnTo>
                  <a:pt x="4815" y="621"/>
                </a:lnTo>
                <a:lnTo>
                  <a:pt x="4729" y="599"/>
                </a:lnTo>
                <a:lnTo>
                  <a:pt x="4644" y="535"/>
                </a:lnTo>
                <a:lnTo>
                  <a:pt x="4558" y="471"/>
                </a:lnTo>
                <a:lnTo>
                  <a:pt x="4472" y="385"/>
                </a:lnTo>
                <a:lnTo>
                  <a:pt x="4365" y="321"/>
                </a:lnTo>
                <a:lnTo>
                  <a:pt x="4173" y="257"/>
                </a:lnTo>
                <a:lnTo>
                  <a:pt x="3980" y="214"/>
                </a:lnTo>
                <a:lnTo>
                  <a:pt x="3788" y="193"/>
                </a:lnTo>
                <a:lnTo>
                  <a:pt x="3595" y="193"/>
                </a:lnTo>
                <a:lnTo>
                  <a:pt x="3403" y="214"/>
                </a:lnTo>
                <a:lnTo>
                  <a:pt x="3231" y="257"/>
                </a:lnTo>
                <a:lnTo>
                  <a:pt x="3018" y="364"/>
                </a:lnTo>
                <a:lnTo>
                  <a:pt x="2825" y="492"/>
                </a:lnTo>
                <a:lnTo>
                  <a:pt x="2654" y="642"/>
                </a:lnTo>
                <a:lnTo>
                  <a:pt x="2504" y="792"/>
                </a:lnTo>
                <a:lnTo>
                  <a:pt x="2397" y="963"/>
                </a:lnTo>
                <a:lnTo>
                  <a:pt x="2354" y="1027"/>
                </a:lnTo>
                <a:lnTo>
                  <a:pt x="2269" y="1091"/>
                </a:lnTo>
                <a:lnTo>
                  <a:pt x="2204" y="1134"/>
                </a:lnTo>
                <a:lnTo>
                  <a:pt x="2119" y="1155"/>
                </a:lnTo>
                <a:lnTo>
                  <a:pt x="2033" y="1177"/>
                </a:lnTo>
                <a:lnTo>
                  <a:pt x="1948" y="1220"/>
                </a:lnTo>
                <a:lnTo>
                  <a:pt x="1862" y="1305"/>
                </a:lnTo>
                <a:lnTo>
                  <a:pt x="1798" y="1391"/>
                </a:lnTo>
                <a:lnTo>
                  <a:pt x="1755" y="1455"/>
                </a:lnTo>
                <a:lnTo>
                  <a:pt x="1712" y="1541"/>
                </a:lnTo>
                <a:lnTo>
                  <a:pt x="1712" y="1626"/>
                </a:lnTo>
                <a:lnTo>
                  <a:pt x="1712" y="1690"/>
                </a:lnTo>
                <a:lnTo>
                  <a:pt x="1734" y="1776"/>
                </a:lnTo>
                <a:lnTo>
                  <a:pt x="1777" y="1840"/>
                </a:lnTo>
                <a:lnTo>
                  <a:pt x="1819" y="1904"/>
                </a:lnTo>
                <a:lnTo>
                  <a:pt x="1884" y="1947"/>
                </a:lnTo>
                <a:lnTo>
                  <a:pt x="1948" y="1990"/>
                </a:lnTo>
                <a:lnTo>
                  <a:pt x="2033" y="2011"/>
                </a:lnTo>
                <a:lnTo>
                  <a:pt x="2119" y="2033"/>
                </a:lnTo>
                <a:lnTo>
                  <a:pt x="2311" y="2033"/>
                </a:lnTo>
                <a:lnTo>
                  <a:pt x="2418" y="2011"/>
                </a:lnTo>
                <a:lnTo>
                  <a:pt x="2632" y="1926"/>
                </a:lnTo>
                <a:lnTo>
                  <a:pt x="2761" y="1883"/>
                </a:lnTo>
                <a:lnTo>
                  <a:pt x="2846" y="1883"/>
                </a:lnTo>
                <a:lnTo>
                  <a:pt x="2889" y="1926"/>
                </a:lnTo>
                <a:lnTo>
                  <a:pt x="2932" y="2011"/>
                </a:lnTo>
                <a:lnTo>
                  <a:pt x="2975" y="2075"/>
                </a:lnTo>
                <a:lnTo>
                  <a:pt x="3018" y="2140"/>
                </a:lnTo>
                <a:lnTo>
                  <a:pt x="3189" y="2268"/>
                </a:lnTo>
                <a:lnTo>
                  <a:pt x="3403" y="2375"/>
                </a:lnTo>
                <a:lnTo>
                  <a:pt x="3510" y="2396"/>
                </a:lnTo>
                <a:lnTo>
                  <a:pt x="3766" y="2396"/>
                </a:lnTo>
                <a:lnTo>
                  <a:pt x="3873" y="2418"/>
                </a:lnTo>
                <a:lnTo>
                  <a:pt x="3916" y="2461"/>
                </a:lnTo>
                <a:lnTo>
                  <a:pt x="3938" y="2525"/>
                </a:lnTo>
                <a:lnTo>
                  <a:pt x="3980" y="2675"/>
                </a:lnTo>
                <a:lnTo>
                  <a:pt x="4023" y="2867"/>
                </a:lnTo>
                <a:lnTo>
                  <a:pt x="4066" y="2995"/>
                </a:lnTo>
                <a:lnTo>
                  <a:pt x="4173" y="3167"/>
                </a:lnTo>
                <a:lnTo>
                  <a:pt x="4323" y="3295"/>
                </a:lnTo>
                <a:lnTo>
                  <a:pt x="4472" y="3402"/>
                </a:lnTo>
                <a:lnTo>
                  <a:pt x="4665" y="3466"/>
                </a:lnTo>
                <a:lnTo>
                  <a:pt x="4793" y="3488"/>
                </a:lnTo>
                <a:lnTo>
                  <a:pt x="4922" y="3488"/>
                </a:lnTo>
                <a:lnTo>
                  <a:pt x="5050" y="3466"/>
                </a:lnTo>
                <a:lnTo>
                  <a:pt x="5178" y="3466"/>
                </a:lnTo>
                <a:lnTo>
                  <a:pt x="5264" y="3509"/>
                </a:lnTo>
                <a:lnTo>
                  <a:pt x="5350" y="3552"/>
                </a:lnTo>
                <a:lnTo>
                  <a:pt x="5521" y="3659"/>
                </a:lnTo>
                <a:lnTo>
                  <a:pt x="5735" y="3723"/>
                </a:lnTo>
                <a:lnTo>
                  <a:pt x="5949" y="3744"/>
                </a:lnTo>
                <a:lnTo>
                  <a:pt x="6056" y="3723"/>
                </a:lnTo>
                <a:lnTo>
                  <a:pt x="6163" y="3702"/>
                </a:lnTo>
                <a:lnTo>
                  <a:pt x="6270" y="3680"/>
                </a:lnTo>
                <a:lnTo>
                  <a:pt x="6377" y="3637"/>
                </a:lnTo>
                <a:lnTo>
                  <a:pt x="6441" y="3552"/>
                </a:lnTo>
                <a:lnTo>
                  <a:pt x="6526" y="3466"/>
                </a:lnTo>
                <a:lnTo>
                  <a:pt x="6591" y="3402"/>
                </a:lnTo>
                <a:lnTo>
                  <a:pt x="6676" y="3338"/>
                </a:lnTo>
                <a:lnTo>
                  <a:pt x="6762" y="3316"/>
                </a:lnTo>
                <a:lnTo>
                  <a:pt x="6869" y="3295"/>
                </a:lnTo>
                <a:lnTo>
                  <a:pt x="7083" y="3295"/>
                </a:lnTo>
                <a:lnTo>
                  <a:pt x="7297" y="3252"/>
                </a:lnTo>
                <a:lnTo>
                  <a:pt x="7468" y="3188"/>
                </a:lnTo>
                <a:lnTo>
                  <a:pt x="7639" y="3081"/>
                </a:lnTo>
                <a:lnTo>
                  <a:pt x="7810" y="2931"/>
                </a:lnTo>
                <a:lnTo>
                  <a:pt x="7874" y="2846"/>
                </a:lnTo>
                <a:lnTo>
                  <a:pt x="7939" y="2760"/>
                </a:lnTo>
                <a:lnTo>
                  <a:pt x="7981" y="2653"/>
                </a:lnTo>
                <a:lnTo>
                  <a:pt x="8003" y="2546"/>
                </a:lnTo>
                <a:lnTo>
                  <a:pt x="8003" y="2439"/>
                </a:lnTo>
                <a:lnTo>
                  <a:pt x="8003" y="2332"/>
                </a:lnTo>
                <a:lnTo>
                  <a:pt x="7981" y="2204"/>
                </a:lnTo>
                <a:lnTo>
                  <a:pt x="7960" y="2097"/>
                </a:lnTo>
                <a:lnTo>
                  <a:pt x="7896" y="2011"/>
                </a:lnTo>
                <a:lnTo>
                  <a:pt x="7832" y="1926"/>
                </a:lnTo>
                <a:lnTo>
                  <a:pt x="7767" y="1840"/>
                </a:lnTo>
                <a:lnTo>
                  <a:pt x="7746" y="1754"/>
                </a:lnTo>
                <a:lnTo>
                  <a:pt x="7746" y="1669"/>
                </a:lnTo>
                <a:lnTo>
                  <a:pt x="7767" y="1562"/>
                </a:lnTo>
                <a:lnTo>
                  <a:pt x="7810" y="1455"/>
                </a:lnTo>
                <a:lnTo>
                  <a:pt x="7810" y="1369"/>
                </a:lnTo>
                <a:lnTo>
                  <a:pt x="7810" y="1220"/>
                </a:lnTo>
                <a:lnTo>
                  <a:pt x="7789" y="1091"/>
                </a:lnTo>
                <a:lnTo>
                  <a:pt x="7746" y="963"/>
                </a:lnTo>
                <a:lnTo>
                  <a:pt x="7682" y="856"/>
                </a:lnTo>
                <a:lnTo>
                  <a:pt x="7618" y="727"/>
                </a:lnTo>
                <a:lnTo>
                  <a:pt x="7553" y="621"/>
                </a:lnTo>
                <a:lnTo>
                  <a:pt x="7361" y="449"/>
                </a:lnTo>
                <a:lnTo>
                  <a:pt x="7147" y="278"/>
                </a:lnTo>
                <a:lnTo>
                  <a:pt x="6912" y="150"/>
                </a:lnTo>
                <a:lnTo>
                  <a:pt x="6655" y="64"/>
                </a:lnTo>
                <a:lnTo>
                  <a:pt x="6398" y="21"/>
                </a:lnTo>
                <a:lnTo>
                  <a:pt x="6141" y="0"/>
                </a:lnTo>
                <a:close/>
                <a:moveTo>
                  <a:pt x="2311" y="2568"/>
                </a:moveTo>
                <a:lnTo>
                  <a:pt x="2397" y="2589"/>
                </a:lnTo>
                <a:lnTo>
                  <a:pt x="2483" y="2632"/>
                </a:lnTo>
                <a:lnTo>
                  <a:pt x="2525" y="2675"/>
                </a:lnTo>
                <a:lnTo>
                  <a:pt x="2547" y="2781"/>
                </a:lnTo>
                <a:lnTo>
                  <a:pt x="2568" y="2931"/>
                </a:lnTo>
                <a:lnTo>
                  <a:pt x="2590" y="3188"/>
                </a:lnTo>
                <a:lnTo>
                  <a:pt x="2697" y="3702"/>
                </a:lnTo>
                <a:lnTo>
                  <a:pt x="2804" y="4236"/>
                </a:lnTo>
                <a:lnTo>
                  <a:pt x="2846" y="4493"/>
                </a:lnTo>
                <a:lnTo>
                  <a:pt x="2889" y="4771"/>
                </a:lnTo>
                <a:lnTo>
                  <a:pt x="2889" y="4921"/>
                </a:lnTo>
                <a:lnTo>
                  <a:pt x="2868" y="5092"/>
                </a:lnTo>
                <a:lnTo>
                  <a:pt x="2846" y="5156"/>
                </a:lnTo>
                <a:lnTo>
                  <a:pt x="2804" y="5178"/>
                </a:lnTo>
                <a:lnTo>
                  <a:pt x="2761" y="5156"/>
                </a:lnTo>
                <a:lnTo>
                  <a:pt x="2675" y="5092"/>
                </a:lnTo>
                <a:lnTo>
                  <a:pt x="2697" y="5049"/>
                </a:lnTo>
                <a:lnTo>
                  <a:pt x="2697" y="4985"/>
                </a:lnTo>
                <a:lnTo>
                  <a:pt x="2654" y="4942"/>
                </a:lnTo>
                <a:lnTo>
                  <a:pt x="2611" y="4921"/>
                </a:lnTo>
                <a:lnTo>
                  <a:pt x="2547" y="4814"/>
                </a:lnTo>
                <a:lnTo>
                  <a:pt x="2525" y="4793"/>
                </a:lnTo>
                <a:lnTo>
                  <a:pt x="2461" y="4750"/>
                </a:lnTo>
                <a:lnTo>
                  <a:pt x="2440" y="4793"/>
                </a:lnTo>
                <a:lnTo>
                  <a:pt x="2440" y="4771"/>
                </a:lnTo>
                <a:lnTo>
                  <a:pt x="2440" y="4750"/>
                </a:lnTo>
                <a:lnTo>
                  <a:pt x="2461" y="4729"/>
                </a:lnTo>
                <a:lnTo>
                  <a:pt x="2461" y="4622"/>
                </a:lnTo>
                <a:lnTo>
                  <a:pt x="2440" y="4429"/>
                </a:lnTo>
                <a:lnTo>
                  <a:pt x="2440" y="4322"/>
                </a:lnTo>
                <a:lnTo>
                  <a:pt x="2440" y="4258"/>
                </a:lnTo>
                <a:lnTo>
                  <a:pt x="2397" y="4215"/>
                </a:lnTo>
                <a:lnTo>
                  <a:pt x="2376" y="4194"/>
                </a:lnTo>
                <a:lnTo>
                  <a:pt x="2290" y="4194"/>
                </a:lnTo>
                <a:lnTo>
                  <a:pt x="2247" y="4129"/>
                </a:lnTo>
                <a:lnTo>
                  <a:pt x="2247" y="4087"/>
                </a:lnTo>
                <a:lnTo>
                  <a:pt x="2269" y="4044"/>
                </a:lnTo>
                <a:lnTo>
                  <a:pt x="2290" y="4022"/>
                </a:lnTo>
                <a:lnTo>
                  <a:pt x="2376" y="3937"/>
                </a:lnTo>
                <a:lnTo>
                  <a:pt x="2418" y="3894"/>
                </a:lnTo>
                <a:lnTo>
                  <a:pt x="2440" y="3830"/>
                </a:lnTo>
                <a:lnTo>
                  <a:pt x="2418" y="3766"/>
                </a:lnTo>
                <a:lnTo>
                  <a:pt x="2397" y="3744"/>
                </a:lnTo>
                <a:lnTo>
                  <a:pt x="2333" y="3723"/>
                </a:lnTo>
                <a:lnTo>
                  <a:pt x="2269" y="3723"/>
                </a:lnTo>
                <a:lnTo>
                  <a:pt x="2290" y="3702"/>
                </a:lnTo>
                <a:lnTo>
                  <a:pt x="2333" y="3659"/>
                </a:lnTo>
                <a:lnTo>
                  <a:pt x="2397" y="3509"/>
                </a:lnTo>
                <a:lnTo>
                  <a:pt x="2440" y="3316"/>
                </a:lnTo>
                <a:lnTo>
                  <a:pt x="2418" y="3252"/>
                </a:lnTo>
                <a:lnTo>
                  <a:pt x="2397" y="3188"/>
                </a:lnTo>
                <a:lnTo>
                  <a:pt x="2354" y="3167"/>
                </a:lnTo>
                <a:lnTo>
                  <a:pt x="2311" y="3145"/>
                </a:lnTo>
                <a:lnTo>
                  <a:pt x="2226" y="3145"/>
                </a:lnTo>
                <a:lnTo>
                  <a:pt x="2140" y="3167"/>
                </a:lnTo>
                <a:lnTo>
                  <a:pt x="2097" y="3145"/>
                </a:lnTo>
                <a:lnTo>
                  <a:pt x="2055" y="3145"/>
                </a:lnTo>
                <a:lnTo>
                  <a:pt x="2033" y="3102"/>
                </a:lnTo>
                <a:lnTo>
                  <a:pt x="2033" y="3081"/>
                </a:lnTo>
                <a:lnTo>
                  <a:pt x="2076" y="3060"/>
                </a:lnTo>
                <a:lnTo>
                  <a:pt x="2140" y="3017"/>
                </a:lnTo>
                <a:lnTo>
                  <a:pt x="2183" y="2995"/>
                </a:lnTo>
                <a:lnTo>
                  <a:pt x="2226" y="2910"/>
                </a:lnTo>
                <a:lnTo>
                  <a:pt x="2226" y="2867"/>
                </a:lnTo>
                <a:lnTo>
                  <a:pt x="2183" y="2846"/>
                </a:lnTo>
                <a:lnTo>
                  <a:pt x="2140" y="2846"/>
                </a:lnTo>
                <a:lnTo>
                  <a:pt x="2076" y="2824"/>
                </a:lnTo>
                <a:lnTo>
                  <a:pt x="2033" y="2803"/>
                </a:lnTo>
                <a:lnTo>
                  <a:pt x="1991" y="2781"/>
                </a:lnTo>
                <a:lnTo>
                  <a:pt x="1991" y="2717"/>
                </a:lnTo>
                <a:lnTo>
                  <a:pt x="2012" y="2653"/>
                </a:lnTo>
                <a:lnTo>
                  <a:pt x="2055" y="2610"/>
                </a:lnTo>
                <a:lnTo>
                  <a:pt x="2140" y="2568"/>
                </a:lnTo>
                <a:close/>
                <a:moveTo>
                  <a:pt x="5906" y="4900"/>
                </a:moveTo>
                <a:lnTo>
                  <a:pt x="5949" y="4942"/>
                </a:lnTo>
                <a:lnTo>
                  <a:pt x="5970" y="4985"/>
                </a:lnTo>
                <a:lnTo>
                  <a:pt x="6013" y="5092"/>
                </a:lnTo>
                <a:lnTo>
                  <a:pt x="6013" y="5199"/>
                </a:lnTo>
                <a:lnTo>
                  <a:pt x="5992" y="5242"/>
                </a:lnTo>
                <a:lnTo>
                  <a:pt x="5949" y="5263"/>
                </a:lnTo>
                <a:lnTo>
                  <a:pt x="5885" y="5285"/>
                </a:lnTo>
                <a:lnTo>
                  <a:pt x="5542" y="5285"/>
                </a:lnTo>
                <a:lnTo>
                  <a:pt x="4900" y="5263"/>
                </a:lnTo>
                <a:lnTo>
                  <a:pt x="4579" y="5285"/>
                </a:lnTo>
                <a:lnTo>
                  <a:pt x="4430" y="5285"/>
                </a:lnTo>
                <a:lnTo>
                  <a:pt x="4344" y="5263"/>
                </a:lnTo>
                <a:lnTo>
                  <a:pt x="4301" y="5242"/>
                </a:lnTo>
                <a:lnTo>
                  <a:pt x="4194" y="5178"/>
                </a:lnTo>
                <a:lnTo>
                  <a:pt x="4194" y="5135"/>
                </a:lnTo>
                <a:lnTo>
                  <a:pt x="4194" y="5114"/>
                </a:lnTo>
                <a:lnTo>
                  <a:pt x="4258" y="5071"/>
                </a:lnTo>
                <a:lnTo>
                  <a:pt x="4387" y="5049"/>
                </a:lnTo>
                <a:lnTo>
                  <a:pt x="4644" y="5028"/>
                </a:lnTo>
                <a:lnTo>
                  <a:pt x="4815" y="5028"/>
                </a:lnTo>
                <a:lnTo>
                  <a:pt x="5136" y="5007"/>
                </a:lnTo>
                <a:lnTo>
                  <a:pt x="5457" y="4985"/>
                </a:lnTo>
                <a:lnTo>
                  <a:pt x="5692" y="4921"/>
                </a:lnTo>
                <a:lnTo>
                  <a:pt x="5820" y="4900"/>
                </a:lnTo>
                <a:close/>
                <a:moveTo>
                  <a:pt x="7211" y="5199"/>
                </a:moveTo>
                <a:lnTo>
                  <a:pt x="7275" y="5221"/>
                </a:lnTo>
                <a:lnTo>
                  <a:pt x="7361" y="5221"/>
                </a:lnTo>
                <a:lnTo>
                  <a:pt x="7404" y="5263"/>
                </a:lnTo>
                <a:lnTo>
                  <a:pt x="7318" y="5285"/>
                </a:lnTo>
                <a:lnTo>
                  <a:pt x="7232" y="5285"/>
                </a:lnTo>
                <a:lnTo>
                  <a:pt x="7147" y="5263"/>
                </a:lnTo>
                <a:lnTo>
                  <a:pt x="7125" y="5242"/>
                </a:lnTo>
                <a:lnTo>
                  <a:pt x="7125" y="5221"/>
                </a:lnTo>
                <a:lnTo>
                  <a:pt x="7168" y="5221"/>
                </a:lnTo>
                <a:lnTo>
                  <a:pt x="7211" y="5199"/>
                </a:lnTo>
                <a:close/>
                <a:moveTo>
                  <a:pt x="2911" y="5263"/>
                </a:moveTo>
                <a:lnTo>
                  <a:pt x="2932" y="5306"/>
                </a:lnTo>
                <a:lnTo>
                  <a:pt x="2889" y="5328"/>
                </a:lnTo>
                <a:lnTo>
                  <a:pt x="2868" y="5306"/>
                </a:lnTo>
                <a:lnTo>
                  <a:pt x="2889" y="5263"/>
                </a:lnTo>
                <a:close/>
                <a:moveTo>
                  <a:pt x="7019" y="6504"/>
                </a:moveTo>
                <a:lnTo>
                  <a:pt x="7061" y="6547"/>
                </a:lnTo>
                <a:lnTo>
                  <a:pt x="7083" y="6611"/>
                </a:lnTo>
                <a:lnTo>
                  <a:pt x="7104" y="6676"/>
                </a:lnTo>
                <a:lnTo>
                  <a:pt x="7083" y="6718"/>
                </a:lnTo>
                <a:lnTo>
                  <a:pt x="7061" y="6740"/>
                </a:lnTo>
                <a:lnTo>
                  <a:pt x="7040" y="6740"/>
                </a:lnTo>
                <a:lnTo>
                  <a:pt x="7019" y="6718"/>
                </a:lnTo>
                <a:lnTo>
                  <a:pt x="6997" y="6633"/>
                </a:lnTo>
                <a:lnTo>
                  <a:pt x="6997" y="6569"/>
                </a:lnTo>
                <a:lnTo>
                  <a:pt x="7019" y="6504"/>
                </a:lnTo>
                <a:close/>
                <a:moveTo>
                  <a:pt x="5949" y="6483"/>
                </a:moveTo>
                <a:lnTo>
                  <a:pt x="6013" y="6526"/>
                </a:lnTo>
                <a:lnTo>
                  <a:pt x="6034" y="6569"/>
                </a:lnTo>
                <a:lnTo>
                  <a:pt x="6056" y="6633"/>
                </a:lnTo>
                <a:lnTo>
                  <a:pt x="6056" y="6697"/>
                </a:lnTo>
                <a:lnTo>
                  <a:pt x="6034" y="6740"/>
                </a:lnTo>
                <a:lnTo>
                  <a:pt x="5992" y="6761"/>
                </a:lnTo>
                <a:lnTo>
                  <a:pt x="5927" y="6782"/>
                </a:lnTo>
                <a:lnTo>
                  <a:pt x="5863" y="6761"/>
                </a:lnTo>
                <a:lnTo>
                  <a:pt x="5799" y="6740"/>
                </a:lnTo>
                <a:lnTo>
                  <a:pt x="5778" y="6697"/>
                </a:lnTo>
                <a:lnTo>
                  <a:pt x="5756" y="6654"/>
                </a:lnTo>
                <a:lnTo>
                  <a:pt x="5756" y="6590"/>
                </a:lnTo>
                <a:lnTo>
                  <a:pt x="5778" y="6547"/>
                </a:lnTo>
                <a:lnTo>
                  <a:pt x="5820" y="6504"/>
                </a:lnTo>
                <a:lnTo>
                  <a:pt x="5885" y="6483"/>
                </a:lnTo>
                <a:close/>
                <a:moveTo>
                  <a:pt x="4708" y="6440"/>
                </a:moveTo>
                <a:lnTo>
                  <a:pt x="4772" y="6462"/>
                </a:lnTo>
                <a:lnTo>
                  <a:pt x="4793" y="6526"/>
                </a:lnTo>
                <a:lnTo>
                  <a:pt x="4772" y="6590"/>
                </a:lnTo>
                <a:lnTo>
                  <a:pt x="4729" y="6654"/>
                </a:lnTo>
                <a:lnTo>
                  <a:pt x="4601" y="6782"/>
                </a:lnTo>
                <a:lnTo>
                  <a:pt x="4558" y="6847"/>
                </a:lnTo>
                <a:lnTo>
                  <a:pt x="4537" y="6825"/>
                </a:lnTo>
                <a:lnTo>
                  <a:pt x="4537" y="6804"/>
                </a:lnTo>
                <a:lnTo>
                  <a:pt x="4558" y="6697"/>
                </a:lnTo>
                <a:lnTo>
                  <a:pt x="4601" y="6547"/>
                </a:lnTo>
                <a:lnTo>
                  <a:pt x="4622" y="6526"/>
                </a:lnTo>
                <a:lnTo>
                  <a:pt x="4622" y="6504"/>
                </a:lnTo>
                <a:lnTo>
                  <a:pt x="4601" y="6462"/>
                </a:lnTo>
                <a:lnTo>
                  <a:pt x="4601" y="6440"/>
                </a:lnTo>
                <a:close/>
                <a:moveTo>
                  <a:pt x="7019" y="6205"/>
                </a:moveTo>
                <a:lnTo>
                  <a:pt x="6783" y="6248"/>
                </a:lnTo>
                <a:lnTo>
                  <a:pt x="6698" y="6290"/>
                </a:lnTo>
                <a:lnTo>
                  <a:pt x="6655" y="6312"/>
                </a:lnTo>
                <a:lnTo>
                  <a:pt x="6633" y="6355"/>
                </a:lnTo>
                <a:lnTo>
                  <a:pt x="6612" y="6440"/>
                </a:lnTo>
                <a:lnTo>
                  <a:pt x="6633" y="6569"/>
                </a:lnTo>
                <a:lnTo>
                  <a:pt x="6676" y="6782"/>
                </a:lnTo>
                <a:lnTo>
                  <a:pt x="6698" y="6868"/>
                </a:lnTo>
                <a:lnTo>
                  <a:pt x="6762" y="6954"/>
                </a:lnTo>
                <a:lnTo>
                  <a:pt x="6826" y="7018"/>
                </a:lnTo>
                <a:lnTo>
                  <a:pt x="6912" y="7061"/>
                </a:lnTo>
                <a:lnTo>
                  <a:pt x="6997" y="7082"/>
                </a:lnTo>
                <a:lnTo>
                  <a:pt x="7104" y="7103"/>
                </a:lnTo>
                <a:lnTo>
                  <a:pt x="7211" y="7103"/>
                </a:lnTo>
                <a:lnTo>
                  <a:pt x="7297" y="7082"/>
                </a:lnTo>
                <a:lnTo>
                  <a:pt x="7382" y="7039"/>
                </a:lnTo>
                <a:lnTo>
                  <a:pt x="7446" y="6975"/>
                </a:lnTo>
                <a:lnTo>
                  <a:pt x="7468" y="6911"/>
                </a:lnTo>
                <a:lnTo>
                  <a:pt x="7468" y="6847"/>
                </a:lnTo>
                <a:lnTo>
                  <a:pt x="7446" y="6654"/>
                </a:lnTo>
                <a:lnTo>
                  <a:pt x="7382" y="6483"/>
                </a:lnTo>
                <a:lnTo>
                  <a:pt x="7339" y="6333"/>
                </a:lnTo>
                <a:lnTo>
                  <a:pt x="7318" y="6290"/>
                </a:lnTo>
                <a:lnTo>
                  <a:pt x="7275" y="6269"/>
                </a:lnTo>
                <a:lnTo>
                  <a:pt x="7168" y="6226"/>
                </a:lnTo>
                <a:lnTo>
                  <a:pt x="7019" y="6205"/>
                </a:lnTo>
                <a:close/>
                <a:moveTo>
                  <a:pt x="5842" y="6141"/>
                </a:moveTo>
                <a:lnTo>
                  <a:pt x="5735" y="6162"/>
                </a:lnTo>
                <a:lnTo>
                  <a:pt x="5606" y="6183"/>
                </a:lnTo>
                <a:lnTo>
                  <a:pt x="5499" y="6248"/>
                </a:lnTo>
                <a:lnTo>
                  <a:pt x="5414" y="6312"/>
                </a:lnTo>
                <a:lnTo>
                  <a:pt x="5371" y="6397"/>
                </a:lnTo>
                <a:lnTo>
                  <a:pt x="5371" y="6526"/>
                </a:lnTo>
                <a:lnTo>
                  <a:pt x="5414" y="6782"/>
                </a:lnTo>
                <a:lnTo>
                  <a:pt x="5457" y="6932"/>
                </a:lnTo>
                <a:lnTo>
                  <a:pt x="5499" y="7018"/>
                </a:lnTo>
                <a:lnTo>
                  <a:pt x="5542" y="7061"/>
                </a:lnTo>
                <a:lnTo>
                  <a:pt x="5585" y="7082"/>
                </a:lnTo>
                <a:lnTo>
                  <a:pt x="5713" y="7103"/>
                </a:lnTo>
                <a:lnTo>
                  <a:pt x="5949" y="7103"/>
                </a:lnTo>
                <a:lnTo>
                  <a:pt x="5992" y="7125"/>
                </a:lnTo>
                <a:lnTo>
                  <a:pt x="6120" y="7103"/>
                </a:lnTo>
                <a:lnTo>
                  <a:pt x="6227" y="7103"/>
                </a:lnTo>
                <a:lnTo>
                  <a:pt x="6312" y="7082"/>
                </a:lnTo>
                <a:lnTo>
                  <a:pt x="6377" y="7018"/>
                </a:lnTo>
                <a:lnTo>
                  <a:pt x="6419" y="6932"/>
                </a:lnTo>
                <a:lnTo>
                  <a:pt x="6419" y="6847"/>
                </a:lnTo>
                <a:lnTo>
                  <a:pt x="6419" y="6761"/>
                </a:lnTo>
                <a:lnTo>
                  <a:pt x="6398" y="6547"/>
                </a:lnTo>
                <a:lnTo>
                  <a:pt x="6355" y="6376"/>
                </a:lnTo>
                <a:lnTo>
                  <a:pt x="6312" y="6290"/>
                </a:lnTo>
                <a:lnTo>
                  <a:pt x="6248" y="6226"/>
                </a:lnTo>
                <a:lnTo>
                  <a:pt x="6184" y="6183"/>
                </a:lnTo>
                <a:lnTo>
                  <a:pt x="6077" y="6162"/>
                </a:lnTo>
                <a:lnTo>
                  <a:pt x="5842" y="6141"/>
                </a:lnTo>
                <a:close/>
                <a:moveTo>
                  <a:pt x="4622" y="6098"/>
                </a:moveTo>
                <a:lnTo>
                  <a:pt x="4494" y="6119"/>
                </a:lnTo>
                <a:lnTo>
                  <a:pt x="4387" y="6141"/>
                </a:lnTo>
                <a:lnTo>
                  <a:pt x="4280" y="6183"/>
                </a:lnTo>
                <a:lnTo>
                  <a:pt x="4194" y="6248"/>
                </a:lnTo>
                <a:lnTo>
                  <a:pt x="4130" y="6333"/>
                </a:lnTo>
                <a:lnTo>
                  <a:pt x="4087" y="6462"/>
                </a:lnTo>
                <a:lnTo>
                  <a:pt x="4087" y="6590"/>
                </a:lnTo>
                <a:lnTo>
                  <a:pt x="4109" y="6868"/>
                </a:lnTo>
                <a:lnTo>
                  <a:pt x="4130" y="6954"/>
                </a:lnTo>
                <a:lnTo>
                  <a:pt x="4173" y="7039"/>
                </a:lnTo>
                <a:lnTo>
                  <a:pt x="4237" y="7082"/>
                </a:lnTo>
                <a:lnTo>
                  <a:pt x="4323" y="7125"/>
                </a:lnTo>
                <a:lnTo>
                  <a:pt x="4430" y="7146"/>
                </a:lnTo>
                <a:lnTo>
                  <a:pt x="4579" y="7168"/>
                </a:lnTo>
                <a:lnTo>
                  <a:pt x="4601" y="7146"/>
                </a:lnTo>
                <a:lnTo>
                  <a:pt x="4644" y="7146"/>
                </a:lnTo>
                <a:lnTo>
                  <a:pt x="4793" y="7168"/>
                </a:lnTo>
                <a:lnTo>
                  <a:pt x="5072" y="7168"/>
                </a:lnTo>
                <a:lnTo>
                  <a:pt x="5114" y="7125"/>
                </a:lnTo>
                <a:lnTo>
                  <a:pt x="5136" y="7103"/>
                </a:lnTo>
                <a:lnTo>
                  <a:pt x="5178" y="6996"/>
                </a:lnTo>
                <a:lnTo>
                  <a:pt x="5178" y="6889"/>
                </a:lnTo>
                <a:lnTo>
                  <a:pt x="5157" y="6782"/>
                </a:lnTo>
                <a:lnTo>
                  <a:pt x="5136" y="6526"/>
                </a:lnTo>
                <a:lnTo>
                  <a:pt x="5136" y="6419"/>
                </a:lnTo>
                <a:lnTo>
                  <a:pt x="5093" y="6333"/>
                </a:lnTo>
                <a:lnTo>
                  <a:pt x="5050" y="6248"/>
                </a:lnTo>
                <a:lnTo>
                  <a:pt x="4986" y="6183"/>
                </a:lnTo>
                <a:lnTo>
                  <a:pt x="4879" y="6141"/>
                </a:lnTo>
                <a:lnTo>
                  <a:pt x="4751" y="6098"/>
                </a:lnTo>
                <a:close/>
                <a:moveTo>
                  <a:pt x="3510" y="6248"/>
                </a:moveTo>
                <a:lnTo>
                  <a:pt x="3231" y="6290"/>
                </a:lnTo>
                <a:lnTo>
                  <a:pt x="3082" y="6312"/>
                </a:lnTo>
                <a:lnTo>
                  <a:pt x="2975" y="6355"/>
                </a:lnTo>
                <a:lnTo>
                  <a:pt x="2911" y="6397"/>
                </a:lnTo>
                <a:lnTo>
                  <a:pt x="2868" y="6440"/>
                </a:lnTo>
                <a:lnTo>
                  <a:pt x="2846" y="6483"/>
                </a:lnTo>
                <a:lnTo>
                  <a:pt x="2846" y="6526"/>
                </a:lnTo>
                <a:lnTo>
                  <a:pt x="2825" y="6654"/>
                </a:lnTo>
                <a:lnTo>
                  <a:pt x="2846" y="6761"/>
                </a:lnTo>
                <a:lnTo>
                  <a:pt x="2825" y="6782"/>
                </a:lnTo>
                <a:lnTo>
                  <a:pt x="2825" y="6825"/>
                </a:lnTo>
                <a:lnTo>
                  <a:pt x="2825" y="6932"/>
                </a:lnTo>
                <a:lnTo>
                  <a:pt x="2889" y="7146"/>
                </a:lnTo>
                <a:lnTo>
                  <a:pt x="2975" y="7210"/>
                </a:lnTo>
                <a:lnTo>
                  <a:pt x="3060" y="7253"/>
                </a:lnTo>
                <a:lnTo>
                  <a:pt x="3274" y="7253"/>
                </a:lnTo>
                <a:lnTo>
                  <a:pt x="3403" y="7232"/>
                </a:lnTo>
                <a:lnTo>
                  <a:pt x="3574" y="7168"/>
                </a:lnTo>
                <a:lnTo>
                  <a:pt x="3724" y="7082"/>
                </a:lnTo>
                <a:lnTo>
                  <a:pt x="3766" y="7039"/>
                </a:lnTo>
                <a:lnTo>
                  <a:pt x="3788" y="6996"/>
                </a:lnTo>
                <a:lnTo>
                  <a:pt x="3809" y="6889"/>
                </a:lnTo>
                <a:lnTo>
                  <a:pt x="3788" y="6761"/>
                </a:lnTo>
                <a:lnTo>
                  <a:pt x="3745" y="6526"/>
                </a:lnTo>
                <a:lnTo>
                  <a:pt x="3724" y="6397"/>
                </a:lnTo>
                <a:lnTo>
                  <a:pt x="3702" y="6312"/>
                </a:lnTo>
                <a:lnTo>
                  <a:pt x="3638" y="6269"/>
                </a:lnTo>
                <a:lnTo>
                  <a:pt x="3510" y="6248"/>
                </a:lnTo>
                <a:close/>
                <a:moveTo>
                  <a:pt x="7446" y="5713"/>
                </a:moveTo>
                <a:lnTo>
                  <a:pt x="7575" y="5734"/>
                </a:lnTo>
                <a:lnTo>
                  <a:pt x="7660" y="5777"/>
                </a:lnTo>
                <a:lnTo>
                  <a:pt x="7725" y="5841"/>
                </a:lnTo>
                <a:lnTo>
                  <a:pt x="7746" y="5884"/>
                </a:lnTo>
                <a:lnTo>
                  <a:pt x="7746" y="5948"/>
                </a:lnTo>
                <a:lnTo>
                  <a:pt x="7746" y="6098"/>
                </a:lnTo>
                <a:lnTo>
                  <a:pt x="7703" y="6355"/>
                </a:lnTo>
                <a:lnTo>
                  <a:pt x="7682" y="6889"/>
                </a:lnTo>
                <a:lnTo>
                  <a:pt x="7703" y="7424"/>
                </a:lnTo>
                <a:lnTo>
                  <a:pt x="7703" y="7703"/>
                </a:lnTo>
                <a:lnTo>
                  <a:pt x="7703" y="7981"/>
                </a:lnTo>
                <a:lnTo>
                  <a:pt x="7682" y="8109"/>
                </a:lnTo>
                <a:lnTo>
                  <a:pt x="7660" y="8152"/>
                </a:lnTo>
                <a:lnTo>
                  <a:pt x="7639" y="8173"/>
                </a:lnTo>
                <a:lnTo>
                  <a:pt x="7553" y="8195"/>
                </a:lnTo>
                <a:lnTo>
                  <a:pt x="6013" y="8195"/>
                </a:lnTo>
                <a:lnTo>
                  <a:pt x="5863" y="8216"/>
                </a:lnTo>
                <a:lnTo>
                  <a:pt x="4194" y="8216"/>
                </a:lnTo>
                <a:lnTo>
                  <a:pt x="3809" y="8237"/>
                </a:lnTo>
                <a:lnTo>
                  <a:pt x="3424" y="8259"/>
                </a:lnTo>
                <a:lnTo>
                  <a:pt x="3338" y="8259"/>
                </a:lnTo>
                <a:lnTo>
                  <a:pt x="3231" y="8216"/>
                </a:lnTo>
                <a:lnTo>
                  <a:pt x="3189" y="8195"/>
                </a:lnTo>
                <a:lnTo>
                  <a:pt x="3167" y="8152"/>
                </a:lnTo>
                <a:lnTo>
                  <a:pt x="3146" y="8130"/>
                </a:lnTo>
                <a:lnTo>
                  <a:pt x="3082" y="8109"/>
                </a:lnTo>
                <a:lnTo>
                  <a:pt x="3060" y="8130"/>
                </a:lnTo>
                <a:lnTo>
                  <a:pt x="3018" y="8152"/>
                </a:lnTo>
                <a:lnTo>
                  <a:pt x="2932" y="8237"/>
                </a:lnTo>
                <a:lnTo>
                  <a:pt x="2889" y="8280"/>
                </a:lnTo>
                <a:lnTo>
                  <a:pt x="2846" y="8302"/>
                </a:lnTo>
                <a:lnTo>
                  <a:pt x="2804" y="8302"/>
                </a:lnTo>
                <a:lnTo>
                  <a:pt x="2761" y="8259"/>
                </a:lnTo>
                <a:lnTo>
                  <a:pt x="2761" y="8237"/>
                </a:lnTo>
                <a:lnTo>
                  <a:pt x="2782" y="8195"/>
                </a:lnTo>
                <a:lnTo>
                  <a:pt x="2846" y="8109"/>
                </a:lnTo>
                <a:lnTo>
                  <a:pt x="2868" y="8045"/>
                </a:lnTo>
                <a:lnTo>
                  <a:pt x="2889" y="8002"/>
                </a:lnTo>
                <a:lnTo>
                  <a:pt x="2868" y="7981"/>
                </a:lnTo>
                <a:lnTo>
                  <a:pt x="2804" y="7938"/>
                </a:lnTo>
                <a:lnTo>
                  <a:pt x="2418" y="8173"/>
                </a:lnTo>
                <a:lnTo>
                  <a:pt x="2290" y="8259"/>
                </a:lnTo>
                <a:lnTo>
                  <a:pt x="2162" y="8323"/>
                </a:lnTo>
                <a:lnTo>
                  <a:pt x="2076" y="8344"/>
                </a:lnTo>
                <a:lnTo>
                  <a:pt x="2055" y="8344"/>
                </a:lnTo>
                <a:lnTo>
                  <a:pt x="2033" y="8323"/>
                </a:lnTo>
                <a:lnTo>
                  <a:pt x="2055" y="8280"/>
                </a:lnTo>
                <a:lnTo>
                  <a:pt x="2076" y="8237"/>
                </a:lnTo>
                <a:lnTo>
                  <a:pt x="2162" y="8173"/>
                </a:lnTo>
                <a:lnTo>
                  <a:pt x="2226" y="8088"/>
                </a:lnTo>
                <a:lnTo>
                  <a:pt x="2247" y="8023"/>
                </a:lnTo>
                <a:lnTo>
                  <a:pt x="2247" y="7981"/>
                </a:lnTo>
                <a:lnTo>
                  <a:pt x="2226" y="7938"/>
                </a:lnTo>
                <a:lnTo>
                  <a:pt x="2204" y="7895"/>
                </a:lnTo>
                <a:lnTo>
                  <a:pt x="2119" y="7895"/>
                </a:lnTo>
                <a:lnTo>
                  <a:pt x="2033" y="7916"/>
                </a:lnTo>
                <a:lnTo>
                  <a:pt x="1948" y="7959"/>
                </a:lnTo>
                <a:lnTo>
                  <a:pt x="1798" y="8066"/>
                </a:lnTo>
                <a:lnTo>
                  <a:pt x="1584" y="8216"/>
                </a:lnTo>
                <a:lnTo>
                  <a:pt x="1477" y="8302"/>
                </a:lnTo>
                <a:lnTo>
                  <a:pt x="1391" y="8323"/>
                </a:lnTo>
                <a:lnTo>
                  <a:pt x="1349" y="8323"/>
                </a:lnTo>
                <a:lnTo>
                  <a:pt x="1349" y="8280"/>
                </a:lnTo>
                <a:lnTo>
                  <a:pt x="1349" y="8237"/>
                </a:lnTo>
                <a:lnTo>
                  <a:pt x="1370" y="8173"/>
                </a:lnTo>
                <a:lnTo>
                  <a:pt x="1477" y="8109"/>
                </a:lnTo>
                <a:lnTo>
                  <a:pt x="1691" y="7916"/>
                </a:lnTo>
                <a:lnTo>
                  <a:pt x="1798" y="7831"/>
                </a:lnTo>
                <a:lnTo>
                  <a:pt x="1862" y="7724"/>
                </a:lnTo>
                <a:lnTo>
                  <a:pt x="1862" y="7703"/>
                </a:lnTo>
                <a:lnTo>
                  <a:pt x="1862" y="7660"/>
                </a:lnTo>
                <a:lnTo>
                  <a:pt x="1819" y="7617"/>
                </a:lnTo>
                <a:lnTo>
                  <a:pt x="1777" y="7596"/>
                </a:lnTo>
                <a:lnTo>
                  <a:pt x="1712" y="7596"/>
                </a:lnTo>
                <a:lnTo>
                  <a:pt x="1627" y="7638"/>
                </a:lnTo>
                <a:lnTo>
                  <a:pt x="1391" y="7767"/>
                </a:lnTo>
                <a:lnTo>
                  <a:pt x="1284" y="7788"/>
                </a:lnTo>
                <a:lnTo>
                  <a:pt x="1199" y="7809"/>
                </a:lnTo>
                <a:lnTo>
                  <a:pt x="1177" y="7788"/>
                </a:lnTo>
                <a:lnTo>
                  <a:pt x="1156" y="7745"/>
                </a:lnTo>
                <a:lnTo>
                  <a:pt x="1199" y="7638"/>
                </a:lnTo>
                <a:lnTo>
                  <a:pt x="1242" y="7553"/>
                </a:lnTo>
                <a:lnTo>
                  <a:pt x="1327" y="7489"/>
                </a:lnTo>
                <a:lnTo>
                  <a:pt x="1541" y="7360"/>
                </a:lnTo>
                <a:lnTo>
                  <a:pt x="1648" y="7317"/>
                </a:lnTo>
                <a:lnTo>
                  <a:pt x="1734" y="7253"/>
                </a:lnTo>
                <a:lnTo>
                  <a:pt x="1819" y="7168"/>
                </a:lnTo>
                <a:lnTo>
                  <a:pt x="1884" y="7082"/>
                </a:lnTo>
                <a:lnTo>
                  <a:pt x="1905" y="6975"/>
                </a:lnTo>
                <a:lnTo>
                  <a:pt x="1884" y="6911"/>
                </a:lnTo>
                <a:lnTo>
                  <a:pt x="1841" y="6868"/>
                </a:lnTo>
                <a:lnTo>
                  <a:pt x="1691" y="6868"/>
                </a:lnTo>
                <a:lnTo>
                  <a:pt x="1605" y="6911"/>
                </a:lnTo>
                <a:lnTo>
                  <a:pt x="1456" y="6975"/>
                </a:lnTo>
                <a:lnTo>
                  <a:pt x="1306" y="7125"/>
                </a:lnTo>
                <a:lnTo>
                  <a:pt x="1199" y="7168"/>
                </a:lnTo>
                <a:lnTo>
                  <a:pt x="1177" y="7168"/>
                </a:lnTo>
                <a:lnTo>
                  <a:pt x="1135" y="7146"/>
                </a:lnTo>
                <a:lnTo>
                  <a:pt x="1113" y="7103"/>
                </a:lnTo>
                <a:lnTo>
                  <a:pt x="1113" y="7082"/>
                </a:lnTo>
                <a:lnTo>
                  <a:pt x="1156" y="7018"/>
                </a:lnTo>
                <a:lnTo>
                  <a:pt x="1284" y="6911"/>
                </a:lnTo>
                <a:lnTo>
                  <a:pt x="1391" y="6804"/>
                </a:lnTo>
                <a:lnTo>
                  <a:pt x="1520" y="6676"/>
                </a:lnTo>
                <a:lnTo>
                  <a:pt x="1563" y="6611"/>
                </a:lnTo>
                <a:lnTo>
                  <a:pt x="1584" y="6547"/>
                </a:lnTo>
                <a:lnTo>
                  <a:pt x="1563" y="6483"/>
                </a:lnTo>
                <a:lnTo>
                  <a:pt x="1498" y="6440"/>
                </a:lnTo>
                <a:lnTo>
                  <a:pt x="1413" y="6419"/>
                </a:lnTo>
                <a:lnTo>
                  <a:pt x="1327" y="6440"/>
                </a:lnTo>
                <a:lnTo>
                  <a:pt x="1199" y="6526"/>
                </a:lnTo>
                <a:lnTo>
                  <a:pt x="1156" y="6547"/>
                </a:lnTo>
                <a:lnTo>
                  <a:pt x="1113" y="6547"/>
                </a:lnTo>
                <a:lnTo>
                  <a:pt x="1071" y="6504"/>
                </a:lnTo>
                <a:lnTo>
                  <a:pt x="1028" y="6397"/>
                </a:lnTo>
                <a:lnTo>
                  <a:pt x="964" y="6141"/>
                </a:lnTo>
                <a:lnTo>
                  <a:pt x="942" y="6012"/>
                </a:lnTo>
                <a:lnTo>
                  <a:pt x="921" y="5905"/>
                </a:lnTo>
                <a:lnTo>
                  <a:pt x="942" y="5841"/>
                </a:lnTo>
                <a:lnTo>
                  <a:pt x="964" y="5798"/>
                </a:lnTo>
                <a:lnTo>
                  <a:pt x="1071" y="5777"/>
                </a:lnTo>
                <a:lnTo>
                  <a:pt x="1327" y="5756"/>
                </a:lnTo>
                <a:lnTo>
                  <a:pt x="1584" y="5777"/>
                </a:lnTo>
                <a:lnTo>
                  <a:pt x="1862" y="5798"/>
                </a:lnTo>
                <a:lnTo>
                  <a:pt x="2119" y="5798"/>
                </a:lnTo>
                <a:lnTo>
                  <a:pt x="2697" y="5777"/>
                </a:lnTo>
                <a:lnTo>
                  <a:pt x="3274" y="5734"/>
                </a:lnTo>
                <a:lnTo>
                  <a:pt x="3873" y="5713"/>
                </a:lnTo>
                <a:close/>
                <a:moveTo>
                  <a:pt x="2440" y="2161"/>
                </a:moveTo>
                <a:lnTo>
                  <a:pt x="2226" y="2182"/>
                </a:lnTo>
                <a:lnTo>
                  <a:pt x="2012" y="2225"/>
                </a:lnTo>
                <a:lnTo>
                  <a:pt x="1862" y="2289"/>
                </a:lnTo>
                <a:lnTo>
                  <a:pt x="1798" y="2332"/>
                </a:lnTo>
                <a:lnTo>
                  <a:pt x="1755" y="2418"/>
                </a:lnTo>
                <a:lnTo>
                  <a:pt x="1712" y="2482"/>
                </a:lnTo>
                <a:lnTo>
                  <a:pt x="1712" y="2589"/>
                </a:lnTo>
                <a:lnTo>
                  <a:pt x="1691" y="2781"/>
                </a:lnTo>
                <a:lnTo>
                  <a:pt x="1691" y="2931"/>
                </a:lnTo>
                <a:lnTo>
                  <a:pt x="1627" y="3851"/>
                </a:lnTo>
                <a:lnTo>
                  <a:pt x="1563" y="4771"/>
                </a:lnTo>
                <a:lnTo>
                  <a:pt x="1563" y="5092"/>
                </a:lnTo>
                <a:lnTo>
                  <a:pt x="1541" y="5263"/>
                </a:lnTo>
                <a:lnTo>
                  <a:pt x="1520" y="5328"/>
                </a:lnTo>
                <a:lnTo>
                  <a:pt x="1477" y="5392"/>
                </a:lnTo>
                <a:lnTo>
                  <a:pt x="1391" y="5435"/>
                </a:lnTo>
                <a:lnTo>
                  <a:pt x="1092" y="5435"/>
                </a:lnTo>
                <a:lnTo>
                  <a:pt x="857" y="5413"/>
                </a:lnTo>
                <a:lnTo>
                  <a:pt x="750" y="5435"/>
                </a:lnTo>
                <a:lnTo>
                  <a:pt x="664" y="5477"/>
                </a:lnTo>
                <a:lnTo>
                  <a:pt x="600" y="5520"/>
                </a:lnTo>
                <a:lnTo>
                  <a:pt x="578" y="5584"/>
                </a:lnTo>
                <a:lnTo>
                  <a:pt x="557" y="5670"/>
                </a:lnTo>
                <a:lnTo>
                  <a:pt x="578" y="5756"/>
                </a:lnTo>
                <a:lnTo>
                  <a:pt x="600" y="5927"/>
                </a:lnTo>
                <a:lnTo>
                  <a:pt x="643" y="6098"/>
                </a:lnTo>
                <a:lnTo>
                  <a:pt x="707" y="6504"/>
                </a:lnTo>
                <a:lnTo>
                  <a:pt x="750" y="6932"/>
                </a:lnTo>
                <a:lnTo>
                  <a:pt x="835" y="7874"/>
                </a:lnTo>
                <a:lnTo>
                  <a:pt x="878" y="8109"/>
                </a:lnTo>
                <a:lnTo>
                  <a:pt x="899" y="8237"/>
                </a:lnTo>
                <a:lnTo>
                  <a:pt x="899" y="8323"/>
                </a:lnTo>
                <a:lnTo>
                  <a:pt x="878" y="8387"/>
                </a:lnTo>
                <a:lnTo>
                  <a:pt x="857" y="8409"/>
                </a:lnTo>
                <a:lnTo>
                  <a:pt x="750" y="8430"/>
                </a:lnTo>
                <a:lnTo>
                  <a:pt x="600" y="8451"/>
                </a:lnTo>
                <a:lnTo>
                  <a:pt x="364" y="8473"/>
                </a:lnTo>
                <a:lnTo>
                  <a:pt x="150" y="8494"/>
                </a:lnTo>
                <a:lnTo>
                  <a:pt x="86" y="8516"/>
                </a:lnTo>
                <a:lnTo>
                  <a:pt x="44" y="8558"/>
                </a:lnTo>
                <a:lnTo>
                  <a:pt x="1" y="8644"/>
                </a:lnTo>
                <a:lnTo>
                  <a:pt x="22" y="8687"/>
                </a:lnTo>
                <a:lnTo>
                  <a:pt x="65" y="8730"/>
                </a:lnTo>
                <a:lnTo>
                  <a:pt x="150" y="8751"/>
                </a:lnTo>
                <a:lnTo>
                  <a:pt x="343" y="8772"/>
                </a:lnTo>
                <a:lnTo>
                  <a:pt x="493" y="8772"/>
                </a:lnTo>
                <a:lnTo>
                  <a:pt x="1349" y="8730"/>
                </a:lnTo>
                <a:lnTo>
                  <a:pt x="2204" y="8665"/>
                </a:lnTo>
                <a:lnTo>
                  <a:pt x="3082" y="8623"/>
                </a:lnTo>
                <a:lnTo>
                  <a:pt x="3938" y="8601"/>
                </a:lnTo>
                <a:lnTo>
                  <a:pt x="5799" y="8623"/>
                </a:lnTo>
                <a:lnTo>
                  <a:pt x="7660" y="8623"/>
                </a:lnTo>
                <a:lnTo>
                  <a:pt x="7917" y="8644"/>
                </a:lnTo>
                <a:lnTo>
                  <a:pt x="8431" y="8644"/>
                </a:lnTo>
                <a:lnTo>
                  <a:pt x="8687" y="8601"/>
                </a:lnTo>
                <a:lnTo>
                  <a:pt x="8794" y="8580"/>
                </a:lnTo>
                <a:lnTo>
                  <a:pt x="8880" y="8537"/>
                </a:lnTo>
                <a:lnTo>
                  <a:pt x="8923" y="8494"/>
                </a:lnTo>
                <a:lnTo>
                  <a:pt x="8944" y="8430"/>
                </a:lnTo>
                <a:lnTo>
                  <a:pt x="8923" y="8366"/>
                </a:lnTo>
                <a:lnTo>
                  <a:pt x="8859" y="8280"/>
                </a:lnTo>
                <a:lnTo>
                  <a:pt x="8794" y="8216"/>
                </a:lnTo>
                <a:lnTo>
                  <a:pt x="8709" y="8195"/>
                </a:lnTo>
                <a:lnTo>
                  <a:pt x="8602" y="8195"/>
                </a:lnTo>
                <a:lnTo>
                  <a:pt x="8495" y="8216"/>
                </a:lnTo>
                <a:lnTo>
                  <a:pt x="8302" y="8237"/>
                </a:lnTo>
                <a:lnTo>
                  <a:pt x="8217" y="8216"/>
                </a:lnTo>
                <a:lnTo>
                  <a:pt x="8152" y="8173"/>
                </a:lnTo>
                <a:lnTo>
                  <a:pt x="8110" y="8109"/>
                </a:lnTo>
                <a:lnTo>
                  <a:pt x="8088" y="8002"/>
                </a:lnTo>
                <a:lnTo>
                  <a:pt x="8088" y="7724"/>
                </a:lnTo>
                <a:lnTo>
                  <a:pt x="8110" y="7253"/>
                </a:lnTo>
                <a:lnTo>
                  <a:pt x="8131" y="6290"/>
                </a:lnTo>
                <a:lnTo>
                  <a:pt x="8174" y="5841"/>
                </a:lnTo>
                <a:lnTo>
                  <a:pt x="8174" y="5713"/>
                </a:lnTo>
                <a:lnTo>
                  <a:pt x="8174" y="5606"/>
                </a:lnTo>
                <a:lnTo>
                  <a:pt x="8131" y="5499"/>
                </a:lnTo>
                <a:lnTo>
                  <a:pt x="8088" y="5413"/>
                </a:lnTo>
                <a:lnTo>
                  <a:pt x="8003" y="5392"/>
                </a:lnTo>
                <a:lnTo>
                  <a:pt x="7939" y="5370"/>
                </a:lnTo>
                <a:lnTo>
                  <a:pt x="7853" y="5370"/>
                </a:lnTo>
                <a:lnTo>
                  <a:pt x="7789" y="5328"/>
                </a:lnTo>
                <a:lnTo>
                  <a:pt x="7746" y="5285"/>
                </a:lnTo>
                <a:lnTo>
                  <a:pt x="7746" y="5242"/>
                </a:lnTo>
                <a:lnTo>
                  <a:pt x="7725" y="5178"/>
                </a:lnTo>
                <a:lnTo>
                  <a:pt x="7725" y="5114"/>
                </a:lnTo>
                <a:lnTo>
                  <a:pt x="7682" y="5049"/>
                </a:lnTo>
                <a:lnTo>
                  <a:pt x="7639" y="5007"/>
                </a:lnTo>
                <a:lnTo>
                  <a:pt x="7575" y="4985"/>
                </a:lnTo>
                <a:lnTo>
                  <a:pt x="7532" y="4964"/>
                </a:lnTo>
                <a:lnTo>
                  <a:pt x="7404" y="4942"/>
                </a:lnTo>
                <a:lnTo>
                  <a:pt x="7254" y="4942"/>
                </a:lnTo>
                <a:lnTo>
                  <a:pt x="7061" y="4900"/>
                </a:lnTo>
                <a:lnTo>
                  <a:pt x="6954" y="4900"/>
                </a:lnTo>
                <a:lnTo>
                  <a:pt x="6869" y="4921"/>
                </a:lnTo>
                <a:lnTo>
                  <a:pt x="6805" y="4964"/>
                </a:lnTo>
                <a:lnTo>
                  <a:pt x="6783" y="5028"/>
                </a:lnTo>
                <a:lnTo>
                  <a:pt x="6805" y="5071"/>
                </a:lnTo>
                <a:lnTo>
                  <a:pt x="6805" y="5156"/>
                </a:lnTo>
                <a:lnTo>
                  <a:pt x="6783" y="5221"/>
                </a:lnTo>
                <a:lnTo>
                  <a:pt x="6805" y="5242"/>
                </a:lnTo>
                <a:lnTo>
                  <a:pt x="6698" y="5285"/>
                </a:lnTo>
                <a:lnTo>
                  <a:pt x="6398" y="5285"/>
                </a:lnTo>
                <a:lnTo>
                  <a:pt x="6312" y="5263"/>
                </a:lnTo>
                <a:lnTo>
                  <a:pt x="6270" y="5199"/>
                </a:lnTo>
                <a:lnTo>
                  <a:pt x="6270" y="5114"/>
                </a:lnTo>
                <a:lnTo>
                  <a:pt x="6270" y="4964"/>
                </a:lnTo>
                <a:lnTo>
                  <a:pt x="6291" y="4878"/>
                </a:lnTo>
                <a:lnTo>
                  <a:pt x="6270" y="4793"/>
                </a:lnTo>
                <a:lnTo>
                  <a:pt x="6248" y="4729"/>
                </a:lnTo>
                <a:lnTo>
                  <a:pt x="6184" y="4664"/>
                </a:lnTo>
                <a:lnTo>
                  <a:pt x="6120" y="4622"/>
                </a:lnTo>
                <a:lnTo>
                  <a:pt x="5820" y="4622"/>
                </a:lnTo>
                <a:lnTo>
                  <a:pt x="5457" y="4686"/>
                </a:lnTo>
                <a:lnTo>
                  <a:pt x="5243" y="4707"/>
                </a:lnTo>
                <a:lnTo>
                  <a:pt x="5029" y="4729"/>
                </a:lnTo>
                <a:lnTo>
                  <a:pt x="4601" y="4750"/>
                </a:lnTo>
                <a:lnTo>
                  <a:pt x="4280" y="4729"/>
                </a:lnTo>
                <a:lnTo>
                  <a:pt x="4087" y="4750"/>
                </a:lnTo>
                <a:lnTo>
                  <a:pt x="4023" y="4771"/>
                </a:lnTo>
                <a:lnTo>
                  <a:pt x="3980" y="4814"/>
                </a:lnTo>
                <a:lnTo>
                  <a:pt x="3938" y="4878"/>
                </a:lnTo>
                <a:lnTo>
                  <a:pt x="3938" y="4942"/>
                </a:lnTo>
                <a:lnTo>
                  <a:pt x="3959" y="5049"/>
                </a:lnTo>
                <a:lnTo>
                  <a:pt x="3959" y="5114"/>
                </a:lnTo>
                <a:lnTo>
                  <a:pt x="3959" y="5178"/>
                </a:lnTo>
                <a:lnTo>
                  <a:pt x="3938" y="5221"/>
                </a:lnTo>
                <a:lnTo>
                  <a:pt x="3873" y="5263"/>
                </a:lnTo>
                <a:lnTo>
                  <a:pt x="3766" y="5285"/>
                </a:lnTo>
                <a:lnTo>
                  <a:pt x="3595" y="5306"/>
                </a:lnTo>
                <a:lnTo>
                  <a:pt x="3424" y="5285"/>
                </a:lnTo>
                <a:lnTo>
                  <a:pt x="3360" y="5285"/>
                </a:lnTo>
                <a:lnTo>
                  <a:pt x="3317" y="5263"/>
                </a:lnTo>
                <a:lnTo>
                  <a:pt x="3274" y="5199"/>
                </a:lnTo>
                <a:lnTo>
                  <a:pt x="3253" y="5114"/>
                </a:lnTo>
                <a:lnTo>
                  <a:pt x="3231" y="4921"/>
                </a:lnTo>
                <a:lnTo>
                  <a:pt x="3231" y="4707"/>
                </a:lnTo>
                <a:lnTo>
                  <a:pt x="3231" y="4536"/>
                </a:lnTo>
                <a:lnTo>
                  <a:pt x="3167" y="4129"/>
                </a:lnTo>
                <a:lnTo>
                  <a:pt x="3082" y="3723"/>
                </a:lnTo>
                <a:lnTo>
                  <a:pt x="2868" y="2739"/>
                </a:lnTo>
                <a:lnTo>
                  <a:pt x="2825" y="2589"/>
                </a:lnTo>
                <a:lnTo>
                  <a:pt x="2804" y="2418"/>
                </a:lnTo>
                <a:lnTo>
                  <a:pt x="2761" y="2354"/>
                </a:lnTo>
                <a:lnTo>
                  <a:pt x="2718" y="2268"/>
                </a:lnTo>
                <a:lnTo>
                  <a:pt x="2675" y="2225"/>
                </a:lnTo>
                <a:lnTo>
                  <a:pt x="2611" y="2182"/>
                </a:lnTo>
                <a:lnTo>
                  <a:pt x="2525" y="2161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28"/>
          <p:cNvSpPr/>
          <p:nvPr/>
        </p:nvSpPr>
        <p:spPr>
          <a:xfrm>
            <a:off x="3810155" y="3633326"/>
            <a:ext cx="548700" cy="542925"/>
          </a:xfrm>
          <a:custGeom>
            <a:rect b="b" l="l" r="r" t="t"/>
            <a:pathLst>
              <a:path extrusionOk="0" h="7532" w="9008">
                <a:moveTo>
                  <a:pt x="7959" y="2867"/>
                </a:moveTo>
                <a:lnTo>
                  <a:pt x="7959" y="2867"/>
                </a:lnTo>
                <a:lnTo>
                  <a:pt x="7831" y="2867"/>
                </a:lnTo>
                <a:lnTo>
                  <a:pt x="7638" y="2889"/>
                </a:lnTo>
                <a:lnTo>
                  <a:pt x="7467" y="2910"/>
                </a:lnTo>
                <a:lnTo>
                  <a:pt x="7403" y="2910"/>
                </a:lnTo>
                <a:lnTo>
                  <a:pt x="7360" y="2889"/>
                </a:lnTo>
                <a:lnTo>
                  <a:pt x="7360" y="2889"/>
                </a:lnTo>
                <a:lnTo>
                  <a:pt x="7318" y="2846"/>
                </a:lnTo>
                <a:lnTo>
                  <a:pt x="7296" y="2782"/>
                </a:lnTo>
                <a:lnTo>
                  <a:pt x="7253" y="2589"/>
                </a:lnTo>
                <a:lnTo>
                  <a:pt x="7211" y="2247"/>
                </a:lnTo>
                <a:lnTo>
                  <a:pt x="7211" y="2247"/>
                </a:lnTo>
                <a:lnTo>
                  <a:pt x="7168" y="1969"/>
                </a:lnTo>
                <a:lnTo>
                  <a:pt x="7104" y="1712"/>
                </a:lnTo>
                <a:lnTo>
                  <a:pt x="7039" y="1455"/>
                </a:lnTo>
                <a:lnTo>
                  <a:pt x="6911" y="1198"/>
                </a:lnTo>
                <a:lnTo>
                  <a:pt x="6911" y="1198"/>
                </a:lnTo>
                <a:lnTo>
                  <a:pt x="6825" y="1049"/>
                </a:lnTo>
                <a:lnTo>
                  <a:pt x="6740" y="920"/>
                </a:lnTo>
                <a:lnTo>
                  <a:pt x="6526" y="685"/>
                </a:lnTo>
                <a:lnTo>
                  <a:pt x="6269" y="471"/>
                </a:lnTo>
                <a:lnTo>
                  <a:pt x="5991" y="300"/>
                </a:lnTo>
                <a:lnTo>
                  <a:pt x="5713" y="171"/>
                </a:lnTo>
                <a:lnTo>
                  <a:pt x="5392" y="86"/>
                </a:lnTo>
                <a:lnTo>
                  <a:pt x="5071" y="22"/>
                </a:lnTo>
                <a:lnTo>
                  <a:pt x="4750" y="0"/>
                </a:lnTo>
                <a:lnTo>
                  <a:pt x="4408" y="0"/>
                </a:lnTo>
                <a:lnTo>
                  <a:pt x="4087" y="43"/>
                </a:lnTo>
                <a:lnTo>
                  <a:pt x="3744" y="129"/>
                </a:lnTo>
                <a:lnTo>
                  <a:pt x="3423" y="214"/>
                </a:lnTo>
                <a:lnTo>
                  <a:pt x="3124" y="364"/>
                </a:lnTo>
                <a:lnTo>
                  <a:pt x="2846" y="514"/>
                </a:lnTo>
                <a:lnTo>
                  <a:pt x="2589" y="706"/>
                </a:lnTo>
                <a:lnTo>
                  <a:pt x="2354" y="899"/>
                </a:lnTo>
                <a:lnTo>
                  <a:pt x="2354" y="899"/>
                </a:lnTo>
                <a:lnTo>
                  <a:pt x="2225" y="1049"/>
                </a:lnTo>
                <a:lnTo>
                  <a:pt x="2118" y="1198"/>
                </a:lnTo>
                <a:lnTo>
                  <a:pt x="1926" y="1498"/>
                </a:lnTo>
                <a:lnTo>
                  <a:pt x="1776" y="1840"/>
                </a:lnTo>
                <a:lnTo>
                  <a:pt x="1648" y="2183"/>
                </a:lnTo>
                <a:lnTo>
                  <a:pt x="1648" y="2183"/>
                </a:lnTo>
                <a:lnTo>
                  <a:pt x="1541" y="2504"/>
                </a:lnTo>
                <a:lnTo>
                  <a:pt x="1455" y="2846"/>
                </a:lnTo>
                <a:lnTo>
                  <a:pt x="1455" y="2846"/>
                </a:lnTo>
                <a:lnTo>
                  <a:pt x="1434" y="3060"/>
                </a:lnTo>
                <a:lnTo>
                  <a:pt x="1391" y="3124"/>
                </a:lnTo>
                <a:lnTo>
                  <a:pt x="1305" y="3167"/>
                </a:lnTo>
                <a:lnTo>
                  <a:pt x="1305" y="3167"/>
                </a:lnTo>
                <a:lnTo>
                  <a:pt x="1220" y="3167"/>
                </a:lnTo>
                <a:lnTo>
                  <a:pt x="1113" y="3167"/>
                </a:lnTo>
                <a:lnTo>
                  <a:pt x="1027" y="3167"/>
                </a:lnTo>
                <a:lnTo>
                  <a:pt x="942" y="3167"/>
                </a:lnTo>
                <a:lnTo>
                  <a:pt x="942" y="3167"/>
                </a:lnTo>
                <a:lnTo>
                  <a:pt x="813" y="3231"/>
                </a:lnTo>
                <a:lnTo>
                  <a:pt x="706" y="3295"/>
                </a:lnTo>
                <a:lnTo>
                  <a:pt x="706" y="3295"/>
                </a:lnTo>
                <a:lnTo>
                  <a:pt x="471" y="3466"/>
                </a:lnTo>
                <a:lnTo>
                  <a:pt x="364" y="3573"/>
                </a:lnTo>
                <a:lnTo>
                  <a:pt x="278" y="3680"/>
                </a:lnTo>
                <a:lnTo>
                  <a:pt x="278" y="3680"/>
                </a:lnTo>
                <a:lnTo>
                  <a:pt x="171" y="3937"/>
                </a:lnTo>
                <a:lnTo>
                  <a:pt x="86" y="4215"/>
                </a:lnTo>
                <a:lnTo>
                  <a:pt x="22" y="4515"/>
                </a:lnTo>
                <a:lnTo>
                  <a:pt x="0" y="4793"/>
                </a:lnTo>
                <a:lnTo>
                  <a:pt x="0" y="4793"/>
                </a:lnTo>
                <a:lnTo>
                  <a:pt x="22" y="5114"/>
                </a:lnTo>
                <a:lnTo>
                  <a:pt x="86" y="5456"/>
                </a:lnTo>
                <a:lnTo>
                  <a:pt x="171" y="5777"/>
                </a:lnTo>
                <a:lnTo>
                  <a:pt x="236" y="5927"/>
                </a:lnTo>
                <a:lnTo>
                  <a:pt x="321" y="6077"/>
                </a:lnTo>
                <a:lnTo>
                  <a:pt x="407" y="6205"/>
                </a:lnTo>
                <a:lnTo>
                  <a:pt x="514" y="6312"/>
                </a:lnTo>
                <a:lnTo>
                  <a:pt x="621" y="6419"/>
                </a:lnTo>
                <a:lnTo>
                  <a:pt x="749" y="6505"/>
                </a:lnTo>
                <a:lnTo>
                  <a:pt x="899" y="6569"/>
                </a:lnTo>
                <a:lnTo>
                  <a:pt x="1049" y="6590"/>
                </a:lnTo>
                <a:lnTo>
                  <a:pt x="1220" y="6612"/>
                </a:lnTo>
                <a:lnTo>
                  <a:pt x="1391" y="6569"/>
                </a:lnTo>
                <a:lnTo>
                  <a:pt x="1391" y="6569"/>
                </a:lnTo>
                <a:lnTo>
                  <a:pt x="1583" y="6526"/>
                </a:lnTo>
                <a:lnTo>
                  <a:pt x="1712" y="6419"/>
                </a:lnTo>
                <a:lnTo>
                  <a:pt x="1797" y="6312"/>
                </a:lnTo>
                <a:lnTo>
                  <a:pt x="1862" y="6184"/>
                </a:lnTo>
                <a:lnTo>
                  <a:pt x="1904" y="6034"/>
                </a:lnTo>
                <a:lnTo>
                  <a:pt x="1904" y="5863"/>
                </a:lnTo>
                <a:lnTo>
                  <a:pt x="1926" y="5520"/>
                </a:lnTo>
                <a:lnTo>
                  <a:pt x="1926" y="5520"/>
                </a:lnTo>
                <a:lnTo>
                  <a:pt x="1926" y="4771"/>
                </a:lnTo>
                <a:lnTo>
                  <a:pt x="1926" y="4408"/>
                </a:lnTo>
                <a:lnTo>
                  <a:pt x="1904" y="4023"/>
                </a:lnTo>
                <a:lnTo>
                  <a:pt x="1904" y="4023"/>
                </a:lnTo>
                <a:lnTo>
                  <a:pt x="1883" y="3702"/>
                </a:lnTo>
                <a:lnTo>
                  <a:pt x="1883" y="3359"/>
                </a:lnTo>
                <a:lnTo>
                  <a:pt x="1904" y="3038"/>
                </a:lnTo>
                <a:lnTo>
                  <a:pt x="1947" y="2696"/>
                </a:lnTo>
                <a:lnTo>
                  <a:pt x="2011" y="2354"/>
                </a:lnTo>
                <a:lnTo>
                  <a:pt x="2118" y="2054"/>
                </a:lnTo>
                <a:lnTo>
                  <a:pt x="2268" y="1755"/>
                </a:lnTo>
                <a:lnTo>
                  <a:pt x="2439" y="1477"/>
                </a:lnTo>
                <a:lnTo>
                  <a:pt x="2439" y="1477"/>
                </a:lnTo>
                <a:lnTo>
                  <a:pt x="2568" y="1327"/>
                </a:lnTo>
                <a:lnTo>
                  <a:pt x="2696" y="1198"/>
                </a:lnTo>
                <a:lnTo>
                  <a:pt x="2846" y="1113"/>
                </a:lnTo>
                <a:lnTo>
                  <a:pt x="2996" y="1006"/>
                </a:lnTo>
                <a:lnTo>
                  <a:pt x="3167" y="942"/>
                </a:lnTo>
                <a:lnTo>
                  <a:pt x="3338" y="877"/>
                </a:lnTo>
                <a:lnTo>
                  <a:pt x="3680" y="770"/>
                </a:lnTo>
                <a:lnTo>
                  <a:pt x="3680" y="770"/>
                </a:lnTo>
                <a:lnTo>
                  <a:pt x="4001" y="728"/>
                </a:lnTo>
                <a:lnTo>
                  <a:pt x="4322" y="685"/>
                </a:lnTo>
                <a:lnTo>
                  <a:pt x="4322" y="685"/>
                </a:lnTo>
                <a:lnTo>
                  <a:pt x="4622" y="599"/>
                </a:lnTo>
                <a:lnTo>
                  <a:pt x="4771" y="578"/>
                </a:lnTo>
                <a:lnTo>
                  <a:pt x="4921" y="578"/>
                </a:lnTo>
                <a:lnTo>
                  <a:pt x="4921" y="578"/>
                </a:lnTo>
                <a:lnTo>
                  <a:pt x="5071" y="599"/>
                </a:lnTo>
                <a:lnTo>
                  <a:pt x="5221" y="621"/>
                </a:lnTo>
                <a:lnTo>
                  <a:pt x="5371" y="685"/>
                </a:lnTo>
                <a:lnTo>
                  <a:pt x="5520" y="749"/>
                </a:lnTo>
                <a:lnTo>
                  <a:pt x="5798" y="899"/>
                </a:lnTo>
                <a:lnTo>
                  <a:pt x="6055" y="1091"/>
                </a:lnTo>
                <a:lnTo>
                  <a:pt x="6269" y="1327"/>
                </a:lnTo>
                <a:lnTo>
                  <a:pt x="6462" y="1584"/>
                </a:lnTo>
                <a:lnTo>
                  <a:pt x="6633" y="1840"/>
                </a:lnTo>
                <a:lnTo>
                  <a:pt x="6740" y="2140"/>
                </a:lnTo>
                <a:lnTo>
                  <a:pt x="6740" y="2140"/>
                </a:lnTo>
                <a:lnTo>
                  <a:pt x="6825" y="2504"/>
                </a:lnTo>
                <a:lnTo>
                  <a:pt x="6890" y="2889"/>
                </a:lnTo>
                <a:lnTo>
                  <a:pt x="6954" y="3659"/>
                </a:lnTo>
                <a:lnTo>
                  <a:pt x="6954" y="3659"/>
                </a:lnTo>
                <a:lnTo>
                  <a:pt x="6997" y="4279"/>
                </a:lnTo>
                <a:lnTo>
                  <a:pt x="6997" y="4279"/>
                </a:lnTo>
                <a:lnTo>
                  <a:pt x="7018" y="4429"/>
                </a:lnTo>
                <a:lnTo>
                  <a:pt x="6997" y="4515"/>
                </a:lnTo>
                <a:lnTo>
                  <a:pt x="6932" y="4600"/>
                </a:lnTo>
                <a:lnTo>
                  <a:pt x="6804" y="4665"/>
                </a:lnTo>
                <a:lnTo>
                  <a:pt x="6804" y="4665"/>
                </a:lnTo>
                <a:lnTo>
                  <a:pt x="6654" y="4750"/>
                </a:lnTo>
                <a:lnTo>
                  <a:pt x="6547" y="4771"/>
                </a:lnTo>
                <a:lnTo>
                  <a:pt x="6504" y="4771"/>
                </a:lnTo>
                <a:lnTo>
                  <a:pt x="6483" y="4729"/>
                </a:lnTo>
                <a:lnTo>
                  <a:pt x="6462" y="4665"/>
                </a:lnTo>
                <a:lnTo>
                  <a:pt x="6462" y="4579"/>
                </a:lnTo>
                <a:lnTo>
                  <a:pt x="6462" y="4579"/>
                </a:lnTo>
                <a:lnTo>
                  <a:pt x="6398" y="3894"/>
                </a:lnTo>
                <a:lnTo>
                  <a:pt x="6398" y="3894"/>
                </a:lnTo>
                <a:lnTo>
                  <a:pt x="6376" y="3744"/>
                </a:lnTo>
                <a:lnTo>
                  <a:pt x="6376" y="3573"/>
                </a:lnTo>
                <a:lnTo>
                  <a:pt x="6398" y="3274"/>
                </a:lnTo>
                <a:lnTo>
                  <a:pt x="6419" y="2974"/>
                </a:lnTo>
                <a:lnTo>
                  <a:pt x="6419" y="2824"/>
                </a:lnTo>
                <a:lnTo>
                  <a:pt x="6419" y="2653"/>
                </a:lnTo>
                <a:lnTo>
                  <a:pt x="6419" y="2653"/>
                </a:lnTo>
                <a:lnTo>
                  <a:pt x="6333" y="2332"/>
                </a:lnTo>
                <a:lnTo>
                  <a:pt x="6269" y="2183"/>
                </a:lnTo>
                <a:lnTo>
                  <a:pt x="6205" y="2033"/>
                </a:lnTo>
                <a:lnTo>
                  <a:pt x="6141" y="1883"/>
                </a:lnTo>
                <a:lnTo>
                  <a:pt x="6034" y="1755"/>
                </a:lnTo>
                <a:lnTo>
                  <a:pt x="5927" y="1626"/>
                </a:lnTo>
                <a:lnTo>
                  <a:pt x="5820" y="1519"/>
                </a:lnTo>
                <a:lnTo>
                  <a:pt x="5820" y="1519"/>
                </a:lnTo>
                <a:lnTo>
                  <a:pt x="5584" y="1348"/>
                </a:lnTo>
                <a:lnTo>
                  <a:pt x="5328" y="1198"/>
                </a:lnTo>
                <a:lnTo>
                  <a:pt x="5328" y="1198"/>
                </a:lnTo>
                <a:lnTo>
                  <a:pt x="5178" y="1156"/>
                </a:lnTo>
                <a:lnTo>
                  <a:pt x="5028" y="1134"/>
                </a:lnTo>
                <a:lnTo>
                  <a:pt x="4878" y="1156"/>
                </a:lnTo>
                <a:lnTo>
                  <a:pt x="4707" y="1177"/>
                </a:lnTo>
                <a:lnTo>
                  <a:pt x="4707" y="1177"/>
                </a:lnTo>
                <a:lnTo>
                  <a:pt x="4065" y="1156"/>
                </a:lnTo>
                <a:lnTo>
                  <a:pt x="3916" y="1177"/>
                </a:lnTo>
                <a:lnTo>
                  <a:pt x="3744" y="1198"/>
                </a:lnTo>
                <a:lnTo>
                  <a:pt x="3595" y="1220"/>
                </a:lnTo>
                <a:lnTo>
                  <a:pt x="3445" y="1284"/>
                </a:lnTo>
                <a:lnTo>
                  <a:pt x="3445" y="1284"/>
                </a:lnTo>
                <a:lnTo>
                  <a:pt x="3145" y="1412"/>
                </a:lnTo>
                <a:lnTo>
                  <a:pt x="2889" y="1584"/>
                </a:lnTo>
                <a:lnTo>
                  <a:pt x="2782" y="1669"/>
                </a:lnTo>
                <a:lnTo>
                  <a:pt x="2675" y="1776"/>
                </a:lnTo>
                <a:lnTo>
                  <a:pt x="2568" y="1904"/>
                </a:lnTo>
                <a:lnTo>
                  <a:pt x="2482" y="2033"/>
                </a:lnTo>
                <a:lnTo>
                  <a:pt x="2482" y="2033"/>
                </a:lnTo>
                <a:lnTo>
                  <a:pt x="2311" y="2290"/>
                </a:lnTo>
                <a:lnTo>
                  <a:pt x="2247" y="2418"/>
                </a:lnTo>
                <a:lnTo>
                  <a:pt x="2225" y="2568"/>
                </a:lnTo>
                <a:lnTo>
                  <a:pt x="2225" y="2568"/>
                </a:lnTo>
                <a:lnTo>
                  <a:pt x="2204" y="2739"/>
                </a:lnTo>
                <a:lnTo>
                  <a:pt x="2225" y="2931"/>
                </a:lnTo>
                <a:lnTo>
                  <a:pt x="2290" y="3295"/>
                </a:lnTo>
                <a:lnTo>
                  <a:pt x="2290" y="3295"/>
                </a:lnTo>
                <a:lnTo>
                  <a:pt x="2290" y="3659"/>
                </a:lnTo>
                <a:lnTo>
                  <a:pt x="2290" y="4001"/>
                </a:lnTo>
                <a:lnTo>
                  <a:pt x="2225" y="4729"/>
                </a:lnTo>
                <a:lnTo>
                  <a:pt x="2225" y="4729"/>
                </a:lnTo>
                <a:lnTo>
                  <a:pt x="2225" y="4729"/>
                </a:lnTo>
                <a:lnTo>
                  <a:pt x="2204" y="4771"/>
                </a:lnTo>
                <a:lnTo>
                  <a:pt x="2225" y="4921"/>
                </a:lnTo>
                <a:lnTo>
                  <a:pt x="2290" y="5392"/>
                </a:lnTo>
                <a:lnTo>
                  <a:pt x="2375" y="5884"/>
                </a:lnTo>
                <a:lnTo>
                  <a:pt x="2439" y="6184"/>
                </a:lnTo>
                <a:lnTo>
                  <a:pt x="2439" y="6184"/>
                </a:lnTo>
                <a:lnTo>
                  <a:pt x="2568" y="6505"/>
                </a:lnTo>
                <a:lnTo>
                  <a:pt x="2653" y="6676"/>
                </a:lnTo>
                <a:lnTo>
                  <a:pt x="2739" y="6825"/>
                </a:lnTo>
                <a:lnTo>
                  <a:pt x="2867" y="6975"/>
                </a:lnTo>
                <a:lnTo>
                  <a:pt x="2974" y="7125"/>
                </a:lnTo>
                <a:lnTo>
                  <a:pt x="3124" y="7232"/>
                </a:lnTo>
                <a:lnTo>
                  <a:pt x="3274" y="7296"/>
                </a:lnTo>
                <a:lnTo>
                  <a:pt x="3274" y="7296"/>
                </a:lnTo>
                <a:lnTo>
                  <a:pt x="3616" y="7425"/>
                </a:lnTo>
                <a:lnTo>
                  <a:pt x="3809" y="7467"/>
                </a:lnTo>
                <a:lnTo>
                  <a:pt x="4001" y="7510"/>
                </a:lnTo>
                <a:lnTo>
                  <a:pt x="4194" y="7532"/>
                </a:lnTo>
                <a:lnTo>
                  <a:pt x="4386" y="7532"/>
                </a:lnTo>
                <a:lnTo>
                  <a:pt x="4579" y="7489"/>
                </a:lnTo>
                <a:lnTo>
                  <a:pt x="4750" y="7446"/>
                </a:lnTo>
                <a:lnTo>
                  <a:pt x="4750" y="7446"/>
                </a:lnTo>
                <a:lnTo>
                  <a:pt x="5114" y="7296"/>
                </a:lnTo>
                <a:lnTo>
                  <a:pt x="5456" y="7082"/>
                </a:lnTo>
                <a:lnTo>
                  <a:pt x="5627" y="6975"/>
                </a:lnTo>
                <a:lnTo>
                  <a:pt x="5777" y="6847"/>
                </a:lnTo>
                <a:lnTo>
                  <a:pt x="5927" y="6718"/>
                </a:lnTo>
                <a:lnTo>
                  <a:pt x="6034" y="6569"/>
                </a:lnTo>
                <a:lnTo>
                  <a:pt x="6034" y="6569"/>
                </a:lnTo>
                <a:lnTo>
                  <a:pt x="6226" y="6312"/>
                </a:lnTo>
                <a:lnTo>
                  <a:pt x="6291" y="6184"/>
                </a:lnTo>
                <a:lnTo>
                  <a:pt x="6355" y="6034"/>
                </a:lnTo>
                <a:lnTo>
                  <a:pt x="6355" y="6034"/>
                </a:lnTo>
                <a:lnTo>
                  <a:pt x="6376" y="5905"/>
                </a:lnTo>
                <a:lnTo>
                  <a:pt x="6398" y="5756"/>
                </a:lnTo>
                <a:lnTo>
                  <a:pt x="6440" y="5606"/>
                </a:lnTo>
                <a:lnTo>
                  <a:pt x="6462" y="5542"/>
                </a:lnTo>
                <a:lnTo>
                  <a:pt x="6483" y="5478"/>
                </a:lnTo>
                <a:lnTo>
                  <a:pt x="6483" y="5478"/>
                </a:lnTo>
                <a:lnTo>
                  <a:pt x="6590" y="5392"/>
                </a:lnTo>
                <a:lnTo>
                  <a:pt x="6761" y="5306"/>
                </a:lnTo>
                <a:lnTo>
                  <a:pt x="6932" y="5264"/>
                </a:lnTo>
                <a:lnTo>
                  <a:pt x="7018" y="5264"/>
                </a:lnTo>
                <a:lnTo>
                  <a:pt x="7061" y="5285"/>
                </a:lnTo>
                <a:lnTo>
                  <a:pt x="7061" y="5285"/>
                </a:lnTo>
                <a:lnTo>
                  <a:pt x="7082" y="5328"/>
                </a:lnTo>
                <a:lnTo>
                  <a:pt x="7082" y="5413"/>
                </a:lnTo>
                <a:lnTo>
                  <a:pt x="7082" y="5585"/>
                </a:lnTo>
                <a:lnTo>
                  <a:pt x="7082" y="5777"/>
                </a:lnTo>
                <a:lnTo>
                  <a:pt x="7104" y="5905"/>
                </a:lnTo>
                <a:lnTo>
                  <a:pt x="7104" y="5905"/>
                </a:lnTo>
                <a:lnTo>
                  <a:pt x="7125" y="5970"/>
                </a:lnTo>
                <a:lnTo>
                  <a:pt x="7168" y="6034"/>
                </a:lnTo>
                <a:lnTo>
                  <a:pt x="7232" y="6077"/>
                </a:lnTo>
                <a:lnTo>
                  <a:pt x="7296" y="6119"/>
                </a:lnTo>
                <a:lnTo>
                  <a:pt x="7446" y="6184"/>
                </a:lnTo>
                <a:lnTo>
                  <a:pt x="7617" y="6226"/>
                </a:lnTo>
                <a:lnTo>
                  <a:pt x="7788" y="6226"/>
                </a:lnTo>
                <a:lnTo>
                  <a:pt x="7959" y="6226"/>
                </a:lnTo>
                <a:lnTo>
                  <a:pt x="8131" y="6184"/>
                </a:lnTo>
                <a:lnTo>
                  <a:pt x="8259" y="6141"/>
                </a:lnTo>
                <a:lnTo>
                  <a:pt x="8259" y="6141"/>
                </a:lnTo>
                <a:lnTo>
                  <a:pt x="8387" y="6077"/>
                </a:lnTo>
                <a:lnTo>
                  <a:pt x="8516" y="5948"/>
                </a:lnTo>
                <a:lnTo>
                  <a:pt x="8623" y="5820"/>
                </a:lnTo>
                <a:lnTo>
                  <a:pt x="8730" y="5670"/>
                </a:lnTo>
                <a:lnTo>
                  <a:pt x="8815" y="5520"/>
                </a:lnTo>
                <a:lnTo>
                  <a:pt x="8879" y="5349"/>
                </a:lnTo>
                <a:lnTo>
                  <a:pt x="8965" y="5050"/>
                </a:lnTo>
                <a:lnTo>
                  <a:pt x="8965" y="5050"/>
                </a:lnTo>
                <a:lnTo>
                  <a:pt x="8986" y="4900"/>
                </a:lnTo>
                <a:lnTo>
                  <a:pt x="9008" y="4750"/>
                </a:lnTo>
                <a:lnTo>
                  <a:pt x="8986" y="4429"/>
                </a:lnTo>
                <a:lnTo>
                  <a:pt x="8944" y="4087"/>
                </a:lnTo>
                <a:lnTo>
                  <a:pt x="8837" y="3744"/>
                </a:lnTo>
                <a:lnTo>
                  <a:pt x="8772" y="3595"/>
                </a:lnTo>
                <a:lnTo>
                  <a:pt x="8687" y="3445"/>
                </a:lnTo>
                <a:lnTo>
                  <a:pt x="8601" y="3295"/>
                </a:lnTo>
                <a:lnTo>
                  <a:pt x="8494" y="3188"/>
                </a:lnTo>
                <a:lnTo>
                  <a:pt x="8366" y="3060"/>
                </a:lnTo>
                <a:lnTo>
                  <a:pt x="8259" y="2974"/>
                </a:lnTo>
                <a:lnTo>
                  <a:pt x="8109" y="2910"/>
                </a:lnTo>
                <a:lnTo>
                  <a:pt x="7959" y="2867"/>
                </a:lnTo>
                <a:lnTo>
                  <a:pt x="7959" y="2867"/>
                </a:lnTo>
                <a:close/>
                <a:moveTo>
                  <a:pt x="1434" y="6162"/>
                </a:moveTo>
                <a:lnTo>
                  <a:pt x="1434" y="6162"/>
                </a:lnTo>
                <a:lnTo>
                  <a:pt x="1305" y="6226"/>
                </a:lnTo>
                <a:lnTo>
                  <a:pt x="1284" y="6248"/>
                </a:lnTo>
                <a:lnTo>
                  <a:pt x="1241" y="6248"/>
                </a:lnTo>
                <a:lnTo>
                  <a:pt x="1220" y="6226"/>
                </a:lnTo>
                <a:lnTo>
                  <a:pt x="1220" y="6205"/>
                </a:lnTo>
                <a:lnTo>
                  <a:pt x="1220" y="6119"/>
                </a:lnTo>
                <a:lnTo>
                  <a:pt x="1263" y="5948"/>
                </a:lnTo>
                <a:lnTo>
                  <a:pt x="1305" y="5798"/>
                </a:lnTo>
                <a:lnTo>
                  <a:pt x="1305" y="5798"/>
                </a:lnTo>
                <a:lnTo>
                  <a:pt x="1305" y="5691"/>
                </a:lnTo>
                <a:lnTo>
                  <a:pt x="1263" y="5627"/>
                </a:lnTo>
                <a:lnTo>
                  <a:pt x="1241" y="5606"/>
                </a:lnTo>
                <a:lnTo>
                  <a:pt x="1198" y="5606"/>
                </a:lnTo>
                <a:lnTo>
                  <a:pt x="1091" y="5649"/>
                </a:lnTo>
                <a:lnTo>
                  <a:pt x="1091" y="5649"/>
                </a:lnTo>
                <a:lnTo>
                  <a:pt x="1049" y="5691"/>
                </a:lnTo>
                <a:lnTo>
                  <a:pt x="984" y="5798"/>
                </a:lnTo>
                <a:lnTo>
                  <a:pt x="920" y="5884"/>
                </a:lnTo>
                <a:lnTo>
                  <a:pt x="899" y="5905"/>
                </a:lnTo>
                <a:lnTo>
                  <a:pt x="856" y="5927"/>
                </a:lnTo>
                <a:lnTo>
                  <a:pt x="856" y="5927"/>
                </a:lnTo>
                <a:lnTo>
                  <a:pt x="856" y="5905"/>
                </a:lnTo>
                <a:lnTo>
                  <a:pt x="856" y="5884"/>
                </a:lnTo>
                <a:lnTo>
                  <a:pt x="877" y="5820"/>
                </a:lnTo>
                <a:lnTo>
                  <a:pt x="984" y="5563"/>
                </a:lnTo>
                <a:lnTo>
                  <a:pt x="1113" y="5328"/>
                </a:lnTo>
                <a:lnTo>
                  <a:pt x="1156" y="5221"/>
                </a:lnTo>
                <a:lnTo>
                  <a:pt x="1156" y="5178"/>
                </a:lnTo>
                <a:lnTo>
                  <a:pt x="1156" y="5178"/>
                </a:lnTo>
                <a:lnTo>
                  <a:pt x="1156" y="5135"/>
                </a:lnTo>
                <a:lnTo>
                  <a:pt x="1113" y="5114"/>
                </a:lnTo>
                <a:lnTo>
                  <a:pt x="1091" y="5114"/>
                </a:lnTo>
                <a:lnTo>
                  <a:pt x="1049" y="5114"/>
                </a:lnTo>
                <a:lnTo>
                  <a:pt x="963" y="5135"/>
                </a:lnTo>
                <a:lnTo>
                  <a:pt x="877" y="5221"/>
                </a:lnTo>
                <a:lnTo>
                  <a:pt x="706" y="5392"/>
                </a:lnTo>
                <a:lnTo>
                  <a:pt x="599" y="5520"/>
                </a:lnTo>
                <a:lnTo>
                  <a:pt x="599" y="5520"/>
                </a:lnTo>
                <a:lnTo>
                  <a:pt x="663" y="5392"/>
                </a:lnTo>
                <a:lnTo>
                  <a:pt x="728" y="5264"/>
                </a:lnTo>
                <a:lnTo>
                  <a:pt x="728" y="5264"/>
                </a:lnTo>
                <a:lnTo>
                  <a:pt x="899" y="4985"/>
                </a:lnTo>
                <a:lnTo>
                  <a:pt x="984" y="4857"/>
                </a:lnTo>
                <a:lnTo>
                  <a:pt x="1049" y="4707"/>
                </a:lnTo>
                <a:lnTo>
                  <a:pt x="1049" y="4707"/>
                </a:lnTo>
                <a:lnTo>
                  <a:pt x="1091" y="4600"/>
                </a:lnTo>
                <a:lnTo>
                  <a:pt x="1091" y="4515"/>
                </a:lnTo>
                <a:lnTo>
                  <a:pt x="1091" y="4493"/>
                </a:lnTo>
                <a:lnTo>
                  <a:pt x="1049" y="4472"/>
                </a:lnTo>
                <a:lnTo>
                  <a:pt x="1006" y="4472"/>
                </a:lnTo>
                <a:lnTo>
                  <a:pt x="942" y="4472"/>
                </a:lnTo>
                <a:lnTo>
                  <a:pt x="942" y="4472"/>
                </a:lnTo>
                <a:lnTo>
                  <a:pt x="856" y="4536"/>
                </a:lnTo>
                <a:lnTo>
                  <a:pt x="856" y="4536"/>
                </a:lnTo>
                <a:lnTo>
                  <a:pt x="835" y="4536"/>
                </a:lnTo>
                <a:lnTo>
                  <a:pt x="835" y="4536"/>
                </a:lnTo>
                <a:lnTo>
                  <a:pt x="813" y="4558"/>
                </a:lnTo>
                <a:lnTo>
                  <a:pt x="856" y="4536"/>
                </a:lnTo>
                <a:lnTo>
                  <a:pt x="856" y="4536"/>
                </a:lnTo>
                <a:lnTo>
                  <a:pt x="877" y="4472"/>
                </a:lnTo>
                <a:lnTo>
                  <a:pt x="920" y="4386"/>
                </a:lnTo>
                <a:lnTo>
                  <a:pt x="1049" y="4258"/>
                </a:lnTo>
                <a:lnTo>
                  <a:pt x="1113" y="4172"/>
                </a:lnTo>
                <a:lnTo>
                  <a:pt x="1156" y="4108"/>
                </a:lnTo>
                <a:lnTo>
                  <a:pt x="1177" y="4044"/>
                </a:lnTo>
                <a:lnTo>
                  <a:pt x="1156" y="3958"/>
                </a:lnTo>
                <a:lnTo>
                  <a:pt x="1156" y="3958"/>
                </a:lnTo>
                <a:lnTo>
                  <a:pt x="1134" y="3916"/>
                </a:lnTo>
                <a:lnTo>
                  <a:pt x="1091" y="3894"/>
                </a:lnTo>
                <a:lnTo>
                  <a:pt x="1049" y="3873"/>
                </a:lnTo>
                <a:lnTo>
                  <a:pt x="1027" y="3894"/>
                </a:lnTo>
                <a:lnTo>
                  <a:pt x="942" y="3916"/>
                </a:lnTo>
                <a:lnTo>
                  <a:pt x="856" y="3958"/>
                </a:lnTo>
                <a:lnTo>
                  <a:pt x="685" y="4087"/>
                </a:lnTo>
                <a:lnTo>
                  <a:pt x="621" y="4130"/>
                </a:lnTo>
                <a:lnTo>
                  <a:pt x="578" y="4108"/>
                </a:lnTo>
                <a:lnTo>
                  <a:pt x="578" y="4108"/>
                </a:lnTo>
                <a:lnTo>
                  <a:pt x="556" y="4087"/>
                </a:lnTo>
                <a:lnTo>
                  <a:pt x="556" y="4044"/>
                </a:lnTo>
                <a:lnTo>
                  <a:pt x="599" y="3980"/>
                </a:lnTo>
                <a:lnTo>
                  <a:pt x="663" y="3894"/>
                </a:lnTo>
                <a:lnTo>
                  <a:pt x="770" y="3809"/>
                </a:lnTo>
                <a:lnTo>
                  <a:pt x="984" y="3680"/>
                </a:lnTo>
                <a:lnTo>
                  <a:pt x="1070" y="3638"/>
                </a:lnTo>
                <a:lnTo>
                  <a:pt x="1134" y="3616"/>
                </a:lnTo>
                <a:lnTo>
                  <a:pt x="1134" y="3616"/>
                </a:lnTo>
                <a:lnTo>
                  <a:pt x="1241" y="3638"/>
                </a:lnTo>
                <a:lnTo>
                  <a:pt x="1327" y="3702"/>
                </a:lnTo>
                <a:lnTo>
                  <a:pt x="1391" y="3766"/>
                </a:lnTo>
                <a:lnTo>
                  <a:pt x="1434" y="3873"/>
                </a:lnTo>
                <a:lnTo>
                  <a:pt x="1455" y="3980"/>
                </a:lnTo>
                <a:lnTo>
                  <a:pt x="1455" y="4087"/>
                </a:lnTo>
                <a:lnTo>
                  <a:pt x="1455" y="4301"/>
                </a:lnTo>
                <a:lnTo>
                  <a:pt x="1455" y="4301"/>
                </a:lnTo>
                <a:lnTo>
                  <a:pt x="1476" y="4814"/>
                </a:lnTo>
                <a:lnTo>
                  <a:pt x="1498" y="5349"/>
                </a:lnTo>
                <a:lnTo>
                  <a:pt x="1498" y="5349"/>
                </a:lnTo>
                <a:lnTo>
                  <a:pt x="1541" y="5777"/>
                </a:lnTo>
                <a:lnTo>
                  <a:pt x="1541" y="5905"/>
                </a:lnTo>
                <a:lnTo>
                  <a:pt x="1519" y="6012"/>
                </a:lnTo>
                <a:lnTo>
                  <a:pt x="1476" y="6098"/>
                </a:lnTo>
                <a:lnTo>
                  <a:pt x="1434" y="6162"/>
                </a:lnTo>
                <a:lnTo>
                  <a:pt x="1434" y="6162"/>
                </a:lnTo>
                <a:close/>
                <a:moveTo>
                  <a:pt x="5413" y="1969"/>
                </a:moveTo>
                <a:lnTo>
                  <a:pt x="5413" y="1969"/>
                </a:lnTo>
                <a:lnTo>
                  <a:pt x="5499" y="1969"/>
                </a:lnTo>
                <a:lnTo>
                  <a:pt x="5584" y="2011"/>
                </a:lnTo>
                <a:lnTo>
                  <a:pt x="5649" y="2076"/>
                </a:lnTo>
                <a:lnTo>
                  <a:pt x="5691" y="2161"/>
                </a:lnTo>
                <a:lnTo>
                  <a:pt x="5691" y="2161"/>
                </a:lnTo>
                <a:lnTo>
                  <a:pt x="5670" y="2268"/>
                </a:lnTo>
                <a:lnTo>
                  <a:pt x="5670" y="2332"/>
                </a:lnTo>
                <a:lnTo>
                  <a:pt x="5649" y="2375"/>
                </a:lnTo>
                <a:lnTo>
                  <a:pt x="5649" y="2375"/>
                </a:lnTo>
                <a:lnTo>
                  <a:pt x="5606" y="2290"/>
                </a:lnTo>
                <a:lnTo>
                  <a:pt x="5584" y="2204"/>
                </a:lnTo>
                <a:lnTo>
                  <a:pt x="5563" y="2118"/>
                </a:lnTo>
                <a:lnTo>
                  <a:pt x="5520" y="2076"/>
                </a:lnTo>
                <a:lnTo>
                  <a:pt x="5499" y="2054"/>
                </a:lnTo>
                <a:lnTo>
                  <a:pt x="5499" y="2054"/>
                </a:lnTo>
                <a:lnTo>
                  <a:pt x="5456" y="2033"/>
                </a:lnTo>
                <a:lnTo>
                  <a:pt x="5413" y="2054"/>
                </a:lnTo>
                <a:lnTo>
                  <a:pt x="5392" y="2097"/>
                </a:lnTo>
                <a:lnTo>
                  <a:pt x="5371" y="2097"/>
                </a:lnTo>
                <a:lnTo>
                  <a:pt x="5371" y="2097"/>
                </a:lnTo>
                <a:lnTo>
                  <a:pt x="5328" y="2097"/>
                </a:lnTo>
                <a:lnTo>
                  <a:pt x="5328" y="2076"/>
                </a:lnTo>
                <a:lnTo>
                  <a:pt x="5349" y="2033"/>
                </a:lnTo>
                <a:lnTo>
                  <a:pt x="5392" y="1990"/>
                </a:lnTo>
                <a:lnTo>
                  <a:pt x="5413" y="1969"/>
                </a:lnTo>
                <a:lnTo>
                  <a:pt x="5413" y="1969"/>
                </a:lnTo>
                <a:close/>
                <a:moveTo>
                  <a:pt x="5007" y="1990"/>
                </a:moveTo>
                <a:lnTo>
                  <a:pt x="5007" y="1990"/>
                </a:lnTo>
                <a:lnTo>
                  <a:pt x="4985" y="1840"/>
                </a:lnTo>
                <a:lnTo>
                  <a:pt x="4985" y="1840"/>
                </a:lnTo>
                <a:lnTo>
                  <a:pt x="5007" y="1797"/>
                </a:lnTo>
                <a:lnTo>
                  <a:pt x="5028" y="1776"/>
                </a:lnTo>
                <a:lnTo>
                  <a:pt x="5050" y="1776"/>
                </a:lnTo>
                <a:lnTo>
                  <a:pt x="5050" y="1819"/>
                </a:lnTo>
                <a:lnTo>
                  <a:pt x="5071" y="1904"/>
                </a:lnTo>
                <a:lnTo>
                  <a:pt x="5050" y="1947"/>
                </a:lnTo>
                <a:lnTo>
                  <a:pt x="5007" y="1990"/>
                </a:lnTo>
                <a:lnTo>
                  <a:pt x="5007" y="1990"/>
                </a:lnTo>
                <a:close/>
                <a:moveTo>
                  <a:pt x="3851" y="2397"/>
                </a:moveTo>
                <a:lnTo>
                  <a:pt x="3851" y="2397"/>
                </a:lnTo>
                <a:lnTo>
                  <a:pt x="3873" y="2418"/>
                </a:lnTo>
                <a:lnTo>
                  <a:pt x="3873" y="2461"/>
                </a:lnTo>
                <a:lnTo>
                  <a:pt x="3873" y="2461"/>
                </a:lnTo>
                <a:lnTo>
                  <a:pt x="3851" y="2482"/>
                </a:lnTo>
                <a:lnTo>
                  <a:pt x="3830" y="2461"/>
                </a:lnTo>
                <a:lnTo>
                  <a:pt x="3851" y="2397"/>
                </a:lnTo>
                <a:lnTo>
                  <a:pt x="3851" y="2397"/>
                </a:lnTo>
                <a:close/>
                <a:moveTo>
                  <a:pt x="3103" y="2397"/>
                </a:moveTo>
                <a:lnTo>
                  <a:pt x="3103" y="2397"/>
                </a:lnTo>
                <a:lnTo>
                  <a:pt x="3124" y="2204"/>
                </a:lnTo>
                <a:lnTo>
                  <a:pt x="3145" y="2118"/>
                </a:lnTo>
                <a:lnTo>
                  <a:pt x="3145" y="2118"/>
                </a:lnTo>
                <a:lnTo>
                  <a:pt x="3167" y="2140"/>
                </a:lnTo>
                <a:lnTo>
                  <a:pt x="3188" y="2204"/>
                </a:lnTo>
                <a:lnTo>
                  <a:pt x="3252" y="2418"/>
                </a:lnTo>
                <a:lnTo>
                  <a:pt x="3295" y="2653"/>
                </a:lnTo>
                <a:lnTo>
                  <a:pt x="3295" y="2653"/>
                </a:lnTo>
                <a:lnTo>
                  <a:pt x="3295" y="2803"/>
                </a:lnTo>
                <a:lnTo>
                  <a:pt x="3274" y="2824"/>
                </a:lnTo>
                <a:lnTo>
                  <a:pt x="3274" y="2846"/>
                </a:lnTo>
                <a:lnTo>
                  <a:pt x="3231" y="2803"/>
                </a:lnTo>
                <a:lnTo>
                  <a:pt x="3188" y="2739"/>
                </a:lnTo>
                <a:lnTo>
                  <a:pt x="3124" y="2504"/>
                </a:lnTo>
                <a:lnTo>
                  <a:pt x="3103" y="2418"/>
                </a:lnTo>
                <a:lnTo>
                  <a:pt x="3103" y="2397"/>
                </a:lnTo>
                <a:lnTo>
                  <a:pt x="3103" y="2397"/>
                </a:lnTo>
                <a:close/>
                <a:moveTo>
                  <a:pt x="6077" y="3766"/>
                </a:moveTo>
                <a:lnTo>
                  <a:pt x="6077" y="3766"/>
                </a:lnTo>
                <a:lnTo>
                  <a:pt x="6055" y="4322"/>
                </a:lnTo>
                <a:lnTo>
                  <a:pt x="6034" y="4600"/>
                </a:lnTo>
                <a:lnTo>
                  <a:pt x="5991" y="4878"/>
                </a:lnTo>
                <a:lnTo>
                  <a:pt x="5991" y="4878"/>
                </a:lnTo>
                <a:lnTo>
                  <a:pt x="5970" y="4985"/>
                </a:lnTo>
                <a:lnTo>
                  <a:pt x="5884" y="5050"/>
                </a:lnTo>
                <a:lnTo>
                  <a:pt x="5798" y="5114"/>
                </a:lnTo>
                <a:lnTo>
                  <a:pt x="5713" y="5157"/>
                </a:lnTo>
                <a:lnTo>
                  <a:pt x="5477" y="5221"/>
                </a:lnTo>
                <a:lnTo>
                  <a:pt x="5264" y="5242"/>
                </a:lnTo>
                <a:lnTo>
                  <a:pt x="5264" y="5242"/>
                </a:lnTo>
                <a:lnTo>
                  <a:pt x="5028" y="5328"/>
                </a:lnTo>
                <a:lnTo>
                  <a:pt x="4921" y="5349"/>
                </a:lnTo>
                <a:lnTo>
                  <a:pt x="4814" y="5349"/>
                </a:lnTo>
                <a:lnTo>
                  <a:pt x="4814" y="5349"/>
                </a:lnTo>
                <a:lnTo>
                  <a:pt x="4707" y="5306"/>
                </a:lnTo>
                <a:lnTo>
                  <a:pt x="4622" y="5264"/>
                </a:lnTo>
                <a:lnTo>
                  <a:pt x="4515" y="5199"/>
                </a:lnTo>
                <a:lnTo>
                  <a:pt x="4408" y="5178"/>
                </a:lnTo>
                <a:lnTo>
                  <a:pt x="4408" y="5178"/>
                </a:lnTo>
                <a:lnTo>
                  <a:pt x="4301" y="5178"/>
                </a:lnTo>
                <a:lnTo>
                  <a:pt x="4194" y="5178"/>
                </a:lnTo>
                <a:lnTo>
                  <a:pt x="4087" y="5221"/>
                </a:lnTo>
                <a:lnTo>
                  <a:pt x="4001" y="5264"/>
                </a:lnTo>
                <a:lnTo>
                  <a:pt x="3916" y="5328"/>
                </a:lnTo>
                <a:lnTo>
                  <a:pt x="3830" y="5413"/>
                </a:lnTo>
                <a:lnTo>
                  <a:pt x="3766" y="5499"/>
                </a:lnTo>
                <a:lnTo>
                  <a:pt x="3723" y="5585"/>
                </a:lnTo>
                <a:lnTo>
                  <a:pt x="3723" y="5585"/>
                </a:lnTo>
                <a:lnTo>
                  <a:pt x="3702" y="5691"/>
                </a:lnTo>
                <a:lnTo>
                  <a:pt x="3702" y="5798"/>
                </a:lnTo>
                <a:lnTo>
                  <a:pt x="3723" y="5884"/>
                </a:lnTo>
                <a:lnTo>
                  <a:pt x="3744" y="5991"/>
                </a:lnTo>
                <a:lnTo>
                  <a:pt x="3809" y="6077"/>
                </a:lnTo>
                <a:lnTo>
                  <a:pt x="3873" y="6141"/>
                </a:lnTo>
                <a:lnTo>
                  <a:pt x="3937" y="6226"/>
                </a:lnTo>
                <a:lnTo>
                  <a:pt x="4023" y="6291"/>
                </a:lnTo>
                <a:lnTo>
                  <a:pt x="4108" y="6333"/>
                </a:lnTo>
                <a:lnTo>
                  <a:pt x="4194" y="6376"/>
                </a:lnTo>
                <a:lnTo>
                  <a:pt x="4301" y="6398"/>
                </a:lnTo>
                <a:lnTo>
                  <a:pt x="4386" y="6398"/>
                </a:lnTo>
                <a:lnTo>
                  <a:pt x="4493" y="6398"/>
                </a:lnTo>
                <a:lnTo>
                  <a:pt x="4579" y="6376"/>
                </a:lnTo>
                <a:lnTo>
                  <a:pt x="4664" y="6333"/>
                </a:lnTo>
                <a:lnTo>
                  <a:pt x="4750" y="6248"/>
                </a:lnTo>
                <a:lnTo>
                  <a:pt x="4750" y="6248"/>
                </a:lnTo>
                <a:lnTo>
                  <a:pt x="4814" y="6162"/>
                </a:lnTo>
                <a:lnTo>
                  <a:pt x="4857" y="6055"/>
                </a:lnTo>
                <a:lnTo>
                  <a:pt x="4900" y="5970"/>
                </a:lnTo>
                <a:lnTo>
                  <a:pt x="4943" y="5884"/>
                </a:lnTo>
                <a:lnTo>
                  <a:pt x="4943" y="5884"/>
                </a:lnTo>
                <a:lnTo>
                  <a:pt x="5007" y="5820"/>
                </a:lnTo>
                <a:lnTo>
                  <a:pt x="5092" y="5798"/>
                </a:lnTo>
                <a:lnTo>
                  <a:pt x="5285" y="5777"/>
                </a:lnTo>
                <a:lnTo>
                  <a:pt x="5285" y="5777"/>
                </a:lnTo>
                <a:lnTo>
                  <a:pt x="5435" y="5734"/>
                </a:lnTo>
                <a:lnTo>
                  <a:pt x="5649" y="5670"/>
                </a:lnTo>
                <a:lnTo>
                  <a:pt x="5756" y="5649"/>
                </a:lnTo>
                <a:lnTo>
                  <a:pt x="5841" y="5649"/>
                </a:lnTo>
                <a:lnTo>
                  <a:pt x="5927" y="5691"/>
                </a:lnTo>
                <a:lnTo>
                  <a:pt x="5927" y="5713"/>
                </a:lnTo>
                <a:lnTo>
                  <a:pt x="5948" y="5734"/>
                </a:lnTo>
                <a:lnTo>
                  <a:pt x="5948" y="5734"/>
                </a:lnTo>
                <a:lnTo>
                  <a:pt x="5948" y="5798"/>
                </a:lnTo>
                <a:lnTo>
                  <a:pt x="5927" y="5863"/>
                </a:lnTo>
                <a:lnTo>
                  <a:pt x="5841" y="6012"/>
                </a:lnTo>
                <a:lnTo>
                  <a:pt x="5670" y="6248"/>
                </a:lnTo>
                <a:lnTo>
                  <a:pt x="5670" y="6248"/>
                </a:lnTo>
                <a:lnTo>
                  <a:pt x="5520" y="6419"/>
                </a:lnTo>
                <a:lnTo>
                  <a:pt x="5349" y="6569"/>
                </a:lnTo>
                <a:lnTo>
                  <a:pt x="5349" y="6569"/>
                </a:lnTo>
                <a:lnTo>
                  <a:pt x="5157" y="6697"/>
                </a:lnTo>
                <a:lnTo>
                  <a:pt x="4964" y="6825"/>
                </a:lnTo>
                <a:lnTo>
                  <a:pt x="4750" y="6911"/>
                </a:lnTo>
                <a:lnTo>
                  <a:pt x="4536" y="6975"/>
                </a:lnTo>
                <a:lnTo>
                  <a:pt x="4536" y="6975"/>
                </a:lnTo>
                <a:lnTo>
                  <a:pt x="4408" y="6997"/>
                </a:lnTo>
                <a:lnTo>
                  <a:pt x="4301" y="6997"/>
                </a:lnTo>
                <a:lnTo>
                  <a:pt x="4065" y="6975"/>
                </a:lnTo>
                <a:lnTo>
                  <a:pt x="3851" y="6911"/>
                </a:lnTo>
                <a:lnTo>
                  <a:pt x="3680" y="6804"/>
                </a:lnTo>
                <a:lnTo>
                  <a:pt x="3509" y="6676"/>
                </a:lnTo>
                <a:lnTo>
                  <a:pt x="3359" y="6505"/>
                </a:lnTo>
                <a:lnTo>
                  <a:pt x="3210" y="6312"/>
                </a:lnTo>
                <a:lnTo>
                  <a:pt x="3103" y="6119"/>
                </a:lnTo>
                <a:lnTo>
                  <a:pt x="3103" y="6119"/>
                </a:lnTo>
                <a:lnTo>
                  <a:pt x="3017" y="5863"/>
                </a:lnTo>
                <a:lnTo>
                  <a:pt x="2931" y="5585"/>
                </a:lnTo>
                <a:lnTo>
                  <a:pt x="2867" y="5328"/>
                </a:lnTo>
                <a:lnTo>
                  <a:pt x="2824" y="5071"/>
                </a:lnTo>
                <a:lnTo>
                  <a:pt x="2782" y="4515"/>
                </a:lnTo>
                <a:lnTo>
                  <a:pt x="2717" y="3980"/>
                </a:lnTo>
                <a:lnTo>
                  <a:pt x="2717" y="3980"/>
                </a:lnTo>
                <a:lnTo>
                  <a:pt x="2696" y="3830"/>
                </a:lnTo>
                <a:lnTo>
                  <a:pt x="2696" y="3680"/>
                </a:lnTo>
                <a:lnTo>
                  <a:pt x="2696" y="3616"/>
                </a:lnTo>
                <a:lnTo>
                  <a:pt x="2717" y="3552"/>
                </a:lnTo>
                <a:lnTo>
                  <a:pt x="2760" y="3509"/>
                </a:lnTo>
                <a:lnTo>
                  <a:pt x="2803" y="3445"/>
                </a:lnTo>
                <a:lnTo>
                  <a:pt x="2803" y="3445"/>
                </a:lnTo>
                <a:lnTo>
                  <a:pt x="2889" y="3424"/>
                </a:lnTo>
                <a:lnTo>
                  <a:pt x="2974" y="3381"/>
                </a:lnTo>
                <a:lnTo>
                  <a:pt x="3167" y="3338"/>
                </a:lnTo>
                <a:lnTo>
                  <a:pt x="3167" y="3338"/>
                </a:lnTo>
                <a:lnTo>
                  <a:pt x="3381" y="3252"/>
                </a:lnTo>
                <a:lnTo>
                  <a:pt x="3595" y="3167"/>
                </a:lnTo>
                <a:lnTo>
                  <a:pt x="3595" y="3167"/>
                </a:lnTo>
                <a:lnTo>
                  <a:pt x="3830" y="3017"/>
                </a:lnTo>
                <a:lnTo>
                  <a:pt x="4044" y="2867"/>
                </a:lnTo>
                <a:lnTo>
                  <a:pt x="4237" y="2696"/>
                </a:lnTo>
                <a:lnTo>
                  <a:pt x="4429" y="2525"/>
                </a:lnTo>
                <a:lnTo>
                  <a:pt x="4429" y="2525"/>
                </a:lnTo>
                <a:lnTo>
                  <a:pt x="4515" y="2439"/>
                </a:lnTo>
                <a:lnTo>
                  <a:pt x="4557" y="2418"/>
                </a:lnTo>
                <a:lnTo>
                  <a:pt x="4600" y="2439"/>
                </a:lnTo>
                <a:lnTo>
                  <a:pt x="4664" y="2504"/>
                </a:lnTo>
                <a:lnTo>
                  <a:pt x="4664" y="2504"/>
                </a:lnTo>
                <a:lnTo>
                  <a:pt x="4750" y="2568"/>
                </a:lnTo>
                <a:lnTo>
                  <a:pt x="4814" y="2653"/>
                </a:lnTo>
                <a:lnTo>
                  <a:pt x="4900" y="2739"/>
                </a:lnTo>
                <a:lnTo>
                  <a:pt x="4985" y="2803"/>
                </a:lnTo>
                <a:lnTo>
                  <a:pt x="4985" y="2803"/>
                </a:lnTo>
                <a:lnTo>
                  <a:pt x="5071" y="2867"/>
                </a:lnTo>
                <a:lnTo>
                  <a:pt x="5178" y="2931"/>
                </a:lnTo>
                <a:lnTo>
                  <a:pt x="5413" y="3017"/>
                </a:lnTo>
                <a:lnTo>
                  <a:pt x="5863" y="3124"/>
                </a:lnTo>
                <a:lnTo>
                  <a:pt x="5863" y="3124"/>
                </a:lnTo>
                <a:lnTo>
                  <a:pt x="5948" y="3167"/>
                </a:lnTo>
                <a:lnTo>
                  <a:pt x="6012" y="3231"/>
                </a:lnTo>
                <a:lnTo>
                  <a:pt x="6055" y="3295"/>
                </a:lnTo>
                <a:lnTo>
                  <a:pt x="6077" y="3381"/>
                </a:lnTo>
                <a:lnTo>
                  <a:pt x="6077" y="3573"/>
                </a:lnTo>
                <a:lnTo>
                  <a:pt x="6077" y="3766"/>
                </a:lnTo>
                <a:lnTo>
                  <a:pt x="6077" y="3766"/>
                </a:lnTo>
                <a:close/>
                <a:moveTo>
                  <a:pt x="8473" y="5028"/>
                </a:moveTo>
                <a:lnTo>
                  <a:pt x="8473" y="5028"/>
                </a:lnTo>
                <a:lnTo>
                  <a:pt x="8451" y="5178"/>
                </a:lnTo>
                <a:lnTo>
                  <a:pt x="8409" y="5371"/>
                </a:lnTo>
                <a:lnTo>
                  <a:pt x="8387" y="5478"/>
                </a:lnTo>
                <a:lnTo>
                  <a:pt x="8345" y="5563"/>
                </a:lnTo>
                <a:lnTo>
                  <a:pt x="8280" y="5627"/>
                </a:lnTo>
                <a:lnTo>
                  <a:pt x="8216" y="5670"/>
                </a:lnTo>
                <a:lnTo>
                  <a:pt x="8216" y="5670"/>
                </a:lnTo>
                <a:lnTo>
                  <a:pt x="8173" y="5691"/>
                </a:lnTo>
                <a:lnTo>
                  <a:pt x="8109" y="5670"/>
                </a:lnTo>
                <a:lnTo>
                  <a:pt x="8045" y="5670"/>
                </a:lnTo>
                <a:lnTo>
                  <a:pt x="7981" y="5670"/>
                </a:lnTo>
                <a:lnTo>
                  <a:pt x="7981" y="5670"/>
                </a:lnTo>
                <a:lnTo>
                  <a:pt x="7917" y="5691"/>
                </a:lnTo>
                <a:lnTo>
                  <a:pt x="7874" y="5713"/>
                </a:lnTo>
                <a:lnTo>
                  <a:pt x="7831" y="5756"/>
                </a:lnTo>
                <a:lnTo>
                  <a:pt x="7767" y="5734"/>
                </a:lnTo>
                <a:lnTo>
                  <a:pt x="7767" y="5734"/>
                </a:lnTo>
                <a:lnTo>
                  <a:pt x="7745" y="5713"/>
                </a:lnTo>
                <a:lnTo>
                  <a:pt x="7745" y="5691"/>
                </a:lnTo>
                <a:lnTo>
                  <a:pt x="7745" y="5627"/>
                </a:lnTo>
                <a:lnTo>
                  <a:pt x="7788" y="5542"/>
                </a:lnTo>
                <a:lnTo>
                  <a:pt x="7831" y="5456"/>
                </a:lnTo>
                <a:lnTo>
                  <a:pt x="7959" y="5264"/>
                </a:lnTo>
                <a:lnTo>
                  <a:pt x="8002" y="5199"/>
                </a:lnTo>
                <a:lnTo>
                  <a:pt x="8024" y="5135"/>
                </a:lnTo>
                <a:lnTo>
                  <a:pt x="8024" y="5135"/>
                </a:lnTo>
                <a:lnTo>
                  <a:pt x="8024" y="5050"/>
                </a:lnTo>
                <a:lnTo>
                  <a:pt x="8002" y="5007"/>
                </a:lnTo>
                <a:lnTo>
                  <a:pt x="7959" y="4964"/>
                </a:lnTo>
                <a:lnTo>
                  <a:pt x="7895" y="4921"/>
                </a:lnTo>
                <a:lnTo>
                  <a:pt x="7895" y="4921"/>
                </a:lnTo>
                <a:lnTo>
                  <a:pt x="7831" y="4921"/>
                </a:lnTo>
                <a:lnTo>
                  <a:pt x="7788" y="4921"/>
                </a:lnTo>
                <a:lnTo>
                  <a:pt x="7724" y="4985"/>
                </a:lnTo>
                <a:lnTo>
                  <a:pt x="7681" y="5050"/>
                </a:lnTo>
                <a:lnTo>
                  <a:pt x="7638" y="5092"/>
                </a:lnTo>
                <a:lnTo>
                  <a:pt x="7638" y="5092"/>
                </a:lnTo>
                <a:lnTo>
                  <a:pt x="7574" y="5178"/>
                </a:lnTo>
                <a:lnTo>
                  <a:pt x="7553" y="5221"/>
                </a:lnTo>
                <a:lnTo>
                  <a:pt x="7510" y="5242"/>
                </a:lnTo>
                <a:lnTo>
                  <a:pt x="7510" y="5242"/>
                </a:lnTo>
                <a:lnTo>
                  <a:pt x="7531" y="5199"/>
                </a:lnTo>
                <a:lnTo>
                  <a:pt x="7574" y="5135"/>
                </a:lnTo>
                <a:lnTo>
                  <a:pt x="7660" y="5050"/>
                </a:lnTo>
                <a:lnTo>
                  <a:pt x="7660" y="5050"/>
                </a:lnTo>
                <a:lnTo>
                  <a:pt x="7917" y="4665"/>
                </a:lnTo>
                <a:lnTo>
                  <a:pt x="7917" y="4665"/>
                </a:lnTo>
                <a:lnTo>
                  <a:pt x="8024" y="4493"/>
                </a:lnTo>
                <a:lnTo>
                  <a:pt x="8066" y="4386"/>
                </a:lnTo>
                <a:lnTo>
                  <a:pt x="8045" y="4344"/>
                </a:lnTo>
                <a:lnTo>
                  <a:pt x="8045" y="4301"/>
                </a:lnTo>
                <a:lnTo>
                  <a:pt x="8045" y="4301"/>
                </a:lnTo>
                <a:lnTo>
                  <a:pt x="7981" y="4237"/>
                </a:lnTo>
                <a:lnTo>
                  <a:pt x="7917" y="4215"/>
                </a:lnTo>
                <a:lnTo>
                  <a:pt x="7831" y="4194"/>
                </a:lnTo>
                <a:lnTo>
                  <a:pt x="7810" y="4215"/>
                </a:lnTo>
                <a:lnTo>
                  <a:pt x="7788" y="4237"/>
                </a:lnTo>
                <a:lnTo>
                  <a:pt x="7788" y="4237"/>
                </a:lnTo>
                <a:lnTo>
                  <a:pt x="7852" y="4130"/>
                </a:lnTo>
                <a:lnTo>
                  <a:pt x="7938" y="4023"/>
                </a:lnTo>
                <a:lnTo>
                  <a:pt x="8002" y="3894"/>
                </a:lnTo>
                <a:lnTo>
                  <a:pt x="8024" y="3830"/>
                </a:lnTo>
                <a:lnTo>
                  <a:pt x="8024" y="3787"/>
                </a:lnTo>
                <a:lnTo>
                  <a:pt x="8024" y="3787"/>
                </a:lnTo>
                <a:lnTo>
                  <a:pt x="8002" y="3680"/>
                </a:lnTo>
                <a:lnTo>
                  <a:pt x="7981" y="3659"/>
                </a:lnTo>
                <a:lnTo>
                  <a:pt x="7938" y="3659"/>
                </a:lnTo>
                <a:lnTo>
                  <a:pt x="7874" y="3659"/>
                </a:lnTo>
                <a:lnTo>
                  <a:pt x="7788" y="3702"/>
                </a:lnTo>
                <a:lnTo>
                  <a:pt x="7617" y="3809"/>
                </a:lnTo>
                <a:lnTo>
                  <a:pt x="7489" y="3894"/>
                </a:lnTo>
                <a:lnTo>
                  <a:pt x="7489" y="3894"/>
                </a:lnTo>
                <a:lnTo>
                  <a:pt x="7467" y="3830"/>
                </a:lnTo>
                <a:lnTo>
                  <a:pt x="7467" y="3744"/>
                </a:lnTo>
                <a:lnTo>
                  <a:pt x="7510" y="3616"/>
                </a:lnTo>
                <a:lnTo>
                  <a:pt x="7596" y="3488"/>
                </a:lnTo>
                <a:lnTo>
                  <a:pt x="7703" y="3381"/>
                </a:lnTo>
                <a:lnTo>
                  <a:pt x="7703" y="3381"/>
                </a:lnTo>
                <a:lnTo>
                  <a:pt x="7767" y="3338"/>
                </a:lnTo>
                <a:lnTo>
                  <a:pt x="7831" y="3317"/>
                </a:lnTo>
                <a:lnTo>
                  <a:pt x="7895" y="3317"/>
                </a:lnTo>
                <a:lnTo>
                  <a:pt x="7981" y="3317"/>
                </a:lnTo>
                <a:lnTo>
                  <a:pt x="8045" y="3338"/>
                </a:lnTo>
                <a:lnTo>
                  <a:pt x="8109" y="3402"/>
                </a:lnTo>
                <a:lnTo>
                  <a:pt x="8152" y="3445"/>
                </a:lnTo>
                <a:lnTo>
                  <a:pt x="8216" y="3531"/>
                </a:lnTo>
                <a:lnTo>
                  <a:pt x="8216" y="3531"/>
                </a:lnTo>
                <a:lnTo>
                  <a:pt x="8280" y="3702"/>
                </a:lnTo>
                <a:lnTo>
                  <a:pt x="8345" y="3873"/>
                </a:lnTo>
                <a:lnTo>
                  <a:pt x="8387" y="4237"/>
                </a:lnTo>
                <a:lnTo>
                  <a:pt x="8387" y="4237"/>
                </a:lnTo>
                <a:lnTo>
                  <a:pt x="8473" y="4622"/>
                </a:lnTo>
                <a:lnTo>
                  <a:pt x="8473" y="4836"/>
                </a:lnTo>
                <a:lnTo>
                  <a:pt x="8473" y="5028"/>
                </a:lnTo>
                <a:lnTo>
                  <a:pt x="8473" y="5028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28"/>
          <p:cNvSpPr/>
          <p:nvPr/>
        </p:nvSpPr>
        <p:spPr>
          <a:xfrm>
            <a:off x="4938763" y="3379113"/>
            <a:ext cx="1118400" cy="10500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28"/>
          <p:cNvSpPr/>
          <p:nvPr/>
        </p:nvSpPr>
        <p:spPr>
          <a:xfrm>
            <a:off x="5223630" y="3632649"/>
            <a:ext cx="548680" cy="542929"/>
          </a:xfrm>
          <a:custGeom>
            <a:rect b="b" l="l" r="r" t="t"/>
            <a:pathLst>
              <a:path extrusionOk="0" h="8067" w="8901">
                <a:moveTo>
                  <a:pt x="3637" y="1306"/>
                </a:moveTo>
                <a:lnTo>
                  <a:pt x="3637" y="1327"/>
                </a:lnTo>
                <a:lnTo>
                  <a:pt x="3595" y="1306"/>
                </a:lnTo>
                <a:close/>
                <a:moveTo>
                  <a:pt x="2354" y="1306"/>
                </a:moveTo>
                <a:lnTo>
                  <a:pt x="2375" y="1349"/>
                </a:lnTo>
                <a:lnTo>
                  <a:pt x="2354" y="1370"/>
                </a:lnTo>
                <a:lnTo>
                  <a:pt x="2332" y="1327"/>
                </a:lnTo>
                <a:lnTo>
                  <a:pt x="2354" y="1306"/>
                </a:lnTo>
                <a:close/>
                <a:moveTo>
                  <a:pt x="4707" y="1135"/>
                </a:moveTo>
                <a:lnTo>
                  <a:pt x="4643" y="1177"/>
                </a:lnTo>
                <a:lnTo>
                  <a:pt x="4557" y="1220"/>
                </a:lnTo>
                <a:lnTo>
                  <a:pt x="4536" y="1263"/>
                </a:lnTo>
                <a:lnTo>
                  <a:pt x="4536" y="1284"/>
                </a:lnTo>
                <a:lnTo>
                  <a:pt x="4557" y="1327"/>
                </a:lnTo>
                <a:lnTo>
                  <a:pt x="4600" y="1349"/>
                </a:lnTo>
                <a:lnTo>
                  <a:pt x="4964" y="1413"/>
                </a:lnTo>
                <a:lnTo>
                  <a:pt x="5306" y="1456"/>
                </a:lnTo>
                <a:lnTo>
                  <a:pt x="6034" y="1456"/>
                </a:lnTo>
                <a:lnTo>
                  <a:pt x="6376" y="1477"/>
                </a:lnTo>
                <a:lnTo>
                  <a:pt x="6547" y="1456"/>
                </a:lnTo>
                <a:lnTo>
                  <a:pt x="6718" y="1434"/>
                </a:lnTo>
                <a:lnTo>
                  <a:pt x="6783" y="1413"/>
                </a:lnTo>
                <a:lnTo>
                  <a:pt x="6825" y="1370"/>
                </a:lnTo>
                <a:lnTo>
                  <a:pt x="6847" y="1327"/>
                </a:lnTo>
                <a:lnTo>
                  <a:pt x="6847" y="1284"/>
                </a:lnTo>
                <a:lnTo>
                  <a:pt x="6804" y="1263"/>
                </a:lnTo>
                <a:lnTo>
                  <a:pt x="6761" y="1220"/>
                </a:lnTo>
                <a:lnTo>
                  <a:pt x="6697" y="1199"/>
                </a:lnTo>
                <a:lnTo>
                  <a:pt x="5991" y="1199"/>
                </a:lnTo>
                <a:lnTo>
                  <a:pt x="5670" y="1220"/>
                </a:lnTo>
                <a:lnTo>
                  <a:pt x="5349" y="1199"/>
                </a:lnTo>
                <a:lnTo>
                  <a:pt x="5028" y="1156"/>
                </a:lnTo>
                <a:lnTo>
                  <a:pt x="4857" y="1135"/>
                </a:lnTo>
                <a:close/>
                <a:moveTo>
                  <a:pt x="2675" y="1284"/>
                </a:moveTo>
                <a:lnTo>
                  <a:pt x="2696" y="1306"/>
                </a:lnTo>
                <a:lnTo>
                  <a:pt x="2696" y="1391"/>
                </a:lnTo>
                <a:lnTo>
                  <a:pt x="2653" y="1498"/>
                </a:lnTo>
                <a:lnTo>
                  <a:pt x="2610" y="1520"/>
                </a:lnTo>
                <a:lnTo>
                  <a:pt x="2568" y="1520"/>
                </a:lnTo>
                <a:lnTo>
                  <a:pt x="2568" y="1477"/>
                </a:lnTo>
                <a:lnTo>
                  <a:pt x="2589" y="1413"/>
                </a:lnTo>
                <a:lnTo>
                  <a:pt x="2653" y="1306"/>
                </a:lnTo>
                <a:lnTo>
                  <a:pt x="2675" y="1284"/>
                </a:lnTo>
                <a:close/>
                <a:moveTo>
                  <a:pt x="3038" y="1284"/>
                </a:moveTo>
                <a:lnTo>
                  <a:pt x="3102" y="1306"/>
                </a:lnTo>
                <a:lnTo>
                  <a:pt x="3124" y="1370"/>
                </a:lnTo>
                <a:lnTo>
                  <a:pt x="3102" y="1434"/>
                </a:lnTo>
                <a:lnTo>
                  <a:pt x="3038" y="1541"/>
                </a:lnTo>
                <a:lnTo>
                  <a:pt x="2974" y="1627"/>
                </a:lnTo>
                <a:lnTo>
                  <a:pt x="2910" y="1669"/>
                </a:lnTo>
                <a:lnTo>
                  <a:pt x="2889" y="1627"/>
                </a:lnTo>
                <a:lnTo>
                  <a:pt x="2910" y="1541"/>
                </a:lnTo>
                <a:lnTo>
                  <a:pt x="2953" y="1391"/>
                </a:lnTo>
                <a:lnTo>
                  <a:pt x="2995" y="1306"/>
                </a:lnTo>
                <a:lnTo>
                  <a:pt x="3038" y="1284"/>
                </a:lnTo>
                <a:close/>
                <a:moveTo>
                  <a:pt x="4900" y="1648"/>
                </a:moveTo>
                <a:lnTo>
                  <a:pt x="4750" y="1669"/>
                </a:lnTo>
                <a:lnTo>
                  <a:pt x="4664" y="1712"/>
                </a:lnTo>
                <a:lnTo>
                  <a:pt x="4643" y="1755"/>
                </a:lnTo>
                <a:lnTo>
                  <a:pt x="4643" y="1776"/>
                </a:lnTo>
                <a:lnTo>
                  <a:pt x="4664" y="1841"/>
                </a:lnTo>
                <a:lnTo>
                  <a:pt x="4750" y="1905"/>
                </a:lnTo>
                <a:lnTo>
                  <a:pt x="4878" y="1948"/>
                </a:lnTo>
                <a:lnTo>
                  <a:pt x="6654" y="1948"/>
                </a:lnTo>
                <a:lnTo>
                  <a:pt x="6783" y="1926"/>
                </a:lnTo>
                <a:lnTo>
                  <a:pt x="6847" y="1905"/>
                </a:lnTo>
                <a:lnTo>
                  <a:pt x="6890" y="1862"/>
                </a:lnTo>
                <a:lnTo>
                  <a:pt x="6911" y="1819"/>
                </a:lnTo>
                <a:lnTo>
                  <a:pt x="6890" y="1776"/>
                </a:lnTo>
                <a:lnTo>
                  <a:pt x="6868" y="1734"/>
                </a:lnTo>
                <a:lnTo>
                  <a:pt x="6825" y="1712"/>
                </a:lnTo>
                <a:lnTo>
                  <a:pt x="6654" y="1691"/>
                </a:lnTo>
                <a:lnTo>
                  <a:pt x="6483" y="1669"/>
                </a:lnTo>
                <a:lnTo>
                  <a:pt x="6119" y="1669"/>
                </a:lnTo>
                <a:lnTo>
                  <a:pt x="5413" y="1691"/>
                </a:lnTo>
                <a:lnTo>
                  <a:pt x="5071" y="1669"/>
                </a:lnTo>
                <a:lnTo>
                  <a:pt x="4900" y="1648"/>
                </a:lnTo>
                <a:close/>
                <a:moveTo>
                  <a:pt x="3038" y="2119"/>
                </a:moveTo>
                <a:lnTo>
                  <a:pt x="3209" y="2140"/>
                </a:lnTo>
                <a:lnTo>
                  <a:pt x="3381" y="2140"/>
                </a:lnTo>
                <a:lnTo>
                  <a:pt x="3488" y="2162"/>
                </a:lnTo>
                <a:lnTo>
                  <a:pt x="3509" y="2162"/>
                </a:lnTo>
                <a:lnTo>
                  <a:pt x="3509" y="2183"/>
                </a:lnTo>
                <a:lnTo>
                  <a:pt x="3466" y="2204"/>
                </a:lnTo>
                <a:lnTo>
                  <a:pt x="3423" y="2226"/>
                </a:lnTo>
                <a:lnTo>
                  <a:pt x="3338" y="2226"/>
                </a:lnTo>
                <a:lnTo>
                  <a:pt x="3145" y="2204"/>
                </a:lnTo>
                <a:lnTo>
                  <a:pt x="2931" y="2204"/>
                </a:lnTo>
                <a:lnTo>
                  <a:pt x="2824" y="2183"/>
                </a:lnTo>
                <a:lnTo>
                  <a:pt x="2824" y="2162"/>
                </a:lnTo>
                <a:lnTo>
                  <a:pt x="2846" y="2140"/>
                </a:lnTo>
                <a:lnTo>
                  <a:pt x="2953" y="2119"/>
                </a:lnTo>
                <a:close/>
                <a:moveTo>
                  <a:pt x="2525" y="2097"/>
                </a:moveTo>
                <a:lnTo>
                  <a:pt x="2589" y="2119"/>
                </a:lnTo>
                <a:lnTo>
                  <a:pt x="2653" y="2140"/>
                </a:lnTo>
                <a:lnTo>
                  <a:pt x="2653" y="2162"/>
                </a:lnTo>
                <a:lnTo>
                  <a:pt x="2653" y="2204"/>
                </a:lnTo>
                <a:lnTo>
                  <a:pt x="2610" y="2226"/>
                </a:lnTo>
                <a:lnTo>
                  <a:pt x="2546" y="2247"/>
                </a:lnTo>
                <a:lnTo>
                  <a:pt x="2418" y="2247"/>
                </a:lnTo>
                <a:lnTo>
                  <a:pt x="2354" y="2226"/>
                </a:lnTo>
                <a:lnTo>
                  <a:pt x="2332" y="2204"/>
                </a:lnTo>
                <a:lnTo>
                  <a:pt x="2375" y="2162"/>
                </a:lnTo>
                <a:lnTo>
                  <a:pt x="2461" y="2097"/>
                </a:lnTo>
                <a:close/>
                <a:moveTo>
                  <a:pt x="6312" y="2140"/>
                </a:moveTo>
                <a:lnTo>
                  <a:pt x="5969" y="2162"/>
                </a:lnTo>
                <a:lnTo>
                  <a:pt x="5627" y="2204"/>
                </a:lnTo>
                <a:lnTo>
                  <a:pt x="4707" y="2204"/>
                </a:lnTo>
                <a:lnTo>
                  <a:pt x="4600" y="2226"/>
                </a:lnTo>
                <a:lnTo>
                  <a:pt x="4536" y="2226"/>
                </a:lnTo>
                <a:lnTo>
                  <a:pt x="4515" y="2269"/>
                </a:lnTo>
                <a:lnTo>
                  <a:pt x="4493" y="2311"/>
                </a:lnTo>
                <a:lnTo>
                  <a:pt x="4515" y="2354"/>
                </a:lnTo>
                <a:lnTo>
                  <a:pt x="4557" y="2397"/>
                </a:lnTo>
                <a:lnTo>
                  <a:pt x="4600" y="2418"/>
                </a:lnTo>
                <a:lnTo>
                  <a:pt x="4964" y="2461"/>
                </a:lnTo>
                <a:lnTo>
                  <a:pt x="5328" y="2483"/>
                </a:lnTo>
                <a:lnTo>
                  <a:pt x="5691" y="2461"/>
                </a:lnTo>
                <a:lnTo>
                  <a:pt x="6055" y="2440"/>
                </a:lnTo>
                <a:lnTo>
                  <a:pt x="6376" y="2440"/>
                </a:lnTo>
                <a:lnTo>
                  <a:pt x="6547" y="2418"/>
                </a:lnTo>
                <a:lnTo>
                  <a:pt x="6697" y="2397"/>
                </a:lnTo>
                <a:lnTo>
                  <a:pt x="6783" y="2354"/>
                </a:lnTo>
                <a:lnTo>
                  <a:pt x="6825" y="2311"/>
                </a:lnTo>
                <a:lnTo>
                  <a:pt x="6825" y="2290"/>
                </a:lnTo>
                <a:lnTo>
                  <a:pt x="6825" y="2247"/>
                </a:lnTo>
                <a:lnTo>
                  <a:pt x="6804" y="2226"/>
                </a:lnTo>
                <a:lnTo>
                  <a:pt x="6761" y="2204"/>
                </a:lnTo>
                <a:lnTo>
                  <a:pt x="6633" y="2162"/>
                </a:lnTo>
                <a:lnTo>
                  <a:pt x="6483" y="2140"/>
                </a:lnTo>
                <a:close/>
                <a:moveTo>
                  <a:pt x="3316" y="1006"/>
                </a:moveTo>
                <a:lnTo>
                  <a:pt x="3081" y="1028"/>
                </a:lnTo>
                <a:lnTo>
                  <a:pt x="2396" y="1028"/>
                </a:lnTo>
                <a:lnTo>
                  <a:pt x="2289" y="1049"/>
                </a:lnTo>
                <a:lnTo>
                  <a:pt x="2225" y="1092"/>
                </a:lnTo>
                <a:lnTo>
                  <a:pt x="2161" y="1156"/>
                </a:lnTo>
                <a:lnTo>
                  <a:pt x="2118" y="1220"/>
                </a:lnTo>
                <a:lnTo>
                  <a:pt x="2097" y="1306"/>
                </a:lnTo>
                <a:lnTo>
                  <a:pt x="2075" y="1456"/>
                </a:lnTo>
                <a:lnTo>
                  <a:pt x="2075" y="1798"/>
                </a:lnTo>
                <a:lnTo>
                  <a:pt x="2075" y="1948"/>
                </a:lnTo>
                <a:lnTo>
                  <a:pt x="2054" y="2162"/>
                </a:lnTo>
                <a:lnTo>
                  <a:pt x="2075" y="2247"/>
                </a:lnTo>
                <a:lnTo>
                  <a:pt x="2097" y="2333"/>
                </a:lnTo>
                <a:lnTo>
                  <a:pt x="2140" y="2418"/>
                </a:lnTo>
                <a:lnTo>
                  <a:pt x="2182" y="2461"/>
                </a:lnTo>
                <a:lnTo>
                  <a:pt x="2268" y="2483"/>
                </a:lnTo>
                <a:lnTo>
                  <a:pt x="2354" y="2504"/>
                </a:lnTo>
                <a:lnTo>
                  <a:pt x="2568" y="2504"/>
                </a:lnTo>
                <a:lnTo>
                  <a:pt x="2953" y="2461"/>
                </a:lnTo>
                <a:lnTo>
                  <a:pt x="3231" y="2461"/>
                </a:lnTo>
                <a:lnTo>
                  <a:pt x="3488" y="2483"/>
                </a:lnTo>
                <a:lnTo>
                  <a:pt x="3616" y="2504"/>
                </a:lnTo>
                <a:lnTo>
                  <a:pt x="3702" y="2525"/>
                </a:lnTo>
                <a:lnTo>
                  <a:pt x="3766" y="2504"/>
                </a:lnTo>
                <a:lnTo>
                  <a:pt x="3851" y="2440"/>
                </a:lnTo>
                <a:lnTo>
                  <a:pt x="3894" y="2333"/>
                </a:lnTo>
                <a:lnTo>
                  <a:pt x="3916" y="2226"/>
                </a:lnTo>
                <a:lnTo>
                  <a:pt x="3916" y="2119"/>
                </a:lnTo>
                <a:lnTo>
                  <a:pt x="3894" y="1883"/>
                </a:lnTo>
                <a:lnTo>
                  <a:pt x="3894" y="1669"/>
                </a:lnTo>
                <a:lnTo>
                  <a:pt x="3916" y="1498"/>
                </a:lnTo>
                <a:lnTo>
                  <a:pt x="3937" y="1306"/>
                </a:lnTo>
                <a:lnTo>
                  <a:pt x="3916" y="1220"/>
                </a:lnTo>
                <a:lnTo>
                  <a:pt x="3894" y="1135"/>
                </a:lnTo>
                <a:lnTo>
                  <a:pt x="3830" y="1070"/>
                </a:lnTo>
                <a:lnTo>
                  <a:pt x="3766" y="1028"/>
                </a:lnTo>
                <a:lnTo>
                  <a:pt x="3659" y="1006"/>
                </a:lnTo>
                <a:close/>
                <a:moveTo>
                  <a:pt x="2268" y="2889"/>
                </a:moveTo>
                <a:lnTo>
                  <a:pt x="2182" y="2910"/>
                </a:lnTo>
                <a:lnTo>
                  <a:pt x="2097" y="2953"/>
                </a:lnTo>
                <a:lnTo>
                  <a:pt x="2075" y="2975"/>
                </a:lnTo>
                <a:lnTo>
                  <a:pt x="2054" y="3017"/>
                </a:lnTo>
                <a:lnTo>
                  <a:pt x="2075" y="3039"/>
                </a:lnTo>
                <a:lnTo>
                  <a:pt x="2140" y="3060"/>
                </a:lnTo>
                <a:lnTo>
                  <a:pt x="2247" y="3103"/>
                </a:lnTo>
                <a:lnTo>
                  <a:pt x="2375" y="3124"/>
                </a:lnTo>
                <a:lnTo>
                  <a:pt x="2653" y="3146"/>
                </a:lnTo>
                <a:lnTo>
                  <a:pt x="3359" y="3146"/>
                </a:lnTo>
                <a:lnTo>
                  <a:pt x="3637" y="3124"/>
                </a:lnTo>
                <a:lnTo>
                  <a:pt x="3766" y="3103"/>
                </a:lnTo>
                <a:lnTo>
                  <a:pt x="3851" y="3060"/>
                </a:lnTo>
                <a:lnTo>
                  <a:pt x="3851" y="3039"/>
                </a:lnTo>
                <a:lnTo>
                  <a:pt x="3851" y="3017"/>
                </a:lnTo>
                <a:lnTo>
                  <a:pt x="3830" y="2975"/>
                </a:lnTo>
                <a:lnTo>
                  <a:pt x="3787" y="2932"/>
                </a:lnTo>
                <a:lnTo>
                  <a:pt x="3702" y="2910"/>
                </a:lnTo>
                <a:lnTo>
                  <a:pt x="3595" y="2910"/>
                </a:lnTo>
                <a:lnTo>
                  <a:pt x="3381" y="2932"/>
                </a:lnTo>
                <a:lnTo>
                  <a:pt x="2824" y="2889"/>
                </a:lnTo>
                <a:close/>
                <a:moveTo>
                  <a:pt x="6141" y="3060"/>
                </a:moveTo>
                <a:lnTo>
                  <a:pt x="6183" y="3082"/>
                </a:lnTo>
                <a:lnTo>
                  <a:pt x="6205" y="3103"/>
                </a:lnTo>
                <a:lnTo>
                  <a:pt x="6076" y="3210"/>
                </a:lnTo>
                <a:lnTo>
                  <a:pt x="5969" y="3317"/>
                </a:lnTo>
                <a:lnTo>
                  <a:pt x="5969" y="3231"/>
                </a:lnTo>
                <a:lnTo>
                  <a:pt x="5991" y="3146"/>
                </a:lnTo>
                <a:lnTo>
                  <a:pt x="6034" y="3103"/>
                </a:lnTo>
                <a:lnTo>
                  <a:pt x="6055" y="3082"/>
                </a:lnTo>
                <a:lnTo>
                  <a:pt x="6141" y="3060"/>
                </a:lnTo>
                <a:close/>
                <a:moveTo>
                  <a:pt x="5007" y="3039"/>
                </a:moveTo>
                <a:lnTo>
                  <a:pt x="5049" y="3060"/>
                </a:lnTo>
                <a:lnTo>
                  <a:pt x="5049" y="3103"/>
                </a:lnTo>
                <a:lnTo>
                  <a:pt x="5007" y="3231"/>
                </a:lnTo>
                <a:lnTo>
                  <a:pt x="4964" y="3317"/>
                </a:lnTo>
                <a:lnTo>
                  <a:pt x="4921" y="3360"/>
                </a:lnTo>
                <a:lnTo>
                  <a:pt x="4900" y="3317"/>
                </a:lnTo>
                <a:lnTo>
                  <a:pt x="4900" y="3210"/>
                </a:lnTo>
                <a:lnTo>
                  <a:pt x="4900" y="3103"/>
                </a:lnTo>
                <a:lnTo>
                  <a:pt x="4900" y="3060"/>
                </a:lnTo>
                <a:lnTo>
                  <a:pt x="4921" y="3060"/>
                </a:lnTo>
                <a:lnTo>
                  <a:pt x="4964" y="3039"/>
                </a:lnTo>
                <a:close/>
                <a:moveTo>
                  <a:pt x="5370" y="3017"/>
                </a:moveTo>
                <a:lnTo>
                  <a:pt x="5435" y="3039"/>
                </a:lnTo>
                <a:lnTo>
                  <a:pt x="5435" y="3082"/>
                </a:lnTo>
                <a:lnTo>
                  <a:pt x="5435" y="3124"/>
                </a:lnTo>
                <a:lnTo>
                  <a:pt x="5328" y="3231"/>
                </a:lnTo>
                <a:lnTo>
                  <a:pt x="5221" y="3360"/>
                </a:lnTo>
                <a:lnTo>
                  <a:pt x="5135" y="3445"/>
                </a:lnTo>
                <a:lnTo>
                  <a:pt x="5135" y="3403"/>
                </a:lnTo>
                <a:lnTo>
                  <a:pt x="5156" y="3403"/>
                </a:lnTo>
                <a:lnTo>
                  <a:pt x="5178" y="3317"/>
                </a:lnTo>
                <a:lnTo>
                  <a:pt x="5242" y="3146"/>
                </a:lnTo>
                <a:lnTo>
                  <a:pt x="5285" y="3082"/>
                </a:lnTo>
                <a:lnTo>
                  <a:pt x="5328" y="3039"/>
                </a:lnTo>
                <a:lnTo>
                  <a:pt x="5370" y="3017"/>
                </a:lnTo>
                <a:close/>
                <a:moveTo>
                  <a:pt x="3680" y="3317"/>
                </a:moveTo>
                <a:lnTo>
                  <a:pt x="3488" y="3338"/>
                </a:lnTo>
                <a:lnTo>
                  <a:pt x="2910" y="3360"/>
                </a:lnTo>
                <a:lnTo>
                  <a:pt x="2696" y="3360"/>
                </a:lnTo>
                <a:lnTo>
                  <a:pt x="2396" y="3381"/>
                </a:lnTo>
                <a:lnTo>
                  <a:pt x="2247" y="3403"/>
                </a:lnTo>
                <a:lnTo>
                  <a:pt x="2140" y="3445"/>
                </a:lnTo>
                <a:lnTo>
                  <a:pt x="2118" y="3467"/>
                </a:lnTo>
                <a:lnTo>
                  <a:pt x="2097" y="3488"/>
                </a:lnTo>
                <a:lnTo>
                  <a:pt x="2097" y="3531"/>
                </a:lnTo>
                <a:lnTo>
                  <a:pt x="2118" y="3574"/>
                </a:lnTo>
                <a:lnTo>
                  <a:pt x="2161" y="3595"/>
                </a:lnTo>
                <a:lnTo>
                  <a:pt x="2225" y="3617"/>
                </a:lnTo>
                <a:lnTo>
                  <a:pt x="2653" y="3617"/>
                </a:lnTo>
                <a:lnTo>
                  <a:pt x="3231" y="3595"/>
                </a:lnTo>
                <a:lnTo>
                  <a:pt x="3402" y="3595"/>
                </a:lnTo>
                <a:lnTo>
                  <a:pt x="3702" y="3552"/>
                </a:lnTo>
                <a:lnTo>
                  <a:pt x="3830" y="3510"/>
                </a:lnTo>
                <a:lnTo>
                  <a:pt x="3916" y="3467"/>
                </a:lnTo>
                <a:lnTo>
                  <a:pt x="3937" y="3445"/>
                </a:lnTo>
                <a:lnTo>
                  <a:pt x="3937" y="3403"/>
                </a:lnTo>
                <a:lnTo>
                  <a:pt x="3916" y="3381"/>
                </a:lnTo>
                <a:lnTo>
                  <a:pt x="3873" y="3338"/>
                </a:lnTo>
                <a:lnTo>
                  <a:pt x="3787" y="3317"/>
                </a:lnTo>
                <a:close/>
                <a:moveTo>
                  <a:pt x="6462" y="3017"/>
                </a:moveTo>
                <a:lnTo>
                  <a:pt x="6504" y="3039"/>
                </a:lnTo>
                <a:lnTo>
                  <a:pt x="6526" y="3082"/>
                </a:lnTo>
                <a:lnTo>
                  <a:pt x="6526" y="3146"/>
                </a:lnTo>
                <a:lnTo>
                  <a:pt x="6526" y="3274"/>
                </a:lnTo>
                <a:lnTo>
                  <a:pt x="6504" y="3360"/>
                </a:lnTo>
                <a:lnTo>
                  <a:pt x="6483" y="3445"/>
                </a:lnTo>
                <a:lnTo>
                  <a:pt x="6462" y="3531"/>
                </a:lnTo>
                <a:lnTo>
                  <a:pt x="6419" y="3595"/>
                </a:lnTo>
                <a:lnTo>
                  <a:pt x="6355" y="3638"/>
                </a:lnTo>
                <a:lnTo>
                  <a:pt x="6312" y="3681"/>
                </a:lnTo>
                <a:lnTo>
                  <a:pt x="6290" y="3681"/>
                </a:lnTo>
                <a:lnTo>
                  <a:pt x="6269" y="3617"/>
                </a:lnTo>
                <a:lnTo>
                  <a:pt x="6290" y="3531"/>
                </a:lnTo>
                <a:lnTo>
                  <a:pt x="6333" y="3424"/>
                </a:lnTo>
                <a:lnTo>
                  <a:pt x="6376" y="3317"/>
                </a:lnTo>
                <a:lnTo>
                  <a:pt x="6419" y="3060"/>
                </a:lnTo>
                <a:lnTo>
                  <a:pt x="6462" y="3017"/>
                </a:lnTo>
                <a:close/>
                <a:moveTo>
                  <a:pt x="5456" y="3274"/>
                </a:moveTo>
                <a:lnTo>
                  <a:pt x="5435" y="3360"/>
                </a:lnTo>
                <a:lnTo>
                  <a:pt x="5413" y="3424"/>
                </a:lnTo>
                <a:lnTo>
                  <a:pt x="5370" y="3510"/>
                </a:lnTo>
                <a:lnTo>
                  <a:pt x="5370" y="3595"/>
                </a:lnTo>
                <a:lnTo>
                  <a:pt x="5370" y="3659"/>
                </a:lnTo>
                <a:lnTo>
                  <a:pt x="5413" y="3723"/>
                </a:lnTo>
                <a:lnTo>
                  <a:pt x="5499" y="3745"/>
                </a:lnTo>
                <a:lnTo>
                  <a:pt x="5563" y="3702"/>
                </a:lnTo>
                <a:lnTo>
                  <a:pt x="5649" y="3766"/>
                </a:lnTo>
                <a:lnTo>
                  <a:pt x="5691" y="3809"/>
                </a:lnTo>
                <a:lnTo>
                  <a:pt x="5734" y="3852"/>
                </a:lnTo>
                <a:lnTo>
                  <a:pt x="5863" y="3809"/>
                </a:lnTo>
                <a:lnTo>
                  <a:pt x="5927" y="3809"/>
                </a:lnTo>
                <a:lnTo>
                  <a:pt x="5927" y="3830"/>
                </a:lnTo>
                <a:lnTo>
                  <a:pt x="5863" y="3873"/>
                </a:lnTo>
                <a:lnTo>
                  <a:pt x="5777" y="3895"/>
                </a:lnTo>
                <a:lnTo>
                  <a:pt x="5542" y="3937"/>
                </a:lnTo>
                <a:lnTo>
                  <a:pt x="5199" y="3937"/>
                </a:lnTo>
                <a:lnTo>
                  <a:pt x="5156" y="3916"/>
                </a:lnTo>
                <a:lnTo>
                  <a:pt x="5156" y="3852"/>
                </a:lnTo>
                <a:lnTo>
                  <a:pt x="5156" y="3788"/>
                </a:lnTo>
                <a:lnTo>
                  <a:pt x="5242" y="3574"/>
                </a:lnTo>
                <a:lnTo>
                  <a:pt x="5349" y="3381"/>
                </a:lnTo>
                <a:lnTo>
                  <a:pt x="5392" y="3317"/>
                </a:lnTo>
                <a:lnTo>
                  <a:pt x="5456" y="3274"/>
                </a:lnTo>
                <a:close/>
                <a:moveTo>
                  <a:pt x="3466" y="3809"/>
                </a:moveTo>
                <a:lnTo>
                  <a:pt x="3167" y="3830"/>
                </a:lnTo>
                <a:lnTo>
                  <a:pt x="2568" y="3852"/>
                </a:lnTo>
                <a:lnTo>
                  <a:pt x="2332" y="3852"/>
                </a:lnTo>
                <a:lnTo>
                  <a:pt x="2204" y="3873"/>
                </a:lnTo>
                <a:lnTo>
                  <a:pt x="2161" y="3895"/>
                </a:lnTo>
                <a:lnTo>
                  <a:pt x="2118" y="3916"/>
                </a:lnTo>
                <a:lnTo>
                  <a:pt x="2097" y="3980"/>
                </a:lnTo>
                <a:lnTo>
                  <a:pt x="2118" y="4023"/>
                </a:lnTo>
                <a:lnTo>
                  <a:pt x="2140" y="4066"/>
                </a:lnTo>
                <a:lnTo>
                  <a:pt x="2204" y="4087"/>
                </a:lnTo>
                <a:lnTo>
                  <a:pt x="2311" y="4109"/>
                </a:lnTo>
                <a:lnTo>
                  <a:pt x="2910" y="4109"/>
                </a:lnTo>
                <a:lnTo>
                  <a:pt x="3423" y="4087"/>
                </a:lnTo>
                <a:lnTo>
                  <a:pt x="3787" y="4087"/>
                </a:lnTo>
                <a:lnTo>
                  <a:pt x="3894" y="4044"/>
                </a:lnTo>
                <a:lnTo>
                  <a:pt x="3958" y="4002"/>
                </a:lnTo>
                <a:lnTo>
                  <a:pt x="3980" y="3959"/>
                </a:lnTo>
                <a:lnTo>
                  <a:pt x="3980" y="3916"/>
                </a:lnTo>
                <a:lnTo>
                  <a:pt x="3958" y="3873"/>
                </a:lnTo>
                <a:lnTo>
                  <a:pt x="3873" y="3830"/>
                </a:lnTo>
                <a:lnTo>
                  <a:pt x="3744" y="3809"/>
                </a:lnTo>
                <a:close/>
                <a:moveTo>
                  <a:pt x="5156" y="2761"/>
                </a:moveTo>
                <a:lnTo>
                  <a:pt x="4900" y="2782"/>
                </a:lnTo>
                <a:lnTo>
                  <a:pt x="4793" y="2825"/>
                </a:lnTo>
                <a:lnTo>
                  <a:pt x="4729" y="2868"/>
                </a:lnTo>
                <a:lnTo>
                  <a:pt x="4686" y="2910"/>
                </a:lnTo>
                <a:lnTo>
                  <a:pt x="4664" y="2953"/>
                </a:lnTo>
                <a:lnTo>
                  <a:pt x="4643" y="3082"/>
                </a:lnTo>
                <a:lnTo>
                  <a:pt x="4664" y="3338"/>
                </a:lnTo>
                <a:lnTo>
                  <a:pt x="4643" y="3595"/>
                </a:lnTo>
                <a:lnTo>
                  <a:pt x="4622" y="3745"/>
                </a:lnTo>
                <a:lnTo>
                  <a:pt x="4643" y="3852"/>
                </a:lnTo>
                <a:lnTo>
                  <a:pt x="4750" y="4023"/>
                </a:lnTo>
                <a:lnTo>
                  <a:pt x="4814" y="4087"/>
                </a:lnTo>
                <a:lnTo>
                  <a:pt x="4878" y="4130"/>
                </a:lnTo>
                <a:lnTo>
                  <a:pt x="4964" y="4173"/>
                </a:lnTo>
                <a:lnTo>
                  <a:pt x="5049" y="4173"/>
                </a:lnTo>
                <a:lnTo>
                  <a:pt x="5242" y="4194"/>
                </a:lnTo>
                <a:lnTo>
                  <a:pt x="5627" y="4151"/>
                </a:lnTo>
                <a:lnTo>
                  <a:pt x="6119" y="4130"/>
                </a:lnTo>
                <a:lnTo>
                  <a:pt x="6504" y="4130"/>
                </a:lnTo>
                <a:lnTo>
                  <a:pt x="6569" y="4109"/>
                </a:lnTo>
                <a:lnTo>
                  <a:pt x="6611" y="4087"/>
                </a:lnTo>
                <a:lnTo>
                  <a:pt x="6676" y="4023"/>
                </a:lnTo>
                <a:lnTo>
                  <a:pt x="6740" y="3937"/>
                </a:lnTo>
                <a:lnTo>
                  <a:pt x="6761" y="3830"/>
                </a:lnTo>
                <a:lnTo>
                  <a:pt x="6761" y="3702"/>
                </a:lnTo>
                <a:lnTo>
                  <a:pt x="6761" y="3467"/>
                </a:lnTo>
                <a:lnTo>
                  <a:pt x="6761" y="3274"/>
                </a:lnTo>
                <a:lnTo>
                  <a:pt x="6783" y="3082"/>
                </a:lnTo>
                <a:lnTo>
                  <a:pt x="6804" y="2932"/>
                </a:lnTo>
                <a:lnTo>
                  <a:pt x="6783" y="2868"/>
                </a:lnTo>
                <a:lnTo>
                  <a:pt x="6740" y="2825"/>
                </a:lnTo>
                <a:lnTo>
                  <a:pt x="6676" y="2782"/>
                </a:lnTo>
                <a:lnTo>
                  <a:pt x="5606" y="2782"/>
                </a:lnTo>
                <a:lnTo>
                  <a:pt x="5156" y="2761"/>
                </a:lnTo>
                <a:close/>
                <a:moveTo>
                  <a:pt x="7018" y="407"/>
                </a:moveTo>
                <a:lnTo>
                  <a:pt x="7253" y="450"/>
                </a:lnTo>
                <a:lnTo>
                  <a:pt x="7360" y="493"/>
                </a:lnTo>
                <a:lnTo>
                  <a:pt x="7446" y="557"/>
                </a:lnTo>
                <a:lnTo>
                  <a:pt x="7531" y="621"/>
                </a:lnTo>
                <a:lnTo>
                  <a:pt x="7617" y="685"/>
                </a:lnTo>
                <a:lnTo>
                  <a:pt x="7681" y="771"/>
                </a:lnTo>
                <a:lnTo>
                  <a:pt x="7724" y="856"/>
                </a:lnTo>
                <a:lnTo>
                  <a:pt x="7767" y="1049"/>
                </a:lnTo>
                <a:lnTo>
                  <a:pt x="7788" y="1263"/>
                </a:lnTo>
                <a:lnTo>
                  <a:pt x="7788" y="1456"/>
                </a:lnTo>
                <a:lnTo>
                  <a:pt x="7788" y="2504"/>
                </a:lnTo>
                <a:lnTo>
                  <a:pt x="7788" y="2932"/>
                </a:lnTo>
                <a:lnTo>
                  <a:pt x="7810" y="3403"/>
                </a:lnTo>
                <a:lnTo>
                  <a:pt x="7788" y="3638"/>
                </a:lnTo>
                <a:lnTo>
                  <a:pt x="7767" y="3852"/>
                </a:lnTo>
                <a:lnTo>
                  <a:pt x="7703" y="4066"/>
                </a:lnTo>
                <a:lnTo>
                  <a:pt x="7617" y="4258"/>
                </a:lnTo>
                <a:lnTo>
                  <a:pt x="7531" y="4365"/>
                </a:lnTo>
                <a:lnTo>
                  <a:pt x="7467" y="4430"/>
                </a:lnTo>
                <a:lnTo>
                  <a:pt x="7360" y="4515"/>
                </a:lnTo>
                <a:lnTo>
                  <a:pt x="7275" y="4558"/>
                </a:lnTo>
                <a:lnTo>
                  <a:pt x="7082" y="4622"/>
                </a:lnTo>
                <a:lnTo>
                  <a:pt x="6868" y="4665"/>
                </a:lnTo>
                <a:lnTo>
                  <a:pt x="6397" y="4665"/>
                </a:lnTo>
                <a:lnTo>
                  <a:pt x="5948" y="4622"/>
                </a:lnTo>
                <a:lnTo>
                  <a:pt x="4942" y="4579"/>
                </a:lnTo>
                <a:lnTo>
                  <a:pt x="3958" y="4537"/>
                </a:lnTo>
                <a:lnTo>
                  <a:pt x="3338" y="4494"/>
                </a:lnTo>
                <a:lnTo>
                  <a:pt x="3017" y="4494"/>
                </a:lnTo>
                <a:lnTo>
                  <a:pt x="2717" y="4515"/>
                </a:lnTo>
                <a:lnTo>
                  <a:pt x="2439" y="4537"/>
                </a:lnTo>
                <a:lnTo>
                  <a:pt x="2161" y="4537"/>
                </a:lnTo>
                <a:lnTo>
                  <a:pt x="1883" y="4515"/>
                </a:lnTo>
                <a:lnTo>
                  <a:pt x="1755" y="4494"/>
                </a:lnTo>
                <a:lnTo>
                  <a:pt x="1626" y="4451"/>
                </a:lnTo>
                <a:lnTo>
                  <a:pt x="1498" y="4387"/>
                </a:lnTo>
                <a:lnTo>
                  <a:pt x="1412" y="4301"/>
                </a:lnTo>
                <a:lnTo>
                  <a:pt x="1348" y="4194"/>
                </a:lnTo>
                <a:lnTo>
                  <a:pt x="1305" y="4066"/>
                </a:lnTo>
                <a:lnTo>
                  <a:pt x="1305" y="3916"/>
                </a:lnTo>
                <a:lnTo>
                  <a:pt x="1305" y="3788"/>
                </a:lnTo>
                <a:lnTo>
                  <a:pt x="1305" y="3510"/>
                </a:lnTo>
                <a:lnTo>
                  <a:pt x="1305" y="2910"/>
                </a:lnTo>
                <a:lnTo>
                  <a:pt x="1327" y="2333"/>
                </a:lnTo>
                <a:lnTo>
                  <a:pt x="1305" y="1905"/>
                </a:lnTo>
                <a:lnTo>
                  <a:pt x="1305" y="1648"/>
                </a:lnTo>
                <a:lnTo>
                  <a:pt x="1327" y="1370"/>
                </a:lnTo>
                <a:lnTo>
                  <a:pt x="1348" y="1113"/>
                </a:lnTo>
                <a:lnTo>
                  <a:pt x="1434" y="899"/>
                </a:lnTo>
                <a:lnTo>
                  <a:pt x="1476" y="792"/>
                </a:lnTo>
                <a:lnTo>
                  <a:pt x="1519" y="707"/>
                </a:lnTo>
                <a:lnTo>
                  <a:pt x="1605" y="664"/>
                </a:lnTo>
                <a:lnTo>
                  <a:pt x="1690" y="621"/>
                </a:lnTo>
                <a:lnTo>
                  <a:pt x="1926" y="536"/>
                </a:lnTo>
                <a:lnTo>
                  <a:pt x="2161" y="514"/>
                </a:lnTo>
                <a:lnTo>
                  <a:pt x="2418" y="493"/>
                </a:lnTo>
                <a:lnTo>
                  <a:pt x="3680" y="493"/>
                </a:lnTo>
                <a:lnTo>
                  <a:pt x="4750" y="471"/>
                </a:lnTo>
                <a:lnTo>
                  <a:pt x="5820" y="450"/>
                </a:lnTo>
                <a:lnTo>
                  <a:pt x="6269" y="429"/>
                </a:lnTo>
                <a:lnTo>
                  <a:pt x="6526" y="407"/>
                </a:lnTo>
                <a:close/>
                <a:moveTo>
                  <a:pt x="4343" y="1"/>
                </a:moveTo>
                <a:lnTo>
                  <a:pt x="3766" y="22"/>
                </a:lnTo>
                <a:lnTo>
                  <a:pt x="3167" y="43"/>
                </a:lnTo>
                <a:lnTo>
                  <a:pt x="1968" y="108"/>
                </a:lnTo>
                <a:lnTo>
                  <a:pt x="1712" y="108"/>
                </a:lnTo>
                <a:lnTo>
                  <a:pt x="1476" y="129"/>
                </a:lnTo>
                <a:lnTo>
                  <a:pt x="1348" y="172"/>
                </a:lnTo>
                <a:lnTo>
                  <a:pt x="1241" y="215"/>
                </a:lnTo>
                <a:lnTo>
                  <a:pt x="1134" y="279"/>
                </a:lnTo>
                <a:lnTo>
                  <a:pt x="1048" y="386"/>
                </a:lnTo>
                <a:lnTo>
                  <a:pt x="963" y="493"/>
                </a:lnTo>
                <a:lnTo>
                  <a:pt x="920" y="621"/>
                </a:lnTo>
                <a:lnTo>
                  <a:pt x="877" y="749"/>
                </a:lnTo>
                <a:lnTo>
                  <a:pt x="856" y="899"/>
                </a:lnTo>
                <a:lnTo>
                  <a:pt x="856" y="1199"/>
                </a:lnTo>
                <a:lnTo>
                  <a:pt x="835" y="1477"/>
                </a:lnTo>
                <a:lnTo>
                  <a:pt x="813" y="2183"/>
                </a:lnTo>
                <a:lnTo>
                  <a:pt x="813" y="2910"/>
                </a:lnTo>
                <a:lnTo>
                  <a:pt x="835" y="3659"/>
                </a:lnTo>
                <a:lnTo>
                  <a:pt x="899" y="4365"/>
                </a:lnTo>
                <a:lnTo>
                  <a:pt x="920" y="4494"/>
                </a:lnTo>
                <a:lnTo>
                  <a:pt x="963" y="4601"/>
                </a:lnTo>
                <a:lnTo>
                  <a:pt x="1027" y="4708"/>
                </a:lnTo>
                <a:lnTo>
                  <a:pt x="1113" y="4772"/>
                </a:lnTo>
                <a:lnTo>
                  <a:pt x="1198" y="4836"/>
                </a:lnTo>
                <a:lnTo>
                  <a:pt x="1305" y="4900"/>
                </a:lnTo>
                <a:lnTo>
                  <a:pt x="1412" y="4922"/>
                </a:lnTo>
                <a:lnTo>
                  <a:pt x="1541" y="4964"/>
                </a:lnTo>
                <a:lnTo>
                  <a:pt x="1776" y="4986"/>
                </a:lnTo>
                <a:lnTo>
                  <a:pt x="2033" y="4986"/>
                </a:lnTo>
                <a:lnTo>
                  <a:pt x="2503" y="4943"/>
                </a:lnTo>
                <a:lnTo>
                  <a:pt x="2782" y="4922"/>
                </a:lnTo>
                <a:lnTo>
                  <a:pt x="3081" y="4922"/>
                </a:lnTo>
                <a:lnTo>
                  <a:pt x="3659" y="4943"/>
                </a:lnTo>
                <a:lnTo>
                  <a:pt x="4793" y="5007"/>
                </a:lnTo>
                <a:lnTo>
                  <a:pt x="5392" y="5029"/>
                </a:lnTo>
                <a:lnTo>
                  <a:pt x="5991" y="5050"/>
                </a:lnTo>
                <a:lnTo>
                  <a:pt x="6633" y="5114"/>
                </a:lnTo>
                <a:lnTo>
                  <a:pt x="6954" y="5114"/>
                </a:lnTo>
                <a:lnTo>
                  <a:pt x="7125" y="5093"/>
                </a:lnTo>
                <a:lnTo>
                  <a:pt x="7275" y="5071"/>
                </a:lnTo>
                <a:lnTo>
                  <a:pt x="7424" y="5029"/>
                </a:lnTo>
                <a:lnTo>
                  <a:pt x="7553" y="4964"/>
                </a:lnTo>
                <a:lnTo>
                  <a:pt x="7660" y="4922"/>
                </a:lnTo>
                <a:lnTo>
                  <a:pt x="7767" y="4836"/>
                </a:lnTo>
                <a:lnTo>
                  <a:pt x="7852" y="4750"/>
                </a:lnTo>
                <a:lnTo>
                  <a:pt x="7917" y="4665"/>
                </a:lnTo>
                <a:lnTo>
                  <a:pt x="7981" y="4558"/>
                </a:lnTo>
                <a:lnTo>
                  <a:pt x="8045" y="4451"/>
                </a:lnTo>
                <a:lnTo>
                  <a:pt x="8130" y="4237"/>
                </a:lnTo>
                <a:lnTo>
                  <a:pt x="8173" y="3980"/>
                </a:lnTo>
                <a:lnTo>
                  <a:pt x="8195" y="3723"/>
                </a:lnTo>
                <a:lnTo>
                  <a:pt x="8195" y="3445"/>
                </a:lnTo>
                <a:lnTo>
                  <a:pt x="8216" y="2354"/>
                </a:lnTo>
                <a:lnTo>
                  <a:pt x="8216" y="1798"/>
                </a:lnTo>
                <a:lnTo>
                  <a:pt x="8216" y="1242"/>
                </a:lnTo>
                <a:lnTo>
                  <a:pt x="8195" y="985"/>
                </a:lnTo>
                <a:lnTo>
                  <a:pt x="8152" y="728"/>
                </a:lnTo>
                <a:lnTo>
                  <a:pt x="8109" y="578"/>
                </a:lnTo>
                <a:lnTo>
                  <a:pt x="8066" y="450"/>
                </a:lnTo>
                <a:lnTo>
                  <a:pt x="8002" y="343"/>
                </a:lnTo>
                <a:lnTo>
                  <a:pt x="7917" y="236"/>
                </a:lnTo>
                <a:lnTo>
                  <a:pt x="7810" y="150"/>
                </a:lnTo>
                <a:lnTo>
                  <a:pt x="7703" y="86"/>
                </a:lnTo>
                <a:lnTo>
                  <a:pt x="7596" y="43"/>
                </a:lnTo>
                <a:lnTo>
                  <a:pt x="7467" y="22"/>
                </a:lnTo>
                <a:lnTo>
                  <a:pt x="7189" y="1"/>
                </a:lnTo>
                <a:lnTo>
                  <a:pt x="6932" y="1"/>
                </a:lnTo>
                <a:lnTo>
                  <a:pt x="6312" y="22"/>
                </a:lnTo>
                <a:lnTo>
                  <a:pt x="5670" y="43"/>
                </a:lnTo>
                <a:lnTo>
                  <a:pt x="5349" y="43"/>
                </a:lnTo>
                <a:lnTo>
                  <a:pt x="5007" y="22"/>
                </a:lnTo>
                <a:lnTo>
                  <a:pt x="4686" y="1"/>
                </a:lnTo>
                <a:close/>
                <a:moveTo>
                  <a:pt x="4942" y="6526"/>
                </a:moveTo>
                <a:lnTo>
                  <a:pt x="4985" y="6548"/>
                </a:lnTo>
                <a:lnTo>
                  <a:pt x="5028" y="6591"/>
                </a:lnTo>
                <a:lnTo>
                  <a:pt x="5049" y="6655"/>
                </a:lnTo>
                <a:lnTo>
                  <a:pt x="5049" y="6740"/>
                </a:lnTo>
                <a:lnTo>
                  <a:pt x="5028" y="6804"/>
                </a:lnTo>
                <a:lnTo>
                  <a:pt x="5007" y="6826"/>
                </a:lnTo>
                <a:lnTo>
                  <a:pt x="4729" y="6826"/>
                </a:lnTo>
                <a:lnTo>
                  <a:pt x="4472" y="6804"/>
                </a:lnTo>
                <a:lnTo>
                  <a:pt x="3980" y="6783"/>
                </a:lnTo>
                <a:lnTo>
                  <a:pt x="3916" y="6762"/>
                </a:lnTo>
                <a:lnTo>
                  <a:pt x="3851" y="6740"/>
                </a:lnTo>
                <a:lnTo>
                  <a:pt x="3809" y="6719"/>
                </a:lnTo>
                <a:lnTo>
                  <a:pt x="3787" y="6697"/>
                </a:lnTo>
                <a:lnTo>
                  <a:pt x="3787" y="6655"/>
                </a:lnTo>
                <a:lnTo>
                  <a:pt x="3809" y="6612"/>
                </a:lnTo>
                <a:lnTo>
                  <a:pt x="3873" y="6591"/>
                </a:lnTo>
                <a:lnTo>
                  <a:pt x="3937" y="6548"/>
                </a:lnTo>
                <a:lnTo>
                  <a:pt x="4108" y="6526"/>
                </a:lnTo>
                <a:close/>
                <a:moveTo>
                  <a:pt x="3980" y="6141"/>
                </a:moveTo>
                <a:lnTo>
                  <a:pt x="3809" y="6184"/>
                </a:lnTo>
                <a:lnTo>
                  <a:pt x="3637" y="6227"/>
                </a:lnTo>
                <a:lnTo>
                  <a:pt x="3573" y="6270"/>
                </a:lnTo>
                <a:lnTo>
                  <a:pt x="3530" y="6312"/>
                </a:lnTo>
                <a:lnTo>
                  <a:pt x="3445" y="6441"/>
                </a:lnTo>
                <a:lnTo>
                  <a:pt x="3402" y="6612"/>
                </a:lnTo>
                <a:lnTo>
                  <a:pt x="3402" y="6783"/>
                </a:lnTo>
                <a:lnTo>
                  <a:pt x="3423" y="6847"/>
                </a:lnTo>
                <a:lnTo>
                  <a:pt x="3445" y="6911"/>
                </a:lnTo>
                <a:lnTo>
                  <a:pt x="3488" y="6976"/>
                </a:lnTo>
                <a:lnTo>
                  <a:pt x="3552" y="7018"/>
                </a:lnTo>
                <a:lnTo>
                  <a:pt x="3680" y="7061"/>
                </a:lnTo>
                <a:lnTo>
                  <a:pt x="3851" y="7083"/>
                </a:lnTo>
                <a:lnTo>
                  <a:pt x="4044" y="7104"/>
                </a:lnTo>
                <a:lnTo>
                  <a:pt x="4408" y="7061"/>
                </a:lnTo>
                <a:lnTo>
                  <a:pt x="4707" y="7040"/>
                </a:lnTo>
                <a:lnTo>
                  <a:pt x="5049" y="7061"/>
                </a:lnTo>
                <a:lnTo>
                  <a:pt x="5221" y="7040"/>
                </a:lnTo>
                <a:lnTo>
                  <a:pt x="5306" y="7018"/>
                </a:lnTo>
                <a:lnTo>
                  <a:pt x="5349" y="6976"/>
                </a:lnTo>
                <a:lnTo>
                  <a:pt x="5392" y="6911"/>
                </a:lnTo>
                <a:lnTo>
                  <a:pt x="5392" y="6847"/>
                </a:lnTo>
                <a:lnTo>
                  <a:pt x="5392" y="6655"/>
                </a:lnTo>
                <a:lnTo>
                  <a:pt x="5349" y="6484"/>
                </a:lnTo>
                <a:lnTo>
                  <a:pt x="5306" y="6355"/>
                </a:lnTo>
                <a:lnTo>
                  <a:pt x="5263" y="6291"/>
                </a:lnTo>
                <a:lnTo>
                  <a:pt x="5199" y="6248"/>
                </a:lnTo>
                <a:lnTo>
                  <a:pt x="5156" y="6205"/>
                </a:lnTo>
                <a:lnTo>
                  <a:pt x="5092" y="6184"/>
                </a:lnTo>
                <a:lnTo>
                  <a:pt x="4814" y="6184"/>
                </a:lnTo>
                <a:lnTo>
                  <a:pt x="4472" y="6141"/>
                </a:lnTo>
                <a:close/>
                <a:moveTo>
                  <a:pt x="3188" y="5564"/>
                </a:moveTo>
                <a:lnTo>
                  <a:pt x="4001" y="5585"/>
                </a:lnTo>
                <a:lnTo>
                  <a:pt x="4472" y="5606"/>
                </a:lnTo>
                <a:lnTo>
                  <a:pt x="5413" y="5606"/>
                </a:lnTo>
                <a:lnTo>
                  <a:pt x="5863" y="5628"/>
                </a:lnTo>
                <a:lnTo>
                  <a:pt x="6397" y="5670"/>
                </a:lnTo>
                <a:lnTo>
                  <a:pt x="6932" y="5713"/>
                </a:lnTo>
                <a:lnTo>
                  <a:pt x="7360" y="5692"/>
                </a:lnTo>
                <a:lnTo>
                  <a:pt x="7574" y="5713"/>
                </a:lnTo>
                <a:lnTo>
                  <a:pt x="7681" y="5756"/>
                </a:lnTo>
                <a:lnTo>
                  <a:pt x="7767" y="5799"/>
                </a:lnTo>
                <a:lnTo>
                  <a:pt x="7852" y="5884"/>
                </a:lnTo>
                <a:lnTo>
                  <a:pt x="7981" y="6056"/>
                </a:lnTo>
                <a:lnTo>
                  <a:pt x="8088" y="6291"/>
                </a:lnTo>
                <a:lnTo>
                  <a:pt x="8216" y="6548"/>
                </a:lnTo>
                <a:lnTo>
                  <a:pt x="8323" y="6804"/>
                </a:lnTo>
                <a:lnTo>
                  <a:pt x="8387" y="7018"/>
                </a:lnTo>
                <a:lnTo>
                  <a:pt x="8409" y="7190"/>
                </a:lnTo>
                <a:lnTo>
                  <a:pt x="8387" y="7232"/>
                </a:lnTo>
                <a:lnTo>
                  <a:pt x="8366" y="7254"/>
                </a:lnTo>
                <a:lnTo>
                  <a:pt x="8130" y="7318"/>
                </a:lnTo>
                <a:lnTo>
                  <a:pt x="7874" y="7361"/>
                </a:lnTo>
                <a:lnTo>
                  <a:pt x="7638" y="7382"/>
                </a:lnTo>
                <a:lnTo>
                  <a:pt x="7382" y="7361"/>
                </a:lnTo>
                <a:lnTo>
                  <a:pt x="6890" y="7339"/>
                </a:lnTo>
                <a:lnTo>
                  <a:pt x="6419" y="7275"/>
                </a:lnTo>
                <a:lnTo>
                  <a:pt x="5927" y="7232"/>
                </a:lnTo>
                <a:lnTo>
                  <a:pt x="5435" y="7211"/>
                </a:lnTo>
                <a:lnTo>
                  <a:pt x="4942" y="7190"/>
                </a:lnTo>
                <a:lnTo>
                  <a:pt x="4450" y="7211"/>
                </a:lnTo>
                <a:lnTo>
                  <a:pt x="3916" y="7232"/>
                </a:lnTo>
                <a:lnTo>
                  <a:pt x="3402" y="7254"/>
                </a:lnTo>
                <a:lnTo>
                  <a:pt x="3167" y="7254"/>
                </a:lnTo>
                <a:lnTo>
                  <a:pt x="2953" y="7232"/>
                </a:lnTo>
                <a:lnTo>
                  <a:pt x="2717" y="7211"/>
                </a:lnTo>
                <a:lnTo>
                  <a:pt x="2503" y="7211"/>
                </a:lnTo>
                <a:lnTo>
                  <a:pt x="1626" y="7254"/>
                </a:lnTo>
                <a:lnTo>
                  <a:pt x="1134" y="7275"/>
                </a:lnTo>
                <a:lnTo>
                  <a:pt x="770" y="7275"/>
                </a:lnTo>
                <a:lnTo>
                  <a:pt x="663" y="7232"/>
                </a:lnTo>
                <a:lnTo>
                  <a:pt x="599" y="7190"/>
                </a:lnTo>
                <a:lnTo>
                  <a:pt x="556" y="7147"/>
                </a:lnTo>
                <a:lnTo>
                  <a:pt x="514" y="7083"/>
                </a:lnTo>
                <a:lnTo>
                  <a:pt x="514" y="7018"/>
                </a:lnTo>
                <a:lnTo>
                  <a:pt x="535" y="6847"/>
                </a:lnTo>
                <a:lnTo>
                  <a:pt x="599" y="6655"/>
                </a:lnTo>
                <a:lnTo>
                  <a:pt x="706" y="6484"/>
                </a:lnTo>
                <a:lnTo>
                  <a:pt x="792" y="6291"/>
                </a:lnTo>
                <a:lnTo>
                  <a:pt x="984" y="6034"/>
                </a:lnTo>
                <a:lnTo>
                  <a:pt x="1155" y="5799"/>
                </a:lnTo>
                <a:lnTo>
                  <a:pt x="1241" y="5692"/>
                </a:lnTo>
                <a:lnTo>
                  <a:pt x="1305" y="5649"/>
                </a:lnTo>
                <a:lnTo>
                  <a:pt x="1391" y="5628"/>
                </a:lnTo>
                <a:lnTo>
                  <a:pt x="1626" y="5585"/>
                </a:lnTo>
                <a:lnTo>
                  <a:pt x="2354" y="5585"/>
                </a:lnTo>
                <a:lnTo>
                  <a:pt x="2782" y="5564"/>
                </a:lnTo>
                <a:close/>
                <a:moveTo>
                  <a:pt x="2140" y="5029"/>
                </a:moveTo>
                <a:lnTo>
                  <a:pt x="1883" y="5050"/>
                </a:lnTo>
                <a:lnTo>
                  <a:pt x="1626" y="5093"/>
                </a:lnTo>
                <a:lnTo>
                  <a:pt x="1391" y="5157"/>
                </a:lnTo>
                <a:lnTo>
                  <a:pt x="1262" y="5200"/>
                </a:lnTo>
                <a:lnTo>
                  <a:pt x="1155" y="5264"/>
                </a:lnTo>
                <a:lnTo>
                  <a:pt x="1070" y="5307"/>
                </a:lnTo>
                <a:lnTo>
                  <a:pt x="984" y="5392"/>
                </a:lnTo>
                <a:lnTo>
                  <a:pt x="856" y="5564"/>
                </a:lnTo>
                <a:lnTo>
                  <a:pt x="728" y="5756"/>
                </a:lnTo>
                <a:lnTo>
                  <a:pt x="407" y="6205"/>
                </a:lnTo>
                <a:lnTo>
                  <a:pt x="257" y="6441"/>
                </a:lnTo>
                <a:lnTo>
                  <a:pt x="150" y="6697"/>
                </a:lnTo>
                <a:lnTo>
                  <a:pt x="64" y="6911"/>
                </a:lnTo>
                <a:lnTo>
                  <a:pt x="21" y="7125"/>
                </a:lnTo>
                <a:lnTo>
                  <a:pt x="0" y="7361"/>
                </a:lnTo>
                <a:lnTo>
                  <a:pt x="0" y="7575"/>
                </a:lnTo>
                <a:lnTo>
                  <a:pt x="43" y="7703"/>
                </a:lnTo>
                <a:lnTo>
                  <a:pt x="86" y="7810"/>
                </a:lnTo>
                <a:lnTo>
                  <a:pt x="171" y="7874"/>
                </a:lnTo>
                <a:lnTo>
                  <a:pt x="257" y="7917"/>
                </a:lnTo>
                <a:lnTo>
                  <a:pt x="342" y="7938"/>
                </a:lnTo>
                <a:lnTo>
                  <a:pt x="471" y="7960"/>
                </a:lnTo>
                <a:lnTo>
                  <a:pt x="706" y="8003"/>
                </a:lnTo>
                <a:lnTo>
                  <a:pt x="963" y="8024"/>
                </a:lnTo>
                <a:lnTo>
                  <a:pt x="1220" y="8045"/>
                </a:lnTo>
                <a:lnTo>
                  <a:pt x="1755" y="8024"/>
                </a:lnTo>
                <a:lnTo>
                  <a:pt x="2268" y="8003"/>
                </a:lnTo>
                <a:lnTo>
                  <a:pt x="2525" y="7981"/>
                </a:lnTo>
                <a:lnTo>
                  <a:pt x="2782" y="7981"/>
                </a:lnTo>
                <a:lnTo>
                  <a:pt x="3316" y="8024"/>
                </a:lnTo>
                <a:lnTo>
                  <a:pt x="3573" y="8045"/>
                </a:lnTo>
                <a:lnTo>
                  <a:pt x="3830" y="8045"/>
                </a:lnTo>
                <a:lnTo>
                  <a:pt x="4429" y="8024"/>
                </a:lnTo>
                <a:lnTo>
                  <a:pt x="6248" y="8024"/>
                </a:lnTo>
                <a:lnTo>
                  <a:pt x="6569" y="8045"/>
                </a:lnTo>
                <a:lnTo>
                  <a:pt x="7788" y="8045"/>
                </a:lnTo>
                <a:lnTo>
                  <a:pt x="8130" y="8067"/>
                </a:lnTo>
                <a:lnTo>
                  <a:pt x="8280" y="8045"/>
                </a:lnTo>
                <a:lnTo>
                  <a:pt x="8451" y="8024"/>
                </a:lnTo>
                <a:lnTo>
                  <a:pt x="8580" y="7981"/>
                </a:lnTo>
                <a:lnTo>
                  <a:pt x="8708" y="7896"/>
                </a:lnTo>
                <a:lnTo>
                  <a:pt x="8772" y="7810"/>
                </a:lnTo>
                <a:lnTo>
                  <a:pt x="8837" y="7703"/>
                </a:lnTo>
                <a:lnTo>
                  <a:pt x="8858" y="7575"/>
                </a:lnTo>
                <a:lnTo>
                  <a:pt x="8879" y="7446"/>
                </a:lnTo>
                <a:lnTo>
                  <a:pt x="8901" y="7318"/>
                </a:lnTo>
                <a:lnTo>
                  <a:pt x="8879" y="7190"/>
                </a:lnTo>
                <a:lnTo>
                  <a:pt x="8858" y="7061"/>
                </a:lnTo>
                <a:lnTo>
                  <a:pt x="8837" y="6954"/>
                </a:lnTo>
                <a:lnTo>
                  <a:pt x="8665" y="6505"/>
                </a:lnTo>
                <a:lnTo>
                  <a:pt x="8558" y="6270"/>
                </a:lnTo>
                <a:lnTo>
                  <a:pt x="8451" y="6056"/>
                </a:lnTo>
                <a:lnTo>
                  <a:pt x="8259" y="5692"/>
                </a:lnTo>
                <a:lnTo>
                  <a:pt x="8152" y="5499"/>
                </a:lnTo>
                <a:lnTo>
                  <a:pt x="8088" y="5435"/>
                </a:lnTo>
                <a:lnTo>
                  <a:pt x="8002" y="5371"/>
                </a:lnTo>
                <a:lnTo>
                  <a:pt x="7895" y="5307"/>
                </a:lnTo>
                <a:lnTo>
                  <a:pt x="7767" y="5264"/>
                </a:lnTo>
                <a:lnTo>
                  <a:pt x="7638" y="5264"/>
                </a:lnTo>
                <a:lnTo>
                  <a:pt x="7489" y="5243"/>
                </a:lnTo>
                <a:lnTo>
                  <a:pt x="6954" y="5243"/>
                </a:lnTo>
                <a:lnTo>
                  <a:pt x="6333" y="5221"/>
                </a:lnTo>
                <a:lnTo>
                  <a:pt x="5691" y="5178"/>
                </a:lnTo>
                <a:lnTo>
                  <a:pt x="4557" y="5136"/>
                </a:lnTo>
                <a:lnTo>
                  <a:pt x="3423" y="5071"/>
                </a:lnTo>
                <a:lnTo>
                  <a:pt x="2931" y="5050"/>
                </a:lnTo>
                <a:lnTo>
                  <a:pt x="2396" y="5029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28"/>
          <p:cNvSpPr/>
          <p:nvPr/>
        </p:nvSpPr>
        <p:spPr>
          <a:xfrm>
            <a:off x="2144813" y="3379113"/>
            <a:ext cx="1118400" cy="10500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28"/>
          <p:cNvSpPr/>
          <p:nvPr/>
        </p:nvSpPr>
        <p:spPr>
          <a:xfrm>
            <a:off x="2460512" y="3580741"/>
            <a:ext cx="487003" cy="542914"/>
          </a:xfrm>
          <a:custGeom>
            <a:rect b="b" l="l" r="r" t="t"/>
            <a:pathLst>
              <a:path extrusionOk="0" h="10357" w="5414">
                <a:moveTo>
                  <a:pt x="5414" y="7703"/>
                </a:moveTo>
                <a:lnTo>
                  <a:pt x="5414" y="7703"/>
                </a:lnTo>
                <a:lnTo>
                  <a:pt x="5371" y="7639"/>
                </a:lnTo>
                <a:lnTo>
                  <a:pt x="5328" y="7553"/>
                </a:lnTo>
                <a:lnTo>
                  <a:pt x="5243" y="7468"/>
                </a:lnTo>
                <a:lnTo>
                  <a:pt x="5136" y="7404"/>
                </a:lnTo>
                <a:lnTo>
                  <a:pt x="4772" y="7168"/>
                </a:lnTo>
                <a:lnTo>
                  <a:pt x="4772" y="7168"/>
                </a:lnTo>
                <a:lnTo>
                  <a:pt x="4408" y="6933"/>
                </a:lnTo>
                <a:lnTo>
                  <a:pt x="4044" y="6719"/>
                </a:lnTo>
                <a:lnTo>
                  <a:pt x="4044" y="6719"/>
                </a:lnTo>
                <a:lnTo>
                  <a:pt x="3980" y="6676"/>
                </a:lnTo>
                <a:lnTo>
                  <a:pt x="3916" y="6612"/>
                </a:lnTo>
                <a:lnTo>
                  <a:pt x="3809" y="6462"/>
                </a:lnTo>
                <a:lnTo>
                  <a:pt x="3702" y="6291"/>
                </a:lnTo>
                <a:lnTo>
                  <a:pt x="3638" y="6120"/>
                </a:lnTo>
                <a:lnTo>
                  <a:pt x="3638" y="6120"/>
                </a:lnTo>
                <a:lnTo>
                  <a:pt x="3616" y="6013"/>
                </a:lnTo>
                <a:lnTo>
                  <a:pt x="3595" y="5927"/>
                </a:lnTo>
                <a:lnTo>
                  <a:pt x="3616" y="5842"/>
                </a:lnTo>
                <a:lnTo>
                  <a:pt x="3638" y="5756"/>
                </a:lnTo>
                <a:lnTo>
                  <a:pt x="3723" y="5585"/>
                </a:lnTo>
                <a:lnTo>
                  <a:pt x="3809" y="5392"/>
                </a:lnTo>
                <a:lnTo>
                  <a:pt x="3809" y="5392"/>
                </a:lnTo>
                <a:lnTo>
                  <a:pt x="4002" y="4965"/>
                </a:lnTo>
                <a:lnTo>
                  <a:pt x="4173" y="4537"/>
                </a:lnTo>
                <a:lnTo>
                  <a:pt x="4173" y="4537"/>
                </a:lnTo>
                <a:lnTo>
                  <a:pt x="4258" y="4344"/>
                </a:lnTo>
                <a:lnTo>
                  <a:pt x="4365" y="4194"/>
                </a:lnTo>
                <a:lnTo>
                  <a:pt x="4601" y="3873"/>
                </a:lnTo>
                <a:lnTo>
                  <a:pt x="4601" y="3873"/>
                </a:lnTo>
                <a:lnTo>
                  <a:pt x="4708" y="3702"/>
                </a:lnTo>
                <a:lnTo>
                  <a:pt x="4836" y="3510"/>
                </a:lnTo>
                <a:lnTo>
                  <a:pt x="4943" y="3317"/>
                </a:lnTo>
                <a:lnTo>
                  <a:pt x="4964" y="3210"/>
                </a:lnTo>
                <a:lnTo>
                  <a:pt x="4964" y="3124"/>
                </a:lnTo>
                <a:lnTo>
                  <a:pt x="4964" y="3124"/>
                </a:lnTo>
                <a:lnTo>
                  <a:pt x="4943" y="3039"/>
                </a:lnTo>
                <a:lnTo>
                  <a:pt x="4900" y="2996"/>
                </a:lnTo>
                <a:lnTo>
                  <a:pt x="4857" y="2953"/>
                </a:lnTo>
                <a:lnTo>
                  <a:pt x="4793" y="2953"/>
                </a:lnTo>
                <a:lnTo>
                  <a:pt x="4643" y="2975"/>
                </a:lnTo>
                <a:lnTo>
                  <a:pt x="4494" y="2975"/>
                </a:lnTo>
                <a:lnTo>
                  <a:pt x="4494" y="2975"/>
                </a:lnTo>
                <a:lnTo>
                  <a:pt x="4408" y="2953"/>
                </a:lnTo>
                <a:lnTo>
                  <a:pt x="4387" y="2932"/>
                </a:lnTo>
                <a:lnTo>
                  <a:pt x="4365" y="2911"/>
                </a:lnTo>
                <a:lnTo>
                  <a:pt x="4387" y="2846"/>
                </a:lnTo>
                <a:lnTo>
                  <a:pt x="4408" y="2739"/>
                </a:lnTo>
                <a:lnTo>
                  <a:pt x="4408" y="2739"/>
                </a:lnTo>
                <a:lnTo>
                  <a:pt x="4515" y="2333"/>
                </a:lnTo>
                <a:lnTo>
                  <a:pt x="4515" y="2333"/>
                </a:lnTo>
                <a:lnTo>
                  <a:pt x="4536" y="2162"/>
                </a:lnTo>
                <a:lnTo>
                  <a:pt x="4558" y="1990"/>
                </a:lnTo>
                <a:lnTo>
                  <a:pt x="4558" y="1905"/>
                </a:lnTo>
                <a:lnTo>
                  <a:pt x="4536" y="1819"/>
                </a:lnTo>
                <a:lnTo>
                  <a:pt x="4472" y="1777"/>
                </a:lnTo>
                <a:lnTo>
                  <a:pt x="4408" y="1712"/>
                </a:lnTo>
                <a:lnTo>
                  <a:pt x="4408" y="1712"/>
                </a:lnTo>
                <a:lnTo>
                  <a:pt x="4323" y="1691"/>
                </a:lnTo>
                <a:lnTo>
                  <a:pt x="4237" y="1691"/>
                </a:lnTo>
                <a:lnTo>
                  <a:pt x="4044" y="1691"/>
                </a:lnTo>
                <a:lnTo>
                  <a:pt x="3959" y="1691"/>
                </a:lnTo>
                <a:lnTo>
                  <a:pt x="3873" y="1670"/>
                </a:lnTo>
                <a:lnTo>
                  <a:pt x="3788" y="1648"/>
                </a:lnTo>
                <a:lnTo>
                  <a:pt x="3723" y="1584"/>
                </a:lnTo>
                <a:lnTo>
                  <a:pt x="3723" y="1584"/>
                </a:lnTo>
                <a:lnTo>
                  <a:pt x="3702" y="1477"/>
                </a:lnTo>
                <a:lnTo>
                  <a:pt x="3681" y="1391"/>
                </a:lnTo>
                <a:lnTo>
                  <a:pt x="3659" y="1306"/>
                </a:lnTo>
                <a:lnTo>
                  <a:pt x="3638" y="1263"/>
                </a:lnTo>
                <a:lnTo>
                  <a:pt x="3595" y="1220"/>
                </a:lnTo>
                <a:lnTo>
                  <a:pt x="3595" y="1220"/>
                </a:lnTo>
                <a:lnTo>
                  <a:pt x="3531" y="1177"/>
                </a:lnTo>
                <a:lnTo>
                  <a:pt x="3467" y="1156"/>
                </a:lnTo>
                <a:lnTo>
                  <a:pt x="3317" y="1135"/>
                </a:lnTo>
                <a:lnTo>
                  <a:pt x="2953" y="1135"/>
                </a:lnTo>
                <a:lnTo>
                  <a:pt x="2782" y="1135"/>
                </a:lnTo>
                <a:lnTo>
                  <a:pt x="2632" y="1092"/>
                </a:lnTo>
                <a:lnTo>
                  <a:pt x="2568" y="1070"/>
                </a:lnTo>
                <a:lnTo>
                  <a:pt x="2525" y="1028"/>
                </a:lnTo>
                <a:lnTo>
                  <a:pt x="2504" y="964"/>
                </a:lnTo>
                <a:lnTo>
                  <a:pt x="2483" y="899"/>
                </a:lnTo>
                <a:lnTo>
                  <a:pt x="2483" y="899"/>
                </a:lnTo>
                <a:lnTo>
                  <a:pt x="2483" y="835"/>
                </a:lnTo>
                <a:lnTo>
                  <a:pt x="2504" y="750"/>
                </a:lnTo>
                <a:lnTo>
                  <a:pt x="2589" y="600"/>
                </a:lnTo>
                <a:lnTo>
                  <a:pt x="2589" y="600"/>
                </a:lnTo>
                <a:lnTo>
                  <a:pt x="2654" y="493"/>
                </a:lnTo>
                <a:lnTo>
                  <a:pt x="2696" y="450"/>
                </a:lnTo>
                <a:lnTo>
                  <a:pt x="2739" y="450"/>
                </a:lnTo>
                <a:lnTo>
                  <a:pt x="2825" y="450"/>
                </a:lnTo>
                <a:lnTo>
                  <a:pt x="2825" y="450"/>
                </a:lnTo>
                <a:lnTo>
                  <a:pt x="2953" y="386"/>
                </a:lnTo>
                <a:lnTo>
                  <a:pt x="3060" y="343"/>
                </a:lnTo>
                <a:lnTo>
                  <a:pt x="3103" y="300"/>
                </a:lnTo>
                <a:lnTo>
                  <a:pt x="3124" y="236"/>
                </a:lnTo>
                <a:lnTo>
                  <a:pt x="3103" y="172"/>
                </a:lnTo>
                <a:lnTo>
                  <a:pt x="3039" y="108"/>
                </a:lnTo>
                <a:lnTo>
                  <a:pt x="3039" y="108"/>
                </a:lnTo>
                <a:lnTo>
                  <a:pt x="2996" y="65"/>
                </a:lnTo>
                <a:lnTo>
                  <a:pt x="2932" y="43"/>
                </a:lnTo>
                <a:lnTo>
                  <a:pt x="2761" y="1"/>
                </a:lnTo>
                <a:lnTo>
                  <a:pt x="2589" y="1"/>
                </a:lnTo>
                <a:lnTo>
                  <a:pt x="2440" y="1"/>
                </a:lnTo>
                <a:lnTo>
                  <a:pt x="2440" y="1"/>
                </a:lnTo>
                <a:lnTo>
                  <a:pt x="2290" y="22"/>
                </a:lnTo>
                <a:lnTo>
                  <a:pt x="2162" y="86"/>
                </a:lnTo>
                <a:lnTo>
                  <a:pt x="2033" y="172"/>
                </a:lnTo>
                <a:lnTo>
                  <a:pt x="1905" y="257"/>
                </a:lnTo>
                <a:lnTo>
                  <a:pt x="1905" y="257"/>
                </a:lnTo>
                <a:lnTo>
                  <a:pt x="1798" y="386"/>
                </a:lnTo>
                <a:lnTo>
                  <a:pt x="1712" y="536"/>
                </a:lnTo>
                <a:lnTo>
                  <a:pt x="1669" y="685"/>
                </a:lnTo>
                <a:lnTo>
                  <a:pt x="1648" y="857"/>
                </a:lnTo>
                <a:lnTo>
                  <a:pt x="1648" y="857"/>
                </a:lnTo>
                <a:lnTo>
                  <a:pt x="1648" y="942"/>
                </a:lnTo>
                <a:lnTo>
                  <a:pt x="1669" y="1028"/>
                </a:lnTo>
                <a:lnTo>
                  <a:pt x="1712" y="1220"/>
                </a:lnTo>
                <a:lnTo>
                  <a:pt x="1755" y="1391"/>
                </a:lnTo>
                <a:lnTo>
                  <a:pt x="1755" y="1477"/>
                </a:lnTo>
                <a:lnTo>
                  <a:pt x="1755" y="1541"/>
                </a:lnTo>
                <a:lnTo>
                  <a:pt x="1755" y="1541"/>
                </a:lnTo>
                <a:lnTo>
                  <a:pt x="1776" y="1563"/>
                </a:lnTo>
                <a:lnTo>
                  <a:pt x="1776" y="1563"/>
                </a:lnTo>
                <a:lnTo>
                  <a:pt x="1776" y="1563"/>
                </a:lnTo>
                <a:lnTo>
                  <a:pt x="1712" y="1520"/>
                </a:lnTo>
                <a:lnTo>
                  <a:pt x="1669" y="1520"/>
                </a:lnTo>
                <a:lnTo>
                  <a:pt x="1605" y="1520"/>
                </a:lnTo>
                <a:lnTo>
                  <a:pt x="1520" y="1541"/>
                </a:lnTo>
                <a:lnTo>
                  <a:pt x="1391" y="1627"/>
                </a:lnTo>
                <a:lnTo>
                  <a:pt x="1284" y="1691"/>
                </a:lnTo>
                <a:lnTo>
                  <a:pt x="1284" y="1691"/>
                </a:lnTo>
                <a:lnTo>
                  <a:pt x="1156" y="1734"/>
                </a:lnTo>
                <a:lnTo>
                  <a:pt x="1049" y="1777"/>
                </a:lnTo>
                <a:lnTo>
                  <a:pt x="1028" y="1819"/>
                </a:lnTo>
                <a:lnTo>
                  <a:pt x="1006" y="1862"/>
                </a:lnTo>
                <a:lnTo>
                  <a:pt x="985" y="2012"/>
                </a:lnTo>
                <a:lnTo>
                  <a:pt x="985" y="2012"/>
                </a:lnTo>
                <a:lnTo>
                  <a:pt x="985" y="2247"/>
                </a:lnTo>
                <a:lnTo>
                  <a:pt x="1006" y="2483"/>
                </a:lnTo>
                <a:lnTo>
                  <a:pt x="1028" y="2718"/>
                </a:lnTo>
                <a:lnTo>
                  <a:pt x="1028" y="2932"/>
                </a:lnTo>
                <a:lnTo>
                  <a:pt x="1028" y="2932"/>
                </a:lnTo>
                <a:lnTo>
                  <a:pt x="1028" y="3103"/>
                </a:lnTo>
                <a:lnTo>
                  <a:pt x="1006" y="3146"/>
                </a:lnTo>
                <a:lnTo>
                  <a:pt x="985" y="3167"/>
                </a:lnTo>
                <a:lnTo>
                  <a:pt x="899" y="3189"/>
                </a:lnTo>
                <a:lnTo>
                  <a:pt x="835" y="3210"/>
                </a:lnTo>
                <a:lnTo>
                  <a:pt x="771" y="3253"/>
                </a:lnTo>
                <a:lnTo>
                  <a:pt x="771" y="3253"/>
                </a:lnTo>
                <a:lnTo>
                  <a:pt x="685" y="3317"/>
                </a:lnTo>
                <a:lnTo>
                  <a:pt x="642" y="3381"/>
                </a:lnTo>
                <a:lnTo>
                  <a:pt x="621" y="3467"/>
                </a:lnTo>
                <a:lnTo>
                  <a:pt x="600" y="3531"/>
                </a:lnTo>
                <a:lnTo>
                  <a:pt x="621" y="3617"/>
                </a:lnTo>
                <a:lnTo>
                  <a:pt x="642" y="3702"/>
                </a:lnTo>
                <a:lnTo>
                  <a:pt x="728" y="3873"/>
                </a:lnTo>
                <a:lnTo>
                  <a:pt x="835" y="4044"/>
                </a:lnTo>
                <a:lnTo>
                  <a:pt x="963" y="4216"/>
                </a:lnTo>
                <a:lnTo>
                  <a:pt x="1070" y="4365"/>
                </a:lnTo>
                <a:lnTo>
                  <a:pt x="1135" y="4494"/>
                </a:lnTo>
                <a:lnTo>
                  <a:pt x="1135" y="4494"/>
                </a:lnTo>
                <a:lnTo>
                  <a:pt x="1284" y="4858"/>
                </a:lnTo>
                <a:lnTo>
                  <a:pt x="1456" y="5221"/>
                </a:lnTo>
                <a:lnTo>
                  <a:pt x="1456" y="5221"/>
                </a:lnTo>
                <a:lnTo>
                  <a:pt x="1541" y="5392"/>
                </a:lnTo>
                <a:lnTo>
                  <a:pt x="1648" y="5585"/>
                </a:lnTo>
                <a:lnTo>
                  <a:pt x="1734" y="5778"/>
                </a:lnTo>
                <a:lnTo>
                  <a:pt x="1734" y="5885"/>
                </a:lnTo>
                <a:lnTo>
                  <a:pt x="1734" y="5970"/>
                </a:lnTo>
                <a:lnTo>
                  <a:pt x="1734" y="5970"/>
                </a:lnTo>
                <a:lnTo>
                  <a:pt x="1691" y="6184"/>
                </a:lnTo>
                <a:lnTo>
                  <a:pt x="1605" y="6355"/>
                </a:lnTo>
                <a:lnTo>
                  <a:pt x="1520" y="6548"/>
                </a:lnTo>
                <a:lnTo>
                  <a:pt x="1391" y="6740"/>
                </a:lnTo>
                <a:lnTo>
                  <a:pt x="1263" y="6912"/>
                </a:lnTo>
                <a:lnTo>
                  <a:pt x="1135" y="7061"/>
                </a:lnTo>
                <a:lnTo>
                  <a:pt x="985" y="7211"/>
                </a:lnTo>
                <a:lnTo>
                  <a:pt x="835" y="7339"/>
                </a:lnTo>
                <a:lnTo>
                  <a:pt x="835" y="7339"/>
                </a:lnTo>
                <a:lnTo>
                  <a:pt x="578" y="7532"/>
                </a:lnTo>
                <a:lnTo>
                  <a:pt x="300" y="7767"/>
                </a:lnTo>
                <a:lnTo>
                  <a:pt x="193" y="7874"/>
                </a:lnTo>
                <a:lnTo>
                  <a:pt x="86" y="8003"/>
                </a:lnTo>
                <a:lnTo>
                  <a:pt x="22" y="8152"/>
                </a:lnTo>
                <a:lnTo>
                  <a:pt x="1" y="8302"/>
                </a:lnTo>
                <a:lnTo>
                  <a:pt x="1" y="8302"/>
                </a:lnTo>
                <a:lnTo>
                  <a:pt x="86" y="8409"/>
                </a:lnTo>
                <a:lnTo>
                  <a:pt x="86" y="8409"/>
                </a:lnTo>
                <a:lnTo>
                  <a:pt x="108" y="8580"/>
                </a:lnTo>
                <a:lnTo>
                  <a:pt x="108" y="8580"/>
                </a:lnTo>
                <a:lnTo>
                  <a:pt x="108" y="8709"/>
                </a:lnTo>
                <a:lnTo>
                  <a:pt x="150" y="8752"/>
                </a:lnTo>
                <a:lnTo>
                  <a:pt x="215" y="8773"/>
                </a:lnTo>
                <a:lnTo>
                  <a:pt x="215" y="8773"/>
                </a:lnTo>
                <a:lnTo>
                  <a:pt x="257" y="8773"/>
                </a:lnTo>
                <a:lnTo>
                  <a:pt x="300" y="8773"/>
                </a:lnTo>
                <a:lnTo>
                  <a:pt x="343" y="8709"/>
                </a:lnTo>
                <a:lnTo>
                  <a:pt x="343" y="8645"/>
                </a:lnTo>
                <a:lnTo>
                  <a:pt x="364" y="8538"/>
                </a:lnTo>
                <a:lnTo>
                  <a:pt x="364" y="8452"/>
                </a:lnTo>
                <a:lnTo>
                  <a:pt x="364" y="8366"/>
                </a:lnTo>
                <a:lnTo>
                  <a:pt x="407" y="8324"/>
                </a:lnTo>
                <a:lnTo>
                  <a:pt x="429" y="8324"/>
                </a:lnTo>
                <a:lnTo>
                  <a:pt x="471" y="8324"/>
                </a:lnTo>
                <a:lnTo>
                  <a:pt x="471" y="8324"/>
                </a:lnTo>
                <a:lnTo>
                  <a:pt x="493" y="8345"/>
                </a:lnTo>
                <a:lnTo>
                  <a:pt x="514" y="8409"/>
                </a:lnTo>
                <a:lnTo>
                  <a:pt x="535" y="8580"/>
                </a:lnTo>
                <a:lnTo>
                  <a:pt x="557" y="8645"/>
                </a:lnTo>
                <a:lnTo>
                  <a:pt x="578" y="8687"/>
                </a:lnTo>
                <a:lnTo>
                  <a:pt x="621" y="8709"/>
                </a:lnTo>
                <a:lnTo>
                  <a:pt x="707" y="8666"/>
                </a:lnTo>
                <a:lnTo>
                  <a:pt x="707" y="8666"/>
                </a:lnTo>
                <a:lnTo>
                  <a:pt x="707" y="8623"/>
                </a:lnTo>
                <a:lnTo>
                  <a:pt x="728" y="8538"/>
                </a:lnTo>
                <a:lnTo>
                  <a:pt x="728" y="8324"/>
                </a:lnTo>
                <a:lnTo>
                  <a:pt x="749" y="8110"/>
                </a:lnTo>
                <a:lnTo>
                  <a:pt x="771" y="8045"/>
                </a:lnTo>
                <a:lnTo>
                  <a:pt x="771" y="8045"/>
                </a:lnTo>
                <a:lnTo>
                  <a:pt x="792" y="8024"/>
                </a:lnTo>
                <a:lnTo>
                  <a:pt x="792" y="8024"/>
                </a:lnTo>
                <a:lnTo>
                  <a:pt x="835" y="8067"/>
                </a:lnTo>
                <a:lnTo>
                  <a:pt x="856" y="8131"/>
                </a:lnTo>
                <a:lnTo>
                  <a:pt x="835" y="8324"/>
                </a:lnTo>
                <a:lnTo>
                  <a:pt x="835" y="8431"/>
                </a:lnTo>
                <a:lnTo>
                  <a:pt x="835" y="8538"/>
                </a:lnTo>
                <a:lnTo>
                  <a:pt x="878" y="8602"/>
                </a:lnTo>
                <a:lnTo>
                  <a:pt x="921" y="8645"/>
                </a:lnTo>
                <a:lnTo>
                  <a:pt x="921" y="8645"/>
                </a:lnTo>
                <a:lnTo>
                  <a:pt x="963" y="8666"/>
                </a:lnTo>
                <a:lnTo>
                  <a:pt x="1006" y="8666"/>
                </a:lnTo>
                <a:lnTo>
                  <a:pt x="1028" y="8645"/>
                </a:lnTo>
                <a:lnTo>
                  <a:pt x="1049" y="8602"/>
                </a:lnTo>
                <a:lnTo>
                  <a:pt x="1092" y="8516"/>
                </a:lnTo>
                <a:lnTo>
                  <a:pt x="1092" y="8409"/>
                </a:lnTo>
                <a:lnTo>
                  <a:pt x="1092" y="8152"/>
                </a:lnTo>
                <a:lnTo>
                  <a:pt x="1092" y="7981"/>
                </a:lnTo>
                <a:lnTo>
                  <a:pt x="1092" y="7981"/>
                </a:lnTo>
                <a:lnTo>
                  <a:pt x="1070" y="7832"/>
                </a:lnTo>
                <a:lnTo>
                  <a:pt x="1092" y="7746"/>
                </a:lnTo>
                <a:lnTo>
                  <a:pt x="1113" y="7725"/>
                </a:lnTo>
                <a:lnTo>
                  <a:pt x="1135" y="7703"/>
                </a:lnTo>
                <a:lnTo>
                  <a:pt x="1135" y="7703"/>
                </a:lnTo>
                <a:lnTo>
                  <a:pt x="1177" y="7682"/>
                </a:lnTo>
                <a:lnTo>
                  <a:pt x="1199" y="7703"/>
                </a:lnTo>
                <a:lnTo>
                  <a:pt x="1199" y="7746"/>
                </a:lnTo>
                <a:lnTo>
                  <a:pt x="1220" y="7789"/>
                </a:lnTo>
                <a:lnTo>
                  <a:pt x="1220" y="7789"/>
                </a:lnTo>
                <a:lnTo>
                  <a:pt x="1242" y="7832"/>
                </a:lnTo>
                <a:lnTo>
                  <a:pt x="1263" y="7874"/>
                </a:lnTo>
                <a:lnTo>
                  <a:pt x="1284" y="7896"/>
                </a:lnTo>
                <a:lnTo>
                  <a:pt x="1349" y="7896"/>
                </a:lnTo>
                <a:lnTo>
                  <a:pt x="1349" y="7896"/>
                </a:lnTo>
                <a:lnTo>
                  <a:pt x="1370" y="7874"/>
                </a:lnTo>
                <a:lnTo>
                  <a:pt x="1391" y="7853"/>
                </a:lnTo>
                <a:lnTo>
                  <a:pt x="1391" y="7746"/>
                </a:lnTo>
                <a:lnTo>
                  <a:pt x="1391" y="7596"/>
                </a:lnTo>
                <a:lnTo>
                  <a:pt x="1391" y="7596"/>
                </a:lnTo>
                <a:lnTo>
                  <a:pt x="1391" y="7511"/>
                </a:lnTo>
                <a:lnTo>
                  <a:pt x="1413" y="7425"/>
                </a:lnTo>
                <a:lnTo>
                  <a:pt x="1456" y="7339"/>
                </a:lnTo>
                <a:lnTo>
                  <a:pt x="1498" y="7318"/>
                </a:lnTo>
                <a:lnTo>
                  <a:pt x="1541" y="7297"/>
                </a:lnTo>
                <a:lnTo>
                  <a:pt x="1541" y="7297"/>
                </a:lnTo>
                <a:lnTo>
                  <a:pt x="1562" y="7297"/>
                </a:lnTo>
                <a:lnTo>
                  <a:pt x="1584" y="7318"/>
                </a:lnTo>
                <a:lnTo>
                  <a:pt x="1627" y="7404"/>
                </a:lnTo>
                <a:lnTo>
                  <a:pt x="1669" y="7553"/>
                </a:lnTo>
                <a:lnTo>
                  <a:pt x="1669" y="7553"/>
                </a:lnTo>
                <a:lnTo>
                  <a:pt x="1712" y="7618"/>
                </a:lnTo>
                <a:lnTo>
                  <a:pt x="1755" y="7660"/>
                </a:lnTo>
                <a:lnTo>
                  <a:pt x="1798" y="7682"/>
                </a:lnTo>
                <a:lnTo>
                  <a:pt x="1841" y="7682"/>
                </a:lnTo>
                <a:lnTo>
                  <a:pt x="1926" y="7660"/>
                </a:lnTo>
                <a:lnTo>
                  <a:pt x="1990" y="7660"/>
                </a:lnTo>
                <a:lnTo>
                  <a:pt x="2033" y="7682"/>
                </a:lnTo>
                <a:lnTo>
                  <a:pt x="2033" y="7682"/>
                </a:lnTo>
                <a:lnTo>
                  <a:pt x="2097" y="7725"/>
                </a:lnTo>
                <a:lnTo>
                  <a:pt x="2140" y="7810"/>
                </a:lnTo>
                <a:lnTo>
                  <a:pt x="2247" y="7960"/>
                </a:lnTo>
                <a:lnTo>
                  <a:pt x="2247" y="7960"/>
                </a:lnTo>
                <a:lnTo>
                  <a:pt x="2311" y="8067"/>
                </a:lnTo>
                <a:lnTo>
                  <a:pt x="2333" y="8131"/>
                </a:lnTo>
                <a:lnTo>
                  <a:pt x="2311" y="8238"/>
                </a:lnTo>
                <a:lnTo>
                  <a:pt x="2290" y="8366"/>
                </a:lnTo>
                <a:lnTo>
                  <a:pt x="2290" y="8366"/>
                </a:lnTo>
                <a:lnTo>
                  <a:pt x="2226" y="8602"/>
                </a:lnTo>
                <a:lnTo>
                  <a:pt x="2162" y="8837"/>
                </a:lnTo>
                <a:lnTo>
                  <a:pt x="2097" y="9308"/>
                </a:lnTo>
                <a:lnTo>
                  <a:pt x="2097" y="9308"/>
                </a:lnTo>
                <a:lnTo>
                  <a:pt x="2055" y="9543"/>
                </a:lnTo>
                <a:lnTo>
                  <a:pt x="2012" y="9693"/>
                </a:lnTo>
                <a:lnTo>
                  <a:pt x="2012" y="9800"/>
                </a:lnTo>
                <a:lnTo>
                  <a:pt x="2012" y="9800"/>
                </a:lnTo>
                <a:lnTo>
                  <a:pt x="2033" y="9886"/>
                </a:lnTo>
                <a:lnTo>
                  <a:pt x="2055" y="9928"/>
                </a:lnTo>
                <a:lnTo>
                  <a:pt x="2097" y="9950"/>
                </a:lnTo>
                <a:lnTo>
                  <a:pt x="2119" y="10014"/>
                </a:lnTo>
                <a:lnTo>
                  <a:pt x="2119" y="10014"/>
                </a:lnTo>
                <a:lnTo>
                  <a:pt x="2140" y="10078"/>
                </a:lnTo>
                <a:lnTo>
                  <a:pt x="2140" y="10142"/>
                </a:lnTo>
                <a:lnTo>
                  <a:pt x="2140" y="10271"/>
                </a:lnTo>
                <a:lnTo>
                  <a:pt x="2162" y="10313"/>
                </a:lnTo>
                <a:lnTo>
                  <a:pt x="2204" y="10335"/>
                </a:lnTo>
                <a:lnTo>
                  <a:pt x="2269" y="10356"/>
                </a:lnTo>
                <a:lnTo>
                  <a:pt x="2376" y="10356"/>
                </a:lnTo>
                <a:lnTo>
                  <a:pt x="2376" y="10356"/>
                </a:lnTo>
                <a:lnTo>
                  <a:pt x="2504" y="10313"/>
                </a:lnTo>
                <a:lnTo>
                  <a:pt x="2654" y="10292"/>
                </a:lnTo>
                <a:lnTo>
                  <a:pt x="2654" y="10292"/>
                </a:lnTo>
                <a:lnTo>
                  <a:pt x="2782" y="10271"/>
                </a:lnTo>
                <a:lnTo>
                  <a:pt x="2889" y="10206"/>
                </a:lnTo>
                <a:lnTo>
                  <a:pt x="2889" y="10206"/>
                </a:lnTo>
                <a:lnTo>
                  <a:pt x="3017" y="10142"/>
                </a:lnTo>
                <a:lnTo>
                  <a:pt x="3146" y="10057"/>
                </a:lnTo>
                <a:lnTo>
                  <a:pt x="3146" y="10057"/>
                </a:lnTo>
                <a:lnTo>
                  <a:pt x="3189" y="9993"/>
                </a:lnTo>
                <a:lnTo>
                  <a:pt x="3210" y="9928"/>
                </a:lnTo>
                <a:lnTo>
                  <a:pt x="3231" y="9864"/>
                </a:lnTo>
                <a:lnTo>
                  <a:pt x="3274" y="9800"/>
                </a:lnTo>
                <a:lnTo>
                  <a:pt x="3274" y="9800"/>
                </a:lnTo>
                <a:lnTo>
                  <a:pt x="3317" y="9779"/>
                </a:lnTo>
                <a:lnTo>
                  <a:pt x="3360" y="9779"/>
                </a:lnTo>
                <a:lnTo>
                  <a:pt x="3445" y="9757"/>
                </a:lnTo>
                <a:lnTo>
                  <a:pt x="3488" y="9757"/>
                </a:lnTo>
                <a:lnTo>
                  <a:pt x="3488" y="9714"/>
                </a:lnTo>
                <a:lnTo>
                  <a:pt x="3509" y="9650"/>
                </a:lnTo>
                <a:lnTo>
                  <a:pt x="3488" y="9565"/>
                </a:lnTo>
                <a:lnTo>
                  <a:pt x="3488" y="9565"/>
                </a:lnTo>
                <a:lnTo>
                  <a:pt x="3445" y="9372"/>
                </a:lnTo>
                <a:lnTo>
                  <a:pt x="3360" y="9179"/>
                </a:lnTo>
                <a:lnTo>
                  <a:pt x="3274" y="8987"/>
                </a:lnTo>
                <a:lnTo>
                  <a:pt x="3210" y="8794"/>
                </a:lnTo>
                <a:lnTo>
                  <a:pt x="3210" y="8794"/>
                </a:lnTo>
                <a:lnTo>
                  <a:pt x="3060" y="8388"/>
                </a:lnTo>
                <a:lnTo>
                  <a:pt x="2996" y="8174"/>
                </a:lnTo>
                <a:lnTo>
                  <a:pt x="2975" y="8067"/>
                </a:lnTo>
                <a:lnTo>
                  <a:pt x="2996" y="8003"/>
                </a:lnTo>
                <a:lnTo>
                  <a:pt x="2996" y="8003"/>
                </a:lnTo>
                <a:lnTo>
                  <a:pt x="3082" y="7853"/>
                </a:lnTo>
                <a:lnTo>
                  <a:pt x="3167" y="7767"/>
                </a:lnTo>
                <a:lnTo>
                  <a:pt x="3210" y="7725"/>
                </a:lnTo>
                <a:lnTo>
                  <a:pt x="3210" y="7725"/>
                </a:lnTo>
                <a:lnTo>
                  <a:pt x="3274" y="7725"/>
                </a:lnTo>
                <a:lnTo>
                  <a:pt x="3317" y="7725"/>
                </a:lnTo>
                <a:lnTo>
                  <a:pt x="3360" y="7725"/>
                </a:lnTo>
                <a:lnTo>
                  <a:pt x="3424" y="7725"/>
                </a:lnTo>
                <a:lnTo>
                  <a:pt x="3424" y="7725"/>
                </a:lnTo>
                <a:lnTo>
                  <a:pt x="3488" y="7660"/>
                </a:lnTo>
                <a:lnTo>
                  <a:pt x="3552" y="7596"/>
                </a:lnTo>
                <a:lnTo>
                  <a:pt x="3638" y="7404"/>
                </a:lnTo>
                <a:lnTo>
                  <a:pt x="3745" y="7211"/>
                </a:lnTo>
                <a:lnTo>
                  <a:pt x="3830" y="7061"/>
                </a:lnTo>
                <a:lnTo>
                  <a:pt x="3830" y="7061"/>
                </a:lnTo>
                <a:lnTo>
                  <a:pt x="3895" y="6997"/>
                </a:lnTo>
                <a:lnTo>
                  <a:pt x="3937" y="6976"/>
                </a:lnTo>
                <a:lnTo>
                  <a:pt x="4002" y="6954"/>
                </a:lnTo>
                <a:lnTo>
                  <a:pt x="4044" y="6976"/>
                </a:lnTo>
                <a:lnTo>
                  <a:pt x="4173" y="7061"/>
                </a:lnTo>
                <a:lnTo>
                  <a:pt x="4301" y="7168"/>
                </a:lnTo>
                <a:lnTo>
                  <a:pt x="4301" y="7168"/>
                </a:lnTo>
                <a:lnTo>
                  <a:pt x="4686" y="7425"/>
                </a:lnTo>
                <a:lnTo>
                  <a:pt x="4879" y="7553"/>
                </a:lnTo>
                <a:lnTo>
                  <a:pt x="5050" y="7703"/>
                </a:lnTo>
                <a:lnTo>
                  <a:pt x="5050" y="7703"/>
                </a:lnTo>
                <a:lnTo>
                  <a:pt x="5157" y="7789"/>
                </a:lnTo>
                <a:lnTo>
                  <a:pt x="5285" y="7853"/>
                </a:lnTo>
                <a:lnTo>
                  <a:pt x="5328" y="7853"/>
                </a:lnTo>
                <a:lnTo>
                  <a:pt x="5371" y="7832"/>
                </a:lnTo>
                <a:lnTo>
                  <a:pt x="5392" y="7789"/>
                </a:lnTo>
                <a:lnTo>
                  <a:pt x="5414" y="7703"/>
                </a:lnTo>
                <a:lnTo>
                  <a:pt x="5414" y="7703"/>
                </a:lnTo>
                <a:close/>
                <a:moveTo>
                  <a:pt x="4323" y="3231"/>
                </a:moveTo>
                <a:lnTo>
                  <a:pt x="4323" y="3231"/>
                </a:lnTo>
                <a:lnTo>
                  <a:pt x="4408" y="3189"/>
                </a:lnTo>
                <a:lnTo>
                  <a:pt x="4515" y="3167"/>
                </a:lnTo>
                <a:lnTo>
                  <a:pt x="4622" y="3189"/>
                </a:lnTo>
                <a:lnTo>
                  <a:pt x="4708" y="3210"/>
                </a:lnTo>
                <a:lnTo>
                  <a:pt x="4708" y="3210"/>
                </a:lnTo>
                <a:lnTo>
                  <a:pt x="4665" y="3360"/>
                </a:lnTo>
                <a:lnTo>
                  <a:pt x="4579" y="3510"/>
                </a:lnTo>
                <a:lnTo>
                  <a:pt x="4472" y="3659"/>
                </a:lnTo>
                <a:lnTo>
                  <a:pt x="4408" y="3724"/>
                </a:lnTo>
                <a:lnTo>
                  <a:pt x="4365" y="3745"/>
                </a:lnTo>
                <a:lnTo>
                  <a:pt x="4365" y="3745"/>
                </a:lnTo>
                <a:lnTo>
                  <a:pt x="4301" y="3488"/>
                </a:lnTo>
                <a:lnTo>
                  <a:pt x="4301" y="3317"/>
                </a:lnTo>
                <a:lnTo>
                  <a:pt x="4301" y="3274"/>
                </a:lnTo>
                <a:lnTo>
                  <a:pt x="4323" y="3231"/>
                </a:lnTo>
                <a:lnTo>
                  <a:pt x="4323" y="3231"/>
                </a:lnTo>
                <a:close/>
                <a:moveTo>
                  <a:pt x="1092" y="3659"/>
                </a:moveTo>
                <a:lnTo>
                  <a:pt x="1092" y="3659"/>
                </a:lnTo>
                <a:lnTo>
                  <a:pt x="1070" y="3745"/>
                </a:lnTo>
                <a:lnTo>
                  <a:pt x="1049" y="3788"/>
                </a:lnTo>
                <a:lnTo>
                  <a:pt x="1028" y="3809"/>
                </a:lnTo>
                <a:lnTo>
                  <a:pt x="985" y="3809"/>
                </a:lnTo>
                <a:lnTo>
                  <a:pt x="942" y="3788"/>
                </a:lnTo>
                <a:lnTo>
                  <a:pt x="921" y="3745"/>
                </a:lnTo>
                <a:lnTo>
                  <a:pt x="878" y="3681"/>
                </a:lnTo>
                <a:lnTo>
                  <a:pt x="878" y="3617"/>
                </a:lnTo>
                <a:lnTo>
                  <a:pt x="878" y="3617"/>
                </a:lnTo>
                <a:lnTo>
                  <a:pt x="878" y="3531"/>
                </a:lnTo>
                <a:lnTo>
                  <a:pt x="899" y="3445"/>
                </a:lnTo>
                <a:lnTo>
                  <a:pt x="921" y="3424"/>
                </a:lnTo>
                <a:lnTo>
                  <a:pt x="942" y="3403"/>
                </a:lnTo>
                <a:lnTo>
                  <a:pt x="985" y="3403"/>
                </a:lnTo>
                <a:lnTo>
                  <a:pt x="1028" y="3424"/>
                </a:lnTo>
                <a:lnTo>
                  <a:pt x="1028" y="3424"/>
                </a:lnTo>
                <a:lnTo>
                  <a:pt x="1070" y="3424"/>
                </a:lnTo>
                <a:lnTo>
                  <a:pt x="1092" y="3467"/>
                </a:lnTo>
                <a:lnTo>
                  <a:pt x="1092" y="3531"/>
                </a:lnTo>
                <a:lnTo>
                  <a:pt x="1092" y="3659"/>
                </a:lnTo>
                <a:lnTo>
                  <a:pt x="1092" y="3659"/>
                </a:lnTo>
                <a:close/>
                <a:moveTo>
                  <a:pt x="1734" y="5285"/>
                </a:moveTo>
                <a:lnTo>
                  <a:pt x="1734" y="5285"/>
                </a:lnTo>
                <a:lnTo>
                  <a:pt x="1562" y="4900"/>
                </a:lnTo>
                <a:lnTo>
                  <a:pt x="1477" y="4708"/>
                </a:lnTo>
                <a:lnTo>
                  <a:pt x="1413" y="4515"/>
                </a:lnTo>
                <a:lnTo>
                  <a:pt x="1349" y="4323"/>
                </a:lnTo>
                <a:lnTo>
                  <a:pt x="1327" y="4109"/>
                </a:lnTo>
                <a:lnTo>
                  <a:pt x="1327" y="3916"/>
                </a:lnTo>
                <a:lnTo>
                  <a:pt x="1370" y="3702"/>
                </a:lnTo>
                <a:lnTo>
                  <a:pt x="1370" y="3702"/>
                </a:lnTo>
                <a:lnTo>
                  <a:pt x="1456" y="3873"/>
                </a:lnTo>
                <a:lnTo>
                  <a:pt x="1477" y="3916"/>
                </a:lnTo>
                <a:lnTo>
                  <a:pt x="1520" y="3916"/>
                </a:lnTo>
                <a:lnTo>
                  <a:pt x="1541" y="3916"/>
                </a:lnTo>
                <a:lnTo>
                  <a:pt x="1562" y="3873"/>
                </a:lnTo>
                <a:lnTo>
                  <a:pt x="1605" y="3788"/>
                </a:lnTo>
                <a:lnTo>
                  <a:pt x="1648" y="3659"/>
                </a:lnTo>
                <a:lnTo>
                  <a:pt x="1648" y="3531"/>
                </a:lnTo>
                <a:lnTo>
                  <a:pt x="1669" y="3424"/>
                </a:lnTo>
                <a:lnTo>
                  <a:pt x="1648" y="3381"/>
                </a:lnTo>
                <a:lnTo>
                  <a:pt x="1648" y="3381"/>
                </a:lnTo>
                <a:lnTo>
                  <a:pt x="1648" y="3189"/>
                </a:lnTo>
                <a:lnTo>
                  <a:pt x="1669" y="2996"/>
                </a:lnTo>
                <a:lnTo>
                  <a:pt x="1712" y="2804"/>
                </a:lnTo>
                <a:lnTo>
                  <a:pt x="1776" y="2611"/>
                </a:lnTo>
                <a:lnTo>
                  <a:pt x="1776" y="2611"/>
                </a:lnTo>
                <a:lnTo>
                  <a:pt x="1948" y="2269"/>
                </a:lnTo>
                <a:lnTo>
                  <a:pt x="2076" y="2076"/>
                </a:lnTo>
                <a:lnTo>
                  <a:pt x="2140" y="2012"/>
                </a:lnTo>
                <a:lnTo>
                  <a:pt x="2183" y="1990"/>
                </a:lnTo>
                <a:lnTo>
                  <a:pt x="2183" y="1990"/>
                </a:lnTo>
                <a:lnTo>
                  <a:pt x="2247" y="2012"/>
                </a:lnTo>
                <a:lnTo>
                  <a:pt x="2290" y="2055"/>
                </a:lnTo>
                <a:lnTo>
                  <a:pt x="2376" y="2162"/>
                </a:lnTo>
                <a:lnTo>
                  <a:pt x="2418" y="2247"/>
                </a:lnTo>
                <a:lnTo>
                  <a:pt x="2483" y="2290"/>
                </a:lnTo>
                <a:lnTo>
                  <a:pt x="2547" y="2333"/>
                </a:lnTo>
                <a:lnTo>
                  <a:pt x="2632" y="2333"/>
                </a:lnTo>
                <a:lnTo>
                  <a:pt x="2632" y="2333"/>
                </a:lnTo>
                <a:lnTo>
                  <a:pt x="2718" y="2311"/>
                </a:lnTo>
                <a:lnTo>
                  <a:pt x="2803" y="2290"/>
                </a:lnTo>
                <a:lnTo>
                  <a:pt x="2932" y="2183"/>
                </a:lnTo>
                <a:lnTo>
                  <a:pt x="3146" y="1948"/>
                </a:lnTo>
                <a:lnTo>
                  <a:pt x="3146" y="1948"/>
                </a:lnTo>
                <a:lnTo>
                  <a:pt x="3210" y="1862"/>
                </a:lnTo>
                <a:lnTo>
                  <a:pt x="3274" y="1841"/>
                </a:lnTo>
                <a:lnTo>
                  <a:pt x="3317" y="1819"/>
                </a:lnTo>
                <a:lnTo>
                  <a:pt x="3360" y="1819"/>
                </a:lnTo>
                <a:lnTo>
                  <a:pt x="3403" y="1862"/>
                </a:lnTo>
                <a:lnTo>
                  <a:pt x="3445" y="1905"/>
                </a:lnTo>
                <a:lnTo>
                  <a:pt x="3552" y="2055"/>
                </a:lnTo>
                <a:lnTo>
                  <a:pt x="3552" y="2055"/>
                </a:lnTo>
                <a:lnTo>
                  <a:pt x="3638" y="2183"/>
                </a:lnTo>
                <a:lnTo>
                  <a:pt x="3702" y="2333"/>
                </a:lnTo>
                <a:lnTo>
                  <a:pt x="3766" y="2483"/>
                </a:lnTo>
                <a:lnTo>
                  <a:pt x="3809" y="2654"/>
                </a:lnTo>
                <a:lnTo>
                  <a:pt x="3809" y="2654"/>
                </a:lnTo>
                <a:lnTo>
                  <a:pt x="3830" y="2846"/>
                </a:lnTo>
                <a:lnTo>
                  <a:pt x="3830" y="3060"/>
                </a:lnTo>
                <a:lnTo>
                  <a:pt x="3830" y="3274"/>
                </a:lnTo>
                <a:lnTo>
                  <a:pt x="3852" y="3381"/>
                </a:lnTo>
                <a:lnTo>
                  <a:pt x="3873" y="3488"/>
                </a:lnTo>
                <a:lnTo>
                  <a:pt x="3873" y="3488"/>
                </a:lnTo>
                <a:lnTo>
                  <a:pt x="3895" y="3552"/>
                </a:lnTo>
                <a:lnTo>
                  <a:pt x="3937" y="3617"/>
                </a:lnTo>
                <a:lnTo>
                  <a:pt x="3959" y="3681"/>
                </a:lnTo>
                <a:lnTo>
                  <a:pt x="4002" y="3745"/>
                </a:lnTo>
                <a:lnTo>
                  <a:pt x="4002" y="3745"/>
                </a:lnTo>
                <a:lnTo>
                  <a:pt x="4002" y="3831"/>
                </a:lnTo>
                <a:lnTo>
                  <a:pt x="4002" y="3916"/>
                </a:lnTo>
                <a:lnTo>
                  <a:pt x="3959" y="4087"/>
                </a:lnTo>
                <a:lnTo>
                  <a:pt x="3959" y="4087"/>
                </a:lnTo>
                <a:lnTo>
                  <a:pt x="3916" y="4301"/>
                </a:lnTo>
                <a:lnTo>
                  <a:pt x="3852" y="4515"/>
                </a:lnTo>
                <a:lnTo>
                  <a:pt x="3702" y="4922"/>
                </a:lnTo>
                <a:lnTo>
                  <a:pt x="3509" y="5328"/>
                </a:lnTo>
                <a:lnTo>
                  <a:pt x="3360" y="5735"/>
                </a:lnTo>
                <a:lnTo>
                  <a:pt x="3360" y="5735"/>
                </a:lnTo>
                <a:lnTo>
                  <a:pt x="3231" y="5992"/>
                </a:lnTo>
                <a:lnTo>
                  <a:pt x="3146" y="6184"/>
                </a:lnTo>
                <a:lnTo>
                  <a:pt x="3060" y="6355"/>
                </a:lnTo>
                <a:lnTo>
                  <a:pt x="2953" y="6505"/>
                </a:lnTo>
                <a:lnTo>
                  <a:pt x="2825" y="6633"/>
                </a:lnTo>
                <a:lnTo>
                  <a:pt x="2761" y="6676"/>
                </a:lnTo>
                <a:lnTo>
                  <a:pt x="2696" y="6719"/>
                </a:lnTo>
                <a:lnTo>
                  <a:pt x="2632" y="6719"/>
                </a:lnTo>
                <a:lnTo>
                  <a:pt x="2568" y="6698"/>
                </a:lnTo>
                <a:lnTo>
                  <a:pt x="2568" y="6698"/>
                </a:lnTo>
                <a:lnTo>
                  <a:pt x="2483" y="6676"/>
                </a:lnTo>
                <a:lnTo>
                  <a:pt x="2418" y="6612"/>
                </a:lnTo>
                <a:lnTo>
                  <a:pt x="2311" y="6441"/>
                </a:lnTo>
                <a:lnTo>
                  <a:pt x="2140" y="6077"/>
                </a:lnTo>
                <a:lnTo>
                  <a:pt x="2140" y="6077"/>
                </a:lnTo>
                <a:lnTo>
                  <a:pt x="1734" y="5285"/>
                </a:lnTo>
                <a:lnTo>
                  <a:pt x="1734" y="5285"/>
                </a:lnTo>
                <a:close/>
                <a:moveTo>
                  <a:pt x="2803" y="8366"/>
                </a:moveTo>
                <a:lnTo>
                  <a:pt x="2803" y="8366"/>
                </a:lnTo>
                <a:lnTo>
                  <a:pt x="2782" y="8409"/>
                </a:lnTo>
                <a:lnTo>
                  <a:pt x="2739" y="8452"/>
                </a:lnTo>
                <a:lnTo>
                  <a:pt x="2632" y="8516"/>
                </a:lnTo>
                <a:lnTo>
                  <a:pt x="2589" y="8538"/>
                </a:lnTo>
                <a:lnTo>
                  <a:pt x="2547" y="8538"/>
                </a:lnTo>
                <a:lnTo>
                  <a:pt x="2525" y="8495"/>
                </a:lnTo>
                <a:lnTo>
                  <a:pt x="2504" y="8431"/>
                </a:lnTo>
                <a:lnTo>
                  <a:pt x="2504" y="8431"/>
                </a:lnTo>
                <a:lnTo>
                  <a:pt x="2525" y="8345"/>
                </a:lnTo>
                <a:lnTo>
                  <a:pt x="2547" y="8302"/>
                </a:lnTo>
                <a:lnTo>
                  <a:pt x="2589" y="8238"/>
                </a:lnTo>
                <a:lnTo>
                  <a:pt x="2654" y="8217"/>
                </a:lnTo>
                <a:lnTo>
                  <a:pt x="2696" y="8217"/>
                </a:lnTo>
                <a:lnTo>
                  <a:pt x="2739" y="8238"/>
                </a:lnTo>
                <a:lnTo>
                  <a:pt x="2782" y="8281"/>
                </a:lnTo>
                <a:lnTo>
                  <a:pt x="2803" y="8366"/>
                </a:lnTo>
                <a:lnTo>
                  <a:pt x="2803" y="8366"/>
                </a:lnTo>
                <a:close/>
                <a:moveTo>
                  <a:pt x="2269" y="7489"/>
                </a:moveTo>
                <a:lnTo>
                  <a:pt x="2269" y="7489"/>
                </a:lnTo>
                <a:lnTo>
                  <a:pt x="2226" y="7446"/>
                </a:lnTo>
                <a:lnTo>
                  <a:pt x="2226" y="7425"/>
                </a:lnTo>
                <a:lnTo>
                  <a:pt x="2290" y="7361"/>
                </a:lnTo>
                <a:lnTo>
                  <a:pt x="2290" y="7361"/>
                </a:lnTo>
                <a:lnTo>
                  <a:pt x="2311" y="7382"/>
                </a:lnTo>
                <a:lnTo>
                  <a:pt x="2311" y="7425"/>
                </a:lnTo>
                <a:lnTo>
                  <a:pt x="2290" y="7446"/>
                </a:lnTo>
                <a:lnTo>
                  <a:pt x="2269" y="7489"/>
                </a:lnTo>
                <a:lnTo>
                  <a:pt x="2269" y="7489"/>
                </a:lnTo>
                <a:close/>
                <a:moveTo>
                  <a:pt x="1926" y="7361"/>
                </a:moveTo>
                <a:lnTo>
                  <a:pt x="1926" y="7361"/>
                </a:lnTo>
                <a:lnTo>
                  <a:pt x="1883" y="7361"/>
                </a:lnTo>
                <a:lnTo>
                  <a:pt x="1862" y="7339"/>
                </a:lnTo>
                <a:lnTo>
                  <a:pt x="1798" y="7275"/>
                </a:lnTo>
                <a:lnTo>
                  <a:pt x="1755" y="7190"/>
                </a:lnTo>
                <a:lnTo>
                  <a:pt x="1734" y="7083"/>
                </a:lnTo>
                <a:lnTo>
                  <a:pt x="1712" y="6890"/>
                </a:lnTo>
                <a:lnTo>
                  <a:pt x="1712" y="6805"/>
                </a:lnTo>
                <a:lnTo>
                  <a:pt x="1712" y="6805"/>
                </a:lnTo>
                <a:lnTo>
                  <a:pt x="1755" y="6655"/>
                </a:lnTo>
                <a:lnTo>
                  <a:pt x="1819" y="6484"/>
                </a:lnTo>
                <a:lnTo>
                  <a:pt x="1862" y="6398"/>
                </a:lnTo>
                <a:lnTo>
                  <a:pt x="1905" y="6334"/>
                </a:lnTo>
                <a:lnTo>
                  <a:pt x="1969" y="6291"/>
                </a:lnTo>
                <a:lnTo>
                  <a:pt x="2012" y="6312"/>
                </a:lnTo>
                <a:lnTo>
                  <a:pt x="2012" y="6312"/>
                </a:lnTo>
                <a:lnTo>
                  <a:pt x="2076" y="6398"/>
                </a:lnTo>
                <a:lnTo>
                  <a:pt x="2204" y="6591"/>
                </a:lnTo>
                <a:lnTo>
                  <a:pt x="2376" y="6890"/>
                </a:lnTo>
                <a:lnTo>
                  <a:pt x="2376" y="6890"/>
                </a:lnTo>
                <a:lnTo>
                  <a:pt x="2354" y="6933"/>
                </a:lnTo>
                <a:lnTo>
                  <a:pt x="2311" y="6997"/>
                </a:lnTo>
                <a:lnTo>
                  <a:pt x="2183" y="7147"/>
                </a:lnTo>
                <a:lnTo>
                  <a:pt x="2033" y="7297"/>
                </a:lnTo>
                <a:lnTo>
                  <a:pt x="1969" y="7339"/>
                </a:lnTo>
                <a:lnTo>
                  <a:pt x="1926" y="7361"/>
                </a:lnTo>
                <a:lnTo>
                  <a:pt x="1926" y="7361"/>
                </a:lnTo>
                <a:close/>
                <a:moveTo>
                  <a:pt x="3146" y="9458"/>
                </a:moveTo>
                <a:lnTo>
                  <a:pt x="3146" y="9458"/>
                </a:lnTo>
                <a:lnTo>
                  <a:pt x="3103" y="9479"/>
                </a:lnTo>
                <a:lnTo>
                  <a:pt x="2996" y="9543"/>
                </a:lnTo>
                <a:lnTo>
                  <a:pt x="2718" y="9650"/>
                </a:lnTo>
                <a:lnTo>
                  <a:pt x="2440" y="9714"/>
                </a:lnTo>
                <a:lnTo>
                  <a:pt x="2354" y="9736"/>
                </a:lnTo>
                <a:lnTo>
                  <a:pt x="2290" y="9714"/>
                </a:lnTo>
                <a:lnTo>
                  <a:pt x="2290" y="9714"/>
                </a:lnTo>
                <a:lnTo>
                  <a:pt x="2269" y="9693"/>
                </a:lnTo>
                <a:lnTo>
                  <a:pt x="2269" y="9650"/>
                </a:lnTo>
                <a:lnTo>
                  <a:pt x="2311" y="9565"/>
                </a:lnTo>
                <a:lnTo>
                  <a:pt x="2397" y="9479"/>
                </a:lnTo>
                <a:lnTo>
                  <a:pt x="2504" y="9372"/>
                </a:lnTo>
                <a:lnTo>
                  <a:pt x="2739" y="9201"/>
                </a:lnTo>
                <a:lnTo>
                  <a:pt x="2910" y="9137"/>
                </a:lnTo>
                <a:lnTo>
                  <a:pt x="2910" y="9137"/>
                </a:lnTo>
                <a:lnTo>
                  <a:pt x="2953" y="9137"/>
                </a:lnTo>
                <a:lnTo>
                  <a:pt x="3017" y="9137"/>
                </a:lnTo>
                <a:lnTo>
                  <a:pt x="3039" y="9179"/>
                </a:lnTo>
                <a:lnTo>
                  <a:pt x="3082" y="9201"/>
                </a:lnTo>
                <a:lnTo>
                  <a:pt x="3124" y="9329"/>
                </a:lnTo>
                <a:lnTo>
                  <a:pt x="3146" y="9458"/>
                </a:lnTo>
                <a:lnTo>
                  <a:pt x="3146" y="9458"/>
                </a:lnTo>
                <a:close/>
                <a:moveTo>
                  <a:pt x="2718" y="7896"/>
                </a:moveTo>
                <a:lnTo>
                  <a:pt x="2718" y="7896"/>
                </a:lnTo>
                <a:lnTo>
                  <a:pt x="2718" y="7853"/>
                </a:lnTo>
                <a:lnTo>
                  <a:pt x="2718" y="7832"/>
                </a:lnTo>
                <a:lnTo>
                  <a:pt x="2739" y="7725"/>
                </a:lnTo>
                <a:lnTo>
                  <a:pt x="2761" y="7639"/>
                </a:lnTo>
                <a:lnTo>
                  <a:pt x="2782" y="7553"/>
                </a:lnTo>
                <a:lnTo>
                  <a:pt x="2782" y="7553"/>
                </a:lnTo>
                <a:lnTo>
                  <a:pt x="2739" y="7511"/>
                </a:lnTo>
                <a:lnTo>
                  <a:pt x="2696" y="7468"/>
                </a:lnTo>
                <a:lnTo>
                  <a:pt x="2696" y="7425"/>
                </a:lnTo>
                <a:lnTo>
                  <a:pt x="2696" y="7404"/>
                </a:lnTo>
                <a:lnTo>
                  <a:pt x="2696" y="7382"/>
                </a:lnTo>
                <a:lnTo>
                  <a:pt x="2739" y="7361"/>
                </a:lnTo>
                <a:lnTo>
                  <a:pt x="2739" y="7361"/>
                </a:lnTo>
                <a:lnTo>
                  <a:pt x="2803" y="7382"/>
                </a:lnTo>
                <a:lnTo>
                  <a:pt x="2910" y="7446"/>
                </a:lnTo>
                <a:lnTo>
                  <a:pt x="2975" y="7511"/>
                </a:lnTo>
                <a:lnTo>
                  <a:pt x="3017" y="7575"/>
                </a:lnTo>
                <a:lnTo>
                  <a:pt x="3017" y="7575"/>
                </a:lnTo>
                <a:lnTo>
                  <a:pt x="2996" y="7639"/>
                </a:lnTo>
                <a:lnTo>
                  <a:pt x="2889" y="7746"/>
                </a:lnTo>
                <a:lnTo>
                  <a:pt x="2782" y="7832"/>
                </a:lnTo>
                <a:lnTo>
                  <a:pt x="2718" y="7896"/>
                </a:lnTo>
                <a:lnTo>
                  <a:pt x="2718" y="7896"/>
                </a:lnTo>
                <a:close/>
                <a:moveTo>
                  <a:pt x="3317" y="7425"/>
                </a:moveTo>
                <a:lnTo>
                  <a:pt x="3317" y="7425"/>
                </a:lnTo>
                <a:lnTo>
                  <a:pt x="3253" y="7425"/>
                </a:lnTo>
                <a:lnTo>
                  <a:pt x="3167" y="7382"/>
                </a:lnTo>
                <a:lnTo>
                  <a:pt x="2953" y="7232"/>
                </a:lnTo>
                <a:lnTo>
                  <a:pt x="2761" y="7083"/>
                </a:lnTo>
                <a:lnTo>
                  <a:pt x="2654" y="6997"/>
                </a:lnTo>
                <a:lnTo>
                  <a:pt x="2654" y="6997"/>
                </a:lnTo>
                <a:lnTo>
                  <a:pt x="2782" y="6954"/>
                </a:lnTo>
                <a:lnTo>
                  <a:pt x="2910" y="6933"/>
                </a:lnTo>
                <a:lnTo>
                  <a:pt x="3017" y="6912"/>
                </a:lnTo>
                <a:lnTo>
                  <a:pt x="3146" y="6847"/>
                </a:lnTo>
                <a:lnTo>
                  <a:pt x="3146" y="6847"/>
                </a:lnTo>
                <a:lnTo>
                  <a:pt x="3210" y="6783"/>
                </a:lnTo>
                <a:lnTo>
                  <a:pt x="3231" y="6698"/>
                </a:lnTo>
                <a:lnTo>
                  <a:pt x="3253" y="6633"/>
                </a:lnTo>
                <a:lnTo>
                  <a:pt x="3274" y="6548"/>
                </a:lnTo>
                <a:lnTo>
                  <a:pt x="3274" y="6548"/>
                </a:lnTo>
                <a:lnTo>
                  <a:pt x="3338" y="6419"/>
                </a:lnTo>
                <a:lnTo>
                  <a:pt x="3403" y="6377"/>
                </a:lnTo>
                <a:lnTo>
                  <a:pt x="3445" y="6377"/>
                </a:lnTo>
                <a:lnTo>
                  <a:pt x="3445" y="6377"/>
                </a:lnTo>
                <a:lnTo>
                  <a:pt x="3509" y="6441"/>
                </a:lnTo>
                <a:lnTo>
                  <a:pt x="3595" y="6548"/>
                </a:lnTo>
                <a:lnTo>
                  <a:pt x="3723" y="6740"/>
                </a:lnTo>
                <a:lnTo>
                  <a:pt x="3723" y="6740"/>
                </a:lnTo>
                <a:lnTo>
                  <a:pt x="3659" y="6890"/>
                </a:lnTo>
                <a:lnTo>
                  <a:pt x="3552" y="7125"/>
                </a:lnTo>
                <a:lnTo>
                  <a:pt x="3424" y="7318"/>
                </a:lnTo>
                <a:lnTo>
                  <a:pt x="3360" y="7404"/>
                </a:lnTo>
                <a:lnTo>
                  <a:pt x="3317" y="7425"/>
                </a:lnTo>
                <a:lnTo>
                  <a:pt x="3317" y="7425"/>
                </a:lnTo>
                <a:close/>
                <a:moveTo>
                  <a:pt x="2910" y="4708"/>
                </a:moveTo>
                <a:lnTo>
                  <a:pt x="2910" y="4708"/>
                </a:lnTo>
                <a:lnTo>
                  <a:pt x="2975" y="4644"/>
                </a:lnTo>
                <a:lnTo>
                  <a:pt x="3060" y="4515"/>
                </a:lnTo>
                <a:lnTo>
                  <a:pt x="3082" y="4472"/>
                </a:lnTo>
                <a:lnTo>
                  <a:pt x="3082" y="4408"/>
                </a:lnTo>
                <a:lnTo>
                  <a:pt x="3060" y="4365"/>
                </a:lnTo>
                <a:lnTo>
                  <a:pt x="3017" y="4344"/>
                </a:lnTo>
                <a:lnTo>
                  <a:pt x="3017" y="4344"/>
                </a:lnTo>
                <a:lnTo>
                  <a:pt x="2975" y="4344"/>
                </a:lnTo>
                <a:lnTo>
                  <a:pt x="2932" y="4365"/>
                </a:lnTo>
                <a:lnTo>
                  <a:pt x="2846" y="4472"/>
                </a:lnTo>
                <a:lnTo>
                  <a:pt x="2782" y="4558"/>
                </a:lnTo>
                <a:lnTo>
                  <a:pt x="2761" y="4601"/>
                </a:lnTo>
                <a:lnTo>
                  <a:pt x="2718" y="4622"/>
                </a:lnTo>
                <a:lnTo>
                  <a:pt x="2718" y="4622"/>
                </a:lnTo>
                <a:lnTo>
                  <a:pt x="2675" y="4601"/>
                </a:lnTo>
                <a:lnTo>
                  <a:pt x="2654" y="4601"/>
                </a:lnTo>
                <a:lnTo>
                  <a:pt x="2611" y="4558"/>
                </a:lnTo>
                <a:lnTo>
                  <a:pt x="2611" y="4515"/>
                </a:lnTo>
                <a:lnTo>
                  <a:pt x="2589" y="4408"/>
                </a:lnTo>
                <a:lnTo>
                  <a:pt x="2589" y="4280"/>
                </a:lnTo>
                <a:lnTo>
                  <a:pt x="2654" y="4023"/>
                </a:lnTo>
                <a:lnTo>
                  <a:pt x="2696" y="3852"/>
                </a:lnTo>
                <a:lnTo>
                  <a:pt x="2696" y="3852"/>
                </a:lnTo>
                <a:lnTo>
                  <a:pt x="2675" y="3788"/>
                </a:lnTo>
                <a:lnTo>
                  <a:pt x="2654" y="3745"/>
                </a:lnTo>
                <a:lnTo>
                  <a:pt x="2611" y="3745"/>
                </a:lnTo>
                <a:lnTo>
                  <a:pt x="2547" y="3766"/>
                </a:lnTo>
                <a:lnTo>
                  <a:pt x="2547" y="3766"/>
                </a:lnTo>
                <a:lnTo>
                  <a:pt x="2504" y="3809"/>
                </a:lnTo>
                <a:lnTo>
                  <a:pt x="2483" y="3873"/>
                </a:lnTo>
                <a:lnTo>
                  <a:pt x="2418" y="4066"/>
                </a:lnTo>
                <a:lnTo>
                  <a:pt x="2397" y="4258"/>
                </a:lnTo>
                <a:lnTo>
                  <a:pt x="2376" y="4387"/>
                </a:lnTo>
                <a:lnTo>
                  <a:pt x="2376" y="4387"/>
                </a:lnTo>
                <a:lnTo>
                  <a:pt x="2397" y="4515"/>
                </a:lnTo>
                <a:lnTo>
                  <a:pt x="2418" y="4622"/>
                </a:lnTo>
                <a:lnTo>
                  <a:pt x="2483" y="4708"/>
                </a:lnTo>
                <a:lnTo>
                  <a:pt x="2547" y="4772"/>
                </a:lnTo>
                <a:lnTo>
                  <a:pt x="2632" y="4815"/>
                </a:lnTo>
                <a:lnTo>
                  <a:pt x="2718" y="4836"/>
                </a:lnTo>
                <a:lnTo>
                  <a:pt x="2825" y="4793"/>
                </a:lnTo>
                <a:lnTo>
                  <a:pt x="2910" y="4708"/>
                </a:lnTo>
                <a:lnTo>
                  <a:pt x="2910" y="4708"/>
                </a:lnTo>
                <a:close/>
                <a:moveTo>
                  <a:pt x="2376" y="3060"/>
                </a:moveTo>
                <a:lnTo>
                  <a:pt x="2376" y="3060"/>
                </a:lnTo>
                <a:lnTo>
                  <a:pt x="2397" y="2996"/>
                </a:lnTo>
                <a:lnTo>
                  <a:pt x="2376" y="2953"/>
                </a:lnTo>
                <a:lnTo>
                  <a:pt x="2354" y="2911"/>
                </a:lnTo>
                <a:lnTo>
                  <a:pt x="2311" y="2868"/>
                </a:lnTo>
                <a:lnTo>
                  <a:pt x="2204" y="2804"/>
                </a:lnTo>
                <a:lnTo>
                  <a:pt x="2097" y="2782"/>
                </a:lnTo>
                <a:lnTo>
                  <a:pt x="2097" y="2782"/>
                </a:lnTo>
                <a:lnTo>
                  <a:pt x="1990" y="2825"/>
                </a:lnTo>
                <a:lnTo>
                  <a:pt x="1883" y="2889"/>
                </a:lnTo>
                <a:lnTo>
                  <a:pt x="1798" y="2996"/>
                </a:lnTo>
                <a:lnTo>
                  <a:pt x="1776" y="3039"/>
                </a:lnTo>
                <a:lnTo>
                  <a:pt x="1776" y="3103"/>
                </a:lnTo>
                <a:lnTo>
                  <a:pt x="1776" y="3103"/>
                </a:lnTo>
                <a:lnTo>
                  <a:pt x="1776" y="3189"/>
                </a:lnTo>
                <a:lnTo>
                  <a:pt x="1819" y="3231"/>
                </a:lnTo>
                <a:lnTo>
                  <a:pt x="1841" y="3253"/>
                </a:lnTo>
                <a:lnTo>
                  <a:pt x="1905" y="3231"/>
                </a:lnTo>
                <a:lnTo>
                  <a:pt x="1990" y="3146"/>
                </a:lnTo>
                <a:lnTo>
                  <a:pt x="2076" y="3082"/>
                </a:lnTo>
                <a:lnTo>
                  <a:pt x="2076" y="3082"/>
                </a:lnTo>
                <a:lnTo>
                  <a:pt x="2119" y="3082"/>
                </a:lnTo>
                <a:lnTo>
                  <a:pt x="2162" y="3082"/>
                </a:lnTo>
                <a:lnTo>
                  <a:pt x="2226" y="3124"/>
                </a:lnTo>
                <a:lnTo>
                  <a:pt x="2269" y="3124"/>
                </a:lnTo>
                <a:lnTo>
                  <a:pt x="2311" y="3124"/>
                </a:lnTo>
                <a:lnTo>
                  <a:pt x="2354" y="3103"/>
                </a:lnTo>
                <a:lnTo>
                  <a:pt x="2376" y="3060"/>
                </a:lnTo>
                <a:lnTo>
                  <a:pt x="2376" y="3060"/>
                </a:lnTo>
                <a:close/>
                <a:moveTo>
                  <a:pt x="2975" y="3167"/>
                </a:moveTo>
                <a:lnTo>
                  <a:pt x="2975" y="3167"/>
                </a:lnTo>
                <a:lnTo>
                  <a:pt x="3017" y="3189"/>
                </a:lnTo>
                <a:lnTo>
                  <a:pt x="3039" y="3167"/>
                </a:lnTo>
                <a:lnTo>
                  <a:pt x="3124" y="3124"/>
                </a:lnTo>
                <a:lnTo>
                  <a:pt x="3210" y="3060"/>
                </a:lnTo>
                <a:lnTo>
                  <a:pt x="3253" y="3060"/>
                </a:lnTo>
                <a:lnTo>
                  <a:pt x="3317" y="3060"/>
                </a:lnTo>
                <a:lnTo>
                  <a:pt x="3317" y="3060"/>
                </a:lnTo>
                <a:lnTo>
                  <a:pt x="3403" y="3060"/>
                </a:lnTo>
                <a:lnTo>
                  <a:pt x="3424" y="3039"/>
                </a:lnTo>
                <a:lnTo>
                  <a:pt x="3445" y="3017"/>
                </a:lnTo>
                <a:lnTo>
                  <a:pt x="3467" y="2975"/>
                </a:lnTo>
                <a:lnTo>
                  <a:pt x="3424" y="2911"/>
                </a:lnTo>
                <a:lnTo>
                  <a:pt x="3381" y="2846"/>
                </a:lnTo>
                <a:lnTo>
                  <a:pt x="3296" y="2804"/>
                </a:lnTo>
                <a:lnTo>
                  <a:pt x="3189" y="2804"/>
                </a:lnTo>
                <a:lnTo>
                  <a:pt x="3146" y="2825"/>
                </a:lnTo>
                <a:lnTo>
                  <a:pt x="3082" y="2846"/>
                </a:lnTo>
                <a:lnTo>
                  <a:pt x="3082" y="2846"/>
                </a:lnTo>
                <a:lnTo>
                  <a:pt x="3017" y="2911"/>
                </a:lnTo>
                <a:lnTo>
                  <a:pt x="2953" y="2996"/>
                </a:lnTo>
                <a:lnTo>
                  <a:pt x="2932" y="3039"/>
                </a:lnTo>
                <a:lnTo>
                  <a:pt x="2932" y="3082"/>
                </a:lnTo>
                <a:lnTo>
                  <a:pt x="2932" y="3124"/>
                </a:lnTo>
                <a:lnTo>
                  <a:pt x="2975" y="3167"/>
                </a:lnTo>
                <a:lnTo>
                  <a:pt x="2975" y="3167"/>
                </a:lnTo>
                <a:close/>
                <a:moveTo>
                  <a:pt x="3103" y="3510"/>
                </a:moveTo>
                <a:lnTo>
                  <a:pt x="3103" y="3510"/>
                </a:lnTo>
                <a:lnTo>
                  <a:pt x="3103" y="3638"/>
                </a:lnTo>
                <a:lnTo>
                  <a:pt x="3124" y="3724"/>
                </a:lnTo>
                <a:lnTo>
                  <a:pt x="3167" y="3766"/>
                </a:lnTo>
                <a:lnTo>
                  <a:pt x="3210" y="3788"/>
                </a:lnTo>
                <a:lnTo>
                  <a:pt x="3253" y="3766"/>
                </a:lnTo>
                <a:lnTo>
                  <a:pt x="3296" y="3724"/>
                </a:lnTo>
                <a:lnTo>
                  <a:pt x="3338" y="3659"/>
                </a:lnTo>
                <a:lnTo>
                  <a:pt x="3360" y="3552"/>
                </a:lnTo>
                <a:lnTo>
                  <a:pt x="3360" y="3552"/>
                </a:lnTo>
                <a:lnTo>
                  <a:pt x="3360" y="3445"/>
                </a:lnTo>
                <a:lnTo>
                  <a:pt x="3317" y="3360"/>
                </a:lnTo>
                <a:lnTo>
                  <a:pt x="3274" y="3317"/>
                </a:lnTo>
                <a:lnTo>
                  <a:pt x="3231" y="3296"/>
                </a:lnTo>
                <a:lnTo>
                  <a:pt x="3189" y="3296"/>
                </a:lnTo>
                <a:lnTo>
                  <a:pt x="3146" y="3338"/>
                </a:lnTo>
                <a:lnTo>
                  <a:pt x="3103" y="3403"/>
                </a:lnTo>
                <a:lnTo>
                  <a:pt x="3103" y="3510"/>
                </a:lnTo>
                <a:lnTo>
                  <a:pt x="3103" y="3510"/>
                </a:lnTo>
                <a:close/>
                <a:moveTo>
                  <a:pt x="2269" y="3574"/>
                </a:moveTo>
                <a:lnTo>
                  <a:pt x="2269" y="3574"/>
                </a:lnTo>
                <a:lnTo>
                  <a:pt x="2247" y="3510"/>
                </a:lnTo>
                <a:lnTo>
                  <a:pt x="2226" y="3424"/>
                </a:lnTo>
                <a:lnTo>
                  <a:pt x="2183" y="3360"/>
                </a:lnTo>
                <a:lnTo>
                  <a:pt x="2140" y="3338"/>
                </a:lnTo>
                <a:lnTo>
                  <a:pt x="2097" y="3338"/>
                </a:lnTo>
                <a:lnTo>
                  <a:pt x="2097" y="3338"/>
                </a:lnTo>
                <a:lnTo>
                  <a:pt x="2076" y="3338"/>
                </a:lnTo>
                <a:lnTo>
                  <a:pt x="2033" y="3381"/>
                </a:lnTo>
                <a:lnTo>
                  <a:pt x="2012" y="3445"/>
                </a:lnTo>
                <a:lnTo>
                  <a:pt x="2012" y="3617"/>
                </a:lnTo>
                <a:lnTo>
                  <a:pt x="2012" y="3617"/>
                </a:lnTo>
                <a:lnTo>
                  <a:pt x="2012" y="3702"/>
                </a:lnTo>
                <a:lnTo>
                  <a:pt x="2012" y="3788"/>
                </a:lnTo>
                <a:lnTo>
                  <a:pt x="2033" y="3831"/>
                </a:lnTo>
                <a:lnTo>
                  <a:pt x="2055" y="3852"/>
                </a:lnTo>
                <a:lnTo>
                  <a:pt x="2097" y="3873"/>
                </a:lnTo>
                <a:lnTo>
                  <a:pt x="2140" y="3873"/>
                </a:lnTo>
                <a:lnTo>
                  <a:pt x="2140" y="3873"/>
                </a:lnTo>
                <a:lnTo>
                  <a:pt x="2183" y="3852"/>
                </a:lnTo>
                <a:lnTo>
                  <a:pt x="2226" y="3809"/>
                </a:lnTo>
                <a:lnTo>
                  <a:pt x="2247" y="3745"/>
                </a:lnTo>
                <a:lnTo>
                  <a:pt x="2269" y="3659"/>
                </a:lnTo>
                <a:lnTo>
                  <a:pt x="2269" y="3574"/>
                </a:lnTo>
                <a:lnTo>
                  <a:pt x="2269" y="3574"/>
                </a:lnTo>
                <a:close/>
                <a:moveTo>
                  <a:pt x="2696" y="5029"/>
                </a:moveTo>
                <a:lnTo>
                  <a:pt x="2696" y="5029"/>
                </a:lnTo>
                <a:lnTo>
                  <a:pt x="2611" y="5050"/>
                </a:lnTo>
                <a:lnTo>
                  <a:pt x="2525" y="5093"/>
                </a:lnTo>
                <a:lnTo>
                  <a:pt x="2461" y="5136"/>
                </a:lnTo>
                <a:lnTo>
                  <a:pt x="2440" y="5178"/>
                </a:lnTo>
                <a:lnTo>
                  <a:pt x="2440" y="5221"/>
                </a:lnTo>
                <a:lnTo>
                  <a:pt x="2440" y="5221"/>
                </a:lnTo>
                <a:lnTo>
                  <a:pt x="2461" y="5243"/>
                </a:lnTo>
                <a:lnTo>
                  <a:pt x="2483" y="5264"/>
                </a:lnTo>
                <a:lnTo>
                  <a:pt x="2589" y="5285"/>
                </a:lnTo>
                <a:lnTo>
                  <a:pt x="2782" y="5243"/>
                </a:lnTo>
                <a:lnTo>
                  <a:pt x="2782" y="5243"/>
                </a:lnTo>
                <a:lnTo>
                  <a:pt x="2803" y="5264"/>
                </a:lnTo>
                <a:lnTo>
                  <a:pt x="2889" y="5264"/>
                </a:lnTo>
                <a:lnTo>
                  <a:pt x="2953" y="5221"/>
                </a:lnTo>
                <a:lnTo>
                  <a:pt x="2975" y="5200"/>
                </a:lnTo>
                <a:lnTo>
                  <a:pt x="2975" y="5157"/>
                </a:lnTo>
                <a:lnTo>
                  <a:pt x="2975" y="5157"/>
                </a:lnTo>
                <a:lnTo>
                  <a:pt x="2953" y="5114"/>
                </a:lnTo>
                <a:lnTo>
                  <a:pt x="2932" y="5093"/>
                </a:lnTo>
                <a:lnTo>
                  <a:pt x="2868" y="5050"/>
                </a:lnTo>
                <a:lnTo>
                  <a:pt x="2761" y="5029"/>
                </a:lnTo>
                <a:lnTo>
                  <a:pt x="2696" y="5029"/>
                </a:lnTo>
                <a:lnTo>
                  <a:pt x="2696" y="5029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28"/>
          <p:cNvSpPr/>
          <p:nvPr/>
        </p:nvSpPr>
        <p:spPr>
          <a:xfrm>
            <a:off x="2742761" y="4016705"/>
            <a:ext cx="241712" cy="211660"/>
          </a:xfrm>
          <a:custGeom>
            <a:rect b="b" l="l" r="r" t="t"/>
            <a:pathLst>
              <a:path extrusionOk="0" h="7832" w="8944">
                <a:moveTo>
                  <a:pt x="5371" y="471"/>
                </a:moveTo>
                <a:lnTo>
                  <a:pt x="5478" y="492"/>
                </a:lnTo>
                <a:lnTo>
                  <a:pt x="5585" y="535"/>
                </a:lnTo>
                <a:lnTo>
                  <a:pt x="5627" y="599"/>
                </a:lnTo>
                <a:lnTo>
                  <a:pt x="5670" y="685"/>
                </a:lnTo>
                <a:lnTo>
                  <a:pt x="5670" y="792"/>
                </a:lnTo>
                <a:lnTo>
                  <a:pt x="5670" y="920"/>
                </a:lnTo>
                <a:lnTo>
                  <a:pt x="5649" y="963"/>
                </a:lnTo>
                <a:lnTo>
                  <a:pt x="5606" y="963"/>
                </a:lnTo>
                <a:lnTo>
                  <a:pt x="5499" y="985"/>
                </a:lnTo>
                <a:lnTo>
                  <a:pt x="5371" y="1006"/>
                </a:lnTo>
                <a:lnTo>
                  <a:pt x="5306" y="1027"/>
                </a:lnTo>
                <a:lnTo>
                  <a:pt x="5242" y="1070"/>
                </a:lnTo>
                <a:lnTo>
                  <a:pt x="5199" y="1113"/>
                </a:lnTo>
                <a:lnTo>
                  <a:pt x="5199" y="1156"/>
                </a:lnTo>
                <a:lnTo>
                  <a:pt x="5199" y="1220"/>
                </a:lnTo>
                <a:lnTo>
                  <a:pt x="5199" y="1241"/>
                </a:lnTo>
                <a:lnTo>
                  <a:pt x="5178" y="1241"/>
                </a:lnTo>
                <a:lnTo>
                  <a:pt x="5050" y="1284"/>
                </a:lnTo>
                <a:lnTo>
                  <a:pt x="4793" y="1327"/>
                </a:lnTo>
                <a:lnTo>
                  <a:pt x="4515" y="1327"/>
                </a:lnTo>
                <a:lnTo>
                  <a:pt x="4237" y="1305"/>
                </a:lnTo>
                <a:lnTo>
                  <a:pt x="3959" y="1305"/>
                </a:lnTo>
                <a:lnTo>
                  <a:pt x="3616" y="1348"/>
                </a:lnTo>
                <a:lnTo>
                  <a:pt x="3338" y="1348"/>
                </a:lnTo>
                <a:lnTo>
                  <a:pt x="3295" y="1305"/>
                </a:lnTo>
                <a:lnTo>
                  <a:pt x="3252" y="1263"/>
                </a:lnTo>
                <a:lnTo>
                  <a:pt x="3252" y="1220"/>
                </a:lnTo>
                <a:lnTo>
                  <a:pt x="3231" y="1177"/>
                </a:lnTo>
                <a:lnTo>
                  <a:pt x="3210" y="1113"/>
                </a:lnTo>
                <a:lnTo>
                  <a:pt x="3188" y="1092"/>
                </a:lnTo>
                <a:lnTo>
                  <a:pt x="2825" y="1092"/>
                </a:lnTo>
                <a:lnTo>
                  <a:pt x="2825" y="920"/>
                </a:lnTo>
                <a:lnTo>
                  <a:pt x="2825" y="813"/>
                </a:lnTo>
                <a:lnTo>
                  <a:pt x="2846" y="728"/>
                </a:lnTo>
                <a:lnTo>
                  <a:pt x="2996" y="664"/>
                </a:lnTo>
                <a:lnTo>
                  <a:pt x="3188" y="621"/>
                </a:lnTo>
                <a:lnTo>
                  <a:pt x="3552" y="578"/>
                </a:lnTo>
                <a:lnTo>
                  <a:pt x="3787" y="578"/>
                </a:lnTo>
                <a:lnTo>
                  <a:pt x="4044" y="557"/>
                </a:lnTo>
                <a:lnTo>
                  <a:pt x="4301" y="557"/>
                </a:lnTo>
                <a:lnTo>
                  <a:pt x="4536" y="535"/>
                </a:lnTo>
                <a:lnTo>
                  <a:pt x="5007" y="471"/>
                </a:lnTo>
                <a:close/>
                <a:moveTo>
                  <a:pt x="2354" y="4451"/>
                </a:moveTo>
                <a:lnTo>
                  <a:pt x="2397" y="4472"/>
                </a:lnTo>
                <a:lnTo>
                  <a:pt x="2397" y="4493"/>
                </a:lnTo>
                <a:lnTo>
                  <a:pt x="2397" y="4515"/>
                </a:lnTo>
                <a:lnTo>
                  <a:pt x="2354" y="4558"/>
                </a:lnTo>
                <a:lnTo>
                  <a:pt x="2290" y="4558"/>
                </a:lnTo>
                <a:lnTo>
                  <a:pt x="2290" y="4515"/>
                </a:lnTo>
                <a:lnTo>
                  <a:pt x="2311" y="4493"/>
                </a:lnTo>
                <a:lnTo>
                  <a:pt x="2354" y="4493"/>
                </a:lnTo>
                <a:lnTo>
                  <a:pt x="2354" y="4451"/>
                </a:lnTo>
                <a:close/>
                <a:moveTo>
                  <a:pt x="7981" y="1712"/>
                </a:moveTo>
                <a:lnTo>
                  <a:pt x="8024" y="1733"/>
                </a:lnTo>
                <a:lnTo>
                  <a:pt x="8066" y="1755"/>
                </a:lnTo>
                <a:lnTo>
                  <a:pt x="8088" y="1819"/>
                </a:lnTo>
                <a:lnTo>
                  <a:pt x="8131" y="2012"/>
                </a:lnTo>
                <a:lnTo>
                  <a:pt x="8195" y="2375"/>
                </a:lnTo>
                <a:lnTo>
                  <a:pt x="8238" y="2760"/>
                </a:lnTo>
                <a:lnTo>
                  <a:pt x="8259" y="3124"/>
                </a:lnTo>
                <a:lnTo>
                  <a:pt x="8323" y="3509"/>
                </a:lnTo>
                <a:lnTo>
                  <a:pt x="8345" y="3745"/>
                </a:lnTo>
                <a:lnTo>
                  <a:pt x="8366" y="3852"/>
                </a:lnTo>
                <a:lnTo>
                  <a:pt x="8345" y="3959"/>
                </a:lnTo>
                <a:lnTo>
                  <a:pt x="8323" y="4066"/>
                </a:lnTo>
                <a:lnTo>
                  <a:pt x="8280" y="4108"/>
                </a:lnTo>
                <a:lnTo>
                  <a:pt x="8216" y="4108"/>
                </a:lnTo>
                <a:lnTo>
                  <a:pt x="8109" y="4130"/>
                </a:lnTo>
                <a:lnTo>
                  <a:pt x="7211" y="4237"/>
                </a:lnTo>
                <a:lnTo>
                  <a:pt x="6761" y="4301"/>
                </a:lnTo>
                <a:lnTo>
                  <a:pt x="6312" y="4365"/>
                </a:lnTo>
                <a:lnTo>
                  <a:pt x="5820" y="4365"/>
                </a:lnTo>
                <a:lnTo>
                  <a:pt x="5777" y="4386"/>
                </a:lnTo>
                <a:lnTo>
                  <a:pt x="5713" y="4408"/>
                </a:lnTo>
                <a:lnTo>
                  <a:pt x="5649" y="4472"/>
                </a:lnTo>
                <a:lnTo>
                  <a:pt x="5606" y="4515"/>
                </a:lnTo>
                <a:lnTo>
                  <a:pt x="5542" y="4536"/>
                </a:lnTo>
                <a:lnTo>
                  <a:pt x="5520" y="4365"/>
                </a:lnTo>
                <a:lnTo>
                  <a:pt x="5499" y="4215"/>
                </a:lnTo>
                <a:lnTo>
                  <a:pt x="5435" y="4066"/>
                </a:lnTo>
                <a:lnTo>
                  <a:pt x="5392" y="4001"/>
                </a:lnTo>
                <a:lnTo>
                  <a:pt x="5328" y="3937"/>
                </a:lnTo>
                <a:lnTo>
                  <a:pt x="5199" y="3894"/>
                </a:lnTo>
                <a:lnTo>
                  <a:pt x="5050" y="3852"/>
                </a:lnTo>
                <a:lnTo>
                  <a:pt x="4900" y="3852"/>
                </a:lnTo>
                <a:lnTo>
                  <a:pt x="4772" y="3873"/>
                </a:lnTo>
                <a:lnTo>
                  <a:pt x="4579" y="3894"/>
                </a:lnTo>
                <a:lnTo>
                  <a:pt x="4386" y="3937"/>
                </a:lnTo>
                <a:lnTo>
                  <a:pt x="4215" y="3980"/>
                </a:lnTo>
                <a:lnTo>
                  <a:pt x="4023" y="4001"/>
                </a:lnTo>
                <a:lnTo>
                  <a:pt x="3723" y="3980"/>
                </a:lnTo>
                <a:lnTo>
                  <a:pt x="3573" y="3980"/>
                </a:lnTo>
                <a:lnTo>
                  <a:pt x="3509" y="4001"/>
                </a:lnTo>
                <a:lnTo>
                  <a:pt x="3424" y="4044"/>
                </a:lnTo>
                <a:lnTo>
                  <a:pt x="3359" y="4087"/>
                </a:lnTo>
                <a:lnTo>
                  <a:pt x="3338" y="4151"/>
                </a:lnTo>
                <a:lnTo>
                  <a:pt x="3317" y="4194"/>
                </a:lnTo>
                <a:lnTo>
                  <a:pt x="3317" y="4258"/>
                </a:lnTo>
                <a:lnTo>
                  <a:pt x="3338" y="4365"/>
                </a:lnTo>
                <a:lnTo>
                  <a:pt x="3338" y="4429"/>
                </a:lnTo>
                <a:lnTo>
                  <a:pt x="3317" y="4515"/>
                </a:lnTo>
                <a:lnTo>
                  <a:pt x="3274" y="4558"/>
                </a:lnTo>
                <a:lnTo>
                  <a:pt x="3231" y="4579"/>
                </a:lnTo>
                <a:lnTo>
                  <a:pt x="3081" y="4579"/>
                </a:lnTo>
                <a:lnTo>
                  <a:pt x="3060" y="4558"/>
                </a:lnTo>
                <a:lnTo>
                  <a:pt x="3038" y="4536"/>
                </a:lnTo>
                <a:lnTo>
                  <a:pt x="3017" y="4515"/>
                </a:lnTo>
                <a:lnTo>
                  <a:pt x="2932" y="4515"/>
                </a:lnTo>
                <a:lnTo>
                  <a:pt x="2846" y="4536"/>
                </a:lnTo>
                <a:lnTo>
                  <a:pt x="2782" y="4558"/>
                </a:lnTo>
                <a:lnTo>
                  <a:pt x="2696" y="4558"/>
                </a:lnTo>
                <a:lnTo>
                  <a:pt x="2653" y="4515"/>
                </a:lnTo>
                <a:lnTo>
                  <a:pt x="2611" y="4451"/>
                </a:lnTo>
                <a:lnTo>
                  <a:pt x="2589" y="4386"/>
                </a:lnTo>
                <a:lnTo>
                  <a:pt x="2546" y="4344"/>
                </a:lnTo>
                <a:lnTo>
                  <a:pt x="2504" y="4322"/>
                </a:lnTo>
                <a:lnTo>
                  <a:pt x="2439" y="4344"/>
                </a:lnTo>
                <a:lnTo>
                  <a:pt x="2332" y="4386"/>
                </a:lnTo>
                <a:lnTo>
                  <a:pt x="2332" y="4258"/>
                </a:lnTo>
                <a:lnTo>
                  <a:pt x="2311" y="4215"/>
                </a:lnTo>
                <a:lnTo>
                  <a:pt x="2268" y="4194"/>
                </a:lnTo>
                <a:lnTo>
                  <a:pt x="2204" y="4194"/>
                </a:lnTo>
                <a:lnTo>
                  <a:pt x="2118" y="4237"/>
                </a:lnTo>
                <a:lnTo>
                  <a:pt x="1905" y="4386"/>
                </a:lnTo>
                <a:lnTo>
                  <a:pt x="1798" y="4451"/>
                </a:lnTo>
                <a:lnTo>
                  <a:pt x="1733" y="4493"/>
                </a:lnTo>
                <a:lnTo>
                  <a:pt x="1755" y="4408"/>
                </a:lnTo>
                <a:lnTo>
                  <a:pt x="1798" y="4365"/>
                </a:lnTo>
                <a:lnTo>
                  <a:pt x="1733" y="4322"/>
                </a:lnTo>
                <a:lnTo>
                  <a:pt x="1712" y="4258"/>
                </a:lnTo>
                <a:lnTo>
                  <a:pt x="1733" y="4215"/>
                </a:lnTo>
                <a:lnTo>
                  <a:pt x="1755" y="4151"/>
                </a:lnTo>
                <a:lnTo>
                  <a:pt x="1712" y="4130"/>
                </a:lnTo>
                <a:lnTo>
                  <a:pt x="1691" y="4130"/>
                </a:lnTo>
                <a:lnTo>
                  <a:pt x="1626" y="4151"/>
                </a:lnTo>
                <a:lnTo>
                  <a:pt x="1562" y="4194"/>
                </a:lnTo>
                <a:lnTo>
                  <a:pt x="1498" y="4215"/>
                </a:lnTo>
                <a:lnTo>
                  <a:pt x="1498" y="4215"/>
                </a:lnTo>
                <a:lnTo>
                  <a:pt x="1562" y="4130"/>
                </a:lnTo>
                <a:lnTo>
                  <a:pt x="1584" y="4044"/>
                </a:lnTo>
                <a:lnTo>
                  <a:pt x="1605" y="3980"/>
                </a:lnTo>
                <a:lnTo>
                  <a:pt x="1584" y="3959"/>
                </a:lnTo>
                <a:lnTo>
                  <a:pt x="1562" y="3916"/>
                </a:lnTo>
                <a:lnTo>
                  <a:pt x="1519" y="3894"/>
                </a:lnTo>
                <a:lnTo>
                  <a:pt x="1455" y="3894"/>
                </a:lnTo>
                <a:lnTo>
                  <a:pt x="1412" y="3916"/>
                </a:lnTo>
                <a:lnTo>
                  <a:pt x="1327" y="3959"/>
                </a:lnTo>
                <a:lnTo>
                  <a:pt x="1263" y="4023"/>
                </a:lnTo>
                <a:lnTo>
                  <a:pt x="1156" y="4066"/>
                </a:lnTo>
                <a:lnTo>
                  <a:pt x="1156" y="3980"/>
                </a:lnTo>
                <a:lnTo>
                  <a:pt x="1134" y="3959"/>
                </a:lnTo>
                <a:lnTo>
                  <a:pt x="1091" y="3937"/>
                </a:lnTo>
                <a:lnTo>
                  <a:pt x="1070" y="3873"/>
                </a:lnTo>
                <a:lnTo>
                  <a:pt x="1049" y="3787"/>
                </a:lnTo>
                <a:lnTo>
                  <a:pt x="1070" y="3680"/>
                </a:lnTo>
                <a:lnTo>
                  <a:pt x="1091" y="3552"/>
                </a:lnTo>
                <a:lnTo>
                  <a:pt x="1091" y="3531"/>
                </a:lnTo>
                <a:lnTo>
                  <a:pt x="1070" y="3509"/>
                </a:lnTo>
                <a:lnTo>
                  <a:pt x="1027" y="3509"/>
                </a:lnTo>
                <a:lnTo>
                  <a:pt x="920" y="3466"/>
                </a:lnTo>
                <a:lnTo>
                  <a:pt x="963" y="3359"/>
                </a:lnTo>
                <a:lnTo>
                  <a:pt x="984" y="3231"/>
                </a:lnTo>
                <a:lnTo>
                  <a:pt x="1006" y="3188"/>
                </a:lnTo>
                <a:lnTo>
                  <a:pt x="984" y="3146"/>
                </a:lnTo>
                <a:lnTo>
                  <a:pt x="963" y="3103"/>
                </a:lnTo>
                <a:lnTo>
                  <a:pt x="899" y="3103"/>
                </a:lnTo>
                <a:lnTo>
                  <a:pt x="856" y="3124"/>
                </a:lnTo>
                <a:lnTo>
                  <a:pt x="813" y="3167"/>
                </a:lnTo>
                <a:lnTo>
                  <a:pt x="792" y="3231"/>
                </a:lnTo>
                <a:lnTo>
                  <a:pt x="749" y="3252"/>
                </a:lnTo>
                <a:lnTo>
                  <a:pt x="749" y="3210"/>
                </a:lnTo>
                <a:lnTo>
                  <a:pt x="813" y="3060"/>
                </a:lnTo>
                <a:lnTo>
                  <a:pt x="942" y="2825"/>
                </a:lnTo>
                <a:lnTo>
                  <a:pt x="942" y="2718"/>
                </a:lnTo>
                <a:lnTo>
                  <a:pt x="920" y="2696"/>
                </a:lnTo>
                <a:lnTo>
                  <a:pt x="856" y="2696"/>
                </a:lnTo>
                <a:lnTo>
                  <a:pt x="792" y="2739"/>
                </a:lnTo>
                <a:lnTo>
                  <a:pt x="685" y="2846"/>
                </a:lnTo>
                <a:lnTo>
                  <a:pt x="621" y="2889"/>
                </a:lnTo>
                <a:lnTo>
                  <a:pt x="599" y="2889"/>
                </a:lnTo>
                <a:lnTo>
                  <a:pt x="599" y="2846"/>
                </a:lnTo>
                <a:lnTo>
                  <a:pt x="642" y="2782"/>
                </a:lnTo>
                <a:lnTo>
                  <a:pt x="771" y="2525"/>
                </a:lnTo>
                <a:lnTo>
                  <a:pt x="856" y="2375"/>
                </a:lnTo>
                <a:lnTo>
                  <a:pt x="899" y="2268"/>
                </a:lnTo>
                <a:lnTo>
                  <a:pt x="920" y="2161"/>
                </a:lnTo>
                <a:lnTo>
                  <a:pt x="920" y="2119"/>
                </a:lnTo>
                <a:lnTo>
                  <a:pt x="899" y="2097"/>
                </a:lnTo>
                <a:lnTo>
                  <a:pt x="856" y="2097"/>
                </a:lnTo>
                <a:lnTo>
                  <a:pt x="792" y="2119"/>
                </a:lnTo>
                <a:lnTo>
                  <a:pt x="728" y="2140"/>
                </a:lnTo>
                <a:lnTo>
                  <a:pt x="685" y="2140"/>
                </a:lnTo>
                <a:lnTo>
                  <a:pt x="621" y="2119"/>
                </a:lnTo>
                <a:lnTo>
                  <a:pt x="599" y="2140"/>
                </a:lnTo>
                <a:lnTo>
                  <a:pt x="578" y="2161"/>
                </a:lnTo>
                <a:lnTo>
                  <a:pt x="535" y="2183"/>
                </a:lnTo>
                <a:lnTo>
                  <a:pt x="514" y="2183"/>
                </a:lnTo>
                <a:lnTo>
                  <a:pt x="514" y="2076"/>
                </a:lnTo>
                <a:lnTo>
                  <a:pt x="514" y="1990"/>
                </a:lnTo>
                <a:lnTo>
                  <a:pt x="578" y="1947"/>
                </a:lnTo>
                <a:lnTo>
                  <a:pt x="706" y="1926"/>
                </a:lnTo>
                <a:lnTo>
                  <a:pt x="899" y="1905"/>
                </a:lnTo>
                <a:lnTo>
                  <a:pt x="1091" y="1883"/>
                </a:lnTo>
                <a:lnTo>
                  <a:pt x="2974" y="1883"/>
                </a:lnTo>
                <a:lnTo>
                  <a:pt x="5799" y="1776"/>
                </a:lnTo>
                <a:lnTo>
                  <a:pt x="6697" y="1755"/>
                </a:lnTo>
                <a:lnTo>
                  <a:pt x="7574" y="1733"/>
                </a:lnTo>
                <a:lnTo>
                  <a:pt x="7917" y="1733"/>
                </a:lnTo>
                <a:lnTo>
                  <a:pt x="7981" y="1712"/>
                </a:lnTo>
                <a:close/>
                <a:moveTo>
                  <a:pt x="599" y="4558"/>
                </a:moveTo>
                <a:lnTo>
                  <a:pt x="599" y="4579"/>
                </a:lnTo>
                <a:lnTo>
                  <a:pt x="621" y="4579"/>
                </a:lnTo>
                <a:lnTo>
                  <a:pt x="621" y="4600"/>
                </a:lnTo>
                <a:lnTo>
                  <a:pt x="578" y="4600"/>
                </a:lnTo>
                <a:lnTo>
                  <a:pt x="578" y="4579"/>
                </a:lnTo>
                <a:lnTo>
                  <a:pt x="599" y="4558"/>
                </a:lnTo>
                <a:close/>
                <a:moveTo>
                  <a:pt x="963" y="4451"/>
                </a:moveTo>
                <a:lnTo>
                  <a:pt x="1006" y="4515"/>
                </a:lnTo>
                <a:lnTo>
                  <a:pt x="1027" y="4558"/>
                </a:lnTo>
                <a:lnTo>
                  <a:pt x="1027" y="4579"/>
                </a:lnTo>
                <a:lnTo>
                  <a:pt x="1027" y="4600"/>
                </a:lnTo>
                <a:lnTo>
                  <a:pt x="984" y="4622"/>
                </a:lnTo>
                <a:lnTo>
                  <a:pt x="942" y="4622"/>
                </a:lnTo>
                <a:lnTo>
                  <a:pt x="920" y="4600"/>
                </a:lnTo>
                <a:lnTo>
                  <a:pt x="899" y="4600"/>
                </a:lnTo>
                <a:lnTo>
                  <a:pt x="920" y="4558"/>
                </a:lnTo>
                <a:lnTo>
                  <a:pt x="963" y="4493"/>
                </a:lnTo>
                <a:lnTo>
                  <a:pt x="963" y="4451"/>
                </a:lnTo>
                <a:close/>
                <a:moveTo>
                  <a:pt x="4921" y="4344"/>
                </a:moveTo>
                <a:lnTo>
                  <a:pt x="5007" y="4365"/>
                </a:lnTo>
                <a:lnTo>
                  <a:pt x="5028" y="4386"/>
                </a:lnTo>
                <a:lnTo>
                  <a:pt x="5071" y="4408"/>
                </a:lnTo>
                <a:lnTo>
                  <a:pt x="5135" y="4536"/>
                </a:lnTo>
                <a:lnTo>
                  <a:pt x="5157" y="4643"/>
                </a:lnTo>
                <a:lnTo>
                  <a:pt x="5178" y="4750"/>
                </a:lnTo>
                <a:lnTo>
                  <a:pt x="5178" y="4879"/>
                </a:lnTo>
                <a:lnTo>
                  <a:pt x="5178" y="4921"/>
                </a:lnTo>
                <a:lnTo>
                  <a:pt x="5135" y="4964"/>
                </a:lnTo>
                <a:lnTo>
                  <a:pt x="5092" y="5007"/>
                </a:lnTo>
                <a:lnTo>
                  <a:pt x="5028" y="5028"/>
                </a:lnTo>
                <a:lnTo>
                  <a:pt x="4857" y="5071"/>
                </a:lnTo>
                <a:lnTo>
                  <a:pt x="4558" y="5114"/>
                </a:lnTo>
                <a:lnTo>
                  <a:pt x="4237" y="5178"/>
                </a:lnTo>
                <a:lnTo>
                  <a:pt x="4087" y="5199"/>
                </a:lnTo>
                <a:lnTo>
                  <a:pt x="4001" y="5178"/>
                </a:lnTo>
                <a:lnTo>
                  <a:pt x="3937" y="5157"/>
                </a:lnTo>
                <a:lnTo>
                  <a:pt x="3766" y="5028"/>
                </a:lnTo>
                <a:lnTo>
                  <a:pt x="3680" y="4921"/>
                </a:lnTo>
                <a:lnTo>
                  <a:pt x="3638" y="4857"/>
                </a:lnTo>
                <a:lnTo>
                  <a:pt x="3638" y="4772"/>
                </a:lnTo>
                <a:lnTo>
                  <a:pt x="3680" y="4643"/>
                </a:lnTo>
                <a:lnTo>
                  <a:pt x="3723" y="4536"/>
                </a:lnTo>
                <a:lnTo>
                  <a:pt x="3766" y="4451"/>
                </a:lnTo>
                <a:lnTo>
                  <a:pt x="3809" y="4451"/>
                </a:lnTo>
                <a:lnTo>
                  <a:pt x="3873" y="4429"/>
                </a:lnTo>
                <a:lnTo>
                  <a:pt x="4322" y="4429"/>
                </a:lnTo>
                <a:lnTo>
                  <a:pt x="4558" y="4408"/>
                </a:lnTo>
                <a:lnTo>
                  <a:pt x="4772" y="4365"/>
                </a:lnTo>
                <a:lnTo>
                  <a:pt x="4921" y="4344"/>
                </a:lnTo>
                <a:close/>
                <a:moveTo>
                  <a:pt x="8066" y="6526"/>
                </a:moveTo>
                <a:lnTo>
                  <a:pt x="8131" y="6547"/>
                </a:lnTo>
                <a:lnTo>
                  <a:pt x="8152" y="6590"/>
                </a:lnTo>
                <a:lnTo>
                  <a:pt x="8195" y="6676"/>
                </a:lnTo>
                <a:lnTo>
                  <a:pt x="8195" y="6761"/>
                </a:lnTo>
                <a:lnTo>
                  <a:pt x="8195" y="6890"/>
                </a:lnTo>
                <a:lnTo>
                  <a:pt x="8173" y="6997"/>
                </a:lnTo>
                <a:lnTo>
                  <a:pt x="8131" y="7082"/>
                </a:lnTo>
                <a:lnTo>
                  <a:pt x="8066" y="7125"/>
                </a:lnTo>
                <a:lnTo>
                  <a:pt x="7767" y="7125"/>
                </a:lnTo>
                <a:lnTo>
                  <a:pt x="7382" y="7104"/>
                </a:lnTo>
                <a:lnTo>
                  <a:pt x="7232" y="7104"/>
                </a:lnTo>
                <a:lnTo>
                  <a:pt x="7189" y="7061"/>
                </a:lnTo>
                <a:lnTo>
                  <a:pt x="7211" y="6954"/>
                </a:lnTo>
                <a:lnTo>
                  <a:pt x="7211" y="6890"/>
                </a:lnTo>
                <a:lnTo>
                  <a:pt x="7253" y="6826"/>
                </a:lnTo>
                <a:lnTo>
                  <a:pt x="7339" y="6719"/>
                </a:lnTo>
                <a:lnTo>
                  <a:pt x="7403" y="6654"/>
                </a:lnTo>
                <a:lnTo>
                  <a:pt x="7467" y="6612"/>
                </a:lnTo>
                <a:lnTo>
                  <a:pt x="7617" y="6547"/>
                </a:lnTo>
                <a:lnTo>
                  <a:pt x="7788" y="6526"/>
                </a:lnTo>
                <a:close/>
                <a:moveTo>
                  <a:pt x="8002" y="4814"/>
                </a:moveTo>
                <a:lnTo>
                  <a:pt x="8045" y="4857"/>
                </a:lnTo>
                <a:lnTo>
                  <a:pt x="8088" y="4900"/>
                </a:lnTo>
                <a:lnTo>
                  <a:pt x="8109" y="5028"/>
                </a:lnTo>
                <a:lnTo>
                  <a:pt x="8131" y="5285"/>
                </a:lnTo>
                <a:lnTo>
                  <a:pt x="8173" y="5649"/>
                </a:lnTo>
                <a:lnTo>
                  <a:pt x="8173" y="5841"/>
                </a:lnTo>
                <a:lnTo>
                  <a:pt x="8173" y="6013"/>
                </a:lnTo>
                <a:lnTo>
                  <a:pt x="8173" y="6098"/>
                </a:lnTo>
                <a:lnTo>
                  <a:pt x="8152" y="6141"/>
                </a:lnTo>
                <a:lnTo>
                  <a:pt x="7681" y="6141"/>
                </a:lnTo>
                <a:lnTo>
                  <a:pt x="7489" y="6184"/>
                </a:lnTo>
                <a:lnTo>
                  <a:pt x="7275" y="6269"/>
                </a:lnTo>
                <a:lnTo>
                  <a:pt x="7211" y="6312"/>
                </a:lnTo>
                <a:lnTo>
                  <a:pt x="7146" y="6376"/>
                </a:lnTo>
                <a:lnTo>
                  <a:pt x="7039" y="6505"/>
                </a:lnTo>
                <a:lnTo>
                  <a:pt x="6954" y="6633"/>
                </a:lnTo>
                <a:lnTo>
                  <a:pt x="6911" y="6697"/>
                </a:lnTo>
                <a:lnTo>
                  <a:pt x="6847" y="6740"/>
                </a:lnTo>
                <a:lnTo>
                  <a:pt x="6847" y="6933"/>
                </a:lnTo>
                <a:lnTo>
                  <a:pt x="6826" y="7040"/>
                </a:lnTo>
                <a:lnTo>
                  <a:pt x="6804" y="7125"/>
                </a:lnTo>
                <a:lnTo>
                  <a:pt x="6740" y="7147"/>
                </a:lnTo>
                <a:lnTo>
                  <a:pt x="6654" y="7147"/>
                </a:lnTo>
                <a:lnTo>
                  <a:pt x="6505" y="7125"/>
                </a:lnTo>
                <a:lnTo>
                  <a:pt x="6355" y="7125"/>
                </a:lnTo>
                <a:lnTo>
                  <a:pt x="6205" y="7147"/>
                </a:lnTo>
                <a:lnTo>
                  <a:pt x="5906" y="7189"/>
                </a:lnTo>
                <a:lnTo>
                  <a:pt x="5285" y="7211"/>
                </a:lnTo>
                <a:lnTo>
                  <a:pt x="3402" y="7211"/>
                </a:lnTo>
                <a:lnTo>
                  <a:pt x="2718" y="7232"/>
                </a:lnTo>
                <a:lnTo>
                  <a:pt x="2439" y="7275"/>
                </a:lnTo>
                <a:lnTo>
                  <a:pt x="2183" y="7318"/>
                </a:lnTo>
                <a:lnTo>
                  <a:pt x="2033" y="7339"/>
                </a:lnTo>
                <a:lnTo>
                  <a:pt x="1947" y="7360"/>
                </a:lnTo>
                <a:lnTo>
                  <a:pt x="1883" y="7339"/>
                </a:lnTo>
                <a:lnTo>
                  <a:pt x="1862" y="7296"/>
                </a:lnTo>
                <a:lnTo>
                  <a:pt x="1862" y="7232"/>
                </a:lnTo>
                <a:lnTo>
                  <a:pt x="1862" y="7104"/>
                </a:lnTo>
                <a:lnTo>
                  <a:pt x="1819" y="6954"/>
                </a:lnTo>
                <a:lnTo>
                  <a:pt x="1755" y="6826"/>
                </a:lnTo>
                <a:lnTo>
                  <a:pt x="1648" y="6719"/>
                </a:lnTo>
                <a:lnTo>
                  <a:pt x="1541" y="6612"/>
                </a:lnTo>
                <a:lnTo>
                  <a:pt x="1412" y="6526"/>
                </a:lnTo>
                <a:lnTo>
                  <a:pt x="1284" y="6462"/>
                </a:lnTo>
                <a:lnTo>
                  <a:pt x="1134" y="6440"/>
                </a:lnTo>
                <a:lnTo>
                  <a:pt x="984" y="6440"/>
                </a:lnTo>
                <a:lnTo>
                  <a:pt x="984" y="6098"/>
                </a:lnTo>
                <a:lnTo>
                  <a:pt x="984" y="5756"/>
                </a:lnTo>
                <a:lnTo>
                  <a:pt x="942" y="5435"/>
                </a:lnTo>
                <a:lnTo>
                  <a:pt x="899" y="5093"/>
                </a:lnTo>
                <a:lnTo>
                  <a:pt x="1263" y="5050"/>
                </a:lnTo>
                <a:lnTo>
                  <a:pt x="2033" y="5050"/>
                </a:lnTo>
                <a:lnTo>
                  <a:pt x="2397" y="5071"/>
                </a:lnTo>
                <a:lnTo>
                  <a:pt x="3103" y="5093"/>
                </a:lnTo>
                <a:lnTo>
                  <a:pt x="3295" y="5114"/>
                </a:lnTo>
                <a:lnTo>
                  <a:pt x="3359" y="5135"/>
                </a:lnTo>
                <a:lnTo>
                  <a:pt x="3445" y="5178"/>
                </a:lnTo>
                <a:lnTo>
                  <a:pt x="3488" y="5285"/>
                </a:lnTo>
                <a:lnTo>
                  <a:pt x="3531" y="5392"/>
                </a:lnTo>
                <a:lnTo>
                  <a:pt x="3595" y="5456"/>
                </a:lnTo>
                <a:lnTo>
                  <a:pt x="3638" y="5499"/>
                </a:lnTo>
                <a:lnTo>
                  <a:pt x="3702" y="5542"/>
                </a:lnTo>
                <a:lnTo>
                  <a:pt x="3766" y="5563"/>
                </a:lnTo>
                <a:lnTo>
                  <a:pt x="3916" y="5606"/>
                </a:lnTo>
                <a:lnTo>
                  <a:pt x="4729" y="5606"/>
                </a:lnTo>
                <a:lnTo>
                  <a:pt x="4943" y="5563"/>
                </a:lnTo>
                <a:lnTo>
                  <a:pt x="5092" y="5542"/>
                </a:lnTo>
                <a:lnTo>
                  <a:pt x="5221" y="5478"/>
                </a:lnTo>
                <a:lnTo>
                  <a:pt x="5349" y="5392"/>
                </a:lnTo>
                <a:lnTo>
                  <a:pt x="5456" y="5306"/>
                </a:lnTo>
                <a:lnTo>
                  <a:pt x="5520" y="5199"/>
                </a:lnTo>
                <a:lnTo>
                  <a:pt x="5563" y="5135"/>
                </a:lnTo>
                <a:lnTo>
                  <a:pt x="5606" y="5093"/>
                </a:lnTo>
                <a:lnTo>
                  <a:pt x="5692" y="5071"/>
                </a:lnTo>
                <a:lnTo>
                  <a:pt x="6012" y="5071"/>
                </a:lnTo>
                <a:lnTo>
                  <a:pt x="6398" y="5028"/>
                </a:lnTo>
                <a:lnTo>
                  <a:pt x="6783" y="4964"/>
                </a:lnTo>
                <a:lnTo>
                  <a:pt x="7168" y="4900"/>
                </a:lnTo>
                <a:lnTo>
                  <a:pt x="7553" y="4857"/>
                </a:lnTo>
                <a:lnTo>
                  <a:pt x="7767" y="4836"/>
                </a:lnTo>
                <a:lnTo>
                  <a:pt x="7895" y="4814"/>
                </a:lnTo>
                <a:close/>
                <a:moveTo>
                  <a:pt x="984" y="6826"/>
                </a:moveTo>
                <a:lnTo>
                  <a:pt x="1134" y="6847"/>
                </a:lnTo>
                <a:lnTo>
                  <a:pt x="1241" y="6890"/>
                </a:lnTo>
                <a:lnTo>
                  <a:pt x="1305" y="6933"/>
                </a:lnTo>
                <a:lnTo>
                  <a:pt x="1370" y="6997"/>
                </a:lnTo>
                <a:lnTo>
                  <a:pt x="1412" y="7082"/>
                </a:lnTo>
                <a:lnTo>
                  <a:pt x="1434" y="7189"/>
                </a:lnTo>
                <a:lnTo>
                  <a:pt x="1455" y="7403"/>
                </a:lnTo>
                <a:lnTo>
                  <a:pt x="1284" y="7425"/>
                </a:lnTo>
                <a:lnTo>
                  <a:pt x="1049" y="7446"/>
                </a:lnTo>
                <a:lnTo>
                  <a:pt x="942" y="7446"/>
                </a:lnTo>
                <a:lnTo>
                  <a:pt x="856" y="7425"/>
                </a:lnTo>
                <a:lnTo>
                  <a:pt x="813" y="7382"/>
                </a:lnTo>
                <a:lnTo>
                  <a:pt x="813" y="7339"/>
                </a:lnTo>
                <a:lnTo>
                  <a:pt x="813" y="7296"/>
                </a:lnTo>
                <a:lnTo>
                  <a:pt x="856" y="7253"/>
                </a:lnTo>
                <a:lnTo>
                  <a:pt x="899" y="7211"/>
                </a:lnTo>
                <a:lnTo>
                  <a:pt x="963" y="7168"/>
                </a:lnTo>
                <a:lnTo>
                  <a:pt x="984" y="7104"/>
                </a:lnTo>
                <a:lnTo>
                  <a:pt x="1006" y="6954"/>
                </a:lnTo>
                <a:lnTo>
                  <a:pt x="984" y="6826"/>
                </a:lnTo>
                <a:close/>
                <a:moveTo>
                  <a:pt x="5328" y="0"/>
                </a:moveTo>
                <a:lnTo>
                  <a:pt x="4943" y="22"/>
                </a:lnTo>
                <a:lnTo>
                  <a:pt x="4622" y="65"/>
                </a:lnTo>
                <a:lnTo>
                  <a:pt x="3916" y="86"/>
                </a:lnTo>
                <a:lnTo>
                  <a:pt x="3552" y="107"/>
                </a:lnTo>
                <a:lnTo>
                  <a:pt x="3210" y="150"/>
                </a:lnTo>
                <a:lnTo>
                  <a:pt x="2889" y="214"/>
                </a:lnTo>
                <a:lnTo>
                  <a:pt x="2718" y="278"/>
                </a:lnTo>
                <a:lnTo>
                  <a:pt x="2568" y="364"/>
                </a:lnTo>
                <a:lnTo>
                  <a:pt x="2504" y="428"/>
                </a:lnTo>
                <a:lnTo>
                  <a:pt x="2461" y="514"/>
                </a:lnTo>
                <a:lnTo>
                  <a:pt x="2418" y="578"/>
                </a:lnTo>
                <a:lnTo>
                  <a:pt x="2397" y="664"/>
                </a:lnTo>
                <a:lnTo>
                  <a:pt x="2375" y="835"/>
                </a:lnTo>
                <a:lnTo>
                  <a:pt x="2375" y="1027"/>
                </a:lnTo>
                <a:lnTo>
                  <a:pt x="2332" y="1006"/>
                </a:lnTo>
                <a:lnTo>
                  <a:pt x="2247" y="985"/>
                </a:lnTo>
                <a:lnTo>
                  <a:pt x="2183" y="985"/>
                </a:lnTo>
                <a:lnTo>
                  <a:pt x="2118" y="1006"/>
                </a:lnTo>
                <a:lnTo>
                  <a:pt x="2054" y="1027"/>
                </a:lnTo>
                <a:lnTo>
                  <a:pt x="1990" y="1070"/>
                </a:lnTo>
                <a:lnTo>
                  <a:pt x="1969" y="1113"/>
                </a:lnTo>
                <a:lnTo>
                  <a:pt x="1969" y="1198"/>
                </a:lnTo>
                <a:lnTo>
                  <a:pt x="1990" y="1241"/>
                </a:lnTo>
                <a:lnTo>
                  <a:pt x="2033" y="1263"/>
                </a:lnTo>
                <a:lnTo>
                  <a:pt x="2118" y="1305"/>
                </a:lnTo>
                <a:lnTo>
                  <a:pt x="2204" y="1327"/>
                </a:lnTo>
                <a:lnTo>
                  <a:pt x="2225" y="1348"/>
                </a:lnTo>
                <a:lnTo>
                  <a:pt x="2247" y="1370"/>
                </a:lnTo>
                <a:lnTo>
                  <a:pt x="1990" y="1391"/>
                </a:lnTo>
                <a:lnTo>
                  <a:pt x="1733" y="1391"/>
                </a:lnTo>
                <a:lnTo>
                  <a:pt x="1198" y="1348"/>
                </a:lnTo>
                <a:lnTo>
                  <a:pt x="942" y="1370"/>
                </a:lnTo>
                <a:lnTo>
                  <a:pt x="685" y="1412"/>
                </a:lnTo>
                <a:lnTo>
                  <a:pt x="557" y="1455"/>
                </a:lnTo>
                <a:lnTo>
                  <a:pt x="450" y="1498"/>
                </a:lnTo>
                <a:lnTo>
                  <a:pt x="343" y="1584"/>
                </a:lnTo>
                <a:lnTo>
                  <a:pt x="236" y="1669"/>
                </a:lnTo>
                <a:lnTo>
                  <a:pt x="171" y="1733"/>
                </a:lnTo>
                <a:lnTo>
                  <a:pt x="129" y="1819"/>
                </a:lnTo>
                <a:lnTo>
                  <a:pt x="86" y="1926"/>
                </a:lnTo>
                <a:lnTo>
                  <a:pt x="43" y="2033"/>
                </a:lnTo>
                <a:lnTo>
                  <a:pt x="22" y="2268"/>
                </a:lnTo>
                <a:lnTo>
                  <a:pt x="0" y="2504"/>
                </a:lnTo>
                <a:lnTo>
                  <a:pt x="22" y="2739"/>
                </a:lnTo>
                <a:lnTo>
                  <a:pt x="43" y="2996"/>
                </a:lnTo>
                <a:lnTo>
                  <a:pt x="86" y="3424"/>
                </a:lnTo>
                <a:lnTo>
                  <a:pt x="86" y="3659"/>
                </a:lnTo>
                <a:lnTo>
                  <a:pt x="86" y="3894"/>
                </a:lnTo>
                <a:lnTo>
                  <a:pt x="129" y="4087"/>
                </a:lnTo>
                <a:lnTo>
                  <a:pt x="150" y="4301"/>
                </a:lnTo>
                <a:lnTo>
                  <a:pt x="129" y="4600"/>
                </a:lnTo>
                <a:lnTo>
                  <a:pt x="129" y="4772"/>
                </a:lnTo>
                <a:lnTo>
                  <a:pt x="171" y="4900"/>
                </a:lnTo>
                <a:lnTo>
                  <a:pt x="214" y="5007"/>
                </a:lnTo>
                <a:lnTo>
                  <a:pt x="278" y="5050"/>
                </a:lnTo>
                <a:lnTo>
                  <a:pt x="343" y="5093"/>
                </a:lnTo>
                <a:lnTo>
                  <a:pt x="407" y="5157"/>
                </a:lnTo>
                <a:lnTo>
                  <a:pt x="428" y="5199"/>
                </a:lnTo>
                <a:lnTo>
                  <a:pt x="450" y="5242"/>
                </a:lnTo>
                <a:lnTo>
                  <a:pt x="450" y="5371"/>
                </a:lnTo>
                <a:lnTo>
                  <a:pt x="407" y="5627"/>
                </a:lnTo>
                <a:lnTo>
                  <a:pt x="407" y="5927"/>
                </a:lnTo>
                <a:lnTo>
                  <a:pt x="407" y="6226"/>
                </a:lnTo>
                <a:lnTo>
                  <a:pt x="428" y="6826"/>
                </a:lnTo>
                <a:lnTo>
                  <a:pt x="428" y="7082"/>
                </a:lnTo>
                <a:lnTo>
                  <a:pt x="428" y="7339"/>
                </a:lnTo>
                <a:lnTo>
                  <a:pt x="385" y="7510"/>
                </a:lnTo>
                <a:lnTo>
                  <a:pt x="385" y="7617"/>
                </a:lnTo>
                <a:lnTo>
                  <a:pt x="407" y="7703"/>
                </a:lnTo>
                <a:lnTo>
                  <a:pt x="471" y="7767"/>
                </a:lnTo>
                <a:lnTo>
                  <a:pt x="557" y="7810"/>
                </a:lnTo>
                <a:lnTo>
                  <a:pt x="685" y="7831"/>
                </a:lnTo>
                <a:lnTo>
                  <a:pt x="1477" y="7831"/>
                </a:lnTo>
                <a:lnTo>
                  <a:pt x="1712" y="7810"/>
                </a:lnTo>
                <a:lnTo>
                  <a:pt x="2183" y="7724"/>
                </a:lnTo>
                <a:lnTo>
                  <a:pt x="2504" y="7681"/>
                </a:lnTo>
                <a:lnTo>
                  <a:pt x="2803" y="7660"/>
                </a:lnTo>
                <a:lnTo>
                  <a:pt x="3402" y="7660"/>
                </a:lnTo>
                <a:lnTo>
                  <a:pt x="5713" y="7703"/>
                </a:lnTo>
                <a:lnTo>
                  <a:pt x="6890" y="7767"/>
                </a:lnTo>
                <a:lnTo>
                  <a:pt x="7489" y="7746"/>
                </a:lnTo>
                <a:lnTo>
                  <a:pt x="7788" y="7724"/>
                </a:lnTo>
                <a:lnTo>
                  <a:pt x="8066" y="7703"/>
                </a:lnTo>
                <a:lnTo>
                  <a:pt x="8195" y="7681"/>
                </a:lnTo>
                <a:lnTo>
                  <a:pt x="8323" y="7639"/>
                </a:lnTo>
                <a:lnTo>
                  <a:pt x="8430" y="7596"/>
                </a:lnTo>
                <a:lnTo>
                  <a:pt x="8473" y="7553"/>
                </a:lnTo>
                <a:lnTo>
                  <a:pt x="8516" y="7489"/>
                </a:lnTo>
                <a:lnTo>
                  <a:pt x="8537" y="7382"/>
                </a:lnTo>
                <a:lnTo>
                  <a:pt x="8559" y="7253"/>
                </a:lnTo>
                <a:lnTo>
                  <a:pt x="8580" y="6997"/>
                </a:lnTo>
                <a:lnTo>
                  <a:pt x="8601" y="6676"/>
                </a:lnTo>
                <a:lnTo>
                  <a:pt x="8601" y="6376"/>
                </a:lnTo>
                <a:lnTo>
                  <a:pt x="8580" y="5756"/>
                </a:lnTo>
                <a:lnTo>
                  <a:pt x="8559" y="5478"/>
                </a:lnTo>
                <a:lnTo>
                  <a:pt x="8516" y="5135"/>
                </a:lnTo>
                <a:lnTo>
                  <a:pt x="8516" y="4964"/>
                </a:lnTo>
                <a:lnTo>
                  <a:pt x="8516" y="4814"/>
                </a:lnTo>
                <a:lnTo>
                  <a:pt x="8559" y="4686"/>
                </a:lnTo>
                <a:lnTo>
                  <a:pt x="8580" y="4622"/>
                </a:lnTo>
                <a:lnTo>
                  <a:pt x="8623" y="4579"/>
                </a:lnTo>
                <a:lnTo>
                  <a:pt x="8687" y="4536"/>
                </a:lnTo>
                <a:lnTo>
                  <a:pt x="8773" y="4515"/>
                </a:lnTo>
                <a:lnTo>
                  <a:pt x="8858" y="4472"/>
                </a:lnTo>
                <a:lnTo>
                  <a:pt x="8922" y="4408"/>
                </a:lnTo>
                <a:lnTo>
                  <a:pt x="8944" y="4365"/>
                </a:lnTo>
                <a:lnTo>
                  <a:pt x="8944" y="4322"/>
                </a:lnTo>
                <a:lnTo>
                  <a:pt x="8922" y="4237"/>
                </a:lnTo>
                <a:lnTo>
                  <a:pt x="8880" y="4173"/>
                </a:lnTo>
                <a:lnTo>
                  <a:pt x="8858" y="4066"/>
                </a:lnTo>
                <a:lnTo>
                  <a:pt x="8837" y="3638"/>
                </a:lnTo>
                <a:lnTo>
                  <a:pt x="8815" y="3188"/>
                </a:lnTo>
                <a:lnTo>
                  <a:pt x="8773" y="2739"/>
                </a:lnTo>
                <a:lnTo>
                  <a:pt x="8730" y="2311"/>
                </a:lnTo>
                <a:lnTo>
                  <a:pt x="8666" y="2012"/>
                </a:lnTo>
                <a:lnTo>
                  <a:pt x="8623" y="1840"/>
                </a:lnTo>
                <a:lnTo>
                  <a:pt x="8580" y="1691"/>
                </a:lnTo>
                <a:lnTo>
                  <a:pt x="8516" y="1541"/>
                </a:lnTo>
                <a:lnTo>
                  <a:pt x="8430" y="1412"/>
                </a:lnTo>
                <a:lnTo>
                  <a:pt x="8323" y="1305"/>
                </a:lnTo>
                <a:lnTo>
                  <a:pt x="8195" y="1241"/>
                </a:lnTo>
                <a:lnTo>
                  <a:pt x="8088" y="1220"/>
                </a:lnTo>
                <a:lnTo>
                  <a:pt x="7981" y="1198"/>
                </a:lnTo>
                <a:lnTo>
                  <a:pt x="7767" y="1220"/>
                </a:lnTo>
                <a:lnTo>
                  <a:pt x="7532" y="1220"/>
                </a:lnTo>
                <a:lnTo>
                  <a:pt x="7318" y="1241"/>
                </a:lnTo>
                <a:lnTo>
                  <a:pt x="6911" y="1241"/>
                </a:lnTo>
                <a:lnTo>
                  <a:pt x="6526" y="1263"/>
                </a:lnTo>
                <a:lnTo>
                  <a:pt x="6355" y="1284"/>
                </a:lnTo>
                <a:lnTo>
                  <a:pt x="6269" y="1284"/>
                </a:lnTo>
                <a:lnTo>
                  <a:pt x="6205" y="1263"/>
                </a:lnTo>
                <a:lnTo>
                  <a:pt x="6184" y="1241"/>
                </a:lnTo>
                <a:lnTo>
                  <a:pt x="6162" y="1177"/>
                </a:lnTo>
                <a:lnTo>
                  <a:pt x="6162" y="1049"/>
                </a:lnTo>
                <a:lnTo>
                  <a:pt x="6162" y="835"/>
                </a:lnTo>
                <a:lnTo>
                  <a:pt x="6162" y="664"/>
                </a:lnTo>
                <a:lnTo>
                  <a:pt x="6141" y="471"/>
                </a:lnTo>
                <a:lnTo>
                  <a:pt x="6098" y="300"/>
                </a:lnTo>
                <a:lnTo>
                  <a:pt x="6055" y="236"/>
                </a:lnTo>
                <a:lnTo>
                  <a:pt x="5991" y="150"/>
                </a:lnTo>
                <a:lnTo>
                  <a:pt x="5927" y="107"/>
                </a:lnTo>
                <a:lnTo>
                  <a:pt x="5863" y="65"/>
                </a:lnTo>
                <a:lnTo>
                  <a:pt x="5713" y="22"/>
                </a:lnTo>
                <a:lnTo>
                  <a:pt x="5520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28"/>
          <p:cNvSpPr/>
          <p:nvPr/>
        </p:nvSpPr>
        <p:spPr>
          <a:xfrm>
            <a:off x="6965676" y="2073370"/>
            <a:ext cx="241144" cy="179851"/>
          </a:xfrm>
          <a:custGeom>
            <a:rect b="b" l="l" r="r" t="t"/>
            <a:pathLst>
              <a:path extrusionOk="0" h="6655" w="8923">
                <a:moveTo>
                  <a:pt x="6056" y="1969"/>
                </a:moveTo>
                <a:lnTo>
                  <a:pt x="6312" y="1991"/>
                </a:lnTo>
                <a:lnTo>
                  <a:pt x="6912" y="2012"/>
                </a:lnTo>
                <a:lnTo>
                  <a:pt x="6890" y="2525"/>
                </a:lnTo>
                <a:lnTo>
                  <a:pt x="6890" y="3060"/>
                </a:lnTo>
                <a:lnTo>
                  <a:pt x="6762" y="3082"/>
                </a:lnTo>
                <a:lnTo>
                  <a:pt x="6633" y="3082"/>
                </a:lnTo>
                <a:lnTo>
                  <a:pt x="6355" y="3060"/>
                </a:lnTo>
                <a:lnTo>
                  <a:pt x="6099" y="3039"/>
                </a:lnTo>
                <a:lnTo>
                  <a:pt x="5820" y="3060"/>
                </a:lnTo>
                <a:lnTo>
                  <a:pt x="5820" y="2782"/>
                </a:lnTo>
                <a:lnTo>
                  <a:pt x="5778" y="2525"/>
                </a:lnTo>
                <a:lnTo>
                  <a:pt x="5735" y="2226"/>
                </a:lnTo>
                <a:lnTo>
                  <a:pt x="5735" y="2098"/>
                </a:lnTo>
                <a:lnTo>
                  <a:pt x="5756" y="2033"/>
                </a:lnTo>
                <a:lnTo>
                  <a:pt x="5799" y="2012"/>
                </a:lnTo>
                <a:lnTo>
                  <a:pt x="5906" y="1969"/>
                </a:lnTo>
                <a:close/>
                <a:moveTo>
                  <a:pt x="5457" y="2012"/>
                </a:moveTo>
                <a:lnTo>
                  <a:pt x="5499" y="2440"/>
                </a:lnTo>
                <a:lnTo>
                  <a:pt x="5564" y="2889"/>
                </a:lnTo>
                <a:lnTo>
                  <a:pt x="5564" y="3018"/>
                </a:lnTo>
                <a:lnTo>
                  <a:pt x="5542" y="3039"/>
                </a:lnTo>
                <a:lnTo>
                  <a:pt x="5478" y="3060"/>
                </a:lnTo>
                <a:lnTo>
                  <a:pt x="5264" y="3060"/>
                </a:lnTo>
                <a:lnTo>
                  <a:pt x="4900" y="3082"/>
                </a:lnTo>
                <a:lnTo>
                  <a:pt x="4601" y="3125"/>
                </a:lnTo>
                <a:lnTo>
                  <a:pt x="4365" y="3125"/>
                </a:lnTo>
                <a:lnTo>
                  <a:pt x="4323" y="3103"/>
                </a:lnTo>
                <a:lnTo>
                  <a:pt x="4258" y="3018"/>
                </a:lnTo>
                <a:lnTo>
                  <a:pt x="4237" y="2868"/>
                </a:lnTo>
                <a:lnTo>
                  <a:pt x="4173" y="2632"/>
                </a:lnTo>
                <a:lnTo>
                  <a:pt x="4087" y="2311"/>
                </a:lnTo>
                <a:lnTo>
                  <a:pt x="4023" y="2012"/>
                </a:lnTo>
                <a:close/>
                <a:moveTo>
                  <a:pt x="2333" y="1926"/>
                </a:moveTo>
                <a:lnTo>
                  <a:pt x="2697" y="1969"/>
                </a:lnTo>
                <a:lnTo>
                  <a:pt x="3060" y="1991"/>
                </a:lnTo>
                <a:lnTo>
                  <a:pt x="3788" y="2012"/>
                </a:lnTo>
                <a:lnTo>
                  <a:pt x="3809" y="2162"/>
                </a:lnTo>
                <a:lnTo>
                  <a:pt x="3809" y="2290"/>
                </a:lnTo>
                <a:lnTo>
                  <a:pt x="3873" y="2590"/>
                </a:lnTo>
                <a:lnTo>
                  <a:pt x="3938" y="2889"/>
                </a:lnTo>
                <a:lnTo>
                  <a:pt x="3938" y="3060"/>
                </a:lnTo>
                <a:lnTo>
                  <a:pt x="3938" y="3125"/>
                </a:lnTo>
                <a:lnTo>
                  <a:pt x="3916" y="3167"/>
                </a:lnTo>
                <a:lnTo>
                  <a:pt x="3831" y="3210"/>
                </a:lnTo>
                <a:lnTo>
                  <a:pt x="3659" y="3210"/>
                </a:lnTo>
                <a:lnTo>
                  <a:pt x="3360" y="3232"/>
                </a:lnTo>
                <a:lnTo>
                  <a:pt x="3018" y="3317"/>
                </a:lnTo>
                <a:lnTo>
                  <a:pt x="2675" y="3424"/>
                </a:lnTo>
                <a:lnTo>
                  <a:pt x="2483" y="2675"/>
                </a:lnTo>
                <a:lnTo>
                  <a:pt x="2397" y="2311"/>
                </a:lnTo>
                <a:lnTo>
                  <a:pt x="2333" y="1926"/>
                </a:lnTo>
                <a:close/>
                <a:moveTo>
                  <a:pt x="7275" y="1991"/>
                </a:moveTo>
                <a:lnTo>
                  <a:pt x="7874" y="2033"/>
                </a:lnTo>
                <a:lnTo>
                  <a:pt x="8046" y="2033"/>
                </a:lnTo>
                <a:lnTo>
                  <a:pt x="8238" y="2055"/>
                </a:lnTo>
                <a:lnTo>
                  <a:pt x="8324" y="2076"/>
                </a:lnTo>
                <a:lnTo>
                  <a:pt x="8345" y="2098"/>
                </a:lnTo>
                <a:lnTo>
                  <a:pt x="8388" y="2205"/>
                </a:lnTo>
                <a:lnTo>
                  <a:pt x="8431" y="2333"/>
                </a:lnTo>
                <a:lnTo>
                  <a:pt x="8431" y="2483"/>
                </a:lnTo>
                <a:lnTo>
                  <a:pt x="8431" y="2782"/>
                </a:lnTo>
                <a:lnTo>
                  <a:pt x="8409" y="3103"/>
                </a:lnTo>
                <a:lnTo>
                  <a:pt x="8366" y="3381"/>
                </a:lnTo>
                <a:lnTo>
                  <a:pt x="8217" y="3617"/>
                </a:lnTo>
                <a:lnTo>
                  <a:pt x="8088" y="3916"/>
                </a:lnTo>
                <a:lnTo>
                  <a:pt x="8003" y="4216"/>
                </a:lnTo>
                <a:lnTo>
                  <a:pt x="7939" y="4472"/>
                </a:lnTo>
                <a:lnTo>
                  <a:pt x="7917" y="4793"/>
                </a:lnTo>
                <a:lnTo>
                  <a:pt x="7874" y="4922"/>
                </a:lnTo>
                <a:lnTo>
                  <a:pt x="7853" y="4986"/>
                </a:lnTo>
                <a:lnTo>
                  <a:pt x="7810" y="5007"/>
                </a:lnTo>
                <a:lnTo>
                  <a:pt x="7746" y="5029"/>
                </a:lnTo>
                <a:lnTo>
                  <a:pt x="7660" y="5029"/>
                </a:lnTo>
                <a:lnTo>
                  <a:pt x="7446" y="5007"/>
                </a:lnTo>
                <a:lnTo>
                  <a:pt x="7104" y="4965"/>
                </a:lnTo>
                <a:lnTo>
                  <a:pt x="7126" y="4815"/>
                </a:lnTo>
                <a:lnTo>
                  <a:pt x="7147" y="4644"/>
                </a:lnTo>
                <a:lnTo>
                  <a:pt x="7168" y="4323"/>
                </a:lnTo>
                <a:lnTo>
                  <a:pt x="7168" y="4002"/>
                </a:lnTo>
                <a:lnTo>
                  <a:pt x="7190" y="3852"/>
                </a:lnTo>
                <a:lnTo>
                  <a:pt x="7232" y="3681"/>
                </a:lnTo>
                <a:lnTo>
                  <a:pt x="7254" y="3617"/>
                </a:lnTo>
                <a:lnTo>
                  <a:pt x="7275" y="3595"/>
                </a:lnTo>
                <a:lnTo>
                  <a:pt x="7382" y="3552"/>
                </a:lnTo>
                <a:lnTo>
                  <a:pt x="7511" y="3531"/>
                </a:lnTo>
                <a:lnTo>
                  <a:pt x="7639" y="3531"/>
                </a:lnTo>
                <a:lnTo>
                  <a:pt x="7767" y="3510"/>
                </a:lnTo>
                <a:lnTo>
                  <a:pt x="7896" y="3488"/>
                </a:lnTo>
                <a:lnTo>
                  <a:pt x="8024" y="3424"/>
                </a:lnTo>
                <a:lnTo>
                  <a:pt x="8110" y="3360"/>
                </a:lnTo>
                <a:lnTo>
                  <a:pt x="8024" y="3296"/>
                </a:lnTo>
                <a:lnTo>
                  <a:pt x="7939" y="3253"/>
                </a:lnTo>
                <a:lnTo>
                  <a:pt x="7746" y="3189"/>
                </a:lnTo>
                <a:lnTo>
                  <a:pt x="7489" y="3189"/>
                </a:lnTo>
                <a:lnTo>
                  <a:pt x="7361" y="3167"/>
                </a:lnTo>
                <a:lnTo>
                  <a:pt x="7297" y="3167"/>
                </a:lnTo>
                <a:lnTo>
                  <a:pt x="7275" y="3146"/>
                </a:lnTo>
                <a:lnTo>
                  <a:pt x="7254" y="3103"/>
                </a:lnTo>
                <a:lnTo>
                  <a:pt x="7254" y="2996"/>
                </a:lnTo>
                <a:lnTo>
                  <a:pt x="7275" y="2846"/>
                </a:lnTo>
                <a:lnTo>
                  <a:pt x="7275" y="1991"/>
                </a:lnTo>
                <a:close/>
                <a:moveTo>
                  <a:pt x="6505" y="3531"/>
                </a:moveTo>
                <a:lnTo>
                  <a:pt x="6719" y="3552"/>
                </a:lnTo>
                <a:lnTo>
                  <a:pt x="6847" y="3552"/>
                </a:lnTo>
                <a:lnTo>
                  <a:pt x="6869" y="3617"/>
                </a:lnTo>
                <a:lnTo>
                  <a:pt x="6869" y="3724"/>
                </a:lnTo>
                <a:lnTo>
                  <a:pt x="6847" y="3916"/>
                </a:lnTo>
                <a:lnTo>
                  <a:pt x="6805" y="4451"/>
                </a:lnTo>
                <a:lnTo>
                  <a:pt x="6805" y="4729"/>
                </a:lnTo>
                <a:lnTo>
                  <a:pt x="6805" y="4986"/>
                </a:lnTo>
                <a:lnTo>
                  <a:pt x="6526" y="5029"/>
                </a:lnTo>
                <a:lnTo>
                  <a:pt x="6270" y="5050"/>
                </a:lnTo>
                <a:lnTo>
                  <a:pt x="6120" y="5072"/>
                </a:lnTo>
                <a:lnTo>
                  <a:pt x="5949" y="5072"/>
                </a:lnTo>
                <a:lnTo>
                  <a:pt x="5927" y="5007"/>
                </a:lnTo>
                <a:lnTo>
                  <a:pt x="5927" y="4922"/>
                </a:lnTo>
                <a:lnTo>
                  <a:pt x="5927" y="4751"/>
                </a:lnTo>
                <a:lnTo>
                  <a:pt x="5906" y="4152"/>
                </a:lnTo>
                <a:lnTo>
                  <a:pt x="5885" y="3552"/>
                </a:lnTo>
                <a:lnTo>
                  <a:pt x="6291" y="3531"/>
                </a:lnTo>
                <a:close/>
                <a:moveTo>
                  <a:pt x="5350" y="3531"/>
                </a:moveTo>
                <a:lnTo>
                  <a:pt x="5478" y="3552"/>
                </a:lnTo>
                <a:lnTo>
                  <a:pt x="5585" y="3574"/>
                </a:lnTo>
                <a:lnTo>
                  <a:pt x="5606" y="3681"/>
                </a:lnTo>
                <a:lnTo>
                  <a:pt x="5628" y="3809"/>
                </a:lnTo>
                <a:lnTo>
                  <a:pt x="5628" y="3938"/>
                </a:lnTo>
                <a:lnTo>
                  <a:pt x="5649" y="4494"/>
                </a:lnTo>
                <a:lnTo>
                  <a:pt x="5713" y="5072"/>
                </a:lnTo>
                <a:lnTo>
                  <a:pt x="4579" y="5179"/>
                </a:lnTo>
                <a:lnTo>
                  <a:pt x="3445" y="5264"/>
                </a:lnTo>
                <a:lnTo>
                  <a:pt x="3253" y="5307"/>
                </a:lnTo>
                <a:lnTo>
                  <a:pt x="3082" y="5350"/>
                </a:lnTo>
                <a:lnTo>
                  <a:pt x="2889" y="4515"/>
                </a:lnTo>
                <a:lnTo>
                  <a:pt x="2804" y="4087"/>
                </a:lnTo>
                <a:lnTo>
                  <a:pt x="2718" y="3681"/>
                </a:lnTo>
                <a:lnTo>
                  <a:pt x="2868" y="3702"/>
                </a:lnTo>
                <a:lnTo>
                  <a:pt x="2996" y="3724"/>
                </a:lnTo>
                <a:lnTo>
                  <a:pt x="3253" y="3724"/>
                </a:lnTo>
                <a:lnTo>
                  <a:pt x="3788" y="3681"/>
                </a:lnTo>
                <a:lnTo>
                  <a:pt x="3916" y="3681"/>
                </a:lnTo>
                <a:lnTo>
                  <a:pt x="3959" y="3702"/>
                </a:lnTo>
                <a:lnTo>
                  <a:pt x="3980" y="3724"/>
                </a:lnTo>
                <a:lnTo>
                  <a:pt x="4023" y="3788"/>
                </a:lnTo>
                <a:lnTo>
                  <a:pt x="4023" y="3916"/>
                </a:lnTo>
                <a:lnTo>
                  <a:pt x="4045" y="4152"/>
                </a:lnTo>
                <a:lnTo>
                  <a:pt x="4045" y="4365"/>
                </a:lnTo>
                <a:lnTo>
                  <a:pt x="4023" y="4558"/>
                </a:lnTo>
                <a:lnTo>
                  <a:pt x="4045" y="4793"/>
                </a:lnTo>
                <a:lnTo>
                  <a:pt x="4045" y="4922"/>
                </a:lnTo>
                <a:lnTo>
                  <a:pt x="4087" y="5007"/>
                </a:lnTo>
                <a:lnTo>
                  <a:pt x="4130" y="5093"/>
                </a:lnTo>
                <a:lnTo>
                  <a:pt x="4216" y="5136"/>
                </a:lnTo>
                <a:lnTo>
                  <a:pt x="4301" y="5157"/>
                </a:lnTo>
                <a:lnTo>
                  <a:pt x="4365" y="5136"/>
                </a:lnTo>
                <a:lnTo>
                  <a:pt x="4408" y="5114"/>
                </a:lnTo>
                <a:lnTo>
                  <a:pt x="4472" y="5072"/>
                </a:lnTo>
                <a:lnTo>
                  <a:pt x="4515" y="4922"/>
                </a:lnTo>
                <a:lnTo>
                  <a:pt x="4537" y="4793"/>
                </a:lnTo>
                <a:lnTo>
                  <a:pt x="4537" y="4451"/>
                </a:lnTo>
                <a:lnTo>
                  <a:pt x="4515" y="4130"/>
                </a:lnTo>
                <a:lnTo>
                  <a:pt x="4451" y="3916"/>
                </a:lnTo>
                <a:lnTo>
                  <a:pt x="4430" y="3788"/>
                </a:lnTo>
                <a:lnTo>
                  <a:pt x="4451" y="3681"/>
                </a:lnTo>
                <a:lnTo>
                  <a:pt x="4472" y="3638"/>
                </a:lnTo>
                <a:lnTo>
                  <a:pt x="4515" y="3617"/>
                </a:lnTo>
                <a:lnTo>
                  <a:pt x="4644" y="3595"/>
                </a:lnTo>
                <a:lnTo>
                  <a:pt x="4943" y="3574"/>
                </a:lnTo>
                <a:lnTo>
                  <a:pt x="5200" y="3552"/>
                </a:lnTo>
                <a:lnTo>
                  <a:pt x="5350" y="3531"/>
                </a:lnTo>
                <a:close/>
                <a:moveTo>
                  <a:pt x="1541" y="1"/>
                </a:moveTo>
                <a:lnTo>
                  <a:pt x="1370" y="44"/>
                </a:lnTo>
                <a:lnTo>
                  <a:pt x="1199" y="108"/>
                </a:lnTo>
                <a:lnTo>
                  <a:pt x="1006" y="193"/>
                </a:lnTo>
                <a:lnTo>
                  <a:pt x="685" y="343"/>
                </a:lnTo>
                <a:lnTo>
                  <a:pt x="514" y="407"/>
                </a:lnTo>
                <a:lnTo>
                  <a:pt x="343" y="450"/>
                </a:lnTo>
                <a:lnTo>
                  <a:pt x="257" y="493"/>
                </a:lnTo>
                <a:lnTo>
                  <a:pt x="172" y="536"/>
                </a:lnTo>
                <a:lnTo>
                  <a:pt x="108" y="600"/>
                </a:lnTo>
                <a:lnTo>
                  <a:pt x="44" y="664"/>
                </a:lnTo>
                <a:lnTo>
                  <a:pt x="22" y="750"/>
                </a:lnTo>
                <a:lnTo>
                  <a:pt x="1" y="835"/>
                </a:lnTo>
                <a:lnTo>
                  <a:pt x="1" y="921"/>
                </a:lnTo>
                <a:lnTo>
                  <a:pt x="22" y="1006"/>
                </a:lnTo>
                <a:lnTo>
                  <a:pt x="44" y="1092"/>
                </a:lnTo>
                <a:lnTo>
                  <a:pt x="86" y="1156"/>
                </a:lnTo>
                <a:lnTo>
                  <a:pt x="151" y="1220"/>
                </a:lnTo>
                <a:lnTo>
                  <a:pt x="215" y="1263"/>
                </a:lnTo>
                <a:lnTo>
                  <a:pt x="322" y="1306"/>
                </a:lnTo>
                <a:lnTo>
                  <a:pt x="407" y="1327"/>
                </a:lnTo>
                <a:lnTo>
                  <a:pt x="514" y="1327"/>
                </a:lnTo>
                <a:lnTo>
                  <a:pt x="600" y="1284"/>
                </a:lnTo>
                <a:lnTo>
                  <a:pt x="685" y="1242"/>
                </a:lnTo>
                <a:lnTo>
                  <a:pt x="750" y="1178"/>
                </a:lnTo>
                <a:lnTo>
                  <a:pt x="814" y="1092"/>
                </a:lnTo>
                <a:lnTo>
                  <a:pt x="835" y="985"/>
                </a:lnTo>
                <a:lnTo>
                  <a:pt x="835" y="899"/>
                </a:lnTo>
                <a:lnTo>
                  <a:pt x="835" y="792"/>
                </a:lnTo>
                <a:lnTo>
                  <a:pt x="857" y="707"/>
                </a:lnTo>
                <a:lnTo>
                  <a:pt x="942" y="664"/>
                </a:lnTo>
                <a:lnTo>
                  <a:pt x="1092" y="578"/>
                </a:lnTo>
                <a:lnTo>
                  <a:pt x="1284" y="493"/>
                </a:lnTo>
                <a:lnTo>
                  <a:pt x="1370" y="471"/>
                </a:lnTo>
                <a:lnTo>
                  <a:pt x="1520" y="471"/>
                </a:lnTo>
                <a:lnTo>
                  <a:pt x="1563" y="514"/>
                </a:lnTo>
                <a:lnTo>
                  <a:pt x="1627" y="643"/>
                </a:lnTo>
                <a:lnTo>
                  <a:pt x="1648" y="792"/>
                </a:lnTo>
                <a:lnTo>
                  <a:pt x="1691" y="1092"/>
                </a:lnTo>
                <a:lnTo>
                  <a:pt x="1798" y="1648"/>
                </a:lnTo>
                <a:lnTo>
                  <a:pt x="2055" y="2782"/>
                </a:lnTo>
                <a:lnTo>
                  <a:pt x="2290" y="4023"/>
                </a:lnTo>
                <a:lnTo>
                  <a:pt x="2547" y="5264"/>
                </a:lnTo>
                <a:lnTo>
                  <a:pt x="2418" y="5264"/>
                </a:lnTo>
                <a:lnTo>
                  <a:pt x="2247" y="5307"/>
                </a:lnTo>
                <a:lnTo>
                  <a:pt x="2098" y="5371"/>
                </a:lnTo>
                <a:lnTo>
                  <a:pt x="1948" y="5478"/>
                </a:lnTo>
                <a:lnTo>
                  <a:pt x="1819" y="5585"/>
                </a:lnTo>
                <a:lnTo>
                  <a:pt x="1691" y="5692"/>
                </a:lnTo>
                <a:lnTo>
                  <a:pt x="1605" y="5820"/>
                </a:lnTo>
                <a:lnTo>
                  <a:pt x="1563" y="5970"/>
                </a:lnTo>
                <a:lnTo>
                  <a:pt x="1541" y="6120"/>
                </a:lnTo>
                <a:lnTo>
                  <a:pt x="1584" y="6270"/>
                </a:lnTo>
                <a:lnTo>
                  <a:pt x="1648" y="6377"/>
                </a:lnTo>
                <a:lnTo>
                  <a:pt x="1734" y="6484"/>
                </a:lnTo>
                <a:lnTo>
                  <a:pt x="1841" y="6548"/>
                </a:lnTo>
                <a:lnTo>
                  <a:pt x="1969" y="6591"/>
                </a:lnTo>
                <a:lnTo>
                  <a:pt x="2119" y="6633"/>
                </a:lnTo>
                <a:lnTo>
                  <a:pt x="2269" y="6655"/>
                </a:lnTo>
                <a:lnTo>
                  <a:pt x="2718" y="6655"/>
                </a:lnTo>
                <a:lnTo>
                  <a:pt x="3167" y="6591"/>
                </a:lnTo>
                <a:lnTo>
                  <a:pt x="3617" y="6526"/>
                </a:lnTo>
                <a:lnTo>
                  <a:pt x="4045" y="6441"/>
                </a:lnTo>
                <a:lnTo>
                  <a:pt x="4280" y="6398"/>
                </a:lnTo>
                <a:lnTo>
                  <a:pt x="4986" y="6398"/>
                </a:lnTo>
                <a:lnTo>
                  <a:pt x="5906" y="6462"/>
                </a:lnTo>
                <a:lnTo>
                  <a:pt x="6740" y="6462"/>
                </a:lnTo>
                <a:lnTo>
                  <a:pt x="7168" y="6484"/>
                </a:lnTo>
                <a:lnTo>
                  <a:pt x="7575" y="6505"/>
                </a:lnTo>
                <a:lnTo>
                  <a:pt x="7939" y="6505"/>
                </a:lnTo>
                <a:lnTo>
                  <a:pt x="8067" y="6484"/>
                </a:lnTo>
                <a:lnTo>
                  <a:pt x="8174" y="6441"/>
                </a:lnTo>
                <a:lnTo>
                  <a:pt x="8259" y="6377"/>
                </a:lnTo>
                <a:lnTo>
                  <a:pt x="8281" y="6334"/>
                </a:lnTo>
                <a:lnTo>
                  <a:pt x="8281" y="6270"/>
                </a:lnTo>
                <a:lnTo>
                  <a:pt x="8259" y="6227"/>
                </a:lnTo>
                <a:lnTo>
                  <a:pt x="8238" y="6141"/>
                </a:lnTo>
                <a:lnTo>
                  <a:pt x="8195" y="6077"/>
                </a:lnTo>
                <a:lnTo>
                  <a:pt x="8131" y="6034"/>
                </a:lnTo>
                <a:lnTo>
                  <a:pt x="8067" y="6013"/>
                </a:lnTo>
                <a:lnTo>
                  <a:pt x="7981" y="6013"/>
                </a:lnTo>
                <a:lnTo>
                  <a:pt x="7832" y="5992"/>
                </a:lnTo>
                <a:lnTo>
                  <a:pt x="7682" y="6013"/>
                </a:lnTo>
                <a:lnTo>
                  <a:pt x="6719" y="5992"/>
                </a:lnTo>
                <a:lnTo>
                  <a:pt x="5863" y="5970"/>
                </a:lnTo>
                <a:lnTo>
                  <a:pt x="5007" y="5970"/>
                </a:lnTo>
                <a:lnTo>
                  <a:pt x="4579" y="5992"/>
                </a:lnTo>
                <a:lnTo>
                  <a:pt x="4152" y="6013"/>
                </a:lnTo>
                <a:lnTo>
                  <a:pt x="3724" y="6056"/>
                </a:lnTo>
                <a:lnTo>
                  <a:pt x="3296" y="6141"/>
                </a:lnTo>
                <a:lnTo>
                  <a:pt x="3018" y="6184"/>
                </a:lnTo>
                <a:lnTo>
                  <a:pt x="2568" y="6227"/>
                </a:lnTo>
                <a:lnTo>
                  <a:pt x="2333" y="6227"/>
                </a:lnTo>
                <a:lnTo>
                  <a:pt x="2162" y="6206"/>
                </a:lnTo>
                <a:lnTo>
                  <a:pt x="2098" y="6184"/>
                </a:lnTo>
                <a:lnTo>
                  <a:pt x="2055" y="6141"/>
                </a:lnTo>
                <a:lnTo>
                  <a:pt x="2033" y="6099"/>
                </a:lnTo>
                <a:lnTo>
                  <a:pt x="2055" y="6034"/>
                </a:lnTo>
                <a:lnTo>
                  <a:pt x="2076" y="5992"/>
                </a:lnTo>
                <a:lnTo>
                  <a:pt x="2119" y="5927"/>
                </a:lnTo>
                <a:lnTo>
                  <a:pt x="2247" y="5842"/>
                </a:lnTo>
                <a:lnTo>
                  <a:pt x="2483" y="5735"/>
                </a:lnTo>
                <a:lnTo>
                  <a:pt x="2654" y="5628"/>
                </a:lnTo>
                <a:lnTo>
                  <a:pt x="2718" y="5606"/>
                </a:lnTo>
                <a:lnTo>
                  <a:pt x="2825" y="5585"/>
                </a:lnTo>
                <a:lnTo>
                  <a:pt x="2953" y="5628"/>
                </a:lnTo>
                <a:lnTo>
                  <a:pt x="3060" y="5649"/>
                </a:lnTo>
                <a:lnTo>
                  <a:pt x="3189" y="5692"/>
                </a:lnTo>
                <a:lnTo>
                  <a:pt x="3360" y="5692"/>
                </a:lnTo>
                <a:lnTo>
                  <a:pt x="3873" y="5671"/>
                </a:lnTo>
                <a:lnTo>
                  <a:pt x="4387" y="5628"/>
                </a:lnTo>
                <a:lnTo>
                  <a:pt x="4900" y="5606"/>
                </a:lnTo>
                <a:lnTo>
                  <a:pt x="5392" y="5585"/>
                </a:lnTo>
                <a:lnTo>
                  <a:pt x="6377" y="5564"/>
                </a:lnTo>
                <a:lnTo>
                  <a:pt x="6655" y="5542"/>
                </a:lnTo>
                <a:lnTo>
                  <a:pt x="6933" y="5499"/>
                </a:lnTo>
                <a:lnTo>
                  <a:pt x="7211" y="5478"/>
                </a:lnTo>
                <a:lnTo>
                  <a:pt x="7489" y="5478"/>
                </a:lnTo>
                <a:lnTo>
                  <a:pt x="7660" y="5499"/>
                </a:lnTo>
                <a:lnTo>
                  <a:pt x="7853" y="5542"/>
                </a:lnTo>
                <a:lnTo>
                  <a:pt x="8024" y="5542"/>
                </a:lnTo>
                <a:lnTo>
                  <a:pt x="8110" y="5521"/>
                </a:lnTo>
                <a:lnTo>
                  <a:pt x="8195" y="5499"/>
                </a:lnTo>
                <a:lnTo>
                  <a:pt x="8238" y="5457"/>
                </a:lnTo>
                <a:lnTo>
                  <a:pt x="8281" y="5392"/>
                </a:lnTo>
                <a:lnTo>
                  <a:pt x="8345" y="5221"/>
                </a:lnTo>
                <a:lnTo>
                  <a:pt x="8409" y="4879"/>
                </a:lnTo>
                <a:lnTo>
                  <a:pt x="8495" y="4472"/>
                </a:lnTo>
                <a:lnTo>
                  <a:pt x="8538" y="4280"/>
                </a:lnTo>
                <a:lnTo>
                  <a:pt x="8602" y="4066"/>
                </a:lnTo>
                <a:lnTo>
                  <a:pt x="8752" y="3681"/>
                </a:lnTo>
                <a:lnTo>
                  <a:pt x="8816" y="3488"/>
                </a:lnTo>
                <a:lnTo>
                  <a:pt x="8859" y="3274"/>
                </a:lnTo>
                <a:lnTo>
                  <a:pt x="8923" y="2889"/>
                </a:lnTo>
                <a:lnTo>
                  <a:pt x="8923" y="2654"/>
                </a:lnTo>
                <a:lnTo>
                  <a:pt x="8923" y="2440"/>
                </a:lnTo>
                <a:lnTo>
                  <a:pt x="8901" y="2226"/>
                </a:lnTo>
                <a:lnTo>
                  <a:pt x="8837" y="2012"/>
                </a:lnTo>
                <a:lnTo>
                  <a:pt x="8773" y="1819"/>
                </a:lnTo>
                <a:lnTo>
                  <a:pt x="8666" y="1670"/>
                </a:lnTo>
                <a:lnTo>
                  <a:pt x="8580" y="1627"/>
                </a:lnTo>
                <a:lnTo>
                  <a:pt x="8473" y="1605"/>
                </a:lnTo>
                <a:lnTo>
                  <a:pt x="8281" y="1563"/>
                </a:lnTo>
                <a:lnTo>
                  <a:pt x="7874" y="1563"/>
                </a:lnTo>
                <a:lnTo>
                  <a:pt x="7382" y="1520"/>
                </a:lnTo>
                <a:lnTo>
                  <a:pt x="5842" y="1520"/>
                </a:lnTo>
                <a:lnTo>
                  <a:pt x="4772" y="1541"/>
                </a:lnTo>
                <a:lnTo>
                  <a:pt x="3724" y="1563"/>
                </a:lnTo>
                <a:lnTo>
                  <a:pt x="3189" y="1563"/>
                </a:lnTo>
                <a:lnTo>
                  <a:pt x="2654" y="1605"/>
                </a:lnTo>
                <a:lnTo>
                  <a:pt x="2418" y="1627"/>
                </a:lnTo>
                <a:lnTo>
                  <a:pt x="2311" y="1627"/>
                </a:lnTo>
                <a:lnTo>
                  <a:pt x="2269" y="1605"/>
                </a:lnTo>
                <a:lnTo>
                  <a:pt x="2247" y="1584"/>
                </a:lnTo>
                <a:lnTo>
                  <a:pt x="2183" y="1498"/>
                </a:lnTo>
                <a:lnTo>
                  <a:pt x="2162" y="1370"/>
                </a:lnTo>
                <a:lnTo>
                  <a:pt x="2119" y="1135"/>
                </a:lnTo>
                <a:lnTo>
                  <a:pt x="2076" y="707"/>
                </a:lnTo>
                <a:lnTo>
                  <a:pt x="2033" y="471"/>
                </a:lnTo>
                <a:lnTo>
                  <a:pt x="1969" y="279"/>
                </a:lnTo>
                <a:lnTo>
                  <a:pt x="1905" y="193"/>
                </a:lnTo>
                <a:lnTo>
                  <a:pt x="1841" y="108"/>
                </a:lnTo>
                <a:lnTo>
                  <a:pt x="1777" y="65"/>
                </a:lnTo>
                <a:lnTo>
                  <a:pt x="1712" y="22"/>
                </a:lnTo>
                <a:lnTo>
                  <a:pt x="1627" y="1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28"/>
          <p:cNvSpPr/>
          <p:nvPr/>
        </p:nvSpPr>
        <p:spPr>
          <a:xfrm>
            <a:off x="1850113" y="1950406"/>
            <a:ext cx="241144" cy="234793"/>
          </a:xfrm>
          <a:custGeom>
            <a:rect b="b" l="l" r="r" t="t"/>
            <a:pathLst>
              <a:path extrusionOk="0" h="8688" w="8923">
                <a:moveTo>
                  <a:pt x="2161" y="1113"/>
                </a:moveTo>
                <a:lnTo>
                  <a:pt x="2182" y="1134"/>
                </a:lnTo>
                <a:lnTo>
                  <a:pt x="2118" y="1134"/>
                </a:lnTo>
                <a:lnTo>
                  <a:pt x="2161" y="1113"/>
                </a:lnTo>
                <a:close/>
                <a:moveTo>
                  <a:pt x="2439" y="985"/>
                </a:moveTo>
                <a:lnTo>
                  <a:pt x="2461" y="1027"/>
                </a:lnTo>
                <a:lnTo>
                  <a:pt x="2525" y="1134"/>
                </a:lnTo>
                <a:lnTo>
                  <a:pt x="2418" y="1070"/>
                </a:lnTo>
                <a:lnTo>
                  <a:pt x="2396" y="1049"/>
                </a:lnTo>
                <a:lnTo>
                  <a:pt x="2418" y="985"/>
                </a:lnTo>
                <a:close/>
                <a:moveTo>
                  <a:pt x="6076" y="728"/>
                </a:moveTo>
                <a:lnTo>
                  <a:pt x="6119" y="749"/>
                </a:lnTo>
                <a:lnTo>
                  <a:pt x="6269" y="899"/>
                </a:lnTo>
                <a:lnTo>
                  <a:pt x="6419" y="1070"/>
                </a:lnTo>
                <a:lnTo>
                  <a:pt x="6526" y="1177"/>
                </a:lnTo>
                <a:lnTo>
                  <a:pt x="6504" y="1177"/>
                </a:lnTo>
                <a:lnTo>
                  <a:pt x="6483" y="1156"/>
                </a:lnTo>
                <a:lnTo>
                  <a:pt x="6440" y="1092"/>
                </a:lnTo>
                <a:lnTo>
                  <a:pt x="6312" y="1049"/>
                </a:lnTo>
                <a:lnTo>
                  <a:pt x="6183" y="985"/>
                </a:lnTo>
                <a:lnTo>
                  <a:pt x="6119" y="942"/>
                </a:lnTo>
                <a:lnTo>
                  <a:pt x="6076" y="878"/>
                </a:lnTo>
                <a:lnTo>
                  <a:pt x="6055" y="813"/>
                </a:lnTo>
                <a:lnTo>
                  <a:pt x="6055" y="749"/>
                </a:lnTo>
                <a:lnTo>
                  <a:pt x="6055" y="728"/>
                </a:lnTo>
                <a:close/>
                <a:moveTo>
                  <a:pt x="4878" y="450"/>
                </a:moveTo>
                <a:lnTo>
                  <a:pt x="5135" y="471"/>
                </a:lnTo>
                <a:lnTo>
                  <a:pt x="5370" y="492"/>
                </a:lnTo>
                <a:lnTo>
                  <a:pt x="5499" y="492"/>
                </a:lnTo>
                <a:lnTo>
                  <a:pt x="5563" y="514"/>
                </a:lnTo>
                <a:lnTo>
                  <a:pt x="5584" y="535"/>
                </a:lnTo>
                <a:lnTo>
                  <a:pt x="5606" y="578"/>
                </a:lnTo>
                <a:lnTo>
                  <a:pt x="5627" y="599"/>
                </a:lnTo>
                <a:lnTo>
                  <a:pt x="5627" y="685"/>
                </a:lnTo>
                <a:lnTo>
                  <a:pt x="5606" y="771"/>
                </a:lnTo>
                <a:lnTo>
                  <a:pt x="5584" y="835"/>
                </a:lnTo>
                <a:lnTo>
                  <a:pt x="5606" y="942"/>
                </a:lnTo>
                <a:lnTo>
                  <a:pt x="5627" y="1027"/>
                </a:lnTo>
                <a:lnTo>
                  <a:pt x="5649" y="1113"/>
                </a:lnTo>
                <a:lnTo>
                  <a:pt x="5670" y="1199"/>
                </a:lnTo>
                <a:lnTo>
                  <a:pt x="5670" y="1284"/>
                </a:lnTo>
                <a:lnTo>
                  <a:pt x="5649" y="1391"/>
                </a:lnTo>
                <a:lnTo>
                  <a:pt x="5627" y="1455"/>
                </a:lnTo>
                <a:lnTo>
                  <a:pt x="5563" y="1541"/>
                </a:lnTo>
                <a:lnTo>
                  <a:pt x="5435" y="1669"/>
                </a:lnTo>
                <a:lnTo>
                  <a:pt x="5349" y="1733"/>
                </a:lnTo>
                <a:lnTo>
                  <a:pt x="5285" y="1776"/>
                </a:lnTo>
                <a:lnTo>
                  <a:pt x="5178" y="1798"/>
                </a:lnTo>
                <a:lnTo>
                  <a:pt x="5071" y="1798"/>
                </a:lnTo>
                <a:lnTo>
                  <a:pt x="4835" y="1755"/>
                </a:lnTo>
                <a:lnTo>
                  <a:pt x="4600" y="1712"/>
                </a:lnTo>
                <a:lnTo>
                  <a:pt x="4386" y="1691"/>
                </a:lnTo>
                <a:lnTo>
                  <a:pt x="3787" y="1691"/>
                </a:lnTo>
                <a:lnTo>
                  <a:pt x="3701" y="1648"/>
                </a:lnTo>
                <a:lnTo>
                  <a:pt x="3595" y="1605"/>
                </a:lnTo>
                <a:lnTo>
                  <a:pt x="3423" y="1519"/>
                </a:lnTo>
                <a:lnTo>
                  <a:pt x="3252" y="1413"/>
                </a:lnTo>
                <a:lnTo>
                  <a:pt x="3188" y="1348"/>
                </a:lnTo>
                <a:lnTo>
                  <a:pt x="3124" y="1284"/>
                </a:lnTo>
                <a:lnTo>
                  <a:pt x="3124" y="1199"/>
                </a:lnTo>
                <a:lnTo>
                  <a:pt x="3145" y="1092"/>
                </a:lnTo>
                <a:lnTo>
                  <a:pt x="3231" y="899"/>
                </a:lnTo>
                <a:lnTo>
                  <a:pt x="3295" y="792"/>
                </a:lnTo>
                <a:lnTo>
                  <a:pt x="3338" y="685"/>
                </a:lnTo>
                <a:lnTo>
                  <a:pt x="3423" y="642"/>
                </a:lnTo>
                <a:lnTo>
                  <a:pt x="3509" y="621"/>
                </a:lnTo>
                <a:lnTo>
                  <a:pt x="3680" y="578"/>
                </a:lnTo>
                <a:lnTo>
                  <a:pt x="4151" y="492"/>
                </a:lnTo>
                <a:lnTo>
                  <a:pt x="4365" y="450"/>
                </a:lnTo>
                <a:close/>
                <a:moveTo>
                  <a:pt x="4087" y="2247"/>
                </a:moveTo>
                <a:lnTo>
                  <a:pt x="4129" y="2268"/>
                </a:lnTo>
                <a:lnTo>
                  <a:pt x="4151" y="2290"/>
                </a:lnTo>
                <a:lnTo>
                  <a:pt x="4129" y="2375"/>
                </a:lnTo>
                <a:lnTo>
                  <a:pt x="4087" y="2504"/>
                </a:lnTo>
                <a:lnTo>
                  <a:pt x="4022" y="2611"/>
                </a:lnTo>
                <a:lnTo>
                  <a:pt x="3851" y="2867"/>
                </a:lnTo>
                <a:lnTo>
                  <a:pt x="3787" y="2953"/>
                </a:lnTo>
                <a:lnTo>
                  <a:pt x="3766" y="3017"/>
                </a:lnTo>
                <a:lnTo>
                  <a:pt x="3744" y="3039"/>
                </a:lnTo>
                <a:lnTo>
                  <a:pt x="3744" y="3017"/>
                </a:lnTo>
                <a:lnTo>
                  <a:pt x="3766" y="2974"/>
                </a:lnTo>
                <a:lnTo>
                  <a:pt x="3808" y="2867"/>
                </a:lnTo>
                <a:lnTo>
                  <a:pt x="3851" y="2589"/>
                </a:lnTo>
                <a:lnTo>
                  <a:pt x="3894" y="2461"/>
                </a:lnTo>
                <a:lnTo>
                  <a:pt x="3937" y="2333"/>
                </a:lnTo>
                <a:lnTo>
                  <a:pt x="4001" y="2268"/>
                </a:lnTo>
                <a:lnTo>
                  <a:pt x="4044" y="2247"/>
                </a:lnTo>
                <a:close/>
                <a:moveTo>
                  <a:pt x="5156" y="2525"/>
                </a:moveTo>
                <a:lnTo>
                  <a:pt x="5156" y="2653"/>
                </a:lnTo>
                <a:lnTo>
                  <a:pt x="5156" y="2782"/>
                </a:lnTo>
                <a:lnTo>
                  <a:pt x="5221" y="3103"/>
                </a:lnTo>
                <a:lnTo>
                  <a:pt x="5199" y="3146"/>
                </a:lnTo>
                <a:lnTo>
                  <a:pt x="5135" y="3167"/>
                </a:lnTo>
                <a:lnTo>
                  <a:pt x="5028" y="3231"/>
                </a:lnTo>
                <a:lnTo>
                  <a:pt x="4921" y="3253"/>
                </a:lnTo>
                <a:lnTo>
                  <a:pt x="4878" y="3253"/>
                </a:lnTo>
                <a:lnTo>
                  <a:pt x="4878" y="3231"/>
                </a:lnTo>
                <a:lnTo>
                  <a:pt x="4985" y="2846"/>
                </a:lnTo>
                <a:lnTo>
                  <a:pt x="5049" y="2653"/>
                </a:lnTo>
                <a:lnTo>
                  <a:pt x="5092" y="2589"/>
                </a:lnTo>
                <a:lnTo>
                  <a:pt x="5156" y="2525"/>
                </a:lnTo>
                <a:close/>
                <a:moveTo>
                  <a:pt x="7189" y="1562"/>
                </a:moveTo>
                <a:lnTo>
                  <a:pt x="7275" y="1605"/>
                </a:lnTo>
                <a:lnTo>
                  <a:pt x="7360" y="1691"/>
                </a:lnTo>
                <a:lnTo>
                  <a:pt x="7510" y="1883"/>
                </a:lnTo>
                <a:lnTo>
                  <a:pt x="7638" y="2119"/>
                </a:lnTo>
                <a:lnTo>
                  <a:pt x="7724" y="2290"/>
                </a:lnTo>
                <a:lnTo>
                  <a:pt x="7874" y="2546"/>
                </a:lnTo>
                <a:lnTo>
                  <a:pt x="7959" y="2675"/>
                </a:lnTo>
                <a:lnTo>
                  <a:pt x="8002" y="2803"/>
                </a:lnTo>
                <a:lnTo>
                  <a:pt x="8023" y="2889"/>
                </a:lnTo>
                <a:lnTo>
                  <a:pt x="8023" y="2932"/>
                </a:lnTo>
                <a:lnTo>
                  <a:pt x="8002" y="2932"/>
                </a:lnTo>
                <a:lnTo>
                  <a:pt x="7916" y="2953"/>
                </a:lnTo>
                <a:lnTo>
                  <a:pt x="7809" y="2996"/>
                </a:lnTo>
                <a:lnTo>
                  <a:pt x="7724" y="3060"/>
                </a:lnTo>
                <a:lnTo>
                  <a:pt x="7638" y="3124"/>
                </a:lnTo>
                <a:lnTo>
                  <a:pt x="7446" y="3274"/>
                </a:lnTo>
                <a:lnTo>
                  <a:pt x="7275" y="3424"/>
                </a:lnTo>
                <a:lnTo>
                  <a:pt x="7168" y="3467"/>
                </a:lnTo>
                <a:lnTo>
                  <a:pt x="7082" y="3488"/>
                </a:lnTo>
                <a:lnTo>
                  <a:pt x="7018" y="3467"/>
                </a:lnTo>
                <a:lnTo>
                  <a:pt x="6911" y="3424"/>
                </a:lnTo>
                <a:lnTo>
                  <a:pt x="6740" y="3338"/>
                </a:lnTo>
                <a:lnTo>
                  <a:pt x="6205" y="3146"/>
                </a:lnTo>
                <a:lnTo>
                  <a:pt x="5991" y="3060"/>
                </a:lnTo>
                <a:lnTo>
                  <a:pt x="5841" y="2974"/>
                </a:lnTo>
                <a:lnTo>
                  <a:pt x="5777" y="2932"/>
                </a:lnTo>
                <a:lnTo>
                  <a:pt x="5713" y="2867"/>
                </a:lnTo>
                <a:lnTo>
                  <a:pt x="5670" y="2760"/>
                </a:lnTo>
                <a:lnTo>
                  <a:pt x="5627" y="2653"/>
                </a:lnTo>
                <a:lnTo>
                  <a:pt x="5563" y="2440"/>
                </a:lnTo>
                <a:lnTo>
                  <a:pt x="5563" y="2333"/>
                </a:lnTo>
                <a:lnTo>
                  <a:pt x="5563" y="2204"/>
                </a:lnTo>
                <a:lnTo>
                  <a:pt x="5563" y="2097"/>
                </a:lnTo>
                <a:lnTo>
                  <a:pt x="5606" y="1990"/>
                </a:lnTo>
                <a:lnTo>
                  <a:pt x="5649" y="1905"/>
                </a:lnTo>
                <a:lnTo>
                  <a:pt x="5734" y="1840"/>
                </a:lnTo>
                <a:lnTo>
                  <a:pt x="5798" y="1776"/>
                </a:lnTo>
                <a:lnTo>
                  <a:pt x="5862" y="1712"/>
                </a:lnTo>
                <a:lnTo>
                  <a:pt x="5927" y="1648"/>
                </a:lnTo>
                <a:lnTo>
                  <a:pt x="5991" y="1605"/>
                </a:lnTo>
                <a:lnTo>
                  <a:pt x="6098" y="1562"/>
                </a:lnTo>
                <a:lnTo>
                  <a:pt x="6397" y="1562"/>
                </a:lnTo>
                <a:lnTo>
                  <a:pt x="6611" y="1584"/>
                </a:lnTo>
                <a:lnTo>
                  <a:pt x="6740" y="1605"/>
                </a:lnTo>
                <a:lnTo>
                  <a:pt x="6847" y="1605"/>
                </a:lnTo>
                <a:lnTo>
                  <a:pt x="7018" y="1562"/>
                </a:lnTo>
                <a:close/>
                <a:moveTo>
                  <a:pt x="4900" y="2247"/>
                </a:moveTo>
                <a:lnTo>
                  <a:pt x="4921" y="2268"/>
                </a:lnTo>
                <a:lnTo>
                  <a:pt x="4921" y="2290"/>
                </a:lnTo>
                <a:lnTo>
                  <a:pt x="4921" y="2375"/>
                </a:lnTo>
                <a:lnTo>
                  <a:pt x="4878" y="2482"/>
                </a:lnTo>
                <a:lnTo>
                  <a:pt x="4707" y="2996"/>
                </a:lnTo>
                <a:lnTo>
                  <a:pt x="4536" y="3509"/>
                </a:lnTo>
                <a:lnTo>
                  <a:pt x="4515" y="3573"/>
                </a:lnTo>
                <a:lnTo>
                  <a:pt x="4472" y="3659"/>
                </a:lnTo>
                <a:lnTo>
                  <a:pt x="4429" y="3680"/>
                </a:lnTo>
                <a:lnTo>
                  <a:pt x="4408" y="3702"/>
                </a:lnTo>
                <a:lnTo>
                  <a:pt x="4365" y="3702"/>
                </a:lnTo>
                <a:lnTo>
                  <a:pt x="4322" y="3680"/>
                </a:lnTo>
                <a:lnTo>
                  <a:pt x="4279" y="3659"/>
                </a:lnTo>
                <a:lnTo>
                  <a:pt x="4258" y="3616"/>
                </a:lnTo>
                <a:lnTo>
                  <a:pt x="4279" y="3531"/>
                </a:lnTo>
                <a:lnTo>
                  <a:pt x="4343" y="3338"/>
                </a:lnTo>
                <a:lnTo>
                  <a:pt x="4536" y="2910"/>
                </a:lnTo>
                <a:lnTo>
                  <a:pt x="4728" y="2482"/>
                </a:lnTo>
                <a:lnTo>
                  <a:pt x="4814" y="2311"/>
                </a:lnTo>
                <a:lnTo>
                  <a:pt x="4857" y="2268"/>
                </a:lnTo>
                <a:lnTo>
                  <a:pt x="4900" y="2247"/>
                </a:lnTo>
                <a:close/>
                <a:moveTo>
                  <a:pt x="2760" y="1562"/>
                </a:moveTo>
                <a:lnTo>
                  <a:pt x="2867" y="1605"/>
                </a:lnTo>
                <a:lnTo>
                  <a:pt x="2953" y="1669"/>
                </a:lnTo>
                <a:lnTo>
                  <a:pt x="3017" y="1733"/>
                </a:lnTo>
                <a:lnTo>
                  <a:pt x="3167" y="1905"/>
                </a:lnTo>
                <a:lnTo>
                  <a:pt x="3316" y="2033"/>
                </a:lnTo>
                <a:lnTo>
                  <a:pt x="3381" y="2097"/>
                </a:lnTo>
                <a:lnTo>
                  <a:pt x="3423" y="2161"/>
                </a:lnTo>
                <a:lnTo>
                  <a:pt x="3402" y="2247"/>
                </a:lnTo>
                <a:lnTo>
                  <a:pt x="3359" y="2375"/>
                </a:lnTo>
                <a:lnTo>
                  <a:pt x="3252" y="2589"/>
                </a:lnTo>
                <a:lnTo>
                  <a:pt x="3209" y="2675"/>
                </a:lnTo>
                <a:lnTo>
                  <a:pt x="3145" y="2782"/>
                </a:lnTo>
                <a:lnTo>
                  <a:pt x="2974" y="2932"/>
                </a:lnTo>
                <a:lnTo>
                  <a:pt x="2739" y="3081"/>
                </a:lnTo>
                <a:lnTo>
                  <a:pt x="2503" y="3253"/>
                </a:lnTo>
                <a:lnTo>
                  <a:pt x="2033" y="3552"/>
                </a:lnTo>
                <a:lnTo>
                  <a:pt x="1819" y="3702"/>
                </a:lnTo>
                <a:lnTo>
                  <a:pt x="1712" y="3766"/>
                </a:lnTo>
                <a:lnTo>
                  <a:pt x="1605" y="3809"/>
                </a:lnTo>
                <a:lnTo>
                  <a:pt x="1498" y="3809"/>
                </a:lnTo>
                <a:lnTo>
                  <a:pt x="1412" y="3766"/>
                </a:lnTo>
                <a:lnTo>
                  <a:pt x="1262" y="3616"/>
                </a:lnTo>
                <a:lnTo>
                  <a:pt x="1134" y="3509"/>
                </a:lnTo>
                <a:lnTo>
                  <a:pt x="941" y="3381"/>
                </a:lnTo>
                <a:lnTo>
                  <a:pt x="877" y="3317"/>
                </a:lnTo>
                <a:lnTo>
                  <a:pt x="792" y="3253"/>
                </a:lnTo>
                <a:lnTo>
                  <a:pt x="770" y="3188"/>
                </a:lnTo>
                <a:lnTo>
                  <a:pt x="749" y="3124"/>
                </a:lnTo>
                <a:lnTo>
                  <a:pt x="834" y="2846"/>
                </a:lnTo>
                <a:lnTo>
                  <a:pt x="941" y="2589"/>
                </a:lnTo>
                <a:lnTo>
                  <a:pt x="1048" y="2311"/>
                </a:lnTo>
                <a:lnTo>
                  <a:pt x="1177" y="2076"/>
                </a:lnTo>
                <a:lnTo>
                  <a:pt x="1305" y="1819"/>
                </a:lnTo>
                <a:lnTo>
                  <a:pt x="1369" y="1712"/>
                </a:lnTo>
                <a:lnTo>
                  <a:pt x="1412" y="1669"/>
                </a:lnTo>
                <a:lnTo>
                  <a:pt x="1455" y="1648"/>
                </a:lnTo>
                <a:lnTo>
                  <a:pt x="1583" y="1605"/>
                </a:lnTo>
                <a:lnTo>
                  <a:pt x="1733" y="1584"/>
                </a:lnTo>
                <a:lnTo>
                  <a:pt x="2011" y="1605"/>
                </a:lnTo>
                <a:lnTo>
                  <a:pt x="2418" y="1584"/>
                </a:lnTo>
                <a:lnTo>
                  <a:pt x="2653" y="1562"/>
                </a:lnTo>
                <a:close/>
                <a:moveTo>
                  <a:pt x="8344" y="3638"/>
                </a:moveTo>
                <a:lnTo>
                  <a:pt x="8344" y="3659"/>
                </a:lnTo>
                <a:lnTo>
                  <a:pt x="8366" y="3680"/>
                </a:lnTo>
                <a:lnTo>
                  <a:pt x="8366" y="3787"/>
                </a:lnTo>
                <a:lnTo>
                  <a:pt x="8344" y="3959"/>
                </a:lnTo>
                <a:lnTo>
                  <a:pt x="8344" y="3980"/>
                </a:lnTo>
                <a:lnTo>
                  <a:pt x="8280" y="3980"/>
                </a:lnTo>
                <a:lnTo>
                  <a:pt x="8195" y="3894"/>
                </a:lnTo>
                <a:lnTo>
                  <a:pt x="8195" y="3830"/>
                </a:lnTo>
                <a:lnTo>
                  <a:pt x="8237" y="3745"/>
                </a:lnTo>
                <a:lnTo>
                  <a:pt x="8280" y="3680"/>
                </a:lnTo>
                <a:lnTo>
                  <a:pt x="8344" y="3638"/>
                </a:lnTo>
                <a:close/>
                <a:moveTo>
                  <a:pt x="663" y="3916"/>
                </a:moveTo>
                <a:lnTo>
                  <a:pt x="685" y="3937"/>
                </a:lnTo>
                <a:lnTo>
                  <a:pt x="663" y="4001"/>
                </a:lnTo>
                <a:lnTo>
                  <a:pt x="599" y="4066"/>
                </a:lnTo>
                <a:lnTo>
                  <a:pt x="578" y="4087"/>
                </a:lnTo>
                <a:lnTo>
                  <a:pt x="535" y="4087"/>
                </a:lnTo>
                <a:lnTo>
                  <a:pt x="514" y="4066"/>
                </a:lnTo>
                <a:lnTo>
                  <a:pt x="535" y="4001"/>
                </a:lnTo>
                <a:lnTo>
                  <a:pt x="578" y="3937"/>
                </a:lnTo>
                <a:lnTo>
                  <a:pt x="642" y="3916"/>
                </a:lnTo>
                <a:close/>
                <a:moveTo>
                  <a:pt x="8045" y="4066"/>
                </a:moveTo>
                <a:lnTo>
                  <a:pt x="8088" y="4087"/>
                </a:lnTo>
                <a:lnTo>
                  <a:pt x="8195" y="4173"/>
                </a:lnTo>
                <a:lnTo>
                  <a:pt x="8302" y="4301"/>
                </a:lnTo>
                <a:lnTo>
                  <a:pt x="8344" y="4387"/>
                </a:lnTo>
                <a:lnTo>
                  <a:pt x="8302" y="4408"/>
                </a:lnTo>
                <a:lnTo>
                  <a:pt x="8259" y="4408"/>
                </a:lnTo>
                <a:lnTo>
                  <a:pt x="8130" y="4301"/>
                </a:lnTo>
                <a:lnTo>
                  <a:pt x="8023" y="4173"/>
                </a:lnTo>
                <a:lnTo>
                  <a:pt x="8002" y="4108"/>
                </a:lnTo>
                <a:lnTo>
                  <a:pt x="8002" y="4087"/>
                </a:lnTo>
                <a:lnTo>
                  <a:pt x="8045" y="4066"/>
                </a:lnTo>
                <a:close/>
                <a:moveTo>
                  <a:pt x="1006" y="4194"/>
                </a:moveTo>
                <a:lnTo>
                  <a:pt x="1048" y="4215"/>
                </a:lnTo>
                <a:lnTo>
                  <a:pt x="1091" y="4237"/>
                </a:lnTo>
                <a:lnTo>
                  <a:pt x="1113" y="4280"/>
                </a:lnTo>
                <a:lnTo>
                  <a:pt x="1113" y="4322"/>
                </a:lnTo>
                <a:lnTo>
                  <a:pt x="1091" y="4344"/>
                </a:lnTo>
                <a:lnTo>
                  <a:pt x="1048" y="4387"/>
                </a:lnTo>
                <a:lnTo>
                  <a:pt x="899" y="4472"/>
                </a:lnTo>
                <a:lnTo>
                  <a:pt x="813" y="4558"/>
                </a:lnTo>
                <a:lnTo>
                  <a:pt x="727" y="4665"/>
                </a:lnTo>
                <a:lnTo>
                  <a:pt x="621" y="4772"/>
                </a:lnTo>
                <a:lnTo>
                  <a:pt x="535" y="4814"/>
                </a:lnTo>
                <a:lnTo>
                  <a:pt x="535" y="4750"/>
                </a:lnTo>
                <a:lnTo>
                  <a:pt x="578" y="4643"/>
                </a:lnTo>
                <a:lnTo>
                  <a:pt x="642" y="4515"/>
                </a:lnTo>
                <a:lnTo>
                  <a:pt x="727" y="4387"/>
                </a:lnTo>
                <a:lnTo>
                  <a:pt x="813" y="4280"/>
                </a:lnTo>
                <a:lnTo>
                  <a:pt x="920" y="4215"/>
                </a:lnTo>
                <a:lnTo>
                  <a:pt x="963" y="4194"/>
                </a:lnTo>
                <a:close/>
                <a:moveTo>
                  <a:pt x="7852" y="4301"/>
                </a:moveTo>
                <a:lnTo>
                  <a:pt x="7959" y="4344"/>
                </a:lnTo>
                <a:lnTo>
                  <a:pt x="8066" y="4429"/>
                </a:lnTo>
                <a:lnTo>
                  <a:pt x="8152" y="4536"/>
                </a:lnTo>
                <a:lnTo>
                  <a:pt x="8216" y="4643"/>
                </a:lnTo>
                <a:lnTo>
                  <a:pt x="8259" y="4729"/>
                </a:lnTo>
                <a:lnTo>
                  <a:pt x="8259" y="4772"/>
                </a:lnTo>
                <a:lnTo>
                  <a:pt x="8237" y="4814"/>
                </a:lnTo>
                <a:lnTo>
                  <a:pt x="8195" y="4836"/>
                </a:lnTo>
                <a:lnTo>
                  <a:pt x="8109" y="4793"/>
                </a:lnTo>
                <a:lnTo>
                  <a:pt x="7916" y="4686"/>
                </a:lnTo>
                <a:lnTo>
                  <a:pt x="7831" y="4600"/>
                </a:lnTo>
                <a:lnTo>
                  <a:pt x="7745" y="4515"/>
                </a:lnTo>
                <a:lnTo>
                  <a:pt x="7702" y="4451"/>
                </a:lnTo>
                <a:lnTo>
                  <a:pt x="7702" y="4387"/>
                </a:lnTo>
                <a:lnTo>
                  <a:pt x="7724" y="4344"/>
                </a:lnTo>
                <a:lnTo>
                  <a:pt x="7767" y="4322"/>
                </a:lnTo>
                <a:lnTo>
                  <a:pt x="7809" y="4301"/>
                </a:lnTo>
                <a:close/>
                <a:moveTo>
                  <a:pt x="7660" y="4793"/>
                </a:moveTo>
                <a:lnTo>
                  <a:pt x="7745" y="4836"/>
                </a:lnTo>
                <a:lnTo>
                  <a:pt x="7852" y="4900"/>
                </a:lnTo>
                <a:lnTo>
                  <a:pt x="7959" y="4986"/>
                </a:lnTo>
                <a:lnTo>
                  <a:pt x="8023" y="5071"/>
                </a:lnTo>
                <a:lnTo>
                  <a:pt x="8045" y="5135"/>
                </a:lnTo>
                <a:lnTo>
                  <a:pt x="8045" y="5178"/>
                </a:lnTo>
                <a:lnTo>
                  <a:pt x="8023" y="5242"/>
                </a:lnTo>
                <a:lnTo>
                  <a:pt x="7981" y="5264"/>
                </a:lnTo>
                <a:lnTo>
                  <a:pt x="7959" y="5285"/>
                </a:lnTo>
                <a:lnTo>
                  <a:pt x="7916" y="5285"/>
                </a:lnTo>
                <a:lnTo>
                  <a:pt x="7831" y="5264"/>
                </a:lnTo>
                <a:lnTo>
                  <a:pt x="7745" y="5178"/>
                </a:lnTo>
                <a:lnTo>
                  <a:pt x="7681" y="5093"/>
                </a:lnTo>
                <a:lnTo>
                  <a:pt x="7638" y="5007"/>
                </a:lnTo>
                <a:lnTo>
                  <a:pt x="7617" y="4900"/>
                </a:lnTo>
                <a:lnTo>
                  <a:pt x="7638" y="4836"/>
                </a:lnTo>
                <a:lnTo>
                  <a:pt x="7660" y="4793"/>
                </a:lnTo>
                <a:close/>
                <a:moveTo>
                  <a:pt x="1070" y="4707"/>
                </a:moveTo>
                <a:lnTo>
                  <a:pt x="1091" y="4729"/>
                </a:lnTo>
                <a:lnTo>
                  <a:pt x="1091" y="4750"/>
                </a:lnTo>
                <a:lnTo>
                  <a:pt x="1070" y="4814"/>
                </a:lnTo>
                <a:lnTo>
                  <a:pt x="1027" y="4900"/>
                </a:lnTo>
                <a:lnTo>
                  <a:pt x="941" y="5007"/>
                </a:lnTo>
                <a:lnTo>
                  <a:pt x="663" y="5328"/>
                </a:lnTo>
                <a:lnTo>
                  <a:pt x="621" y="5349"/>
                </a:lnTo>
                <a:lnTo>
                  <a:pt x="599" y="5328"/>
                </a:lnTo>
                <a:lnTo>
                  <a:pt x="599" y="5307"/>
                </a:lnTo>
                <a:lnTo>
                  <a:pt x="642" y="5221"/>
                </a:lnTo>
                <a:lnTo>
                  <a:pt x="685" y="5114"/>
                </a:lnTo>
                <a:lnTo>
                  <a:pt x="770" y="4986"/>
                </a:lnTo>
                <a:lnTo>
                  <a:pt x="941" y="4793"/>
                </a:lnTo>
                <a:lnTo>
                  <a:pt x="1027" y="4729"/>
                </a:lnTo>
                <a:lnTo>
                  <a:pt x="1070" y="4707"/>
                </a:lnTo>
                <a:close/>
                <a:moveTo>
                  <a:pt x="1134" y="5349"/>
                </a:moveTo>
                <a:lnTo>
                  <a:pt x="1155" y="5478"/>
                </a:lnTo>
                <a:lnTo>
                  <a:pt x="1134" y="5542"/>
                </a:lnTo>
                <a:lnTo>
                  <a:pt x="1113" y="5563"/>
                </a:lnTo>
                <a:lnTo>
                  <a:pt x="1048" y="5627"/>
                </a:lnTo>
                <a:lnTo>
                  <a:pt x="920" y="5670"/>
                </a:lnTo>
                <a:lnTo>
                  <a:pt x="899" y="5649"/>
                </a:lnTo>
                <a:lnTo>
                  <a:pt x="920" y="5627"/>
                </a:lnTo>
                <a:lnTo>
                  <a:pt x="963" y="5520"/>
                </a:lnTo>
                <a:lnTo>
                  <a:pt x="1048" y="5414"/>
                </a:lnTo>
                <a:lnTo>
                  <a:pt x="1134" y="5349"/>
                </a:lnTo>
                <a:close/>
                <a:moveTo>
                  <a:pt x="5948" y="3616"/>
                </a:moveTo>
                <a:lnTo>
                  <a:pt x="6076" y="3659"/>
                </a:lnTo>
                <a:lnTo>
                  <a:pt x="6355" y="3723"/>
                </a:lnTo>
                <a:lnTo>
                  <a:pt x="6526" y="3809"/>
                </a:lnTo>
                <a:lnTo>
                  <a:pt x="6718" y="3916"/>
                </a:lnTo>
                <a:lnTo>
                  <a:pt x="6804" y="3980"/>
                </a:lnTo>
                <a:lnTo>
                  <a:pt x="6868" y="4044"/>
                </a:lnTo>
                <a:lnTo>
                  <a:pt x="6932" y="4130"/>
                </a:lnTo>
                <a:lnTo>
                  <a:pt x="6954" y="4194"/>
                </a:lnTo>
                <a:lnTo>
                  <a:pt x="6975" y="4494"/>
                </a:lnTo>
                <a:lnTo>
                  <a:pt x="6975" y="4772"/>
                </a:lnTo>
                <a:lnTo>
                  <a:pt x="7018" y="5007"/>
                </a:lnTo>
                <a:lnTo>
                  <a:pt x="7018" y="5135"/>
                </a:lnTo>
                <a:lnTo>
                  <a:pt x="6996" y="5242"/>
                </a:lnTo>
                <a:lnTo>
                  <a:pt x="6954" y="5328"/>
                </a:lnTo>
                <a:lnTo>
                  <a:pt x="6868" y="5414"/>
                </a:lnTo>
                <a:lnTo>
                  <a:pt x="6761" y="5478"/>
                </a:lnTo>
                <a:lnTo>
                  <a:pt x="6633" y="5542"/>
                </a:lnTo>
                <a:lnTo>
                  <a:pt x="6376" y="5670"/>
                </a:lnTo>
                <a:lnTo>
                  <a:pt x="6269" y="5713"/>
                </a:lnTo>
                <a:lnTo>
                  <a:pt x="6162" y="5777"/>
                </a:lnTo>
                <a:lnTo>
                  <a:pt x="5991" y="5927"/>
                </a:lnTo>
                <a:lnTo>
                  <a:pt x="5798" y="6077"/>
                </a:lnTo>
                <a:lnTo>
                  <a:pt x="5713" y="6141"/>
                </a:lnTo>
                <a:lnTo>
                  <a:pt x="5606" y="6162"/>
                </a:lnTo>
                <a:lnTo>
                  <a:pt x="5477" y="6162"/>
                </a:lnTo>
                <a:lnTo>
                  <a:pt x="5349" y="6120"/>
                </a:lnTo>
                <a:lnTo>
                  <a:pt x="5178" y="6034"/>
                </a:lnTo>
                <a:lnTo>
                  <a:pt x="5007" y="5927"/>
                </a:lnTo>
                <a:lnTo>
                  <a:pt x="4942" y="5863"/>
                </a:lnTo>
                <a:lnTo>
                  <a:pt x="4878" y="5799"/>
                </a:lnTo>
                <a:lnTo>
                  <a:pt x="4835" y="5713"/>
                </a:lnTo>
                <a:lnTo>
                  <a:pt x="4793" y="5606"/>
                </a:lnTo>
                <a:lnTo>
                  <a:pt x="4771" y="5328"/>
                </a:lnTo>
                <a:lnTo>
                  <a:pt x="4771" y="5028"/>
                </a:lnTo>
                <a:lnTo>
                  <a:pt x="4771" y="4707"/>
                </a:lnTo>
                <a:lnTo>
                  <a:pt x="4771" y="4429"/>
                </a:lnTo>
                <a:lnTo>
                  <a:pt x="4771" y="4301"/>
                </a:lnTo>
                <a:lnTo>
                  <a:pt x="4793" y="4194"/>
                </a:lnTo>
                <a:lnTo>
                  <a:pt x="4857" y="4087"/>
                </a:lnTo>
                <a:lnTo>
                  <a:pt x="4921" y="4023"/>
                </a:lnTo>
                <a:lnTo>
                  <a:pt x="5092" y="3873"/>
                </a:lnTo>
                <a:lnTo>
                  <a:pt x="5306" y="3745"/>
                </a:lnTo>
                <a:lnTo>
                  <a:pt x="5413" y="3680"/>
                </a:lnTo>
                <a:lnTo>
                  <a:pt x="5542" y="3638"/>
                </a:lnTo>
                <a:lnTo>
                  <a:pt x="5670" y="3616"/>
                </a:lnTo>
                <a:close/>
                <a:moveTo>
                  <a:pt x="3167" y="3552"/>
                </a:moveTo>
                <a:lnTo>
                  <a:pt x="3209" y="3573"/>
                </a:lnTo>
                <a:lnTo>
                  <a:pt x="3252" y="3595"/>
                </a:lnTo>
                <a:lnTo>
                  <a:pt x="3338" y="3680"/>
                </a:lnTo>
                <a:lnTo>
                  <a:pt x="3423" y="3787"/>
                </a:lnTo>
                <a:lnTo>
                  <a:pt x="3616" y="3980"/>
                </a:lnTo>
                <a:lnTo>
                  <a:pt x="3808" y="4194"/>
                </a:lnTo>
                <a:lnTo>
                  <a:pt x="3894" y="4301"/>
                </a:lnTo>
                <a:lnTo>
                  <a:pt x="3958" y="4429"/>
                </a:lnTo>
                <a:lnTo>
                  <a:pt x="4022" y="4558"/>
                </a:lnTo>
                <a:lnTo>
                  <a:pt x="4065" y="4686"/>
                </a:lnTo>
                <a:lnTo>
                  <a:pt x="4108" y="4900"/>
                </a:lnTo>
                <a:lnTo>
                  <a:pt x="4194" y="5242"/>
                </a:lnTo>
                <a:lnTo>
                  <a:pt x="4215" y="5414"/>
                </a:lnTo>
                <a:lnTo>
                  <a:pt x="4215" y="5563"/>
                </a:lnTo>
                <a:lnTo>
                  <a:pt x="4215" y="5692"/>
                </a:lnTo>
                <a:lnTo>
                  <a:pt x="4194" y="5734"/>
                </a:lnTo>
                <a:lnTo>
                  <a:pt x="4172" y="5756"/>
                </a:lnTo>
                <a:lnTo>
                  <a:pt x="3958" y="5906"/>
                </a:lnTo>
                <a:lnTo>
                  <a:pt x="3701" y="6077"/>
                </a:lnTo>
                <a:lnTo>
                  <a:pt x="3595" y="6162"/>
                </a:lnTo>
                <a:lnTo>
                  <a:pt x="3466" y="6205"/>
                </a:lnTo>
                <a:lnTo>
                  <a:pt x="3338" y="6248"/>
                </a:lnTo>
                <a:lnTo>
                  <a:pt x="3209" y="6227"/>
                </a:lnTo>
                <a:lnTo>
                  <a:pt x="2931" y="6162"/>
                </a:lnTo>
                <a:lnTo>
                  <a:pt x="2781" y="6120"/>
                </a:lnTo>
                <a:lnTo>
                  <a:pt x="2632" y="6077"/>
                </a:lnTo>
                <a:lnTo>
                  <a:pt x="2375" y="6055"/>
                </a:lnTo>
                <a:lnTo>
                  <a:pt x="2247" y="6034"/>
                </a:lnTo>
                <a:lnTo>
                  <a:pt x="2140" y="5991"/>
                </a:lnTo>
                <a:lnTo>
                  <a:pt x="1968" y="5948"/>
                </a:lnTo>
                <a:lnTo>
                  <a:pt x="1776" y="5863"/>
                </a:lnTo>
                <a:lnTo>
                  <a:pt x="1712" y="5820"/>
                </a:lnTo>
                <a:lnTo>
                  <a:pt x="1648" y="5756"/>
                </a:lnTo>
                <a:lnTo>
                  <a:pt x="1583" y="5713"/>
                </a:lnTo>
                <a:lnTo>
                  <a:pt x="1562" y="5627"/>
                </a:lnTo>
                <a:lnTo>
                  <a:pt x="1541" y="5478"/>
                </a:lnTo>
                <a:lnTo>
                  <a:pt x="1541" y="5328"/>
                </a:lnTo>
                <a:lnTo>
                  <a:pt x="1519" y="5028"/>
                </a:lnTo>
                <a:lnTo>
                  <a:pt x="1519" y="4879"/>
                </a:lnTo>
                <a:lnTo>
                  <a:pt x="1498" y="4772"/>
                </a:lnTo>
                <a:lnTo>
                  <a:pt x="1519" y="4665"/>
                </a:lnTo>
                <a:lnTo>
                  <a:pt x="1605" y="4558"/>
                </a:lnTo>
                <a:lnTo>
                  <a:pt x="1797" y="4365"/>
                </a:lnTo>
                <a:lnTo>
                  <a:pt x="2054" y="4194"/>
                </a:lnTo>
                <a:lnTo>
                  <a:pt x="2546" y="3873"/>
                </a:lnTo>
                <a:lnTo>
                  <a:pt x="2781" y="3702"/>
                </a:lnTo>
                <a:lnTo>
                  <a:pt x="2910" y="3638"/>
                </a:lnTo>
                <a:lnTo>
                  <a:pt x="3038" y="3573"/>
                </a:lnTo>
                <a:lnTo>
                  <a:pt x="3102" y="3552"/>
                </a:lnTo>
                <a:close/>
                <a:moveTo>
                  <a:pt x="3808" y="6740"/>
                </a:moveTo>
                <a:lnTo>
                  <a:pt x="3808" y="6783"/>
                </a:lnTo>
                <a:lnTo>
                  <a:pt x="3766" y="6826"/>
                </a:lnTo>
                <a:lnTo>
                  <a:pt x="3766" y="6933"/>
                </a:lnTo>
                <a:lnTo>
                  <a:pt x="3744" y="6997"/>
                </a:lnTo>
                <a:lnTo>
                  <a:pt x="3701" y="6997"/>
                </a:lnTo>
                <a:lnTo>
                  <a:pt x="3701" y="6954"/>
                </a:lnTo>
                <a:lnTo>
                  <a:pt x="3723" y="6868"/>
                </a:lnTo>
                <a:lnTo>
                  <a:pt x="3808" y="6740"/>
                </a:lnTo>
                <a:close/>
                <a:moveTo>
                  <a:pt x="4728" y="6376"/>
                </a:moveTo>
                <a:lnTo>
                  <a:pt x="4750" y="6398"/>
                </a:lnTo>
                <a:lnTo>
                  <a:pt x="4750" y="6483"/>
                </a:lnTo>
                <a:lnTo>
                  <a:pt x="4728" y="6633"/>
                </a:lnTo>
                <a:lnTo>
                  <a:pt x="4536" y="7104"/>
                </a:lnTo>
                <a:lnTo>
                  <a:pt x="4343" y="7596"/>
                </a:lnTo>
                <a:lnTo>
                  <a:pt x="4258" y="7746"/>
                </a:lnTo>
                <a:lnTo>
                  <a:pt x="4258" y="7703"/>
                </a:lnTo>
                <a:lnTo>
                  <a:pt x="4279" y="7617"/>
                </a:lnTo>
                <a:lnTo>
                  <a:pt x="4301" y="7489"/>
                </a:lnTo>
                <a:lnTo>
                  <a:pt x="4365" y="7232"/>
                </a:lnTo>
                <a:lnTo>
                  <a:pt x="4429" y="6975"/>
                </a:lnTo>
                <a:lnTo>
                  <a:pt x="4515" y="6719"/>
                </a:lnTo>
                <a:lnTo>
                  <a:pt x="4600" y="6505"/>
                </a:lnTo>
                <a:lnTo>
                  <a:pt x="4664" y="6419"/>
                </a:lnTo>
                <a:lnTo>
                  <a:pt x="4707" y="6398"/>
                </a:lnTo>
                <a:lnTo>
                  <a:pt x="4728" y="6376"/>
                </a:lnTo>
                <a:close/>
                <a:moveTo>
                  <a:pt x="7382" y="5799"/>
                </a:moveTo>
                <a:lnTo>
                  <a:pt x="7467" y="5820"/>
                </a:lnTo>
                <a:lnTo>
                  <a:pt x="7553" y="5863"/>
                </a:lnTo>
                <a:lnTo>
                  <a:pt x="7617" y="5927"/>
                </a:lnTo>
                <a:lnTo>
                  <a:pt x="7660" y="5991"/>
                </a:lnTo>
                <a:lnTo>
                  <a:pt x="7702" y="6077"/>
                </a:lnTo>
                <a:lnTo>
                  <a:pt x="7702" y="6162"/>
                </a:lnTo>
                <a:lnTo>
                  <a:pt x="7702" y="6248"/>
                </a:lnTo>
                <a:lnTo>
                  <a:pt x="7660" y="6334"/>
                </a:lnTo>
                <a:lnTo>
                  <a:pt x="7446" y="6676"/>
                </a:lnTo>
                <a:lnTo>
                  <a:pt x="7339" y="6847"/>
                </a:lnTo>
                <a:lnTo>
                  <a:pt x="7210" y="6997"/>
                </a:lnTo>
                <a:lnTo>
                  <a:pt x="7061" y="7125"/>
                </a:lnTo>
                <a:lnTo>
                  <a:pt x="6932" y="7275"/>
                </a:lnTo>
                <a:lnTo>
                  <a:pt x="6761" y="7382"/>
                </a:lnTo>
                <a:lnTo>
                  <a:pt x="6590" y="7510"/>
                </a:lnTo>
                <a:lnTo>
                  <a:pt x="6419" y="7596"/>
                </a:lnTo>
                <a:lnTo>
                  <a:pt x="6248" y="7660"/>
                </a:lnTo>
                <a:lnTo>
                  <a:pt x="6076" y="7703"/>
                </a:lnTo>
                <a:lnTo>
                  <a:pt x="5905" y="7724"/>
                </a:lnTo>
                <a:lnTo>
                  <a:pt x="5777" y="7746"/>
                </a:lnTo>
                <a:lnTo>
                  <a:pt x="5734" y="7746"/>
                </a:lnTo>
                <a:lnTo>
                  <a:pt x="5713" y="7681"/>
                </a:lnTo>
                <a:lnTo>
                  <a:pt x="5691" y="7574"/>
                </a:lnTo>
                <a:lnTo>
                  <a:pt x="5691" y="7339"/>
                </a:lnTo>
                <a:lnTo>
                  <a:pt x="5670" y="7082"/>
                </a:lnTo>
                <a:lnTo>
                  <a:pt x="5670" y="6868"/>
                </a:lnTo>
                <a:lnTo>
                  <a:pt x="5670" y="6761"/>
                </a:lnTo>
                <a:lnTo>
                  <a:pt x="5713" y="6676"/>
                </a:lnTo>
                <a:lnTo>
                  <a:pt x="5777" y="6612"/>
                </a:lnTo>
                <a:lnTo>
                  <a:pt x="5862" y="6569"/>
                </a:lnTo>
                <a:lnTo>
                  <a:pt x="6034" y="6483"/>
                </a:lnTo>
                <a:lnTo>
                  <a:pt x="6376" y="6227"/>
                </a:lnTo>
                <a:lnTo>
                  <a:pt x="6526" y="6120"/>
                </a:lnTo>
                <a:lnTo>
                  <a:pt x="6718" y="6013"/>
                </a:lnTo>
                <a:lnTo>
                  <a:pt x="7039" y="5863"/>
                </a:lnTo>
                <a:lnTo>
                  <a:pt x="7210" y="5799"/>
                </a:lnTo>
                <a:close/>
                <a:moveTo>
                  <a:pt x="1241" y="6227"/>
                </a:moveTo>
                <a:lnTo>
                  <a:pt x="1348" y="6248"/>
                </a:lnTo>
                <a:lnTo>
                  <a:pt x="1562" y="6312"/>
                </a:lnTo>
                <a:lnTo>
                  <a:pt x="1947" y="6462"/>
                </a:lnTo>
                <a:lnTo>
                  <a:pt x="2375" y="6590"/>
                </a:lnTo>
                <a:lnTo>
                  <a:pt x="2589" y="6654"/>
                </a:lnTo>
                <a:lnTo>
                  <a:pt x="2824" y="6719"/>
                </a:lnTo>
                <a:lnTo>
                  <a:pt x="2974" y="6719"/>
                </a:lnTo>
                <a:lnTo>
                  <a:pt x="3017" y="6740"/>
                </a:lnTo>
                <a:lnTo>
                  <a:pt x="3060" y="6804"/>
                </a:lnTo>
                <a:lnTo>
                  <a:pt x="3081" y="6890"/>
                </a:lnTo>
                <a:lnTo>
                  <a:pt x="3102" y="6997"/>
                </a:lnTo>
                <a:lnTo>
                  <a:pt x="3102" y="7211"/>
                </a:lnTo>
                <a:lnTo>
                  <a:pt x="3209" y="7617"/>
                </a:lnTo>
                <a:lnTo>
                  <a:pt x="3252" y="7853"/>
                </a:lnTo>
                <a:lnTo>
                  <a:pt x="3274" y="7938"/>
                </a:lnTo>
                <a:lnTo>
                  <a:pt x="3252" y="7960"/>
                </a:lnTo>
                <a:lnTo>
                  <a:pt x="3081" y="7917"/>
                </a:lnTo>
                <a:lnTo>
                  <a:pt x="2888" y="7853"/>
                </a:lnTo>
                <a:lnTo>
                  <a:pt x="2717" y="7767"/>
                </a:lnTo>
                <a:lnTo>
                  <a:pt x="2525" y="7681"/>
                </a:lnTo>
                <a:lnTo>
                  <a:pt x="2204" y="7468"/>
                </a:lnTo>
                <a:lnTo>
                  <a:pt x="1883" y="7232"/>
                </a:lnTo>
                <a:lnTo>
                  <a:pt x="1605" y="6975"/>
                </a:lnTo>
                <a:lnTo>
                  <a:pt x="1455" y="6847"/>
                </a:lnTo>
                <a:lnTo>
                  <a:pt x="1327" y="6719"/>
                </a:lnTo>
                <a:lnTo>
                  <a:pt x="1198" y="6612"/>
                </a:lnTo>
                <a:lnTo>
                  <a:pt x="1091" y="6462"/>
                </a:lnTo>
                <a:lnTo>
                  <a:pt x="1048" y="6398"/>
                </a:lnTo>
                <a:lnTo>
                  <a:pt x="1048" y="6334"/>
                </a:lnTo>
                <a:lnTo>
                  <a:pt x="1070" y="6269"/>
                </a:lnTo>
                <a:lnTo>
                  <a:pt x="1155" y="6227"/>
                </a:lnTo>
                <a:close/>
                <a:moveTo>
                  <a:pt x="4151" y="8131"/>
                </a:moveTo>
                <a:lnTo>
                  <a:pt x="4108" y="8152"/>
                </a:lnTo>
                <a:lnTo>
                  <a:pt x="4087" y="8152"/>
                </a:lnTo>
                <a:lnTo>
                  <a:pt x="4108" y="8131"/>
                </a:lnTo>
                <a:close/>
                <a:moveTo>
                  <a:pt x="5135" y="7724"/>
                </a:moveTo>
                <a:lnTo>
                  <a:pt x="5199" y="7853"/>
                </a:lnTo>
                <a:lnTo>
                  <a:pt x="5221" y="7981"/>
                </a:lnTo>
                <a:lnTo>
                  <a:pt x="5221" y="8045"/>
                </a:lnTo>
                <a:lnTo>
                  <a:pt x="5199" y="8109"/>
                </a:lnTo>
                <a:lnTo>
                  <a:pt x="5156" y="8152"/>
                </a:lnTo>
                <a:lnTo>
                  <a:pt x="5071" y="8174"/>
                </a:lnTo>
                <a:lnTo>
                  <a:pt x="5007" y="8152"/>
                </a:lnTo>
                <a:lnTo>
                  <a:pt x="4985" y="8109"/>
                </a:lnTo>
                <a:lnTo>
                  <a:pt x="5007" y="8067"/>
                </a:lnTo>
                <a:lnTo>
                  <a:pt x="5028" y="7981"/>
                </a:lnTo>
                <a:lnTo>
                  <a:pt x="5092" y="7831"/>
                </a:lnTo>
                <a:lnTo>
                  <a:pt x="5135" y="7724"/>
                </a:lnTo>
                <a:close/>
                <a:moveTo>
                  <a:pt x="5114" y="6569"/>
                </a:moveTo>
                <a:lnTo>
                  <a:pt x="5178" y="6612"/>
                </a:lnTo>
                <a:lnTo>
                  <a:pt x="5221" y="6654"/>
                </a:lnTo>
                <a:lnTo>
                  <a:pt x="5263" y="6740"/>
                </a:lnTo>
                <a:lnTo>
                  <a:pt x="5263" y="6804"/>
                </a:lnTo>
                <a:lnTo>
                  <a:pt x="5242" y="6890"/>
                </a:lnTo>
                <a:lnTo>
                  <a:pt x="5199" y="6954"/>
                </a:lnTo>
                <a:lnTo>
                  <a:pt x="5092" y="7040"/>
                </a:lnTo>
                <a:lnTo>
                  <a:pt x="5028" y="7147"/>
                </a:lnTo>
                <a:lnTo>
                  <a:pt x="4964" y="7275"/>
                </a:lnTo>
                <a:lnTo>
                  <a:pt x="4921" y="7425"/>
                </a:lnTo>
                <a:lnTo>
                  <a:pt x="4835" y="7703"/>
                </a:lnTo>
                <a:lnTo>
                  <a:pt x="4750" y="7960"/>
                </a:lnTo>
                <a:lnTo>
                  <a:pt x="4707" y="8024"/>
                </a:lnTo>
                <a:lnTo>
                  <a:pt x="4664" y="8131"/>
                </a:lnTo>
                <a:lnTo>
                  <a:pt x="4622" y="8174"/>
                </a:lnTo>
                <a:lnTo>
                  <a:pt x="4600" y="8195"/>
                </a:lnTo>
                <a:lnTo>
                  <a:pt x="4557" y="8174"/>
                </a:lnTo>
                <a:lnTo>
                  <a:pt x="4493" y="8131"/>
                </a:lnTo>
                <a:lnTo>
                  <a:pt x="4493" y="8109"/>
                </a:lnTo>
                <a:lnTo>
                  <a:pt x="4493" y="8045"/>
                </a:lnTo>
                <a:lnTo>
                  <a:pt x="4536" y="7917"/>
                </a:lnTo>
                <a:lnTo>
                  <a:pt x="4643" y="7681"/>
                </a:lnTo>
                <a:lnTo>
                  <a:pt x="4814" y="7189"/>
                </a:lnTo>
                <a:lnTo>
                  <a:pt x="4878" y="6890"/>
                </a:lnTo>
                <a:lnTo>
                  <a:pt x="4921" y="6740"/>
                </a:lnTo>
                <a:lnTo>
                  <a:pt x="4985" y="6633"/>
                </a:lnTo>
                <a:lnTo>
                  <a:pt x="5049" y="6590"/>
                </a:lnTo>
                <a:lnTo>
                  <a:pt x="5114" y="6569"/>
                </a:lnTo>
                <a:close/>
                <a:moveTo>
                  <a:pt x="4065" y="0"/>
                </a:moveTo>
                <a:lnTo>
                  <a:pt x="3701" y="22"/>
                </a:lnTo>
                <a:lnTo>
                  <a:pt x="3338" y="65"/>
                </a:lnTo>
                <a:lnTo>
                  <a:pt x="2995" y="129"/>
                </a:lnTo>
                <a:lnTo>
                  <a:pt x="2653" y="236"/>
                </a:lnTo>
                <a:lnTo>
                  <a:pt x="2311" y="364"/>
                </a:lnTo>
                <a:lnTo>
                  <a:pt x="2011" y="535"/>
                </a:lnTo>
                <a:lnTo>
                  <a:pt x="1733" y="728"/>
                </a:lnTo>
                <a:lnTo>
                  <a:pt x="1498" y="942"/>
                </a:lnTo>
                <a:lnTo>
                  <a:pt x="1262" y="1177"/>
                </a:lnTo>
                <a:lnTo>
                  <a:pt x="1048" y="1455"/>
                </a:lnTo>
                <a:lnTo>
                  <a:pt x="856" y="1712"/>
                </a:lnTo>
                <a:lnTo>
                  <a:pt x="685" y="2012"/>
                </a:lnTo>
                <a:lnTo>
                  <a:pt x="535" y="2311"/>
                </a:lnTo>
                <a:lnTo>
                  <a:pt x="407" y="2611"/>
                </a:lnTo>
                <a:lnTo>
                  <a:pt x="300" y="2889"/>
                </a:lnTo>
                <a:lnTo>
                  <a:pt x="214" y="3210"/>
                </a:lnTo>
                <a:lnTo>
                  <a:pt x="128" y="3531"/>
                </a:lnTo>
                <a:lnTo>
                  <a:pt x="64" y="3852"/>
                </a:lnTo>
                <a:lnTo>
                  <a:pt x="21" y="4173"/>
                </a:lnTo>
                <a:lnTo>
                  <a:pt x="0" y="4515"/>
                </a:lnTo>
                <a:lnTo>
                  <a:pt x="21" y="4836"/>
                </a:lnTo>
                <a:lnTo>
                  <a:pt x="64" y="5135"/>
                </a:lnTo>
                <a:lnTo>
                  <a:pt x="128" y="5478"/>
                </a:lnTo>
                <a:lnTo>
                  <a:pt x="235" y="5799"/>
                </a:lnTo>
                <a:lnTo>
                  <a:pt x="364" y="6098"/>
                </a:lnTo>
                <a:lnTo>
                  <a:pt x="514" y="6376"/>
                </a:lnTo>
                <a:lnTo>
                  <a:pt x="706" y="6654"/>
                </a:lnTo>
                <a:lnTo>
                  <a:pt x="899" y="6911"/>
                </a:lnTo>
                <a:lnTo>
                  <a:pt x="1134" y="7147"/>
                </a:lnTo>
                <a:lnTo>
                  <a:pt x="1391" y="7382"/>
                </a:lnTo>
                <a:lnTo>
                  <a:pt x="1648" y="7574"/>
                </a:lnTo>
                <a:lnTo>
                  <a:pt x="1904" y="7767"/>
                </a:lnTo>
                <a:lnTo>
                  <a:pt x="2182" y="7960"/>
                </a:lnTo>
                <a:lnTo>
                  <a:pt x="2482" y="8131"/>
                </a:lnTo>
                <a:lnTo>
                  <a:pt x="2781" y="8302"/>
                </a:lnTo>
                <a:lnTo>
                  <a:pt x="3081" y="8430"/>
                </a:lnTo>
                <a:lnTo>
                  <a:pt x="3381" y="8537"/>
                </a:lnTo>
                <a:lnTo>
                  <a:pt x="3701" y="8623"/>
                </a:lnTo>
                <a:lnTo>
                  <a:pt x="4022" y="8666"/>
                </a:lnTo>
                <a:lnTo>
                  <a:pt x="4343" y="8687"/>
                </a:lnTo>
                <a:lnTo>
                  <a:pt x="4964" y="8687"/>
                </a:lnTo>
                <a:lnTo>
                  <a:pt x="5328" y="8666"/>
                </a:lnTo>
                <a:lnTo>
                  <a:pt x="5627" y="8601"/>
                </a:lnTo>
                <a:lnTo>
                  <a:pt x="5927" y="8495"/>
                </a:lnTo>
                <a:lnTo>
                  <a:pt x="6248" y="8345"/>
                </a:lnTo>
                <a:lnTo>
                  <a:pt x="6569" y="8195"/>
                </a:lnTo>
                <a:lnTo>
                  <a:pt x="6718" y="8109"/>
                </a:lnTo>
                <a:lnTo>
                  <a:pt x="6868" y="8002"/>
                </a:lnTo>
                <a:lnTo>
                  <a:pt x="7018" y="7874"/>
                </a:lnTo>
                <a:lnTo>
                  <a:pt x="7146" y="7724"/>
                </a:lnTo>
                <a:lnTo>
                  <a:pt x="7424" y="7425"/>
                </a:lnTo>
                <a:lnTo>
                  <a:pt x="7702" y="7147"/>
                </a:lnTo>
                <a:lnTo>
                  <a:pt x="7981" y="6847"/>
                </a:lnTo>
                <a:lnTo>
                  <a:pt x="8216" y="6547"/>
                </a:lnTo>
                <a:lnTo>
                  <a:pt x="8323" y="6376"/>
                </a:lnTo>
                <a:lnTo>
                  <a:pt x="8430" y="6205"/>
                </a:lnTo>
                <a:lnTo>
                  <a:pt x="8580" y="5841"/>
                </a:lnTo>
                <a:lnTo>
                  <a:pt x="8729" y="5478"/>
                </a:lnTo>
                <a:lnTo>
                  <a:pt x="8815" y="5093"/>
                </a:lnTo>
                <a:lnTo>
                  <a:pt x="8879" y="4707"/>
                </a:lnTo>
                <a:lnTo>
                  <a:pt x="8922" y="4301"/>
                </a:lnTo>
                <a:lnTo>
                  <a:pt x="8901" y="3916"/>
                </a:lnTo>
                <a:lnTo>
                  <a:pt x="8836" y="3531"/>
                </a:lnTo>
                <a:lnTo>
                  <a:pt x="8794" y="3338"/>
                </a:lnTo>
                <a:lnTo>
                  <a:pt x="8729" y="3146"/>
                </a:lnTo>
                <a:lnTo>
                  <a:pt x="8623" y="2825"/>
                </a:lnTo>
                <a:lnTo>
                  <a:pt x="8494" y="2504"/>
                </a:lnTo>
                <a:lnTo>
                  <a:pt x="8344" y="2204"/>
                </a:lnTo>
                <a:lnTo>
                  <a:pt x="8195" y="1926"/>
                </a:lnTo>
                <a:lnTo>
                  <a:pt x="7981" y="1626"/>
                </a:lnTo>
                <a:lnTo>
                  <a:pt x="7745" y="1391"/>
                </a:lnTo>
                <a:lnTo>
                  <a:pt x="7467" y="1156"/>
                </a:lnTo>
                <a:lnTo>
                  <a:pt x="7210" y="920"/>
                </a:lnTo>
                <a:lnTo>
                  <a:pt x="6954" y="728"/>
                </a:lnTo>
                <a:lnTo>
                  <a:pt x="6697" y="557"/>
                </a:lnTo>
                <a:lnTo>
                  <a:pt x="6419" y="386"/>
                </a:lnTo>
                <a:lnTo>
                  <a:pt x="6141" y="236"/>
                </a:lnTo>
                <a:lnTo>
                  <a:pt x="5969" y="172"/>
                </a:lnTo>
                <a:lnTo>
                  <a:pt x="5820" y="129"/>
                </a:lnTo>
                <a:lnTo>
                  <a:pt x="5477" y="65"/>
                </a:lnTo>
                <a:lnTo>
                  <a:pt x="5135" y="43"/>
                </a:lnTo>
                <a:lnTo>
                  <a:pt x="4771" y="22"/>
                </a:lnTo>
                <a:lnTo>
                  <a:pt x="4429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28"/>
          <p:cNvSpPr/>
          <p:nvPr/>
        </p:nvSpPr>
        <p:spPr>
          <a:xfrm>
            <a:off x="4601832" y="2124932"/>
            <a:ext cx="182743" cy="240577"/>
          </a:xfrm>
          <a:custGeom>
            <a:rect b="b" l="l" r="r" t="t"/>
            <a:pathLst>
              <a:path extrusionOk="0" h="8902" w="6762">
                <a:moveTo>
                  <a:pt x="1305" y="1092"/>
                </a:moveTo>
                <a:lnTo>
                  <a:pt x="1348" y="1135"/>
                </a:lnTo>
                <a:lnTo>
                  <a:pt x="1477" y="1263"/>
                </a:lnTo>
                <a:lnTo>
                  <a:pt x="1562" y="1434"/>
                </a:lnTo>
                <a:lnTo>
                  <a:pt x="1584" y="1499"/>
                </a:lnTo>
                <a:lnTo>
                  <a:pt x="1562" y="1541"/>
                </a:lnTo>
                <a:lnTo>
                  <a:pt x="1541" y="1541"/>
                </a:lnTo>
                <a:lnTo>
                  <a:pt x="1477" y="1520"/>
                </a:lnTo>
                <a:lnTo>
                  <a:pt x="1348" y="1370"/>
                </a:lnTo>
                <a:lnTo>
                  <a:pt x="1284" y="1306"/>
                </a:lnTo>
                <a:lnTo>
                  <a:pt x="1241" y="1220"/>
                </a:lnTo>
                <a:lnTo>
                  <a:pt x="1241" y="1156"/>
                </a:lnTo>
                <a:lnTo>
                  <a:pt x="1241" y="1113"/>
                </a:lnTo>
                <a:lnTo>
                  <a:pt x="1263" y="1092"/>
                </a:lnTo>
                <a:close/>
                <a:moveTo>
                  <a:pt x="792" y="1734"/>
                </a:moveTo>
                <a:lnTo>
                  <a:pt x="856" y="1755"/>
                </a:lnTo>
                <a:lnTo>
                  <a:pt x="878" y="1798"/>
                </a:lnTo>
                <a:lnTo>
                  <a:pt x="899" y="1841"/>
                </a:lnTo>
                <a:lnTo>
                  <a:pt x="878" y="1862"/>
                </a:lnTo>
                <a:lnTo>
                  <a:pt x="856" y="1905"/>
                </a:lnTo>
                <a:lnTo>
                  <a:pt x="813" y="1905"/>
                </a:lnTo>
                <a:lnTo>
                  <a:pt x="749" y="1926"/>
                </a:lnTo>
                <a:lnTo>
                  <a:pt x="706" y="1905"/>
                </a:lnTo>
                <a:lnTo>
                  <a:pt x="685" y="1884"/>
                </a:lnTo>
                <a:lnTo>
                  <a:pt x="685" y="1841"/>
                </a:lnTo>
                <a:lnTo>
                  <a:pt x="728" y="1777"/>
                </a:lnTo>
                <a:lnTo>
                  <a:pt x="749" y="1755"/>
                </a:lnTo>
                <a:lnTo>
                  <a:pt x="792" y="1734"/>
                </a:lnTo>
                <a:close/>
                <a:moveTo>
                  <a:pt x="2910" y="1670"/>
                </a:moveTo>
                <a:lnTo>
                  <a:pt x="2846" y="1712"/>
                </a:lnTo>
                <a:lnTo>
                  <a:pt x="2760" y="1755"/>
                </a:lnTo>
                <a:lnTo>
                  <a:pt x="2718" y="1819"/>
                </a:lnTo>
                <a:lnTo>
                  <a:pt x="2675" y="1884"/>
                </a:lnTo>
                <a:lnTo>
                  <a:pt x="2675" y="1926"/>
                </a:lnTo>
                <a:lnTo>
                  <a:pt x="2696" y="1969"/>
                </a:lnTo>
                <a:lnTo>
                  <a:pt x="2932" y="1969"/>
                </a:lnTo>
                <a:lnTo>
                  <a:pt x="3081" y="1991"/>
                </a:lnTo>
                <a:lnTo>
                  <a:pt x="3231" y="2033"/>
                </a:lnTo>
                <a:lnTo>
                  <a:pt x="3317" y="2033"/>
                </a:lnTo>
                <a:lnTo>
                  <a:pt x="3381" y="2012"/>
                </a:lnTo>
                <a:lnTo>
                  <a:pt x="3702" y="1969"/>
                </a:lnTo>
                <a:lnTo>
                  <a:pt x="4023" y="1948"/>
                </a:lnTo>
                <a:lnTo>
                  <a:pt x="4237" y="1948"/>
                </a:lnTo>
                <a:lnTo>
                  <a:pt x="4451" y="1926"/>
                </a:lnTo>
                <a:lnTo>
                  <a:pt x="4879" y="1905"/>
                </a:lnTo>
                <a:lnTo>
                  <a:pt x="5135" y="1905"/>
                </a:lnTo>
                <a:lnTo>
                  <a:pt x="5199" y="1884"/>
                </a:lnTo>
                <a:lnTo>
                  <a:pt x="5242" y="1862"/>
                </a:lnTo>
                <a:lnTo>
                  <a:pt x="5242" y="1819"/>
                </a:lnTo>
                <a:lnTo>
                  <a:pt x="5199" y="1755"/>
                </a:lnTo>
                <a:lnTo>
                  <a:pt x="5135" y="1712"/>
                </a:lnTo>
                <a:lnTo>
                  <a:pt x="5050" y="1691"/>
                </a:lnTo>
                <a:lnTo>
                  <a:pt x="4836" y="1691"/>
                </a:lnTo>
                <a:lnTo>
                  <a:pt x="4451" y="1734"/>
                </a:lnTo>
                <a:lnTo>
                  <a:pt x="4237" y="1755"/>
                </a:lnTo>
                <a:lnTo>
                  <a:pt x="4044" y="1755"/>
                </a:lnTo>
                <a:lnTo>
                  <a:pt x="3616" y="1734"/>
                </a:lnTo>
                <a:lnTo>
                  <a:pt x="3531" y="1755"/>
                </a:lnTo>
                <a:lnTo>
                  <a:pt x="3424" y="1777"/>
                </a:lnTo>
                <a:lnTo>
                  <a:pt x="3317" y="1798"/>
                </a:lnTo>
                <a:lnTo>
                  <a:pt x="3231" y="1798"/>
                </a:lnTo>
                <a:lnTo>
                  <a:pt x="3167" y="1777"/>
                </a:lnTo>
                <a:lnTo>
                  <a:pt x="3103" y="1734"/>
                </a:lnTo>
                <a:lnTo>
                  <a:pt x="3060" y="1691"/>
                </a:lnTo>
                <a:lnTo>
                  <a:pt x="2996" y="1670"/>
                </a:lnTo>
                <a:close/>
                <a:moveTo>
                  <a:pt x="4707" y="2654"/>
                </a:moveTo>
                <a:lnTo>
                  <a:pt x="4451" y="2675"/>
                </a:lnTo>
                <a:lnTo>
                  <a:pt x="4279" y="2697"/>
                </a:lnTo>
                <a:lnTo>
                  <a:pt x="3809" y="2739"/>
                </a:lnTo>
                <a:lnTo>
                  <a:pt x="3573" y="2761"/>
                </a:lnTo>
                <a:lnTo>
                  <a:pt x="3359" y="2761"/>
                </a:lnTo>
                <a:lnTo>
                  <a:pt x="3124" y="2739"/>
                </a:lnTo>
                <a:lnTo>
                  <a:pt x="2910" y="2697"/>
                </a:lnTo>
                <a:lnTo>
                  <a:pt x="2803" y="2675"/>
                </a:lnTo>
                <a:lnTo>
                  <a:pt x="2696" y="2697"/>
                </a:lnTo>
                <a:lnTo>
                  <a:pt x="2482" y="2718"/>
                </a:lnTo>
                <a:lnTo>
                  <a:pt x="2397" y="2697"/>
                </a:lnTo>
                <a:lnTo>
                  <a:pt x="2290" y="2675"/>
                </a:lnTo>
                <a:lnTo>
                  <a:pt x="2097" y="2675"/>
                </a:lnTo>
                <a:lnTo>
                  <a:pt x="2033" y="2718"/>
                </a:lnTo>
                <a:lnTo>
                  <a:pt x="1990" y="2761"/>
                </a:lnTo>
                <a:lnTo>
                  <a:pt x="1969" y="2825"/>
                </a:lnTo>
                <a:lnTo>
                  <a:pt x="1990" y="2846"/>
                </a:lnTo>
                <a:lnTo>
                  <a:pt x="2012" y="2868"/>
                </a:lnTo>
                <a:lnTo>
                  <a:pt x="2140" y="2889"/>
                </a:lnTo>
                <a:lnTo>
                  <a:pt x="2247" y="2911"/>
                </a:lnTo>
                <a:lnTo>
                  <a:pt x="2504" y="2932"/>
                </a:lnTo>
                <a:lnTo>
                  <a:pt x="2974" y="2932"/>
                </a:lnTo>
                <a:lnTo>
                  <a:pt x="3210" y="2953"/>
                </a:lnTo>
                <a:lnTo>
                  <a:pt x="3424" y="2953"/>
                </a:lnTo>
                <a:lnTo>
                  <a:pt x="3873" y="2932"/>
                </a:lnTo>
                <a:lnTo>
                  <a:pt x="4322" y="2889"/>
                </a:lnTo>
                <a:lnTo>
                  <a:pt x="5028" y="2889"/>
                </a:lnTo>
                <a:lnTo>
                  <a:pt x="5093" y="2868"/>
                </a:lnTo>
                <a:lnTo>
                  <a:pt x="5135" y="2846"/>
                </a:lnTo>
                <a:lnTo>
                  <a:pt x="5135" y="2804"/>
                </a:lnTo>
                <a:lnTo>
                  <a:pt x="5114" y="2739"/>
                </a:lnTo>
                <a:lnTo>
                  <a:pt x="5050" y="2697"/>
                </a:lnTo>
                <a:lnTo>
                  <a:pt x="4943" y="2675"/>
                </a:lnTo>
                <a:lnTo>
                  <a:pt x="4707" y="2654"/>
                </a:lnTo>
                <a:close/>
                <a:moveTo>
                  <a:pt x="3295" y="3424"/>
                </a:moveTo>
                <a:lnTo>
                  <a:pt x="3060" y="3467"/>
                </a:lnTo>
                <a:lnTo>
                  <a:pt x="2825" y="3531"/>
                </a:lnTo>
                <a:lnTo>
                  <a:pt x="2568" y="3574"/>
                </a:lnTo>
                <a:lnTo>
                  <a:pt x="2461" y="3595"/>
                </a:lnTo>
                <a:lnTo>
                  <a:pt x="2332" y="3574"/>
                </a:lnTo>
                <a:lnTo>
                  <a:pt x="2119" y="3531"/>
                </a:lnTo>
                <a:lnTo>
                  <a:pt x="1905" y="3531"/>
                </a:lnTo>
                <a:lnTo>
                  <a:pt x="1840" y="3553"/>
                </a:lnTo>
                <a:lnTo>
                  <a:pt x="1776" y="3595"/>
                </a:lnTo>
                <a:lnTo>
                  <a:pt x="1755" y="3617"/>
                </a:lnTo>
                <a:lnTo>
                  <a:pt x="1755" y="3638"/>
                </a:lnTo>
                <a:lnTo>
                  <a:pt x="1776" y="3681"/>
                </a:lnTo>
                <a:lnTo>
                  <a:pt x="1819" y="3702"/>
                </a:lnTo>
                <a:lnTo>
                  <a:pt x="1926" y="3766"/>
                </a:lnTo>
                <a:lnTo>
                  <a:pt x="2033" y="3788"/>
                </a:lnTo>
                <a:lnTo>
                  <a:pt x="2140" y="3831"/>
                </a:lnTo>
                <a:lnTo>
                  <a:pt x="2482" y="3831"/>
                </a:lnTo>
                <a:lnTo>
                  <a:pt x="2718" y="3788"/>
                </a:lnTo>
                <a:lnTo>
                  <a:pt x="3167" y="3681"/>
                </a:lnTo>
                <a:lnTo>
                  <a:pt x="3402" y="3659"/>
                </a:lnTo>
                <a:lnTo>
                  <a:pt x="3638" y="3638"/>
                </a:lnTo>
                <a:lnTo>
                  <a:pt x="3894" y="3659"/>
                </a:lnTo>
                <a:lnTo>
                  <a:pt x="4001" y="3681"/>
                </a:lnTo>
                <a:lnTo>
                  <a:pt x="4130" y="3681"/>
                </a:lnTo>
                <a:lnTo>
                  <a:pt x="4365" y="3638"/>
                </a:lnTo>
                <a:lnTo>
                  <a:pt x="4472" y="3638"/>
                </a:lnTo>
                <a:lnTo>
                  <a:pt x="4579" y="3659"/>
                </a:lnTo>
                <a:lnTo>
                  <a:pt x="4814" y="3745"/>
                </a:lnTo>
                <a:lnTo>
                  <a:pt x="4986" y="3745"/>
                </a:lnTo>
                <a:lnTo>
                  <a:pt x="5050" y="3702"/>
                </a:lnTo>
                <a:lnTo>
                  <a:pt x="5093" y="3659"/>
                </a:lnTo>
                <a:lnTo>
                  <a:pt x="5114" y="3595"/>
                </a:lnTo>
                <a:lnTo>
                  <a:pt x="5114" y="3553"/>
                </a:lnTo>
                <a:lnTo>
                  <a:pt x="5071" y="3488"/>
                </a:lnTo>
                <a:lnTo>
                  <a:pt x="4986" y="3467"/>
                </a:lnTo>
                <a:lnTo>
                  <a:pt x="4729" y="3467"/>
                </a:lnTo>
                <a:lnTo>
                  <a:pt x="4515" y="3424"/>
                </a:lnTo>
                <a:lnTo>
                  <a:pt x="4301" y="3424"/>
                </a:lnTo>
                <a:lnTo>
                  <a:pt x="4044" y="3446"/>
                </a:lnTo>
                <a:lnTo>
                  <a:pt x="3809" y="3424"/>
                </a:lnTo>
                <a:close/>
                <a:moveTo>
                  <a:pt x="2632" y="4237"/>
                </a:moveTo>
                <a:lnTo>
                  <a:pt x="2397" y="4259"/>
                </a:lnTo>
                <a:lnTo>
                  <a:pt x="1947" y="4366"/>
                </a:lnTo>
                <a:lnTo>
                  <a:pt x="1776" y="4430"/>
                </a:lnTo>
                <a:lnTo>
                  <a:pt x="1648" y="4515"/>
                </a:lnTo>
                <a:lnTo>
                  <a:pt x="1626" y="4558"/>
                </a:lnTo>
                <a:lnTo>
                  <a:pt x="1626" y="4580"/>
                </a:lnTo>
                <a:lnTo>
                  <a:pt x="1712" y="4601"/>
                </a:lnTo>
                <a:lnTo>
                  <a:pt x="1840" y="4601"/>
                </a:lnTo>
                <a:lnTo>
                  <a:pt x="2119" y="4580"/>
                </a:lnTo>
                <a:lnTo>
                  <a:pt x="2375" y="4537"/>
                </a:lnTo>
                <a:lnTo>
                  <a:pt x="2653" y="4494"/>
                </a:lnTo>
                <a:lnTo>
                  <a:pt x="2932" y="4494"/>
                </a:lnTo>
                <a:lnTo>
                  <a:pt x="3188" y="4537"/>
                </a:lnTo>
                <a:lnTo>
                  <a:pt x="3295" y="4558"/>
                </a:lnTo>
                <a:lnTo>
                  <a:pt x="3424" y="4558"/>
                </a:lnTo>
                <a:lnTo>
                  <a:pt x="3680" y="4494"/>
                </a:lnTo>
                <a:lnTo>
                  <a:pt x="3809" y="4473"/>
                </a:lnTo>
                <a:lnTo>
                  <a:pt x="3937" y="4515"/>
                </a:lnTo>
                <a:lnTo>
                  <a:pt x="4108" y="4558"/>
                </a:lnTo>
                <a:lnTo>
                  <a:pt x="4536" y="4558"/>
                </a:lnTo>
                <a:lnTo>
                  <a:pt x="4729" y="4537"/>
                </a:lnTo>
                <a:lnTo>
                  <a:pt x="4814" y="4515"/>
                </a:lnTo>
                <a:lnTo>
                  <a:pt x="4921" y="4494"/>
                </a:lnTo>
                <a:lnTo>
                  <a:pt x="4964" y="4473"/>
                </a:lnTo>
                <a:lnTo>
                  <a:pt x="5007" y="4451"/>
                </a:lnTo>
                <a:lnTo>
                  <a:pt x="5007" y="4408"/>
                </a:lnTo>
                <a:lnTo>
                  <a:pt x="5007" y="4366"/>
                </a:lnTo>
                <a:lnTo>
                  <a:pt x="4986" y="4323"/>
                </a:lnTo>
                <a:lnTo>
                  <a:pt x="4943" y="4301"/>
                </a:lnTo>
                <a:lnTo>
                  <a:pt x="4836" y="4280"/>
                </a:lnTo>
                <a:lnTo>
                  <a:pt x="4386" y="4280"/>
                </a:lnTo>
                <a:lnTo>
                  <a:pt x="4151" y="4259"/>
                </a:lnTo>
                <a:lnTo>
                  <a:pt x="3937" y="4237"/>
                </a:lnTo>
                <a:lnTo>
                  <a:pt x="3702" y="4237"/>
                </a:lnTo>
                <a:lnTo>
                  <a:pt x="3488" y="4280"/>
                </a:lnTo>
                <a:lnTo>
                  <a:pt x="3402" y="4323"/>
                </a:lnTo>
                <a:lnTo>
                  <a:pt x="3188" y="4323"/>
                </a:lnTo>
                <a:lnTo>
                  <a:pt x="3081" y="4301"/>
                </a:lnTo>
                <a:lnTo>
                  <a:pt x="2867" y="4237"/>
                </a:lnTo>
                <a:close/>
                <a:moveTo>
                  <a:pt x="2268" y="5050"/>
                </a:moveTo>
                <a:lnTo>
                  <a:pt x="2140" y="5072"/>
                </a:lnTo>
                <a:lnTo>
                  <a:pt x="2033" y="5114"/>
                </a:lnTo>
                <a:lnTo>
                  <a:pt x="1926" y="5157"/>
                </a:lnTo>
                <a:lnTo>
                  <a:pt x="1819" y="5200"/>
                </a:lnTo>
                <a:lnTo>
                  <a:pt x="1584" y="5200"/>
                </a:lnTo>
                <a:lnTo>
                  <a:pt x="1562" y="5221"/>
                </a:lnTo>
                <a:lnTo>
                  <a:pt x="1562" y="5243"/>
                </a:lnTo>
                <a:lnTo>
                  <a:pt x="1584" y="5264"/>
                </a:lnTo>
                <a:lnTo>
                  <a:pt x="1605" y="5307"/>
                </a:lnTo>
                <a:lnTo>
                  <a:pt x="1691" y="5328"/>
                </a:lnTo>
                <a:lnTo>
                  <a:pt x="1798" y="5328"/>
                </a:lnTo>
                <a:lnTo>
                  <a:pt x="1926" y="5307"/>
                </a:lnTo>
                <a:lnTo>
                  <a:pt x="2161" y="5243"/>
                </a:lnTo>
                <a:lnTo>
                  <a:pt x="2268" y="5221"/>
                </a:lnTo>
                <a:lnTo>
                  <a:pt x="2332" y="5221"/>
                </a:lnTo>
                <a:lnTo>
                  <a:pt x="2546" y="5264"/>
                </a:lnTo>
                <a:lnTo>
                  <a:pt x="2653" y="5286"/>
                </a:lnTo>
                <a:lnTo>
                  <a:pt x="2760" y="5286"/>
                </a:lnTo>
                <a:lnTo>
                  <a:pt x="2974" y="5243"/>
                </a:lnTo>
                <a:lnTo>
                  <a:pt x="3124" y="5200"/>
                </a:lnTo>
                <a:lnTo>
                  <a:pt x="3188" y="5179"/>
                </a:lnTo>
                <a:lnTo>
                  <a:pt x="3146" y="5136"/>
                </a:lnTo>
                <a:lnTo>
                  <a:pt x="3081" y="5093"/>
                </a:lnTo>
                <a:lnTo>
                  <a:pt x="2910" y="5093"/>
                </a:lnTo>
                <a:lnTo>
                  <a:pt x="2782" y="5114"/>
                </a:lnTo>
                <a:lnTo>
                  <a:pt x="2653" y="5136"/>
                </a:lnTo>
                <a:lnTo>
                  <a:pt x="2568" y="5114"/>
                </a:lnTo>
                <a:lnTo>
                  <a:pt x="2461" y="5093"/>
                </a:lnTo>
                <a:lnTo>
                  <a:pt x="2375" y="5072"/>
                </a:lnTo>
                <a:lnTo>
                  <a:pt x="2268" y="5050"/>
                </a:lnTo>
                <a:close/>
                <a:moveTo>
                  <a:pt x="4515" y="6034"/>
                </a:moveTo>
                <a:lnTo>
                  <a:pt x="4558" y="6120"/>
                </a:lnTo>
                <a:lnTo>
                  <a:pt x="4579" y="6270"/>
                </a:lnTo>
                <a:lnTo>
                  <a:pt x="4579" y="6313"/>
                </a:lnTo>
                <a:lnTo>
                  <a:pt x="4558" y="6377"/>
                </a:lnTo>
                <a:lnTo>
                  <a:pt x="4536" y="6398"/>
                </a:lnTo>
                <a:lnTo>
                  <a:pt x="4451" y="6398"/>
                </a:lnTo>
                <a:lnTo>
                  <a:pt x="4429" y="6377"/>
                </a:lnTo>
                <a:lnTo>
                  <a:pt x="4408" y="6334"/>
                </a:lnTo>
                <a:lnTo>
                  <a:pt x="4451" y="6206"/>
                </a:lnTo>
                <a:lnTo>
                  <a:pt x="4493" y="6077"/>
                </a:lnTo>
                <a:lnTo>
                  <a:pt x="4515" y="6034"/>
                </a:lnTo>
                <a:close/>
                <a:moveTo>
                  <a:pt x="5627" y="5478"/>
                </a:moveTo>
                <a:lnTo>
                  <a:pt x="5585" y="5500"/>
                </a:lnTo>
                <a:lnTo>
                  <a:pt x="5520" y="5542"/>
                </a:lnTo>
                <a:lnTo>
                  <a:pt x="5478" y="5606"/>
                </a:lnTo>
                <a:lnTo>
                  <a:pt x="5478" y="5692"/>
                </a:lnTo>
                <a:lnTo>
                  <a:pt x="5478" y="5756"/>
                </a:lnTo>
                <a:lnTo>
                  <a:pt x="5478" y="5842"/>
                </a:lnTo>
                <a:lnTo>
                  <a:pt x="5499" y="5992"/>
                </a:lnTo>
                <a:lnTo>
                  <a:pt x="5499" y="6077"/>
                </a:lnTo>
                <a:lnTo>
                  <a:pt x="5478" y="6141"/>
                </a:lnTo>
                <a:lnTo>
                  <a:pt x="5435" y="6184"/>
                </a:lnTo>
                <a:lnTo>
                  <a:pt x="5392" y="6227"/>
                </a:lnTo>
                <a:lnTo>
                  <a:pt x="5306" y="6291"/>
                </a:lnTo>
                <a:lnTo>
                  <a:pt x="5264" y="6313"/>
                </a:lnTo>
                <a:lnTo>
                  <a:pt x="5242" y="6355"/>
                </a:lnTo>
                <a:lnTo>
                  <a:pt x="5242" y="6420"/>
                </a:lnTo>
                <a:lnTo>
                  <a:pt x="5264" y="6484"/>
                </a:lnTo>
                <a:lnTo>
                  <a:pt x="5306" y="6527"/>
                </a:lnTo>
                <a:lnTo>
                  <a:pt x="5371" y="6548"/>
                </a:lnTo>
                <a:lnTo>
                  <a:pt x="5435" y="6569"/>
                </a:lnTo>
                <a:lnTo>
                  <a:pt x="5499" y="6591"/>
                </a:lnTo>
                <a:lnTo>
                  <a:pt x="5542" y="6655"/>
                </a:lnTo>
                <a:lnTo>
                  <a:pt x="5563" y="6698"/>
                </a:lnTo>
                <a:lnTo>
                  <a:pt x="5563" y="6762"/>
                </a:lnTo>
                <a:lnTo>
                  <a:pt x="5606" y="6826"/>
                </a:lnTo>
                <a:lnTo>
                  <a:pt x="5649" y="6869"/>
                </a:lnTo>
                <a:lnTo>
                  <a:pt x="5692" y="6890"/>
                </a:lnTo>
                <a:lnTo>
                  <a:pt x="5734" y="6912"/>
                </a:lnTo>
                <a:lnTo>
                  <a:pt x="5820" y="6912"/>
                </a:lnTo>
                <a:lnTo>
                  <a:pt x="5863" y="6869"/>
                </a:lnTo>
                <a:lnTo>
                  <a:pt x="5906" y="6826"/>
                </a:lnTo>
                <a:lnTo>
                  <a:pt x="5927" y="6783"/>
                </a:lnTo>
                <a:lnTo>
                  <a:pt x="5948" y="6698"/>
                </a:lnTo>
                <a:lnTo>
                  <a:pt x="5927" y="6633"/>
                </a:lnTo>
                <a:lnTo>
                  <a:pt x="5927" y="6548"/>
                </a:lnTo>
                <a:lnTo>
                  <a:pt x="5927" y="6462"/>
                </a:lnTo>
                <a:lnTo>
                  <a:pt x="5970" y="6441"/>
                </a:lnTo>
                <a:lnTo>
                  <a:pt x="5991" y="6398"/>
                </a:lnTo>
                <a:lnTo>
                  <a:pt x="6077" y="6355"/>
                </a:lnTo>
                <a:lnTo>
                  <a:pt x="6141" y="6248"/>
                </a:lnTo>
                <a:lnTo>
                  <a:pt x="6162" y="6206"/>
                </a:lnTo>
                <a:lnTo>
                  <a:pt x="6162" y="6141"/>
                </a:lnTo>
                <a:lnTo>
                  <a:pt x="6141" y="6099"/>
                </a:lnTo>
                <a:lnTo>
                  <a:pt x="6120" y="6056"/>
                </a:lnTo>
                <a:lnTo>
                  <a:pt x="6055" y="6034"/>
                </a:lnTo>
                <a:lnTo>
                  <a:pt x="5991" y="6013"/>
                </a:lnTo>
                <a:lnTo>
                  <a:pt x="5884" y="5970"/>
                </a:lnTo>
                <a:lnTo>
                  <a:pt x="5863" y="5949"/>
                </a:lnTo>
                <a:lnTo>
                  <a:pt x="5841" y="5927"/>
                </a:lnTo>
                <a:lnTo>
                  <a:pt x="5820" y="5713"/>
                </a:lnTo>
                <a:lnTo>
                  <a:pt x="5777" y="5585"/>
                </a:lnTo>
                <a:lnTo>
                  <a:pt x="5713" y="5500"/>
                </a:lnTo>
                <a:lnTo>
                  <a:pt x="5670" y="5478"/>
                </a:lnTo>
                <a:close/>
                <a:moveTo>
                  <a:pt x="4408" y="5307"/>
                </a:moveTo>
                <a:lnTo>
                  <a:pt x="4344" y="5328"/>
                </a:lnTo>
                <a:lnTo>
                  <a:pt x="4301" y="5371"/>
                </a:lnTo>
                <a:lnTo>
                  <a:pt x="4258" y="5435"/>
                </a:lnTo>
                <a:lnTo>
                  <a:pt x="4194" y="5564"/>
                </a:lnTo>
                <a:lnTo>
                  <a:pt x="4151" y="5735"/>
                </a:lnTo>
                <a:lnTo>
                  <a:pt x="4108" y="6120"/>
                </a:lnTo>
                <a:lnTo>
                  <a:pt x="4087" y="6270"/>
                </a:lnTo>
                <a:lnTo>
                  <a:pt x="4066" y="6398"/>
                </a:lnTo>
                <a:lnTo>
                  <a:pt x="4023" y="6462"/>
                </a:lnTo>
                <a:lnTo>
                  <a:pt x="3980" y="6527"/>
                </a:lnTo>
                <a:lnTo>
                  <a:pt x="3894" y="6591"/>
                </a:lnTo>
                <a:lnTo>
                  <a:pt x="3787" y="6633"/>
                </a:lnTo>
                <a:lnTo>
                  <a:pt x="3723" y="6676"/>
                </a:lnTo>
                <a:lnTo>
                  <a:pt x="3680" y="6740"/>
                </a:lnTo>
                <a:lnTo>
                  <a:pt x="3659" y="6783"/>
                </a:lnTo>
                <a:lnTo>
                  <a:pt x="3638" y="6826"/>
                </a:lnTo>
                <a:lnTo>
                  <a:pt x="3638" y="6869"/>
                </a:lnTo>
                <a:lnTo>
                  <a:pt x="3659" y="6890"/>
                </a:lnTo>
                <a:lnTo>
                  <a:pt x="3723" y="6933"/>
                </a:lnTo>
                <a:lnTo>
                  <a:pt x="3787" y="6976"/>
                </a:lnTo>
                <a:lnTo>
                  <a:pt x="3852" y="7061"/>
                </a:lnTo>
                <a:lnTo>
                  <a:pt x="3873" y="7126"/>
                </a:lnTo>
                <a:lnTo>
                  <a:pt x="3873" y="7190"/>
                </a:lnTo>
                <a:lnTo>
                  <a:pt x="3830" y="7318"/>
                </a:lnTo>
                <a:lnTo>
                  <a:pt x="3809" y="7425"/>
                </a:lnTo>
                <a:lnTo>
                  <a:pt x="3787" y="7554"/>
                </a:lnTo>
                <a:lnTo>
                  <a:pt x="3787" y="7618"/>
                </a:lnTo>
                <a:lnTo>
                  <a:pt x="3787" y="7682"/>
                </a:lnTo>
                <a:lnTo>
                  <a:pt x="3830" y="7725"/>
                </a:lnTo>
                <a:lnTo>
                  <a:pt x="3873" y="7746"/>
                </a:lnTo>
                <a:lnTo>
                  <a:pt x="3980" y="7746"/>
                </a:lnTo>
                <a:lnTo>
                  <a:pt x="4087" y="7682"/>
                </a:lnTo>
                <a:lnTo>
                  <a:pt x="4172" y="7596"/>
                </a:lnTo>
                <a:lnTo>
                  <a:pt x="4237" y="7532"/>
                </a:lnTo>
                <a:lnTo>
                  <a:pt x="4279" y="7468"/>
                </a:lnTo>
                <a:lnTo>
                  <a:pt x="4279" y="7382"/>
                </a:lnTo>
                <a:lnTo>
                  <a:pt x="4301" y="7233"/>
                </a:lnTo>
                <a:lnTo>
                  <a:pt x="4301" y="7061"/>
                </a:lnTo>
                <a:lnTo>
                  <a:pt x="4322" y="6976"/>
                </a:lnTo>
                <a:lnTo>
                  <a:pt x="4365" y="6912"/>
                </a:lnTo>
                <a:lnTo>
                  <a:pt x="4451" y="6826"/>
                </a:lnTo>
                <a:lnTo>
                  <a:pt x="4558" y="6762"/>
                </a:lnTo>
                <a:lnTo>
                  <a:pt x="4600" y="6740"/>
                </a:lnTo>
                <a:lnTo>
                  <a:pt x="4665" y="6740"/>
                </a:lnTo>
                <a:lnTo>
                  <a:pt x="4707" y="6762"/>
                </a:lnTo>
                <a:lnTo>
                  <a:pt x="4772" y="6805"/>
                </a:lnTo>
                <a:lnTo>
                  <a:pt x="4793" y="6847"/>
                </a:lnTo>
                <a:lnTo>
                  <a:pt x="4836" y="6912"/>
                </a:lnTo>
                <a:lnTo>
                  <a:pt x="4857" y="7083"/>
                </a:lnTo>
                <a:lnTo>
                  <a:pt x="4900" y="7233"/>
                </a:lnTo>
                <a:lnTo>
                  <a:pt x="4943" y="7382"/>
                </a:lnTo>
                <a:lnTo>
                  <a:pt x="5007" y="7489"/>
                </a:lnTo>
                <a:lnTo>
                  <a:pt x="5028" y="7511"/>
                </a:lnTo>
                <a:lnTo>
                  <a:pt x="5071" y="7532"/>
                </a:lnTo>
                <a:lnTo>
                  <a:pt x="5135" y="7532"/>
                </a:lnTo>
                <a:lnTo>
                  <a:pt x="5264" y="7447"/>
                </a:lnTo>
                <a:lnTo>
                  <a:pt x="5328" y="7361"/>
                </a:lnTo>
                <a:lnTo>
                  <a:pt x="5371" y="7275"/>
                </a:lnTo>
                <a:lnTo>
                  <a:pt x="5371" y="7168"/>
                </a:lnTo>
                <a:lnTo>
                  <a:pt x="5328" y="7040"/>
                </a:lnTo>
                <a:lnTo>
                  <a:pt x="5285" y="6912"/>
                </a:lnTo>
                <a:lnTo>
                  <a:pt x="5242" y="6783"/>
                </a:lnTo>
                <a:lnTo>
                  <a:pt x="5178" y="6676"/>
                </a:lnTo>
                <a:lnTo>
                  <a:pt x="5135" y="6548"/>
                </a:lnTo>
                <a:lnTo>
                  <a:pt x="5135" y="6398"/>
                </a:lnTo>
                <a:lnTo>
                  <a:pt x="5114" y="6334"/>
                </a:lnTo>
                <a:lnTo>
                  <a:pt x="5093" y="6248"/>
                </a:lnTo>
                <a:lnTo>
                  <a:pt x="5050" y="6206"/>
                </a:lnTo>
                <a:lnTo>
                  <a:pt x="4986" y="6141"/>
                </a:lnTo>
                <a:lnTo>
                  <a:pt x="4943" y="6034"/>
                </a:lnTo>
                <a:lnTo>
                  <a:pt x="4900" y="5927"/>
                </a:lnTo>
                <a:lnTo>
                  <a:pt x="4793" y="5649"/>
                </a:lnTo>
                <a:lnTo>
                  <a:pt x="4750" y="5521"/>
                </a:lnTo>
                <a:lnTo>
                  <a:pt x="4665" y="5414"/>
                </a:lnTo>
                <a:lnTo>
                  <a:pt x="4579" y="5328"/>
                </a:lnTo>
                <a:lnTo>
                  <a:pt x="4536" y="5307"/>
                </a:lnTo>
                <a:close/>
                <a:moveTo>
                  <a:pt x="2632" y="429"/>
                </a:moveTo>
                <a:lnTo>
                  <a:pt x="2889" y="450"/>
                </a:lnTo>
                <a:lnTo>
                  <a:pt x="3124" y="472"/>
                </a:lnTo>
                <a:lnTo>
                  <a:pt x="3702" y="472"/>
                </a:lnTo>
                <a:lnTo>
                  <a:pt x="4258" y="514"/>
                </a:lnTo>
                <a:lnTo>
                  <a:pt x="4793" y="536"/>
                </a:lnTo>
                <a:lnTo>
                  <a:pt x="5306" y="557"/>
                </a:lnTo>
                <a:lnTo>
                  <a:pt x="5820" y="600"/>
                </a:lnTo>
                <a:lnTo>
                  <a:pt x="5970" y="600"/>
                </a:lnTo>
                <a:lnTo>
                  <a:pt x="6077" y="621"/>
                </a:lnTo>
                <a:lnTo>
                  <a:pt x="6098" y="621"/>
                </a:lnTo>
                <a:lnTo>
                  <a:pt x="6141" y="664"/>
                </a:lnTo>
                <a:lnTo>
                  <a:pt x="6162" y="707"/>
                </a:lnTo>
                <a:lnTo>
                  <a:pt x="6184" y="771"/>
                </a:lnTo>
                <a:lnTo>
                  <a:pt x="6205" y="1006"/>
                </a:lnTo>
                <a:lnTo>
                  <a:pt x="6226" y="1263"/>
                </a:lnTo>
                <a:lnTo>
                  <a:pt x="6205" y="1777"/>
                </a:lnTo>
                <a:lnTo>
                  <a:pt x="6226" y="2354"/>
                </a:lnTo>
                <a:lnTo>
                  <a:pt x="6248" y="2932"/>
                </a:lnTo>
                <a:lnTo>
                  <a:pt x="6248" y="5542"/>
                </a:lnTo>
                <a:lnTo>
                  <a:pt x="6269" y="6869"/>
                </a:lnTo>
                <a:lnTo>
                  <a:pt x="6291" y="7511"/>
                </a:lnTo>
                <a:lnTo>
                  <a:pt x="6269" y="7832"/>
                </a:lnTo>
                <a:lnTo>
                  <a:pt x="6248" y="7981"/>
                </a:lnTo>
                <a:lnTo>
                  <a:pt x="6205" y="8153"/>
                </a:lnTo>
                <a:lnTo>
                  <a:pt x="6184" y="8174"/>
                </a:lnTo>
                <a:lnTo>
                  <a:pt x="6141" y="8195"/>
                </a:lnTo>
                <a:lnTo>
                  <a:pt x="6055" y="8238"/>
                </a:lnTo>
                <a:lnTo>
                  <a:pt x="5906" y="8260"/>
                </a:lnTo>
                <a:lnTo>
                  <a:pt x="5413" y="8260"/>
                </a:lnTo>
                <a:lnTo>
                  <a:pt x="5199" y="8238"/>
                </a:lnTo>
                <a:lnTo>
                  <a:pt x="4857" y="8217"/>
                </a:lnTo>
                <a:lnTo>
                  <a:pt x="4515" y="8217"/>
                </a:lnTo>
                <a:lnTo>
                  <a:pt x="3830" y="8260"/>
                </a:lnTo>
                <a:lnTo>
                  <a:pt x="3167" y="8281"/>
                </a:lnTo>
                <a:lnTo>
                  <a:pt x="2504" y="8302"/>
                </a:lnTo>
                <a:lnTo>
                  <a:pt x="2268" y="8324"/>
                </a:lnTo>
                <a:lnTo>
                  <a:pt x="2119" y="8324"/>
                </a:lnTo>
                <a:lnTo>
                  <a:pt x="2076" y="8302"/>
                </a:lnTo>
                <a:lnTo>
                  <a:pt x="2033" y="8281"/>
                </a:lnTo>
                <a:lnTo>
                  <a:pt x="2012" y="8217"/>
                </a:lnTo>
                <a:lnTo>
                  <a:pt x="2012" y="8153"/>
                </a:lnTo>
                <a:lnTo>
                  <a:pt x="1990" y="8110"/>
                </a:lnTo>
                <a:lnTo>
                  <a:pt x="1969" y="8088"/>
                </a:lnTo>
                <a:lnTo>
                  <a:pt x="1883" y="8088"/>
                </a:lnTo>
                <a:lnTo>
                  <a:pt x="1798" y="8153"/>
                </a:lnTo>
                <a:lnTo>
                  <a:pt x="1626" y="8302"/>
                </a:lnTo>
                <a:lnTo>
                  <a:pt x="1541" y="8367"/>
                </a:lnTo>
                <a:lnTo>
                  <a:pt x="1455" y="8388"/>
                </a:lnTo>
                <a:lnTo>
                  <a:pt x="1412" y="8388"/>
                </a:lnTo>
                <a:lnTo>
                  <a:pt x="1391" y="8367"/>
                </a:lnTo>
                <a:lnTo>
                  <a:pt x="1348" y="8345"/>
                </a:lnTo>
                <a:lnTo>
                  <a:pt x="1327" y="8281"/>
                </a:lnTo>
                <a:lnTo>
                  <a:pt x="1327" y="8217"/>
                </a:lnTo>
                <a:lnTo>
                  <a:pt x="1348" y="8131"/>
                </a:lnTo>
                <a:lnTo>
                  <a:pt x="1348" y="8110"/>
                </a:lnTo>
                <a:lnTo>
                  <a:pt x="1348" y="8067"/>
                </a:lnTo>
                <a:lnTo>
                  <a:pt x="1327" y="8067"/>
                </a:lnTo>
                <a:lnTo>
                  <a:pt x="1263" y="8046"/>
                </a:lnTo>
                <a:lnTo>
                  <a:pt x="1220" y="8067"/>
                </a:lnTo>
                <a:lnTo>
                  <a:pt x="1177" y="8110"/>
                </a:lnTo>
                <a:lnTo>
                  <a:pt x="1092" y="8217"/>
                </a:lnTo>
                <a:lnTo>
                  <a:pt x="1006" y="8324"/>
                </a:lnTo>
                <a:lnTo>
                  <a:pt x="963" y="8367"/>
                </a:lnTo>
                <a:lnTo>
                  <a:pt x="920" y="8409"/>
                </a:lnTo>
                <a:lnTo>
                  <a:pt x="856" y="8431"/>
                </a:lnTo>
                <a:lnTo>
                  <a:pt x="792" y="8431"/>
                </a:lnTo>
                <a:lnTo>
                  <a:pt x="771" y="8409"/>
                </a:lnTo>
                <a:lnTo>
                  <a:pt x="771" y="8367"/>
                </a:lnTo>
                <a:lnTo>
                  <a:pt x="792" y="8281"/>
                </a:lnTo>
                <a:lnTo>
                  <a:pt x="856" y="8153"/>
                </a:lnTo>
                <a:lnTo>
                  <a:pt x="1049" y="7917"/>
                </a:lnTo>
                <a:lnTo>
                  <a:pt x="1156" y="7767"/>
                </a:lnTo>
                <a:lnTo>
                  <a:pt x="1156" y="7682"/>
                </a:lnTo>
                <a:lnTo>
                  <a:pt x="1134" y="7639"/>
                </a:lnTo>
                <a:lnTo>
                  <a:pt x="1070" y="7618"/>
                </a:lnTo>
                <a:lnTo>
                  <a:pt x="942" y="7618"/>
                </a:lnTo>
                <a:lnTo>
                  <a:pt x="856" y="7660"/>
                </a:lnTo>
                <a:lnTo>
                  <a:pt x="792" y="7703"/>
                </a:lnTo>
                <a:lnTo>
                  <a:pt x="749" y="7746"/>
                </a:lnTo>
                <a:lnTo>
                  <a:pt x="835" y="7575"/>
                </a:lnTo>
                <a:lnTo>
                  <a:pt x="878" y="7468"/>
                </a:lnTo>
                <a:lnTo>
                  <a:pt x="899" y="7404"/>
                </a:lnTo>
                <a:lnTo>
                  <a:pt x="899" y="7297"/>
                </a:lnTo>
                <a:lnTo>
                  <a:pt x="856" y="7275"/>
                </a:lnTo>
                <a:lnTo>
                  <a:pt x="835" y="7254"/>
                </a:lnTo>
                <a:lnTo>
                  <a:pt x="792" y="7297"/>
                </a:lnTo>
                <a:lnTo>
                  <a:pt x="685" y="7382"/>
                </a:lnTo>
                <a:lnTo>
                  <a:pt x="578" y="7468"/>
                </a:lnTo>
                <a:lnTo>
                  <a:pt x="557" y="7361"/>
                </a:lnTo>
                <a:lnTo>
                  <a:pt x="578" y="7254"/>
                </a:lnTo>
                <a:lnTo>
                  <a:pt x="621" y="7147"/>
                </a:lnTo>
                <a:lnTo>
                  <a:pt x="685" y="7040"/>
                </a:lnTo>
                <a:lnTo>
                  <a:pt x="835" y="6826"/>
                </a:lnTo>
                <a:lnTo>
                  <a:pt x="899" y="6719"/>
                </a:lnTo>
                <a:lnTo>
                  <a:pt x="942" y="6633"/>
                </a:lnTo>
                <a:lnTo>
                  <a:pt x="963" y="6484"/>
                </a:lnTo>
                <a:lnTo>
                  <a:pt x="942" y="6441"/>
                </a:lnTo>
                <a:lnTo>
                  <a:pt x="920" y="6420"/>
                </a:lnTo>
                <a:lnTo>
                  <a:pt x="899" y="6441"/>
                </a:lnTo>
                <a:lnTo>
                  <a:pt x="835" y="6462"/>
                </a:lnTo>
                <a:lnTo>
                  <a:pt x="706" y="6591"/>
                </a:lnTo>
                <a:lnTo>
                  <a:pt x="599" y="6655"/>
                </a:lnTo>
                <a:lnTo>
                  <a:pt x="599" y="6633"/>
                </a:lnTo>
                <a:lnTo>
                  <a:pt x="578" y="6591"/>
                </a:lnTo>
                <a:lnTo>
                  <a:pt x="557" y="6377"/>
                </a:lnTo>
                <a:lnTo>
                  <a:pt x="535" y="5713"/>
                </a:lnTo>
                <a:lnTo>
                  <a:pt x="578" y="4601"/>
                </a:lnTo>
                <a:lnTo>
                  <a:pt x="599" y="3446"/>
                </a:lnTo>
                <a:lnTo>
                  <a:pt x="599" y="2889"/>
                </a:lnTo>
                <a:lnTo>
                  <a:pt x="578" y="2632"/>
                </a:lnTo>
                <a:lnTo>
                  <a:pt x="557" y="2504"/>
                </a:lnTo>
                <a:lnTo>
                  <a:pt x="578" y="2397"/>
                </a:lnTo>
                <a:lnTo>
                  <a:pt x="599" y="2333"/>
                </a:lnTo>
                <a:lnTo>
                  <a:pt x="642" y="2290"/>
                </a:lnTo>
                <a:lnTo>
                  <a:pt x="728" y="2269"/>
                </a:lnTo>
                <a:lnTo>
                  <a:pt x="792" y="2269"/>
                </a:lnTo>
                <a:lnTo>
                  <a:pt x="1134" y="2247"/>
                </a:lnTo>
                <a:lnTo>
                  <a:pt x="1370" y="2226"/>
                </a:lnTo>
                <a:lnTo>
                  <a:pt x="1648" y="2226"/>
                </a:lnTo>
                <a:lnTo>
                  <a:pt x="1776" y="2205"/>
                </a:lnTo>
                <a:lnTo>
                  <a:pt x="1905" y="2162"/>
                </a:lnTo>
                <a:lnTo>
                  <a:pt x="2012" y="2119"/>
                </a:lnTo>
                <a:lnTo>
                  <a:pt x="2076" y="2033"/>
                </a:lnTo>
                <a:lnTo>
                  <a:pt x="2119" y="1948"/>
                </a:lnTo>
                <a:lnTo>
                  <a:pt x="2140" y="1819"/>
                </a:lnTo>
                <a:lnTo>
                  <a:pt x="2119" y="1691"/>
                </a:lnTo>
                <a:lnTo>
                  <a:pt x="2119" y="1563"/>
                </a:lnTo>
                <a:lnTo>
                  <a:pt x="2054" y="1285"/>
                </a:lnTo>
                <a:lnTo>
                  <a:pt x="2012" y="1071"/>
                </a:lnTo>
                <a:lnTo>
                  <a:pt x="1947" y="857"/>
                </a:lnTo>
                <a:lnTo>
                  <a:pt x="1926" y="750"/>
                </a:lnTo>
                <a:lnTo>
                  <a:pt x="1905" y="664"/>
                </a:lnTo>
                <a:lnTo>
                  <a:pt x="1926" y="600"/>
                </a:lnTo>
                <a:lnTo>
                  <a:pt x="1947" y="536"/>
                </a:lnTo>
                <a:lnTo>
                  <a:pt x="2033" y="472"/>
                </a:lnTo>
                <a:lnTo>
                  <a:pt x="2140" y="450"/>
                </a:lnTo>
                <a:lnTo>
                  <a:pt x="2397" y="429"/>
                </a:lnTo>
                <a:close/>
                <a:moveTo>
                  <a:pt x="6120" y="1"/>
                </a:moveTo>
                <a:lnTo>
                  <a:pt x="5863" y="44"/>
                </a:lnTo>
                <a:lnTo>
                  <a:pt x="5627" y="86"/>
                </a:lnTo>
                <a:lnTo>
                  <a:pt x="5413" y="108"/>
                </a:lnTo>
                <a:lnTo>
                  <a:pt x="5221" y="129"/>
                </a:lnTo>
                <a:lnTo>
                  <a:pt x="4814" y="129"/>
                </a:lnTo>
                <a:lnTo>
                  <a:pt x="4408" y="86"/>
                </a:lnTo>
                <a:lnTo>
                  <a:pt x="2589" y="86"/>
                </a:lnTo>
                <a:lnTo>
                  <a:pt x="2225" y="65"/>
                </a:lnTo>
                <a:lnTo>
                  <a:pt x="1691" y="65"/>
                </a:lnTo>
                <a:lnTo>
                  <a:pt x="1541" y="108"/>
                </a:lnTo>
                <a:lnTo>
                  <a:pt x="1391" y="193"/>
                </a:lnTo>
                <a:lnTo>
                  <a:pt x="1348" y="258"/>
                </a:lnTo>
                <a:lnTo>
                  <a:pt x="1284" y="322"/>
                </a:lnTo>
                <a:lnTo>
                  <a:pt x="878" y="857"/>
                </a:lnTo>
                <a:lnTo>
                  <a:pt x="664" y="1135"/>
                </a:lnTo>
                <a:lnTo>
                  <a:pt x="492" y="1413"/>
                </a:lnTo>
                <a:lnTo>
                  <a:pt x="343" y="1670"/>
                </a:lnTo>
                <a:lnTo>
                  <a:pt x="171" y="1926"/>
                </a:lnTo>
                <a:lnTo>
                  <a:pt x="65" y="2076"/>
                </a:lnTo>
                <a:lnTo>
                  <a:pt x="43" y="2162"/>
                </a:lnTo>
                <a:lnTo>
                  <a:pt x="22" y="2247"/>
                </a:lnTo>
                <a:lnTo>
                  <a:pt x="0" y="2376"/>
                </a:lnTo>
                <a:lnTo>
                  <a:pt x="0" y="2504"/>
                </a:lnTo>
                <a:lnTo>
                  <a:pt x="22" y="2739"/>
                </a:lnTo>
                <a:lnTo>
                  <a:pt x="43" y="3403"/>
                </a:lnTo>
                <a:lnTo>
                  <a:pt x="65" y="3724"/>
                </a:lnTo>
                <a:lnTo>
                  <a:pt x="65" y="4066"/>
                </a:lnTo>
                <a:lnTo>
                  <a:pt x="22" y="4900"/>
                </a:lnTo>
                <a:lnTo>
                  <a:pt x="22" y="5735"/>
                </a:lnTo>
                <a:lnTo>
                  <a:pt x="22" y="7254"/>
                </a:lnTo>
                <a:lnTo>
                  <a:pt x="22" y="7939"/>
                </a:lnTo>
                <a:lnTo>
                  <a:pt x="22" y="8367"/>
                </a:lnTo>
                <a:lnTo>
                  <a:pt x="0" y="8559"/>
                </a:lnTo>
                <a:lnTo>
                  <a:pt x="0" y="8666"/>
                </a:lnTo>
                <a:lnTo>
                  <a:pt x="0" y="8730"/>
                </a:lnTo>
                <a:lnTo>
                  <a:pt x="22" y="8794"/>
                </a:lnTo>
                <a:lnTo>
                  <a:pt x="65" y="8837"/>
                </a:lnTo>
                <a:lnTo>
                  <a:pt x="107" y="8859"/>
                </a:lnTo>
                <a:lnTo>
                  <a:pt x="171" y="8880"/>
                </a:lnTo>
                <a:lnTo>
                  <a:pt x="321" y="8901"/>
                </a:lnTo>
                <a:lnTo>
                  <a:pt x="471" y="8901"/>
                </a:lnTo>
                <a:lnTo>
                  <a:pt x="792" y="8837"/>
                </a:lnTo>
                <a:lnTo>
                  <a:pt x="1027" y="8794"/>
                </a:lnTo>
                <a:lnTo>
                  <a:pt x="1434" y="8773"/>
                </a:lnTo>
                <a:lnTo>
                  <a:pt x="1840" y="8773"/>
                </a:lnTo>
                <a:lnTo>
                  <a:pt x="2653" y="8794"/>
                </a:lnTo>
                <a:lnTo>
                  <a:pt x="3081" y="8773"/>
                </a:lnTo>
                <a:lnTo>
                  <a:pt x="3509" y="8752"/>
                </a:lnTo>
                <a:lnTo>
                  <a:pt x="3937" y="8709"/>
                </a:lnTo>
                <a:lnTo>
                  <a:pt x="4344" y="8687"/>
                </a:lnTo>
                <a:lnTo>
                  <a:pt x="4750" y="8687"/>
                </a:lnTo>
                <a:lnTo>
                  <a:pt x="5178" y="8709"/>
                </a:lnTo>
                <a:lnTo>
                  <a:pt x="5991" y="8773"/>
                </a:lnTo>
                <a:lnTo>
                  <a:pt x="6162" y="8794"/>
                </a:lnTo>
                <a:lnTo>
                  <a:pt x="6398" y="8794"/>
                </a:lnTo>
                <a:lnTo>
                  <a:pt x="6483" y="8773"/>
                </a:lnTo>
                <a:lnTo>
                  <a:pt x="6547" y="8730"/>
                </a:lnTo>
                <a:lnTo>
                  <a:pt x="6612" y="8666"/>
                </a:lnTo>
                <a:lnTo>
                  <a:pt x="6654" y="8581"/>
                </a:lnTo>
                <a:lnTo>
                  <a:pt x="6697" y="8495"/>
                </a:lnTo>
                <a:lnTo>
                  <a:pt x="6740" y="8260"/>
                </a:lnTo>
                <a:lnTo>
                  <a:pt x="6761" y="8046"/>
                </a:lnTo>
                <a:lnTo>
                  <a:pt x="6740" y="7832"/>
                </a:lnTo>
                <a:lnTo>
                  <a:pt x="6740" y="6013"/>
                </a:lnTo>
                <a:lnTo>
                  <a:pt x="6719" y="5264"/>
                </a:lnTo>
                <a:lnTo>
                  <a:pt x="6676" y="4494"/>
                </a:lnTo>
                <a:lnTo>
                  <a:pt x="6654" y="4109"/>
                </a:lnTo>
                <a:lnTo>
                  <a:pt x="6654" y="3702"/>
                </a:lnTo>
                <a:lnTo>
                  <a:pt x="6676" y="2932"/>
                </a:lnTo>
                <a:lnTo>
                  <a:pt x="6697" y="2183"/>
                </a:lnTo>
                <a:lnTo>
                  <a:pt x="6697" y="1456"/>
                </a:lnTo>
                <a:lnTo>
                  <a:pt x="6676" y="792"/>
                </a:lnTo>
                <a:lnTo>
                  <a:pt x="6697" y="472"/>
                </a:lnTo>
                <a:lnTo>
                  <a:pt x="6654" y="300"/>
                </a:lnTo>
                <a:lnTo>
                  <a:pt x="6633" y="236"/>
                </a:lnTo>
                <a:lnTo>
                  <a:pt x="6590" y="172"/>
                </a:lnTo>
                <a:lnTo>
                  <a:pt x="6483" y="65"/>
                </a:lnTo>
                <a:lnTo>
                  <a:pt x="6376" y="22"/>
                </a:lnTo>
                <a:lnTo>
                  <a:pt x="6248" y="1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28"/>
          <p:cNvSpPr/>
          <p:nvPr/>
        </p:nvSpPr>
        <p:spPr>
          <a:xfrm>
            <a:off x="4998987" y="2167563"/>
            <a:ext cx="209903" cy="231902"/>
          </a:xfrm>
          <a:custGeom>
            <a:rect b="b" l="l" r="r" t="t"/>
            <a:pathLst>
              <a:path extrusionOk="0" h="8581" w="7767">
                <a:moveTo>
                  <a:pt x="6569" y="5071"/>
                </a:moveTo>
                <a:lnTo>
                  <a:pt x="6569" y="5071"/>
                </a:lnTo>
                <a:lnTo>
                  <a:pt x="6376" y="5007"/>
                </a:lnTo>
                <a:lnTo>
                  <a:pt x="6162" y="4943"/>
                </a:lnTo>
                <a:lnTo>
                  <a:pt x="5927" y="4922"/>
                </a:lnTo>
                <a:lnTo>
                  <a:pt x="5692" y="4922"/>
                </a:lnTo>
                <a:lnTo>
                  <a:pt x="5242" y="4964"/>
                </a:lnTo>
                <a:lnTo>
                  <a:pt x="4793" y="4986"/>
                </a:lnTo>
                <a:lnTo>
                  <a:pt x="4793" y="4986"/>
                </a:lnTo>
                <a:lnTo>
                  <a:pt x="4215" y="4986"/>
                </a:lnTo>
                <a:lnTo>
                  <a:pt x="4215" y="4986"/>
                </a:lnTo>
                <a:lnTo>
                  <a:pt x="3980" y="4986"/>
                </a:lnTo>
                <a:lnTo>
                  <a:pt x="3873" y="4986"/>
                </a:lnTo>
                <a:lnTo>
                  <a:pt x="3766" y="4986"/>
                </a:lnTo>
                <a:lnTo>
                  <a:pt x="3766" y="4986"/>
                </a:lnTo>
                <a:lnTo>
                  <a:pt x="3680" y="5029"/>
                </a:lnTo>
                <a:lnTo>
                  <a:pt x="3616" y="5071"/>
                </a:lnTo>
                <a:lnTo>
                  <a:pt x="3595" y="5136"/>
                </a:lnTo>
                <a:lnTo>
                  <a:pt x="3573" y="5221"/>
                </a:lnTo>
                <a:lnTo>
                  <a:pt x="3552" y="5414"/>
                </a:lnTo>
                <a:lnTo>
                  <a:pt x="3552" y="5606"/>
                </a:lnTo>
                <a:lnTo>
                  <a:pt x="3552" y="5606"/>
                </a:lnTo>
                <a:lnTo>
                  <a:pt x="3552" y="5735"/>
                </a:lnTo>
                <a:lnTo>
                  <a:pt x="3531" y="5820"/>
                </a:lnTo>
                <a:lnTo>
                  <a:pt x="3466" y="5863"/>
                </a:lnTo>
                <a:lnTo>
                  <a:pt x="3338" y="5906"/>
                </a:lnTo>
                <a:lnTo>
                  <a:pt x="3338" y="5906"/>
                </a:lnTo>
                <a:lnTo>
                  <a:pt x="3103" y="5927"/>
                </a:lnTo>
                <a:lnTo>
                  <a:pt x="2846" y="5949"/>
                </a:lnTo>
                <a:lnTo>
                  <a:pt x="2846" y="5949"/>
                </a:lnTo>
                <a:lnTo>
                  <a:pt x="2632" y="5949"/>
                </a:lnTo>
                <a:lnTo>
                  <a:pt x="2375" y="5949"/>
                </a:lnTo>
                <a:lnTo>
                  <a:pt x="2140" y="5970"/>
                </a:lnTo>
                <a:lnTo>
                  <a:pt x="2033" y="6013"/>
                </a:lnTo>
                <a:lnTo>
                  <a:pt x="1947" y="6034"/>
                </a:lnTo>
                <a:lnTo>
                  <a:pt x="1947" y="6034"/>
                </a:lnTo>
                <a:lnTo>
                  <a:pt x="1883" y="6077"/>
                </a:lnTo>
                <a:lnTo>
                  <a:pt x="1840" y="6141"/>
                </a:lnTo>
                <a:lnTo>
                  <a:pt x="1798" y="6270"/>
                </a:lnTo>
                <a:lnTo>
                  <a:pt x="1776" y="6398"/>
                </a:lnTo>
                <a:lnTo>
                  <a:pt x="1755" y="6548"/>
                </a:lnTo>
                <a:lnTo>
                  <a:pt x="1755" y="6548"/>
                </a:lnTo>
                <a:lnTo>
                  <a:pt x="1755" y="6740"/>
                </a:lnTo>
                <a:lnTo>
                  <a:pt x="1733" y="6847"/>
                </a:lnTo>
                <a:lnTo>
                  <a:pt x="1712" y="6911"/>
                </a:lnTo>
                <a:lnTo>
                  <a:pt x="1712" y="6911"/>
                </a:lnTo>
                <a:lnTo>
                  <a:pt x="1648" y="6954"/>
                </a:lnTo>
                <a:lnTo>
                  <a:pt x="1562" y="6976"/>
                </a:lnTo>
                <a:lnTo>
                  <a:pt x="1348" y="6997"/>
                </a:lnTo>
                <a:lnTo>
                  <a:pt x="963" y="6976"/>
                </a:lnTo>
                <a:lnTo>
                  <a:pt x="963" y="6976"/>
                </a:lnTo>
                <a:lnTo>
                  <a:pt x="835" y="6954"/>
                </a:lnTo>
                <a:lnTo>
                  <a:pt x="535" y="6954"/>
                </a:lnTo>
                <a:lnTo>
                  <a:pt x="214" y="6997"/>
                </a:lnTo>
                <a:lnTo>
                  <a:pt x="107" y="7040"/>
                </a:lnTo>
                <a:lnTo>
                  <a:pt x="22" y="7083"/>
                </a:lnTo>
                <a:lnTo>
                  <a:pt x="22" y="7083"/>
                </a:lnTo>
                <a:lnTo>
                  <a:pt x="0" y="7168"/>
                </a:lnTo>
                <a:lnTo>
                  <a:pt x="0" y="7275"/>
                </a:lnTo>
                <a:lnTo>
                  <a:pt x="22" y="7468"/>
                </a:lnTo>
                <a:lnTo>
                  <a:pt x="22" y="7468"/>
                </a:lnTo>
                <a:lnTo>
                  <a:pt x="43" y="8110"/>
                </a:lnTo>
                <a:lnTo>
                  <a:pt x="43" y="8110"/>
                </a:lnTo>
                <a:lnTo>
                  <a:pt x="64" y="8281"/>
                </a:lnTo>
                <a:lnTo>
                  <a:pt x="107" y="8388"/>
                </a:lnTo>
                <a:lnTo>
                  <a:pt x="150" y="8473"/>
                </a:lnTo>
                <a:lnTo>
                  <a:pt x="214" y="8538"/>
                </a:lnTo>
                <a:lnTo>
                  <a:pt x="278" y="8559"/>
                </a:lnTo>
                <a:lnTo>
                  <a:pt x="385" y="8580"/>
                </a:lnTo>
                <a:lnTo>
                  <a:pt x="664" y="8559"/>
                </a:lnTo>
                <a:lnTo>
                  <a:pt x="664" y="8559"/>
                </a:lnTo>
                <a:lnTo>
                  <a:pt x="1284" y="8538"/>
                </a:lnTo>
                <a:lnTo>
                  <a:pt x="1905" y="8516"/>
                </a:lnTo>
                <a:lnTo>
                  <a:pt x="1905" y="8516"/>
                </a:lnTo>
                <a:lnTo>
                  <a:pt x="2996" y="8452"/>
                </a:lnTo>
                <a:lnTo>
                  <a:pt x="4087" y="8431"/>
                </a:lnTo>
                <a:lnTo>
                  <a:pt x="4087" y="8431"/>
                </a:lnTo>
                <a:lnTo>
                  <a:pt x="4579" y="8409"/>
                </a:lnTo>
                <a:lnTo>
                  <a:pt x="5071" y="8388"/>
                </a:lnTo>
                <a:lnTo>
                  <a:pt x="5585" y="8345"/>
                </a:lnTo>
                <a:lnTo>
                  <a:pt x="6077" y="8324"/>
                </a:lnTo>
                <a:lnTo>
                  <a:pt x="6077" y="8324"/>
                </a:lnTo>
                <a:lnTo>
                  <a:pt x="6205" y="8324"/>
                </a:lnTo>
                <a:lnTo>
                  <a:pt x="6312" y="8302"/>
                </a:lnTo>
                <a:lnTo>
                  <a:pt x="6398" y="8259"/>
                </a:lnTo>
                <a:lnTo>
                  <a:pt x="6483" y="8217"/>
                </a:lnTo>
                <a:lnTo>
                  <a:pt x="6526" y="8152"/>
                </a:lnTo>
                <a:lnTo>
                  <a:pt x="6569" y="8067"/>
                </a:lnTo>
                <a:lnTo>
                  <a:pt x="6590" y="7938"/>
                </a:lnTo>
                <a:lnTo>
                  <a:pt x="6612" y="7810"/>
                </a:lnTo>
                <a:lnTo>
                  <a:pt x="6612" y="7810"/>
                </a:lnTo>
                <a:lnTo>
                  <a:pt x="6654" y="7339"/>
                </a:lnTo>
                <a:lnTo>
                  <a:pt x="6654" y="6869"/>
                </a:lnTo>
                <a:lnTo>
                  <a:pt x="6654" y="6869"/>
                </a:lnTo>
                <a:lnTo>
                  <a:pt x="6697" y="6312"/>
                </a:lnTo>
                <a:lnTo>
                  <a:pt x="6740" y="5777"/>
                </a:lnTo>
                <a:lnTo>
                  <a:pt x="6740" y="5777"/>
                </a:lnTo>
                <a:lnTo>
                  <a:pt x="6761" y="5542"/>
                </a:lnTo>
                <a:lnTo>
                  <a:pt x="6761" y="5307"/>
                </a:lnTo>
                <a:lnTo>
                  <a:pt x="6761" y="5307"/>
                </a:lnTo>
                <a:lnTo>
                  <a:pt x="6740" y="5200"/>
                </a:lnTo>
                <a:lnTo>
                  <a:pt x="6719" y="5157"/>
                </a:lnTo>
                <a:lnTo>
                  <a:pt x="6569" y="5071"/>
                </a:lnTo>
                <a:lnTo>
                  <a:pt x="6569" y="5071"/>
                </a:lnTo>
                <a:close/>
                <a:moveTo>
                  <a:pt x="6355" y="5863"/>
                </a:moveTo>
                <a:lnTo>
                  <a:pt x="6355" y="5863"/>
                </a:lnTo>
                <a:lnTo>
                  <a:pt x="6312" y="6355"/>
                </a:lnTo>
                <a:lnTo>
                  <a:pt x="6269" y="6826"/>
                </a:lnTo>
                <a:lnTo>
                  <a:pt x="6269" y="6826"/>
                </a:lnTo>
                <a:lnTo>
                  <a:pt x="6269" y="7018"/>
                </a:lnTo>
                <a:lnTo>
                  <a:pt x="6291" y="7275"/>
                </a:lnTo>
                <a:lnTo>
                  <a:pt x="6291" y="7511"/>
                </a:lnTo>
                <a:lnTo>
                  <a:pt x="6269" y="7618"/>
                </a:lnTo>
                <a:lnTo>
                  <a:pt x="6248" y="7703"/>
                </a:lnTo>
                <a:lnTo>
                  <a:pt x="6248" y="7703"/>
                </a:lnTo>
                <a:lnTo>
                  <a:pt x="6205" y="7724"/>
                </a:lnTo>
                <a:lnTo>
                  <a:pt x="6162" y="7746"/>
                </a:lnTo>
                <a:lnTo>
                  <a:pt x="5970" y="7789"/>
                </a:lnTo>
                <a:lnTo>
                  <a:pt x="5734" y="7831"/>
                </a:lnTo>
                <a:lnTo>
                  <a:pt x="5456" y="7853"/>
                </a:lnTo>
                <a:lnTo>
                  <a:pt x="4985" y="7874"/>
                </a:lnTo>
                <a:lnTo>
                  <a:pt x="4750" y="7896"/>
                </a:lnTo>
                <a:lnTo>
                  <a:pt x="4750" y="7896"/>
                </a:lnTo>
                <a:lnTo>
                  <a:pt x="4493" y="7917"/>
                </a:lnTo>
                <a:lnTo>
                  <a:pt x="4344" y="7896"/>
                </a:lnTo>
                <a:lnTo>
                  <a:pt x="4279" y="7896"/>
                </a:lnTo>
                <a:lnTo>
                  <a:pt x="4237" y="7853"/>
                </a:lnTo>
                <a:lnTo>
                  <a:pt x="4237" y="7853"/>
                </a:lnTo>
                <a:lnTo>
                  <a:pt x="4301" y="7724"/>
                </a:lnTo>
                <a:lnTo>
                  <a:pt x="4322" y="7575"/>
                </a:lnTo>
                <a:lnTo>
                  <a:pt x="4322" y="7532"/>
                </a:lnTo>
                <a:lnTo>
                  <a:pt x="4301" y="7511"/>
                </a:lnTo>
                <a:lnTo>
                  <a:pt x="4258" y="7532"/>
                </a:lnTo>
                <a:lnTo>
                  <a:pt x="4172" y="7618"/>
                </a:lnTo>
                <a:lnTo>
                  <a:pt x="4172" y="7618"/>
                </a:lnTo>
                <a:lnTo>
                  <a:pt x="4065" y="7746"/>
                </a:lnTo>
                <a:lnTo>
                  <a:pt x="3980" y="7853"/>
                </a:lnTo>
                <a:lnTo>
                  <a:pt x="3916" y="7874"/>
                </a:lnTo>
                <a:lnTo>
                  <a:pt x="3852" y="7917"/>
                </a:lnTo>
                <a:lnTo>
                  <a:pt x="3787" y="7917"/>
                </a:lnTo>
                <a:lnTo>
                  <a:pt x="3702" y="7917"/>
                </a:lnTo>
                <a:lnTo>
                  <a:pt x="3702" y="7917"/>
                </a:lnTo>
                <a:lnTo>
                  <a:pt x="3595" y="7917"/>
                </a:lnTo>
                <a:lnTo>
                  <a:pt x="3552" y="7917"/>
                </a:lnTo>
                <a:lnTo>
                  <a:pt x="3552" y="7853"/>
                </a:lnTo>
                <a:lnTo>
                  <a:pt x="3552" y="7853"/>
                </a:lnTo>
                <a:lnTo>
                  <a:pt x="3573" y="7789"/>
                </a:lnTo>
                <a:lnTo>
                  <a:pt x="3616" y="7703"/>
                </a:lnTo>
                <a:lnTo>
                  <a:pt x="3723" y="7553"/>
                </a:lnTo>
                <a:lnTo>
                  <a:pt x="3723" y="7553"/>
                </a:lnTo>
                <a:lnTo>
                  <a:pt x="3766" y="7468"/>
                </a:lnTo>
                <a:lnTo>
                  <a:pt x="3809" y="7361"/>
                </a:lnTo>
                <a:lnTo>
                  <a:pt x="3809" y="7318"/>
                </a:lnTo>
                <a:lnTo>
                  <a:pt x="3787" y="7275"/>
                </a:lnTo>
                <a:lnTo>
                  <a:pt x="3745" y="7232"/>
                </a:lnTo>
                <a:lnTo>
                  <a:pt x="3680" y="7211"/>
                </a:lnTo>
                <a:lnTo>
                  <a:pt x="3680" y="7211"/>
                </a:lnTo>
                <a:lnTo>
                  <a:pt x="3638" y="7211"/>
                </a:lnTo>
                <a:lnTo>
                  <a:pt x="3573" y="7254"/>
                </a:lnTo>
                <a:lnTo>
                  <a:pt x="3445" y="7382"/>
                </a:lnTo>
                <a:lnTo>
                  <a:pt x="3252" y="7618"/>
                </a:lnTo>
                <a:lnTo>
                  <a:pt x="3252" y="7618"/>
                </a:lnTo>
                <a:lnTo>
                  <a:pt x="3167" y="7724"/>
                </a:lnTo>
                <a:lnTo>
                  <a:pt x="3060" y="7853"/>
                </a:lnTo>
                <a:lnTo>
                  <a:pt x="3017" y="7896"/>
                </a:lnTo>
                <a:lnTo>
                  <a:pt x="2953" y="7938"/>
                </a:lnTo>
                <a:lnTo>
                  <a:pt x="2867" y="7960"/>
                </a:lnTo>
                <a:lnTo>
                  <a:pt x="2803" y="7938"/>
                </a:lnTo>
                <a:lnTo>
                  <a:pt x="2803" y="7938"/>
                </a:lnTo>
                <a:lnTo>
                  <a:pt x="2718" y="7917"/>
                </a:lnTo>
                <a:lnTo>
                  <a:pt x="2696" y="7896"/>
                </a:lnTo>
                <a:lnTo>
                  <a:pt x="2696" y="7853"/>
                </a:lnTo>
                <a:lnTo>
                  <a:pt x="2718" y="7831"/>
                </a:lnTo>
                <a:lnTo>
                  <a:pt x="2782" y="7724"/>
                </a:lnTo>
                <a:lnTo>
                  <a:pt x="2803" y="7682"/>
                </a:lnTo>
                <a:lnTo>
                  <a:pt x="2803" y="7596"/>
                </a:lnTo>
                <a:lnTo>
                  <a:pt x="2803" y="7596"/>
                </a:lnTo>
                <a:lnTo>
                  <a:pt x="2782" y="7532"/>
                </a:lnTo>
                <a:lnTo>
                  <a:pt x="2739" y="7489"/>
                </a:lnTo>
                <a:lnTo>
                  <a:pt x="2675" y="7489"/>
                </a:lnTo>
                <a:lnTo>
                  <a:pt x="2632" y="7511"/>
                </a:lnTo>
                <a:lnTo>
                  <a:pt x="2504" y="7618"/>
                </a:lnTo>
                <a:lnTo>
                  <a:pt x="2418" y="7724"/>
                </a:lnTo>
                <a:lnTo>
                  <a:pt x="2418" y="7724"/>
                </a:lnTo>
                <a:lnTo>
                  <a:pt x="2311" y="7896"/>
                </a:lnTo>
                <a:lnTo>
                  <a:pt x="2225" y="7960"/>
                </a:lnTo>
                <a:lnTo>
                  <a:pt x="2183" y="7960"/>
                </a:lnTo>
                <a:lnTo>
                  <a:pt x="2161" y="7938"/>
                </a:lnTo>
                <a:lnTo>
                  <a:pt x="2161" y="7938"/>
                </a:lnTo>
                <a:lnTo>
                  <a:pt x="2161" y="7896"/>
                </a:lnTo>
                <a:lnTo>
                  <a:pt x="2183" y="7853"/>
                </a:lnTo>
                <a:lnTo>
                  <a:pt x="2225" y="7724"/>
                </a:lnTo>
                <a:lnTo>
                  <a:pt x="2247" y="7682"/>
                </a:lnTo>
                <a:lnTo>
                  <a:pt x="2247" y="7618"/>
                </a:lnTo>
                <a:lnTo>
                  <a:pt x="2204" y="7596"/>
                </a:lnTo>
                <a:lnTo>
                  <a:pt x="2140" y="7553"/>
                </a:lnTo>
                <a:lnTo>
                  <a:pt x="2140" y="7553"/>
                </a:lnTo>
                <a:lnTo>
                  <a:pt x="2076" y="7575"/>
                </a:lnTo>
                <a:lnTo>
                  <a:pt x="2011" y="7596"/>
                </a:lnTo>
                <a:lnTo>
                  <a:pt x="1947" y="7639"/>
                </a:lnTo>
                <a:lnTo>
                  <a:pt x="1905" y="7724"/>
                </a:lnTo>
                <a:lnTo>
                  <a:pt x="1819" y="7853"/>
                </a:lnTo>
                <a:lnTo>
                  <a:pt x="1733" y="7960"/>
                </a:lnTo>
                <a:lnTo>
                  <a:pt x="1733" y="7960"/>
                </a:lnTo>
                <a:lnTo>
                  <a:pt x="1626" y="8024"/>
                </a:lnTo>
                <a:lnTo>
                  <a:pt x="1584" y="8024"/>
                </a:lnTo>
                <a:lnTo>
                  <a:pt x="1519" y="8024"/>
                </a:lnTo>
                <a:lnTo>
                  <a:pt x="1519" y="8024"/>
                </a:lnTo>
                <a:lnTo>
                  <a:pt x="1477" y="7981"/>
                </a:lnTo>
                <a:lnTo>
                  <a:pt x="1477" y="7960"/>
                </a:lnTo>
                <a:lnTo>
                  <a:pt x="1498" y="7917"/>
                </a:lnTo>
                <a:lnTo>
                  <a:pt x="1519" y="7874"/>
                </a:lnTo>
                <a:lnTo>
                  <a:pt x="1519" y="7874"/>
                </a:lnTo>
                <a:lnTo>
                  <a:pt x="1519" y="7767"/>
                </a:lnTo>
                <a:lnTo>
                  <a:pt x="1498" y="7703"/>
                </a:lnTo>
                <a:lnTo>
                  <a:pt x="1477" y="7660"/>
                </a:lnTo>
                <a:lnTo>
                  <a:pt x="1455" y="7639"/>
                </a:lnTo>
                <a:lnTo>
                  <a:pt x="1412" y="7660"/>
                </a:lnTo>
                <a:lnTo>
                  <a:pt x="1370" y="7682"/>
                </a:lnTo>
                <a:lnTo>
                  <a:pt x="1263" y="7789"/>
                </a:lnTo>
                <a:lnTo>
                  <a:pt x="1070" y="8003"/>
                </a:lnTo>
                <a:lnTo>
                  <a:pt x="963" y="8067"/>
                </a:lnTo>
                <a:lnTo>
                  <a:pt x="942" y="8067"/>
                </a:lnTo>
                <a:lnTo>
                  <a:pt x="899" y="8045"/>
                </a:lnTo>
                <a:lnTo>
                  <a:pt x="899" y="8045"/>
                </a:lnTo>
                <a:lnTo>
                  <a:pt x="899" y="8024"/>
                </a:lnTo>
                <a:lnTo>
                  <a:pt x="899" y="7960"/>
                </a:lnTo>
                <a:lnTo>
                  <a:pt x="963" y="7853"/>
                </a:lnTo>
                <a:lnTo>
                  <a:pt x="1027" y="7746"/>
                </a:lnTo>
                <a:lnTo>
                  <a:pt x="1049" y="7703"/>
                </a:lnTo>
                <a:lnTo>
                  <a:pt x="1049" y="7660"/>
                </a:lnTo>
                <a:lnTo>
                  <a:pt x="1049" y="7660"/>
                </a:lnTo>
                <a:lnTo>
                  <a:pt x="1006" y="7553"/>
                </a:lnTo>
                <a:lnTo>
                  <a:pt x="963" y="7532"/>
                </a:lnTo>
                <a:lnTo>
                  <a:pt x="899" y="7553"/>
                </a:lnTo>
                <a:lnTo>
                  <a:pt x="856" y="7596"/>
                </a:lnTo>
                <a:lnTo>
                  <a:pt x="749" y="7703"/>
                </a:lnTo>
                <a:lnTo>
                  <a:pt x="728" y="7746"/>
                </a:lnTo>
                <a:lnTo>
                  <a:pt x="706" y="7746"/>
                </a:lnTo>
                <a:lnTo>
                  <a:pt x="706" y="7746"/>
                </a:lnTo>
                <a:lnTo>
                  <a:pt x="664" y="7703"/>
                </a:lnTo>
                <a:lnTo>
                  <a:pt x="642" y="7660"/>
                </a:lnTo>
                <a:lnTo>
                  <a:pt x="664" y="7553"/>
                </a:lnTo>
                <a:lnTo>
                  <a:pt x="685" y="7468"/>
                </a:lnTo>
                <a:lnTo>
                  <a:pt x="749" y="7404"/>
                </a:lnTo>
                <a:lnTo>
                  <a:pt x="749" y="7404"/>
                </a:lnTo>
                <a:lnTo>
                  <a:pt x="899" y="7339"/>
                </a:lnTo>
                <a:lnTo>
                  <a:pt x="1070" y="7318"/>
                </a:lnTo>
                <a:lnTo>
                  <a:pt x="1412" y="7275"/>
                </a:lnTo>
                <a:lnTo>
                  <a:pt x="1412" y="7275"/>
                </a:lnTo>
                <a:lnTo>
                  <a:pt x="1562" y="7297"/>
                </a:lnTo>
                <a:lnTo>
                  <a:pt x="1733" y="7318"/>
                </a:lnTo>
                <a:lnTo>
                  <a:pt x="1883" y="7339"/>
                </a:lnTo>
                <a:lnTo>
                  <a:pt x="1969" y="7339"/>
                </a:lnTo>
                <a:lnTo>
                  <a:pt x="2033" y="7318"/>
                </a:lnTo>
                <a:lnTo>
                  <a:pt x="2033" y="7318"/>
                </a:lnTo>
                <a:lnTo>
                  <a:pt x="2140" y="7275"/>
                </a:lnTo>
                <a:lnTo>
                  <a:pt x="2204" y="7211"/>
                </a:lnTo>
                <a:lnTo>
                  <a:pt x="2247" y="7147"/>
                </a:lnTo>
                <a:lnTo>
                  <a:pt x="2290" y="7061"/>
                </a:lnTo>
                <a:lnTo>
                  <a:pt x="2290" y="6976"/>
                </a:lnTo>
                <a:lnTo>
                  <a:pt x="2290" y="6869"/>
                </a:lnTo>
                <a:lnTo>
                  <a:pt x="2268" y="6676"/>
                </a:lnTo>
                <a:lnTo>
                  <a:pt x="2268" y="6676"/>
                </a:lnTo>
                <a:lnTo>
                  <a:pt x="2247" y="6505"/>
                </a:lnTo>
                <a:lnTo>
                  <a:pt x="2247" y="6441"/>
                </a:lnTo>
                <a:lnTo>
                  <a:pt x="2268" y="6398"/>
                </a:lnTo>
                <a:lnTo>
                  <a:pt x="2290" y="6377"/>
                </a:lnTo>
                <a:lnTo>
                  <a:pt x="2332" y="6355"/>
                </a:lnTo>
                <a:lnTo>
                  <a:pt x="2504" y="6355"/>
                </a:lnTo>
                <a:lnTo>
                  <a:pt x="2504" y="6355"/>
                </a:lnTo>
                <a:lnTo>
                  <a:pt x="2910" y="6334"/>
                </a:lnTo>
                <a:lnTo>
                  <a:pt x="3338" y="6312"/>
                </a:lnTo>
                <a:lnTo>
                  <a:pt x="3338" y="6312"/>
                </a:lnTo>
                <a:lnTo>
                  <a:pt x="3488" y="6312"/>
                </a:lnTo>
                <a:lnTo>
                  <a:pt x="3638" y="6312"/>
                </a:lnTo>
                <a:lnTo>
                  <a:pt x="3787" y="6312"/>
                </a:lnTo>
                <a:lnTo>
                  <a:pt x="3873" y="6291"/>
                </a:lnTo>
                <a:lnTo>
                  <a:pt x="3916" y="6270"/>
                </a:lnTo>
                <a:lnTo>
                  <a:pt x="3916" y="6270"/>
                </a:lnTo>
                <a:lnTo>
                  <a:pt x="3980" y="6205"/>
                </a:lnTo>
                <a:lnTo>
                  <a:pt x="4023" y="6120"/>
                </a:lnTo>
                <a:lnTo>
                  <a:pt x="4065" y="6034"/>
                </a:lnTo>
                <a:lnTo>
                  <a:pt x="4065" y="5949"/>
                </a:lnTo>
                <a:lnTo>
                  <a:pt x="4087" y="5756"/>
                </a:lnTo>
                <a:lnTo>
                  <a:pt x="4087" y="5606"/>
                </a:lnTo>
                <a:lnTo>
                  <a:pt x="4087" y="5606"/>
                </a:lnTo>
                <a:lnTo>
                  <a:pt x="4108" y="5392"/>
                </a:lnTo>
                <a:lnTo>
                  <a:pt x="4130" y="5350"/>
                </a:lnTo>
                <a:lnTo>
                  <a:pt x="4151" y="5307"/>
                </a:lnTo>
                <a:lnTo>
                  <a:pt x="4194" y="5285"/>
                </a:lnTo>
                <a:lnTo>
                  <a:pt x="4258" y="5285"/>
                </a:lnTo>
                <a:lnTo>
                  <a:pt x="4472" y="5285"/>
                </a:lnTo>
                <a:lnTo>
                  <a:pt x="4472" y="5285"/>
                </a:lnTo>
                <a:lnTo>
                  <a:pt x="5413" y="5307"/>
                </a:lnTo>
                <a:lnTo>
                  <a:pt x="5413" y="5307"/>
                </a:lnTo>
                <a:lnTo>
                  <a:pt x="5820" y="5328"/>
                </a:lnTo>
                <a:lnTo>
                  <a:pt x="5820" y="5328"/>
                </a:lnTo>
                <a:lnTo>
                  <a:pt x="6077" y="5307"/>
                </a:lnTo>
                <a:lnTo>
                  <a:pt x="6205" y="5307"/>
                </a:lnTo>
                <a:lnTo>
                  <a:pt x="6312" y="5350"/>
                </a:lnTo>
                <a:lnTo>
                  <a:pt x="6312" y="5350"/>
                </a:lnTo>
                <a:lnTo>
                  <a:pt x="6376" y="5392"/>
                </a:lnTo>
                <a:lnTo>
                  <a:pt x="6398" y="5435"/>
                </a:lnTo>
                <a:lnTo>
                  <a:pt x="6419" y="5499"/>
                </a:lnTo>
                <a:lnTo>
                  <a:pt x="6419" y="5564"/>
                </a:lnTo>
                <a:lnTo>
                  <a:pt x="6376" y="5713"/>
                </a:lnTo>
                <a:lnTo>
                  <a:pt x="6355" y="5863"/>
                </a:lnTo>
                <a:lnTo>
                  <a:pt x="6355" y="5863"/>
                </a:lnTo>
                <a:close/>
                <a:moveTo>
                  <a:pt x="7660" y="642"/>
                </a:moveTo>
                <a:lnTo>
                  <a:pt x="7660" y="642"/>
                </a:lnTo>
                <a:lnTo>
                  <a:pt x="7574" y="536"/>
                </a:lnTo>
                <a:lnTo>
                  <a:pt x="7446" y="471"/>
                </a:lnTo>
                <a:lnTo>
                  <a:pt x="7318" y="450"/>
                </a:lnTo>
                <a:lnTo>
                  <a:pt x="7189" y="450"/>
                </a:lnTo>
                <a:lnTo>
                  <a:pt x="7189" y="450"/>
                </a:lnTo>
                <a:lnTo>
                  <a:pt x="7082" y="493"/>
                </a:lnTo>
                <a:lnTo>
                  <a:pt x="6954" y="536"/>
                </a:lnTo>
                <a:lnTo>
                  <a:pt x="6847" y="578"/>
                </a:lnTo>
                <a:lnTo>
                  <a:pt x="6740" y="600"/>
                </a:lnTo>
                <a:lnTo>
                  <a:pt x="6740" y="600"/>
                </a:lnTo>
                <a:lnTo>
                  <a:pt x="6676" y="578"/>
                </a:lnTo>
                <a:lnTo>
                  <a:pt x="6633" y="536"/>
                </a:lnTo>
                <a:lnTo>
                  <a:pt x="6612" y="471"/>
                </a:lnTo>
                <a:lnTo>
                  <a:pt x="6612" y="407"/>
                </a:lnTo>
                <a:lnTo>
                  <a:pt x="6612" y="236"/>
                </a:lnTo>
                <a:lnTo>
                  <a:pt x="6590" y="172"/>
                </a:lnTo>
                <a:lnTo>
                  <a:pt x="6526" y="108"/>
                </a:lnTo>
                <a:lnTo>
                  <a:pt x="6526" y="108"/>
                </a:lnTo>
                <a:lnTo>
                  <a:pt x="6440" y="43"/>
                </a:lnTo>
                <a:lnTo>
                  <a:pt x="6312" y="22"/>
                </a:lnTo>
                <a:lnTo>
                  <a:pt x="6162" y="1"/>
                </a:lnTo>
                <a:lnTo>
                  <a:pt x="6012" y="22"/>
                </a:lnTo>
                <a:lnTo>
                  <a:pt x="5713" y="65"/>
                </a:lnTo>
                <a:lnTo>
                  <a:pt x="5478" y="108"/>
                </a:lnTo>
                <a:lnTo>
                  <a:pt x="5478" y="108"/>
                </a:lnTo>
                <a:lnTo>
                  <a:pt x="5199" y="129"/>
                </a:lnTo>
                <a:lnTo>
                  <a:pt x="4900" y="150"/>
                </a:lnTo>
                <a:lnTo>
                  <a:pt x="4344" y="193"/>
                </a:lnTo>
                <a:lnTo>
                  <a:pt x="4344" y="193"/>
                </a:lnTo>
                <a:lnTo>
                  <a:pt x="4023" y="193"/>
                </a:lnTo>
                <a:lnTo>
                  <a:pt x="3873" y="215"/>
                </a:lnTo>
                <a:lnTo>
                  <a:pt x="3809" y="236"/>
                </a:lnTo>
                <a:lnTo>
                  <a:pt x="3745" y="279"/>
                </a:lnTo>
                <a:lnTo>
                  <a:pt x="3745" y="279"/>
                </a:lnTo>
                <a:lnTo>
                  <a:pt x="3723" y="322"/>
                </a:lnTo>
                <a:lnTo>
                  <a:pt x="3723" y="364"/>
                </a:lnTo>
                <a:lnTo>
                  <a:pt x="3723" y="471"/>
                </a:lnTo>
                <a:lnTo>
                  <a:pt x="3723" y="578"/>
                </a:lnTo>
                <a:lnTo>
                  <a:pt x="3702" y="621"/>
                </a:lnTo>
                <a:lnTo>
                  <a:pt x="3680" y="664"/>
                </a:lnTo>
                <a:lnTo>
                  <a:pt x="3680" y="664"/>
                </a:lnTo>
                <a:lnTo>
                  <a:pt x="3616" y="685"/>
                </a:lnTo>
                <a:lnTo>
                  <a:pt x="3488" y="664"/>
                </a:lnTo>
                <a:lnTo>
                  <a:pt x="3381" y="642"/>
                </a:lnTo>
                <a:lnTo>
                  <a:pt x="3274" y="642"/>
                </a:lnTo>
                <a:lnTo>
                  <a:pt x="3274" y="642"/>
                </a:lnTo>
                <a:lnTo>
                  <a:pt x="3188" y="685"/>
                </a:lnTo>
                <a:lnTo>
                  <a:pt x="3081" y="749"/>
                </a:lnTo>
                <a:lnTo>
                  <a:pt x="2910" y="899"/>
                </a:lnTo>
                <a:lnTo>
                  <a:pt x="2910" y="899"/>
                </a:lnTo>
                <a:lnTo>
                  <a:pt x="2825" y="985"/>
                </a:lnTo>
                <a:lnTo>
                  <a:pt x="2739" y="1092"/>
                </a:lnTo>
                <a:lnTo>
                  <a:pt x="2675" y="1177"/>
                </a:lnTo>
                <a:lnTo>
                  <a:pt x="2653" y="1284"/>
                </a:lnTo>
                <a:lnTo>
                  <a:pt x="2653" y="1370"/>
                </a:lnTo>
                <a:lnTo>
                  <a:pt x="2696" y="1456"/>
                </a:lnTo>
                <a:lnTo>
                  <a:pt x="2782" y="1563"/>
                </a:lnTo>
                <a:lnTo>
                  <a:pt x="2910" y="1648"/>
                </a:lnTo>
                <a:lnTo>
                  <a:pt x="2910" y="1648"/>
                </a:lnTo>
                <a:lnTo>
                  <a:pt x="2996" y="1712"/>
                </a:lnTo>
                <a:lnTo>
                  <a:pt x="3103" y="1734"/>
                </a:lnTo>
                <a:lnTo>
                  <a:pt x="3317" y="1798"/>
                </a:lnTo>
                <a:lnTo>
                  <a:pt x="3531" y="1883"/>
                </a:lnTo>
                <a:lnTo>
                  <a:pt x="3616" y="1948"/>
                </a:lnTo>
                <a:lnTo>
                  <a:pt x="3680" y="2012"/>
                </a:lnTo>
                <a:lnTo>
                  <a:pt x="3680" y="2012"/>
                </a:lnTo>
                <a:lnTo>
                  <a:pt x="3723" y="2076"/>
                </a:lnTo>
                <a:lnTo>
                  <a:pt x="3745" y="2140"/>
                </a:lnTo>
                <a:lnTo>
                  <a:pt x="3745" y="2183"/>
                </a:lnTo>
                <a:lnTo>
                  <a:pt x="3723" y="2226"/>
                </a:lnTo>
                <a:lnTo>
                  <a:pt x="3638" y="2311"/>
                </a:lnTo>
                <a:lnTo>
                  <a:pt x="3531" y="2376"/>
                </a:lnTo>
                <a:lnTo>
                  <a:pt x="3531" y="2376"/>
                </a:lnTo>
                <a:lnTo>
                  <a:pt x="3445" y="2397"/>
                </a:lnTo>
                <a:lnTo>
                  <a:pt x="3338" y="2418"/>
                </a:lnTo>
                <a:lnTo>
                  <a:pt x="3231" y="2418"/>
                </a:lnTo>
                <a:lnTo>
                  <a:pt x="3167" y="2461"/>
                </a:lnTo>
                <a:lnTo>
                  <a:pt x="3167" y="2461"/>
                </a:lnTo>
                <a:lnTo>
                  <a:pt x="3081" y="2547"/>
                </a:lnTo>
                <a:lnTo>
                  <a:pt x="3081" y="2611"/>
                </a:lnTo>
                <a:lnTo>
                  <a:pt x="3103" y="2675"/>
                </a:lnTo>
                <a:lnTo>
                  <a:pt x="3167" y="2718"/>
                </a:lnTo>
                <a:lnTo>
                  <a:pt x="3274" y="2761"/>
                </a:lnTo>
                <a:lnTo>
                  <a:pt x="3359" y="2761"/>
                </a:lnTo>
                <a:lnTo>
                  <a:pt x="3445" y="2782"/>
                </a:lnTo>
                <a:lnTo>
                  <a:pt x="3531" y="2761"/>
                </a:lnTo>
                <a:lnTo>
                  <a:pt x="3531" y="2761"/>
                </a:lnTo>
                <a:lnTo>
                  <a:pt x="3638" y="2718"/>
                </a:lnTo>
                <a:lnTo>
                  <a:pt x="3766" y="2632"/>
                </a:lnTo>
                <a:lnTo>
                  <a:pt x="3894" y="2547"/>
                </a:lnTo>
                <a:lnTo>
                  <a:pt x="3980" y="2525"/>
                </a:lnTo>
                <a:lnTo>
                  <a:pt x="3980" y="2525"/>
                </a:lnTo>
                <a:lnTo>
                  <a:pt x="4023" y="2525"/>
                </a:lnTo>
                <a:lnTo>
                  <a:pt x="4065" y="2568"/>
                </a:lnTo>
                <a:lnTo>
                  <a:pt x="4130" y="2654"/>
                </a:lnTo>
                <a:lnTo>
                  <a:pt x="4237" y="2825"/>
                </a:lnTo>
                <a:lnTo>
                  <a:pt x="4237" y="2825"/>
                </a:lnTo>
                <a:lnTo>
                  <a:pt x="4365" y="2975"/>
                </a:lnTo>
                <a:lnTo>
                  <a:pt x="4515" y="3103"/>
                </a:lnTo>
                <a:lnTo>
                  <a:pt x="4515" y="3103"/>
                </a:lnTo>
                <a:lnTo>
                  <a:pt x="4686" y="3210"/>
                </a:lnTo>
                <a:lnTo>
                  <a:pt x="4772" y="3274"/>
                </a:lnTo>
                <a:lnTo>
                  <a:pt x="4836" y="3338"/>
                </a:lnTo>
                <a:lnTo>
                  <a:pt x="4836" y="3338"/>
                </a:lnTo>
                <a:lnTo>
                  <a:pt x="4836" y="3403"/>
                </a:lnTo>
                <a:lnTo>
                  <a:pt x="4814" y="3488"/>
                </a:lnTo>
                <a:lnTo>
                  <a:pt x="4793" y="3574"/>
                </a:lnTo>
                <a:lnTo>
                  <a:pt x="4814" y="3659"/>
                </a:lnTo>
                <a:lnTo>
                  <a:pt x="4814" y="3659"/>
                </a:lnTo>
                <a:lnTo>
                  <a:pt x="4857" y="3723"/>
                </a:lnTo>
                <a:lnTo>
                  <a:pt x="4921" y="3788"/>
                </a:lnTo>
                <a:lnTo>
                  <a:pt x="4985" y="3852"/>
                </a:lnTo>
                <a:lnTo>
                  <a:pt x="5007" y="3895"/>
                </a:lnTo>
                <a:lnTo>
                  <a:pt x="5007" y="3937"/>
                </a:lnTo>
                <a:lnTo>
                  <a:pt x="5007" y="3937"/>
                </a:lnTo>
                <a:lnTo>
                  <a:pt x="5007" y="4023"/>
                </a:lnTo>
                <a:lnTo>
                  <a:pt x="4943" y="4109"/>
                </a:lnTo>
                <a:lnTo>
                  <a:pt x="4857" y="4173"/>
                </a:lnTo>
                <a:lnTo>
                  <a:pt x="4772" y="4237"/>
                </a:lnTo>
                <a:lnTo>
                  <a:pt x="4558" y="4323"/>
                </a:lnTo>
                <a:lnTo>
                  <a:pt x="4386" y="4365"/>
                </a:lnTo>
                <a:lnTo>
                  <a:pt x="4386" y="4365"/>
                </a:lnTo>
                <a:lnTo>
                  <a:pt x="4194" y="4451"/>
                </a:lnTo>
                <a:lnTo>
                  <a:pt x="4087" y="4515"/>
                </a:lnTo>
                <a:lnTo>
                  <a:pt x="4001" y="4579"/>
                </a:lnTo>
                <a:lnTo>
                  <a:pt x="3916" y="4644"/>
                </a:lnTo>
                <a:lnTo>
                  <a:pt x="3916" y="4686"/>
                </a:lnTo>
                <a:lnTo>
                  <a:pt x="3894" y="4708"/>
                </a:lnTo>
                <a:lnTo>
                  <a:pt x="3916" y="4750"/>
                </a:lnTo>
                <a:lnTo>
                  <a:pt x="3937" y="4772"/>
                </a:lnTo>
                <a:lnTo>
                  <a:pt x="4065" y="4836"/>
                </a:lnTo>
                <a:lnTo>
                  <a:pt x="4065" y="4836"/>
                </a:lnTo>
                <a:lnTo>
                  <a:pt x="4194" y="4857"/>
                </a:lnTo>
                <a:lnTo>
                  <a:pt x="4344" y="4879"/>
                </a:lnTo>
                <a:lnTo>
                  <a:pt x="4643" y="4857"/>
                </a:lnTo>
                <a:lnTo>
                  <a:pt x="5199" y="4836"/>
                </a:lnTo>
                <a:lnTo>
                  <a:pt x="5199" y="4836"/>
                </a:lnTo>
                <a:lnTo>
                  <a:pt x="5264" y="4815"/>
                </a:lnTo>
                <a:lnTo>
                  <a:pt x="5413" y="4815"/>
                </a:lnTo>
                <a:lnTo>
                  <a:pt x="5841" y="4857"/>
                </a:lnTo>
                <a:lnTo>
                  <a:pt x="6098" y="4857"/>
                </a:lnTo>
                <a:lnTo>
                  <a:pt x="6291" y="4836"/>
                </a:lnTo>
                <a:lnTo>
                  <a:pt x="6376" y="4793"/>
                </a:lnTo>
                <a:lnTo>
                  <a:pt x="6440" y="4772"/>
                </a:lnTo>
                <a:lnTo>
                  <a:pt x="6483" y="4729"/>
                </a:lnTo>
                <a:lnTo>
                  <a:pt x="6483" y="4665"/>
                </a:lnTo>
                <a:lnTo>
                  <a:pt x="6483" y="4665"/>
                </a:lnTo>
                <a:lnTo>
                  <a:pt x="6483" y="4601"/>
                </a:lnTo>
                <a:lnTo>
                  <a:pt x="6440" y="4558"/>
                </a:lnTo>
                <a:lnTo>
                  <a:pt x="6376" y="4515"/>
                </a:lnTo>
                <a:lnTo>
                  <a:pt x="6291" y="4494"/>
                </a:lnTo>
                <a:lnTo>
                  <a:pt x="5991" y="4430"/>
                </a:lnTo>
                <a:lnTo>
                  <a:pt x="5991" y="4430"/>
                </a:lnTo>
                <a:lnTo>
                  <a:pt x="5820" y="4365"/>
                </a:lnTo>
                <a:lnTo>
                  <a:pt x="5692" y="4301"/>
                </a:lnTo>
                <a:lnTo>
                  <a:pt x="5585" y="4216"/>
                </a:lnTo>
                <a:lnTo>
                  <a:pt x="5478" y="4109"/>
                </a:lnTo>
                <a:lnTo>
                  <a:pt x="5478" y="4109"/>
                </a:lnTo>
                <a:lnTo>
                  <a:pt x="5392" y="3959"/>
                </a:lnTo>
                <a:lnTo>
                  <a:pt x="5392" y="3916"/>
                </a:lnTo>
                <a:lnTo>
                  <a:pt x="5413" y="3873"/>
                </a:lnTo>
                <a:lnTo>
                  <a:pt x="5456" y="3809"/>
                </a:lnTo>
                <a:lnTo>
                  <a:pt x="5499" y="3745"/>
                </a:lnTo>
                <a:lnTo>
                  <a:pt x="5542" y="3659"/>
                </a:lnTo>
                <a:lnTo>
                  <a:pt x="5542" y="3659"/>
                </a:lnTo>
                <a:lnTo>
                  <a:pt x="5585" y="3531"/>
                </a:lnTo>
                <a:lnTo>
                  <a:pt x="5585" y="3445"/>
                </a:lnTo>
                <a:lnTo>
                  <a:pt x="5627" y="3360"/>
                </a:lnTo>
                <a:lnTo>
                  <a:pt x="5713" y="3274"/>
                </a:lnTo>
                <a:lnTo>
                  <a:pt x="5713" y="3274"/>
                </a:lnTo>
                <a:lnTo>
                  <a:pt x="5863" y="3167"/>
                </a:lnTo>
                <a:lnTo>
                  <a:pt x="5970" y="3039"/>
                </a:lnTo>
                <a:lnTo>
                  <a:pt x="6077" y="2910"/>
                </a:lnTo>
                <a:lnTo>
                  <a:pt x="6162" y="2761"/>
                </a:lnTo>
                <a:lnTo>
                  <a:pt x="6162" y="2761"/>
                </a:lnTo>
                <a:lnTo>
                  <a:pt x="6248" y="2611"/>
                </a:lnTo>
                <a:lnTo>
                  <a:pt x="6312" y="2440"/>
                </a:lnTo>
                <a:lnTo>
                  <a:pt x="6398" y="2269"/>
                </a:lnTo>
                <a:lnTo>
                  <a:pt x="6483" y="2119"/>
                </a:lnTo>
                <a:lnTo>
                  <a:pt x="6483" y="2119"/>
                </a:lnTo>
                <a:lnTo>
                  <a:pt x="6505" y="2247"/>
                </a:lnTo>
                <a:lnTo>
                  <a:pt x="6505" y="2376"/>
                </a:lnTo>
                <a:lnTo>
                  <a:pt x="6526" y="2504"/>
                </a:lnTo>
                <a:lnTo>
                  <a:pt x="6547" y="2568"/>
                </a:lnTo>
                <a:lnTo>
                  <a:pt x="6569" y="2611"/>
                </a:lnTo>
                <a:lnTo>
                  <a:pt x="6569" y="2611"/>
                </a:lnTo>
                <a:lnTo>
                  <a:pt x="6654" y="2696"/>
                </a:lnTo>
                <a:lnTo>
                  <a:pt x="6761" y="2761"/>
                </a:lnTo>
                <a:lnTo>
                  <a:pt x="6868" y="2803"/>
                </a:lnTo>
                <a:lnTo>
                  <a:pt x="6933" y="2803"/>
                </a:lnTo>
                <a:lnTo>
                  <a:pt x="6975" y="2782"/>
                </a:lnTo>
                <a:lnTo>
                  <a:pt x="6975" y="2782"/>
                </a:lnTo>
                <a:lnTo>
                  <a:pt x="7039" y="2739"/>
                </a:lnTo>
                <a:lnTo>
                  <a:pt x="7061" y="2696"/>
                </a:lnTo>
                <a:lnTo>
                  <a:pt x="7061" y="2654"/>
                </a:lnTo>
                <a:lnTo>
                  <a:pt x="7039" y="2611"/>
                </a:lnTo>
                <a:lnTo>
                  <a:pt x="6975" y="2525"/>
                </a:lnTo>
                <a:lnTo>
                  <a:pt x="6890" y="2461"/>
                </a:lnTo>
                <a:lnTo>
                  <a:pt x="6890" y="2461"/>
                </a:lnTo>
                <a:lnTo>
                  <a:pt x="6826" y="2376"/>
                </a:lnTo>
                <a:lnTo>
                  <a:pt x="6783" y="2290"/>
                </a:lnTo>
                <a:lnTo>
                  <a:pt x="6761" y="2204"/>
                </a:lnTo>
                <a:lnTo>
                  <a:pt x="6761" y="2097"/>
                </a:lnTo>
                <a:lnTo>
                  <a:pt x="6761" y="2097"/>
                </a:lnTo>
                <a:lnTo>
                  <a:pt x="6804" y="1948"/>
                </a:lnTo>
                <a:lnTo>
                  <a:pt x="6868" y="1841"/>
                </a:lnTo>
                <a:lnTo>
                  <a:pt x="6954" y="1776"/>
                </a:lnTo>
                <a:lnTo>
                  <a:pt x="7039" y="1734"/>
                </a:lnTo>
                <a:lnTo>
                  <a:pt x="7275" y="1648"/>
                </a:lnTo>
                <a:lnTo>
                  <a:pt x="7382" y="1605"/>
                </a:lnTo>
                <a:lnTo>
                  <a:pt x="7489" y="1520"/>
                </a:lnTo>
                <a:lnTo>
                  <a:pt x="7489" y="1520"/>
                </a:lnTo>
                <a:lnTo>
                  <a:pt x="7574" y="1434"/>
                </a:lnTo>
                <a:lnTo>
                  <a:pt x="7660" y="1349"/>
                </a:lnTo>
                <a:lnTo>
                  <a:pt x="7724" y="1242"/>
                </a:lnTo>
                <a:lnTo>
                  <a:pt x="7767" y="1113"/>
                </a:lnTo>
                <a:lnTo>
                  <a:pt x="7767" y="985"/>
                </a:lnTo>
                <a:lnTo>
                  <a:pt x="7767" y="878"/>
                </a:lnTo>
                <a:lnTo>
                  <a:pt x="7724" y="749"/>
                </a:lnTo>
                <a:lnTo>
                  <a:pt x="7660" y="642"/>
                </a:lnTo>
                <a:lnTo>
                  <a:pt x="7660" y="642"/>
                </a:lnTo>
                <a:close/>
                <a:moveTo>
                  <a:pt x="3445" y="1541"/>
                </a:moveTo>
                <a:lnTo>
                  <a:pt x="3445" y="1541"/>
                </a:lnTo>
                <a:lnTo>
                  <a:pt x="3317" y="1520"/>
                </a:lnTo>
                <a:lnTo>
                  <a:pt x="3188" y="1477"/>
                </a:lnTo>
                <a:lnTo>
                  <a:pt x="3145" y="1434"/>
                </a:lnTo>
                <a:lnTo>
                  <a:pt x="3103" y="1391"/>
                </a:lnTo>
                <a:lnTo>
                  <a:pt x="3081" y="1327"/>
                </a:lnTo>
                <a:lnTo>
                  <a:pt x="3081" y="1242"/>
                </a:lnTo>
                <a:lnTo>
                  <a:pt x="3081" y="1242"/>
                </a:lnTo>
                <a:lnTo>
                  <a:pt x="3103" y="1177"/>
                </a:lnTo>
                <a:lnTo>
                  <a:pt x="3124" y="1135"/>
                </a:lnTo>
                <a:lnTo>
                  <a:pt x="3210" y="1028"/>
                </a:lnTo>
                <a:lnTo>
                  <a:pt x="3317" y="963"/>
                </a:lnTo>
                <a:lnTo>
                  <a:pt x="3445" y="942"/>
                </a:lnTo>
                <a:lnTo>
                  <a:pt x="3445" y="942"/>
                </a:lnTo>
                <a:lnTo>
                  <a:pt x="3509" y="942"/>
                </a:lnTo>
                <a:lnTo>
                  <a:pt x="3573" y="963"/>
                </a:lnTo>
                <a:lnTo>
                  <a:pt x="3616" y="985"/>
                </a:lnTo>
                <a:lnTo>
                  <a:pt x="3638" y="1028"/>
                </a:lnTo>
                <a:lnTo>
                  <a:pt x="3659" y="1135"/>
                </a:lnTo>
                <a:lnTo>
                  <a:pt x="3659" y="1263"/>
                </a:lnTo>
                <a:lnTo>
                  <a:pt x="3659" y="1263"/>
                </a:lnTo>
                <a:lnTo>
                  <a:pt x="3680" y="1434"/>
                </a:lnTo>
                <a:lnTo>
                  <a:pt x="3659" y="1520"/>
                </a:lnTo>
                <a:lnTo>
                  <a:pt x="3638" y="1563"/>
                </a:lnTo>
                <a:lnTo>
                  <a:pt x="3595" y="1563"/>
                </a:lnTo>
                <a:lnTo>
                  <a:pt x="3445" y="1541"/>
                </a:lnTo>
                <a:lnTo>
                  <a:pt x="3445" y="1541"/>
                </a:lnTo>
                <a:close/>
                <a:moveTo>
                  <a:pt x="6291" y="771"/>
                </a:moveTo>
                <a:lnTo>
                  <a:pt x="6291" y="771"/>
                </a:lnTo>
                <a:lnTo>
                  <a:pt x="6248" y="1242"/>
                </a:lnTo>
                <a:lnTo>
                  <a:pt x="6184" y="1691"/>
                </a:lnTo>
                <a:lnTo>
                  <a:pt x="6141" y="1905"/>
                </a:lnTo>
                <a:lnTo>
                  <a:pt x="6098" y="2119"/>
                </a:lnTo>
                <a:lnTo>
                  <a:pt x="6012" y="2333"/>
                </a:lnTo>
                <a:lnTo>
                  <a:pt x="5906" y="2547"/>
                </a:lnTo>
                <a:lnTo>
                  <a:pt x="5906" y="2547"/>
                </a:lnTo>
                <a:lnTo>
                  <a:pt x="5841" y="2654"/>
                </a:lnTo>
                <a:lnTo>
                  <a:pt x="5734" y="2782"/>
                </a:lnTo>
                <a:lnTo>
                  <a:pt x="5606" y="2910"/>
                </a:lnTo>
                <a:lnTo>
                  <a:pt x="5478" y="3039"/>
                </a:lnTo>
                <a:lnTo>
                  <a:pt x="5349" y="3103"/>
                </a:lnTo>
                <a:lnTo>
                  <a:pt x="5306" y="3103"/>
                </a:lnTo>
                <a:lnTo>
                  <a:pt x="5264" y="3103"/>
                </a:lnTo>
                <a:lnTo>
                  <a:pt x="5221" y="3060"/>
                </a:lnTo>
                <a:lnTo>
                  <a:pt x="5199" y="3017"/>
                </a:lnTo>
                <a:lnTo>
                  <a:pt x="5199" y="2932"/>
                </a:lnTo>
                <a:lnTo>
                  <a:pt x="5199" y="2825"/>
                </a:lnTo>
                <a:lnTo>
                  <a:pt x="5199" y="2825"/>
                </a:lnTo>
                <a:lnTo>
                  <a:pt x="5242" y="2696"/>
                </a:lnTo>
                <a:lnTo>
                  <a:pt x="5306" y="2547"/>
                </a:lnTo>
                <a:lnTo>
                  <a:pt x="5306" y="2461"/>
                </a:lnTo>
                <a:lnTo>
                  <a:pt x="5306" y="2418"/>
                </a:lnTo>
                <a:lnTo>
                  <a:pt x="5264" y="2376"/>
                </a:lnTo>
                <a:lnTo>
                  <a:pt x="5199" y="2376"/>
                </a:lnTo>
                <a:lnTo>
                  <a:pt x="5199" y="2376"/>
                </a:lnTo>
                <a:lnTo>
                  <a:pt x="5157" y="2397"/>
                </a:lnTo>
                <a:lnTo>
                  <a:pt x="5114" y="2461"/>
                </a:lnTo>
                <a:lnTo>
                  <a:pt x="5007" y="2590"/>
                </a:lnTo>
                <a:lnTo>
                  <a:pt x="4964" y="2654"/>
                </a:lnTo>
                <a:lnTo>
                  <a:pt x="4921" y="2675"/>
                </a:lnTo>
                <a:lnTo>
                  <a:pt x="4900" y="2675"/>
                </a:lnTo>
                <a:lnTo>
                  <a:pt x="4879" y="2675"/>
                </a:lnTo>
                <a:lnTo>
                  <a:pt x="4836" y="2590"/>
                </a:lnTo>
                <a:lnTo>
                  <a:pt x="4836" y="2590"/>
                </a:lnTo>
                <a:lnTo>
                  <a:pt x="4814" y="2547"/>
                </a:lnTo>
                <a:lnTo>
                  <a:pt x="4836" y="2483"/>
                </a:lnTo>
                <a:lnTo>
                  <a:pt x="4879" y="2354"/>
                </a:lnTo>
                <a:lnTo>
                  <a:pt x="4985" y="2097"/>
                </a:lnTo>
                <a:lnTo>
                  <a:pt x="4985" y="2097"/>
                </a:lnTo>
                <a:lnTo>
                  <a:pt x="5028" y="1969"/>
                </a:lnTo>
                <a:lnTo>
                  <a:pt x="5071" y="1883"/>
                </a:lnTo>
                <a:lnTo>
                  <a:pt x="5071" y="1819"/>
                </a:lnTo>
                <a:lnTo>
                  <a:pt x="5071" y="1819"/>
                </a:lnTo>
                <a:lnTo>
                  <a:pt x="5028" y="1755"/>
                </a:lnTo>
                <a:lnTo>
                  <a:pt x="4964" y="1734"/>
                </a:lnTo>
                <a:lnTo>
                  <a:pt x="4921" y="1755"/>
                </a:lnTo>
                <a:lnTo>
                  <a:pt x="4857" y="1798"/>
                </a:lnTo>
                <a:lnTo>
                  <a:pt x="4750" y="1926"/>
                </a:lnTo>
                <a:lnTo>
                  <a:pt x="4686" y="1990"/>
                </a:lnTo>
                <a:lnTo>
                  <a:pt x="4643" y="2012"/>
                </a:lnTo>
                <a:lnTo>
                  <a:pt x="4643" y="2012"/>
                </a:lnTo>
                <a:lnTo>
                  <a:pt x="4643" y="1926"/>
                </a:lnTo>
                <a:lnTo>
                  <a:pt x="4665" y="1841"/>
                </a:lnTo>
                <a:lnTo>
                  <a:pt x="4750" y="1669"/>
                </a:lnTo>
                <a:lnTo>
                  <a:pt x="4814" y="1477"/>
                </a:lnTo>
                <a:lnTo>
                  <a:pt x="4836" y="1413"/>
                </a:lnTo>
                <a:lnTo>
                  <a:pt x="4836" y="1327"/>
                </a:lnTo>
                <a:lnTo>
                  <a:pt x="4836" y="1327"/>
                </a:lnTo>
                <a:lnTo>
                  <a:pt x="4793" y="1263"/>
                </a:lnTo>
                <a:lnTo>
                  <a:pt x="4750" y="1242"/>
                </a:lnTo>
                <a:lnTo>
                  <a:pt x="4707" y="1242"/>
                </a:lnTo>
                <a:lnTo>
                  <a:pt x="4665" y="1284"/>
                </a:lnTo>
                <a:lnTo>
                  <a:pt x="4579" y="1391"/>
                </a:lnTo>
                <a:lnTo>
                  <a:pt x="4493" y="1477"/>
                </a:lnTo>
                <a:lnTo>
                  <a:pt x="4493" y="1477"/>
                </a:lnTo>
                <a:lnTo>
                  <a:pt x="4472" y="1413"/>
                </a:lnTo>
                <a:lnTo>
                  <a:pt x="4493" y="1327"/>
                </a:lnTo>
                <a:lnTo>
                  <a:pt x="4558" y="1156"/>
                </a:lnTo>
                <a:lnTo>
                  <a:pt x="4622" y="985"/>
                </a:lnTo>
                <a:lnTo>
                  <a:pt x="4643" y="899"/>
                </a:lnTo>
                <a:lnTo>
                  <a:pt x="4665" y="835"/>
                </a:lnTo>
                <a:lnTo>
                  <a:pt x="4665" y="835"/>
                </a:lnTo>
                <a:lnTo>
                  <a:pt x="4643" y="728"/>
                </a:lnTo>
                <a:lnTo>
                  <a:pt x="4622" y="685"/>
                </a:lnTo>
                <a:lnTo>
                  <a:pt x="4579" y="685"/>
                </a:lnTo>
                <a:lnTo>
                  <a:pt x="4536" y="707"/>
                </a:lnTo>
                <a:lnTo>
                  <a:pt x="4451" y="771"/>
                </a:lnTo>
                <a:lnTo>
                  <a:pt x="4408" y="792"/>
                </a:lnTo>
                <a:lnTo>
                  <a:pt x="4386" y="792"/>
                </a:lnTo>
                <a:lnTo>
                  <a:pt x="4386" y="792"/>
                </a:lnTo>
                <a:lnTo>
                  <a:pt x="4344" y="728"/>
                </a:lnTo>
                <a:lnTo>
                  <a:pt x="4322" y="707"/>
                </a:lnTo>
                <a:lnTo>
                  <a:pt x="4344" y="664"/>
                </a:lnTo>
                <a:lnTo>
                  <a:pt x="4386" y="642"/>
                </a:lnTo>
                <a:lnTo>
                  <a:pt x="4451" y="600"/>
                </a:lnTo>
                <a:lnTo>
                  <a:pt x="4622" y="557"/>
                </a:lnTo>
                <a:lnTo>
                  <a:pt x="4729" y="557"/>
                </a:lnTo>
                <a:lnTo>
                  <a:pt x="4729" y="557"/>
                </a:lnTo>
                <a:lnTo>
                  <a:pt x="5649" y="471"/>
                </a:lnTo>
                <a:lnTo>
                  <a:pt x="5649" y="471"/>
                </a:lnTo>
                <a:lnTo>
                  <a:pt x="5948" y="429"/>
                </a:lnTo>
                <a:lnTo>
                  <a:pt x="6098" y="407"/>
                </a:lnTo>
                <a:lnTo>
                  <a:pt x="6184" y="429"/>
                </a:lnTo>
                <a:lnTo>
                  <a:pt x="6226" y="429"/>
                </a:lnTo>
                <a:lnTo>
                  <a:pt x="6226" y="429"/>
                </a:lnTo>
                <a:lnTo>
                  <a:pt x="6269" y="471"/>
                </a:lnTo>
                <a:lnTo>
                  <a:pt x="6291" y="514"/>
                </a:lnTo>
                <a:lnTo>
                  <a:pt x="6312" y="600"/>
                </a:lnTo>
                <a:lnTo>
                  <a:pt x="6291" y="771"/>
                </a:lnTo>
                <a:lnTo>
                  <a:pt x="6291" y="771"/>
                </a:lnTo>
                <a:close/>
                <a:moveTo>
                  <a:pt x="6612" y="1520"/>
                </a:moveTo>
                <a:lnTo>
                  <a:pt x="6612" y="1520"/>
                </a:lnTo>
                <a:lnTo>
                  <a:pt x="6612" y="1349"/>
                </a:lnTo>
                <a:lnTo>
                  <a:pt x="6633" y="1199"/>
                </a:lnTo>
                <a:lnTo>
                  <a:pt x="6633" y="1135"/>
                </a:lnTo>
                <a:lnTo>
                  <a:pt x="6676" y="1070"/>
                </a:lnTo>
                <a:lnTo>
                  <a:pt x="6719" y="1006"/>
                </a:lnTo>
                <a:lnTo>
                  <a:pt x="6783" y="963"/>
                </a:lnTo>
                <a:lnTo>
                  <a:pt x="6783" y="963"/>
                </a:lnTo>
                <a:lnTo>
                  <a:pt x="6890" y="899"/>
                </a:lnTo>
                <a:lnTo>
                  <a:pt x="7039" y="878"/>
                </a:lnTo>
                <a:lnTo>
                  <a:pt x="7104" y="878"/>
                </a:lnTo>
                <a:lnTo>
                  <a:pt x="7168" y="921"/>
                </a:lnTo>
                <a:lnTo>
                  <a:pt x="7211" y="963"/>
                </a:lnTo>
                <a:lnTo>
                  <a:pt x="7232" y="1028"/>
                </a:lnTo>
                <a:lnTo>
                  <a:pt x="7232" y="1028"/>
                </a:lnTo>
                <a:lnTo>
                  <a:pt x="7253" y="1070"/>
                </a:lnTo>
                <a:lnTo>
                  <a:pt x="7232" y="1135"/>
                </a:lnTo>
                <a:lnTo>
                  <a:pt x="7168" y="1220"/>
                </a:lnTo>
                <a:lnTo>
                  <a:pt x="7082" y="1327"/>
                </a:lnTo>
                <a:lnTo>
                  <a:pt x="6954" y="1413"/>
                </a:lnTo>
                <a:lnTo>
                  <a:pt x="6826" y="1477"/>
                </a:lnTo>
                <a:lnTo>
                  <a:pt x="6719" y="1520"/>
                </a:lnTo>
                <a:lnTo>
                  <a:pt x="6633" y="1541"/>
                </a:lnTo>
                <a:lnTo>
                  <a:pt x="6612" y="1541"/>
                </a:lnTo>
                <a:lnTo>
                  <a:pt x="6612" y="1520"/>
                </a:lnTo>
                <a:lnTo>
                  <a:pt x="6612" y="152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28"/>
          <p:cNvSpPr/>
          <p:nvPr/>
        </p:nvSpPr>
        <p:spPr>
          <a:xfrm>
            <a:off x="7543479" y="2134047"/>
            <a:ext cx="303875" cy="300092"/>
          </a:xfrm>
          <a:custGeom>
            <a:rect b="b" l="l" r="r" t="t"/>
            <a:pathLst>
              <a:path extrusionOk="0" h="17374" w="17593">
                <a:moveTo>
                  <a:pt x="14673" y="1266"/>
                </a:moveTo>
                <a:lnTo>
                  <a:pt x="14624" y="1314"/>
                </a:lnTo>
                <a:lnTo>
                  <a:pt x="14600" y="1363"/>
                </a:lnTo>
                <a:lnTo>
                  <a:pt x="14575" y="1412"/>
                </a:lnTo>
                <a:lnTo>
                  <a:pt x="14575" y="1485"/>
                </a:lnTo>
                <a:lnTo>
                  <a:pt x="14600" y="1533"/>
                </a:lnTo>
                <a:lnTo>
                  <a:pt x="14648" y="1606"/>
                </a:lnTo>
                <a:lnTo>
                  <a:pt x="14697" y="1631"/>
                </a:lnTo>
                <a:lnTo>
                  <a:pt x="14940" y="1728"/>
                </a:lnTo>
                <a:lnTo>
                  <a:pt x="15159" y="1825"/>
                </a:lnTo>
                <a:lnTo>
                  <a:pt x="15354" y="1971"/>
                </a:lnTo>
                <a:lnTo>
                  <a:pt x="15524" y="2166"/>
                </a:lnTo>
                <a:lnTo>
                  <a:pt x="15597" y="2263"/>
                </a:lnTo>
                <a:lnTo>
                  <a:pt x="15646" y="2360"/>
                </a:lnTo>
                <a:lnTo>
                  <a:pt x="15695" y="2579"/>
                </a:lnTo>
                <a:lnTo>
                  <a:pt x="15792" y="3017"/>
                </a:lnTo>
                <a:lnTo>
                  <a:pt x="15816" y="3090"/>
                </a:lnTo>
                <a:lnTo>
                  <a:pt x="15865" y="3139"/>
                </a:lnTo>
                <a:lnTo>
                  <a:pt x="15938" y="3163"/>
                </a:lnTo>
                <a:lnTo>
                  <a:pt x="15987" y="3188"/>
                </a:lnTo>
                <a:lnTo>
                  <a:pt x="16060" y="3163"/>
                </a:lnTo>
                <a:lnTo>
                  <a:pt x="16133" y="3139"/>
                </a:lnTo>
                <a:lnTo>
                  <a:pt x="16181" y="3090"/>
                </a:lnTo>
                <a:lnTo>
                  <a:pt x="16206" y="3017"/>
                </a:lnTo>
                <a:lnTo>
                  <a:pt x="16254" y="2871"/>
                </a:lnTo>
                <a:lnTo>
                  <a:pt x="16254" y="2725"/>
                </a:lnTo>
                <a:lnTo>
                  <a:pt x="16230" y="2579"/>
                </a:lnTo>
                <a:lnTo>
                  <a:pt x="16181" y="2409"/>
                </a:lnTo>
                <a:lnTo>
                  <a:pt x="16133" y="2263"/>
                </a:lnTo>
                <a:lnTo>
                  <a:pt x="16060" y="2117"/>
                </a:lnTo>
                <a:lnTo>
                  <a:pt x="15889" y="1874"/>
                </a:lnTo>
                <a:lnTo>
                  <a:pt x="15670" y="1631"/>
                </a:lnTo>
                <a:lnTo>
                  <a:pt x="15524" y="1509"/>
                </a:lnTo>
                <a:lnTo>
                  <a:pt x="15378" y="1436"/>
                </a:lnTo>
                <a:lnTo>
                  <a:pt x="15232" y="1363"/>
                </a:lnTo>
                <a:lnTo>
                  <a:pt x="15086" y="1290"/>
                </a:lnTo>
                <a:lnTo>
                  <a:pt x="14916" y="1266"/>
                </a:lnTo>
                <a:close/>
                <a:moveTo>
                  <a:pt x="2458" y="2263"/>
                </a:moveTo>
                <a:lnTo>
                  <a:pt x="2725" y="2433"/>
                </a:lnTo>
                <a:lnTo>
                  <a:pt x="2993" y="2604"/>
                </a:lnTo>
                <a:lnTo>
                  <a:pt x="3553" y="2896"/>
                </a:lnTo>
                <a:lnTo>
                  <a:pt x="4550" y="3480"/>
                </a:lnTo>
                <a:lnTo>
                  <a:pt x="4477" y="3528"/>
                </a:lnTo>
                <a:lnTo>
                  <a:pt x="4137" y="3942"/>
                </a:lnTo>
                <a:lnTo>
                  <a:pt x="4015" y="4088"/>
                </a:lnTo>
                <a:lnTo>
                  <a:pt x="3918" y="4210"/>
                </a:lnTo>
                <a:lnTo>
                  <a:pt x="3261" y="3723"/>
                </a:lnTo>
                <a:lnTo>
                  <a:pt x="2969" y="3480"/>
                </a:lnTo>
                <a:lnTo>
                  <a:pt x="2677" y="3212"/>
                </a:lnTo>
                <a:lnTo>
                  <a:pt x="2360" y="2969"/>
                </a:lnTo>
                <a:lnTo>
                  <a:pt x="2044" y="2725"/>
                </a:lnTo>
                <a:lnTo>
                  <a:pt x="2239" y="2482"/>
                </a:lnTo>
                <a:lnTo>
                  <a:pt x="2458" y="2263"/>
                </a:lnTo>
                <a:close/>
                <a:moveTo>
                  <a:pt x="4721" y="3577"/>
                </a:moveTo>
                <a:lnTo>
                  <a:pt x="5232" y="3869"/>
                </a:lnTo>
                <a:lnTo>
                  <a:pt x="6278" y="4477"/>
                </a:lnTo>
                <a:lnTo>
                  <a:pt x="6132" y="4648"/>
                </a:lnTo>
                <a:lnTo>
                  <a:pt x="6010" y="4842"/>
                </a:lnTo>
                <a:lnTo>
                  <a:pt x="5840" y="5086"/>
                </a:lnTo>
                <a:lnTo>
                  <a:pt x="5694" y="5329"/>
                </a:lnTo>
                <a:lnTo>
                  <a:pt x="5256" y="5086"/>
                </a:lnTo>
                <a:lnTo>
                  <a:pt x="4842" y="4842"/>
                </a:lnTo>
                <a:lnTo>
                  <a:pt x="4137" y="4380"/>
                </a:lnTo>
                <a:lnTo>
                  <a:pt x="4258" y="4283"/>
                </a:lnTo>
                <a:lnTo>
                  <a:pt x="4356" y="4161"/>
                </a:lnTo>
                <a:lnTo>
                  <a:pt x="4696" y="3747"/>
                </a:lnTo>
                <a:lnTo>
                  <a:pt x="4721" y="3650"/>
                </a:lnTo>
                <a:lnTo>
                  <a:pt x="4721" y="3577"/>
                </a:lnTo>
                <a:close/>
                <a:moveTo>
                  <a:pt x="9271" y="9101"/>
                </a:moveTo>
                <a:lnTo>
                  <a:pt x="9247" y="9149"/>
                </a:lnTo>
                <a:lnTo>
                  <a:pt x="9125" y="9563"/>
                </a:lnTo>
                <a:lnTo>
                  <a:pt x="9028" y="9977"/>
                </a:lnTo>
                <a:lnTo>
                  <a:pt x="8979" y="10171"/>
                </a:lnTo>
                <a:lnTo>
                  <a:pt x="8955" y="10366"/>
                </a:lnTo>
                <a:lnTo>
                  <a:pt x="8955" y="10585"/>
                </a:lnTo>
                <a:lnTo>
                  <a:pt x="9003" y="10755"/>
                </a:lnTo>
                <a:lnTo>
                  <a:pt x="9003" y="10779"/>
                </a:lnTo>
                <a:lnTo>
                  <a:pt x="9028" y="10804"/>
                </a:lnTo>
                <a:lnTo>
                  <a:pt x="9052" y="10804"/>
                </a:lnTo>
                <a:lnTo>
                  <a:pt x="9076" y="10779"/>
                </a:lnTo>
                <a:lnTo>
                  <a:pt x="9149" y="10633"/>
                </a:lnTo>
                <a:lnTo>
                  <a:pt x="9174" y="10463"/>
                </a:lnTo>
                <a:lnTo>
                  <a:pt x="9222" y="10123"/>
                </a:lnTo>
                <a:lnTo>
                  <a:pt x="9271" y="9660"/>
                </a:lnTo>
                <a:lnTo>
                  <a:pt x="9320" y="9174"/>
                </a:lnTo>
                <a:lnTo>
                  <a:pt x="9320" y="9125"/>
                </a:lnTo>
                <a:lnTo>
                  <a:pt x="9295" y="9101"/>
                </a:lnTo>
                <a:close/>
                <a:moveTo>
                  <a:pt x="11874" y="9149"/>
                </a:moveTo>
                <a:lnTo>
                  <a:pt x="11899" y="9295"/>
                </a:lnTo>
                <a:lnTo>
                  <a:pt x="11947" y="9417"/>
                </a:lnTo>
                <a:lnTo>
                  <a:pt x="12093" y="9709"/>
                </a:lnTo>
                <a:lnTo>
                  <a:pt x="12239" y="9977"/>
                </a:lnTo>
                <a:lnTo>
                  <a:pt x="12385" y="10244"/>
                </a:lnTo>
                <a:lnTo>
                  <a:pt x="12556" y="10560"/>
                </a:lnTo>
                <a:lnTo>
                  <a:pt x="12385" y="10658"/>
                </a:lnTo>
                <a:lnTo>
                  <a:pt x="12264" y="10755"/>
                </a:lnTo>
                <a:lnTo>
                  <a:pt x="12045" y="10925"/>
                </a:lnTo>
                <a:lnTo>
                  <a:pt x="11923" y="10998"/>
                </a:lnTo>
                <a:lnTo>
                  <a:pt x="11826" y="11096"/>
                </a:lnTo>
                <a:lnTo>
                  <a:pt x="11582" y="10706"/>
                </a:lnTo>
                <a:lnTo>
                  <a:pt x="11461" y="10487"/>
                </a:lnTo>
                <a:lnTo>
                  <a:pt x="11315" y="10220"/>
                </a:lnTo>
                <a:lnTo>
                  <a:pt x="11169" y="9977"/>
                </a:lnTo>
                <a:lnTo>
                  <a:pt x="11071" y="9879"/>
                </a:lnTo>
                <a:lnTo>
                  <a:pt x="10974" y="9782"/>
                </a:lnTo>
                <a:lnTo>
                  <a:pt x="11412" y="9466"/>
                </a:lnTo>
                <a:lnTo>
                  <a:pt x="11850" y="9174"/>
                </a:lnTo>
                <a:lnTo>
                  <a:pt x="11874" y="9149"/>
                </a:lnTo>
                <a:close/>
                <a:moveTo>
                  <a:pt x="8492" y="9685"/>
                </a:moveTo>
                <a:lnTo>
                  <a:pt x="8492" y="9709"/>
                </a:lnTo>
                <a:lnTo>
                  <a:pt x="8395" y="10439"/>
                </a:lnTo>
                <a:lnTo>
                  <a:pt x="8346" y="10852"/>
                </a:lnTo>
                <a:lnTo>
                  <a:pt x="8346" y="11047"/>
                </a:lnTo>
                <a:lnTo>
                  <a:pt x="8346" y="11169"/>
                </a:lnTo>
                <a:lnTo>
                  <a:pt x="8371" y="11242"/>
                </a:lnTo>
                <a:lnTo>
                  <a:pt x="8419" y="11290"/>
                </a:lnTo>
                <a:lnTo>
                  <a:pt x="8444" y="11290"/>
                </a:lnTo>
                <a:lnTo>
                  <a:pt x="8468" y="11266"/>
                </a:lnTo>
                <a:lnTo>
                  <a:pt x="8517" y="11120"/>
                </a:lnTo>
                <a:lnTo>
                  <a:pt x="8541" y="10974"/>
                </a:lnTo>
                <a:lnTo>
                  <a:pt x="8565" y="10658"/>
                </a:lnTo>
                <a:lnTo>
                  <a:pt x="8565" y="10195"/>
                </a:lnTo>
                <a:lnTo>
                  <a:pt x="8565" y="9733"/>
                </a:lnTo>
                <a:lnTo>
                  <a:pt x="8541" y="9709"/>
                </a:lnTo>
                <a:lnTo>
                  <a:pt x="8517" y="9685"/>
                </a:lnTo>
                <a:close/>
                <a:moveTo>
                  <a:pt x="12702" y="10852"/>
                </a:moveTo>
                <a:lnTo>
                  <a:pt x="13286" y="11972"/>
                </a:lnTo>
                <a:lnTo>
                  <a:pt x="13578" y="12556"/>
                </a:lnTo>
                <a:lnTo>
                  <a:pt x="13505" y="12580"/>
                </a:lnTo>
                <a:lnTo>
                  <a:pt x="13407" y="12629"/>
                </a:lnTo>
                <a:lnTo>
                  <a:pt x="13286" y="12726"/>
                </a:lnTo>
                <a:lnTo>
                  <a:pt x="13018" y="12945"/>
                </a:lnTo>
                <a:lnTo>
                  <a:pt x="12677" y="12410"/>
                </a:lnTo>
                <a:lnTo>
                  <a:pt x="11947" y="11315"/>
                </a:lnTo>
                <a:lnTo>
                  <a:pt x="12069" y="11242"/>
                </a:lnTo>
                <a:lnTo>
                  <a:pt x="12191" y="11169"/>
                </a:lnTo>
                <a:lnTo>
                  <a:pt x="12410" y="11023"/>
                </a:lnTo>
                <a:lnTo>
                  <a:pt x="12556" y="10950"/>
                </a:lnTo>
                <a:lnTo>
                  <a:pt x="12702" y="10852"/>
                </a:lnTo>
                <a:close/>
                <a:moveTo>
                  <a:pt x="13724" y="12823"/>
                </a:moveTo>
                <a:lnTo>
                  <a:pt x="14965" y="15232"/>
                </a:lnTo>
                <a:lnTo>
                  <a:pt x="14770" y="15378"/>
                </a:lnTo>
                <a:lnTo>
                  <a:pt x="13991" y="14283"/>
                </a:lnTo>
                <a:lnTo>
                  <a:pt x="13188" y="13164"/>
                </a:lnTo>
                <a:lnTo>
                  <a:pt x="13334" y="13091"/>
                </a:lnTo>
                <a:lnTo>
                  <a:pt x="13456" y="13018"/>
                </a:lnTo>
                <a:lnTo>
                  <a:pt x="13578" y="12921"/>
                </a:lnTo>
                <a:lnTo>
                  <a:pt x="13724" y="12823"/>
                </a:lnTo>
                <a:close/>
                <a:moveTo>
                  <a:pt x="584" y="11534"/>
                </a:moveTo>
                <a:lnTo>
                  <a:pt x="925" y="11704"/>
                </a:lnTo>
                <a:lnTo>
                  <a:pt x="1290" y="11874"/>
                </a:lnTo>
                <a:lnTo>
                  <a:pt x="1655" y="12020"/>
                </a:lnTo>
                <a:lnTo>
                  <a:pt x="2020" y="12166"/>
                </a:lnTo>
                <a:lnTo>
                  <a:pt x="2847" y="12556"/>
                </a:lnTo>
                <a:lnTo>
                  <a:pt x="3261" y="12775"/>
                </a:lnTo>
                <a:lnTo>
                  <a:pt x="3674" y="13018"/>
                </a:lnTo>
                <a:lnTo>
                  <a:pt x="3869" y="13164"/>
                </a:lnTo>
                <a:lnTo>
                  <a:pt x="4064" y="13359"/>
                </a:lnTo>
                <a:lnTo>
                  <a:pt x="4258" y="13529"/>
                </a:lnTo>
                <a:lnTo>
                  <a:pt x="4404" y="13748"/>
                </a:lnTo>
                <a:lnTo>
                  <a:pt x="4550" y="13967"/>
                </a:lnTo>
                <a:lnTo>
                  <a:pt x="4696" y="14186"/>
                </a:lnTo>
                <a:lnTo>
                  <a:pt x="4940" y="14648"/>
                </a:lnTo>
                <a:lnTo>
                  <a:pt x="5159" y="15135"/>
                </a:lnTo>
                <a:lnTo>
                  <a:pt x="5378" y="15622"/>
                </a:lnTo>
                <a:lnTo>
                  <a:pt x="5572" y="16133"/>
                </a:lnTo>
                <a:lnTo>
                  <a:pt x="5816" y="16595"/>
                </a:lnTo>
                <a:lnTo>
                  <a:pt x="5621" y="16327"/>
                </a:lnTo>
                <a:lnTo>
                  <a:pt x="5305" y="15841"/>
                </a:lnTo>
                <a:lnTo>
                  <a:pt x="5037" y="15330"/>
                </a:lnTo>
                <a:lnTo>
                  <a:pt x="4842" y="14916"/>
                </a:lnTo>
                <a:lnTo>
                  <a:pt x="4648" y="14454"/>
                </a:lnTo>
                <a:lnTo>
                  <a:pt x="4550" y="14259"/>
                </a:lnTo>
                <a:lnTo>
                  <a:pt x="4429" y="14040"/>
                </a:lnTo>
                <a:lnTo>
                  <a:pt x="4283" y="13870"/>
                </a:lnTo>
                <a:lnTo>
                  <a:pt x="4112" y="13699"/>
                </a:lnTo>
                <a:lnTo>
                  <a:pt x="4137" y="13602"/>
                </a:lnTo>
                <a:lnTo>
                  <a:pt x="4112" y="13529"/>
                </a:lnTo>
                <a:lnTo>
                  <a:pt x="4039" y="13456"/>
                </a:lnTo>
                <a:lnTo>
                  <a:pt x="3918" y="13407"/>
                </a:lnTo>
                <a:lnTo>
                  <a:pt x="3820" y="13383"/>
                </a:lnTo>
                <a:lnTo>
                  <a:pt x="3747" y="13334"/>
                </a:lnTo>
                <a:lnTo>
                  <a:pt x="3553" y="13237"/>
                </a:lnTo>
                <a:lnTo>
                  <a:pt x="3382" y="13091"/>
                </a:lnTo>
                <a:lnTo>
                  <a:pt x="3212" y="12994"/>
                </a:lnTo>
                <a:lnTo>
                  <a:pt x="2774" y="12750"/>
                </a:lnTo>
                <a:lnTo>
                  <a:pt x="2312" y="12531"/>
                </a:lnTo>
                <a:lnTo>
                  <a:pt x="1144" y="11996"/>
                </a:lnTo>
                <a:lnTo>
                  <a:pt x="828" y="11850"/>
                </a:lnTo>
                <a:lnTo>
                  <a:pt x="682" y="11777"/>
                </a:lnTo>
                <a:lnTo>
                  <a:pt x="511" y="11704"/>
                </a:lnTo>
                <a:lnTo>
                  <a:pt x="584" y="11534"/>
                </a:lnTo>
                <a:close/>
                <a:moveTo>
                  <a:pt x="16011" y="438"/>
                </a:moveTo>
                <a:lnTo>
                  <a:pt x="16230" y="487"/>
                </a:lnTo>
                <a:lnTo>
                  <a:pt x="16449" y="560"/>
                </a:lnTo>
                <a:lnTo>
                  <a:pt x="16644" y="657"/>
                </a:lnTo>
                <a:lnTo>
                  <a:pt x="16838" y="803"/>
                </a:lnTo>
                <a:lnTo>
                  <a:pt x="16936" y="901"/>
                </a:lnTo>
                <a:lnTo>
                  <a:pt x="17009" y="1022"/>
                </a:lnTo>
                <a:lnTo>
                  <a:pt x="17082" y="1144"/>
                </a:lnTo>
                <a:lnTo>
                  <a:pt x="17130" y="1266"/>
                </a:lnTo>
                <a:lnTo>
                  <a:pt x="17057" y="1168"/>
                </a:lnTo>
                <a:lnTo>
                  <a:pt x="16960" y="1095"/>
                </a:lnTo>
                <a:lnTo>
                  <a:pt x="16936" y="1120"/>
                </a:lnTo>
                <a:lnTo>
                  <a:pt x="16911" y="1168"/>
                </a:lnTo>
                <a:lnTo>
                  <a:pt x="16911" y="1217"/>
                </a:lnTo>
                <a:lnTo>
                  <a:pt x="16911" y="1339"/>
                </a:lnTo>
                <a:lnTo>
                  <a:pt x="16984" y="1582"/>
                </a:lnTo>
                <a:lnTo>
                  <a:pt x="17033" y="1825"/>
                </a:lnTo>
                <a:lnTo>
                  <a:pt x="17057" y="1947"/>
                </a:lnTo>
                <a:lnTo>
                  <a:pt x="17106" y="2069"/>
                </a:lnTo>
                <a:lnTo>
                  <a:pt x="17033" y="2336"/>
                </a:lnTo>
                <a:lnTo>
                  <a:pt x="16911" y="2628"/>
                </a:lnTo>
                <a:lnTo>
                  <a:pt x="16887" y="2214"/>
                </a:lnTo>
                <a:lnTo>
                  <a:pt x="16838" y="2020"/>
                </a:lnTo>
                <a:lnTo>
                  <a:pt x="16741" y="1825"/>
                </a:lnTo>
                <a:lnTo>
                  <a:pt x="16717" y="1801"/>
                </a:lnTo>
                <a:lnTo>
                  <a:pt x="16668" y="1801"/>
                </a:lnTo>
                <a:lnTo>
                  <a:pt x="16644" y="1825"/>
                </a:lnTo>
                <a:lnTo>
                  <a:pt x="16595" y="2020"/>
                </a:lnTo>
                <a:lnTo>
                  <a:pt x="16571" y="2239"/>
                </a:lnTo>
                <a:lnTo>
                  <a:pt x="16571" y="2628"/>
                </a:lnTo>
                <a:lnTo>
                  <a:pt x="16571" y="2920"/>
                </a:lnTo>
                <a:lnTo>
                  <a:pt x="16595" y="3090"/>
                </a:lnTo>
                <a:lnTo>
                  <a:pt x="16619" y="3212"/>
                </a:lnTo>
                <a:lnTo>
                  <a:pt x="16522" y="3382"/>
                </a:lnTo>
                <a:lnTo>
                  <a:pt x="16473" y="3212"/>
                </a:lnTo>
                <a:lnTo>
                  <a:pt x="16473" y="2871"/>
                </a:lnTo>
                <a:lnTo>
                  <a:pt x="16473" y="2531"/>
                </a:lnTo>
                <a:lnTo>
                  <a:pt x="16449" y="2506"/>
                </a:lnTo>
                <a:lnTo>
                  <a:pt x="16425" y="2482"/>
                </a:lnTo>
                <a:lnTo>
                  <a:pt x="16400" y="2482"/>
                </a:lnTo>
                <a:lnTo>
                  <a:pt x="16400" y="2506"/>
                </a:lnTo>
                <a:lnTo>
                  <a:pt x="16327" y="2652"/>
                </a:lnTo>
                <a:lnTo>
                  <a:pt x="16303" y="2798"/>
                </a:lnTo>
                <a:lnTo>
                  <a:pt x="16279" y="2969"/>
                </a:lnTo>
                <a:lnTo>
                  <a:pt x="16254" y="3115"/>
                </a:lnTo>
                <a:lnTo>
                  <a:pt x="16279" y="3382"/>
                </a:lnTo>
                <a:lnTo>
                  <a:pt x="16303" y="3528"/>
                </a:lnTo>
                <a:lnTo>
                  <a:pt x="16352" y="3650"/>
                </a:lnTo>
                <a:lnTo>
                  <a:pt x="16133" y="3966"/>
                </a:lnTo>
                <a:lnTo>
                  <a:pt x="16084" y="4015"/>
                </a:lnTo>
                <a:lnTo>
                  <a:pt x="16035" y="3699"/>
                </a:lnTo>
                <a:lnTo>
                  <a:pt x="16011" y="3358"/>
                </a:lnTo>
                <a:lnTo>
                  <a:pt x="16011" y="3334"/>
                </a:lnTo>
                <a:lnTo>
                  <a:pt x="15962" y="3334"/>
                </a:lnTo>
                <a:lnTo>
                  <a:pt x="15938" y="3358"/>
                </a:lnTo>
                <a:lnTo>
                  <a:pt x="15889" y="3528"/>
                </a:lnTo>
                <a:lnTo>
                  <a:pt x="15841" y="3723"/>
                </a:lnTo>
                <a:lnTo>
                  <a:pt x="15841" y="3893"/>
                </a:lnTo>
                <a:lnTo>
                  <a:pt x="15841" y="4088"/>
                </a:lnTo>
                <a:lnTo>
                  <a:pt x="15865" y="4307"/>
                </a:lnTo>
                <a:lnTo>
                  <a:pt x="15719" y="4477"/>
                </a:lnTo>
                <a:lnTo>
                  <a:pt x="15695" y="4112"/>
                </a:lnTo>
                <a:lnTo>
                  <a:pt x="15646" y="3747"/>
                </a:lnTo>
                <a:lnTo>
                  <a:pt x="15646" y="3723"/>
                </a:lnTo>
                <a:lnTo>
                  <a:pt x="15597" y="3723"/>
                </a:lnTo>
                <a:lnTo>
                  <a:pt x="15573" y="3747"/>
                </a:lnTo>
                <a:lnTo>
                  <a:pt x="15524" y="4210"/>
                </a:lnTo>
                <a:lnTo>
                  <a:pt x="15500" y="4453"/>
                </a:lnTo>
                <a:lnTo>
                  <a:pt x="15524" y="4696"/>
                </a:lnTo>
                <a:lnTo>
                  <a:pt x="15257" y="4940"/>
                </a:lnTo>
                <a:lnTo>
                  <a:pt x="15281" y="4721"/>
                </a:lnTo>
                <a:lnTo>
                  <a:pt x="15281" y="4477"/>
                </a:lnTo>
                <a:lnTo>
                  <a:pt x="15257" y="3699"/>
                </a:lnTo>
                <a:lnTo>
                  <a:pt x="15232" y="3650"/>
                </a:lnTo>
                <a:lnTo>
                  <a:pt x="15159" y="3650"/>
                </a:lnTo>
                <a:lnTo>
                  <a:pt x="15135" y="3699"/>
                </a:lnTo>
                <a:lnTo>
                  <a:pt x="15086" y="4477"/>
                </a:lnTo>
                <a:lnTo>
                  <a:pt x="15062" y="4794"/>
                </a:lnTo>
                <a:lnTo>
                  <a:pt x="15062" y="4964"/>
                </a:lnTo>
                <a:lnTo>
                  <a:pt x="15086" y="5110"/>
                </a:lnTo>
                <a:lnTo>
                  <a:pt x="14916" y="5256"/>
                </a:lnTo>
                <a:lnTo>
                  <a:pt x="14916" y="5134"/>
                </a:lnTo>
                <a:lnTo>
                  <a:pt x="14867" y="4672"/>
                </a:lnTo>
                <a:lnTo>
                  <a:pt x="14819" y="4185"/>
                </a:lnTo>
                <a:lnTo>
                  <a:pt x="14794" y="4161"/>
                </a:lnTo>
                <a:lnTo>
                  <a:pt x="14770" y="4161"/>
                </a:lnTo>
                <a:lnTo>
                  <a:pt x="14770" y="4185"/>
                </a:lnTo>
                <a:lnTo>
                  <a:pt x="14697" y="4599"/>
                </a:lnTo>
                <a:lnTo>
                  <a:pt x="14648" y="5013"/>
                </a:lnTo>
                <a:lnTo>
                  <a:pt x="14624" y="5256"/>
                </a:lnTo>
                <a:lnTo>
                  <a:pt x="14624" y="5475"/>
                </a:lnTo>
                <a:lnTo>
                  <a:pt x="14186" y="5791"/>
                </a:lnTo>
                <a:lnTo>
                  <a:pt x="14162" y="5621"/>
                </a:lnTo>
                <a:lnTo>
                  <a:pt x="14113" y="4721"/>
                </a:lnTo>
                <a:lnTo>
                  <a:pt x="14089" y="4696"/>
                </a:lnTo>
                <a:lnTo>
                  <a:pt x="14064" y="4672"/>
                </a:lnTo>
                <a:lnTo>
                  <a:pt x="14016" y="4672"/>
                </a:lnTo>
                <a:lnTo>
                  <a:pt x="13991" y="4696"/>
                </a:lnTo>
                <a:lnTo>
                  <a:pt x="13943" y="4940"/>
                </a:lnTo>
                <a:lnTo>
                  <a:pt x="13894" y="5159"/>
                </a:lnTo>
                <a:lnTo>
                  <a:pt x="13870" y="5378"/>
                </a:lnTo>
                <a:lnTo>
                  <a:pt x="13870" y="5621"/>
                </a:lnTo>
                <a:lnTo>
                  <a:pt x="13870" y="5791"/>
                </a:lnTo>
                <a:lnTo>
                  <a:pt x="13870" y="5986"/>
                </a:lnTo>
                <a:lnTo>
                  <a:pt x="13529" y="6181"/>
                </a:lnTo>
                <a:lnTo>
                  <a:pt x="13480" y="6205"/>
                </a:lnTo>
                <a:lnTo>
                  <a:pt x="13505" y="6083"/>
                </a:lnTo>
                <a:lnTo>
                  <a:pt x="13505" y="5986"/>
                </a:lnTo>
                <a:lnTo>
                  <a:pt x="13480" y="5791"/>
                </a:lnTo>
                <a:lnTo>
                  <a:pt x="13456" y="5524"/>
                </a:lnTo>
                <a:lnTo>
                  <a:pt x="13383" y="5256"/>
                </a:lnTo>
                <a:lnTo>
                  <a:pt x="13359" y="5232"/>
                </a:lnTo>
                <a:lnTo>
                  <a:pt x="13334" y="5256"/>
                </a:lnTo>
                <a:lnTo>
                  <a:pt x="13286" y="5524"/>
                </a:lnTo>
                <a:lnTo>
                  <a:pt x="13286" y="5791"/>
                </a:lnTo>
                <a:lnTo>
                  <a:pt x="13286" y="6035"/>
                </a:lnTo>
                <a:lnTo>
                  <a:pt x="13310" y="6156"/>
                </a:lnTo>
                <a:lnTo>
                  <a:pt x="13359" y="6254"/>
                </a:lnTo>
                <a:lnTo>
                  <a:pt x="13383" y="6278"/>
                </a:lnTo>
                <a:lnTo>
                  <a:pt x="13407" y="6278"/>
                </a:lnTo>
                <a:lnTo>
                  <a:pt x="13407" y="6375"/>
                </a:lnTo>
                <a:lnTo>
                  <a:pt x="13432" y="6448"/>
                </a:lnTo>
                <a:lnTo>
                  <a:pt x="13480" y="6521"/>
                </a:lnTo>
                <a:lnTo>
                  <a:pt x="13553" y="6594"/>
                </a:lnTo>
                <a:lnTo>
                  <a:pt x="13553" y="6789"/>
                </a:lnTo>
                <a:lnTo>
                  <a:pt x="13578" y="6984"/>
                </a:lnTo>
                <a:lnTo>
                  <a:pt x="13699" y="7397"/>
                </a:lnTo>
                <a:lnTo>
                  <a:pt x="13821" y="7787"/>
                </a:lnTo>
                <a:lnTo>
                  <a:pt x="13967" y="8176"/>
                </a:lnTo>
                <a:lnTo>
                  <a:pt x="14575" y="10195"/>
                </a:lnTo>
                <a:lnTo>
                  <a:pt x="15184" y="12312"/>
                </a:lnTo>
                <a:lnTo>
                  <a:pt x="15500" y="13359"/>
                </a:lnTo>
                <a:lnTo>
                  <a:pt x="15865" y="14381"/>
                </a:lnTo>
                <a:lnTo>
                  <a:pt x="15695" y="14575"/>
                </a:lnTo>
                <a:lnTo>
                  <a:pt x="15524" y="14746"/>
                </a:lnTo>
                <a:lnTo>
                  <a:pt x="15208" y="15038"/>
                </a:lnTo>
                <a:lnTo>
                  <a:pt x="13553" y="11801"/>
                </a:lnTo>
                <a:lnTo>
                  <a:pt x="12653" y="10074"/>
                </a:lnTo>
                <a:lnTo>
                  <a:pt x="12531" y="9782"/>
                </a:lnTo>
                <a:lnTo>
                  <a:pt x="12361" y="9441"/>
                </a:lnTo>
                <a:lnTo>
                  <a:pt x="12288" y="9295"/>
                </a:lnTo>
                <a:lnTo>
                  <a:pt x="12191" y="9149"/>
                </a:lnTo>
                <a:lnTo>
                  <a:pt x="12069" y="9028"/>
                </a:lnTo>
                <a:lnTo>
                  <a:pt x="11947" y="8955"/>
                </a:lnTo>
                <a:lnTo>
                  <a:pt x="11899" y="8857"/>
                </a:lnTo>
                <a:lnTo>
                  <a:pt x="11826" y="8809"/>
                </a:lnTo>
                <a:lnTo>
                  <a:pt x="11753" y="8784"/>
                </a:lnTo>
                <a:lnTo>
                  <a:pt x="11704" y="8809"/>
                </a:lnTo>
                <a:lnTo>
                  <a:pt x="11655" y="8833"/>
                </a:lnTo>
                <a:lnTo>
                  <a:pt x="11534" y="8906"/>
                </a:lnTo>
                <a:lnTo>
                  <a:pt x="11534" y="8736"/>
                </a:lnTo>
                <a:lnTo>
                  <a:pt x="11534" y="8419"/>
                </a:lnTo>
                <a:lnTo>
                  <a:pt x="11534" y="8273"/>
                </a:lnTo>
                <a:lnTo>
                  <a:pt x="11509" y="8127"/>
                </a:lnTo>
                <a:lnTo>
                  <a:pt x="11485" y="8103"/>
                </a:lnTo>
                <a:lnTo>
                  <a:pt x="11461" y="8079"/>
                </a:lnTo>
                <a:lnTo>
                  <a:pt x="11436" y="8103"/>
                </a:lnTo>
                <a:lnTo>
                  <a:pt x="11412" y="8127"/>
                </a:lnTo>
                <a:lnTo>
                  <a:pt x="11388" y="8249"/>
                </a:lnTo>
                <a:lnTo>
                  <a:pt x="11363" y="8371"/>
                </a:lnTo>
                <a:lnTo>
                  <a:pt x="11363" y="8638"/>
                </a:lnTo>
                <a:lnTo>
                  <a:pt x="11339" y="8833"/>
                </a:lnTo>
                <a:lnTo>
                  <a:pt x="11363" y="9052"/>
                </a:lnTo>
                <a:lnTo>
                  <a:pt x="10925" y="9368"/>
                </a:lnTo>
                <a:lnTo>
                  <a:pt x="10950" y="9198"/>
                </a:lnTo>
                <a:lnTo>
                  <a:pt x="10974" y="9028"/>
                </a:lnTo>
                <a:lnTo>
                  <a:pt x="10974" y="8687"/>
                </a:lnTo>
                <a:lnTo>
                  <a:pt x="10998" y="8200"/>
                </a:lnTo>
                <a:lnTo>
                  <a:pt x="10974" y="7957"/>
                </a:lnTo>
                <a:lnTo>
                  <a:pt x="10925" y="7714"/>
                </a:lnTo>
                <a:lnTo>
                  <a:pt x="10925" y="7689"/>
                </a:lnTo>
                <a:lnTo>
                  <a:pt x="10852" y="7689"/>
                </a:lnTo>
                <a:lnTo>
                  <a:pt x="10828" y="7714"/>
                </a:lnTo>
                <a:lnTo>
                  <a:pt x="10779" y="7933"/>
                </a:lnTo>
                <a:lnTo>
                  <a:pt x="10731" y="8127"/>
                </a:lnTo>
                <a:lnTo>
                  <a:pt x="10682" y="8541"/>
                </a:lnTo>
                <a:lnTo>
                  <a:pt x="10633" y="9028"/>
                </a:lnTo>
                <a:lnTo>
                  <a:pt x="10633" y="9271"/>
                </a:lnTo>
                <a:lnTo>
                  <a:pt x="10658" y="9393"/>
                </a:lnTo>
                <a:lnTo>
                  <a:pt x="10682" y="9514"/>
                </a:lnTo>
                <a:lnTo>
                  <a:pt x="10706" y="9539"/>
                </a:lnTo>
                <a:lnTo>
                  <a:pt x="10560" y="9660"/>
                </a:lnTo>
                <a:lnTo>
                  <a:pt x="10487" y="9685"/>
                </a:lnTo>
                <a:lnTo>
                  <a:pt x="10439" y="9733"/>
                </a:lnTo>
                <a:lnTo>
                  <a:pt x="10463" y="9466"/>
                </a:lnTo>
                <a:lnTo>
                  <a:pt x="10487" y="9174"/>
                </a:lnTo>
                <a:lnTo>
                  <a:pt x="10536" y="8614"/>
                </a:lnTo>
                <a:lnTo>
                  <a:pt x="10512" y="8346"/>
                </a:lnTo>
                <a:lnTo>
                  <a:pt x="10487" y="8079"/>
                </a:lnTo>
                <a:lnTo>
                  <a:pt x="10463" y="8054"/>
                </a:lnTo>
                <a:lnTo>
                  <a:pt x="10439" y="8030"/>
                </a:lnTo>
                <a:lnTo>
                  <a:pt x="10414" y="8030"/>
                </a:lnTo>
                <a:lnTo>
                  <a:pt x="10414" y="8054"/>
                </a:lnTo>
                <a:lnTo>
                  <a:pt x="10317" y="8298"/>
                </a:lnTo>
                <a:lnTo>
                  <a:pt x="10268" y="8541"/>
                </a:lnTo>
                <a:lnTo>
                  <a:pt x="10195" y="9028"/>
                </a:lnTo>
                <a:lnTo>
                  <a:pt x="10147" y="9514"/>
                </a:lnTo>
                <a:lnTo>
                  <a:pt x="10122" y="9782"/>
                </a:lnTo>
                <a:lnTo>
                  <a:pt x="10147" y="10025"/>
                </a:lnTo>
                <a:lnTo>
                  <a:pt x="9685" y="10414"/>
                </a:lnTo>
                <a:lnTo>
                  <a:pt x="9733" y="10220"/>
                </a:lnTo>
                <a:lnTo>
                  <a:pt x="9733" y="10025"/>
                </a:lnTo>
                <a:lnTo>
                  <a:pt x="9758" y="9612"/>
                </a:lnTo>
                <a:lnTo>
                  <a:pt x="9782" y="8565"/>
                </a:lnTo>
                <a:lnTo>
                  <a:pt x="9782" y="8541"/>
                </a:lnTo>
                <a:lnTo>
                  <a:pt x="9733" y="8541"/>
                </a:lnTo>
                <a:lnTo>
                  <a:pt x="9733" y="8565"/>
                </a:lnTo>
                <a:lnTo>
                  <a:pt x="9612" y="9466"/>
                </a:lnTo>
                <a:lnTo>
                  <a:pt x="9539" y="10001"/>
                </a:lnTo>
                <a:lnTo>
                  <a:pt x="9514" y="10268"/>
                </a:lnTo>
                <a:lnTo>
                  <a:pt x="9539" y="10512"/>
                </a:lnTo>
                <a:lnTo>
                  <a:pt x="9003" y="10901"/>
                </a:lnTo>
                <a:lnTo>
                  <a:pt x="8444" y="11290"/>
                </a:lnTo>
                <a:lnTo>
                  <a:pt x="8371" y="11339"/>
                </a:lnTo>
                <a:lnTo>
                  <a:pt x="7762" y="11704"/>
                </a:lnTo>
                <a:lnTo>
                  <a:pt x="7762" y="11704"/>
                </a:lnTo>
                <a:lnTo>
                  <a:pt x="7811" y="11558"/>
                </a:lnTo>
                <a:lnTo>
                  <a:pt x="7835" y="11388"/>
                </a:lnTo>
                <a:lnTo>
                  <a:pt x="7884" y="11071"/>
                </a:lnTo>
                <a:lnTo>
                  <a:pt x="7981" y="10268"/>
                </a:lnTo>
                <a:lnTo>
                  <a:pt x="7957" y="10244"/>
                </a:lnTo>
                <a:lnTo>
                  <a:pt x="7933" y="10244"/>
                </a:lnTo>
                <a:lnTo>
                  <a:pt x="7908" y="10268"/>
                </a:lnTo>
                <a:lnTo>
                  <a:pt x="7738" y="11023"/>
                </a:lnTo>
                <a:lnTo>
                  <a:pt x="7665" y="11388"/>
                </a:lnTo>
                <a:lnTo>
                  <a:pt x="7641" y="11558"/>
                </a:lnTo>
                <a:lnTo>
                  <a:pt x="7665" y="11728"/>
                </a:lnTo>
                <a:lnTo>
                  <a:pt x="7665" y="11753"/>
                </a:lnTo>
                <a:lnTo>
                  <a:pt x="7178" y="12069"/>
                </a:lnTo>
                <a:lnTo>
                  <a:pt x="7227" y="11753"/>
                </a:lnTo>
                <a:lnTo>
                  <a:pt x="7227" y="11436"/>
                </a:lnTo>
                <a:lnTo>
                  <a:pt x="7203" y="10804"/>
                </a:lnTo>
                <a:lnTo>
                  <a:pt x="7203" y="10779"/>
                </a:lnTo>
                <a:lnTo>
                  <a:pt x="7178" y="10779"/>
                </a:lnTo>
                <a:lnTo>
                  <a:pt x="7154" y="10804"/>
                </a:lnTo>
                <a:lnTo>
                  <a:pt x="7105" y="11461"/>
                </a:lnTo>
                <a:lnTo>
                  <a:pt x="7081" y="11777"/>
                </a:lnTo>
                <a:lnTo>
                  <a:pt x="7105" y="12118"/>
                </a:lnTo>
                <a:lnTo>
                  <a:pt x="6886" y="12239"/>
                </a:lnTo>
                <a:lnTo>
                  <a:pt x="6667" y="12385"/>
                </a:lnTo>
                <a:lnTo>
                  <a:pt x="6692" y="12191"/>
                </a:lnTo>
                <a:lnTo>
                  <a:pt x="6716" y="11728"/>
                </a:lnTo>
                <a:lnTo>
                  <a:pt x="6716" y="11290"/>
                </a:lnTo>
                <a:lnTo>
                  <a:pt x="6692" y="11266"/>
                </a:lnTo>
                <a:lnTo>
                  <a:pt x="6667" y="11242"/>
                </a:lnTo>
                <a:lnTo>
                  <a:pt x="6643" y="11242"/>
                </a:lnTo>
                <a:lnTo>
                  <a:pt x="6619" y="11266"/>
                </a:lnTo>
                <a:lnTo>
                  <a:pt x="6546" y="11655"/>
                </a:lnTo>
                <a:lnTo>
                  <a:pt x="6497" y="12045"/>
                </a:lnTo>
                <a:lnTo>
                  <a:pt x="6448" y="12337"/>
                </a:lnTo>
                <a:lnTo>
                  <a:pt x="6424" y="12458"/>
                </a:lnTo>
                <a:lnTo>
                  <a:pt x="6424" y="12604"/>
                </a:lnTo>
                <a:lnTo>
                  <a:pt x="6375" y="12580"/>
                </a:lnTo>
                <a:lnTo>
                  <a:pt x="6302" y="12580"/>
                </a:lnTo>
                <a:lnTo>
                  <a:pt x="6254" y="12604"/>
                </a:lnTo>
                <a:lnTo>
                  <a:pt x="6229" y="12677"/>
                </a:lnTo>
                <a:lnTo>
                  <a:pt x="6181" y="12848"/>
                </a:lnTo>
                <a:lnTo>
                  <a:pt x="6181" y="12994"/>
                </a:lnTo>
                <a:lnTo>
                  <a:pt x="6205" y="13140"/>
                </a:lnTo>
                <a:lnTo>
                  <a:pt x="6229" y="13310"/>
                </a:lnTo>
                <a:lnTo>
                  <a:pt x="6473" y="14429"/>
                </a:lnTo>
                <a:lnTo>
                  <a:pt x="6692" y="15549"/>
                </a:lnTo>
                <a:lnTo>
                  <a:pt x="6740" y="15914"/>
                </a:lnTo>
                <a:lnTo>
                  <a:pt x="6765" y="16108"/>
                </a:lnTo>
                <a:lnTo>
                  <a:pt x="6838" y="16303"/>
                </a:lnTo>
                <a:lnTo>
                  <a:pt x="6716" y="16352"/>
                </a:lnTo>
                <a:lnTo>
                  <a:pt x="6594" y="16449"/>
                </a:lnTo>
                <a:lnTo>
                  <a:pt x="6351" y="16619"/>
                </a:lnTo>
                <a:lnTo>
                  <a:pt x="6132" y="16084"/>
                </a:lnTo>
                <a:lnTo>
                  <a:pt x="5889" y="15549"/>
                </a:lnTo>
                <a:lnTo>
                  <a:pt x="5353" y="14502"/>
                </a:lnTo>
                <a:lnTo>
                  <a:pt x="5110" y="14040"/>
                </a:lnTo>
                <a:lnTo>
                  <a:pt x="4867" y="13602"/>
                </a:lnTo>
                <a:lnTo>
                  <a:pt x="4721" y="13383"/>
                </a:lnTo>
                <a:lnTo>
                  <a:pt x="4550" y="13188"/>
                </a:lnTo>
                <a:lnTo>
                  <a:pt x="4380" y="12994"/>
                </a:lnTo>
                <a:lnTo>
                  <a:pt x="4185" y="12799"/>
                </a:lnTo>
                <a:lnTo>
                  <a:pt x="4015" y="12653"/>
                </a:lnTo>
                <a:lnTo>
                  <a:pt x="3820" y="12531"/>
                </a:lnTo>
                <a:lnTo>
                  <a:pt x="3431" y="12312"/>
                </a:lnTo>
                <a:lnTo>
                  <a:pt x="3017" y="12118"/>
                </a:lnTo>
                <a:lnTo>
                  <a:pt x="2579" y="11923"/>
                </a:lnTo>
                <a:lnTo>
                  <a:pt x="2093" y="11777"/>
                </a:lnTo>
                <a:lnTo>
                  <a:pt x="1606" y="11607"/>
                </a:lnTo>
                <a:lnTo>
                  <a:pt x="1168" y="11412"/>
                </a:lnTo>
                <a:lnTo>
                  <a:pt x="730" y="11217"/>
                </a:lnTo>
                <a:lnTo>
                  <a:pt x="779" y="11144"/>
                </a:lnTo>
                <a:lnTo>
                  <a:pt x="901" y="10974"/>
                </a:lnTo>
                <a:lnTo>
                  <a:pt x="1047" y="10804"/>
                </a:lnTo>
                <a:lnTo>
                  <a:pt x="1120" y="10828"/>
                </a:lnTo>
                <a:lnTo>
                  <a:pt x="1582" y="10877"/>
                </a:lnTo>
                <a:lnTo>
                  <a:pt x="2068" y="10925"/>
                </a:lnTo>
                <a:lnTo>
                  <a:pt x="2531" y="10950"/>
                </a:lnTo>
                <a:lnTo>
                  <a:pt x="2993" y="11023"/>
                </a:lnTo>
                <a:lnTo>
                  <a:pt x="3431" y="11120"/>
                </a:lnTo>
                <a:lnTo>
                  <a:pt x="3845" y="11242"/>
                </a:lnTo>
                <a:lnTo>
                  <a:pt x="4258" y="11363"/>
                </a:lnTo>
                <a:lnTo>
                  <a:pt x="4696" y="11485"/>
                </a:lnTo>
                <a:lnTo>
                  <a:pt x="4769" y="11485"/>
                </a:lnTo>
                <a:lnTo>
                  <a:pt x="4842" y="11461"/>
                </a:lnTo>
                <a:lnTo>
                  <a:pt x="4915" y="11412"/>
                </a:lnTo>
                <a:lnTo>
                  <a:pt x="4940" y="11339"/>
                </a:lnTo>
                <a:lnTo>
                  <a:pt x="4964" y="11290"/>
                </a:lnTo>
                <a:lnTo>
                  <a:pt x="4964" y="11217"/>
                </a:lnTo>
                <a:lnTo>
                  <a:pt x="4915" y="11144"/>
                </a:lnTo>
                <a:lnTo>
                  <a:pt x="4867" y="11096"/>
                </a:lnTo>
                <a:lnTo>
                  <a:pt x="4794" y="11071"/>
                </a:lnTo>
                <a:lnTo>
                  <a:pt x="4891" y="10974"/>
                </a:lnTo>
                <a:lnTo>
                  <a:pt x="4988" y="10852"/>
                </a:lnTo>
                <a:lnTo>
                  <a:pt x="5134" y="10609"/>
                </a:lnTo>
                <a:lnTo>
                  <a:pt x="6059" y="9393"/>
                </a:lnTo>
                <a:lnTo>
                  <a:pt x="7081" y="8079"/>
                </a:lnTo>
                <a:lnTo>
                  <a:pt x="7519" y="7543"/>
                </a:lnTo>
                <a:lnTo>
                  <a:pt x="7738" y="7276"/>
                </a:lnTo>
                <a:lnTo>
                  <a:pt x="7811" y="7130"/>
                </a:lnTo>
                <a:lnTo>
                  <a:pt x="7884" y="6959"/>
                </a:lnTo>
                <a:lnTo>
                  <a:pt x="7908" y="6959"/>
                </a:lnTo>
                <a:lnTo>
                  <a:pt x="7981" y="6935"/>
                </a:lnTo>
                <a:lnTo>
                  <a:pt x="8030" y="6911"/>
                </a:lnTo>
                <a:lnTo>
                  <a:pt x="8103" y="6886"/>
                </a:lnTo>
                <a:lnTo>
                  <a:pt x="8152" y="6813"/>
                </a:lnTo>
                <a:lnTo>
                  <a:pt x="8176" y="6740"/>
                </a:lnTo>
                <a:lnTo>
                  <a:pt x="8176" y="6667"/>
                </a:lnTo>
                <a:lnTo>
                  <a:pt x="8176" y="6594"/>
                </a:lnTo>
                <a:lnTo>
                  <a:pt x="8127" y="6546"/>
                </a:lnTo>
                <a:lnTo>
                  <a:pt x="8298" y="6327"/>
                </a:lnTo>
                <a:lnTo>
                  <a:pt x="8419" y="6181"/>
                </a:lnTo>
                <a:lnTo>
                  <a:pt x="8541" y="6035"/>
                </a:lnTo>
                <a:lnTo>
                  <a:pt x="8590" y="5962"/>
                </a:lnTo>
                <a:lnTo>
                  <a:pt x="8638" y="5889"/>
                </a:lnTo>
                <a:lnTo>
                  <a:pt x="8638" y="5791"/>
                </a:lnTo>
                <a:lnTo>
                  <a:pt x="8638" y="5718"/>
                </a:lnTo>
                <a:lnTo>
                  <a:pt x="8614" y="5718"/>
                </a:lnTo>
                <a:lnTo>
                  <a:pt x="8541" y="5694"/>
                </a:lnTo>
                <a:lnTo>
                  <a:pt x="8468" y="5718"/>
                </a:lnTo>
                <a:lnTo>
                  <a:pt x="8395" y="5767"/>
                </a:lnTo>
                <a:lnTo>
                  <a:pt x="8322" y="5840"/>
                </a:lnTo>
                <a:lnTo>
                  <a:pt x="8200" y="5962"/>
                </a:lnTo>
                <a:lnTo>
                  <a:pt x="8079" y="6083"/>
                </a:lnTo>
                <a:lnTo>
                  <a:pt x="7811" y="6375"/>
                </a:lnTo>
                <a:lnTo>
                  <a:pt x="6838" y="5913"/>
                </a:lnTo>
                <a:lnTo>
                  <a:pt x="5864" y="5426"/>
                </a:lnTo>
                <a:lnTo>
                  <a:pt x="6010" y="5280"/>
                </a:lnTo>
                <a:lnTo>
                  <a:pt x="6132" y="5110"/>
                </a:lnTo>
                <a:lnTo>
                  <a:pt x="6327" y="4842"/>
                </a:lnTo>
                <a:lnTo>
                  <a:pt x="6400" y="4721"/>
                </a:lnTo>
                <a:lnTo>
                  <a:pt x="6473" y="4575"/>
                </a:lnTo>
                <a:lnTo>
                  <a:pt x="6911" y="4818"/>
                </a:lnTo>
                <a:lnTo>
                  <a:pt x="7689" y="5280"/>
                </a:lnTo>
                <a:lnTo>
                  <a:pt x="7884" y="5402"/>
                </a:lnTo>
                <a:lnTo>
                  <a:pt x="8103" y="5475"/>
                </a:lnTo>
                <a:lnTo>
                  <a:pt x="8298" y="5572"/>
                </a:lnTo>
                <a:lnTo>
                  <a:pt x="8517" y="5621"/>
                </a:lnTo>
                <a:lnTo>
                  <a:pt x="8590" y="5597"/>
                </a:lnTo>
                <a:lnTo>
                  <a:pt x="8638" y="5572"/>
                </a:lnTo>
                <a:lnTo>
                  <a:pt x="8638" y="5499"/>
                </a:lnTo>
                <a:lnTo>
                  <a:pt x="8614" y="5426"/>
                </a:lnTo>
                <a:lnTo>
                  <a:pt x="8468" y="5305"/>
                </a:lnTo>
                <a:lnTo>
                  <a:pt x="8322" y="5183"/>
                </a:lnTo>
                <a:lnTo>
                  <a:pt x="7981" y="4964"/>
                </a:lnTo>
                <a:lnTo>
                  <a:pt x="7276" y="4599"/>
                </a:lnTo>
                <a:lnTo>
                  <a:pt x="5572" y="3674"/>
                </a:lnTo>
                <a:lnTo>
                  <a:pt x="4721" y="3236"/>
                </a:lnTo>
                <a:lnTo>
                  <a:pt x="3845" y="2798"/>
                </a:lnTo>
                <a:lnTo>
                  <a:pt x="3236" y="2433"/>
                </a:lnTo>
                <a:lnTo>
                  <a:pt x="2920" y="2263"/>
                </a:lnTo>
                <a:lnTo>
                  <a:pt x="2579" y="2117"/>
                </a:lnTo>
                <a:lnTo>
                  <a:pt x="2896" y="1850"/>
                </a:lnTo>
                <a:lnTo>
                  <a:pt x="3090" y="1704"/>
                </a:lnTo>
                <a:lnTo>
                  <a:pt x="3139" y="1606"/>
                </a:lnTo>
                <a:lnTo>
                  <a:pt x="3188" y="1509"/>
                </a:lnTo>
                <a:lnTo>
                  <a:pt x="3358" y="1606"/>
                </a:lnTo>
                <a:lnTo>
                  <a:pt x="3528" y="1704"/>
                </a:lnTo>
                <a:lnTo>
                  <a:pt x="3869" y="1874"/>
                </a:lnTo>
                <a:lnTo>
                  <a:pt x="4234" y="1996"/>
                </a:lnTo>
                <a:lnTo>
                  <a:pt x="4623" y="2117"/>
                </a:lnTo>
                <a:lnTo>
                  <a:pt x="5718" y="2433"/>
                </a:lnTo>
                <a:lnTo>
                  <a:pt x="6813" y="2750"/>
                </a:lnTo>
                <a:lnTo>
                  <a:pt x="8906" y="3334"/>
                </a:lnTo>
                <a:lnTo>
                  <a:pt x="9952" y="3601"/>
                </a:lnTo>
                <a:lnTo>
                  <a:pt x="11023" y="3820"/>
                </a:lnTo>
                <a:lnTo>
                  <a:pt x="11071" y="3845"/>
                </a:lnTo>
                <a:lnTo>
                  <a:pt x="11120" y="3869"/>
                </a:lnTo>
                <a:lnTo>
                  <a:pt x="11193" y="3845"/>
                </a:lnTo>
                <a:lnTo>
                  <a:pt x="11242" y="3820"/>
                </a:lnTo>
                <a:lnTo>
                  <a:pt x="11509" y="3553"/>
                </a:lnTo>
                <a:lnTo>
                  <a:pt x="11753" y="3236"/>
                </a:lnTo>
                <a:lnTo>
                  <a:pt x="11972" y="2920"/>
                </a:lnTo>
                <a:lnTo>
                  <a:pt x="12215" y="2628"/>
                </a:lnTo>
                <a:lnTo>
                  <a:pt x="12507" y="2336"/>
                </a:lnTo>
                <a:lnTo>
                  <a:pt x="12799" y="2044"/>
                </a:lnTo>
                <a:lnTo>
                  <a:pt x="13115" y="1777"/>
                </a:lnTo>
                <a:lnTo>
                  <a:pt x="13432" y="1533"/>
                </a:lnTo>
                <a:lnTo>
                  <a:pt x="13797" y="1266"/>
                </a:lnTo>
                <a:lnTo>
                  <a:pt x="14186" y="1022"/>
                </a:lnTo>
                <a:lnTo>
                  <a:pt x="14624" y="779"/>
                </a:lnTo>
                <a:lnTo>
                  <a:pt x="14867" y="682"/>
                </a:lnTo>
                <a:lnTo>
                  <a:pt x="15086" y="584"/>
                </a:lnTo>
                <a:lnTo>
                  <a:pt x="15330" y="511"/>
                </a:lnTo>
                <a:lnTo>
                  <a:pt x="15549" y="463"/>
                </a:lnTo>
                <a:lnTo>
                  <a:pt x="15792" y="438"/>
                </a:lnTo>
                <a:close/>
                <a:moveTo>
                  <a:pt x="15987" y="0"/>
                </a:moveTo>
                <a:lnTo>
                  <a:pt x="15743" y="25"/>
                </a:lnTo>
                <a:lnTo>
                  <a:pt x="15500" y="49"/>
                </a:lnTo>
                <a:lnTo>
                  <a:pt x="15281" y="98"/>
                </a:lnTo>
                <a:lnTo>
                  <a:pt x="15038" y="171"/>
                </a:lnTo>
                <a:lnTo>
                  <a:pt x="14575" y="341"/>
                </a:lnTo>
                <a:lnTo>
                  <a:pt x="14137" y="560"/>
                </a:lnTo>
                <a:lnTo>
                  <a:pt x="13724" y="803"/>
                </a:lnTo>
                <a:lnTo>
                  <a:pt x="13286" y="1095"/>
                </a:lnTo>
                <a:lnTo>
                  <a:pt x="12896" y="1387"/>
                </a:lnTo>
                <a:lnTo>
                  <a:pt x="12483" y="1728"/>
                </a:lnTo>
                <a:lnTo>
                  <a:pt x="12118" y="2093"/>
                </a:lnTo>
                <a:lnTo>
                  <a:pt x="11850" y="2360"/>
                </a:lnTo>
                <a:lnTo>
                  <a:pt x="11582" y="2677"/>
                </a:lnTo>
                <a:lnTo>
                  <a:pt x="11315" y="2993"/>
                </a:lnTo>
                <a:lnTo>
                  <a:pt x="11193" y="3163"/>
                </a:lnTo>
                <a:lnTo>
                  <a:pt x="11096" y="3358"/>
                </a:lnTo>
                <a:lnTo>
                  <a:pt x="10122" y="3066"/>
                </a:lnTo>
                <a:lnTo>
                  <a:pt x="9125" y="2798"/>
                </a:lnTo>
                <a:lnTo>
                  <a:pt x="8127" y="2555"/>
                </a:lnTo>
                <a:lnTo>
                  <a:pt x="7130" y="2287"/>
                </a:lnTo>
                <a:lnTo>
                  <a:pt x="5134" y="1704"/>
                </a:lnTo>
                <a:lnTo>
                  <a:pt x="4623" y="1558"/>
                </a:lnTo>
                <a:lnTo>
                  <a:pt x="4137" y="1412"/>
                </a:lnTo>
                <a:lnTo>
                  <a:pt x="3893" y="1363"/>
                </a:lnTo>
                <a:lnTo>
                  <a:pt x="3626" y="1314"/>
                </a:lnTo>
                <a:lnTo>
                  <a:pt x="3382" y="1290"/>
                </a:lnTo>
                <a:lnTo>
                  <a:pt x="3115" y="1314"/>
                </a:lnTo>
                <a:lnTo>
                  <a:pt x="3066" y="1290"/>
                </a:lnTo>
                <a:lnTo>
                  <a:pt x="2993" y="1266"/>
                </a:lnTo>
                <a:lnTo>
                  <a:pt x="2920" y="1266"/>
                </a:lnTo>
                <a:lnTo>
                  <a:pt x="2774" y="1314"/>
                </a:lnTo>
                <a:lnTo>
                  <a:pt x="2677" y="1387"/>
                </a:lnTo>
                <a:lnTo>
                  <a:pt x="2555" y="1485"/>
                </a:lnTo>
                <a:lnTo>
                  <a:pt x="2287" y="1728"/>
                </a:lnTo>
                <a:lnTo>
                  <a:pt x="2044" y="1971"/>
                </a:lnTo>
                <a:lnTo>
                  <a:pt x="1825" y="2239"/>
                </a:lnTo>
                <a:lnTo>
                  <a:pt x="1704" y="2433"/>
                </a:lnTo>
                <a:lnTo>
                  <a:pt x="1606" y="2628"/>
                </a:lnTo>
                <a:lnTo>
                  <a:pt x="1582" y="2652"/>
                </a:lnTo>
                <a:lnTo>
                  <a:pt x="1558" y="2701"/>
                </a:lnTo>
                <a:lnTo>
                  <a:pt x="1558" y="2750"/>
                </a:lnTo>
                <a:lnTo>
                  <a:pt x="1582" y="2823"/>
                </a:lnTo>
                <a:lnTo>
                  <a:pt x="1704" y="2993"/>
                </a:lnTo>
                <a:lnTo>
                  <a:pt x="1850" y="3188"/>
                </a:lnTo>
                <a:lnTo>
                  <a:pt x="1995" y="3358"/>
                </a:lnTo>
                <a:lnTo>
                  <a:pt x="2166" y="3528"/>
                </a:lnTo>
                <a:lnTo>
                  <a:pt x="2531" y="3820"/>
                </a:lnTo>
                <a:lnTo>
                  <a:pt x="2896" y="4112"/>
                </a:lnTo>
                <a:lnTo>
                  <a:pt x="3261" y="4404"/>
                </a:lnTo>
                <a:lnTo>
                  <a:pt x="3650" y="4672"/>
                </a:lnTo>
                <a:lnTo>
                  <a:pt x="4429" y="5207"/>
                </a:lnTo>
                <a:lnTo>
                  <a:pt x="5159" y="5645"/>
                </a:lnTo>
                <a:lnTo>
                  <a:pt x="5913" y="6083"/>
                </a:lnTo>
                <a:lnTo>
                  <a:pt x="6692" y="6448"/>
                </a:lnTo>
                <a:lnTo>
                  <a:pt x="7470" y="6789"/>
                </a:lnTo>
                <a:lnTo>
                  <a:pt x="7470" y="6813"/>
                </a:lnTo>
                <a:lnTo>
                  <a:pt x="7446" y="6862"/>
                </a:lnTo>
                <a:lnTo>
                  <a:pt x="7446" y="6911"/>
                </a:lnTo>
                <a:lnTo>
                  <a:pt x="7251" y="7105"/>
                </a:lnTo>
                <a:lnTo>
                  <a:pt x="7081" y="7324"/>
                </a:lnTo>
                <a:lnTo>
                  <a:pt x="6740" y="7762"/>
                </a:lnTo>
                <a:lnTo>
                  <a:pt x="5913" y="8857"/>
                </a:lnTo>
                <a:lnTo>
                  <a:pt x="4988" y="10074"/>
                </a:lnTo>
                <a:lnTo>
                  <a:pt x="4672" y="10463"/>
                </a:lnTo>
                <a:lnTo>
                  <a:pt x="4526" y="10682"/>
                </a:lnTo>
                <a:lnTo>
                  <a:pt x="4477" y="10779"/>
                </a:lnTo>
                <a:lnTo>
                  <a:pt x="4453" y="10901"/>
                </a:lnTo>
                <a:lnTo>
                  <a:pt x="4088" y="10779"/>
                </a:lnTo>
                <a:lnTo>
                  <a:pt x="3699" y="10682"/>
                </a:lnTo>
                <a:lnTo>
                  <a:pt x="2944" y="10536"/>
                </a:lnTo>
                <a:lnTo>
                  <a:pt x="2506" y="10463"/>
                </a:lnTo>
                <a:lnTo>
                  <a:pt x="2044" y="10439"/>
                </a:lnTo>
                <a:lnTo>
                  <a:pt x="1582" y="10414"/>
                </a:lnTo>
                <a:lnTo>
                  <a:pt x="1144" y="10439"/>
                </a:lnTo>
                <a:lnTo>
                  <a:pt x="1095" y="10414"/>
                </a:lnTo>
                <a:lnTo>
                  <a:pt x="1047" y="10414"/>
                </a:lnTo>
                <a:lnTo>
                  <a:pt x="949" y="10439"/>
                </a:lnTo>
                <a:lnTo>
                  <a:pt x="876" y="10463"/>
                </a:lnTo>
                <a:lnTo>
                  <a:pt x="682" y="10560"/>
                </a:lnTo>
                <a:lnTo>
                  <a:pt x="536" y="10706"/>
                </a:lnTo>
                <a:lnTo>
                  <a:pt x="390" y="10901"/>
                </a:lnTo>
                <a:lnTo>
                  <a:pt x="268" y="11096"/>
                </a:lnTo>
                <a:lnTo>
                  <a:pt x="171" y="11290"/>
                </a:lnTo>
                <a:lnTo>
                  <a:pt x="73" y="11485"/>
                </a:lnTo>
                <a:lnTo>
                  <a:pt x="25" y="11655"/>
                </a:lnTo>
                <a:lnTo>
                  <a:pt x="0" y="11728"/>
                </a:lnTo>
                <a:lnTo>
                  <a:pt x="0" y="11777"/>
                </a:lnTo>
                <a:lnTo>
                  <a:pt x="25" y="11850"/>
                </a:lnTo>
                <a:lnTo>
                  <a:pt x="73" y="11874"/>
                </a:lnTo>
                <a:lnTo>
                  <a:pt x="146" y="11947"/>
                </a:lnTo>
                <a:lnTo>
                  <a:pt x="268" y="11947"/>
                </a:lnTo>
                <a:lnTo>
                  <a:pt x="414" y="12069"/>
                </a:lnTo>
                <a:lnTo>
                  <a:pt x="584" y="12166"/>
                </a:lnTo>
                <a:lnTo>
                  <a:pt x="949" y="12361"/>
                </a:lnTo>
                <a:lnTo>
                  <a:pt x="1509" y="12653"/>
                </a:lnTo>
                <a:lnTo>
                  <a:pt x="2093" y="12921"/>
                </a:lnTo>
                <a:lnTo>
                  <a:pt x="2604" y="13188"/>
                </a:lnTo>
                <a:lnTo>
                  <a:pt x="3115" y="13480"/>
                </a:lnTo>
                <a:lnTo>
                  <a:pt x="3309" y="13578"/>
                </a:lnTo>
                <a:lnTo>
                  <a:pt x="3455" y="13724"/>
                </a:lnTo>
                <a:lnTo>
                  <a:pt x="3650" y="13821"/>
                </a:lnTo>
                <a:lnTo>
                  <a:pt x="3747" y="13845"/>
                </a:lnTo>
                <a:lnTo>
                  <a:pt x="3845" y="13870"/>
                </a:lnTo>
                <a:lnTo>
                  <a:pt x="3845" y="13967"/>
                </a:lnTo>
                <a:lnTo>
                  <a:pt x="3869" y="14089"/>
                </a:lnTo>
                <a:lnTo>
                  <a:pt x="3942" y="14186"/>
                </a:lnTo>
                <a:lnTo>
                  <a:pt x="4015" y="14283"/>
                </a:lnTo>
                <a:lnTo>
                  <a:pt x="4112" y="14381"/>
                </a:lnTo>
                <a:lnTo>
                  <a:pt x="4185" y="14527"/>
                </a:lnTo>
                <a:lnTo>
                  <a:pt x="4307" y="14819"/>
                </a:lnTo>
                <a:lnTo>
                  <a:pt x="4429" y="15135"/>
                </a:lnTo>
                <a:lnTo>
                  <a:pt x="4526" y="15427"/>
                </a:lnTo>
                <a:lnTo>
                  <a:pt x="4818" y="15938"/>
                </a:lnTo>
                <a:lnTo>
                  <a:pt x="5110" y="16449"/>
                </a:lnTo>
                <a:lnTo>
                  <a:pt x="5378" y="16887"/>
                </a:lnTo>
                <a:lnTo>
                  <a:pt x="5548" y="17082"/>
                </a:lnTo>
                <a:lnTo>
                  <a:pt x="5645" y="17179"/>
                </a:lnTo>
                <a:lnTo>
                  <a:pt x="5743" y="17252"/>
                </a:lnTo>
                <a:lnTo>
                  <a:pt x="5743" y="17325"/>
                </a:lnTo>
                <a:lnTo>
                  <a:pt x="5767" y="17349"/>
                </a:lnTo>
                <a:lnTo>
                  <a:pt x="5864" y="17374"/>
                </a:lnTo>
                <a:lnTo>
                  <a:pt x="5937" y="17374"/>
                </a:lnTo>
                <a:lnTo>
                  <a:pt x="6010" y="17349"/>
                </a:lnTo>
                <a:lnTo>
                  <a:pt x="6108" y="17301"/>
                </a:lnTo>
                <a:lnTo>
                  <a:pt x="6254" y="17228"/>
                </a:lnTo>
                <a:lnTo>
                  <a:pt x="6400" y="17106"/>
                </a:lnTo>
                <a:lnTo>
                  <a:pt x="6789" y="16863"/>
                </a:lnTo>
                <a:lnTo>
                  <a:pt x="6984" y="16741"/>
                </a:lnTo>
                <a:lnTo>
                  <a:pt x="7057" y="16644"/>
                </a:lnTo>
                <a:lnTo>
                  <a:pt x="7130" y="16571"/>
                </a:lnTo>
                <a:lnTo>
                  <a:pt x="7203" y="16522"/>
                </a:lnTo>
                <a:lnTo>
                  <a:pt x="7251" y="16449"/>
                </a:lnTo>
                <a:lnTo>
                  <a:pt x="7276" y="16230"/>
                </a:lnTo>
                <a:lnTo>
                  <a:pt x="7276" y="16011"/>
                </a:lnTo>
                <a:lnTo>
                  <a:pt x="7203" y="15597"/>
                </a:lnTo>
                <a:lnTo>
                  <a:pt x="7008" y="14478"/>
                </a:lnTo>
                <a:lnTo>
                  <a:pt x="6886" y="13918"/>
                </a:lnTo>
                <a:lnTo>
                  <a:pt x="6765" y="13359"/>
                </a:lnTo>
                <a:lnTo>
                  <a:pt x="6692" y="13091"/>
                </a:lnTo>
                <a:lnTo>
                  <a:pt x="6667" y="12969"/>
                </a:lnTo>
                <a:lnTo>
                  <a:pt x="6594" y="12848"/>
                </a:lnTo>
                <a:lnTo>
                  <a:pt x="6813" y="12799"/>
                </a:lnTo>
                <a:lnTo>
                  <a:pt x="6984" y="12702"/>
                </a:lnTo>
                <a:lnTo>
                  <a:pt x="7373" y="12483"/>
                </a:lnTo>
                <a:lnTo>
                  <a:pt x="8614" y="11753"/>
                </a:lnTo>
                <a:lnTo>
                  <a:pt x="9149" y="11412"/>
                </a:lnTo>
                <a:lnTo>
                  <a:pt x="9660" y="11047"/>
                </a:lnTo>
                <a:lnTo>
                  <a:pt x="10171" y="10658"/>
                </a:lnTo>
                <a:lnTo>
                  <a:pt x="10414" y="10439"/>
                </a:lnTo>
                <a:lnTo>
                  <a:pt x="10633" y="10220"/>
                </a:lnTo>
                <a:lnTo>
                  <a:pt x="10755" y="10414"/>
                </a:lnTo>
                <a:lnTo>
                  <a:pt x="10877" y="10633"/>
                </a:lnTo>
                <a:lnTo>
                  <a:pt x="11120" y="10998"/>
                </a:lnTo>
                <a:lnTo>
                  <a:pt x="11655" y="11850"/>
                </a:lnTo>
                <a:lnTo>
                  <a:pt x="12191" y="12677"/>
                </a:lnTo>
                <a:lnTo>
                  <a:pt x="12750" y="13505"/>
                </a:lnTo>
                <a:lnTo>
                  <a:pt x="13286" y="14308"/>
                </a:lnTo>
                <a:lnTo>
                  <a:pt x="13870" y="15086"/>
                </a:lnTo>
                <a:lnTo>
                  <a:pt x="14478" y="15865"/>
                </a:lnTo>
                <a:lnTo>
                  <a:pt x="14551" y="15914"/>
                </a:lnTo>
                <a:lnTo>
                  <a:pt x="14624" y="15938"/>
                </a:lnTo>
                <a:lnTo>
                  <a:pt x="14721" y="15914"/>
                </a:lnTo>
                <a:lnTo>
                  <a:pt x="14794" y="15889"/>
                </a:lnTo>
                <a:lnTo>
                  <a:pt x="14867" y="15865"/>
                </a:lnTo>
                <a:lnTo>
                  <a:pt x="15086" y="15743"/>
                </a:lnTo>
                <a:lnTo>
                  <a:pt x="15281" y="15597"/>
                </a:lnTo>
                <a:lnTo>
                  <a:pt x="15646" y="15281"/>
                </a:lnTo>
                <a:lnTo>
                  <a:pt x="15841" y="15135"/>
                </a:lnTo>
                <a:lnTo>
                  <a:pt x="16011" y="14965"/>
                </a:lnTo>
                <a:lnTo>
                  <a:pt x="16157" y="14770"/>
                </a:lnTo>
                <a:lnTo>
                  <a:pt x="16254" y="14575"/>
                </a:lnTo>
                <a:lnTo>
                  <a:pt x="16279" y="14527"/>
                </a:lnTo>
                <a:lnTo>
                  <a:pt x="16327" y="14478"/>
                </a:lnTo>
                <a:lnTo>
                  <a:pt x="16352" y="14429"/>
                </a:lnTo>
                <a:lnTo>
                  <a:pt x="16352" y="14356"/>
                </a:lnTo>
                <a:lnTo>
                  <a:pt x="16352" y="14283"/>
                </a:lnTo>
                <a:lnTo>
                  <a:pt x="16084" y="13261"/>
                </a:lnTo>
                <a:lnTo>
                  <a:pt x="15768" y="12264"/>
                </a:lnTo>
                <a:lnTo>
                  <a:pt x="15111" y="10244"/>
                </a:lnTo>
                <a:lnTo>
                  <a:pt x="14478" y="8225"/>
                </a:lnTo>
                <a:lnTo>
                  <a:pt x="14113" y="7130"/>
                </a:lnTo>
                <a:lnTo>
                  <a:pt x="14016" y="6813"/>
                </a:lnTo>
                <a:lnTo>
                  <a:pt x="13943" y="6643"/>
                </a:lnTo>
                <a:lnTo>
                  <a:pt x="13870" y="6521"/>
                </a:lnTo>
                <a:lnTo>
                  <a:pt x="14186" y="6327"/>
                </a:lnTo>
                <a:lnTo>
                  <a:pt x="14478" y="6132"/>
                </a:lnTo>
                <a:lnTo>
                  <a:pt x="14794" y="5913"/>
                </a:lnTo>
                <a:lnTo>
                  <a:pt x="15062" y="5694"/>
                </a:lnTo>
                <a:lnTo>
                  <a:pt x="15330" y="5475"/>
                </a:lnTo>
                <a:lnTo>
                  <a:pt x="15597" y="5232"/>
                </a:lnTo>
                <a:lnTo>
                  <a:pt x="15865" y="4964"/>
                </a:lnTo>
                <a:lnTo>
                  <a:pt x="16108" y="4696"/>
                </a:lnTo>
                <a:lnTo>
                  <a:pt x="16157" y="4696"/>
                </a:lnTo>
                <a:lnTo>
                  <a:pt x="16181" y="4648"/>
                </a:lnTo>
                <a:lnTo>
                  <a:pt x="16181" y="4599"/>
                </a:lnTo>
                <a:lnTo>
                  <a:pt x="16449" y="4283"/>
                </a:lnTo>
                <a:lnTo>
                  <a:pt x="16692" y="3942"/>
                </a:lnTo>
                <a:lnTo>
                  <a:pt x="16911" y="3601"/>
                </a:lnTo>
                <a:lnTo>
                  <a:pt x="17130" y="3188"/>
                </a:lnTo>
                <a:lnTo>
                  <a:pt x="17325" y="2774"/>
                </a:lnTo>
                <a:lnTo>
                  <a:pt x="17422" y="2531"/>
                </a:lnTo>
                <a:lnTo>
                  <a:pt x="17495" y="2312"/>
                </a:lnTo>
                <a:lnTo>
                  <a:pt x="17544" y="2093"/>
                </a:lnTo>
                <a:lnTo>
                  <a:pt x="17568" y="1850"/>
                </a:lnTo>
                <a:lnTo>
                  <a:pt x="17593" y="1631"/>
                </a:lnTo>
                <a:lnTo>
                  <a:pt x="17568" y="1412"/>
                </a:lnTo>
                <a:lnTo>
                  <a:pt x="17544" y="1193"/>
                </a:lnTo>
                <a:lnTo>
                  <a:pt x="17471" y="998"/>
                </a:lnTo>
                <a:lnTo>
                  <a:pt x="17374" y="779"/>
                </a:lnTo>
                <a:lnTo>
                  <a:pt x="17228" y="609"/>
                </a:lnTo>
                <a:lnTo>
                  <a:pt x="17057" y="414"/>
                </a:lnTo>
                <a:lnTo>
                  <a:pt x="16863" y="268"/>
                </a:lnTo>
                <a:lnTo>
                  <a:pt x="16644" y="146"/>
                </a:lnTo>
                <a:lnTo>
                  <a:pt x="16425" y="73"/>
                </a:lnTo>
                <a:lnTo>
                  <a:pt x="16206" y="25"/>
                </a:lnTo>
                <a:lnTo>
                  <a:pt x="15987" y="0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28"/>
          <p:cNvSpPr/>
          <p:nvPr/>
        </p:nvSpPr>
        <p:spPr>
          <a:xfrm>
            <a:off x="1949139" y="2083193"/>
            <a:ext cx="374900" cy="211415"/>
          </a:xfrm>
          <a:custGeom>
            <a:rect b="b" l="l" r="r" t="t"/>
            <a:pathLst>
              <a:path extrusionOk="0" h="12240" w="21705">
                <a:moveTo>
                  <a:pt x="17544" y="4258"/>
                </a:moveTo>
                <a:lnTo>
                  <a:pt x="17811" y="4307"/>
                </a:lnTo>
                <a:lnTo>
                  <a:pt x="18055" y="4356"/>
                </a:lnTo>
                <a:lnTo>
                  <a:pt x="17957" y="4575"/>
                </a:lnTo>
                <a:lnTo>
                  <a:pt x="17860" y="4769"/>
                </a:lnTo>
                <a:lnTo>
                  <a:pt x="17714" y="5207"/>
                </a:lnTo>
                <a:lnTo>
                  <a:pt x="17617" y="5669"/>
                </a:lnTo>
                <a:lnTo>
                  <a:pt x="17495" y="6083"/>
                </a:lnTo>
                <a:lnTo>
                  <a:pt x="17373" y="6618"/>
                </a:lnTo>
                <a:lnTo>
                  <a:pt x="17276" y="7129"/>
                </a:lnTo>
                <a:lnTo>
                  <a:pt x="17130" y="7129"/>
                </a:lnTo>
                <a:lnTo>
                  <a:pt x="16570" y="5840"/>
                </a:lnTo>
                <a:lnTo>
                  <a:pt x="16011" y="4526"/>
                </a:lnTo>
                <a:lnTo>
                  <a:pt x="16278" y="4429"/>
                </a:lnTo>
                <a:lnTo>
                  <a:pt x="16522" y="4331"/>
                </a:lnTo>
                <a:lnTo>
                  <a:pt x="16789" y="4283"/>
                </a:lnTo>
                <a:lnTo>
                  <a:pt x="17033" y="4258"/>
                </a:lnTo>
                <a:close/>
                <a:moveTo>
                  <a:pt x="15451" y="4599"/>
                </a:moveTo>
                <a:lnTo>
                  <a:pt x="15962" y="5888"/>
                </a:lnTo>
                <a:lnTo>
                  <a:pt x="16497" y="7178"/>
                </a:lnTo>
                <a:lnTo>
                  <a:pt x="16205" y="6935"/>
                </a:lnTo>
                <a:lnTo>
                  <a:pt x="15938" y="6691"/>
                </a:lnTo>
                <a:lnTo>
                  <a:pt x="15597" y="6326"/>
                </a:lnTo>
                <a:lnTo>
                  <a:pt x="15281" y="5937"/>
                </a:lnTo>
                <a:lnTo>
                  <a:pt x="14940" y="5548"/>
                </a:lnTo>
                <a:lnTo>
                  <a:pt x="14745" y="5402"/>
                </a:lnTo>
                <a:lnTo>
                  <a:pt x="14551" y="5256"/>
                </a:lnTo>
                <a:lnTo>
                  <a:pt x="14770" y="5061"/>
                </a:lnTo>
                <a:lnTo>
                  <a:pt x="14989" y="4891"/>
                </a:lnTo>
                <a:lnTo>
                  <a:pt x="15208" y="4745"/>
                </a:lnTo>
                <a:lnTo>
                  <a:pt x="15451" y="4599"/>
                </a:lnTo>
                <a:close/>
                <a:moveTo>
                  <a:pt x="5012" y="4307"/>
                </a:moveTo>
                <a:lnTo>
                  <a:pt x="5353" y="4404"/>
                </a:lnTo>
                <a:lnTo>
                  <a:pt x="5669" y="4526"/>
                </a:lnTo>
                <a:lnTo>
                  <a:pt x="5986" y="4696"/>
                </a:lnTo>
                <a:lnTo>
                  <a:pt x="6302" y="4866"/>
                </a:lnTo>
                <a:lnTo>
                  <a:pt x="6059" y="5183"/>
                </a:lnTo>
                <a:lnTo>
                  <a:pt x="5304" y="6180"/>
                </a:lnTo>
                <a:lnTo>
                  <a:pt x="4550" y="7202"/>
                </a:lnTo>
                <a:lnTo>
                  <a:pt x="4501" y="7129"/>
                </a:lnTo>
                <a:lnTo>
                  <a:pt x="4453" y="7081"/>
                </a:lnTo>
                <a:lnTo>
                  <a:pt x="4599" y="6156"/>
                </a:lnTo>
                <a:lnTo>
                  <a:pt x="4793" y="5231"/>
                </a:lnTo>
                <a:lnTo>
                  <a:pt x="5012" y="4307"/>
                </a:lnTo>
                <a:close/>
                <a:moveTo>
                  <a:pt x="4234" y="4210"/>
                </a:moveTo>
                <a:lnTo>
                  <a:pt x="4720" y="4258"/>
                </a:lnTo>
                <a:lnTo>
                  <a:pt x="4477" y="5158"/>
                </a:lnTo>
                <a:lnTo>
                  <a:pt x="4282" y="6083"/>
                </a:lnTo>
                <a:lnTo>
                  <a:pt x="4185" y="6545"/>
                </a:lnTo>
                <a:lnTo>
                  <a:pt x="4112" y="7008"/>
                </a:lnTo>
                <a:lnTo>
                  <a:pt x="4088" y="7008"/>
                </a:lnTo>
                <a:lnTo>
                  <a:pt x="3991" y="6618"/>
                </a:lnTo>
                <a:lnTo>
                  <a:pt x="3869" y="6253"/>
                </a:lnTo>
                <a:lnTo>
                  <a:pt x="3747" y="5767"/>
                </a:lnTo>
                <a:lnTo>
                  <a:pt x="3577" y="5304"/>
                </a:lnTo>
                <a:lnTo>
                  <a:pt x="3358" y="4842"/>
                </a:lnTo>
                <a:lnTo>
                  <a:pt x="3139" y="4404"/>
                </a:lnTo>
                <a:lnTo>
                  <a:pt x="3090" y="4380"/>
                </a:lnTo>
                <a:lnTo>
                  <a:pt x="3066" y="4356"/>
                </a:lnTo>
                <a:lnTo>
                  <a:pt x="2993" y="4380"/>
                </a:lnTo>
                <a:lnTo>
                  <a:pt x="2944" y="4429"/>
                </a:lnTo>
                <a:lnTo>
                  <a:pt x="2920" y="4453"/>
                </a:lnTo>
                <a:lnTo>
                  <a:pt x="2920" y="4502"/>
                </a:lnTo>
                <a:lnTo>
                  <a:pt x="3261" y="5329"/>
                </a:lnTo>
                <a:lnTo>
                  <a:pt x="3407" y="5742"/>
                </a:lnTo>
                <a:lnTo>
                  <a:pt x="3553" y="6156"/>
                </a:lnTo>
                <a:lnTo>
                  <a:pt x="3674" y="6594"/>
                </a:lnTo>
                <a:lnTo>
                  <a:pt x="3796" y="7081"/>
                </a:lnTo>
                <a:lnTo>
                  <a:pt x="3601" y="7202"/>
                </a:lnTo>
                <a:lnTo>
                  <a:pt x="3431" y="7373"/>
                </a:lnTo>
                <a:lnTo>
                  <a:pt x="2944" y="7056"/>
                </a:lnTo>
                <a:lnTo>
                  <a:pt x="2701" y="6886"/>
                </a:lnTo>
                <a:lnTo>
                  <a:pt x="2482" y="6691"/>
                </a:lnTo>
                <a:lnTo>
                  <a:pt x="2190" y="6399"/>
                </a:lnTo>
                <a:lnTo>
                  <a:pt x="1922" y="6083"/>
                </a:lnTo>
                <a:lnTo>
                  <a:pt x="1630" y="5791"/>
                </a:lnTo>
                <a:lnTo>
                  <a:pt x="1484" y="5645"/>
                </a:lnTo>
                <a:lnTo>
                  <a:pt x="1314" y="5523"/>
                </a:lnTo>
                <a:lnTo>
                  <a:pt x="1484" y="5329"/>
                </a:lnTo>
                <a:lnTo>
                  <a:pt x="1655" y="5158"/>
                </a:lnTo>
                <a:lnTo>
                  <a:pt x="1849" y="4988"/>
                </a:lnTo>
                <a:lnTo>
                  <a:pt x="2044" y="4842"/>
                </a:lnTo>
                <a:lnTo>
                  <a:pt x="2239" y="4721"/>
                </a:lnTo>
                <a:lnTo>
                  <a:pt x="2433" y="4599"/>
                </a:lnTo>
                <a:lnTo>
                  <a:pt x="2652" y="4502"/>
                </a:lnTo>
                <a:lnTo>
                  <a:pt x="2871" y="4404"/>
                </a:lnTo>
                <a:lnTo>
                  <a:pt x="3090" y="4331"/>
                </a:lnTo>
                <a:lnTo>
                  <a:pt x="3309" y="4283"/>
                </a:lnTo>
                <a:lnTo>
                  <a:pt x="3553" y="4234"/>
                </a:lnTo>
                <a:lnTo>
                  <a:pt x="3772" y="4210"/>
                </a:lnTo>
                <a:close/>
                <a:moveTo>
                  <a:pt x="18152" y="4404"/>
                </a:moveTo>
                <a:lnTo>
                  <a:pt x="18395" y="4477"/>
                </a:lnTo>
                <a:lnTo>
                  <a:pt x="18639" y="4575"/>
                </a:lnTo>
                <a:lnTo>
                  <a:pt x="18858" y="4672"/>
                </a:lnTo>
                <a:lnTo>
                  <a:pt x="19077" y="4793"/>
                </a:lnTo>
                <a:lnTo>
                  <a:pt x="19515" y="5085"/>
                </a:lnTo>
                <a:lnTo>
                  <a:pt x="19904" y="5426"/>
                </a:lnTo>
                <a:lnTo>
                  <a:pt x="19588" y="5742"/>
                </a:lnTo>
                <a:lnTo>
                  <a:pt x="19247" y="6083"/>
                </a:lnTo>
                <a:lnTo>
                  <a:pt x="18931" y="6424"/>
                </a:lnTo>
                <a:lnTo>
                  <a:pt x="18614" y="6740"/>
                </a:lnTo>
                <a:lnTo>
                  <a:pt x="18201" y="7081"/>
                </a:lnTo>
                <a:lnTo>
                  <a:pt x="17787" y="7421"/>
                </a:lnTo>
                <a:lnTo>
                  <a:pt x="17665" y="7275"/>
                </a:lnTo>
                <a:lnTo>
                  <a:pt x="17495" y="7178"/>
                </a:lnTo>
                <a:lnTo>
                  <a:pt x="17592" y="6667"/>
                </a:lnTo>
                <a:lnTo>
                  <a:pt x="17690" y="6156"/>
                </a:lnTo>
                <a:lnTo>
                  <a:pt x="17811" y="5718"/>
                </a:lnTo>
                <a:lnTo>
                  <a:pt x="17933" y="5280"/>
                </a:lnTo>
                <a:lnTo>
                  <a:pt x="18055" y="4842"/>
                </a:lnTo>
                <a:lnTo>
                  <a:pt x="18152" y="4404"/>
                </a:lnTo>
                <a:close/>
                <a:moveTo>
                  <a:pt x="6691" y="5183"/>
                </a:moveTo>
                <a:lnTo>
                  <a:pt x="7056" y="5645"/>
                </a:lnTo>
                <a:lnTo>
                  <a:pt x="7227" y="5888"/>
                </a:lnTo>
                <a:lnTo>
                  <a:pt x="7373" y="6132"/>
                </a:lnTo>
                <a:lnTo>
                  <a:pt x="7227" y="6205"/>
                </a:lnTo>
                <a:lnTo>
                  <a:pt x="7056" y="6302"/>
                </a:lnTo>
                <a:lnTo>
                  <a:pt x="6764" y="6521"/>
                </a:lnTo>
                <a:lnTo>
                  <a:pt x="6326" y="6789"/>
                </a:lnTo>
                <a:lnTo>
                  <a:pt x="5864" y="7081"/>
                </a:lnTo>
                <a:lnTo>
                  <a:pt x="5621" y="7202"/>
                </a:lnTo>
                <a:lnTo>
                  <a:pt x="5377" y="7324"/>
                </a:lnTo>
                <a:lnTo>
                  <a:pt x="4891" y="7567"/>
                </a:lnTo>
                <a:lnTo>
                  <a:pt x="5645" y="6570"/>
                </a:lnTo>
                <a:lnTo>
                  <a:pt x="6375" y="5596"/>
                </a:lnTo>
                <a:lnTo>
                  <a:pt x="6691" y="5183"/>
                </a:lnTo>
                <a:close/>
                <a:moveTo>
                  <a:pt x="14526" y="5280"/>
                </a:moveTo>
                <a:lnTo>
                  <a:pt x="14599" y="5499"/>
                </a:lnTo>
                <a:lnTo>
                  <a:pt x="14721" y="5718"/>
                </a:lnTo>
                <a:lnTo>
                  <a:pt x="14867" y="5937"/>
                </a:lnTo>
                <a:lnTo>
                  <a:pt x="15037" y="6132"/>
                </a:lnTo>
                <a:lnTo>
                  <a:pt x="15402" y="6521"/>
                </a:lnTo>
                <a:lnTo>
                  <a:pt x="15743" y="6862"/>
                </a:lnTo>
                <a:lnTo>
                  <a:pt x="16084" y="7178"/>
                </a:lnTo>
                <a:lnTo>
                  <a:pt x="16424" y="7494"/>
                </a:lnTo>
                <a:lnTo>
                  <a:pt x="16327" y="7689"/>
                </a:lnTo>
                <a:lnTo>
                  <a:pt x="15719" y="7494"/>
                </a:lnTo>
                <a:lnTo>
                  <a:pt x="15402" y="7373"/>
                </a:lnTo>
                <a:lnTo>
                  <a:pt x="15110" y="7251"/>
                </a:lnTo>
                <a:lnTo>
                  <a:pt x="14745" y="7081"/>
                </a:lnTo>
                <a:lnTo>
                  <a:pt x="14380" y="6862"/>
                </a:lnTo>
                <a:lnTo>
                  <a:pt x="14015" y="6667"/>
                </a:lnTo>
                <a:lnTo>
                  <a:pt x="13821" y="6594"/>
                </a:lnTo>
                <a:lnTo>
                  <a:pt x="13626" y="6545"/>
                </a:lnTo>
                <a:lnTo>
                  <a:pt x="13796" y="6205"/>
                </a:lnTo>
                <a:lnTo>
                  <a:pt x="14015" y="5864"/>
                </a:lnTo>
                <a:lnTo>
                  <a:pt x="14259" y="5572"/>
                </a:lnTo>
                <a:lnTo>
                  <a:pt x="14526" y="5280"/>
                </a:lnTo>
                <a:close/>
                <a:moveTo>
                  <a:pt x="8395" y="3163"/>
                </a:moveTo>
                <a:lnTo>
                  <a:pt x="8735" y="3188"/>
                </a:lnTo>
                <a:lnTo>
                  <a:pt x="11461" y="3188"/>
                </a:lnTo>
                <a:lnTo>
                  <a:pt x="14332" y="3212"/>
                </a:lnTo>
                <a:lnTo>
                  <a:pt x="13407" y="4404"/>
                </a:lnTo>
                <a:lnTo>
                  <a:pt x="12434" y="5572"/>
                </a:lnTo>
                <a:lnTo>
                  <a:pt x="11363" y="6813"/>
                </a:lnTo>
                <a:lnTo>
                  <a:pt x="10925" y="7300"/>
                </a:lnTo>
                <a:lnTo>
                  <a:pt x="10706" y="7519"/>
                </a:lnTo>
                <a:lnTo>
                  <a:pt x="10512" y="7786"/>
                </a:lnTo>
                <a:lnTo>
                  <a:pt x="10098" y="6935"/>
                </a:lnTo>
                <a:lnTo>
                  <a:pt x="9684" y="6083"/>
                </a:lnTo>
                <a:lnTo>
                  <a:pt x="8930" y="4356"/>
                </a:lnTo>
                <a:lnTo>
                  <a:pt x="8395" y="3163"/>
                </a:lnTo>
                <a:close/>
                <a:moveTo>
                  <a:pt x="20171" y="5669"/>
                </a:moveTo>
                <a:lnTo>
                  <a:pt x="20366" y="5913"/>
                </a:lnTo>
                <a:lnTo>
                  <a:pt x="20561" y="6156"/>
                </a:lnTo>
                <a:lnTo>
                  <a:pt x="20755" y="6424"/>
                </a:lnTo>
                <a:lnTo>
                  <a:pt x="20901" y="6691"/>
                </a:lnTo>
                <a:lnTo>
                  <a:pt x="20999" y="6886"/>
                </a:lnTo>
                <a:lnTo>
                  <a:pt x="21096" y="7105"/>
                </a:lnTo>
                <a:lnTo>
                  <a:pt x="20658" y="7178"/>
                </a:lnTo>
                <a:lnTo>
                  <a:pt x="20244" y="7275"/>
                </a:lnTo>
                <a:lnTo>
                  <a:pt x="19393" y="7494"/>
                </a:lnTo>
                <a:lnTo>
                  <a:pt x="18687" y="7665"/>
                </a:lnTo>
                <a:lnTo>
                  <a:pt x="17982" y="7835"/>
                </a:lnTo>
                <a:lnTo>
                  <a:pt x="17957" y="7762"/>
                </a:lnTo>
                <a:lnTo>
                  <a:pt x="18420" y="7373"/>
                </a:lnTo>
                <a:lnTo>
                  <a:pt x="18858" y="6983"/>
                </a:lnTo>
                <a:lnTo>
                  <a:pt x="19198" y="6691"/>
                </a:lnTo>
                <a:lnTo>
                  <a:pt x="19539" y="6375"/>
                </a:lnTo>
                <a:lnTo>
                  <a:pt x="19880" y="6034"/>
                </a:lnTo>
                <a:lnTo>
                  <a:pt x="20171" y="5669"/>
                </a:lnTo>
                <a:close/>
                <a:moveTo>
                  <a:pt x="3942" y="7543"/>
                </a:moveTo>
                <a:lnTo>
                  <a:pt x="4015" y="7689"/>
                </a:lnTo>
                <a:lnTo>
                  <a:pt x="4088" y="7835"/>
                </a:lnTo>
                <a:lnTo>
                  <a:pt x="4088" y="7859"/>
                </a:lnTo>
                <a:lnTo>
                  <a:pt x="3820" y="7640"/>
                </a:lnTo>
                <a:lnTo>
                  <a:pt x="3942" y="7543"/>
                </a:lnTo>
                <a:close/>
                <a:moveTo>
                  <a:pt x="16741" y="7762"/>
                </a:moveTo>
                <a:lnTo>
                  <a:pt x="16765" y="7786"/>
                </a:lnTo>
                <a:lnTo>
                  <a:pt x="16814" y="7884"/>
                </a:lnTo>
                <a:lnTo>
                  <a:pt x="16692" y="7835"/>
                </a:lnTo>
                <a:lnTo>
                  <a:pt x="16741" y="7762"/>
                </a:lnTo>
                <a:close/>
                <a:moveTo>
                  <a:pt x="7957" y="3504"/>
                </a:moveTo>
                <a:lnTo>
                  <a:pt x="8297" y="4283"/>
                </a:lnTo>
                <a:lnTo>
                  <a:pt x="8711" y="5183"/>
                </a:lnTo>
                <a:lnTo>
                  <a:pt x="9125" y="6083"/>
                </a:lnTo>
                <a:lnTo>
                  <a:pt x="10001" y="7859"/>
                </a:lnTo>
                <a:lnTo>
                  <a:pt x="8443" y="7908"/>
                </a:lnTo>
                <a:lnTo>
                  <a:pt x="8443" y="7446"/>
                </a:lnTo>
                <a:lnTo>
                  <a:pt x="8395" y="6983"/>
                </a:lnTo>
                <a:lnTo>
                  <a:pt x="8297" y="6545"/>
                </a:lnTo>
                <a:lnTo>
                  <a:pt x="8151" y="6107"/>
                </a:lnTo>
                <a:lnTo>
                  <a:pt x="8054" y="5913"/>
                </a:lnTo>
                <a:lnTo>
                  <a:pt x="7957" y="5718"/>
                </a:lnTo>
                <a:lnTo>
                  <a:pt x="7835" y="5523"/>
                </a:lnTo>
                <a:lnTo>
                  <a:pt x="7689" y="5329"/>
                </a:lnTo>
                <a:lnTo>
                  <a:pt x="7567" y="5158"/>
                </a:lnTo>
                <a:lnTo>
                  <a:pt x="7397" y="5012"/>
                </a:lnTo>
                <a:lnTo>
                  <a:pt x="7227" y="4866"/>
                </a:lnTo>
                <a:lnTo>
                  <a:pt x="7056" y="4721"/>
                </a:lnTo>
                <a:lnTo>
                  <a:pt x="7324" y="4356"/>
                </a:lnTo>
                <a:lnTo>
                  <a:pt x="7665" y="3942"/>
                </a:lnTo>
                <a:lnTo>
                  <a:pt x="7835" y="3747"/>
                </a:lnTo>
                <a:lnTo>
                  <a:pt x="7957" y="3504"/>
                </a:lnTo>
                <a:close/>
                <a:moveTo>
                  <a:pt x="3699" y="7811"/>
                </a:moveTo>
                <a:lnTo>
                  <a:pt x="4063" y="7932"/>
                </a:lnTo>
                <a:lnTo>
                  <a:pt x="4063" y="7957"/>
                </a:lnTo>
                <a:lnTo>
                  <a:pt x="3869" y="7908"/>
                </a:lnTo>
                <a:lnTo>
                  <a:pt x="3650" y="7884"/>
                </a:lnTo>
                <a:lnTo>
                  <a:pt x="3699" y="7811"/>
                </a:lnTo>
                <a:close/>
                <a:moveTo>
                  <a:pt x="7543" y="6424"/>
                </a:moveTo>
                <a:lnTo>
                  <a:pt x="7640" y="6643"/>
                </a:lnTo>
                <a:lnTo>
                  <a:pt x="7713" y="6862"/>
                </a:lnTo>
                <a:lnTo>
                  <a:pt x="7786" y="7129"/>
                </a:lnTo>
                <a:lnTo>
                  <a:pt x="7835" y="7397"/>
                </a:lnTo>
                <a:lnTo>
                  <a:pt x="7884" y="7932"/>
                </a:lnTo>
                <a:lnTo>
                  <a:pt x="7300" y="7932"/>
                </a:lnTo>
                <a:lnTo>
                  <a:pt x="5742" y="7957"/>
                </a:lnTo>
                <a:lnTo>
                  <a:pt x="4988" y="7932"/>
                </a:lnTo>
                <a:lnTo>
                  <a:pt x="4988" y="7884"/>
                </a:lnTo>
                <a:lnTo>
                  <a:pt x="5256" y="7762"/>
                </a:lnTo>
                <a:lnTo>
                  <a:pt x="5523" y="7616"/>
                </a:lnTo>
                <a:lnTo>
                  <a:pt x="6034" y="7348"/>
                </a:lnTo>
                <a:lnTo>
                  <a:pt x="6399" y="7178"/>
                </a:lnTo>
                <a:lnTo>
                  <a:pt x="6813" y="6959"/>
                </a:lnTo>
                <a:lnTo>
                  <a:pt x="7202" y="6716"/>
                </a:lnTo>
                <a:lnTo>
                  <a:pt x="7373" y="6570"/>
                </a:lnTo>
                <a:lnTo>
                  <a:pt x="7543" y="6424"/>
                </a:lnTo>
                <a:close/>
                <a:moveTo>
                  <a:pt x="3845" y="8127"/>
                </a:moveTo>
                <a:lnTo>
                  <a:pt x="3674" y="8224"/>
                </a:lnTo>
                <a:lnTo>
                  <a:pt x="3650" y="8200"/>
                </a:lnTo>
                <a:lnTo>
                  <a:pt x="3845" y="8127"/>
                </a:lnTo>
                <a:close/>
                <a:moveTo>
                  <a:pt x="1144" y="5767"/>
                </a:moveTo>
                <a:lnTo>
                  <a:pt x="1338" y="5913"/>
                </a:lnTo>
                <a:lnTo>
                  <a:pt x="1509" y="6059"/>
                </a:lnTo>
                <a:lnTo>
                  <a:pt x="1849" y="6424"/>
                </a:lnTo>
                <a:lnTo>
                  <a:pt x="2166" y="6764"/>
                </a:lnTo>
                <a:lnTo>
                  <a:pt x="2336" y="6935"/>
                </a:lnTo>
                <a:lnTo>
                  <a:pt x="2506" y="7105"/>
                </a:lnTo>
                <a:lnTo>
                  <a:pt x="2871" y="7373"/>
                </a:lnTo>
                <a:lnTo>
                  <a:pt x="3261" y="7616"/>
                </a:lnTo>
                <a:lnTo>
                  <a:pt x="3188" y="7786"/>
                </a:lnTo>
                <a:lnTo>
                  <a:pt x="3163" y="7932"/>
                </a:lnTo>
                <a:lnTo>
                  <a:pt x="2725" y="8030"/>
                </a:lnTo>
                <a:lnTo>
                  <a:pt x="2312" y="8103"/>
                </a:lnTo>
                <a:lnTo>
                  <a:pt x="1411" y="8224"/>
                </a:lnTo>
                <a:lnTo>
                  <a:pt x="973" y="8273"/>
                </a:lnTo>
                <a:lnTo>
                  <a:pt x="535" y="8370"/>
                </a:lnTo>
                <a:lnTo>
                  <a:pt x="511" y="8030"/>
                </a:lnTo>
                <a:lnTo>
                  <a:pt x="535" y="7665"/>
                </a:lnTo>
                <a:lnTo>
                  <a:pt x="560" y="7324"/>
                </a:lnTo>
                <a:lnTo>
                  <a:pt x="633" y="7008"/>
                </a:lnTo>
                <a:lnTo>
                  <a:pt x="730" y="6667"/>
                </a:lnTo>
                <a:lnTo>
                  <a:pt x="852" y="6351"/>
                </a:lnTo>
                <a:lnTo>
                  <a:pt x="973" y="6034"/>
                </a:lnTo>
                <a:lnTo>
                  <a:pt x="1144" y="5767"/>
                </a:lnTo>
                <a:close/>
                <a:moveTo>
                  <a:pt x="4477" y="8273"/>
                </a:moveTo>
                <a:lnTo>
                  <a:pt x="4526" y="8322"/>
                </a:lnTo>
                <a:lnTo>
                  <a:pt x="4501" y="8370"/>
                </a:lnTo>
                <a:lnTo>
                  <a:pt x="4453" y="8273"/>
                </a:lnTo>
                <a:close/>
                <a:moveTo>
                  <a:pt x="3942" y="8176"/>
                </a:moveTo>
                <a:lnTo>
                  <a:pt x="3820" y="8395"/>
                </a:lnTo>
                <a:lnTo>
                  <a:pt x="3747" y="8346"/>
                </a:lnTo>
                <a:lnTo>
                  <a:pt x="3942" y="8176"/>
                </a:lnTo>
                <a:close/>
                <a:moveTo>
                  <a:pt x="4112" y="8151"/>
                </a:moveTo>
                <a:lnTo>
                  <a:pt x="4136" y="8176"/>
                </a:lnTo>
                <a:lnTo>
                  <a:pt x="4063" y="8492"/>
                </a:lnTo>
                <a:lnTo>
                  <a:pt x="4039" y="8492"/>
                </a:lnTo>
                <a:lnTo>
                  <a:pt x="4112" y="8151"/>
                </a:lnTo>
                <a:close/>
                <a:moveTo>
                  <a:pt x="4234" y="8224"/>
                </a:moveTo>
                <a:lnTo>
                  <a:pt x="4380" y="8249"/>
                </a:lnTo>
                <a:lnTo>
                  <a:pt x="4428" y="8443"/>
                </a:lnTo>
                <a:lnTo>
                  <a:pt x="4355" y="8468"/>
                </a:lnTo>
                <a:lnTo>
                  <a:pt x="4282" y="8492"/>
                </a:lnTo>
                <a:lnTo>
                  <a:pt x="4234" y="8224"/>
                </a:lnTo>
                <a:close/>
                <a:moveTo>
                  <a:pt x="17349" y="8370"/>
                </a:moveTo>
                <a:lnTo>
                  <a:pt x="17422" y="8395"/>
                </a:lnTo>
                <a:lnTo>
                  <a:pt x="17446" y="8443"/>
                </a:lnTo>
                <a:lnTo>
                  <a:pt x="17373" y="8492"/>
                </a:lnTo>
                <a:lnTo>
                  <a:pt x="17349" y="8370"/>
                </a:lnTo>
                <a:close/>
                <a:moveTo>
                  <a:pt x="16984" y="8273"/>
                </a:moveTo>
                <a:lnTo>
                  <a:pt x="17008" y="8322"/>
                </a:lnTo>
                <a:lnTo>
                  <a:pt x="16887" y="8516"/>
                </a:lnTo>
                <a:lnTo>
                  <a:pt x="16789" y="8443"/>
                </a:lnTo>
                <a:lnTo>
                  <a:pt x="16984" y="8273"/>
                </a:lnTo>
                <a:close/>
                <a:moveTo>
                  <a:pt x="13577" y="6667"/>
                </a:moveTo>
                <a:lnTo>
                  <a:pt x="13699" y="6813"/>
                </a:lnTo>
                <a:lnTo>
                  <a:pt x="13845" y="6935"/>
                </a:lnTo>
                <a:lnTo>
                  <a:pt x="14015" y="7056"/>
                </a:lnTo>
                <a:lnTo>
                  <a:pt x="14210" y="7178"/>
                </a:lnTo>
                <a:lnTo>
                  <a:pt x="14599" y="7348"/>
                </a:lnTo>
                <a:lnTo>
                  <a:pt x="14964" y="7519"/>
                </a:lnTo>
                <a:lnTo>
                  <a:pt x="15597" y="7786"/>
                </a:lnTo>
                <a:lnTo>
                  <a:pt x="15913" y="7932"/>
                </a:lnTo>
                <a:lnTo>
                  <a:pt x="16254" y="8030"/>
                </a:lnTo>
                <a:lnTo>
                  <a:pt x="16254" y="8054"/>
                </a:lnTo>
                <a:lnTo>
                  <a:pt x="15816" y="8151"/>
                </a:lnTo>
                <a:lnTo>
                  <a:pt x="15402" y="8224"/>
                </a:lnTo>
                <a:lnTo>
                  <a:pt x="14891" y="8297"/>
                </a:lnTo>
                <a:lnTo>
                  <a:pt x="14356" y="8346"/>
                </a:lnTo>
                <a:lnTo>
                  <a:pt x="13845" y="8419"/>
                </a:lnTo>
                <a:lnTo>
                  <a:pt x="13602" y="8468"/>
                </a:lnTo>
                <a:lnTo>
                  <a:pt x="13334" y="8541"/>
                </a:lnTo>
                <a:lnTo>
                  <a:pt x="13310" y="8297"/>
                </a:lnTo>
                <a:lnTo>
                  <a:pt x="13310" y="8054"/>
                </a:lnTo>
                <a:lnTo>
                  <a:pt x="13310" y="7811"/>
                </a:lnTo>
                <a:lnTo>
                  <a:pt x="13334" y="7567"/>
                </a:lnTo>
                <a:lnTo>
                  <a:pt x="13358" y="7348"/>
                </a:lnTo>
                <a:lnTo>
                  <a:pt x="13407" y="7105"/>
                </a:lnTo>
                <a:lnTo>
                  <a:pt x="13480" y="6886"/>
                </a:lnTo>
                <a:lnTo>
                  <a:pt x="13577" y="6667"/>
                </a:lnTo>
                <a:close/>
                <a:moveTo>
                  <a:pt x="21169" y="7324"/>
                </a:moveTo>
                <a:lnTo>
                  <a:pt x="21193" y="7543"/>
                </a:lnTo>
                <a:lnTo>
                  <a:pt x="21218" y="7762"/>
                </a:lnTo>
                <a:lnTo>
                  <a:pt x="21218" y="7981"/>
                </a:lnTo>
                <a:lnTo>
                  <a:pt x="21218" y="8200"/>
                </a:lnTo>
                <a:lnTo>
                  <a:pt x="21169" y="8419"/>
                </a:lnTo>
                <a:lnTo>
                  <a:pt x="21120" y="8638"/>
                </a:lnTo>
                <a:lnTo>
                  <a:pt x="21072" y="8857"/>
                </a:lnTo>
                <a:lnTo>
                  <a:pt x="20974" y="9052"/>
                </a:lnTo>
                <a:lnTo>
                  <a:pt x="20828" y="8979"/>
                </a:lnTo>
                <a:lnTo>
                  <a:pt x="20682" y="8906"/>
                </a:lnTo>
                <a:lnTo>
                  <a:pt x="20317" y="8833"/>
                </a:lnTo>
                <a:lnTo>
                  <a:pt x="19223" y="8565"/>
                </a:lnTo>
                <a:lnTo>
                  <a:pt x="18614" y="8395"/>
                </a:lnTo>
                <a:lnTo>
                  <a:pt x="17982" y="8224"/>
                </a:lnTo>
                <a:lnTo>
                  <a:pt x="17982" y="8103"/>
                </a:lnTo>
                <a:lnTo>
                  <a:pt x="19077" y="7835"/>
                </a:lnTo>
                <a:lnTo>
                  <a:pt x="20123" y="7616"/>
                </a:lnTo>
                <a:lnTo>
                  <a:pt x="20658" y="7494"/>
                </a:lnTo>
                <a:lnTo>
                  <a:pt x="21169" y="7324"/>
                </a:lnTo>
                <a:close/>
                <a:moveTo>
                  <a:pt x="16303" y="8419"/>
                </a:moveTo>
                <a:lnTo>
                  <a:pt x="15962" y="8662"/>
                </a:lnTo>
                <a:lnTo>
                  <a:pt x="15670" y="8906"/>
                </a:lnTo>
                <a:lnTo>
                  <a:pt x="14794" y="9465"/>
                </a:lnTo>
                <a:lnTo>
                  <a:pt x="13942" y="10049"/>
                </a:lnTo>
                <a:lnTo>
                  <a:pt x="13723" y="9684"/>
                </a:lnTo>
                <a:lnTo>
                  <a:pt x="13529" y="9271"/>
                </a:lnTo>
                <a:lnTo>
                  <a:pt x="13456" y="9003"/>
                </a:lnTo>
                <a:lnTo>
                  <a:pt x="13383" y="8735"/>
                </a:lnTo>
                <a:lnTo>
                  <a:pt x="13626" y="8760"/>
                </a:lnTo>
                <a:lnTo>
                  <a:pt x="13869" y="8760"/>
                </a:lnTo>
                <a:lnTo>
                  <a:pt x="14356" y="8711"/>
                </a:lnTo>
                <a:lnTo>
                  <a:pt x="14843" y="8638"/>
                </a:lnTo>
                <a:lnTo>
                  <a:pt x="15305" y="8565"/>
                </a:lnTo>
                <a:lnTo>
                  <a:pt x="16303" y="8419"/>
                </a:lnTo>
                <a:close/>
                <a:moveTo>
                  <a:pt x="4988" y="8370"/>
                </a:moveTo>
                <a:lnTo>
                  <a:pt x="5499" y="8395"/>
                </a:lnTo>
                <a:lnTo>
                  <a:pt x="6034" y="8419"/>
                </a:lnTo>
                <a:lnTo>
                  <a:pt x="7105" y="8395"/>
                </a:lnTo>
                <a:lnTo>
                  <a:pt x="7932" y="8395"/>
                </a:lnTo>
                <a:lnTo>
                  <a:pt x="7957" y="8589"/>
                </a:lnTo>
                <a:lnTo>
                  <a:pt x="7859" y="8930"/>
                </a:lnTo>
                <a:lnTo>
                  <a:pt x="7713" y="9246"/>
                </a:lnTo>
                <a:lnTo>
                  <a:pt x="7567" y="9563"/>
                </a:lnTo>
                <a:lnTo>
                  <a:pt x="7421" y="9855"/>
                </a:lnTo>
                <a:lnTo>
                  <a:pt x="7300" y="10074"/>
                </a:lnTo>
                <a:lnTo>
                  <a:pt x="7154" y="10268"/>
                </a:lnTo>
                <a:lnTo>
                  <a:pt x="7032" y="10122"/>
                </a:lnTo>
                <a:lnTo>
                  <a:pt x="6886" y="10001"/>
                </a:lnTo>
                <a:lnTo>
                  <a:pt x="6570" y="9757"/>
                </a:lnTo>
                <a:lnTo>
                  <a:pt x="5961" y="9319"/>
                </a:lnTo>
                <a:lnTo>
                  <a:pt x="4915" y="8541"/>
                </a:lnTo>
                <a:lnTo>
                  <a:pt x="4988" y="8370"/>
                </a:lnTo>
                <a:close/>
                <a:moveTo>
                  <a:pt x="3212" y="8297"/>
                </a:moveTo>
                <a:lnTo>
                  <a:pt x="3236" y="8395"/>
                </a:lnTo>
                <a:lnTo>
                  <a:pt x="3309" y="8516"/>
                </a:lnTo>
                <a:lnTo>
                  <a:pt x="2677" y="9003"/>
                </a:lnTo>
                <a:lnTo>
                  <a:pt x="1922" y="9611"/>
                </a:lnTo>
                <a:lnTo>
                  <a:pt x="1557" y="9952"/>
                </a:lnTo>
                <a:lnTo>
                  <a:pt x="1192" y="10317"/>
                </a:lnTo>
                <a:lnTo>
                  <a:pt x="973" y="9952"/>
                </a:lnTo>
                <a:lnTo>
                  <a:pt x="803" y="9538"/>
                </a:lnTo>
                <a:lnTo>
                  <a:pt x="657" y="9125"/>
                </a:lnTo>
                <a:lnTo>
                  <a:pt x="560" y="8687"/>
                </a:lnTo>
                <a:lnTo>
                  <a:pt x="973" y="8638"/>
                </a:lnTo>
                <a:lnTo>
                  <a:pt x="1387" y="8565"/>
                </a:lnTo>
                <a:lnTo>
                  <a:pt x="2190" y="8419"/>
                </a:lnTo>
                <a:lnTo>
                  <a:pt x="2677" y="8346"/>
                </a:lnTo>
                <a:lnTo>
                  <a:pt x="3212" y="8297"/>
                </a:lnTo>
                <a:close/>
                <a:moveTo>
                  <a:pt x="18006" y="8614"/>
                </a:moveTo>
                <a:lnTo>
                  <a:pt x="18590" y="8760"/>
                </a:lnTo>
                <a:lnTo>
                  <a:pt x="19125" y="8881"/>
                </a:lnTo>
                <a:lnTo>
                  <a:pt x="20220" y="9149"/>
                </a:lnTo>
                <a:lnTo>
                  <a:pt x="20585" y="9222"/>
                </a:lnTo>
                <a:lnTo>
                  <a:pt x="20731" y="9246"/>
                </a:lnTo>
                <a:lnTo>
                  <a:pt x="20901" y="9222"/>
                </a:lnTo>
                <a:lnTo>
                  <a:pt x="20682" y="9611"/>
                </a:lnTo>
                <a:lnTo>
                  <a:pt x="20439" y="9976"/>
                </a:lnTo>
                <a:lnTo>
                  <a:pt x="20123" y="10317"/>
                </a:lnTo>
                <a:lnTo>
                  <a:pt x="19807" y="10609"/>
                </a:lnTo>
                <a:lnTo>
                  <a:pt x="19320" y="10074"/>
                </a:lnTo>
                <a:lnTo>
                  <a:pt x="18809" y="9563"/>
                </a:lnTo>
                <a:lnTo>
                  <a:pt x="18079" y="8711"/>
                </a:lnTo>
                <a:lnTo>
                  <a:pt x="18006" y="8614"/>
                </a:lnTo>
                <a:close/>
                <a:moveTo>
                  <a:pt x="16449" y="8687"/>
                </a:moveTo>
                <a:lnTo>
                  <a:pt x="16570" y="8808"/>
                </a:lnTo>
                <a:lnTo>
                  <a:pt x="16692" y="8906"/>
                </a:lnTo>
                <a:lnTo>
                  <a:pt x="16546" y="9246"/>
                </a:lnTo>
                <a:lnTo>
                  <a:pt x="16400" y="9563"/>
                </a:lnTo>
                <a:lnTo>
                  <a:pt x="16157" y="10001"/>
                </a:lnTo>
                <a:lnTo>
                  <a:pt x="15865" y="10414"/>
                </a:lnTo>
                <a:lnTo>
                  <a:pt x="15597" y="10828"/>
                </a:lnTo>
                <a:lnTo>
                  <a:pt x="15354" y="11266"/>
                </a:lnTo>
                <a:lnTo>
                  <a:pt x="15329" y="11315"/>
                </a:lnTo>
                <a:lnTo>
                  <a:pt x="14989" y="11096"/>
                </a:lnTo>
                <a:lnTo>
                  <a:pt x="14648" y="10852"/>
                </a:lnTo>
                <a:lnTo>
                  <a:pt x="14332" y="10560"/>
                </a:lnTo>
                <a:lnTo>
                  <a:pt x="14064" y="10244"/>
                </a:lnTo>
                <a:lnTo>
                  <a:pt x="14916" y="9684"/>
                </a:lnTo>
                <a:lnTo>
                  <a:pt x="15767" y="9100"/>
                </a:lnTo>
                <a:lnTo>
                  <a:pt x="16108" y="8906"/>
                </a:lnTo>
                <a:lnTo>
                  <a:pt x="16449" y="8687"/>
                </a:lnTo>
                <a:close/>
                <a:moveTo>
                  <a:pt x="4842" y="8662"/>
                </a:moveTo>
                <a:lnTo>
                  <a:pt x="5329" y="9100"/>
                </a:lnTo>
                <a:lnTo>
                  <a:pt x="5791" y="9538"/>
                </a:lnTo>
                <a:lnTo>
                  <a:pt x="6375" y="10025"/>
                </a:lnTo>
                <a:lnTo>
                  <a:pt x="6691" y="10244"/>
                </a:lnTo>
                <a:lnTo>
                  <a:pt x="6862" y="10341"/>
                </a:lnTo>
                <a:lnTo>
                  <a:pt x="7032" y="10414"/>
                </a:lnTo>
                <a:lnTo>
                  <a:pt x="6886" y="10585"/>
                </a:lnTo>
                <a:lnTo>
                  <a:pt x="6716" y="10731"/>
                </a:lnTo>
                <a:lnTo>
                  <a:pt x="6375" y="10998"/>
                </a:lnTo>
                <a:lnTo>
                  <a:pt x="6010" y="11193"/>
                </a:lnTo>
                <a:lnTo>
                  <a:pt x="5621" y="11363"/>
                </a:lnTo>
                <a:lnTo>
                  <a:pt x="5450" y="10706"/>
                </a:lnTo>
                <a:lnTo>
                  <a:pt x="5231" y="10074"/>
                </a:lnTo>
                <a:lnTo>
                  <a:pt x="4964" y="9441"/>
                </a:lnTo>
                <a:lnTo>
                  <a:pt x="4696" y="8808"/>
                </a:lnTo>
                <a:lnTo>
                  <a:pt x="4720" y="8784"/>
                </a:lnTo>
                <a:lnTo>
                  <a:pt x="4842" y="8662"/>
                </a:lnTo>
                <a:close/>
                <a:moveTo>
                  <a:pt x="3382" y="8614"/>
                </a:moveTo>
                <a:lnTo>
                  <a:pt x="3480" y="8735"/>
                </a:lnTo>
                <a:lnTo>
                  <a:pt x="3626" y="8833"/>
                </a:lnTo>
                <a:lnTo>
                  <a:pt x="3334" y="9636"/>
                </a:lnTo>
                <a:lnTo>
                  <a:pt x="2993" y="10536"/>
                </a:lnTo>
                <a:lnTo>
                  <a:pt x="2871" y="11023"/>
                </a:lnTo>
                <a:lnTo>
                  <a:pt x="2823" y="11242"/>
                </a:lnTo>
                <a:lnTo>
                  <a:pt x="2798" y="11485"/>
                </a:lnTo>
                <a:lnTo>
                  <a:pt x="2531" y="11388"/>
                </a:lnTo>
                <a:lnTo>
                  <a:pt x="2263" y="11266"/>
                </a:lnTo>
                <a:lnTo>
                  <a:pt x="2020" y="11120"/>
                </a:lnTo>
                <a:lnTo>
                  <a:pt x="1776" y="10950"/>
                </a:lnTo>
                <a:lnTo>
                  <a:pt x="1509" y="10706"/>
                </a:lnTo>
                <a:lnTo>
                  <a:pt x="1265" y="10414"/>
                </a:lnTo>
                <a:lnTo>
                  <a:pt x="1606" y="10122"/>
                </a:lnTo>
                <a:lnTo>
                  <a:pt x="1971" y="9806"/>
                </a:lnTo>
                <a:lnTo>
                  <a:pt x="2652" y="9198"/>
                </a:lnTo>
                <a:lnTo>
                  <a:pt x="3017" y="8906"/>
                </a:lnTo>
                <a:lnTo>
                  <a:pt x="3382" y="8614"/>
                </a:lnTo>
                <a:close/>
                <a:moveTo>
                  <a:pt x="4574" y="8881"/>
                </a:moveTo>
                <a:lnTo>
                  <a:pt x="4939" y="10171"/>
                </a:lnTo>
                <a:lnTo>
                  <a:pt x="5280" y="11461"/>
                </a:lnTo>
                <a:lnTo>
                  <a:pt x="5012" y="11534"/>
                </a:lnTo>
                <a:lnTo>
                  <a:pt x="4623" y="11582"/>
                </a:lnTo>
                <a:lnTo>
                  <a:pt x="4234" y="11607"/>
                </a:lnTo>
                <a:lnTo>
                  <a:pt x="4234" y="11607"/>
                </a:lnTo>
                <a:lnTo>
                  <a:pt x="4258" y="11193"/>
                </a:lnTo>
                <a:lnTo>
                  <a:pt x="4258" y="10755"/>
                </a:lnTo>
                <a:lnTo>
                  <a:pt x="4258" y="9928"/>
                </a:lnTo>
                <a:lnTo>
                  <a:pt x="4307" y="8979"/>
                </a:lnTo>
                <a:lnTo>
                  <a:pt x="4428" y="8930"/>
                </a:lnTo>
                <a:lnTo>
                  <a:pt x="4574" y="8881"/>
                </a:lnTo>
                <a:close/>
                <a:moveTo>
                  <a:pt x="3918" y="8954"/>
                </a:moveTo>
                <a:lnTo>
                  <a:pt x="4039" y="8979"/>
                </a:lnTo>
                <a:lnTo>
                  <a:pt x="4039" y="9733"/>
                </a:lnTo>
                <a:lnTo>
                  <a:pt x="3991" y="10682"/>
                </a:lnTo>
                <a:lnTo>
                  <a:pt x="3991" y="11144"/>
                </a:lnTo>
                <a:lnTo>
                  <a:pt x="3991" y="11631"/>
                </a:lnTo>
                <a:lnTo>
                  <a:pt x="3480" y="11607"/>
                </a:lnTo>
                <a:lnTo>
                  <a:pt x="3212" y="11558"/>
                </a:lnTo>
                <a:lnTo>
                  <a:pt x="2969" y="11509"/>
                </a:lnTo>
                <a:lnTo>
                  <a:pt x="3066" y="11339"/>
                </a:lnTo>
                <a:lnTo>
                  <a:pt x="3139" y="11120"/>
                </a:lnTo>
                <a:lnTo>
                  <a:pt x="3261" y="10706"/>
                </a:lnTo>
                <a:lnTo>
                  <a:pt x="3382" y="10293"/>
                </a:lnTo>
                <a:lnTo>
                  <a:pt x="3504" y="9879"/>
                </a:lnTo>
                <a:lnTo>
                  <a:pt x="3699" y="9417"/>
                </a:lnTo>
                <a:lnTo>
                  <a:pt x="3893" y="8954"/>
                </a:lnTo>
                <a:close/>
                <a:moveTo>
                  <a:pt x="17690" y="8784"/>
                </a:moveTo>
                <a:lnTo>
                  <a:pt x="18079" y="9222"/>
                </a:lnTo>
                <a:lnTo>
                  <a:pt x="18468" y="9636"/>
                </a:lnTo>
                <a:lnTo>
                  <a:pt x="18979" y="10268"/>
                </a:lnTo>
                <a:lnTo>
                  <a:pt x="19247" y="10560"/>
                </a:lnTo>
                <a:lnTo>
                  <a:pt x="19539" y="10828"/>
                </a:lnTo>
                <a:lnTo>
                  <a:pt x="19247" y="11023"/>
                </a:lnTo>
                <a:lnTo>
                  <a:pt x="18955" y="11217"/>
                </a:lnTo>
                <a:lnTo>
                  <a:pt x="18663" y="11363"/>
                </a:lnTo>
                <a:lnTo>
                  <a:pt x="18371" y="11485"/>
                </a:lnTo>
                <a:lnTo>
                  <a:pt x="18103" y="11582"/>
                </a:lnTo>
                <a:lnTo>
                  <a:pt x="17860" y="11631"/>
                </a:lnTo>
                <a:lnTo>
                  <a:pt x="17811" y="11217"/>
                </a:lnTo>
                <a:lnTo>
                  <a:pt x="17738" y="10779"/>
                </a:lnTo>
                <a:lnTo>
                  <a:pt x="17592" y="9928"/>
                </a:lnTo>
                <a:lnTo>
                  <a:pt x="17519" y="9441"/>
                </a:lnTo>
                <a:lnTo>
                  <a:pt x="17471" y="8930"/>
                </a:lnTo>
                <a:lnTo>
                  <a:pt x="17519" y="8906"/>
                </a:lnTo>
                <a:lnTo>
                  <a:pt x="17617" y="8857"/>
                </a:lnTo>
                <a:lnTo>
                  <a:pt x="17690" y="8784"/>
                </a:lnTo>
                <a:close/>
                <a:moveTo>
                  <a:pt x="17154" y="9003"/>
                </a:moveTo>
                <a:lnTo>
                  <a:pt x="17227" y="9490"/>
                </a:lnTo>
                <a:lnTo>
                  <a:pt x="17300" y="9976"/>
                </a:lnTo>
                <a:lnTo>
                  <a:pt x="17422" y="10828"/>
                </a:lnTo>
                <a:lnTo>
                  <a:pt x="17471" y="11266"/>
                </a:lnTo>
                <a:lnTo>
                  <a:pt x="17544" y="11704"/>
                </a:lnTo>
                <a:lnTo>
                  <a:pt x="17300" y="11728"/>
                </a:lnTo>
                <a:lnTo>
                  <a:pt x="17033" y="11728"/>
                </a:lnTo>
                <a:lnTo>
                  <a:pt x="16765" y="11704"/>
                </a:lnTo>
                <a:lnTo>
                  <a:pt x="16522" y="11680"/>
                </a:lnTo>
                <a:lnTo>
                  <a:pt x="16254" y="11631"/>
                </a:lnTo>
                <a:lnTo>
                  <a:pt x="16011" y="11582"/>
                </a:lnTo>
                <a:lnTo>
                  <a:pt x="15767" y="11485"/>
                </a:lnTo>
                <a:lnTo>
                  <a:pt x="15524" y="11388"/>
                </a:lnTo>
                <a:lnTo>
                  <a:pt x="15694" y="11242"/>
                </a:lnTo>
                <a:lnTo>
                  <a:pt x="15840" y="11071"/>
                </a:lnTo>
                <a:lnTo>
                  <a:pt x="16108" y="10682"/>
                </a:lnTo>
                <a:lnTo>
                  <a:pt x="16351" y="10268"/>
                </a:lnTo>
                <a:lnTo>
                  <a:pt x="16570" y="9855"/>
                </a:lnTo>
                <a:lnTo>
                  <a:pt x="16789" y="9465"/>
                </a:lnTo>
                <a:lnTo>
                  <a:pt x="17008" y="9003"/>
                </a:lnTo>
                <a:close/>
                <a:moveTo>
                  <a:pt x="14624" y="0"/>
                </a:moveTo>
                <a:lnTo>
                  <a:pt x="14478" y="24"/>
                </a:lnTo>
                <a:lnTo>
                  <a:pt x="14332" y="73"/>
                </a:lnTo>
                <a:lnTo>
                  <a:pt x="14186" y="122"/>
                </a:lnTo>
                <a:lnTo>
                  <a:pt x="14064" y="219"/>
                </a:lnTo>
                <a:lnTo>
                  <a:pt x="14040" y="268"/>
                </a:lnTo>
                <a:lnTo>
                  <a:pt x="14015" y="292"/>
                </a:lnTo>
                <a:lnTo>
                  <a:pt x="14015" y="389"/>
                </a:lnTo>
                <a:lnTo>
                  <a:pt x="14064" y="487"/>
                </a:lnTo>
                <a:lnTo>
                  <a:pt x="14161" y="535"/>
                </a:lnTo>
                <a:lnTo>
                  <a:pt x="14161" y="779"/>
                </a:lnTo>
                <a:lnTo>
                  <a:pt x="14210" y="998"/>
                </a:lnTo>
                <a:lnTo>
                  <a:pt x="14259" y="1241"/>
                </a:lnTo>
                <a:lnTo>
                  <a:pt x="14332" y="1460"/>
                </a:lnTo>
                <a:lnTo>
                  <a:pt x="14648" y="2336"/>
                </a:lnTo>
                <a:lnTo>
                  <a:pt x="14745" y="2652"/>
                </a:lnTo>
                <a:lnTo>
                  <a:pt x="11655" y="2652"/>
                </a:lnTo>
                <a:lnTo>
                  <a:pt x="9928" y="2628"/>
                </a:lnTo>
                <a:lnTo>
                  <a:pt x="8614" y="2628"/>
                </a:lnTo>
                <a:lnTo>
                  <a:pt x="8419" y="2652"/>
                </a:lnTo>
                <a:lnTo>
                  <a:pt x="8200" y="2677"/>
                </a:lnTo>
                <a:lnTo>
                  <a:pt x="8054" y="2360"/>
                </a:lnTo>
                <a:lnTo>
                  <a:pt x="7665" y="1436"/>
                </a:lnTo>
                <a:lnTo>
                  <a:pt x="7567" y="1144"/>
                </a:lnTo>
                <a:lnTo>
                  <a:pt x="7494" y="1022"/>
                </a:lnTo>
                <a:lnTo>
                  <a:pt x="7397" y="900"/>
                </a:lnTo>
                <a:lnTo>
                  <a:pt x="7421" y="900"/>
                </a:lnTo>
                <a:lnTo>
                  <a:pt x="7835" y="973"/>
                </a:lnTo>
                <a:lnTo>
                  <a:pt x="8249" y="1071"/>
                </a:lnTo>
                <a:lnTo>
                  <a:pt x="8468" y="1095"/>
                </a:lnTo>
                <a:lnTo>
                  <a:pt x="8881" y="1095"/>
                </a:lnTo>
                <a:lnTo>
                  <a:pt x="9076" y="1046"/>
                </a:lnTo>
                <a:lnTo>
                  <a:pt x="9149" y="1022"/>
                </a:lnTo>
                <a:lnTo>
                  <a:pt x="9198" y="973"/>
                </a:lnTo>
                <a:lnTo>
                  <a:pt x="9246" y="925"/>
                </a:lnTo>
                <a:lnTo>
                  <a:pt x="9246" y="852"/>
                </a:lnTo>
                <a:lnTo>
                  <a:pt x="9246" y="779"/>
                </a:lnTo>
                <a:lnTo>
                  <a:pt x="9246" y="730"/>
                </a:lnTo>
                <a:lnTo>
                  <a:pt x="9198" y="657"/>
                </a:lnTo>
                <a:lnTo>
                  <a:pt x="9149" y="608"/>
                </a:lnTo>
                <a:lnTo>
                  <a:pt x="8954" y="535"/>
                </a:lnTo>
                <a:lnTo>
                  <a:pt x="8760" y="462"/>
                </a:lnTo>
                <a:lnTo>
                  <a:pt x="8541" y="389"/>
                </a:lnTo>
                <a:lnTo>
                  <a:pt x="8297" y="365"/>
                </a:lnTo>
                <a:lnTo>
                  <a:pt x="7835" y="316"/>
                </a:lnTo>
                <a:lnTo>
                  <a:pt x="7397" y="268"/>
                </a:lnTo>
                <a:lnTo>
                  <a:pt x="6570" y="146"/>
                </a:lnTo>
                <a:lnTo>
                  <a:pt x="6351" y="122"/>
                </a:lnTo>
                <a:lnTo>
                  <a:pt x="6132" y="97"/>
                </a:lnTo>
                <a:lnTo>
                  <a:pt x="5937" y="122"/>
                </a:lnTo>
                <a:lnTo>
                  <a:pt x="5742" y="146"/>
                </a:lnTo>
                <a:lnTo>
                  <a:pt x="5669" y="195"/>
                </a:lnTo>
                <a:lnTo>
                  <a:pt x="5621" y="219"/>
                </a:lnTo>
                <a:lnTo>
                  <a:pt x="5596" y="268"/>
                </a:lnTo>
                <a:lnTo>
                  <a:pt x="5572" y="341"/>
                </a:lnTo>
                <a:lnTo>
                  <a:pt x="5572" y="389"/>
                </a:lnTo>
                <a:lnTo>
                  <a:pt x="5596" y="438"/>
                </a:lnTo>
                <a:lnTo>
                  <a:pt x="5621" y="511"/>
                </a:lnTo>
                <a:lnTo>
                  <a:pt x="5694" y="535"/>
                </a:lnTo>
                <a:lnTo>
                  <a:pt x="5840" y="633"/>
                </a:lnTo>
                <a:lnTo>
                  <a:pt x="5986" y="681"/>
                </a:lnTo>
                <a:lnTo>
                  <a:pt x="6351" y="779"/>
                </a:lnTo>
                <a:lnTo>
                  <a:pt x="6716" y="827"/>
                </a:lnTo>
                <a:lnTo>
                  <a:pt x="7081" y="876"/>
                </a:lnTo>
                <a:lnTo>
                  <a:pt x="7056" y="1046"/>
                </a:lnTo>
                <a:lnTo>
                  <a:pt x="7056" y="1241"/>
                </a:lnTo>
                <a:lnTo>
                  <a:pt x="7105" y="1411"/>
                </a:lnTo>
                <a:lnTo>
                  <a:pt x="7154" y="1606"/>
                </a:lnTo>
                <a:lnTo>
                  <a:pt x="7324" y="1995"/>
                </a:lnTo>
                <a:lnTo>
                  <a:pt x="7470" y="2312"/>
                </a:lnTo>
                <a:lnTo>
                  <a:pt x="7762" y="3042"/>
                </a:lnTo>
                <a:lnTo>
                  <a:pt x="7665" y="3115"/>
                </a:lnTo>
                <a:lnTo>
                  <a:pt x="7567" y="3188"/>
                </a:lnTo>
                <a:lnTo>
                  <a:pt x="7397" y="3382"/>
                </a:lnTo>
                <a:lnTo>
                  <a:pt x="7105" y="3796"/>
                </a:lnTo>
                <a:lnTo>
                  <a:pt x="6594" y="4477"/>
                </a:lnTo>
                <a:lnTo>
                  <a:pt x="6521" y="4429"/>
                </a:lnTo>
                <a:lnTo>
                  <a:pt x="6448" y="4404"/>
                </a:lnTo>
                <a:lnTo>
                  <a:pt x="6375" y="4429"/>
                </a:lnTo>
                <a:lnTo>
                  <a:pt x="6059" y="4234"/>
                </a:lnTo>
                <a:lnTo>
                  <a:pt x="5718" y="4064"/>
                </a:lnTo>
                <a:lnTo>
                  <a:pt x="5353" y="3918"/>
                </a:lnTo>
                <a:lnTo>
                  <a:pt x="5012" y="3820"/>
                </a:lnTo>
                <a:lnTo>
                  <a:pt x="4647" y="3772"/>
                </a:lnTo>
                <a:lnTo>
                  <a:pt x="4282" y="3747"/>
                </a:lnTo>
                <a:lnTo>
                  <a:pt x="3893" y="3747"/>
                </a:lnTo>
                <a:lnTo>
                  <a:pt x="3528" y="3772"/>
                </a:lnTo>
                <a:lnTo>
                  <a:pt x="3188" y="3845"/>
                </a:lnTo>
                <a:lnTo>
                  <a:pt x="2823" y="3966"/>
                </a:lnTo>
                <a:lnTo>
                  <a:pt x="2482" y="4088"/>
                </a:lnTo>
                <a:lnTo>
                  <a:pt x="2141" y="4258"/>
                </a:lnTo>
                <a:lnTo>
                  <a:pt x="1825" y="4453"/>
                </a:lnTo>
                <a:lnTo>
                  <a:pt x="1509" y="4672"/>
                </a:lnTo>
                <a:lnTo>
                  <a:pt x="1241" y="4915"/>
                </a:lnTo>
                <a:lnTo>
                  <a:pt x="973" y="5207"/>
                </a:lnTo>
                <a:lnTo>
                  <a:pt x="706" y="5548"/>
                </a:lnTo>
                <a:lnTo>
                  <a:pt x="487" y="5913"/>
                </a:lnTo>
                <a:lnTo>
                  <a:pt x="316" y="6302"/>
                </a:lnTo>
                <a:lnTo>
                  <a:pt x="195" y="6716"/>
                </a:lnTo>
                <a:lnTo>
                  <a:pt x="73" y="7129"/>
                </a:lnTo>
                <a:lnTo>
                  <a:pt x="24" y="7567"/>
                </a:lnTo>
                <a:lnTo>
                  <a:pt x="0" y="8005"/>
                </a:lnTo>
                <a:lnTo>
                  <a:pt x="24" y="8443"/>
                </a:lnTo>
                <a:lnTo>
                  <a:pt x="73" y="8881"/>
                </a:lnTo>
                <a:lnTo>
                  <a:pt x="170" y="9295"/>
                </a:lnTo>
                <a:lnTo>
                  <a:pt x="292" y="9709"/>
                </a:lnTo>
                <a:lnTo>
                  <a:pt x="462" y="10122"/>
                </a:lnTo>
                <a:lnTo>
                  <a:pt x="657" y="10487"/>
                </a:lnTo>
                <a:lnTo>
                  <a:pt x="900" y="10852"/>
                </a:lnTo>
                <a:lnTo>
                  <a:pt x="1192" y="11169"/>
                </a:lnTo>
                <a:lnTo>
                  <a:pt x="1484" y="11461"/>
                </a:lnTo>
                <a:lnTo>
                  <a:pt x="1679" y="11607"/>
                </a:lnTo>
                <a:lnTo>
                  <a:pt x="1874" y="11728"/>
                </a:lnTo>
                <a:lnTo>
                  <a:pt x="2068" y="11826"/>
                </a:lnTo>
                <a:lnTo>
                  <a:pt x="2287" y="11923"/>
                </a:lnTo>
                <a:lnTo>
                  <a:pt x="2506" y="11996"/>
                </a:lnTo>
                <a:lnTo>
                  <a:pt x="2725" y="12045"/>
                </a:lnTo>
                <a:lnTo>
                  <a:pt x="3163" y="12142"/>
                </a:lnTo>
                <a:lnTo>
                  <a:pt x="3626" y="12166"/>
                </a:lnTo>
                <a:lnTo>
                  <a:pt x="4088" y="12166"/>
                </a:lnTo>
                <a:lnTo>
                  <a:pt x="4550" y="12142"/>
                </a:lnTo>
                <a:lnTo>
                  <a:pt x="4988" y="12093"/>
                </a:lnTo>
                <a:lnTo>
                  <a:pt x="5450" y="11996"/>
                </a:lnTo>
                <a:lnTo>
                  <a:pt x="5840" y="11874"/>
                </a:lnTo>
                <a:lnTo>
                  <a:pt x="6229" y="11704"/>
                </a:lnTo>
                <a:lnTo>
                  <a:pt x="6594" y="11485"/>
                </a:lnTo>
                <a:lnTo>
                  <a:pt x="6910" y="11217"/>
                </a:lnTo>
                <a:lnTo>
                  <a:pt x="7202" y="10925"/>
                </a:lnTo>
                <a:lnTo>
                  <a:pt x="7494" y="10585"/>
                </a:lnTo>
                <a:lnTo>
                  <a:pt x="7738" y="10220"/>
                </a:lnTo>
                <a:lnTo>
                  <a:pt x="7981" y="9806"/>
                </a:lnTo>
                <a:lnTo>
                  <a:pt x="8151" y="9368"/>
                </a:lnTo>
                <a:lnTo>
                  <a:pt x="8297" y="8881"/>
                </a:lnTo>
                <a:lnTo>
                  <a:pt x="8395" y="8395"/>
                </a:lnTo>
                <a:lnTo>
                  <a:pt x="10244" y="8346"/>
                </a:lnTo>
                <a:lnTo>
                  <a:pt x="10293" y="8419"/>
                </a:lnTo>
                <a:lnTo>
                  <a:pt x="10366" y="8443"/>
                </a:lnTo>
                <a:lnTo>
                  <a:pt x="10439" y="8468"/>
                </a:lnTo>
                <a:lnTo>
                  <a:pt x="10512" y="8443"/>
                </a:lnTo>
                <a:lnTo>
                  <a:pt x="10585" y="8395"/>
                </a:lnTo>
                <a:lnTo>
                  <a:pt x="10633" y="8346"/>
                </a:lnTo>
                <a:lnTo>
                  <a:pt x="10682" y="8273"/>
                </a:lnTo>
                <a:lnTo>
                  <a:pt x="10682" y="8200"/>
                </a:lnTo>
                <a:lnTo>
                  <a:pt x="10925" y="7981"/>
                </a:lnTo>
                <a:lnTo>
                  <a:pt x="11169" y="7762"/>
                </a:lnTo>
                <a:lnTo>
                  <a:pt x="11582" y="7300"/>
                </a:lnTo>
                <a:lnTo>
                  <a:pt x="12190" y="6618"/>
                </a:lnTo>
                <a:lnTo>
                  <a:pt x="12799" y="5913"/>
                </a:lnTo>
                <a:lnTo>
                  <a:pt x="13894" y="4623"/>
                </a:lnTo>
                <a:lnTo>
                  <a:pt x="14964" y="3285"/>
                </a:lnTo>
                <a:lnTo>
                  <a:pt x="15329" y="4258"/>
                </a:lnTo>
                <a:lnTo>
                  <a:pt x="14964" y="4429"/>
                </a:lnTo>
                <a:lnTo>
                  <a:pt x="14648" y="4623"/>
                </a:lnTo>
                <a:lnTo>
                  <a:pt x="14332" y="4866"/>
                </a:lnTo>
                <a:lnTo>
                  <a:pt x="14040" y="5110"/>
                </a:lnTo>
                <a:lnTo>
                  <a:pt x="13796" y="5402"/>
                </a:lnTo>
                <a:lnTo>
                  <a:pt x="13553" y="5718"/>
                </a:lnTo>
                <a:lnTo>
                  <a:pt x="13358" y="6034"/>
                </a:lnTo>
                <a:lnTo>
                  <a:pt x="13188" y="6375"/>
                </a:lnTo>
                <a:lnTo>
                  <a:pt x="13042" y="6740"/>
                </a:lnTo>
                <a:lnTo>
                  <a:pt x="12945" y="7105"/>
                </a:lnTo>
                <a:lnTo>
                  <a:pt x="12872" y="7494"/>
                </a:lnTo>
                <a:lnTo>
                  <a:pt x="12823" y="7859"/>
                </a:lnTo>
                <a:lnTo>
                  <a:pt x="12823" y="8249"/>
                </a:lnTo>
                <a:lnTo>
                  <a:pt x="12847" y="8638"/>
                </a:lnTo>
                <a:lnTo>
                  <a:pt x="12920" y="9027"/>
                </a:lnTo>
                <a:lnTo>
                  <a:pt x="13018" y="9417"/>
                </a:lnTo>
                <a:lnTo>
                  <a:pt x="13188" y="9830"/>
                </a:lnTo>
                <a:lnTo>
                  <a:pt x="13383" y="10244"/>
                </a:lnTo>
                <a:lnTo>
                  <a:pt x="13626" y="10585"/>
                </a:lnTo>
                <a:lnTo>
                  <a:pt x="13918" y="10925"/>
                </a:lnTo>
                <a:lnTo>
                  <a:pt x="14210" y="11217"/>
                </a:lnTo>
                <a:lnTo>
                  <a:pt x="14551" y="11485"/>
                </a:lnTo>
                <a:lnTo>
                  <a:pt x="14916" y="11704"/>
                </a:lnTo>
                <a:lnTo>
                  <a:pt x="15305" y="11874"/>
                </a:lnTo>
                <a:lnTo>
                  <a:pt x="15694" y="12020"/>
                </a:lnTo>
                <a:lnTo>
                  <a:pt x="16108" y="12142"/>
                </a:lnTo>
                <a:lnTo>
                  <a:pt x="16522" y="12215"/>
                </a:lnTo>
                <a:lnTo>
                  <a:pt x="16960" y="12239"/>
                </a:lnTo>
                <a:lnTo>
                  <a:pt x="17398" y="12239"/>
                </a:lnTo>
                <a:lnTo>
                  <a:pt x="17836" y="12191"/>
                </a:lnTo>
                <a:lnTo>
                  <a:pt x="18249" y="12093"/>
                </a:lnTo>
                <a:lnTo>
                  <a:pt x="18687" y="11947"/>
                </a:lnTo>
                <a:lnTo>
                  <a:pt x="19052" y="11777"/>
                </a:lnTo>
                <a:lnTo>
                  <a:pt x="19442" y="11582"/>
                </a:lnTo>
                <a:lnTo>
                  <a:pt x="19782" y="11339"/>
                </a:lnTo>
                <a:lnTo>
                  <a:pt x="20123" y="11096"/>
                </a:lnTo>
                <a:lnTo>
                  <a:pt x="20439" y="10804"/>
                </a:lnTo>
                <a:lnTo>
                  <a:pt x="20707" y="10487"/>
                </a:lnTo>
                <a:lnTo>
                  <a:pt x="20974" y="10147"/>
                </a:lnTo>
                <a:lnTo>
                  <a:pt x="21193" y="9782"/>
                </a:lnTo>
                <a:lnTo>
                  <a:pt x="21388" y="9417"/>
                </a:lnTo>
                <a:lnTo>
                  <a:pt x="21534" y="9027"/>
                </a:lnTo>
                <a:lnTo>
                  <a:pt x="21631" y="8614"/>
                </a:lnTo>
                <a:lnTo>
                  <a:pt x="21680" y="8224"/>
                </a:lnTo>
                <a:lnTo>
                  <a:pt x="21704" y="7811"/>
                </a:lnTo>
                <a:lnTo>
                  <a:pt x="21656" y="7397"/>
                </a:lnTo>
                <a:lnTo>
                  <a:pt x="21583" y="6983"/>
                </a:lnTo>
                <a:lnTo>
                  <a:pt x="21412" y="6570"/>
                </a:lnTo>
                <a:lnTo>
                  <a:pt x="21218" y="6180"/>
                </a:lnTo>
                <a:lnTo>
                  <a:pt x="20974" y="5791"/>
                </a:lnTo>
                <a:lnTo>
                  <a:pt x="20682" y="5450"/>
                </a:lnTo>
                <a:lnTo>
                  <a:pt x="20342" y="5110"/>
                </a:lnTo>
                <a:lnTo>
                  <a:pt x="20001" y="4818"/>
                </a:lnTo>
                <a:lnTo>
                  <a:pt x="19636" y="4526"/>
                </a:lnTo>
                <a:lnTo>
                  <a:pt x="19247" y="4307"/>
                </a:lnTo>
                <a:lnTo>
                  <a:pt x="18858" y="4088"/>
                </a:lnTo>
                <a:lnTo>
                  <a:pt x="18493" y="3942"/>
                </a:lnTo>
                <a:lnTo>
                  <a:pt x="18103" y="3845"/>
                </a:lnTo>
                <a:lnTo>
                  <a:pt x="17738" y="3772"/>
                </a:lnTo>
                <a:lnTo>
                  <a:pt x="17349" y="3747"/>
                </a:lnTo>
                <a:lnTo>
                  <a:pt x="16960" y="3747"/>
                </a:lnTo>
                <a:lnTo>
                  <a:pt x="16570" y="3820"/>
                </a:lnTo>
                <a:lnTo>
                  <a:pt x="16205" y="3918"/>
                </a:lnTo>
                <a:lnTo>
                  <a:pt x="15840" y="4039"/>
                </a:lnTo>
                <a:lnTo>
                  <a:pt x="15159" y="2214"/>
                </a:lnTo>
                <a:lnTo>
                  <a:pt x="15013" y="1801"/>
                </a:lnTo>
                <a:lnTo>
                  <a:pt x="14891" y="1387"/>
                </a:lnTo>
                <a:lnTo>
                  <a:pt x="14721" y="973"/>
                </a:lnTo>
                <a:lnTo>
                  <a:pt x="14648" y="779"/>
                </a:lnTo>
                <a:lnTo>
                  <a:pt x="14526" y="584"/>
                </a:lnTo>
                <a:lnTo>
                  <a:pt x="14794" y="560"/>
                </a:lnTo>
                <a:lnTo>
                  <a:pt x="15256" y="560"/>
                </a:lnTo>
                <a:lnTo>
                  <a:pt x="15475" y="584"/>
                </a:lnTo>
                <a:lnTo>
                  <a:pt x="15694" y="633"/>
                </a:lnTo>
                <a:lnTo>
                  <a:pt x="15816" y="657"/>
                </a:lnTo>
                <a:lnTo>
                  <a:pt x="15840" y="706"/>
                </a:lnTo>
                <a:lnTo>
                  <a:pt x="15865" y="730"/>
                </a:lnTo>
                <a:lnTo>
                  <a:pt x="15865" y="852"/>
                </a:lnTo>
                <a:lnTo>
                  <a:pt x="15840" y="1022"/>
                </a:lnTo>
                <a:lnTo>
                  <a:pt x="15743" y="1119"/>
                </a:lnTo>
                <a:lnTo>
                  <a:pt x="15646" y="1217"/>
                </a:lnTo>
                <a:lnTo>
                  <a:pt x="15621" y="1314"/>
                </a:lnTo>
                <a:lnTo>
                  <a:pt x="15621" y="1387"/>
                </a:lnTo>
                <a:lnTo>
                  <a:pt x="15646" y="1411"/>
                </a:lnTo>
                <a:lnTo>
                  <a:pt x="15670" y="1436"/>
                </a:lnTo>
                <a:lnTo>
                  <a:pt x="15743" y="1484"/>
                </a:lnTo>
                <a:lnTo>
                  <a:pt x="15840" y="1484"/>
                </a:lnTo>
                <a:lnTo>
                  <a:pt x="16011" y="1387"/>
                </a:lnTo>
                <a:lnTo>
                  <a:pt x="16157" y="1265"/>
                </a:lnTo>
                <a:lnTo>
                  <a:pt x="16278" y="1119"/>
                </a:lnTo>
                <a:lnTo>
                  <a:pt x="16376" y="949"/>
                </a:lnTo>
                <a:lnTo>
                  <a:pt x="16424" y="779"/>
                </a:lnTo>
                <a:lnTo>
                  <a:pt x="16424" y="681"/>
                </a:lnTo>
                <a:lnTo>
                  <a:pt x="16400" y="584"/>
                </a:lnTo>
                <a:lnTo>
                  <a:pt x="16376" y="511"/>
                </a:lnTo>
                <a:lnTo>
                  <a:pt x="16327" y="414"/>
                </a:lnTo>
                <a:lnTo>
                  <a:pt x="16254" y="341"/>
                </a:lnTo>
                <a:lnTo>
                  <a:pt x="16157" y="268"/>
                </a:lnTo>
                <a:lnTo>
                  <a:pt x="15938" y="170"/>
                </a:lnTo>
                <a:lnTo>
                  <a:pt x="15719" y="97"/>
                </a:lnTo>
                <a:lnTo>
                  <a:pt x="15475" y="49"/>
                </a:lnTo>
                <a:lnTo>
                  <a:pt x="15232" y="24"/>
                </a:lnTo>
                <a:lnTo>
                  <a:pt x="14940" y="0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28"/>
          <p:cNvSpPr/>
          <p:nvPr/>
        </p:nvSpPr>
        <p:spPr>
          <a:xfrm>
            <a:off x="1751605" y="2591382"/>
            <a:ext cx="333722" cy="282025"/>
          </a:xfrm>
          <a:custGeom>
            <a:rect b="b" l="l" r="r" t="t"/>
            <a:pathLst>
              <a:path extrusionOk="0" h="16328" w="19321">
                <a:moveTo>
                  <a:pt x="15403" y="1996"/>
                </a:moveTo>
                <a:lnTo>
                  <a:pt x="15573" y="2215"/>
                </a:lnTo>
                <a:lnTo>
                  <a:pt x="15695" y="2458"/>
                </a:lnTo>
                <a:lnTo>
                  <a:pt x="15500" y="2531"/>
                </a:lnTo>
                <a:lnTo>
                  <a:pt x="15306" y="2629"/>
                </a:lnTo>
                <a:lnTo>
                  <a:pt x="14916" y="2799"/>
                </a:lnTo>
                <a:lnTo>
                  <a:pt x="14819" y="2483"/>
                </a:lnTo>
                <a:lnTo>
                  <a:pt x="14673" y="2215"/>
                </a:lnTo>
                <a:lnTo>
                  <a:pt x="14965" y="2118"/>
                </a:lnTo>
                <a:lnTo>
                  <a:pt x="15403" y="1996"/>
                </a:lnTo>
                <a:close/>
                <a:moveTo>
                  <a:pt x="15817" y="2702"/>
                </a:moveTo>
                <a:lnTo>
                  <a:pt x="16011" y="3140"/>
                </a:lnTo>
                <a:lnTo>
                  <a:pt x="15646" y="3286"/>
                </a:lnTo>
                <a:lnTo>
                  <a:pt x="15379" y="3407"/>
                </a:lnTo>
                <a:lnTo>
                  <a:pt x="15111" y="3553"/>
                </a:lnTo>
                <a:lnTo>
                  <a:pt x="14989" y="3042"/>
                </a:lnTo>
                <a:lnTo>
                  <a:pt x="15306" y="2921"/>
                </a:lnTo>
                <a:lnTo>
                  <a:pt x="15573" y="2823"/>
                </a:lnTo>
                <a:lnTo>
                  <a:pt x="15817" y="2702"/>
                </a:lnTo>
                <a:close/>
                <a:moveTo>
                  <a:pt x="16084" y="3286"/>
                </a:moveTo>
                <a:lnTo>
                  <a:pt x="16206" y="3602"/>
                </a:lnTo>
                <a:lnTo>
                  <a:pt x="15817" y="3772"/>
                </a:lnTo>
                <a:lnTo>
                  <a:pt x="15500" y="3894"/>
                </a:lnTo>
                <a:lnTo>
                  <a:pt x="15354" y="3943"/>
                </a:lnTo>
                <a:lnTo>
                  <a:pt x="15208" y="4040"/>
                </a:lnTo>
                <a:lnTo>
                  <a:pt x="15135" y="3699"/>
                </a:lnTo>
                <a:lnTo>
                  <a:pt x="15427" y="3578"/>
                </a:lnTo>
                <a:lnTo>
                  <a:pt x="15719" y="3456"/>
                </a:lnTo>
                <a:lnTo>
                  <a:pt x="16084" y="3286"/>
                </a:lnTo>
                <a:close/>
                <a:moveTo>
                  <a:pt x="16303" y="3894"/>
                </a:moveTo>
                <a:lnTo>
                  <a:pt x="16449" y="4283"/>
                </a:lnTo>
                <a:lnTo>
                  <a:pt x="16376" y="4259"/>
                </a:lnTo>
                <a:lnTo>
                  <a:pt x="16279" y="4259"/>
                </a:lnTo>
                <a:lnTo>
                  <a:pt x="16133" y="4308"/>
                </a:lnTo>
                <a:lnTo>
                  <a:pt x="15841" y="4454"/>
                </a:lnTo>
                <a:lnTo>
                  <a:pt x="15598" y="4575"/>
                </a:lnTo>
                <a:lnTo>
                  <a:pt x="15379" y="4697"/>
                </a:lnTo>
                <a:lnTo>
                  <a:pt x="15257" y="4259"/>
                </a:lnTo>
                <a:lnTo>
                  <a:pt x="15427" y="4210"/>
                </a:lnTo>
                <a:lnTo>
                  <a:pt x="15573" y="4162"/>
                </a:lnTo>
                <a:lnTo>
                  <a:pt x="15890" y="4040"/>
                </a:lnTo>
                <a:lnTo>
                  <a:pt x="16303" y="3894"/>
                </a:lnTo>
                <a:close/>
                <a:moveTo>
                  <a:pt x="16498" y="4405"/>
                </a:moveTo>
                <a:lnTo>
                  <a:pt x="16498" y="4454"/>
                </a:lnTo>
                <a:lnTo>
                  <a:pt x="16595" y="4721"/>
                </a:lnTo>
                <a:lnTo>
                  <a:pt x="16449" y="4770"/>
                </a:lnTo>
                <a:lnTo>
                  <a:pt x="16303" y="4819"/>
                </a:lnTo>
                <a:lnTo>
                  <a:pt x="16011" y="4965"/>
                </a:lnTo>
                <a:lnTo>
                  <a:pt x="15768" y="5086"/>
                </a:lnTo>
                <a:lnTo>
                  <a:pt x="15622" y="5184"/>
                </a:lnTo>
                <a:lnTo>
                  <a:pt x="15549" y="5232"/>
                </a:lnTo>
                <a:lnTo>
                  <a:pt x="15525" y="5305"/>
                </a:lnTo>
                <a:lnTo>
                  <a:pt x="15427" y="4892"/>
                </a:lnTo>
                <a:lnTo>
                  <a:pt x="15695" y="4819"/>
                </a:lnTo>
                <a:lnTo>
                  <a:pt x="15938" y="4721"/>
                </a:lnTo>
                <a:lnTo>
                  <a:pt x="16255" y="4624"/>
                </a:lnTo>
                <a:lnTo>
                  <a:pt x="16401" y="4527"/>
                </a:lnTo>
                <a:lnTo>
                  <a:pt x="16449" y="4478"/>
                </a:lnTo>
                <a:lnTo>
                  <a:pt x="16498" y="4405"/>
                </a:lnTo>
                <a:close/>
                <a:moveTo>
                  <a:pt x="16717" y="5062"/>
                </a:moveTo>
                <a:lnTo>
                  <a:pt x="16814" y="5305"/>
                </a:lnTo>
                <a:lnTo>
                  <a:pt x="16547" y="5403"/>
                </a:lnTo>
                <a:lnTo>
                  <a:pt x="16303" y="5524"/>
                </a:lnTo>
                <a:lnTo>
                  <a:pt x="15987" y="5670"/>
                </a:lnTo>
                <a:lnTo>
                  <a:pt x="15817" y="5743"/>
                </a:lnTo>
                <a:lnTo>
                  <a:pt x="15671" y="5816"/>
                </a:lnTo>
                <a:lnTo>
                  <a:pt x="15549" y="5354"/>
                </a:lnTo>
                <a:lnTo>
                  <a:pt x="15622" y="5403"/>
                </a:lnTo>
                <a:lnTo>
                  <a:pt x="15719" y="5427"/>
                </a:lnTo>
                <a:lnTo>
                  <a:pt x="15792" y="5403"/>
                </a:lnTo>
                <a:lnTo>
                  <a:pt x="15890" y="5378"/>
                </a:lnTo>
                <a:lnTo>
                  <a:pt x="16084" y="5305"/>
                </a:lnTo>
                <a:lnTo>
                  <a:pt x="16255" y="5257"/>
                </a:lnTo>
                <a:lnTo>
                  <a:pt x="16498" y="5159"/>
                </a:lnTo>
                <a:lnTo>
                  <a:pt x="16620" y="5111"/>
                </a:lnTo>
                <a:lnTo>
                  <a:pt x="16717" y="5062"/>
                </a:lnTo>
                <a:close/>
                <a:moveTo>
                  <a:pt x="17082" y="4551"/>
                </a:moveTo>
                <a:lnTo>
                  <a:pt x="17106" y="4575"/>
                </a:lnTo>
                <a:lnTo>
                  <a:pt x="17228" y="4673"/>
                </a:lnTo>
                <a:lnTo>
                  <a:pt x="17350" y="4746"/>
                </a:lnTo>
                <a:lnTo>
                  <a:pt x="17496" y="4794"/>
                </a:lnTo>
                <a:lnTo>
                  <a:pt x="17666" y="4819"/>
                </a:lnTo>
                <a:lnTo>
                  <a:pt x="17885" y="4867"/>
                </a:lnTo>
                <a:lnTo>
                  <a:pt x="18128" y="4965"/>
                </a:lnTo>
                <a:lnTo>
                  <a:pt x="18323" y="5062"/>
                </a:lnTo>
                <a:lnTo>
                  <a:pt x="18518" y="5208"/>
                </a:lnTo>
                <a:lnTo>
                  <a:pt x="18591" y="5281"/>
                </a:lnTo>
                <a:lnTo>
                  <a:pt x="18664" y="5354"/>
                </a:lnTo>
                <a:lnTo>
                  <a:pt x="18785" y="5573"/>
                </a:lnTo>
                <a:lnTo>
                  <a:pt x="18810" y="5670"/>
                </a:lnTo>
                <a:lnTo>
                  <a:pt x="18834" y="5768"/>
                </a:lnTo>
                <a:lnTo>
                  <a:pt x="18834" y="5889"/>
                </a:lnTo>
                <a:lnTo>
                  <a:pt x="18810" y="6011"/>
                </a:lnTo>
                <a:lnTo>
                  <a:pt x="18761" y="6108"/>
                </a:lnTo>
                <a:lnTo>
                  <a:pt x="18664" y="6181"/>
                </a:lnTo>
                <a:lnTo>
                  <a:pt x="18542" y="6254"/>
                </a:lnTo>
                <a:lnTo>
                  <a:pt x="18396" y="6303"/>
                </a:lnTo>
                <a:lnTo>
                  <a:pt x="18080" y="6376"/>
                </a:lnTo>
                <a:lnTo>
                  <a:pt x="17812" y="6400"/>
                </a:lnTo>
                <a:lnTo>
                  <a:pt x="17447" y="5476"/>
                </a:lnTo>
                <a:lnTo>
                  <a:pt x="17082" y="4551"/>
                </a:lnTo>
                <a:close/>
                <a:moveTo>
                  <a:pt x="16936" y="5622"/>
                </a:moveTo>
                <a:lnTo>
                  <a:pt x="17033" y="5889"/>
                </a:lnTo>
                <a:lnTo>
                  <a:pt x="16863" y="5938"/>
                </a:lnTo>
                <a:lnTo>
                  <a:pt x="16717" y="6011"/>
                </a:lnTo>
                <a:lnTo>
                  <a:pt x="16401" y="6157"/>
                </a:lnTo>
                <a:lnTo>
                  <a:pt x="16084" y="6303"/>
                </a:lnTo>
                <a:lnTo>
                  <a:pt x="15768" y="6425"/>
                </a:lnTo>
                <a:lnTo>
                  <a:pt x="15768" y="6376"/>
                </a:lnTo>
                <a:lnTo>
                  <a:pt x="15719" y="6303"/>
                </a:lnTo>
                <a:lnTo>
                  <a:pt x="15719" y="6157"/>
                </a:lnTo>
                <a:lnTo>
                  <a:pt x="15719" y="6011"/>
                </a:lnTo>
                <a:lnTo>
                  <a:pt x="15890" y="5987"/>
                </a:lnTo>
                <a:lnTo>
                  <a:pt x="16084" y="5938"/>
                </a:lnTo>
                <a:lnTo>
                  <a:pt x="16425" y="5816"/>
                </a:lnTo>
                <a:lnTo>
                  <a:pt x="16668" y="5719"/>
                </a:lnTo>
                <a:lnTo>
                  <a:pt x="16936" y="5622"/>
                </a:lnTo>
                <a:close/>
                <a:moveTo>
                  <a:pt x="2142" y="4770"/>
                </a:moveTo>
                <a:lnTo>
                  <a:pt x="1607" y="6303"/>
                </a:lnTo>
                <a:lnTo>
                  <a:pt x="1534" y="6473"/>
                </a:lnTo>
                <a:lnTo>
                  <a:pt x="1436" y="6449"/>
                </a:lnTo>
                <a:lnTo>
                  <a:pt x="877" y="6449"/>
                </a:lnTo>
                <a:lnTo>
                  <a:pt x="779" y="6400"/>
                </a:lnTo>
                <a:lnTo>
                  <a:pt x="706" y="6327"/>
                </a:lnTo>
                <a:lnTo>
                  <a:pt x="609" y="6230"/>
                </a:lnTo>
                <a:lnTo>
                  <a:pt x="536" y="6084"/>
                </a:lnTo>
                <a:lnTo>
                  <a:pt x="512" y="5938"/>
                </a:lnTo>
                <a:lnTo>
                  <a:pt x="536" y="5816"/>
                </a:lnTo>
                <a:lnTo>
                  <a:pt x="560" y="5670"/>
                </a:lnTo>
                <a:lnTo>
                  <a:pt x="633" y="5524"/>
                </a:lnTo>
                <a:lnTo>
                  <a:pt x="706" y="5403"/>
                </a:lnTo>
                <a:lnTo>
                  <a:pt x="804" y="5305"/>
                </a:lnTo>
                <a:lnTo>
                  <a:pt x="901" y="5208"/>
                </a:lnTo>
                <a:lnTo>
                  <a:pt x="998" y="5111"/>
                </a:lnTo>
                <a:lnTo>
                  <a:pt x="1144" y="5038"/>
                </a:lnTo>
                <a:lnTo>
                  <a:pt x="1266" y="4965"/>
                </a:lnTo>
                <a:lnTo>
                  <a:pt x="1412" y="4916"/>
                </a:lnTo>
                <a:lnTo>
                  <a:pt x="1704" y="4867"/>
                </a:lnTo>
                <a:lnTo>
                  <a:pt x="1996" y="4819"/>
                </a:lnTo>
                <a:lnTo>
                  <a:pt x="2142" y="4770"/>
                </a:lnTo>
                <a:close/>
                <a:moveTo>
                  <a:pt x="10342" y="1899"/>
                </a:moveTo>
                <a:lnTo>
                  <a:pt x="10926" y="1923"/>
                </a:lnTo>
                <a:lnTo>
                  <a:pt x="11510" y="1972"/>
                </a:lnTo>
                <a:lnTo>
                  <a:pt x="12094" y="2045"/>
                </a:lnTo>
                <a:lnTo>
                  <a:pt x="12702" y="2118"/>
                </a:lnTo>
                <a:lnTo>
                  <a:pt x="13286" y="2239"/>
                </a:lnTo>
                <a:lnTo>
                  <a:pt x="13797" y="2361"/>
                </a:lnTo>
                <a:lnTo>
                  <a:pt x="14065" y="2410"/>
                </a:lnTo>
                <a:lnTo>
                  <a:pt x="14308" y="2434"/>
                </a:lnTo>
                <a:lnTo>
                  <a:pt x="14332" y="2653"/>
                </a:lnTo>
                <a:lnTo>
                  <a:pt x="14357" y="2872"/>
                </a:lnTo>
                <a:lnTo>
                  <a:pt x="14478" y="3334"/>
                </a:lnTo>
                <a:lnTo>
                  <a:pt x="14600" y="3772"/>
                </a:lnTo>
                <a:lnTo>
                  <a:pt x="14722" y="4186"/>
                </a:lnTo>
                <a:lnTo>
                  <a:pt x="14989" y="5305"/>
                </a:lnTo>
                <a:lnTo>
                  <a:pt x="15111" y="5816"/>
                </a:lnTo>
                <a:lnTo>
                  <a:pt x="15184" y="6084"/>
                </a:lnTo>
                <a:lnTo>
                  <a:pt x="15281" y="6327"/>
                </a:lnTo>
                <a:lnTo>
                  <a:pt x="15014" y="6449"/>
                </a:lnTo>
                <a:lnTo>
                  <a:pt x="14722" y="6571"/>
                </a:lnTo>
                <a:lnTo>
                  <a:pt x="14162" y="6814"/>
                </a:lnTo>
                <a:lnTo>
                  <a:pt x="13457" y="7033"/>
                </a:lnTo>
                <a:lnTo>
                  <a:pt x="12751" y="7228"/>
                </a:lnTo>
                <a:lnTo>
                  <a:pt x="11972" y="7398"/>
                </a:lnTo>
                <a:lnTo>
                  <a:pt x="11169" y="7520"/>
                </a:lnTo>
                <a:lnTo>
                  <a:pt x="10366" y="7593"/>
                </a:lnTo>
                <a:lnTo>
                  <a:pt x="9588" y="7617"/>
                </a:lnTo>
                <a:lnTo>
                  <a:pt x="8809" y="7617"/>
                </a:lnTo>
                <a:lnTo>
                  <a:pt x="8055" y="7568"/>
                </a:lnTo>
                <a:lnTo>
                  <a:pt x="7300" y="7471"/>
                </a:lnTo>
                <a:lnTo>
                  <a:pt x="6546" y="7325"/>
                </a:lnTo>
                <a:lnTo>
                  <a:pt x="5840" y="7155"/>
                </a:lnTo>
                <a:lnTo>
                  <a:pt x="5135" y="6960"/>
                </a:lnTo>
                <a:lnTo>
                  <a:pt x="4794" y="6838"/>
                </a:lnTo>
                <a:lnTo>
                  <a:pt x="4478" y="6717"/>
                </a:lnTo>
                <a:lnTo>
                  <a:pt x="4137" y="6595"/>
                </a:lnTo>
                <a:lnTo>
                  <a:pt x="3821" y="6498"/>
                </a:lnTo>
                <a:lnTo>
                  <a:pt x="3821" y="6449"/>
                </a:lnTo>
                <a:lnTo>
                  <a:pt x="3943" y="5914"/>
                </a:lnTo>
                <a:lnTo>
                  <a:pt x="4064" y="5378"/>
                </a:lnTo>
                <a:lnTo>
                  <a:pt x="4186" y="4867"/>
                </a:lnTo>
                <a:lnTo>
                  <a:pt x="4356" y="4332"/>
                </a:lnTo>
                <a:lnTo>
                  <a:pt x="4527" y="3821"/>
                </a:lnTo>
                <a:lnTo>
                  <a:pt x="4697" y="3310"/>
                </a:lnTo>
                <a:lnTo>
                  <a:pt x="4843" y="2896"/>
                </a:lnTo>
                <a:lnTo>
                  <a:pt x="4916" y="2702"/>
                </a:lnTo>
                <a:lnTo>
                  <a:pt x="4965" y="2483"/>
                </a:lnTo>
                <a:lnTo>
                  <a:pt x="5038" y="2507"/>
                </a:lnTo>
                <a:lnTo>
                  <a:pt x="5111" y="2507"/>
                </a:lnTo>
                <a:lnTo>
                  <a:pt x="6254" y="2264"/>
                </a:lnTo>
                <a:lnTo>
                  <a:pt x="6838" y="2142"/>
                </a:lnTo>
                <a:lnTo>
                  <a:pt x="7398" y="2069"/>
                </a:lnTo>
                <a:lnTo>
                  <a:pt x="7982" y="1996"/>
                </a:lnTo>
                <a:lnTo>
                  <a:pt x="8566" y="1947"/>
                </a:lnTo>
                <a:lnTo>
                  <a:pt x="9150" y="1923"/>
                </a:lnTo>
                <a:lnTo>
                  <a:pt x="9734" y="1899"/>
                </a:lnTo>
                <a:close/>
                <a:moveTo>
                  <a:pt x="16863" y="7933"/>
                </a:moveTo>
                <a:lnTo>
                  <a:pt x="16011" y="8177"/>
                </a:lnTo>
                <a:lnTo>
                  <a:pt x="15160" y="8371"/>
                </a:lnTo>
                <a:lnTo>
                  <a:pt x="14308" y="8566"/>
                </a:lnTo>
                <a:lnTo>
                  <a:pt x="13432" y="8736"/>
                </a:lnTo>
                <a:lnTo>
                  <a:pt x="12581" y="8882"/>
                </a:lnTo>
                <a:lnTo>
                  <a:pt x="11705" y="9004"/>
                </a:lnTo>
                <a:lnTo>
                  <a:pt x="10829" y="9077"/>
                </a:lnTo>
                <a:lnTo>
                  <a:pt x="9953" y="9126"/>
                </a:lnTo>
                <a:lnTo>
                  <a:pt x="9052" y="9126"/>
                </a:lnTo>
                <a:lnTo>
                  <a:pt x="8176" y="9101"/>
                </a:lnTo>
                <a:lnTo>
                  <a:pt x="7276" y="9053"/>
                </a:lnTo>
                <a:lnTo>
                  <a:pt x="6400" y="8955"/>
                </a:lnTo>
                <a:lnTo>
                  <a:pt x="5476" y="8834"/>
                </a:lnTo>
                <a:lnTo>
                  <a:pt x="4575" y="8663"/>
                </a:lnTo>
                <a:lnTo>
                  <a:pt x="3675" y="8469"/>
                </a:lnTo>
                <a:lnTo>
                  <a:pt x="2775" y="8323"/>
                </a:lnTo>
                <a:lnTo>
                  <a:pt x="2702" y="8347"/>
                </a:lnTo>
                <a:lnTo>
                  <a:pt x="2677" y="8371"/>
                </a:lnTo>
                <a:lnTo>
                  <a:pt x="2677" y="8420"/>
                </a:lnTo>
                <a:lnTo>
                  <a:pt x="2726" y="8469"/>
                </a:lnTo>
                <a:lnTo>
                  <a:pt x="3140" y="8615"/>
                </a:lnTo>
                <a:lnTo>
                  <a:pt x="3553" y="8761"/>
                </a:lnTo>
                <a:lnTo>
                  <a:pt x="3991" y="8882"/>
                </a:lnTo>
                <a:lnTo>
                  <a:pt x="4429" y="8980"/>
                </a:lnTo>
                <a:lnTo>
                  <a:pt x="5305" y="9126"/>
                </a:lnTo>
                <a:lnTo>
                  <a:pt x="6181" y="9272"/>
                </a:lnTo>
                <a:lnTo>
                  <a:pt x="7081" y="9369"/>
                </a:lnTo>
                <a:lnTo>
                  <a:pt x="7957" y="9442"/>
                </a:lnTo>
                <a:lnTo>
                  <a:pt x="8858" y="9466"/>
                </a:lnTo>
                <a:lnTo>
                  <a:pt x="9758" y="9466"/>
                </a:lnTo>
                <a:lnTo>
                  <a:pt x="10658" y="9442"/>
                </a:lnTo>
                <a:lnTo>
                  <a:pt x="11583" y="9393"/>
                </a:lnTo>
                <a:lnTo>
                  <a:pt x="12508" y="9296"/>
                </a:lnTo>
                <a:lnTo>
                  <a:pt x="13408" y="9174"/>
                </a:lnTo>
                <a:lnTo>
                  <a:pt x="14308" y="9004"/>
                </a:lnTo>
                <a:lnTo>
                  <a:pt x="15208" y="8785"/>
                </a:lnTo>
                <a:lnTo>
                  <a:pt x="16084" y="8542"/>
                </a:lnTo>
                <a:lnTo>
                  <a:pt x="16960" y="8250"/>
                </a:lnTo>
                <a:lnTo>
                  <a:pt x="17009" y="8225"/>
                </a:lnTo>
                <a:lnTo>
                  <a:pt x="17058" y="8177"/>
                </a:lnTo>
                <a:lnTo>
                  <a:pt x="17058" y="8104"/>
                </a:lnTo>
                <a:lnTo>
                  <a:pt x="17058" y="8055"/>
                </a:lnTo>
                <a:lnTo>
                  <a:pt x="17033" y="8006"/>
                </a:lnTo>
                <a:lnTo>
                  <a:pt x="16985" y="7958"/>
                </a:lnTo>
                <a:lnTo>
                  <a:pt x="16936" y="7933"/>
                </a:lnTo>
                <a:close/>
                <a:moveTo>
                  <a:pt x="9320" y="9953"/>
                </a:moveTo>
                <a:lnTo>
                  <a:pt x="8639" y="9977"/>
                </a:lnTo>
                <a:lnTo>
                  <a:pt x="7714" y="9977"/>
                </a:lnTo>
                <a:lnTo>
                  <a:pt x="7446" y="10001"/>
                </a:lnTo>
                <a:lnTo>
                  <a:pt x="7300" y="10026"/>
                </a:lnTo>
                <a:lnTo>
                  <a:pt x="7179" y="10050"/>
                </a:lnTo>
                <a:lnTo>
                  <a:pt x="7081" y="10123"/>
                </a:lnTo>
                <a:lnTo>
                  <a:pt x="6984" y="10220"/>
                </a:lnTo>
                <a:lnTo>
                  <a:pt x="6960" y="10269"/>
                </a:lnTo>
                <a:lnTo>
                  <a:pt x="6984" y="10293"/>
                </a:lnTo>
                <a:lnTo>
                  <a:pt x="7057" y="10366"/>
                </a:lnTo>
                <a:lnTo>
                  <a:pt x="7154" y="10415"/>
                </a:lnTo>
                <a:lnTo>
                  <a:pt x="7252" y="10464"/>
                </a:lnTo>
                <a:lnTo>
                  <a:pt x="7349" y="10488"/>
                </a:lnTo>
                <a:lnTo>
                  <a:pt x="7568" y="10512"/>
                </a:lnTo>
                <a:lnTo>
                  <a:pt x="10585" y="10512"/>
                </a:lnTo>
                <a:lnTo>
                  <a:pt x="12021" y="10561"/>
                </a:lnTo>
                <a:lnTo>
                  <a:pt x="12143" y="10537"/>
                </a:lnTo>
                <a:lnTo>
                  <a:pt x="12216" y="10488"/>
                </a:lnTo>
                <a:lnTo>
                  <a:pt x="12264" y="10391"/>
                </a:lnTo>
                <a:lnTo>
                  <a:pt x="12289" y="10293"/>
                </a:lnTo>
                <a:lnTo>
                  <a:pt x="12264" y="10196"/>
                </a:lnTo>
                <a:lnTo>
                  <a:pt x="12216" y="10099"/>
                </a:lnTo>
                <a:lnTo>
                  <a:pt x="12143" y="10050"/>
                </a:lnTo>
                <a:lnTo>
                  <a:pt x="12021" y="10001"/>
                </a:lnTo>
                <a:lnTo>
                  <a:pt x="10683" y="9977"/>
                </a:lnTo>
                <a:lnTo>
                  <a:pt x="9320" y="9953"/>
                </a:lnTo>
                <a:close/>
                <a:moveTo>
                  <a:pt x="10950" y="10975"/>
                </a:moveTo>
                <a:lnTo>
                  <a:pt x="10683" y="10999"/>
                </a:lnTo>
                <a:lnTo>
                  <a:pt x="10123" y="11023"/>
                </a:lnTo>
                <a:lnTo>
                  <a:pt x="9612" y="11048"/>
                </a:lnTo>
                <a:lnTo>
                  <a:pt x="9028" y="11023"/>
                </a:lnTo>
                <a:lnTo>
                  <a:pt x="8152" y="11023"/>
                </a:lnTo>
                <a:lnTo>
                  <a:pt x="7860" y="11048"/>
                </a:lnTo>
                <a:lnTo>
                  <a:pt x="7568" y="11096"/>
                </a:lnTo>
                <a:lnTo>
                  <a:pt x="7300" y="11169"/>
                </a:lnTo>
                <a:lnTo>
                  <a:pt x="7252" y="11194"/>
                </a:lnTo>
                <a:lnTo>
                  <a:pt x="7227" y="11218"/>
                </a:lnTo>
                <a:lnTo>
                  <a:pt x="7203" y="11315"/>
                </a:lnTo>
                <a:lnTo>
                  <a:pt x="7227" y="11413"/>
                </a:lnTo>
                <a:lnTo>
                  <a:pt x="7252" y="11437"/>
                </a:lnTo>
                <a:lnTo>
                  <a:pt x="7300" y="11461"/>
                </a:lnTo>
                <a:lnTo>
                  <a:pt x="7568" y="11534"/>
                </a:lnTo>
                <a:lnTo>
                  <a:pt x="7811" y="11559"/>
                </a:lnTo>
                <a:lnTo>
                  <a:pt x="8079" y="11583"/>
                </a:lnTo>
                <a:lnTo>
                  <a:pt x="8347" y="11607"/>
                </a:lnTo>
                <a:lnTo>
                  <a:pt x="9417" y="11559"/>
                </a:lnTo>
                <a:lnTo>
                  <a:pt x="10561" y="11559"/>
                </a:lnTo>
                <a:lnTo>
                  <a:pt x="11145" y="11583"/>
                </a:lnTo>
                <a:lnTo>
                  <a:pt x="11437" y="11559"/>
                </a:lnTo>
                <a:lnTo>
                  <a:pt x="11583" y="11534"/>
                </a:lnTo>
                <a:lnTo>
                  <a:pt x="11729" y="11486"/>
                </a:lnTo>
                <a:lnTo>
                  <a:pt x="11802" y="11461"/>
                </a:lnTo>
                <a:lnTo>
                  <a:pt x="11851" y="11413"/>
                </a:lnTo>
                <a:lnTo>
                  <a:pt x="11875" y="11364"/>
                </a:lnTo>
                <a:lnTo>
                  <a:pt x="11875" y="11291"/>
                </a:lnTo>
                <a:lnTo>
                  <a:pt x="11875" y="11218"/>
                </a:lnTo>
                <a:lnTo>
                  <a:pt x="11851" y="11169"/>
                </a:lnTo>
                <a:lnTo>
                  <a:pt x="11802" y="11121"/>
                </a:lnTo>
                <a:lnTo>
                  <a:pt x="11729" y="11096"/>
                </a:lnTo>
                <a:lnTo>
                  <a:pt x="11486" y="11023"/>
                </a:lnTo>
                <a:lnTo>
                  <a:pt x="11218" y="10999"/>
                </a:lnTo>
                <a:lnTo>
                  <a:pt x="10950" y="10975"/>
                </a:lnTo>
                <a:close/>
                <a:moveTo>
                  <a:pt x="4210" y="9734"/>
                </a:moveTo>
                <a:lnTo>
                  <a:pt x="4356" y="9758"/>
                </a:lnTo>
                <a:lnTo>
                  <a:pt x="4478" y="9783"/>
                </a:lnTo>
                <a:lnTo>
                  <a:pt x="4600" y="9807"/>
                </a:lnTo>
                <a:lnTo>
                  <a:pt x="4819" y="9928"/>
                </a:lnTo>
                <a:lnTo>
                  <a:pt x="5013" y="10074"/>
                </a:lnTo>
                <a:lnTo>
                  <a:pt x="5184" y="10269"/>
                </a:lnTo>
                <a:lnTo>
                  <a:pt x="5330" y="10488"/>
                </a:lnTo>
                <a:lnTo>
                  <a:pt x="5451" y="10756"/>
                </a:lnTo>
                <a:lnTo>
                  <a:pt x="5524" y="10902"/>
                </a:lnTo>
                <a:lnTo>
                  <a:pt x="5549" y="11048"/>
                </a:lnTo>
                <a:lnTo>
                  <a:pt x="5549" y="11194"/>
                </a:lnTo>
                <a:lnTo>
                  <a:pt x="5524" y="11315"/>
                </a:lnTo>
                <a:lnTo>
                  <a:pt x="5476" y="11437"/>
                </a:lnTo>
                <a:lnTo>
                  <a:pt x="5427" y="11534"/>
                </a:lnTo>
                <a:lnTo>
                  <a:pt x="5330" y="11607"/>
                </a:lnTo>
                <a:lnTo>
                  <a:pt x="5232" y="11680"/>
                </a:lnTo>
                <a:lnTo>
                  <a:pt x="5135" y="11753"/>
                </a:lnTo>
                <a:lnTo>
                  <a:pt x="5013" y="11802"/>
                </a:lnTo>
                <a:lnTo>
                  <a:pt x="4770" y="11875"/>
                </a:lnTo>
                <a:lnTo>
                  <a:pt x="4478" y="11924"/>
                </a:lnTo>
                <a:lnTo>
                  <a:pt x="4210" y="11924"/>
                </a:lnTo>
                <a:lnTo>
                  <a:pt x="3967" y="11899"/>
                </a:lnTo>
                <a:lnTo>
                  <a:pt x="3699" y="11851"/>
                </a:lnTo>
                <a:lnTo>
                  <a:pt x="3456" y="11753"/>
                </a:lnTo>
                <a:lnTo>
                  <a:pt x="3213" y="11656"/>
                </a:lnTo>
                <a:lnTo>
                  <a:pt x="3018" y="11510"/>
                </a:lnTo>
                <a:lnTo>
                  <a:pt x="2921" y="11413"/>
                </a:lnTo>
                <a:lnTo>
                  <a:pt x="2848" y="11315"/>
                </a:lnTo>
                <a:lnTo>
                  <a:pt x="2799" y="11194"/>
                </a:lnTo>
                <a:lnTo>
                  <a:pt x="2750" y="11096"/>
                </a:lnTo>
                <a:lnTo>
                  <a:pt x="2702" y="10950"/>
                </a:lnTo>
                <a:lnTo>
                  <a:pt x="2677" y="10829"/>
                </a:lnTo>
                <a:lnTo>
                  <a:pt x="2702" y="10707"/>
                </a:lnTo>
                <a:lnTo>
                  <a:pt x="2702" y="10610"/>
                </a:lnTo>
                <a:lnTo>
                  <a:pt x="2726" y="10512"/>
                </a:lnTo>
                <a:lnTo>
                  <a:pt x="2775" y="10415"/>
                </a:lnTo>
                <a:lnTo>
                  <a:pt x="2896" y="10269"/>
                </a:lnTo>
                <a:lnTo>
                  <a:pt x="3042" y="10147"/>
                </a:lnTo>
                <a:lnTo>
                  <a:pt x="3213" y="10050"/>
                </a:lnTo>
                <a:lnTo>
                  <a:pt x="3383" y="9977"/>
                </a:lnTo>
                <a:lnTo>
                  <a:pt x="3772" y="9807"/>
                </a:lnTo>
                <a:lnTo>
                  <a:pt x="3797" y="9807"/>
                </a:lnTo>
                <a:lnTo>
                  <a:pt x="3943" y="9758"/>
                </a:lnTo>
                <a:lnTo>
                  <a:pt x="4089" y="9758"/>
                </a:lnTo>
                <a:lnTo>
                  <a:pt x="4210" y="9734"/>
                </a:lnTo>
                <a:close/>
                <a:moveTo>
                  <a:pt x="15208" y="9612"/>
                </a:moveTo>
                <a:lnTo>
                  <a:pt x="15476" y="9637"/>
                </a:lnTo>
                <a:lnTo>
                  <a:pt x="15622" y="9685"/>
                </a:lnTo>
                <a:lnTo>
                  <a:pt x="15719" y="9734"/>
                </a:lnTo>
                <a:lnTo>
                  <a:pt x="15914" y="9880"/>
                </a:lnTo>
                <a:lnTo>
                  <a:pt x="16084" y="10050"/>
                </a:lnTo>
                <a:lnTo>
                  <a:pt x="16279" y="10220"/>
                </a:lnTo>
                <a:lnTo>
                  <a:pt x="16401" y="10342"/>
                </a:lnTo>
                <a:lnTo>
                  <a:pt x="16498" y="10464"/>
                </a:lnTo>
                <a:lnTo>
                  <a:pt x="16547" y="10585"/>
                </a:lnTo>
                <a:lnTo>
                  <a:pt x="16571" y="10731"/>
                </a:lnTo>
                <a:lnTo>
                  <a:pt x="16571" y="10877"/>
                </a:lnTo>
                <a:lnTo>
                  <a:pt x="16547" y="11023"/>
                </a:lnTo>
                <a:lnTo>
                  <a:pt x="16498" y="11169"/>
                </a:lnTo>
                <a:lnTo>
                  <a:pt x="16425" y="11315"/>
                </a:lnTo>
                <a:lnTo>
                  <a:pt x="16352" y="11437"/>
                </a:lnTo>
                <a:lnTo>
                  <a:pt x="16255" y="11534"/>
                </a:lnTo>
                <a:lnTo>
                  <a:pt x="16133" y="11632"/>
                </a:lnTo>
                <a:lnTo>
                  <a:pt x="16011" y="11705"/>
                </a:lnTo>
                <a:lnTo>
                  <a:pt x="15768" y="11826"/>
                </a:lnTo>
                <a:lnTo>
                  <a:pt x="15500" y="11899"/>
                </a:lnTo>
                <a:lnTo>
                  <a:pt x="15208" y="11948"/>
                </a:lnTo>
                <a:lnTo>
                  <a:pt x="14916" y="11972"/>
                </a:lnTo>
                <a:lnTo>
                  <a:pt x="14624" y="11972"/>
                </a:lnTo>
                <a:lnTo>
                  <a:pt x="14357" y="11924"/>
                </a:lnTo>
                <a:lnTo>
                  <a:pt x="14235" y="11875"/>
                </a:lnTo>
                <a:lnTo>
                  <a:pt x="14113" y="11802"/>
                </a:lnTo>
                <a:lnTo>
                  <a:pt x="14016" y="11729"/>
                </a:lnTo>
                <a:lnTo>
                  <a:pt x="13919" y="11632"/>
                </a:lnTo>
                <a:lnTo>
                  <a:pt x="13846" y="11534"/>
                </a:lnTo>
                <a:lnTo>
                  <a:pt x="13797" y="11413"/>
                </a:lnTo>
                <a:lnTo>
                  <a:pt x="13773" y="11267"/>
                </a:lnTo>
                <a:lnTo>
                  <a:pt x="13748" y="11096"/>
                </a:lnTo>
                <a:lnTo>
                  <a:pt x="13773" y="10902"/>
                </a:lnTo>
                <a:lnTo>
                  <a:pt x="13821" y="10707"/>
                </a:lnTo>
                <a:lnTo>
                  <a:pt x="13919" y="10537"/>
                </a:lnTo>
                <a:lnTo>
                  <a:pt x="14040" y="10391"/>
                </a:lnTo>
                <a:lnTo>
                  <a:pt x="14284" y="10074"/>
                </a:lnTo>
                <a:lnTo>
                  <a:pt x="14405" y="9928"/>
                </a:lnTo>
                <a:lnTo>
                  <a:pt x="14503" y="9758"/>
                </a:lnTo>
                <a:lnTo>
                  <a:pt x="14746" y="9685"/>
                </a:lnTo>
                <a:lnTo>
                  <a:pt x="14989" y="9637"/>
                </a:lnTo>
                <a:lnTo>
                  <a:pt x="15208" y="9612"/>
                </a:lnTo>
                <a:close/>
                <a:moveTo>
                  <a:pt x="4064" y="9247"/>
                </a:moveTo>
                <a:lnTo>
                  <a:pt x="3870" y="9296"/>
                </a:lnTo>
                <a:lnTo>
                  <a:pt x="3675" y="9345"/>
                </a:lnTo>
                <a:lnTo>
                  <a:pt x="3626" y="9393"/>
                </a:lnTo>
                <a:lnTo>
                  <a:pt x="3578" y="9418"/>
                </a:lnTo>
                <a:lnTo>
                  <a:pt x="3334" y="9491"/>
                </a:lnTo>
                <a:lnTo>
                  <a:pt x="3091" y="9612"/>
                </a:lnTo>
                <a:lnTo>
                  <a:pt x="2848" y="9758"/>
                </a:lnTo>
                <a:lnTo>
                  <a:pt x="2653" y="9928"/>
                </a:lnTo>
                <a:lnTo>
                  <a:pt x="2458" y="10123"/>
                </a:lnTo>
                <a:lnTo>
                  <a:pt x="2337" y="10342"/>
                </a:lnTo>
                <a:lnTo>
                  <a:pt x="2239" y="10585"/>
                </a:lnTo>
                <a:lnTo>
                  <a:pt x="2215" y="10707"/>
                </a:lnTo>
                <a:lnTo>
                  <a:pt x="2215" y="10829"/>
                </a:lnTo>
                <a:lnTo>
                  <a:pt x="2239" y="11023"/>
                </a:lnTo>
                <a:lnTo>
                  <a:pt x="2264" y="11218"/>
                </a:lnTo>
                <a:lnTo>
                  <a:pt x="2337" y="11388"/>
                </a:lnTo>
                <a:lnTo>
                  <a:pt x="2434" y="11559"/>
                </a:lnTo>
                <a:lnTo>
                  <a:pt x="2531" y="11705"/>
                </a:lnTo>
                <a:lnTo>
                  <a:pt x="2653" y="11826"/>
                </a:lnTo>
                <a:lnTo>
                  <a:pt x="2775" y="11948"/>
                </a:lnTo>
                <a:lnTo>
                  <a:pt x="2945" y="12045"/>
                </a:lnTo>
                <a:lnTo>
                  <a:pt x="3091" y="12118"/>
                </a:lnTo>
                <a:lnTo>
                  <a:pt x="3261" y="12216"/>
                </a:lnTo>
                <a:lnTo>
                  <a:pt x="3626" y="12313"/>
                </a:lnTo>
                <a:lnTo>
                  <a:pt x="4016" y="12386"/>
                </a:lnTo>
                <a:lnTo>
                  <a:pt x="4381" y="12435"/>
                </a:lnTo>
                <a:lnTo>
                  <a:pt x="4575" y="12435"/>
                </a:lnTo>
                <a:lnTo>
                  <a:pt x="4746" y="12410"/>
                </a:lnTo>
                <a:lnTo>
                  <a:pt x="4916" y="12386"/>
                </a:lnTo>
                <a:lnTo>
                  <a:pt x="5086" y="12337"/>
                </a:lnTo>
                <a:lnTo>
                  <a:pt x="5232" y="12264"/>
                </a:lnTo>
                <a:lnTo>
                  <a:pt x="5378" y="12191"/>
                </a:lnTo>
                <a:lnTo>
                  <a:pt x="5500" y="12118"/>
                </a:lnTo>
                <a:lnTo>
                  <a:pt x="5622" y="11997"/>
                </a:lnTo>
                <a:lnTo>
                  <a:pt x="5719" y="11875"/>
                </a:lnTo>
                <a:lnTo>
                  <a:pt x="5816" y="11753"/>
                </a:lnTo>
                <a:lnTo>
                  <a:pt x="5889" y="11607"/>
                </a:lnTo>
                <a:lnTo>
                  <a:pt x="5938" y="11461"/>
                </a:lnTo>
                <a:lnTo>
                  <a:pt x="5986" y="11315"/>
                </a:lnTo>
                <a:lnTo>
                  <a:pt x="5986" y="11145"/>
                </a:lnTo>
                <a:lnTo>
                  <a:pt x="5986" y="10950"/>
                </a:lnTo>
                <a:lnTo>
                  <a:pt x="5962" y="10780"/>
                </a:lnTo>
                <a:lnTo>
                  <a:pt x="5913" y="10585"/>
                </a:lnTo>
                <a:lnTo>
                  <a:pt x="5865" y="10415"/>
                </a:lnTo>
                <a:lnTo>
                  <a:pt x="5768" y="10245"/>
                </a:lnTo>
                <a:lnTo>
                  <a:pt x="5670" y="10074"/>
                </a:lnTo>
                <a:lnTo>
                  <a:pt x="5549" y="9928"/>
                </a:lnTo>
                <a:lnTo>
                  <a:pt x="5427" y="9783"/>
                </a:lnTo>
                <a:lnTo>
                  <a:pt x="5281" y="9661"/>
                </a:lnTo>
                <a:lnTo>
                  <a:pt x="5111" y="9539"/>
                </a:lnTo>
                <a:lnTo>
                  <a:pt x="4965" y="9442"/>
                </a:lnTo>
                <a:lnTo>
                  <a:pt x="4794" y="9369"/>
                </a:lnTo>
                <a:lnTo>
                  <a:pt x="4600" y="9296"/>
                </a:lnTo>
                <a:lnTo>
                  <a:pt x="4429" y="9272"/>
                </a:lnTo>
                <a:lnTo>
                  <a:pt x="4235" y="9247"/>
                </a:lnTo>
                <a:close/>
                <a:moveTo>
                  <a:pt x="14916" y="9150"/>
                </a:moveTo>
                <a:lnTo>
                  <a:pt x="14746" y="9199"/>
                </a:lnTo>
                <a:lnTo>
                  <a:pt x="14576" y="9247"/>
                </a:lnTo>
                <a:lnTo>
                  <a:pt x="14405" y="9320"/>
                </a:lnTo>
                <a:lnTo>
                  <a:pt x="14259" y="9418"/>
                </a:lnTo>
                <a:lnTo>
                  <a:pt x="14113" y="9539"/>
                </a:lnTo>
                <a:lnTo>
                  <a:pt x="14065" y="9612"/>
                </a:lnTo>
                <a:lnTo>
                  <a:pt x="14065" y="9710"/>
                </a:lnTo>
                <a:lnTo>
                  <a:pt x="13846" y="9904"/>
                </a:lnTo>
                <a:lnTo>
                  <a:pt x="13676" y="10123"/>
                </a:lnTo>
                <a:lnTo>
                  <a:pt x="13505" y="10366"/>
                </a:lnTo>
                <a:lnTo>
                  <a:pt x="13408" y="10634"/>
                </a:lnTo>
                <a:lnTo>
                  <a:pt x="13335" y="10926"/>
                </a:lnTo>
                <a:lnTo>
                  <a:pt x="13311" y="11194"/>
                </a:lnTo>
                <a:lnTo>
                  <a:pt x="13335" y="11461"/>
                </a:lnTo>
                <a:lnTo>
                  <a:pt x="13359" y="11583"/>
                </a:lnTo>
                <a:lnTo>
                  <a:pt x="13408" y="11705"/>
                </a:lnTo>
                <a:lnTo>
                  <a:pt x="13505" y="11875"/>
                </a:lnTo>
                <a:lnTo>
                  <a:pt x="13627" y="12021"/>
                </a:lnTo>
                <a:lnTo>
                  <a:pt x="13773" y="12143"/>
                </a:lnTo>
                <a:lnTo>
                  <a:pt x="13919" y="12240"/>
                </a:lnTo>
                <a:lnTo>
                  <a:pt x="14089" y="12337"/>
                </a:lnTo>
                <a:lnTo>
                  <a:pt x="14259" y="12386"/>
                </a:lnTo>
                <a:lnTo>
                  <a:pt x="14454" y="12410"/>
                </a:lnTo>
                <a:lnTo>
                  <a:pt x="14649" y="12435"/>
                </a:lnTo>
                <a:lnTo>
                  <a:pt x="14843" y="12459"/>
                </a:lnTo>
                <a:lnTo>
                  <a:pt x="15038" y="12435"/>
                </a:lnTo>
                <a:lnTo>
                  <a:pt x="15452" y="12386"/>
                </a:lnTo>
                <a:lnTo>
                  <a:pt x="15817" y="12289"/>
                </a:lnTo>
                <a:lnTo>
                  <a:pt x="16157" y="12143"/>
                </a:lnTo>
                <a:lnTo>
                  <a:pt x="16303" y="12070"/>
                </a:lnTo>
                <a:lnTo>
                  <a:pt x="16449" y="11972"/>
                </a:lnTo>
                <a:lnTo>
                  <a:pt x="16571" y="11875"/>
                </a:lnTo>
                <a:lnTo>
                  <a:pt x="16693" y="11753"/>
                </a:lnTo>
                <a:lnTo>
                  <a:pt x="16790" y="11607"/>
                </a:lnTo>
                <a:lnTo>
                  <a:pt x="16887" y="11461"/>
                </a:lnTo>
                <a:lnTo>
                  <a:pt x="16936" y="11315"/>
                </a:lnTo>
                <a:lnTo>
                  <a:pt x="16985" y="11169"/>
                </a:lnTo>
                <a:lnTo>
                  <a:pt x="17033" y="10999"/>
                </a:lnTo>
                <a:lnTo>
                  <a:pt x="17033" y="10853"/>
                </a:lnTo>
                <a:lnTo>
                  <a:pt x="17033" y="10683"/>
                </a:lnTo>
                <a:lnTo>
                  <a:pt x="17009" y="10512"/>
                </a:lnTo>
                <a:lnTo>
                  <a:pt x="16936" y="10366"/>
                </a:lnTo>
                <a:lnTo>
                  <a:pt x="16863" y="10220"/>
                </a:lnTo>
                <a:lnTo>
                  <a:pt x="16790" y="10074"/>
                </a:lnTo>
                <a:lnTo>
                  <a:pt x="16668" y="9953"/>
                </a:lnTo>
                <a:lnTo>
                  <a:pt x="16401" y="9685"/>
                </a:lnTo>
                <a:lnTo>
                  <a:pt x="16109" y="9466"/>
                </a:lnTo>
                <a:lnTo>
                  <a:pt x="15963" y="9369"/>
                </a:lnTo>
                <a:lnTo>
                  <a:pt x="15817" y="9296"/>
                </a:lnTo>
                <a:lnTo>
                  <a:pt x="15646" y="9223"/>
                </a:lnTo>
                <a:lnTo>
                  <a:pt x="15452" y="9174"/>
                </a:lnTo>
                <a:lnTo>
                  <a:pt x="15281" y="9150"/>
                </a:lnTo>
                <a:close/>
                <a:moveTo>
                  <a:pt x="12337" y="561"/>
                </a:moveTo>
                <a:lnTo>
                  <a:pt x="12751" y="585"/>
                </a:lnTo>
                <a:lnTo>
                  <a:pt x="13213" y="658"/>
                </a:lnTo>
                <a:lnTo>
                  <a:pt x="13676" y="780"/>
                </a:lnTo>
                <a:lnTo>
                  <a:pt x="14113" y="974"/>
                </a:lnTo>
                <a:lnTo>
                  <a:pt x="14527" y="1193"/>
                </a:lnTo>
                <a:lnTo>
                  <a:pt x="14478" y="1218"/>
                </a:lnTo>
                <a:lnTo>
                  <a:pt x="14211" y="1315"/>
                </a:lnTo>
                <a:lnTo>
                  <a:pt x="14089" y="1412"/>
                </a:lnTo>
                <a:lnTo>
                  <a:pt x="13992" y="1534"/>
                </a:lnTo>
                <a:lnTo>
                  <a:pt x="13967" y="1558"/>
                </a:lnTo>
                <a:lnTo>
                  <a:pt x="13992" y="1607"/>
                </a:lnTo>
                <a:lnTo>
                  <a:pt x="14016" y="1631"/>
                </a:lnTo>
                <a:lnTo>
                  <a:pt x="14211" y="1631"/>
                </a:lnTo>
                <a:lnTo>
                  <a:pt x="14357" y="1583"/>
                </a:lnTo>
                <a:lnTo>
                  <a:pt x="14649" y="1461"/>
                </a:lnTo>
                <a:lnTo>
                  <a:pt x="14819" y="1412"/>
                </a:lnTo>
                <a:lnTo>
                  <a:pt x="15014" y="1558"/>
                </a:lnTo>
                <a:lnTo>
                  <a:pt x="15184" y="1729"/>
                </a:lnTo>
                <a:lnTo>
                  <a:pt x="14892" y="1850"/>
                </a:lnTo>
                <a:lnTo>
                  <a:pt x="14527" y="1996"/>
                </a:lnTo>
                <a:lnTo>
                  <a:pt x="14454" y="1972"/>
                </a:lnTo>
                <a:lnTo>
                  <a:pt x="14381" y="2020"/>
                </a:lnTo>
                <a:lnTo>
                  <a:pt x="14138" y="1923"/>
                </a:lnTo>
                <a:lnTo>
                  <a:pt x="13894" y="1826"/>
                </a:lnTo>
                <a:lnTo>
                  <a:pt x="13651" y="1777"/>
                </a:lnTo>
                <a:lnTo>
                  <a:pt x="13384" y="1729"/>
                </a:lnTo>
                <a:lnTo>
                  <a:pt x="12848" y="1656"/>
                </a:lnTo>
                <a:lnTo>
                  <a:pt x="12337" y="1583"/>
                </a:lnTo>
                <a:lnTo>
                  <a:pt x="11753" y="1510"/>
                </a:lnTo>
                <a:lnTo>
                  <a:pt x="11145" y="1461"/>
                </a:lnTo>
                <a:lnTo>
                  <a:pt x="10537" y="1437"/>
                </a:lnTo>
                <a:lnTo>
                  <a:pt x="9928" y="1412"/>
                </a:lnTo>
                <a:lnTo>
                  <a:pt x="9296" y="1412"/>
                </a:lnTo>
                <a:lnTo>
                  <a:pt x="8663" y="1437"/>
                </a:lnTo>
                <a:lnTo>
                  <a:pt x="8055" y="1485"/>
                </a:lnTo>
                <a:lnTo>
                  <a:pt x="7422" y="1534"/>
                </a:lnTo>
                <a:lnTo>
                  <a:pt x="6814" y="1631"/>
                </a:lnTo>
                <a:lnTo>
                  <a:pt x="6205" y="1729"/>
                </a:lnTo>
                <a:lnTo>
                  <a:pt x="5597" y="1874"/>
                </a:lnTo>
                <a:lnTo>
                  <a:pt x="4989" y="2020"/>
                </a:lnTo>
                <a:lnTo>
                  <a:pt x="4916" y="2069"/>
                </a:lnTo>
                <a:lnTo>
                  <a:pt x="4867" y="2118"/>
                </a:lnTo>
                <a:lnTo>
                  <a:pt x="4819" y="2166"/>
                </a:lnTo>
                <a:lnTo>
                  <a:pt x="4819" y="2239"/>
                </a:lnTo>
                <a:lnTo>
                  <a:pt x="4648" y="2410"/>
                </a:lnTo>
                <a:lnTo>
                  <a:pt x="4527" y="2580"/>
                </a:lnTo>
                <a:lnTo>
                  <a:pt x="4405" y="2799"/>
                </a:lnTo>
                <a:lnTo>
                  <a:pt x="4308" y="2994"/>
                </a:lnTo>
                <a:lnTo>
                  <a:pt x="4162" y="3456"/>
                </a:lnTo>
                <a:lnTo>
                  <a:pt x="4016" y="3870"/>
                </a:lnTo>
                <a:lnTo>
                  <a:pt x="3821" y="4478"/>
                </a:lnTo>
                <a:lnTo>
                  <a:pt x="3651" y="5086"/>
                </a:lnTo>
                <a:lnTo>
                  <a:pt x="3505" y="5695"/>
                </a:lnTo>
                <a:lnTo>
                  <a:pt x="3383" y="6303"/>
                </a:lnTo>
                <a:lnTo>
                  <a:pt x="3383" y="6376"/>
                </a:lnTo>
                <a:lnTo>
                  <a:pt x="3383" y="6425"/>
                </a:lnTo>
                <a:lnTo>
                  <a:pt x="3432" y="6522"/>
                </a:lnTo>
                <a:lnTo>
                  <a:pt x="3432" y="6595"/>
                </a:lnTo>
                <a:lnTo>
                  <a:pt x="3480" y="6644"/>
                </a:lnTo>
                <a:lnTo>
                  <a:pt x="3772" y="6863"/>
                </a:lnTo>
                <a:lnTo>
                  <a:pt x="4089" y="7057"/>
                </a:lnTo>
                <a:lnTo>
                  <a:pt x="4454" y="7203"/>
                </a:lnTo>
                <a:lnTo>
                  <a:pt x="4819" y="7349"/>
                </a:lnTo>
                <a:lnTo>
                  <a:pt x="5184" y="7471"/>
                </a:lnTo>
                <a:lnTo>
                  <a:pt x="5549" y="7568"/>
                </a:lnTo>
                <a:lnTo>
                  <a:pt x="6278" y="7763"/>
                </a:lnTo>
                <a:lnTo>
                  <a:pt x="7057" y="7933"/>
                </a:lnTo>
                <a:lnTo>
                  <a:pt x="7836" y="8031"/>
                </a:lnTo>
                <a:lnTo>
                  <a:pt x="8614" y="8104"/>
                </a:lnTo>
                <a:lnTo>
                  <a:pt x="9417" y="8128"/>
                </a:lnTo>
                <a:lnTo>
                  <a:pt x="10196" y="8128"/>
                </a:lnTo>
                <a:lnTo>
                  <a:pt x="10999" y="8055"/>
                </a:lnTo>
                <a:lnTo>
                  <a:pt x="11778" y="7933"/>
                </a:lnTo>
                <a:lnTo>
                  <a:pt x="12556" y="7787"/>
                </a:lnTo>
                <a:lnTo>
                  <a:pt x="12970" y="7714"/>
                </a:lnTo>
                <a:lnTo>
                  <a:pt x="13359" y="7593"/>
                </a:lnTo>
                <a:lnTo>
                  <a:pt x="14138" y="7349"/>
                </a:lnTo>
                <a:lnTo>
                  <a:pt x="14795" y="7106"/>
                </a:lnTo>
                <a:lnTo>
                  <a:pt x="15135" y="6984"/>
                </a:lnTo>
                <a:lnTo>
                  <a:pt x="15452" y="6814"/>
                </a:lnTo>
                <a:lnTo>
                  <a:pt x="15695" y="6814"/>
                </a:lnTo>
                <a:lnTo>
                  <a:pt x="15914" y="6765"/>
                </a:lnTo>
                <a:lnTo>
                  <a:pt x="16133" y="6668"/>
                </a:lnTo>
                <a:lnTo>
                  <a:pt x="16352" y="6595"/>
                </a:lnTo>
                <a:lnTo>
                  <a:pt x="16766" y="6425"/>
                </a:lnTo>
                <a:lnTo>
                  <a:pt x="16960" y="6327"/>
                </a:lnTo>
                <a:lnTo>
                  <a:pt x="17131" y="6206"/>
                </a:lnTo>
                <a:lnTo>
                  <a:pt x="17301" y="6619"/>
                </a:lnTo>
                <a:lnTo>
                  <a:pt x="17082" y="6692"/>
                </a:lnTo>
                <a:lnTo>
                  <a:pt x="16863" y="6790"/>
                </a:lnTo>
                <a:lnTo>
                  <a:pt x="16425" y="6984"/>
                </a:lnTo>
                <a:lnTo>
                  <a:pt x="15719" y="7252"/>
                </a:lnTo>
                <a:lnTo>
                  <a:pt x="15354" y="7422"/>
                </a:lnTo>
                <a:lnTo>
                  <a:pt x="15038" y="7593"/>
                </a:lnTo>
                <a:lnTo>
                  <a:pt x="15014" y="7617"/>
                </a:lnTo>
                <a:lnTo>
                  <a:pt x="15014" y="7666"/>
                </a:lnTo>
                <a:lnTo>
                  <a:pt x="15014" y="7690"/>
                </a:lnTo>
                <a:lnTo>
                  <a:pt x="15062" y="7690"/>
                </a:lnTo>
                <a:lnTo>
                  <a:pt x="15427" y="7641"/>
                </a:lnTo>
                <a:lnTo>
                  <a:pt x="15792" y="7544"/>
                </a:lnTo>
                <a:lnTo>
                  <a:pt x="16157" y="7422"/>
                </a:lnTo>
                <a:lnTo>
                  <a:pt x="16498" y="7301"/>
                </a:lnTo>
                <a:lnTo>
                  <a:pt x="16960" y="7130"/>
                </a:lnTo>
                <a:lnTo>
                  <a:pt x="17204" y="7033"/>
                </a:lnTo>
                <a:lnTo>
                  <a:pt x="17423" y="6911"/>
                </a:lnTo>
                <a:lnTo>
                  <a:pt x="17569" y="7252"/>
                </a:lnTo>
                <a:lnTo>
                  <a:pt x="17325" y="7276"/>
                </a:lnTo>
                <a:lnTo>
                  <a:pt x="17082" y="7349"/>
                </a:lnTo>
                <a:lnTo>
                  <a:pt x="16595" y="7520"/>
                </a:lnTo>
                <a:lnTo>
                  <a:pt x="16084" y="7690"/>
                </a:lnTo>
                <a:lnTo>
                  <a:pt x="15841" y="7812"/>
                </a:lnTo>
                <a:lnTo>
                  <a:pt x="15719" y="7885"/>
                </a:lnTo>
                <a:lnTo>
                  <a:pt x="15622" y="7958"/>
                </a:lnTo>
                <a:lnTo>
                  <a:pt x="15622" y="7982"/>
                </a:lnTo>
                <a:lnTo>
                  <a:pt x="15622" y="8006"/>
                </a:lnTo>
                <a:lnTo>
                  <a:pt x="15768" y="8031"/>
                </a:lnTo>
                <a:lnTo>
                  <a:pt x="15890" y="8031"/>
                </a:lnTo>
                <a:lnTo>
                  <a:pt x="16182" y="8006"/>
                </a:lnTo>
                <a:lnTo>
                  <a:pt x="16449" y="7933"/>
                </a:lnTo>
                <a:lnTo>
                  <a:pt x="16693" y="7860"/>
                </a:lnTo>
                <a:lnTo>
                  <a:pt x="16960" y="7787"/>
                </a:lnTo>
                <a:lnTo>
                  <a:pt x="17204" y="7690"/>
                </a:lnTo>
                <a:lnTo>
                  <a:pt x="17447" y="7568"/>
                </a:lnTo>
                <a:lnTo>
                  <a:pt x="17642" y="7422"/>
                </a:lnTo>
                <a:lnTo>
                  <a:pt x="17666" y="7471"/>
                </a:lnTo>
                <a:lnTo>
                  <a:pt x="17715" y="7544"/>
                </a:lnTo>
                <a:lnTo>
                  <a:pt x="17788" y="7568"/>
                </a:lnTo>
                <a:lnTo>
                  <a:pt x="17812" y="7763"/>
                </a:lnTo>
                <a:lnTo>
                  <a:pt x="17836" y="7958"/>
                </a:lnTo>
                <a:lnTo>
                  <a:pt x="17934" y="8347"/>
                </a:lnTo>
                <a:lnTo>
                  <a:pt x="17763" y="8396"/>
                </a:lnTo>
                <a:lnTo>
                  <a:pt x="17593" y="8444"/>
                </a:lnTo>
                <a:lnTo>
                  <a:pt x="17252" y="8590"/>
                </a:lnTo>
                <a:lnTo>
                  <a:pt x="16790" y="8761"/>
                </a:lnTo>
                <a:lnTo>
                  <a:pt x="16547" y="8834"/>
                </a:lnTo>
                <a:lnTo>
                  <a:pt x="16328" y="8955"/>
                </a:lnTo>
                <a:lnTo>
                  <a:pt x="16303" y="8955"/>
                </a:lnTo>
                <a:lnTo>
                  <a:pt x="16303" y="8980"/>
                </a:lnTo>
                <a:lnTo>
                  <a:pt x="16328" y="9004"/>
                </a:lnTo>
                <a:lnTo>
                  <a:pt x="16328" y="9028"/>
                </a:lnTo>
                <a:lnTo>
                  <a:pt x="16595" y="9028"/>
                </a:lnTo>
                <a:lnTo>
                  <a:pt x="16839" y="9004"/>
                </a:lnTo>
                <a:lnTo>
                  <a:pt x="17106" y="8955"/>
                </a:lnTo>
                <a:lnTo>
                  <a:pt x="17350" y="8882"/>
                </a:lnTo>
                <a:lnTo>
                  <a:pt x="17666" y="8785"/>
                </a:lnTo>
                <a:lnTo>
                  <a:pt x="17836" y="8712"/>
                </a:lnTo>
                <a:lnTo>
                  <a:pt x="18007" y="8639"/>
                </a:lnTo>
                <a:lnTo>
                  <a:pt x="18031" y="8809"/>
                </a:lnTo>
                <a:lnTo>
                  <a:pt x="17812" y="8907"/>
                </a:lnTo>
                <a:lnTo>
                  <a:pt x="17617" y="9004"/>
                </a:lnTo>
                <a:lnTo>
                  <a:pt x="17398" y="9077"/>
                </a:lnTo>
                <a:lnTo>
                  <a:pt x="17155" y="9174"/>
                </a:lnTo>
                <a:lnTo>
                  <a:pt x="16936" y="9247"/>
                </a:lnTo>
                <a:lnTo>
                  <a:pt x="16741" y="9369"/>
                </a:lnTo>
                <a:lnTo>
                  <a:pt x="16717" y="9418"/>
                </a:lnTo>
                <a:lnTo>
                  <a:pt x="16717" y="9466"/>
                </a:lnTo>
                <a:lnTo>
                  <a:pt x="16741" y="9515"/>
                </a:lnTo>
                <a:lnTo>
                  <a:pt x="16790" y="9539"/>
                </a:lnTo>
                <a:lnTo>
                  <a:pt x="16887" y="9564"/>
                </a:lnTo>
                <a:lnTo>
                  <a:pt x="17228" y="9564"/>
                </a:lnTo>
                <a:lnTo>
                  <a:pt x="17471" y="9491"/>
                </a:lnTo>
                <a:lnTo>
                  <a:pt x="17690" y="9442"/>
                </a:lnTo>
                <a:lnTo>
                  <a:pt x="17885" y="9369"/>
                </a:lnTo>
                <a:lnTo>
                  <a:pt x="18080" y="9272"/>
                </a:lnTo>
                <a:lnTo>
                  <a:pt x="18128" y="9564"/>
                </a:lnTo>
                <a:lnTo>
                  <a:pt x="17958" y="9612"/>
                </a:lnTo>
                <a:lnTo>
                  <a:pt x="17812" y="9661"/>
                </a:lnTo>
                <a:lnTo>
                  <a:pt x="17301" y="9880"/>
                </a:lnTo>
                <a:lnTo>
                  <a:pt x="17228" y="9928"/>
                </a:lnTo>
                <a:lnTo>
                  <a:pt x="17155" y="10001"/>
                </a:lnTo>
                <a:lnTo>
                  <a:pt x="17106" y="10074"/>
                </a:lnTo>
                <a:lnTo>
                  <a:pt x="17033" y="10147"/>
                </a:lnTo>
                <a:lnTo>
                  <a:pt x="17009" y="10172"/>
                </a:lnTo>
                <a:lnTo>
                  <a:pt x="17033" y="10172"/>
                </a:lnTo>
                <a:lnTo>
                  <a:pt x="17106" y="10196"/>
                </a:lnTo>
                <a:lnTo>
                  <a:pt x="17204" y="10220"/>
                </a:lnTo>
                <a:lnTo>
                  <a:pt x="17277" y="10245"/>
                </a:lnTo>
                <a:lnTo>
                  <a:pt x="17471" y="10245"/>
                </a:lnTo>
                <a:lnTo>
                  <a:pt x="17593" y="10196"/>
                </a:lnTo>
                <a:lnTo>
                  <a:pt x="17812" y="10123"/>
                </a:lnTo>
                <a:lnTo>
                  <a:pt x="17982" y="10074"/>
                </a:lnTo>
                <a:lnTo>
                  <a:pt x="18153" y="9977"/>
                </a:lnTo>
                <a:lnTo>
                  <a:pt x="18153" y="10220"/>
                </a:lnTo>
                <a:lnTo>
                  <a:pt x="18031" y="10269"/>
                </a:lnTo>
                <a:lnTo>
                  <a:pt x="17909" y="10318"/>
                </a:lnTo>
                <a:lnTo>
                  <a:pt x="17690" y="10415"/>
                </a:lnTo>
                <a:lnTo>
                  <a:pt x="17471" y="10512"/>
                </a:lnTo>
                <a:lnTo>
                  <a:pt x="17301" y="10634"/>
                </a:lnTo>
                <a:lnTo>
                  <a:pt x="17204" y="10731"/>
                </a:lnTo>
                <a:lnTo>
                  <a:pt x="17131" y="10829"/>
                </a:lnTo>
                <a:lnTo>
                  <a:pt x="17131" y="10853"/>
                </a:lnTo>
                <a:lnTo>
                  <a:pt x="17155" y="10902"/>
                </a:lnTo>
                <a:lnTo>
                  <a:pt x="17374" y="10902"/>
                </a:lnTo>
                <a:lnTo>
                  <a:pt x="17593" y="10877"/>
                </a:lnTo>
                <a:lnTo>
                  <a:pt x="17788" y="10804"/>
                </a:lnTo>
                <a:lnTo>
                  <a:pt x="17982" y="10731"/>
                </a:lnTo>
                <a:lnTo>
                  <a:pt x="18153" y="10683"/>
                </a:lnTo>
                <a:lnTo>
                  <a:pt x="18128" y="11169"/>
                </a:lnTo>
                <a:lnTo>
                  <a:pt x="17861" y="11267"/>
                </a:lnTo>
                <a:lnTo>
                  <a:pt x="17617" y="11364"/>
                </a:lnTo>
                <a:lnTo>
                  <a:pt x="17447" y="11413"/>
                </a:lnTo>
                <a:lnTo>
                  <a:pt x="17277" y="11461"/>
                </a:lnTo>
                <a:lnTo>
                  <a:pt x="17106" y="11510"/>
                </a:lnTo>
                <a:lnTo>
                  <a:pt x="16960" y="11607"/>
                </a:lnTo>
                <a:lnTo>
                  <a:pt x="16936" y="11632"/>
                </a:lnTo>
                <a:lnTo>
                  <a:pt x="16936" y="11680"/>
                </a:lnTo>
                <a:lnTo>
                  <a:pt x="16960" y="11729"/>
                </a:lnTo>
                <a:lnTo>
                  <a:pt x="16985" y="11753"/>
                </a:lnTo>
                <a:lnTo>
                  <a:pt x="17106" y="11802"/>
                </a:lnTo>
                <a:lnTo>
                  <a:pt x="17228" y="11826"/>
                </a:lnTo>
                <a:lnTo>
                  <a:pt x="17374" y="11826"/>
                </a:lnTo>
                <a:lnTo>
                  <a:pt x="17544" y="11778"/>
                </a:lnTo>
                <a:lnTo>
                  <a:pt x="17690" y="11753"/>
                </a:lnTo>
                <a:lnTo>
                  <a:pt x="17836" y="11680"/>
                </a:lnTo>
                <a:lnTo>
                  <a:pt x="17982" y="11607"/>
                </a:lnTo>
                <a:lnTo>
                  <a:pt x="18104" y="11510"/>
                </a:lnTo>
                <a:lnTo>
                  <a:pt x="18080" y="11656"/>
                </a:lnTo>
                <a:lnTo>
                  <a:pt x="17934" y="11705"/>
                </a:lnTo>
                <a:lnTo>
                  <a:pt x="17763" y="11753"/>
                </a:lnTo>
                <a:lnTo>
                  <a:pt x="17471" y="11899"/>
                </a:lnTo>
                <a:lnTo>
                  <a:pt x="17301" y="11948"/>
                </a:lnTo>
                <a:lnTo>
                  <a:pt x="17106" y="11972"/>
                </a:lnTo>
                <a:lnTo>
                  <a:pt x="16936" y="12021"/>
                </a:lnTo>
                <a:lnTo>
                  <a:pt x="16839" y="12045"/>
                </a:lnTo>
                <a:lnTo>
                  <a:pt x="16766" y="12094"/>
                </a:lnTo>
                <a:lnTo>
                  <a:pt x="16741" y="12143"/>
                </a:lnTo>
                <a:lnTo>
                  <a:pt x="16741" y="12167"/>
                </a:lnTo>
                <a:lnTo>
                  <a:pt x="16766" y="12240"/>
                </a:lnTo>
                <a:lnTo>
                  <a:pt x="16863" y="12289"/>
                </a:lnTo>
                <a:lnTo>
                  <a:pt x="16960" y="12337"/>
                </a:lnTo>
                <a:lnTo>
                  <a:pt x="17058" y="12362"/>
                </a:lnTo>
                <a:lnTo>
                  <a:pt x="17155" y="12362"/>
                </a:lnTo>
                <a:lnTo>
                  <a:pt x="17374" y="12313"/>
                </a:lnTo>
                <a:lnTo>
                  <a:pt x="17569" y="12289"/>
                </a:lnTo>
                <a:lnTo>
                  <a:pt x="17812" y="12216"/>
                </a:lnTo>
                <a:lnTo>
                  <a:pt x="18007" y="12094"/>
                </a:lnTo>
                <a:lnTo>
                  <a:pt x="17934" y="12435"/>
                </a:lnTo>
                <a:lnTo>
                  <a:pt x="17788" y="12459"/>
                </a:lnTo>
                <a:lnTo>
                  <a:pt x="17642" y="12508"/>
                </a:lnTo>
                <a:lnTo>
                  <a:pt x="17325" y="12629"/>
                </a:lnTo>
                <a:lnTo>
                  <a:pt x="16839" y="12751"/>
                </a:lnTo>
                <a:lnTo>
                  <a:pt x="16328" y="12897"/>
                </a:lnTo>
                <a:lnTo>
                  <a:pt x="16303" y="12897"/>
                </a:lnTo>
                <a:lnTo>
                  <a:pt x="16303" y="12946"/>
                </a:lnTo>
                <a:lnTo>
                  <a:pt x="16303" y="12970"/>
                </a:lnTo>
                <a:lnTo>
                  <a:pt x="16328" y="12970"/>
                </a:lnTo>
                <a:lnTo>
                  <a:pt x="16571" y="13019"/>
                </a:lnTo>
                <a:lnTo>
                  <a:pt x="16814" y="13019"/>
                </a:lnTo>
                <a:lnTo>
                  <a:pt x="17058" y="12994"/>
                </a:lnTo>
                <a:lnTo>
                  <a:pt x="17277" y="12946"/>
                </a:lnTo>
                <a:lnTo>
                  <a:pt x="17569" y="12897"/>
                </a:lnTo>
                <a:lnTo>
                  <a:pt x="17861" y="12824"/>
                </a:lnTo>
                <a:lnTo>
                  <a:pt x="17739" y="13286"/>
                </a:lnTo>
                <a:lnTo>
                  <a:pt x="15671" y="13286"/>
                </a:lnTo>
                <a:lnTo>
                  <a:pt x="13627" y="13311"/>
                </a:lnTo>
                <a:lnTo>
                  <a:pt x="9515" y="13359"/>
                </a:lnTo>
                <a:lnTo>
                  <a:pt x="5232" y="13408"/>
                </a:lnTo>
                <a:lnTo>
                  <a:pt x="3115" y="13432"/>
                </a:lnTo>
                <a:lnTo>
                  <a:pt x="1509" y="13432"/>
                </a:lnTo>
                <a:lnTo>
                  <a:pt x="1388" y="12654"/>
                </a:lnTo>
                <a:lnTo>
                  <a:pt x="1290" y="11851"/>
                </a:lnTo>
                <a:lnTo>
                  <a:pt x="1266" y="11048"/>
                </a:lnTo>
                <a:lnTo>
                  <a:pt x="1266" y="10245"/>
                </a:lnTo>
                <a:lnTo>
                  <a:pt x="1290" y="9442"/>
                </a:lnTo>
                <a:lnTo>
                  <a:pt x="1363" y="8615"/>
                </a:lnTo>
                <a:lnTo>
                  <a:pt x="1436" y="8152"/>
                </a:lnTo>
                <a:lnTo>
                  <a:pt x="1485" y="7690"/>
                </a:lnTo>
                <a:lnTo>
                  <a:pt x="1777" y="6936"/>
                </a:lnTo>
                <a:lnTo>
                  <a:pt x="2385" y="5305"/>
                </a:lnTo>
                <a:lnTo>
                  <a:pt x="2653" y="4575"/>
                </a:lnTo>
                <a:lnTo>
                  <a:pt x="2921" y="3821"/>
                </a:lnTo>
                <a:lnTo>
                  <a:pt x="3067" y="3456"/>
                </a:lnTo>
                <a:lnTo>
                  <a:pt x="3237" y="3091"/>
                </a:lnTo>
                <a:lnTo>
                  <a:pt x="3407" y="2750"/>
                </a:lnTo>
                <a:lnTo>
                  <a:pt x="3602" y="2410"/>
                </a:lnTo>
                <a:lnTo>
                  <a:pt x="3748" y="2215"/>
                </a:lnTo>
                <a:lnTo>
                  <a:pt x="3894" y="2045"/>
                </a:lnTo>
                <a:lnTo>
                  <a:pt x="4064" y="1899"/>
                </a:lnTo>
                <a:lnTo>
                  <a:pt x="4283" y="1753"/>
                </a:lnTo>
                <a:lnTo>
                  <a:pt x="4502" y="1607"/>
                </a:lnTo>
                <a:lnTo>
                  <a:pt x="4721" y="1485"/>
                </a:lnTo>
                <a:lnTo>
                  <a:pt x="4989" y="1388"/>
                </a:lnTo>
                <a:lnTo>
                  <a:pt x="5232" y="1291"/>
                </a:lnTo>
                <a:lnTo>
                  <a:pt x="5816" y="1096"/>
                </a:lnTo>
                <a:lnTo>
                  <a:pt x="6400" y="950"/>
                </a:lnTo>
                <a:lnTo>
                  <a:pt x="7033" y="853"/>
                </a:lnTo>
                <a:lnTo>
                  <a:pt x="7641" y="755"/>
                </a:lnTo>
                <a:lnTo>
                  <a:pt x="8249" y="707"/>
                </a:lnTo>
                <a:lnTo>
                  <a:pt x="8858" y="658"/>
                </a:lnTo>
                <a:lnTo>
                  <a:pt x="9904" y="609"/>
                </a:lnTo>
                <a:lnTo>
                  <a:pt x="10707" y="609"/>
                </a:lnTo>
                <a:lnTo>
                  <a:pt x="11121" y="585"/>
                </a:lnTo>
                <a:lnTo>
                  <a:pt x="11534" y="561"/>
                </a:lnTo>
                <a:close/>
                <a:moveTo>
                  <a:pt x="2410" y="13919"/>
                </a:moveTo>
                <a:lnTo>
                  <a:pt x="2239" y="14089"/>
                </a:lnTo>
                <a:lnTo>
                  <a:pt x="2093" y="14260"/>
                </a:lnTo>
                <a:lnTo>
                  <a:pt x="1850" y="14649"/>
                </a:lnTo>
                <a:lnTo>
                  <a:pt x="1826" y="14479"/>
                </a:lnTo>
                <a:lnTo>
                  <a:pt x="1850" y="14308"/>
                </a:lnTo>
                <a:lnTo>
                  <a:pt x="1899" y="14114"/>
                </a:lnTo>
                <a:lnTo>
                  <a:pt x="1972" y="13919"/>
                </a:lnTo>
                <a:close/>
                <a:moveTo>
                  <a:pt x="14746" y="13846"/>
                </a:moveTo>
                <a:lnTo>
                  <a:pt x="14649" y="13992"/>
                </a:lnTo>
                <a:lnTo>
                  <a:pt x="14551" y="14138"/>
                </a:lnTo>
                <a:lnTo>
                  <a:pt x="14405" y="14430"/>
                </a:lnTo>
                <a:lnTo>
                  <a:pt x="14235" y="14771"/>
                </a:lnTo>
                <a:lnTo>
                  <a:pt x="14235" y="14527"/>
                </a:lnTo>
                <a:lnTo>
                  <a:pt x="14259" y="14284"/>
                </a:lnTo>
                <a:lnTo>
                  <a:pt x="14235" y="14065"/>
                </a:lnTo>
                <a:lnTo>
                  <a:pt x="14211" y="13943"/>
                </a:lnTo>
                <a:lnTo>
                  <a:pt x="14186" y="13846"/>
                </a:lnTo>
                <a:close/>
                <a:moveTo>
                  <a:pt x="2994" y="13919"/>
                </a:moveTo>
                <a:lnTo>
                  <a:pt x="2848" y="14065"/>
                </a:lnTo>
                <a:lnTo>
                  <a:pt x="2702" y="14211"/>
                </a:lnTo>
                <a:lnTo>
                  <a:pt x="2458" y="14552"/>
                </a:lnTo>
                <a:lnTo>
                  <a:pt x="2288" y="14819"/>
                </a:lnTo>
                <a:lnTo>
                  <a:pt x="2191" y="15014"/>
                </a:lnTo>
                <a:lnTo>
                  <a:pt x="2142" y="15184"/>
                </a:lnTo>
                <a:lnTo>
                  <a:pt x="2045" y="15087"/>
                </a:lnTo>
                <a:lnTo>
                  <a:pt x="2239" y="14771"/>
                </a:lnTo>
                <a:lnTo>
                  <a:pt x="2434" y="14479"/>
                </a:lnTo>
                <a:lnTo>
                  <a:pt x="2629" y="14211"/>
                </a:lnTo>
                <a:lnTo>
                  <a:pt x="2799" y="13919"/>
                </a:lnTo>
                <a:close/>
                <a:moveTo>
                  <a:pt x="4405" y="14381"/>
                </a:moveTo>
                <a:lnTo>
                  <a:pt x="4381" y="14649"/>
                </a:lnTo>
                <a:lnTo>
                  <a:pt x="4308" y="14941"/>
                </a:lnTo>
                <a:lnTo>
                  <a:pt x="4259" y="15087"/>
                </a:lnTo>
                <a:lnTo>
                  <a:pt x="4162" y="15209"/>
                </a:lnTo>
                <a:lnTo>
                  <a:pt x="4040" y="15330"/>
                </a:lnTo>
                <a:lnTo>
                  <a:pt x="3894" y="15403"/>
                </a:lnTo>
                <a:lnTo>
                  <a:pt x="3894" y="15403"/>
                </a:lnTo>
                <a:lnTo>
                  <a:pt x="4016" y="15160"/>
                </a:lnTo>
                <a:lnTo>
                  <a:pt x="4235" y="14771"/>
                </a:lnTo>
                <a:lnTo>
                  <a:pt x="4308" y="14576"/>
                </a:lnTo>
                <a:lnTo>
                  <a:pt x="4405" y="14381"/>
                </a:lnTo>
                <a:close/>
                <a:moveTo>
                  <a:pt x="3845" y="13895"/>
                </a:moveTo>
                <a:lnTo>
                  <a:pt x="3651" y="14041"/>
                </a:lnTo>
                <a:lnTo>
                  <a:pt x="3456" y="14211"/>
                </a:lnTo>
                <a:lnTo>
                  <a:pt x="3286" y="14406"/>
                </a:lnTo>
                <a:lnTo>
                  <a:pt x="3140" y="14625"/>
                </a:lnTo>
                <a:lnTo>
                  <a:pt x="2848" y="15038"/>
                </a:lnTo>
                <a:lnTo>
                  <a:pt x="2629" y="15476"/>
                </a:lnTo>
                <a:lnTo>
                  <a:pt x="2629" y="15501"/>
                </a:lnTo>
                <a:lnTo>
                  <a:pt x="2458" y="15428"/>
                </a:lnTo>
                <a:lnTo>
                  <a:pt x="2556" y="15306"/>
                </a:lnTo>
                <a:lnTo>
                  <a:pt x="2629" y="15160"/>
                </a:lnTo>
                <a:lnTo>
                  <a:pt x="2726" y="14941"/>
                </a:lnTo>
                <a:lnTo>
                  <a:pt x="2896" y="14673"/>
                </a:lnTo>
                <a:lnTo>
                  <a:pt x="3067" y="14406"/>
                </a:lnTo>
                <a:lnTo>
                  <a:pt x="3261" y="14162"/>
                </a:lnTo>
                <a:lnTo>
                  <a:pt x="3432" y="13919"/>
                </a:lnTo>
                <a:lnTo>
                  <a:pt x="3845" y="13895"/>
                </a:lnTo>
                <a:close/>
                <a:moveTo>
                  <a:pt x="4381" y="13895"/>
                </a:moveTo>
                <a:lnTo>
                  <a:pt x="4381" y="14065"/>
                </a:lnTo>
                <a:lnTo>
                  <a:pt x="4186" y="14260"/>
                </a:lnTo>
                <a:lnTo>
                  <a:pt x="4016" y="14503"/>
                </a:lnTo>
                <a:lnTo>
                  <a:pt x="3724" y="14990"/>
                </a:lnTo>
                <a:lnTo>
                  <a:pt x="3529" y="15257"/>
                </a:lnTo>
                <a:lnTo>
                  <a:pt x="3359" y="15549"/>
                </a:lnTo>
                <a:lnTo>
                  <a:pt x="3261" y="15574"/>
                </a:lnTo>
                <a:lnTo>
                  <a:pt x="2994" y="15574"/>
                </a:lnTo>
                <a:lnTo>
                  <a:pt x="3237" y="15160"/>
                </a:lnTo>
                <a:lnTo>
                  <a:pt x="3505" y="14746"/>
                </a:lnTo>
                <a:lnTo>
                  <a:pt x="3821" y="14333"/>
                </a:lnTo>
                <a:lnTo>
                  <a:pt x="3967" y="14114"/>
                </a:lnTo>
                <a:lnTo>
                  <a:pt x="4113" y="13895"/>
                </a:lnTo>
                <a:close/>
                <a:moveTo>
                  <a:pt x="15865" y="13846"/>
                </a:moveTo>
                <a:lnTo>
                  <a:pt x="15695" y="13968"/>
                </a:lnTo>
                <a:lnTo>
                  <a:pt x="15525" y="14089"/>
                </a:lnTo>
                <a:lnTo>
                  <a:pt x="15403" y="14211"/>
                </a:lnTo>
                <a:lnTo>
                  <a:pt x="15306" y="14333"/>
                </a:lnTo>
                <a:lnTo>
                  <a:pt x="15111" y="14625"/>
                </a:lnTo>
                <a:lnTo>
                  <a:pt x="14965" y="14844"/>
                </a:lnTo>
                <a:lnTo>
                  <a:pt x="14819" y="15063"/>
                </a:lnTo>
                <a:lnTo>
                  <a:pt x="14746" y="15184"/>
                </a:lnTo>
                <a:lnTo>
                  <a:pt x="14697" y="15306"/>
                </a:lnTo>
                <a:lnTo>
                  <a:pt x="14673" y="15452"/>
                </a:lnTo>
                <a:lnTo>
                  <a:pt x="14673" y="15574"/>
                </a:lnTo>
                <a:lnTo>
                  <a:pt x="14503" y="15428"/>
                </a:lnTo>
                <a:lnTo>
                  <a:pt x="14381" y="15257"/>
                </a:lnTo>
                <a:lnTo>
                  <a:pt x="14478" y="15111"/>
                </a:lnTo>
                <a:lnTo>
                  <a:pt x="14551" y="14965"/>
                </a:lnTo>
                <a:lnTo>
                  <a:pt x="14673" y="14673"/>
                </a:lnTo>
                <a:lnTo>
                  <a:pt x="14819" y="14284"/>
                </a:lnTo>
                <a:lnTo>
                  <a:pt x="14868" y="14065"/>
                </a:lnTo>
                <a:lnTo>
                  <a:pt x="14892" y="13870"/>
                </a:lnTo>
                <a:lnTo>
                  <a:pt x="14868" y="13846"/>
                </a:lnTo>
                <a:close/>
                <a:moveTo>
                  <a:pt x="16790" y="14625"/>
                </a:moveTo>
                <a:lnTo>
                  <a:pt x="16766" y="14917"/>
                </a:lnTo>
                <a:lnTo>
                  <a:pt x="16717" y="15184"/>
                </a:lnTo>
                <a:lnTo>
                  <a:pt x="16644" y="15330"/>
                </a:lnTo>
                <a:lnTo>
                  <a:pt x="16571" y="15452"/>
                </a:lnTo>
                <a:lnTo>
                  <a:pt x="16449" y="15574"/>
                </a:lnTo>
                <a:lnTo>
                  <a:pt x="16352" y="15647"/>
                </a:lnTo>
                <a:lnTo>
                  <a:pt x="16352" y="15647"/>
                </a:lnTo>
                <a:lnTo>
                  <a:pt x="16571" y="15111"/>
                </a:lnTo>
                <a:lnTo>
                  <a:pt x="16693" y="14868"/>
                </a:lnTo>
                <a:lnTo>
                  <a:pt x="16790" y="14625"/>
                </a:lnTo>
                <a:close/>
                <a:moveTo>
                  <a:pt x="16498" y="13846"/>
                </a:moveTo>
                <a:lnTo>
                  <a:pt x="16328" y="14041"/>
                </a:lnTo>
                <a:lnTo>
                  <a:pt x="16133" y="14260"/>
                </a:lnTo>
                <a:lnTo>
                  <a:pt x="15987" y="14479"/>
                </a:lnTo>
                <a:lnTo>
                  <a:pt x="15817" y="14746"/>
                </a:lnTo>
                <a:lnTo>
                  <a:pt x="15525" y="15257"/>
                </a:lnTo>
                <a:lnTo>
                  <a:pt x="15379" y="15549"/>
                </a:lnTo>
                <a:lnTo>
                  <a:pt x="15257" y="15817"/>
                </a:lnTo>
                <a:lnTo>
                  <a:pt x="15062" y="15768"/>
                </a:lnTo>
                <a:lnTo>
                  <a:pt x="14868" y="15695"/>
                </a:lnTo>
                <a:lnTo>
                  <a:pt x="14965" y="15622"/>
                </a:lnTo>
                <a:lnTo>
                  <a:pt x="15038" y="15549"/>
                </a:lnTo>
                <a:lnTo>
                  <a:pt x="15160" y="15355"/>
                </a:lnTo>
                <a:lnTo>
                  <a:pt x="15379" y="14941"/>
                </a:lnTo>
                <a:lnTo>
                  <a:pt x="15719" y="14381"/>
                </a:lnTo>
                <a:lnTo>
                  <a:pt x="15817" y="14260"/>
                </a:lnTo>
                <a:lnTo>
                  <a:pt x="15865" y="14114"/>
                </a:lnTo>
                <a:lnTo>
                  <a:pt x="16011" y="13846"/>
                </a:lnTo>
                <a:close/>
                <a:moveTo>
                  <a:pt x="16717" y="13846"/>
                </a:moveTo>
                <a:lnTo>
                  <a:pt x="16766" y="14235"/>
                </a:lnTo>
                <a:lnTo>
                  <a:pt x="16620" y="14430"/>
                </a:lnTo>
                <a:lnTo>
                  <a:pt x="16474" y="14625"/>
                </a:lnTo>
                <a:lnTo>
                  <a:pt x="16255" y="15063"/>
                </a:lnTo>
                <a:lnTo>
                  <a:pt x="16084" y="15428"/>
                </a:lnTo>
                <a:lnTo>
                  <a:pt x="15987" y="15622"/>
                </a:lnTo>
                <a:lnTo>
                  <a:pt x="15938" y="15817"/>
                </a:lnTo>
                <a:lnTo>
                  <a:pt x="15646" y="15841"/>
                </a:lnTo>
                <a:lnTo>
                  <a:pt x="15890" y="15379"/>
                </a:lnTo>
                <a:lnTo>
                  <a:pt x="16133" y="14917"/>
                </a:lnTo>
                <a:lnTo>
                  <a:pt x="16401" y="14381"/>
                </a:lnTo>
                <a:lnTo>
                  <a:pt x="16644" y="13846"/>
                </a:lnTo>
                <a:close/>
                <a:moveTo>
                  <a:pt x="8493" y="1"/>
                </a:moveTo>
                <a:lnTo>
                  <a:pt x="7884" y="25"/>
                </a:lnTo>
                <a:lnTo>
                  <a:pt x="7252" y="98"/>
                </a:lnTo>
                <a:lnTo>
                  <a:pt x="6619" y="171"/>
                </a:lnTo>
                <a:lnTo>
                  <a:pt x="6011" y="317"/>
                </a:lnTo>
                <a:lnTo>
                  <a:pt x="5427" y="488"/>
                </a:lnTo>
                <a:lnTo>
                  <a:pt x="5135" y="585"/>
                </a:lnTo>
                <a:lnTo>
                  <a:pt x="4867" y="707"/>
                </a:lnTo>
                <a:lnTo>
                  <a:pt x="4600" y="853"/>
                </a:lnTo>
                <a:lnTo>
                  <a:pt x="4356" y="999"/>
                </a:lnTo>
                <a:lnTo>
                  <a:pt x="4113" y="1169"/>
                </a:lnTo>
                <a:lnTo>
                  <a:pt x="3894" y="1339"/>
                </a:lnTo>
                <a:lnTo>
                  <a:pt x="3699" y="1534"/>
                </a:lnTo>
                <a:lnTo>
                  <a:pt x="3529" y="1753"/>
                </a:lnTo>
                <a:lnTo>
                  <a:pt x="3310" y="2045"/>
                </a:lnTo>
                <a:lnTo>
                  <a:pt x="3115" y="2385"/>
                </a:lnTo>
                <a:lnTo>
                  <a:pt x="2945" y="2702"/>
                </a:lnTo>
                <a:lnTo>
                  <a:pt x="2799" y="3042"/>
                </a:lnTo>
                <a:lnTo>
                  <a:pt x="2507" y="3748"/>
                </a:lnTo>
                <a:lnTo>
                  <a:pt x="2264" y="4454"/>
                </a:lnTo>
                <a:lnTo>
                  <a:pt x="2142" y="4405"/>
                </a:lnTo>
                <a:lnTo>
                  <a:pt x="2020" y="4356"/>
                </a:lnTo>
                <a:lnTo>
                  <a:pt x="1728" y="4356"/>
                </a:lnTo>
                <a:lnTo>
                  <a:pt x="1412" y="4405"/>
                </a:lnTo>
                <a:lnTo>
                  <a:pt x="1193" y="4478"/>
                </a:lnTo>
                <a:lnTo>
                  <a:pt x="998" y="4551"/>
                </a:lnTo>
                <a:lnTo>
                  <a:pt x="804" y="4624"/>
                </a:lnTo>
                <a:lnTo>
                  <a:pt x="633" y="4746"/>
                </a:lnTo>
                <a:lnTo>
                  <a:pt x="487" y="4867"/>
                </a:lnTo>
                <a:lnTo>
                  <a:pt x="366" y="5013"/>
                </a:lnTo>
                <a:lnTo>
                  <a:pt x="244" y="5159"/>
                </a:lnTo>
                <a:lnTo>
                  <a:pt x="147" y="5354"/>
                </a:lnTo>
                <a:lnTo>
                  <a:pt x="49" y="5524"/>
                </a:lnTo>
                <a:lnTo>
                  <a:pt x="25" y="5695"/>
                </a:lnTo>
                <a:lnTo>
                  <a:pt x="1" y="5865"/>
                </a:lnTo>
                <a:lnTo>
                  <a:pt x="25" y="6060"/>
                </a:lnTo>
                <a:lnTo>
                  <a:pt x="49" y="6230"/>
                </a:lnTo>
                <a:lnTo>
                  <a:pt x="122" y="6400"/>
                </a:lnTo>
                <a:lnTo>
                  <a:pt x="220" y="6571"/>
                </a:lnTo>
                <a:lnTo>
                  <a:pt x="317" y="6692"/>
                </a:lnTo>
                <a:lnTo>
                  <a:pt x="463" y="6814"/>
                </a:lnTo>
                <a:lnTo>
                  <a:pt x="658" y="6911"/>
                </a:lnTo>
                <a:lnTo>
                  <a:pt x="901" y="6984"/>
                </a:lnTo>
                <a:lnTo>
                  <a:pt x="1023" y="6984"/>
                </a:lnTo>
                <a:lnTo>
                  <a:pt x="1120" y="7009"/>
                </a:lnTo>
                <a:lnTo>
                  <a:pt x="1242" y="6984"/>
                </a:lnTo>
                <a:lnTo>
                  <a:pt x="1363" y="6960"/>
                </a:lnTo>
                <a:lnTo>
                  <a:pt x="1169" y="7495"/>
                </a:lnTo>
                <a:lnTo>
                  <a:pt x="1071" y="7739"/>
                </a:lnTo>
                <a:lnTo>
                  <a:pt x="998" y="8006"/>
                </a:lnTo>
                <a:lnTo>
                  <a:pt x="901" y="8542"/>
                </a:lnTo>
                <a:lnTo>
                  <a:pt x="779" y="9393"/>
                </a:lnTo>
                <a:lnTo>
                  <a:pt x="731" y="10245"/>
                </a:lnTo>
                <a:lnTo>
                  <a:pt x="731" y="11072"/>
                </a:lnTo>
                <a:lnTo>
                  <a:pt x="755" y="11875"/>
                </a:lnTo>
                <a:lnTo>
                  <a:pt x="852" y="12702"/>
                </a:lnTo>
                <a:lnTo>
                  <a:pt x="974" y="13505"/>
                </a:lnTo>
                <a:lnTo>
                  <a:pt x="925" y="13505"/>
                </a:lnTo>
                <a:lnTo>
                  <a:pt x="877" y="13530"/>
                </a:lnTo>
                <a:lnTo>
                  <a:pt x="828" y="13578"/>
                </a:lnTo>
                <a:lnTo>
                  <a:pt x="804" y="13627"/>
                </a:lnTo>
                <a:lnTo>
                  <a:pt x="804" y="13676"/>
                </a:lnTo>
                <a:lnTo>
                  <a:pt x="804" y="13749"/>
                </a:lnTo>
                <a:lnTo>
                  <a:pt x="828" y="13797"/>
                </a:lnTo>
                <a:lnTo>
                  <a:pt x="877" y="13846"/>
                </a:lnTo>
                <a:lnTo>
                  <a:pt x="925" y="13870"/>
                </a:lnTo>
                <a:lnTo>
                  <a:pt x="1193" y="13895"/>
                </a:lnTo>
                <a:lnTo>
                  <a:pt x="1461" y="13919"/>
                </a:lnTo>
                <a:lnTo>
                  <a:pt x="1412" y="14041"/>
                </a:lnTo>
                <a:lnTo>
                  <a:pt x="1363" y="14187"/>
                </a:lnTo>
                <a:lnTo>
                  <a:pt x="1315" y="14333"/>
                </a:lnTo>
                <a:lnTo>
                  <a:pt x="1315" y="14479"/>
                </a:lnTo>
                <a:lnTo>
                  <a:pt x="1315" y="14649"/>
                </a:lnTo>
                <a:lnTo>
                  <a:pt x="1339" y="14795"/>
                </a:lnTo>
                <a:lnTo>
                  <a:pt x="1363" y="14941"/>
                </a:lnTo>
                <a:lnTo>
                  <a:pt x="1412" y="15063"/>
                </a:lnTo>
                <a:lnTo>
                  <a:pt x="1534" y="15282"/>
                </a:lnTo>
                <a:lnTo>
                  <a:pt x="1680" y="15476"/>
                </a:lnTo>
                <a:lnTo>
                  <a:pt x="1850" y="15647"/>
                </a:lnTo>
                <a:lnTo>
                  <a:pt x="2020" y="15768"/>
                </a:lnTo>
                <a:lnTo>
                  <a:pt x="2215" y="15890"/>
                </a:lnTo>
                <a:lnTo>
                  <a:pt x="2434" y="15987"/>
                </a:lnTo>
                <a:lnTo>
                  <a:pt x="2677" y="16036"/>
                </a:lnTo>
                <a:lnTo>
                  <a:pt x="2921" y="16085"/>
                </a:lnTo>
                <a:lnTo>
                  <a:pt x="3115" y="16109"/>
                </a:lnTo>
                <a:lnTo>
                  <a:pt x="3334" y="16109"/>
                </a:lnTo>
                <a:lnTo>
                  <a:pt x="3529" y="16085"/>
                </a:lnTo>
                <a:lnTo>
                  <a:pt x="3748" y="16036"/>
                </a:lnTo>
                <a:lnTo>
                  <a:pt x="3943" y="15963"/>
                </a:lnTo>
                <a:lnTo>
                  <a:pt x="4137" y="15890"/>
                </a:lnTo>
                <a:lnTo>
                  <a:pt x="4308" y="15793"/>
                </a:lnTo>
                <a:lnTo>
                  <a:pt x="4478" y="15647"/>
                </a:lnTo>
                <a:lnTo>
                  <a:pt x="4648" y="15476"/>
                </a:lnTo>
                <a:lnTo>
                  <a:pt x="4770" y="15282"/>
                </a:lnTo>
                <a:lnTo>
                  <a:pt x="4843" y="15063"/>
                </a:lnTo>
                <a:lnTo>
                  <a:pt x="4892" y="14844"/>
                </a:lnTo>
                <a:lnTo>
                  <a:pt x="4940" y="14600"/>
                </a:lnTo>
                <a:lnTo>
                  <a:pt x="4940" y="14357"/>
                </a:lnTo>
                <a:lnTo>
                  <a:pt x="4916" y="13895"/>
                </a:lnTo>
                <a:lnTo>
                  <a:pt x="5062" y="13895"/>
                </a:lnTo>
                <a:lnTo>
                  <a:pt x="9515" y="13870"/>
                </a:lnTo>
                <a:lnTo>
                  <a:pt x="14040" y="13846"/>
                </a:lnTo>
                <a:lnTo>
                  <a:pt x="13967" y="13919"/>
                </a:lnTo>
                <a:lnTo>
                  <a:pt x="13919" y="13992"/>
                </a:lnTo>
                <a:lnTo>
                  <a:pt x="13846" y="14162"/>
                </a:lnTo>
                <a:lnTo>
                  <a:pt x="13797" y="14357"/>
                </a:lnTo>
                <a:lnTo>
                  <a:pt x="13797" y="14576"/>
                </a:lnTo>
                <a:lnTo>
                  <a:pt x="13821" y="14795"/>
                </a:lnTo>
                <a:lnTo>
                  <a:pt x="13846" y="14990"/>
                </a:lnTo>
                <a:lnTo>
                  <a:pt x="13943" y="15355"/>
                </a:lnTo>
                <a:lnTo>
                  <a:pt x="13967" y="15476"/>
                </a:lnTo>
                <a:lnTo>
                  <a:pt x="14016" y="15574"/>
                </a:lnTo>
                <a:lnTo>
                  <a:pt x="14162" y="15768"/>
                </a:lnTo>
                <a:lnTo>
                  <a:pt x="14357" y="15914"/>
                </a:lnTo>
                <a:lnTo>
                  <a:pt x="14551" y="16060"/>
                </a:lnTo>
                <a:lnTo>
                  <a:pt x="14795" y="16158"/>
                </a:lnTo>
                <a:lnTo>
                  <a:pt x="15038" y="16231"/>
                </a:lnTo>
                <a:lnTo>
                  <a:pt x="15281" y="16279"/>
                </a:lnTo>
                <a:lnTo>
                  <a:pt x="15500" y="16328"/>
                </a:lnTo>
                <a:lnTo>
                  <a:pt x="15744" y="16328"/>
                </a:lnTo>
                <a:lnTo>
                  <a:pt x="15963" y="16304"/>
                </a:lnTo>
                <a:lnTo>
                  <a:pt x="16157" y="16255"/>
                </a:lnTo>
                <a:lnTo>
                  <a:pt x="16352" y="16182"/>
                </a:lnTo>
                <a:lnTo>
                  <a:pt x="16547" y="16060"/>
                </a:lnTo>
                <a:lnTo>
                  <a:pt x="16717" y="15939"/>
                </a:lnTo>
                <a:lnTo>
                  <a:pt x="16887" y="15793"/>
                </a:lnTo>
                <a:lnTo>
                  <a:pt x="17033" y="15622"/>
                </a:lnTo>
                <a:lnTo>
                  <a:pt x="17131" y="15428"/>
                </a:lnTo>
                <a:lnTo>
                  <a:pt x="17204" y="15209"/>
                </a:lnTo>
                <a:lnTo>
                  <a:pt x="17252" y="14990"/>
                </a:lnTo>
                <a:lnTo>
                  <a:pt x="17277" y="14746"/>
                </a:lnTo>
                <a:lnTo>
                  <a:pt x="17277" y="14527"/>
                </a:lnTo>
                <a:lnTo>
                  <a:pt x="17277" y="14284"/>
                </a:lnTo>
                <a:lnTo>
                  <a:pt x="17204" y="13822"/>
                </a:lnTo>
                <a:lnTo>
                  <a:pt x="18250" y="13797"/>
                </a:lnTo>
                <a:lnTo>
                  <a:pt x="18372" y="13773"/>
                </a:lnTo>
                <a:lnTo>
                  <a:pt x="18445" y="13724"/>
                </a:lnTo>
                <a:lnTo>
                  <a:pt x="18493" y="13627"/>
                </a:lnTo>
                <a:lnTo>
                  <a:pt x="18493" y="13530"/>
                </a:lnTo>
                <a:lnTo>
                  <a:pt x="18493" y="13457"/>
                </a:lnTo>
                <a:lnTo>
                  <a:pt x="18445" y="13359"/>
                </a:lnTo>
                <a:lnTo>
                  <a:pt x="18372" y="13311"/>
                </a:lnTo>
                <a:lnTo>
                  <a:pt x="18250" y="13286"/>
                </a:lnTo>
                <a:lnTo>
                  <a:pt x="18445" y="12556"/>
                </a:lnTo>
                <a:lnTo>
                  <a:pt x="18566" y="11802"/>
                </a:lnTo>
                <a:lnTo>
                  <a:pt x="18639" y="11048"/>
                </a:lnTo>
                <a:lnTo>
                  <a:pt x="18664" y="10293"/>
                </a:lnTo>
                <a:lnTo>
                  <a:pt x="18639" y="9880"/>
                </a:lnTo>
                <a:lnTo>
                  <a:pt x="18615" y="9466"/>
                </a:lnTo>
                <a:lnTo>
                  <a:pt x="18493" y="8639"/>
                </a:lnTo>
                <a:lnTo>
                  <a:pt x="18445" y="8323"/>
                </a:lnTo>
                <a:lnTo>
                  <a:pt x="18372" y="7982"/>
                </a:lnTo>
                <a:lnTo>
                  <a:pt x="18250" y="7666"/>
                </a:lnTo>
                <a:lnTo>
                  <a:pt x="18177" y="7520"/>
                </a:lnTo>
                <a:lnTo>
                  <a:pt x="18104" y="7374"/>
                </a:lnTo>
                <a:lnTo>
                  <a:pt x="18080" y="7276"/>
                </a:lnTo>
                <a:lnTo>
                  <a:pt x="17982" y="6887"/>
                </a:lnTo>
                <a:lnTo>
                  <a:pt x="18274" y="6838"/>
                </a:lnTo>
                <a:lnTo>
                  <a:pt x="18542" y="6741"/>
                </a:lnTo>
                <a:lnTo>
                  <a:pt x="18834" y="6644"/>
                </a:lnTo>
                <a:lnTo>
                  <a:pt x="19102" y="6498"/>
                </a:lnTo>
                <a:lnTo>
                  <a:pt x="19199" y="6400"/>
                </a:lnTo>
                <a:lnTo>
                  <a:pt x="19272" y="6279"/>
                </a:lnTo>
                <a:lnTo>
                  <a:pt x="19321" y="6157"/>
                </a:lnTo>
                <a:lnTo>
                  <a:pt x="19321" y="6011"/>
                </a:lnTo>
                <a:lnTo>
                  <a:pt x="19321" y="5841"/>
                </a:lnTo>
                <a:lnTo>
                  <a:pt x="19321" y="5695"/>
                </a:lnTo>
                <a:lnTo>
                  <a:pt x="19272" y="5451"/>
                </a:lnTo>
                <a:lnTo>
                  <a:pt x="19199" y="5281"/>
                </a:lnTo>
                <a:lnTo>
                  <a:pt x="19126" y="5135"/>
                </a:lnTo>
                <a:lnTo>
                  <a:pt x="19029" y="5013"/>
                </a:lnTo>
                <a:lnTo>
                  <a:pt x="18907" y="4892"/>
                </a:lnTo>
                <a:lnTo>
                  <a:pt x="18785" y="4794"/>
                </a:lnTo>
                <a:lnTo>
                  <a:pt x="18664" y="4697"/>
                </a:lnTo>
                <a:lnTo>
                  <a:pt x="18372" y="4527"/>
                </a:lnTo>
                <a:lnTo>
                  <a:pt x="18080" y="4429"/>
                </a:lnTo>
                <a:lnTo>
                  <a:pt x="17934" y="4356"/>
                </a:lnTo>
                <a:lnTo>
                  <a:pt x="17763" y="4332"/>
                </a:lnTo>
                <a:lnTo>
                  <a:pt x="17593" y="4308"/>
                </a:lnTo>
                <a:lnTo>
                  <a:pt x="17423" y="4308"/>
                </a:lnTo>
                <a:lnTo>
                  <a:pt x="17252" y="4356"/>
                </a:lnTo>
                <a:lnTo>
                  <a:pt x="17131" y="4405"/>
                </a:lnTo>
                <a:lnTo>
                  <a:pt x="17082" y="4478"/>
                </a:lnTo>
                <a:lnTo>
                  <a:pt x="17082" y="4527"/>
                </a:lnTo>
                <a:lnTo>
                  <a:pt x="16863" y="3967"/>
                </a:lnTo>
                <a:lnTo>
                  <a:pt x="16595" y="3261"/>
                </a:lnTo>
                <a:lnTo>
                  <a:pt x="16303" y="2580"/>
                </a:lnTo>
                <a:lnTo>
                  <a:pt x="16133" y="2239"/>
                </a:lnTo>
                <a:lnTo>
                  <a:pt x="15938" y="1923"/>
                </a:lnTo>
                <a:lnTo>
                  <a:pt x="15719" y="1607"/>
                </a:lnTo>
                <a:lnTo>
                  <a:pt x="15476" y="1315"/>
                </a:lnTo>
                <a:lnTo>
                  <a:pt x="15354" y="1193"/>
                </a:lnTo>
                <a:lnTo>
                  <a:pt x="15379" y="1145"/>
                </a:lnTo>
                <a:lnTo>
                  <a:pt x="15403" y="1120"/>
                </a:lnTo>
                <a:lnTo>
                  <a:pt x="15379" y="1023"/>
                </a:lnTo>
                <a:lnTo>
                  <a:pt x="15306" y="974"/>
                </a:lnTo>
                <a:lnTo>
                  <a:pt x="15257" y="950"/>
                </a:lnTo>
                <a:lnTo>
                  <a:pt x="15208" y="950"/>
                </a:lnTo>
                <a:lnTo>
                  <a:pt x="15111" y="974"/>
                </a:lnTo>
                <a:lnTo>
                  <a:pt x="14892" y="804"/>
                </a:lnTo>
                <a:lnTo>
                  <a:pt x="14624" y="658"/>
                </a:lnTo>
                <a:lnTo>
                  <a:pt x="14381" y="536"/>
                </a:lnTo>
                <a:lnTo>
                  <a:pt x="14113" y="415"/>
                </a:lnTo>
                <a:lnTo>
                  <a:pt x="13821" y="317"/>
                </a:lnTo>
                <a:lnTo>
                  <a:pt x="13530" y="244"/>
                </a:lnTo>
                <a:lnTo>
                  <a:pt x="12970" y="123"/>
                </a:lnTo>
                <a:lnTo>
                  <a:pt x="12556" y="74"/>
                </a:lnTo>
                <a:lnTo>
                  <a:pt x="12143" y="50"/>
                </a:lnTo>
                <a:lnTo>
                  <a:pt x="11729" y="50"/>
                </a:lnTo>
                <a:lnTo>
                  <a:pt x="11291" y="74"/>
                </a:lnTo>
                <a:lnTo>
                  <a:pt x="10902" y="50"/>
                </a:lnTo>
                <a:lnTo>
                  <a:pt x="10123" y="25"/>
                </a:lnTo>
                <a:lnTo>
                  <a:pt x="9077" y="1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28"/>
          <p:cNvSpPr/>
          <p:nvPr/>
        </p:nvSpPr>
        <p:spPr>
          <a:xfrm>
            <a:off x="2382050" y="2591648"/>
            <a:ext cx="387526" cy="218566"/>
          </a:xfrm>
          <a:custGeom>
            <a:rect b="b" l="l" r="r" t="t"/>
            <a:pathLst>
              <a:path extrusionOk="0" h="12654" w="18640">
                <a:moveTo>
                  <a:pt x="11486" y="512"/>
                </a:moveTo>
                <a:lnTo>
                  <a:pt x="14089" y="536"/>
                </a:lnTo>
                <a:lnTo>
                  <a:pt x="16206" y="585"/>
                </a:lnTo>
                <a:lnTo>
                  <a:pt x="17106" y="585"/>
                </a:lnTo>
                <a:lnTo>
                  <a:pt x="17374" y="633"/>
                </a:lnTo>
                <a:lnTo>
                  <a:pt x="17617" y="706"/>
                </a:lnTo>
                <a:lnTo>
                  <a:pt x="17715" y="755"/>
                </a:lnTo>
                <a:lnTo>
                  <a:pt x="17812" y="828"/>
                </a:lnTo>
                <a:lnTo>
                  <a:pt x="17885" y="925"/>
                </a:lnTo>
                <a:lnTo>
                  <a:pt x="17958" y="1047"/>
                </a:lnTo>
                <a:lnTo>
                  <a:pt x="17982" y="1169"/>
                </a:lnTo>
                <a:lnTo>
                  <a:pt x="18007" y="1315"/>
                </a:lnTo>
                <a:lnTo>
                  <a:pt x="17982" y="1607"/>
                </a:lnTo>
                <a:lnTo>
                  <a:pt x="17958" y="1753"/>
                </a:lnTo>
                <a:lnTo>
                  <a:pt x="17958" y="1923"/>
                </a:lnTo>
                <a:lnTo>
                  <a:pt x="17958" y="2264"/>
                </a:lnTo>
                <a:lnTo>
                  <a:pt x="18007" y="2604"/>
                </a:lnTo>
                <a:lnTo>
                  <a:pt x="18031" y="2945"/>
                </a:lnTo>
                <a:lnTo>
                  <a:pt x="18031" y="3115"/>
                </a:lnTo>
                <a:lnTo>
                  <a:pt x="17520" y="3164"/>
                </a:lnTo>
                <a:lnTo>
                  <a:pt x="17009" y="3188"/>
                </a:lnTo>
                <a:lnTo>
                  <a:pt x="15963" y="3212"/>
                </a:lnTo>
                <a:lnTo>
                  <a:pt x="14917" y="3188"/>
                </a:lnTo>
                <a:lnTo>
                  <a:pt x="13870" y="3164"/>
                </a:lnTo>
                <a:lnTo>
                  <a:pt x="12751" y="3139"/>
                </a:lnTo>
                <a:lnTo>
                  <a:pt x="11607" y="3115"/>
                </a:lnTo>
                <a:lnTo>
                  <a:pt x="11023" y="3139"/>
                </a:lnTo>
                <a:lnTo>
                  <a:pt x="10439" y="3188"/>
                </a:lnTo>
                <a:lnTo>
                  <a:pt x="9855" y="3237"/>
                </a:lnTo>
                <a:lnTo>
                  <a:pt x="9271" y="3261"/>
                </a:lnTo>
                <a:lnTo>
                  <a:pt x="8712" y="3261"/>
                </a:lnTo>
                <a:lnTo>
                  <a:pt x="8152" y="3237"/>
                </a:lnTo>
                <a:lnTo>
                  <a:pt x="7057" y="3164"/>
                </a:lnTo>
                <a:lnTo>
                  <a:pt x="5938" y="3091"/>
                </a:lnTo>
                <a:lnTo>
                  <a:pt x="5403" y="3091"/>
                </a:lnTo>
                <a:lnTo>
                  <a:pt x="4843" y="3066"/>
                </a:lnTo>
                <a:lnTo>
                  <a:pt x="3651" y="3091"/>
                </a:lnTo>
                <a:lnTo>
                  <a:pt x="2483" y="3139"/>
                </a:lnTo>
                <a:lnTo>
                  <a:pt x="1412" y="3164"/>
                </a:lnTo>
                <a:lnTo>
                  <a:pt x="950" y="3164"/>
                </a:lnTo>
                <a:lnTo>
                  <a:pt x="731" y="3188"/>
                </a:lnTo>
                <a:lnTo>
                  <a:pt x="487" y="3212"/>
                </a:lnTo>
                <a:lnTo>
                  <a:pt x="487" y="3212"/>
                </a:lnTo>
                <a:lnTo>
                  <a:pt x="512" y="2799"/>
                </a:lnTo>
                <a:lnTo>
                  <a:pt x="560" y="2410"/>
                </a:lnTo>
                <a:lnTo>
                  <a:pt x="633" y="1996"/>
                </a:lnTo>
                <a:lnTo>
                  <a:pt x="731" y="1607"/>
                </a:lnTo>
                <a:lnTo>
                  <a:pt x="828" y="1363"/>
                </a:lnTo>
                <a:lnTo>
                  <a:pt x="925" y="1169"/>
                </a:lnTo>
                <a:lnTo>
                  <a:pt x="1071" y="998"/>
                </a:lnTo>
                <a:lnTo>
                  <a:pt x="1217" y="852"/>
                </a:lnTo>
                <a:lnTo>
                  <a:pt x="1388" y="731"/>
                </a:lnTo>
                <a:lnTo>
                  <a:pt x="1582" y="658"/>
                </a:lnTo>
                <a:lnTo>
                  <a:pt x="1777" y="585"/>
                </a:lnTo>
                <a:lnTo>
                  <a:pt x="1996" y="512"/>
                </a:lnTo>
                <a:lnTo>
                  <a:pt x="2118" y="560"/>
                </a:lnTo>
                <a:lnTo>
                  <a:pt x="2239" y="560"/>
                </a:lnTo>
                <a:lnTo>
                  <a:pt x="2483" y="585"/>
                </a:lnTo>
                <a:lnTo>
                  <a:pt x="2969" y="536"/>
                </a:lnTo>
                <a:lnTo>
                  <a:pt x="4016" y="512"/>
                </a:lnTo>
                <a:lnTo>
                  <a:pt x="5062" y="512"/>
                </a:lnTo>
                <a:lnTo>
                  <a:pt x="6084" y="536"/>
                </a:lnTo>
                <a:lnTo>
                  <a:pt x="7106" y="560"/>
                </a:lnTo>
                <a:lnTo>
                  <a:pt x="8128" y="585"/>
                </a:lnTo>
                <a:lnTo>
                  <a:pt x="8639" y="585"/>
                </a:lnTo>
                <a:lnTo>
                  <a:pt x="9150" y="560"/>
                </a:lnTo>
                <a:lnTo>
                  <a:pt x="10220" y="512"/>
                </a:lnTo>
                <a:close/>
                <a:moveTo>
                  <a:pt x="487" y="3650"/>
                </a:moveTo>
                <a:lnTo>
                  <a:pt x="560" y="3675"/>
                </a:lnTo>
                <a:lnTo>
                  <a:pt x="512" y="3748"/>
                </a:lnTo>
                <a:lnTo>
                  <a:pt x="487" y="3772"/>
                </a:lnTo>
                <a:lnTo>
                  <a:pt x="487" y="3650"/>
                </a:lnTo>
                <a:close/>
                <a:moveTo>
                  <a:pt x="10147" y="3748"/>
                </a:moveTo>
                <a:lnTo>
                  <a:pt x="9782" y="4137"/>
                </a:lnTo>
                <a:lnTo>
                  <a:pt x="9612" y="4356"/>
                </a:lnTo>
                <a:lnTo>
                  <a:pt x="9466" y="4575"/>
                </a:lnTo>
                <a:lnTo>
                  <a:pt x="9344" y="4745"/>
                </a:lnTo>
                <a:lnTo>
                  <a:pt x="9344" y="4745"/>
                </a:lnTo>
                <a:lnTo>
                  <a:pt x="9515" y="4356"/>
                </a:lnTo>
                <a:lnTo>
                  <a:pt x="9685" y="3967"/>
                </a:lnTo>
                <a:lnTo>
                  <a:pt x="9782" y="3796"/>
                </a:lnTo>
                <a:lnTo>
                  <a:pt x="9807" y="3772"/>
                </a:lnTo>
                <a:lnTo>
                  <a:pt x="10147" y="3748"/>
                </a:lnTo>
                <a:close/>
                <a:moveTo>
                  <a:pt x="1509" y="3699"/>
                </a:moveTo>
                <a:lnTo>
                  <a:pt x="1339" y="3845"/>
                </a:lnTo>
                <a:lnTo>
                  <a:pt x="1217" y="3991"/>
                </a:lnTo>
                <a:lnTo>
                  <a:pt x="950" y="4332"/>
                </a:lnTo>
                <a:lnTo>
                  <a:pt x="731" y="4648"/>
                </a:lnTo>
                <a:lnTo>
                  <a:pt x="512" y="4989"/>
                </a:lnTo>
                <a:lnTo>
                  <a:pt x="512" y="4697"/>
                </a:lnTo>
                <a:lnTo>
                  <a:pt x="633" y="4380"/>
                </a:lnTo>
                <a:lnTo>
                  <a:pt x="779" y="4040"/>
                </a:lnTo>
                <a:lnTo>
                  <a:pt x="877" y="3869"/>
                </a:lnTo>
                <a:lnTo>
                  <a:pt x="998" y="3723"/>
                </a:lnTo>
                <a:lnTo>
                  <a:pt x="1509" y="3699"/>
                </a:lnTo>
                <a:close/>
                <a:moveTo>
                  <a:pt x="15452" y="3723"/>
                </a:moveTo>
                <a:lnTo>
                  <a:pt x="15111" y="4186"/>
                </a:lnTo>
                <a:lnTo>
                  <a:pt x="14746" y="4648"/>
                </a:lnTo>
                <a:lnTo>
                  <a:pt x="14454" y="5013"/>
                </a:lnTo>
                <a:lnTo>
                  <a:pt x="14333" y="5208"/>
                </a:lnTo>
                <a:lnTo>
                  <a:pt x="14235" y="5402"/>
                </a:lnTo>
                <a:lnTo>
                  <a:pt x="13846" y="5402"/>
                </a:lnTo>
                <a:lnTo>
                  <a:pt x="13919" y="5305"/>
                </a:lnTo>
                <a:lnTo>
                  <a:pt x="13992" y="5159"/>
                </a:lnTo>
                <a:lnTo>
                  <a:pt x="14089" y="4964"/>
                </a:lnTo>
                <a:lnTo>
                  <a:pt x="14479" y="4356"/>
                </a:lnTo>
                <a:lnTo>
                  <a:pt x="14673" y="4040"/>
                </a:lnTo>
                <a:lnTo>
                  <a:pt x="14722" y="3869"/>
                </a:lnTo>
                <a:lnTo>
                  <a:pt x="14771" y="3723"/>
                </a:lnTo>
                <a:close/>
                <a:moveTo>
                  <a:pt x="14503" y="3699"/>
                </a:moveTo>
                <a:lnTo>
                  <a:pt x="14187" y="4161"/>
                </a:lnTo>
                <a:lnTo>
                  <a:pt x="13919" y="4599"/>
                </a:lnTo>
                <a:lnTo>
                  <a:pt x="13651" y="4989"/>
                </a:lnTo>
                <a:lnTo>
                  <a:pt x="13530" y="5183"/>
                </a:lnTo>
                <a:lnTo>
                  <a:pt x="13505" y="5281"/>
                </a:lnTo>
                <a:lnTo>
                  <a:pt x="13481" y="5402"/>
                </a:lnTo>
                <a:lnTo>
                  <a:pt x="13481" y="5427"/>
                </a:lnTo>
                <a:lnTo>
                  <a:pt x="13019" y="5427"/>
                </a:lnTo>
                <a:lnTo>
                  <a:pt x="13116" y="5183"/>
                </a:lnTo>
                <a:lnTo>
                  <a:pt x="13238" y="4940"/>
                </a:lnTo>
                <a:lnTo>
                  <a:pt x="13432" y="4648"/>
                </a:lnTo>
                <a:lnTo>
                  <a:pt x="13627" y="4332"/>
                </a:lnTo>
                <a:lnTo>
                  <a:pt x="13822" y="4015"/>
                </a:lnTo>
                <a:lnTo>
                  <a:pt x="13968" y="3699"/>
                </a:lnTo>
                <a:close/>
                <a:moveTo>
                  <a:pt x="16255" y="3723"/>
                </a:moveTo>
                <a:lnTo>
                  <a:pt x="15914" y="4210"/>
                </a:lnTo>
                <a:lnTo>
                  <a:pt x="15573" y="4672"/>
                </a:lnTo>
                <a:lnTo>
                  <a:pt x="15282" y="5037"/>
                </a:lnTo>
                <a:lnTo>
                  <a:pt x="15160" y="5208"/>
                </a:lnTo>
                <a:lnTo>
                  <a:pt x="15111" y="5329"/>
                </a:lnTo>
                <a:lnTo>
                  <a:pt x="15087" y="5427"/>
                </a:lnTo>
                <a:lnTo>
                  <a:pt x="14722" y="5427"/>
                </a:lnTo>
                <a:lnTo>
                  <a:pt x="14795" y="5329"/>
                </a:lnTo>
                <a:lnTo>
                  <a:pt x="15257" y="4697"/>
                </a:lnTo>
                <a:lnTo>
                  <a:pt x="15403" y="4478"/>
                </a:lnTo>
                <a:lnTo>
                  <a:pt x="15525" y="4234"/>
                </a:lnTo>
                <a:lnTo>
                  <a:pt x="15622" y="3991"/>
                </a:lnTo>
                <a:lnTo>
                  <a:pt x="15646" y="3845"/>
                </a:lnTo>
                <a:lnTo>
                  <a:pt x="15671" y="3723"/>
                </a:lnTo>
                <a:close/>
                <a:moveTo>
                  <a:pt x="3748" y="3626"/>
                </a:moveTo>
                <a:lnTo>
                  <a:pt x="3602" y="3772"/>
                </a:lnTo>
                <a:lnTo>
                  <a:pt x="3480" y="3967"/>
                </a:lnTo>
                <a:lnTo>
                  <a:pt x="3286" y="4307"/>
                </a:lnTo>
                <a:lnTo>
                  <a:pt x="3091" y="4599"/>
                </a:lnTo>
                <a:lnTo>
                  <a:pt x="2872" y="4867"/>
                </a:lnTo>
                <a:lnTo>
                  <a:pt x="2677" y="5159"/>
                </a:lnTo>
                <a:lnTo>
                  <a:pt x="2580" y="5305"/>
                </a:lnTo>
                <a:lnTo>
                  <a:pt x="2507" y="5451"/>
                </a:lnTo>
                <a:lnTo>
                  <a:pt x="2191" y="5451"/>
                </a:lnTo>
                <a:lnTo>
                  <a:pt x="2312" y="5305"/>
                </a:lnTo>
                <a:lnTo>
                  <a:pt x="2410" y="5135"/>
                </a:lnTo>
                <a:lnTo>
                  <a:pt x="2604" y="4867"/>
                </a:lnTo>
                <a:lnTo>
                  <a:pt x="2799" y="4599"/>
                </a:lnTo>
                <a:lnTo>
                  <a:pt x="2945" y="4307"/>
                </a:lnTo>
                <a:lnTo>
                  <a:pt x="3091" y="4040"/>
                </a:lnTo>
                <a:lnTo>
                  <a:pt x="3213" y="3748"/>
                </a:lnTo>
                <a:lnTo>
                  <a:pt x="3213" y="3699"/>
                </a:lnTo>
                <a:lnTo>
                  <a:pt x="3164" y="3675"/>
                </a:lnTo>
                <a:lnTo>
                  <a:pt x="3115" y="3650"/>
                </a:lnTo>
                <a:lnTo>
                  <a:pt x="3091" y="3699"/>
                </a:lnTo>
                <a:lnTo>
                  <a:pt x="2872" y="3942"/>
                </a:lnTo>
                <a:lnTo>
                  <a:pt x="2653" y="4210"/>
                </a:lnTo>
                <a:lnTo>
                  <a:pt x="2434" y="4453"/>
                </a:lnTo>
                <a:lnTo>
                  <a:pt x="2215" y="4721"/>
                </a:lnTo>
                <a:lnTo>
                  <a:pt x="1947" y="5062"/>
                </a:lnTo>
                <a:lnTo>
                  <a:pt x="1826" y="5232"/>
                </a:lnTo>
                <a:lnTo>
                  <a:pt x="1777" y="5329"/>
                </a:lnTo>
                <a:lnTo>
                  <a:pt x="1753" y="5427"/>
                </a:lnTo>
                <a:lnTo>
                  <a:pt x="1388" y="5427"/>
                </a:lnTo>
                <a:lnTo>
                  <a:pt x="1461" y="5305"/>
                </a:lnTo>
                <a:lnTo>
                  <a:pt x="1534" y="5159"/>
                </a:lnTo>
                <a:lnTo>
                  <a:pt x="1631" y="5013"/>
                </a:lnTo>
                <a:lnTo>
                  <a:pt x="1728" y="4867"/>
                </a:lnTo>
                <a:lnTo>
                  <a:pt x="1972" y="4575"/>
                </a:lnTo>
                <a:lnTo>
                  <a:pt x="2142" y="4356"/>
                </a:lnTo>
                <a:lnTo>
                  <a:pt x="2288" y="4137"/>
                </a:lnTo>
                <a:lnTo>
                  <a:pt x="2410" y="3894"/>
                </a:lnTo>
                <a:lnTo>
                  <a:pt x="2507" y="3650"/>
                </a:lnTo>
                <a:lnTo>
                  <a:pt x="3748" y="3626"/>
                </a:lnTo>
                <a:close/>
                <a:moveTo>
                  <a:pt x="4551" y="3602"/>
                </a:moveTo>
                <a:lnTo>
                  <a:pt x="4356" y="3796"/>
                </a:lnTo>
                <a:lnTo>
                  <a:pt x="4186" y="4015"/>
                </a:lnTo>
                <a:lnTo>
                  <a:pt x="3894" y="4478"/>
                </a:lnTo>
                <a:lnTo>
                  <a:pt x="3699" y="4697"/>
                </a:lnTo>
                <a:lnTo>
                  <a:pt x="3505" y="4940"/>
                </a:lnTo>
                <a:lnTo>
                  <a:pt x="3407" y="5062"/>
                </a:lnTo>
                <a:lnTo>
                  <a:pt x="3334" y="5183"/>
                </a:lnTo>
                <a:lnTo>
                  <a:pt x="3286" y="5329"/>
                </a:lnTo>
                <a:lnTo>
                  <a:pt x="3261" y="5451"/>
                </a:lnTo>
                <a:lnTo>
                  <a:pt x="2921" y="5451"/>
                </a:lnTo>
                <a:lnTo>
                  <a:pt x="3067" y="5281"/>
                </a:lnTo>
                <a:lnTo>
                  <a:pt x="3213" y="5062"/>
                </a:lnTo>
                <a:lnTo>
                  <a:pt x="3432" y="4672"/>
                </a:lnTo>
                <a:lnTo>
                  <a:pt x="3724" y="4161"/>
                </a:lnTo>
                <a:lnTo>
                  <a:pt x="4016" y="3602"/>
                </a:lnTo>
                <a:close/>
                <a:moveTo>
                  <a:pt x="13140" y="3675"/>
                </a:moveTo>
                <a:lnTo>
                  <a:pt x="13724" y="3699"/>
                </a:lnTo>
                <a:lnTo>
                  <a:pt x="13505" y="3894"/>
                </a:lnTo>
                <a:lnTo>
                  <a:pt x="13335" y="4137"/>
                </a:lnTo>
                <a:lnTo>
                  <a:pt x="12994" y="4624"/>
                </a:lnTo>
                <a:lnTo>
                  <a:pt x="12751" y="5013"/>
                </a:lnTo>
                <a:lnTo>
                  <a:pt x="12605" y="5232"/>
                </a:lnTo>
                <a:lnTo>
                  <a:pt x="12483" y="5451"/>
                </a:lnTo>
                <a:lnTo>
                  <a:pt x="12313" y="5451"/>
                </a:lnTo>
                <a:lnTo>
                  <a:pt x="12459" y="5256"/>
                </a:lnTo>
                <a:lnTo>
                  <a:pt x="12556" y="5037"/>
                </a:lnTo>
                <a:lnTo>
                  <a:pt x="12775" y="4624"/>
                </a:lnTo>
                <a:lnTo>
                  <a:pt x="12873" y="4405"/>
                </a:lnTo>
                <a:lnTo>
                  <a:pt x="12946" y="4161"/>
                </a:lnTo>
                <a:lnTo>
                  <a:pt x="13043" y="3918"/>
                </a:lnTo>
                <a:lnTo>
                  <a:pt x="13140" y="3675"/>
                </a:lnTo>
                <a:close/>
                <a:moveTo>
                  <a:pt x="16912" y="3723"/>
                </a:moveTo>
                <a:lnTo>
                  <a:pt x="16547" y="4283"/>
                </a:lnTo>
                <a:lnTo>
                  <a:pt x="16328" y="4575"/>
                </a:lnTo>
                <a:lnTo>
                  <a:pt x="16109" y="4818"/>
                </a:lnTo>
                <a:lnTo>
                  <a:pt x="15841" y="5086"/>
                </a:lnTo>
                <a:lnTo>
                  <a:pt x="15695" y="5281"/>
                </a:lnTo>
                <a:lnTo>
                  <a:pt x="15573" y="5451"/>
                </a:lnTo>
                <a:lnTo>
                  <a:pt x="15501" y="5451"/>
                </a:lnTo>
                <a:lnTo>
                  <a:pt x="15695" y="5135"/>
                </a:lnTo>
                <a:lnTo>
                  <a:pt x="15914" y="4843"/>
                </a:lnTo>
                <a:lnTo>
                  <a:pt x="16084" y="4575"/>
                </a:lnTo>
                <a:lnTo>
                  <a:pt x="16230" y="4307"/>
                </a:lnTo>
                <a:lnTo>
                  <a:pt x="16474" y="3723"/>
                </a:lnTo>
                <a:close/>
                <a:moveTo>
                  <a:pt x="12921" y="3650"/>
                </a:moveTo>
                <a:lnTo>
                  <a:pt x="12800" y="3821"/>
                </a:lnTo>
                <a:lnTo>
                  <a:pt x="12702" y="3991"/>
                </a:lnTo>
                <a:lnTo>
                  <a:pt x="12532" y="4332"/>
                </a:lnTo>
                <a:lnTo>
                  <a:pt x="12362" y="4599"/>
                </a:lnTo>
                <a:lnTo>
                  <a:pt x="12167" y="4891"/>
                </a:lnTo>
                <a:lnTo>
                  <a:pt x="11997" y="5159"/>
                </a:lnTo>
                <a:lnTo>
                  <a:pt x="11948" y="5305"/>
                </a:lnTo>
                <a:lnTo>
                  <a:pt x="11899" y="5451"/>
                </a:lnTo>
                <a:lnTo>
                  <a:pt x="11583" y="5475"/>
                </a:lnTo>
                <a:lnTo>
                  <a:pt x="11583" y="5475"/>
                </a:lnTo>
                <a:lnTo>
                  <a:pt x="11729" y="5232"/>
                </a:lnTo>
                <a:lnTo>
                  <a:pt x="11826" y="4964"/>
                </a:lnTo>
                <a:lnTo>
                  <a:pt x="12045" y="4453"/>
                </a:lnTo>
                <a:lnTo>
                  <a:pt x="12216" y="4064"/>
                </a:lnTo>
                <a:lnTo>
                  <a:pt x="12289" y="3869"/>
                </a:lnTo>
                <a:lnTo>
                  <a:pt x="12337" y="3650"/>
                </a:lnTo>
                <a:close/>
                <a:moveTo>
                  <a:pt x="4746" y="3602"/>
                </a:moveTo>
                <a:lnTo>
                  <a:pt x="5792" y="3626"/>
                </a:lnTo>
                <a:lnTo>
                  <a:pt x="6814" y="3675"/>
                </a:lnTo>
                <a:lnTo>
                  <a:pt x="6571" y="3845"/>
                </a:lnTo>
                <a:lnTo>
                  <a:pt x="6352" y="4064"/>
                </a:lnTo>
                <a:lnTo>
                  <a:pt x="6157" y="4283"/>
                </a:lnTo>
                <a:lnTo>
                  <a:pt x="5987" y="4526"/>
                </a:lnTo>
                <a:lnTo>
                  <a:pt x="5573" y="5135"/>
                </a:lnTo>
                <a:lnTo>
                  <a:pt x="5427" y="5305"/>
                </a:lnTo>
                <a:lnTo>
                  <a:pt x="5403" y="5402"/>
                </a:lnTo>
                <a:lnTo>
                  <a:pt x="5378" y="5500"/>
                </a:lnTo>
                <a:lnTo>
                  <a:pt x="5013" y="5500"/>
                </a:lnTo>
                <a:lnTo>
                  <a:pt x="5232" y="5232"/>
                </a:lnTo>
                <a:lnTo>
                  <a:pt x="5427" y="4940"/>
                </a:lnTo>
                <a:lnTo>
                  <a:pt x="6206" y="3748"/>
                </a:lnTo>
                <a:lnTo>
                  <a:pt x="6230" y="3699"/>
                </a:lnTo>
                <a:lnTo>
                  <a:pt x="6206" y="3675"/>
                </a:lnTo>
                <a:lnTo>
                  <a:pt x="6108" y="3675"/>
                </a:lnTo>
                <a:lnTo>
                  <a:pt x="5865" y="3894"/>
                </a:lnTo>
                <a:lnTo>
                  <a:pt x="5646" y="4113"/>
                </a:lnTo>
                <a:lnTo>
                  <a:pt x="5427" y="4356"/>
                </a:lnTo>
                <a:lnTo>
                  <a:pt x="5208" y="4599"/>
                </a:lnTo>
                <a:lnTo>
                  <a:pt x="4892" y="5013"/>
                </a:lnTo>
                <a:lnTo>
                  <a:pt x="4770" y="5256"/>
                </a:lnTo>
                <a:lnTo>
                  <a:pt x="4648" y="5500"/>
                </a:lnTo>
                <a:lnTo>
                  <a:pt x="4429" y="5475"/>
                </a:lnTo>
                <a:lnTo>
                  <a:pt x="4746" y="5037"/>
                </a:lnTo>
                <a:lnTo>
                  <a:pt x="4989" y="4745"/>
                </a:lnTo>
                <a:lnTo>
                  <a:pt x="5208" y="4405"/>
                </a:lnTo>
                <a:lnTo>
                  <a:pt x="5403" y="4088"/>
                </a:lnTo>
                <a:lnTo>
                  <a:pt x="5476" y="3894"/>
                </a:lnTo>
                <a:lnTo>
                  <a:pt x="5549" y="3723"/>
                </a:lnTo>
                <a:lnTo>
                  <a:pt x="5549" y="3675"/>
                </a:lnTo>
                <a:lnTo>
                  <a:pt x="5500" y="3650"/>
                </a:lnTo>
                <a:lnTo>
                  <a:pt x="5476" y="3626"/>
                </a:lnTo>
                <a:lnTo>
                  <a:pt x="5427" y="3650"/>
                </a:lnTo>
                <a:lnTo>
                  <a:pt x="5159" y="3918"/>
                </a:lnTo>
                <a:lnTo>
                  <a:pt x="4916" y="4210"/>
                </a:lnTo>
                <a:lnTo>
                  <a:pt x="4429" y="4794"/>
                </a:lnTo>
                <a:lnTo>
                  <a:pt x="4162" y="5110"/>
                </a:lnTo>
                <a:lnTo>
                  <a:pt x="4016" y="5281"/>
                </a:lnTo>
                <a:lnTo>
                  <a:pt x="3894" y="5475"/>
                </a:lnTo>
                <a:lnTo>
                  <a:pt x="3529" y="5451"/>
                </a:lnTo>
                <a:lnTo>
                  <a:pt x="3821" y="5086"/>
                </a:lnTo>
                <a:lnTo>
                  <a:pt x="4064" y="4721"/>
                </a:lnTo>
                <a:lnTo>
                  <a:pt x="4405" y="4161"/>
                </a:lnTo>
                <a:lnTo>
                  <a:pt x="4575" y="3869"/>
                </a:lnTo>
                <a:lnTo>
                  <a:pt x="4746" y="3602"/>
                </a:lnTo>
                <a:close/>
                <a:moveTo>
                  <a:pt x="11997" y="3650"/>
                </a:moveTo>
                <a:lnTo>
                  <a:pt x="11875" y="3869"/>
                </a:lnTo>
                <a:lnTo>
                  <a:pt x="11778" y="4088"/>
                </a:lnTo>
                <a:lnTo>
                  <a:pt x="11559" y="4551"/>
                </a:lnTo>
                <a:lnTo>
                  <a:pt x="11315" y="4989"/>
                </a:lnTo>
                <a:lnTo>
                  <a:pt x="11218" y="5232"/>
                </a:lnTo>
                <a:lnTo>
                  <a:pt x="11194" y="5378"/>
                </a:lnTo>
                <a:lnTo>
                  <a:pt x="11169" y="5500"/>
                </a:lnTo>
                <a:lnTo>
                  <a:pt x="10756" y="5500"/>
                </a:lnTo>
                <a:lnTo>
                  <a:pt x="10950" y="5256"/>
                </a:lnTo>
                <a:lnTo>
                  <a:pt x="11121" y="4989"/>
                </a:lnTo>
                <a:lnTo>
                  <a:pt x="11291" y="4672"/>
                </a:lnTo>
                <a:lnTo>
                  <a:pt x="11437" y="4332"/>
                </a:lnTo>
                <a:lnTo>
                  <a:pt x="11705" y="3650"/>
                </a:lnTo>
                <a:close/>
                <a:moveTo>
                  <a:pt x="17593" y="3699"/>
                </a:moveTo>
                <a:lnTo>
                  <a:pt x="17471" y="3894"/>
                </a:lnTo>
                <a:lnTo>
                  <a:pt x="17325" y="4088"/>
                </a:lnTo>
                <a:lnTo>
                  <a:pt x="17082" y="4502"/>
                </a:lnTo>
                <a:lnTo>
                  <a:pt x="16887" y="4745"/>
                </a:lnTo>
                <a:lnTo>
                  <a:pt x="16668" y="4989"/>
                </a:lnTo>
                <a:lnTo>
                  <a:pt x="16474" y="5232"/>
                </a:lnTo>
                <a:lnTo>
                  <a:pt x="16376" y="5378"/>
                </a:lnTo>
                <a:lnTo>
                  <a:pt x="16303" y="5500"/>
                </a:lnTo>
                <a:lnTo>
                  <a:pt x="16133" y="5475"/>
                </a:lnTo>
                <a:lnTo>
                  <a:pt x="16620" y="4867"/>
                </a:lnTo>
                <a:lnTo>
                  <a:pt x="16790" y="4599"/>
                </a:lnTo>
                <a:lnTo>
                  <a:pt x="16936" y="4307"/>
                </a:lnTo>
                <a:lnTo>
                  <a:pt x="17033" y="4015"/>
                </a:lnTo>
                <a:lnTo>
                  <a:pt x="17131" y="3723"/>
                </a:lnTo>
                <a:lnTo>
                  <a:pt x="17593" y="3699"/>
                </a:lnTo>
                <a:close/>
                <a:moveTo>
                  <a:pt x="2337" y="3650"/>
                </a:moveTo>
                <a:lnTo>
                  <a:pt x="1947" y="4064"/>
                </a:lnTo>
                <a:lnTo>
                  <a:pt x="1558" y="4478"/>
                </a:lnTo>
                <a:lnTo>
                  <a:pt x="1363" y="4697"/>
                </a:lnTo>
                <a:lnTo>
                  <a:pt x="1193" y="4940"/>
                </a:lnTo>
                <a:lnTo>
                  <a:pt x="1096" y="5062"/>
                </a:lnTo>
                <a:lnTo>
                  <a:pt x="1047" y="5183"/>
                </a:lnTo>
                <a:lnTo>
                  <a:pt x="1023" y="5329"/>
                </a:lnTo>
                <a:lnTo>
                  <a:pt x="1023" y="5451"/>
                </a:lnTo>
                <a:lnTo>
                  <a:pt x="804" y="5475"/>
                </a:lnTo>
                <a:lnTo>
                  <a:pt x="609" y="5524"/>
                </a:lnTo>
                <a:lnTo>
                  <a:pt x="609" y="5524"/>
                </a:lnTo>
                <a:lnTo>
                  <a:pt x="682" y="5451"/>
                </a:lnTo>
                <a:lnTo>
                  <a:pt x="755" y="5354"/>
                </a:lnTo>
                <a:lnTo>
                  <a:pt x="901" y="5135"/>
                </a:lnTo>
                <a:lnTo>
                  <a:pt x="1023" y="4891"/>
                </a:lnTo>
                <a:lnTo>
                  <a:pt x="1120" y="4697"/>
                </a:lnTo>
                <a:lnTo>
                  <a:pt x="1485" y="4186"/>
                </a:lnTo>
                <a:lnTo>
                  <a:pt x="1874" y="3675"/>
                </a:lnTo>
                <a:lnTo>
                  <a:pt x="2288" y="3650"/>
                </a:lnTo>
                <a:close/>
                <a:moveTo>
                  <a:pt x="11510" y="3650"/>
                </a:moveTo>
                <a:lnTo>
                  <a:pt x="11291" y="3967"/>
                </a:lnTo>
                <a:lnTo>
                  <a:pt x="11096" y="4283"/>
                </a:lnTo>
                <a:lnTo>
                  <a:pt x="10902" y="4599"/>
                </a:lnTo>
                <a:lnTo>
                  <a:pt x="10707" y="4891"/>
                </a:lnTo>
                <a:lnTo>
                  <a:pt x="10464" y="5208"/>
                </a:lnTo>
                <a:lnTo>
                  <a:pt x="10366" y="5354"/>
                </a:lnTo>
                <a:lnTo>
                  <a:pt x="10269" y="5524"/>
                </a:lnTo>
                <a:lnTo>
                  <a:pt x="10001" y="5524"/>
                </a:lnTo>
                <a:lnTo>
                  <a:pt x="10269" y="5208"/>
                </a:lnTo>
                <a:lnTo>
                  <a:pt x="10488" y="4891"/>
                </a:lnTo>
                <a:lnTo>
                  <a:pt x="10683" y="4599"/>
                </a:lnTo>
                <a:lnTo>
                  <a:pt x="10853" y="4307"/>
                </a:lnTo>
                <a:lnTo>
                  <a:pt x="11023" y="3991"/>
                </a:lnTo>
                <a:lnTo>
                  <a:pt x="11145" y="3675"/>
                </a:lnTo>
                <a:lnTo>
                  <a:pt x="11437" y="3650"/>
                </a:lnTo>
                <a:close/>
                <a:moveTo>
                  <a:pt x="6936" y="3699"/>
                </a:moveTo>
                <a:lnTo>
                  <a:pt x="7325" y="3723"/>
                </a:lnTo>
                <a:lnTo>
                  <a:pt x="7057" y="4015"/>
                </a:lnTo>
                <a:lnTo>
                  <a:pt x="6814" y="4356"/>
                </a:lnTo>
                <a:lnTo>
                  <a:pt x="6619" y="4599"/>
                </a:lnTo>
                <a:lnTo>
                  <a:pt x="6400" y="4867"/>
                </a:lnTo>
                <a:lnTo>
                  <a:pt x="6327" y="5013"/>
                </a:lnTo>
                <a:lnTo>
                  <a:pt x="6254" y="5159"/>
                </a:lnTo>
                <a:lnTo>
                  <a:pt x="6206" y="5329"/>
                </a:lnTo>
                <a:lnTo>
                  <a:pt x="6206" y="5475"/>
                </a:lnTo>
                <a:lnTo>
                  <a:pt x="6206" y="5500"/>
                </a:lnTo>
                <a:lnTo>
                  <a:pt x="6230" y="5548"/>
                </a:lnTo>
                <a:lnTo>
                  <a:pt x="5768" y="5524"/>
                </a:lnTo>
                <a:lnTo>
                  <a:pt x="5889" y="5378"/>
                </a:lnTo>
                <a:lnTo>
                  <a:pt x="5987" y="5208"/>
                </a:lnTo>
                <a:lnTo>
                  <a:pt x="6157" y="4916"/>
                </a:lnTo>
                <a:lnTo>
                  <a:pt x="6546" y="4332"/>
                </a:lnTo>
                <a:lnTo>
                  <a:pt x="6936" y="3723"/>
                </a:lnTo>
                <a:lnTo>
                  <a:pt x="6936" y="3699"/>
                </a:lnTo>
                <a:close/>
                <a:moveTo>
                  <a:pt x="7568" y="3723"/>
                </a:moveTo>
                <a:lnTo>
                  <a:pt x="8103" y="3748"/>
                </a:lnTo>
                <a:lnTo>
                  <a:pt x="7933" y="3991"/>
                </a:lnTo>
                <a:lnTo>
                  <a:pt x="7763" y="4234"/>
                </a:lnTo>
                <a:lnTo>
                  <a:pt x="7592" y="4478"/>
                </a:lnTo>
                <a:lnTo>
                  <a:pt x="7422" y="4721"/>
                </a:lnTo>
                <a:lnTo>
                  <a:pt x="7057" y="5110"/>
                </a:lnTo>
                <a:lnTo>
                  <a:pt x="6887" y="5329"/>
                </a:lnTo>
                <a:lnTo>
                  <a:pt x="6838" y="5427"/>
                </a:lnTo>
                <a:lnTo>
                  <a:pt x="6814" y="5548"/>
                </a:lnTo>
                <a:lnTo>
                  <a:pt x="6327" y="5548"/>
                </a:lnTo>
                <a:lnTo>
                  <a:pt x="6449" y="5451"/>
                </a:lnTo>
                <a:lnTo>
                  <a:pt x="6546" y="5354"/>
                </a:lnTo>
                <a:lnTo>
                  <a:pt x="6717" y="5110"/>
                </a:lnTo>
                <a:lnTo>
                  <a:pt x="7009" y="4624"/>
                </a:lnTo>
                <a:lnTo>
                  <a:pt x="7325" y="4186"/>
                </a:lnTo>
                <a:lnTo>
                  <a:pt x="7447" y="3967"/>
                </a:lnTo>
                <a:lnTo>
                  <a:pt x="7568" y="3723"/>
                </a:lnTo>
                <a:close/>
                <a:moveTo>
                  <a:pt x="10902" y="3675"/>
                </a:moveTo>
                <a:lnTo>
                  <a:pt x="10172" y="4721"/>
                </a:lnTo>
                <a:lnTo>
                  <a:pt x="10026" y="4916"/>
                </a:lnTo>
                <a:lnTo>
                  <a:pt x="9855" y="5110"/>
                </a:lnTo>
                <a:lnTo>
                  <a:pt x="9709" y="5329"/>
                </a:lnTo>
                <a:lnTo>
                  <a:pt x="9661" y="5427"/>
                </a:lnTo>
                <a:lnTo>
                  <a:pt x="9612" y="5548"/>
                </a:lnTo>
                <a:lnTo>
                  <a:pt x="9320" y="5548"/>
                </a:lnTo>
                <a:lnTo>
                  <a:pt x="9515" y="5208"/>
                </a:lnTo>
                <a:lnTo>
                  <a:pt x="9661" y="4867"/>
                </a:lnTo>
                <a:lnTo>
                  <a:pt x="10026" y="4307"/>
                </a:lnTo>
                <a:lnTo>
                  <a:pt x="10391" y="3723"/>
                </a:lnTo>
                <a:lnTo>
                  <a:pt x="10902" y="3675"/>
                </a:lnTo>
                <a:close/>
                <a:moveTo>
                  <a:pt x="9150" y="5062"/>
                </a:moveTo>
                <a:lnTo>
                  <a:pt x="9004" y="5305"/>
                </a:lnTo>
                <a:lnTo>
                  <a:pt x="8979" y="5427"/>
                </a:lnTo>
                <a:lnTo>
                  <a:pt x="8931" y="5548"/>
                </a:lnTo>
                <a:lnTo>
                  <a:pt x="8736" y="5573"/>
                </a:lnTo>
                <a:lnTo>
                  <a:pt x="8736" y="5573"/>
                </a:lnTo>
                <a:lnTo>
                  <a:pt x="8955" y="5281"/>
                </a:lnTo>
                <a:lnTo>
                  <a:pt x="9150" y="5062"/>
                </a:lnTo>
                <a:close/>
                <a:moveTo>
                  <a:pt x="8785" y="3772"/>
                </a:moveTo>
                <a:lnTo>
                  <a:pt x="8663" y="3918"/>
                </a:lnTo>
                <a:lnTo>
                  <a:pt x="8541" y="4064"/>
                </a:lnTo>
                <a:lnTo>
                  <a:pt x="8322" y="4380"/>
                </a:lnTo>
                <a:lnTo>
                  <a:pt x="8103" y="4672"/>
                </a:lnTo>
                <a:lnTo>
                  <a:pt x="7884" y="4940"/>
                </a:lnTo>
                <a:lnTo>
                  <a:pt x="7690" y="5256"/>
                </a:lnTo>
                <a:lnTo>
                  <a:pt x="7617" y="5402"/>
                </a:lnTo>
                <a:lnTo>
                  <a:pt x="7544" y="5573"/>
                </a:lnTo>
                <a:lnTo>
                  <a:pt x="7228" y="5573"/>
                </a:lnTo>
                <a:lnTo>
                  <a:pt x="7374" y="5402"/>
                </a:lnTo>
                <a:lnTo>
                  <a:pt x="7495" y="5256"/>
                </a:lnTo>
                <a:lnTo>
                  <a:pt x="7714" y="4940"/>
                </a:lnTo>
                <a:lnTo>
                  <a:pt x="7909" y="4672"/>
                </a:lnTo>
                <a:lnTo>
                  <a:pt x="8079" y="4380"/>
                </a:lnTo>
                <a:lnTo>
                  <a:pt x="8225" y="4088"/>
                </a:lnTo>
                <a:lnTo>
                  <a:pt x="8347" y="3772"/>
                </a:lnTo>
                <a:close/>
                <a:moveTo>
                  <a:pt x="9515" y="3772"/>
                </a:moveTo>
                <a:lnTo>
                  <a:pt x="9490" y="3821"/>
                </a:lnTo>
                <a:lnTo>
                  <a:pt x="9393" y="3918"/>
                </a:lnTo>
                <a:lnTo>
                  <a:pt x="9320" y="4040"/>
                </a:lnTo>
                <a:lnTo>
                  <a:pt x="9150" y="4332"/>
                </a:lnTo>
                <a:lnTo>
                  <a:pt x="9028" y="4624"/>
                </a:lnTo>
                <a:lnTo>
                  <a:pt x="8833" y="4843"/>
                </a:lnTo>
                <a:lnTo>
                  <a:pt x="8614" y="5086"/>
                </a:lnTo>
                <a:lnTo>
                  <a:pt x="8541" y="5183"/>
                </a:lnTo>
                <a:lnTo>
                  <a:pt x="8444" y="5305"/>
                </a:lnTo>
                <a:lnTo>
                  <a:pt x="8395" y="5427"/>
                </a:lnTo>
                <a:lnTo>
                  <a:pt x="8347" y="5573"/>
                </a:lnTo>
                <a:lnTo>
                  <a:pt x="7884" y="5573"/>
                </a:lnTo>
                <a:lnTo>
                  <a:pt x="8055" y="5378"/>
                </a:lnTo>
                <a:lnTo>
                  <a:pt x="8201" y="5183"/>
                </a:lnTo>
                <a:lnTo>
                  <a:pt x="8444" y="4794"/>
                </a:lnTo>
                <a:lnTo>
                  <a:pt x="8614" y="4551"/>
                </a:lnTo>
                <a:lnTo>
                  <a:pt x="8760" y="4307"/>
                </a:lnTo>
                <a:lnTo>
                  <a:pt x="9028" y="3796"/>
                </a:lnTo>
                <a:lnTo>
                  <a:pt x="9271" y="3796"/>
                </a:lnTo>
                <a:lnTo>
                  <a:pt x="9515" y="3772"/>
                </a:lnTo>
                <a:close/>
                <a:moveTo>
                  <a:pt x="18031" y="3650"/>
                </a:moveTo>
                <a:lnTo>
                  <a:pt x="18031" y="4015"/>
                </a:lnTo>
                <a:lnTo>
                  <a:pt x="17934" y="4186"/>
                </a:lnTo>
                <a:lnTo>
                  <a:pt x="17836" y="4380"/>
                </a:lnTo>
                <a:lnTo>
                  <a:pt x="17642" y="4745"/>
                </a:lnTo>
                <a:lnTo>
                  <a:pt x="17350" y="5159"/>
                </a:lnTo>
                <a:lnTo>
                  <a:pt x="17228" y="5354"/>
                </a:lnTo>
                <a:lnTo>
                  <a:pt x="17131" y="5573"/>
                </a:lnTo>
                <a:lnTo>
                  <a:pt x="16766" y="5548"/>
                </a:lnTo>
                <a:lnTo>
                  <a:pt x="16912" y="5378"/>
                </a:lnTo>
                <a:lnTo>
                  <a:pt x="17058" y="5183"/>
                </a:lnTo>
                <a:lnTo>
                  <a:pt x="17325" y="4818"/>
                </a:lnTo>
                <a:lnTo>
                  <a:pt x="17471" y="4551"/>
                </a:lnTo>
                <a:lnTo>
                  <a:pt x="17569" y="4259"/>
                </a:lnTo>
                <a:lnTo>
                  <a:pt x="17739" y="3699"/>
                </a:lnTo>
                <a:lnTo>
                  <a:pt x="18031" y="3650"/>
                </a:lnTo>
                <a:close/>
                <a:moveTo>
                  <a:pt x="18007" y="4818"/>
                </a:moveTo>
                <a:lnTo>
                  <a:pt x="18007" y="5597"/>
                </a:lnTo>
                <a:lnTo>
                  <a:pt x="17544" y="5597"/>
                </a:lnTo>
                <a:lnTo>
                  <a:pt x="17642" y="5378"/>
                </a:lnTo>
                <a:lnTo>
                  <a:pt x="17812" y="5110"/>
                </a:lnTo>
                <a:lnTo>
                  <a:pt x="18007" y="4818"/>
                </a:lnTo>
                <a:close/>
                <a:moveTo>
                  <a:pt x="560" y="5913"/>
                </a:moveTo>
                <a:lnTo>
                  <a:pt x="537" y="5960"/>
                </a:lnTo>
                <a:lnTo>
                  <a:pt x="537" y="5960"/>
                </a:lnTo>
                <a:lnTo>
                  <a:pt x="536" y="5938"/>
                </a:lnTo>
                <a:lnTo>
                  <a:pt x="560" y="5913"/>
                </a:lnTo>
                <a:close/>
                <a:moveTo>
                  <a:pt x="4673" y="6692"/>
                </a:moveTo>
                <a:lnTo>
                  <a:pt x="4600" y="6716"/>
                </a:lnTo>
                <a:lnTo>
                  <a:pt x="4527" y="6765"/>
                </a:lnTo>
                <a:lnTo>
                  <a:pt x="4405" y="6838"/>
                </a:lnTo>
                <a:lnTo>
                  <a:pt x="4283" y="6911"/>
                </a:lnTo>
                <a:lnTo>
                  <a:pt x="4089" y="6984"/>
                </a:lnTo>
                <a:lnTo>
                  <a:pt x="4016" y="7008"/>
                </a:lnTo>
                <a:lnTo>
                  <a:pt x="4016" y="6935"/>
                </a:lnTo>
                <a:lnTo>
                  <a:pt x="3991" y="6862"/>
                </a:lnTo>
                <a:lnTo>
                  <a:pt x="3967" y="6789"/>
                </a:lnTo>
                <a:lnTo>
                  <a:pt x="3918" y="6741"/>
                </a:lnTo>
                <a:lnTo>
                  <a:pt x="3870" y="6716"/>
                </a:lnTo>
                <a:lnTo>
                  <a:pt x="3797" y="6716"/>
                </a:lnTo>
                <a:lnTo>
                  <a:pt x="3724" y="6741"/>
                </a:lnTo>
                <a:lnTo>
                  <a:pt x="3675" y="6789"/>
                </a:lnTo>
                <a:lnTo>
                  <a:pt x="3578" y="6887"/>
                </a:lnTo>
                <a:lnTo>
                  <a:pt x="3456" y="6984"/>
                </a:lnTo>
                <a:lnTo>
                  <a:pt x="3213" y="7130"/>
                </a:lnTo>
                <a:lnTo>
                  <a:pt x="3042" y="7227"/>
                </a:lnTo>
                <a:lnTo>
                  <a:pt x="2848" y="7252"/>
                </a:lnTo>
                <a:lnTo>
                  <a:pt x="2799" y="7252"/>
                </a:lnTo>
                <a:lnTo>
                  <a:pt x="2799" y="7227"/>
                </a:lnTo>
                <a:lnTo>
                  <a:pt x="2799" y="7106"/>
                </a:lnTo>
                <a:lnTo>
                  <a:pt x="2848" y="6984"/>
                </a:lnTo>
                <a:lnTo>
                  <a:pt x="2896" y="6887"/>
                </a:lnTo>
                <a:lnTo>
                  <a:pt x="2896" y="6838"/>
                </a:lnTo>
                <a:lnTo>
                  <a:pt x="2872" y="6789"/>
                </a:lnTo>
                <a:lnTo>
                  <a:pt x="2823" y="6741"/>
                </a:lnTo>
                <a:lnTo>
                  <a:pt x="2775" y="6741"/>
                </a:lnTo>
                <a:lnTo>
                  <a:pt x="2702" y="6765"/>
                </a:lnTo>
                <a:lnTo>
                  <a:pt x="2629" y="6789"/>
                </a:lnTo>
                <a:lnTo>
                  <a:pt x="2531" y="6887"/>
                </a:lnTo>
                <a:lnTo>
                  <a:pt x="2458" y="7008"/>
                </a:lnTo>
                <a:lnTo>
                  <a:pt x="2434" y="7130"/>
                </a:lnTo>
                <a:lnTo>
                  <a:pt x="2434" y="7276"/>
                </a:lnTo>
                <a:lnTo>
                  <a:pt x="2483" y="7422"/>
                </a:lnTo>
                <a:lnTo>
                  <a:pt x="2556" y="7519"/>
                </a:lnTo>
                <a:lnTo>
                  <a:pt x="2677" y="7617"/>
                </a:lnTo>
                <a:lnTo>
                  <a:pt x="2799" y="7641"/>
                </a:lnTo>
                <a:lnTo>
                  <a:pt x="2921" y="7665"/>
                </a:lnTo>
                <a:lnTo>
                  <a:pt x="3042" y="7641"/>
                </a:lnTo>
                <a:lnTo>
                  <a:pt x="3188" y="7617"/>
                </a:lnTo>
                <a:lnTo>
                  <a:pt x="3432" y="7495"/>
                </a:lnTo>
                <a:lnTo>
                  <a:pt x="3675" y="7349"/>
                </a:lnTo>
                <a:lnTo>
                  <a:pt x="3748" y="7373"/>
                </a:lnTo>
                <a:lnTo>
                  <a:pt x="3845" y="7398"/>
                </a:lnTo>
                <a:lnTo>
                  <a:pt x="4040" y="7398"/>
                </a:lnTo>
                <a:lnTo>
                  <a:pt x="4259" y="7349"/>
                </a:lnTo>
                <a:lnTo>
                  <a:pt x="4478" y="7276"/>
                </a:lnTo>
                <a:lnTo>
                  <a:pt x="4551" y="7373"/>
                </a:lnTo>
                <a:lnTo>
                  <a:pt x="4673" y="7446"/>
                </a:lnTo>
                <a:lnTo>
                  <a:pt x="4819" y="7495"/>
                </a:lnTo>
                <a:lnTo>
                  <a:pt x="4989" y="7519"/>
                </a:lnTo>
                <a:lnTo>
                  <a:pt x="5159" y="7519"/>
                </a:lnTo>
                <a:lnTo>
                  <a:pt x="5354" y="7495"/>
                </a:lnTo>
                <a:lnTo>
                  <a:pt x="5524" y="7446"/>
                </a:lnTo>
                <a:lnTo>
                  <a:pt x="5695" y="7373"/>
                </a:lnTo>
                <a:lnTo>
                  <a:pt x="5792" y="7446"/>
                </a:lnTo>
                <a:lnTo>
                  <a:pt x="5914" y="7495"/>
                </a:lnTo>
                <a:lnTo>
                  <a:pt x="6060" y="7519"/>
                </a:lnTo>
                <a:lnTo>
                  <a:pt x="6230" y="7519"/>
                </a:lnTo>
                <a:lnTo>
                  <a:pt x="6400" y="7495"/>
                </a:lnTo>
                <a:lnTo>
                  <a:pt x="6571" y="7422"/>
                </a:lnTo>
                <a:lnTo>
                  <a:pt x="6741" y="7373"/>
                </a:lnTo>
                <a:lnTo>
                  <a:pt x="6911" y="7276"/>
                </a:lnTo>
                <a:lnTo>
                  <a:pt x="7009" y="7373"/>
                </a:lnTo>
                <a:lnTo>
                  <a:pt x="7106" y="7422"/>
                </a:lnTo>
                <a:lnTo>
                  <a:pt x="7252" y="7446"/>
                </a:lnTo>
                <a:lnTo>
                  <a:pt x="7544" y="7446"/>
                </a:lnTo>
                <a:lnTo>
                  <a:pt x="7690" y="7398"/>
                </a:lnTo>
                <a:lnTo>
                  <a:pt x="7982" y="7300"/>
                </a:lnTo>
                <a:lnTo>
                  <a:pt x="8055" y="7398"/>
                </a:lnTo>
                <a:lnTo>
                  <a:pt x="8152" y="7471"/>
                </a:lnTo>
                <a:lnTo>
                  <a:pt x="8249" y="7519"/>
                </a:lnTo>
                <a:lnTo>
                  <a:pt x="8347" y="7544"/>
                </a:lnTo>
                <a:lnTo>
                  <a:pt x="8468" y="7519"/>
                </a:lnTo>
                <a:lnTo>
                  <a:pt x="8566" y="7471"/>
                </a:lnTo>
                <a:lnTo>
                  <a:pt x="8687" y="7422"/>
                </a:lnTo>
                <a:lnTo>
                  <a:pt x="8785" y="7325"/>
                </a:lnTo>
                <a:lnTo>
                  <a:pt x="8906" y="7373"/>
                </a:lnTo>
                <a:lnTo>
                  <a:pt x="9077" y="7422"/>
                </a:lnTo>
                <a:lnTo>
                  <a:pt x="9223" y="7446"/>
                </a:lnTo>
                <a:lnTo>
                  <a:pt x="9369" y="7471"/>
                </a:lnTo>
                <a:lnTo>
                  <a:pt x="9539" y="7446"/>
                </a:lnTo>
                <a:lnTo>
                  <a:pt x="9685" y="7422"/>
                </a:lnTo>
                <a:lnTo>
                  <a:pt x="9807" y="7373"/>
                </a:lnTo>
                <a:lnTo>
                  <a:pt x="9928" y="7276"/>
                </a:lnTo>
                <a:lnTo>
                  <a:pt x="9977" y="7227"/>
                </a:lnTo>
                <a:lnTo>
                  <a:pt x="9977" y="7154"/>
                </a:lnTo>
                <a:lnTo>
                  <a:pt x="9928" y="7081"/>
                </a:lnTo>
                <a:lnTo>
                  <a:pt x="9880" y="7033"/>
                </a:lnTo>
                <a:lnTo>
                  <a:pt x="9734" y="7008"/>
                </a:lnTo>
                <a:lnTo>
                  <a:pt x="9101" y="7008"/>
                </a:lnTo>
                <a:lnTo>
                  <a:pt x="8979" y="6960"/>
                </a:lnTo>
                <a:lnTo>
                  <a:pt x="8858" y="6887"/>
                </a:lnTo>
                <a:lnTo>
                  <a:pt x="8785" y="6838"/>
                </a:lnTo>
                <a:lnTo>
                  <a:pt x="8687" y="6814"/>
                </a:lnTo>
                <a:lnTo>
                  <a:pt x="8590" y="6862"/>
                </a:lnTo>
                <a:lnTo>
                  <a:pt x="8541" y="6935"/>
                </a:lnTo>
                <a:lnTo>
                  <a:pt x="8493" y="7008"/>
                </a:lnTo>
                <a:lnTo>
                  <a:pt x="8468" y="7033"/>
                </a:lnTo>
                <a:lnTo>
                  <a:pt x="8395" y="7033"/>
                </a:lnTo>
                <a:lnTo>
                  <a:pt x="8322" y="6984"/>
                </a:lnTo>
                <a:lnTo>
                  <a:pt x="8274" y="6887"/>
                </a:lnTo>
                <a:lnTo>
                  <a:pt x="8201" y="6789"/>
                </a:lnTo>
                <a:lnTo>
                  <a:pt x="8152" y="6765"/>
                </a:lnTo>
                <a:lnTo>
                  <a:pt x="8055" y="6765"/>
                </a:lnTo>
                <a:lnTo>
                  <a:pt x="8006" y="6789"/>
                </a:lnTo>
                <a:lnTo>
                  <a:pt x="7836" y="6887"/>
                </a:lnTo>
                <a:lnTo>
                  <a:pt x="7568" y="7008"/>
                </a:lnTo>
                <a:lnTo>
                  <a:pt x="7447" y="7033"/>
                </a:lnTo>
                <a:lnTo>
                  <a:pt x="7349" y="7033"/>
                </a:lnTo>
                <a:lnTo>
                  <a:pt x="7301" y="7008"/>
                </a:lnTo>
                <a:lnTo>
                  <a:pt x="7276" y="6984"/>
                </a:lnTo>
                <a:lnTo>
                  <a:pt x="7252" y="6960"/>
                </a:lnTo>
                <a:lnTo>
                  <a:pt x="7252" y="6911"/>
                </a:lnTo>
                <a:lnTo>
                  <a:pt x="7228" y="6838"/>
                </a:lnTo>
                <a:lnTo>
                  <a:pt x="7203" y="6765"/>
                </a:lnTo>
                <a:lnTo>
                  <a:pt x="7155" y="6741"/>
                </a:lnTo>
                <a:lnTo>
                  <a:pt x="7106" y="6716"/>
                </a:lnTo>
                <a:lnTo>
                  <a:pt x="6960" y="6716"/>
                </a:lnTo>
                <a:lnTo>
                  <a:pt x="6887" y="6741"/>
                </a:lnTo>
                <a:lnTo>
                  <a:pt x="6838" y="6814"/>
                </a:lnTo>
                <a:lnTo>
                  <a:pt x="6790" y="6862"/>
                </a:lnTo>
                <a:lnTo>
                  <a:pt x="6668" y="6935"/>
                </a:lnTo>
                <a:lnTo>
                  <a:pt x="6522" y="7008"/>
                </a:lnTo>
                <a:lnTo>
                  <a:pt x="6376" y="7057"/>
                </a:lnTo>
                <a:lnTo>
                  <a:pt x="6254" y="7106"/>
                </a:lnTo>
                <a:lnTo>
                  <a:pt x="6133" y="7106"/>
                </a:lnTo>
                <a:lnTo>
                  <a:pt x="6108" y="7081"/>
                </a:lnTo>
                <a:lnTo>
                  <a:pt x="6084" y="7057"/>
                </a:lnTo>
                <a:lnTo>
                  <a:pt x="6060" y="7033"/>
                </a:lnTo>
                <a:lnTo>
                  <a:pt x="6084" y="6960"/>
                </a:lnTo>
                <a:lnTo>
                  <a:pt x="6084" y="6887"/>
                </a:lnTo>
                <a:lnTo>
                  <a:pt x="6060" y="6814"/>
                </a:lnTo>
                <a:lnTo>
                  <a:pt x="6011" y="6741"/>
                </a:lnTo>
                <a:lnTo>
                  <a:pt x="5938" y="6716"/>
                </a:lnTo>
                <a:lnTo>
                  <a:pt x="5865" y="6692"/>
                </a:lnTo>
                <a:lnTo>
                  <a:pt x="5792" y="6692"/>
                </a:lnTo>
                <a:lnTo>
                  <a:pt x="5719" y="6741"/>
                </a:lnTo>
                <a:lnTo>
                  <a:pt x="5670" y="6789"/>
                </a:lnTo>
                <a:lnTo>
                  <a:pt x="5597" y="6911"/>
                </a:lnTo>
                <a:lnTo>
                  <a:pt x="5500" y="6984"/>
                </a:lnTo>
                <a:lnTo>
                  <a:pt x="5403" y="7057"/>
                </a:lnTo>
                <a:lnTo>
                  <a:pt x="5281" y="7106"/>
                </a:lnTo>
                <a:lnTo>
                  <a:pt x="5038" y="7106"/>
                </a:lnTo>
                <a:lnTo>
                  <a:pt x="4892" y="7081"/>
                </a:lnTo>
                <a:lnTo>
                  <a:pt x="4867" y="7057"/>
                </a:lnTo>
                <a:lnTo>
                  <a:pt x="4867" y="7008"/>
                </a:lnTo>
                <a:lnTo>
                  <a:pt x="4892" y="6935"/>
                </a:lnTo>
                <a:lnTo>
                  <a:pt x="4867" y="6862"/>
                </a:lnTo>
                <a:lnTo>
                  <a:pt x="4843" y="6789"/>
                </a:lnTo>
                <a:lnTo>
                  <a:pt x="4794" y="6741"/>
                </a:lnTo>
                <a:lnTo>
                  <a:pt x="4746" y="6716"/>
                </a:lnTo>
                <a:lnTo>
                  <a:pt x="4673" y="6692"/>
                </a:lnTo>
                <a:close/>
                <a:moveTo>
                  <a:pt x="14649" y="7690"/>
                </a:moveTo>
                <a:lnTo>
                  <a:pt x="14941" y="7714"/>
                </a:lnTo>
                <a:lnTo>
                  <a:pt x="15233" y="7763"/>
                </a:lnTo>
                <a:lnTo>
                  <a:pt x="15501" y="7860"/>
                </a:lnTo>
                <a:lnTo>
                  <a:pt x="15598" y="7909"/>
                </a:lnTo>
                <a:lnTo>
                  <a:pt x="15695" y="8006"/>
                </a:lnTo>
                <a:lnTo>
                  <a:pt x="15768" y="8103"/>
                </a:lnTo>
                <a:lnTo>
                  <a:pt x="15817" y="8225"/>
                </a:lnTo>
                <a:lnTo>
                  <a:pt x="15865" y="8347"/>
                </a:lnTo>
                <a:lnTo>
                  <a:pt x="15865" y="8468"/>
                </a:lnTo>
                <a:lnTo>
                  <a:pt x="15841" y="8590"/>
                </a:lnTo>
                <a:lnTo>
                  <a:pt x="15792" y="8712"/>
                </a:lnTo>
                <a:lnTo>
                  <a:pt x="15719" y="8785"/>
                </a:lnTo>
                <a:lnTo>
                  <a:pt x="15622" y="8858"/>
                </a:lnTo>
                <a:lnTo>
                  <a:pt x="15428" y="8955"/>
                </a:lnTo>
                <a:lnTo>
                  <a:pt x="15209" y="9004"/>
                </a:lnTo>
                <a:lnTo>
                  <a:pt x="14990" y="9052"/>
                </a:lnTo>
                <a:lnTo>
                  <a:pt x="14600" y="9077"/>
                </a:lnTo>
                <a:lnTo>
                  <a:pt x="14406" y="9077"/>
                </a:lnTo>
                <a:lnTo>
                  <a:pt x="14211" y="9028"/>
                </a:lnTo>
                <a:lnTo>
                  <a:pt x="14041" y="8979"/>
                </a:lnTo>
                <a:lnTo>
                  <a:pt x="13870" y="8882"/>
                </a:lnTo>
                <a:lnTo>
                  <a:pt x="13822" y="8809"/>
                </a:lnTo>
                <a:lnTo>
                  <a:pt x="13773" y="8736"/>
                </a:lnTo>
                <a:lnTo>
                  <a:pt x="13724" y="8639"/>
                </a:lnTo>
                <a:lnTo>
                  <a:pt x="13700" y="8541"/>
                </a:lnTo>
                <a:lnTo>
                  <a:pt x="13651" y="8347"/>
                </a:lnTo>
                <a:lnTo>
                  <a:pt x="13651" y="8128"/>
                </a:lnTo>
                <a:lnTo>
                  <a:pt x="13676" y="8006"/>
                </a:lnTo>
                <a:lnTo>
                  <a:pt x="13700" y="7909"/>
                </a:lnTo>
                <a:lnTo>
                  <a:pt x="13749" y="7811"/>
                </a:lnTo>
                <a:lnTo>
                  <a:pt x="13822" y="7738"/>
                </a:lnTo>
                <a:lnTo>
                  <a:pt x="13870" y="7714"/>
                </a:lnTo>
                <a:lnTo>
                  <a:pt x="14381" y="7714"/>
                </a:lnTo>
                <a:lnTo>
                  <a:pt x="14649" y="7690"/>
                </a:lnTo>
                <a:close/>
                <a:moveTo>
                  <a:pt x="5451" y="8493"/>
                </a:moveTo>
                <a:lnTo>
                  <a:pt x="5403" y="8517"/>
                </a:lnTo>
                <a:lnTo>
                  <a:pt x="5354" y="8541"/>
                </a:lnTo>
                <a:lnTo>
                  <a:pt x="5232" y="8663"/>
                </a:lnTo>
                <a:lnTo>
                  <a:pt x="5062" y="8785"/>
                </a:lnTo>
                <a:lnTo>
                  <a:pt x="4965" y="8833"/>
                </a:lnTo>
                <a:lnTo>
                  <a:pt x="4892" y="8858"/>
                </a:lnTo>
                <a:lnTo>
                  <a:pt x="4843" y="8833"/>
                </a:lnTo>
                <a:lnTo>
                  <a:pt x="4843" y="8760"/>
                </a:lnTo>
                <a:lnTo>
                  <a:pt x="4819" y="8687"/>
                </a:lnTo>
                <a:lnTo>
                  <a:pt x="4794" y="8639"/>
                </a:lnTo>
                <a:lnTo>
                  <a:pt x="4746" y="8590"/>
                </a:lnTo>
                <a:lnTo>
                  <a:pt x="4697" y="8566"/>
                </a:lnTo>
                <a:lnTo>
                  <a:pt x="4600" y="8566"/>
                </a:lnTo>
                <a:lnTo>
                  <a:pt x="4527" y="8590"/>
                </a:lnTo>
                <a:lnTo>
                  <a:pt x="4478" y="8614"/>
                </a:lnTo>
                <a:lnTo>
                  <a:pt x="4332" y="8712"/>
                </a:lnTo>
                <a:lnTo>
                  <a:pt x="4162" y="8785"/>
                </a:lnTo>
                <a:lnTo>
                  <a:pt x="4064" y="8809"/>
                </a:lnTo>
                <a:lnTo>
                  <a:pt x="3967" y="8809"/>
                </a:lnTo>
                <a:lnTo>
                  <a:pt x="3894" y="8785"/>
                </a:lnTo>
                <a:lnTo>
                  <a:pt x="3845" y="8712"/>
                </a:lnTo>
                <a:lnTo>
                  <a:pt x="3797" y="8614"/>
                </a:lnTo>
                <a:lnTo>
                  <a:pt x="3724" y="8566"/>
                </a:lnTo>
                <a:lnTo>
                  <a:pt x="3651" y="8566"/>
                </a:lnTo>
                <a:lnTo>
                  <a:pt x="3553" y="8590"/>
                </a:lnTo>
                <a:lnTo>
                  <a:pt x="3359" y="8687"/>
                </a:lnTo>
                <a:lnTo>
                  <a:pt x="3140" y="8736"/>
                </a:lnTo>
                <a:lnTo>
                  <a:pt x="2896" y="8809"/>
                </a:lnTo>
                <a:lnTo>
                  <a:pt x="2775" y="8809"/>
                </a:lnTo>
                <a:lnTo>
                  <a:pt x="2799" y="8663"/>
                </a:lnTo>
                <a:lnTo>
                  <a:pt x="2799" y="8639"/>
                </a:lnTo>
                <a:lnTo>
                  <a:pt x="2775" y="8639"/>
                </a:lnTo>
                <a:lnTo>
                  <a:pt x="2677" y="8663"/>
                </a:lnTo>
                <a:lnTo>
                  <a:pt x="2604" y="8736"/>
                </a:lnTo>
                <a:lnTo>
                  <a:pt x="2556" y="8809"/>
                </a:lnTo>
                <a:lnTo>
                  <a:pt x="2507" y="8882"/>
                </a:lnTo>
                <a:lnTo>
                  <a:pt x="2483" y="8955"/>
                </a:lnTo>
                <a:lnTo>
                  <a:pt x="2507" y="9028"/>
                </a:lnTo>
                <a:lnTo>
                  <a:pt x="2556" y="9101"/>
                </a:lnTo>
                <a:lnTo>
                  <a:pt x="2653" y="9150"/>
                </a:lnTo>
                <a:lnTo>
                  <a:pt x="2750" y="9174"/>
                </a:lnTo>
                <a:lnTo>
                  <a:pt x="2872" y="9198"/>
                </a:lnTo>
                <a:lnTo>
                  <a:pt x="3115" y="9174"/>
                </a:lnTo>
                <a:lnTo>
                  <a:pt x="3359" y="9125"/>
                </a:lnTo>
                <a:lnTo>
                  <a:pt x="3578" y="9028"/>
                </a:lnTo>
                <a:lnTo>
                  <a:pt x="3675" y="9101"/>
                </a:lnTo>
                <a:lnTo>
                  <a:pt x="3772" y="9174"/>
                </a:lnTo>
                <a:lnTo>
                  <a:pt x="3894" y="9198"/>
                </a:lnTo>
                <a:lnTo>
                  <a:pt x="3991" y="9223"/>
                </a:lnTo>
                <a:lnTo>
                  <a:pt x="4113" y="9198"/>
                </a:lnTo>
                <a:lnTo>
                  <a:pt x="4235" y="9174"/>
                </a:lnTo>
                <a:lnTo>
                  <a:pt x="4502" y="9077"/>
                </a:lnTo>
                <a:lnTo>
                  <a:pt x="4575" y="9174"/>
                </a:lnTo>
                <a:lnTo>
                  <a:pt x="4673" y="9247"/>
                </a:lnTo>
                <a:lnTo>
                  <a:pt x="4770" y="9271"/>
                </a:lnTo>
                <a:lnTo>
                  <a:pt x="4916" y="9271"/>
                </a:lnTo>
                <a:lnTo>
                  <a:pt x="5038" y="9247"/>
                </a:lnTo>
                <a:lnTo>
                  <a:pt x="5184" y="9174"/>
                </a:lnTo>
                <a:lnTo>
                  <a:pt x="5305" y="9101"/>
                </a:lnTo>
                <a:lnTo>
                  <a:pt x="5427" y="9028"/>
                </a:lnTo>
                <a:lnTo>
                  <a:pt x="5524" y="9125"/>
                </a:lnTo>
                <a:lnTo>
                  <a:pt x="5646" y="9198"/>
                </a:lnTo>
                <a:lnTo>
                  <a:pt x="5768" y="9223"/>
                </a:lnTo>
                <a:lnTo>
                  <a:pt x="5914" y="9247"/>
                </a:lnTo>
                <a:lnTo>
                  <a:pt x="6060" y="9247"/>
                </a:lnTo>
                <a:lnTo>
                  <a:pt x="6181" y="9223"/>
                </a:lnTo>
                <a:lnTo>
                  <a:pt x="6327" y="9174"/>
                </a:lnTo>
                <a:lnTo>
                  <a:pt x="6473" y="9125"/>
                </a:lnTo>
                <a:lnTo>
                  <a:pt x="6546" y="9198"/>
                </a:lnTo>
                <a:lnTo>
                  <a:pt x="6644" y="9247"/>
                </a:lnTo>
                <a:lnTo>
                  <a:pt x="6741" y="9271"/>
                </a:lnTo>
                <a:lnTo>
                  <a:pt x="6838" y="9296"/>
                </a:lnTo>
                <a:lnTo>
                  <a:pt x="6960" y="9271"/>
                </a:lnTo>
                <a:lnTo>
                  <a:pt x="7057" y="9247"/>
                </a:lnTo>
                <a:lnTo>
                  <a:pt x="7155" y="9223"/>
                </a:lnTo>
                <a:lnTo>
                  <a:pt x="7252" y="9150"/>
                </a:lnTo>
                <a:lnTo>
                  <a:pt x="7325" y="9174"/>
                </a:lnTo>
                <a:lnTo>
                  <a:pt x="7398" y="9150"/>
                </a:lnTo>
                <a:lnTo>
                  <a:pt x="7447" y="9125"/>
                </a:lnTo>
                <a:lnTo>
                  <a:pt x="7471" y="9077"/>
                </a:lnTo>
                <a:lnTo>
                  <a:pt x="7520" y="9028"/>
                </a:lnTo>
                <a:lnTo>
                  <a:pt x="7520" y="8979"/>
                </a:lnTo>
                <a:lnTo>
                  <a:pt x="7495" y="8906"/>
                </a:lnTo>
                <a:lnTo>
                  <a:pt x="7471" y="8833"/>
                </a:lnTo>
                <a:lnTo>
                  <a:pt x="7398" y="8760"/>
                </a:lnTo>
                <a:lnTo>
                  <a:pt x="7325" y="8712"/>
                </a:lnTo>
                <a:lnTo>
                  <a:pt x="7179" y="8712"/>
                </a:lnTo>
                <a:lnTo>
                  <a:pt x="7106" y="8760"/>
                </a:lnTo>
                <a:lnTo>
                  <a:pt x="7009" y="8858"/>
                </a:lnTo>
                <a:lnTo>
                  <a:pt x="6960" y="8882"/>
                </a:lnTo>
                <a:lnTo>
                  <a:pt x="6911" y="8882"/>
                </a:lnTo>
                <a:lnTo>
                  <a:pt x="6814" y="8858"/>
                </a:lnTo>
                <a:lnTo>
                  <a:pt x="6692" y="8760"/>
                </a:lnTo>
                <a:lnTo>
                  <a:pt x="6619" y="8687"/>
                </a:lnTo>
                <a:lnTo>
                  <a:pt x="6546" y="8663"/>
                </a:lnTo>
                <a:lnTo>
                  <a:pt x="6473" y="8663"/>
                </a:lnTo>
                <a:lnTo>
                  <a:pt x="6376" y="8712"/>
                </a:lnTo>
                <a:lnTo>
                  <a:pt x="6303" y="8760"/>
                </a:lnTo>
                <a:lnTo>
                  <a:pt x="6206" y="8809"/>
                </a:lnTo>
                <a:lnTo>
                  <a:pt x="6084" y="8858"/>
                </a:lnTo>
                <a:lnTo>
                  <a:pt x="5889" y="8858"/>
                </a:lnTo>
                <a:lnTo>
                  <a:pt x="5792" y="8809"/>
                </a:lnTo>
                <a:lnTo>
                  <a:pt x="5743" y="8736"/>
                </a:lnTo>
                <a:lnTo>
                  <a:pt x="5695" y="8639"/>
                </a:lnTo>
                <a:lnTo>
                  <a:pt x="5670" y="8590"/>
                </a:lnTo>
                <a:lnTo>
                  <a:pt x="5646" y="8541"/>
                </a:lnTo>
                <a:lnTo>
                  <a:pt x="5549" y="8493"/>
                </a:lnTo>
                <a:close/>
                <a:moveTo>
                  <a:pt x="13943" y="7276"/>
                </a:moveTo>
                <a:lnTo>
                  <a:pt x="13773" y="7325"/>
                </a:lnTo>
                <a:lnTo>
                  <a:pt x="13603" y="7373"/>
                </a:lnTo>
                <a:lnTo>
                  <a:pt x="13578" y="7398"/>
                </a:lnTo>
                <a:lnTo>
                  <a:pt x="13554" y="7422"/>
                </a:lnTo>
                <a:lnTo>
                  <a:pt x="13432" y="7544"/>
                </a:lnTo>
                <a:lnTo>
                  <a:pt x="13359" y="7714"/>
                </a:lnTo>
                <a:lnTo>
                  <a:pt x="13286" y="7884"/>
                </a:lnTo>
                <a:lnTo>
                  <a:pt x="13262" y="8079"/>
                </a:lnTo>
                <a:lnTo>
                  <a:pt x="13262" y="8298"/>
                </a:lnTo>
                <a:lnTo>
                  <a:pt x="13262" y="8493"/>
                </a:lnTo>
                <a:lnTo>
                  <a:pt x="13286" y="8663"/>
                </a:lnTo>
                <a:lnTo>
                  <a:pt x="13311" y="8809"/>
                </a:lnTo>
                <a:lnTo>
                  <a:pt x="13359" y="8955"/>
                </a:lnTo>
                <a:lnTo>
                  <a:pt x="13432" y="9077"/>
                </a:lnTo>
                <a:lnTo>
                  <a:pt x="13530" y="9174"/>
                </a:lnTo>
                <a:lnTo>
                  <a:pt x="13627" y="9247"/>
                </a:lnTo>
                <a:lnTo>
                  <a:pt x="13724" y="9320"/>
                </a:lnTo>
                <a:lnTo>
                  <a:pt x="13846" y="9393"/>
                </a:lnTo>
                <a:lnTo>
                  <a:pt x="14114" y="9466"/>
                </a:lnTo>
                <a:lnTo>
                  <a:pt x="14406" y="9490"/>
                </a:lnTo>
                <a:lnTo>
                  <a:pt x="14698" y="9515"/>
                </a:lnTo>
                <a:lnTo>
                  <a:pt x="14965" y="9490"/>
                </a:lnTo>
                <a:lnTo>
                  <a:pt x="15233" y="9442"/>
                </a:lnTo>
                <a:lnTo>
                  <a:pt x="15501" y="9369"/>
                </a:lnTo>
                <a:lnTo>
                  <a:pt x="15744" y="9247"/>
                </a:lnTo>
                <a:lnTo>
                  <a:pt x="15938" y="9101"/>
                </a:lnTo>
                <a:lnTo>
                  <a:pt x="16036" y="9004"/>
                </a:lnTo>
                <a:lnTo>
                  <a:pt x="16109" y="8906"/>
                </a:lnTo>
                <a:lnTo>
                  <a:pt x="16157" y="8809"/>
                </a:lnTo>
                <a:lnTo>
                  <a:pt x="16206" y="8687"/>
                </a:lnTo>
                <a:lnTo>
                  <a:pt x="16230" y="8566"/>
                </a:lnTo>
                <a:lnTo>
                  <a:pt x="16230" y="8444"/>
                </a:lnTo>
                <a:lnTo>
                  <a:pt x="16230" y="8322"/>
                </a:lnTo>
                <a:lnTo>
                  <a:pt x="16206" y="8176"/>
                </a:lnTo>
                <a:lnTo>
                  <a:pt x="16157" y="8030"/>
                </a:lnTo>
                <a:lnTo>
                  <a:pt x="16109" y="7909"/>
                </a:lnTo>
                <a:lnTo>
                  <a:pt x="16011" y="7763"/>
                </a:lnTo>
                <a:lnTo>
                  <a:pt x="15890" y="7665"/>
                </a:lnTo>
                <a:lnTo>
                  <a:pt x="15768" y="7568"/>
                </a:lnTo>
                <a:lnTo>
                  <a:pt x="15622" y="7495"/>
                </a:lnTo>
                <a:lnTo>
                  <a:pt x="15476" y="7422"/>
                </a:lnTo>
                <a:lnTo>
                  <a:pt x="15330" y="7398"/>
                </a:lnTo>
                <a:lnTo>
                  <a:pt x="15014" y="7325"/>
                </a:lnTo>
                <a:lnTo>
                  <a:pt x="14673" y="7300"/>
                </a:lnTo>
                <a:lnTo>
                  <a:pt x="14308" y="7276"/>
                </a:lnTo>
                <a:close/>
                <a:moveTo>
                  <a:pt x="15038" y="5889"/>
                </a:moveTo>
                <a:lnTo>
                  <a:pt x="15549" y="5913"/>
                </a:lnTo>
                <a:lnTo>
                  <a:pt x="16084" y="5962"/>
                </a:lnTo>
                <a:lnTo>
                  <a:pt x="16620" y="6011"/>
                </a:lnTo>
                <a:lnTo>
                  <a:pt x="17131" y="6059"/>
                </a:lnTo>
                <a:lnTo>
                  <a:pt x="17179" y="6084"/>
                </a:lnTo>
                <a:lnTo>
                  <a:pt x="17301" y="6084"/>
                </a:lnTo>
                <a:lnTo>
                  <a:pt x="17350" y="6059"/>
                </a:lnTo>
                <a:lnTo>
                  <a:pt x="18031" y="6059"/>
                </a:lnTo>
                <a:lnTo>
                  <a:pt x="18080" y="7130"/>
                </a:lnTo>
                <a:lnTo>
                  <a:pt x="18080" y="7665"/>
                </a:lnTo>
                <a:lnTo>
                  <a:pt x="18055" y="8201"/>
                </a:lnTo>
                <a:lnTo>
                  <a:pt x="17958" y="9369"/>
                </a:lnTo>
                <a:lnTo>
                  <a:pt x="17885" y="9928"/>
                </a:lnTo>
                <a:lnTo>
                  <a:pt x="17788" y="10512"/>
                </a:lnTo>
                <a:lnTo>
                  <a:pt x="17715" y="10780"/>
                </a:lnTo>
                <a:lnTo>
                  <a:pt x="17617" y="11047"/>
                </a:lnTo>
                <a:lnTo>
                  <a:pt x="17496" y="11291"/>
                </a:lnTo>
                <a:lnTo>
                  <a:pt x="17350" y="11534"/>
                </a:lnTo>
                <a:lnTo>
                  <a:pt x="17204" y="11680"/>
                </a:lnTo>
                <a:lnTo>
                  <a:pt x="17058" y="11826"/>
                </a:lnTo>
                <a:lnTo>
                  <a:pt x="16912" y="11923"/>
                </a:lnTo>
                <a:lnTo>
                  <a:pt x="16741" y="12021"/>
                </a:lnTo>
                <a:lnTo>
                  <a:pt x="16644" y="11996"/>
                </a:lnTo>
                <a:lnTo>
                  <a:pt x="16547" y="12021"/>
                </a:lnTo>
                <a:lnTo>
                  <a:pt x="16352" y="12069"/>
                </a:lnTo>
                <a:lnTo>
                  <a:pt x="16133" y="12118"/>
                </a:lnTo>
                <a:lnTo>
                  <a:pt x="15914" y="12142"/>
                </a:lnTo>
                <a:lnTo>
                  <a:pt x="15282" y="12142"/>
                </a:lnTo>
                <a:lnTo>
                  <a:pt x="14844" y="12118"/>
                </a:lnTo>
                <a:lnTo>
                  <a:pt x="14333" y="12069"/>
                </a:lnTo>
                <a:lnTo>
                  <a:pt x="10366" y="12069"/>
                </a:lnTo>
                <a:lnTo>
                  <a:pt x="7982" y="12094"/>
                </a:lnTo>
                <a:lnTo>
                  <a:pt x="5695" y="12069"/>
                </a:lnTo>
                <a:lnTo>
                  <a:pt x="2896" y="12069"/>
                </a:lnTo>
                <a:lnTo>
                  <a:pt x="2337" y="12045"/>
                </a:lnTo>
                <a:lnTo>
                  <a:pt x="2069" y="11996"/>
                </a:lnTo>
                <a:lnTo>
                  <a:pt x="1801" y="11948"/>
                </a:lnTo>
                <a:lnTo>
                  <a:pt x="1558" y="11875"/>
                </a:lnTo>
                <a:lnTo>
                  <a:pt x="1315" y="11753"/>
                </a:lnTo>
                <a:lnTo>
                  <a:pt x="1193" y="11656"/>
                </a:lnTo>
                <a:lnTo>
                  <a:pt x="1071" y="11558"/>
                </a:lnTo>
                <a:lnTo>
                  <a:pt x="974" y="11437"/>
                </a:lnTo>
                <a:lnTo>
                  <a:pt x="877" y="11315"/>
                </a:lnTo>
                <a:lnTo>
                  <a:pt x="755" y="11023"/>
                </a:lnTo>
                <a:lnTo>
                  <a:pt x="658" y="10707"/>
                </a:lnTo>
                <a:lnTo>
                  <a:pt x="682" y="10634"/>
                </a:lnTo>
                <a:lnTo>
                  <a:pt x="658" y="10536"/>
                </a:lnTo>
                <a:lnTo>
                  <a:pt x="609" y="10342"/>
                </a:lnTo>
                <a:lnTo>
                  <a:pt x="585" y="10123"/>
                </a:lnTo>
                <a:lnTo>
                  <a:pt x="560" y="9709"/>
                </a:lnTo>
                <a:lnTo>
                  <a:pt x="560" y="9296"/>
                </a:lnTo>
                <a:lnTo>
                  <a:pt x="585" y="8882"/>
                </a:lnTo>
                <a:lnTo>
                  <a:pt x="609" y="8395"/>
                </a:lnTo>
                <a:lnTo>
                  <a:pt x="609" y="7909"/>
                </a:lnTo>
                <a:lnTo>
                  <a:pt x="585" y="6960"/>
                </a:lnTo>
                <a:lnTo>
                  <a:pt x="537" y="5963"/>
                </a:lnTo>
                <a:lnTo>
                  <a:pt x="537" y="5963"/>
                </a:lnTo>
                <a:lnTo>
                  <a:pt x="560" y="5986"/>
                </a:lnTo>
                <a:lnTo>
                  <a:pt x="731" y="5962"/>
                </a:lnTo>
                <a:lnTo>
                  <a:pt x="1315" y="5913"/>
                </a:lnTo>
                <a:lnTo>
                  <a:pt x="3067" y="5913"/>
                </a:lnTo>
                <a:lnTo>
                  <a:pt x="4892" y="5962"/>
                </a:lnTo>
                <a:lnTo>
                  <a:pt x="6741" y="6011"/>
                </a:lnTo>
                <a:lnTo>
                  <a:pt x="7909" y="6035"/>
                </a:lnTo>
                <a:lnTo>
                  <a:pt x="9101" y="6035"/>
                </a:lnTo>
                <a:lnTo>
                  <a:pt x="10269" y="5986"/>
                </a:lnTo>
                <a:lnTo>
                  <a:pt x="11437" y="5938"/>
                </a:lnTo>
                <a:lnTo>
                  <a:pt x="12410" y="5913"/>
                </a:lnTo>
                <a:lnTo>
                  <a:pt x="12435" y="5938"/>
                </a:lnTo>
                <a:lnTo>
                  <a:pt x="12459" y="5962"/>
                </a:lnTo>
                <a:lnTo>
                  <a:pt x="12508" y="5986"/>
                </a:lnTo>
                <a:lnTo>
                  <a:pt x="12532" y="5986"/>
                </a:lnTo>
                <a:lnTo>
                  <a:pt x="12654" y="5913"/>
                </a:lnTo>
                <a:lnTo>
                  <a:pt x="13846" y="5889"/>
                </a:lnTo>
                <a:close/>
                <a:moveTo>
                  <a:pt x="5062" y="1"/>
                </a:moveTo>
                <a:lnTo>
                  <a:pt x="4210" y="25"/>
                </a:lnTo>
                <a:lnTo>
                  <a:pt x="3359" y="49"/>
                </a:lnTo>
                <a:lnTo>
                  <a:pt x="2507" y="98"/>
                </a:lnTo>
                <a:lnTo>
                  <a:pt x="2458" y="74"/>
                </a:lnTo>
                <a:lnTo>
                  <a:pt x="2118" y="49"/>
                </a:lnTo>
                <a:lnTo>
                  <a:pt x="1801" y="49"/>
                </a:lnTo>
                <a:lnTo>
                  <a:pt x="1534" y="122"/>
                </a:lnTo>
                <a:lnTo>
                  <a:pt x="1290" y="220"/>
                </a:lnTo>
                <a:lnTo>
                  <a:pt x="1071" y="366"/>
                </a:lnTo>
                <a:lnTo>
                  <a:pt x="852" y="536"/>
                </a:lnTo>
                <a:lnTo>
                  <a:pt x="682" y="731"/>
                </a:lnTo>
                <a:lnTo>
                  <a:pt x="536" y="974"/>
                </a:lnTo>
                <a:lnTo>
                  <a:pt x="414" y="1217"/>
                </a:lnTo>
                <a:lnTo>
                  <a:pt x="317" y="1485"/>
                </a:lnTo>
                <a:lnTo>
                  <a:pt x="220" y="1777"/>
                </a:lnTo>
                <a:lnTo>
                  <a:pt x="147" y="2069"/>
                </a:lnTo>
                <a:lnTo>
                  <a:pt x="98" y="2361"/>
                </a:lnTo>
                <a:lnTo>
                  <a:pt x="49" y="2653"/>
                </a:lnTo>
                <a:lnTo>
                  <a:pt x="25" y="3212"/>
                </a:lnTo>
                <a:lnTo>
                  <a:pt x="1" y="3991"/>
                </a:lnTo>
                <a:lnTo>
                  <a:pt x="1" y="4794"/>
                </a:lnTo>
                <a:lnTo>
                  <a:pt x="1" y="4818"/>
                </a:lnTo>
                <a:lnTo>
                  <a:pt x="1" y="4891"/>
                </a:lnTo>
                <a:lnTo>
                  <a:pt x="25" y="4940"/>
                </a:lnTo>
                <a:lnTo>
                  <a:pt x="49" y="6376"/>
                </a:lnTo>
                <a:lnTo>
                  <a:pt x="98" y="7544"/>
                </a:lnTo>
                <a:lnTo>
                  <a:pt x="98" y="8128"/>
                </a:lnTo>
                <a:lnTo>
                  <a:pt x="98" y="8712"/>
                </a:lnTo>
                <a:lnTo>
                  <a:pt x="49" y="9198"/>
                </a:lnTo>
                <a:lnTo>
                  <a:pt x="49" y="9709"/>
                </a:lnTo>
                <a:lnTo>
                  <a:pt x="74" y="10196"/>
                </a:lnTo>
                <a:lnTo>
                  <a:pt x="98" y="10439"/>
                </a:lnTo>
                <a:lnTo>
                  <a:pt x="171" y="10682"/>
                </a:lnTo>
                <a:lnTo>
                  <a:pt x="171" y="10707"/>
                </a:lnTo>
                <a:lnTo>
                  <a:pt x="220" y="10999"/>
                </a:lnTo>
                <a:lnTo>
                  <a:pt x="293" y="11291"/>
                </a:lnTo>
                <a:lnTo>
                  <a:pt x="414" y="11558"/>
                </a:lnTo>
                <a:lnTo>
                  <a:pt x="487" y="11704"/>
                </a:lnTo>
                <a:lnTo>
                  <a:pt x="585" y="11826"/>
                </a:lnTo>
                <a:lnTo>
                  <a:pt x="731" y="11972"/>
                </a:lnTo>
                <a:lnTo>
                  <a:pt x="877" y="12094"/>
                </a:lnTo>
                <a:lnTo>
                  <a:pt x="1023" y="12191"/>
                </a:lnTo>
                <a:lnTo>
                  <a:pt x="1193" y="12288"/>
                </a:lnTo>
                <a:lnTo>
                  <a:pt x="1363" y="12337"/>
                </a:lnTo>
                <a:lnTo>
                  <a:pt x="1558" y="12386"/>
                </a:lnTo>
                <a:lnTo>
                  <a:pt x="1947" y="12459"/>
                </a:lnTo>
                <a:lnTo>
                  <a:pt x="2580" y="12507"/>
                </a:lnTo>
                <a:lnTo>
                  <a:pt x="3237" y="12532"/>
                </a:lnTo>
                <a:lnTo>
                  <a:pt x="4527" y="12507"/>
                </a:lnTo>
                <a:lnTo>
                  <a:pt x="5865" y="12532"/>
                </a:lnTo>
                <a:lnTo>
                  <a:pt x="7203" y="12556"/>
                </a:lnTo>
                <a:lnTo>
                  <a:pt x="13773" y="12556"/>
                </a:lnTo>
                <a:lnTo>
                  <a:pt x="14381" y="12580"/>
                </a:lnTo>
                <a:lnTo>
                  <a:pt x="14990" y="12605"/>
                </a:lnTo>
                <a:lnTo>
                  <a:pt x="15330" y="12629"/>
                </a:lnTo>
                <a:lnTo>
                  <a:pt x="15671" y="12653"/>
                </a:lnTo>
                <a:lnTo>
                  <a:pt x="16036" y="12653"/>
                </a:lnTo>
                <a:lnTo>
                  <a:pt x="16206" y="12629"/>
                </a:lnTo>
                <a:lnTo>
                  <a:pt x="16376" y="12580"/>
                </a:lnTo>
                <a:lnTo>
                  <a:pt x="16449" y="12605"/>
                </a:lnTo>
                <a:lnTo>
                  <a:pt x="16595" y="12605"/>
                </a:lnTo>
                <a:lnTo>
                  <a:pt x="16741" y="12580"/>
                </a:lnTo>
                <a:lnTo>
                  <a:pt x="16985" y="12507"/>
                </a:lnTo>
                <a:lnTo>
                  <a:pt x="17228" y="12386"/>
                </a:lnTo>
                <a:lnTo>
                  <a:pt x="17447" y="12215"/>
                </a:lnTo>
                <a:lnTo>
                  <a:pt x="17642" y="12021"/>
                </a:lnTo>
                <a:lnTo>
                  <a:pt x="17812" y="11802"/>
                </a:lnTo>
                <a:lnTo>
                  <a:pt x="17982" y="11583"/>
                </a:lnTo>
                <a:lnTo>
                  <a:pt x="18104" y="11364"/>
                </a:lnTo>
                <a:lnTo>
                  <a:pt x="18201" y="11096"/>
                </a:lnTo>
                <a:lnTo>
                  <a:pt x="18299" y="10804"/>
                </a:lnTo>
                <a:lnTo>
                  <a:pt x="18347" y="10512"/>
                </a:lnTo>
                <a:lnTo>
                  <a:pt x="18420" y="10245"/>
                </a:lnTo>
                <a:lnTo>
                  <a:pt x="18469" y="9661"/>
                </a:lnTo>
                <a:lnTo>
                  <a:pt x="18542" y="9077"/>
                </a:lnTo>
                <a:lnTo>
                  <a:pt x="18591" y="8371"/>
                </a:lnTo>
                <a:lnTo>
                  <a:pt x="18615" y="8030"/>
                </a:lnTo>
                <a:lnTo>
                  <a:pt x="18639" y="7665"/>
                </a:lnTo>
                <a:lnTo>
                  <a:pt x="18639" y="7179"/>
                </a:lnTo>
                <a:lnTo>
                  <a:pt x="18615" y="6692"/>
                </a:lnTo>
                <a:lnTo>
                  <a:pt x="18566" y="5719"/>
                </a:lnTo>
                <a:lnTo>
                  <a:pt x="18542" y="5208"/>
                </a:lnTo>
                <a:lnTo>
                  <a:pt x="18542" y="4697"/>
                </a:lnTo>
                <a:lnTo>
                  <a:pt x="18566" y="3675"/>
                </a:lnTo>
                <a:lnTo>
                  <a:pt x="18566" y="2750"/>
                </a:lnTo>
                <a:lnTo>
                  <a:pt x="18518" y="1680"/>
                </a:lnTo>
                <a:lnTo>
                  <a:pt x="18493" y="1582"/>
                </a:lnTo>
                <a:lnTo>
                  <a:pt x="18493" y="1436"/>
                </a:lnTo>
                <a:lnTo>
                  <a:pt x="18493" y="1242"/>
                </a:lnTo>
                <a:lnTo>
                  <a:pt x="18445" y="1047"/>
                </a:lnTo>
                <a:lnTo>
                  <a:pt x="18396" y="852"/>
                </a:lnTo>
                <a:lnTo>
                  <a:pt x="18299" y="682"/>
                </a:lnTo>
                <a:lnTo>
                  <a:pt x="18201" y="560"/>
                </a:lnTo>
                <a:lnTo>
                  <a:pt x="18080" y="439"/>
                </a:lnTo>
                <a:lnTo>
                  <a:pt x="17909" y="341"/>
                </a:lnTo>
                <a:lnTo>
                  <a:pt x="17739" y="268"/>
                </a:lnTo>
                <a:lnTo>
                  <a:pt x="17569" y="195"/>
                </a:lnTo>
                <a:lnTo>
                  <a:pt x="17398" y="171"/>
                </a:lnTo>
                <a:lnTo>
                  <a:pt x="17204" y="171"/>
                </a:lnTo>
                <a:lnTo>
                  <a:pt x="17033" y="195"/>
                </a:lnTo>
                <a:lnTo>
                  <a:pt x="16985" y="171"/>
                </a:lnTo>
                <a:lnTo>
                  <a:pt x="16912" y="171"/>
                </a:lnTo>
                <a:lnTo>
                  <a:pt x="15963" y="147"/>
                </a:lnTo>
                <a:lnTo>
                  <a:pt x="15014" y="122"/>
                </a:lnTo>
                <a:lnTo>
                  <a:pt x="13116" y="74"/>
                </a:lnTo>
                <a:lnTo>
                  <a:pt x="11218" y="25"/>
                </a:lnTo>
                <a:lnTo>
                  <a:pt x="10293" y="25"/>
                </a:lnTo>
                <a:lnTo>
                  <a:pt x="9344" y="49"/>
                </a:lnTo>
                <a:lnTo>
                  <a:pt x="8493" y="74"/>
                </a:lnTo>
                <a:lnTo>
                  <a:pt x="7641" y="74"/>
                </a:lnTo>
                <a:lnTo>
                  <a:pt x="5914" y="25"/>
                </a:lnTo>
                <a:lnTo>
                  <a:pt x="5062" y="1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28"/>
          <p:cNvSpPr/>
          <p:nvPr/>
        </p:nvSpPr>
        <p:spPr>
          <a:xfrm>
            <a:off x="2534605" y="2741318"/>
            <a:ext cx="377900" cy="231175"/>
          </a:xfrm>
          <a:custGeom>
            <a:rect b="b" l="l" r="r" t="t"/>
            <a:pathLst>
              <a:path extrusionOk="0" h="13384" w="18177">
                <a:moveTo>
                  <a:pt x="10877" y="4039"/>
                </a:moveTo>
                <a:lnTo>
                  <a:pt x="10755" y="4064"/>
                </a:lnTo>
                <a:lnTo>
                  <a:pt x="10707" y="4088"/>
                </a:lnTo>
                <a:lnTo>
                  <a:pt x="10634" y="4112"/>
                </a:lnTo>
                <a:lnTo>
                  <a:pt x="10609" y="4185"/>
                </a:lnTo>
                <a:lnTo>
                  <a:pt x="10561" y="4258"/>
                </a:lnTo>
                <a:lnTo>
                  <a:pt x="10536" y="4331"/>
                </a:lnTo>
                <a:lnTo>
                  <a:pt x="10536" y="4429"/>
                </a:lnTo>
                <a:lnTo>
                  <a:pt x="10561" y="4575"/>
                </a:lnTo>
                <a:lnTo>
                  <a:pt x="10585" y="4623"/>
                </a:lnTo>
                <a:lnTo>
                  <a:pt x="10634" y="4696"/>
                </a:lnTo>
                <a:lnTo>
                  <a:pt x="10707" y="4745"/>
                </a:lnTo>
                <a:lnTo>
                  <a:pt x="10780" y="4769"/>
                </a:lnTo>
                <a:lnTo>
                  <a:pt x="10828" y="4794"/>
                </a:lnTo>
                <a:lnTo>
                  <a:pt x="10999" y="4794"/>
                </a:lnTo>
                <a:lnTo>
                  <a:pt x="11047" y="4769"/>
                </a:lnTo>
                <a:lnTo>
                  <a:pt x="11169" y="4696"/>
                </a:lnTo>
                <a:lnTo>
                  <a:pt x="11266" y="4575"/>
                </a:lnTo>
                <a:lnTo>
                  <a:pt x="11291" y="4502"/>
                </a:lnTo>
                <a:lnTo>
                  <a:pt x="11291" y="4429"/>
                </a:lnTo>
                <a:lnTo>
                  <a:pt x="11291" y="4356"/>
                </a:lnTo>
                <a:lnTo>
                  <a:pt x="11266" y="4283"/>
                </a:lnTo>
                <a:lnTo>
                  <a:pt x="11169" y="4161"/>
                </a:lnTo>
                <a:lnTo>
                  <a:pt x="11120" y="4088"/>
                </a:lnTo>
                <a:lnTo>
                  <a:pt x="11047" y="4064"/>
                </a:lnTo>
                <a:lnTo>
                  <a:pt x="10950" y="4039"/>
                </a:lnTo>
                <a:close/>
                <a:moveTo>
                  <a:pt x="12361" y="3942"/>
                </a:moveTo>
                <a:lnTo>
                  <a:pt x="12288" y="3966"/>
                </a:lnTo>
                <a:lnTo>
                  <a:pt x="12215" y="4015"/>
                </a:lnTo>
                <a:lnTo>
                  <a:pt x="12142" y="4064"/>
                </a:lnTo>
                <a:lnTo>
                  <a:pt x="12093" y="4137"/>
                </a:lnTo>
                <a:lnTo>
                  <a:pt x="12045" y="4210"/>
                </a:lnTo>
                <a:lnTo>
                  <a:pt x="12020" y="4307"/>
                </a:lnTo>
                <a:lnTo>
                  <a:pt x="11996" y="4380"/>
                </a:lnTo>
                <a:lnTo>
                  <a:pt x="12020" y="4477"/>
                </a:lnTo>
                <a:lnTo>
                  <a:pt x="12045" y="4550"/>
                </a:lnTo>
                <a:lnTo>
                  <a:pt x="12093" y="4623"/>
                </a:lnTo>
                <a:lnTo>
                  <a:pt x="12142" y="4696"/>
                </a:lnTo>
                <a:lnTo>
                  <a:pt x="12215" y="4745"/>
                </a:lnTo>
                <a:lnTo>
                  <a:pt x="12288" y="4794"/>
                </a:lnTo>
                <a:lnTo>
                  <a:pt x="12361" y="4818"/>
                </a:lnTo>
                <a:lnTo>
                  <a:pt x="12531" y="4818"/>
                </a:lnTo>
                <a:lnTo>
                  <a:pt x="12629" y="4794"/>
                </a:lnTo>
                <a:lnTo>
                  <a:pt x="12702" y="4745"/>
                </a:lnTo>
                <a:lnTo>
                  <a:pt x="12750" y="4696"/>
                </a:lnTo>
                <a:lnTo>
                  <a:pt x="12823" y="4623"/>
                </a:lnTo>
                <a:lnTo>
                  <a:pt x="12848" y="4550"/>
                </a:lnTo>
                <a:lnTo>
                  <a:pt x="12872" y="4477"/>
                </a:lnTo>
                <a:lnTo>
                  <a:pt x="12896" y="4380"/>
                </a:lnTo>
                <a:lnTo>
                  <a:pt x="12872" y="4307"/>
                </a:lnTo>
                <a:lnTo>
                  <a:pt x="12848" y="4210"/>
                </a:lnTo>
                <a:lnTo>
                  <a:pt x="12823" y="4137"/>
                </a:lnTo>
                <a:lnTo>
                  <a:pt x="12750" y="4064"/>
                </a:lnTo>
                <a:lnTo>
                  <a:pt x="12702" y="4015"/>
                </a:lnTo>
                <a:lnTo>
                  <a:pt x="12629" y="3966"/>
                </a:lnTo>
                <a:lnTo>
                  <a:pt x="12531" y="3942"/>
                </a:lnTo>
                <a:close/>
                <a:moveTo>
                  <a:pt x="11534" y="5013"/>
                </a:moveTo>
                <a:lnTo>
                  <a:pt x="11412" y="5061"/>
                </a:lnTo>
                <a:lnTo>
                  <a:pt x="11315" y="5110"/>
                </a:lnTo>
                <a:lnTo>
                  <a:pt x="11242" y="5232"/>
                </a:lnTo>
                <a:lnTo>
                  <a:pt x="11218" y="5353"/>
                </a:lnTo>
                <a:lnTo>
                  <a:pt x="11242" y="5475"/>
                </a:lnTo>
                <a:lnTo>
                  <a:pt x="11315" y="5572"/>
                </a:lnTo>
                <a:lnTo>
                  <a:pt x="11412" y="5645"/>
                </a:lnTo>
                <a:lnTo>
                  <a:pt x="11534" y="5670"/>
                </a:lnTo>
                <a:lnTo>
                  <a:pt x="11655" y="5645"/>
                </a:lnTo>
                <a:lnTo>
                  <a:pt x="11753" y="5572"/>
                </a:lnTo>
                <a:lnTo>
                  <a:pt x="11826" y="5475"/>
                </a:lnTo>
                <a:lnTo>
                  <a:pt x="11850" y="5353"/>
                </a:lnTo>
                <a:lnTo>
                  <a:pt x="11826" y="5232"/>
                </a:lnTo>
                <a:lnTo>
                  <a:pt x="11753" y="5110"/>
                </a:lnTo>
                <a:lnTo>
                  <a:pt x="11655" y="5061"/>
                </a:lnTo>
                <a:lnTo>
                  <a:pt x="11534" y="5013"/>
                </a:lnTo>
                <a:close/>
                <a:moveTo>
                  <a:pt x="12312" y="5889"/>
                </a:moveTo>
                <a:lnTo>
                  <a:pt x="12239" y="5913"/>
                </a:lnTo>
                <a:lnTo>
                  <a:pt x="12166" y="5937"/>
                </a:lnTo>
                <a:lnTo>
                  <a:pt x="12093" y="5986"/>
                </a:lnTo>
                <a:lnTo>
                  <a:pt x="12045" y="6059"/>
                </a:lnTo>
                <a:lnTo>
                  <a:pt x="12020" y="6132"/>
                </a:lnTo>
                <a:lnTo>
                  <a:pt x="11996" y="6205"/>
                </a:lnTo>
                <a:lnTo>
                  <a:pt x="11996" y="6278"/>
                </a:lnTo>
                <a:lnTo>
                  <a:pt x="11996" y="6351"/>
                </a:lnTo>
                <a:lnTo>
                  <a:pt x="12020" y="6424"/>
                </a:lnTo>
                <a:lnTo>
                  <a:pt x="12045" y="6497"/>
                </a:lnTo>
                <a:lnTo>
                  <a:pt x="12093" y="6570"/>
                </a:lnTo>
                <a:lnTo>
                  <a:pt x="12166" y="6619"/>
                </a:lnTo>
                <a:lnTo>
                  <a:pt x="12239" y="6643"/>
                </a:lnTo>
                <a:lnTo>
                  <a:pt x="12312" y="6667"/>
                </a:lnTo>
                <a:lnTo>
                  <a:pt x="12458" y="6667"/>
                </a:lnTo>
                <a:lnTo>
                  <a:pt x="12531" y="6643"/>
                </a:lnTo>
                <a:lnTo>
                  <a:pt x="12604" y="6619"/>
                </a:lnTo>
                <a:lnTo>
                  <a:pt x="12677" y="6570"/>
                </a:lnTo>
                <a:lnTo>
                  <a:pt x="12726" y="6497"/>
                </a:lnTo>
                <a:lnTo>
                  <a:pt x="12750" y="6424"/>
                </a:lnTo>
                <a:lnTo>
                  <a:pt x="12775" y="6351"/>
                </a:lnTo>
                <a:lnTo>
                  <a:pt x="12799" y="6278"/>
                </a:lnTo>
                <a:lnTo>
                  <a:pt x="12775" y="6205"/>
                </a:lnTo>
                <a:lnTo>
                  <a:pt x="12750" y="6132"/>
                </a:lnTo>
                <a:lnTo>
                  <a:pt x="12726" y="6059"/>
                </a:lnTo>
                <a:lnTo>
                  <a:pt x="12677" y="5986"/>
                </a:lnTo>
                <a:lnTo>
                  <a:pt x="12604" y="5937"/>
                </a:lnTo>
                <a:lnTo>
                  <a:pt x="12531" y="5913"/>
                </a:lnTo>
                <a:lnTo>
                  <a:pt x="12458" y="5889"/>
                </a:lnTo>
                <a:close/>
                <a:moveTo>
                  <a:pt x="10950" y="5889"/>
                </a:moveTo>
                <a:lnTo>
                  <a:pt x="10853" y="5913"/>
                </a:lnTo>
                <a:lnTo>
                  <a:pt x="10780" y="5937"/>
                </a:lnTo>
                <a:lnTo>
                  <a:pt x="10707" y="5986"/>
                </a:lnTo>
                <a:lnTo>
                  <a:pt x="10634" y="6035"/>
                </a:lnTo>
                <a:lnTo>
                  <a:pt x="10585" y="6108"/>
                </a:lnTo>
                <a:lnTo>
                  <a:pt x="10536" y="6181"/>
                </a:lnTo>
                <a:lnTo>
                  <a:pt x="10512" y="6254"/>
                </a:lnTo>
                <a:lnTo>
                  <a:pt x="10488" y="6351"/>
                </a:lnTo>
                <a:lnTo>
                  <a:pt x="10512" y="6424"/>
                </a:lnTo>
                <a:lnTo>
                  <a:pt x="10536" y="6521"/>
                </a:lnTo>
                <a:lnTo>
                  <a:pt x="10585" y="6594"/>
                </a:lnTo>
                <a:lnTo>
                  <a:pt x="10634" y="6643"/>
                </a:lnTo>
                <a:lnTo>
                  <a:pt x="10707" y="6716"/>
                </a:lnTo>
                <a:lnTo>
                  <a:pt x="10780" y="6740"/>
                </a:lnTo>
                <a:lnTo>
                  <a:pt x="10853" y="6765"/>
                </a:lnTo>
                <a:lnTo>
                  <a:pt x="10950" y="6789"/>
                </a:lnTo>
                <a:lnTo>
                  <a:pt x="11023" y="6765"/>
                </a:lnTo>
                <a:lnTo>
                  <a:pt x="11120" y="6740"/>
                </a:lnTo>
                <a:lnTo>
                  <a:pt x="11193" y="6716"/>
                </a:lnTo>
                <a:lnTo>
                  <a:pt x="11242" y="6643"/>
                </a:lnTo>
                <a:lnTo>
                  <a:pt x="11315" y="6594"/>
                </a:lnTo>
                <a:lnTo>
                  <a:pt x="11339" y="6521"/>
                </a:lnTo>
                <a:lnTo>
                  <a:pt x="11364" y="6424"/>
                </a:lnTo>
                <a:lnTo>
                  <a:pt x="11388" y="6351"/>
                </a:lnTo>
                <a:lnTo>
                  <a:pt x="11364" y="6254"/>
                </a:lnTo>
                <a:lnTo>
                  <a:pt x="11339" y="6181"/>
                </a:lnTo>
                <a:lnTo>
                  <a:pt x="11315" y="6108"/>
                </a:lnTo>
                <a:lnTo>
                  <a:pt x="11242" y="6035"/>
                </a:lnTo>
                <a:lnTo>
                  <a:pt x="11193" y="5986"/>
                </a:lnTo>
                <a:lnTo>
                  <a:pt x="11120" y="5937"/>
                </a:lnTo>
                <a:lnTo>
                  <a:pt x="11023" y="5913"/>
                </a:lnTo>
                <a:lnTo>
                  <a:pt x="10950" y="5889"/>
                </a:lnTo>
                <a:close/>
                <a:moveTo>
                  <a:pt x="2799" y="6351"/>
                </a:moveTo>
                <a:lnTo>
                  <a:pt x="2628" y="6546"/>
                </a:lnTo>
                <a:lnTo>
                  <a:pt x="2507" y="6692"/>
                </a:lnTo>
                <a:lnTo>
                  <a:pt x="2166" y="7057"/>
                </a:lnTo>
                <a:lnTo>
                  <a:pt x="2117" y="6740"/>
                </a:lnTo>
                <a:lnTo>
                  <a:pt x="2093" y="6570"/>
                </a:lnTo>
                <a:lnTo>
                  <a:pt x="2044" y="6424"/>
                </a:lnTo>
                <a:lnTo>
                  <a:pt x="2799" y="6351"/>
                </a:lnTo>
                <a:close/>
                <a:moveTo>
                  <a:pt x="11558" y="6813"/>
                </a:moveTo>
                <a:lnTo>
                  <a:pt x="11461" y="6838"/>
                </a:lnTo>
                <a:lnTo>
                  <a:pt x="11388" y="6862"/>
                </a:lnTo>
                <a:lnTo>
                  <a:pt x="11315" y="6911"/>
                </a:lnTo>
                <a:lnTo>
                  <a:pt x="11242" y="6959"/>
                </a:lnTo>
                <a:lnTo>
                  <a:pt x="11169" y="7032"/>
                </a:lnTo>
                <a:lnTo>
                  <a:pt x="11145" y="7105"/>
                </a:lnTo>
                <a:lnTo>
                  <a:pt x="11120" y="7203"/>
                </a:lnTo>
                <a:lnTo>
                  <a:pt x="11096" y="7276"/>
                </a:lnTo>
                <a:lnTo>
                  <a:pt x="11120" y="7373"/>
                </a:lnTo>
                <a:lnTo>
                  <a:pt x="11145" y="7470"/>
                </a:lnTo>
                <a:lnTo>
                  <a:pt x="11169" y="7543"/>
                </a:lnTo>
                <a:lnTo>
                  <a:pt x="11242" y="7616"/>
                </a:lnTo>
                <a:lnTo>
                  <a:pt x="11315" y="7665"/>
                </a:lnTo>
                <a:lnTo>
                  <a:pt x="11388" y="7714"/>
                </a:lnTo>
                <a:lnTo>
                  <a:pt x="11461" y="7738"/>
                </a:lnTo>
                <a:lnTo>
                  <a:pt x="11655" y="7738"/>
                </a:lnTo>
                <a:lnTo>
                  <a:pt x="11728" y="7714"/>
                </a:lnTo>
                <a:lnTo>
                  <a:pt x="11801" y="7665"/>
                </a:lnTo>
                <a:lnTo>
                  <a:pt x="11874" y="7616"/>
                </a:lnTo>
                <a:lnTo>
                  <a:pt x="11947" y="7543"/>
                </a:lnTo>
                <a:lnTo>
                  <a:pt x="11972" y="7470"/>
                </a:lnTo>
                <a:lnTo>
                  <a:pt x="11996" y="7373"/>
                </a:lnTo>
                <a:lnTo>
                  <a:pt x="12020" y="7276"/>
                </a:lnTo>
                <a:lnTo>
                  <a:pt x="11996" y="7203"/>
                </a:lnTo>
                <a:lnTo>
                  <a:pt x="11972" y="7105"/>
                </a:lnTo>
                <a:lnTo>
                  <a:pt x="11947" y="7032"/>
                </a:lnTo>
                <a:lnTo>
                  <a:pt x="11874" y="6959"/>
                </a:lnTo>
                <a:lnTo>
                  <a:pt x="11801" y="6911"/>
                </a:lnTo>
                <a:lnTo>
                  <a:pt x="11728" y="6862"/>
                </a:lnTo>
                <a:lnTo>
                  <a:pt x="11655" y="6838"/>
                </a:lnTo>
                <a:lnTo>
                  <a:pt x="11558" y="6813"/>
                </a:lnTo>
                <a:close/>
                <a:moveTo>
                  <a:pt x="3918" y="6327"/>
                </a:moveTo>
                <a:lnTo>
                  <a:pt x="3845" y="6375"/>
                </a:lnTo>
                <a:lnTo>
                  <a:pt x="3553" y="6667"/>
                </a:lnTo>
                <a:lnTo>
                  <a:pt x="3285" y="6959"/>
                </a:lnTo>
                <a:lnTo>
                  <a:pt x="2726" y="7592"/>
                </a:lnTo>
                <a:lnTo>
                  <a:pt x="2434" y="7908"/>
                </a:lnTo>
                <a:lnTo>
                  <a:pt x="2263" y="8103"/>
                </a:lnTo>
                <a:lnTo>
                  <a:pt x="2117" y="8298"/>
                </a:lnTo>
                <a:lnTo>
                  <a:pt x="2166" y="7543"/>
                </a:lnTo>
                <a:lnTo>
                  <a:pt x="2239" y="7519"/>
                </a:lnTo>
                <a:lnTo>
                  <a:pt x="2312" y="7470"/>
                </a:lnTo>
                <a:lnTo>
                  <a:pt x="2482" y="7349"/>
                </a:lnTo>
                <a:lnTo>
                  <a:pt x="2726" y="7081"/>
                </a:lnTo>
                <a:lnTo>
                  <a:pt x="3066" y="6716"/>
                </a:lnTo>
                <a:lnTo>
                  <a:pt x="3212" y="6594"/>
                </a:lnTo>
                <a:lnTo>
                  <a:pt x="3310" y="6448"/>
                </a:lnTo>
                <a:lnTo>
                  <a:pt x="3358" y="6400"/>
                </a:lnTo>
                <a:lnTo>
                  <a:pt x="3358" y="6327"/>
                </a:lnTo>
                <a:close/>
                <a:moveTo>
                  <a:pt x="12312" y="7860"/>
                </a:moveTo>
                <a:lnTo>
                  <a:pt x="12239" y="7884"/>
                </a:lnTo>
                <a:lnTo>
                  <a:pt x="12166" y="7908"/>
                </a:lnTo>
                <a:lnTo>
                  <a:pt x="12093" y="7957"/>
                </a:lnTo>
                <a:lnTo>
                  <a:pt x="12045" y="8006"/>
                </a:lnTo>
                <a:lnTo>
                  <a:pt x="11996" y="8079"/>
                </a:lnTo>
                <a:lnTo>
                  <a:pt x="11972" y="8152"/>
                </a:lnTo>
                <a:lnTo>
                  <a:pt x="11947" y="8273"/>
                </a:lnTo>
                <a:lnTo>
                  <a:pt x="11972" y="8395"/>
                </a:lnTo>
                <a:lnTo>
                  <a:pt x="12045" y="8517"/>
                </a:lnTo>
                <a:lnTo>
                  <a:pt x="12142" y="8590"/>
                </a:lnTo>
                <a:lnTo>
                  <a:pt x="12215" y="8638"/>
                </a:lnTo>
                <a:lnTo>
                  <a:pt x="12458" y="8638"/>
                </a:lnTo>
                <a:lnTo>
                  <a:pt x="12556" y="8590"/>
                </a:lnTo>
                <a:lnTo>
                  <a:pt x="12629" y="8541"/>
                </a:lnTo>
                <a:lnTo>
                  <a:pt x="12653" y="8517"/>
                </a:lnTo>
                <a:lnTo>
                  <a:pt x="12726" y="8444"/>
                </a:lnTo>
                <a:lnTo>
                  <a:pt x="12750" y="8346"/>
                </a:lnTo>
                <a:lnTo>
                  <a:pt x="12775" y="8225"/>
                </a:lnTo>
                <a:lnTo>
                  <a:pt x="12726" y="8103"/>
                </a:lnTo>
                <a:lnTo>
                  <a:pt x="12653" y="7981"/>
                </a:lnTo>
                <a:lnTo>
                  <a:pt x="12556" y="7908"/>
                </a:lnTo>
                <a:lnTo>
                  <a:pt x="12483" y="7860"/>
                </a:lnTo>
                <a:close/>
                <a:moveTo>
                  <a:pt x="10974" y="7981"/>
                </a:moveTo>
                <a:lnTo>
                  <a:pt x="10877" y="8006"/>
                </a:lnTo>
                <a:lnTo>
                  <a:pt x="10804" y="8030"/>
                </a:lnTo>
                <a:lnTo>
                  <a:pt x="10682" y="8127"/>
                </a:lnTo>
                <a:lnTo>
                  <a:pt x="10609" y="8225"/>
                </a:lnTo>
                <a:lnTo>
                  <a:pt x="10561" y="8346"/>
                </a:lnTo>
                <a:lnTo>
                  <a:pt x="10585" y="8492"/>
                </a:lnTo>
                <a:lnTo>
                  <a:pt x="10609" y="8590"/>
                </a:lnTo>
                <a:lnTo>
                  <a:pt x="10682" y="8663"/>
                </a:lnTo>
                <a:lnTo>
                  <a:pt x="10755" y="8711"/>
                </a:lnTo>
                <a:lnTo>
                  <a:pt x="10853" y="8736"/>
                </a:lnTo>
                <a:lnTo>
                  <a:pt x="10853" y="8760"/>
                </a:lnTo>
                <a:lnTo>
                  <a:pt x="10999" y="8760"/>
                </a:lnTo>
                <a:lnTo>
                  <a:pt x="11145" y="8736"/>
                </a:lnTo>
                <a:lnTo>
                  <a:pt x="11218" y="8711"/>
                </a:lnTo>
                <a:lnTo>
                  <a:pt x="11266" y="8638"/>
                </a:lnTo>
                <a:lnTo>
                  <a:pt x="11339" y="8565"/>
                </a:lnTo>
                <a:lnTo>
                  <a:pt x="11364" y="8468"/>
                </a:lnTo>
                <a:lnTo>
                  <a:pt x="11388" y="8371"/>
                </a:lnTo>
                <a:lnTo>
                  <a:pt x="11364" y="8273"/>
                </a:lnTo>
                <a:lnTo>
                  <a:pt x="11339" y="8176"/>
                </a:lnTo>
                <a:lnTo>
                  <a:pt x="11291" y="8127"/>
                </a:lnTo>
                <a:lnTo>
                  <a:pt x="11218" y="8054"/>
                </a:lnTo>
                <a:lnTo>
                  <a:pt x="11145" y="8006"/>
                </a:lnTo>
                <a:lnTo>
                  <a:pt x="11047" y="7981"/>
                </a:lnTo>
                <a:close/>
                <a:moveTo>
                  <a:pt x="11704" y="8882"/>
                </a:moveTo>
                <a:lnTo>
                  <a:pt x="11631" y="8906"/>
                </a:lnTo>
                <a:lnTo>
                  <a:pt x="11558" y="8930"/>
                </a:lnTo>
                <a:lnTo>
                  <a:pt x="11485" y="8955"/>
                </a:lnTo>
                <a:lnTo>
                  <a:pt x="11437" y="9003"/>
                </a:lnTo>
                <a:lnTo>
                  <a:pt x="11364" y="9101"/>
                </a:lnTo>
                <a:lnTo>
                  <a:pt x="11339" y="9198"/>
                </a:lnTo>
                <a:lnTo>
                  <a:pt x="11315" y="9295"/>
                </a:lnTo>
                <a:lnTo>
                  <a:pt x="11315" y="9393"/>
                </a:lnTo>
                <a:lnTo>
                  <a:pt x="11364" y="9490"/>
                </a:lnTo>
                <a:lnTo>
                  <a:pt x="11437" y="9587"/>
                </a:lnTo>
                <a:lnTo>
                  <a:pt x="11510" y="9636"/>
                </a:lnTo>
                <a:lnTo>
                  <a:pt x="11607" y="9685"/>
                </a:lnTo>
                <a:lnTo>
                  <a:pt x="11850" y="9685"/>
                </a:lnTo>
                <a:lnTo>
                  <a:pt x="11899" y="9636"/>
                </a:lnTo>
                <a:lnTo>
                  <a:pt x="11996" y="9587"/>
                </a:lnTo>
                <a:lnTo>
                  <a:pt x="12045" y="9514"/>
                </a:lnTo>
                <a:lnTo>
                  <a:pt x="12093" y="9393"/>
                </a:lnTo>
                <a:lnTo>
                  <a:pt x="12093" y="9295"/>
                </a:lnTo>
                <a:lnTo>
                  <a:pt x="12093" y="9222"/>
                </a:lnTo>
                <a:lnTo>
                  <a:pt x="12069" y="9125"/>
                </a:lnTo>
                <a:lnTo>
                  <a:pt x="11996" y="9003"/>
                </a:lnTo>
                <a:lnTo>
                  <a:pt x="11923" y="8955"/>
                </a:lnTo>
                <a:lnTo>
                  <a:pt x="11850" y="8930"/>
                </a:lnTo>
                <a:lnTo>
                  <a:pt x="11777" y="8906"/>
                </a:lnTo>
                <a:lnTo>
                  <a:pt x="11704" y="8882"/>
                </a:lnTo>
                <a:close/>
                <a:moveTo>
                  <a:pt x="4112" y="6327"/>
                </a:moveTo>
                <a:lnTo>
                  <a:pt x="4745" y="6375"/>
                </a:lnTo>
                <a:lnTo>
                  <a:pt x="4721" y="6619"/>
                </a:lnTo>
                <a:lnTo>
                  <a:pt x="4721" y="6886"/>
                </a:lnTo>
                <a:lnTo>
                  <a:pt x="4648" y="6886"/>
                </a:lnTo>
                <a:lnTo>
                  <a:pt x="4477" y="6959"/>
                </a:lnTo>
                <a:lnTo>
                  <a:pt x="4380" y="7081"/>
                </a:lnTo>
                <a:lnTo>
                  <a:pt x="4161" y="7349"/>
                </a:lnTo>
                <a:lnTo>
                  <a:pt x="3431" y="8249"/>
                </a:lnTo>
                <a:lnTo>
                  <a:pt x="3091" y="8590"/>
                </a:lnTo>
                <a:lnTo>
                  <a:pt x="2750" y="8955"/>
                </a:lnTo>
                <a:lnTo>
                  <a:pt x="2409" y="9344"/>
                </a:lnTo>
                <a:lnTo>
                  <a:pt x="2239" y="9539"/>
                </a:lnTo>
                <a:lnTo>
                  <a:pt x="2117" y="9733"/>
                </a:lnTo>
                <a:lnTo>
                  <a:pt x="2117" y="8736"/>
                </a:lnTo>
                <a:lnTo>
                  <a:pt x="2239" y="8687"/>
                </a:lnTo>
                <a:lnTo>
                  <a:pt x="2385" y="8614"/>
                </a:lnTo>
                <a:lnTo>
                  <a:pt x="2507" y="8517"/>
                </a:lnTo>
                <a:lnTo>
                  <a:pt x="2628" y="8371"/>
                </a:lnTo>
                <a:lnTo>
                  <a:pt x="2823" y="8127"/>
                </a:lnTo>
                <a:lnTo>
                  <a:pt x="3018" y="7884"/>
                </a:lnTo>
                <a:lnTo>
                  <a:pt x="3577" y="7276"/>
                </a:lnTo>
                <a:lnTo>
                  <a:pt x="3869" y="6959"/>
                </a:lnTo>
                <a:lnTo>
                  <a:pt x="4161" y="6667"/>
                </a:lnTo>
                <a:lnTo>
                  <a:pt x="4210" y="6619"/>
                </a:lnTo>
                <a:lnTo>
                  <a:pt x="4234" y="6570"/>
                </a:lnTo>
                <a:lnTo>
                  <a:pt x="4234" y="6521"/>
                </a:lnTo>
                <a:lnTo>
                  <a:pt x="4210" y="6448"/>
                </a:lnTo>
                <a:lnTo>
                  <a:pt x="4185" y="6375"/>
                </a:lnTo>
                <a:lnTo>
                  <a:pt x="4112" y="6327"/>
                </a:lnTo>
                <a:close/>
                <a:moveTo>
                  <a:pt x="12239" y="9709"/>
                </a:moveTo>
                <a:lnTo>
                  <a:pt x="12166" y="9733"/>
                </a:lnTo>
                <a:lnTo>
                  <a:pt x="12093" y="9782"/>
                </a:lnTo>
                <a:lnTo>
                  <a:pt x="12020" y="9831"/>
                </a:lnTo>
                <a:lnTo>
                  <a:pt x="11972" y="9879"/>
                </a:lnTo>
                <a:lnTo>
                  <a:pt x="11947" y="9952"/>
                </a:lnTo>
                <a:lnTo>
                  <a:pt x="11923" y="10025"/>
                </a:lnTo>
                <a:lnTo>
                  <a:pt x="11923" y="10098"/>
                </a:lnTo>
                <a:lnTo>
                  <a:pt x="11923" y="10196"/>
                </a:lnTo>
                <a:lnTo>
                  <a:pt x="11947" y="10269"/>
                </a:lnTo>
                <a:lnTo>
                  <a:pt x="11972" y="10342"/>
                </a:lnTo>
                <a:lnTo>
                  <a:pt x="12020" y="10390"/>
                </a:lnTo>
                <a:lnTo>
                  <a:pt x="12093" y="10439"/>
                </a:lnTo>
                <a:lnTo>
                  <a:pt x="12166" y="10488"/>
                </a:lnTo>
                <a:lnTo>
                  <a:pt x="12239" y="10512"/>
                </a:lnTo>
                <a:lnTo>
                  <a:pt x="12385" y="10512"/>
                </a:lnTo>
                <a:lnTo>
                  <a:pt x="12483" y="10488"/>
                </a:lnTo>
                <a:lnTo>
                  <a:pt x="12531" y="10439"/>
                </a:lnTo>
                <a:lnTo>
                  <a:pt x="12604" y="10390"/>
                </a:lnTo>
                <a:lnTo>
                  <a:pt x="12653" y="10342"/>
                </a:lnTo>
                <a:lnTo>
                  <a:pt x="12677" y="10269"/>
                </a:lnTo>
                <a:lnTo>
                  <a:pt x="12702" y="10196"/>
                </a:lnTo>
                <a:lnTo>
                  <a:pt x="12726" y="10098"/>
                </a:lnTo>
                <a:lnTo>
                  <a:pt x="12702" y="10025"/>
                </a:lnTo>
                <a:lnTo>
                  <a:pt x="12677" y="9952"/>
                </a:lnTo>
                <a:lnTo>
                  <a:pt x="12653" y="9879"/>
                </a:lnTo>
                <a:lnTo>
                  <a:pt x="12604" y="9831"/>
                </a:lnTo>
                <a:lnTo>
                  <a:pt x="12531" y="9782"/>
                </a:lnTo>
                <a:lnTo>
                  <a:pt x="12483" y="9733"/>
                </a:lnTo>
                <a:lnTo>
                  <a:pt x="12385" y="9709"/>
                </a:lnTo>
                <a:close/>
                <a:moveTo>
                  <a:pt x="10950" y="9831"/>
                </a:moveTo>
                <a:lnTo>
                  <a:pt x="10853" y="9855"/>
                </a:lnTo>
                <a:lnTo>
                  <a:pt x="10755" y="9879"/>
                </a:lnTo>
                <a:lnTo>
                  <a:pt x="10658" y="9952"/>
                </a:lnTo>
                <a:lnTo>
                  <a:pt x="10609" y="10025"/>
                </a:lnTo>
                <a:lnTo>
                  <a:pt x="10561" y="10123"/>
                </a:lnTo>
                <a:lnTo>
                  <a:pt x="10561" y="10220"/>
                </a:lnTo>
                <a:lnTo>
                  <a:pt x="10561" y="10342"/>
                </a:lnTo>
                <a:lnTo>
                  <a:pt x="10585" y="10415"/>
                </a:lnTo>
                <a:lnTo>
                  <a:pt x="10634" y="10463"/>
                </a:lnTo>
                <a:lnTo>
                  <a:pt x="10755" y="10560"/>
                </a:lnTo>
                <a:lnTo>
                  <a:pt x="10828" y="10609"/>
                </a:lnTo>
                <a:lnTo>
                  <a:pt x="10950" y="10633"/>
                </a:lnTo>
                <a:lnTo>
                  <a:pt x="11047" y="10609"/>
                </a:lnTo>
                <a:lnTo>
                  <a:pt x="11145" y="10560"/>
                </a:lnTo>
                <a:lnTo>
                  <a:pt x="11266" y="10463"/>
                </a:lnTo>
                <a:lnTo>
                  <a:pt x="11291" y="10415"/>
                </a:lnTo>
                <a:lnTo>
                  <a:pt x="11315" y="10342"/>
                </a:lnTo>
                <a:lnTo>
                  <a:pt x="11339" y="10220"/>
                </a:lnTo>
                <a:lnTo>
                  <a:pt x="11315" y="10123"/>
                </a:lnTo>
                <a:lnTo>
                  <a:pt x="11291" y="10025"/>
                </a:lnTo>
                <a:lnTo>
                  <a:pt x="11218" y="9952"/>
                </a:lnTo>
                <a:lnTo>
                  <a:pt x="11145" y="9879"/>
                </a:lnTo>
                <a:lnTo>
                  <a:pt x="11047" y="9855"/>
                </a:lnTo>
                <a:lnTo>
                  <a:pt x="10950" y="9831"/>
                </a:lnTo>
                <a:close/>
                <a:moveTo>
                  <a:pt x="4696" y="7373"/>
                </a:moveTo>
                <a:lnTo>
                  <a:pt x="4672" y="8079"/>
                </a:lnTo>
                <a:lnTo>
                  <a:pt x="4575" y="8127"/>
                </a:lnTo>
                <a:lnTo>
                  <a:pt x="4477" y="8176"/>
                </a:lnTo>
                <a:lnTo>
                  <a:pt x="4404" y="8273"/>
                </a:lnTo>
                <a:lnTo>
                  <a:pt x="4331" y="8346"/>
                </a:lnTo>
                <a:lnTo>
                  <a:pt x="4088" y="8760"/>
                </a:lnTo>
                <a:lnTo>
                  <a:pt x="3723" y="9320"/>
                </a:lnTo>
                <a:lnTo>
                  <a:pt x="3529" y="9587"/>
                </a:lnTo>
                <a:lnTo>
                  <a:pt x="3310" y="9855"/>
                </a:lnTo>
                <a:lnTo>
                  <a:pt x="3139" y="9977"/>
                </a:lnTo>
                <a:lnTo>
                  <a:pt x="2969" y="10098"/>
                </a:lnTo>
                <a:lnTo>
                  <a:pt x="2604" y="10390"/>
                </a:lnTo>
                <a:lnTo>
                  <a:pt x="2434" y="10560"/>
                </a:lnTo>
                <a:lnTo>
                  <a:pt x="2263" y="10706"/>
                </a:lnTo>
                <a:lnTo>
                  <a:pt x="2142" y="10901"/>
                </a:lnTo>
                <a:lnTo>
                  <a:pt x="2069" y="11071"/>
                </a:lnTo>
                <a:lnTo>
                  <a:pt x="2117" y="10536"/>
                </a:lnTo>
                <a:lnTo>
                  <a:pt x="2117" y="10001"/>
                </a:lnTo>
                <a:lnTo>
                  <a:pt x="2336" y="9904"/>
                </a:lnTo>
                <a:lnTo>
                  <a:pt x="2555" y="9782"/>
                </a:lnTo>
                <a:lnTo>
                  <a:pt x="2750" y="9612"/>
                </a:lnTo>
                <a:lnTo>
                  <a:pt x="2945" y="9441"/>
                </a:lnTo>
                <a:lnTo>
                  <a:pt x="3310" y="9052"/>
                </a:lnTo>
                <a:lnTo>
                  <a:pt x="3626" y="8687"/>
                </a:lnTo>
                <a:lnTo>
                  <a:pt x="4015" y="8249"/>
                </a:lnTo>
                <a:lnTo>
                  <a:pt x="4380" y="7787"/>
                </a:lnTo>
                <a:lnTo>
                  <a:pt x="4550" y="7592"/>
                </a:lnTo>
                <a:lnTo>
                  <a:pt x="4696" y="7373"/>
                </a:lnTo>
                <a:close/>
                <a:moveTo>
                  <a:pt x="17033" y="6254"/>
                </a:moveTo>
                <a:lnTo>
                  <a:pt x="17009" y="6473"/>
                </a:lnTo>
                <a:lnTo>
                  <a:pt x="17009" y="6692"/>
                </a:lnTo>
                <a:lnTo>
                  <a:pt x="17033" y="7154"/>
                </a:lnTo>
                <a:lnTo>
                  <a:pt x="17009" y="7884"/>
                </a:lnTo>
                <a:lnTo>
                  <a:pt x="16984" y="8614"/>
                </a:lnTo>
                <a:lnTo>
                  <a:pt x="16936" y="9247"/>
                </a:lnTo>
                <a:lnTo>
                  <a:pt x="16911" y="9879"/>
                </a:lnTo>
                <a:lnTo>
                  <a:pt x="16911" y="10488"/>
                </a:lnTo>
                <a:lnTo>
                  <a:pt x="16936" y="11120"/>
                </a:lnTo>
                <a:lnTo>
                  <a:pt x="16376" y="11193"/>
                </a:lnTo>
                <a:lnTo>
                  <a:pt x="16425" y="10488"/>
                </a:lnTo>
                <a:lnTo>
                  <a:pt x="16449" y="9758"/>
                </a:lnTo>
                <a:lnTo>
                  <a:pt x="16473" y="8298"/>
                </a:lnTo>
                <a:lnTo>
                  <a:pt x="16473" y="7592"/>
                </a:lnTo>
                <a:lnTo>
                  <a:pt x="16449" y="6886"/>
                </a:lnTo>
                <a:lnTo>
                  <a:pt x="16449" y="6594"/>
                </a:lnTo>
                <a:lnTo>
                  <a:pt x="16425" y="6448"/>
                </a:lnTo>
                <a:lnTo>
                  <a:pt x="16400" y="6302"/>
                </a:lnTo>
                <a:lnTo>
                  <a:pt x="16717" y="6278"/>
                </a:lnTo>
                <a:lnTo>
                  <a:pt x="17033" y="6254"/>
                </a:lnTo>
                <a:close/>
                <a:moveTo>
                  <a:pt x="10147" y="3334"/>
                </a:moveTo>
                <a:lnTo>
                  <a:pt x="10415" y="3407"/>
                </a:lnTo>
                <a:lnTo>
                  <a:pt x="10682" y="3431"/>
                </a:lnTo>
                <a:lnTo>
                  <a:pt x="10950" y="3407"/>
                </a:lnTo>
                <a:lnTo>
                  <a:pt x="11242" y="3407"/>
                </a:lnTo>
                <a:lnTo>
                  <a:pt x="11218" y="3455"/>
                </a:lnTo>
                <a:lnTo>
                  <a:pt x="11218" y="3528"/>
                </a:lnTo>
                <a:lnTo>
                  <a:pt x="11242" y="3626"/>
                </a:lnTo>
                <a:lnTo>
                  <a:pt x="11266" y="3699"/>
                </a:lnTo>
                <a:lnTo>
                  <a:pt x="11315" y="3772"/>
                </a:lnTo>
                <a:lnTo>
                  <a:pt x="11388" y="3820"/>
                </a:lnTo>
                <a:lnTo>
                  <a:pt x="11485" y="3869"/>
                </a:lnTo>
                <a:lnTo>
                  <a:pt x="11607" y="3869"/>
                </a:lnTo>
                <a:lnTo>
                  <a:pt x="11704" y="3820"/>
                </a:lnTo>
                <a:lnTo>
                  <a:pt x="11801" y="3772"/>
                </a:lnTo>
                <a:lnTo>
                  <a:pt x="11850" y="3723"/>
                </a:lnTo>
                <a:lnTo>
                  <a:pt x="11874" y="3650"/>
                </a:lnTo>
                <a:lnTo>
                  <a:pt x="11899" y="3528"/>
                </a:lnTo>
                <a:lnTo>
                  <a:pt x="11874" y="3431"/>
                </a:lnTo>
                <a:lnTo>
                  <a:pt x="11874" y="3382"/>
                </a:lnTo>
                <a:lnTo>
                  <a:pt x="12823" y="3382"/>
                </a:lnTo>
                <a:lnTo>
                  <a:pt x="12823" y="3626"/>
                </a:lnTo>
                <a:lnTo>
                  <a:pt x="12848" y="3820"/>
                </a:lnTo>
                <a:lnTo>
                  <a:pt x="12896" y="4380"/>
                </a:lnTo>
                <a:lnTo>
                  <a:pt x="12969" y="4940"/>
                </a:lnTo>
                <a:lnTo>
                  <a:pt x="12994" y="5499"/>
                </a:lnTo>
                <a:lnTo>
                  <a:pt x="12994" y="6059"/>
                </a:lnTo>
                <a:lnTo>
                  <a:pt x="12945" y="7397"/>
                </a:lnTo>
                <a:lnTo>
                  <a:pt x="12896" y="8711"/>
                </a:lnTo>
                <a:lnTo>
                  <a:pt x="12896" y="9320"/>
                </a:lnTo>
                <a:lnTo>
                  <a:pt x="12896" y="9928"/>
                </a:lnTo>
                <a:lnTo>
                  <a:pt x="12896" y="11120"/>
                </a:lnTo>
                <a:lnTo>
                  <a:pt x="12458" y="11096"/>
                </a:lnTo>
                <a:lnTo>
                  <a:pt x="12020" y="11096"/>
                </a:lnTo>
                <a:lnTo>
                  <a:pt x="12020" y="11023"/>
                </a:lnTo>
                <a:lnTo>
                  <a:pt x="12020" y="10925"/>
                </a:lnTo>
                <a:lnTo>
                  <a:pt x="11996" y="10852"/>
                </a:lnTo>
                <a:lnTo>
                  <a:pt x="11947" y="10779"/>
                </a:lnTo>
                <a:lnTo>
                  <a:pt x="11899" y="10731"/>
                </a:lnTo>
                <a:lnTo>
                  <a:pt x="11850" y="10682"/>
                </a:lnTo>
                <a:lnTo>
                  <a:pt x="11777" y="10633"/>
                </a:lnTo>
                <a:lnTo>
                  <a:pt x="11704" y="10609"/>
                </a:lnTo>
                <a:lnTo>
                  <a:pt x="11534" y="10609"/>
                </a:lnTo>
                <a:lnTo>
                  <a:pt x="11461" y="10633"/>
                </a:lnTo>
                <a:lnTo>
                  <a:pt x="11388" y="10682"/>
                </a:lnTo>
                <a:lnTo>
                  <a:pt x="11339" y="10731"/>
                </a:lnTo>
                <a:lnTo>
                  <a:pt x="11291" y="10779"/>
                </a:lnTo>
                <a:lnTo>
                  <a:pt x="11242" y="10852"/>
                </a:lnTo>
                <a:lnTo>
                  <a:pt x="11218" y="10925"/>
                </a:lnTo>
                <a:lnTo>
                  <a:pt x="11218" y="11023"/>
                </a:lnTo>
                <a:lnTo>
                  <a:pt x="11242" y="11120"/>
                </a:lnTo>
                <a:lnTo>
                  <a:pt x="10853" y="11144"/>
                </a:lnTo>
                <a:lnTo>
                  <a:pt x="10463" y="11217"/>
                </a:lnTo>
                <a:lnTo>
                  <a:pt x="10415" y="10852"/>
                </a:lnTo>
                <a:lnTo>
                  <a:pt x="10366" y="10488"/>
                </a:lnTo>
                <a:lnTo>
                  <a:pt x="10342" y="9758"/>
                </a:lnTo>
                <a:lnTo>
                  <a:pt x="10317" y="8322"/>
                </a:lnTo>
                <a:lnTo>
                  <a:pt x="10317" y="7251"/>
                </a:lnTo>
                <a:lnTo>
                  <a:pt x="10293" y="6716"/>
                </a:lnTo>
                <a:lnTo>
                  <a:pt x="10269" y="6205"/>
                </a:lnTo>
                <a:lnTo>
                  <a:pt x="10171" y="4502"/>
                </a:lnTo>
                <a:lnTo>
                  <a:pt x="10147" y="3699"/>
                </a:lnTo>
                <a:lnTo>
                  <a:pt x="10147" y="3334"/>
                </a:lnTo>
                <a:close/>
                <a:moveTo>
                  <a:pt x="16035" y="6302"/>
                </a:moveTo>
                <a:lnTo>
                  <a:pt x="16035" y="6448"/>
                </a:lnTo>
                <a:lnTo>
                  <a:pt x="16035" y="6594"/>
                </a:lnTo>
                <a:lnTo>
                  <a:pt x="16060" y="6886"/>
                </a:lnTo>
                <a:lnTo>
                  <a:pt x="16060" y="7592"/>
                </a:lnTo>
                <a:lnTo>
                  <a:pt x="16035" y="8298"/>
                </a:lnTo>
                <a:lnTo>
                  <a:pt x="16011" y="9028"/>
                </a:lnTo>
                <a:lnTo>
                  <a:pt x="15962" y="9758"/>
                </a:lnTo>
                <a:lnTo>
                  <a:pt x="15938" y="10488"/>
                </a:lnTo>
                <a:lnTo>
                  <a:pt x="15938" y="10852"/>
                </a:lnTo>
                <a:lnTo>
                  <a:pt x="15962" y="11217"/>
                </a:lnTo>
                <a:lnTo>
                  <a:pt x="15719" y="11217"/>
                </a:lnTo>
                <a:lnTo>
                  <a:pt x="15743" y="11169"/>
                </a:lnTo>
                <a:lnTo>
                  <a:pt x="15768" y="10852"/>
                </a:lnTo>
                <a:lnTo>
                  <a:pt x="15768" y="10536"/>
                </a:lnTo>
                <a:lnTo>
                  <a:pt x="15743" y="10220"/>
                </a:lnTo>
                <a:lnTo>
                  <a:pt x="15743" y="9904"/>
                </a:lnTo>
                <a:lnTo>
                  <a:pt x="15743" y="9198"/>
                </a:lnTo>
                <a:lnTo>
                  <a:pt x="15743" y="8517"/>
                </a:lnTo>
                <a:lnTo>
                  <a:pt x="15695" y="7884"/>
                </a:lnTo>
                <a:lnTo>
                  <a:pt x="15622" y="7251"/>
                </a:lnTo>
                <a:lnTo>
                  <a:pt x="15622" y="7008"/>
                </a:lnTo>
                <a:lnTo>
                  <a:pt x="15622" y="6765"/>
                </a:lnTo>
                <a:lnTo>
                  <a:pt x="15670" y="6302"/>
                </a:lnTo>
                <a:close/>
                <a:moveTo>
                  <a:pt x="15354" y="6302"/>
                </a:moveTo>
                <a:lnTo>
                  <a:pt x="15281" y="6546"/>
                </a:lnTo>
                <a:lnTo>
                  <a:pt x="15257" y="6813"/>
                </a:lnTo>
                <a:lnTo>
                  <a:pt x="15232" y="7081"/>
                </a:lnTo>
                <a:lnTo>
                  <a:pt x="15232" y="7349"/>
                </a:lnTo>
                <a:lnTo>
                  <a:pt x="15305" y="7884"/>
                </a:lnTo>
                <a:lnTo>
                  <a:pt x="15354" y="8395"/>
                </a:lnTo>
                <a:lnTo>
                  <a:pt x="15354" y="8760"/>
                </a:lnTo>
                <a:lnTo>
                  <a:pt x="15354" y="9149"/>
                </a:lnTo>
                <a:lnTo>
                  <a:pt x="15330" y="9904"/>
                </a:lnTo>
                <a:lnTo>
                  <a:pt x="15305" y="10220"/>
                </a:lnTo>
                <a:lnTo>
                  <a:pt x="15305" y="10585"/>
                </a:lnTo>
                <a:lnTo>
                  <a:pt x="15330" y="10925"/>
                </a:lnTo>
                <a:lnTo>
                  <a:pt x="15378" y="11071"/>
                </a:lnTo>
                <a:lnTo>
                  <a:pt x="15427" y="11242"/>
                </a:lnTo>
                <a:lnTo>
                  <a:pt x="15208" y="11242"/>
                </a:lnTo>
                <a:lnTo>
                  <a:pt x="15232" y="11193"/>
                </a:lnTo>
                <a:lnTo>
                  <a:pt x="15232" y="11120"/>
                </a:lnTo>
                <a:lnTo>
                  <a:pt x="15184" y="10755"/>
                </a:lnTo>
                <a:lnTo>
                  <a:pt x="15135" y="10366"/>
                </a:lnTo>
                <a:lnTo>
                  <a:pt x="15086" y="9636"/>
                </a:lnTo>
                <a:lnTo>
                  <a:pt x="15062" y="8882"/>
                </a:lnTo>
                <a:lnTo>
                  <a:pt x="15013" y="8127"/>
                </a:lnTo>
                <a:lnTo>
                  <a:pt x="14989" y="7543"/>
                </a:lnTo>
                <a:lnTo>
                  <a:pt x="14989" y="6959"/>
                </a:lnTo>
                <a:lnTo>
                  <a:pt x="14989" y="6789"/>
                </a:lnTo>
                <a:lnTo>
                  <a:pt x="15013" y="6619"/>
                </a:lnTo>
                <a:lnTo>
                  <a:pt x="15038" y="6473"/>
                </a:lnTo>
                <a:lnTo>
                  <a:pt x="15038" y="6302"/>
                </a:lnTo>
                <a:close/>
                <a:moveTo>
                  <a:pt x="4575" y="10633"/>
                </a:moveTo>
                <a:lnTo>
                  <a:pt x="4575" y="10950"/>
                </a:lnTo>
                <a:lnTo>
                  <a:pt x="4599" y="11290"/>
                </a:lnTo>
                <a:lnTo>
                  <a:pt x="4429" y="11242"/>
                </a:lnTo>
                <a:lnTo>
                  <a:pt x="4258" y="11217"/>
                </a:lnTo>
                <a:lnTo>
                  <a:pt x="3893" y="11217"/>
                </a:lnTo>
                <a:lnTo>
                  <a:pt x="4088" y="11047"/>
                </a:lnTo>
                <a:lnTo>
                  <a:pt x="4283" y="10852"/>
                </a:lnTo>
                <a:lnTo>
                  <a:pt x="4575" y="10633"/>
                </a:lnTo>
                <a:close/>
                <a:moveTo>
                  <a:pt x="4648" y="8711"/>
                </a:moveTo>
                <a:lnTo>
                  <a:pt x="4648" y="8882"/>
                </a:lnTo>
                <a:lnTo>
                  <a:pt x="4599" y="9952"/>
                </a:lnTo>
                <a:lnTo>
                  <a:pt x="4550" y="9952"/>
                </a:lnTo>
                <a:lnTo>
                  <a:pt x="4477" y="10001"/>
                </a:lnTo>
                <a:lnTo>
                  <a:pt x="4404" y="10074"/>
                </a:lnTo>
                <a:lnTo>
                  <a:pt x="4283" y="10196"/>
                </a:lnTo>
                <a:lnTo>
                  <a:pt x="3942" y="10536"/>
                </a:lnTo>
                <a:lnTo>
                  <a:pt x="3626" y="10828"/>
                </a:lnTo>
                <a:lnTo>
                  <a:pt x="3480" y="10974"/>
                </a:lnTo>
                <a:lnTo>
                  <a:pt x="3358" y="11169"/>
                </a:lnTo>
                <a:lnTo>
                  <a:pt x="3334" y="11242"/>
                </a:lnTo>
                <a:lnTo>
                  <a:pt x="3237" y="11242"/>
                </a:lnTo>
                <a:lnTo>
                  <a:pt x="2653" y="11266"/>
                </a:lnTo>
                <a:lnTo>
                  <a:pt x="2044" y="11315"/>
                </a:lnTo>
                <a:lnTo>
                  <a:pt x="2044" y="11315"/>
                </a:lnTo>
                <a:lnTo>
                  <a:pt x="2069" y="11144"/>
                </a:lnTo>
                <a:lnTo>
                  <a:pt x="2093" y="11193"/>
                </a:lnTo>
                <a:lnTo>
                  <a:pt x="2142" y="11217"/>
                </a:lnTo>
                <a:lnTo>
                  <a:pt x="2190" y="11242"/>
                </a:lnTo>
                <a:lnTo>
                  <a:pt x="2239" y="11217"/>
                </a:lnTo>
                <a:lnTo>
                  <a:pt x="2409" y="11120"/>
                </a:lnTo>
                <a:lnTo>
                  <a:pt x="2555" y="11023"/>
                </a:lnTo>
                <a:lnTo>
                  <a:pt x="2823" y="10779"/>
                </a:lnTo>
                <a:lnTo>
                  <a:pt x="3261" y="10415"/>
                </a:lnTo>
                <a:lnTo>
                  <a:pt x="3650" y="10050"/>
                </a:lnTo>
                <a:lnTo>
                  <a:pt x="3845" y="9831"/>
                </a:lnTo>
                <a:lnTo>
                  <a:pt x="4039" y="9612"/>
                </a:lnTo>
                <a:lnTo>
                  <a:pt x="4356" y="9125"/>
                </a:lnTo>
                <a:lnTo>
                  <a:pt x="4648" y="8711"/>
                </a:lnTo>
                <a:close/>
                <a:moveTo>
                  <a:pt x="6035" y="536"/>
                </a:moveTo>
                <a:lnTo>
                  <a:pt x="6327" y="560"/>
                </a:lnTo>
                <a:lnTo>
                  <a:pt x="6619" y="584"/>
                </a:lnTo>
                <a:lnTo>
                  <a:pt x="7203" y="584"/>
                </a:lnTo>
                <a:lnTo>
                  <a:pt x="7592" y="609"/>
                </a:lnTo>
                <a:lnTo>
                  <a:pt x="8346" y="609"/>
                </a:lnTo>
                <a:lnTo>
                  <a:pt x="8736" y="560"/>
                </a:lnTo>
                <a:lnTo>
                  <a:pt x="8663" y="803"/>
                </a:lnTo>
                <a:lnTo>
                  <a:pt x="8638" y="1047"/>
                </a:lnTo>
                <a:lnTo>
                  <a:pt x="8638" y="1436"/>
                </a:lnTo>
                <a:lnTo>
                  <a:pt x="8638" y="1971"/>
                </a:lnTo>
                <a:lnTo>
                  <a:pt x="8687" y="2531"/>
                </a:lnTo>
                <a:lnTo>
                  <a:pt x="8711" y="3066"/>
                </a:lnTo>
                <a:lnTo>
                  <a:pt x="8711" y="3626"/>
                </a:lnTo>
                <a:lnTo>
                  <a:pt x="8687" y="4575"/>
                </a:lnTo>
                <a:lnTo>
                  <a:pt x="8711" y="5499"/>
                </a:lnTo>
                <a:lnTo>
                  <a:pt x="8760" y="7373"/>
                </a:lnTo>
                <a:lnTo>
                  <a:pt x="8833" y="9271"/>
                </a:lnTo>
                <a:lnTo>
                  <a:pt x="8857" y="11144"/>
                </a:lnTo>
                <a:lnTo>
                  <a:pt x="7178" y="11144"/>
                </a:lnTo>
                <a:lnTo>
                  <a:pt x="6911" y="11169"/>
                </a:lnTo>
                <a:lnTo>
                  <a:pt x="6643" y="11169"/>
                </a:lnTo>
                <a:lnTo>
                  <a:pt x="6400" y="11217"/>
                </a:lnTo>
                <a:lnTo>
                  <a:pt x="6156" y="11315"/>
                </a:lnTo>
                <a:lnTo>
                  <a:pt x="6132" y="11023"/>
                </a:lnTo>
                <a:lnTo>
                  <a:pt x="6132" y="10731"/>
                </a:lnTo>
                <a:lnTo>
                  <a:pt x="6132" y="10147"/>
                </a:lnTo>
                <a:lnTo>
                  <a:pt x="6059" y="8711"/>
                </a:lnTo>
                <a:lnTo>
                  <a:pt x="6035" y="7933"/>
                </a:lnTo>
                <a:lnTo>
                  <a:pt x="6035" y="7178"/>
                </a:lnTo>
                <a:lnTo>
                  <a:pt x="6083" y="6424"/>
                </a:lnTo>
                <a:lnTo>
                  <a:pt x="6132" y="5645"/>
                </a:lnTo>
                <a:lnTo>
                  <a:pt x="6229" y="4210"/>
                </a:lnTo>
                <a:lnTo>
                  <a:pt x="6254" y="3480"/>
                </a:lnTo>
                <a:lnTo>
                  <a:pt x="6254" y="3115"/>
                </a:lnTo>
                <a:lnTo>
                  <a:pt x="6229" y="2750"/>
                </a:lnTo>
                <a:lnTo>
                  <a:pt x="6035" y="1485"/>
                </a:lnTo>
                <a:lnTo>
                  <a:pt x="6035" y="1241"/>
                </a:lnTo>
                <a:lnTo>
                  <a:pt x="6035" y="1022"/>
                </a:lnTo>
                <a:lnTo>
                  <a:pt x="6035" y="536"/>
                </a:lnTo>
                <a:close/>
                <a:moveTo>
                  <a:pt x="14721" y="6327"/>
                </a:moveTo>
                <a:lnTo>
                  <a:pt x="14624" y="6497"/>
                </a:lnTo>
                <a:lnTo>
                  <a:pt x="14600" y="6716"/>
                </a:lnTo>
                <a:lnTo>
                  <a:pt x="14575" y="6959"/>
                </a:lnTo>
                <a:lnTo>
                  <a:pt x="14551" y="7203"/>
                </a:lnTo>
                <a:lnTo>
                  <a:pt x="14575" y="7665"/>
                </a:lnTo>
                <a:lnTo>
                  <a:pt x="14600" y="8006"/>
                </a:lnTo>
                <a:lnTo>
                  <a:pt x="14673" y="9612"/>
                </a:lnTo>
                <a:lnTo>
                  <a:pt x="14721" y="10439"/>
                </a:lnTo>
                <a:lnTo>
                  <a:pt x="14770" y="10828"/>
                </a:lnTo>
                <a:lnTo>
                  <a:pt x="14843" y="11242"/>
                </a:lnTo>
                <a:lnTo>
                  <a:pt x="14843" y="11266"/>
                </a:lnTo>
                <a:lnTo>
                  <a:pt x="14600" y="11290"/>
                </a:lnTo>
                <a:lnTo>
                  <a:pt x="14381" y="11339"/>
                </a:lnTo>
                <a:lnTo>
                  <a:pt x="14454" y="10755"/>
                </a:lnTo>
                <a:lnTo>
                  <a:pt x="14502" y="10171"/>
                </a:lnTo>
                <a:lnTo>
                  <a:pt x="14502" y="9587"/>
                </a:lnTo>
                <a:lnTo>
                  <a:pt x="14478" y="9003"/>
                </a:lnTo>
                <a:lnTo>
                  <a:pt x="14429" y="7689"/>
                </a:lnTo>
                <a:lnTo>
                  <a:pt x="14405" y="7008"/>
                </a:lnTo>
                <a:lnTo>
                  <a:pt x="14356" y="6375"/>
                </a:lnTo>
                <a:lnTo>
                  <a:pt x="14721" y="6327"/>
                </a:lnTo>
                <a:close/>
                <a:moveTo>
                  <a:pt x="12361" y="2871"/>
                </a:moveTo>
                <a:lnTo>
                  <a:pt x="11680" y="2920"/>
                </a:lnTo>
                <a:lnTo>
                  <a:pt x="10901" y="2944"/>
                </a:lnTo>
                <a:lnTo>
                  <a:pt x="10512" y="2944"/>
                </a:lnTo>
                <a:lnTo>
                  <a:pt x="10147" y="2993"/>
                </a:lnTo>
                <a:lnTo>
                  <a:pt x="10074" y="3042"/>
                </a:lnTo>
                <a:lnTo>
                  <a:pt x="10025" y="3090"/>
                </a:lnTo>
                <a:lnTo>
                  <a:pt x="10001" y="3090"/>
                </a:lnTo>
                <a:lnTo>
                  <a:pt x="9904" y="3139"/>
                </a:lnTo>
                <a:lnTo>
                  <a:pt x="9831" y="3212"/>
                </a:lnTo>
                <a:lnTo>
                  <a:pt x="9806" y="3334"/>
                </a:lnTo>
                <a:lnTo>
                  <a:pt x="9782" y="3455"/>
                </a:lnTo>
                <a:lnTo>
                  <a:pt x="9758" y="3723"/>
                </a:lnTo>
                <a:lnTo>
                  <a:pt x="9782" y="3918"/>
                </a:lnTo>
                <a:lnTo>
                  <a:pt x="9782" y="4429"/>
                </a:lnTo>
                <a:lnTo>
                  <a:pt x="9806" y="4940"/>
                </a:lnTo>
                <a:lnTo>
                  <a:pt x="9855" y="5937"/>
                </a:lnTo>
                <a:lnTo>
                  <a:pt x="9879" y="7032"/>
                </a:lnTo>
                <a:lnTo>
                  <a:pt x="9904" y="8127"/>
                </a:lnTo>
                <a:lnTo>
                  <a:pt x="9928" y="9758"/>
                </a:lnTo>
                <a:lnTo>
                  <a:pt x="9952" y="10560"/>
                </a:lnTo>
                <a:lnTo>
                  <a:pt x="10001" y="10974"/>
                </a:lnTo>
                <a:lnTo>
                  <a:pt x="10050" y="11363"/>
                </a:lnTo>
                <a:lnTo>
                  <a:pt x="10025" y="11388"/>
                </a:lnTo>
                <a:lnTo>
                  <a:pt x="10001" y="11436"/>
                </a:lnTo>
                <a:lnTo>
                  <a:pt x="10001" y="11534"/>
                </a:lnTo>
                <a:lnTo>
                  <a:pt x="10025" y="11631"/>
                </a:lnTo>
                <a:lnTo>
                  <a:pt x="10074" y="11655"/>
                </a:lnTo>
                <a:lnTo>
                  <a:pt x="10123" y="11680"/>
                </a:lnTo>
                <a:lnTo>
                  <a:pt x="10171" y="11680"/>
                </a:lnTo>
                <a:lnTo>
                  <a:pt x="10244" y="11704"/>
                </a:lnTo>
                <a:lnTo>
                  <a:pt x="10317" y="11704"/>
                </a:lnTo>
                <a:lnTo>
                  <a:pt x="10585" y="11728"/>
                </a:lnTo>
                <a:lnTo>
                  <a:pt x="10853" y="11704"/>
                </a:lnTo>
                <a:lnTo>
                  <a:pt x="11364" y="11655"/>
                </a:lnTo>
                <a:lnTo>
                  <a:pt x="12142" y="11631"/>
                </a:lnTo>
                <a:lnTo>
                  <a:pt x="12921" y="11607"/>
                </a:lnTo>
                <a:lnTo>
                  <a:pt x="12969" y="11655"/>
                </a:lnTo>
                <a:lnTo>
                  <a:pt x="13042" y="11680"/>
                </a:lnTo>
                <a:lnTo>
                  <a:pt x="13091" y="11704"/>
                </a:lnTo>
                <a:lnTo>
                  <a:pt x="13164" y="11680"/>
                </a:lnTo>
                <a:lnTo>
                  <a:pt x="13237" y="11655"/>
                </a:lnTo>
                <a:lnTo>
                  <a:pt x="13286" y="11607"/>
                </a:lnTo>
                <a:lnTo>
                  <a:pt x="13334" y="11558"/>
                </a:lnTo>
                <a:lnTo>
                  <a:pt x="13359" y="11461"/>
                </a:lnTo>
                <a:lnTo>
                  <a:pt x="13383" y="10877"/>
                </a:lnTo>
                <a:lnTo>
                  <a:pt x="13383" y="10293"/>
                </a:lnTo>
                <a:lnTo>
                  <a:pt x="13359" y="9685"/>
                </a:lnTo>
                <a:lnTo>
                  <a:pt x="13359" y="9101"/>
                </a:lnTo>
                <a:lnTo>
                  <a:pt x="13432" y="6619"/>
                </a:lnTo>
                <a:lnTo>
                  <a:pt x="13432" y="6059"/>
                </a:lnTo>
                <a:lnTo>
                  <a:pt x="13432" y="5524"/>
                </a:lnTo>
                <a:lnTo>
                  <a:pt x="13407" y="4964"/>
                </a:lnTo>
                <a:lnTo>
                  <a:pt x="13334" y="4404"/>
                </a:lnTo>
                <a:lnTo>
                  <a:pt x="13213" y="3723"/>
                </a:lnTo>
                <a:lnTo>
                  <a:pt x="13188" y="3480"/>
                </a:lnTo>
                <a:lnTo>
                  <a:pt x="13188" y="3212"/>
                </a:lnTo>
                <a:lnTo>
                  <a:pt x="13213" y="3139"/>
                </a:lnTo>
                <a:lnTo>
                  <a:pt x="13188" y="3042"/>
                </a:lnTo>
                <a:lnTo>
                  <a:pt x="13140" y="2969"/>
                </a:lnTo>
                <a:lnTo>
                  <a:pt x="13042" y="2920"/>
                </a:lnTo>
                <a:lnTo>
                  <a:pt x="12896" y="2871"/>
                </a:lnTo>
                <a:close/>
                <a:moveTo>
                  <a:pt x="3188" y="5816"/>
                </a:moveTo>
                <a:lnTo>
                  <a:pt x="2823" y="5840"/>
                </a:lnTo>
                <a:lnTo>
                  <a:pt x="2458" y="5864"/>
                </a:lnTo>
                <a:lnTo>
                  <a:pt x="2093" y="5937"/>
                </a:lnTo>
                <a:lnTo>
                  <a:pt x="1923" y="5986"/>
                </a:lnTo>
                <a:lnTo>
                  <a:pt x="1752" y="6035"/>
                </a:lnTo>
                <a:lnTo>
                  <a:pt x="1679" y="6059"/>
                </a:lnTo>
                <a:lnTo>
                  <a:pt x="1631" y="6083"/>
                </a:lnTo>
                <a:lnTo>
                  <a:pt x="1631" y="6108"/>
                </a:lnTo>
                <a:lnTo>
                  <a:pt x="1582" y="6181"/>
                </a:lnTo>
                <a:lnTo>
                  <a:pt x="1582" y="6278"/>
                </a:lnTo>
                <a:lnTo>
                  <a:pt x="1606" y="6351"/>
                </a:lnTo>
                <a:lnTo>
                  <a:pt x="1655" y="6400"/>
                </a:lnTo>
                <a:lnTo>
                  <a:pt x="1704" y="7032"/>
                </a:lnTo>
                <a:lnTo>
                  <a:pt x="1704" y="7665"/>
                </a:lnTo>
                <a:lnTo>
                  <a:pt x="1704" y="8930"/>
                </a:lnTo>
                <a:lnTo>
                  <a:pt x="1606" y="11461"/>
                </a:lnTo>
                <a:lnTo>
                  <a:pt x="1631" y="11558"/>
                </a:lnTo>
                <a:lnTo>
                  <a:pt x="1655" y="11631"/>
                </a:lnTo>
                <a:lnTo>
                  <a:pt x="1728" y="11655"/>
                </a:lnTo>
                <a:lnTo>
                  <a:pt x="1801" y="11680"/>
                </a:lnTo>
                <a:lnTo>
                  <a:pt x="1947" y="11728"/>
                </a:lnTo>
                <a:lnTo>
                  <a:pt x="2117" y="11753"/>
                </a:lnTo>
                <a:lnTo>
                  <a:pt x="2434" y="11753"/>
                </a:lnTo>
                <a:lnTo>
                  <a:pt x="2750" y="11728"/>
                </a:lnTo>
                <a:lnTo>
                  <a:pt x="3066" y="11704"/>
                </a:lnTo>
                <a:lnTo>
                  <a:pt x="3942" y="11704"/>
                </a:lnTo>
                <a:lnTo>
                  <a:pt x="4356" y="11728"/>
                </a:lnTo>
                <a:lnTo>
                  <a:pt x="4575" y="11728"/>
                </a:lnTo>
                <a:lnTo>
                  <a:pt x="4794" y="11704"/>
                </a:lnTo>
                <a:lnTo>
                  <a:pt x="4891" y="11680"/>
                </a:lnTo>
                <a:lnTo>
                  <a:pt x="4964" y="11655"/>
                </a:lnTo>
                <a:lnTo>
                  <a:pt x="5013" y="11582"/>
                </a:lnTo>
                <a:lnTo>
                  <a:pt x="5013" y="11509"/>
                </a:lnTo>
                <a:lnTo>
                  <a:pt x="4988" y="11169"/>
                </a:lnTo>
                <a:lnTo>
                  <a:pt x="4964" y="10852"/>
                </a:lnTo>
                <a:lnTo>
                  <a:pt x="4988" y="10196"/>
                </a:lnTo>
                <a:lnTo>
                  <a:pt x="5037" y="8882"/>
                </a:lnTo>
                <a:lnTo>
                  <a:pt x="5086" y="7178"/>
                </a:lnTo>
                <a:lnTo>
                  <a:pt x="5110" y="6692"/>
                </a:lnTo>
                <a:lnTo>
                  <a:pt x="5110" y="6448"/>
                </a:lnTo>
                <a:lnTo>
                  <a:pt x="5086" y="6205"/>
                </a:lnTo>
                <a:lnTo>
                  <a:pt x="5061" y="6132"/>
                </a:lnTo>
                <a:lnTo>
                  <a:pt x="5037" y="6035"/>
                </a:lnTo>
                <a:lnTo>
                  <a:pt x="4988" y="5962"/>
                </a:lnTo>
                <a:lnTo>
                  <a:pt x="4915" y="5889"/>
                </a:lnTo>
                <a:lnTo>
                  <a:pt x="4818" y="5864"/>
                </a:lnTo>
                <a:lnTo>
                  <a:pt x="3991" y="5816"/>
                </a:lnTo>
                <a:close/>
                <a:moveTo>
                  <a:pt x="5889" y="25"/>
                </a:moveTo>
                <a:lnTo>
                  <a:pt x="5816" y="49"/>
                </a:lnTo>
                <a:lnTo>
                  <a:pt x="5743" y="98"/>
                </a:lnTo>
                <a:lnTo>
                  <a:pt x="5670" y="219"/>
                </a:lnTo>
                <a:lnTo>
                  <a:pt x="5621" y="341"/>
                </a:lnTo>
                <a:lnTo>
                  <a:pt x="5548" y="609"/>
                </a:lnTo>
                <a:lnTo>
                  <a:pt x="5524" y="901"/>
                </a:lnTo>
                <a:lnTo>
                  <a:pt x="5524" y="1193"/>
                </a:lnTo>
                <a:lnTo>
                  <a:pt x="5548" y="1509"/>
                </a:lnTo>
                <a:lnTo>
                  <a:pt x="5572" y="1801"/>
                </a:lnTo>
                <a:lnTo>
                  <a:pt x="5670" y="2361"/>
                </a:lnTo>
                <a:lnTo>
                  <a:pt x="5718" y="2750"/>
                </a:lnTo>
                <a:lnTo>
                  <a:pt x="5743" y="3139"/>
                </a:lnTo>
                <a:lnTo>
                  <a:pt x="5743" y="3528"/>
                </a:lnTo>
                <a:lnTo>
                  <a:pt x="5718" y="3918"/>
                </a:lnTo>
                <a:lnTo>
                  <a:pt x="5694" y="4672"/>
                </a:lnTo>
                <a:lnTo>
                  <a:pt x="5621" y="5475"/>
                </a:lnTo>
                <a:lnTo>
                  <a:pt x="5572" y="6278"/>
                </a:lnTo>
                <a:lnTo>
                  <a:pt x="5548" y="7081"/>
                </a:lnTo>
                <a:lnTo>
                  <a:pt x="5524" y="7908"/>
                </a:lnTo>
                <a:lnTo>
                  <a:pt x="5548" y="8711"/>
                </a:lnTo>
                <a:lnTo>
                  <a:pt x="5645" y="10293"/>
                </a:lnTo>
                <a:lnTo>
                  <a:pt x="5645" y="10925"/>
                </a:lnTo>
                <a:lnTo>
                  <a:pt x="5670" y="11242"/>
                </a:lnTo>
                <a:lnTo>
                  <a:pt x="5718" y="11558"/>
                </a:lnTo>
                <a:lnTo>
                  <a:pt x="5743" y="11631"/>
                </a:lnTo>
                <a:lnTo>
                  <a:pt x="5767" y="11680"/>
                </a:lnTo>
                <a:lnTo>
                  <a:pt x="5816" y="11728"/>
                </a:lnTo>
                <a:lnTo>
                  <a:pt x="5986" y="11728"/>
                </a:lnTo>
                <a:lnTo>
                  <a:pt x="6108" y="11680"/>
                </a:lnTo>
                <a:lnTo>
                  <a:pt x="6351" y="11728"/>
                </a:lnTo>
                <a:lnTo>
                  <a:pt x="6619" y="11753"/>
                </a:lnTo>
                <a:lnTo>
                  <a:pt x="8030" y="11753"/>
                </a:lnTo>
                <a:lnTo>
                  <a:pt x="8857" y="11728"/>
                </a:lnTo>
                <a:lnTo>
                  <a:pt x="8955" y="11704"/>
                </a:lnTo>
                <a:lnTo>
                  <a:pt x="9028" y="11680"/>
                </a:lnTo>
                <a:lnTo>
                  <a:pt x="9149" y="11680"/>
                </a:lnTo>
                <a:lnTo>
                  <a:pt x="9271" y="11655"/>
                </a:lnTo>
                <a:lnTo>
                  <a:pt x="9320" y="11607"/>
                </a:lnTo>
                <a:lnTo>
                  <a:pt x="9344" y="11582"/>
                </a:lnTo>
                <a:lnTo>
                  <a:pt x="9368" y="11509"/>
                </a:lnTo>
                <a:lnTo>
                  <a:pt x="9393" y="11436"/>
                </a:lnTo>
                <a:lnTo>
                  <a:pt x="9368" y="9563"/>
                </a:lnTo>
                <a:lnTo>
                  <a:pt x="9295" y="7714"/>
                </a:lnTo>
                <a:lnTo>
                  <a:pt x="9222" y="5840"/>
                </a:lnTo>
                <a:lnTo>
                  <a:pt x="9198" y="4915"/>
                </a:lnTo>
                <a:lnTo>
                  <a:pt x="9198" y="3991"/>
                </a:lnTo>
                <a:lnTo>
                  <a:pt x="9198" y="3431"/>
                </a:lnTo>
                <a:lnTo>
                  <a:pt x="9174" y="2871"/>
                </a:lnTo>
                <a:lnTo>
                  <a:pt x="9125" y="2312"/>
                </a:lnTo>
                <a:lnTo>
                  <a:pt x="9076" y="1752"/>
                </a:lnTo>
                <a:lnTo>
                  <a:pt x="9052" y="1266"/>
                </a:lnTo>
                <a:lnTo>
                  <a:pt x="9052" y="803"/>
                </a:lnTo>
                <a:lnTo>
                  <a:pt x="9076" y="609"/>
                </a:lnTo>
                <a:lnTo>
                  <a:pt x="9076" y="487"/>
                </a:lnTo>
                <a:lnTo>
                  <a:pt x="9076" y="463"/>
                </a:lnTo>
                <a:lnTo>
                  <a:pt x="9052" y="414"/>
                </a:lnTo>
                <a:lnTo>
                  <a:pt x="9076" y="341"/>
                </a:lnTo>
                <a:lnTo>
                  <a:pt x="9076" y="268"/>
                </a:lnTo>
                <a:lnTo>
                  <a:pt x="9052" y="195"/>
                </a:lnTo>
                <a:lnTo>
                  <a:pt x="9003" y="146"/>
                </a:lnTo>
                <a:lnTo>
                  <a:pt x="8955" y="73"/>
                </a:lnTo>
                <a:lnTo>
                  <a:pt x="8906" y="25"/>
                </a:lnTo>
                <a:lnTo>
                  <a:pt x="8736" y="25"/>
                </a:lnTo>
                <a:lnTo>
                  <a:pt x="8298" y="73"/>
                </a:lnTo>
                <a:lnTo>
                  <a:pt x="7884" y="73"/>
                </a:lnTo>
                <a:lnTo>
                  <a:pt x="7032" y="49"/>
                </a:lnTo>
                <a:lnTo>
                  <a:pt x="6521" y="49"/>
                </a:lnTo>
                <a:lnTo>
                  <a:pt x="6278" y="73"/>
                </a:lnTo>
                <a:lnTo>
                  <a:pt x="6010" y="98"/>
                </a:lnTo>
                <a:lnTo>
                  <a:pt x="5962" y="49"/>
                </a:lnTo>
                <a:lnTo>
                  <a:pt x="5889" y="25"/>
                </a:lnTo>
                <a:close/>
                <a:moveTo>
                  <a:pt x="16619" y="5791"/>
                </a:moveTo>
                <a:lnTo>
                  <a:pt x="16108" y="5816"/>
                </a:lnTo>
                <a:lnTo>
                  <a:pt x="15622" y="5864"/>
                </a:lnTo>
                <a:lnTo>
                  <a:pt x="15111" y="5889"/>
                </a:lnTo>
                <a:lnTo>
                  <a:pt x="14697" y="5889"/>
                </a:lnTo>
                <a:lnTo>
                  <a:pt x="14478" y="5937"/>
                </a:lnTo>
                <a:lnTo>
                  <a:pt x="14283" y="6010"/>
                </a:lnTo>
                <a:lnTo>
                  <a:pt x="14210" y="5937"/>
                </a:lnTo>
                <a:lnTo>
                  <a:pt x="14113" y="5913"/>
                </a:lnTo>
                <a:lnTo>
                  <a:pt x="14089" y="5913"/>
                </a:lnTo>
                <a:lnTo>
                  <a:pt x="14040" y="5937"/>
                </a:lnTo>
                <a:lnTo>
                  <a:pt x="14016" y="5986"/>
                </a:lnTo>
                <a:lnTo>
                  <a:pt x="13991" y="6035"/>
                </a:lnTo>
                <a:lnTo>
                  <a:pt x="13943" y="6351"/>
                </a:lnTo>
                <a:lnTo>
                  <a:pt x="13918" y="6667"/>
                </a:lnTo>
                <a:lnTo>
                  <a:pt x="13918" y="7008"/>
                </a:lnTo>
                <a:lnTo>
                  <a:pt x="13918" y="7324"/>
                </a:lnTo>
                <a:lnTo>
                  <a:pt x="13967" y="7981"/>
                </a:lnTo>
                <a:lnTo>
                  <a:pt x="14016" y="8614"/>
                </a:lnTo>
                <a:lnTo>
                  <a:pt x="14040" y="9344"/>
                </a:lnTo>
                <a:lnTo>
                  <a:pt x="14040" y="10050"/>
                </a:lnTo>
                <a:lnTo>
                  <a:pt x="14016" y="10755"/>
                </a:lnTo>
                <a:lnTo>
                  <a:pt x="13967" y="11120"/>
                </a:lnTo>
                <a:lnTo>
                  <a:pt x="13894" y="11461"/>
                </a:lnTo>
                <a:lnTo>
                  <a:pt x="13894" y="11558"/>
                </a:lnTo>
                <a:lnTo>
                  <a:pt x="13918" y="11631"/>
                </a:lnTo>
                <a:lnTo>
                  <a:pt x="13967" y="11704"/>
                </a:lnTo>
                <a:lnTo>
                  <a:pt x="14040" y="11728"/>
                </a:lnTo>
                <a:lnTo>
                  <a:pt x="14089" y="11753"/>
                </a:lnTo>
                <a:lnTo>
                  <a:pt x="14235" y="11753"/>
                </a:lnTo>
                <a:lnTo>
                  <a:pt x="14308" y="11704"/>
                </a:lnTo>
                <a:lnTo>
                  <a:pt x="14624" y="11728"/>
                </a:lnTo>
                <a:lnTo>
                  <a:pt x="15597" y="11728"/>
                </a:lnTo>
                <a:lnTo>
                  <a:pt x="16327" y="11704"/>
                </a:lnTo>
                <a:lnTo>
                  <a:pt x="16668" y="11655"/>
                </a:lnTo>
                <a:lnTo>
                  <a:pt x="17033" y="11607"/>
                </a:lnTo>
                <a:lnTo>
                  <a:pt x="17082" y="11655"/>
                </a:lnTo>
                <a:lnTo>
                  <a:pt x="17130" y="11680"/>
                </a:lnTo>
                <a:lnTo>
                  <a:pt x="17203" y="11704"/>
                </a:lnTo>
                <a:lnTo>
                  <a:pt x="17276" y="11704"/>
                </a:lnTo>
                <a:lnTo>
                  <a:pt x="17349" y="11680"/>
                </a:lnTo>
                <a:lnTo>
                  <a:pt x="17398" y="11631"/>
                </a:lnTo>
                <a:lnTo>
                  <a:pt x="17422" y="11582"/>
                </a:lnTo>
                <a:lnTo>
                  <a:pt x="17422" y="11509"/>
                </a:lnTo>
                <a:lnTo>
                  <a:pt x="17374" y="11144"/>
                </a:lnTo>
                <a:lnTo>
                  <a:pt x="17349" y="10779"/>
                </a:lnTo>
                <a:lnTo>
                  <a:pt x="17349" y="10050"/>
                </a:lnTo>
                <a:lnTo>
                  <a:pt x="17349" y="9344"/>
                </a:lnTo>
                <a:lnTo>
                  <a:pt x="17398" y="8614"/>
                </a:lnTo>
                <a:lnTo>
                  <a:pt x="17422" y="7884"/>
                </a:lnTo>
                <a:lnTo>
                  <a:pt x="17447" y="7154"/>
                </a:lnTo>
                <a:lnTo>
                  <a:pt x="17447" y="6911"/>
                </a:lnTo>
                <a:lnTo>
                  <a:pt x="17422" y="6643"/>
                </a:lnTo>
                <a:lnTo>
                  <a:pt x="17398" y="6375"/>
                </a:lnTo>
                <a:lnTo>
                  <a:pt x="17349" y="6254"/>
                </a:lnTo>
                <a:lnTo>
                  <a:pt x="17301" y="6156"/>
                </a:lnTo>
                <a:lnTo>
                  <a:pt x="17325" y="6083"/>
                </a:lnTo>
                <a:lnTo>
                  <a:pt x="17325" y="6035"/>
                </a:lnTo>
                <a:lnTo>
                  <a:pt x="17301" y="5937"/>
                </a:lnTo>
                <a:lnTo>
                  <a:pt x="17228" y="5840"/>
                </a:lnTo>
                <a:lnTo>
                  <a:pt x="17179" y="5816"/>
                </a:lnTo>
                <a:lnTo>
                  <a:pt x="17106" y="5791"/>
                </a:lnTo>
                <a:close/>
                <a:moveTo>
                  <a:pt x="195" y="0"/>
                </a:moveTo>
                <a:lnTo>
                  <a:pt x="146" y="49"/>
                </a:lnTo>
                <a:lnTo>
                  <a:pt x="98" y="73"/>
                </a:lnTo>
                <a:lnTo>
                  <a:pt x="49" y="195"/>
                </a:lnTo>
                <a:lnTo>
                  <a:pt x="25" y="317"/>
                </a:lnTo>
                <a:lnTo>
                  <a:pt x="0" y="438"/>
                </a:lnTo>
                <a:lnTo>
                  <a:pt x="0" y="584"/>
                </a:lnTo>
                <a:lnTo>
                  <a:pt x="49" y="876"/>
                </a:lnTo>
                <a:lnTo>
                  <a:pt x="73" y="1120"/>
                </a:lnTo>
                <a:lnTo>
                  <a:pt x="49" y="1947"/>
                </a:lnTo>
                <a:lnTo>
                  <a:pt x="49" y="2774"/>
                </a:lnTo>
                <a:lnTo>
                  <a:pt x="49" y="3601"/>
                </a:lnTo>
                <a:lnTo>
                  <a:pt x="49" y="4429"/>
                </a:lnTo>
                <a:lnTo>
                  <a:pt x="0" y="6108"/>
                </a:lnTo>
                <a:lnTo>
                  <a:pt x="0" y="6984"/>
                </a:lnTo>
                <a:lnTo>
                  <a:pt x="25" y="7860"/>
                </a:lnTo>
                <a:lnTo>
                  <a:pt x="73" y="9587"/>
                </a:lnTo>
                <a:lnTo>
                  <a:pt x="146" y="11315"/>
                </a:lnTo>
                <a:lnTo>
                  <a:pt x="171" y="12191"/>
                </a:lnTo>
                <a:lnTo>
                  <a:pt x="195" y="13067"/>
                </a:lnTo>
                <a:lnTo>
                  <a:pt x="219" y="13188"/>
                </a:lnTo>
                <a:lnTo>
                  <a:pt x="292" y="13261"/>
                </a:lnTo>
                <a:lnTo>
                  <a:pt x="341" y="13310"/>
                </a:lnTo>
                <a:lnTo>
                  <a:pt x="390" y="13310"/>
                </a:lnTo>
                <a:lnTo>
                  <a:pt x="901" y="13383"/>
                </a:lnTo>
                <a:lnTo>
                  <a:pt x="1923" y="13383"/>
                </a:lnTo>
                <a:lnTo>
                  <a:pt x="2409" y="13334"/>
                </a:lnTo>
                <a:lnTo>
                  <a:pt x="3431" y="13261"/>
                </a:lnTo>
                <a:lnTo>
                  <a:pt x="3942" y="13213"/>
                </a:lnTo>
                <a:lnTo>
                  <a:pt x="4453" y="13188"/>
                </a:lnTo>
                <a:lnTo>
                  <a:pt x="10050" y="13188"/>
                </a:lnTo>
                <a:lnTo>
                  <a:pt x="11169" y="13164"/>
                </a:lnTo>
                <a:lnTo>
                  <a:pt x="13432" y="13091"/>
                </a:lnTo>
                <a:lnTo>
                  <a:pt x="14575" y="13067"/>
                </a:lnTo>
                <a:lnTo>
                  <a:pt x="16765" y="13067"/>
                </a:lnTo>
                <a:lnTo>
                  <a:pt x="17301" y="13091"/>
                </a:lnTo>
                <a:lnTo>
                  <a:pt x="17544" y="13140"/>
                </a:lnTo>
                <a:lnTo>
                  <a:pt x="17812" y="13164"/>
                </a:lnTo>
                <a:lnTo>
                  <a:pt x="17933" y="13164"/>
                </a:lnTo>
                <a:lnTo>
                  <a:pt x="18031" y="13115"/>
                </a:lnTo>
                <a:lnTo>
                  <a:pt x="18104" y="13042"/>
                </a:lnTo>
                <a:lnTo>
                  <a:pt x="18152" y="12945"/>
                </a:lnTo>
                <a:lnTo>
                  <a:pt x="18177" y="12848"/>
                </a:lnTo>
                <a:lnTo>
                  <a:pt x="18152" y="12750"/>
                </a:lnTo>
                <a:lnTo>
                  <a:pt x="18079" y="12677"/>
                </a:lnTo>
                <a:lnTo>
                  <a:pt x="17958" y="12629"/>
                </a:lnTo>
                <a:lnTo>
                  <a:pt x="17495" y="12556"/>
                </a:lnTo>
                <a:lnTo>
                  <a:pt x="17033" y="12531"/>
                </a:lnTo>
                <a:lnTo>
                  <a:pt x="16084" y="12507"/>
                </a:lnTo>
                <a:lnTo>
                  <a:pt x="14940" y="12483"/>
                </a:lnTo>
                <a:lnTo>
                  <a:pt x="13821" y="12507"/>
                </a:lnTo>
                <a:lnTo>
                  <a:pt x="11558" y="12580"/>
                </a:lnTo>
                <a:lnTo>
                  <a:pt x="10415" y="12604"/>
                </a:lnTo>
                <a:lnTo>
                  <a:pt x="9271" y="12629"/>
                </a:lnTo>
                <a:lnTo>
                  <a:pt x="7057" y="12604"/>
                </a:lnTo>
                <a:lnTo>
                  <a:pt x="5937" y="12604"/>
                </a:lnTo>
                <a:lnTo>
                  <a:pt x="4818" y="12629"/>
                </a:lnTo>
                <a:lnTo>
                  <a:pt x="3796" y="12677"/>
                </a:lnTo>
                <a:lnTo>
                  <a:pt x="2774" y="12726"/>
                </a:lnTo>
                <a:lnTo>
                  <a:pt x="1752" y="12799"/>
                </a:lnTo>
                <a:lnTo>
                  <a:pt x="730" y="12848"/>
                </a:lnTo>
                <a:lnTo>
                  <a:pt x="682" y="11169"/>
                </a:lnTo>
                <a:lnTo>
                  <a:pt x="609" y="9490"/>
                </a:lnTo>
                <a:lnTo>
                  <a:pt x="560" y="7787"/>
                </a:lnTo>
                <a:lnTo>
                  <a:pt x="536" y="6959"/>
                </a:lnTo>
                <a:lnTo>
                  <a:pt x="560" y="6108"/>
                </a:lnTo>
                <a:lnTo>
                  <a:pt x="584" y="4356"/>
                </a:lnTo>
                <a:lnTo>
                  <a:pt x="560" y="2579"/>
                </a:lnTo>
                <a:lnTo>
                  <a:pt x="584" y="1752"/>
                </a:lnTo>
                <a:lnTo>
                  <a:pt x="584" y="1363"/>
                </a:lnTo>
                <a:lnTo>
                  <a:pt x="584" y="949"/>
                </a:lnTo>
                <a:lnTo>
                  <a:pt x="560" y="706"/>
                </a:lnTo>
                <a:lnTo>
                  <a:pt x="536" y="438"/>
                </a:lnTo>
                <a:lnTo>
                  <a:pt x="511" y="317"/>
                </a:lnTo>
                <a:lnTo>
                  <a:pt x="463" y="219"/>
                </a:lnTo>
                <a:lnTo>
                  <a:pt x="390" y="98"/>
                </a:lnTo>
                <a:lnTo>
                  <a:pt x="317" y="25"/>
                </a:lnTo>
                <a:lnTo>
                  <a:pt x="268" y="0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28"/>
          <p:cNvSpPr/>
          <p:nvPr/>
        </p:nvSpPr>
        <p:spPr>
          <a:xfrm>
            <a:off x="4556381" y="2552090"/>
            <a:ext cx="273631" cy="275289"/>
          </a:xfrm>
          <a:custGeom>
            <a:rect b="b" l="l" r="r" t="t"/>
            <a:pathLst>
              <a:path extrusionOk="0" h="15938" w="15842">
                <a:moveTo>
                  <a:pt x="4794" y="7470"/>
                </a:moveTo>
                <a:lnTo>
                  <a:pt x="4867" y="7495"/>
                </a:lnTo>
                <a:lnTo>
                  <a:pt x="4940" y="7543"/>
                </a:lnTo>
                <a:lnTo>
                  <a:pt x="4989" y="7616"/>
                </a:lnTo>
                <a:lnTo>
                  <a:pt x="5013" y="7714"/>
                </a:lnTo>
                <a:lnTo>
                  <a:pt x="5013" y="7787"/>
                </a:lnTo>
                <a:lnTo>
                  <a:pt x="4989" y="7908"/>
                </a:lnTo>
                <a:lnTo>
                  <a:pt x="4916" y="7981"/>
                </a:lnTo>
                <a:lnTo>
                  <a:pt x="4843" y="8054"/>
                </a:lnTo>
                <a:lnTo>
                  <a:pt x="4721" y="8079"/>
                </a:lnTo>
                <a:lnTo>
                  <a:pt x="4600" y="8054"/>
                </a:lnTo>
                <a:lnTo>
                  <a:pt x="4527" y="7981"/>
                </a:lnTo>
                <a:lnTo>
                  <a:pt x="4454" y="7908"/>
                </a:lnTo>
                <a:lnTo>
                  <a:pt x="4429" y="7787"/>
                </a:lnTo>
                <a:lnTo>
                  <a:pt x="4454" y="7665"/>
                </a:lnTo>
                <a:lnTo>
                  <a:pt x="4527" y="7543"/>
                </a:lnTo>
                <a:lnTo>
                  <a:pt x="4600" y="7495"/>
                </a:lnTo>
                <a:lnTo>
                  <a:pt x="4697" y="7470"/>
                </a:lnTo>
                <a:close/>
                <a:moveTo>
                  <a:pt x="11169" y="7470"/>
                </a:moveTo>
                <a:lnTo>
                  <a:pt x="11242" y="7495"/>
                </a:lnTo>
                <a:lnTo>
                  <a:pt x="11315" y="7543"/>
                </a:lnTo>
                <a:lnTo>
                  <a:pt x="11364" y="7616"/>
                </a:lnTo>
                <a:lnTo>
                  <a:pt x="11388" y="7714"/>
                </a:lnTo>
                <a:lnTo>
                  <a:pt x="11388" y="7787"/>
                </a:lnTo>
                <a:lnTo>
                  <a:pt x="11364" y="7908"/>
                </a:lnTo>
                <a:lnTo>
                  <a:pt x="11291" y="7981"/>
                </a:lnTo>
                <a:lnTo>
                  <a:pt x="11218" y="8054"/>
                </a:lnTo>
                <a:lnTo>
                  <a:pt x="11096" y="8079"/>
                </a:lnTo>
                <a:lnTo>
                  <a:pt x="10975" y="8054"/>
                </a:lnTo>
                <a:lnTo>
                  <a:pt x="10902" y="7981"/>
                </a:lnTo>
                <a:lnTo>
                  <a:pt x="10829" y="7908"/>
                </a:lnTo>
                <a:lnTo>
                  <a:pt x="10804" y="7787"/>
                </a:lnTo>
                <a:lnTo>
                  <a:pt x="10829" y="7665"/>
                </a:lnTo>
                <a:lnTo>
                  <a:pt x="10902" y="7543"/>
                </a:lnTo>
                <a:lnTo>
                  <a:pt x="10975" y="7495"/>
                </a:lnTo>
                <a:lnTo>
                  <a:pt x="11072" y="7470"/>
                </a:lnTo>
                <a:close/>
                <a:moveTo>
                  <a:pt x="4770" y="7081"/>
                </a:moveTo>
                <a:lnTo>
                  <a:pt x="4600" y="7105"/>
                </a:lnTo>
                <a:lnTo>
                  <a:pt x="4429" y="7178"/>
                </a:lnTo>
                <a:lnTo>
                  <a:pt x="4308" y="7300"/>
                </a:lnTo>
                <a:lnTo>
                  <a:pt x="4186" y="7446"/>
                </a:lnTo>
                <a:lnTo>
                  <a:pt x="4113" y="7568"/>
                </a:lnTo>
                <a:lnTo>
                  <a:pt x="4064" y="7714"/>
                </a:lnTo>
                <a:lnTo>
                  <a:pt x="4016" y="7835"/>
                </a:lnTo>
                <a:lnTo>
                  <a:pt x="4016" y="7981"/>
                </a:lnTo>
                <a:lnTo>
                  <a:pt x="3967" y="8225"/>
                </a:lnTo>
                <a:lnTo>
                  <a:pt x="3967" y="8395"/>
                </a:lnTo>
                <a:lnTo>
                  <a:pt x="4016" y="8565"/>
                </a:lnTo>
                <a:lnTo>
                  <a:pt x="4064" y="8711"/>
                </a:lnTo>
                <a:lnTo>
                  <a:pt x="4162" y="8833"/>
                </a:lnTo>
                <a:lnTo>
                  <a:pt x="4259" y="8955"/>
                </a:lnTo>
                <a:lnTo>
                  <a:pt x="4381" y="9028"/>
                </a:lnTo>
                <a:lnTo>
                  <a:pt x="4527" y="9101"/>
                </a:lnTo>
                <a:lnTo>
                  <a:pt x="4697" y="9149"/>
                </a:lnTo>
                <a:lnTo>
                  <a:pt x="4892" y="9174"/>
                </a:lnTo>
                <a:lnTo>
                  <a:pt x="5062" y="9149"/>
                </a:lnTo>
                <a:lnTo>
                  <a:pt x="5232" y="9101"/>
                </a:lnTo>
                <a:lnTo>
                  <a:pt x="5378" y="9028"/>
                </a:lnTo>
                <a:lnTo>
                  <a:pt x="5500" y="8930"/>
                </a:lnTo>
                <a:lnTo>
                  <a:pt x="5622" y="8809"/>
                </a:lnTo>
                <a:lnTo>
                  <a:pt x="5719" y="8663"/>
                </a:lnTo>
                <a:lnTo>
                  <a:pt x="5792" y="8517"/>
                </a:lnTo>
                <a:lnTo>
                  <a:pt x="5841" y="8346"/>
                </a:lnTo>
                <a:lnTo>
                  <a:pt x="5865" y="8176"/>
                </a:lnTo>
                <a:lnTo>
                  <a:pt x="5841" y="8006"/>
                </a:lnTo>
                <a:lnTo>
                  <a:pt x="5816" y="7835"/>
                </a:lnTo>
                <a:lnTo>
                  <a:pt x="5768" y="7689"/>
                </a:lnTo>
                <a:lnTo>
                  <a:pt x="5695" y="7519"/>
                </a:lnTo>
                <a:lnTo>
                  <a:pt x="5573" y="7397"/>
                </a:lnTo>
                <a:lnTo>
                  <a:pt x="5427" y="7251"/>
                </a:lnTo>
                <a:lnTo>
                  <a:pt x="5281" y="7154"/>
                </a:lnTo>
                <a:lnTo>
                  <a:pt x="5111" y="7105"/>
                </a:lnTo>
                <a:lnTo>
                  <a:pt x="4940" y="7081"/>
                </a:lnTo>
                <a:close/>
                <a:moveTo>
                  <a:pt x="11145" y="7081"/>
                </a:moveTo>
                <a:lnTo>
                  <a:pt x="10975" y="7105"/>
                </a:lnTo>
                <a:lnTo>
                  <a:pt x="10804" y="7178"/>
                </a:lnTo>
                <a:lnTo>
                  <a:pt x="10683" y="7300"/>
                </a:lnTo>
                <a:lnTo>
                  <a:pt x="10561" y="7446"/>
                </a:lnTo>
                <a:lnTo>
                  <a:pt x="10488" y="7568"/>
                </a:lnTo>
                <a:lnTo>
                  <a:pt x="10439" y="7714"/>
                </a:lnTo>
                <a:lnTo>
                  <a:pt x="10391" y="7835"/>
                </a:lnTo>
                <a:lnTo>
                  <a:pt x="10391" y="7981"/>
                </a:lnTo>
                <a:lnTo>
                  <a:pt x="10342" y="8225"/>
                </a:lnTo>
                <a:lnTo>
                  <a:pt x="10342" y="8395"/>
                </a:lnTo>
                <a:lnTo>
                  <a:pt x="10391" y="8565"/>
                </a:lnTo>
                <a:lnTo>
                  <a:pt x="10439" y="8711"/>
                </a:lnTo>
                <a:lnTo>
                  <a:pt x="10537" y="8833"/>
                </a:lnTo>
                <a:lnTo>
                  <a:pt x="10634" y="8955"/>
                </a:lnTo>
                <a:lnTo>
                  <a:pt x="10756" y="9028"/>
                </a:lnTo>
                <a:lnTo>
                  <a:pt x="10902" y="9101"/>
                </a:lnTo>
                <a:lnTo>
                  <a:pt x="11072" y="9149"/>
                </a:lnTo>
                <a:lnTo>
                  <a:pt x="11267" y="9174"/>
                </a:lnTo>
                <a:lnTo>
                  <a:pt x="11437" y="9149"/>
                </a:lnTo>
                <a:lnTo>
                  <a:pt x="11607" y="9101"/>
                </a:lnTo>
                <a:lnTo>
                  <a:pt x="11753" y="9028"/>
                </a:lnTo>
                <a:lnTo>
                  <a:pt x="11875" y="8930"/>
                </a:lnTo>
                <a:lnTo>
                  <a:pt x="11997" y="8809"/>
                </a:lnTo>
                <a:lnTo>
                  <a:pt x="12094" y="8663"/>
                </a:lnTo>
                <a:lnTo>
                  <a:pt x="12167" y="8517"/>
                </a:lnTo>
                <a:lnTo>
                  <a:pt x="12216" y="8346"/>
                </a:lnTo>
                <a:lnTo>
                  <a:pt x="12240" y="8176"/>
                </a:lnTo>
                <a:lnTo>
                  <a:pt x="12216" y="8006"/>
                </a:lnTo>
                <a:lnTo>
                  <a:pt x="12191" y="7835"/>
                </a:lnTo>
                <a:lnTo>
                  <a:pt x="12143" y="7689"/>
                </a:lnTo>
                <a:lnTo>
                  <a:pt x="12070" y="7519"/>
                </a:lnTo>
                <a:lnTo>
                  <a:pt x="11948" y="7397"/>
                </a:lnTo>
                <a:lnTo>
                  <a:pt x="11802" y="7251"/>
                </a:lnTo>
                <a:lnTo>
                  <a:pt x="11656" y="7154"/>
                </a:lnTo>
                <a:lnTo>
                  <a:pt x="11486" y="7105"/>
                </a:lnTo>
                <a:lnTo>
                  <a:pt x="11315" y="7081"/>
                </a:lnTo>
                <a:close/>
                <a:moveTo>
                  <a:pt x="11972" y="10925"/>
                </a:moveTo>
                <a:lnTo>
                  <a:pt x="11875" y="10974"/>
                </a:lnTo>
                <a:lnTo>
                  <a:pt x="11778" y="11047"/>
                </a:lnTo>
                <a:lnTo>
                  <a:pt x="11607" y="11290"/>
                </a:lnTo>
                <a:lnTo>
                  <a:pt x="11413" y="11485"/>
                </a:lnTo>
                <a:lnTo>
                  <a:pt x="11194" y="11680"/>
                </a:lnTo>
                <a:lnTo>
                  <a:pt x="10950" y="11850"/>
                </a:lnTo>
                <a:lnTo>
                  <a:pt x="10707" y="11996"/>
                </a:lnTo>
                <a:lnTo>
                  <a:pt x="10439" y="12118"/>
                </a:lnTo>
                <a:lnTo>
                  <a:pt x="10172" y="12215"/>
                </a:lnTo>
                <a:lnTo>
                  <a:pt x="9880" y="12312"/>
                </a:lnTo>
                <a:lnTo>
                  <a:pt x="9588" y="12385"/>
                </a:lnTo>
                <a:lnTo>
                  <a:pt x="9296" y="12434"/>
                </a:lnTo>
                <a:lnTo>
                  <a:pt x="8712" y="12507"/>
                </a:lnTo>
                <a:lnTo>
                  <a:pt x="8128" y="12531"/>
                </a:lnTo>
                <a:lnTo>
                  <a:pt x="7568" y="12507"/>
                </a:lnTo>
                <a:lnTo>
                  <a:pt x="7325" y="12483"/>
                </a:lnTo>
                <a:lnTo>
                  <a:pt x="7106" y="12434"/>
                </a:lnTo>
                <a:lnTo>
                  <a:pt x="6668" y="12312"/>
                </a:lnTo>
                <a:lnTo>
                  <a:pt x="6230" y="12166"/>
                </a:lnTo>
                <a:lnTo>
                  <a:pt x="5816" y="11996"/>
                </a:lnTo>
                <a:lnTo>
                  <a:pt x="5427" y="11826"/>
                </a:lnTo>
                <a:lnTo>
                  <a:pt x="5013" y="11631"/>
                </a:lnTo>
                <a:lnTo>
                  <a:pt x="4794" y="11509"/>
                </a:lnTo>
                <a:lnTo>
                  <a:pt x="4600" y="11388"/>
                </a:lnTo>
                <a:lnTo>
                  <a:pt x="4454" y="11242"/>
                </a:lnTo>
                <a:lnTo>
                  <a:pt x="4308" y="11096"/>
                </a:lnTo>
                <a:lnTo>
                  <a:pt x="4259" y="11047"/>
                </a:lnTo>
                <a:lnTo>
                  <a:pt x="4210" y="11023"/>
                </a:lnTo>
                <a:lnTo>
                  <a:pt x="4089" y="11023"/>
                </a:lnTo>
                <a:lnTo>
                  <a:pt x="4040" y="11071"/>
                </a:lnTo>
                <a:lnTo>
                  <a:pt x="3991" y="11096"/>
                </a:lnTo>
                <a:lnTo>
                  <a:pt x="3991" y="11169"/>
                </a:lnTo>
                <a:lnTo>
                  <a:pt x="3991" y="11242"/>
                </a:lnTo>
                <a:lnTo>
                  <a:pt x="4016" y="11339"/>
                </a:lnTo>
                <a:lnTo>
                  <a:pt x="4064" y="11436"/>
                </a:lnTo>
                <a:lnTo>
                  <a:pt x="4210" y="11631"/>
                </a:lnTo>
                <a:lnTo>
                  <a:pt x="4381" y="11801"/>
                </a:lnTo>
                <a:lnTo>
                  <a:pt x="4575" y="11947"/>
                </a:lnTo>
                <a:lnTo>
                  <a:pt x="4794" y="12069"/>
                </a:lnTo>
                <a:lnTo>
                  <a:pt x="5038" y="12191"/>
                </a:lnTo>
                <a:lnTo>
                  <a:pt x="5451" y="12385"/>
                </a:lnTo>
                <a:lnTo>
                  <a:pt x="5938" y="12604"/>
                </a:lnTo>
                <a:lnTo>
                  <a:pt x="6424" y="12799"/>
                </a:lnTo>
                <a:lnTo>
                  <a:pt x="6935" y="12945"/>
                </a:lnTo>
                <a:lnTo>
                  <a:pt x="7446" y="13042"/>
                </a:lnTo>
                <a:lnTo>
                  <a:pt x="7763" y="13067"/>
                </a:lnTo>
                <a:lnTo>
                  <a:pt x="8079" y="13091"/>
                </a:lnTo>
                <a:lnTo>
                  <a:pt x="8420" y="13091"/>
                </a:lnTo>
                <a:lnTo>
                  <a:pt x="8760" y="13067"/>
                </a:lnTo>
                <a:lnTo>
                  <a:pt x="9101" y="13042"/>
                </a:lnTo>
                <a:lnTo>
                  <a:pt x="9442" y="12969"/>
                </a:lnTo>
                <a:lnTo>
                  <a:pt x="9758" y="12896"/>
                </a:lnTo>
                <a:lnTo>
                  <a:pt x="10099" y="12799"/>
                </a:lnTo>
                <a:lnTo>
                  <a:pt x="10415" y="12702"/>
                </a:lnTo>
                <a:lnTo>
                  <a:pt x="10731" y="12556"/>
                </a:lnTo>
                <a:lnTo>
                  <a:pt x="11023" y="12410"/>
                </a:lnTo>
                <a:lnTo>
                  <a:pt x="11315" y="12239"/>
                </a:lnTo>
                <a:lnTo>
                  <a:pt x="11583" y="12045"/>
                </a:lnTo>
                <a:lnTo>
                  <a:pt x="11826" y="11826"/>
                </a:lnTo>
                <a:lnTo>
                  <a:pt x="12045" y="11582"/>
                </a:lnTo>
                <a:lnTo>
                  <a:pt x="12264" y="11339"/>
                </a:lnTo>
                <a:lnTo>
                  <a:pt x="12313" y="11217"/>
                </a:lnTo>
                <a:lnTo>
                  <a:pt x="12289" y="11120"/>
                </a:lnTo>
                <a:lnTo>
                  <a:pt x="12240" y="11047"/>
                </a:lnTo>
                <a:lnTo>
                  <a:pt x="12167" y="10974"/>
                </a:lnTo>
                <a:lnTo>
                  <a:pt x="12070" y="10950"/>
                </a:lnTo>
                <a:lnTo>
                  <a:pt x="11972" y="10925"/>
                </a:lnTo>
                <a:close/>
                <a:moveTo>
                  <a:pt x="8493" y="682"/>
                </a:moveTo>
                <a:lnTo>
                  <a:pt x="8663" y="706"/>
                </a:lnTo>
                <a:lnTo>
                  <a:pt x="9101" y="755"/>
                </a:lnTo>
                <a:lnTo>
                  <a:pt x="9539" y="803"/>
                </a:lnTo>
                <a:lnTo>
                  <a:pt x="10001" y="901"/>
                </a:lnTo>
                <a:lnTo>
                  <a:pt x="10439" y="1022"/>
                </a:lnTo>
                <a:lnTo>
                  <a:pt x="10780" y="1120"/>
                </a:lnTo>
                <a:lnTo>
                  <a:pt x="11121" y="1241"/>
                </a:lnTo>
                <a:lnTo>
                  <a:pt x="11437" y="1411"/>
                </a:lnTo>
                <a:lnTo>
                  <a:pt x="11753" y="1557"/>
                </a:lnTo>
                <a:lnTo>
                  <a:pt x="11753" y="1582"/>
                </a:lnTo>
                <a:lnTo>
                  <a:pt x="11729" y="1655"/>
                </a:lnTo>
                <a:lnTo>
                  <a:pt x="11729" y="1752"/>
                </a:lnTo>
                <a:lnTo>
                  <a:pt x="11753" y="1801"/>
                </a:lnTo>
                <a:lnTo>
                  <a:pt x="11826" y="1825"/>
                </a:lnTo>
                <a:lnTo>
                  <a:pt x="11899" y="1825"/>
                </a:lnTo>
                <a:lnTo>
                  <a:pt x="11948" y="1776"/>
                </a:lnTo>
                <a:lnTo>
                  <a:pt x="11972" y="1752"/>
                </a:lnTo>
                <a:lnTo>
                  <a:pt x="11997" y="1752"/>
                </a:lnTo>
                <a:lnTo>
                  <a:pt x="11997" y="1728"/>
                </a:lnTo>
                <a:lnTo>
                  <a:pt x="12021" y="1728"/>
                </a:lnTo>
                <a:lnTo>
                  <a:pt x="12143" y="1801"/>
                </a:lnTo>
                <a:lnTo>
                  <a:pt x="12094" y="1874"/>
                </a:lnTo>
                <a:lnTo>
                  <a:pt x="12094" y="1947"/>
                </a:lnTo>
                <a:lnTo>
                  <a:pt x="12094" y="1995"/>
                </a:lnTo>
                <a:lnTo>
                  <a:pt x="12143" y="2020"/>
                </a:lnTo>
                <a:lnTo>
                  <a:pt x="12167" y="2044"/>
                </a:lnTo>
                <a:lnTo>
                  <a:pt x="12216" y="2020"/>
                </a:lnTo>
                <a:lnTo>
                  <a:pt x="12240" y="1995"/>
                </a:lnTo>
                <a:lnTo>
                  <a:pt x="12313" y="1922"/>
                </a:lnTo>
                <a:lnTo>
                  <a:pt x="12337" y="1922"/>
                </a:lnTo>
                <a:lnTo>
                  <a:pt x="12532" y="2068"/>
                </a:lnTo>
                <a:lnTo>
                  <a:pt x="12483" y="2190"/>
                </a:lnTo>
                <a:lnTo>
                  <a:pt x="12483" y="2239"/>
                </a:lnTo>
                <a:lnTo>
                  <a:pt x="12508" y="2336"/>
                </a:lnTo>
                <a:lnTo>
                  <a:pt x="12532" y="2385"/>
                </a:lnTo>
                <a:lnTo>
                  <a:pt x="12556" y="2409"/>
                </a:lnTo>
                <a:lnTo>
                  <a:pt x="12581" y="2409"/>
                </a:lnTo>
                <a:lnTo>
                  <a:pt x="12629" y="2385"/>
                </a:lnTo>
                <a:lnTo>
                  <a:pt x="12678" y="2360"/>
                </a:lnTo>
                <a:lnTo>
                  <a:pt x="12751" y="2287"/>
                </a:lnTo>
                <a:lnTo>
                  <a:pt x="12775" y="2239"/>
                </a:lnTo>
                <a:lnTo>
                  <a:pt x="12970" y="2409"/>
                </a:lnTo>
                <a:lnTo>
                  <a:pt x="12873" y="2531"/>
                </a:lnTo>
                <a:lnTo>
                  <a:pt x="12848" y="2604"/>
                </a:lnTo>
                <a:lnTo>
                  <a:pt x="12824" y="2677"/>
                </a:lnTo>
                <a:lnTo>
                  <a:pt x="12824" y="2725"/>
                </a:lnTo>
                <a:lnTo>
                  <a:pt x="12873" y="2750"/>
                </a:lnTo>
                <a:lnTo>
                  <a:pt x="12921" y="2774"/>
                </a:lnTo>
                <a:lnTo>
                  <a:pt x="12946" y="2774"/>
                </a:lnTo>
                <a:lnTo>
                  <a:pt x="13067" y="2701"/>
                </a:lnTo>
                <a:lnTo>
                  <a:pt x="13189" y="2604"/>
                </a:lnTo>
                <a:lnTo>
                  <a:pt x="13311" y="2725"/>
                </a:lnTo>
                <a:lnTo>
                  <a:pt x="13384" y="2823"/>
                </a:lnTo>
                <a:lnTo>
                  <a:pt x="13262" y="3017"/>
                </a:lnTo>
                <a:lnTo>
                  <a:pt x="13213" y="3066"/>
                </a:lnTo>
                <a:lnTo>
                  <a:pt x="13189" y="3163"/>
                </a:lnTo>
                <a:lnTo>
                  <a:pt x="13165" y="3236"/>
                </a:lnTo>
                <a:lnTo>
                  <a:pt x="13189" y="3285"/>
                </a:lnTo>
                <a:lnTo>
                  <a:pt x="13238" y="3309"/>
                </a:lnTo>
                <a:lnTo>
                  <a:pt x="13335" y="3285"/>
                </a:lnTo>
                <a:lnTo>
                  <a:pt x="13408" y="3236"/>
                </a:lnTo>
                <a:lnTo>
                  <a:pt x="13554" y="3115"/>
                </a:lnTo>
                <a:lnTo>
                  <a:pt x="13578" y="3042"/>
                </a:lnTo>
                <a:lnTo>
                  <a:pt x="13773" y="3309"/>
                </a:lnTo>
                <a:lnTo>
                  <a:pt x="13676" y="3407"/>
                </a:lnTo>
                <a:lnTo>
                  <a:pt x="13554" y="3504"/>
                </a:lnTo>
                <a:lnTo>
                  <a:pt x="13505" y="3577"/>
                </a:lnTo>
                <a:lnTo>
                  <a:pt x="13481" y="3650"/>
                </a:lnTo>
                <a:lnTo>
                  <a:pt x="13481" y="3699"/>
                </a:lnTo>
                <a:lnTo>
                  <a:pt x="13505" y="3723"/>
                </a:lnTo>
                <a:lnTo>
                  <a:pt x="13603" y="3747"/>
                </a:lnTo>
                <a:lnTo>
                  <a:pt x="13700" y="3723"/>
                </a:lnTo>
                <a:lnTo>
                  <a:pt x="13773" y="3674"/>
                </a:lnTo>
                <a:lnTo>
                  <a:pt x="13870" y="3626"/>
                </a:lnTo>
                <a:lnTo>
                  <a:pt x="13968" y="3577"/>
                </a:lnTo>
                <a:lnTo>
                  <a:pt x="14162" y="3918"/>
                </a:lnTo>
                <a:lnTo>
                  <a:pt x="14065" y="3991"/>
                </a:lnTo>
                <a:lnTo>
                  <a:pt x="13870" y="4161"/>
                </a:lnTo>
                <a:lnTo>
                  <a:pt x="13773" y="4234"/>
                </a:lnTo>
                <a:lnTo>
                  <a:pt x="13700" y="4331"/>
                </a:lnTo>
                <a:lnTo>
                  <a:pt x="13700" y="4356"/>
                </a:lnTo>
                <a:lnTo>
                  <a:pt x="13724" y="4380"/>
                </a:lnTo>
                <a:lnTo>
                  <a:pt x="13846" y="4380"/>
                </a:lnTo>
                <a:lnTo>
                  <a:pt x="13943" y="4356"/>
                </a:lnTo>
                <a:lnTo>
                  <a:pt x="14065" y="4307"/>
                </a:lnTo>
                <a:lnTo>
                  <a:pt x="14162" y="4234"/>
                </a:lnTo>
                <a:lnTo>
                  <a:pt x="14284" y="4161"/>
                </a:lnTo>
                <a:lnTo>
                  <a:pt x="14503" y="4696"/>
                </a:lnTo>
                <a:lnTo>
                  <a:pt x="14332" y="4769"/>
                </a:lnTo>
                <a:lnTo>
                  <a:pt x="14211" y="4842"/>
                </a:lnTo>
                <a:lnTo>
                  <a:pt x="14065" y="4940"/>
                </a:lnTo>
                <a:lnTo>
                  <a:pt x="13968" y="5061"/>
                </a:lnTo>
                <a:lnTo>
                  <a:pt x="13919" y="5134"/>
                </a:lnTo>
                <a:lnTo>
                  <a:pt x="13895" y="5207"/>
                </a:lnTo>
                <a:lnTo>
                  <a:pt x="13895" y="5256"/>
                </a:lnTo>
                <a:lnTo>
                  <a:pt x="13919" y="5280"/>
                </a:lnTo>
                <a:lnTo>
                  <a:pt x="13968" y="5305"/>
                </a:lnTo>
                <a:lnTo>
                  <a:pt x="14016" y="5305"/>
                </a:lnTo>
                <a:lnTo>
                  <a:pt x="14114" y="5256"/>
                </a:lnTo>
                <a:lnTo>
                  <a:pt x="14235" y="5183"/>
                </a:lnTo>
                <a:lnTo>
                  <a:pt x="14551" y="5037"/>
                </a:lnTo>
                <a:lnTo>
                  <a:pt x="14600" y="5013"/>
                </a:lnTo>
                <a:lnTo>
                  <a:pt x="14770" y="5524"/>
                </a:lnTo>
                <a:lnTo>
                  <a:pt x="14430" y="5670"/>
                </a:lnTo>
                <a:lnTo>
                  <a:pt x="14162" y="5791"/>
                </a:lnTo>
                <a:lnTo>
                  <a:pt x="13919" y="5937"/>
                </a:lnTo>
                <a:lnTo>
                  <a:pt x="13919" y="5986"/>
                </a:lnTo>
                <a:lnTo>
                  <a:pt x="13943" y="6010"/>
                </a:lnTo>
                <a:lnTo>
                  <a:pt x="14089" y="6035"/>
                </a:lnTo>
                <a:lnTo>
                  <a:pt x="14235" y="6059"/>
                </a:lnTo>
                <a:lnTo>
                  <a:pt x="14381" y="6035"/>
                </a:lnTo>
                <a:lnTo>
                  <a:pt x="14527" y="6010"/>
                </a:lnTo>
                <a:lnTo>
                  <a:pt x="14843" y="5889"/>
                </a:lnTo>
                <a:lnTo>
                  <a:pt x="14965" y="6424"/>
                </a:lnTo>
                <a:lnTo>
                  <a:pt x="14795" y="6497"/>
                </a:lnTo>
                <a:lnTo>
                  <a:pt x="14405" y="6619"/>
                </a:lnTo>
                <a:lnTo>
                  <a:pt x="14041" y="6740"/>
                </a:lnTo>
                <a:lnTo>
                  <a:pt x="13992" y="6789"/>
                </a:lnTo>
                <a:lnTo>
                  <a:pt x="13992" y="6813"/>
                </a:lnTo>
                <a:lnTo>
                  <a:pt x="13992" y="6862"/>
                </a:lnTo>
                <a:lnTo>
                  <a:pt x="14041" y="6886"/>
                </a:lnTo>
                <a:lnTo>
                  <a:pt x="14235" y="6886"/>
                </a:lnTo>
                <a:lnTo>
                  <a:pt x="14430" y="6862"/>
                </a:lnTo>
                <a:lnTo>
                  <a:pt x="14795" y="6813"/>
                </a:lnTo>
                <a:lnTo>
                  <a:pt x="15038" y="6740"/>
                </a:lnTo>
                <a:lnTo>
                  <a:pt x="15111" y="7178"/>
                </a:lnTo>
                <a:lnTo>
                  <a:pt x="14843" y="7227"/>
                </a:lnTo>
                <a:lnTo>
                  <a:pt x="14430" y="7349"/>
                </a:lnTo>
                <a:lnTo>
                  <a:pt x="14235" y="7422"/>
                </a:lnTo>
                <a:lnTo>
                  <a:pt x="14065" y="7543"/>
                </a:lnTo>
                <a:lnTo>
                  <a:pt x="14041" y="7592"/>
                </a:lnTo>
                <a:lnTo>
                  <a:pt x="14041" y="7665"/>
                </a:lnTo>
                <a:lnTo>
                  <a:pt x="14089" y="7714"/>
                </a:lnTo>
                <a:lnTo>
                  <a:pt x="14138" y="7738"/>
                </a:lnTo>
                <a:lnTo>
                  <a:pt x="14357" y="7714"/>
                </a:lnTo>
                <a:lnTo>
                  <a:pt x="14551" y="7665"/>
                </a:lnTo>
                <a:lnTo>
                  <a:pt x="14941" y="7568"/>
                </a:lnTo>
                <a:lnTo>
                  <a:pt x="15135" y="7519"/>
                </a:lnTo>
                <a:lnTo>
                  <a:pt x="15184" y="7981"/>
                </a:lnTo>
                <a:lnTo>
                  <a:pt x="14868" y="8030"/>
                </a:lnTo>
                <a:lnTo>
                  <a:pt x="14624" y="8054"/>
                </a:lnTo>
                <a:lnTo>
                  <a:pt x="14381" y="8079"/>
                </a:lnTo>
                <a:lnTo>
                  <a:pt x="14235" y="8103"/>
                </a:lnTo>
                <a:lnTo>
                  <a:pt x="14138" y="8152"/>
                </a:lnTo>
                <a:lnTo>
                  <a:pt x="14016" y="8200"/>
                </a:lnTo>
                <a:lnTo>
                  <a:pt x="13943" y="8298"/>
                </a:lnTo>
                <a:lnTo>
                  <a:pt x="13919" y="8322"/>
                </a:lnTo>
                <a:lnTo>
                  <a:pt x="13919" y="8346"/>
                </a:lnTo>
                <a:lnTo>
                  <a:pt x="13943" y="8395"/>
                </a:lnTo>
                <a:lnTo>
                  <a:pt x="13968" y="8395"/>
                </a:lnTo>
                <a:lnTo>
                  <a:pt x="14089" y="8419"/>
                </a:lnTo>
                <a:lnTo>
                  <a:pt x="14211" y="8444"/>
                </a:lnTo>
                <a:lnTo>
                  <a:pt x="14478" y="8444"/>
                </a:lnTo>
                <a:lnTo>
                  <a:pt x="14989" y="8395"/>
                </a:lnTo>
                <a:lnTo>
                  <a:pt x="15208" y="8395"/>
                </a:lnTo>
                <a:lnTo>
                  <a:pt x="15208" y="8857"/>
                </a:lnTo>
                <a:lnTo>
                  <a:pt x="14722" y="8882"/>
                </a:lnTo>
                <a:lnTo>
                  <a:pt x="14503" y="8882"/>
                </a:lnTo>
                <a:lnTo>
                  <a:pt x="14284" y="8906"/>
                </a:lnTo>
                <a:lnTo>
                  <a:pt x="14065" y="8955"/>
                </a:lnTo>
                <a:lnTo>
                  <a:pt x="13968" y="8979"/>
                </a:lnTo>
                <a:lnTo>
                  <a:pt x="13870" y="9028"/>
                </a:lnTo>
                <a:lnTo>
                  <a:pt x="13870" y="9052"/>
                </a:lnTo>
                <a:lnTo>
                  <a:pt x="13870" y="9076"/>
                </a:lnTo>
                <a:lnTo>
                  <a:pt x="13968" y="9125"/>
                </a:lnTo>
                <a:lnTo>
                  <a:pt x="14065" y="9174"/>
                </a:lnTo>
                <a:lnTo>
                  <a:pt x="14284" y="9222"/>
                </a:lnTo>
                <a:lnTo>
                  <a:pt x="14722" y="9222"/>
                </a:lnTo>
                <a:lnTo>
                  <a:pt x="14941" y="9247"/>
                </a:lnTo>
                <a:lnTo>
                  <a:pt x="15184" y="9247"/>
                </a:lnTo>
                <a:lnTo>
                  <a:pt x="15160" y="9465"/>
                </a:lnTo>
                <a:lnTo>
                  <a:pt x="14965" y="9514"/>
                </a:lnTo>
                <a:lnTo>
                  <a:pt x="14722" y="9563"/>
                </a:lnTo>
                <a:lnTo>
                  <a:pt x="14503" y="9660"/>
                </a:lnTo>
                <a:lnTo>
                  <a:pt x="14260" y="9757"/>
                </a:lnTo>
                <a:lnTo>
                  <a:pt x="14041" y="9879"/>
                </a:lnTo>
                <a:lnTo>
                  <a:pt x="14016" y="9903"/>
                </a:lnTo>
                <a:lnTo>
                  <a:pt x="14016" y="9952"/>
                </a:lnTo>
                <a:lnTo>
                  <a:pt x="14041" y="9976"/>
                </a:lnTo>
                <a:lnTo>
                  <a:pt x="14089" y="9976"/>
                </a:lnTo>
                <a:lnTo>
                  <a:pt x="14308" y="10001"/>
                </a:lnTo>
                <a:lnTo>
                  <a:pt x="14527" y="9976"/>
                </a:lnTo>
                <a:lnTo>
                  <a:pt x="14965" y="9903"/>
                </a:lnTo>
                <a:lnTo>
                  <a:pt x="15087" y="9879"/>
                </a:lnTo>
                <a:lnTo>
                  <a:pt x="14989" y="10390"/>
                </a:lnTo>
                <a:lnTo>
                  <a:pt x="14527" y="10463"/>
                </a:lnTo>
                <a:lnTo>
                  <a:pt x="14357" y="10487"/>
                </a:lnTo>
                <a:lnTo>
                  <a:pt x="14162" y="10512"/>
                </a:lnTo>
                <a:lnTo>
                  <a:pt x="13992" y="10560"/>
                </a:lnTo>
                <a:lnTo>
                  <a:pt x="13919" y="10609"/>
                </a:lnTo>
                <a:lnTo>
                  <a:pt x="13870" y="10682"/>
                </a:lnTo>
                <a:lnTo>
                  <a:pt x="13846" y="10731"/>
                </a:lnTo>
                <a:lnTo>
                  <a:pt x="13846" y="10804"/>
                </a:lnTo>
                <a:lnTo>
                  <a:pt x="13870" y="10852"/>
                </a:lnTo>
                <a:lnTo>
                  <a:pt x="13919" y="10901"/>
                </a:lnTo>
                <a:lnTo>
                  <a:pt x="13992" y="10925"/>
                </a:lnTo>
                <a:lnTo>
                  <a:pt x="14065" y="10950"/>
                </a:lnTo>
                <a:lnTo>
                  <a:pt x="14235" y="10950"/>
                </a:lnTo>
                <a:lnTo>
                  <a:pt x="14600" y="10901"/>
                </a:lnTo>
                <a:lnTo>
                  <a:pt x="14819" y="10877"/>
                </a:lnTo>
                <a:lnTo>
                  <a:pt x="14819" y="10877"/>
                </a:lnTo>
                <a:lnTo>
                  <a:pt x="14624" y="11339"/>
                </a:lnTo>
                <a:lnTo>
                  <a:pt x="14478" y="11339"/>
                </a:lnTo>
                <a:lnTo>
                  <a:pt x="14308" y="11315"/>
                </a:lnTo>
                <a:lnTo>
                  <a:pt x="14114" y="11339"/>
                </a:lnTo>
                <a:lnTo>
                  <a:pt x="13919" y="11363"/>
                </a:lnTo>
                <a:lnTo>
                  <a:pt x="13749" y="11436"/>
                </a:lnTo>
                <a:lnTo>
                  <a:pt x="13724" y="11461"/>
                </a:lnTo>
                <a:lnTo>
                  <a:pt x="13749" y="11485"/>
                </a:lnTo>
                <a:lnTo>
                  <a:pt x="13919" y="11558"/>
                </a:lnTo>
                <a:lnTo>
                  <a:pt x="14089" y="11607"/>
                </a:lnTo>
                <a:lnTo>
                  <a:pt x="14430" y="11655"/>
                </a:lnTo>
                <a:lnTo>
                  <a:pt x="14454" y="11655"/>
                </a:lnTo>
                <a:lnTo>
                  <a:pt x="14211" y="12069"/>
                </a:lnTo>
                <a:lnTo>
                  <a:pt x="13968" y="12069"/>
                </a:lnTo>
                <a:lnTo>
                  <a:pt x="13724" y="12093"/>
                </a:lnTo>
                <a:lnTo>
                  <a:pt x="13603" y="12069"/>
                </a:lnTo>
                <a:lnTo>
                  <a:pt x="13481" y="12045"/>
                </a:lnTo>
                <a:lnTo>
                  <a:pt x="13335" y="12020"/>
                </a:lnTo>
                <a:lnTo>
                  <a:pt x="13213" y="12020"/>
                </a:lnTo>
                <a:lnTo>
                  <a:pt x="13189" y="12045"/>
                </a:lnTo>
                <a:lnTo>
                  <a:pt x="13189" y="12069"/>
                </a:lnTo>
                <a:lnTo>
                  <a:pt x="13189" y="12166"/>
                </a:lnTo>
                <a:lnTo>
                  <a:pt x="13238" y="12239"/>
                </a:lnTo>
                <a:lnTo>
                  <a:pt x="13311" y="12312"/>
                </a:lnTo>
                <a:lnTo>
                  <a:pt x="13408" y="12361"/>
                </a:lnTo>
                <a:lnTo>
                  <a:pt x="13530" y="12385"/>
                </a:lnTo>
                <a:lnTo>
                  <a:pt x="13651" y="12410"/>
                </a:lnTo>
                <a:lnTo>
                  <a:pt x="13943" y="12434"/>
                </a:lnTo>
                <a:lnTo>
                  <a:pt x="13603" y="12823"/>
                </a:lnTo>
                <a:lnTo>
                  <a:pt x="13067" y="12726"/>
                </a:lnTo>
                <a:lnTo>
                  <a:pt x="12848" y="12677"/>
                </a:lnTo>
                <a:lnTo>
                  <a:pt x="12727" y="12677"/>
                </a:lnTo>
                <a:lnTo>
                  <a:pt x="12629" y="12702"/>
                </a:lnTo>
                <a:lnTo>
                  <a:pt x="12605" y="12726"/>
                </a:lnTo>
                <a:lnTo>
                  <a:pt x="12605" y="12775"/>
                </a:lnTo>
                <a:lnTo>
                  <a:pt x="12629" y="12848"/>
                </a:lnTo>
                <a:lnTo>
                  <a:pt x="12678" y="12921"/>
                </a:lnTo>
                <a:lnTo>
                  <a:pt x="12751" y="12969"/>
                </a:lnTo>
                <a:lnTo>
                  <a:pt x="12824" y="13018"/>
                </a:lnTo>
                <a:lnTo>
                  <a:pt x="13043" y="13115"/>
                </a:lnTo>
                <a:lnTo>
                  <a:pt x="13262" y="13164"/>
                </a:lnTo>
                <a:lnTo>
                  <a:pt x="13116" y="13286"/>
                </a:lnTo>
                <a:lnTo>
                  <a:pt x="13067" y="13286"/>
                </a:lnTo>
                <a:lnTo>
                  <a:pt x="12605" y="13261"/>
                </a:lnTo>
                <a:lnTo>
                  <a:pt x="12362" y="13213"/>
                </a:lnTo>
                <a:lnTo>
                  <a:pt x="12240" y="13188"/>
                </a:lnTo>
                <a:lnTo>
                  <a:pt x="12094" y="13188"/>
                </a:lnTo>
                <a:lnTo>
                  <a:pt x="12021" y="13213"/>
                </a:lnTo>
                <a:lnTo>
                  <a:pt x="11997" y="13261"/>
                </a:lnTo>
                <a:lnTo>
                  <a:pt x="11972" y="13334"/>
                </a:lnTo>
                <a:lnTo>
                  <a:pt x="12021" y="13383"/>
                </a:lnTo>
                <a:lnTo>
                  <a:pt x="12143" y="13505"/>
                </a:lnTo>
                <a:lnTo>
                  <a:pt x="12289" y="13578"/>
                </a:lnTo>
                <a:lnTo>
                  <a:pt x="12483" y="13626"/>
                </a:lnTo>
                <a:lnTo>
                  <a:pt x="12654" y="13651"/>
                </a:lnTo>
                <a:lnTo>
                  <a:pt x="12240" y="13943"/>
                </a:lnTo>
                <a:lnTo>
                  <a:pt x="12143" y="13918"/>
                </a:lnTo>
                <a:lnTo>
                  <a:pt x="11680" y="13821"/>
                </a:lnTo>
                <a:lnTo>
                  <a:pt x="11461" y="13772"/>
                </a:lnTo>
                <a:lnTo>
                  <a:pt x="11267" y="13724"/>
                </a:lnTo>
                <a:lnTo>
                  <a:pt x="11218" y="13748"/>
                </a:lnTo>
                <a:lnTo>
                  <a:pt x="11218" y="13821"/>
                </a:lnTo>
                <a:lnTo>
                  <a:pt x="11242" y="13894"/>
                </a:lnTo>
                <a:lnTo>
                  <a:pt x="11315" y="13967"/>
                </a:lnTo>
                <a:lnTo>
                  <a:pt x="11437" y="14064"/>
                </a:lnTo>
                <a:lnTo>
                  <a:pt x="11607" y="14137"/>
                </a:lnTo>
                <a:lnTo>
                  <a:pt x="11802" y="14210"/>
                </a:lnTo>
                <a:lnTo>
                  <a:pt x="11437" y="14381"/>
                </a:lnTo>
                <a:lnTo>
                  <a:pt x="11388" y="14332"/>
                </a:lnTo>
                <a:lnTo>
                  <a:pt x="11315" y="14308"/>
                </a:lnTo>
                <a:lnTo>
                  <a:pt x="11194" y="14259"/>
                </a:lnTo>
                <a:lnTo>
                  <a:pt x="10902" y="14235"/>
                </a:lnTo>
                <a:lnTo>
                  <a:pt x="10634" y="14210"/>
                </a:lnTo>
                <a:lnTo>
                  <a:pt x="10512" y="14210"/>
                </a:lnTo>
                <a:lnTo>
                  <a:pt x="10391" y="14235"/>
                </a:lnTo>
                <a:lnTo>
                  <a:pt x="10366" y="14235"/>
                </a:lnTo>
                <a:lnTo>
                  <a:pt x="10366" y="14283"/>
                </a:lnTo>
                <a:lnTo>
                  <a:pt x="10366" y="14332"/>
                </a:lnTo>
                <a:lnTo>
                  <a:pt x="10391" y="14381"/>
                </a:lnTo>
                <a:lnTo>
                  <a:pt x="10488" y="14478"/>
                </a:lnTo>
                <a:lnTo>
                  <a:pt x="10610" y="14551"/>
                </a:lnTo>
                <a:lnTo>
                  <a:pt x="10731" y="14575"/>
                </a:lnTo>
                <a:lnTo>
                  <a:pt x="10877" y="14624"/>
                </a:lnTo>
                <a:lnTo>
                  <a:pt x="10512" y="14746"/>
                </a:lnTo>
                <a:lnTo>
                  <a:pt x="10318" y="14673"/>
                </a:lnTo>
                <a:lnTo>
                  <a:pt x="10123" y="14624"/>
                </a:lnTo>
                <a:lnTo>
                  <a:pt x="9904" y="14600"/>
                </a:lnTo>
                <a:lnTo>
                  <a:pt x="9807" y="14600"/>
                </a:lnTo>
                <a:lnTo>
                  <a:pt x="9709" y="14648"/>
                </a:lnTo>
                <a:lnTo>
                  <a:pt x="9661" y="14673"/>
                </a:lnTo>
                <a:lnTo>
                  <a:pt x="9685" y="14721"/>
                </a:lnTo>
                <a:lnTo>
                  <a:pt x="9734" y="14794"/>
                </a:lnTo>
                <a:lnTo>
                  <a:pt x="9807" y="14843"/>
                </a:lnTo>
                <a:lnTo>
                  <a:pt x="9928" y="14916"/>
                </a:lnTo>
                <a:lnTo>
                  <a:pt x="9612" y="14989"/>
                </a:lnTo>
                <a:lnTo>
                  <a:pt x="9588" y="14940"/>
                </a:lnTo>
                <a:lnTo>
                  <a:pt x="9539" y="14916"/>
                </a:lnTo>
                <a:lnTo>
                  <a:pt x="9417" y="14867"/>
                </a:lnTo>
                <a:lnTo>
                  <a:pt x="9223" y="14843"/>
                </a:lnTo>
                <a:lnTo>
                  <a:pt x="9150" y="14843"/>
                </a:lnTo>
                <a:lnTo>
                  <a:pt x="9052" y="14867"/>
                </a:lnTo>
                <a:lnTo>
                  <a:pt x="9004" y="14916"/>
                </a:lnTo>
                <a:lnTo>
                  <a:pt x="8979" y="14965"/>
                </a:lnTo>
                <a:lnTo>
                  <a:pt x="8979" y="15013"/>
                </a:lnTo>
                <a:lnTo>
                  <a:pt x="9004" y="15062"/>
                </a:lnTo>
                <a:lnTo>
                  <a:pt x="9004" y="15086"/>
                </a:lnTo>
                <a:lnTo>
                  <a:pt x="8663" y="15135"/>
                </a:lnTo>
                <a:lnTo>
                  <a:pt x="8298" y="15159"/>
                </a:lnTo>
                <a:lnTo>
                  <a:pt x="7227" y="15159"/>
                </a:lnTo>
                <a:lnTo>
                  <a:pt x="6862" y="15111"/>
                </a:lnTo>
                <a:lnTo>
                  <a:pt x="6497" y="15062"/>
                </a:lnTo>
                <a:lnTo>
                  <a:pt x="6157" y="14989"/>
                </a:lnTo>
                <a:lnTo>
                  <a:pt x="5816" y="14916"/>
                </a:lnTo>
                <a:lnTo>
                  <a:pt x="5451" y="14819"/>
                </a:lnTo>
                <a:lnTo>
                  <a:pt x="5135" y="14697"/>
                </a:lnTo>
                <a:lnTo>
                  <a:pt x="4794" y="14575"/>
                </a:lnTo>
                <a:lnTo>
                  <a:pt x="4478" y="14405"/>
                </a:lnTo>
                <a:lnTo>
                  <a:pt x="4162" y="14259"/>
                </a:lnTo>
                <a:lnTo>
                  <a:pt x="3845" y="14064"/>
                </a:lnTo>
                <a:lnTo>
                  <a:pt x="3553" y="13870"/>
                </a:lnTo>
                <a:lnTo>
                  <a:pt x="3286" y="13675"/>
                </a:lnTo>
                <a:lnTo>
                  <a:pt x="3018" y="13456"/>
                </a:lnTo>
                <a:lnTo>
                  <a:pt x="2775" y="13237"/>
                </a:lnTo>
                <a:lnTo>
                  <a:pt x="2531" y="12994"/>
                </a:lnTo>
                <a:lnTo>
                  <a:pt x="2312" y="12775"/>
                </a:lnTo>
                <a:lnTo>
                  <a:pt x="2118" y="12507"/>
                </a:lnTo>
                <a:lnTo>
                  <a:pt x="1899" y="12239"/>
                </a:lnTo>
                <a:lnTo>
                  <a:pt x="1728" y="11972"/>
                </a:lnTo>
                <a:lnTo>
                  <a:pt x="1558" y="11704"/>
                </a:lnTo>
                <a:lnTo>
                  <a:pt x="1412" y="11412"/>
                </a:lnTo>
                <a:lnTo>
                  <a:pt x="1266" y="11120"/>
                </a:lnTo>
                <a:lnTo>
                  <a:pt x="1144" y="10828"/>
                </a:lnTo>
                <a:lnTo>
                  <a:pt x="1047" y="10512"/>
                </a:lnTo>
                <a:lnTo>
                  <a:pt x="950" y="10195"/>
                </a:lnTo>
                <a:lnTo>
                  <a:pt x="877" y="9879"/>
                </a:lnTo>
                <a:lnTo>
                  <a:pt x="828" y="9538"/>
                </a:lnTo>
                <a:lnTo>
                  <a:pt x="779" y="9003"/>
                </a:lnTo>
                <a:lnTo>
                  <a:pt x="755" y="8468"/>
                </a:lnTo>
                <a:lnTo>
                  <a:pt x="755" y="7933"/>
                </a:lnTo>
                <a:lnTo>
                  <a:pt x="779" y="7397"/>
                </a:lnTo>
                <a:lnTo>
                  <a:pt x="852" y="6862"/>
                </a:lnTo>
                <a:lnTo>
                  <a:pt x="950" y="6351"/>
                </a:lnTo>
                <a:lnTo>
                  <a:pt x="1096" y="5840"/>
                </a:lnTo>
                <a:lnTo>
                  <a:pt x="1266" y="5353"/>
                </a:lnTo>
                <a:lnTo>
                  <a:pt x="1388" y="5061"/>
                </a:lnTo>
                <a:lnTo>
                  <a:pt x="1558" y="4745"/>
                </a:lnTo>
                <a:lnTo>
                  <a:pt x="1753" y="4404"/>
                </a:lnTo>
                <a:lnTo>
                  <a:pt x="1996" y="4064"/>
                </a:lnTo>
                <a:lnTo>
                  <a:pt x="2264" y="3699"/>
                </a:lnTo>
                <a:lnTo>
                  <a:pt x="2556" y="3334"/>
                </a:lnTo>
                <a:lnTo>
                  <a:pt x="2896" y="2944"/>
                </a:lnTo>
                <a:lnTo>
                  <a:pt x="3261" y="2604"/>
                </a:lnTo>
                <a:lnTo>
                  <a:pt x="3651" y="2263"/>
                </a:lnTo>
                <a:lnTo>
                  <a:pt x="4089" y="1922"/>
                </a:lnTo>
                <a:lnTo>
                  <a:pt x="4527" y="1630"/>
                </a:lnTo>
                <a:lnTo>
                  <a:pt x="5013" y="1363"/>
                </a:lnTo>
                <a:lnTo>
                  <a:pt x="5524" y="1144"/>
                </a:lnTo>
                <a:lnTo>
                  <a:pt x="6035" y="974"/>
                </a:lnTo>
                <a:lnTo>
                  <a:pt x="6327" y="925"/>
                </a:lnTo>
                <a:lnTo>
                  <a:pt x="6595" y="876"/>
                </a:lnTo>
                <a:lnTo>
                  <a:pt x="6887" y="828"/>
                </a:lnTo>
                <a:lnTo>
                  <a:pt x="7179" y="803"/>
                </a:lnTo>
                <a:lnTo>
                  <a:pt x="7544" y="779"/>
                </a:lnTo>
                <a:lnTo>
                  <a:pt x="7933" y="730"/>
                </a:lnTo>
                <a:lnTo>
                  <a:pt x="8322" y="682"/>
                </a:lnTo>
                <a:close/>
                <a:moveTo>
                  <a:pt x="8152" y="0"/>
                </a:moveTo>
                <a:lnTo>
                  <a:pt x="7763" y="25"/>
                </a:lnTo>
                <a:lnTo>
                  <a:pt x="7373" y="73"/>
                </a:lnTo>
                <a:lnTo>
                  <a:pt x="7081" y="49"/>
                </a:lnTo>
                <a:lnTo>
                  <a:pt x="6789" y="49"/>
                </a:lnTo>
                <a:lnTo>
                  <a:pt x="6473" y="73"/>
                </a:lnTo>
                <a:lnTo>
                  <a:pt x="6157" y="146"/>
                </a:lnTo>
                <a:lnTo>
                  <a:pt x="5841" y="219"/>
                </a:lnTo>
                <a:lnTo>
                  <a:pt x="5549" y="317"/>
                </a:lnTo>
                <a:lnTo>
                  <a:pt x="5232" y="438"/>
                </a:lnTo>
                <a:lnTo>
                  <a:pt x="4916" y="560"/>
                </a:lnTo>
                <a:lnTo>
                  <a:pt x="4332" y="876"/>
                </a:lnTo>
                <a:lnTo>
                  <a:pt x="3748" y="1217"/>
                </a:lnTo>
                <a:lnTo>
                  <a:pt x="3237" y="1606"/>
                </a:lnTo>
                <a:lnTo>
                  <a:pt x="2775" y="1995"/>
                </a:lnTo>
                <a:lnTo>
                  <a:pt x="2507" y="2239"/>
                </a:lnTo>
                <a:lnTo>
                  <a:pt x="2264" y="2482"/>
                </a:lnTo>
                <a:lnTo>
                  <a:pt x="2045" y="2725"/>
                </a:lnTo>
                <a:lnTo>
                  <a:pt x="1826" y="2993"/>
                </a:lnTo>
                <a:lnTo>
                  <a:pt x="1631" y="3261"/>
                </a:lnTo>
                <a:lnTo>
                  <a:pt x="1461" y="3528"/>
                </a:lnTo>
                <a:lnTo>
                  <a:pt x="1120" y="4088"/>
                </a:lnTo>
                <a:lnTo>
                  <a:pt x="852" y="4696"/>
                </a:lnTo>
                <a:lnTo>
                  <a:pt x="609" y="5305"/>
                </a:lnTo>
                <a:lnTo>
                  <a:pt x="414" y="5962"/>
                </a:lnTo>
                <a:lnTo>
                  <a:pt x="220" y="6643"/>
                </a:lnTo>
                <a:lnTo>
                  <a:pt x="122" y="7008"/>
                </a:lnTo>
                <a:lnTo>
                  <a:pt x="74" y="7373"/>
                </a:lnTo>
                <a:lnTo>
                  <a:pt x="25" y="7738"/>
                </a:lnTo>
                <a:lnTo>
                  <a:pt x="1" y="8103"/>
                </a:lnTo>
                <a:lnTo>
                  <a:pt x="1" y="8468"/>
                </a:lnTo>
                <a:lnTo>
                  <a:pt x="25" y="8809"/>
                </a:lnTo>
                <a:lnTo>
                  <a:pt x="49" y="9174"/>
                </a:lnTo>
                <a:lnTo>
                  <a:pt x="98" y="9514"/>
                </a:lnTo>
                <a:lnTo>
                  <a:pt x="195" y="9879"/>
                </a:lnTo>
                <a:lnTo>
                  <a:pt x="268" y="10220"/>
                </a:lnTo>
                <a:lnTo>
                  <a:pt x="390" y="10560"/>
                </a:lnTo>
                <a:lnTo>
                  <a:pt x="512" y="10901"/>
                </a:lnTo>
                <a:lnTo>
                  <a:pt x="658" y="11242"/>
                </a:lnTo>
                <a:lnTo>
                  <a:pt x="804" y="11582"/>
                </a:lnTo>
                <a:lnTo>
                  <a:pt x="1169" y="12264"/>
                </a:lnTo>
                <a:lnTo>
                  <a:pt x="1388" y="12629"/>
                </a:lnTo>
                <a:lnTo>
                  <a:pt x="1631" y="12994"/>
                </a:lnTo>
                <a:lnTo>
                  <a:pt x="1899" y="13334"/>
                </a:lnTo>
                <a:lnTo>
                  <a:pt x="2166" y="13651"/>
                </a:lnTo>
                <a:lnTo>
                  <a:pt x="2434" y="13943"/>
                </a:lnTo>
                <a:lnTo>
                  <a:pt x="2750" y="14235"/>
                </a:lnTo>
                <a:lnTo>
                  <a:pt x="3042" y="14502"/>
                </a:lnTo>
                <a:lnTo>
                  <a:pt x="3383" y="14746"/>
                </a:lnTo>
                <a:lnTo>
                  <a:pt x="3699" y="14965"/>
                </a:lnTo>
                <a:lnTo>
                  <a:pt x="4064" y="15159"/>
                </a:lnTo>
                <a:lnTo>
                  <a:pt x="4429" y="15354"/>
                </a:lnTo>
                <a:lnTo>
                  <a:pt x="4794" y="15500"/>
                </a:lnTo>
                <a:lnTo>
                  <a:pt x="5184" y="15622"/>
                </a:lnTo>
                <a:lnTo>
                  <a:pt x="5597" y="15743"/>
                </a:lnTo>
                <a:lnTo>
                  <a:pt x="6011" y="15816"/>
                </a:lnTo>
                <a:lnTo>
                  <a:pt x="6424" y="15889"/>
                </a:lnTo>
                <a:lnTo>
                  <a:pt x="6862" y="15914"/>
                </a:lnTo>
                <a:lnTo>
                  <a:pt x="7300" y="15938"/>
                </a:lnTo>
                <a:lnTo>
                  <a:pt x="7738" y="15938"/>
                </a:lnTo>
                <a:lnTo>
                  <a:pt x="8152" y="15914"/>
                </a:lnTo>
                <a:lnTo>
                  <a:pt x="8590" y="15889"/>
                </a:lnTo>
                <a:lnTo>
                  <a:pt x="9004" y="15841"/>
                </a:lnTo>
                <a:lnTo>
                  <a:pt x="9442" y="15768"/>
                </a:lnTo>
                <a:lnTo>
                  <a:pt x="9855" y="15670"/>
                </a:lnTo>
                <a:lnTo>
                  <a:pt x="10245" y="15573"/>
                </a:lnTo>
                <a:lnTo>
                  <a:pt x="10658" y="15451"/>
                </a:lnTo>
                <a:lnTo>
                  <a:pt x="11048" y="15305"/>
                </a:lnTo>
                <a:lnTo>
                  <a:pt x="11461" y="15135"/>
                </a:lnTo>
                <a:lnTo>
                  <a:pt x="11826" y="14940"/>
                </a:lnTo>
                <a:lnTo>
                  <a:pt x="12216" y="14721"/>
                </a:lnTo>
                <a:lnTo>
                  <a:pt x="12581" y="14478"/>
                </a:lnTo>
                <a:lnTo>
                  <a:pt x="12921" y="14235"/>
                </a:lnTo>
                <a:lnTo>
                  <a:pt x="13286" y="13943"/>
                </a:lnTo>
                <a:lnTo>
                  <a:pt x="13603" y="13651"/>
                </a:lnTo>
                <a:lnTo>
                  <a:pt x="13895" y="13334"/>
                </a:lnTo>
                <a:lnTo>
                  <a:pt x="14187" y="13018"/>
                </a:lnTo>
                <a:lnTo>
                  <a:pt x="14454" y="12702"/>
                </a:lnTo>
                <a:lnTo>
                  <a:pt x="14697" y="12361"/>
                </a:lnTo>
                <a:lnTo>
                  <a:pt x="14916" y="11996"/>
                </a:lnTo>
                <a:lnTo>
                  <a:pt x="15111" y="11631"/>
                </a:lnTo>
                <a:lnTo>
                  <a:pt x="15135" y="11631"/>
                </a:lnTo>
                <a:lnTo>
                  <a:pt x="15160" y="11582"/>
                </a:lnTo>
                <a:lnTo>
                  <a:pt x="15160" y="11534"/>
                </a:lnTo>
                <a:lnTo>
                  <a:pt x="15330" y="11096"/>
                </a:lnTo>
                <a:lnTo>
                  <a:pt x="15500" y="10658"/>
                </a:lnTo>
                <a:lnTo>
                  <a:pt x="15622" y="10195"/>
                </a:lnTo>
                <a:lnTo>
                  <a:pt x="15719" y="9733"/>
                </a:lnTo>
                <a:lnTo>
                  <a:pt x="15744" y="9709"/>
                </a:lnTo>
                <a:lnTo>
                  <a:pt x="15768" y="9684"/>
                </a:lnTo>
                <a:lnTo>
                  <a:pt x="15792" y="9636"/>
                </a:lnTo>
                <a:lnTo>
                  <a:pt x="15768" y="9611"/>
                </a:lnTo>
                <a:lnTo>
                  <a:pt x="15744" y="9563"/>
                </a:lnTo>
                <a:lnTo>
                  <a:pt x="15792" y="9174"/>
                </a:lnTo>
                <a:lnTo>
                  <a:pt x="15841" y="8760"/>
                </a:lnTo>
                <a:lnTo>
                  <a:pt x="15841" y="8371"/>
                </a:lnTo>
                <a:lnTo>
                  <a:pt x="15817" y="7957"/>
                </a:lnTo>
                <a:lnTo>
                  <a:pt x="15744" y="7105"/>
                </a:lnTo>
                <a:lnTo>
                  <a:pt x="15671" y="6667"/>
                </a:lnTo>
                <a:lnTo>
                  <a:pt x="15598" y="6254"/>
                </a:lnTo>
                <a:lnTo>
                  <a:pt x="15525" y="5840"/>
                </a:lnTo>
                <a:lnTo>
                  <a:pt x="15403" y="5426"/>
                </a:lnTo>
                <a:lnTo>
                  <a:pt x="15281" y="5013"/>
                </a:lnTo>
                <a:lnTo>
                  <a:pt x="15160" y="4623"/>
                </a:lnTo>
                <a:lnTo>
                  <a:pt x="14989" y="4234"/>
                </a:lnTo>
                <a:lnTo>
                  <a:pt x="14819" y="3845"/>
                </a:lnTo>
                <a:lnTo>
                  <a:pt x="14624" y="3480"/>
                </a:lnTo>
                <a:lnTo>
                  <a:pt x="14405" y="3115"/>
                </a:lnTo>
                <a:lnTo>
                  <a:pt x="14162" y="2774"/>
                </a:lnTo>
                <a:lnTo>
                  <a:pt x="13895" y="2458"/>
                </a:lnTo>
                <a:lnTo>
                  <a:pt x="13603" y="2141"/>
                </a:lnTo>
                <a:lnTo>
                  <a:pt x="13286" y="1849"/>
                </a:lnTo>
                <a:lnTo>
                  <a:pt x="12970" y="1582"/>
                </a:lnTo>
                <a:lnTo>
                  <a:pt x="12654" y="1363"/>
                </a:lnTo>
                <a:lnTo>
                  <a:pt x="12313" y="1144"/>
                </a:lnTo>
                <a:lnTo>
                  <a:pt x="11948" y="949"/>
                </a:lnTo>
                <a:lnTo>
                  <a:pt x="11607" y="779"/>
                </a:lnTo>
                <a:lnTo>
                  <a:pt x="11218" y="609"/>
                </a:lnTo>
                <a:lnTo>
                  <a:pt x="10853" y="487"/>
                </a:lnTo>
                <a:lnTo>
                  <a:pt x="10464" y="365"/>
                </a:lnTo>
                <a:lnTo>
                  <a:pt x="10099" y="268"/>
                </a:lnTo>
                <a:lnTo>
                  <a:pt x="9709" y="171"/>
                </a:lnTo>
                <a:lnTo>
                  <a:pt x="9320" y="98"/>
                </a:lnTo>
                <a:lnTo>
                  <a:pt x="8931" y="49"/>
                </a:lnTo>
                <a:lnTo>
                  <a:pt x="8541" y="25"/>
                </a:lnTo>
                <a:lnTo>
                  <a:pt x="8152" y="0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97" name="Google Shape;59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2795" y="2009634"/>
            <a:ext cx="226075" cy="449084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28"/>
          <p:cNvSpPr/>
          <p:nvPr/>
        </p:nvSpPr>
        <p:spPr>
          <a:xfrm>
            <a:off x="7128062" y="2000225"/>
            <a:ext cx="118928" cy="136275"/>
          </a:xfrm>
          <a:custGeom>
            <a:rect b="b" l="l" r="r" t="t"/>
            <a:pathLst>
              <a:path extrusionOk="0" h="4109" w="2676">
                <a:moveTo>
                  <a:pt x="1028" y="835"/>
                </a:moveTo>
                <a:lnTo>
                  <a:pt x="1049" y="856"/>
                </a:lnTo>
                <a:lnTo>
                  <a:pt x="1092" y="942"/>
                </a:lnTo>
                <a:lnTo>
                  <a:pt x="1156" y="1156"/>
                </a:lnTo>
                <a:lnTo>
                  <a:pt x="1199" y="1412"/>
                </a:lnTo>
                <a:lnTo>
                  <a:pt x="1221" y="1562"/>
                </a:lnTo>
                <a:lnTo>
                  <a:pt x="1114" y="1562"/>
                </a:lnTo>
                <a:lnTo>
                  <a:pt x="1049" y="1519"/>
                </a:lnTo>
                <a:lnTo>
                  <a:pt x="1028" y="1455"/>
                </a:lnTo>
                <a:lnTo>
                  <a:pt x="1007" y="1348"/>
                </a:lnTo>
                <a:lnTo>
                  <a:pt x="942" y="1198"/>
                </a:lnTo>
                <a:lnTo>
                  <a:pt x="921" y="1113"/>
                </a:lnTo>
                <a:lnTo>
                  <a:pt x="900" y="1027"/>
                </a:lnTo>
                <a:lnTo>
                  <a:pt x="921" y="942"/>
                </a:lnTo>
                <a:lnTo>
                  <a:pt x="942" y="920"/>
                </a:lnTo>
                <a:lnTo>
                  <a:pt x="964" y="899"/>
                </a:lnTo>
                <a:lnTo>
                  <a:pt x="1028" y="835"/>
                </a:lnTo>
                <a:close/>
                <a:moveTo>
                  <a:pt x="1798" y="2140"/>
                </a:moveTo>
                <a:lnTo>
                  <a:pt x="1948" y="2183"/>
                </a:lnTo>
                <a:lnTo>
                  <a:pt x="2076" y="2225"/>
                </a:lnTo>
                <a:lnTo>
                  <a:pt x="2141" y="2247"/>
                </a:lnTo>
                <a:lnTo>
                  <a:pt x="2205" y="2290"/>
                </a:lnTo>
                <a:lnTo>
                  <a:pt x="2248" y="2354"/>
                </a:lnTo>
                <a:lnTo>
                  <a:pt x="2269" y="2418"/>
                </a:lnTo>
                <a:lnTo>
                  <a:pt x="2248" y="2525"/>
                </a:lnTo>
                <a:lnTo>
                  <a:pt x="2226" y="2675"/>
                </a:lnTo>
                <a:lnTo>
                  <a:pt x="2162" y="2803"/>
                </a:lnTo>
                <a:lnTo>
                  <a:pt x="2119" y="2825"/>
                </a:lnTo>
                <a:lnTo>
                  <a:pt x="2076" y="2846"/>
                </a:lnTo>
                <a:lnTo>
                  <a:pt x="2012" y="2803"/>
                </a:lnTo>
                <a:lnTo>
                  <a:pt x="1969" y="2718"/>
                </a:lnTo>
                <a:lnTo>
                  <a:pt x="1884" y="2482"/>
                </a:lnTo>
                <a:lnTo>
                  <a:pt x="1820" y="2247"/>
                </a:lnTo>
                <a:lnTo>
                  <a:pt x="1798" y="2140"/>
                </a:lnTo>
                <a:close/>
                <a:moveTo>
                  <a:pt x="1221" y="2033"/>
                </a:moveTo>
                <a:lnTo>
                  <a:pt x="1306" y="2054"/>
                </a:lnTo>
                <a:lnTo>
                  <a:pt x="1392" y="2076"/>
                </a:lnTo>
                <a:lnTo>
                  <a:pt x="1563" y="2546"/>
                </a:lnTo>
                <a:lnTo>
                  <a:pt x="1713" y="3017"/>
                </a:lnTo>
                <a:lnTo>
                  <a:pt x="1627" y="3039"/>
                </a:lnTo>
                <a:lnTo>
                  <a:pt x="1584" y="3039"/>
                </a:lnTo>
                <a:lnTo>
                  <a:pt x="1541" y="2996"/>
                </a:lnTo>
                <a:lnTo>
                  <a:pt x="1499" y="2910"/>
                </a:lnTo>
                <a:lnTo>
                  <a:pt x="1434" y="2760"/>
                </a:lnTo>
                <a:lnTo>
                  <a:pt x="1392" y="2611"/>
                </a:lnTo>
                <a:lnTo>
                  <a:pt x="1285" y="2332"/>
                </a:lnTo>
                <a:lnTo>
                  <a:pt x="1242" y="2183"/>
                </a:lnTo>
                <a:lnTo>
                  <a:pt x="1221" y="2033"/>
                </a:lnTo>
                <a:close/>
                <a:moveTo>
                  <a:pt x="1007" y="0"/>
                </a:moveTo>
                <a:lnTo>
                  <a:pt x="964" y="22"/>
                </a:lnTo>
                <a:lnTo>
                  <a:pt x="942" y="43"/>
                </a:lnTo>
                <a:lnTo>
                  <a:pt x="942" y="86"/>
                </a:lnTo>
                <a:lnTo>
                  <a:pt x="921" y="171"/>
                </a:lnTo>
                <a:lnTo>
                  <a:pt x="921" y="278"/>
                </a:lnTo>
                <a:lnTo>
                  <a:pt x="921" y="343"/>
                </a:lnTo>
                <a:lnTo>
                  <a:pt x="942" y="385"/>
                </a:lnTo>
                <a:lnTo>
                  <a:pt x="921" y="407"/>
                </a:lnTo>
                <a:lnTo>
                  <a:pt x="857" y="450"/>
                </a:lnTo>
                <a:lnTo>
                  <a:pt x="771" y="450"/>
                </a:lnTo>
                <a:lnTo>
                  <a:pt x="728" y="364"/>
                </a:lnTo>
                <a:lnTo>
                  <a:pt x="707" y="278"/>
                </a:lnTo>
                <a:lnTo>
                  <a:pt x="686" y="193"/>
                </a:lnTo>
                <a:lnTo>
                  <a:pt x="643" y="107"/>
                </a:lnTo>
                <a:lnTo>
                  <a:pt x="621" y="86"/>
                </a:lnTo>
                <a:lnTo>
                  <a:pt x="579" y="65"/>
                </a:lnTo>
                <a:lnTo>
                  <a:pt x="514" y="65"/>
                </a:lnTo>
                <a:lnTo>
                  <a:pt x="472" y="107"/>
                </a:lnTo>
                <a:lnTo>
                  <a:pt x="450" y="150"/>
                </a:lnTo>
                <a:lnTo>
                  <a:pt x="429" y="193"/>
                </a:lnTo>
                <a:lnTo>
                  <a:pt x="429" y="300"/>
                </a:lnTo>
                <a:lnTo>
                  <a:pt x="450" y="407"/>
                </a:lnTo>
                <a:lnTo>
                  <a:pt x="450" y="535"/>
                </a:lnTo>
                <a:lnTo>
                  <a:pt x="450" y="578"/>
                </a:lnTo>
                <a:lnTo>
                  <a:pt x="407" y="642"/>
                </a:lnTo>
                <a:lnTo>
                  <a:pt x="365" y="685"/>
                </a:lnTo>
                <a:lnTo>
                  <a:pt x="301" y="728"/>
                </a:lnTo>
                <a:lnTo>
                  <a:pt x="215" y="813"/>
                </a:lnTo>
                <a:lnTo>
                  <a:pt x="108" y="985"/>
                </a:lnTo>
                <a:lnTo>
                  <a:pt x="22" y="1156"/>
                </a:lnTo>
                <a:lnTo>
                  <a:pt x="1" y="1391"/>
                </a:lnTo>
                <a:lnTo>
                  <a:pt x="22" y="1498"/>
                </a:lnTo>
                <a:lnTo>
                  <a:pt x="65" y="1605"/>
                </a:lnTo>
                <a:lnTo>
                  <a:pt x="108" y="1691"/>
                </a:lnTo>
                <a:lnTo>
                  <a:pt x="172" y="1733"/>
                </a:lnTo>
                <a:lnTo>
                  <a:pt x="236" y="1798"/>
                </a:lnTo>
                <a:lnTo>
                  <a:pt x="322" y="1819"/>
                </a:lnTo>
                <a:lnTo>
                  <a:pt x="450" y="1862"/>
                </a:lnTo>
                <a:lnTo>
                  <a:pt x="600" y="1883"/>
                </a:lnTo>
                <a:lnTo>
                  <a:pt x="750" y="1905"/>
                </a:lnTo>
                <a:lnTo>
                  <a:pt x="793" y="1926"/>
                </a:lnTo>
                <a:lnTo>
                  <a:pt x="835" y="1947"/>
                </a:lnTo>
                <a:lnTo>
                  <a:pt x="900" y="2033"/>
                </a:lnTo>
                <a:lnTo>
                  <a:pt x="942" y="2161"/>
                </a:lnTo>
                <a:lnTo>
                  <a:pt x="1007" y="2418"/>
                </a:lnTo>
                <a:lnTo>
                  <a:pt x="1178" y="2910"/>
                </a:lnTo>
                <a:lnTo>
                  <a:pt x="1221" y="3039"/>
                </a:lnTo>
                <a:lnTo>
                  <a:pt x="1221" y="3103"/>
                </a:lnTo>
                <a:lnTo>
                  <a:pt x="1221" y="3145"/>
                </a:lnTo>
                <a:lnTo>
                  <a:pt x="1199" y="3167"/>
                </a:lnTo>
                <a:lnTo>
                  <a:pt x="1156" y="3188"/>
                </a:lnTo>
                <a:lnTo>
                  <a:pt x="1007" y="3210"/>
                </a:lnTo>
                <a:lnTo>
                  <a:pt x="878" y="3188"/>
                </a:lnTo>
                <a:lnTo>
                  <a:pt x="707" y="3167"/>
                </a:lnTo>
                <a:lnTo>
                  <a:pt x="514" y="3145"/>
                </a:lnTo>
                <a:lnTo>
                  <a:pt x="407" y="3145"/>
                </a:lnTo>
                <a:lnTo>
                  <a:pt x="386" y="3167"/>
                </a:lnTo>
                <a:lnTo>
                  <a:pt x="386" y="3210"/>
                </a:lnTo>
                <a:lnTo>
                  <a:pt x="365" y="3317"/>
                </a:lnTo>
                <a:lnTo>
                  <a:pt x="386" y="3424"/>
                </a:lnTo>
                <a:lnTo>
                  <a:pt x="407" y="3488"/>
                </a:lnTo>
                <a:lnTo>
                  <a:pt x="472" y="3552"/>
                </a:lnTo>
                <a:lnTo>
                  <a:pt x="536" y="3595"/>
                </a:lnTo>
                <a:lnTo>
                  <a:pt x="686" y="3659"/>
                </a:lnTo>
                <a:lnTo>
                  <a:pt x="878" y="3680"/>
                </a:lnTo>
                <a:lnTo>
                  <a:pt x="1049" y="3680"/>
                </a:lnTo>
                <a:lnTo>
                  <a:pt x="1242" y="3638"/>
                </a:lnTo>
                <a:lnTo>
                  <a:pt x="1413" y="3638"/>
                </a:lnTo>
                <a:lnTo>
                  <a:pt x="1456" y="3680"/>
                </a:lnTo>
                <a:lnTo>
                  <a:pt x="1499" y="3723"/>
                </a:lnTo>
                <a:lnTo>
                  <a:pt x="1541" y="3787"/>
                </a:lnTo>
                <a:lnTo>
                  <a:pt x="1584" y="3809"/>
                </a:lnTo>
                <a:lnTo>
                  <a:pt x="1648" y="3787"/>
                </a:lnTo>
                <a:lnTo>
                  <a:pt x="1670" y="3787"/>
                </a:lnTo>
                <a:lnTo>
                  <a:pt x="1691" y="3723"/>
                </a:lnTo>
                <a:lnTo>
                  <a:pt x="1691" y="3659"/>
                </a:lnTo>
                <a:lnTo>
                  <a:pt x="1713" y="3595"/>
                </a:lnTo>
                <a:lnTo>
                  <a:pt x="1777" y="3509"/>
                </a:lnTo>
                <a:lnTo>
                  <a:pt x="1820" y="3488"/>
                </a:lnTo>
                <a:lnTo>
                  <a:pt x="1841" y="3488"/>
                </a:lnTo>
                <a:lnTo>
                  <a:pt x="1884" y="3509"/>
                </a:lnTo>
                <a:lnTo>
                  <a:pt x="1927" y="3595"/>
                </a:lnTo>
                <a:lnTo>
                  <a:pt x="2012" y="3787"/>
                </a:lnTo>
                <a:lnTo>
                  <a:pt x="2055" y="3937"/>
                </a:lnTo>
                <a:lnTo>
                  <a:pt x="2098" y="4044"/>
                </a:lnTo>
                <a:lnTo>
                  <a:pt x="2162" y="4108"/>
                </a:lnTo>
                <a:lnTo>
                  <a:pt x="2226" y="4108"/>
                </a:lnTo>
                <a:lnTo>
                  <a:pt x="2248" y="4087"/>
                </a:lnTo>
                <a:lnTo>
                  <a:pt x="2290" y="4023"/>
                </a:lnTo>
                <a:lnTo>
                  <a:pt x="2312" y="3916"/>
                </a:lnTo>
                <a:lnTo>
                  <a:pt x="2290" y="3809"/>
                </a:lnTo>
                <a:lnTo>
                  <a:pt x="2248" y="3595"/>
                </a:lnTo>
                <a:lnTo>
                  <a:pt x="2205" y="3509"/>
                </a:lnTo>
                <a:lnTo>
                  <a:pt x="2183" y="3402"/>
                </a:lnTo>
                <a:lnTo>
                  <a:pt x="2205" y="3295"/>
                </a:lnTo>
                <a:lnTo>
                  <a:pt x="2226" y="3274"/>
                </a:lnTo>
                <a:lnTo>
                  <a:pt x="2269" y="3231"/>
                </a:lnTo>
                <a:lnTo>
                  <a:pt x="2354" y="3124"/>
                </a:lnTo>
                <a:lnTo>
                  <a:pt x="2461" y="3039"/>
                </a:lnTo>
                <a:lnTo>
                  <a:pt x="2547" y="2953"/>
                </a:lnTo>
                <a:lnTo>
                  <a:pt x="2633" y="2825"/>
                </a:lnTo>
                <a:lnTo>
                  <a:pt x="2654" y="2718"/>
                </a:lnTo>
                <a:lnTo>
                  <a:pt x="2675" y="2611"/>
                </a:lnTo>
                <a:lnTo>
                  <a:pt x="2654" y="2418"/>
                </a:lnTo>
                <a:lnTo>
                  <a:pt x="2611" y="2225"/>
                </a:lnTo>
                <a:lnTo>
                  <a:pt x="2526" y="2054"/>
                </a:lnTo>
                <a:lnTo>
                  <a:pt x="2397" y="1905"/>
                </a:lnTo>
                <a:lnTo>
                  <a:pt x="2248" y="1755"/>
                </a:lnTo>
                <a:lnTo>
                  <a:pt x="2076" y="1669"/>
                </a:lnTo>
                <a:lnTo>
                  <a:pt x="1884" y="1584"/>
                </a:lnTo>
                <a:lnTo>
                  <a:pt x="1713" y="1562"/>
                </a:lnTo>
                <a:lnTo>
                  <a:pt x="1627" y="1562"/>
                </a:lnTo>
                <a:lnTo>
                  <a:pt x="1563" y="1541"/>
                </a:lnTo>
                <a:lnTo>
                  <a:pt x="1541" y="1477"/>
                </a:lnTo>
                <a:lnTo>
                  <a:pt x="1520" y="1370"/>
                </a:lnTo>
                <a:lnTo>
                  <a:pt x="1477" y="1156"/>
                </a:lnTo>
                <a:lnTo>
                  <a:pt x="1392" y="942"/>
                </a:lnTo>
                <a:lnTo>
                  <a:pt x="1349" y="813"/>
                </a:lnTo>
                <a:lnTo>
                  <a:pt x="1349" y="771"/>
                </a:lnTo>
                <a:lnTo>
                  <a:pt x="1392" y="728"/>
                </a:lnTo>
                <a:lnTo>
                  <a:pt x="1499" y="685"/>
                </a:lnTo>
                <a:lnTo>
                  <a:pt x="1648" y="685"/>
                </a:lnTo>
                <a:lnTo>
                  <a:pt x="1798" y="664"/>
                </a:lnTo>
                <a:lnTo>
                  <a:pt x="1884" y="664"/>
                </a:lnTo>
                <a:lnTo>
                  <a:pt x="1948" y="621"/>
                </a:lnTo>
                <a:lnTo>
                  <a:pt x="2012" y="578"/>
                </a:lnTo>
                <a:lnTo>
                  <a:pt x="2055" y="514"/>
                </a:lnTo>
                <a:lnTo>
                  <a:pt x="2076" y="428"/>
                </a:lnTo>
                <a:lnTo>
                  <a:pt x="2055" y="364"/>
                </a:lnTo>
                <a:lnTo>
                  <a:pt x="2012" y="300"/>
                </a:lnTo>
                <a:lnTo>
                  <a:pt x="1927" y="278"/>
                </a:lnTo>
                <a:lnTo>
                  <a:pt x="1777" y="236"/>
                </a:lnTo>
                <a:lnTo>
                  <a:pt x="1606" y="236"/>
                </a:lnTo>
                <a:lnTo>
                  <a:pt x="1413" y="257"/>
                </a:lnTo>
                <a:lnTo>
                  <a:pt x="1306" y="278"/>
                </a:lnTo>
                <a:lnTo>
                  <a:pt x="1221" y="278"/>
                </a:lnTo>
                <a:lnTo>
                  <a:pt x="1199" y="257"/>
                </a:lnTo>
                <a:lnTo>
                  <a:pt x="1178" y="236"/>
                </a:lnTo>
                <a:lnTo>
                  <a:pt x="1156" y="150"/>
                </a:lnTo>
                <a:lnTo>
                  <a:pt x="1135" y="86"/>
                </a:lnTo>
                <a:lnTo>
                  <a:pt x="1114" y="43"/>
                </a:lnTo>
                <a:lnTo>
                  <a:pt x="1071" y="22"/>
                </a:lnTo>
                <a:lnTo>
                  <a:pt x="1007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28"/>
          <p:cNvSpPr/>
          <p:nvPr/>
        </p:nvSpPr>
        <p:spPr>
          <a:xfrm>
            <a:off x="6731900" y="2446725"/>
            <a:ext cx="486900" cy="4377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28"/>
          <p:cNvSpPr/>
          <p:nvPr/>
        </p:nvSpPr>
        <p:spPr>
          <a:xfrm>
            <a:off x="6814267" y="2514570"/>
            <a:ext cx="333307" cy="315240"/>
          </a:xfrm>
          <a:custGeom>
            <a:rect b="b" l="l" r="r" t="t"/>
            <a:pathLst>
              <a:path extrusionOk="0" h="18251" w="19297">
                <a:moveTo>
                  <a:pt x="18396" y="828"/>
                </a:moveTo>
                <a:lnTo>
                  <a:pt x="18761" y="877"/>
                </a:lnTo>
                <a:lnTo>
                  <a:pt x="18737" y="1242"/>
                </a:lnTo>
                <a:lnTo>
                  <a:pt x="18615" y="1266"/>
                </a:lnTo>
                <a:lnTo>
                  <a:pt x="18493" y="1315"/>
                </a:lnTo>
                <a:lnTo>
                  <a:pt x="18274" y="1436"/>
                </a:lnTo>
                <a:lnTo>
                  <a:pt x="18007" y="1582"/>
                </a:lnTo>
                <a:lnTo>
                  <a:pt x="17739" y="1777"/>
                </a:lnTo>
                <a:lnTo>
                  <a:pt x="17642" y="1850"/>
                </a:lnTo>
                <a:lnTo>
                  <a:pt x="17618" y="1801"/>
                </a:lnTo>
                <a:lnTo>
                  <a:pt x="17545" y="1704"/>
                </a:lnTo>
                <a:lnTo>
                  <a:pt x="17496" y="1680"/>
                </a:lnTo>
                <a:lnTo>
                  <a:pt x="17423" y="1655"/>
                </a:lnTo>
                <a:lnTo>
                  <a:pt x="17131" y="1631"/>
                </a:lnTo>
                <a:lnTo>
                  <a:pt x="17301" y="1509"/>
                </a:lnTo>
                <a:lnTo>
                  <a:pt x="17472" y="1388"/>
                </a:lnTo>
                <a:lnTo>
                  <a:pt x="17837" y="1144"/>
                </a:lnTo>
                <a:lnTo>
                  <a:pt x="18104" y="974"/>
                </a:lnTo>
                <a:lnTo>
                  <a:pt x="18250" y="901"/>
                </a:lnTo>
                <a:lnTo>
                  <a:pt x="18396" y="828"/>
                </a:lnTo>
                <a:close/>
                <a:moveTo>
                  <a:pt x="18712" y="1582"/>
                </a:moveTo>
                <a:lnTo>
                  <a:pt x="18688" y="2385"/>
                </a:lnTo>
                <a:lnTo>
                  <a:pt x="18688" y="3164"/>
                </a:lnTo>
                <a:lnTo>
                  <a:pt x="18469" y="3334"/>
                </a:lnTo>
                <a:lnTo>
                  <a:pt x="18250" y="3529"/>
                </a:lnTo>
                <a:lnTo>
                  <a:pt x="17982" y="3748"/>
                </a:lnTo>
                <a:lnTo>
                  <a:pt x="17861" y="3870"/>
                </a:lnTo>
                <a:lnTo>
                  <a:pt x="17764" y="4016"/>
                </a:lnTo>
                <a:lnTo>
                  <a:pt x="17739" y="3407"/>
                </a:lnTo>
                <a:lnTo>
                  <a:pt x="17739" y="3334"/>
                </a:lnTo>
                <a:lnTo>
                  <a:pt x="17958" y="3140"/>
                </a:lnTo>
                <a:lnTo>
                  <a:pt x="18177" y="2945"/>
                </a:lnTo>
                <a:lnTo>
                  <a:pt x="18493" y="2653"/>
                </a:lnTo>
                <a:lnTo>
                  <a:pt x="18615" y="2531"/>
                </a:lnTo>
                <a:lnTo>
                  <a:pt x="18664" y="2458"/>
                </a:lnTo>
                <a:lnTo>
                  <a:pt x="18688" y="2361"/>
                </a:lnTo>
                <a:lnTo>
                  <a:pt x="18664" y="2312"/>
                </a:lnTo>
                <a:lnTo>
                  <a:pt x="18615" y="2288"/>
                </a:lnTo>
                <a:lnTo>
                  <a:pt x="18518" y="2264"/>
                </a:lnTo>
                <a:lnTo>
                  <a:pt x="18445" y="2288"/>
                </a:lnTo>
                <a:lnTo>
                  <a:pt x="18347" y="2312"/>
                </a:lnTo>
                <a:lnTo>
                  <a:pt x="18274" y="2385"/>
                </a:lnTo>
                <a:lnTo>
                  <a:pt x="18128" y="2531"/>
                </a:lnTo>
                <a:lnTo>
                  <a:pt x="18007" y="2653"/>
                </a:lnTo>
                <a:lnTo>
                  <a:pt x="17739" y="2945"/>
                </a:lnTo>
                <a:lnTo>
                  <a:pt x="17739" y="2531"/>
                </a:lnTo>
                <a:lnTo>
                  <a:pt x="17691" y="2118"/>
                </a:lnTo>
                <a:lnTo>
                  <a:pt x="17788" y="2069"/>
                </a:lnTo>
                <a:lnTo>
                  <a:pt x="18055" y="1947"/>
                </a:lnTo>
                <a:lnTo>
                  <a:pt x="18323" y="1777"/>
                </a:lnTo>
                <a:lnTo>
                  <a:pt x="18518" y="1680"/>
                </a:lnTo>
                <a:lnTo>
                  <a:pt x="18712" y="1582"/>
                </a:lnTo>
                <a:close/>
                <a:moveTo>
                  <a:pt x="18688" y="3529"/>
                </a:moveTo>
                <a:lnTo>
                  <a:pt x="18688" y="3894"/>
                </a:lnTo>
                <a:lnTo>
                  <a:pt x="18664" y="4843"/>
                </a:lnTo>
                <a:lnTo>
                  <a:pt x="18639" y="4843"/>
                </a:lnTo>
                <a:lnTo>
                  <a:pt x="18518" y="4916"/>
                </a:lnTo>
                <a:lnTo>
                  <a:pt x="18396" y="5038"/>
                </a:lnTo>
                <a:lnTo>
                  <a:pt x="18177" y="5305"/>
                </a:lnTo>
                <a:lnTo>
                  <a:pt x="17982" y="5451"/>
                </a:lnTo>
                <a:lnTo>
                  <a:pt x="17788" y="5597"/>
                </a:lnTo>
                <a:lnTo>
                  <a:pt x="17788" y="5013"/>
                </a:lnTo>
                <a:lnTo>
                  <a:pt x="18128" y="4819"/>
                </a:lnTo>
                <a:lnTo>
                  <a:pt x="18274" y="4746"/>
                </a:lnTo>
                <a:lnTo>
                  <a:pt x="18445" y="4673"/>
                </a:lnTo>
                <a:lnTo>
                  <a:pt x="18591" y="4575"/>
                </a:lnTo>
                <a:lnTo>
                  <a:pt x="18639" y="4527"/>
                </a:lnTo>
                <a:lnTo>
                  <a:pt x="18664" y="4454"/>
                </a:lnTo>
                <a:lnTo>
                  <a:pt x="18664" y="4429"/>
                </a:lnTo>
                <a:lnTo>
                  <a:pt x="18639" y="4381"/>
                </a:lnTo>
                <a:lnTo>
                  <a:pt x="18566" y="4332"/>
                </a:lnTo>
                <a:lnTo>
                  <a:pt x="18420" y="4332"/>
                </a:lnTo>
                <a:lnTo>
                  <a:pt x="18347" y="4356"/>
                </a:lnTo>
                <a:lnTo>
                  <a:pt x="18177" y="4429"/>
                </a:lnTo>
                <a:lnTo>
                  <a:pt x="18031" y="4502"/>
                </a:lnTo>
                <a:lnTo>
                  <a:pt x="17788" y="4673"/>
                </a:lnTo>
                <a:lnTo>
                  <a:pt x="17764" y="4137"/>
                </a:lnTo>
                <a:lnTo>
                  <a:pt x="17958" y="4040"/>
                </a:lnTo>
                <a:lnTo>
                  <a:pt x="18128" y="3943"/>
                </a:lnTo>
                <a:lnTo>
                  <a:pt x="18445" y="3699"/>
                </a:lnTo>
                <a:lnTo>
                  <a:pt x="18688" y="3529"/>
                </a:lnTo>
                <a:close/>
                <a:moveTo>
                  <a:pt x="18664" y="5305"/>
                </a:moveTo>
                <a:lnTo>
                  <a:pt x="18639" y="6011"/>
                </a:lnTo>
                <a:lnTo>
                  <a:pt x="18396" y="6108"/>
                </a:lnTo>
                <a:lnTo>
                  <a:pt x="18177" y="6230"/>
                </a:lnTo>
                <a:lnTo>
                  <a:pt x="17982" y="6376"/>
                </a:lnTo>
                <a:lnTo>
                  <a:pt x="17764" y="6522"/>
                </a:lnTo>
                <a:lnTo>
                  <a:pt x="17764" y="6522"/>
                </a:lnTo>
                <a:lnTo>
                  <a:pt x="17788" y="5865"/>
                </a:lnTo>
                <a:lnTo>
                  <a:pt x="17934" y="5816"/>
                </a:lnTo>
                <a:lnTo>
                  <a:pt x="18080" y="5743"/>
                </a:lnTo>
                <a:lnTo>
                  <a:pt x="18201" y="5670"/>
                </a:lnTo>
                <a:lnTo>
                  <a:pt x="18323" y="5597"/>
                </a:lnTo>
                <a:lnTo>
                  <a:pt x="18493" y="5476"/>
                </a:lnTo>
                <a:lnTo>
                  <a:pt x="18664" y="5305"/>
                </a:lnTo>
                <a:close/>
                <a:moveTo>
                  <a:pt x="18615" y="6425"/>
                </a:moveTo>
                <a:lnTo>
                  <a:pt x="18615" y="6473"/>
                </a:lnTo>
                <a:lnTo>
                  <a:pt x="18518" y="6498"/>
                </a:lnTo>
                <a:lnTo>
                  <a:pt x="18420" y="6546"/>
                </a:lnTo>
                <a:lnTo>
                  <a:pt x="18250" y="6668"/>
                </a:lnTo>
                <a:lnTo>
                  <a:pt x="18104" y="6765"/>
                </a:lnTo>
                <a:lnTo>
                  <a:pt x="17982" y="6887"/>
                </a:lnTo>
                <a:lnTo>
                  <a:pt x="17739" y="7155"/>
                </a:lnTo>
                <a:lnTo>
                  <a:pt x="17764" y="6717"/>
                </a:lnTo>
                <a:lnTo>
                  <a:pt x="17982" y="6668"/>
                </a:lnTo>
                <a:lnTo>
                  <a:pt x="18201" y="6595"/>
                </a:lnTo>
                <a:lnTo>
                  <a:pt x="18615" y="6425"/>
                </a:lnTo>
                <a:close/>
                <a:moveTo>
                  <a:pt x="18615" y="6838"/>
                </a:moveTo>
                <a:lnTo>
                  <a:pt x="18591" y="7349"/>
                </a:lnTo>
                <a:lnTo>
                  <a:pt x="18591" y="7666"/>
                </a:lnTo>
                <a:lnTo>
                  <a:pt x="18420" y="7787"/>
                </a:lnTo>
                <a:lnTo>
                  <a:pt x="18250" y="7909"/>
                </a:lnTo>
                <a:lnTo>
                  <a:pt x="17958" y="8103"/>
                </a:lnTo>
                <a:lnTo>
                  <a:pt x="17666" y="8322"/>
                </a:lnTo>
                <a:lnTo>
                  <a:pt x="17715" y="7739"/>
                </a:lnTo>
                <a:lnTo>
                  <a:pt x="17739" y="7349"/>
                </a:lnTo>
                <a:lnTo>
                  <a:pt x="18080" y="7155"/>
                </a:lnTo>
                <a:lnTo>
                  <a:pt x="18420" y="6960"/>
                </a:lnTo>
                <a:lnTo>
                  <a:pt x="18615" y="6838"/>
                </a:lnTo>
                <a:close/>
                <a:moveTo>
                  <a:pt x="18566" y="8103"/>
                </a:moveTo>
                <a:lnTo>
                  <a:pt x="18542" y="8420"/>
                </a:lnTo>
                <a:lnTo>
                  <a:pt x="18420" y="8493"/>
                </a:lnTo>
                <a:lnTo>
                  <a:pt x="18274" y="8566"/>
                </a:lnTo>
                <a:lnTo>
                  <a:pt x="18055" y="8785"/>
                </a:lnTo>
                <a:lnTo>
                  <a:pt x="17812" y="9004"/>
                </a:lnTo>
                <a:lnTo>
                  <a:pt x="17593" y="9247"/>
                </a:lnTo>
                <a:lnTo>
                  <a:pt x="17642" y="8566"/>
                </a:lnTo>
                <a:lnTo>
                  <a:pt x="18031" y="8395"/>
                </a:lnTo>
                <a:lnTo>
                  <a:pt x="18420" y="8201"/>
                </a:lnTo>
                <a:lnTo>
                  <a:pt x="18566" y="8103"/>
                </a:lnTo>
                <a:close/>
                <a:moveTo>
                  <a:pt x="18542" y="8809"/>
                </a:moveTo>
                <a:lnTo>
                  <a:pt x="18542" y="9077"/>
                </a:lnTo>
                <a:lnTo>
                  <a:pt x="18299" y="9271"/>
                </a:lnTo>
                <a:lnTo>
                  <a:pt x="17934" y="9588"/>
                </a:lnTo>
                <a:lnTo>
                  <a:pt x="17593" y="9928"/>
                </a:lnTo>
                <a:lnTo>
                  <a:pt x="17569" y="9953"/>
                </a:lnTo>
                <a:lnTo>
                  <a:pt x="17569" y="9977"/>
                </a:lnTo>
                <a:lnTo>
                  <a:pt x="17593" y="10001"/>
                </a:lnTo>
                <a:lnTo>
                  <a:pt x="17642" y="10001"/>
                </a:lnTo>
                <a:lnTo>
                  <a:pt x="18080" y="9831"/>
                </a:lnTo>
                <a:lnTo>
                  <a:pt x="18274" y="9709"/>
                </a:lnTo>
                <a:lnTo>
                  <a:pt x="18493" y="9588"/>
                </a:lnTo>
                <a:lnTo>
                  <a:pt x="18518" y="9563"/>
                </a:lnTo>
                <a:lnTo>
                  <a:pt x="18518" y="9977"/>
                </a:lnTo>
                <a:lnTo>
                  <a:pt x="18396" y="10026"/>
                </a:lnTo>
                <a:lnTo>
                  <a:pt x="18274" y="10074"/>
                </a:lnTo>
                <a:lnTo>
                  <a:pt x="18080" y="10220"/>
                </a:lnTo>
                <a:lnTo>
                  <a:pt x="17788" y="10464"/>
                </a:lnTo>
                <a:lnTo>
                  <a:pt x="17520" y="10731"/>
                </a:lnTo>
                <a:lnTo>
                  <a:pt x="17520" y="10245"/>
                </a:lnTo>
                <a:lnTo>
                  <a:pt x="17569" y="9490"/>
                </a:lnTo>
                <a:lnTo>
                  <a:pt x="17837" y="9344"/>
                </a:lnTo>
                <a:lnTo>
                  <a:pt x="18104" y="9150"/>
                </a:lnTo>
                <a:lnTo>
                  <a:pt x="18274" y="8979"/>
                </a:lnTo>
                <a:lnTo>
                  <a:pt x="18469" y="8833"/>
                </a:lnTo>
                <a:lnTo>
                  <a:pt x="18542" y="8809"/>
                </a:lnTo>
                <a:close/>
                <a:moveTo>
                  <a:pt x="18518" y="10342"/>
                </a:moveTo>
                <a:lnTo>
                  <a:pt x="18518" y="10975"/>
                </a:lnTo>
                <a:lnTo>
                  <a:pt x="18347" y="11096"/>
                </a:lnTo>
                <a:lnTo>
                  <a:pt x="18201" y="11194"/>
                </a:lnTo>
                <a:lnTo>
                  <a:pt x="17861" y="11486"/>
                </a:lnTo>
                <a:lnTo>
                  <a:pt x="17715" y="11632"/>
                </a:lnTo>
                <a:lnTo>
                  <a:pt x="17569" y="11802"/>
                </a:lnTo>
                <a:lnTo>
                  <a:pt x="17545" y="11559"/>
                </a:lnTo>
                <a:lnTo>
                  <a:pt x="17520" y="11048"/>
                </a:lnTo>
                <a:lnTo>
                  <a:pt x="17691" y="10975"/>
                </a:lnTo>
                <a:lnTo>
                  <a:pt x="17837" y="10877"/>
                </a:lnTo>
                <a:lnTo>
                  <a:pt x="18128" y="10634"/>
                </a:lnTo>
                <a:lnTo>
                  <a:pt x="18518" y="10342"/>
                </a:lnTo>
                <a:close/>
                <a:moveTo>
                  <a:pt x="18518" y="11413"/>
                </a:moveTo>
                <a:lnTo>
                  <a:pt x="18542" y="11802"/>
                </a:lnTo>
                <a:lnTo>
                  <a:pt x="18347" y="11899"/>
                </a:lnTo>
                <a:lnTo>
                  <a:pt x="18177" y="12021"/>
                </a:lnTo>
                <a:lnTo>
                  <a:pt x="17837" y="12289"/>
                </a:lnTo>
                <a:lnTo>
                  <a:pt x="17764" y="12240"/>
                </a:lnTo>
                <a:lnTo>
                  <a:pt x="17642" y="12240"/>
                </a:lnTo>
                <a:lnTo>
                  <a:pt x="17593" y="12021"/>
                </a:lnTo>
                <a:lnTo>
                  <a:pt x="18299" y="11559"/>
                </a:lnTo>
                <a:lnTo>
                  <a:pt x="18518" y="11413"/>
                </a:lnTo>
                <a:close/>
                <a:moveTo>
                  <a:pt x="2093" y="1899"/>
                </a:moveTo>
                <a:lnTo>
                  <a:pt x="2385" y="1972"/>
                </a:lnTo>
                <a:lnTo>
                  <a:pt x="2702" y="1996"/>
                </a:lnTo>
                <a:lnTo>
                  <a:pt x="3334" y="2045"/>
                </a:lnTo>
                <a:lnTo>
                  <a:pt x="4356" y="2093"/>
                </a:lnTo>
                <a:lnTo>
                  <a:pt x="5354" y="2118"/>
                </a:lnTo>
                <a:lnTo>
                  <a:pt x="6376" y="2118"/>
                </a:lnTo>
                <a:lnTo>
                  <a:pt x="7398" y="2093"/>
                </a:lnTo>
                <a:lnTo>
                  <a:pt x="9466" y="2020"/>
                </a:lnTo>
                <a:lnTo>
                  <a:pt x="11413" y="1972"/>
                </a:lnTo>
                <a:lnTo>
                  <a:pt x="13359" y="1947"/>
                </a:lnTo>
                <a:lnTo>
                  <a:pt x="14357" y="1947"/>
                </a:lnTo>
                <a:lnTo>
                  <a:pt x="15330" y="1996"/>
                </a:lnTo>
                <a:lnTo>
                  <a:pt x="16304" y="2045"/>
                </a:lnTo>
                <a:lnTo>
                  <a:pt x="17277" y="2142"/>
                </a:lnTo>
                <a:lnTo>
                  <a:pt x="17253" y="2483"/>
                </a:lnTo>
                <a:lnTo>
                  <a:pt x="17228" y="2823"/>
                </a:lnTo>
                <a:lnTo>
                  <a:pt x="17228" y="3529"/>
                </a:lnTo>
                <a:lnTo>
                  <a:pt x="17277" y="4210"/>
                </a:lnTo>
                <a:lnTo>
                  <a:pt x="17301" y="4892"/>
                </a:lnTo>
                <a:lnTo>
                  <a:pt x="17301" y="5646"/>
                </a:lnTo>
                <a:lnTo>
                  <a:pt x="17277" y="6376"/>
                </a:lnTo>
                <a:lnTo>
                  <a:pt x="17180" y="7885"/>
                </a:lnTo>
                <a:lnTo>
                  <a:pt x="17082" y="9125"/>
                </a:lnTo>
                <a:lnTo>
                  <a:pt x="17034" y="9758"/>
                </a:lnTo>
                <a:lnTo>
                  <a:pt x="17009" y="10391"/>
                </a:lnTo>
                <a:lnTo>
                  <a:pt x="16985" y="10829"/>
                </a:lnTo>
                <a:lnTo>
                  <a:pt x="16961" y="11291"/>
                </a:lnTo>
                <a:lnTo>
                  <a:pt x="16985" y="11778"/>
                </a:lnTo>
                <a:lnTo>
                  <a:pt x="17009" y="12021"/>
                </a:lnTo>
                <a:lnTo>
                  <a:pt x="17058" y="12240"/>
                </a:lnTo>
                <a:lnTo>
                  <a:pt x="9539" y="12240"/>
                </a:lnTo>
                <a:lnTo>
                  <a:pt x="8566" y="12264"/>
                </a:lnTo>
                <a:lnTo>
                  <a:pt x="7568" y="12289"/>
                </a:lnTo>
                <a:lnTo>
                  <a:pt x="5622" y="12386"/>
                </a:lnTo>
                <a:lnTo>
                  <a:pt x="5086" y="12410"/>
                </a:lnTo>
                <a:lnTo>
                  <a:pt x="4551" y="12410"/>
                </a:lnTo>
                <a:lnTo>
                  <a:pt x="4040" y="12362"/>
                </a:lnTo>
                <a:lnTo>
                  <a:pt x="3529" y="12313"/>
                </a:lnTo>
                <a:lnTo>
                  <a:pt x="2994" y="12216"/>
                </a:lnTo>
                <a:lnTo>
                  <a:pt x="2702" y="12191"/>
                </a:lnTo>
                <a:lnTo>
                  <a:pt x="2434" y="12216"/>
                </a:lnTo>
                <a:lnTo>
                  <a:pt x="2385" y="11997"/>
                </a:lnTo>
                <a:lnTo>
                  <a:pt x="2361" y="11753"/>
                </a:lnTo>
                <a:lnTo>
                  <a:pt x="2337" y="11267"/>
                </a:lnTo>
                <a:lnTo>
                  <a:pt x="2361" y="10318"/>
                </a:lnTo>
                <a:lnTo>
                  <a:pt x="2361" y="9661"/>
                </a:lnTo>
                <a:lnTo>
                  <a:pt x="2337" y="8979"/>
                </a:lnTo>
                <a:lnTo>
                  <a:pt x="2312" y="7666"/>
                </a:lnTo>
                <a:lnTo>
                  <a:pt x="2312" y="6887"/>
                </a:lnTo>
                <a:lnTo>
                  <a:pt x="2288" y="6084"/>
                </a:lnTo>
                <a:lnTo>
                  <a:pt x="2239" y="4527"/>
                </a:lnTo>
                <a:lnTo>
                  <a:pt x="2215" y="2896"/>
                </a:lnTo>
                <a:lnTo>
                  <a:pt x="2215" y="2385"/>
                </a:lnTo>
                <a:lnTo>
                  <a:pt x="2166" y="2118"/>
                </a:lnTo>
                <a:lnTo>
                  <a:pt x="2142" y="2020"/>
                </a:lnTo>
                <a:lnTo>
                  <a:pt x="2093" y="1899"/>
                </a:lnTo>
                <a:close/>
                <a:moveTo>
                  <a:pt x="18566" y="12118"/>
                </a:moveTo>
                <a:lnTo>
                  <a:pt x="18591" y="12264"/>
                </a:lnTo>
                <a:lnTo>
                  <a:pt x="18420" y="12313"/>
                </a:lnTo>
                <a:lnTo>
                  <a:pt x="18274" y="12410"/>
                </a:lnTo>
                <a:lnTo>
                  <a:pt x="17958" y="12581"/>
                </a:lnTo>
                <a:lnTo>
                  <a:pt x="17885" y="12629"/>
                </a:lnTo>
                <a:lnTo>
                  <a:pt x="17909" y="12532"/>
                </a:lnTo>
                <a:lnTo>
                  <a:pt x="17909" y="12435"/>
                </a:lnTo>
                <a:lnTo>
                  <a:pt x="18250" y="12264"/>
                </a:lnTo>
                <a:lnTo>
                  <a:pt x="18566" y="12118"/>
                </a:lnTo>
                <a:close/>
                <a:moveTo>
                  <a:pt x="8761" y="512"/>
                </a:moveTo>
                <a:lnTo>
                  <a:pt x="10318" y="585"/>
                </a:lnTo>
                <a:lnTo>
                  <a:pt x="13432" y="755"/>
                </a:lnTo>
                <a:lnTo>
                  <a:pt x="14138" y="779"/>
                </a:lnTo>
                <a:lnTo>
                  <a:pt x="14844" y="804"/>
                </a:lnTo>
                <a:lnTo>
                  <a:pt x="16279" y="779"/>
                </a:lnTo>
                <a:lnTo>
                  <a:pt x="17034" y="755"/>
                </a:lnTo>
                <a:lnTo>
                  <a:pt x="17034" y="755"/>
                </a:lnTo>
                <a:lnTo>
                  <a:pt x="16912" y="852"/>
                </a:lnTo>
                <a:lnTo>
                  <a:pt x="16790" y="950"/>
                </a:lnTo>
                <a:lnTo>
                  <a:pt x="16790" y="998"/>
                </a:lnTo>
                <a:lnTo>
                  <a:pt x="16790" y="1023"/>
                </a:lnTo>
                <a:lnTo>
                  <a:pt x="16815" y="1047"/>
                </a:lnTo>
                <a:lnTo>
                  <a:pt x="16863" y="1047"/>
                </a:lnTo>
                <a:lnTo>
                  <a:pt x="17131" y="901"/>
                </a:lnTo>
                <a:lnTo>
                  <a:pt x="17399" y="755"/>
                </a:lnTo>
                <a:lnTo>
                  <a:pt x="17837" y="779"/>
                </a:lnTo>
                <a:lnTo>
                  <a:pt x="17593" y="925"/>
                </a:lnTo>
                <a:lnTo>
                  <a:pt x="17399" y="1071"/>
                </a:lnTo>
                <a:lnTo>
                  <a:pt x="17228" y="1217"/>
                </a:lnTo>
                <a:lnTo>
                  <a:pt x="17082" y="1412"/>
                </a:lnTo>
                <a:lnTo>
                  <a:pt x="17034" y="1509"/>
                </a:lnTo>
                <a:lnTo>
                  <a:pt x="17009" y="1631"/>
                </a:lnTo>
                <a:lnTo>
                  <a:pt x="16060" y="1558"/>
                </a:lnTo>
                <a:lnTo>
                  <a:pt x="15111" y="1509"/>
                </a:lnTo>
                <a:lnTo>
                  <a:pt x="14162" y="1461"/>
                </a:lnTo>
                <a:lnTo>
                  <a:pt x="13238" y="1461"/>
                </a:lnTo>
                <a:lnTo>
                  <a:pt x="11340" y="1485"/>
                </a:lnTo>
                <a:lnTo>
                  <a:pt x="9466" y="1558"/>
                </a:lnTo>
                <a:lnTo>
                  <a:pt x="7495" y="1631"/>
                </a:lnTo>
                <a:lnTo>
                  <a:pt x="5549" y="1655"/>
                </a:lnTo>
                <a:lnTo>
                  <a:pt x="4527" y="1631"/>
                </a:lnTo>
                <a:lnTo>
                  <a:pt x="3505" y="1607"/>
                </a:lnTo>
                <a:lnTo>
                  <a:pt x="3140" y="1558"/>
                </a:lnTo>
                <a:lnTo>
                  <a:pt x="2726" y="1509"/>
                </a:lnTo>
                <a:lnTo>
                  <a:pt x="2312" y="1509"/>
                </a:lnTo>
                <a:lnTo>
                  <a:pt x="2118" y="1534"/>
                </a:lnTo>
                <a:lnTo>
                  <a:pt x="1948" y="1582"/>
                </a:lnTo>
                <a:lnTo>
                  <a:pt x="1899" y="1607"/>
                </a:lnTo>
                <a:lnTo>
                  <a:pt x="1850" y="1631"/>
                </a:lnTo>
                <a:lnTo>
                  <a:pt x="1850" y="1704"/>
                </a:lnTo>
                <a:lnTo>
                  <a:pt x="1850" y="1777"/>
                </a:lnTo>
                <a:lnTo>
                  <a:pt x="1899" y="1826"/>
                </a:lnTo>
                <a:lnTo>
                  <a:pt x="1850" y="1947"/>
                </a:lnTo>
                <a:lnTo>
                  <a:pt x="1802" y="2069"/>
                </a:lnTo>
                <a:lnTo>
                  <a:pt x="1777" y="2215"/>
                </a:lnTo>
                <a:lnTo>
                  <a:pt x="1753" y="2337"/>
                </a:lnTo>
                <a:lnTo>
                  <a:pt x="1753" y="2604"/>
                </a:lnTo>
                <a:lnTo>
                  <a:pt x="1753" y="2896"/>
                </a:lnTo>
                <a:lnTo>
                  <a:pt x="1753" y="4527"/>
                </a:lnTo>
                <a:lnTo>
                  <a:pt x="1802" y="6181"/>
                </a:lnTo>
                <a:lnTo>
                  <a:pt x="1826" y="7009"/>
                </a:lnTo>
                <a:lnTo>
                  <a:pt x="1826" y="7836"/>
                </a:lnTo>
                <a:lnTo>
                  <a:pt x="1875" y="9223"/>
                </a:lnTo>
                <a:lnTo>
                  <a:pt x="1875" y="9904"/>
                </a:lnTo>
                <a:lnTo>
                  <a:pt x="1875" y="10585"/>
                </a:lnTo>
                <a:lnTo>
                  <a:pt x="1850" y="11048"/>
                </a:lnTo>
                <a:lnTo>
                  <a:pt x="1826" y="11583"/>
                </a:lnTo>
                <a:lnTo>
                  <a:pt x="1826" y="11851"/>
                </a:lnTo>
                <a:lnTo>
                  <a:pt x="1875" y="12094"/>
                </a:lnTo>
                <a:lnTo>
                  <a:pt x="1948" y="12337"/>
                </a:lnTo>
                <a:lnTo>
                  <a:pt x="2045" y="12532"/>
                </a:lnTo>
                <a:lnTo>
                  <a:pt x="2118" y="12605"/>
                </a:lnTo>
                <a:lnTo>
                  <a:pt x="2215" y="12654"/>
                </a:lnTo>
                <a:lnTo>
                  <a:pt x="2312" y="12629"/>
                </a:lnTo>
                <a:lnTo>
                  <a:pt x="2385" y="12581"/>
                </a:lnTo>
                <a:lnTo>
                  <a:pt x="2677" y="12654"/>
                </a:lnTo>
                <a:lnTo>
                  <a:pt x="2969" y="12678"/>
                </a:lnTo>
                <a:lnTo>
                  <a:pt x="3553" y="12775"/>
                </a:lnTo>
                <a:lnTo>
                  <a:pt x="4040" y="12824"/>
                </a:lnTo>
                <a:lnTo>
                  <a:pt x="4502" y="12873"/>
                </a:lnTo>
                <a:lnTo>
                  <a:pt x="5427" y="12873"/>
                </a:lnTo>
                <a:lnTo>
                  <a:pt x="6449" y="12848"/>
                </a:lnTo>
                <a:lnTo>
                  <a:pt x="7495" y="12800"/>
                </a:lnTo>
                <a:lnTo>
                  <a:pt x="8517" y="12751"/>
                </a:lnTo>
                <a:lnTo>
                  <a:pt x="9539" y="12727"/>
                </a:lnTo>
                <a:lnTo>
                  <a:pt x="17277" y="12727"/>
                </a:lnTo>
                <a:lnTo>
                  <a:pt x="17350" y="12775"/>
                </a:lnTo>
                <a:lnTo>
                  <a:pt x="17496" y="12775"/>
                </a:lnTo>
                <a:lnTo>
                  <a:pt x="17569" y="12727"/>
                </a:lnTo>
                <a:lnTo>
                  <a:pt x="17715" y="12727"/>
                </a:lnTo>
                <a:lnTo>
                  <a:pt x="17569" y="12824"/>
                </a:lnTo>
                <a:lnTo>
                  <a:pt x="17423" y="12946"/>
                </a:lnTo>
                <a:lnTo>
                  <a:pt x="17301" y="13092"/>
                </a:lnTo>
                <a:lnTo>
                  <a:pt x="17180" y="13238"/>
                </a:lnTo>
                <a:lnTo>
                  <a:pt x="17180" y="13262"/>
                </a:lnTo>
                <a:lnTo>
                  <a:pt x="17180" y="13286"/>
                </a:lnTo>
                <a:lnTo>
                  <a:pt x="17204" y="13311"/>
                </a:lnTo>
                <a:lnTo>
                  <a:pt x="17253" y="13311"/>
                </a:lnTo>
                <a:lnTo>
                  <a:pt x="17472" y="13262"/>
                </a:lnTo>
                <a:lnTo>
                  <a:pt x="17666" y="13189"/>
                </a:lnTo>
                <a:lnTo>
                  <a:pt x="18055" y="12994"/>
                </a:lnTo>
                <a:lnTo>
                  <a:pt x="18347" y="12848"/>
                </a:lnTo>
                <a:lnTo>
                  <a:pt x="18615" y="12727"/>
                </a:lnTo>
                <a:lnTo>
                  <a:pt x="18664" y="12946"/>
                </a:lnTo>
                <a:lnTo>
                  <a:pt x="18396" y="13092"/>
                </a:lnTo>
                <a:lnTo>
                  <a:pt x="17982" y="13335"/>
                </a:lnTo>
                <a:lnTo>
                  <a:pt x="17593" y="13603"/>
                </a:lnTo>
                <a:lnTo>
                  <a:pt x="17545" y="13627"/>
                </a:lnTo>
                <a:lnTo>
                  <a:pt x="17545" y="13676"/>
                </a:lnTo>
                <a:lnTo>
                  <a:pt x="17569" y="13700"/>
                </a:lnTo>
                <a:lnTo>
                  <a:pt x="17618" y="13724"/>
                </a:lnTo>
                <a:lnTo>
                  <a:pt x="17861" y="13700"/>
                </a:lnTo>
                <a:lnTo>
                  <a:pt x="18080" y="13651"/>
                </a:lnTo>
                <a:lnTo>
                  <a:pt x="18274" y="13578"/>
                </a:lnTo>
                <a:lnTo>
                  <a:pt x="18493" y="13457"/>
                </a:lnTo>
                <a:lnTo>
                  <a:pt x="18712" y="13335"/>
                </a:lnTo>
                <a:lnTo>
                  <a:pt x="18785" y="13724"/>
                </a:lnTo>
                <a:lnTo>
                  <a:pt x="18250" y="13773"/>
                </a:lnTo>
                <a:lnTo>
                  <a:pt x="17739" y="13797"/>
                </a:lnTo>
                <a:lnTo>
                  <a:pt x="17204" y="13773"/>
                </a:lnTo>
                <a:lnTo>
                  <a:pt x="16669" y="13724"/>
                </a:lnTo>
                <a:lnTo>
                  <a:pt x="15622" y="13603"/>
                </a:lnTo>
                <a:lnTo>
                  <a:pt x="15087" y="13554"/>
                </a:lnTo>
                <a:lnTo>
                  <a:pt x="14576" y="13530"/>
                </a:lnTo>
                <a:lnTo>
                  <a:pt x="12118" y="13530"/>
                </a:lnTo>
                <a:lnTo>
                  <a:pt x="9661" y="13554"/>
                </a:lnTo>
                <a:lnTo>
                  <a:pt x="8469" y="13578"/>
                </a:lnTo>
                <a:lnTo>
                  <a:pt x="7301" y="13627"/>
                </a:lnTo>
                <a:lnTo>
                  <a:pt x="4916" y="13773"/>
                </a:lnTo>
                <a:lnTo>
                  <a:pt x="3772" y="13822"/>
                </a:lnTo>
                <a:lnTo>
                  <a:pt x="2629" y="13846"/>
                </a:lnTo>
                <a:lnTo>
                  <a:pt x="2020" y="13822"/>
                </a:lnTo>
                <a:lnTo>
                  <a:pt x="1412" y="13797"/>
                </a:lnTo>
                <a:lnTo>
                  <a:pt x="1145" y="13773"/>
                </a:lnTo>
                <a:lnTo>
                  <a:pt x="853" y="13749"/>
                </a:lnTo>
                <a:lnTo>
                  <a:pt x="853" y="13724"/>
                </a:lnTo>
                <a:lnTo>
                  <a:pt x="731" y="13408"/>
                </a:lnTo>
                <a:lnTo>
                  <a:pt x="658" y="13092"/>
                </a:lnTo>
                <a:lnTo>
                  <a:pt x="585" y="12775"/>
                </a:lnTo>
                <a:lnTo>
                  <a:pt x="561" y="12435"/>
                </a:lnTo>
                <a:lnTo>
                  <a:pt x="561" y="11753"/>
                </a:lnTo>
                <a:lnTo>
                  <a:pt x="561" y="11121"/>
                </a:lnTo>
                <a:lnTo>
                  <a:pt x="561" y="9320"/>
                </a:lnTo>
                <a:lnTo>
                  <a:pt x="561" y="8420"/>
                </a:lnTo>
                <a:lnTo>
                  <a:pt x="585" y="7495"/>
                </a:lnTo>
                <a:lnTo>
                  <a:pt x="658" y="5792"/>
                </a:lnTo>
                <a:lnTo>
                  <a:pt x="731" y="4064"/>
                </a:lnTo>
                <a:lnTo>
                  <a:pt x="755" y="3188"/>
                </a:lnTo>
                <a:lnTo>
                  <a:pt x="755" y="2337"/>
                </a:lnTo>
                <a:lnTo>
                  <a:pt x="731" y="1485"/>
                </a:lnTo>
                <a:lnTo>
                  <a:pt x="707" y="609"/>
                </a:lnTo>
                <a:lnTo>
                  <a:pt x="804" y="682"/>
                </a:lnTo>
                <a:lnTo>
                  <a:pt x="950" y="755"/>
                </a:lnTo>
                <a:lnTo>
                  <a:pt x="1072" y="804"/>
                </a:lnTo>
                <a:lnTo>
                  <a:pt x="1242" y="852"/>
                </a:lnTo>
                <a:lnTo>
                  <a:pt x="1583" y="901"/>
                </a:lnTo>
                <a:lnTo>
                  <a:pt x="1948" y="925"/>
                </a:lnTo>
                <a:lnTo>
                  <a:pt x="2312" y="901"/>
                </a:lnTo>
                <a:lnTo>
                  <a:pt x="2653" y="901"/>
                </a:lnTo>
                <a:lnTo>
                  <a:pt x="3164" y="852"/>
                </a:lnTo>
                <a:lnTo>
                  <a:pt x="4162" y="755"/>
                </a:lnTo>
                <a:lnTo>
                  <a:pt x="5184" y="633"/>
                </a:lnTo>
                <a:lnTo>
                  <a:pt x="6181" y="560"/>
                </a:lnTo>
                <a:lnTo>
                  <a:pt x="6692" y="512"/>
                </a:lnTo>
                <a:close/>
                <a:moveTo>
                  <a:pt x="11096" y="14016"/>
                </a:moveTo>
                <a:lnTo>
                  <a:pt x="11096" y="14187"/>
                </a:lnTo>
                <a:lnTo>
                  <a:pt x="10926" y="14260"/>
                </a:lnTo>
                <a:lnTo>
                  <a:pt x="10780" y="14357"/>
                </a:lnTo>
                <a:lnTo>
                  <a:pt x="10488" y="14552"/>
                </a:lnTo>
                <a:lnTo>
                  <a:pt x="10293" y="14698"/>
                </a:lnTo>
                <a:lnTo>
                  <a:pt x="10123" y="14868"/>
                </a:lnTo>
                <a:lnTo>
                  <a:pt x="9953" y="15038"/>
                </a:lnTo>
                <a:lnTo>
                  <a:pt x="9807" y="15233"/>
                </a:lnTo>
                <a:lnTo>
                  <a:pt x="9807" y="15282"/>
                </a:lnTo>
                <a:lnTo>
                  <a:pt x="9831" y="15330"/>
                </a:lnTo>
                <a:lnTo>
                  <a:pt x="9856" y="15379"/>
                </a:lnTo>
                <a:lnTo>
                  <a:pt x="9929" y="15379"/>
                </a:lnTo>
                <a:lnTo>
                  <a:pt x="10099" y="15282"/>
                </a:lnTo>
                <a:lnTo>
                  <a:pt x="10245" y="15184"/>
                </a:lnTo>
                <a:lnTo>
                  <a:pt x="10537" y="14941"/>
                </a:lnTo>
                <a:lnTo>
                  <a:pt x="10804" y="14771"/>
                </a:lnTo>
                <a:lnTo>
                  <a:pt x="11072" y="14600"/>
                </a:lnTo>
                <a:lnTo>
                  <a:pt x="11072" y="14600"/>
                </a:lnTo>
                <a:lnTo>
                  <a:pt x="11048" y="15087"/>
                </a:lnTo>
                <a:lnTo>
                  <a:pt x="10926" y="15136"/>
                </a:lnTo>
                <a:lnTo>
                  <a:pt x="10804" y="15209"/>
                </a:lnTo>
                <a:lnTo>
                  <a:pt x="10585" y="15330"/>
                </a:lnTo>
                <a:lnTo>
                  <a:pt x="10439" y="15403"/>
                </a:lnTo>
                <a:lnTo>
                  <a:pt x="10269" y="15525"/>
                </a:lnTo>
                <a:lnTo>
                  <a:pt x="10123" y="15647"/>
                </a:lnTo>
                <a:lnTo>
                  <a:pt x="10074" y="15695"/>
                </a:lnTo>
                <a:lnTo>
                  <a:pt x="10050" y="15793"/>
                </a:lnTo>
                <a:lnTo>
                  <a:pt x="10050" y="15817"/>
                </a:lnTo>
                <a:lnTo>
                  <a:pt x="10074" y="15841"/>
                </a:lnTo>
                <a:lnTo>
                  <a:pt x="10245" y="15841"/>
                </a:lnTo>
                <a:lnTo>
                  <a:pt x="10391" y="15817"/>
                </a:lnTo>
                <a:lnTo>
                  <a:pt x="10683" y="15671"/>
                </a:lnTo>
                <a:lnTo>
                  <a:pt x="11023" y="15501"/>
                </a:lnTo>
                <a:lnTo>
                  <a:pt x="10999" y="15841"/>
                </a:lnTo>
                <a:lnTo>
                  <a:pt x="10756" y="15987"/>
                </a:lnTo>
                <a:lnTo>
                  <a:pt x="10610" y="16085"/>
                </a:lnTo>
                <a:lnTo>
                  <a:pt x="10464" y="16206"/>
                </a:lnTo>
                <a:lnTo>
                  <a:pt x="10342" y="16352"/>
                </a:lnTo>
                <a:lnTo>
                  <a:pt x="10196" y="16474"/>
                </a:lnTo>
                <a:lnTo>
                  <a:pt x="10172" y="16498"/>
                </a:lnTo>
                <a:lnTo>
                  <a:pt x="10172" y="16522"/>
                </a:lnTo>
                <a:lnTo>
                  <a:pt x="10196" y="16547"/>
                </a:lnTo>
                <a:lnTo>
                  <a:pt x="10245" y="16547"/>
                </a:lnTo>
                <a:lnTo>
                  <a:pt x="10537" y="16425"/>
                </a:lnTo>
                <a:lnTo>
                  <a:pt x="10804" y="16303"/>
                </a:lnTo>
                <a:lnTo>
                  <a:pt x="10975" y="16230"/>
                </a:lnTo>
                <a:lnTo>
                  <a:pt x="10975" y="16449"/>
                </a:lnTo>
                <a:lnTo>
                  <a:pt x="10902" y="16474"/>
                </a:lnTo>
                <a:lnTo>
                  <a:pt x="10756" y="16547"/>
                </a:lnTo>
                <a:lnTo>
                  <a:pt x="10634" y="16620"/>
                </a:lnTo>
                <a:lnTo>
                  <a:pt x="10415" y="16814"/>
                </a:lnTo>
                <a:lnTo>
                  <a:pt x="10391" y="16863"/>
                </a:lnTo>
                <a:lnTo>
                  <a:pt x="10391" y="16887"/>
                </a:lnTo>
                <a:lnTo>
                  <a:pt x="10391" y="16960"/>
                </a:lnTo>
                <a:lnTo>
                  <a:pt x="10464" y="16985"/>
                </a:lnTo>
                <a:lnTo>
                  <a:pt x="10537" y="16985"/>
                </a:lnTo>
                <a:lnTo>
                  <a:pt x="10780" y="16887"/>
                </a:lnTo>
                <a:lnTo>
                  <a:pt x="11023" y="16790"/>
                </a:lnTo>
                <a:lnTo>
                  <a:pt x="11048" y="16887"/>
                </a:lnTo>
                <a:lnTo>
                  <a:pt x="10926" y="16960"/>
                </a:lnTo>
                <a:lnTo>
                  <a:pt x="10829" y="17058"/>
                </a:lnTo>
                <a:lnTo>
                  <a:pt x="10585" y="17252"/>
                </a:lnTo>
                <a:lnTo>
                  <a:pt x="10561" y="17277"/>
                </a:lnTo>
                <a:lnTo>
                  <a:pt x="10561" y="17301"/>
                </a:lnTo>
                <a:lnTo>
                  <a:pt x="10585" y="17325"/>
                </a:lnTo>
                <a:lnTo>
                  <a:pt x="10610" y="17325"/>
                </a:lnTo>
                <a:lnTo>
                  <a:pt x="10780" y="17301"/>
                </a:lnTo>
                <a:lnTo>
                  <a:pt x="10950" y="17252"/>
                </a:lnTo>
                <a:lnTo>
                  <a:pt x="11096" y="17179"/>
                </a:lnTo>
                <a:lnTo>
                  <a:pt x="11242" y="17082"/>
                </a:lnTo>
                <a:lnTo>
                  <a:pt x="11388" y="17155"/>
                </a:lnTo>
                <a:lnTo>
                  <a:pt x="11534" y="17179"/>
                </a:lnTo>
                <a:lnTo>
                  <a:pt x="11705" y="17204"/>
                </a:lnTo>
                <a:lnTo>
                  <a:pt x="11875" y="17204"/>
                </a:lnTo>
                <a:lnTo>
                  <a:pt x="12216" y="17179"/>
                </a:lnTo>
                <a:lnTo>
                  <a:pt x="12508" y="17155"/>
                </a:lnTo>
                <a:lnTo>
                  <a:pt x="12897" y="17179"/>
                </a:lnTo>
                <a:lnTo>
                  <a:pt x="13067" y="17179"/>
                </a:lnTo>
                <a:lnTo>
                  <a:pt x="13262" y="17228"/>
                </a:lnTo>
                <a:lnTo>
                  <a:pt x="13432" y="17277"/>
                </a:lnTo>
                <a:lnTo>
                  <a:pt x="13554" y="17374"/>
                </a:lnTo>
                <a:lnTo>
                  <a:pt x="13676" y="17496"/>
                </a:lnTo>
                <a:lnTo>
                  <a:pt x="13773" y="17617"/>
                </a:lnTo>
                <a:lnTo>
                  <a:pt x="13530" y="17593"/>
                </a:lnTo>
                <a:lnTo>
                  <a:pt x="12556" y="17593"/>
                </a:lnTo>
                <a:lnTo>
                  <a:pt x="11826" y="17642"/>
                </a:lnTo>
                <a:lnTo>
                  <a:pt x="10366" y="17715"/>
                </a:lnTo>
                <a:lnTo>
                  <a:pt x="9637" y="17739"/>
                </a:lnTo>
                <a:lnTo>
                  <a:pt x="8907" y="17763"/>
                </a:lnTo>
                <a:lnTo>
                  <a:pt x="7763" y="17788"/>
                </a:lnTo>
                <a:lnTo>
                  <a:pt x="6644" y="17788"/>
                </a:lnTo>
                <a:lnTo>
                  <a:pt x="6181" y="17739"/>
                </a:lnTo>
                <a:lnTo>
                  <a:pt x="5816" y="17715"/>
                </a:lnTo>
                <a:lnTo>
                  <a:pt x="5500" y="17690"/>
                </a:lnTo>
                <a:lnTo>
                  <a:pt x="5597" y="17544"/>
                </a:lnTo>
                <a:lnTo>
                  <a:pt x="5743" y="17447"/>
                </a:lnTo>
                <a:lnTo>
                  <a:pt x="5865" y="17350"/>
                </a:lnTo>
                <a:lnTo>
                  <a:pt x="6035" y="17277"/>
                </a:lnTo>
                <a:lnTo>
                  <a:pt x="6206" y="17228"/>
                </a:lnTo>
                <a:lnTo>
                  <a:pt x="6376" y="17179"/>
                </a:lnTo>
                <a:lnTo>
                  <a:pt x="6765" y="17155"/>
                </a:lnTo>
                <a:lnTo>
                  <a:pt x="7057" y="17179"/>
                </a:lnTo>
                <a:lnTo>
                  <a:pt x="7374" y="17204"/>
                </a:lnTo>
                <a:lnTo>
                  <a:pt x="7544" y="17179"/>
                </a:lnTo>
                <a:lnTo>
                  <a:pt x="7690" y="17179"/>
                </a:lnTo>
                <a:lnTo>
                  <a:pt x="7836" y="17131"/>
                </a:lnTo>
                <a:lnTo>
                  <a:pt x="7958" y="17058"/>
                </a:lnTo>
                <a:lnTo>
                  <a:pt x="7982" y="17009"/>
                </a:lnTo>
                <a:lnTo>
                  <a:pt x="8055" y="17033"/>
                </a:lnTo>
                <a:lnTo>
                  <a:pt x="8128" y="17033"/>
                </a:lnTo>
                <a:lnTo>
                  <a:pt x="8177" y="17009"/>
                </a:lnTo>
                <a:lnTo>
                  <a:pt x="8225" y="16960"/>
                </a:lnTo>
                <a:lnTo>
                  <a:pt x="8274" y="16887"/>
                </a:lnTo>
                <a:lnTo>
                  <a:pt x="8298" y="16766"/>
                </a:lnTo>
                <a:lnTo>
                  <a:pt x="8298" y="16668"/>
                </a:lnTo>
                <a:lnTo>
                  <a:pt x="8298" y="16620"/>
                </a:lnTo>
                <a:lnTo>
                  <a:pt x="8274" y="16595"/>
                </a:lnTo>
                <a:lnTo>
                  <a:pt x="8298" y="16303"/>
                </a:lnTo>
                <a:lnTo>
                  <a:pt x="8298" y="15768"/>
                </a:lnTo>
                <a:lnTo>
                  <a:pt x="8298" y="15233"/>
                </a:lnTo>
                <a:lnTo>
                  <a:pt x="8298" y="14965"/>
                </a:lnTo>
                <a:lnTo>
                  <a:pt x="8323" y="14649"/>
                </a:lnTo>
                <a:lnTo>
                  <a:pt x="8323" y="14333"/>
                </a:lnTo>
                <a:lnTo>
                  <a:pt x="8323" y="14187"/>
                </a:lnTo>
                <a:lnTo>
                  <a:pt x="8298" y="14065"/>
                </a:lnTo>
                <a:lnTo>
                  <a:pt x="9101" y="14041"/>
                </a:lnTo>
                <a:lnTo>
                  <a:pt x="9101" y="14041"/>
                </a:lnTo>
                <a:lnTo>
                  <a:pt x="8980" y="14138"/>
                </a:lnTo>
                <a:lnTo>
                  <a:pt x="8834" y="14260"/>
                </a:lnTo>
                <a:lnTo>
                  <a:pt x="8688" y="14406"/>
                </a:lnTo>
                <a:lnTo>
                  <a:pt x="8663" y="14454"/>
                </a:lnTo>
                <a:lnTo>
                  <a:pt x="8639" y="14503"/>
                </a:lnTo>
                <a:lnTo>
                  <a:pt x="8615" y="14600"/>
                </a:lnTo>
                <a:lnTo>
                  <a:pt x="8615" y="14649"/>
                </a:lnTo>
                <a:lnTo>
                  <a:pt x="8639" y="14673"/>
                </a:lnTo>
                <a:lnTo>
                  <a:pt x="8761" y="14673"/>
                </a:lnTo>
                <a:lnTo>
                  <a:pt x="8858" y="14649"/>
                </a:lnTo>
                <a:lnTo>
                  <a:pt x="9028" y="14527"/>
                </a:lnTo>
                <a:lnTo>
                  <a:pt x="9199" y="14406"/>
                </a:lnTo>
                <a:lnTo>
                  <a:pt x="9466" y="14235"/>
                </a:lnTo>
                <a:lnTo>
                  <a:pt x="9710" y="14016"/>
                </a:lnTo>
                <a:lnTo>
                  <a:pt x="9953" y="14016"/>
                </a:lnTo>
                <a:lnTo>
                  <a:pt x="9734" y="14211"/>
                </a:lnTo>
                <a:lnTo>
                  <a:pt x="9539" y="14406"/>
                </a:lnTo>
                <a:lnTo>
                  <a:pt x="9345" y="14625"/>
                </a:lnTo>
                <a:lnTo>
                  <a:pt x="9199" y="14868"/>
                </a:lnTo>
                <a:lnTo>
                  <a:pt x="9199" y="14892"/>
                </a:lnTo>
                <a:lnTo>
                  <a:pt x="9199" y="14917"/>
                </a:lnTo>
                <a:lnTo>
                  <a:pt x="9223" y="14941"/>
                </a:lnTo>
                <a:lnTo>
                  <a:pt x="9272" y="14941"/>
                </a:lnTo>
                <a:lnTo>
                  <a:pt x="9393" y="14892"/>
                </a:lnTo>
                <a:lnTo>
                  <a:pt x="9515" y="14844"/>
                </a:lnTo>
                <a:lnTo>
                  <a:pt x="9758" y="14698"/>
                </a:lnTo>
                <a:lnTo>
                  <a:pt x="10196" y="14357"/>
                </a:lnTo>
                <a:lnTo>
                  <a:pt x="10464" y="14235"/>
                </a:lnTo>
                <a:lnTo>
                  <a:pt x="10658" y="14138"/>
                </a:lnTo>
                <a:lnTo>
                  <a:pt x="10804" y="14016"/>
                </a:lnTo>
                <a:close/>
                <a:moveTo>
                  <a:pt x="6936" y="1"/>
                </a:moveTo>
                <a:lnTo>
                  <a:pt x="5914" y="74"/>
                </a:lnTo>
                <a:lnTo>
                  <a:pt x="4892" y="147"/>
                </a:lnTo>
                <a:lnTo>
                  <a:pt x="3870" y="268"/>
                </a:lnTo>
                <a:lnTo>
                  <a:pt x="2945" y="366"/>
                </a:lnTo>
                <a:lnTo>
                  <a:pt x="2483" y="390"/>
                </a:lnTo>
                <a:lnTo>
                  <a:pt x="1680" y="390"/>
                </a:lnTo>
                <a:lnTo>
                  <a:pt x="1339" y="317"/>
                </a:lnTo>
                <a:lnTo>
                  <a:pt x="658" y="195"/>
                </a:lnTo>
                <a:lnTo>
                  <a:pt x="634" y="147"/>
                </a:lnTo>
                <a:lnTo>
                  <a:pt x="585" y="122"/>
                </a:lnTo>
                <a:lnTo>
                  <a:pt x="512" y="98"/>
                </a:lnTo>
                <a:lnTo>
                  <a:pt x="463" y="98"/>
                </a:lnTo>
                <a:lnTo>
                  <a:pt x="390" y="122"/>
                </a:lnTo>
                <a:lnTo>
                  <a:pt x="342" y="147"/>
                </a:lnTo>
                <a:lnTo>
                  <a:pt x="317" y="220"/>
                </a:lnTo>
                <a:lnTo>
                  <a:pt x="293" y="293"/>
                </a:lnTo>
                <a:lnTo>
                  <a:pt x="244" y="1169"/>
                </a:lnTo>
                <a:lnTo>
                  <a:pt x="220" y="2069"/>
                </a:lnTo>
                <a:lnTo>
                  <a:pt x="196" y="3821"/>
                </a:lnTo>
                <a:lnTo>
                  <a:pt x="171" y="4794"/>
                </a:lnTo>
                <a:lnTo>
                  <a:pt x="123" y="5768"/>
                </a:lnTo>
                <a:lnTo>
                  <a:pt x="25" y="7690"/>
                </a:lnTo>
                <a:lnTo>
                  <a:pt x="1" y="8614"/>
                </a:lnTo>
                <a:lnTo>
                  <a:pt x="1" y="9539"/>
                </a:lnTo>
                <a:lnTo>
                  <a:pt x="25" y="11364"/>
                </a:lnTo>
                <a:lnTo>
                  <a:pt x="1" y="11997"/>
                </a:lnTo>
                <a:lnTo>
                  <a:pt x="1" y="12362"/>
                </a:lnTo>
                <a:lnTo>
                  <a:pt x="25" y="12702"/>
                </a:lnTo>
                <a:lnTo>
                  <a:pt x="50" y="13067"/>
                </a:lnTo>
                <a:lnTo>
                  <a:pt x="123" y="13408"/>
                </a:lnTo>
                <a:lnTo>
                  <a:pt x="244" y="13700"/>
                </a:lnTo>
                <a:lnTo>
                  <a:pt x="317" y="13846"/>
                </a:lnTo>
                <a:lnTo>
                  <a:pt x="390" y="13968"/>
                </a:lnTo>
                <a:lnTo>
                  <a:pt x="463" y="14065"/>
                </a:lnTo>
                <a:lnTo>
                  <a:pt x="561" y="14089"/>
                </a:lnTo>
                <a:lnTo>
                  <a:pt x="634" y="14089"/>
                </a:lnTo>
                <a:lnTo>
                  <a:pt x="731" y="14065"/>
                </a:lnTo>
                <a:lnTo>
                  <a:pt x="901" y="14138"/>
                </a:lnTo>
                <a:lnTo>
                  <a:pt x="1072" y="14162"/>
                </a:lnTo>
                <a:lnTo>
                  <a:pt x="1412" y="14211"/>
                </a:lnTo>
                <a:lnTo>
                  <a:pt x="2093" y="14260"/>
                </a:lnTo>
                <a:lnTo>
                  <a:pt x="2726" y="14308"/>
                </a:lnTo>
                <a:lnTo>
                  <a:pt x="3334" y="14308"/>
                </a:lnTo>
                <a:lnTo>
                  <a:pt x="3943" y="14284"/>
                </a:lnTo>
                <a:lnTo>
                  <a:pt x="4551" y="14260"/>
                </a:lnTo>
                <a:lnTo>
                  <a:pt x="7958" y="14089"/>
                </a:lnTo>
                <a:lnTo>
                  <a:pt x="7958" y="14089"/>
                </a:lnTo>
                <a:lnTo>
                  <a:pt x="7909" y="14211"/>
                </a:lnTo>
                <a:lnTo>
                  <a:pt x="7885" y="14357"/>
                </a:lnTo>
                <a:lnTo>
                  <a:pt x="7860" y="14673"/>
                </a:lnTo>
                <a:lnTo>
                  <a:pt x="7860" y="15233"/>
                </a:lnTo>
                <a:lnTo>
                  <a:pt x="7860" y="15768"/>
                </a:lnTo>
                <a:lnTo>
                  <a:pt x="7836" y="16303"/>
                </a:lnTo>
                <a:lnTo>
                  <a:pt x="7812" y="16547"/>
                </a:lnTo>
                <a:lnTo>
                  <a:pt x="7812" y="16668"/>
                </a:lnTo>
                <a:lnTo>
                  <a:pt x="7812" y="16790"/>
                </a:lnTo>
                <a:lnTo>
                  <a:pt x="7666" y="16741"/>
                </a:lnTo>
                <a:lnTo>
                  <a:pt x="7471" y="16693"/>
                </a:lnTo>
                <a:lnTo>
                  <a:pt x="7276" y="16693"/>
                </a:lnTo>
                <a:lnTo>
                  <a:pt x="7057" y="16668"/>
                </a:lnTo>
                <a:lnTo>
                  <a:pt x="6644" y="16693"/>
                </a:lnTo>
                <a:lnTo>
                  <a:pt x="6303" y="16741"/>
                </a:lnTo>
                <a:lnTo>
                  <a:pt x="6060" y="16790"/>
                </a:lnTo>
                <a:lnTo>
                  <a:pt x="5841" y="16863"/>
                </a:lnTo>
                <a:lnTo>
                  <a:pt x="5646" y="16936"/>
                </a:lnTo>
                <a:lnTo>
                  <a:pt x="5451" y="17058"/>
                </a:lnTo>
                <a:lnTo>
                  <a:pt x="5281" y="17204"/>
                </a:lnTo>
                <a:lnTo>
                  <a:pt x="5135" y="17374"/>
                </a:lnTo>
                <a:lnTo>
                  <a:pt x="5038" y="17569"/>
                </a:lnTo>
                <a:lnTo>
                  <a:pt x="4940" y="17812"/>
                </a:lnTo>
                <a:lnTo>
                  <a:pt x="4940" y="17885"/>
                </a:lnTo>
                <a:lnTo>
                  <a:pt x="4940" y="17958"/>
                </a:lnTo>
                <a:lnTo>
                  <a:pt x="4989" y="18031"/>
                </a:lnTo>
                <a:lnTo>
                  <a:pt x="5038" y="18055"/>
                </a:lnTo>
                <a:lnTo>
                  <a:pt x="5111" y="18080"/>
                </a:lnTo>
                <a:lnTo>
                  <a:pt x="5184" y="18080"/>
                </a:lnTo>
                <a:lnTo>
                  <a:pt x="5257" y="18055"/>
                </a:lnTo>
                <a:lnTo>
                  <a:pt x="5330" y="18007"/>
                </a:lnTo>
                <a:lnTo>
                  <a:pt x="5451" y="18080"/>
                </a:lnTo>
                <a:lnTo>
                  <a:pt x="5597" y="18128"/>
                </a:lnTo>
                <a:lnTo>
                  <a:pt x="5743" y="18177"/>
                </a:lnTo>
                <a:lnTo>
                  <a:pt x="5914" y="18201"/>
                </a:lnTo>
                <a:lnTo>
                  <a:pt x="6254" y="18226"/>
                </a:lnTo>
                <a:lnTo>
                  <a:pt x="6498" y="18226"/>
                </a:lnTo>
                <a:lnTo>
                  <a:pt x="7082" y="18250"/>
                </a:lnTo>
                <a:lnTo>
                  <a:pt x="7641" y="18250"/>
                </a:lnTo>
                <a:lnTo>
                  <a:pt x="8785" y="18226"/>
                </a:lnTo>
                <a:lnTo>
                  <a:pt x="10147" y="18201"/>
                </a:lnTo>
                <a:lnTo>
                  <a:pt x="11486" y="18128"/>
                </a:lnTo>
                <a:lnTo>
                  <a:pt x="12994" y="18080"/>
                </a:lnTo>
                <a:lnTo>
                  <a:pt x="13238" y="18080"/>
                </a:lnTo>
                <a:lnTo>
                  <a:pt x="13505" y="18104"/>
                </a:lnTo>
                <a:lnTo>
                  <a:pt x="13773" y="18080"/>
                </a:lnTo>
                <a:lnTo>
                  <a:pt x="13919" y="18080"/>
                </a:lnTo>
                <a:lnTo>
                  <a:pt x="14016" y="18031"/>
                </a:lnTo>
                <a:lnTo>
                  <a:pt x="14089" y="18080"/>
                </a:lnTo>
                <a:lnTo>
                  <a:pt x="14235" y="18080"/>
                </a:lnTo>
                <a:lnTo>
                  <a:pt x="14284" y="18055"/>
                </a:lnTo>
                <a:lnTo>
                  <a:pt x="14333" y="18007"/>
                </a:lnTo>
                <a:lnTo>
                  <a:pt x="14381" y="17958"/>
                </a:lnTo>
                <a:lnTo>
                  <a:pt x="14406" y="17885"/>
                </a:lnTo>
                <a:lnTo>
                  <a:pt x="14381" y="17812"/>
                </a:lnTo>
                <a:lnTo>
                  <a:pt x="14308" y="17569"/>
                </a:lnTo>
                <a:lnTo>
                  <a:pt x="14211" y="17374"/>
                </a:lnTo>
                <a:lnTo>
                  <a:pt x="14065" y="17179"/>
                </a:lnTo>
                <a:lnTo>
                  <a:pt x="13895" y="17033"/>
                </a:lnTo>
                <a:lnTo>
                  <a:pt x="13700" y="16912"/>
                </a:lnTo>
                <a:lnTo>
                  <a:pt x="13505" y="16814"/>
                </a:lnTo>
                <a:lnTo>
                  <a:pt x="13262" y="16741"/>
                </a:lnTo>
                <a:lnTo>
                  <a:pt x="13043" y="16693"/>
                </a:lnTo>
                <a:lnTo>
                  <a:pt x="12581" y="16693"/>
                </a:lnTo>
                <a:lnTo>
                  <a:pt x="12118" y="16766"/>
                </a:lnTo>
                <a:lnTo>
                  <a:pt x="11802" y="16790"/>
                </a:lnTo>
                <a:lnTo>
                  <a:pt x="11486" y="16814"/>
                </a:lnTo>
                <a:lnTo>
                  <a:pt x="11461" y="16620"/>
                </a:lnTo>
                <a:lnTo>
                  <a:pt x="11510" y="16571"/>
                </a:lnTo>
                <a:lnTo>
                  <a:pt x="11534" y="16498"/>
                </a:lnTo>
                <a:lnTo>
                  <a:pt x="11534" y="16449"/>
                </a:lnTo>
                <a:lnTo>
                  <a:pt x="11486" y="16425"/>
                </a:lnTo>
                <a:lnTo>
                  <a:pt x="11437" y="16401"/>
                </a:lnTo>
                <a:lnTo>
                  <a:pt x="11437" y="15939"/>
                </a:lnTo>
                <a:lnTo>
                  <a:pt x="11461" y="15501"/>
                </a:lnTo>
                <a:lnTo>
                  <a:pt x="11534" y="14746"/>
                </a:lnTo>
                <a:lnTo>
                  <a:pt x="11534" y="14381"/>
                </a:lnTo>
                <a:lnTo>
                  <a:pt x="11510" y="14187"/>
                </a:lnTo>
                <a:lnTo>
                  <a:pt x="11461" y="14016"/>
                </a:lnTo>
                <a:lnTo>
                  <a:pt x="14576" y="14016"/>
                </a:lnTo>
                <a:lnTo>
                  <a:pt x="15136" y="14041"/>
                </a:lnTo>
                <a:lnTo>
                  <a:pt x="15720" y="14089"/>
                </a:lnTo>
                <a:lnTo>
                  <a:pt x="16839" y="14211"/>
                </a:lnTo>
                <a:lnTo>
                  <a:pt x="17423" y="14260"/>
                </a:lnTo>
                <a:lnTo>
                  <a:pt x="17982" y="14260"/>
                </a:lnTo>
                <a:lnTo>
                  <a:pt x="18542" y="14235"/>
                </a:lnTo>
                <a:lnTo>
                  <a:pt x="18834" y="14211"/>
                </a:lnTo>
                <a:lnTo>
                  <a:pt x="19102" y="14138"/>
                </a:lnTo>
                <a:lnTo>
                  <a:pt x="19199" y="14114"/>
                </a:lnTo>
                <a:lnTo>
                  <a:pt x="19272" y="14041"/>
                </a:lnTo>
                <a:lnTo>
                  <a:pt x="19296" y="13968"/>
                </a:lnTo>
                <a:lnTo>
                  <a:pt x="19272" y="13870"/>
                </a:lnTo>
                <a:lnTo>
                  <a:pt x="19272" y="13773"/>
                </a:lnTo>
                <a:lnTo>
                  <a:pt x="19150" y="13043"/>
                </a:lnTo>
                <a:lnTo>
                  <a:pt x="19248" y="12921"/>
                </a:lnTo>
                <a:lnTo>
                  <a:pt x="19248" y="12873"/>
                </a:lnTo>
                <a:lnTo>
                  <a:pt x="19248" y="12824"/>
                </a:lnTo>
                <a:lnTo>
                  <a:pt x="19223" y="12800"/>
                </a:lnTo>
                <a:lnTo>
                  <a:pt x="19102" y="12800"/>
                </a:lnTo>
                <a:lnTo>
                  <a:pt x="19053" y="12337"/>
                </a:lnTo>
                <a:lnTo>
                  <a:pt x="19029" y="11875"/>
                </a:lnTo>
                <a:lnTo>
                  <a:pt x="18980" y="10926"/>
                </a:lnTo>
                <a:lnTo>
                  <a:pt x="18980" y="10001"/>
                </a:lnTo>
                <a:lnTo>
                  <a:pt x="19004" y="9052"/>
                </a:lnTo>
                <a:lnTo>
                  <a:pt x="19004" y="8955"/>
                </a:lnTo>
                <a:lnTo>
                  <a:pt x="19077" y="7203"/>
                </a:lnTo>
                <a:lnTo>
                  <a:pt x="19150" y="5549"/>
                </a:lnTo>
                <a:lnTo>
                  <a:pt x="19175" y="3894"/>
                </a:lnTo>
                <a:lnTo>
                  <a:pt x="19223" y="2385"/>
                </a:lnTo>
                <a:lnTo>
                  <a:pt x="19248" y="1607"/>
                </a:lnTo>
                <a:lnTo>
                  <a:pt x="19223" y="1242"/>
                </a:lnTo>
                <a:lnTo>
                  <a:pt x="19199" y="852"/>
                </a:lnTo>
                <a:lnTo>
                  <a:pt x="19248" y="804"/>
                </a:lnTo>
                <a:lnTo>
                  <a:pt x="19272" y="755"/>
                </a:lnTo>
                <a:lnTo>
                  <a:pt x="19296" y="682"/>
                </a:lnTo>
                <a:lnTo>
                  <a:pt x="19296" y="609"/>
                </a:lnTo>
                <a:lnTo>
                  <a:pt x="19272" y="560"/>
                </a:lnTo>
                <a:lnTo>
                  <a:pt x="19223" y="512"/>
                </a:lnTo>
                <a:lnTo>
                  <a:pt x="19175" y="463"/>
                </a:lnTo>
                <a:lnTo>
                  <a:pt x="19102" y="439"/>
                </a:lnTo>
                <a:lnTo>
                  <a:pt x="18493" y="317"/>
                </a:lnTo>
                <a:lnTo>
                  <a:pt x="17885" y="268"/>
                </a:lnTo>
                <a:lnTo>
                  <a:pt x="17277" y="244"/>
                </a:lnTo>
                <a:lnTo>
                  <a:pt x="16644" y="244"/>
                </a:lnTo>
                <a:lnTo>
                  <a:pt x="15403" y="293"/>
                </a:lnTo>
                <a:lnTo>
                  <a:pt x="14187" y="293"/>
                </a:lnTo>
                <a:lnTo>
                  <a:pt x="12629" y="220"/>
                </a:lnTo>
                <a:lnTo>
                  <a:pt x="11072" y="122"/>
                </a:lnTo>
                <a:lnTo>
                  <a:pt x="9515" y="49"/>
                </a:lnTo>
                <a:lnTo>
                  <a:pt x="7958" y="1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28"/>
          <p:cNvSpPr/>
          <p:nvPr/>
        </p:nvSpPr>
        <p:spPr>
          <a:xfrm>
            <a:off x="6882769" y="2564325"/>
            <a:ext cx="182738" cy="136250"/>
          </a:xfrm>
          <a:custGeom>
            <a:rect b="b" l="l" r="r" t="t"/>
            <a:pathLst>
              <a:path extrusionOk="0" h="13822" w="17690">
                <a:moveTo>
                  <a:pt x="4867" y="2166"/>
                </a:moveTo>
                <a:lnTo>
                  <a:pt x="5694" y="2215"/>
                </a:lnTo>
                <a:lnTo>
                  <a:pt x="6497" y="2263"/>
                </a:lnTo>
                <a:lnTo>
                  <a:pt x="7568" y="2288"/>
                </a:lnTo>
                <a:lnTo>
                  <a:pt x="8638" y="2312"/>
                </a:lnTo>
                <a:lnTo>
                  <a:pt x="10755" y="2312"/>
                </a:lnTo>
                <a:lnTo>
                  <a:pt x="11826" y="2361"/>
                </a:lnTo>
                <a:lnTo>
                  <a:pt x="12896" y="2434"/>
                </a:lnTo>
                <a:lnTo>
                  <a:pt x="13967" y="2507"/>
                </a:lnTo>
                <a:lnTo>
                  <a:pt x="15013" y="2555"/>
                </a:lnTo>
                <a:lnTo>
                  <a:pt x="15841" y="2531"/>
                </a:lnTo>
                <a:lnTo>
                  <a:pt x="16644" y="2531"/>
                </a:lnTo>
                <a:lnTo>
                  <a:pt x="16838" y="2555"/>
                </a:lnTo>
                <a:lnTo>
                  <a:pt x="17033" y="2604"/>
                </a:lnTo>
                <a:lnTo>
                  <a:pt x="17106" y="2628"/>
                </a:lnTo>
                <a:lnTo>
                  <a:pt x="17179" y="2701"/>
                </a:lnTo>
                <a:lnTo>
                  <a:pt x="17228" y="2774"/>
                </a:lnTo>
                <a:lnTo>
                  <a:pt x="17252" y="2872"/>
                </a:lnTo>
                <a:lnTo>
                  <a:pt x="17252" y="2872"/>
                </a:lnTo>
                <a:lnTo>
                  <a:pt x="16863" y="2799"/>
                </a:lnTo>
                <a:lnTo>
                  <a:pt x="16473" y="2774"/>
                </a:lnTo>
                <a:lnTo>
                  <a:pt x="16084" y="2750"/>
                </a:lnTo>
                <a:lnTo>
                  <a:pt x="15695" y="2726"/>
                </a:lnTo>
                <a:lnTo>
                  <a:pt x="14892" y="2726"/>
                </a:lnTo>
                <a:lnTo>
                  <a:pt x="14113" y="2750"/>
                </a:lnTo>
                <a:lnTo>
                  <a:pt x="12239" y="2750"/>
                </a:lnTo>
                <a:lnTo>
                  <a:pt x="10390" y="2726"/>
                </a:lnTo>
                <a:lnTo>
                  <a:pt x="9466" y="2677"/>
                </a:lnTo>
                <a:lnTo>
                  <a:pt x="8541" y="2653"/>
                </a:lnTo>
                <a:lnTo>
                  <a:pt x="7641" y="2604"/>
                </a:lnTo>
                <a:lnTo>
                  <a:pt x="6716" y="2580"/>
                </a:lnTo>
                <a:lnTo>
                  <a:pt x="5207" y="2555"/>
                </a:lnTo>
                <a:lnTo>
                  <a:pt x="5013" y="2555"/>
                </a:lnTo>
                <a:lnTo>
                  <a:pt x="4818" y="2580"/>
                </a:lnTo>
                <a:lnTo>
                  <a:pt x="4648" y="2628"/>
                </a:lnTo>
                <a:lnTo>
                  <a:pt x="4477" y="2701"/>
                </a:lnTo>
                <a:lnTo>
                  <a:pt x="4356" y="2239"/>
                </a:lnTo>
                <a:lnTo>
                  <a:pt x="4380" y="2215"/>
                </a:lnTo>
                <a:lnTo>
                  <a:pt x="4404" y="2215"/>
                </a:lnTo>
                <a:lnTo>
                  <a:pt x="4550" y="2166"/>
                </a:lnTo>
                <a:close/>
                <a:moveTo>
                  <a:pt x="15330" y="3163"/>
                </a:moveTo>
                <a:lnTo>
                  <a:pt x="16230" y="3188"/>
                </a:lnTo>
                <a:lnTo>
                  <a:pt x="16035" y="3577"/>
                </a:lnTo>
                <a:lnTo>
                  <a:pt x="15524" y="3577"/>
                </a:lnTo>
                <a:lnTo>
                  <a:pt x="15135" y="3601"/>
                </a:lnTo>
                <a:lnTo>
                  <a:pt x="15232" y="3334"/>
                </a:lnTo>
                <a:lnTo>
                  <a:pt x="15330" y="3163"/>
                </a:lnTo>
                <a:close/>
                <a:moveTo>
                  <a:pt x="16425" y="3212"/>
                </a:moveTo>
                <a:lnTo>
                  <a:pt x="17179" y="3261"/>
                </a:lnTo>
                <a:lnTo>
                  <a:pt x="17155" y="3285"/>
                </a:lnTo>
                <a:lnTo>
                  <a:pt x="17106" y="3382"/>
                </a:lnTo>
                <a:lnTo>
                  <a:pt x="16984" y="3577"/>
                </a:lnTo>
                <a:lnTo>
                  <a:pt x="16522" y="3601"/>
                </a:lnTo>
                <a:lnTo>
                  <a:pt x="16352" y="3577"/>
                </a:lnTo>
                <a:lnTo>
                  <a:pt x="16400" y="3382"/>
                </a:lnTo>
                <a:lnTo>
                  <a:pt x="16425" y="3212"/>
                </a:lnTo>
                <a:close/>
                <a:moveTo>
                  <a:pt x="15038" y="3139"/>
                </a:moveTo>
                <a:lnTo>
                  <a:pt x="14940" y="3334"/>
                </a:lnTo>
                <a:lnTo>
                  <a:pt x="14843" y="3504"/>
                </a:lnTo>
                <a:lnTo>
                  <a:pt x="14794" y="3601"/>
                </a:lnTo>
                <a:lnTo>
                  <a:pt x="13894" y="3650"/>
                </a:lnTo>
                <a:lnTo>
                  <a:pt x="13943" y="3407"/>
                </a:lnTo>
                <a:lnTo>
                  <a:pt x="13943" y="3139"/>
                </a:lnTo>
                <a:close/>
                <a:moveTo>
                  <a:pt x="14575" y="4064"/>
                </a:moveTo>
                <a:lnTo>
                  <a:pt x="14308" y="4623"/>
                </a:lnTo>
                <a:lnTo>
                  <a:pt x="13602" y="4623"/>
                </a:lnTo>
                <a:lnTo>
                  <a:pt x="13724" y="4356"/>
                </a:lnTo>
                <a:lnTo>
                  <a:pt x="13797" y="4064"/>
                </a:lnTo>
                <a:close/>
                <a:moveTo>
                  <a:pt x="15524" y="3991"/>
                </a:moveTo>
                <a:lnTo>
                  <a:pt x="15816" y="4015"/>
                </a:lnTo>
                <a:lnTo>
                  <a:pt x="15670" y="4283"/>
                </a:lnTo>
                <a:lnTo>
                  <a:pt x="15451" y="4648"/>
                </a:lnTo>
                <a:lnTo>
                  <a:pt x="14916" y="4648"/>
                </a:lnTo>
                <a:lnTo>
                  <a:pt x="14673" y="4623"/>
                </a:lnTo>
                <a:lnTo>
                  <a:pt x="14965" y="4039"/>
                </a:lnTo>
                <a:lnTo>
                  <a:pt x="15524" y="3991"/>
                </a:lnTo>
                <a:close/>
                <a:moveTo>
                  <a:pt x="16741" y="4039"/>
                </a:moveTo>
                <a:lnTo>
                  <a:pt x="16425" y="4648"/>
                </a:lnTo>
                <a:lnTo>
                  <a:pt x="15816" y="4648"/>
                </a:lnTo>
                <a:lnTo>
                  <a:pt x="16011" y="4307"/>
                </a:lnTo>
                <a:lnTo>
                  <a:pt x="16157" y="4039"/>
                </a:lnTo>
                <a:lnTo>
                  <a:pt x="16449" y="4064"/>
                </a:lnTo>
                <a:lnTo>
                  <a:pt x="16741" y="4039"/>
                </a:lnTo>
                <a:close/>
                <a:moveTo>
                  <a:pt x="14916" y="4988"/>
                </a:moveTo>
                <a:lnTo>
                  <a:pt x="15208" y="5013"/>
                </a:lnTo>
                <a:lnTo>
                  <a:pt x="14965" y="5426"/>
                </a:lnTo>
                <a:lnTo>
                  <a:pt x="14259" y="5426"/>
                </a:lnTo>
                <a:lnTo>
                  <a:pt x="14502" y="4988"/>
                </a:lnTo>
                <a:close/>
                <a:moveTo>
                  <a:pt x="13480" y="4964"/>
                </a:moveTo>
                <a:lnTo>
                  <a:pt x="14113" y="4988"/>
                </a:lnTo>
                <a:lnTo>
                  <a:pt x="13918" y="5378"/>
                </a:lnTo>
                <a:lnTo>
                  <a:pt x="13894" y="5426"/>
                </a:lnTo>
                <a:lnTo>
                  <a:pt x="13578" y="5426"/>
                </a:lnTo>
                <a:lnTo>
                  <a:pt x="13261" y="5451"/>
                </a:lnTo>
                <a:lnTo>
                  <a:pt x="13261" y="5451"/>
                </a:lnTo>
                <a:lnTo>
                  <a:pt x="13480" y="4964"/>
                </a:lnTo>
                <a:close/>
                <a:moveTo>
                  <a:pt x="16206" y="5037"/>
                </a:moveTo>
                <a:lnTo>
                  <a:pt x="15987" y="5451"/>
                </a:lnTo>
                <a:lnTo>
                  <a:pt x="15670" y="5402"/>
                </a:lnTo>
                <a:lnTo>
                  <a:pt x="15354" y="5402"/>
                </a:lnTo>
                <a:lnTo>
                  <a:pt x="15573" y="5037"/>
                </a:lnTo>
                <a:close/>
                <a:moveTo>
                  <a:pt x="15135" y="5816"/>
                </a:moveTo>
                <a:lnTo>
                  <a:pt x="15768" y="5840"/>
                </a:lnTo>
                <a:lnTo>
                  <a:pt x="15549" y="6278"/>
                </a:lnTo>
                <a:lnTo>
                  <a:pt x="15208" y="6278"/>
                </a:lnTo>
                <a:lnTo>
                  <a:pt x="14892" y="6327"/>
                </a:lnTo>
                <a:lnTo>
                  <a:pt x="15135" y="5816"/>
                </a:lnTo>
                <a:close/>
                <a:moveTo>
                  <a:pt x="14259" y="5791"/>
                </a:moveTo>
                <a:lnTo>
                  <a:pt x="14770" y="5816"/>
                </a:lnTo>
                <a:lnTo>
                  <a:pt x="14478" y="6351"/>
                </a:lnTo>
                <a:lnTo>
                  <a:pt x="13845" y="6351"/>
                </a:lnTo>
                <a:lnTo>
                  <a:pt x="13943" y="6083"/>
                </a:lnTo>
                <a:lnTo>
                  <a:pt x="14064" y="5840"/>
                </a:lnTo>
                <a:lnTo>
                  <a:pt x="14089" y="5791"/>
                </a:lnTo>
                <a:close/>
                <a:moveTo>
                  <a:pt x="13164" y="5694"/>
                </a:moveTo>
                <a:lnTo>
                  <a:pt x="13432" y="5743"/>
                </a:lnTo>
                <a:lnTo>
                  <a:pt x="13724" y="5767"/>
                </a:lnTo>
                <a:lnTo>
                  <a:pt x="13456" y="6327"/>
                </a:lnTo>
                <a:lnTo>
                  <a:pt x="13188" y="6351"/>
                </a:lnTo>
                <a:lnTo>
                  <a:pt x="12896" y="6400"/>
                </a:lnTo>
                <a:lnTo>
                  <a:pt x="13164" y="5694"/>
                </a:lnTo>
                <a:close/>
                <a:moveTo>
                  <a:pt x="15378" y="6594"/>
                </a:moveTo>
                <a:lnTo>
                  <a:pt x="15257" y="6838"/>
                </a:lnTo>
                <a:lnTo>
                  <a:pt x="15159" y="6862"/>
                </a:lnTo>
                <a:lnTo>
                  <a:pt x="14892" y="6911"/>
                </a:lnTo>
                <a:lnTo>
                  <a:pt x="14624" y="6935"/>
                </a:lnTo>
                <a:lnTo>
                  <a:pt x="14600" y="6935"/>
                </a:lnTo>
                <a:lnTo>
                  <a:pt x="14746" y="6643"/>
                </a:lnTo>
                <a:lnTo>
                  <a:pt x="15208" y="6594"/>
                </a:lnTo>
                <a:close/>
                <a:moveTo>
                  <a:pt x="15038" y="7349"/>
                </a:moveTo>
                <a:lnTo>
                  <a:pt x="14916" y="7592"/>
                </a:lnTo>
                <a:lnTo>
                  <a:pt x="14794" y="7811"/>
                </a:lnTo>
                <a:lnTo>
                  <a:pt x="14162" y="7811"/>
                </a:lnTo>
                <a:lnTo>
                  <a:pt x="14356" y="7397"/>
                </a:lnTo>
                <a:lnTo>
                  <a:pt x="14697" y="7397"/>
                </a:lnTo>
                <a:lnTo>
                  <a:pt x="15038" y="7349"/>
                </a:lnTo>
                <a:close/>
                <a:moveTo>
                  <a:pt x="14040" y="8030"/>
                </a:moveTo>
                <a:lnTo>
                  <a:pt x="14283" y="8079"/>
                </a:lnTo>
                <a:lnTo>
                  <a:pt x="14575" y="8103"/>
                </a:lnTo>
                <a:lnTo>
                  <a:pt x="14405" y="8273"/>
                </a:lnTo>
                <a:lnTo>
                  <a:pt x="14210" y="8395"/>
                </a:lnTo>
                <a:lnTo>
                  <a:pt x="14016" y="8492"/>
                </a:lnTo>
                <a:lnTo>
                  <a:pt x="13772" y="8565"/>
                </a:lnTo>
                <a:lnTo>
                  <a:pt x="14040" y="8030"/>
                </a:lnTo>
                <a:close/>
                <a:moveTo>
                  <a:pt x="13748" y="6619"/>
                </a:moveTo>
                <a:lnTo>
                  <a:pt x="14332" y="6643"/>
                </a:lnTo>
                <a:lnTo>
                  <a:pt x="14162" y="6935"/>
                </a:lnTo>
                <a:lnTo>
                  <a:pt x="13967" y="6935"/>
                </a:lnTo>
                <a:lnTo>
                  <a:pt x="13772" y="6959"/>
                </a:lnTo>
                <a:lnTo>
                  <a:pt x="13724" y="6984"/>
                </a:lnTo>
                <a:lnTo>
                  <a:pt x="13699" y="7008"/>
                </a:lnTo>
                <a:lnTo>
                  <a:pt x="13675" y="7057"/>
                </a:lnTo>
                <a:lnTo>
                  <a:pt x="13675" y="7130"/>
                </a:lnTo>
                <a:lnTo>
                  <a:pt x="13724" y="7203"/>
                </a:lnTo>
                <a:lnTo>
                  <a:pt x="13845" y="7276"/>
                </a:lnTo>
                <a:lnTo>
                  <a:pt x="13967" y="7324"/>
                </a:lnTo>
                <a:lnTo>
                  <a:pt x="13724" y="7811"/>
                </a:lnTo>
                <a:lnTo>
                  <a:pt x="13456" y="7811"/>
                </a:lnTo>
                <a:lnTo>
                  <a:pt x="13432" y="7835"/>
                </a:lnTo>
                <a:lnTo>
                  <a:pt x="13456" y="7860"/>
                </a:lnTo>
                <a:lnTo>
                  <a:pt x="13480" y="7884"/>
                </a:lnTo>
                <a:lnTo>
                  <a:pt x="13651" y="7933"/>
                </a:lnTo>
                <a:lnTo>
                  <a:pt x="13310" y="8614"/>
                </a:lnTo>
                <a:lnTo>
                  <a:pt x="12896" y="8638"/>
                </a:lnTo>
                <a:lnTo>
                  <a:pt x="12872" y="8638"/>
                </a:lnTo>
                <a:lnTo>
                  <a:pt x="13018" y="8419"/>
                </a:lnTo>
                <a:lnTo>
                  <a:pt x="13140" y="8176"/>
                </a:lnTo>
                <a:lnTo>
                  <a:pt x="13359" y="7665"/>
                </a:lnTo>
                <a:lnTo>
                  <a:pt x="13553" y="7130"/>
                </a:lnTo>
                <a:lnTo>
                  <a:pt x="13748" y="6619"/>
                </a:lnTo>
                <a:close/>
                <a:moveTo>
                  <a:pt x="12872" y="6473"/>
                </a:moveTo>
                <a:lnTo>
                  <a:pt x="13359" y="6570"/>
                </a:lnTo>
                <a:lnTo>
                  <a:pt x="12945" y="7616"/>
                </a:lnTo>
                <a:lnTo>
                  <a:pt x="12702" y="8152"/>
                </a:lnTo>
                <a:lnTo>
                  <a:pt x="12434" y="8638"/>
                </a:lnTo>
                <a:lnTo>
                  <a:pt x="12434" y="8687"/>
                </a:lnTo>
                <a:lnTo>
                  <a:pt x="12166" y="8687"/>
                </a:lnTo>
                <a:lnTo>
                  <a:pt x="12264" y="8395"/>
                </a:lnTo>
                <a:lnTo>
                  <a:pt x="12507" y="7641"/>
                </a:lnTo>
                <a:lnTo>
                  <a:pt x="12750" y="6886"/>
                </a:lnTo>
                <a:lnTo>
                  <a:pt x="12872" y="6473"/>
                </a:lnTo>
                <a:close/>
                <a:moveTo>
                  <a:pt x="13821" y="3115"/>
                </a:moveTo>
                <a:lnTo>
                  <a:pt x="13578" y="3674"/>
                </a:lnTo>
                <a:lnTo>
                  <a:pt x="12921" y="3650"/>
                </a:lnTo>
                <a:lnTo>
                  <a:pt x="12872" y="3674"/>
                </a:lnTo>
                <a:lnTo>
                  <a:pt x="12823" y="3723"/>
                </a:lnTo>
                <a:lnTo>
                  <a:pt x="12823" y="3796"/>
                </a:lnTo>
                <a:lnTo>
                  <a:pt x="12872" y="3820"/>
                </a:lnTo>
                <a:lnTo>
                  <a:pt x="13140" y="3942"/>
                </a:lnTo>
                <a:lnTo>
                  <a:pt x="13432" y="4015"/>
                </a:lnTo>
                <a:lnTo>
                  <a:pt x="13164" y="4672"/>
                </a:lnTo>
                <a:lnTo>
                  <a:pt x="12872" y="4696"/>
                </a:lnTo>
                <a:lnTo>
                  <a:pt x="12823" y="4745"/>
                </a:lnTo>
                <a:lnTo>
                  <a:pt x="12799" y="4794"/>
                </a:lnTo>
                <a:lnTo>
                  <a:pt x="12823" y="4842"/>
                </a:lnTo>
                <a:lnTo>
                  <a:pt x="12872" y="4867"/>
                </a:lnTo>
                <a:lnTo>
                  <a:pt x="13042" y="4891"/>
                </a:lnTo>
                <a:lnTo>
                  <a:pt x="12750" y="5670"/>
                </a:lnTo>
                <a:lnTo>
                  <a:pt x="12483" y="6448"/>
                </a:lnTo>
                <a:lnTo>
                  <a:pt x="12045" y="7860"/>
                </a:lnTo>
                <a:lnTo>
                  <a:pt x="11826" y="8444"/>
                </a:lnTo>
                <a:lnTo>
                  <a:pt x="11753" y="8638"/>
                </a:lnTo>
                <a:lnTo>
                  <a:pt x="11704" y="8711"/>
                </a:lnTo>
                <a:lnTo>
                  <a:pt x="11777" y="8663"/>
                </a:lnTo>
                <a:lnTo>
                  <a:pt x="11729" y="8736"/>
                </a:lnTo>
                <a:lnTo>
                  <a:pt x="10999" y="8784"/>
                </a:lnTo>
                <a:lnTo>
                  <a:pt x="11120" y="8517"/>
                </a:lnTo>
                <a:lnTo>
                  <a:pt x="11218" y="8225"/>
                </a:lnTo>
                <a:lnTo>
                  <a:pt x="11364" y="7689"/>
                </a:lnTo>
                <a:lnTo>
                  <a:pt x="11607" y="6789"/>
                </a:lnTo>
                <a:lnTo>
                  <a:pt x="11753" y="6351"/>
                </a:lnTo>
                <a:lnTo>
                  <a:pt x="11899" y="5889"/>
                </a:lnTo>
                <a:lnTo>
                  <a:pt x="12118" y="5207"/>
                </a:lnTo>
                <a:lnTo>
                  <a:pt x="12337" y="4502"/>
                </a:lnTo>
                <a:lnTo>
                  <a:pt x="12556" y="3820"/>
                </a:lnTo>
                <a:lnTo>
                  <a:pt x="12799" y="3115"/>
                </a:lnTo>
                <a:close/>
                <a:moveTo>
                  <a:pt x="12434" y="3115"/>
                </a:moveTo>
                <a:lnTo>
                  <a:pt x="12288" y="3382"/>
                </a:lnTo>
                <a:lnTo>
                  <a:pt x="12142" y="3674"/>
                </a:lnTo>
                <a:lnTo>
                  <a:pt x="12045" y="3991"/>
                </a:lnTo>
                <a:lnTo>
                  <a:pt x="11948" y="4307"/>
                </a:lnTo>
                <a:lnTo>
                  <a:pt x="11777" y="4964"/>
                </a:lnTo>
                <a:lnTo>
                  <a:pt x="11607" y="5572"/>
                </a:lnTo>
                <a:lnTo>
                  <a:pt x="10536" y="8809"/>
                </a:lnTo>
                <a:lnTo>
                  <a:pt x="10342" y="8833"/>
                </a:lnTo>
                <a:lnTo>
                  <a:pt x="10488" y="8249"/>
                </a:lnTo>
                <a:lnTo>
                  <a:pt x="10585" y="7665"/>
                </a:lnTo>
                <a:lnTo>
                  <a:pt x="10950" y="6132"/>
                </a:lnTo>
                <a:lnTo>
                  <a:pt x="11120" y="5402"/>
                </a:lnTo>
                <a:lnTo>
                  <a:pt x="11315" y="4648"/>
                </a:lnTo>
                <a:lnTo>
                  <a:pt x="11388" y="4258"/>
                </a:lnTo>
                <a:lnTo>
                  <a:pt x="11437" y="3869"/>
                </a:lnTo>
                <a:lnTo>
                  <a:pt x="11485" y="3480"/>
                </a:lnTo>
                <a:lnTo>
                  <a:pt x="11485" y="3115"/>
                </a:lnTo>
                <a:close/>
                <a:moveTo>
                  <a:pt x="11169" y="3090"/>
                </a:moveTo>
                <a:lnTo>
                  <a:pt x="11072" y="3455"/>
                </a:lnTo>
                <a:lnTo>
                  <a:pt x="10974" y="3820"/>
                </a:lnTo>
                <a:lnTo>
                  <a:pt x="10804" y="4550"/>
                </a:lnTo>
                <a:lnTo>
                  <a:pt x="10658" y="5305"/>
                </a:lnTo>
                <a:lnTo>
                  <a:pt x="10512" y="6035"/>
                </a:lnTo>
                <a:lnTo>
                  <a:pt x="10342" y="6716"/>
                </a:lnTo>
                <a:lnTo>
                  <a:pt x="10147" y="7422"/>
                </a:lnTo>
                <a:lnTo>
                  <a:pt x="9977" y="8152"/>
                </a:lnTo>
                <a:lnTo>
                  <a:pt x="9904" y="8517"/>
                </a:lnTo>
                <a:lnTo>
                  <a:pt x="9855" y="8857"/>
                </a:lnTo>
                <a:lnTo>
                  <a:pt x="9490" y="8906"/>
                </a:lnTo>
                <a:lnTo>
                  <a:pt x="9539" y="8687"/>
                </a:lnTo>
                <a:lnTo>
                  <a:pt x="9539" y="8468"/>
                </a:lnTo>
                <a:lnTo>
                  <a:pt x="9514" y="8054"/>
                </a:lnTo>
                <a:lnTo>
                  <a:pt x="9539" y="7616"/>
                </a:lnTo>
                <a:lnTo>
                  <a:pt x="9563" y="7178"/>
                </a:lnTo>
                <a:lnTo>
                  <a:pt x="9685" y="6327"/>
                </a:lnTo>
                <a:lnTo>
                  <a:pt x="9758" y="5816"/>
                </a:lnTo>
                <a:lnTo>
                  <a:pt x="9855" y="5353"/>
                </a:lnTo>
                <a:lnTo>
                  <a:pt x="9977" y="4867"/>
                </a:lnTo>
                <a:lnTo>
                  <a:pt x="10098" y="4380"/>
                </a:lnTo>
                <a:lnTo>
                  <a:pt x="10171" y="4088"/>
                </a:lnTo>
                <a:lnTo>
                  <a:pt x="10244" y="3747"/>
                </a:lnTo>
                <a:lnTo>
                  <a:pt x="10293" y="3407"/>
                </a:lnTo>
                <a:lnTo>
                  <a:pt x="10293" y="3236"/>
                </a:lnTo>
                <a:lnTo>
                  <a:pt x="10269" y="3090"/>
                </a:lnTo>
                <a:close/>
                <a:moveTo>
                  <a:pt x="9149" y="3042"/>
                </a:moveTo>
                <a:lnTo>
                  <a:pt x="9952" y="3066"/>
                </a:lnTo>
                <a:lnTo>
                  <a:pt x="9879" y="3382"/>
                </a:lnTo>
                <a:lnTo>
                  <a:pt x="9831" y="3674"/>
                </a:lnTo>
                <a:lnTo>
                  <a:pt x="9782" y="3991"/>
                </a:lnTo>
                <a:lnTo>
                  <a:pt x="9709" y="4283"/>
                </a:lnTo>
                <a:lnTo>
                  <a:pt x="9490" y="5110"/>
                </a:lnTo>
                <a:lnTo>
                  <a:pt x="9393" y="5548"/>
                </a:lnTo>
                <a:lnTo>
                  <a:pt x="9320" y="5962"/>
                </a:lnTo>
                <a:lnTo>
                  <a:pt x="9222" y="6789"/>
                </a:lnTo>
                <a:lnTo>
                  <a:pt x="9125" y="7592"/>
                </a:lnTo>
                <a:lnTo>
                  <a:pt x="9125" y="7738"/>
                </a:lnTo>
                <a:lnTo>
                  <a:pt x="9125" y="7908"/>
                </a:lnTo>
                <a:lnTo>
                  <a:pt x="9149" y="8273"/>
                </a:lnTo>
                <a:lnTo>
                  <a:pt x="9149" y="8614"/>
                </a:lnTo>
                <a:lnTo>
                  <a:pt x="9125" y="8784"/>
                </a:lnTo>
                <a:lnTo>
                  <a:pt x="9076" y="8930"/>
                </a:lnTo>
                <a:lnTo>
                  <a:pt x="9052" y="8955"/>
                </a:lnTo>
                <a:lnTo>
                  <a:pt x="8906" y="8955"/>
                </a:lnTo>
                <a:lnTo>
                  <a:pt x="8517" y="9003"/>
                </a:lnTo>
                <a:lnTo>
                  <a:pt x="8638" y="8273"/>
                </a:lnTo>
                <a:lnTo>
                  <a:pt x="8736" y="7519"/>
                </a:lnTo>
                <a:lnTo>
                  <a:pt x="8857" y="6035"/>
                </a:lnTo>
                <a:lnTo>
                  <a:pt x="8955" y="5280"/>
                </a:lnTo>
                <a:lnTo>
                  <a:pt x="9052" y="4550"/>
                </a:lnTo>
                <a:lnTo>
                  <a:pt x="9149" y="3796"/>
                </a:lnTo>
                <a:lnTo>
                  <a:pt x="9149" y="3407"/>
                </a:lnTo>
                <a:lnTo>
                  <a:pt x="9149" y="3042"/>
                </a:lnTo>
                <a:close/>
                <a:moveTo>
                  <a:pt x="8006" y="2993"/>
                </a:moveTo>
                <a:lnTo>
                  <a:pt x="8809" y="3017"/>
                </a:lnTo>
                <a:lnTo>
                  <a:pt x="8784" y="3139"/>
                </a:lnTo>
                <a:lnTo>
                  <a:pt x="8784" y="3261"/>
                </a:lnTo>
                <a:lnTo>
                  <a:pt x="8784" y="3504"/>
                </a:lnTo>
                <a:lnTo>
                  <a:pt x="8784" y="3747"/>
                </a:lnTo>
                <a:lnTo>
                  <a:pt x="8760" y="3991"/>
                </a:lnTo>
                <a:lnTo>
                  <a:pt x="8687" y="4502"/>
                </a:lnTo>
                <a:lnTo>
                  <a:pt x="8590" y="4988"/>
                </a:lnTo>
                <a:lnTo>
                  <a:pt x="8517" y="5475"/>
                </a:lnTo>
                <a:lnTo>
                  <a:pt x="8395" y="6375"/>
                </a:lnTo>
                <a:lnTo>
                  <a:pt x="8298" y="7251"/>
                </a:lnTo>
                <a:lnTo>
                  <a:pt x="8200" y="8152"/>
                </a:lnTo>
                <a:lnTo>
                  <a:pt x="8079" y="9028"/>
                </a:lnTo>
                <a:lnTo>
                  <a:pt x="7957" y="9028"/>
                </a:lnTo>
                <a:lnTo>
                  <a:pt x="7981" y="8273"/>
                </a:lnTo>
                <a:lnTo>
                  <a:pt x="8006" y="7495"/>
                </a:lnTo>
                <a:lnTo>
                  <a:pt x="8103" y="5962"/>
                </a:lnTo>
                <a:lnTo>
                  <a:pt x="8127" y="5572"/>
                </a:lnTo>
                <a:lnTo>
                  <a:pt x="8103" y="5159"/>
                </a:lnTo>
                <a:lnTo>
                  <a:pt x="8054" y="4380"/>
                </a:lnTo>
                <a:lnTo>
                  <a:pt x="8030" y="3674"/>
                </a:lnTo>
                <a:lnTo>
                  <a:pt x="8030" y="3334"/>
                </a:lnTo>
                <a:lnTo>
                  <a:pt x="8006" y="2993"/>
                </a:lnTo>
                <a:close/>
                <a:moveTo>
                  <a:pt x="6959" y="2945"/>
                </a:moveTo>
                <a:lnTo>
                  <a:pt x="7081" y="2969"/>
                </a:lnTo>
                <a:lnTo>
                  <a:pt x="7714" y="2969"/>
                </a:lnTo>
                <a:lnTo>
                  <a:pt x="7641" y="3285"/>
                </a:lnTo>
                <a:lnTo>
                  <a:pt x="7592" y="3626"/>
                </a:lnTo>
                <a:lnTo>
                  <a:pt x="7592" y="3966"/>
                </a:lnTo>
                <a:lnTo>
                  <a:pt x="7616" y="4307"/>
                </a:lnTo>
                <a:lnTo>
                  <a:pt x="7665" y="5013"/>
                </a:lnTo>
                <a:lnTo>
                  <a:pt x="7689" y="5329"/>
                </a:lnTo>
                <a:lnTo>
                  <a:pt x="7689" y="5670"/>
                </a:lnTo>
                <a:lnTo>
                  <a:pt x="7665" y="6497"/>
                </a:lnTo>
                <a:lnTo>
                  <a:pt x="7592" y="7349"/>
                </a:lnTo>
                <a:lnTo>
                  <a:pt x="7543" y="8200"/>
                </a:lnTo>
                <a:lnTo>
                  <a:pt x="7543" y="8638"/>
                </a:lnTo>
                <a:lnTo>
                  <a:pt x="7543" y="9052"/>
                </a:lnTo>
                <a:lnTo>
                  <a:pt x="7081" y="9052"/>
                </a:lnTo>
                <a:lnTo>
                  <a:pt x="7130" y="8614"/>
                </a:lnTo>
                <a:lnTo>
                  <a:pt x="7178" y="8152"/>
                </a:lnTo>
                <a:lnTo>
                  <a:pt x="7178" y="7689"/>
                </a:lnTo>
                <a:lnTo>
                  <a:pt x="7178" y="7227"/>
                </a:lnTo>
                <a:lnTo>
                  <a:pt x="7154" y="6302"/>
                </a:lnTo>
                <a:lnTo>
                  <a:pt x="7081" y="5402"/>
                </a:lnTo>
                <a:lnTo>
                  <a:pt x="7008" y="4648"/>
                </a:lnTo>
                <a:lnTo>
                  <a:pt x="6935" y="3893"/>
                </a:lnTo>
                <a:lnTo>
                  <a:pt x="6935" y="3674"/>
                </a:lnTo>
                <a:lnTo>
                  <a:pt x="6959" y="3431"/>
                </a:lnTo>
                <a:lnTo>
                  <a:pt x="6959" y="3188"/>
                </a:lnTo>
                <a:lnTo>
                  <a:pt x="6959" y="2945"/>
                </a:lnTo>
                <a:close/>
                <a:moveTo>
                  <a:pt x="6570" y="2945"/>
                </a:moveTo>
                <a:lnTo>
                  <a:pt x="6546" y="3163"/>
                </a:lnTo>
                <a:lnTo>
                  <a:pt x="6521" y="3382"/>
                </a:lnTo>
                <a:lnTo>
                  <a:pt x="6497" y="3796"/>
                </a:lnTo>
                <a:lnTo>
                  <a:pt x="6521" y="4210"/>
                </a:lnTo>
                <a:lnTo>
                  <a:pt x="6619" y="5061"/>
                </a:lnTo>
                <a:lnTo>
                  <a:pt x="6716" y="6059"/>
                </a:lnTo>
                <a:lnTo>
                  <a:pt x="6740" y="6546"/>
                </a:lnTo>
                <a:lnTo>
                  <a:pt x="6765" y="7057"/>
                </a:lnTo>
                <a:lnTo>
                  <a:pt x="6765" y="7568"/>
                </a:lnTo>
                <a:lnTo>
                  <a:pt x="6765" y="8079"/>
                </a:lnTo>
                <a:lnTo>
                  <a:pt x="6716" y="8590"/>
                </a:lnTo>
                <a:lnTo>
                  <a:pt x="6643" y="9076"/>
                </a:lnTo>
                <a:lnTo>
                  <a:pt x="6473" y="9076"/>
                </a:lnTo>
                <a:lnTo>
                  <a:pt x="6473" y="8979"/>
                </a:lnTo>
                <a:lnTo>
                  <a:pt x="6448" y="8882"/>
                </a:lnTo>
                <a:lnTo>
                  <a:pt x="6400" y="8711"/>
                </a:lnTo>
                <a:lnTo>
                  <a:pt x="6351" y="8298"/>
                </a:lnTo>
                <a:lnTo>
                  <a:pt x="6302" y="7884"/>
                </a:lnTo>
                <a:lnTo>
                  <a:pt x="6229" y="7081"/>
                </a:lnTo>
                <a:lnTo>
                  <a:pt x="6181" y="6424"/>
                </a:lnTo>
                <a:lnTo>
                  <a:pt x="6108" y="5767"/>
                </a:lnTo>
                <a:lnTo>
                  <a:pt x="5913" y="4137"/>
                </a:lnTo>
                <a:lnTo>
                  <a:pt x="5864" y="3820"/>
                </a:lnTo>
                <a:lnTo>
                  <a:pt x="5816" y="3528"/>
                </a:lnTo>
                <a:lnTo>
                  <a:pt x="5743" y="3212"/>
                </a:lnTo>
                <a:lnTo>
                  <a:pt x="5645" y="2945"/>
                </a:lnTo>
                <a:close/>
                <a:moveTo>
                  <a:pt x="5013" y="2920"/>
                </a:moveTo>
                <a:lnTo>
                  <a:pt x="5475" y="2945"/>
                </a:lnTo>
                <a:lnTo>
                  <a:pt x="5451" y="3236"/>
                </a:lnTo>
                <a:lnTo>
                  <a:pt x="5475" y="3528"/>
                </a:lnTo>
                <a:lnTo>
                  <a:pt x="5524" y="4137"/>
                </a:lnTo>
                <a:lnTo>
                  <a:pt x="5718" y="5767"/>
                </a:lnTo>
                <a:lnTo>
                  <a:pt x="5791" y="6424"/>
                </a:lnTo>
                <a:lnTo>
                  <a:pt x="5840" y="7081"/>
                </a:lnTo>
                <a:lnTo>
                  <a:pt x="5889" y="7860"/>
                </a:lnTo>
                <a:lnTo>
                  <a:pt x="5986" y="8663"/>
                </a:lnTo>
                <a:lnTo>
                  <a:pt x="6010" y="8857"/>
                </a:lnTo>
                <a:lnTo>
                  <a:pt x="6035" y="9003"/>
                </a:lnTo>
                <a:lnTo>
                  <a:pt x="6083" y="9125"/>
                </a:lnTo>
                <a:lnTo>
                  <a:pt x="5913" y="9149"/>
                </a:lnTo>
                <a:lnTo>
                  <a:pt x="5962" y="9052"/>
                </a:lnTo>
                <a:lnTo>
                  <a:pt x="5962" y="8906"/>
                </a:lnTo>
                <a:lnTo>
                  <a:pt x="5864" y="8395"/>
                </a:lnTo>
                <a:lnTo>
                  <a:pt x="5718" y="7860"/>
                </a:lnTo>
                <a:lnTo>
                  <a:pt x="5572" y="7349"/>
                </a:lnTo>
                <a:lnTo>
                  <a:pt x="5451" y="6838"/>
                </a:lnTo>
                <a:lnTo>
                  <a:pt x="5207" y="5670"/>
                </a:lnTo>
                <a:lnTo>
                  <a:pt x="5086" y="5110"/>
                </a:lnTo>
                <a:lnTo>
                  <a:pt x="4940" y="4550"/>
                </a:lnTo>
                <a:lnTo>
                  <a:pt x="4721" y="3723"/>
                </a:lnTo>
                <a:lnTo>
                  <a:pt x="4526" y="2920"/>
                </a:lnTo>
                <a:close/>
                <a:moveTo>
                  <a:pt x="5572" y="9612"/>
                </a:moveTo>
                <a:lnTo>
                  <a:pt x="5791" y="9660"/>
                </a:lnTo>
                <a:lnTo>
                  <a:pt x="5621" y="9904"/>
                </a:lnTo>
                <a:lnTo>
                  <a:pt x="5499" y="10147"/>
                </a:lnTo>
                <a:lnTo>
                  <a:pt x="5426" y="10293"/>
                </a:lnTo>
                <a:lnTo>
                  <a:pt x="5378" y="10439"/>
                </a:lnTo>
                <a:lnTo>
                  <a:pt x="5329" y="10609"/>
                </a:lnTo>
                <a:lnTo>
                  <a:pt x="5353" y="10755"/>
                </a:lnTo>
                <a:lnTo>
                  <a:pt x="5378" y="10804"/>
                </a:lnTo>
                <a:lnTo>
                  <a:pt x="5402" y="10853"/>
                </a:lnTo>
                <a:lnTo>
                  <a:pt x="5402" y="10926"/>
                </a:lnTo>
                <a:lnTo>
                  <a:pt x="5426" y="10999"/>
                </a:lnTo>
                <a:lnTo>
                  <a:pt x="5451" y="11120"/>
                </a:lnTo>
                <a:lnTo>
                  <a:pt x="5499" y="11217"/>
                </a:lnTo>
                <a:lnTo>
                  <a:pt x="5305" y="11242"/>
                </a:lnTo>
                <a:lnTo>
                  <a:pt x="5110" y="11290"/>
                </a:lnTo>
                <a:lnTo>
                  <a:pt x="4988" y="11193"/>
                </a:lnTo>
                <a:lnTo>
                  <a:pt x="4940" y="11144"/>
                </a:lnTo>
                <a:lnTo>
                  <a:pt x="4867" y="11071"/>
                </a:lnTo>
                <a:lnTo>
                  <a:pt x="5037" y="10853"/>
                </a:lnTo>
                <a:lnTo>
                  <a:pt x="5159" y="10585"/>
                </a:lnTo>
                <a:lnTo>
                  <a:pt x="5353" y="10074"/>
                </a:lnTo>
                <a:lnTo>
                  <a:pt x="5451" y="9831"/>
                </a:lnTo>
                <a:lnTo>
                  <a:pt x="5572" y="9612"/>
                </a:lnTo>
                <a:close/>
                <a:moveTo>
                  <a:pt x="14016" y="11193"/>
                </a:moveTo>
                <a:lnTo>
                  <a:pt x="14040" y="11290"/>
                </a:lnTo>
                <a:lnTo>
                  <a:pt x="13845" y="11290"/>
                </a:lnTo>
                <a:lnTo>
                  <a:pt x="13724" y="11315"/>
                </a:lnTo>
                <a:lnTo>
                  <a:pt x="13651" y="11217"/>
                </a:lnTo>
                <a:lnTo>
                  <a:pt x="13772" y="11217"/>
                </a:lnTo>
                <a:lnTo>
                  <a:pt x="14016" y="11193"/>
                </a:lnTo>
                <a:close/>
                <a:moveTo>
                  <a:pt x="5864" y="10950"/>
                </a:moveTo>
                <a:lnTo>
                  <a:pt x="6083" y="11023"/>
                </a:lnTo>
                <a:lnTo>
                  <a:pt x="6302" y="11047"/>
                </a:lnTo>
                <a:lnTo>
                  <a:pt x="6692" y="11071"/>
                </a:lnTo>
                <a:lnTo>
                  <a:pt x="7397" y="11096"/>
                </a:lnTo>
                <a:lnTo>
                  <a:pt x="8079" y="11120"/>
                </a:lnTo>
                <a:lnTo>
                  <a:pt x="9490" y="11120"/>
                </a:lnTo>
                <a:lnTo>
                  <a:pt x="10877" y="11169"/>
                </a:lnTo>
                <a:lnTo>
                  <a:pt x="12288" y="11217"/>
                </a:lnTo>
                <a:lnTo>
                  <a:pt x="13188" y="11217"/>
                </a:lnTo>
                <a:lnTo>
                  <a:pt x="13261" y="11315"/>
                </a:lnTo>
                <a:lnTo>
                  <a:pt x="13310" y="11388"/>
                </a:lnTo>
                <a:lnTo>
                  <a:pt x="12872" y="11339"/>
                </a:lnTo>
                <a:lnTo>
                  <a:pt x="12434" y="11315"/>
                </a:lnTo>
                <a:lnTo>
                  <a:pt x="11534" y="11315"/>
                </a:lnTo>
                <a:lnTo>
                  <a:pt x="10634" y="11363"/>
                </a:lnTo>
                <a:lnTo>
                  <a:pt x="9733" y="11363"/>
                </a:lnTo>
                <a:lnTo>
                  <a:pt x="9247" y="11339"/>
                </a:lnTo>
                <a:lnTo>
                  <a:pt x="8736" y="11290"/>
                </a:lnTo>
                <a:lnTo>
                  <a:pt x="8225" y="11242"/>
                </a:lnTo>
                <a:lnTo>
                  <a:pt x="7738" y="11193"/>
                </a:lnTo>
                <a:lnTo>
                  <a:pt x="6862" y="11120"/>
                </a:lnTo>
                <a:lnTo>
                  <a:pt x="6424" y="11120"/>
                </a:lnTo>
                <a:lnTo>
                  <a:pt x="6205" y="11144"/>
                </a:lnTo>
                <a:lnTo>
                  <a:pt x="6010" y="11193"/>
                </a:lnTo>
                <a:lnTo>
                  <a:pt x="5986" y="11169"/>
                </a:lnTo>
                <a:lnTo>
                  <a:pt x="5864" y="10950"/>
                </a:lnTo>
                <a:close/>
                <a:moveTo>
                  <a:pt x="5572" y="12191"/>
                </a:moveTo>
                <a:lnTo>
                  <a:pt x="5499" y="12215"/>
                </a:lnTo>
                <a:lnTo>
                  <a:pt x="5402" y="12264"/>
                </a:lnTo>
                <a:lnTo>
                  <a:pt x="5329" y="12312"/>
                </a:lnTo>
                <a:lnTo>
                  <a:pt x="5256" y="12361"/>
                </a:lnTo>
                <a:lnTo>
                  <a:pt x="5232" y="12434"/>
                </a:lnTo>
                <a:lnTo>
                  <a:pt x="5183" y="12507"/>
                </a:lnTo>
                <a:lnTo>
                  <a:pt x="5183" y="12580"/>
                </a:lnTo>
                <a:lnTo>
                  <a:pt x="5207" y="12629"/>
                </a:lnTo>
                <a:lnTo>
                  <a:pt x="5232" y="12726"/>
                </a:lnTo>
                <a:lnTo>
                  <a:pt x="5305" y="12799"/>
                </a:lnTo>
                <a:lnTo>
                  <a:pt x="5378" y="12823"/>
                </a:lnTo>
                <a:lnTo>
                  <a:pt x="5475" y="12848"/>
                </a:lnTo>
                <a:lnTo>
                  <a:pt x="5572" y="12823"/>
                </a:lnTo>
                <a:lnTo>
                  <a:pt x="5670" y="12799"/>
                </a:lnTo>
                <a:lnTo>
                  <a:pt x="5767" y="12750"/>
                </a:lnTo>
                <a:lnTo>
                  <a:pt x="5840" y="12653"/>
                </a:lnTo>
                <a:lnTo>
                  <a:pt x="5864" y="12580"/>
                </a:lnTo>
                <a:lnTo>
                  <a:pt x="5889" y="12483"/>
                </a:lnTo>
                <a:lnTo>
                  <a:pt x="5864" y="12410"/>
                </a:lnTo>
                <a:lnTo>
                  <a:pt x="5816" y="12312"/>
                </a:lnTo>
                <a:lnTo>
                  <a:pt x="5743" y="12264"/>
                </a:lnTo>
                <a:lnTo>
                  <a:pt x="5670" y="12215"/>
                </a:lnTo>
                <a:lnTo>
                  <a:pt x="5572" y="12191"/>
                </a:lnTo>
                <a:close/>
                <a:moveTo>
                  <a:pt x="14040" y="12239"/>
                </a:moveTo>
                <a:lnTo>
                  <a:pt x="13967" y="12264"/>
                </a:lnTo>
                <a:lnTo>
                  <a:pt x="13918" y="12288"/>
                </a:lnTo>
                <a:lnTo>
                  <a:pt x="13797" y="12361"/>
                </a:lnTo>
                <a:lnTo>
                  <a:pt x="13724" y="12458"/>
                </a:lnTo>
                <a:lnTo>
                  <a:pt x="13699" y="12531"/>
                </a:lnTo>
                <a:lnTo>
                  <a:pt x="13675" y="12604"/>
                </a:lnTo>
                <a:lnTo>
                  <a:pt x="13699" y="12677"/>
                </a:lnTo>
                <a:lnTo>
                  <a:pt x="13724" y="12750"/>
                </a:lnTo>
                <a:lnTo>
                  <a:pt x="13797" y="12872"/>
                </a:lnTo>
                <a:lnTo>
                  <a:pt x="13918" y="12945"/>
                </a:lnTo>
                <a:lnTo>
                  <a:pt x="13967" y="12969"/>
                </a:lnTo>
                <a:lnTo>
                  <a:pt x="14113" y="12969"/>
                </a:lnTo>
                <a:lnTo>
                  <a:pt x="14186" y="12945"/>
                </a:lnTo>
                <a:lnTo>
                  <a:pt x="14308" y="12872"/>
                </a:lnTo>
                <a:lnTo>
                  <a:pt x="14381" y="12750"/>
                </a:lnTo>
                <a:lnTo>
                  <a:pt x="14405" y="12677"/>
                </a:lnTo>
                <a:lnTo>
                  <a:pt x="14405" y="12604"/>
                </a:lnTo>
                <a:lnTo>
                  <a:pt x="14405" y="12531"/>
                </a:lnTo>
                <a:lnTo>
                  <a:pt x="14381" y="12458"/>
                </a:lnTo>
                <a:lnTo>
                  <a:pt x="14308" y="12361"/>
                </a:lnTo>
                <a:lnTo>
                  <a:pt x="14186" y="12288"/>
                </a:lnTo>
                <a:lnTo>
                  <a:pt x="14113" y="12264"/>
                </a:lnTo>
                <a:lnTo>
                  <a:pt x="14040" y="12239"/>
                </a:lnTo>
                <a:close/>
                <a:moveTo>
                  <a:pt x="14089" y="11753"/>
                </a:moveTo>
                <a:lnTo>
                  <a:pt x="14235" y="11777"/>
                </a:lnTo>
                <a:lnTo>
                  <a:pt x="14381" y="11801"/>
                </a:lnTo>
                <a:lnTo>
                  <a:pt x="14502" y="11874"/>
                </a:lnTo>
                <a:lnTo>
                  <a:pt x="14600" y="11972"/>
                </a:lnTo>
                <a:lnTo>
                  <a:pt x="14673" y="12093"/>
                </a:lnTo>
                <a:lnTo>
                  <a:pt x="14746" y="12215"/>
                </a:lnTo>
                <a:lnTo>
                  <a:pt x="14770" y="12385"/>
                </a:lnTo>
                <a:lnTo>
                  <a:pt x="14794" y="12580"/>
                </a:lnTo>
                <a:lnTo>
                  <a:pt x="14770" y="12750"/>
                </a:lnTo>
                <a:lnTo>
                  <a:pt x="14721" y="12896"/>
                </a:lnTo>
                <a:lnTo>
                  <a:pt x="14648" y="13042"/>
                </a:lnTo>
                <a:lnTo>
                  <a:pt x="14551" y="13164"/>
                </a:lnTo>
                <a:lnTo>
                  <a:pt x="14405" y="13261"/>
                </a:lnTo>
                <a:lnTo>
                  <a:pt x="14259" y="13334"/>
                </a:lnTo>
                <a:lnTo>
                  <a:pt x="14089" y="13383"/>
                </a:lnTo>
                <a:lnTo>
                  <a:pt x="13870" y="13383"/>
                </a:lnTo>
                <a:lnTo>
                  <a:pt x="13651" y="13334"/>
                </a:lnTo>
                <a:lnTo>
                  <a:pt x="13480" y="13261"/>
                </a:lnTo>
                <a:lnTo>
                  <a:pt x="13334" y="13164"/>
                </a:lnTo>
                <a:lnTo>
                  <a:pt x="13237" y="13018"/>
                </a:lnTo>
                <a:lnTo>
                  <a:pt x="13164" y="12848"/>
                </a:lnTo>
                <a:lnTo>
                  <a:pt x="13164" y="12653"/>
                </a:lnTo>
                <a:lnTo>
                  <a:pt x="13213" y="12434"/>
                </a:lnTo>
                <a:lnTo>
                  <a:pt x="13286" y="12264"/>
                </a:lnTo>
                <a:lnTo>
                  <a:pt x="13359" y="12118"/>
                </a:lnTo>
                <a:lnTo>
                  <a:pt x="13480" y="11972"/>
                </a:lnTo>
                <a:lnTo>
                  <a:pt x="13602" y="11850"/>
                </a:lnTo>
                <a:lnTo>
                  <a:pt x="13602" y="11826"/>
                </a:lnTo>
                <a:lnTo>
                  <a:pt x="13675" y="11850"/>
                </a:lnTo>
                <a:lnTo>
                  <a:pt x="13748" y="11850"/>
                </a:lnTo>
                <a:lnTo>
                  <a:pt x="13797" y="11826"/>
                </a:lnTo>
                <a:lnTo>
                  <a:pt x="13845" y="11777"/>
                </a:lnTo>
                <a:lnTo>
                  <a:pt x="13918" y="11777"/>
                </a:lnTo>
                <a:lnTo>
                  <a:pt x="14089" y="11753"/>
                </a:lnTo>
                <a:close/>
                <a:moveTo>
                  <a:pt x="5475" y="11631"/>
                </a:moveTo>
                <a:lnTo>
                  <a:pt x="5524" y="11704"/>
                </a:lnTo>
                <a:lnTo>
                  <a:pt x="5597" y="11728"/>
                </a:lnTo>
                <a:lnTo>
                  <a:pt x="5645" y="11753"/>
                </a:lnTo>
                <a:lnTo>
                  <a:pt x="5743" y="11753"/>
                </a:lnTo>
                <a:lnTo>
                  <a:pt x="5840" y="11728"/>
                </a:lnTo>
                <a:lnTo>
                  <a:pt x="5937" y="11753"/>
                </a:lnTo>
                <a:lnTo>
                  <a:pt x="6010" y="11801"/>
                </a:lnTo>
                <a:lnTo>
                  <a:pt x="6083" y="11874"/>
                </a:lnTo>
                <a:lnTo>
                  <a:pt x="6132" y="11972"/>
                </a:lnTo>
                <a:lnTo>
                  <a:pt x="6181" y="12093"/>
                </a:lnTo>
                <a:lnTo>
                  <a:pt x="6229" y="12361"/>
                </a:lnTo>
                <a:lnTo>
                  <a:pt x="6229" y="12653"/>
                </a:lnTo>
                <a:lnTo>
                  <a:pt x="6181" y="12945"/>
                </a:lnTo>
                <a:lnTo>
                  <a:pt x="6132" y="13067"/>
                </a:lnTo>
                <a:lnTo>
                  <a:pt x="6083" y="13164"/>
                </a:lnTo>
                <a:lnTo>
                  <a:pt x="6010" y="13261"/>
                </a:lnTo>
                <a:lnTo>
                  <a:pt x="5937" y="13310"/>
                </a:lnTo>
                <a:lnTo>
                  <a:pt x="5840" y="13359"/>
                </a:lnTo>
                <a:lnTo>
                  <a:pt x="5743" y="13383"/>
                </a:lnTo>
                <a:lnTo>
                  <a:pt x="5645" y="13407"/>
                </a:lnTo>
                <a:lnTo>
                  <a:pt x="5548" y="13407"/>
                </a:lnTo>
                <a:lnTo>
                  <a:pt x="5353" y="13359"/>
                </a:lnTo>
                <a:lnTo>
                  <a:pt x="5159" y="13286"/>
                </a:lnTo>
                <a:lnTo>
                  <a:pt x="5013" y="13140"/>
                </a:lnTo>
                <a:lnTo>
                  <a:pt x="4867" y="12994"/>
                </a:lnTo>
                <a:lnTo>
                  <a:pt x="4769" y="12823"/>
                </a:lnTo>
                <a:lnTo>
                  <a:pt x="4721" y="12629"/>
                </a:lnTo>
                <a:lnTo>
                  <a:pt x="4721" y="12434"/>
                </a:lnTo>
                <a:lnTo>
                  <a:pt x="4745" y="12264"/>
                </a:lnTo>
                <a:lnTo>
                  <a:pt x="4818" y="12118"/>
                </a:lnTo>
                <a:lnTo>
                  <a:pt x="4915" y="11972"/>
                </a:lnTo>
                <a:lnTo>
                  <a:pt x="5037" y="11850"/>
                </a:lnTo>
                <a:lnTo>
                  <a:pt x="5159" y="11753"/>
                </a:lnTo>
                <a:lnTo>
                  <a:pt x="5329" y="11680"/>
                </a:lnTo>
                <a:lnTo>
                  <a:pt x="5475" y="11631"/>
                </a:lnTo>
                <a:close/>
                <a:moveTo>
                  <a:pt x="706" y="0"/>
                </a:moveTo>
                <a:lnTo>
                  <a:pt x="511" y="25"/>
                </a:lnTo>
                <a:lnTo>
                  <a:pt x="317" y="49"/>
                </a:lnTo>
                <a:lnTo>
                  <a:pt x="146" y="122"/>
                </a:lnTo>
                <a:lnTo>
                  <a:pt x="73" y="171"/>
                </a:lnTo>
                <a:lnTo>
                  <a:pt x="25" y="268"/>
                </a:lnTo>
                <a:lnTo>
                  <a:pt x="0" y="341"/>
                </a:lnTo>
                <a:lnTo>
                  <a:pt x="25" y="438"/>
                </a:lnTo>
                <a:lnTo>
                  <a:pt x="49" y="536"/>
                </a:lnTo>
                <a:lnTo>
                  <a:pt x="122" y="609"/>
                </a:lnTo>
                <a:lnTo>
                  <a:pt x="195" y="633"/>
                </a:lnTo>
                <a:lnTo>
                  <a:pt x="292" y="657"/>
                </a:lnTo>
                <a:lnTo>
                  <a:pt x="657" y="657"/>
                </a:lnTo>
                <a:lnTo>
                  <a:pt x="1047" y="682"/>
                </a:lnTo>
                <a:lnTo>
                  <a:pt x="1412" y="730"/>
                </a:lnTo>
                <a:lnTo>
                  <a:pt x="1777" y="755"/>
                </a:lnTo>
                <a:lnTo>
                  <a:pt x="3188" y="828"/>
                </a:lnTo>
                <a:lnTo>
                  <a:pt x="3212" y="998"/>
                </a:lnTo>
                <a:lnTo>
                  <a:pt x="3237" y="1144"/>
                </a:lnTo>
                <a:lnTo>
                  <a:pt x="3358" y="1460"/>
                </a:lnTo>
                <a:lnTo>
                  <a:pt x="3480" y="1777"/>
                </a:lnTo>
                <a:lnTo>
                  <a:pt x="3602" y="2069"/>
                </a:lnTo>
                <a:lnTo>
                  <a:pt x="3772" y="2701"/>
                </a:lnTo>
                <a:lnTo>
                  <a:pt x="3918" y="3309"/>
                </a:lnTo>
                <a:lnTo>
                  <a:pt x="4210" y="4550"/>
                </a:lnTo>
                <a:lnTo>
                  <a:pt x="5329" y="9076"/>
                </a:lnTo>
                <a:lnTo>
                  <a:pt x="5329" y="9101"/>
                </a:lnTo>
                <a:lnTo>
                  <a:pt x="5159" y="9344"/>
                </a:lnTo>
                <a:lnTo>
                  <a:pt x="5037" y="9563"/>
                </a:lnTo>
                <a:lnTo>
                  <a:pt x="4842" y="9928"/>
                </a:lnTo>
                <a:lnTo>
                  <a:pt x="4696" y="10317"/>
                </a:lnTo>
                <a:lnTo>
                  <a:pt x="4526" y="10634"/>
                </a:lnTo>
                <a:lnTo>
                  <a:pt x="4453" y="10780"/>
                </a:lnTo>
                <a:lnTo>
                  <a:pt x="4380" y="10950"/>
                </a:lnTo>
                <a:lnTo>
                  <a:pt x="4356" y="10999"/>
                </a:lnTo>
                <a:lnTo>
                  <a:pt x="4380" y="11047"/>
                </a:lnTo>
                <a:lnTo>
                  <a:pt x="4404" y="11144"/>
                </a:lnTo>
                <a:lnTo>
                  <a:pt x="4429" y="11217"/>
                </a:lnTo>
                <a:lnTo>
                  <a:pt x="4453" y="11315"/>
                </a:lnTo>
                <a:lnTo>
                  <a:pt x="4526" y="11412"/>
                </a:lnTo>
                <a:lnTo>
                  <a:pt x="4672" y="11607"/>
                </a:lnTo>
                <a:lnTo>
                  <a:pt x="4502" y="11801"/>
                </a:lnTo>
                <a:lnTo>
                  <a:pt x="4380" y="12045"/>
                </a:lnTo>
                <a:lnTo>
                  <a:pt x="4307" y="12288"/>
                </a:lnTo>
                <a:lnTo>
                  <a:pt x="4283" y="12556"/>
                </a:lnTo>
                <a:lnTo>
                  <a:pt x="4283" y="12726"/>
                </a:lnTo>
                <a:lnTo>
                  <a:pt x="4307" y="12872"/>
                </a:lnTo>
                <a:lnTo>
                  <a:pt x="4356" y="13018"/>
                </a:lnTo>
                <a:lnTo>
                  <a:pt x="4429" y="13140"/>
                </a:lnTo>
                <a:lnTo>
                  <a:pt x="4502" y="13261"/>
                </a:lnTo>
                <a:lnTo>
                  <a:pt x="4575" y="13383"/>
                </a:lnTo>
                <a:lnTo>
                  <a:pt x="4696" y="13480"/>
                </a:lnTo>
                <a:lnTo>
                  <a:pt x="4818" y="13578"/>
                </a:lnTo>
                <a:lnTo>
                  <a:pt x="4940" y="13651"/>
                </a:lnTo>
                <a:lnTo>
                  <a:pt x="5061" y="13724"/>
                </a:lnTo>
                <a:lnTo>
                  <a:pt x="5207" y="13772"/>
                </a:lnTo>
                <a:lnTo>
                  <a:pt x="5353" y="13797"/>
                </a:lnTo>
                <a:lnTo>
                  <a:pt x="5499" y="13821"/>
                </a:lnTo>
                <a:lnTo>
                  <a:pt x="5791" y="13821"/>
                </a:lnTo>
                <a:lnTo>
                  <a:pt x="5937" y="13797"/>
                </a:lnTo>
                <a:lnTo>
                  <a:pt x="6108" y="13748"/>
                </a:lnTo>
                <a:lnTo>
                  <a:pt x="6254" y="13675"/>
                </a:lnTo>
                <a:lnTo>
                  <a:pt x="6375" y="13553"/>
                </a:lnTo>
                <a:lnTo>
                  <a:pt x="6473" y="13432"/>
                </a:lnTo>
                <a:lnTo>
                  <a:pt x="6570" y="13286"/>
                </a:lnTo>
                <a:lnTo>
                  <a:pt x="6619" y="13140"/>
                </a:lnTo>
                <a:lnTo>
                  <a:pt x="6667" y="12969"/>
                </a:lnTo>
                <a:lnTo>
                  <a:pt x="6692" y="12799"/>
                </a:lnTo>
                <a:lnTo>
                  <a:pt x="6692" y="12629"/>
                </a:lnTo>
                <a:lnTo>
                  <a:pt x="6692" y="12434"/>
                </a:lnTo>
                <a:lnTo>
                  <a:pt x="6667" y="12264"/>
                </a:lnTo>
                <a:lnTo>
                  <a:pt x="6619" y="12093"/>
                </a:lnTo>
                <a:lnTo>
                  <a:pt x="6570" y="11923"/>
                </a:lnTo>
                <a:lnTo>
                  <a:pt x="6497" y="11777"/>
                </a:lnTo>
                <a:lnTo>
                  <a:pt x="6424" y="11631"/>
                </a:lnTo>
                <a:lnTo>
                  <a:pt x="6327" y="11509"/>
                </a:lnTo>
                <a:lnTo>
                  <a:pt x="6862" y="11534"/>
                </a:lnTo>
                <a:lnTo>
                  <a:pt x="7373" y="11534"/>
                </a:lnTo>
                <a:lnTo>
                  <a:pt x="8371" y="11631"/>
                </a:lnTo>
                <a:lnTo>
                  <a:pt x="9368" y="11728"/>
                </a:lnTo>
                <a:lnTo>
                  <a:pt x="9831" y="11753"/>
                </a:lnTo>
                <a:lnTo>
                  <a:pt x="10293" y="11753"/>
                </a:lnTo>
                <a:lnTo>
                  <a:pt x="11218" y="11704"/>
                </a:lnTo>
                <a:lnTo>
                  <a:pt x="11704" y="11680"/>
                </a:lnTo>
                <a:lnTo>
                  <a:pt x="12166" y="11680"/>
                </a:lnTo>
                <a:lnTo>
                  <a:pt x="12629" y="11704"/>
                </a:lnTo>
                <a:lnTo>
                  <a:pt x="13091" y="11753"/>
                </a:lnTo>
                <a:lnTo>
                  <a:pt x="12921" y="11996"/>
                </a:lnTo>
                <a:lnTo>
                  <a:pt x="12799" y="12264"/>
                </a:lnTo>
                <a:lnTo>
                  <a:pt x="12750" y="12434"/>
                </a:lnTo>
                <a:lnTo>
                  <a:pt x="12702" y="12580"/>
                </a:lnTo>
                <a:lnTo>
                  <a:pt x="12702" y="12726"/>
                </a:lnTo>
                <a:lnTo>
                  <a:pt x="12702" y="12872"/>
                </a:lnTo>
                <a:lnTo>
                  <a:pt x="12750" y="13018"/>
                </a:lnTo>
                <a:lnTo>
                  <a:pt x="12799" y="13140"/>
                </a:lnTo>
                <a:lnTo>
                  <a:pt x="12848" y="13261"/>
                </a:lnTo>
                <a:lnTo>
                  <a:pt x="12945" y="13383"/>
                </a:lnTo>
                <a:lnTo>
                  <a:pt x="13042" y="13480"/>
                </a:lnTo>
                <a:lnTo>
                  <a:pt x="13140" y="13553"/>
                </a:lnTo>
                <a:lnTo>
                  <a:pt x="13261" y="13626"/>
                </a:lnTo>
                <a:lnTo>
                  <a:pt x="13407" y="13699"/>
                </a:lnTo>
                <a:lnTo>
                  <a:pt x="13553" y="13748"/>
                </a:lnTo>
                <a:lnTo>
                  <a:pt x="13699" y="13797"/>
                </a:lnTo>
                <a:lnTo>
                  <a:pt x="13845" y="13821"/>
                </a:lnTo>
                <a:lnTo>
                  <a:pt x="14016" y="13821"/>
                </a:lnTo>
                <a:lnTo>
                  <a:pt x="14283" y="13797"/>
                </a:lnTo>
                <a:lnTo>
                  <a:pt x="14502" y="13748"/>
                </a:lnTo>
                <a:lnTo>
                  <a:pt x="14697" y="13651"/>
                </a:lnTo>
                <a:lnTo>
                  <a:pt x="14867" y="13505"/>
                </a:lnTo>
                <a:lnTo>
                  <a:pt x="14989" y="13359"/>
                </a:lnTo>
                <a:lnTo>
                  <a:pt x="15086" y="13164"/>
                </a:lnTo>
                <a:lnTo>
                  <a:pt x="15159" y="12969"/>
                </a:lnTo>
                <a:lnTo>
                  <a:pt x="15208" y="12750"/>
                </a:lnTo>
                <a:lnTo>
                  <a:pt x="15208" y="12531"/>
                </a:lnTo>
                <a:lnTo>
                  <a:pt x="15184" y="12337"/>
                </a:lnTo>
                <a:lnTo>
                  <a:pt x="15159" y="12118"/>
                </a:lnTo>
                <a:lnTo>
                  <a:pt x="15086" y="11923"/>
                </a:lnTo>
                <a:lnTo>
                  <a:pt x="14989" y="11728"/>
                </a:lnTo>
                <a:lnTo>
                  <a:pt x="14867" y="11582"/>
                </a:lnTo>
                <a:lnTo>
                  <a:pt x="14721" y="11436"/>
                </a:lnTo>
                <a:lnTo>
                  <a:pt x="14551" y="11339"/>
                </a:lnTo>
                <a:lnTo>
                  <a:pt x="14405" y="11144"/>
                </a:lnTo>
                <a:lnTo>
                  <a:pt x="14648" y="11120"/>
                </a:lnTo>
                <a:lnTo>
                  <a:pt x="14989" y="11120"/>
                </a:lnTo>
                <a:lnTo>
                  <a:pt x="15062" y="11071"/>
                </a:lnTo>
                <a:lnTo>
                  <a:pt x="15086" y="10999"/>
                </a:lnTo>
                <a:lnTo>
                  <a:pt x="15111" y="10926"/>
                </a:lnTo>
                <a:lnTo>
                  <a:pt x="15086" y="10853"/>
                </a:lnTo>
                <a:lnTo>
                  <a:pt x="15062" y="10780"/>
                </a:lnTo>
                <a:lnTo>
                  <a:pt x="14989" y="10707"/>
                </a:lnTo>
                <a:lnTo>
                  <a:pt x="14892" y="10682"/>
                </a:lnTo>
                <a:lnTo>
                  <a:pt x="14648" y="10682"/>
                </a:lnTo>
                <a:lnTo>
                  <a:pt x="14429" y="10707"/>
                </a:lnTo>
                <a:lnTo>
                  <a:pt x="13967" y="10780"/>
                </a:lnTo>
                <a:lnTo>
                  <a:pt x="12653" y="10780"/>
                </a:lnTo>
                <a:lnTo>
                  <a:pt x="11339" y="10755"/>
                </a:lnTo>
                <a:lnTo>
                  <a:pt x="10050" y="10707"/>
                </a:lnTo>
                <a:lnTo>
                  <a:pt x="8760" y="10707"/>
                </a:lnTo>
                <a:lnTo>
                  <a:pt x="7495" y="10731"/>
                </a:lnTo>
                <a:lnTo>
                  <a:pt x="7081" y="10707"/>
                </a:lnTo>
                <a:lnTo>
                  <a:pt x="6643" y="10682"/>
                </a:lnTo>
                <a:lnTo>
                  <a:pt x="6229" y="10634"/>
                </a:lnTo>
                <a:lnTo>
                  <a:pt x="5816" y="10634"/>
                </a:lnTo>
                <a:lnTo>
                  <a:pt x="5864" y="10439"/>
                </a:lnTo>
                <a:lnTo>
                  <a:pt x="5913" y="10269"/>
                </a:lnTo>
                <a:lnTo>
                  <a:pt x="6035" y="9977"/>
                </a:lnTo>
                <a:lnTo>
                  <a:pt x="6059" y="9831"/>
                </a:lnTo>
                <a:lnTo>
                  <a:pt x="6083" y="9709"/>
                </a:lnTo>
                <a:lnTo>
                  <a:pt x="6400" y="9709"/>
                </a:lnTo>
                <a:lnTo>
                  <a:pt x="6716" y="9685"/>
                </a:lnTo>
                <a:lnTo>
                  <a:pt x="7300" y="9660"/>
                </a:lnTo>
                <a:lnTo>
                  <a:pt x="7860" y="9636"/>
                </a:lnTo>
                <a:lnTo>
                  <a:pt x="8395" y="9612"/>
                </a:lnTo>
                <a:lnTo>
                  <a:pt x="9466" y="9514"/>
                </a:lnTo>
                <a:lnTo>
                  <a:pt x="10512" y="9417"/>
                </a:lnTo>
                <a:lnTo>
                  <a:pt x="11558" y="9368"/>
                </a:lnTo>
                <a:lnTo>
                  <a:pt x="12604" y="9295"/>
                </a:lnTo>
                <a:lnTo>
                  <a:pt x="13140" y="9247"/>
                </a:lnTo>
                <a:lnTo>
                  <a:pt x="13651" y="9174"/>
                </a:lnTo>
                <a:lnTo>
                  <a:pt x="13991" y="9125"/>
                </a:lnTo>
                <a:lnTo>
                  <a:pt x="14332" y="9003"/>
                </a:lnTo>
                <a:lnTo>
                  <a:pt x="14624" y="8833"/>
                </a:lnTo>
                <a:lnTo>
                  <a:pt x="14916" y="8614"/>
                </a:lnTo>
                <a:lnTo>
                  <a:pt x="15062" y="8492"/>
                </a:lnTo>
                <a:lnTo>
                  <a:pt x="15159" y="8322"/>
                </a:lnTo>
                <a:lnTo>
                  <a:pt x="15257" y="8152"/>
                </a:lnTo>
                <a:lnTo>
                  <a:pt x="15354" y="7957"/>
                </a:lnTo>
                <a:lnTo>
                  <a:pt x="15500" y="7592"/>
                </a:lnTo>
                <a:lnTo>
                  <a:pt x="15646" y="7227"/>
                </a:lnTo>
                <a:lnTo>
                  <a:pt x="15914" y="6546"/>
                </a:lnTo>
                <a:lnTo>
                  <a:pt x="15987" y="6546"/>
                </a:lnTo>
                <a:lnTo>
                  <a:pt x="16011" y="6521"/>
                </a:lnTo>
                <a:lnTo>
                  <a:pt x="16035" y="6497"/>
                </a:lnTo>
                <a:lnTo>
                  <a:pt x="16035" y="6473"/>
                </a:lnTo>
                <a:lnTo>
                  <a:pt x="16011" y="6424"/>
                </a:lnTo>
                <a:lnTo>
                  <a:pt x="15987" y="6424"/>
                </a:lnTo>
                <a:lnTo>
                  <a:pt x="16303" y="5816"/>
                </a:lnTo>
                <a:lnTo>
                  <a:pt x="16327" y="5767"/>
                </a:lnTo>
                <a:lnTo>
                  <a:pt x="16352" y="5743"/>
                </a:lnTo>
                <a:lnTo>
                  <a:pt x="16376" y="5670"/>
                </a:lnTo>
                <a:lnTo>
                  <a:pt x="17009" y="4550"/>
                </a:lnTo>
                <a:lnTo>
                  <a:pt x="17325" y="3991"/>
                </a:lnTo>
                <a:lnTo>
                  <a:pt x="17641" y="3431"/>
                </a:lnTo>
                <a:lnTo>
                  <a:pt x="17666" y="3334"/>
                </a:lnTo>
                <a:lnTo>
                  <a:pt x="17641" y="3236"/>
                </a:lnTo>
                <a:lnTo>
                  <a:pt x="17690" y="2945"/>
                </a:lnTo>
                <a:lnTo>
                  <a:pt x="17690" y="2799"/>
                </a:lnTo>
                <a:lnTo>
                  <a:pt x="17690" y="2677"/>
                </a:lnTo>
                <a:lnTo>
                  <a:pt x="17641" y="2555"/>
                </a:lnTo>
                <a:lnTo>
                  <a:pt x="17568" y="2458"/>
                </a:lnTo>
                <a:lnTo>
                  <a:pt x="17495" y="2361"/>
                </a:lnTo>
                <a:lnTo>
                  <a:pt x="17398" y="2288"/>
                </a:lnTo>
                <a:lnTo>
                  <a:pt x="17301" y="2215"/>
                </a:lnTo>
                <a:lnTo>
                  <a:pt x="17155" y="2166"/>
                </a:lnTo>
                <a:lnTo>
                  <a:pt x="16984" y="2117"/>
                </a:lnTo>
                <a:lnTo>
                  <a:pt x="16790" y="2069"/>
                </a:lnTo>
                <a:lnTo>
                  <a:pt x="16376" y="2069"/>
                </a:lnTo>
                <a:lnTo>
                  <a:pt x="15597" y="2093"/>
                </a:lnTo>
                <a:lnTo>
                  <a:pt x="14283" y="2093"/>
                </a:lnTo>
                <a:lnTo>
                  <a:pt x="13651" y="2069"/>
                </a:lnTo>
                <a:lnTo>
                  <a:pt x="12994" y="2020"/>
                </a:lnTo>
                <a:lnTo>
                  <a:pt x="11753" y="1923"/>
                </a:lnTo>
                <a:lnTo>
                  <a:pt x="10488" y="1898"/>
                </a:lnTo>
                <a:lnTo>
                  <a:pt x="9222" y="1874"/>
                </a:lnTo>
                <a:lnTo>
                  <a:pt x="7981" y="1874"/>
                </a:lnTo>
                <a:lnTo>
                  <a:pt x="7032" y="1850"/>
                </a:lnTo>
                <a:lnTo>
                  <a:pt x="6083" y="1825"/>
                </a:lnTo>
                <a:lnTo>
                  <a:pt x="5159" y="1801"/>
                </a:lnTo>
                <a:lnTo>
                  <a:pt x="4210" y="1801"/>
                </a:lnTo>
                <a:lnTo>
                  <a:pt x="4112" y="1509"/>
                </a:lnTo>
                <a:lnTo>
                  <a:pt x="3991" y="1241"/>
                </a:lnTo>
                <a:lnTo>
                  <a:pt x="3942" y="998"/>
                </a:lnTo>
                <a:lnTo>
                  <a:pt x="3845" y="633"/>
                </a:lnTo>
                <a:lnTo>
                  <a:pt x="3796" y="463"/>
                </a:lnTo>
                <a:lnTo>
                  <a:pt x="3723" y="292"/>
                </a:lnTo>
                <a:lnTo>
                  <a:pt x="3650" y="195"/>
                </a:lnTo>
                <a:lnTo>
                  <a:pt x="3577" y="146"/>
                </a:lnTo>
                <a:lnTo>
                  <a:pt x="3529" y="146"/>
                </a:lnTo>
                <a:lnTo>
                  <a:pt x="2604" y="122"/>
                </a:lnTo>
                <a:lnTo>
                  <a:pt x="1655" y="73"/>
                </a:lnTo>
                <a:lnTo>
                  <a:pt x="901" y="0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28"/>
          <p:cNvSpPr/>
          <p:nvPr/>
        </p:nvSpPr>
        <p:spPr>
          <a:xfrm>
            <a:off x="7599857" y="2569837"/>
            <a:ext cx="302200" cy="318177"/>
          </a:xfrm>
          <a:custGeom>
            <a:rect b="b" l="l" r="r" t="t"/>
            <a:pathLst>
              <a:path extrusionOk="0" h="18421" w="17496">
                <a:moveTo>
                  <a:pt x="7421" y="1047"/>
                </a:moveTo>
                <a:lnTo>
                  <a:pt x="7373" y="1071"/>
                </a:lnTo>
                <a:lnTo>
                  <a:pt x="7348" y="1120"/>
                </a:lnTo>
                <a:lnTo>
                  <a:pt x="7324" y="1169"/>
                </a:lnTo>
                <a:lnTo>
                  <a:pt x="7348" y="1315"/>
                </a:lnTo>
                <a:lnTo>
                  <a:pt x="7348" y="1461"/>
                </a:lnTo>
                <a:lnTo>
                  <a:pt x="7324" y="1582"/>
                </a:lnTo>
                <a:lnTo>
                  <a:pt x="7300" y="1704"/>
                </a:lnTo>
                <a:lnTo>
                  <a:pt x="7178" y="1923"/>
                </a:lnTo>
                <a:lnTo>
                  <a:pt x="7008" y="2142"/>
                </a:lnTo>
                <a:lnTo>
                  <a:pt x="6862" y="2385"/>
                </a:lnTo>
                <a:lnTo>
                  <a:pt x="6813" y="2483"/>
                </a:lnTo>
                <a:lnTo>
                  <a:pt x="6765" y="2604"/>
                </a:lnTo>
                <a:lnTo>
                  <a:pt x="6740" y="2750"/>
                </a:lnTo>
                <a:lnTo>
                  <a:pt x="6740" y="2872"/>
                </a:lnTo>
                <a:lnTo>
                  <a:pt x="6740" y="3018"/>
                </a:lnTo>
                <a:lnTo>
                  <a:pt x="6789" y="3164"/>
                </a:lnTo>
                <a:lnTo>
                  <a:pt x="6862" y="3286"/>
                </a:lnTo>
                <a:lnTo>
                  <a:pt x="6959" y="3432"/>
                </a:lnTo>
                <a:lnTo>
                  <a:pt x="7154" y="3699"/>
                </a:lnTo>
                <a:lnTo>
                  <a:pt x="7251" y="3845"/>
                </a:lnTo>
                <a:lnTo>
                  <a:pt x="7275" y="3991"/>
                </a:lnTo>
                <a:lnTo>
                  <a:pt x="7275" y="4064"/>
                </a:lnTo>
                <a:lnTo>
                  <a:pt x="7275" y="4137"/>
                </a:lnTo>
                <a:lnTo>
                  <a:pt x="7251" y="4186"/>
                </a:lnTo>
                <a:lnTo>
                  <a:pt x="7178" y="4259"/>
                </a:lnTo>
                <a:lnTo>
                  <a:pt x="7154" y="4332"/>
                </a:lnTo>
                <a:lnTo>
                  <a:pt x="7129" y="4405"/>
                </a:lnTo>
                <a:lnTo>
                  <a:pt x="7129" y="4478"/>
                </a:lnTo>
                <a:lnTo>
                  <a:pt x="7178" y="4527"/>
                </a:lnTo>
                <a:lnTo>
                  <a:pt x="7251" y="4575"/>
                </a:lnTo>
                <a:lnTo>
                  <a:pt x="7324" y="4600"/>
                </a:lnTo>
                <a:lnTo>
                  <a:pt x="7397" y="4575"/>
                </a:lnTo>
                <a:lnTo>
                  <a:pt x="7470" y="4527"/>
                </a:lnTo>
                <a:lnTo>
                  <a:pt x="7567" y="4429"/>
                </a:lnTo>
                <a:lnTo>
                  <a:pt x="7616" y="4332"/>
                </a:lnTo>
                <a:lnTo>
                  <a:pt x="7665" y="4235"/>
                </a:lnTo>
                <a:lnTo>
                  <a:pt x="7689" y="4113"/>
                </a:lnTo>
                <a:lnTo>
                  <a:pt x="7689" y="4016"/>
                </a:lnTo>
                <a:lnTo>
                  <a:pt x="7665" y="3918"/>
                </a:lnTo>
                <a:lnTo>
                  <a:pt x="7592" y="3724"/>
                </a:lnTo>
                <a:lnTo>
                  <a:pt x="7470" y="3505"/>
                </a:lnTo>
                <a:lnTo>
                  <a:pt x="7324" y="3310"/>
                </a:lnTo>
                <a:lnTo>
                  <a:pt x="7202" y="3115"/>
                </a:lnTo>
                <a:lnTo>
                  <a:pt x="7105" y="2921"/>
                </a:lnTo>
                <a:lnTo>
                  <a:pt x="7081" y="2823"/>
                </a:lnTo>
                <a:lnTo>
                  <a:pt x="7105" y="2726"/>
                </a:lnTo>
                <a:lnTo>
                  <a:pt x="7154" y="2604"/>
                </a:lnTo>
                <a:lnTo>
                  <a:pt x="7202" y="2483"/>
                </a:lnTo>
                <a:lnTo>
                  <a:pt x="7373" y="2239"/>
                </a:lnTo>
                <a:lnTo>
                  <a:pt x="7543" y="1972"/>
                </a:lnTo>
                <a:lnTo>
                  <a:pt x="7689" y="1728"/>
                </a:lnTo>
                <a:lnTo>
                  <a:pt x="7738" y="1607"/>
                </a:lnTo>
                <a:lnTo>
                  <a:pt x="7762" y="1485"/>
                </a:lnTo>
                <a:lnTo>
                  <a:pt x="7762" y="1363"/>
                </a:lnTo>
                <a:lnTo>
                  <a:pt x="7713" y="1242"/>
                </a:lnTo>
                <a:lnTo>
                  <a:pt x="7616" y="1144"/>
                </a:lnTo>
                <a:lnTo>
                  <a:pt x="7494" y="1071"/>
                </a:lnTo>
                <a:lnTo>
                  <a:pt x="7421" y="1047"/>
                </a:lnTo>
                <a:close/>
                <a:moveTo>
                  <a:pt x="10293" y="1242"/>
                </a:moveTo>
                <a:lnTo>
                  <a:pt x="10268" y="1266"/>
                </a:lnTo>
                <a:lnTo>
                  <a:pt x="10244" y="1363"/>
                </a:lnTo>
                <a:lnTo>
                  <a:pt x="10220" y="1485"/>
                </a:lnTo>
                <a:lnTo>
                  <a:pt x="10195" y="1607"/>
                </a:lnTo>
                <a:lnTo>
                  <a:pt x="10171" y="1680"/>
                </a:lnTo>
                <a:lnTo>
                  <a:pt x="10098" y="1826"/>
                </a:lnTo>
                <a:lnTo>
                  <a:pt x="10001" y="1923"/>
                </a:lnTo>
                <a:lnTo>
                  <a:pt x="9782" y="2166"/>
                </a:lnTo>
                <a:lnTo>
                  <a:pt x="9684" y="2288"/>
                </a:lnTo>
                <a:lnTo>
                  <a:pt x="9611" y="2434"/>
                </a:lnTo>
                <a:lnTo>
                  <a:pt x="9587" y="2604"/>
                </a:lnTo>
                <a:lnTo>
                  <a:pt x="9587" y="2775"/>
                </a:lnTo>
                <a:lnTo>
                  <a:pt x="9636" y="2921"/>
                </a:lnTo>
                <a:lnTo>
                  <a:pt x="9709" y="3042"/>
                </a:lnTo>
                <a:lnTo>
                  <a:pt x="9879" y="3286"/>
                </a:lnTo>
                <a:lnTo>
                  <a:pt x="10001" y="3456"/>
                </a:lnTo>
                <a:lnTo>
                  <a:pt x="10074" y="3626"/>
                </a:lnTo>
                <a:lnTo>
                  <a:pt x="10098" y="3724"/>
                </a:lnTo>
                <a:lnTo>
                  <a:pt x="10098" y="3821"/>
                </a:lnTo>
                <a:lnTo>
                  <a:pt x="10074" y="3918"/>
                </a:lnTo>
                <a:lnTo>
                  <a:pt x="10025" y="4016"/>
                </a:lnTo>
                <a:lnTo>
                  <a:pt x="9952" y="4137"/>
                </a:lnTo>
                <a:lnTo>
                  <a:pt x="9855" y="4235"/>
                </a:lnTo>
                <a:lnTo>
                  <a:pt x="9782" y="4332"/>
                </a:lnTo>
                <a:lnTo>
                  <a:pt x="9709" y="4454"/>
                </a:lnTo>
                <a:lnTo>
                  <a:pt x="9684" y="4502"/>
                </a:lnTo>
                <a:lnTo>
                  <a:pt x="9684" y="4575"/>
                </a:lnTo>
                <a:lnTo>
                  <a:pt x="9733" y="4673"/>
                </a:lnTo>
                <a:lnTo>
                  <a:pt x="9757" y="4721"/>
                </a:lnTo>
                <a:lnTo>
                  <a:pt x="9806" y="4746"/>
                </a:lnTo>
                <a:lnTo>
                  <a:pt x="9855" y="4770"/>
                </a:lnTo>
                <a:lnTo>
                  <a:pt x="9928" y="4746"/>
                </a:lnTo>
                <a:lnTo>
                  <a:pt x="10122" y="4648"/>
                </a:lnTo>
                <a:lnTo>
                  <a:pt x="10268" y="4502"/>
                </a:lnTo>
                <a:lnTo>
                  <a:pt x="10414" y="4332"/>
                </a:lnTo>
                <a:lnTo>
                  <a:pt x="10487" y="4137"/>
                </a:lnTo>
                <a:lnTo>
                  <a:pt x="10536" y="3943"/>
                </a:lnTo>
                <a:lnTo>
                  <a:pt x="10536" y="3724"/>
                </a:lnTo>
                <a:lnTo>
                  <a:pt x="10487" y="3505"/>
                </a:lnTo>
                <a:lnTo>
                  <a:pt x="10414" y="3310"/>
                </a:lnTo>
                <a:lnTo>
                  <a:pt x="10293" y="3140"/>
                </a:lnTo>
                <a:lnTo>
                  <a:pt x="10171" y="2994"/>
                </a:lnTo>
                <a:lnTo>
                  <a:pt x="10074" y="2872"/>
                </a:lnTo>
                <a:lnTo>
                  <a:pt x="10025" y="2775"/>
                </a:lnTo>
                <a:lnTo>
                  <a:pt x="10001" y="2653"/>
                </a:lnTo>
                <a:lnTo>
                  <a:pt x="10025" y="2556"/>
                </a:lnTo>
                <a:lnTo>
                  <a:pt x="10074" y="2434"/>
                </a:lnTo>
                <a:lnTo>
                  <a:pt x="10122" y="2337"/>
                </a:lnTo>
                <a:lnTo>
                  <a:pt x="10293" y="2118"/>
                </a:lnTo>
                <a:lnTo>
                  <a:pt x="10414" y="1947"/>
                </a:lnTo>
                <a:lnTo>
                  <a:pt x="10512" y="1753"/>
                </a:lnTo>
                <a:lnTo>
                  <a:pt x="10512" y="1655"/>
                </a:lnTo>
                <a:lnTo>
                  <a:pt x="10536" y="1558"/>
                </a:lnTo>
                <a:lnTo>
                  <a:pt x="10512" y="1461"/>
                </a:lnTo>
                <a:lnTo>
                  <a:pt x="10487" y="1363"/>
                </a:lnTo>
                <a:lnTo>
                  <a:pt x="10463" y="1290"/>
                </a:lnTo>
                <a:lnTo>
                  <a:pt x="10390" y="1266"/>
                </a:lnTo>
                <a:lnTo>
                  <a:pt x="10317" y="1242"/>
                </a:lnTo>
                <a:close/>
                <a:moveTo>
                  <a:pt x="8322" y="1"/>
                </a:moveTo>
                <a:lnTo>
                  <a:pt x="8273" y="49"/>
                </a:lnTo>
                <a:lnTo>
                  <a:pt x="8249" y="98"/>
                </a:lnTo>
                <a:lnTo>
                  <a:pt x="8273" y="171"/>
                </a:lnTo>
                <a:lnTo>
                  <a:pt x="8492" y="512"/>
                </a:lnTo>
                <a:lnTo>
                  <a:pt x="8614" y="682"/>
                </a:lnTo>
                <a:lnTo>
                  <a:pt x="8687" y="877"/>
                </a:lnTo>
                <a:lnTo>
                  <a:pt x="8711" y="1023"/>
                </a:lnTo>
                <a:lnTo>
                  <a:pt x="8735" y="1144"/>
                </a:lnTo>
                <a:lnTo>
                  <a:pt x="8711" y="1266"/>
                </a:lnTo>
                <a:lnTo>
                  <a:pt x="8687" y="1388"/>
                </a:lnTo>
                <a:lnTo>
                  <a:pt x="8614" y="1631"/>
                </a:lnTo>
                <a:lnTo>
                  <a:pt x="8492" y="1850"/>
                </a:lnTo>
                <a:lnTo>
                  <a:pt x="8322" y="2166"/>
                </a:lnTo>
                <a:lnTo>
                  <a:pt x="8249" y="2312"/>
                </a:lnTo>
                <a:lnTo>
                  <a:pt x="8200" y="2458"/>
                </a:lnTo>
                <a:lnTo>
                  <a:pt x="8200" y="2604"/>
                </a:lnTo>
                <a:lnTo>
                  <a:pt x="8200" y="2775"/>
                </a:lnTo>
                <a:lnTo>
                  <a:pt x="8249" y="2921"/>
                </a:lnTo>
                <a:lnTo>
                  <a:pt x="8322" y="3091"/>
                </a:lnTo>
                <a:lnTo>
                  <a:pt x="8419" y="3213"/>
                </a:lnTo>
                <a:lnTo>
                  <a:pt x="8516" y="3334"/>
                </a:lnTo>
                <a:lnTo>
                  <a:pt x="8589" y="3432"/>
                </a:lnTo>
                <a:lnTo>
                  <a:pt x="8638" y="3529"/>
                </a:lnTo>
                <a:lnTo>
                  <a:pt x="8662" y="3651"/>
                </a:lnTo>
                <a:lnTo>
                  <a:pt x="8662" y="3748"/>
                </a:lnTo>
                <a:lnTo>
                  <a:pt x="8638" y="3845"/>
                </a:lnTo>
                <a:lnTo>
                  <a:pt x="8614" y="3967"/>
                </a:lnTo>
                <a:lnTo>
                  <a:pt x="8516" y="4162"/>
                </a:lnTo>
                <a:lnTo>
                  <a:pt x="8297" y="4551"/>
                </a:lnTo>
                <a:lnTo>
                  <a:pt x="8200" y="4746"/>
                </a:lnTo>
                <a:lnTo>
                  <a:pt x="8103" y="4940"/>
                </a:lnTo>
                <a:lnTo>
                  <a:pt x="8054" y="5062"/>
                </a:lnTo>
                <a:lnTo>
                  <a:pt x="8054" y="5208"/>
                </a:lnTo>
                <a:lnTo>
                  <a:pt x="8054" y="5354"/>
                </a:lnTo>
                <a:lnTo>
                  <a:pt x="8078" y="5476"/>
                </a:lnTo>
                <a:lnTo>
                  <a:pt x="8127" y="5622"/>
                </a:lnTo>
                <a:lnTo>
                  <a:pt x="8224" y="5719"/>
                </a:lnTo>
                <a:lnTo>
                  <a:pt x="8297" y="5816"/>
                </a:lnTo>
                <a:lnTo>
                  <a:pt x="8419" y="5889"/>
                </a:lnTo>
                <a:lnTo>
                  <a:pt x="8492" y="5914"/>
                </a:lnTo>
                <a:lnTo>
                  <a:pt x="8565" y="5914"/>
                </a:lnTo>
                <a:lnTo>
                  <a:pt x="8614" y="5889"/>
                </a:lnTo>
                <a:lnTo>
                  <a:pt x="8662" y="5841"/>
                </a:lnTo>
                <a:lnTo>
                  <a:pt x="8711" y="5792"/>
                </a:lnTo>
                <a:lnTo>
                  <a:pt x="8711" y="5719"/>
                </a:lnTo>
                <a:lnTo>
                  <a:pt x="8687" y="5670"/>
                </a:lnTo>
                <a:lnTo>
                  <a:pt x="8662" y="5597"/>
                </a:lnTo>
                <a:lnTo>
                  <a:pt x="8589" y="5476"/>
                </a:lnTo>
                <a:lnTo>
                  <a:pt x="8541" y="5378"/>
                </a:lnTo>
                <a:lnTo>
                  <a:pt x="8516" y="5257"/>
                </a:lnTo>
                <a:lnTo>
                  <a:pt x="8516" y="5159"/>
                </a:lnTo>
                <a:lnTo>
                  <a:pt x="8541" y="5038"/>
                </a:lnTo>
                <a:lnTo>
                  <a:pt x="8565" y="4940"/>
                </a:lnTo>
                <a:lnTo>
                  <a:pt x="8687" y="4721"/>
                </a:lnTo>
                <a:lnTo>
                  <a:pt x="8954" y="4283"/>
                </a:lnTo>
                <a:lnTo>
                  <a:pt x="9076" y="4040"/>
                </a:lnTo>
                <a:lnTo>
                  <a:pt x="9100" y="3943"/>
                </a:lnTo>
                <a:lnTo>
                  <a:pt x="9125" y="3821"/>
                </a:lnTo>
                <a:lnTo>
                  <a:pt x="9125" y="3626"/>
                </a:lnTo>
                <a:lnTo>
                  <a:pt x="9076" y="3480"/>
                </a:lnTo>
                <a:lnTo>
                  <a:pt x="9027" y="3310"/>
                </a:lnTo>
                <a:lnTo>
                  <a:pt x="8930" y="3164"/>
                </a:lnTo>
                <a:lnTo>
                  <a:pt x="8784" y="2921"/>
                </a:lnTo>
                <a:lnTo>
                  <a:pt x="8711" y="2823"/>
                </a:lnTo>
                <a:lnTo>
                  <a:pt x="8662" y="2726"/>
                </a:lnTo>
                <a:lnTo>
                  <a:pt x="8662" y="2604"/>
                </a:lnTo>
                <a:lnTo>
                  <a:pt x="8662" y="2507"/>
                </a:lnTo>
                <a:lnTo>
                  <a:pt x="8711" y="2361"/>
                </a:lnTo>
                <a:lnTo>
                  <a:pt x="8784" y="2215"/>
                </a:lnTo>
                <a:lnTo>
                  <a:pt x="8954" y="1899"/>
                </a:lnTo>
                <a:lnTo>
                  <a:pt x="9076" y="1582"/>
                </a:lnTo>
                <a:lnTo>
                  <a:pt x="9125" y="1436"/>
                </a:lnTo>
                <a:lnTo>
                  <a:pt x="9149" y="1266"/>
                </a:lnTo>
                <a:lnTo>
                  <a:pt x="9149" y="1096"/>
                </a:lnTo>
                <a:lnTo>
                  <a:pt x="9125" y="901"/>
                </a:lnTo>
                <a:lnTo>
                  <a:pt x="9100" y="755"/>
                </a:lnTo>
                <a:lnTo>
                  <a:pt x="9052" y="609"/>
                </a:lnTo>
                <a:lnTo>
                  <a:pt x="8979" y="463"/>
                </a:lnTo>
                <a:lnTo>
                  <a:pt x="8881" y="341"/>
                </a:lnTo>
                <a:lnTo>
                  <a:pt x="8784" y="220"/>
                </a:lnTo>
                <a:lnTo>
                  <a:pt x="8662" y="122"/>
                </a:lnTo>
                <a:lnTo>
                  <a:pt x="8541" y="49"/>
                </a:lnTo>
                <a:lnTo>
                  <a:pt x="8395" y="1"/>
                </a:lnTo>
                <a:close/>
                <a:moveTo>
                  <a:pt x="6497" y="7982"/>
                </a:moveTo>
                <a:lnTo>
                  <a:pt x="6424" y="8079"/>
                </a:lnTo>
                <a:lnTo>
                  <a:pt x="6229" y="8055"/>
                </a:lnTo>
                <a:lnTo>
                  <a:pt x="5791" y="8030"/>
                </a:lnTo>
                <a:lnTo>
                  <a:pt x="6156" y="8006"/>
                </a:lnTo>
                <a:lnTo>
                  <a:pt x="6497" y="7982"/>
                </a:lnTo>
                <a:close/>
                <a:moveTo>
                  <a:pt x="10512" y="6911"/>
                </a:moveTo>
                <a:lnTo>
                  <a:pt x="11242" y="6960"/>
                </a:lnTo>
                <a:lnTo>
                  <a:pt x="11972" y="7009"/>
                </a:lnTo>
                <a:lnTo>
                  <a:pt x="12677" y="7106"/>
                </a:lnTo>
                <a:lnTo>
                  <a:pt x="13407" y="7228"/>
                </a:lnTo>
                <a:lnTo>
                  <a:pt x="14089" y="7374"/>
                </a:lnTo>
                <a:lnTo>
                  <a:pt x="14186" y="7422"/>
                </a:lnTo>
                <a:lnTo>
                  <a:pt x="14259" y="7471"/>
                </a:lnTo>
                <a:lnTo>
                  <a:pt x="14283" y="7520"/>
                </a:lnTo>
                <a:lnTo>
                  <a:pt x="14283" y="7593"/>
                </a:lnTo>
                <a:lnTo>
                  <a:pt x="14259" y="7666"/>
                </a:lnTo>
                <a:lnTo>
                  <a:pt x="14210" y="7714"/>
                </a:lnTo>
                <a:lnTo>
                  <a:pt x="14162" y="7787"/>
                </a:lnTo>
                <a:lnTo>
                  <a:pt x="14089" y="7836"/>
                </a:lnTo>
                <a:lnTo>
                  <a:pt x="13894" y="7909"/>
                </a:lnTo>
                <a:lnTo>
                  <a:pt x="13699" y="7958"/>
                </a:lnTo>
                <a:lnTo>
                  <a:pt x="13310" y="8030"/>
                </a:lnTo>
                <a:lnTo>
                  <a:pt x="12775" y="8079"/>
                </a:lnTo>
                <a:lnTo>
                  <a:pt x="12750" y="8006"/>
                </a:lnTo>
                <a:lnTo>
                  <a:pt x="12677" y="7982"/>
                </a:lnTo>
                <a:lnTo>
                  <a:pt x="12215" y="7860"/>
                </a:lnTo>
                <a:lnTo>
                  <a:pt x="11753" y="7787"/>
                </a:lnTo>
                <a:lnTo>
                  <a:pt x="11290" y="7714"/>
                </a:lnTo>
                <a:lnTo>
                  <a:pt x="10804" y="7666"/>
                </a:lnTo>
                <a:lnTo>
                  <a:pt x="9855" y="7617"/>
                </a:lnTo>
                <a:lnTo>
                  <a:pt x="8906" y="7593"/>
                </a:lnTo>
                <a:lnTo>
                  <a:pt x="7884" y="7593"/>
                </a:lnTo>
                <a:lnTo>
                  <a:pt x="6862" y="7641"/>
                </a:lnTo>
                <a:lnTo>
                  <a:pt x="6424" y="7666"/>
                </a:lnTo>
                <a:lnTo>
                  <a:pt x="5986" y="7714"/>
                </a:lnTo>
                <a:lnTo>
                  <a:pt x="5767" y="7739"/>
                </a:lnTo>
                <a:lnTo>
                  <a:pt x="5548" y="7787"/>
                </a:lnTo>
                <a:lnTo>
                  <a:pt x="5353" y="7860"/>
                </a:lnTo>
                <a:lnTo>
                  <a:pt x="5159" y="7933"/>
                </a:lnTo>
                <a:lnTo>
                  <a:pt x="5159" y="7958"/>
                </a:lnTo>
                <a:lnTo>
                  <a:pt x="5159" y="7982"/>
                </a:lnTo>
                <a:lnTo>
                  <a:pt x="5207" y="8006"/>
                </a:lnTo>
                <a:lnTo>
                  <a:pt x="5207" y="8006"/>
                </a:lnTo>
                <a:lnTo>
                  <a:pt x="4696" y="7958"/>
                </a:lnTo>
                <a:lnTo>
                  <a:pt x="4331" y="7933"/>
                </a:lnTo>
                <a:lnTo>
                  <a:pt x="3869" y="7909"/>
                </a:lnTo>
                <a:lnTo>
                  <a:pt x="3626" y="7860"/>
                </a:lnTo>
                <a:lnTo>
                  <a:pt x="3431" y="7787"/>
                </a:lnTo>
                <a:lnTo>
                  <a:pt x="3334" y="7739"/>
                </a:lnTo>
                <a:lnTo>
                  <a:pt x="3261" y="7666"/>
                </a:lnTo>
                <a:lnTo>
                  <a:pt x="3212" y="7617"/>
                </a:lnTo>
                <a:lnTo>
                  <a:pt x="3163" y="7520"/>
                </a:lnTo>
                <a:lnTo>
                  <a:pt x="3261" y="7471"/>
                </a:lnTo>
                <a:lnTo>
                  <a:pt x="3358" y="7398"/>
                </a:lnTo>
                <a:lnTo>
                  <a:pt x="3577" y="7325"/>
                </a:lnTo>
                <a:lnTo>
                  <a:pt x="3820" y="7301"/>
                </a:lnTo>
                <a:lnTo>
                  <a:pt x="4064" y="7276"/>
                </a:lnTo>
                <a:lnTo>
                  <a:pt x="5548" y="7130"/>
                </a:lnTo>
                <a:lnTo>
                  <a:pt x="6935" y="7009"/>
                </a:lnTo>
                <a:lnTo>
                  <a:pt x="8322" y="6936"/>
                </a:lnTo>
                <a:lnTo>
                  <a:pt x="9052" y="6911"/>
                </a:lnTo>
                <a:close/>
                <a:moveTo>
                  <a:pt x="7032" y="7933"/>
                </a:moveTo>
                <a:lnTo>
                  <a:pt x="6935" y="8079"/>
                </a:lnTo>
                <a:lnTo>
                  <a:pt x="6935" y="8103"/>
                </a:lnTo>
                <a:lnTo>
                  <a:pt x="6765" y="8079"/>
                </a:lnTo>
                <a:lnTo>
                  <a:pt x="6789" y="8030"/>
                </a:lnTo>
                <a:lnTo>
                  <a:pt x="6862" y="7958"/>
                </a:lnTo>
                <a:lnTo>
                  <a:pt x="6862" y="7933"/>
                </a:lnTo>
                <a:close/>
                <a:moveTo>
                  <a:pt x="7519" y="7909"/>
                </a:moveTo>
                <a:lnTo>
                  <a:pt x="7470" y="8006"/>
                </a:lnTo>
                <a:lnTo>
                  <a:pt x="7421" y="8103"/>
                </a:lnTo>
                <a:lnTo>
                  <a:pt x="7275" y="8103"/>
                </a:lnTo>
                <a:lnTo>
                  <a:pt x="7348" y="8006"/>
                </a:lnTo>
                <a:lnTo>
                  <a:pt x="7421" y="7909"/>
                </a:lnTo>
                <a:close/>
                <a:moveTo>
                  <a:pt x="8054" y="7909"/>
                </a:moveTo>
                <a:lnTo>
                  <a:pt x="7981" y="8006"/>
                </a:lnTo>
                <a:lnTo>
                  <a:pt x="7908" y="8103"/>
                </a:lnTo>
                <a:lnTo>
                  <a:pt x="7908" y="8128"/>
                </a:lnTo>
                <a:lnTo>
                  <a:pt x="7665" y="8128"/>
                </a:lnTo>
                <a:lnTo>
                  <a:pt x="7689" y="8030"/>
                </a:lnTo>
                <a:lnTo>
                  <a:pt x="7786" y="7909"/>
                </a:lnTo>
                <a:close/>
                <a:moveTo>
                  <a:pt x="8468" y="7909"/>
                </a:moveTo>
                <a:lnTo>
                  <a:pt x="8395" y="8006"/>
                </a:lnTo>
                <a:lnTo>
                  <a:pt x="8322" y="8128"/>
                </a:lnTo>
                <a:lnTo>
                  <a:pt x="8224" y="8128"/>
                </a:lnTo>
                <a:lnTo>
                  <a:pt x="8322" y="7909"/>
                </a:lnTo>
                <a:close/>
                <a:moveTo>
                  <a:pt x="8784" y="7909"/>
                </a:moveTo>
                <a:lnTo>
                  <a:pt x="8662" y="8128"/>
                </a:lnTo>
                <a:lnTo>
                  <a:pt x="8541" y="8128"/>
                </a:lnTo>
                <a:lnTo>
                  <a:pt x="8589" y="7909"/>
                </a:lnTo>
                <a:close/>
                <a:moveTo>
                  <a:pt x="10171" y="7958"/>
                </a:moveTo>
                <a:lnTo>
                  <a:pt x="10122" y="8006"/>
                </a:lnTo>
                <a:lnTo>
                  <a:pt x="10001" y="8128"/>
                </a:lnTo>
                <a:lnTo>
                  <a:pt x="9976" y="8128"/>
                </a:lnTo>
                <a:lnTo>
                  <a:pt x="10049" y="7958"/>
                </a:lnTo>
                <a:close/>
                <a:moveTo>
                  <a:pt x="10414" y="7982"/>
                </a:moveTo>
                <a:lnTo>
                  <a:pt x="10585" y="8006"/>
                </a:lnTo>
                <a:lnTo>
                  <a:pt x="10585" y="8055"/>
                </a:lnTo>
                <a:lnTo>
                  <a:pt x="10560" y="8128"/>
                </a:lnTo>
                <a:lnTo>
                  <a:pt x="10341" y="8128"/>
                </a:lnTo>
                <a:lnTo>
                  <a:pt x="10414" y="7982"/>
                </a:lnTo>
                <a:close/>
                <a:moveTo>
                  <a:pt x="10779" y="8006"/>
                </a:moveTo>
                <a:lnTo>
                  <a:pt x="11485" y="8103"/>
                </a:lnTo>
                <a:lnTo>
                  <a:pt x="10804" y="8128"/>
                </a:lnTo>
                <a:lnTo>
                  <a:pt x="10779" y="8055"/>
                </a:lnTo>
                <a:lnTo>
                  <a:pt x="10779" y="8006"/>
                </a:lnTo>
                <a:close/>
                <a:moveTo>
                  <a:pt x="9319" y="7909"/>
                </a:moveTo>
                <a:lnTo>
                  <a:pt x="9222" y="8030"/>
                </a:lnTo>
                <a:lnTo>
                  <a:pt x="9125" y="8152"/>
                </a:lnTo>
                <a:lnTo>
                  <a:pt x="8979" y="8152"/>
                </a:lnTo>
                <a:lnTo>
                  <a:pt x="9027" y="7909"/>
                </a:lnTo>
                <a:close/>
                <a:moveTo>
                  <a:pt x="9417" y="7909"/>
                </a:moveTo>
                <a:lnTo>
                  <a:pt x="9952" y="7958"/>
                </a:lnTo>
                <a:lnTo>
                  <a:pt x="9855" y="8103"/>
                </a:lnTo>
                <a:lnTo>
                  <a:pt x="9855" y="8128"/>
                </a:lnTo>
                <a:lnTo>
                  <a:pt x="9611" y="8128"/>
                </a:lnTo>
                <a:lnTo>
                  <a:pt x="9660" y="8030"/>
                </a:lnTo>
                <a:lnTo>
                  <a:pt x="9660" y="7982"/>
                </a:lnTo>
                <a:lnTo>
                  <a:pt x="9636" y="7958"/>
                </a:lnTo>
                <a:lnTo>
                  <a:pt x="9611" y="7933"/>
                </a:lnTo>
                <a:lnTo>
                  <a:pt x="9563" y="7958"/>
                </a:lnTo>
                <a:lnTo>
                  <a:pt x="9441" y="8103"/>
                </a:lnTo>
                <a:lnTo>
                  <a:pt x="9417" y="8152"/>
                </a:lnTo>
                <a:lnTo>
                  <a:pt x="9344" y="8152"/>
                </a:lnTo>
                <a:lnTo>
                  <a:pt x="9417" y="7933"/>
                </a:lnTo>
                <a:lnTo>
                  <a:pt x="9417" y="7909"/>
                </a:lnTo>
                <a:close/>
                <a:moveTo>
                  <a:pt x="1874" y="8955"/>
                </a:moveTo>
                <a:lnTo>
                  <a:pt x="2117" y="9004"/>
                </a:lnTo>
                <a:lnTo>
                  <a:pt x="2360" y="9052"/>
                </a:lnTo>
                <a:lnTo>
                  <a:pt x="2604" y="9052"/>
                </a:lnTo>
                <a:lnTo>
                  <a:pt x="2823" y="10342"/>
                </a:lnTo>
                <a:lnTo>
                  <a:pt x="3115" y="11607"/>
                </a:lnTo>
                <a:lnTo>
                  <a:pt x="3309" y="12362"/>
                </a:lnTo>
                <a:lnTo>
                  <a:pt x="3309" y="12362"/>
                </a:lnTo>
                <a:lnTo>
                  <a:pt x="3163" y="12167"/>
                </a:lnTo>
                <a:lnTo>
                  <a:pt x="2993" y="11997"/>
                </a:lnTo>
                <a:lnTo>
                  <a:pt x="2823" y="11826"/>
                </a:lnTo>
                <a:lnTo>
                  <a:pt x="2628" y="11656"/>
                </a:lnTo>
                <a:lnTo>
                  <a:pt x="2385" y="11486"/>
                </a:lnTo>
                <a:lnTo>
                  <a:pt x="2117" y="11315"/>
                </a:lnTo>
                <a:lnTo>
                  <a:pt x="1825" y="11145"/>
                </a:lnTo>
                <a:lnTo>
                  <a:pt x="1557" y="10950"/>
                </a:lnTo>
                <a:lnTo>
                  <a:pt x="1338" y="10731"/>
                </a:lnTo>
                <a:lnTo>
                  <a:pt x="1217" y="10610"/>
                </a:lnTo>
                <a:lnTo>
                  <a:pt x="1144" y="10464"/>
                </a:lnTo>
                <a:lnTo>
                  <a:pt x="1071" y="10342"/>
                </a:lnTo>
                <a:lnTo>
                  <a:pt x="998" y="10196"/>
                </a:lnTo>
                <a:lnTo>
                  <a:pt x="973" y="10050"/>
                </a:lnTo>
                <a:lnTo>
                  <a:pt x="949" y="9880"/>
                </a:lnTo>
                <a:lnTo>
                  <a:pt x="949" y="9734"/>
                </a:lnTo>
                <a:lnTo>
                  <a:pt x="998" y="9563"/>
                </a:lnTo>
                <a:lnTo>
                  <a:pt x="1046" y="9442"/>
                </a:lnTo>
                <a:lnTo>
                  <a:pt x="1119" y="9320"/>
                </a:lnTo>
                <a:lnTo>
                  <a:pt x="1241" y="9198"/>
                </a:lnTo>
                <a:lnTo>
                  <a:pt x="1338" y="9101"/>
                </a:lnTo>
                <a:lnTo>
                  <a:pt x="1484" y="9028"/>
                </a:lnTo>
                <a:lnTo>
                  <a:pt x="1630" y="8979"/>
                </a:lnTo>
                <a:lnTo>
                  <a:pt x="1752" y="8955"/>
                </a:lnTo>
                <a:close/>
                <a:moveTo>
                  <a:pt x="14137" y="15525"/>
                </a:moveTo>
                <a:lnTo>
                  <a:pt x="14405" y="15598"/>
                </a:lnTo>
                <a:lnTo>
                  <a:pt x="14405" y="15720"/>
                </a:lnTo>
                <a:lnTo>
                  <a:pt x="14405" y="15841"/>
                </a:lnTo>
                <a:lnTo>
                  <a:pt x="14381" y="15939"/>
                </a:lnTo>
                <a:lnTo>
                  <a:pt x="14356" y="16012"/>
                </a:lnTo>
                <a:lnTo>
                  <a:pt x="14283" y="16060"/>
                </a:lnTo>
                <a:lnTo>
                  <a:pt x="14235" y="16085"/>
                </a:lnTo>
                <a:lnTo>
                  <a:pt x="14137" y="16109"/>
                </a:lnTo>
                <a:lnTo>
                  <a:pt x="14040" y="16109"/>
                </a:lnTo>
                <a:lnTo>
                  <a:pt x="13529" y="16133"/>
                </a:lnTo>
                <a:lnTo>
                  <a:pt x="13018" y="16133"/>
                </a:lnTo>
                <a:lnTo>
                  <a:pt x="13213" y="15866"/>
                </a:lnTo>
                <a:lnTo>
                  <a:pt x="13383" y="15549"/>
                </a:lnTo>
                <a:lnTo>
                  <a:pt x="13797" y="15549"/>
                </a:lnTo>
                <a:lnTo>
                  <a:pt x="14137" y="15525"/>
                </a:lnTo>
                <a:close/>
                <a:moveTo>
                  <a:pt x="4623" y="15379"/>
                </a:moveTo>
                <a:lnTo>
                  <a:pt x="4891" y="15768"/>
                </a:lnTo>
                <a:lnTo>
                  <a:pt x="5183" y="16157"/>
                </a:lnTo>
                <a:lnTo>
                  <a:pt x="5183" y="16157"/>
                </a:lnTo>
                <a:lnTo>
                  <a:pt x="3796" y="16085"/>
                </a:lnTo>
                <a:lnTo>
                  <a:pt x="3674" y="16109"/>
                </a:lnTo>
                <a:lnTo>
                  <a:pt x="3577" y="16060"/>
                </a:lnTo>
                <a:lnTo>
                  <a:pt x="3504" y="15987"/>
                </a:lnTo>
                <a:lnTo>
                  <a:pt x="3455" y="15841"/>
                </a:lnTo>
                <a:lnTo>
                  <a:pt x="3772" y="15695"/>
                </a:lnTo>
                <a:lnTo>
                  <a:pt x="4185" y="15525"/>
                </a:lnTo>
                <a:lnTo>
                  <a:pt x="4623" y="15379"/>
                </a:lnTo>
                <a:close/>
                <a:moveTo>
                  <a:pt x="3017" y="7982"/>
                </a:moveTo>
                <a:lnTo>
                  <a:pt x="3163" y="8079"/>
                </a:lnTo>
                <a:lnTo>
                  <a:pt x="3309" y="8152"/>
                </a:lnTo>
                <a:lnTo>
                  <a:pt x="3480" y="8201"/>
                </a:lnTo>
                <a:lnTo>
                  <a:pt x="3650" y="8249"/>
                </a:lnTo>
                <a:lnTo>
                  <a:pt x="3991" y="8298"/>
                </a:lnTo>
                <a:lnTo>
                  <a:pt x="4331" y="8322"/>
                </a:lnTo>
                <a:lnTo>
                  <a:pt x="5329" y="8420"/>
                </a:lnTo>
                <a:lnTo>
                  <a:pt x="6302" y="8493"/>
                </a:lnTo>
                <a:lnTo>
                  <a:pt x="7300" y="8541"/>
                </a:lnTo>
                <a:lnTo>
                  <a:pt x="8297" y="8566"/>
                </a:lnTo>
                <a:lnTo>
                  <a:pt x="10293" y="8566"/>
                </a:lnTo>
                <a:lnTo>
                  <a:pt x="12288" y="8517"/>
                </a:lnTo>
                <a:lnTo>
                  <a:pt x="13067" y="8493"/>
                </a:lnTo>
                <a:lnTo>
                  <a:pt x="13432" y="8468"/>
                </a:lnTo>
                <a:lnTo>
                  <a:pt x="13821" y="8395"/>
                </a:lnTo>
                <a:lnTo>
                  <a:pt x="14016" y="8347"/>
                </a:lnTo>
                <a:lnTo>
                  <a:pt x="14235" y="8249"/>
                </a:lnTo>
                <a:lnTo>
                  <a:pt x="14454" y="8152"/>
                </a:lnTo>
                <a:lnTo>
                  <a:pt x="14648" y="8006"/>
                </a:lnTo>
                <a:lnTo>
                  <a:pt x="14648" y="8931"/>
                </a:lnTo>
                <a:lnTo>
                  <a:pt x="14478" y="8931"/>
                </a:lnTo>
                <a:lnTo>
                  <a:pt x="14308" y="8955"/>
                </a:lnTo>
                <a:lnTo>
                  <a:pt x="13943" y="9052"/>
                </a:lnTo>
                <a:lnTo>
                  <a:pt x="13334" y="9174"/>
                </a:lnTo>
                <a:lnTo>
                  <a:pt x="12726" y="9247"/>
                </a:lnTo>
                <a:lnTo>
                  <a:pt x="12458" y="9271"/>
                </a:lnTo>
                <a:lnTo>
                  <a:pt x="12191" y="9271"/>
                </a:lnTo>
                <a:lnTo>
                  <a:pt x="11655" y="9247"/>
                </a:lnTo>
                <a:lnTo>
                  <a:pt x="10585" y="9247"/>
                </a:lnTo>
                <a:lnTo>
                  <a:pt x="10536" y="9271"/>
                </a:lnTo>
                <a:lnTo>
                  <a:pt x="10536" y="9296"/>
                </a:lnTo>
                <a:lnTo>
                  <a:pt x="10536" y="9344"/>
                </a:lnTo>
                <a:lnTo>
                  <a:pt x="10560" y="9369"/>
                </a:lnTo>
                <a:lnTo>
                  <a:pt x="10828" y="9442"/>
                </a:lnTo>
                <a:lnTo>
                  <a:pt x="11096" y="9490"/>
                </a:lnTo>
                <a:lnTo>
                  <a:pt x="11363" y="9539"/>
                </a:lnTo>
                <a:lnTo>
                  <a:pt x="11631" y="9563"/>
                </a:lnTo>
                <a:lnTo>
                  <a:pt x="12191" y="9539"/>
                </a:lnTo>
                <a:lnTo>
                  <a:pt x="12726" y="9515"/>
                </a:lnTo>
                <a:lnTo>
                  <a:pt x="13213" y="9490"/>
                </a:lnTo>
                <a:lnTo>
                  <a:pt x="13724" y="9417"/>
                </a:lnTo>
                <a:lnTo>
                  <a:pt x="13967" y="9369"/>
                </a:lnTo>
                <a:lnTo>
                  <a:pt x="14210" y="9320"/>
                </a:lnTo>
                <a:lnTo>
                  <a:pt x="14429" y="9223"/>
                </a:lnTo>
                <a:lnTo>
                  <a:pt x="14648" y="9125"/>
                </a:lnTo>
                <a:lnTo>
                  <a:pt x="14648" y="9125"/>
                </a:lnTo>
                <a:lnTo>
                  <a:pt x="14600" y="9612"/>
                </a:lnTo>
                <a:lnTo>
                  <a:pt x="13748" y="9855"/>
                </a:lnTo>
                <a:lnTo>
                  <a:pt x="13310" y="9977"/>
                </a:lnTo>
                <a:lnTo>
                  <a:pt x="12872" y="10050"/>
                </a:lnTo>
                <a:lnTo>
                  <a:pt x="12410" y="10050"/>
                </a:lnTo>
                <a:lnTo>
                  <a:pt x="11947" y="10026"/>
                </a:lnTo>
                <a:lnTo>
                  <a:pt x="11485" y="9977"/>
                </a:lnTo>
                <a:lnTo>
                  <a:pt x="11266" y="9977"/>
                </a:lnTo>
                <a:lnTo>
                  <a:pt x="11047" y="10001"/>
                </a:lnTo>
                <a:lnTo>
                  <a:pt x="10974" y="10026"/>
                </a:lnTo>
                <a:lnTo>
                  <a:pt x="10950" y="10074"/>
                </a:lnTo>
                <a:lnTo>
                  <a:pt x="10950" y="10123"/>
                </a:lnTo>
                <a:lnTo>
                  <a:pt x="10998" y="10172"/>
                </a:lnTo>
                <a:lnTo>
                  <a:pt x="11217" y="10293"/>
                </a:lnTo>
                <a:lnTo>
                  <a:pt x="11461" y="10366"/>
                </a:lnTo>
                <a:lnTo>
                  <a:pt x="11704" y="10439"/>
                </a:lnTo>
                <a:lnTo>
                  <a:pt x="11996" y="10464"/>
                </a:lnTo>
                <a:lnTo>
                  <a:pt x="12264" y="10464"/>
                </a:lnTo>
                <a:lnTo>
                  <a:pt x="12531" y="10439"/>
                </a:lnTo>
                <a:lnTo>
                  <a:pt x="13042" y="10415"/>
                </a:lnTo>
                <a:lnTo>
                  <a:pt x="13432" y="10342"/>
                </a:lnTo>
                <a:lnTo>
                  <a:pt x="13821" y="10269"/>
                </a:lnTo>
                <a:lnTo>
                  <a:pt x="14210" y="10123"/>
                </a:lnTo>
                <a:lnTo>
                  <a:pt x="14551" y="9953"/>
                </a:lnTo>
                <a:lnTo>
                  <a:pt x="14551" y="10074"/>
                </a:lnTo>
                <a:lnTo>
                  <a:pt x="14454" y="10537"/>
                </a:lnTo>
                <a:lnTo>
                  <a:pt x="14113" y="10585"/>
                </a:lnTo>
                <a:lnTo>
                  <a:pt x="13772" y="10658"/>
                </a:lnTo>
                <a:lnTo>
                  <a:pt x="13456" y="10756"/>
                </a:lnTo>
                <a:lnTo>
                  <a:pt x="13140" y="10829"/>
                </a:lnTo>
                <a:lnTo>
                  <a:pt x="12702" y="10853"/>
                </a:lnTo>
                <a:lnTo>
                  <a:pt x="12264" y="10902"/>
                </a:lnTo>
                <a:lnTo>
                  <a:pt x="11826" y="10950"/>
                </a:lnTo>
                <a:lnTo>
                  <a:pt x="11607" y="10999"/>
                </a:lnTo>
                <a:lnTo>
                  <a:pt x="11412" y="11072"/>
                </a:lnTo>
                <a:lnTo>
                  <a:pt x="11388" y="11096"/>
                </a:lnTo>
                <a:lnTo>
                  <a:pt x="11412" y="11121"/>
                </a:lnTo>
                <a:lnTo>
                  <a:pt x="11607" y="11218"/>
                </a:lnTo>
                <a:lnTo>
                  <a:pt x="11826" y="11267"/>
                </a:lnTo>
                <a:lnTo>
                  <a:pt x="12045" y="11291"/>
                </a:lnTo>
                <a:lnTo>
                  <a:pt x="12288" y="11291"/>
                </a:lnTo>
                <a:lnTo>
                  <a:pt x="12750" y="11242"/>
                </a:lnTo>
                <a:lnTo>
                  <a:pt x="13188" y="11194"/>
                </a:lnTo>
                <a:lnTo>
                  <a:pt x="13748" y="11121"/>
                </a:lnTo>
                <a:lnTo>
                  <a:pt x="14064" y="11048"/>
                </a:lnTo>
                <a:lnTo>
                  <a:pt x="14356" y="10950"/>
                </a:lnTo>
                <a:lnTo>
                  <a:pt x="14162" y="11729"/>
                </a:lnTo>
                <a:lnTo>
                  <a:pt x="13845" y="11753"/>
                </a:lnTo>
                <a:lnTo>
                  <a:pt x="13553" y="11778"/>
                </a:lnTo>
                <a:lnTo>
                  <a:pt x="12921" y="11875"/>
                </a:lnTo>
                <a:lnTo>
                  <a:pt x="12653" y="11875"/>
                </a:lnTo>
                <a:lnTo>
                  <a:pt x="12337" y="11899"/>
                </a:lnTo>
                <a:lnTo>
                  <a:pt x="12191" y="11899"/>
                </a:lnTo>
                <a:lnTo>
                  <a:pt x="12069" y="11948"/>
                </a:lnTo>
                <a:lnTo>
                  <a:pt x="11923" y="11997"/>
                </a:lnTo>
                <a:lnTo>
                  <a:pt x="11801" y="12070"/>
                </a:lnTo>
                <a:lnTo>
                  <a:pt x="11801" y="12094"/>
                </a:lnTo>
                <a:lnTo>
                  <a:pt x="11801" y="12118"/>
                </a:lnTo>
                <a:lnTo>
                  <a:pt x="11923" y="12191"/>
                </a:lnTo>
                <a:lnTo>
                  <a:pt x="12069" y="12240"/>
                </a:lnTo>
                <a:lnTo>
                  <a:pt x="12191" y="12264"/>
                </a:lnTo>
                <a:lnTo>
                  <a:pt x="12653" y="12264"/>
                </a:lnTo>
                <a:lnTo>
                  <a:pt x="12921" y="12216"/>
                </a:lnTo>
                <a:lnTo>
                  <a:pt x="13505" y="12167"/>
                </a:lnTo>
                <a:lnTo>
                  <a:pt x="13772" y="12143"/>
                </a:lnTo>
                <a:lnTo>
                  <a:pt x="14064" y="12070"/>
                </a:lnTo>
                <a:lnTo>
                  <a:pt x="14064" y="12070"/>
                </a:lnTo>
                <a:lnTo>
                  <a:pt x="13943" y="12483"/>
                </a:lnTo>
                <a:lnTo>
                  <a:pt x="13845" y="12848"/>
                </a:lnTo>
                <a:lnTo>
                  <a:pt x="13724" y="12800"/>
                </a:lnTo>
                <a:lnTo>
                  <a:pt x="13626" y="12775"/>
                </a:lnTo>
                <a:lnTo>
                  <a:pt x="13383" y="12775"/>
                </a:lnTo>
                <a:lnTo>
                  <a:pt x="12896" y="12848"/>
                </a:lnTo>
                <a:lnTo>
                  <a:pt x="12337" y="12897"/>
                </a:lnTo>
                <a:lnTo>
                  <a:pt x="12069" y="12946"/>
                </a:lnTo>
                <a:lnTo>
                  <a:pt x="11777" y="13043"/>
                </a:lnTo>
                <a:lnTo>
                  <a:pt x="11753" y="13067"/>
                </a:lnTo>
                <a:lnTo>
                  <a:pt x="11753" y="13116"/>
                </a:lnTo>
                <a:lnTo>
                  <a:pt x="11777" y="13165"/>
                </a:lnTo>
                <a:lnTo>
                  <a:pt x="11801" y="13189"/>
                </a:lnTo>
                <a:lnTo>
                  <a:pt x="12069" y="13238"/>
                </a:lnTo>
                <a:lnTo>
                  <a:pt x="12361" y="13238"/>
                </a:lnTo>
                <a:lnTo>
                  <a:pt x="12896" y="13213"/>
                </a:lnTo>
                <a:lnTo>
                  <a:pt x="13334" y="13189"/>
                </a:lnTo>
                <a:lnTo>
                  <a:pt x="13578" y="13165"/>
                </a:lnTo>
                <a:lnTo>
                  <a:pt x="13675" y="13140"/>
                </a:lnTo>
                <a:lnTo>
                  <a:pt x="13772" y="13092"/>
                </a:lnTo>
                <a:lnTo>
                  <a:pt x="13772" y="13092"/>
                </a:lnTo>
                <a:lnTo>
                  <a:pt x="13505" y="13870"/>
                </a:lnTo>
                <a:lnTo>
                  <a:pt x="13310" y="13870"/>
                </a:lnTo>
                <a:lnTo>
                  <a:pt x="13115" y="13895"/>
                </a:lnTo>
                <a:lnTo>
                  <a:pt x="12896" y="13919"/>
                </a:lnTo>
                <a:lnTo>
                  <a:pt x="12702" y="13943"/>
                </a:lnTo>
                <a:lnTo>
                  <a:pt x="12483" y="13943"/>
                </a:lnTo>
                <a:lnTo>
                  <a:pt x="12239" y="13919"/>
                </a:lnTo>
                <a:lnTo>
                  <a:pt x="11777" y="13870"/>
                </a:lnTo>
                <a:lnTo>
                  <a:pt x="11753" y="13895"/>
                </a:lnTo>
                <a:lnTo>
                  <a:pt x="11753" y="13919"/>
                </a:lnTo>
                <a:lnTo>
                  <a:pt x="11947" y="14041"/>
                </a:lnTo>
                <a:lnTo>
                  <a:pt x="12142" y="14138"/>
                </a:lnTo>
                <a:lnTo>
                  <a:pt x="12361" y="14187"/>
                </a:lnTo>
                <a:lnTo>
                  <a:pt x="12604" y="14211"/>
                </a:lnTo>
                <a:lnTo>
                  <a:pt x="12775" y="14235"/>
                </a:lnTo>
                <a:lnTo>
                  <a:pt x="13188" y="14235"/>
                </a:lnTo>
                <a:lnTo>
                  <a:pt x="13383" y="14187"/>
                </a:lnTo>
                <a:lnTo>
                  <a:pt x="13383" y="14187"/>
                </a:lnTo>
                <a:lnTo>
                  <a:pt x="13286" y="14430"/>
                </a:lnTo>
                <a:lnTo>
                  <a:pt x="13261" y="14454"/>
                </a:lnTo>
                <a:lnTo>
                  <a:pt x="13237" y="14479"/>
                </a:lnTo>
                <a:lnTo>
                  <a:pt x="13213" y="14576"/>
                </a:lnTo>
                <a:lnTo>
                  <a:pt x="13140" y="14527"/>
                </a:lnTo>
                <a:lnTo>
                  <a:pt x="12872" y="14527"/>
                </a:lnTo>
                <a:lnTo>
                  <a:pt x="12507" y="14552"/>
                </a:lnTo>
                <a:lnTo>
                  <a:pt x="12288" y="14552"/>
                </a:lnTo>
                <a:lnTo>
                  <a:pt x="12069" y="14503"/>
                </a:lnTo>
                <a:lnTo>
                  <a:pt x="11850" y="14479"/>
                </a:lnTo>
                <a:lnTo>
                  <a:pt x="11631" y="14454"/>
                </a:lnTo>
                <a:lnTo>
                  <a:pt x="11582" y="14479"/>
                </a:lnTo>
                <a:lnTo>
                  <a:pt x="11558" y="14503"/>
                </a:lnTo>
                <a:lnTo>
                  <a:pt x="11558" y="14552"/>
                </a:lnTo>
                <a:lnTo>
                  <a:pt x="11582" y="14600"/>
                </a:lnTo>
                <a:lnTo>
                  <a:pt x="11655" y="14673"/>
                </a:lnTo>
                <a:lnTo>
                  <a:pt x="11753" y="14746"/>
                </a:lnTo>
                <a:lnTo>
                  <a:pt x="11947" y="14844"/>
                </a:lnTo>
                <a:lnTo>
                  <a:pt x="12166" y="14917"/>
                </a:lnTo>
                <a:lnTo>
                  <a:pt x="12410" y="14941"/>
                </a:lnTo>
                <a:lnTo>
                  <a:pt x="12750" y="14941"/>
                </a:lnTo>
                <a:lnTo>
                  <a:pt x="12945" y="14892"/>
                </a:lnTo>
                <a:lnTo>
                  <a:pt x="13115" y="14819"/>
                </a:lnTo>
                <a:lnTo>
                  <a:pt x="12872" y="15257"/>
                </a:lnTo>
                <a:lnTo>
                  <a:pt x="12750" y="15233"/>
                </a:lnTo>
                <a:lnTo>
                  <a:pt x="12629" y="15257"/>
                </a:lnTo>
                <a:lnTo>
                  <a:pt x="12385" y="15257"/>
                </a:lnTo>
                <a:lnTo>
                  <a:pt x="12191" y="15233"/>
                </a:lnTo>
                <a:lnTo>
                  <a:pt x="11996" y="15209"/>
                </a:lnTo>
                <a:lnTo>
                  <a:pt x="11801" y="15184"/>
                </a:lnTo>
                <a:lnTo>
                  <a:pt x="11631" y="15184"/>
                </a:lnTo>
                <a:lnTo>
                  <a:pt x="11582" y="15209"/>
                </a:lnTo>
                <a:lnTo>
                  <a:pt x="11607" y="15257"/>
                </a:lnTo>
                <a:lnTo>
                  <a:pt x="11655" y="15330"/>
                </a:lnTo>
                <a:lnTo>
                  <a:pt x="11728" y="15403"/>
                </a:lnTo>
                <a:lnTo>
                  <a:pt x="11801" y="15476"/>
                </a:lnTo>
                <a:lnTo>
                  <a:pt x="11899" y="15525"/>
                </a:lnTo>
                <a:lnTo>
                  <a:pt x="12093" y="15574"/>
                </a:lnTo>
                <a:lnTo>
                  <a:pt x="12288" y="15598"/>
                </a:lnTo>
                <a:lnTo>
                  <a:pt x="12458" y="15622"/>
                </a:lnTo>
                <a:lnTo>
                  <a:pt x="12653" y="15622"/>
                </a:lnTo>
                <a:lnTo>
                  <a:pt x="12458" y="15890"/>
                </a:lnTo>
                <a:lnTo>
                  <a:pt x="12264" y="15866"/>
                </a:lnTo>
                <a:lnTo>
                  <a:pt x="12045" y="15890"/>
                </a:lnTo>
                <a:lnTo>
                  <a:pt x="11826" y="15866"/>
                </a:lnTo>
                <a:lnTo>
                  <a:pt x="11631" y="15841"/>
                </a:lnTo>
                <a:lnTo>
                  <a:pt x="11558" y="15841"/>
                </a:lnTo>
                <a:lnTo>
                  <a:pt x="11461" y="15890"/>
                </a:lnTo>
                <a:lnTo>
                  <a:pt x="11509" y="15987"/>
                </a:lnTo>
                <a:lnTo>
                  <a:pt x="11607" y="16060"/>
                </a:lnTo>
                <a:lnTo>
                  <a:pt x="11728" y="16133"/>
                </a:lnTo>
                <a:lnTo>
                  <a:pt x="11850" y="16157"/>
                </a:lnTo>
                <a:lnTo>
                  <a:pt x="8930" y="16206"/>
                </a:lnTo>
                <a:lnTo>
                  <a:pt x="7324" y="16206"/>
                </a:lnTo>
                <a:lnTo>
                  <a:pt x="5694" y="16182"/>
                </a:lnTo>
                <a:lnTo>
                  <a:pt x="5718" y="16109"/>
                </a:lnTo>
                <a:lnTo>
                  <a:pt x="5718" y="16036"/>
                </a:lnTo>
                <a:lnTo>
                  <a:pt x="5694" y="15963"/>
                </a:lnTo>
                <a:lnTo>
                  <a:pt x="5645" y="15890"/>
                </a:lnTo>
                <a:lnTo>
                  <a:pt x="5305" y="15428"/>
                </a:lnTo>
                <a:lnTo>
                  <a:pt x="5013" y="14965"/>
                </a:lnTo>
                <a:lnTo>
                  <a:pt x="4721" y="14454"/>
                </a:lnTo>
                <a:lnTo>
                  <a:pt x="4477" y="13968"/>
                </a:lnTo>
                <a:lnTo>
                  <a:pt x="4258" y="13432"/>
                </a:lnTo>
                <a:lnTo>
                  <a:pt x="4064" y="12897"/>
                </a:lnTo>
                <a:lnTo>
                  <a:pt x="3869" y="12362"/>
                </a:lnTo>
                <a:lnTo>
                  <a:pt x="3723" y="11826"/>
                </a:lnTo>
                <a:lnTo>
                  <a:pt x="3553" y="11267"/>
                </a:lnTo>
                <a:lnTo>
                  <a:pt x="3431" y="10683"/>
                </a:lnTo>
                <a:lnTo>
                  <a:pt x="3163" y="9539"/>
                </a:lnTo>
                <a:lnTo>
                  <a:pt x="3090" y="9125"/>
                </a:lnTo>
                <a:lnTo>
                  <a:pt x="3042" y="8736"/>
                </a:lnTo>
                <a:lnTo>
                  <a:pt x="3017" y="8371"/>
                </a:lnTo>
                <a:lnTo>
                  <a:pt x="3017" y="7982"/>
                </a:lnTo>
                <a:close/>
                <a:moveTo>
                  <a:pt x="4258" y="14746"/>
                </a:moveTo>
                <a:lnTo>
                  <a:pt x="4502" y="15209"/>
                </a:lnTo>
                <a:lnTo>
                  <a:pt x="4064" y="15257"/>
                </a:lnTo>
                <a:lnTo>
                  <a:pt x="3626" y="15379"/>
                </a:lnTo>
                <a:lnTo>
                  <a:pt x="3455" y="15428"/>
                </a:lnTo>
                <a:lnTo>
                  <a:pt x="3285" y="15501"/>
                </a:lnTo>
                <a:lnTo>
                  <a:pt x="3115" y="15622"/>
                </a:lnTo>
                <a:lnTo>
                  <a:pt x="3042" y="15671"/>
                </a:lnTo>
                <a:lnTo>
                  <a:pt x="2993" y="15744"/>
                </a:lnTo>
                <a:lnTo>
                  <a:pt x="2944" y="15914"/>
                </a:lnTo>
                <a:lnTo>
                  <a:pt x="2944" y="16060"/>
                </a:lnTo>
                <a:lnTo>
                  <a:pt x="2993" y="16182"/>
                </a:lnTo>
                <a:lnTo>
                  <a:pt x="3066" y="16279"/>
                </a:lnTo>
                <a:lnTo>
                  <a:pt x="3163" y="16352"/>
                </a:lnTo>
                <a:lnTo>
                  <a:pt x="3309" y="16401"/>
                </a:lnTo>
                <a:lnTo>
                  <a:pt x="3455" y="16449"/>
                </a:lnTo>
                <a:lnTo>
                  <a:pt x="3601" y="16474"/>
                </a:lnTo>
                <a:lnTo>
                  <a:pt x="4283" y="16547"/>
                </a:lnTo>
                <a:lnTo>
                  <a:pt x="4988" y="16571"/>
                </a:lnTo>
                <a:lnTo>
                  <a:pt x="6375" y="16620"/>
                </a:lnTo>
                <a:lnTo>
                  <a:pt x="9125" y="16620"/>
                </a:lnTo>
                <a:lnTo>
                  <a:pt x="11801" y="16571"/>
                </a:lnTo>
                <a:lnTo>
                  <a:pt x="13018" y="16571"/>
                </a:lnTo>
                <a:lnTo>
                  <a:pt x="13626" y="16547"/>
                </a:lnTo>
                <a:lnTo>
                  <a:pt x="13943" y="16522"/>
                </a:lnTo>
                <a:lnTo>
                  <a:pt x="14235" y="16498"/>
                </a:lnTo>
                <a:lnTo>
                  <a:pt x="14381" y="16449"/>
                </a:lnTo>
                <a:lnTo>
                  <a:pt x="14527" y="16376"/>
                </a:lnTo>
                <a:lnTo>
                  <a:pt x="14673" y="16303"/>
                </a:lnTo>
                <a:lnTo>
                  <a:pt x="14819" y="16182"/>
                </a:lnTo>
                <a:lnTo>
                  <a:pt x="14916" y="16060"/>
                </a:lnTo>
                <a:lnTo>
                  <a:pt x="14965" y="15914"/>
                </a:lnTo>
                <a:lnTo>
                  <a:pt x="14965" y="15841"/>
                </a:lnTo>
                <a:lnTo>
                  <a:pt x="14965" y="15744"/>
                </a:lnTo>
                <a:lnTo>
                  <a:pt x="14940" y="15671"/>
                </a:lnTo>
                <a:lnTo>
                  <a:pt x="14916" y="15574"/>
                </a:lnTo>
                <a:lnTo>
                  <a:pt x="14794" y="15403"/>
                </a:lnTo>
                <a:lnTo>
                  <a:pt x="14648" y="15282"/>
                </a:lnTo>
                <a:lnTo>
                  <a:pt x="14478" y="15209"/>
                </a:lnTo>
                <a:lnTo>
                  <a:pt x="14308" y="15184"/>
                </a:lnTo>
                <a:lnTo>
                  <a:pt x="14137" y="15160"/>
                </a:lnTo>
                <a:lnTo>
                  <a:pt x="13553" y="15160"/>
                </a:lnTo>
                <a:lnTo>
                  <a:pt x="13699" y="14819"/>
                </a:lnTo>
                <a:lnTo>
                  <a:pt x="13724" y="14771"/>
                </a:lnTo>
                <a:lnTo>
                  <a:pt x="14454" y="14844"/>
                </a:lnTo>
                <a:lnTo>
                  <a:pt x="14794" y="14917"/>
                </a:lnTo>
                <a:lnTo>
                  <a:pt x="15135" y="14990"/>
                </a:lnTo>
                <a:lnTo>
                  <a:pt x="15500" y="15087"/>
                </a:lnTo>
                <a:lnTo>
                  <a:pt x="15816" y="15184"/>
                </a:lnTo>
                <a:lnTo>
                  <a:pt x="16157" y="15330"/>
                </a:lnTo>
                <a:lnTo>
                  <a:pt x="16497" y="15452"/>
                </a:lnTo>
                <a:lnTo>
                  <a:pt x="16741" y="15598"/>
                </a:lnTo>
                <a:lnTo>
                  <a:pt x="16911" y="15744"/>
                </a:lnTo>
                <a:lnTo>
                  <a:pt x="17033" y="15914"/>
                </a:lnTo>
                <a:lnTo>
                  <a:pt x="17081" y="16060"/>
                </a:lnTo>
                <a:lnTo>
                  <a:pt x="17081" y="16230"/>
                </a:lnTo>
                <a:lnTo>
                  <a:pt x="17008" y="16401"/>
                </a:lnTo>
                <a:lnTo>
                  <a:pt x="16911" y="16547"/>
                </a:lnTo>
                <a:lnTo>
                  <a:pt x="16789" y="16717"/>
                </a:lnTo>
                <a:lnTo>
                  <a:pt x="16643" y="16863"/>
                </a:lnTo>
                <a:lnTo>
                  <a:pt x="16449" y="17009"/>
                </a:lnTo>
                <a:lnTo>
                  <a:pt x="16059" y="17277"/>
                </a:lnTo>
                <a:lnTo>
                  <a:pt x="15670" y="17496"/>
                </a:lnTo>
                <a:lnTo>
                  <a:pt x="15305" y="17642"/>
                </a:lnTo>
                <a:lnTo>
                  <a:pt x="14965" y="17763"/>
                </a:lnTo>
                <a:lnTo>
                  <a:pt x="14600" y="17836"/>
                </a:lnTo>
                <a:lnTo>
                  <a:pt x="14259" y="17909"/>
                </a:lnTo>
                <a:lnTo>
                  <a:pt x="13894" y="17958"/>
                </a:lnTo>
                <a:lnTo>
                  <a:pt x="13140" y="18007"/>
                </a:lnTo>
                <a:lnTo>
                  <a:pt x="12410" y="18055"/>
                </a:lnTo>
                <a:lnTo>
                  <a:pt x="11558" y="18080"/>
                </a:lnTo>
                <a:lnTo>
                  <a:pt x="10706" y="18080"/>
                </a:lnTo>
                <a:lnTo>
                  <a:pt x="9027" y="18055"/>
                </a:lnTo>
                <a:lnTo>
                  <a:pt x="7324" y="18031"/>
                </a:lnTo>
                <a:lnTo>
                  <a:pt x="6473" y="18007"/>
                </a:lnTo>
                <a:lnTo>
                  <a:pt x="5645" y="17982"/>
                </a:lnTo>
                <a:lnTo>
                  <a:pt x="4794" y="17934"/>
                </a:lnTo>
                <a:lnTo>
                  <a:pt x="3942" y="17861"/>
                </a:lnTo>
                <a:lnTo>
                  <a:pt x="3115" y="17739"/>
                </a:lnTo>
                <a:lnTo>
                  <a:pt x="2287" y="17593"/>
                </a:lnTo>
                <a:lnTo>
                  <a:pt x="1898" y="17496"/>
                </a:lnTo>
                <a:lnTo>
                  <a:pt x="1509" y="17350"/>
                </a:lnTo>
                <a:lnTo>
                  <a:pt x="1168" y="17179"/>
                </a:lnTo>
                <a:lnTo>
                  <a:pt x="827" y="16985"/>
                </a:lnTo>
                <a:lnTo>
                  <a:pt x="633" y="16839"/>
                </a:lnTo>
                <a:lnTo>
                  <a:pt x="487" y="16668"/>
                </a:lnTo>
                <a:lnTo>
                  <a:pt x="365" y="16449"/>
                </a:lnTo>
                <a:lnTo>
                  <a:pt x="316" y="16328"/>
                </a:lnTo>
                <a:lnTo>
                  <a:pt x="316" y="16230"/>
                </a:lnTo>
                <a:lnTo>
                  <a:pt x="316" y="16085"/>
                </a:lnTo>
                <a:lnTo>
                  <a:pt x="341" y="15963"/>
                </a:lnTo>
                <a:lnTo>
                  <a:pt x="414" y="15866"/>
                </a:lnTo>
                <a:lnTo>
                  <a:pt x="511" y="15768"/>
                </a:lnTo>
                <a:lnTo>
                  <a:pt x="730" y="15622"/>
                </a:lnTo>
                <a:lnTo>
                  <a:pt x="949" y="15501"/>
                </a:lnTo>
                <a:lnTo>
                  <a:pt x="1314" y="15330"/>
                </a:lnTo>
                <a:lnTo>
                  <a:pt x="1728" y="15184"/>
                </a:lnTo>
                <a:lnTo>
                  <a:pt x="2141" y="15063"/>
                </a:lnTo>
                <a:lnTo>
                  <a:pt x="2555" y="14965"/>
                </a:lnTo>
                <a:lnTo>
                  <a:pt x="2993" y="14892"/>
                </a:lnTo>
                <a:lnTo>
                  <a:pt x="3407" y="14844"/>
                </a:lnTo>
                <a:lnTo>
                  <a:pt x="4258" y="14746"/>
                </a:lnTo>
                <a:close/>
                <a:moveTo>
                  <a:pt x="9076" y="6498"/>
                </a:moveTo>
                <a:lnTo>
                  <a:pt x="8103" y="6522"/>
                </a:lnTo>
                <a:lnTo>
                  <a:pt x="7129" y="6571"/>
                </a:lnTo>
                <a:lnTo>
                  <a:pt x="6156" y="6644"/>
                </a:lnTo>
                <a:lnTo>
                  <a:pt x="5183" y="6717"/>
                </a:lnTo>
                <a:lnTo>
                  <a:pt x="4526" y="6765"/>
                </a:lnTo>
                <a:lnTo>
                  <a:pt x="4161" y="6790"/>
                </a:lnTo>
                <a:lnTo>
                  <a:pt x="3796" y="6838"/>
                </a:lnTo>
                <a:lnTo>
                  <a:pt x="3431" y="6911"/>
                </a:lnTo>
                <a:lnTo>
                  <a:pt x="3285" y="6960"/>
                </a:lnTo>
                <a:lnTo>
                  <a:pt x="3115" y="7033"/>
                </a:lnTo>
                <a:lnTo>
                  <a:pt x="2993" y="7106"/>
                </a:lnTo>
                <a:lnTo>
                  <a:pt x="2847" y="7228"/>
                </a:lnTo>
                <a:lnTo>
                  <a:pt x="2750" y="7325"/>
                </a:lnTo>
                <a:lnTo>
                  <a:pt x="2652" y="7471"/>
                </a:lnTo>
                <a:lnTo>
                  <a:pt x="2628" y="7520"/>
                </a:lnTo>
                <a:lnTo>
                  <a:pt x="2628" y="7593"/>
                </a:lnTo>
                <a:lnTo>
                  <a:pt x="2652" y="7666"/>
                </a:lnTo>
                <a:lnTo>
                  <a:pt x="2579" y="7812"/>
                </a:lnTo>
                <a:lnTo>
                  <a:pt x="2555" y="7982"/>
                </a:lnTo>
                <a:lnTo>
                  <a:pt x="2531" y="8152"/>
                </a:lnTo>
                <a:lnTo>
                  <a:pt x="2506" y="8298"/>
                </a:lnTo>
                <a:lnTo>
                  <a:pt x="2360" y="8249"/>
                </a:lnTo>
                <a:lnTo>
                  <a:pt x="2214" y="8201"/>
                </a:lnTo>
                <a:lnTo>
                  <a:pt x="2044" y="8176"/>
                </a:lnTo>
                <a:lnTo>
                  <a:pt x="1874" y="8176"/>
                </a:lnTo>
                <a:lnTo>
                  <a:pt x="1557" y="8201"/>
                </a:lnTo>
                <a:lnTo>
                  <a:pt x="1265" y="8249"/>
                </a:lnTo>
                <a:lnTo>
                  <a:pt x="1046" y="8347"/>
                </a:lnTo>
                <a:lnTo>
                  <a:pt x="827" y="8468"/>
                </a:lnTo>
                <a:lnTo>
                  <a:pt x="657" y="8639"/>
                </a:lnTo>
                <a:lnTo>
                  <a:pt x="487" y="8833"/>
                </a:lnTo>
                <a:lnTo>
                  <a:pt x="365" y="9052"/>
                </a:lnTo>
                <a:lnTo>
                  <a:pt x="268" y="9271"/>
                </a:lnTo>
                <a:lnTo>
                  <a:pt x="195" y="9515"/>
                </a:lnTo>
                <a:lnTo>
                  <a:pt x="170" y="9758"/>
                </a:lnTo>
                <a:lnTo>
                  <a:pt x="170" y="10026"/>
                </a:lnTo>
                <a:lnTo>
                  <a:pt x="219" y="10293"/>
                </a:lnTo>
                <a:lnTo>
                  <a:pt x="292" y="10537"/>
                </a:lnTo>
                <a:lnTo>
                  <a:pt x="389" y="10780"/>
                </a:lnTo>
                <a:lnTo>
                  <a:pt x="535" y="10999"/>
                </a:lnTo>
                <a:lnTo>
                  <a:pt x="706" y="11194"/>
                </a:lnTo>
                <a:lnTo>
                  <a:pt x="900" y="11388"/>
                </a:lnTo>
                <a:lnTo>
                  <a:pt x="1095" y="11559"/>
                </a:lnTo>
                <a:lnTo>
                  <a:pt x="1363" y="11729"/>
                </a:lnTo>
                <a:lnTo>
                  <a:pt x="1606" y="11899"/>
                </a:lnTo>
                <a:lnTo>
                  <a:pt x="2117" y="12240"/>
                </a:lnTo>
                <a:lnTo>
                  <a:pt x="2409" y="12459"/>
                </a:lnTo>
                <a:lnTo>
                  <a:pt x="2531" y="12581"/>
                </a:lnTo>
                <a:lnTo>
                  <a:pt x="2652" y="12727"/>
                </a:lnTo>
                <a:lnTo>
                  <a:pt x="2725" y="12873"/>
                </a:lnTo>
                <a:lnTo>
                  <a:pt x="2774" y="13043"/>
                </a:lnTo>
                <a:lnTo>
                  <a:pt x="2750" y="13165"/>
                </a:lnTo>
                <a:lnTo>
                  <a:pt x="2725" y="13238"/>
                </a:lnTo>
                <a:lnTo>
                  <a:pt x="2677" y="13262"/>
                </a:lnTo>
                <a:lnTo>
                  <a:pt x="2604" y="13262"/>
                </a:lnTo>
                <a:lnTo>
                  <a:pt x="2531" y="13213"/>
                </a:lnTo>
                <a:lnTo>
                  <a:pt x="2458" y="13189"/>
                </a:lnTo>
                <a:lnTo>
                  <a:pt x="2312" y="13165"/>
                </a:lnTo>
                <a:lnTo>
                  <a:pt x="2190" y="13213"/>
                </a:lnTo>
                <a:lnTo>
                  <a:pt x="2068" y="13286"/>
                </a:lnTo>
                <a:lnTo>
                  <a:pt x="1995" y="13408"/>
                </a:lnTo>
                <a:lnTo>
                  <a:pt x="1971" y="13530"/>
                </a:lnTo>
                <a:lnTo>
                  <a:pt x="1971" y="13603"/>
                </a:lnTo>
                <a:lnTo>
                  <a:pt x="1995" y="13651"/>
                </a:lnTo>
                <a:lnTo>
                  <a:pt x="2020" y="13724"/>
                </a:lnTo>
                <a:lnTo>
                  <a:pt x="2093" y="13773"/>
                </a:lnTo>
                <a:lnTo>
                  <a:pt x="2263" y="13895"/>
                </a:lnTo>
                <a:lnTo>
                  <a:pt x="2458" y="13968"/>
                </a:lnTo>
                <a:lnTo>
                  <a:pt x="2677" y="13992"/>
                </a:lnTo>
                <a:lnTo>
                  <a:pt x="2871" y="13968"/>
                </a:lnTo>
                <a:lnTo>
                  <a:pt x="3066" y="13895"/>
                </a:lnTo>
                <a:lnTo>
                  <a:pt x="3236" y="13773"/>
                </a:lnTo>
                <a:lnTo>
                  <a:pt x="3309" y="13700"/>
                </a:lnTo>
                <a:lnTo>
                  <a:pt x="3358" y="13603"/>
                </a:lnTo>
                <a:lnTo>
                  <a:pt x="3431" y="13505"/>
                </a:lnTo>
                <a:lnTo>
                  <a:pt x="3455" y="13408"/>
                </a:lnTo>
                <a:lnTo>
                  <a:pt x="3504" y="13213"/>
                </a:lnTo>
                <a:lnTo>
                  <a:pt x="3504" y="13019"/>
                </a:lnTo>
                <a:lnTo>
                  <a:pt x="3650" y="13432"/>
                </a:lnTo>
                <a:lnTo>
                  <a:pt x="3820" y="13822"/>
                </a:lnTo>
                <a:lnTo>
                  <a:pt x="3991" y="14211"/>
                </a:lnTo>
                <a:lnTo>
                  <a:pt x="4185" y="14600"/>
                </a:lnTo>
                <a:lnTo>
                  <a:pt x="3723" y="14600"/>
                </a:lnTo>
                <a:lnTo>
                  <a:pt x="3285" y="14625"/>
                </a:lnTo>
                <a:lnTo>
                  <a:pt x="2823" y="14673"/>
                </a:lnTo>
                <a:lnTo>
                  <a:pt x="2385" y="14746"/>
                </a:lnTo>
                <a:lnTo>
                  <a:pt x="1922" y="14819"/>
                </a:lnTo>
                <a:lnTo>
                  <a:pt x="1484" y="14941"/>
                </a:lnTo>
                <a:lnTo>
                  <a:pt x="1071" y="15087"/>
                </a:lnTo>
                <a:lnTo>
                  <a:pt x="657" y="15282"/>
                </a:lnTo>
                <a:lnTo>
                  <a:pt x="487" y="15379"/>
                </a:lnTo>
                <a:lnTo>
                  <a:pt x="341" y="15476"/>
                </a:lnTo>
                <a:lnTo>
                  <a:pt x="219" y="15574"/>
                </a:lnTo>
                <a:lnTo>
                  <a:pt x="122" y="15695"/>
                </a:lnTo>
                <a:lnTo>
                  <a:pt x="49" y="15841"/>
                </a:lnTo>
                <a:lnTo>
                  <a:pt x="24" y="15963"/>
                </a:lnTo>
                <a:lnTo>
                  <a:pt x="0" y="16109"/>
                </a:lnTo>
                <a:lnTo>
                  <a:pt x="0" y="16255"/>
                </a:lnTo>
                <a:lnTo>
                  <a:pt x="24" y="16376"/>
                </a:lnTo>
                <a:lnTo>
                  <a:pt x="49" y="16522"/>
                </a:lnTo>
                <a:lnTo>
                  <a:pt x="122" y="16668"/>
                </a:lnTo>
                <a:lnTo>
                  <a:pt x="195" y="16790"/>
                </a:lnTo>
                <a:lnTo>
                  <a:pt x="292" y="16936"/>
                </a:lnTo>
                <a:lnTo>
                  <a:pt x="389" y="17058"/>
                </a:lnTo>
                <a:lnTo>
                  <a:pt x="511" y="17179"/>
                </a:lnTo>
                <a:lnTo>
                  <a:pt x="633" y="17301"/>
                </a:lnTo>
                <a:lnTo>
                  <a:pt x="827" y="17423"/>
                </a:lnTo>
                <a:lnTo>
                  <a:pt x="1046" y="17544"/>
                </a:lnTo>
                <a:lnTo>
                  <a:pt x="1241" y="17642"/>
                </a:lnTo>
                <a:lnTo>
                  <a:pt x="1460" y="17739"/>
                </a:lnTo>
                <a:lnTo>
                  <a:pt x="1922" y="17885"/>
                </a:lnTo>
                <a:lnTo>
                  <a:pt x="2409" y="18007"/>
                </a:lnTo>
                <a:lnTo>
                  <a:pt x="2896" y="18080"/>
                </a:lnTo>
                <a:lnTo>
                  <a:pt x="3382" y="18128"/>
                </a:lnTo>
                <a:lnTo>
                  <a:pt x="4331" y="18226"/>
                </a:lnTo>
                <a:lnTo>
                  <a:pt x="5451" y="18299"/>
                </a:lnTo>
                <a:lnTo>
                  <a:pt x="6570" y="18347"/>
                </a:lnTo>
                <a:lnTo>
                  <a:pt x="8833" y="18396"/>
                </a:lnTo>
                <a:lnTo>
                  <a:pt x="9928" y="18420"/>
                </a:lnTo>
                <a:lnTo>
                  <a:pt x="11047" y="18420"/>
                </a:lnTo>
                <a:lnTo>
                  <a:pt x="12142" y="18396"/>
                </a:lnTo>
                <a:lnTo>
                  <a:pt x="13261" y="18347"/>
                </a:lnTo>
                <a:lnTo>
                  <a:pt x="13675" y="18323"/>
                </a:lnTo>
                <a:lnTo>
                  <a:pt x="14113" y="18274"/>
                </a:lnTo>
                <a:lnTo>
                  <a:pt x="14527" y="18201"/>
                </a:lnTo>
                <a:lnTo>
                  <a:pt x="14965" y="18128"/>
                </a:lnTo>
                <a:lnTo>
                  <a:pt x="15378" y="18007"/>
                </a:lnTo>
                <a:lnTo>
                  <a:pt x="15767" y="17861"/>
                </a:lnTo>
                <a:lnTo>
                  <a:pt x="16157" y="17690"/>
                </a:lnTo>
                <a:lnTo>
                  <a:pt x="16546" y="17471"/>
                </a:lnTo>
                <a:lnTo>
                  <a:pt x="16814" y="17277"/>
                </a:lnTo>
                <a:lnTo>
                  <a:pt x="17057" y="17033"/>
                </a:lnTo>
                <a:lnTo>
                  <a:pt x="17276" y="16766"/>
                </a:lnTo>
                <a:lnTo>
                  <a:pt x="17349" y="16620"/>
                </a:lnTo>
                <a:lnTo>
                  <a:pt x="17422" y="16474"/>
                </a:lnTo>
                <a:lnTo>
                  <a:pt x="17471" y="16328"/>
                </a:lnTo>
                <a:lnTo>
                  <a:pt x="17495" y="16157"/>
                </a:lnTo>
                <a:lnTo>
                  <a:pt x="17495" y="16012"/>
                </a:lnTo>
                <a:lnTo>
                  <a:pt x="17471" y="15866"/>
                </a:lnTo>
                <a:lnTo>
                  <a:pt x="17398" y="15720"/>
                </a:lnTo>
                <a:lnTo>
                  <a:pt x="17325" y="15598"/>
                </a:lnTo>
                <a:lnTo>
                  <a:pt x="17179" y="15452"/>
                </a:lnTo>
                <a:lnTo>
                  <a:pt x="17033" y="15330"/>
                </a:lnTo>
                <a:lnTo>
                  <a:pt x="16692" y="15111"/>
                </a:lnTo>
                <a:lnTo>
                  <a:pt x="16327" y="14941"/>
                </a:lnTo>
                <a:lnTo>
                  <a:pt x="15938" y="14795"/>
                </a:lnTo>
                <a:lnTo>
                  <a:pt x="15524" y="14673"/>
                </a:lnTo>
                <a:lnTo>
                  <a:pt x="15110" y="14576"/>
                </a:lnTo>
                <a:lnTo>
                  <a:pt x="14697" y="14503"/>
                </a:lnTo>
                <a:lnTo>
                  <a:pt x="14283" y="14454"/>
                </a:lnTo>
                <a:lnTo>
                  <a:pt x="13870" y="14406"/>
                </a:lnTo>
                <a:lnTo>
                  <a:pt x="14040" y="13968"/>
                </a:lnTo>
                <a:lnTo>
                  <a:pt x="14186" y="13530"/>
                </a:lnTo>
                <a:lnTo>
                  <a:pt x="14454" y="12629"/>
                </a:lnTo>
                <a:lnTo>
                  <a:pt x="14794" y="11340"/>
                </a:lnTo>
                <a:lnTo>
                  <a:pt x="14916" y="10683"/>
                </a:lnTo>
                <a:lnTo>
                  <a:pt x="15038" y="10026"/>
                </a:lnTo>
                <a:lnTo>
                  <a:pt x="15135" y="9417"/>
                </a:lnTo>
                <a:lnTo>
                  <a:pt x="15159" y="9077"/>
                </a:lnTo>
                <a:lnTo>
                  <a:pt x="15159" y="8760"/>
                </a:lnTo>
                <a:lnTo>
                  <a:pt x="15159" y="8444"/>
                </a:lnTo>
                <a:lnTo>
                  <a:pt x="15110" y="8128"/>
                </a:lnTo>
                <a:lnTo>
                  <a:pt x="15038" y="7836"/>
                </a:lnTo>
                <a:lnTo>
                  <a:pt x="14940" y="7544"/>
                </a:lnTo>
                <a:lnTo>
                  <a:pt x="14916" y="7495"/>
                </a:lnTo>
                <a:lnTo>
                  <a:pt x="14892" y="7471"/>
                </a:lnTo>
                <a:lnTo>
                  <a:pt x="14794" y="7447"/>
                </a:lnTo>
                <a:lnTo>
                  <a:pt x="14746" y="7325"/>
                </a:lnTo>
                <a:lnTo>
                  <a:pt x="14673" y="7228"/>
                </a:lnTo>
                <a:lnTo>
                  <a:pt x="14600" y="7130"/>
                </a:lnTo>
                <a:lnTo>
                  <a:pt x="14478" y="7057"/>
                </a:lnTo>
                <a:lnTo>
                  <a:pt x="14235" y="6936"/>
                </a:lnTo>
                <a:lnTo>
                  <a:pt x="13943" y="6863"/>
                </a:lnTo>
                <a:lnTo>
                  <a:pt x="13626" y="6790"/>
                </a:lnTo>
                <a:lnTo>
                  <a:pt x="13310" y="6765"/>
                </a:lnTo>
                <a:lnTo>
                  <a:pt x="12823" y="6717"/>
                </a:lnTo>
                <a:lnTo>
                  <a:pt x="11899" y="6595"/>
                </a:lnTo>
                <a:lnTo>
                  <a:pt x="10950" y="6522"/>
                </a:lnTo>
                <a:lnTo>
                  <a:pt x="10025" y="6498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28"/>
          <p:cNvSpPr/>
          <p:nvPr/>
        </p:nvSpPr>
        <p:spPr>
          <a:xfrm>
            <a:off x="7356123" y="2736319"/>
            <a:ext cx="293373" cy="297156"/>
          </a:xfrm>
          <a:custGeom>
            <a:rect b="b" l="l" r="r" t="t"/>
            <a:pathLst>
              <a:path extrusionOk="0" h="17204" w="16985">
                <a:moveTo>
                  <a:pt x="8906" y="7252"/>
                </a:moveTo>
                <a:lnTo>
                  <a:pt x="8833" y="7349"/>
                </a:lnTo>
                <a:lnTo>
                  <a:pt x="8784" y="7446"/>
                </a:lnTo>
                <a:lnTo>
                  <a:pt x="8760" y="7616"/>
                </a:lnTo>
                <a:lnTo>
                  <a:pt x="8784" y="7689"/>
                </a:lnTo>
                <a:lnTo>
                  <a:pt x="8809" y="7762"/>
                </a:lnTo>
                <a:lnTo>
                  <a:pt x="8833" y="7787"/>
                </a:lnTo>
                <a:lnTo>
                  <a:pt x="8882" y="7811"/>
                </a:lnTo>
                <a:lnTo>
                  <a:pt x="8955" y="7811"/>
                </a:lnTo>
                <a:lnTo>
                  <a:pt x="9028" y="7738"/>
                </a:lnTo>
                <a:lnTo>
                  <a:pt x="9052" y="7714"/>
                </a:lnTo>
                <a:lnTo>
                  <a:pt x="9028" y="7665"/>
                </a:lnTo>
                <a:lnTo>
                  <a:pt x="8979" y="7470"/>
                </a:lnTo>
                <a:lnTo>
                  <a:pt x="8979" y="7397"/>
                </a:lnTo>
                <a:lnTo>
                  <a:pt x="8979" y="7300"/>
                </a:lnTo>
                <a:lnTo>
                  <a:pt x="8979" y="7276"/>
                </a:lnTo>
                <a:lnTo>
                  <a:pt x="8955" y="7252"/>
                </a:lnTo>
                <a:close/>
                <a:moveTo>
                  <a:pt x="1363" y="414"/>
                </a:moveTo>
                <a:lnTo>
                  <a:pt x="1533" y="463"/>
                </a:lnTo>
                <a:lnTo>
                  <a:pt x="1728" y="560"/>
                </a:lnTo>
                <a:lnTo>
                  <a:pt x="1898" y="657"/>
                </a:lnTo>
                <a:lnTo>
                  <a:pt x="2190" y="876"/>
                </a:lnTo>
                <a:lnTo>
                  <a:pt x="2750" y="1363"/>
                </a:lnTo>
                <a:lnTo>
                  <a:pt x="3261" y="1874"/>
                </a:lnTo>
                <a:lnTo>
                  <a:pt x="4283" y="2945"/>
                </a:lnTo>
                <a:lnTo>
                  <a:pt x="6327" y="5013"/>
                </a:lnTo>
                <a:lnTo>
                  <a:pt x="8395" y="7106"/>
                </a:lnTo>
                <a:lnTo>
                  <a:pt x="6984" y="8395"/>
                </a:lnTo>
                <a:lnTo>
                  <a:pt x="6887" y="8298"/>
                </a:lnTo>
                <a:lnTo>
                  <a:pt x="6765" y="8225"/>
                </a:lnTo>
                <a:lnTo>
                  <a:pt x="6668" y="8176"/>
                </a:lnTo>
                <a:lnTo>
                  <a:pt x="6570" y="8152"/>
                </a:lnTo>
                <a:lnTo>
                  <a:pt x="6497" y="8127"/>
                </a:lnTo>
                <a:lnTo>
                  <a:pt x="6424" y="8054"/>
                </a:lnTo>
                <a:lnTo>
                  <a:pt x="6351" y="8030"/>
                </a:lnTo>
                <a:lnTo>
                  <a:pt x="6303" y="8030"/>
                </a:lnTo>
                <a:lnTo>
                  <a:pt x="6230" y="8054"/>
                </a:lnTo>
                <a:lnTo>
                  <a:pt x="6181" y="8103"/>
                </a:lnTo>
                <a:lnTo>
                  <a:pt x="6084" y="8200"/>
                </a:lnTo>
                <a:lnTo>
                  <a:pt x="6011" y="8249"/>
                </a:lnTo>
                <a:lnTo>
                  <a:pt x="5938" y="8225"/>
                </a:lnTo>
                <a:lnTo>
                  <a:pt x="5889" y="8152"/>
                </a:lnTo>
                <a:lnTo>
                  <a:pt x="5816" y="7981"/>
                </a:lnTo>
                <a:lnTo>
                  <a:pt x="5767" y="7835"/>
                </a:lnTo>
                <a:lnTo>
                  <a:pt x="5694" y="7787"/>
                </a:lnTo>
                <a:lnTo>
                  <a:pt x="5646" y="7787"/>
                </a:lnTo>
                <a:lnTo>
                  <a:pt x="5500" y="7860"/>
                </a:lnTo>
                <a:lnTo>
                  <a:pt x="5402" y="7981"/>
                </a:lnTo>
                <a:lnTo>
                  <a:pt x="5305" y="7787"/>
                </a:lnTo>
                <a:lnTo>
                  <a:pt x="5232" y="7616"/>
                </a:lnTo>
                <a:lnTo>
                  <a:pt x="5208" y="7568"/>
                </a:lnTo>
                <a:lnTo>
                  <a:pt x="5159" y="7543"/>
                </a:lnTo>
                <a:lnTo>
                  <a:pt x="5086" y="7543"/>
                </a:lnTo>
                <a:lnTo>
                  <a:pt x="5013" y="7568"/>
                </a:lnTo>
                <a:lnTo>
                  <a:pt x="4964" y="7641"/>
                </a:lnTo>
                <a:lnTo>
                  <a:pt x="4672" y="7616"/>
                </a:lnTo>
                <a:lnTo>
                  <a:pt x="4672" y="7495"/>
                </a:lnTo>
                <a:lnTo>
                  <a:pt x="4648" y="7422"/>
                </a:lnTo>
                <a:lnTo>
                  <a:pt x="4575" y="7373"/>
                </a:lnTo>
                <a:lnTo>
                  <a:pt x="4526" y="7349"/>
                </a:lnTo>
                <a:lnTo>
                  <a:pt x="4453" y="7373"/>
                </a:lnTo>
                <a:lnTo>
                  <a:pt x="4332" y="7446"/>
                </a:lnTo>
                <a:lnTo>
                  <a:pt x="4283" y="7470"/>
                </a:lnTo>
                <a:lnTo>
                  <a:pt x="4210" y="7495"/>
                </a:lnTo>
                <a:lnTo>
                  <a:pt x="4161" y="7470"/>
                </a:lnTo>
                <a:lnTo>
                  <a:pt x="4161" y="7422"/>
                </a:lnTo>
                <a:lnTo>
                  <a:pt x="4161" y="7276"/>
                </a:lnTo>
                <a:lnTo>
                  <a:pt x="4210" y="7081"/>
                </a:lnTo>
                <a:lnTo>
                  <a:pt x="4210" y="7008"/>
                </a:lnTo>
                <a:lnTo>
                  <a:pt x="4161" y="6960"/>
                </a:lnTo>
                <a:lnTo>
                  <a:pt x="4113" y="6935"/>
                </a:lnTo>
                <a:lnTo>
                  <a:pt x="4064" y="6960"/>
                </a:lnTo>
                <a:lnTo>
                  <a:pt x="3967" y="7008"/>
                </a:lnTo>
                <a:lnTo>
                  <a:pt x="3845" y="7081"/>
                </a:lnTo>
                <a:lnTo>
                  <a:pt x="3748" y="7081"/>
                </a:lnTo>
                <a:lnTo>
                  <a:pt x="3699" y="7033"/>
                </a:lnTo>
                <a:lnTo>
                  <a:pt x="3699" y="6960"/>
                </a:lnTo>
                <a:lnTo>
                  <a:pt x="3723" y="6838"/>
                </a:lnTo>
                <a:lnTo>
                  <a:pt x="3675" y="6741"/>
                </a:lnTo>
                <a:lnTo>
                  <a:pt x="3650" y="6716"/>
                </a:lnTo>
                <a:lnTo>
                  <a:pt x="3602" y="6716"/>
                </a:lnTo>
                <a:lnTo>
                  <a:pt x="3456" y="6765"/>
                </a:lnTo>
                <a:lnTo>
                  <a:pt x="3334" y="6741"/>
                </a:lnTo>
                <a:lnTo>
                  <a:pt x="3237" y="6692"/>
                </a:lnTo>
                <a:lnTo>
                  <a:pt x="3164" y="6619"/>
                </a:lnTo>
                <a:lnTo>
                  <a:pt x="3115" y="6522"/>
                </a:lnTo>
                <a:lnTo>
                  <a:pt x="3091" y="6424"/>
                </a:lnTo>
                <a:lnTo>
                  <a:pt x="3091" y="6303"/>
                </a:lnTo>
                <a:lnTo>
                  <a:pt x="3115" y="6205"/>
                </a:lnTo>
                <a:lnTo>
                  <a:pt x="3139" y="6132"/>
                </a:lnTo>
                <a:lnTo>
                  <a:pt x="3091" y="6059"/>
                </a:lnTo>
                <a:lnTo>
                  <a:pt x="3018" y="6035"/>
                </a:lnTo>
                <a:lnTo>
                  <a:pt x="2945" y="6035"/>
                </a:lnTo>
                <a:lnTo>
                  <a:pt x="2823" y="6084"/>
                </a:lnTo>
                <a:lnTo>
                  <a:pt x="2701" y="6132"/>
                </a:lnTo>
                <a:lnTo>
                  <a:pt x="2653" y="6059"/>
                </a:lnTo>
                <a:lnTo>
                  <a:pt x="2604" y="5962"/>
                </a:lnTo>
                <a:lnTo>
                  <a:pt x="2604" y="5767"/>
                </a:lnTo>
                <a:lnTo>
                  <a:pt x="2580" y="5573"/>
                </a:lnTo>
                <a:lnTo>
                  <a:pt x="2531" y="5524"/>
                </a:lnTo>
                <a:lnTo>
                  <a:pt x="2482" y="5500"/>
                </a:lnTo>
                <a:lnTo>
                  <a:pt x="2409" y="5500"/>
                </a:lnTo>
                <a:lnTo>
                  <a:pt x="2361" y="5524"/>
                </a:lnTo>
                <a:lnTo>
                  <a:pt x="2263" y="5427"/>
                </a:lnTo>
                <a:lnTo>
                  <a:pt x="2190" y="5305"/>
                </a:lnTo>
                <a:lnTo>
                  <a:pt x="2190" y="5183"/>
                </a:lnTo>
                <a:lnTo>
                  <a:pt x="2215" y="5062"/>
                </a:lnTo>
                <a:lnTo>
                  <a:pt x="2215" y="4989"/>
                </a:lnTo>
                <a:lnTo>
                  <a:pt x="2190" y="4916"/>
                </a:lnTo>
                <a:lnTo>
                  <a:pt x="2117" y="4867"/>
                </a:lnTo>
                <a:lnTo>
                  <a:pt x="2020" y="4867"/>
                </a:lnTo>
                <a:lnTo>
                  <a:pt x="1898" y="4891"/>
                </a:lnTo>
                <a:lnTo>
                  <a:pt x="1801" y="4867"/>
                </a:lnTo>
                <a:lnTo>
                  <a:pt x="1752" y="4794"/>
                </a:lnTo>
                <a:lnTo>
                  <a:pt x="1704" y="4697"/>
                </a:lnTo>
                <a:lnTo>
                  <a:pt x="1655" y="4575"/>
                </a:lnTo>
                <a:lnTo>
                  <a:pt x="1655" y="4453"/>
                </a:lnTo>
                <a:lnTo>
                  <a:pt x="1655" y="4234"/>
                </a:lnTo>
                <a:lnTo>
                  <a:pt x="1655" y="4186"/>
                </a:lnTo>
                <a:lnTo>
                  <a:pt x="1631" y="4137"/>
                </a:lnTo>
                <a:lnTo>
                  <a:pt x="1582" y="4088"/>
                </a:lnTo>
                <a:lnTo>
                  <a:pt x="1558" y="4088"/>
                </a:lnTo>
                <a:lnTo>
                  <a:pt x="1460" y="4064"/>
                </a:lnTo>
                <a:lnTo>
                  <a:pt x="1363" y="4113"/>
                </a:lnTo>
                <a:lnTo>
                  <a:pt x="1266" y="4186"/>
                </a:lnTo>
                <a:lnTo>
                  <a:pt x="1217" y="3942"/>
                </a:lnTo>
                <a:lnTo>
                  <a:pt x="1193" y="3699"/>
                </a:lnTo>
                <a:lnTo>
                  <a:pt x="1193" y="3650"/>
                </a:lnTo>
                <a:lnTo>
                  <a:pt x="1144" y="3626"/>
                </a:lnTo>
                <a:lnTo>
                  <a:pt x="1095" y="3602"/>
                </a:lnTo>
                <a:lnTo>
                  <a:pt x="974" y="3602"/>
                </a:lnTo>
                <a:lnTo>
                  <a:pt x="925" y="3529"/>
                </a:lnTo>
                <a:lnTo>
                  <a:pt x="925" y="3431"/>
                </a:lnTo>
                <a:lnTo>
                  <a:pt x="925" y="3310"/>
                </a:lnTo>
                <a:lnTo>
                  <a:pt x="949" y="3042"/>
                </a:lnTo>
                <a:lnTo>
                  <a:pt x="974" y="2896"/>
                </a:lnTo>
                <a:lnTo>
                  <a:pt x="974" y="2823"/>
                </a:lnTo>
                <a:lnTo>
                  <a:pt x="949" y="2774"/>
                </a:lnTo>
                <a:lnTo>
                  <a:pt x="925" y="2726"/>
                </a:lnTo>
                <a:lnTo>
                  <a:pt x="852" y="2701"/>
                </a:lnTo>
                <a:lnTo>
                  <a:pt x="658" y="2701"/>
                </a:lnTo>
                <a:lnTo>
                  <a:pt x="682" y="2044"/>
                </a:lnTo>
                <a:lnTo>
                  <a:pt x="658" y="1971"/>
                </a:lnTo>
                <a:lnTo>
                  <a:pt x="633" y="1923"/>
                </a:lnTo>
                <a:lnTo>
                  <a:pt x="585" y="1898"/>
                </a:lnTo>
                <a:lnTo>
                  <a:pt x="512" y="1874"/>
                </a:lnTo>
                <a:lnTo>
                  <a:pt x="317" y="1898"/>
                </a:lnTo>
                <a:lnTo>
                  <a:pt x="317" y="1704"/>
                </a:lnTo>
                <a:lnTo>
                  <a:pt x="293" y="1509"/>
                </a:lnTo>
                <a:lnTo>
                  <a:pt x="317" y="1460"/>
                </a:lnTo>
                <a:lnTo>
                  <a:pt x="366" y="1193"/>
                </a:lnTo>
                <a:lnTo>
                  <a:pt x="463" y="949"/>
                </a:lnTo>
                <a:lnTo>
                  <a:pt x="536" y="828"/>
                </a:lnTo>
                <a:lnTo>
                  <a:pt x="609" y="730"/>
                </a:lnTo>
                <a:lnTo>
                  <a:pt x="706" y="633"/>
                </a:lnTo>
                <a:lnTo>
                  <a:pt x="828" y="536"/>
                </a:lnTo>
                <a:lnTo>
                  <a:pt x="998" y="463"/>
                </a:lnTo>
                <a:lnTo>
                  <a:pt x="1168" y="414"/>
                </a:lnTo>
                <a:close/>
                <a:moveTo>
                  <a:pt x="1241" y="14357"/>
                </a:moveTo>
                <a:lnTo>
                  <a:pt x="1266" y="14527"/>
                </a:lnTo>
                <a:lnTo>
                  <a:pt x="1339" y="14770"/>
                </a:lnTo>
                <a:lnTo>
                  <a:pt x="1266" y="14795"/>
                </a:lnTo>
                <a:lnTo>
                  <a:pt x="1193" y="14843"/>
                </a:lnTo>
                <a:lnTo>
                  <a:pt x="1071" y="14624"/>
                </a:lnTo>
                <a:lnTo>
                  <a:pt x="1047" y="14576"/>
                </a:lnTo>
                <a:lnTo>
                  <a:pt x="1241" y="14357"/>
                </a:lnTo>
                <a:close/>
                <a:moveTo>
                  <a:pt x="12970" y="1631"/>
                </a:moveTo>
                <a:lnTo>
                  <a:pt x="12629" y="2093"/>
                </a:lnTo>
                <a:lnTo>
                  <a:pt x="12313" y="2580"/>
                </a:lnTo>
                <a:lnTo>
                  <a:pt x="11996" y="3066"/>
                </a:lnTo>
                <a:lnTo>
                  <a:pt x="11729" y="3577"/>
                </a:lnTo>
                <a:lnTo>
                  <a:pt x="11680" y="3650"/>
                </a:lnTo>
                <a:lnTo>
                  <a:pt x="11680" y="3723"/>
                </a:lnTo>
                <a:lnTo>
                  <a:pt x="11680" y="3772"/>
                </a:lnTo>
                <a:lnTo>
                  <a:pt x="11704" y="3821"/>
                </a:lnTo>
                <a:lnTo>
                  <a:pt x="11802" y="3918"/>
                </a:lnTo>
                <a:lnTo>
                  <a:pt x="11899" y="3967"/>
                </a:lnTo>
                <a:lnTo>
                  <a:pt x="11875" y="4015"/>
                </a:lnTo>
                <a:lnTo>
                  <a:pt x="11899" y="4040"/>
                </a:lnTo>
                <a:lnTo>
                  <a:pt x="11899" y="4064"/>
                </a:lnTo>
                <a:lnTo>
                  <a:pt x="11948" y="4064"/>
                </a:lnTo>
                <a:lnTo>
                  <a:pt x="12215" y="4015"/>
                </a:lnTo>
                <a:lnTo>
                  <a:pt x="12483" y="3918"/>
                </a:lnTo>
                <a:lnTo>
                  <a:pt x="12751" y="3796"/>
                </a:lnTo>
                <a:lnTo>
                  <a:pt x="13018" y="3626"/>
                </a:lnTo>
                <a:lnTo>
                  <a:pt x="13505" y="3261"/>
                </a:lnTo>
                <a:lnTo>
                  <a:pt x="13943" y="2920"/>
                </a:lnTo>
                <a:lnTo>
                  <a:pt x="14722" y="2288"/>
                </a:lnTo>
                <a:lnTo>
                  <a:pt x="14722" y="2288"/>
                </a:lnTo>
                <a:lnTo>
                  <a:pt x="14430" y="2726"/>
                </a:lnTo>
                <a:lnTo>
                  <a:pt x="13675" y="3796"/>
                </a:lnTo>
                <a:lnTo>
                  <a:pt x="12945" y="4891"/>
                </a:lnTo>
                <a:lnTo>
                  <a:pt x="12897" y="4989"/>
                </a:lnTo>
                <a:lnTo>
                  <a:pt x="12921" y="5062"/>
                </a:lnTo>
                <a:lnTo>
                  <a:pt x="12945" y="5135"/>
                </a:lnTo>
                <a:lnTo>
                  <a:pt x="13018" y="5208"/>
                </a:lnTo>
                <a:lnTo>
                  <a:pt x="13091" y="5232"/>
                </a:lnTo>
                <a:lnTo>
                  <a:pt x="13164" y="5256"/>
                </a:lnTo>
                <a:lnTo>
                  <a:pt x="13262" y="5232"/>
                </a:lnTo>
                <a:lnTo>
                  <a:pt x="13335" y="5183"/>
                </a:lnTo>
                <a:lnTo>
                  <a:pt x="13481" y="5135"/>
                </a:lnTo>
                <a:lnTo>
                  <a:pt x="13602" y="5086"/>
                </a:lnTo>
                <a:lnTo>
                  <a:pt x="13846" y="4916"/>
                </a:lnTo>
                <a:lnTo>
                  <a:pt x="14381" y="4575"/>
                </a:lnTo>
                <a:lnTo>
                  <a:pt x="14892" y="4234"/>
                </a:lnTo>
                <a:lnTo>
                  <a:pt x="15476" y="3796"/>
                </a:lnTo>
                <a:lnTo>
                  <a:pt x="16084" y="3358"/>
                </a:lnTo>
                <a:lnTo>
                  <a:pt x="16084" y="3358"/>
                </a:lnTo>
                <a:lnTo>
                  <a:pt x="15646" y="4161"/>
                </a:lnTo>
                <a:lnTo>
                  <a:pt x="15208" y="4964"/>
                </a:lnTo>
                <a:lnTo>
                  <a:pt x="14965" y="5329"/>
                </a:lnTo>
                <a:lnTo>
                  <a:pt x="14697" y="5719"/>
                </a:lnTo>
                <a:lnTo>
                  <a:pt x="14430" y="6084"/>
                </a:lnTo>
                <a:lnTo>
                  <a:pt x="14138" y="6424"/>
                </a:lnTo>
                <a:lnTo>
                  <a:pt x="13967" y="6619"/>
                </a:lnTo>
                <a:lnTo>
                  <a:pt x="13797" y="6814"/>
                </a:lnTo>
                <a:lnTo>
                  <a:pt x="13602" y="6984"/>
                </a:lnTo>
                <a:lnTo>
                  <a:pt x="13383" y="7130"/>
                </a:lnTo>
                <a:lnTo>
                  <a:pt x="13164" y="7276"/>
                </a:lnTo>
                <a:lnTo>
                  <a:pt x="12945" y="7397"/>
                </a:lnTo>
                <a:lnTo>
                  <a:pt x="12702" y="7495"/>
                </a:lnTo>
                <a:lnTo>
                  <a:pt x="12459" y="7568"/>
                </a:lnTo>
                <a:lnTo>
                  <a:pt x="12240" y="7592"/>
                </a:lnTo>
                <a:lnTo>
                  <a:pt x="12021" y="7616"/>
                </a:lnTo>
                <a:lnTo>
                  <a:pt x="11826" y="7592"/>
                </a:lnTo>
                <a:lnTo>
                  <a:pt x="11607" y="7543"/>
                </a:lnTo>
                <a:lnTo>
                  <a:pt x="11242" y="7422"/>
                </a:lnTo>
                <a:lnTo>
                  <a:pt x="10828" y="7276"/>
                </a:lnTo>
                <a:lnTo>
                  <a:pt x="10780" y="7179"/>
                </a:lnTo>
                <a:lnTo>
                  <a:pt x="10682" y="7106"/>
                </a:lnTo>
                <a:lnTo>
                  <a:pt x="10561" y="7106"/>
                </a:lnTo>
                <a:lnTo>
                  <a:pt x="10512" y="7130"/>
                </a:lnTo>
                <a:lnTo>
                  <a:pt x="10463" y="7179"/>
                </a:lnTo>
                <a:lnTo>
                  <a:pt x="9393" y="8492"/>
                </a:lnTo>
                <a:lnTo>
                  <a:pt x="8322" y="9782"/>
                </a:lnTo>
                <a:lnTo>
                  <a:pt x="7227" y="11047"/>
                </a:lnTo>
                <a:lnTo>
                  <a:pt x="6108" y="12313"/>
                </a:lnTo>
                <a:lnTo>
                  <a:pt x="4916" y="13578"/>
                </a:lnTo>
                <a:lnTo>
                  <a:pt x="3723" y="14819"/>
                </a:lnTo>
                <a:lnTo>
                  <a:pt x="3139" y="15427"/>
                </a:lnTo>
                <a:lnTo>
                  <a:pt x="2823" y="15743"/>
                </a:lnTo>
                <a:lnTo>
                  <a:pt x="2507" y="16011"/>
                </a:lnTo>
                <a:lnTo>
                  <a:pt x="2312" y="16133"/>
                </a:lnTo>
                <a:lnTo>
                  <a:pt x="2142" y="16230"/>
                </a:lnTo>
                <a:lnTo>
                  <a:pt x="1947" y="16303"/>
                </a:lnTo>
                <a:lnTo>
                  <a:pt x="1752" y="16352"/>
                </a:lnTo>
                <a:lnTo>
                  <a:pt x="1558" y="16376"/>
                </a:lnTo>
                <a:lnTo>
                  <a:pt x="1363" y="16376"/>
                </a:lnTo>
                <a:lnTo>
                  <a:pt x="1168" y="16303"/>
                </a:lnTo>
                <a:lnTo>
                  <a:pt x="949" y="16230"/>
                </a:lnTo>
                <a:lnTo>
                  <a:pt x="876" y="16206"/>
                </a:lnTo>
                <a:lnTo>
                  <a:pt x="828" y="16206"/>
                </a:lnTo>
                <a:lnTo>
                  <a:pt x="779" y="16011"/>
                </a:lnTo>
                <a:lnTo>
                  <a:pt x="828" y="16060"/>
                </a:lnTo>
                <a:lnTo>
                  <a:pt x="901" y="16084"/>
                </a:lnTo>
                <a:lnTo>
                  <a:pt x="949" y="16084"/>
                </a:lnTo>
                <a:lnTo>
                  <a:pt x="998" y="16035"/>
                </a:lnTo>
                <a:lnTo>
                  <a:pt x="998" y="15962"/>
                </a:lnTo>
                <a:lnTo>
                  <a:pt x="925" y="15792"/>
                </a:lnTo>
                <a:lnTo>
                  <a:pt x="852" y="15646"/>
                </a:lnTo>
                <a:lnTo>
                  <a:pt x="779" y="15476"/>
                </a:lnTo>
                <a:lnTo>
                  <a:pt x="706" y="15330"/>
                </a:lnTo>
                <a:lnTo>
                  <a:pt x="779" y="15087"/>
                </a:lnTo>
                <a:lnTo>
                  <a:pt x="852" y="14892"/>
                </a:lnTo>
                <a:lnTo>
                  <a:pt x="876" y="14989"/>
                </a:lnTo>
                <a:lnTo>
                  <a:pt x="974" y="15257"/>
                </a:lnTo>
                <a:lnTo>
                  <a:pt x="1120" y="15500"/>
                </a:lnTo>
                <a:lnTo>
                  <a:pt x="1168" y="15549"/>
                </a:lnTo>
                <a:lnTo>
                  <a:pt x="1266" y="15646"/>
                </a:lnTo>
                <a:lnTo>
                  <a:pt x="1363" y="15719"/>
                </a:lnTo>
                <a:lnTo>
                  <a:pt x="1509" y="15743"/>
                </a:lnTo>
                <a:lnTo>
                  <a:pt x="1655" y="15768"/>
                </a:lnTo>
                <a:lnTo>
                  <a:pt x="1801" y="15743"/>
                </a:lnTo>
                <a:lnTo>
                  <a:pt x="1947" y="15719"/>
                </a:lnTo>
                <a:lnTo>
                  <a:pt x="2215" y="15646"/>
                </a:lnTo>
                <a:lnTo>
                  <a:pt x="2458" y="15500"/>
                </a:lnTo>
                <a:lnTo>
                  <a:pt x="2677" y="15354"/>
                </a:lnTo>
                <a:lnTo>
                  <a:pt x="2896" y="15184"/>
                </a:lnTo>
                <a:lnTo>
                  <a:pt x="3115" y="15014"/>
                </a:lnTo>
                <a:lnTo>
                  <a:pt x="3553" y="14624"/>
                </a:lnTo>
                <a:lnTo>
                  <a:pt x="3918" y="14259"/>
                </a:lnTo>
                <a:lnTo>
                  <a:pt x="4259" y="13870"/>
                </a:lnTo>
                <a:lnTo>
                  <a:pt x="4599" y="13481"/>
                </a:lnTo>
                <a:lnTo>
                  <a:pt x="4745" y="13262"/>
                </a:lnTo>
                <a:lnTo>
                  <a:pt x="4916" y="13067"/>
                </a:lnTo>
                <a:lnTo>
                  <a:pt x="4989" y="12945"/>
                </a:lnTo>
                <a:lnTo>
                  <a:pt x="5037" y="12824"/>
                </a:lnTo>
                <a:lnTo>
                  <a:pt x="5086" y="12702"/>
                </a:lnTo>
                <a:lnTo>
                  <a:pt x="5086" y="12580"/>
                </a:lnTo>
                <a:lnTo>
                  <a:pt x="5086" y="12532"/>
                </a:lnTo>
                <a:lnTo>
                  <a:pt x="5037" y="12507"/>
                </a:lnTo>
                <a:lnTo>
                  <a:pt x="4964" y="12507"/>
                </a:lnTo>
                <a:lnTo>
                  <a:pt x="4867" y="12580"/>
                </a:lnTo>
                <a:lnTo>
                  <a:pt x="4770" y="12653"/>
                </a:lnTo>
                <a:lnTo>
                  <a:pt x="4599" y="12848"/>
                </a:lnTo>
                <a:lnTo>
                  <a:pt x="4453" y="13067"/>
                </a:lnTo>
                <a:lnTo>
                  <a:pt x="4307" y="13262"/>
                </a:lnTo>
                <a:lnTo>
                  <a:pt x="3942" y="13700"/>
                </a:lnTo>
                <a:lnTo>
                  <a:pt x="3529" y="14089"/>
                </a:lnTo>
                <a:lnTo>
                  <a:pt x="3066" y="14503"/>
                </a:lnTo>
                <a:lnTo>
                  <a:pt x="2604" y="14892"/>
                </a:lnTo>
                <a:lnTo>
                  <a:pt x="2312" y="15111"/>
                </a:lnTo>
                <a:lnTo>
                  <a:pt x="2020" y="15306"/>
                </a:lnTo>
                <a:lnTo>
                  <a:pt x="1898" y="15354"/>
                </a:lnTo>
                <a:lnTo>
                  <a:pt x="1777" y="15379"/>
                </a:lnTo>
                <a:lnTo>
                  <a:pt x="1655" y="15379"/>
                </a:lnTo>
                <a:lnTo>
                  <a:pt x="1558" y="15330"/>
                </a:lnTo>
                <a:lnTo>
                  <a:pt x="1485" y="15281"/>
                </a:lnTo>
                <a:lnTo>
                  <a:pt x="1436" y="15184"/>
                </a:lnTo>
                <a:lnTo>
                  <a:pt x="1460" y="15087"/>
                </a:lnTo>
                <a:lnTo>
                  <a:pt x="1533" y="14941"/>
                </a:lnTo>
                <a:lnTo>
                  <a:pt x="1631" y="14941"/>
                </a:lnTo>
                <a:lnTo>
                  <a:pt x="1704" y="14892"/>
                </a:lnTo>
                <a:lnTo>
                  <a:pt x="1728" y="14819"/>
                </a:lnTo>
                <a:lnTo>
                  <a:pt x="1728" y="14770"/>
                </a:lnTo>
                <a:lnTo>
                  <a:pt x="1704" y="14673"/>
                </a:lnTo>
                <a:lnTo>
                  <a:pt x="1655" y="14551"/>
                </a:lnTo>
                <a:lnTo>
                  <a:pt x="1606" y="14454"/>
                </a:lnTo>
                <a:lnTo>
                  <a:pt x="1509" y="14308"/>
                </a:lnTo>
                <a:lnTo>
                  <a:pt x="1412" y="14162"/>
                </a:lnTo>
                <a:lnTo>
                  <a:pt x="1679" y="13919"/>
                </a:lnTo>
                <a:lnTo>
                  <a:pt x="1801" y="14405"/>
                </a:lnTo>
                <a:lnTo>
                  <a:pt x="1825" y="14478"/>
                </a:lnTo>
                <a:lnTo>
                  <a:pt x="1898" y="14527"/>
                </a:lnTo>
                <a:lnTo>
                  <a:pt x="2020" y="14527"/>
                </a:lnTo>
                <a:lnTo>
                  <a:pt x="2069" y="14503"/>
                </a:lnTo>
                <a:lnTo>
                  <a:pt x="2117" y="14454"/>
                </a:lnTo>
                <a:lnTo>
                  <a:pt x="2142" y="14381"/>
                </a:lnTo>
                <a:lnTo>
                  <a:pt x="2142" y="14308"/>
                </a:lnTo>
                <a:lnTo>
                  <a:pt x="2044" y="13992"/>
                </a:lnTo>
                <a:lnTo>
                  <a:pt x="1923" y="13675"/>
                </a:lnTo>
                <a:lnTo>
                  <a:pt x="2093" y="13529"/>
                </a:lnTo>
                <a:lnTo>
                  <a:pt x="2117" y="13748"/>
                </a:lnTo>
                <a:lnTo>
                  <a:pt x="2117" y="13870"/>
                </a:lnTo>
                <a:lnTo>
                  <a:pt x="2142" y="13967"/>
                </a:lnTo>
                <a:lnTo>
                  <a:pt x="2190" y="14065"/>
                </a:lnTo>
                <a:lnTo>
                  <a:pt x="2239" y="14089"/>
                </a:lnTo>
                <a:lnTo>
                  <a:pt x="2288" y="14113"/>
                </a:lnTo>
                <a:lnTo>
                  <a:pt x="2336" y="14113"/>
                </a:lnTo>
                <a:lnTo>
                  <a:pt x="2385" y="14089"/>
                </a:lnTo>
                <a:lnTo>
                  <a:pt x="2434" y="14016"/>
                </a:lnTo>
                <a:lnTo>
                  <a:pt x="2434" y="13919"/>
                </a:lnTo>
                <a:lnTo>
                  <a:pt x="2385" y="13724"/>
                </a:lnTo>
                <a:lnTo>
                  <a:pt x="2263" y="13359"/>
                </a:lnTo>
                <a:lnTo>
                  <a:pt x="2385" y="13262"/>
                </a:lnTo>
                <a:lnTo>
                  <a:pt x="2458" y="13554"/>
                </a:lnTo>
                <a:lnTo>
                  <a:pt x="2531" y="13846"/>
                </a:lnTo>
                <a:lnTo>
                  <a:pt x="2555" y="13894"/>
                </a:lnTo>
                <a:lnTo>
                  <a:pt x="2580" y="13943"/>
                </a:lnTo>
                <a:lnTo>
                  <a:pt x="2628" y="13967"/>
                </a:lnTo>
                <a:lnTo>
                  <a:pt x="2677" y="13967"/>
                </a:lnTo>
                <a:lnTo>
                  <a:pt x="2774" y="13943"/>
                </a:lnTo>
                <a:lnTo>
                  <a:pt x="2823" y="13919"/>
                </a:lnTo>
                <a:lnTo>
                  <a:pt x="2847" y="13870"/>
                </a:lnTo>
                <a:lnTo>
                  <a:pt x="2872" y="13797"/>
                </a:lnTo>
                <a:lnTo>
                  <a:pt x="2847" y="13748"/>
                </a:lnTo>
                <a:lnTo>
                  <a:pt x="2750" y="13408"/>
                </a:lnTo>
                <a:lnTo>
                  <a:pt x="2604" y="13067"/>
                </a:lnTo>
                <a:lnTo>
                  <a:pt x="2823" y="12848"/>
                </a:lnTo>
                <a:lnTo>
                  <a:pt x="2920" y="13164"/>
                </a:lnTo>
                <a:lnTo>
                  <a:pt x="2969" y="13286"/>
                </a:lnTo>
                <a:lnTo>
                  <a:pt x="3018" y="13383"/>
                </a:lnTo>
                <a:lnTo>
                  <a:pt x="3066" y="13481"/>
                </a:lnTo>
                <a:lnTo>
                  <a:pt x="3115" y="13529"/>
                </a:lnTo>
                <a:lnTo>
                  <a:pt x="3212" y="13529"/>
                </a:lnTo>
                <a:lnTo>
                  <a:pt x="3237" y="13505"/>
                </a:lnTo>
                <a:lnTo>
                  <a:pt x="3261" y="13456"/>
                </a:lnTo>
                <a:lnTo>
                  <a:pt x="3285" y="13408"/>
                </a:lnTo>
                <a:lnTo>
                  <a:pt x="3261" y="13310"/>
                </a:lnTo>
                <a:lnTo>
                  <a:pt x="3188" y="13116"/>
                </a:lnTo>
                <a:lnTo>
                  <a:pt x="3091" y="12921"/>
                </a:lnTo>
                <a:lnTo>
                  <a:pt x="2969" y="12726"/>
                </a:lnTo>
                <a:lnTo>
                  <a:pt x="3261" y="12459"/>
                </a:lnTo>
                <a:lnTo>
                  <a:pt x="3285" y="12678"/>
                </a:lnTo>
                <a:lnTo>
                  <a:pt x="3334" y="12897"/>
                </a:lnTo>
                <a:lnTo>
                  <a:pt x="3383" y="12994"/>
                </a:lnTo>
                <a:lnTo>
                  <a:pt x="3480" y="13067"/>
                </a:lnTo>
                <a:lnTo>
                  <a:pt x="3529" y="13067"/>
                </a:lnTo>
                <a:lnTo>
                  <a:pt x="3577" y="13043"/>
                </a:lnTo>
                <a:lnTo>
                  <a:pt x="3626" y="12945"/>
                </a:lnTo>
                <a:lnTo>
                  <a:pt x="3626" y="12848"/>
                </a:lnTo>
                <a:lnTo>
                  <a:pt x="3577" y="12678"/>
                </a:lnTo>
                <a:lnTo>
                  <a:pt x="3529" y="12483"/>
                </a:lnTo>
                <a:lnTo>
                  <a:pt x="3431" y="12288"/>
                </a:lnTo>
                <a:lnTo>
                  <a:pt x="3650" y="12094"/>
                </a:lnTo>
                <a:lnTo>
                  <a:pt x="3699" y="12313"/>
                </a:lnTo>
                <a:lnTo>
                  <a:pt x="3748" y="12483"/>
                </a:lnTo>
                <a:lnTo>
                  <a:pt x="3796" y="12556"/>
                </a:lnTo>
                <a:lnTo>
                  <a:pt x="3845" y="12605"/>
                </a:lnTo>
                <a:lnTo>
                  <a:pt x="3942" y="12605"/>
                </a:lnTo>
                <a:lnTo>
                  <a:pt x="4015" y="12580"/>
                </a:lnTo>
                <a:lnTo>
                  <a:pt x="4040" y="12532"/>
                </a:lnTo>
                <a:lnTo>
                  <a:pt x="4064" y="12483"/>
                </a:lnTo>
                <a:lnTo>
                  <a:pt x="4064" y="12410"/>
                </a:lnTo>
                <a:lnTo>
                  <a:pt x="4015" y="12142"/>
                </a:lnTo>
                <a:lnTo>
                  <a:pt x="3967" y="11996"/>
                </a:lnTo>
                <a:lnTo>
                  <a:pt x="3894" y="11875"/>
                </a:lnTo>
                <a:lnTo>
                  <a:pt x="4161" y="11607"/>
                </a:lnTo>
                <a:lnTo>
                  <a:pt x="4210" y="11729"/>
                </a:lnTo>
                <a:lnTo>
                  <a:pt x="4283" y="11923"/>
                </a:lnTo>
                <a:lnTo>
                  <a:pt x="4332" y="11996"/>
                </a:lnTo>
                <a:lnTo>
                  <a:pt x="4380" y="12021"/>
                </a:lnTo>
                <a:lnTo>
                  <a:pt x="4429" y="12045"/>
                </a:lnTo>
                <a:lnTo>
                  <a:pt x="4478" y="12045"/>
                </a:lnTo>
                <a:lnTo>
                  <a:pt x="4526" y="11996"/>
                </a:lnTo>
                <a:lnTo>
                  <a:pt x="4551" y="11923"/>
                </a:lnTo>
                <a:lnTo>
                  <a:pt x="4551" y="11826"/>
                </a:lnTo>
                <a:lnTo>
                  <a:pt x="4478" y="11680"/>
                </a:lnTo>
                <a:lnTo>
                  <a:pt x="4356" y="11437"/>
                </a:lnTo>
                <a:lnTo>
                  <a:pt x="4405" y="11388"/>
                </a:lnTo>
                <a:lnTo>
                  <a:pt x="4672" y="11169"/>
                </a:lnTo>
                <a:lnTo>
                  <a:pt x="4745" y="11364"/>
                </a:lnTo>
                <a:lnTo>
                  <a:pt x="4818" y="11607"/>
                </a:lnTo>
                <a:lnTo>
                  <a:pt x="4867" y="11729"/>
                </a:lnTo>
                <a:lnTo>
                  <a:pt x="4916" y="11777"/>
                </a:lnTo>
                <a:lnTo>
                  <a:pt x="4964" y="11826"/>
                </a:lnTo>
                <a:lnTo>
                  <a:pt x="5013" y="11826"/>
                </a:lnTo>
                <a:lnTo>
                  <a:pt x="5037" y="11802"/>
                </a:lnTo>
                <a:lnTo>
                  <a:pt x="5062" y="11729"/>
                </a:lnTo>
                <a:lnTo>
                  <a:pt x="5086" y="11680"/>
                </a:lnTo>
                <a:lnTo>
                  <a:pt x="5062" y="11558"/>
                </a:lnTo>
                <a:lnTo>
                  <a:pt x="4964" y="11339"/>
                </a:lnTo>
                <a:lnTo>
                  <a:pt x="4794" y="11023"/>
                </a:lnTo>
                <a:lnTo>
                  <a:pt x="5135" y="10731"/>
                </a:lnTo>
                <a:lnTo>
                  <a:pt x="5135" y="10755"/>
                </a:lnTo>
                <a:lnTo>
                  <a:pt x="5208" y="10950"/>
                </a:lnTo>
                <a:lnTo>
                  <a:pt x="5281" y="11145"/>
                </a:lnTo>
                <a:lnTo>
                  <a:pt x="5329" y="11218"/>
                </a:lnTo>
                <a:lnTo>
                  <a:pt x="5378" y="11242"/>
                </a:lnTo>
                <a:lnTo>
                  <a:pt x="5427" y="11242"/>
                </a:lnTo>
                <a:lnTo>
                  <a:pt x="5475" y="11218"/>
                </a:lnTo>
                <a:lnTo>
                  <a:pt x="5524" y="11193"/>
                </a:lnTo>
                <a:lnTo>
                  <a:pt x="5573" y="11145"/>
                </a:lnTo>
                <a:lnTo>
                  <a:pt x="5597" y="11096"/>
                </a:lnTo>
                <a:lnTo>
                  <a:pt x="5597" y="11023"/>
                </a:lnTo>
                <a:lnTo>
                  <a:pt x="5524" y="10828"/>
                </a:lnTo>
                <a:lnTo>
                  <a:pt x="5475" y="10658"/>
                </a:lnTo>
                <a:lnTo>
                  <a:pt x="5378" y="10488"/>
                </a:lnTo>
                <a:lnTo>
                  <a:pt x="5670" y="10244"/>
                </a:lnTo>
                <a:lnTo>
                  <a:pt x="5670" y="10366"/>
                </a:lnTo>
                <a:lnTo>
                  <a:pt x="5694" y="10512"/>
                </a:lnTo>
                <a:lnTo>
                  <a:pt x="5743" y="10707"/>
                </a:lnTo>
                <a:lnTo>
                  <a:pt x="5792" y="10780"/>
                </a:lnTo>
                <a:lnTo>
                  <a:pt x="5816" y="10804"/>
                </a:lnTo>
                <a:lnTo>
                  <a:pt x="5865" y="10828"/>
                </a:lnTo>
                <a:lnTo>
                  <a:pt x="5913" y="10828"/>
                </a:lnTo>
                <a:lnTo>
                  <a:pt x="5938" y="10804"/>
                </a:lnTo>
                <a:lnTo>
                  <a:pt x="5986" y="10731"/>
                </a:lnTo>
                <a:lnTo>
                  <a:pt x="5986" y="10658"/>
                </a:lnTo>
                <a:lnTo>
                  <a:pt x="5938" y="10488"/>
                </a:lnTo>
                <a:lnTo>
                  <a:pt x="5865" y="10293"/>
                </a:lnTo>
                <a:lnTo>
                  <a:pt x="5767" y="10123"/>
                </a:lnTo>
                <a:lnTo>
                  <a:pt x="5986" y="9928"/>
                </a:lnTo>
                <a:lnTo>
                  <a:pt x="6011" y="10050"/>
                </a:lnTo>
                <a:lnTo>
                  <a:pt x="6035" y="10147"/>
                </a:lnTo>
                <a:lnTo>
                  <a:pt x="6108" y="10244"/>
                </a:lnTo>
                <a:lnTo>
                  <a:pt x="6181" y="10317"/>
                </a:lnTo>
                <a:lnTo>
                  <a:pt x="6230" y="10366"/>
                </a:lnTo>
                <a:lnTo>
                  <a:pt x="6303" y="10366"/>
                </a:lnTo>
                <a:lnTo>
                  <a:pt x="6376" y="10317"/>
                </a:lnTo>
                <a:lnTo>
                  <a:pt x="6400" y="10269"/>
                </a:lnTo>
                <a:lnTo>
                  <a:pt x="6400" y="10220"/>
                </a:lnTo>
                <a:lnTo>
                  <a:pt x="6376" y="10171"/>
                </a:lnTo>
                <a:lnTo>
                  <a:pt x="6327" y="10074"/>
                </a:lnTo>
                <a:lnTo>
                  <a:pt x="6205" y="9952"/>
                </a:lnTo>
                <a:lnTo>
                  <a:pt x="6084" y="9855"/>
                </a:lnTo>
                <a:lnTo>
                  <a:pt x="6376" y="9587"/>
                </a:lnTo>
                <a:lnTo>
                  <a:pt x="6400" y="9758"/>
                </a:lnTo>
                <a:lnTo>
                  <a:pt x="6449" y="9952"/>
                </a:lnTo>
                <a:lnTo>
                  <a:pt x="6473" y="10025"/>
                </a:lnTo>
                <a:lnTo>
                  <a:pt x="6522" y="10050"/>
                </a:lnTo>
                <a:lnTo>
                  <a:pt x="6595" y="10074"/>
                </a:lnTo>
                <a:lnTo>
                  <a:pt x="6643" y="10074"/>
                </a:lnTo>
                <a:lnTo>
                  <a:pt x="6716" y="10025"/>
                </a:lnTo>
                <a:lnTo>
                  <a:pt x="6741" y="10001"/>
                </a:lnTo>
                <a:lnTo>
                  <a:pt x="6765" y="9928"/>
                </a:lnTo>
                <a:lnTo>
                  <a:pt x="6765" y="9855"/>
                </a:lnTo>
                <a:lnTo>
                  <a:pt x="6692" y="9612"/>
                </a:lnTo>
                <a:lnTo>
                  <a:pt x="6643" y="9490"/>
                </a:lnTo>
                <a:lnTo>
                  <a:pt x="6595" y="9393"/>
                </a:lnTo>
                <a:lnTo>
                  <a:pt x="6765" y="9222"/>
                </a:lnTo>
                <a:lnTo>
                  <a:pt x="6814" y="9417"/>
                </a:lnTo>
                <a:lnTo>
                  <a:pt x="6887" y="9587"/>
                </a:lnTo>
                <a:lnTo>
                  <a:pt x="6911" y="9636"/>
                </a:lnTo>
                <a:lnTo>
                  <a:pt x="6960" y="9660"/>
                </a:lnTo>
                <a:lnTo>
                  <a:pt x="7033" y="9660"/>
                </a:lnTo>
                <a:lnTo>
                  <a:pt x="7081" y="9636"/>
                </a:lnTo>
                <a:lnTo>
                  <a:pt x="7130" y="9612"/>
                </a:lnTo>
                <a:lnTo>
                  <a:pt x="7179" y="9563"/>
                </a:lnTo>
                <a:lnTo>
                  <a:pt x="7179" y="9514"/>
                </a:lnTo>
                <a:lnTo>
                  <a:pt x="7179" y="9441"/>
                </a:lnTo>
                <a:lnTo>
                  <a:pt x="7057" y="9174"/>
                </a:lnTo>
                <a:lnTo>
                  <a:pt x="6984" y="9003"/>
                </a:lnTo>
                <a:lnTo>
                  <a:pt x="7106" y="8906"/>
                </a:lnTo>
                <a:lnTo>
                  <a:pt x="7106" y="8955"/>
                </a:lnTo>
                <a:lnTo>
                  <a:pt x="7106" y="9125"/>
                </a:lnTo>
                <a:lnTo>
                  <a:pt x="7130" y="9198"/>
                </a:lnTo>
                <a:lnTo>
                  <a:pt x="7179" y="9271"/>
                </a:lnTo>
                <a:lnTo>
                  <a:pt x="7227" y="9271"/>
                </a:lnTo>
                <a:lnTo>
                  <a:pt x="7276" y="9247"/>
                </a:lnTo>
                <a:lnTo>
                  <a:pt x="7325" y="9198"/>
                </a:lnTo>
                <a:lnTo>
                  <a:pt x="7349" y="9125"/>
                </a:lnTo>
                <a:lnTo>
                  <a:pt x="7325" y="8955"/>
                </a:lnTo>
                <a:lnTo>
                  <a:pt x="7276" y="8736"/>
                </a:lnTo>
                <a:lnTo>
                  <a:pt x="7519" y="8517"/>
                </a:lnTo>
                <a:lnTo>
                  <a:pt x="7544" y="8638"/>
                </a:lnTo>
                <a:lnTo>
                  <a:pt x="7617" y="8760"/>
                </a:lnTo>
                <a:lnTo>
                  <a:pt x="7665" y="8784"/>
                </a:lnTo>
                <a:lnTo>
                  <a:pt x="7714" y="8784"/>
                </a:lnTo>
                <a:lnTo>
                  <a:pt x="7763" y="8736"/>
                </a:lnTo>
                <a:lnTo>
                  <a:pt x="7787" y="8687"/>
                </a:lnTo>
                <a:lnTo>
                  <a:pt x="7763" y="8638"/>
                </a:lnTo>
                <a:lnTo>
                  <a:pt x="7738" y="8590"/>
                </a:lnTo>
                <a:lnTo>
                  <a:pt x="7690" y="8492"/>
                </a:lnTo>
                <a:lnTo>
                  <a:pt x="7641" y="8419"/>
                </a:lnTo>
                <a:lnTo>
                  <a:pt x="7884" y="8176"/>
                </a:lnTo>
                <a:lnTo>
                  <a:pt x="7909" y="8298"/>
                </a:lnTo>
                <a:lnTo>
                  <a:pt x="7933" y="8419"/>
                </a:lnTo>
                <a:lnTo>
                  <a:pt x="7957" y="8468"/>
                </a:lnTo>
                <a:lnTo>
                  <a:pt x="8006" y="8517"/>
                </a:lnTo>
                <a:lnTo>
                  <a:pt x="8152" y="8517"/>
                </a:lnTo>
                <a:lnTo>
                  <a:pt x="8201" y="8492"/>
                </a:lnTo>
                <a:lnTo>
                  <a:pt x="8225" y="8444"/>
                </a:lnTo>
                <a:lnTo>
                  <a:pt x="8249" y="8371"/>
                </a:lnTo>
                <a:lnTo>
                  <a:pt x="8201" y="8152"/>
                </a:lnTo>
                <a:lnTo>
                  <a:pt x="8128" y="7957"/>
                </a:lnTo>
                <a:lnTo>
                  <a:pt x="8468" y="7641"/>
                </a:lnTo>
                <a:lnTo>
                  <a:pt x="8444" y="7762"/>
                </a:lnTo>
                <a:lnTo>
                  <a:pt x="8444" y="7884"/>
                </a:lnTo>
                <a:lnTo>
                  <a:pt x="8493" y="7981"/>
                </a:lnTo>
                <a:lnTo>
                  <a:pt x="8517" y="8030"/>
                </a:lnTo>
                <a:lnTo>
                  <a:pt x="8566" y="8054"/>
                </a:lnTo>
                <a:lnTo>
                  <a:pt x="8590" y="8054"/>
                </a:lnTo>
                <a:lnTo>
                  <a:pt x="8614" y="8030"/>
                </a:lnTo>
                <a:lnTo>
                  <a:pt x="8639" y="7981"/>
                </a:lnTo>
                <a:lnTo>
                  <a:pt x="8639" y="7933"/>
                </a:lnTo>
                <a:lnTo>
                  <a:pt x="8614" y="7835"/>
                </a:lnTo>
                <a:lnTo>
                  <a:pt x="8566" y="7714"/>
                </a:lnTo>
                <a:lnTo>
                  <a:pt x="8541" y="7568"/>
                </a:lnTo>
                <a:lnTo>
                  <a:pt x="9125" y="7033"/>
                </a:lnTo>
                <a:lnTo>
                  <a:pt x="9125" y="7179"/>
                </a:lnTo>
                <a:lnTo>
                  <a:pt x="9149" y="7325"/>
                </a:lnTo>
                <a:lnTo>
                  <a:pt x="9198" y="7373"/>
                </a:lnTo>
                <a:lnTo>
                  <a:pt x="9222" y="7397"/>
                </a:lnTo>
                <a:lnTo>
                  <a:pt x="9271" y="7422"/>
                </a:lnTo>
                <a:lnTo>
                  <a:pt x="9320" y="7397"/>
                </a:lnTo>
                <a:lnTo>
                  <a:pt x="9368" y="7397"/>
                </a:lnTo>
                <a:lnTo>
                  <a:pt x="9393" y="7349"/>
                </a:lnTo>
                <a:lnTo>
                  <a:pt x="9417" y="7300"/>
                </a:lnTo>
                <a:lnTo>
                  <a:pt x="9417" y="7252"/>
                </a:lnTo>
                <a:lnTo>
                  <a:pt x="9393" y="7154"/>
                </a:lnTo>
                <a:lnTo>
                  <a:pt x="9393" y="7033"/>
                </a:lnTo>
                <a:lnTo>
                  <a:pt x="9417" y="6935"/>
                </a:lnTo>
                <a:lnTo>
                  <a:pt x="9417" y="6838"/>
                </a:lnTo>
                <a:lnTo>
                  <a:pt x="9393" y="6789"/>
                </a:lnTo>
                <a:lnTo>
                  <a:pt x="9466" y="6716"/>
                </a:lnTo>
                <a:lnTo>
                  <a:pt x="9490" y="6838"/>
                </a:lnTo>
                <a:lnTo>
                  <a:pt x="9514" y="6960"/>
                </a:lnTo>
                <a:lnTo>
                  <a:pt x="9539" y="7008"/>
                </a:lnTo>
                <a:lnTo>
                  <a:pt x="9587" y="7033"/>
                </a:lnTo>
                <a:lnTo>
                  <a:pt x="9636" y="7057"/>
                </a:lnTo>
                <a:lnTo>
                  <a:pt x="9660" y="7057"/>
                </a:lnTo>
                <a:lnTo>
                  <a:pt x="9709" y="7033"/>
                </a:lnTo>
                <a:lnTo>
                  <a:pt x="9733" y="7008"/>
                </a:lnTo>
                <a:lnTo>
                  <a:pt x="9782" y="6984"/>
                </a:lnTo>
                <a:lnTo>
                  <a:pt x="9782" y="6935"/>
                </a:lnTo>
                <a:lnTo>
                  <a:pt x="9782" y="6741"/>
                </a:lnTo>
                <a:lnTo>
                  <a:pt x="9733" y="6619"/>
                </a:lnTo>
                <a:lnTo>
                  <a:pt x="9709" y="6522"/>
                </a:lnTo>
                <a:lnTo>
                  <a:pt x="9831" y="6376"/>
                </a:lnTo>
                <a:lnTo>
                  <a:pt x="9879" y="6327"/>
                </a:lnTo>
                <a:lnTo>
                  <a:pt x="9904" y="6278"/>
                </a:lnTo>
                <a:lnTo>
                  <a:pt x="9904" y="6205"/>
                </a:lnTo>
                <a:lnTo>
                  <a:pt x="9928" y="6132"/>
                </a:lnTo>
                <a:lnTo>
                  <a:pt x="9952" y="6059"/>
                </a:lnTo>
                <a:lnTo>
                  <a:pt x="9855" y="5670"/>
                </a:lnTo>
                <a:lnTo>
                  <a:pt x="9831" y="5475"/>
                </a:lnTo>
                <a:lnTo>
                  <a:pt x="9806" y="5281"/>
                </a:lnTo>
                <a:lnTo>
                  <a:pt x="9806" y="5037"/>
                </a:lnTo>
                <a:lnTo>
                  <a:pt x="9855" y="4794"/>
                </a:lnTo>
                <a:lnTo>
                  <a:pt x="9904" y="4575"/>
                </a:lnTo>
                <a:lnTo>
                  <a:pt x="9977" y="4332"/>
                </a:lnTo>
                <a:lnTo>
                  <a:pt x="10074" y="4088"/>
                </a:lnTo>
                <a:lnTo>
                  <a:pt x="10196" y="3869"/>
                </a:lnTo>
                <a:lnTo>
                  <a:pt x="10317" y="3650"/>
                </a:lnTo>
                <a:lnTo>
                  <a:pt x="10488" y="3456"/>
                </a:lnTo>
                <a:lnTo>
                  <a:pt x="10658" y="3261"/>
                </a:lnTo>
                <a:lnTo>
                  <a:pt x="10853" y="3091"/>
                </a:lnTo>
                <a:lnTo>
                  <a:pt x="11242" y="2750"/>
                </a:lnTo>
                <a:lnTo>
                  <a:pt x="11680" y="2458"/>
                </a:lnTo>
                <a:lnTo>
                  <a:pt x="12094" y="2166"/>
                </a:lnTo>
                <a:lnTo>
                  <a:pt x="12970" y="1631"/>
                </a:lnTo>
                <a:close/>
                <a:moveTo>
                  <a:pt x="10755" y="11631"/>
                </a:moveTo>
                <a:lnTo>
                  <a:pt x="10755" y="11680"/>
                </a:lnTo>
                <a:lnTo>
                  <a:pt x="10853" y="11850"/>
                </a:lnTo>
                <a:lnTo>
                  <a:pt x="10974" y="12021"/>
                </a:lnTo>
                <a:lnTo>
                  <a:pt x="11266" y="12361"/>
                </a:lnTo>
                <a:lnTo>
                  <a:pt x="11875" y="12970"/>
                </a:lnTo>
                <a:lnTo>
                  <a:pt x="13286" y="14503"/>
                </a:lnTo>
                <a:lnTo>
                  <a:pt x="13943" y="15184"/>
                </a:lnTo>
                <a:lnTo>
                  <a:pt x="14259" y="15549"/>
                </a:lnTo>
                <a:lnTo>
                  <a:pt x="14430" y="15719"/>
                </a:lnTo>
                <a:lnTo>
                  <a:pt x="14503" y="15792"/>
                </a:lnTo>
                <a:lnTo>
                  <a:pt x="14600" y="15841"/>
                </a:lnTo>
                <a:lnTo>
                  <a:pt x="14916" y="16035"/>
                </a:lnTo>
                <a:lnTo>
                  <a:pt x="15208" y="16206"/>
                </a:lnTo>
                <a:lnTo>
                  <a:pt x="15354" y="16279"/>
                </a:lnTo>
                <a:lnTo>
                  <a:pt x="15500" y="16352"/>
                </a:lnTo>
                <a:lnTo>
                  <a:pt x="15671" y="16376"/>
                </a:lnTo>
                <a:lnTo>
                  <a:pt x="15890" y="16376"/>
                </a:lnTo>
                <a:lnTo>
                  <a:pt x="15914" y="16352"/>
                </a:lnTo>
                <a:lnTo>
                  <a:pt x="15938" y="16279"/>
                </a:lnTo>
                <a:lnTo>
                  <a:pt x="15914" y="16230"/>
                </a:lnTo>
                <a:lnTo>
                  <a:pt x="15890" y="16206"/>
                </a:lnTo>
                <a:lnTo>
                  <a:pt x="15865" y="16206"/>
                </a:lnTo>
                <a:lnTo>
                  <a:pt x="15622" y="16157"/>
                </a:lnTo>
                <a:lnTo>
                  <a:pt x="15403" y="16084"/>
                </a:lnTo>
                <a:lnTo>
                  <a:pt x="15233" y="15987"/>
                </a:lnTo>
                <a:lnTo>
                  <a:pt x="15062" y="15865"/>
                </a:lnTo>
                <a:lnTo>
                  <a:pt x="14892" y="15743"/>
                </a:lnTo>
                <a:lnTo>
                  <a:pt x="14746" y="15573"/>
                </a:lnTo>
                <a:lnTo>
                  <a:pt x="14454" y="15233"/>
                </a:lnTo>
                <a:lnTo>
                  <a:pt x="13846" y="14624"/>
                </a:lnTo>
                <a:lnTo>
                  <a:pt x="13262" y="14016"/>
                </a:lnTo>
                <a:lnTo>
                  <a:pt x="12045" y="12799"/>
                </a:lnTo>
                <a:lnTo>
                  <a:pt x="11461" y="12167"/>
                </a:lnTo>
                <a:lnTo>
                  <a:pt x="11145" y="11875"/>
                </a:lnTo>
                <a:lnTo>
                  <a:pt x="10974" y="11729"/>
                </a:lnTo>
                <a:lnTo>
                  <a:pt x="10804" y="11631"/>
                </a:lnTo>
                <a:close/>
                <a:moveTo>
                  <a:pt x="9904" y="8638"/>
                </a:moveTo>
                <a:lnTo>
                  <a:pt x="10123" y="8882"/>
                </a:lnTo>
                <a:lnTo>
                  <a:pt x="9977" y="9003"/>
                </a:lnTo>
                <a:lnTo>
                  <a:pt x="9709" y="9271"/>
                </a:lnTo>
                <a:lnTo>
                  <a:pt x="9587" y="9417"/>
                </a:lnTo>
                <a:lnTo>
                  <a:pt x="9466" y="9587"/>
                </a:lnTo>
                <a:lnTo>
                  <a:pt x="9466" y="9612"/>
                </a:lnTo>
                <a:lnTo>
                  <a:pt x="9490" y="9660"/>
                </a:lnTo>
                <a:lnTo>
                  <a:pt x="9539" y="9660"/>
                </a:lnTo>
                <a:lnTo>
                  <a:pt x="9685" y="9612"/>
                </a:lnTo>
                <a:lnTo>
                  <a:pt x="9831" y="9539"/>
                </a:lnTo>
                <a:lnTo>
                  <a:pt x="10098" y="9320"/>
                </a:lnTo>
                <a:lnTo>
                  <a:pt x="10366" y="9101"/>
                </a:lnTo>
                <a:lnTo>
                  <a:pt x="10536" y="9247"/>
                </a:lnTo>
                <a:lnTo>
                  <a:pt x="10244" y="9466"/>
                </a:lnTo>
                <a:lnTo>
                  <a:pt x="10025" y="9636"/>
                </a:lnTo>
                <a:lnTo>
                  <a:pt x="9928" y="9733"/>
                </a:lnTo>
                <a:lnTo>
                  <a:pt x="9831" y="9855"/>
                </a:lnTo>
                <a:lnTo>
                  <a:pt x="9831" y="9928"/>
                </a:lnTo>
                <a:lnTo>
                  <a:pt x="9855" y="9977"/>
                </a:lnTo>
                <a:lnTo>
                  <a:pt x="9904" y="10025"/>
                </a:lnTo>
                <a:lnTo>
                  <a:pt x="9977" y="10025"/>
                </a:lnTo>
                <a:lnTo>
                  <a:pt x="10098" y="9977"/>
                </a:lnTo>
                <a:lnTo>
                  <a:pt x="10196" y="9904"/>
                </a:lnTo>
                <a:lnTo>
                  <a:pt x="10390" y="9758"/>
                </a:lnTo>
                <a:lnTo>
                  <a:pt x="10780" y="9490"/>
                </a:lnTo>
                <a:lnTo>
                  <a:pt x="10950" y="9660"/>
                </a:lnTo>
                <a:lnTo>
                  <a:pt x="10780" y="9733"/>
                </a:lnTo>
                <a:lnTo>
                  <a:pt x="10609" y="9855"/>
                </a:lnTo>
                <a:lnTo>
                  <a:pt x="10390" y="10001"/>
                </a:lnTo>
                <a:lnTo>
                  <a:pt x="10293" y="10098"/>
                </a:lnTo>
                <a:lnTo>
                  <a:pt x="10220" y="10220"/>
                </a:lnTo>
                <a:lnTo>
                  <a:pt x="10220" y="10269"/>
                </a:lnTo>
                <a:lnTo>
                  <a:pt x="10244" y="10293"/>
                </a:lnTo>
                <a:lnTo>
                  <a:pt x="10293" y="10317"/>
                </a:lnTo>
                <a:lnTo>
                  <a:pt x="10439" y="10317"/>
                </a:lnTo>
                <a:lnTo>
                  <a:pt x="10585" y="10244"/>
                </a:lnTo>
                <a:lnTo>
                  <a:pt x="10828" y="10074"/>
                </a:lnTo>
                <a:lnTo>
                  <a:pt x="10999" y="9977"/>
                </a:lnTo>
                <a:lnTo>
                  <a:pt x="11072" y="9904"/>
                </a:lnTo>
                <a:lnTo>
                  <a:pt x="11145" y="9831"/>
                </a:lnTo>
                <a:lnTo>
                  <a:pt x="11364" y="10025"/>
                </a:lnTo>
                <a:lnTo>
                  <a:pt x="11193" y="10123"/>
                </a:lnTo>
                <a:lnTo>
                  <a:pt x="11072" y="10244"/>
                </a:lnTo>
                <a:lnTo>
                  <a:pt x="10974" y="10342"/>
                </a:lnTo>
                <a:lnTo>
                  <a:pt x="10901" y="10439"/>
                </a:lnTo>
                <a:lnTo>
                  <a:pt x="10853" y="10561"/>
                </a:lnTo>
                <a:lnTo>
                  <a:pt x="10853" y="10634"/>
                </a:lnTo>
                <a:lnTo>
                  <a:pt x="10853" y="10682"/>
                </a:lnTo>
                <a:lnTo>
                  <a:pt x="10877" y="10707"/>
                </a:lnTo>
                <a:lnTo>
                  <a:pt x="10974" y="10682"/>
                </a:lnTo>
                <a:lnTo>
                  <a:pt x="11072" y="10634"/>
                </a:lnTo>
                <a:lnTo>
                  <a:pt x="11218" y="10536"/>
                </a:lnTo>
                <a:lnTo>
                  <a:pt x="11437" y="10366"/>
                </a:lnTo>
                <a:lnTo>
                  <a:pt x="11607" y="10269"/>
                </a:lnTo>
                <a:lnTo>
                  <a:pt x="11753" y="10415"/>
                </a:lnTo>
                <a:lnTo>
                  <a:pt x="11656" y="10488"/>
                </a:lnTo>
                <a:lnTo>
                  <a:pt x="11364" y="10731"/>
                </a:lnTo>
                <a:lnTo>
                  <a:pt x="11242" y="10877"/>
                </a:lnTo>
                <a:lnTo>
                  <a:pt x="11218" y="10950"/>
                </a:lnTo>
                <a:lnTo>
                  <a:pt x="11169" y="11023"/>
                </a:lnTo>
                <a:lnTo>
                  <a:pt x="11193" y="11072"/>
                </a:lnTo>
                <a:lnTo>
                  <a:pt x="11242" y="11096"/>
                </a:lnTo>
                <a:lnTo>
                  <a:pt x="11388" y="11047"/>
                </a:lnTo>
                <a:lnTo>
                  <a:pt x="11510" y="10974"/>
                </a:lnTo>
                <a:lnTo>
                  <a:pt x="11777" y="10780"/>
                </a:lnTo>
                <a:lnTo>
                  <a:pt x="11972" y="10634"/>
                </a:lnTo>
                <a:lnTo>
                  <a:pt x="12191" y="10828"/>
                </a:lnTo>
                <a:lnTo>
                  <a:pt x="12069" y="10926"/>
                </a:lnTo>
                <a:lnTo>
                  <a:pt x="11923" y="11023"/>
                </a:lnTo>
                <a:lnTo>
                  <a:pt x="11777" y="11169"/>
                </a:lnTo>
                <a:lnTo>
                  <a:pt x="11729" y="11242"/>
                </a:lnTo>
                <a:lnTo>
                  <a:pt x="11680" y="11315"/>
                </a:lnTo>
                <a:lnTo>
                  <a:pt x="11656" y="11388"/>
                </a:lnTo>
                <a:lnTo>
                  <a:pt x="11656" y="11485"/>
                </a:lnTo>
                <a:lnTo>
                  <a:pt x="11680" y="11534"/>
                </a:lnTo>
                <a:lnTo>
                  <a:pt x="11704" y="11558"/>
                </a:lnTo>
                <a:lnTo>
                  <a:pt x="11729" y="11558"/>
                </a:lnTo>
                <a:lnTo>
                  <a:pt x="11826" y="11534"/>
                </a:lnTo>
                <a:lnTo>
                  <a:pt x="11899" y="11510"/>
                </a:lnTo>
                <a:lnTo>
                  <a:pt x="12021" y="11412"/>
                </a:lnTo>
                <a:lnTo>
                  <a:pt x="12288" y="11193"/>
                </a:lnTo>
                <a:lnTo>
                  <a:pt x="12459" y="11072"/>
                </a:lnTo>
                <a:lnTo>
                  <a:pt x="12726" y="11315"/>
                </a:lnTo>
                <a:lnTo>
                  <a:pt x="12483" y="11534"/>
                </a:lnTo>
                <a:lnTo>
                  <a:pt x="12361" y="11656"/>
                </a:lnTo>
                <a:lnTo>
                  <a:pt x="12264" y="11777"/>
                </a:lnTo>
                <a:lnTo>
                  <a:pt x="12264" y="11826"/>
                </a:lnTo>
                <a:lnTo>
                  <a:pt x="12264" y="11850"/>
                </a:lnTo>
                <a:lnTo>
                  <a:pt x="12288" y="11948"/>
                </a:lnTo>
                <a:lnTo>
                  <a:pt x="12361" y="11972"/>
                </a:lnTo>
                <a:lnTo>
                  <a:pt x="12459" y="11972"/>
                </a:lnTo>
                <a:lnTo>
                  <a:pt x="12605" y="11875"/>
                </a:lnTo>
                <a:lnTo>
                  <a:pt x="12726" y="11777"/>
                </a:lnTo>
                <a:lnTo>
                  <a:pt x="12970" y="11558"/>
                </a:lnTo>
                <a:lnTo>
                  <a:pt x="12970" y="11534"/>
                </a:lnTo>
                <a:lnTo>
                  <a:pt x="13262" y="11802"/>
                </a:lnTo>
                <a:lnTo>
                  <a:pt x="13116" y="11923"/>
                </a:lnTo>
                <a:lnTo>
                  <a:pt x="12994" y="12021"/>
                </a:lnTo>
                <a:lnTo>
                  <a:pt x="12872" y="12142"/>
                </a:lnTo>
                <a:lnTo>
                  <a:pt x="12799" y="12288"/>
                </a:lnTo>
                <a:lnTo>
                  <a:pt x="12775" y="12361"/>
                </a:lnTo>
                <a:lnTo>
                  <a:pt x="12775" y="12434"/>
                </a:lnTo>
                <a:lnTo>
                  <a:pt x="12799" y="12507"/>
                </a:lnTo>
                <a:lnTo>
                  <a:pt x="12824" y="12532"/>
                </a:lnTo>
                <a:lnTo>
                  <a:pt x="12872" y="12532"/>
                </a:lnTo>
                <a:lnTo>
                  <a:pt x="12994" y="12483"/>
                </a:lnTo>
                <a:lnTo>
                  <a:pt x="13116" y="12434"/>
                </a:lnTo>
                <a:lnTo>
                  <a:pt x="13310" y="12264"/>
                </a:lnTo>
                <a:lnTo>
                  <a:pt x="13554" y="12094"/>
                </a:lnTo>
                <a:lnTo>
                  <a:pt x="13700" y="12215"/>
                </a:lnTo>
                <a:lnTo>
                  <a:pt x="13627" y="12264"/>
                </a:lnTo>
                <a:lnTo>
                  <a:pt x="13432" y="12434"/>
                </a:lnTo>
                <a:lnTo>
                  <a:pt x="13262" y="12653"/>
                </a:lnTo>
                <a:lnTo>
                  <a:pt x="13237" y="12702"/>
                </a:lnTo>
                <a:lnTo>
                  <a:pt x="13262" y="12751"/>
                </a:lnTo>
                <a:lnTo>
                  <a:pt x="13310" y="12799"/>
                </a:lnTo>
                <a:lnTo>
                  <a:pt x="13383" y="12799"/>
                </a:lnTo>
                <a:lnTo>
                  <a:pt x="13602" y="12702"/>
                </a:lnTo>
                <a:lnTo>
                  <a:pt x="13797" y="12556"/>
                </a:lnTo>
                <a:lnTo>
                  <a:pt x="13919" y="12459"/>
                </a:lnTo>
                <a:lnTo>
                  <a:pt x="14162" y="12702"/>
                </a:lnTo>
                <a:lnTo>
                  <a:pt x="13992" y="12848"/>
                </a:lnTo>
                <a:lnTo>
                  <a:pt x="13894" y="12945"/>
                </a:lnTo>
                <a:lnTo>
                  <a:pt x="13797" y="13043"/>
                </a:lnTo>
                <a:lnTo>
                  <a:pt x="13724" y="13164"/>
                </a:lnTo>
                <a:lnTo>
                  <a:pt x="13700" y="13237"/>
                </a:lnTo>
                <a:lnTo>
                  <a:pt x="13700" y="13310"/>
                </a:lnTo>
                <a:lnTo>
                  <a:pt x="13700" y="13359"/>
                </a:lnTo>
                <a:lnTo>
                  <a:pt x="13748" y="13359"/>
                </a:lnTo>
                <a:lnTo>
                  <a:pt x="13870" y="13335"/>
                </a:lnTo>
                <a:lnTo>
                  <a:pt x="13992" y="13286"/>
                </a:lnTo>
                <a:lnTo>
                  <a:pt x="14089" y="13189"/>
                </a:lnTo>
                <a:lnTo>
                  <a:pt x="14186" y="13116"/>
                </a:lnTo>
                <a:lnTo>
                  <a:pt x="14381" y="12921"/>
                </a:lnTo>
                <a:lnTo>
                  <a:pt x="14746" y="13335"/>
                </a:lnTo>
                <a:lnTo>
                  <a:pt x="14624" y="13408"/>
                </a:lnTo>
                <a:lnTo>
                  <a:pt x="14503" y="13505"/>
                </a:lnTo>
                <a:lnTo>
                  <a:pt x="14284" y="13651"/>
                </a:lnTo>
                <a:lnTo>
                  <a:pt x="14186" y="13748"/>
                </a:lnTo>
                <a:lnTo>
                  <a:pt x="14138" y="13870"/>
                </a:lnTo>
                <a:lnTo>
                  <a:pt x="14138" y="13919"/>
                </a:lnTo>
                <a:lnTo>
                  <a:pt x="14162" y="13992"/>
                </a:lnTo>
                <a:lnTo>
                  <a:pt x="14211" y="14016"/>
                </a:lnTo>
                <a:lnTo>
                  <a:pt x="14259" y="14040"/>
                </a:lnTo>
                <a:lnTo>
                  <a:pt x="14381" y="14016"/>
                </a:lnTo>
                <a:lnTo>
                  <a:pt x="14503" y="13943"/>
                </a:lnTo>
                <a:lnTo>
                  <a:pt x="14697" y="13773"/>
                </a:lnTo>
                <a:lnTo>
                  <a:pt x="14819" y="13651"/>
                </a:lnTo>
                <a:lnTo>
                  <a:pt x="14941" y="13529"/>
                </a:lnTo>
                <a:lnTo>
                  <a:pt x="15160" y="13748"/>
                </a:lnTo>
                <a:lnTo>
                  <a:pt x="14989" y="13919"/>
                </a:lnTo>
                <a:lnTo>
                  <a:pt x="14795" y="14065"/>
                </a:lnTo>
                <a:lnTo>
                  <a:pt x="14722" y="14138"/>
                </a:lnTo>
                <a:lnTo>
                  <a:pt x="14673" y="14259"/>
                </a:lnTo>
                <a:lnTo>
                  <a:pt x="14673" y="14284"/>
                </a:lnTo>
                <a:lnTo>
                  <a:pt x="14697" y="14284"/>
                </a:lnTo>
                <a:lnTo>
                  <a:pt x="14770" y="14308"/>
                </a:lnTo>
                <a:lnTo>
                  <a:pt x="14819" y="14308"/>
                </a:lnTo>
                <a:lnTo>
                  <a:pt x="14941" y="14284"/>
                </a:lnTo>
                <a:lnTo>
                  <a:pt x="15062" y="14235"/>
                </a:lnTo>
                <a:lnTo>
                  <a:pt x="15184" y="14162"/>
                </a:lnTo>
                <a:lnTo>
                  <a:pt x="15281" y="14089"/>
                </a:lnTo>
                <a:lnTo>
                  <a:pt x="15379" y="13992"/>
                </a:lnTo>
                <a:lnTo>
                  <a:pt x="15573" y="14186"/>
                </a:lnTo>
                <a:lnTo>
                  <a:pt x="15452" y="14284"/>
                </a:lnTo>
                <a:lnTo>
                  <a:pt x="15330" y="14381"/>
                </a:lnTo>
                <a:lnTo>
                  <a:pt x="15184" y="14503"/>
                </a:lnTo>
                <a:lnTo>
                  <a:pt x="15111" y="14576"/>
                </a:lnTo>
                <a:lnTo>
                  <a:pt x="15038" y="14673"/>
                </a:lnTo>
                <a:lnTo>
                  <a:pt x="15038" y="14746"/>
                </a:lnTo>
                <a:lnTo>
                  <a:pt x="15062" y="14795"/>
                </a:lnTo>
                <a:lnTo>
                  <a:pt x="15111" y="14843"/>
                </a:lnTo>
                <a:lnTo>
                  <a:pt x="15184" y="14843"/>
                </a:lnTo>
                <a:lnTo>
                  <a:pt x="15257" y="14819"/>
                </a:lnTo>
                <a:lnTo>
                  <a:pt x="15354" y="14770"/>
                </a:lnTo>
                <a:lnTo>
                  <a:pt x="15500" y="14649"/>
                </a:lnTo>
                <a:lnTo>
                  <a:pt x="15646" y="14527"/>
                </a:lnTo>
                <a:lnTo>
                  <a:pt x="15792" y="14405"/>
                </a:lnTo>
                <a:lnTo>
                  <a:pt x="15987" y="14649"/>
                </a:lnTo>
                <a:lnTo>
                  <a:pt x="15890" y="14722"/>
                </a:lnTo>
                <a:lnTo>
                  <a:pt x="15744" y="14892"/>
                </a:lnTo>
                <a:lnTo>
                  <a:pt x="15598" y="15087"/>
                </a:lnTo>
                <a:lnTo>
                  <a:pt x="15573" y="15111"/>
                </a:lnTo>
                <a:lnTo>
                  <a:pt x="15598" y="15135"/>
                </a:lnTo>
                <a:lnTo>
                  <a:pt x="15622" y="15160"/>
                </a:lnTo>
                <a:lnTo>
                  <a:pt x="15646" y="15160"/>
                </a:lnTo>
                <a:lnTo>
                  <a:pt x="15865" y="15038"/>
                </a:lnTo>
                <a:lnTo>
                  <a:pt x="16036" y="14916"/>
                </a:lnTo>
                <a:lnTo>
                  <a:pt x="16133" y="14868"/>
                </a:lnTo>
                <a:lnTo>
                  <a:pt x="16230" y="15014"/>
                </a:lnTo>
                <a:lnTo>
                  <a:pt x="16084" y="15135"/>
                </a:lnTo>
                <a:lnTo>
                  <a:pt x="15914" y="15306"/>
                </a:lnTo>
                <a:lnTo>
                  <a:pt x="15768" y="15476"/>
                </a:lnTo>
                <a:lnTo>
                  <a:pt x="15744" y="15524"/>
                </a:lnTo>
                <a:lnTo>
                  <a:pt x="15744" y="15573"/>
                </a:lnTo>
                <a:lnTo>
                  <a:pt x="15792" y="15622"/>
                </a:lnTo>
                <a:lnTo>
                  <a:pt x="15865" y="15670"/>
                </a:lnTo>
                <a:lnTo>
                  <a:pt x="15938" y="15646"/>
                </a:lnTo>
                <a:lnTo>
                  <a:pt x="16109" y="15524"/>
                </a:lnTo>
                <a:lnTo>
                  <a:pt x="16303" y="15403"/>
                </a:lnTo>
                <a:lnTo>
                  <a:pt x="16376" y="15330"/>
                </a:lnTo>
                <a:lnTo>
                  <a:pt x="16425" y="15500"/>
                </a:lnTo>
                <a:lnTo>
                  <a:pt x="16449" y="15695"/>
                </a:lnTo>
                <a:lnTo>
                  <a:pt x="16376" y="15719"/>
                </a:lnTo>
                <a:lnTo>
                  <a:pt x="16255" y="15841"/>
                </a:lnTo>
                <a:lnTo>
                  <a:pt x="16206" y="15938"/>
                </a:lnTo>
                <a:lnTo>
                  <a:pt x="16182" y="16011"/>
                </a:lnTo>
                <a:lnTo>
                  <a:pt x="16157" y="16060"/>
                </a:lnTo>
                <a:lnTo>
                  <a:pt x="16206" y="16108"/>
                </a:lnTo>
                <a:lnTo>
                  <a:pt x="16255" y="16133"/>
                </a:lnTo>
                <a:lnTo>
                  <a:pt x="16303" y="16133"/>
                </a:lnTo>
                <a:lnTo>
                  <a:pt x="16401" y="16108"/>
                </a:lnTo>
                <a:lnTo>
                  <a:pt x="16401" y="16108"/>
                </a:lnTo>
                <a:lnTo>
                  <a:pt x="16328" y="16327"/>
                </a:lnTo>
                <a:lnTo>
                  <a:pt x="16255" y="16449"/>
                </a:lnTo>
                <a:lnTo>
                  <a:pt x="16157" y="16546"/>
                </a:lnTo>
                <a:lnTo>
                  <a:pt x="16060" y="16619"/>
                </a:lnTo>
                <a:lnTo>
                  <a:pt x="15963" y="16668"/>
                </a:lnTo>
                <a:lnTo>
                  <a:pt x="15841" y="16692"/>
                </a:lnTo>
                <a:lnTo>
                  <a:pt x="15719" y="16692"/>
                </a:lnTo>
                <a:lnTo>
                  <a:pt x="15598" y="16668"/>
                </a:lnTo>
                <a:lnTo>
                  <a:pt x="15452" y="16644"/>
                </a:lnTo>
                <a:lnTo>
                  <a:pt x="15160" y="16522"/>
                </a:lnTo>
                <a:lnTo>
                  <a:pt x="14843" y="16327"/>
                </a:lnTo>
                <a:lnTo>
                  <a:pt x="14527" y="16108"/>
                </a:lnTo>
                <a:lnTo>
                  <a:pt x="14186" y="15841"/>
                </a:lnTo>
                <a:lnTo>
                  <a:pt x="13870" y="15549"/>
                </a:lnTo>
                <a:lnTo>
                  <a:pt x="13554" y="15257"/>
                </a:lnTo>
                <a:lnTo>
                  <a:pt x="12970" y="14649"/>
                </a:lnTo>
                <a:lnTo>
                  <a:pt x="12167" y="13797"/>
                </a:lnTo>
                <a:lnTo>
                  <a:pt x="11291" y="12897"/>
                </a:lnTo>
                <a:lnTo>
                  <a:pt x="10439" y="11972"/>
                </a:lnTo>
                <a:lnTo>
                  <a:pt x="10001" y="11534"/>
                </a:lnTo>
                <a:lnTo>
                  <a:pt x="9539" y="11096"/>
                </a:lnTo>
                <a:lnTo>
                  <a:pt x="9076" y="10658"/>
                </a:lnTo>
                <a:lnTo>
                  <a:pt x="8614" y="10269"/>
                </a:lnTo>
                <a:lnTo>
                  <a:pt x="8566" y="10244"/>
                </a:lnTo>
                <a:lnTo>
                  <a:pt x="9904" y="8638"/>
                </a:lnTo>
                <a:close/>
                <a:moveTo>
                  <a:pt x="1071" y="0"/>
                </a:moveTo>
                <a:lnTo>
                  <a:pt x="828" y="73"/>
                </a:lnTo>
                <a:lnTo>
                  <a:pt x="609" y="171"/>
                </a:lnTo>
                <a:lnTo>
                  <a:pt x="414" y="317"/>
                </a:lnTo>
                <a:lnTo>
                  <a:pt x="244" y="511"/>
                </a:lnTo>
                <a:lnTo>
                  <a:pt x="122" y="730"/>
                </a:lnTo>
                <a:lnTo>
                  <a:pt x="25" y="949"/>
                </a:lnTo>
                <a:lnTo>
                  <a:pt x="25" y="1071"/>
                </a:lnTo>
                <a:lnTo>
                  <a:pt x="25" y="1193"/>
                </a:lnTo>
                <a:lnTo>
                  <a:pt x="25" y="1314"/>
                </a:lnTo>
                <a:lnTo>
                  <a:pt x="49" y="1436"/>
                </a:lnTo>
                <a:lnTo>
                  <a:pt x="25" y="1777"/>
                </a:lnTo>
                <a:lnTo>
                  <a:pt x="1" y="2117"/>
                </a:lnTo>
                <a:lnTo>
                  <a:pt x="25" y="2215"/>
                </a:lnTo>
                <a:lnTo>
                  <a:pt x="74" y="2263"/>
                </a:lnTo>
                <a:lnTo>
                  <a:pt x="147" y="2288"/>
                </a:lnTo>
                <a:lnTo>
                  <a:pt x="244" y="2263"/>
                </a:lnTo>
                <a:lnTo>
                  <a:pt x="341" y="2239"/>
                </a:lnTo>
                <a:lnTo>
                  <a:pt x="317" y="2896"/>
                </a:lnTo>
                <a:lnTo>
                  <a:pt x="341" y="2993"/>
                </a:lnTo>
                <a:lnTo>
                  <a:pt x="414" y="3042"/>
                </a:lnTo>
                <a:lnTo>
                  <a:pt x="560" y="3042"/>
                </a:lnTo>
                <a:lnTo>
                  <a:pt x="658" y="3018"/>
                </a:lnTo>
                <a:lnTo>
                  <a:pt x="658" y="3285"/>
                </a:lnTo>
                <a:lnTo>
                  <a:pt x="658" y="3431"/>
                </a:lnTo>
                <a:lnTo>
                  <a:pt x="682" y="3529"/>
                </a:lnTo>
                <a:lnTo>
                  <a:pt x="731" y="3650"/>
                </a:lnTo>
                <a:lnTo>
                  <a:pt x="779" y="3723"/>
                </a:lnTo>
                <a:lnTo>
                  <a:pt x="876" y="3748"/>
                </a:lnTo>
                <a:lnTo>
                  <a:pt x="998" y="3772"/>
                </a:lnTo>
                <a:lnTo>
                  <a:pt x="949" y="3942"/>
                </a:lnTo>
                <a:lnTo>
                  <a:pt x="949" y="4137"/>
                </a:lnTo>
                <a:lnTo>
                  <a:pt x="949" y="4332"/>
                </a:lnTo>
                <a:lnTo>
                  <a:pt x="998" y="4526"/>
                </a:lnTo>
                <a:lnTo>
                  <a:pt x="1047" y="4575"/>
                </a:lnTo>
                <a:lnTo>
                  <a:pt x="1095" y="4624"/>
                </a:lnTo>
                <a:lnTo>
                  <a:pt x="1168" y="4648"/>
                </a:lnTo>
                <a:lnTo>
                  <a:pt x="1241" y="4624"/>
                </a:lnTo>
                <a:lnTo>
                  <a:pt x="1339" y="4551"/>
                </a:lnTo>
                <a:lnTo>
                  <a:pt x="1363" y="4745"/>
                </a:lnTo>
                <a:lnTo>
                  <a:pt x="1436" y="4916"/>
                </a:lnTo>
                <a:lnTo>
                  <a:pt x="1533" y="5086"/>
                </a:lnTo>
                <a:lnTo>
                  <a:pt x="1655" y="5232"/>
                </a:lnTo>
                <a:lnTo>
                  <a:pt x="1728" y="5281"/>
                </a:lnTo>
                <a:lnTo>
                  <a:pt x="1801" y="5281"/>
                </a:lnTo>
                <a:lnTo>
                  <a:pt x="1874" y="5256"/>
                </a:lnTo>
                <a:lnTo>
                  <a:pt x="1850" y="5378"/>
                </a:lnTo>
                <a:lnTo>
                  <a:pt x="1874" y="5500"/>
                </a:lnTo>
                <a:lnTo>
                  <a:pt x="1923" y="5621"/>
                </a:lnTo>
                <a:lnTo>
                  <a:pt x="1996" y="5719"/>
                </a:lnTo>
                <a:lnTo>
                  <a:pt x="2093" y="5792"/>
                </a:lnTo>
                <a:lnTo>
                  <a:pt x="2190" y="5840"/>
                </a:lnTo>
                <a:lnTo>
                  <a:pt x="2263" y="5840"/>
                </a:lnTo>
                <a:lnTo>
                  <a:pt x="2361" y="5816"/>
                </a:lnTo>
                <a:lnTo>
                  <a:pt x="2458" y="5986"/>
                </a:lnTo>
                <a:lnTo>
                  <a:pt x="2434" y="6084"/>
                </a:lnTo>
                <a:lnTo>
                  <a:pt x="2434" y="6181"/>
                </a:lnTo>
                <a:lnTo>
                  <a:pt x="2482" y="6424"/>
                </a:lnTo>
                <a:lnTo>
                  <a:pt x="2531" y="6473"/>
                </a:lnTo>
                <a:lnTo>
                  <a:pt x="2580" y="6522"/>
                </a:lnTo>
                <a:lnTo>
                  <a:pt x="2653" y="6522"/>
                </a:lnTo>
                <a:lnTo>
                  <a:pt x="2726" y="6473"/>
                </a:lnTo>
                <a:lnTo>
                  <a:pt x="2823" y="6424"/>
                </a:lnTo>
                <a:lnTo>
                  <a:pt x="2847" y="6546"/>
                </a:lnTo>
                <a:lnTo>
                  <a:pt x="2896" y="6643"/>
                </a:lnTo>
                <a:lnTo>
                  <a:pt x="2969" y="6741"/>
                </a:lnTo>
                <a:lnTo>
                  <a:pt x="3042" y="6838"/>
                </a:lnTo>
                <a:lnTo>
                  <a:pt x="3139" y="6887"/>
                </a:lnTo>
                <a:lnTo>
                  <a:pt x="3261" y="6911"/>
                </a:lnTo>
                <a:lnTo>
                  <a:pt x="3383" y="6911"/>
                </a:lnTo>
                <a:lnTo>
                  <a:pt x="3529" y="6887"/>
                </a:lnTo>
                <a:lnTo>
                  <a:pt x="3553" y="6887"/>
                </a:lnTo>
                <a:lnTo>
                  <a:pt x="3553" y="6911"/>
                </a:lnTo>
                <a:lnTo>
                  <a:pt x="3529" y="6984"/>
                </a:lnTo>
                <a:lnTo>
                  <a:pt x="3504" y="7130"/>
                </a:lnTo>
                <a:lnTo>
                  <a:pt x="3504" y="7252"/>
                </a:lnTo>
                <a:lnTo>
                  <a:pt x="3529" y="7276"/>
                </a:lnTo>
                <a:lnTo>
                  <a:pt x="3553" y="7325"/>
                </a:lnTo>
                <a:lnTo>
                  <a:pt x="3626" y="7349"/>
                </a:lnTo>
                <a:lnTo>
                  <a:pt x="3723" y="7349"/>
                </a:lnTo>
                <a:lnTo>
                  <a:pt x="3845" y="7300"/>
                </a:lnTo>
                <a:lnTo>
                  <a:pt x="3942" y="7252"/>
                </a:lnTo>
                <a:lnTo>
                  <a:pt x="3942" y="7373"/>
                </a:lnTo>
                <a:lnTo>
                  <a:pt x="3967" y="7470"/>
                </a:lnTo>
                <a:lnTo>
                  <a:pt x="3991" y="7568"/>
                </a:lnTo>
                <a:lnTo>
                  <a:pt x="4088" y="7641"/>
                </a:lnTo>
                <a:lnTo>
                  <a:pt x="4210" y="7689"/>
                </a:lnTo>
                <a:lnTo>
                  <a:pt x="4283" y="7714"/>
                </a:lnTo>
                <a:lnTo>
                  <a:pt x="4356" y="7689"/>
                </a:lnTo>
                <a:lnTo>
                  <a:pt x="4453" y="7641"/>
                </a:lnTo>
                <a:lnTo>
                  <a:pt x="4453" y="7762"/>
                </a:lnTo>
                <a:lnTo>
                  <a:pt x="4453" y="7884"/>
                </a:lnTo>
                <a:lnTo>
                  <a:pt x="4478" y="7933"/>
                </a:lnTo>
                <a:lnTo>
                  <a:pt x="4526" y="7981"/>
                </a:lnTo>
                <a:lnTo>
                  <a:pt x="4575" y="8030"/>
                </a:lnTo>
                <a:lnTo>
                  <a:pt x="4648" y="8054"/>
                </a:lnTo>
                <a:lnTo>
                  <a:pt x="4770" y="8103"/>
                </a:lnTo>
                <a:lnTo>
                  <a:pt x="4891" y="8079"/>
                </a:lnTo>
                <a:lnTo>
                  <a:pt x="5013" y="8054"/>
                </a:lnTo>
                <a:lnTo>
                  <a:pt x="5110" y="7981"/>
                </a:lnTo>
                <a:lnTo>
                  <a:pt x="5159" y="8079"/>
                </a:lnTo>
                <a:lnTo>
                  <a:pt x="5208" y="8103"/>
                </a:lnTo>
                <a:lnTo>
                  <a:pt x="5232" y="8127"/>
                </a:lnTo>
                <a:lnTo>
                  <a:pt x="5329" y="8103"/>
                </a:lnTo>
                <a:lnTo>
                  <a:pt x="5329" y="8127"/>
                </a:lnTo>
                <a:lnTo>
                  <a:pt x="5329" y="8152"/>
                </a:lnTo>
                <a:lnTo>
                  <a:pt x="5354" y="8152"/>
                </a:lnTo>
                <a:lnTo>
                  <a:pt x="5475" y="8103"/>
                </a:lnTo>
                <a:lnTo>
                  <a:pt x="5597" y="8054"/>
                </a:lnTo>
                <a:lnTo>
                  <a:pt x="5597" y="8225"/>
                </a:lnTo>
                <a:lnTo>
                  <a:pt x="5646" y="8298"/>
                </a:lnTo>
                <a:lnTo>
                  <a:pt x="5694" y="8346"/>
                </a:lnTo>
                <a:lnTo>
                  <a:pt x="5840" y="8444"/>
                </a:lnTo>
                <a:lnTo>
                  <a:pt x="5938" y="8492"/>
                </a:lnTo>
                <a:lnTo>
                  <a:pt x="6059" y="8492"/>
                </a:lnTo>
                <a:lnTo>
                  <a:pt x="6181" y="8468"/>
                </a:lnTo>
                <a:lnTo>
                  <a:pt x="6278" y="8419"/>
                </a:lnTo>
                <a:lnTo>
                  <a:pt x="6400" y="8492"/>
                </a:lnTo>
                <a:lnTo>
                  <a:pt x="6546" y="8565"/>
                </a:lnTo>
                <a:lnTo>
                  <a:pt x="6668" y="8687"/>
                </a:lnTo>
                <a:lnTo>
                  <a:pt x="3383" y="11729"/>
                </a:lnTo>
                <a:lnTo>
                  <a:pt x="1947" y="13067"/>
                </a:lnTo>
                <a:lnTo>
                  <a:pt x="1314" y="13627"/>
                </a:lnTo>
                <a:lnTo>
                  <a:pt x="1022" y="13943"/>
                </a:lnTo>
                <a:lnTo>
                  <a:pt x="731" y="14259"/>
                </a:lnTo>
                <a:lnTo>
                  <a:pt x="585" y="14503"/>
                </a:lnTo>
                <a:lnTo>
                  <a:pt x="463" y="14770"/>
                </a:lnTo>
                <a:lnTo>
                  <a:pt x="341" y="15087"/>
                </a:lnTo>
                <a:lnTo>
                  <a:pt x="268" y="15403"/>
                </a:lnTo>
                <a:lnTo>
                  <a:pt x="268" y="15573"/>
                </a:lnTo>
                <a:lnTo>
                  <a:pt x="268" y="15719"/>
                </a:lnTo>
                <a:lnTo>
                  <a:pt x="268" y="15865"/>
                </a:lnTo>
                <a:lnTo>
                  <a:pt x="317" y="16011"/>
                </a:lnTo>
                <a:lnTo>
                  <a:pt x="366" y="16157"/>
                </a:lnTo>
                <a:lnTo>
                  <a:pt x="463" y="16279"/>
                </a:lnTo>
                <a:lnTo>
                  <a:pt x="560" y="16376"/>
                </a:lnTo>
                <a:lnTo>
                  <a:pt x="682" y="16473"/>
                </a:lnTo>
                <a:lnTo>
                  <a:pt x="731" y="16522"/>
                </a:lnTo>
                <a:lnTo>
                  <a:pt x="852" y="16644"/>
                </a:lnTo>
                <a:lnTo>
                  <a:pt x="974" y="16741"/>
                </a:lnTo>
                <a:lnTo>
                  <a:pt x="1095" y="16790"/>
                </a:lnTo>
                <a:lnTo>
                  <a:pt x="1241" y="16838"/>
                </a:lnTo>
                <a:lnTo>
                  <a:pt x="1387" y="16863"/>
                </a:lnTo>
                <a:lnTo>
                  <a:pt x="1679" y="16863"/>
                </a:lnTo>
                <a:lnTo>
                  <a:pt x="1850" y="16838"/>
                </a:lnTo>
                <a:lnTo>
                  <a:pt x="2142" y="16741"/>
                </a:lnTo>
                <a:lnTo>
                  <a:pt x="2434" y="16595"/>
                </a:lnTo>
                <a:lnTo>
                  <a:pt x="2701" y="16425"/>
                </a:lnTo>
                <a:lnTo>
                  <a:pt x="2920" y="16254"/>
                </a:lnTo>
                <a:lnTo>
                  <a:pt x="3285" y="15938"/>
                </a:lnTo>
                <a:lnTo>
                  <a:pt x="3650" y="15597"/>
                </a:lnTo>
                <a:lnTo>
                  <a:pt x="4356" y="14892"/>
                </a:lnTo>
                <a:lnTo>
                  <a:pt x="5694" y="13432"/>
                </a:lnTo>
                <a:lnTo>
                  <a:pt x="7057" y="11972"/>
                </a:lnTo>
                <a:lnTo>
                  <a:pt x="8371" y="10463"/>
                </a:lnTo>
                <a:lnTo>
                  <a:pt x="8833" y="11047"/>
                </a:lnTo>
                <a:lnTo>
                  <a:pt x="9320" y="11583"/>
                </a:lnTo>
                <a:lnTo>
                  <a:pt x="10342" y="12629"/>
                </a:lnTo>
                <a:lnTo>
                  <a:pt x="12386" y="14770"/>
                </a:lnTo>
                <a:lnTo>
                  <a:pt x="12775" y="15160"/>
                </a:lnTo>
                <a:lnTo>
                  <a:pt x="13237" y="15622"/>
                </a:lnTo>
                <a:lnTo>
                  <a:pt x="13773" y="16133"/>
                </a:lnTo>
                <a:lnTo>
                  <a:pt x="14065" y="16376"/>
                </a:lnTo>
                <a:lnTo>
                  <a:pt x="14357" y="16595"/>
                </a:lnTo>
                <a:lnTo>
                  <a:pt x="14649" y="16814"/>
                </a:lnTo>
                <a:lnTo>
                  <a:pt x="14965" y="16960"/>
                </a:lnTo>
                <a:lnTo>
                  <a:pt x="15257" y="17106"/>
                </a:lnTo>
                <a:lnTo>
                  <a:pt x="15549" y="17179"/>
                </a:lnTo>
                <a:lnTo>
                  <a:pt x="15695" y="17203"/>
                </a:lnTo>
                <a:lnTo>
                  <a:pt x="15963" y="17203"/>
                </a:lnTo>
                <a:lnTo>
                  <a:pt x="16084" y="17179"/>
                </a:lnTo>
                <a:lnTo>
                  <a:pt x="16230" y="17130"/>
                </a:lnTo>
                <a:lnTo>
                  <a:pt x="16352" y="17057"/>
                </a:lnTo>
                <a:lnTo>
                  <a:pt x="16474" y="16984"/>
                </a:lnTo>
                <a:lnTo>
                  <a:pt x="16595" y="16863"/>
                </a:lnTo>
                <a:lnTo>
                  <a:pt x="16741" y="16692"/>
                </a:lnTo>
                <a:lnTo>
                  <a:pt x="16863" y="16473"/>
                </a:lnTo>
                <a:lnTo>
                  <a:pt x="16936" y="16230"/>
                </a:lnTo>
                <a:lnTo>
                  <a:pt x="16984" y="15987"/>
                </a:lnTo>
                <a:lnTo>
                  <a:pt x="16984" y="15743"/>
                </a:lnTo>
                <a:lnTo>
                  <a:pt x="16960" y="15500"/>
                </a:lnTo>
                <a:lnTo>
                  <a:pt x="16911" y="15257"/>
                </a:lnTo>
                <a:lnTo>
                  <a:pt x="16838" y="15038"/>
                </a:lnTo>
                <a:lnTo>
                  <a:pt x="16668" y="14722"/>
                </a:lnTo>
                <a:lnTo>
                  <a:pt x="16425" y="14381"/>
                </a:lnTo>
                <a:lnTo>
                  <a:pt x="16157" y="14016"/>
                </a:lnTo>
                <a:lnTo>
                  <a:pt x="15865" y="13651"/>
                </a:lnTo>
                <a:lnTo>
                  <a:pt x="15549" y="13310"/>
                </a:lnTo>
                <a:lnTo>
                  <a:pt x="15233" y="12970"/>
                </a:lnTo>
                <a:lnTo>
                  <a:pt x="14673" y="12459"/>
                </a:lnTo>
                <a:lnTo>
                  <a:pt x="13967" y="11826"/>
                </a:lnTo>
                <a:lnTo>
                  <a:pt x="13262" y="11193"/>
                </a:lnTo>
                <a:lnTo>
                  <a:pt x="13286" y="11120"/>
                </a:lnTo>
                <a:lnTo>
                  <a:pt x="13286" y="11072"/>
                </a:lnTo>
                <a:lnTo>
                  <a:pt x="13262" y="11047"/>
                </a:lnTo>
                <a:lnTo>
                  <a:pt x="13189" y="11023"/>
                </a:lnTo>
                <a:lnTo>
                  <a:pt x="13091" y="11047"/>
                </a:lnTo>
                <a:lnTo>
                  <a:pt x="11631" y="9660"/>
                </a:lnTo>
                <a:lnTo>
                  <a:pt x="10196" y="8273"/>
                </a:lnTo>
                <a:lnTo>
                  <a:pt x="10707" y="7641"/>
                </a:lnTo>
                <a:lnTo>
                  <a:pt x="10828" y="7762"/>
                </a:lnTo>
                <a:lnTo>
                  <a:pt x="10974" y="7860"/>
                </a:lnTo>
                <a:lnTo>
                  <a:pt x="11120" y="7933"/>
                </a:lnTo>
                <a:lnTo>
                  <a:pt x="11291" y="8006"/>
                </a:lnTo>
                <a:lnTo>
                  <a:pt x="11461" y="8054"/>
                </a:lnTo>
                <a:lnTo>
                  <a:pt x="11631" y="8103"/>
                </a:lnTo>
                <a:lnTo>
                  <a:pt x="11996" y="8127"/>
                </a:lnTo>
                <a:lnTo>
                  <a:pt x="12264" y="8127"/>
                </a:lnTo>
                <a:lnTo>
                  <a:pt x="12532" y="8103"/>
                </a:lnTo>
                <a:lnTo>
                  <a:pt x="12799" y="8030"/>
                </a:lnTo>
                <a:lnTo>
                  <a:pt x="13067" y="7933"/>
                </a:lnTo>
                <a:lnTo>
                  <a:pt x="13310" y="7811"/>
                </a:lnTo>
                <a:lnTo>
                  <a:pt x="13554" y="7665"/>
                </a:lnTo>
                <a:lnTo>
                  <a:pt x="13773" y="7519"/>
                </a:lnTo>
                <a:lnTo>
                  <a:pt x="13992" y="7349"/>
                </a:lnTo>
                <a:lnTo>
                  <a:pt x="14235" y="7130"/>
                </a:lnTo>
                <a:lnTo>
                  <a:pt x="14478" y="6911"/>
                </a:lnTo>
                <a:lnTo>
                  <a:pt x="14697" y="6668"/>
                </a:lnTo>
                <a:lnTo>
                  <a:pt x="14892" y="6400"/>
                </a:lnTo>
                <a:lnTo>
                  <a:pt x="15281" y="5865"/>
                </a:lnTo>
                <a:lnTo>
                  <a:pt x="15622" y="5305"/>
                </a:lnTo>
                <a:lnTo>
                  <a:pt x="16011" y="4697"/>
                </a:lnTo>
                <a:lnTo>
                  <a:pt x="16376" y="4064"/>
                </a:lnTo>
                <a:lnTo>
                  <a:pt x="16692" y="3407"/>
                </a:lnTo>
                <a:lnTo>
                  <a:pt x="16960" y="2726"/>
                </a:lnTo>
                <a:lnTo>
                  <a:pt x="16984" y="2628"/>
                </a:lnTo>
                <a:lnTo>
                  <a:pt x="16960" y="2555"/>
                </a:lnTo>
                <a:lnTo>
                  <a:pt x="16960" y="2507"/>
                </a:lnTo>
                <a:lnTo>
                  <a:pt x="16960" y="2434"/>
                </a:lnTo>
                <a:lnTo>
                  <a:pt x="16911" y="2385"/>
                </a:lnTo>
                <a:lnTo>
                  <a:pt x="16863" y="2336"/>
                </a:lnTo>
                <a:lnTo>
                  <a:pt x="16814" y="2288"/>
                </a:lnTo>
                <a:lnTo>
                  <a:pt x="16692" y="2288"/>
                </a:lnTo>
                <a:lnTo>
                  <a:pt x="16644" y="2312"/>
                </a:lnTo>
                <a:lnTo>
                  <a:pt x="15646" y="3066"/>
                </a:lnTo>
                <a:lnTo>
                  <a:pt x="15160" y="3456"/>
                </a:lnTo>
                <a:lnTo>
                  <a:pt x="14649" y="3821"/>
                </a:lnTo>
                <a:lnTo>
                  <a:pt x="13919" y="4332"/>
                </a:lnTo>
                <a:lnTo>
                  <a:pt x="13919" y="4332"/>
                </a:lnTo>
                <a:lnTo>
                  <a:pt x="14746" y="3115"/>
                </a:lnTo>
                <a:lnTo>
                  <a:pt x="15476" y="2020"/>
                </a:lnTo>
                <a:lnTo>
                  <a:pt x="15671" y="1704"/>
                </a:lnTo>
                <a:lnTo>
                  <a:pt x="15768" y="1533"/>
                </a:lnTo>
                <a:lnTo>
                  <a:pt x="15817" y="1363"/>
                </a:lnTo>
                <a:lnTo>
                  <a:pt x="15890" y="1290"/>
                </a:lnTo>
                <a:lnTo>
                  <a:pt x="15963" y="1217"/>
                </a:lnTo>
                <a:lnTo>
                  <a:pt x="15987" y="1120"/>
                </a:lnTo>
                <a:lnTo>
                  <a:pt x="15963" y="1022"/>
                </a:lnTo>
                <a:lnTo>
                  <a:pt x="15890" y="949"/>
                </a:lnTo>
                <a:lnTo>
                  <a:pt x="15817" y="901"/>
                </a:lnTo>
                <a:lnTo>
                  <a:pt x="15744" y="876"/>
                </a:lnTo>
                <a:lnTo>
                  <a:pt x="15622" y="876"/>
                </a:lnTo>
                <a:lnTo>
                  <a:pt x="15549" y="949"/>
                </a:lnTo>
                <a:lnTo>
                  <a:pt x="14551" y="1777"/>
                </a:lnTo>
                <a:lnTo>
                  <a:pt x="13554" y="2580"/>
                </a:lnTo>
                <a:lnTo>
                  <a:pt x="13043" y="2920"/>
                </a:lnTo>
                <a:lnTo>
                  <a:pt x="12532" y="3310"/>
                </a:lnTo>
                <a:lnTo>
                  <a:pt x="12532" y="3310"/>
                </a:lnTo>
                <a:lnTo>
                  <a:pt x="12945" y="2653"/>
                </a:lnTo>
                <a:lnTo>
                  <a:pt x="13359" y="1996"/>
                </a:lnTo>
                <a:lnTo>
                  <a:pt x="13554" y="1752"/>
                </a:lnTo>
                <a:lnTo>
                  <a:pt x="13821" y="1436"/>
                </a:lnTo>
                <a:lnTo>
                  <a:pt x="13919" y="1290"/>
                </a:lnTo>
                <a:lnTo>
                  <a:pt x="14040" y="1120"/>
                </a:lnTo>
                <a:lnTo>
                  <a:pt x="14113" y="949"/>
                </a:lnTo>
                <a:lnTo>
                  <a:pt x="14162" y="779"/>
                </a:lnTo>
                <a:lnTo>
                  <a:pt x="14357" y="584"/>
                </a:lnTo>
                <a:lnTo>
                  <a:pt x="14430" y="487"/>
                </a:lnTo>
                <a:lnTo>
                  <a:pt x="14454" y="390"/>
                </a:lnTo>
                <a:lnTo>
                  <a:pt x="14430" y="292"/>
                </a:lnTo>
                <a:lnTo>
                  <a:pt x="14357" y="195"/>
                </a:lnTo>
                <a:lnTo>
                  <a:pt x="14284" y="146"/>
                </a:lnTo>
                <a:lnTo>
                  <a:pt x="14186" y="122"/>
                </a:lnTo>
                <a:lnTo>
                  <a:pt x="14065" y="122"/>
                </a:lnTo>
                <a:lnTo>
                  <a:pt x="13967" y="195"/>
                </a:lnTo>
                <a:lnTo>
                  <a:pt x="13554" y="560"/>
                </a:lnTo>
                <a:lnTo>
                  <a:pt x="13091" y="901"/>
                </a:lnTo>
                <a:lnTo>
                  <a:pt x="12629" y="1217"/>
                </a:lnTo>
                <a:lnTo>
                  <a:pt x="12142" y="1509"/>
                </a:lnTo>
                <a:lnTo>
                  <a:pt x="11680" y="1801"/>
                </a:lnTo>
                <a:lnTo>
                  <a:pt x="11193" y="2117"/>
                </a:lnTo>
                <a:lnTo>
                  <a:pt x="10755" y="2434"/>
                </a:lnTo>
                <a:lnTo>
                  <a:pt x="10317" y="2823"/>
                </a:lnTo>
                <a:lnTo>
                  <a:pt x="10147" y="2993"/>
                </a:lnTo>
                <a:lnTo>
                  <a:pt x="10001" y="3164"/>
                </a:lnTo>
                <a:lnTo>
                  <a:pt x="9855" y="3383"/>
                </a:lnTo>
                <a:lnTo>
                  <a:pt x="9733" y="3577"/>
                </a:lnTo>
                <a:lnTo>
                  <a:pt x="9612" y="3796"/>
                </a:lnTo>
                <a:lnTo>
                  <a:pt x="9514" y="4015"/>
                </a:lnTo>
                <a:lnTo>
                  <a:pt x="9417" y="4234"/>
                </a:lnTo>
                <a:lnTo>
                  <a:pt x="9368" y="4478"/>
                </a:lnTo>
                <a:lnTo>
                  <a:pt x="9320" y="4672"/>
                </a:lnTo>
                <a:lnTo>
                  <a:pt x="9295" y="4867"/>
                </a:lnTo>
                <a:lnTo>
                  <a:pt x="9295" y="5062"/>
                </a:lnTo>
                <a:lnTo>
                  <a:pt x="9295" y="5281"/>
                </a:lnTo>
                <a:lnTo>
                  <a:pt x="9344" y="5475"/>
                </a:lnTo>
                <a:lnTo>
                  <a:pt x="9393" y="5670"/>
                </a:lnTo>
                <a:lnTo>
                  <a:pt x="9441" y="5865"/>
                </a:lnTo>
                <a:lnTo>
                  <a:pt x="9539" y="6035"/>
                </a:lnTo>
                <a:lnTo>
                  <a:pt x="9514" y="6059"/>
                </a:lnTo>
                <a:lnTo>
                  <a:pt x="8760" y="6765"/>
                </a:lnTo>
                <a:lnTo>
                  <a:pt x="7422" y="5402"/>
                </a:lnTo>
                <a:lnTo>
                  <a:pt x="6059" y="4088"/>
                </a:lnTo>
                <a:lnTo>
                  <a:pt x="3358" y="1412"/>
                </a:lnTo>
                <a:lnTo>
                  <a:pt x="2872" y="925"/>
                </a:lnTo>
                <a:lnTo>
                  <a:pt x="2604" y="682"/>
                </a:lnTo>
                <a:lnTo>
                  <a:pt x="2336" y="438"/>
                </a:lnTo>
                <a:lnTo>
                  <a:pt x="2044" y="244"/>
                </a:lnTo>
                <a:lnTo>
                  <a:pt x="1898" y="171"/>
                </a:lnTo>
                <a:lnTo>
                  <a:pt x="1728" y="98"/>
                </a:lnTo>
                <a:lnTo>
                  <a:pt x="1582" y="49"/>
                </a:lnTo>
                <a:lnTo>
                  <a:pt x="1412" y="0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04" name="Google Shape;604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830920">
            <a:off x="3300500" y="2068325"/>
            <a:ext cx="660300" cy="24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5" name="Google Shape;605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2">
            <a:off x="3178225" y="2349487"/>
            <a:ext cx="660300" cy="24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1030222">
            <a:off x="3299175" y="2680525"/>
            <a:ext cx="660300" cy="24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 rot="2">
            <a:off x="5850150" y="2358777"/>
            <a:ext cx="660300" cy="22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8" name="Google Shape;608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 rot="-856966">
            <a:off x="5722325" y="2033277"/>
            <a:ext cx="660300" cy="22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9" name="Google Shape;609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 rot="589626">
            <a:off x="5809262" y="2661002"/>
            <a:ext cx="660300" cy="22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0" name="Google Shape;610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337334">
            <a:off x="3308256" y="1883311"/>
            <a:ext cx="1078889" cy="272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" name="Google Shape;611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2700053">
            <a:off x="3909481" y="1660665"/>
            <a:ext cx="726616" cy="272098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" name="Google Shape;612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400059">
            <a:off x="4780175" y="1635945"/>
            <a:ext cx="272250" cy="272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3" name="Google Shape;613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8100006">
            <a:off x="5136506" y="1588772"/>
            <a:ext cx="760237" cy="272103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" name="Google Shape;614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9356858">
            <a:off x="5401554" y="1826809"/>
            <a:ext cx="1127519" cy="272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615" name="Google Shape;615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1693124">
            <a:off x="3314731" y="2923386"/>
            <a:ext cx="1078889" cy="272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479483">
            <a:off x="4271115" y="3102076"/>
            <a:ext cx="466970" cy="272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6982072">
            <a:off x="5041215" y="3046848"/>
            <a:ext cx="394095" cy="272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8" name="Google Shape;618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8873667">
            <a:off x="5330807" y="2982387"/>
            <a:ext cx="987032" cy="272099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p28"/>
          <p:cNvSpPr/>
          <p:nvPr/>
        </p:nvSpPr>
        <p:spPr>
          <a:xfrm>
            <a:off x="4931063" y="3379800"/>
            <a:ext cx="1118400" cy="10500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28"/>
          <p:cNvSpPr/>
          <p:nvPr/>
        </p:nvSpPr>
        <p:spPr>
          <a:xfrm>
            <a:off x="4973525" y="2567275"/>
            <a:ext cx="273615" cy="231173"/>
          </a:xfrm>
          <a:custGeom>
            <a:rect b="b" l="l" r="r" t="t"/>
            <a:pathLst>
              <a:path extrusionOk="0" h="8045" w="8709">
                <a:moveTo>
                  <a:pt x="8665" y="4793"/>
                </a:moveTo>
                <a:lnTo>
                  <a:pt x="8665" y="4793"/>
                </a:lnTo>
                <a:lnTo>
                  <a:pt x="8687" y="3916"/>
                </a:lnTo>
                <a:lnTo>
                  <a:pt x="8708" y="3038"/>
                </a:lnTo>
                <a:lnTo>
                  <a:pt x="8708" y="3038"/>
                </a:lnTo>
                <a:lnTo>
                  <a:pt x="8687" y="2717"/>
                </a:lnTo>
                <a:lnTo>
                  <a:pt x="8665" y="2396"/>
                </a:lnTo>
                <a:lnTo>
                  <a:pt x="8622" y="2225"/>
                </a:lnTo>
                <a:lnTo>
                  <a:pt x="8580" y="2076"/>
                </a:lnTo>
                <a:lnTo>
                  <a:pt x="8516" y="1926"/>
                </a:lnTo>
                <a:lnTo>
                  <a:pt x="8409" y="1797"/>
                </a:lnTo>
                <a:lnTo>
                  <a:pt x="8409" y="1797"/>
                </a:lnTo>
                <a:lnTo>
                  <a:pt x="8366" y="1733"/>
                </a:lnTo>
                <a:lnTo>
                  <a:pt x="8302" y="1690"/>
                </a:lnTo>
                <a:lnTo>
                  <a:pt x="8130" y="1626"/>
                </a:lnTo>
                <a:lnTo>
                  <a:pt x="7959" y="1583"/>
                </a:lnTo>
                <a:lnTo>
                  <a:pt x="7767" y="1541"/>
                </a:lnTo>
                <a:lnTo>
                  <a:pt x="7360" y="1541"/>
                </a:lnTo>
                <a:lnTo>
                  <a:pt x="7018" y="1541"/>
                </a:lnTo>
                <a:lnTo>
                  <a:pt x="7018" y="1541"/>
                </a:lnTo>
                <a:lnTo>
                  <a:pt x="6633" y="1541"/>
                </a:lnTo>
                <a:lnTo>
                  <a:pt x="6226" y="1562"/>
                </a:lnTo>
                <a:lnTo>
                  <a:pt x="6226" y="1562"/>
                </a:lnTo>
                <a:lnTo>
                  <a:pt x="6141" y="1562"/>
                </a:lnTo>
                <a:lnTo>
                  <a:pt x="6076" y="1541"/>
                </a:lnTo>
                <a:lnTo>
                  <a:pt x="6034" y="1519"/>
                </a:lnTo>
                <a:lnTo>
                  <a:pt x="6012" y="1476"/>
                </a:lnTo>
                <a:lnTo>
                  <a:pt x="6012" y="1348"/>
                </a:lnTo>
                <a:lnTo>
                  <a:pt x="6012" y="1177"/>
                </a:lnTo>
                <a:lnTo>
                  <a:pt x="6012" y="1177"/>
                </a:lnTo>
                <a:lnTo>
                  <a:pt x="6012" y="1006"/>
                </a:lnTo>
                <a:lnTo>
                  <a:pt x="6012" y="856"/>
                </a:lnTo>
                <a:lnTo>
                  <a:pt x="5991" y="770"/>
                </a:lnTo>
                <a:lnTo>
                  <a:pt x="5948" y="706"/>
                </a:lnTo>
                <a:lnTo>
                  <a:pt x="5905" y="663"/>
                </a:lnTo>
                <a:lnTo>
                  <a:pt x="5841" y="599"/>
                </a:lnTo>
                <a:lnTo>
                  <a:pt x="5841" y="599"/>
                </a:lnTo>
                <a:lnTo>
                  <a:pt x="5691" y="514"/>
                </a:lnTo>
                <a:lnTo>
                  <a:pt x="5520" y="428"/>
                </a:lnTo>
                <a:lnTo>
                  <a:pt x="5199" y="278"/>
                </a:lnTo>
                <a:lnTo>
                  <a:pt x="5199" y="278"/>
                </a:lnTo>
                <a:lnTo>
                  <a:pt x="4921" y="150"/>
                </a:lnTo>
                <a:lnTo>
                  <a:pt x="4793" y="86"/>
                </a:lnTo>
                <a:lnTo>
                  <a:pt x="4664" y="43"/>
                </a:lnTo>
                <a:lnTo>
                  <a:pt x="4515" y="22"/>
                </a:lnTo>
                <a:lnTo>
                  <a:pt x="4365" y="0"/>
                </a:lnTo>
                <a:lnTo>
                  <a:pt x="4236" y="22"/>
                </a:lnTo>
                <a:lnTo>
                  <a:pt x="4087" y="64"/>
                </a:lnTo>
                <a:lnTo>
                  <a:pt x="4087" y="64"/>
                </a:lnTo>
                <a:lnTo>
                  <a:pt x="3701" y="257"/>
                </a:lnTo>
                <a:lnTo>
                  <a:pt x="3316" y="428"/>
                </a:lnTo>
                <a:lnTo>
                  <a:pt x="3316" y="428"/>
                </a:lnTo>
                <a:lnTo>
                  <a:pt x="2995" y="599"/>
                </a:lnTo>
                <a:lnTo>
                  <a:pt x="2846" y="685"/>
                </a:lnTo>
                <a:lnTo>
                  <a:pt x="2717" y="792"/>
                </a:lnTo>
                <a:lnTo>
                  <a:pt x="2717" y="792"/>
                </a:lnTo>
                <a:lnTo>
                  <a:pt x="2674" y="856"/>
                </a:lnTo>
                <a:lnTo>
                  <a:pt x="2653" y="920"/>
                </a:lnTo>
                <a:lnTo>
                  <a:pt x="2632" y="984"/>
                </a:lnTo>
                <a:lnTo>
                  <a:pt x="2632" y="1049"/>
                </a:lnTo>
                <a:lnTo>
                  <a:pt x="2653" y="1177"/>
                </a:lnTo>
                <a:lnTo>
                  <a:pt x="2674" y="1327"/>
                </a:lnTo>
                <a:lnTo>
                  <a:pt x="2674" y="1327"/>
                </a:lnTo>
                <a:lnTo>
                  <a:pt x="2653" y="1391"/>
                </a:lnTo>
                <a:lnTo>
                  <a:pt x="2632" y="1455"/>
                </a:lnTo>
                <a:lnTo>
                  <a:pt x="2610" y="1476"/>
                </a:lnTo>
                <a:lnTo>
                  <a:pt x="2546" y="1498"/>
                </a:lnTo>
                <a:lnTo>
                  <a:pt x="2439" y="1498"/>
                </a:lnTo>
                <a:lnTo>
                  <a:pt x="2289" y="1498"/>
                </a:lnTo>
                <a:lnTo>
                  <a:pt x="2289" y="1498"/>
                </a:lnTo>
                <a:lnTo>
                  <a:pt x="1562" y="1519"/>
                </a:lnTo>
                <a:lnTo>
                  <a:pt x="1198" y="1562"/>
                </a:lnTo>
                <a:lnTo>
                  <a:pt x="856" y="1605"/>
                </a:lnTo>
                <a:lnTo>
                  <a:pt x="856" y="1605"/>
                </a:lnTo>
                <a:lnTo>
                  <a:pt x="706" y="1626"/>
                </a:lnTo>
                <a:lnTo>
                  <a:pt x="556" y="1669"/>
                </a:lnTo>
                <a:lnTo>
                  <a:pt x="407" y="1712"/>
                </a:lnTo>
                <a:lnTo>
                  <a:pt x="278" y="1797"/>
                </a:lnTo>
                <a:lnTo>
                  <a:pt x="278" y="1797"/>
                </a:lnTo>
                <a:lnTo>
                  <a:pt x="235" y="1862"/>
                </a:lnTo>
                <a:lnTo>
                  <a:pt x="193" y="1926"/>
                </a:lnTo>
                <a:lnTo>
                  <a:pt x="150" y="2097"/>
                </a:lnTo>
                <a:lnTo>
                  <a:pt x="86" y="2418"/>
                </a:lnTo>
                <a:lnTo>
                  <a:pt x="86" y="2418"/>
                </a:lnTo>
                <a:lnTo>
                  <a:pt x="43" y="2824"/>
                </a:lnTo>
                <a:lnTo>
                  <a:pt x="0" y="3231"/>
                </a:lnTo>
                <a:lnTo>
                  <a:pt x="0" y="3659"/>
                </a:lnTo>
                <a:lnTo>
                  <a:pt x="0" y="4065"/>
                </a:lnTo>
                <a:lnTo>
                  <a:pt x="43" y="4900"/>
                </a:lnTo>
                <a:lnTo>
                  <a:pt x="64" y="5734"/>
                </a:lnTo>
                <a:lnTo>
                  <a:pt x="64" y="5734"/>
                </a:lnTo>
                <a:lnTo>
                  <a:pt x="43" y="5798"/>
                </a:lnTo>
                <a:lnTo>
                  <a:pt x="43" y="5970"/>
                </a:lnTo>
                <a:lnTo>
                  <a:pt x="43" y="6483"/>
                </a:lnTo>
                <a:lnTo>
                  <a:pt x="86" y="7039"/>
                </a:lnTo>
                <a:lnTo>
                  <a:pt x="107" y="7253"/>
                </a:lnTo>
                <a:lnTo>
                  <a:pt x="128" y="7360"/>
                </a:lnTo>
                <a:lnTo>
                  <a:pt x="128" y="7360"/>
                </a:lnTo>
                <a:lnTo>
                  <a:pt x="214" y="7510"/>
                </a:lnTo>
                <a:lnTo>
                  <a:pt x="342" y="7617"/>
                </a:lnTo>
                <a:lnTo>
                  <a:pt x="514" y="7724"/>
                </a:lnTo>
                <a:lnTo>
                  <a:pt x="685" y="7810"/>
                </a:lnTo>
                <a:lnTo>
                  <a:pt x="877" y="7874"/>
                </a:lnTo>
                <a:lnTo>
                  <a:pt x="1070" y="7938"/>
                </a:lnTo>
                <a:lnTo>
                  <a:pt x="1412" y="8002"/>
                </a:lnTo>
                <a:lnTo>
                  <a:pt x="1412" y="8002"/>
                </a:lnTo>
                <a:lnTo>
                  <a:pt x="1861" y="8045"/>
                </a:lnTo>
                <a:lnTo>
                  <a:pt x="2332" y="8045"/>
                </a:lnTo>
                <a:lnTo>
                  <a:pt x="2803" y="8045"/>
                </a:lnTo>
                <a:lnTo>
                  <a:pt x="3252" y="8024"/>
                </a:lnTo>
                <a:lnTo>
                  <a:pt x="4194" y="7959"/>
                </a:lnTo>
                <a:lnTo>
                  <a:pt x="4664" y="7959"/>
                </a:lnTo>
                <a:lnTo>
                  <a:pt x="5114" y="7959"/>
                </a:lnTo>
                <a:lnTo>
                  <a:pt x="5114" y="7959"/>
                </a:lnTo>
                <a:lnTo>
                  <a:pt x="5969" y="7981"/>
                </a:lnTo>
                <a:lnTo>
                  <a:pt x="6397" y="7981"/>
                </a:lnTo>
                <a:lnTo>
                  <a:pt x="6825" y="7959"/>
                </a:lnTo>
                <a:lnTo>
                  <a:pt x="6825" y="7959"/>
                </a:lnTo>
                <a:lnTo>
                  <a:pt x="7210" y="7938"/>
                </a:lnTo>
                <a:lnTo>
                  <a:pt x="7617" y="7917"/>
                </a:lnTo>
                <a:lnTo>
                  <a:pt x="7809" y="7874"/>
                </a:lnTo>
                <a:lnTo>
                  <a:pt x="8023" y="7852"/>
                </a:lnTo>
                <a:lnTo>
                  <a:pt x="8195" y="7788"/>
                </a:lnTo>
                <a:lnTo>
                  <a:pt x="8366" y="7703"/>
                </a:lnTo>
                <a:lnTo>
                  <a:pt x="8366" y="7703"/>
                </a:lnTo>
                <a:lnTo>
                  <a:pt x="8430" y="7660"/>
                </a:lnTo>
                <a:lnTo>
                  <a:pt x="8494" y="7617"/>
                </a:lnTo>
                <a:lnTo>
                  <a:pt x="8580" y="7467"/>
                </a:lnTo>
                <a:lnTo>
                  <a:pt x="8622" y="7318"/>
                </a:lnTo>
                <a:lnTo>
                  <a:pt x="8665" y="7146"/>
                </a:lnTo>
                <a:lnTo>
                  <a:pt x="8665" y="6954"/>
                </a:lnTo>
                <a:lnTo>
                  <a:pt x="8665" y="6783"/>
                </a:lnTo>
                <a:lnTo>
                  <a:pt x="8644" y="6462"/>
                </a:lnTo>
                <a:lnTo>
                  <a:pt x="8644" y="6462"/>
                </a:lnTo>
                <a:lnTo>
                  <a:pt x="8665" y="4793"/>
                </a:lnTo>
                <a:lnTo>
                  <a:pt x="8665" y="4793"/>
                </a:lnTo>
                <a:close/>
                <a:moveTo>
                  <a:pt x="3124" y="1049"/>
                </a:moveTo>
                <a:lnTo>
                  <a:pt x="3124" y="1049"/>
                </a:lnTo>
                <a:lnTo>
                  <a:pt x="3167" y="963"/>
                </a:lnTo>
                <a:lnTo>
                  <a:pt x="3252" y="920"/>
                </a:lnTo>
                <a:lnTo>
                  <a:pt x="3252" y="920"/>
                </a:lnTo>
                <a:lnTo>
                  <a:pt x="3445" y="856"/>
                </a:lnTo>
                <a:lnTo>
                  <a:pt x="3637" y="792"/>
                </a:lnTo>
                <a:lnTo>
                  <a:pt x="3830" y="728"/>
                </a:lnTo>
                <a:lnTo>
                  <a:pt x="4022" y="642"/>
                </a:lnTo>
                <a:lnTo>
                  <a:pt x="4022" y="642"/>
                </a:lnTo>
                <a:lnTo>
                  <a:pt x="4236" y="535"/>
                </a:lnTo>
                <a:lnTo>
                  <a:pt x="4408" y="471"/>
                </a:lnTo>
                <a:lnTo>
                  <a:pt x="4493" y="471"/>
                </a:lnTo>
                <a:lnTo>
                  <a:pt x="4579" y="471"/>
                </a:lnTo>
                <a:lnTo>
                  <a:pt x="4664" y="492"/>
                </a:lnTo>
                <a:lnTo>
                  <a:pt x="4793" y="535"/>
                </a:lnTo>
                <a:lnTo>
                  <a:pt x="4793" y="535"/>
                </a:lnTo>
                <a:lnTo>
                  <a:pt x="5178" y="663"/>
                </a:lnTo>
                <a:lnTo>
                  <a:pt x="5370" y="749"/>
                </a:lnTo>
                <a:lnTo>
                  <a:pt x="5456" y="792"/>
                </a:lnTo>
                <a:lnTo>
                  <a:pt x="5499" y="856"/>
                </a:lnTo>
                <a:lnTo>
                  <a:pt x="5499" y="856"/>
                </a:lnTo>
                <a:lnTo>
                  <a:pt x="5542" y="920"/>
                </a:lnTo>
                <a:lnTo>
                  <a:pt x="5584" y="1006"/>
                </a:lnTo>
                <a:lnTo>
                  <a:pt x="5627" y="1198"/>
                </a:lnTo>
                <a:lnTo>
                  <a:pt x="5627" y="1412"/>
                </a:lnTo>
                <a:lnTo>
                  <a:pt x="5606" y="1498"/>
                </a:lnTo>
                <a:lnTo>
                  <a:pt x="5584" y="1583"/>
                </a:lnTo>
                <a:lnTo>
                  <a:pt x="5584" y="1583"/>
                </a:lnTo>
                <a:lnTo>
                  <a:pt x="5542" y="1626"/>
                </a:lnTo>
                <a:lnTo>
                  <a:pt x="5456" y="1669"/>
                </a:lnTo>
                <a:lnTo>
                  <a:pt x="5242" y="1755"/>
                </a:lnTo>
                <a:lnTo>
                  <a:pt x="5049" y="1797"/>
                </a:lnTo>
                <a:lnTo>
                  <a:pt x="4985" y="1797"/>
                </a:lnTo>
                <a:lnTo>
                  <a:pt x="4964" y="1776"/>
                </a:lnTo>
                <a:lnTo>
                  <a:pt x="4964" y="1776"/>
                </a:lnTo>
                <a:lnTo>
                  <a:pt x="3851" y="1755"/>
                </a:lnTo>
                <a:lnTo>
                  <a:pt x="3851" y="1755"/>
                </a:lnTo>
                <a:lnTo>
                  <a:pt x="3680" y="1755"/>
                </a:lnTo>
                <a:lnTo>
                  <a:pt x="3488" y="1755"/>
                </a:lnTo>
                <a:lnTo>
                  <a:pt x="3381" y="1733"/>
                </a:lnTo>
                <a:lnTo>
                  <a:pt x="3295" y="1712"/>
                </a:lnTo>
                <a:lnTo>
                  <a:pt x="3231" y="1669"/>
                </a:lnTo>
                <a:lnTo>
                  <a:pt x="3167" y="1605"/>
                </a:lnTo>
                <a:lnTo>
                  <a:pt x="3167" y="1605"/>
                </a:lnTo>
                <a:lnTo>
                  <a:pt x="3145" y="1519"/>
                </a:lnTo>
                <a:lnTo>
                  <a:pt x="3124" y="1327"/>
                </a:lnTo>
                <a:lnTo>
                  <a:pt x="3102" y="1156"/>
                </a:lnTo>
                <a:lnTo>
                  <a:pt x="3124" y="1049"/>
                </a:lnTo>
                <a:lnTo>
                  <a:pt x="3124" y="1049"/>
                </a:lnTo>
                <a:close/>
                <a:moveTo>
                  <a:pt x="8216" y="4108"/>
                </a:moveTo>
                <a:lnTo>
                  <a:pt x="8216" y="4108"/>
                </a:lnTo>
                <a:lnTo>
                  <a:pt x="8195" y="4429"/>
                </a:lnTo>
                <a:lnTo>
                  <a:pt x="8152" y="4750"/>
                </a:lnTo>
                <a:lnTo>
                  <a:pt x="8109" y="5092"/>
                </a:lnTo>
                <a:lnTo>
                  <a:pt x="8088" y="5413"/>
                </a:lnTo>
                <a:lnTo>
                  <a:pt x="8088" y="5413"/>
                </a:lnTo>
                <a:lnTo>
                  <a:pt x="8088" y="6077"/>
                </a:lnTo>
                <a:lnTo>
                  <a:pt x="8088" y="6419"/>
                </a:lnTo>
                <a:lnTo>
                  <a:pt x="8066" y="6740"/>
                </a:lnTo>
                <a:lnTo>
                  <a:pt x="8066" y="6740"/>
                </a:lnTo>
                <a:lnTo>
                  <a:pt x="8045" y="6868"/>
                </a:lnTo>
                <a:lnTo>
                  <a:pt x="8023" y="6997"/>
                </a:lnTo>
                <a:lnTo>
                  <a:pt x="7959" y="7104"/>
                </a:lnTo>
                <a:lnTo>
                  <a:pt x="7916" y="7146"/>
                </a:lnTo>
                <a:lnTo>
                  <a:pt x="7852" y="7189"/>
                </a:lnTo>
                <a:lnTo>
                  <a:pt x="7852" y="7189"/>
                </a:lnTo>
                <a:lnTo>
                  <a:pt x="7745" y="7253"/>
                </a:lnTo>
                <a:lnTo>
                  <a:pt x="7595" y="7296"/>
                </a:lnTo>
                <a:lnTo>
                  <a:pt x="7339" y="7360"/>
                </a:lnTo>
                <a:lnTo>
                  <a:pt x="7339" y="7360"/>
                </a:lnTo>
                <a:lnTo>
                  <a:pt x="6697" y="7382"/>
                </a:lnTo>
                <a:lnTo>
                  <a:pt x="6312" y="7382"/>
                </a:lnTo>
                <a:lnTo>
                  <a:pt x="6183" y="7360"/>
                </a:lnTo>
                <a:lnTo>
                  <a:pt x="6141" y="7360"/>
                </a:lnTo>
                <a:lnTo>
                  <a:pt x="6141" y="7360"/>
                </a:lnTo>
                <a:lnTo>
                  <a:pt x="4621" y="7403"/>
                </a:lnTo>
                <a:lnTo>
                  <a:pt x="3102" y="7424"/>
                </a:lnTo>
                <a:lnTo>
                  <a:pt x="3102" y="7424"/>
                </a:lnTo>
                <a:lnTo>
                  <a:pt x="2781" y="7424"/>
                </a:lnTo>
                <a:lnTo>
                  <a:pt x="2461" y="7403"/>
                </a:lnTo>
                <a:lnTo>
                  <a:pt x="1797" y="7382"/>
                </a:lnTo>
                <a:lnTo>
                  <a:pt x="1797" y="7382"/>
                </a:lnTo>
                <a:lnTo>
                  <a:pt x="1519" y="7360"/>
                </a:lnTo>
                <a:lnTo>
                  <a:pt x="1348" y="7339"/>
                </a:lnTo>
                <a:lnTo>
                  <a:pt x="1198" y="7318"/>
                </a:lnTo>
                <a:lnTo>
                  <a:pt x="1070" y="7275"/>
                </a:lnTo>
                <a:lnTo>
                  <a:pt x="941" y="7189"/>
                </a:lnTo>
                <a:lnTo>
                  <a:pt x="834" y="7104"/>
                </a:lnTo>
                <a:lnTo>
                  <a:pt x="749" y="6975"/>
                </a:lnTo>
                <a:lnTo>
                  <a:pt x="749" y="6975"/>
                </a:lnTo>
                <a:lnTo>
                  <a:pt x="685" y="6847"/>
                </a:lnTo>
                <a:lnTo>
                  <a:pt x="663" y="6718"/>
                </a:lnTo>
                <a:lnTo>
                  <a:pt x="642" y="6397"/>
                </a:lnTo>
                <a:lnTo>
                  <a:pt x="642" y="5820"/>
                </a:lnTo>
                <a:lnTo>
                  <a:pt x="642" y="5820"/>
                </a:lnTo>
                <a:lnTo>
                  <a:pt x="599" y="4536"/>
                </a:lnTo>
                <a:lnTo>
                  <a:pt x="599" y="4536"/>
                </a:lnTo>
                <a:lnTo>
                  <a:pt x="578" y="3830"/>
                </a:lnTo>
                <a:lnTo>
                  <a:pt x="578" y="3124"/>
                </a:lnTo>
                <a:lnTo>
                  <a:pt x="578" y="3124"/>
                </a:lnTo>
                <a:lnTo>
                  <a:pt x="599" y="2889"/>
                </a:lnTo>
                <a:lnTo>
                  <a:pt x="620" y="2653"/>
                </a:lnTo>
                <a:lnTo>
                  <a:pt x="663" y="2546"/>
                </a:lnTo>
                <a:lnTo>
                  <a:pt x="706" y="2439"/>
                </a:lnTo>
                <a:lnTo>
                  <a:pt x="770" y="2354"/>
                </a:lnTo>
                <a:lnTo>
                  <a:pt x="856" y="2268"/>
                </a:lnTo>
                <a:lnTo>
                  <a:pt x="856" y="2268"/>
                </a:lnTo>
                <a:lnTo>
                  <a:pt x="984" y="2183"/>
                </a:lnTo>
                <a:lnTo>
                  <a:pt x="1134" y="2118"/>
                </a:lnTo>
                <a:lnTo>
                  <a:pt x="1262" y="2097"/>
                </a:lnTo>
                <a:lnTo>
                  <a:pt x="1434" y="2076"/>
                </a:lnTo>
                <a:lnTo>
                  <a:pt x="1733" y="2054"/>
                </a:lnTo>
                <a:lnTo>
                  <a:pt x="2033" y="2054"/>
                </a:lnTo>
                <a:lnTo>
                  <a:pt x="2033" y="2054"/>
                </a:lnTo>
                <a:lnTo>
                  <a:pt x="2289" y="2033"/>
                </a:lnTo>
                <a:lnTo>
                  <a:pt x="2546" y="1990"/>
                </a:lnTo>
                <a:lnTo>
                  <a:pt x="2546" y="1990"/>
                </a:lnTo>
                <a:lnTo>
                  <a:pt x="2674" y="2011"/>
                </a:lnTo>
                <a:lnTo>
                  <a:pt x="2717" y="2033"/>
                </a:lnTo>
                <a:lnTo>
                  <a:pt x="2739" y="2054"/>
                </a:lnTo>
                <a:lnTo>
                  <a:pt x="2781" y="2140"/>
                </a:lnTo>
                <a:lnTo>
                  <a:pt x="2867" y="2247"/>
                </a:lnTo>
                <a:lnTo>
                  <a:pt x="2867" y="2247"/>
                </a:lnTo>
                <a:lnTo>
                  <a:pt x="2974" y="2311"/>
                </a:lnTo>
                <a:lnTo>
                  <a:pt x="3102" y="2354"/>
                </a:lnTo>
                <a:lnTo>
                  <a:pt x="3252" y="2375"/>
                </a:lnTo>
                <a:lnTo>
                  <a:pt x="3402" y="2375"/>
                </a:lnTo>
                <a:lnTo>
                  <a:pt x="3723" y="2354"/>
                </a:lnTo>
                <a:lnTo>
                  <a:pt x="4001" y="2332"/>
                </a:lnTo>
                <a:lnTo>
                  <a:pt x="4001" y="2332"/>
                </a:lnTo>
                <a:lnTo>
                  <a:pt x="4686" y="2354"/>
                </a:lnTo>
                <a:lnTo>
                  <a:pt x="5370" y="2354"/>
                </a:lnTo>
                <a:lnTo>
                  <a:pt x="5370" y="2354"/>
                </a:lnTo>
                <a:lnTo>
                  <a:pt x="5542" y="2354"/>
                </a:lnTo>
                <a:lnTo>
                  <a:pt x="5670" y="2332"/>
                </a:lnTo>
                <a:lnTo>
                  <a:pt x="5777" y="2290"/>
                </a:lnTo>
                <a:lnTo>
                  <a:pt x="5927" y="2225"/>
                </a:lnTo>
                <a:lnTo>
                  <a:pt x="5927" y="2225"/>
                </a:lnTo>
                <a:lnTo>
                  <a:pt x="6055" y="2161"/>
                </a:lnTo>
                <a:lnTo>
                  <a:pt x="6205" y="2140"/>
                </a:lnTo>
                <a:lnTo>
                  <a:pt x="6504" y="2118"/>
                </a:lnTo>
                <a:lnTo>
                  <a:pt x="6504" y="2118"/>
                </a:lnTo>
                <a:lnTo>
                  <a:pt x="7146" y="2076"/>
                </a:lnTo>
                <a:lnTo>
                  <a:pt x="7489" y="2076"/>
                </a:lnTo>
                <a:lnTo>
                  <a:pt x="7809" y="2097"/>
                </a:lnTo>
                <a:lnTo>
                  <a:pt x="7809" y="2097"/>
                </a:lnTo>
                <a:lnTo>
                  <a:pt x="7938" y="2140"/>
                </a:lnTo>
                <a:lnTo>
                  <a:pt x="8023" y="2183"/>
                </a:lnTo>
                <a:lnTo>
                  <a:pt x="8109" y="2268"/>
                </a:lnTo>
                <a:lnTo>
                  <a:pt x="8152" y="2375"/>
                </a:lnTo>
                <a:lnTo>
                  <a:pt x="8195" y="2482"/>
                </a:lnTo>
                <a:lnTo>
                  <a:pt x="8216" y="2610"/>
                </a:lnTo>
                <a:lnTo>
                  <a:pt x="8216" y="2846"/>
                </a:lnTo>
                <a:lnTo>
                  <a:pt x="8216" y="2846"/>
                </a:lnTo>
                <a:lnTo>
                  <a:pt x="8237" y="3488"/>
                </a:lnTo>
                <a:lnTo>
                  <a:pt x="8237" y="3787"/>
                </a:lnTo>
                <a:lnTo>
                  <a:pt x="8216" y="4108"/>
                </a:lnTo>
                <a:lnTo>
                  <a:pt x="8216" y="4108"/>
                </a:lnTo>
                <a:close/>
                <a:moveTo>
                  <a:pt x="3209" y="4557"/>
                </a:moveTo>
                <a:lnTo>
                  <a:pt x="3209" y="4557"/>
                </a:lnTo>
                <a:lnTo>
                  <a:pt x="3102" y="4515"/>
                </a:lnTo>
                <a:lnTo>
                  <a:pt x="2995" y="4472"/>
                </a:lnTo>
                <a:lnTo>
                  <a:pt x="2953" y="4450"/>
                </a:lnTo>
                <a:lnTo>
                  <a:pt x="2931" y="4429"/>
                </a:lnTo>
                <a:lnTo>
                  <a:pt x="2910" y="4386"/>
                </a:lnTo>
                <a:lnTo>
                  <a:pt x="2888" y="4322"/>
                </a:lnTo>
                <a:lnTo>
                  <a:pt x="2888" y="4322"/>
                </a:lnTo>
                <a:lnTo>
                  <a:pt x="2910" y="4194"/>
                </a:lnTo>
                <a:lnTo>
                  <a:pt x="2931" y="4044"/>
                </a:lnTo>
                <a:lnTo>
                  <a:pt x="2974" y="3787"/>
                </a:lnTo>
                <a:lnTo>
                  <a:pt x="2974" y="3637"/>
                </a:lnTo>
                <a:lnTo>
                  <a:pt x="2974" y="3509"/>
                </a:lnTo>
                <a:lnTo>
                  <a:pt x="2931" y="3381"/>
                </a:lnTo>
                <a:lnTo>
                  <a:pt x="2846" y="3274"/>
                </a:lnTo>
                <a:lnTo>
                  <a:pt x="2846" y="3274"/>
                </a:lnTo>
                <a:lnTo>
                  <a:pt x="2781" y="3231"/>
                </a:lnTo>
                <a:lnTo>
                  <a:pt x="2717" y="3188"/>
                </a:lnTo>
                <a:lnTo>
                  <a:pt x="2589" y="3145"/>
                </a:lnTo>
                <a:lnTo>
                  <a:pt x="2439" y="3167"/>
                </a:lnTo>
                <a:lnTo>
                  <a:pt x="2311" y="3210"/>
                </a:lnTo>
                <a:lnTo>
                  <a:pt x="2161" y="3274"/>
                </a:lnTo>
                <a:lnTo>
                  <a:pt x="2033" y="3359"/>
                </a:lnTo>
                <a:lnTo>
                  <a:pt x="1947" y="3466"/>
                </a:lnTo>
                <a:lnTo>
                  <a:pt x="1883" y="3595"/>
                </a:lnTo>
                <a:lnTo>
                  <a:pt x="1883" y="3595"/>
                </a:lnTo>
                <a:lnTo>
                  <a:pt x="1861" y="3702"/>
                </a:lnTo>
                <a:lnTo>
                  <a:pt x="1840" y="3830"/>
                </a:lnTo>
                <a:lnTo>
                  <a:pt x="1840" y="3958"/>
                </a:lnTo>
                <a:lnTo>
                  <a:pt x="1861" y="4065"/>
                </a:lnTo>
                <a:lnTo>
                  <a:pt x="1861" y="4065"/>
                </a:lnTo>
                <a:lnTo>
                  <a:pt x="1904" y="4172"/>
                </a:lnTo>
                <a:lnTo>
                  <a:pt x="1990" y="4279"/>
                </a:lnTo>
                <a:lnTo>
                  <a:pt x="2054" y="4408"/>
                </a:lnTo>
                <a:lnTo>
                  <a:pt x="2054" y="4450"/>
                </a:lnTo>
                <a:lnTo>
                  <a:pt x="2054" y="4515"/>
                </a:lnTo>
                <a:lnTo>
                  <a:pt x="2054" y="4515"/>
                </a:lnTo>
                <a:lnTo>
                  <a:pt x="2011" y="4557"/>
                </a:lnTo>
                <a:lnTo>
                  <a:pt x="1968" y="4600"/>
                </a:lnTo>
                <a:lnTo>
                  <a:pt x="1819" y="4664"/>
                </a:lnTo>
                <a:lnTo>
                  <a:pt x="1669" y="4729"/>
                </a:lnTo>
                <a:lnTo>
                  <a:pt x="1605" y="4771"/>
                </a:lnTo>
                <a:lnTo>
                  <a:pt x="1562" y="4814"/>
                </a:lnTo>
                <a:lnTo>
                  <a:pt x="1562" y="4814"/>
                </a:lnTo>
                <a:lnTo>
                  <a:pt x="1498" y="4943"/>
                </a:lnTo>
                <a:lnTo>
                  <a:pt x="1455" y="5071"/>
                </a:lnTo>
                <a:lnTo>
                  <a:pt x="1412" y="5371"/>
                </a:lnTo>
                <a:lnTo>
                  <a:pt x="1412" y="5371"/>
                </a:lnTo>
                <a:lnTo>
                  <a:pt x="1391" y="5520"/>
                </a:lnTo>
                <a:lnTo>
                  <a:pt x="1369" y="5691"/>
                </a:lnTo>
                <a:lnTo>
                  <a:pt x="1369" y="5863"/>
                </a:lnTo>
                <a:lnTo>
                  <a:pt x="1391" y="5927"/>
                </a:lnTo>
                <a:lnTo>
                  <a:pt x="1412" y="6012"/>
                </a:lnTo>
                <a:lnTo>
                  <a:pt x="1412" y="6012"/>
                </a:lnTo>
                <a:lnTo>
                  <a:pt x="1455" y="6055"/>
                </a:lnTo>
                <a:lnTo>
                  <a:pt x="1519" y="6098"/>
                </a:lnTo>
                <a:lnTo>
                  <a:pt x="1647" y="6162"/>
                </a:lnTo>
                <a:lnTo>
                  <a:pt x="1776" y="6184"/>
                </a:lnTo>
                <a:lnTo>
                  <a:pt x="1904" y="6184"/>
                </a:lnTo>
                <a:lnTo>
                  <a:pt x="1904" y="6184"/>
                </a:lnTo>
                <a:lnTo>
                  <a:pt x="2311" y="6162"/>
                </a:lnTo>
                <a:lnTo>
                  <a:pt x="2717" y="6119"/>
                </a:lnTo>
                <a:lnTo>
                  <a:pt x="2717" y="6119"/>
                </a:lnTo>
                <a:lnTo>
                  <a:pt x="3081" y="6098"/>
                </a:lnTo>
                <a:lnTo>
                  <a:pt x="3252" y="6055"/>
                </a:lnTo>
                <a:lnTo>
                  <a:pt x="3338" y="6034"/>
                </a:lnTo>
                <a:lnTo>
                  <a:pt x="3423" y="5991"/>
                </a:lnTo>
                <a:lnTo>
                  <a:pt x="3423" y="5991"/>
                </a:lnTo>
                <a:lnTo>
                  <a:pt x="3509" y="5905"/>
                </a:lnTo>
                <a:lnTo>
                  <a:pt x="3573" y="5777"/>
                </a:lnTo>
                <a:lnTo>
                  <a:pt x="3616" y="5649"/>
                </a:lnTo>
                <a:lnTo>
                  <a:pt x="3637" y="5499"/>
                </a:lnTo>
                <a:lnTo>
                  <a:pt x="3659" y="5349"/>
                </a:lnTo>
                <a:lnTo>
                  <a:pt x="3637" y="5199"/>
                </a:lnTo>
                <a:lnTo>
                  <a:pt x="3616" y="5071"/>
                </a:lnTo>
                <a:lnTo>
                  <a:pt x="3573" y="4943"/>
                </a:lnTo>
                <a:lnTo>
                  <a:pt x="3573" y="4943"/>
                </a:lnTo>
                <a:lnTo>
                  <a:pt x="3509" y="4836"/>
                </a:lnTo>
                <a:lnTo>
                  <a:pt x="3423" y="4729"/>
                </a:lnTo>
                <a:lnTo>
                  <a:pt x="3338" y="4643"/>
                </a:lnTo>
                <a:lnTo>
                  <a:pt x="3209" y="4557"/>
                </a:lnTo>
                <a:lnTo>
                  <a:pt x="3209" y="4557"/>
                </a:lnTo>
                <a:close/>
                <a:moveTo>
                  <a:pt x="3167" y="5349"/>
                </a:moveTo>
                <a:lnTo>
                  <a:pt x="3167" y="5349"/>
                </a:lnTo>
                <a:lnTo>
                  <a:pt x="3167" y="5477"/>
                </a:lnTo>
                <a:lnTo>
                  <a:pt x="3167" y="5542"/>
                </a:lnTo>
                <a:lnTo>
                  <a:pt x="3102" y="5606"/>
                </a:lnTo>
                <a:lnTo>
                  <a:pt x="2995" y="5649"/>
                </a:lnTo>
                <a:lnTo>
                  <a:pt x="2995" y="5649"/>
                </a:lnTo>
                <a:lnTo>
                  <a:pt x="2846" y="5691"/>
                </a:lnTo>
                <a:lnTo>
                  <a:pt x="2781" y="5691"/>
                </a:lnTo>
                <a:lnTo>
                  <a:pt x="2739" y="5691"/>
                </a:lnTo>
                <a:lnTo>
                  <a:pt x="2696" y="5649"/>
                </a:lnTo>
                <a:lnTo>
                  <a:pt x="2674" y="5627"/>
                </a:lnTo>
                <a:lnTo>
                  <a:pt x="2632" y="5477"/>
                </a:lnTo>
                <a:lnTo>
                  <a:pt x="2632" y="5477"/>
                </a:lnTo>
                <a:lnTo>
                  <a:pt x="2589" y="5221"/>
                </a:lnTo>
                <a:lnTo>
                  <a:pt x="2568" y="5092"/>
                </a:lnTo>
                <a:lnTo>
                  <a:pt x="2525" y="4985"/>
                </a:lnTo>
                <a:lnTo>
                  <a:pt x="2525" y="4985"/>
                </a:lnTo>
                <a:lnTo>
                  <a:pt x="2525" y="4921"/>
                </a:lnTo>
                <a:lnTo>
                  <a:pt x="2525" y="4857"/>
                </a:lnTo>
                <a:lnTo>
                  <a:pt x="2503" y="4814"/>
                </a:lnTo>
                <a:lnTo>
                  <a:pt x="2439" y="4793"/>
                </a:lnTo>
                <a:lnTo>
                  <a:pt x="2439" y="4793"/>
                </a:lnTo>
                <a:lnTo>
                  <a:pt x="2375" y="4793"/>
                </a:lnTo>
                <a:lnTo>
                  <a:pt x="2311" y="4814"/>
                </a:lnTo>
                <a:lnTo>
                  <a:pt x="2289" y="4878"/>
                </a:lnTo>
                <a:lnTo>
                  <a:pt x="2268" y="4943"/>
                </a:lnTo>
                <a:lnTo>
                  <a:pt x="2268" y="4943"/>
                </a:lnTo>
                <a:lnTo>
                  <a:pt x="2289" y="4985"/>
                </a:lnTo>
                <a:lnTo>
                  <a:pt x="2311" y="5028"/>
                </a:lnTo>
                <a:lnTo>
                  <a:pt x="2332" y="5114"/>
                </a:lnTo>
                <a:lnTo>
                  <a:pt x="2332" y="5114"/>
                </a:lnTo>
                <a:lnTo>
                  <a:pt x="2332" y="5242"/>
                </a:lnTo>
                <a:lnTo>
                  <a:pt x="2311" y="5371"/>
                </a:lnTo>
                <a:lnTo>
                  <a:pt x="2311" y="5371"/>
                </a:lnTo>
                <a:lnTo>
                  <a:pt x="2311" y="5520"/>
                </a:lnTo>
                <a:lnTo>
                  <a:pt x="2289" y="5649"/>
                </a:lnTo>
                <a:lnTo>
                  <a:pt x="2268" y="5691"/>
                </a:lnTo>
                <a:lnTo>
                  <a:pt x="2225" y="5734"/>
                </a:lnTo>
                <a:lnTo>
                  <a:pt x="2161" y="5756"/>
                </a:lnTo>
                <a:lnTo>
                  <a:pt x="2097" y="5777"/>
                </a:lnTo>
                <a:lnTo>
                  <a:pt x="2097" y="5777"/>
                </a:lnTo>
                <a:lnTo>
                  <a:pt x="1968" y="5777"/>
                </a:lnTo>
                <a:lnTo>
                  <a:pt x="1926" y="5756"/>
                </a:lnTo>
                <a:lnTo>
                  <a:pt x="1904" y="5713"/>
                </a:lnTo>
                <a:lnTo>
                  <a:pt x="1861" y="5627"/>
                </a:lnTo>
                <a:lnTo>
                  <a:pt x="1861" y="5627"/>
                </a:lnTo>
                <a:lnTo>
                  <a:pt x="1840" y="5499"/>
                </a:lnTo>
                <a:lnTo>
                  <a:pt x="1819" y="5328"/>
                </a:lnTo>
                <a:lnTo>
                  <a:pt x="1819" y="5157"/>
                </a:lnTo>
                <a:lnTo>
                  <a:pt x="1840" y="5050"/>
                </a:lnTo>
                <a:lnTo>
                  <a:pt x="1840" y="5050"/>
                </a:lnTo>
                <a:lnTo>
                  <a:pt x="1861" y="4985"/>
                </a:lnTo>
                <a:lnTo>
                  <a:pt x="1904" y="4964"/>
                </a:lnTo>
                <a:lnTo>
                  <a:pt x="2011" y="4900"/>
                </a:lnTo>
                <a:lnTo>
                  <a:pt x="2118" y="4836"/>
                </a:lnTo>
                <a:lnTo>
                  <a:pt x="2204" y="4771"/>
                </a:lnTo>
                <a:lnTo>
                  <a:pt x="2204" y="4771"/>
                </a:lnTo>
                <a:lnTo>
                  <a:pt x="2247" y="4707"/>
                </a:lnTo>
                <a:lnTo>
                  <a:pt x="2268" y="4643"/>
                </a:lnTo>
                <a:lnTo>
                  <a:pt x="2289" y="4515"/>
                </a:lnTo>
                <a:lnTo>
                  <a:pt x="2268" y="4386"/>
                </a:lnTo>
                <a:lnTo>
                  <a:pt x="2225" y="4237"/>
                </a:lnTo>
                <a:lnTo>
                  <a:pt x="2225" y="4237"/>
                </a:lnTo>
                <a:lnTo>
                  <a:pt x="2204" y="4108"/>
                </a:lnTo>
                <a:lnTo>
                  <a:pt x="2182" y="3980"/>
                </a:lnTo>
                <a:lnTo>
                  <a:pt x="2182" y="3830"/>
                </a:lnTo>
                <a:lnTo>
                  <a:pt x="2204" y="3766"/>
                </a:lnTo>
                <a:lnTo>
                  <a:pt x="2225" y="3702"/>
                </a:lnTo>
                <a:lnTo>
                  <a:pt x="2225" y="3702"/>
                </a:lnTo>
                <a:lnTo>
                  <a:pt x="2311" y="3616"/>
                </a:lnTo>
                <a:lnTo>
                  <a:pt x="2418" y="3573"/>
                </a:lnTo>
                <a:lnTo>
                  <a:pt x="2461" y="3573"/>
                </a:lnTo>
                <a:lnTo>
                  <a:pt x="2503" y="3595"/>
                </a:lnTo>
                <a:lnTo>
                  <a:pt x="2546" y="3616"/>
                </a:lnTo>
                <a:lnTo>
                  <a:pt x="2568" y="3680"/>
                </a:lnTo>
                <a:lnTo>
                  <a:pt x="2568" y="3680"/>
                </a:lnTo>
                <a:lnTo>
                  <a:pt x="2589" y="3744"/>
                </a:lnTo>
                <a:lnTo>
                  <a:pt x="2589" y="3809"/>
                </a:lnTo>
                <a:lnTo>
                  <a:pt x="2568" y="3958"/>
                </a:lnTo>
                <a:lnTo>
                  <a:pt x="2503" y="4237"/>
                </a:lnTo>
                <a:lnTo>
                  <a:pt x="2503" y="4237"/>
                </a:lnTo>
                <a:lnTo>
                  <a:pt x="2461" y="4386"/>
                </a:lnTo>
                <a:lnTo>
                  <a:pt x="2461" y="4493"/>
                </a:lnTo>
                <a:lnTo>
                  <a:pt x="2503" y="4557"/>
                </a:lnTo>
                <a:lnTo>
                  <a:pt x="2610" y="4664"/>
                </a:lnTo>
                <a:lnTo>
                  <a:pt x="2610" y="4664"/>
                </a:lnTo>
                <a:lnTo>
                  <a:pt x="2739" y="4729"/>
                </a:lnTo>
                <a:lnTo>
                  <a:pt x="2867" y="4793"/>
                </a:lnTo>
                <a:lnTo>
                  <a:pt x="2995" y="4878"/>
                </a:lnTo>
                <a:lnTo>
                  <a:pt x="3102" y="4964"/>
                </a:lnTo>
                <a:lnTo>
                  <a:pt x="3102" y="4964"/>
                </a:lnTo>
                <a:lnTo>
                  <a:pt x="3124" y="5028"/>
                </a:lnTo>
                <a:lnTo>
                  <a:pt x="3167" y="5157"/>
                </a:lnTo>
                <a:lnTo>
                  <a:pt x="3188" y="5285"/>
                </a:lnTo>
                <a:lnTo>
                  <a:pt x="3188" y="5328"/>
                </a:lnTo>
                <a:lnTo>
                  <a:pt x="3167" y="5349"/>
                </a:lnTo>
                <a:lnTo>
                  <a:pt x="3167" y="5349"/>
                </a:lnTo>
                <a:close/>
                <a:moveTo>
                  <a:pt x="4279" y="3787"/>
                </a:moveTo>
                <a:lnTo>
                  <a:pt x="4279" y="3787"/>
                </a:lnTo>
                <a:lnTo>
                  <a:pt x="4322" y="3744"/>
                </a:lnTo>
                <a:lnTo>
                  <a:pt x="4365" y="3702"/>
                </a:lnTo>
                <a:lnTo>
                  <a:pt x="4429" y="3595"/>
                </a:lnTo>
                <a:lnTo>
                  <a:pt x="4450" y="3552"/>
                </a:lnTo>
                <a:lnTo>
                  <a:pt x="4493" y="3530"/>
                </a:lnTo>
                <a:lnTo>
                  <a:pt x="4557" y="3530"/>
                </a:lnTo>
                <a:lnTo>
                  <a:pt x="4621" y="3573"/>
                </a:lnTo>
                <a:lnTo>
                  <a:pt x="4621" y="3573"/>
                </a:lnTo>
                <a:lnTo>
                  <a:pt x="4686" y="3616"/>
                </a:lnTo>
                <a:lnTo>
                  <a:pt x="4728" y="3680"/>
                </a:lnTo>
                <a:lnTo>
                  <a:pt x="4814" y="3809"/>
                </a:lnTo>
                <a:lnTo>
                  <a:pt x="4857" y="3873"/>
                </a:lnTo>
                <a:lnTo>
                  <a:pt x="4921" y="3894"/>
                </a:lnTo>
                <a:lnTo>
                  <a:pt x="5007" y="3916"/>
                </a:lnTo>
                <a:lnTo>
                  <a:pt x="5114" y="3894"/>
                </a:lnTo>
                <a:lnTo>
                  <a:pt x="5114" y="3894"/>
                </a:lnTo>
                <a:lnTo>
                  <a:pt x="5199" y="3851"/>
                </a:lnTo>
                <a:lnTo>
                  <a:pt x="5242" y="3809"/>
                </a:lnTo>
                <a:lnTo>
                  <a:pt x="5349" y="3702"/>
                </a:lnTo>
                <a:lnTo>
                  <a:pt x="5456" y="3637"/>
                </a:lnTo>
                <a:lnTo>
                  <a:pt x="5499" y="3616"/>
                </a:lnTo>
                <a:lnTo>
                  <a:pt x="5563" y="3637"/>
                </a:lnTo>
                <a:lnTo>
                  <a:pt x="5563" y="3637"/>
                </a:lnTo>
                <a:lnTo>
                  <a:pt x="5606" y="3680"/>
                </a:lnTo>
                <a:lnTo>
                  <a:pt x="5670" y="3766"/>
                </a:lnTo>
                <a:lnTo>
                  <a:pt x="5713" y="3851"/>
                </a:lnTo>
                <a:lnTo>
                  <a:pt x="5777" y="3916"/>
                </a:lnTo>
                <a:lnTo>
                  <a:pt x="5777" y="3916"/>
                </a:lnTo>
                <a:lnTo>
                  <a:pt x="5841" y="3958"/>
                </a:lnTo>
                <a:lnTo>
                  <a:pt x="5905" y="4001"/>
                </a:lnTo>
                <a:lnTo>
                  <a:pt x="5969" y="4023"/>
                </a:lnTo>
                <a:lnTo>
                  <a:pt x="6055" y="4023"/>
                </a:lnTo>
                <a:lnTo>
                  <a:pt x="6055" y="4023"/>
                </a:lnTo>
                <a:lnTo>
                  <a:pt x="6119" y="3980"/>
                </a:lnTo>
                <a:lnTo>
                  <a:pt x="6162" y="3937"/>
                </a:lnTo>
                <a:lnTo>
                  <a:pt x="6248" y="3809"/>
                </a:lnTo>
                <a:lnTo>
                  <a:pt x="6333" y="3702"/>
                </a:lnTo>
                <a:lnTo>
                  <a:pt x="6376" y="3637"/>
                </a:lnTo>
                <a:lnTo>
                  <a:pt x="6419" y="3616"/>
                </a:lnTo>
                <a:lnTo>
                  <a:pt x="6419" y="3616"/>
                </a:lnTo>
                <a:lnTo>
                  <a:pt x="6483" y="3595"/>
                </a:lnTo>
                <a:lnTo>
                  <a:pt x="6547" y="3616"/>
                </a:lnTo>
                <a:lnTo>
                  <a:pt x="6697" y="3723"/>
                </a:lnTo>
                <a:lnTo>
                  <a:pt x="6847" y="3830"/>
                </a:lnTo>
                <a:lnTo>
                  <a:pt x="6911" y="3873"/>
                </a:lnTo>
                <a:lnTo>
                  <a:pt x="6996" y="3873"/>
                </a:lnTo>
                <a:lnTo>
                  <a:pt x="6996" y="3873"/>
                </a:lnTo>
                <a:lnTo>
                  <a:pt x="7103" y="3873"/>
                </a:lnTo>
                <a:lnTo>
                  <a:pt x="7168" y="3851"/>
                </a:lnTo>
                <a:lnTo>
                  <a:pt x="7210" y="3809"/>
                </a:lnTo>
                <a:lnTo>
                  <a:pt x="7253" y="3766"/>
                </a:lnTo>
                <a:lnTo>
                  <a:pt x="7339" y="3637"/>
                </a:lnTo>
                <a:lnTo>
                  <a:pt x="7424" y="3509"/>
                </a:lnTo>
                <a:lnTo>
                  <a:pt x="7424" y="3509"/>
                </a:lnTo>
                <a:lnTo>
                  <a:pt x="7510" y="3423"/>
                </a:lnTo>
                <a:lnTo>
                  <a:pt x="7574" y="3317"/>
                </a:lnTo>
                <a:lnTo>
                  <a:pt x="7595" y="3274"/>
                </a:lnTo>
                <a:lnTo>
                  <a:pt x="7595" y="3210"/>
                </a:lnTo>
                <a:lnTo>
                  <a:pt x="7574" y="3167"/>
                </a:lnTo>
                <a:lnTo>
                  <a:pt x="7489" y="3103"/>
                </a:lnTo>
                <a:lnTo>
                  <a:pt x="7489" y="3103"/>
                </a:lnTo>
                <a:lnTo>
                  <a:pt x="7403" y="3081"/>
                </a:lnTo>
                <a:lnTo>
                  <a:pt x="7339" y="3103"/>
                </a:lnTo>
                <a:lnTo>
                  <a:pt x="7275" y="3124"/>
                </a:lnTo>
                <a:lnTo>
                  <a:pt x="7232" y="3167"/>
                </a:lnTo>
                <a:lnTo>
                  <a:pt x="7125" y="3295"/>
                </a:lnTo>
                <a:lnTo>
                  <a:pt x="7082" y="3338"/>
                </a:lnTo>
                <a:lnTo>
                  <a:pt x="7018" y="3359"/>
                </a:lnTo>
                <a:lnTo>
                  <a:pt x="7018" y="3359"/>
                </a:lnTo>
                <a:lnTo>
                  <a:pt x="6975" y="3359"/>
                </a:lnTo>
                <a:lnTo>
                  <a:pt x="6911" y="3338"/>
                </a:lnTo>
                <a:lnTo>
                  <a:pt x="6825" y="3252"/>
                </a:lnTo>
                <a:lnTo>
                  <a:pt x="6740" y="3167"/>
                </a:lnTo>
                <a:lnTo>
                  <a:pt x="6697" y="3145"/>
                </a:lnTo>
                <a:lnTo>
                  <a:pt x="6633" y="3124"/>
                </a:lnTo>
                <a:lnTo>
                  <a:pt x="6633" y="3124"/>
                </a:lnTo>
                <a:lnTo>
                  <a:pt x="6547" y="3103"/>
                </a:lnTo>
                <a:lnTo>
                  <a:pt x="6462" y="3124"/>
                </a:lnTo>
                <a:lnTo>
                  <a:pt x="6376" y="3167"/>
                </a:lnTo>
                <a:lnTo>
                  <a:pt x="6312" y="3210"/>
                </a:lnTo>
                <a:lnTo>
                  <a:pt x="6183" y="3317"/>
                </a:lnTo>
                <a:lnTo>
                  <a:pt x="6119" y="3359"/>
                </a:lnTo>
                <a:lnTo>
                  <a:pt x="6055" y="3381"/>
                </a:lnTo>
                <a:lnTo>
                  <a:pt x="6055" y="3381"/>
                </a:lnTo>
                <a:lnTo>
                  <a:pt x="5991" y="3359"/>
                </a:lnTo>
                <a:lnTo>
                  <a:pt x="5948" y="3338"/>
                </a:lnTo>
                <a:lnTo>
                  <a:pt x="5841" y="3252"/>
                </a:lnTo>
                <a:lnTo>
                  <a:pt x="5755" y="3145"/>
                </a:lnTo>
                <a:lnTo>
                  <a:pt x="5691" y="3124"/>
                </a:lnTo>
                <a:lnTo>
                  <a:pt x="5627" y="3103"/>
                </a:lnTo>
                <a:lnTo>
                  <a:pt x="5627" y="3103"/>
                </a:lnTo>
                <a:lnTo>
                  <a:pt x="5542" y="3103"/>
                </a:lnTo>
                <a:lnTo>
                  <a:pt x="5456" y="3124"/>
                </a:lnTo>
                <a:lnTo>
                  <a:pt x="5392" y="3167"/>
                </a:lnTo>
                <a:lnTo>
                  <a:pt x="5328" y="3231"/>
                </a:lnTo>
                <a:lnTo>
                  <a:pt x="5199" y="3359"/>
                </a:lnTo>
                <a:lnTo>
                  <a:pt x="5135" y="3423"/>
                </a:lnTo>
                <a:lnTo>
                  <a:pt x="5071" y="3466"/>
                </a:lnTo>
                <a:lnTo>
                  <a:pt x="5071" y="3466"/>
                </a:lnTo>
                <a:lnTo>
                  <a:pt x="5007" y="3466"/>
                </a:lnTo>
                <a:lnTo>
                  <a:pt x="4964" y="3466"/>
                </a:lnTo>
                <a:lnTo>
                  <a:pt x="4921" y="3423"/>
                </a:lnTo>
                <a:lnTo>
                  <a:pt x="4878" y="3381"/>
                </a:lnTo>
                <a:lnTo>
                  <a:pt x="4793" y="3295"/>
                </a:lnTo>
                <a:lnTo>
                  <a:pt x="4728" y="3252"/>
                </a:lnTo>
                <a:lnTo>
                  <a:pt x="4664" y="3210"/>
                </a:lnTo>
                <a:lnTo>
                  <a:pt x="4664" y="3210"/>
                </a:lnTo>
                <a:lnTo>
                  <a:pt x="4600" y="3188"/>
                </a:lnTo>
                <a:lnTo>
                  <a:pt x="4515" y="3188"/>
                </a:lnTo>
                <a:lnTo>
                  <a:pt x="4429" y="3210"/>
                </a:lnTo>
                <a:lnTo>
                  <a:pt x="4365" y="3231"/>
                </a:lnTo>
                <a:lnTo>
                  <a:pt x="4236" y="3338"/>
                </a:lnTo>
                <a:lnTo>
                  <a:pt x="4151" y="3466"/>
                </a:lnTo>
                <a:lnTo>
                  <a:pt x="4151" y="3466"/>
                </a:lnTo>
                <a:lnTo>
                  <a:pt x="4087" y="3595"/>
                </a:lnTo>
                <a:lnTo>
                  <a:pt x="4087" y="3659"/>
                </a:lnTo>
                <a:lnTo>
                  <a:pt x="4087" y="3723"/>
                </a:lnTo>
                <a:lnTo>
                  <a:pt x="4087" y="3787"/>
                </a:lnTo>
                <a:lnTo>
                  <a:pt x="4129" y="3830"/>
                </a:lnTo>
                <a:lnTo>
                  <a:pt x="4194" y="3830"/>
                </a:lnTo>
                <a:lnTo>
                  <a:pt x="4279" y="3787"/>
                </a:lnTo>
                <a:lnTo>
                  <a:pt x="4279" y="3787"/>
                </a:lnTo>
                <a:close/>
                <a:moveTo>
                  <a:pt x="4921" y="4643"/>
                </a:moveTo>
                <a:lnTo>
                  <a:pt x="4921" y="4643"/>
                </a:lnTo>
                <a:lnTo>
                  <a:pt x="6996" y="4557"/>
                </a:lnTo>
                <a:lnTo>
                  <a:pt x="6996" y="4557"/>
                </a:lnTo>
                <a:lnTo>
                  <a:pt x="7168" y="4557"/>
                </a:lnTo>
                <a:lnTo>
                  <a:pt x="7424" y="4536"/>
                </a:lnTo>
                <a:lnTo>
                  <a:pt x="7553" y="4493"/>
                </a:lnTo>
                <a:lnTo>
                  <a:pt x="7638" y="4450"/>
                </a:lnTo>
                <a:lnTo>
                  <a:pt x="7660" y="4429"/>
                </a:lnTo>
                <a:lnTo>
                  <a:pt x="7681" y="4386"/>
                </a:lnTo>
                <a:lnTo>
                  <a:pt x="7681" y="4344"/>
                </a:lnTo>
                <a:lnTo>
                  <a:pt x="7660" y="4279"/>
                </a:lnTo>
                <a:lnTo>
                  <a:pt x="7660" y="4279"/>
                </a:lnTo>
                <a:lnTo>
                  <a:pt x="7638" y="4237"/>
                </a:lnTo>
                <a:lnTo>
                  <a:pt x="7595" y="4215"/>
                </a:lnTo>
                <a:lnTo>
                  <a:pt x="7510" y="4172"/>
                </a:lnTo>
                <a:lnTo>
                  <a:pt x="7403" y="4151"/>
                </a:lnTo>
                <a:lnTo>
                  <a:pt x="7253" y="4151"/>
                </a:lnTo>
                <a:lnTo>
                  <a:pt x="6996" y="4194"/>
                </a:lnTo>
                <a:lnTo>
                  <a:pt x="6804" y="4215"/>
                </a:lnTo>
                <a:lnTo>
                  <a:pt x="6804" y="4215"/>
                </a:lnTo>
                <a:lnTo>
                  <a:pt x="5734" y="4258"/>
                </a:lnTo>
                <a:lnTo>
                  <a:pt x="4664" y="4301"/>
                </a:lnTo>
                <a:lnTo>
                  <a:pt x="4664" y="4301"/>
                </a:lnTo>
                <a:lnTo>
                  <a:pt x="4515" y="4301"/>
                </a:lnTo>
                <a:lnTo>
                  <a:pt x="4279" y="4322"/>
                </a:lnTo>
                <a:lnTo>
                  <a:pt x="4172" y="4344"/>
                </a:lnTo>
                <a:lnTo>
                  <a:pt x="4087" y="4386"/>
                </a:lnTo>
                <a:lnTo>
                  <a:pt x="4065" y="4408"/>
                </a:lnTo>
                <a:lnTo>
                  <a:pt x="4044" y="4450"/>
                </a:lnTo>
                <a:lnTo>
                  <a:pt x="4044" y="4493"/>
                </a:lnTo>
                <a:lnTo>
                  <a:pt x="4065" y="4536"/>
                </a:lnTo>
                <a:lnTo>
                  <a:pt x="4065" y="4536"/>
                </a:lnTo>
                <a:lnTo>
                  <a:pt x="4108" y="4600"/>
                </a:lnTo>
                <a:lnTo>
                  <a:pt x="4215" y="4643"/>
                </a:lnTo>
                <a:lnTo>
                  <a:pt x="4322" y="4664"/>
                </a:lnTo>
                <a:lnTo>
                  <a:pt x="4450" y="4664"/>
                </a:lnTo>
                <a:lnTo>
                  <a:pt x="4728" y="4643"/>
                </a:lnTo>
                <a:lnTo>
                  <a:pt x="4921" y="4643"/>
                </a:lnTo>
                <a:lnTo>
                  <a:pt x="4921" y="4643"/>
                </a:lnTo>
                <a:close/>
                <a:moveTo>
                  <a:pt x="6419" y="5477"/>
                </a:moveTo>
                <a:lnTo>
                  <a:pt x="6419" y="5477"/>
                </a:lnTo>
                <a:lnTo>
                  <a:pt x="6141" y="5456"/>
                </a:lnTo>
                <a:lnTo>
                  <a:pt x="5884" y="5477"/>
                </a:lnTo>
                <a:lnTo>
                  <a:pt x="5349" y="5499"/>
                </a:lnTo>
                <a:lnTo>
                  <a:pt x="5349" y="5499"/>
                </a:lnTo>
                <a:lnTo>
                  <a:pt x="4878" y="5520"/>
                </a:lnTo>
                <a:lnTo>
                  <a:pt x="4643" y="5542"/>
                </a:lnTo>
                <a:lnTo>
                  <a:pt x="4408" y="5606"/>
                </a:lnTo>
                <a:lnTo>
                  <a:pt x="4408" y="5606"/>
                </a:lnTo>
                <a:lnTo>
                  <a:pt x="4279" y="5649"/>
                </a:lnTo>
                <a:lnTo>
                  <a:pt x="4194" y="5713"/>
                </a:lnTo>
                <a:lnTo>
                  <a:pt x="4172" y="5756"/>
                </a:lnTo>
                <a:lnTo>
                  <a:pt x="4172" y="5798"/>
                </a:lnTo>
                <a:lnTo>
                  <a:pt x="4194" y="5841"/>
                </a:lnTo>
                <a:lnTo>
                  <a:pt x="4258" y="5884"/>
                </a:lnTo>
                <a:lnTo>
                  <a:pt x="4258" y="5884"/>
                </a:lnTo>
                <a:lnTo>
                  <a:pt x="4343" y="5905"/>
                </a:lnTo>
                <a:lnTo>
                  <a:pt x="4472" y="5884"/>
                </a:lnTo>
                <a:lnTo>
                  <a:pt x="4707" y="5841"/>
                </a:lnTo>
                <a:lnTo>
                  <a:pt x="4707" y="5841"/>
                </a:lnTo>
                <a:lnTo>
                  <a:pt x="4985" y="5841"/>
                </a:lnTo>
                <a:lnTo>
                  <a:pt x="5263" y="5820"/>
                </a:lnTo>
                <a:lnTo>
                  <a:pt x="5263" y="5820"/>
                </a:lnTo>
                <a:lnTo>
                  <a:pt x="6162" y="5798"/>
                </a:lnTo>
                <a:lnTo>
                  <a:pt x="7061" y="5777"/>
                </a:lnTo>
                <a:lnTo>
                  <a:pt x="7061" y="5777"/>
                </a:lnTo>
                <a:lnTo>
                  <a:pt x="7210" y="5777"/>
                </a:lnTo>
                <a:lnTo>
                  <a:pt x="7382" y="5734"/>
                </a:lnTo>
                <a:lnTo>
                  <a:pt x="7446" y="5691"/>
                </a:lnTo>
                <a:lnTo>
                  <a:pt x="7489" y="5649"/>
                </a:lnTo>
                <a:lnTo>
                  <a:pt x="7489" y="5584"/>
                </a:lnTo>
                <a:lnTo>
                  <a:pt x="7403" y="5499"/>
                </a:lnTo>
                <a:lnTo>
                  <a:pt x="7403" y="5499"/>
                </a:lnTo>
                <a:lnTo>
                  <a:pt x="7339" y="5456"/>
                </a:lnTo>
                <a:lnTo>
                  <a:pt x="7210" y="5413"/>
                </a:lnTo>
                <a:lnTo>
                  <a:pt x="7082" y="5413"/>
                </a:lnTo>
                <a:lnTo>
                  <a:pt x="6932" y="5413"/>
                </a:lnTo>
                <a:lnTo>
                  <a:pt x="6419" y="5477"/>
                </a:lnTo>
                <a:lnTo>
                  <a:pt x="6419" y="5477"/>
                </a:lnTo>
                <a:close/>
                <a:moveTo>
                  <a:pt x="6911" y="4857"/>
                </a:moveTo>
                <a:lnTo>
                  <a:pt x="6911" y="4857"/>
                </a:lnTo>
                <a:lnTo>
                  <a:pt x="5884" y="4921"/>
                </a:lnTo>
                <a:lnTo>
                  <a:pt x="5370" y="4964"/>
                </a:lnTo>
                <a:lnTo>
                  <a:pt x="4835" y="4985"/>
                </a:lnTo>
                <a:lnTo>
                  <a:pt x="4835" y="4985"/>
                </a:lnTo>
                <a:lnTo>
                  <a:pt x="4707" y="4985"/>
                </a:lnTo>
                <a:lnTo>
                  <a:pt x="4515" y="4985"/>
                </a:lnTo>
                <a:lnTo>
                  <a:pt x="4408" y="5007"/>
                </a:lnTo>
                <a:lnTo>
                  <a:pt x="4322" y="5028"/>
                </a:lnTo>
                <a:lnTo>
                  <a:pt x="4258" y="5071"/>
                </a:lnTo>
                <a:lnTo>
                  <a:pt x="4258" y="5092"/>
                </a:lnTo>
                <a:lnTo>
                  <a:pt x="4258" y="5135"/>
                </a:lnTo>
                <a:lnTo>
                  <a:pt x="4258" y="5135"/>
                </a:lnTo>
                <a:lnTo>
                  <a:pt x="4258" y="5157"/>
                </a:lnTo>
                <a:lnTo>
                  <a:pt x="4301" y="5178"/>
                </a:lnTo>
                <a:lnTo>
                  <a:pt x="4386" y="5199"/>
                </a:lnTo>
                <a:lnTo>
                  <a:pt x="4664" y="5221"/>
                </a:lnTo>
                <a:lnTo>
                  <a:pt x="5156" y="5199"/>
                </a:lnTo>
                <a:lnTo>
                  <a:pt x="5156" y="5199"/>
                </a:lnTo>
                <a:lnTo>
                  <a:pt x="5413" y="5199"/>
                </a:lnTo>
                <a:lnTo>
                  <a:pt x="6012" y="5178"/>
                </a:lnTo>
                <a:lnTo>
                  <a:pt x="7018" y="5135"/>
                </a:lnTo>
                <a:lnTo>
                  <a:pt x="7018" y="5135"/>
                </a:lnTo>
                <a:lnTo>
                  <a:pt x="7189" y="5135"/>
                </a:lnTo>
                <a:lnTo>
                  <a:pt x="7467" y="5135"/>
                </a:lnTo>
                <a:lnTo>
                  <a:pt x="7595" y="5114"/>
                </a:lnTo>
                <a:lnTo>
                  <a:pt x="7681" y="5071"/>
                </a:lnTo>
                <a:lnTo>
                  <a:pt x="7724" y="5050"/>
                </a:lnTo>
                <a:lnTo>
                  <a:pt x="7724" y="5007"/>
                </a:lnTo>
                <a:lnTo>
                  <a:pt x="7745" y="4985"/>
                </a:lnTo>
                <a:lnTo>
                  <a:pt x="7724" y="4943"/>
                </a:lnTo>
                <a:lnTo>
                  <a:pt x="7724" y="4943"/>
                </a:lnTo>
                <a:lnTo>
                  <a:pt x="7660" y="4878"/>
                </a:lnTo>
                <a:lnTo>
                  <a:pt x="7574" y="4836"/>
                </a:lnTo>
                <a:lnTo>
                  <a:pt x="7467" y="4814"/>
                </a:lnTo>
                <a:lnTo>
                  <a:pt x="7339" y="4814"/>
                </a:lnTo>
                <a:lnTo>
                  <a:pt x="7082" y="4836"/>
                </a:lnTo>
                <a:lnTo>
                  <a:pt x="6911" y="4857"/>
                </a:lnTo>
                <a:lnTo>
                  <a:pt x="6911" y="4857"/>
                </a:lnTo>
                <a:close/>
                <a:moveTo>
                  <a:pt x="6697" y="6141"/>
                </a:moveTo>
                <a:lnTo>
                  <a:pt x="6697" y="6141"/>
                </a:lnTo>
                <a:lnTo>
                  <a:pt x="6526" y="6184"/>
                </a:lnTo>
                <a:lnTo>
                  <a:pt x="6376" y="6269"/>
                </a:lnTo>
                <a:lnTo>
                  <a:pt x="6312" y="6312"/>
                </a:lnTo>
                <a:lnTo>
                  <a:pt x="6269" y="6376"/>
                </a:lnTo>
                <a:lnTo>
                  <a:pt x="6226" y="6462"/>
                </a:lnTo>
                <a:lnTo>
                  <a:pt x="6226" y="6547"/>
                </a:lnTo>
                <a:lnTo>
                  <a:pt x="6226" y="6547"/>
                </a:lnTo>
                <a:lnTo>
                  <a:pt x="6226" y="6611"/>
                </a:lnTo>
                <a:lnTo>
                  <a:pt x="6248" y="6697"/>
                </a:lnTo>
                <a:lnTo>
                  <a:pt x="6290" y="6740"/>
                </a:lnTo>
                <a:lnTo>
                  <a:pt x="6355" y="6783"/>
                </a:lnTo>
                <a:lnTo>
                  <a:pt x="6483" y="6847"/>
                </a:lnTo>
                <a:lnTo>
                  <a:pt x="6633" y="6868"/>
                </a:lnTo>
                <a:lnTo>
                  <a:pt x="6633" y="6868"/>
                </a:lnTo>
                <a:lnTo>
                  <a:pt x="6740" y="6847"/>
                </a:lnTo>
                <a:lnTo>
                  <a:pt x="6825" y="6825"/>
                </a:lnTo>
                <a:lnTo>
                  <a:pt x="6889" y="6804"/>
                </a:lnTo>
                <a:lnTo>
                  <a:pt x="6954" y="6761"/>
                </a:lnTo>
                <a:lnTo>
                  <a:pt x="7018" y="6697"/>
                </a:lnTo>
                <a:lnTo>
                  <a:pt x="7039" y="6654"/>
                </a:lnTo>
                <a:lnTo>
                  <a:pt x="7082" y="6590"/>
                </a:lnTo>
                <a:lnTo>
                  <a:pt x="7082" y="6526"/>
                </a:lnTo>
                <a:lnTo>
                  <a:pt x="7082" y="6462"/>
                </a:lnTo>
                <a:lnTo>
                  <a:pt x="7082" y="6397"/>
                </a:lnTo>
                <a:lnTo>
                  <a:pt x="7061" y="6333"/>
                </a:lnTo>
                <a:lnTo>
                  <a:pt x="7018" y="6291"/>
                </a:lnTo>
                <a:lnTo>
                  <a:pt x="6954" y="6248"/>
                </a:lnTo>
                <a:lnTo>
                  <a:pt x="6889" y="6205"/>
                </a:lnTo>
                <a:lnTo>
                  <a:pt x="6804" y="6162"/>
                </a:lnTo>
                <a:lnTo>
                  <a:pt x="6697" y="6141"/>
                </a:lnTo>
                <a:lnTo>
                  <a:pt x="6697" y="6141"/>
                </a:lnTo>
                <a:close/>
                <a:moveTo>
                  <a:pt x="4686" y="1134"/>
                </a:moveTo>
                <a:lnTo>
                  <a:pt x="4686" y="1134"/>
                </a:lnTo>
                <a:lnTo>
                  <a:pt x="4686" y="1070"/>
                </a:lnTo>
                <a:lnTo>
                  <a:pt x="4664" y="1027"/>
                </a:lnTo>
                <a:lnTo>
                  <a:pt x="4643" y="984"/>
                </a:lnTo>
                <a:lnTo>
                  <a:pt x="4600" y="942"/>
                </a:lnTo>
                <a:lnTo>
                  <a:pt x="4493" y="899"/>
                </a:lnTo>
                <a:lnTo>
                  <a:pt x="4386" y="899"/>
                </a:lnTo>
                <a:lnTo>
                  <a:pt x="4279" y="920"/>
                </a:lnTo>
                <a:lnTo>
                  <a:pt x="4194" y="963"/>
                </a:lnTo>
                <a:lnTo>
                  <a:pt x="4108" y="1049"/>
                </a:lnTo>
                <a:lnTo>
                  <a:pt x="4108" y="1113"/>
                </a:lnTo>
                <a:lnTo>
                  <a:pt x="4087" y="1177"/>
                </a:lnTo>
                <a:lnTo>
                  <a:pt x="4087" y="1177"/>
                </a:lnTo>
                <a:lnTo>
                  <a:pt x="4087" y="1241"/>
                </a:lnTo>
                <a:lnTo>
                  <a:pt x="4108" y="1284"/>
                </a:lnTo>
                <a:lnTo>
                  <a:pt x="4151" y="1327"/>
                </a:lnTo>
                <a:lnTo>
                  <a:pt x="4172" y="1369"/>
                </a:lnTo>
                <a:lnTo>
                  <a:pt x="4279" y="1412"/>
                </a:lnTo>
                <a:lnTo>
                  <a:pt x="4386" y="1412"/>
                </a:lnTo>
                <a:lnTo>
                  <a:pt x="4493" y="1391"/>
                </a:lnTo>
                <a:lnTo>
                  <a:pt x="4579" y="1327"/>
                </a:lnTo>
                <a:lnTo>
                  <a:pt x="4664" y="1241"/>
                </a:lnTo>
                <a:lnTo>
                  <a:pt x="4686" y="1198"/>
                </a:lnTo>
                <a:lnTo>
                  <a:pt x="4686" y="1134"/>
                </a:lnTo>
                <a:lnTo>
                  <a:pt x="4686" y="1134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28"/>
          <p:cNvSpPr/>
          <p:nvPr/>
        </p:nvSpPr>
        <p:spPr>
          <a:xfrm>
            <a:off x="4977579" y="2564721"/>
            <a:ext cx="273615" cy="231173"/>
          </a:xfrm>
          <a:custGeom>
            <a:rect b="b" l="l" r="r" t="t"/>
            <a:pathLst>
              <a:path extrusionOk="0" h="8045" w="8709">
                <a:moveTo>
                  <a:pt x="8665" y="4793"/>
                </a:moveTo>
                <a:lnTo>
                  <a:pt x="8665" y="4793"/>
                </a:lnTo>
                <a:lnTo>
                  <a:pt x="8687" y="3916"/>
                </a:lnTo>
                <a:lnTo>
                  <a:pt x="8708" y="3038"/>
                </a:lnTo>
                <a:lnTo>
                  <a:pt x="8708" y="3038"/>
                </a:lnTo>
                <a:lnTo>
                  <a:pt x="8687" y="2717"/>
                </a:lnTo>
                <a:lnTo>
                  <a:pt x="8665" y="2396"/>
                </a:lnTo>
                <a:lnTo>
                  <a:pt x="8622" y="2225"/>
                </a:lnTo>
                <a:lnTo>
                  <a:pt x="8580" y="2076"/>
                </a:lnTo>
                <a:lnTo>
                  <a:pt x="8516" y="1926"/>
                </a:lnTo>
                <a:lnTo>
                  <a:pt x="8409" y="1797"/>
                </a:lnTo>
                <a:lnTo>
                  <a:pt x="8409" y="1797"/>
                </a:lnTo>
                <a:lnTo>
                  <a:pt x="8366" y="1733"/>
                </a:lnTo>
                <a:lnTo>
                  <a:pt x="8302" y="1690"/>
                </a:lnTo>
                <a:lnTo>
                  <a:pt x="8130" y="1626"/>
                </a:lnTo>
                <a:lnTo>
                  <a:pt x="7959" y="1583"/>
                </a:lnTo>
                <a:lnTo>
                  <a:pt x="7767" y="1541"/>
                </a:lnTo>
                <a:lnTo>
                  <a:pt x="7360" y="1541"/>
                </a:lnTo>
                <a:lnTo>
                  <a:pt x="7018" y="1541"/>
                </a:lnTo>
                <a:lnTo>
                  <a:pt x="7018" y="1541"/>
                </a:lnTo>
                <a:lnTo>
                  <a:pt x="6633" y="1541"/>
                </a:lnTo>
                <a:lnTo>
                  <a:pt x="6226" y="1562"/>
                </a:lnTo>
                <a:lnTo>
                  <a:pt x="6226" y="1562"/>
                </a:lnTo>
                <a:lnTo>
                  <a:pt x="6141" y="1562"/>
                </a:lnTo>
                <a:lnTo>
                  <a:pt x="6076" y="1541"/>
                </a:lnTo>
                <a:lnTo>
                  <a:pt x="6034" y="1519"/>
                </a:lnTo>
                <a:lnTo>
                  <a:pt x="6012" y="1476"/>
                </a:lnTo>
                <a:lnTo>
                  <a:pt x="6012" y="1348"/>
                </a:lnTo>
                <a:lnTo>
                  <a:pt x="6012" y="1177"/>
                </a:lnTo>
                <a:lnTo>
                  <a:pt x="6012" y="1177"/>
                </a:lnTo>
                <a:lnTo>
                  <a:pt x="6012" y="1006"/>
                </a:lnTo>
                <a:lnTo>
                  <a:pt x="6012" y="856"/>
                </a:lnTo>
                <a:lnTo>
                  <a:pt x="5991" y="770"/>
                </a:lnTo>
                <a:lnTo>
                  <a:pt x="5948" y="706"/>
                </a:lnTo>
                <a:lnTo>
                  <a:pt x="5905" y="663"/>
                </a:lnTo>
                <a:lnTo>
                  <a:pt x="5841" y="599"/>
                </a:lnTo>
                <a:lnTo>
                  <a:pt x="5841" y="599"/>
                </a:lnTo>
                <a:lnTo>
                  <a:pt x="5691" y="514"/>
                </a:lnTo>
                <a:lnTo>
                  <a:pt x="5520" y="428"/>
                </a:lnTo>
                <a:lnTo>
                  <a:pt x="5199" y="278"/>
                </a:lnTo>
                <a:lnTo>
                  <a:pt x="5199" y="278"/>
                </a:lnTo>
                <a:lnTo>
                  <a:pt x="4921" y="150"/>
                </a:lnTo>
                <a:lnTo>
                  <a:pt x="4793" y="86"/>
                </a:lnTo>
                <a:lnTo>
                  <a:pt x="4664" y="43"/>
                </a:lnTo>
                <a:lnTo>
                  <a:pt x="4515" y="22"/>
                </a:lnTo>
                <a:lnTo>
                  <a:pt x="4365" y="0"/>
                </a:lnTo>
                <a:lnTo>
                  <a:pt x="4236" y="22"/>
                </a:lnTo>
                <a:lnTo>
                  <a:pt x="4087" y="64"/>
                </a:lnTo>
                <a:lnTo>
                  <a:pt x="4087" y="64"/>
                </a:lnTo>
                <a:lnTo>
                  <a:pt x="3701" y="257"/>
                </a:lnTo>
                <a:lnTo>
                  <a:pt x="3316" y="428"/>
                </a:lnTo>
                <a:lnTo>
                  <a:pt x="3316" y="428"/>
                </a:lnTo>
                <a:lnTo>
                  <a:pt x="2995" y="599"/>
                </a:lnTo>
                <a:lnTo>
                  <a:pt x="2846" y="685"/>
                </a:lnTo>
                <a:lnTo>
                  <a:pt x="2717" y="792"/>
                </a:lnTo>
                <a:lnTo>
                  <a:pt x="2717" y="792"/>
                </a:lnTo>
                <a:lnTo>
                  <a:pt x="2674" y="856"/>
                </a:lnTo>
                <a:lnTo>
                  <a:pt x="2653" y="920"/>
                </a:lnTo>
                <a:lnTo>
                  <a:pt x="2632" y="984"/>
                </a:lnTo>
                <a:lnTo>
                  <a:pt x="2632" y="1049"/>
                </a:lnTo>
                <a:lnTo>
                  <a:pt x="2653" y="1177"/>
                </a:lnTo>
                <a:lnTo>
                  <a:pt x="2674" y="1327"/>
                </a:lnTo>
                <a:lnTo>
                  <a:pt x="2674" y="1327"/>
                </a:lnTo>
                <a:lnTo>
                  <a:pt x="2653" y="1391"/>
                </a:lnTo>
                <a:lnTo>
                  <a:pt x="2632" y="1455"/>
                </a:lnTo>
                <a:lnTo>
                  <a:pt x="2610" y="1476"/>
                </a:lnTo>
                <a:lnTo>
                  <a:pt x="2546" y="1498"/>
                </a:lnTo>
                <a:lnTo>
                  <a:pt x="2439" y="1498"/>
                </a:lnTo>
                <a:lnTo>
                  <a:pt x="2289" y="1498"/>
                </a:lnTo>
                <a:lnTo>
                  <a:pt x="2289" y="1498"/>
                </a:lnTo>
                <a:lnTo>
                  <a:pt x="1562" y="1519"/>
                </a:lnTo>
                <a:lnTo>
                  <a:pt x="1198" y="1562"/>
                </a:lnTo>
                <a:lnTo>
                  <a:pt x="856" y="1605"/>
                </a:lnTo>
                <a:lnTo>
                  <a:pt x="856" y="1605"/>
                </a:lnTo>
                <a:lnTo>
                  <a:pt x="706" y="1626"/>
                </a:lnTo>
                <a:lnTo>
                  <a:pt x="556" y="1669"/>
                </a:lnTo>
                <a:lnTo>
                  <a:pt x="407" y="1712"/>
                </a:lnTo>
                <a:lnTo>
                  <a:pt x="278" y="1797"/>
                </a:lnTo>
                <a:lnTo>
                  <a:pt x="278" y="1797"/>
                </a:lnTo>
                <a:lnTo>
                  <a:pt x="235" y="1862"/>
                </a:lnTo>
                <a:lnTo>
                  <a:pt x="193" y="1926"/>
                </a:lnTo>
                <a:lnTo>
                  <a:pt x="150" y="2097"/>
                </a:lnTo>
                <a:lnTo>
                  <a:pt x="86" y="2418"/>
                </a:lnTo>
                <a:lnTo>
                  <a:pt x="86" y="2418"/>
                </a:lnTo>
                <a:lnTo>
                  <a:pt x="43" y="2824"/>
                </a:lnTo>
                <a:lnTo>
                  <a:pt x="0" y="3231"/>
                </a:lnTo>
                <a:lnTo>
                  <a:pt x="0" y="3659"/>
                </a:lnTo>
                <a:lnTo>
                  <a:pt x="0" y="4065"/>
                </a:lnTo>
                <a:lnTo>
                  <a:pt x="43" y="4900"/>
                </a:lnTo>
                <a:lnTo>
                  <a:pt x="64" y="5734"/>
                </a:lnTo>
                <a:lnTo>
                  <a:pt x="64" y="5734"/>
                </a:lnTo>
                <a:lnTo>
                  <a:pt x="43" y="5798"/>
                </a:lnTo>
                <a:lnTo>
                  <a:pt x="43" y="5970"/>
                </a:lnTo>
                <a:lnTo>
                  <a:pt x="43" y="6483"/>
                </a:lnTo>
                <a:lnTo>
                  <a:pt x="86" y="7039"/>
                </a:lnTo>
                <a:lnTo>
                  <a:pt x="107" y="7253"/>
                </a:lnTo>
                <a:lnTo>
                  <a:pt x="128" y="7360"/>
                </a:lnTo>
                <a:lnTo>
                  <a:pt x="128" y="7360"/>
                </a:lnTo>
                <a:lnTo>
                  <a:pt x="214" y="7510"/>
                </a:lnTo>
                <a:lnTo>
                  <a:pt x="342" y="7617"/>
                </a:lnTo>
                <a:lnTo>
                  <a:pt x="514" y="7724"/>
                </a:lnTo>
                <a:lnTo>
                  <a:pt x="685" y="7810"/>
                </a:lnTo>
                <a:lnTo>
                  <a:pt x="877" y="7874"/>
                </a:lnTo>
                <a:lnTo>
                  <a:pt x="1070" y="7938"/>
                </a:lnTo>
                <a:lnTo>
                  <a:pt x="1412" y="8002"/>
                </a:lnTo>
                <a:lnTo>
                  <a:pt x="1412" y="8002"/>
                </a:lnTo>
                <a:lnTo>
                  <a:pt x="1861" y="8045"/>
                </a:lnTo>
                <a:lnTo>
                  <a:pt x="2332" y="8045"/>
                </a:lnTo>
                <a:lnTo>
                  <a:pt x="2803" y="8045"/>
                </a:lnTo>
                <a:lnTo>
                  <a:pt x="3252" y="8024"/>
                </a:lnTo>
                <a:lnTo>
                  <a:pt x="4194" y="7959"/>
                </a:lnTo>
                <a:lnTo>
                  <a:pt x="4664" y="7959"/>
                </a:lnTo>
                <a:lnTo>
                  <a:pt x="5114" y="7959"/>
                </a:lnTo>
                <a:lnTo>
                  <a:pt x="5114" y="7959"/>
                </a:lnTo>
                <a:lnTo>
                  <a:pt x="5969" y="7981"/>
                </a:lnTo>
                <a:lnTo>
                  <a:pt x="6397" y="7981"/>
                </a:lnTo>
                <a:lnTo>
                  <a:pt x="6825" y="7959"/>
                </a:lnTo>
                <a:lnTo>
                  <a:pt x="6825" y="7959"/>
                </a:lnTo>
                <a:lnTo>
                  <a:pt x="7210" y="7938"/>
                </a:lnTo>
                <a:lnTo>
                  <a:pt x="7617" y="7917"/>
                </a:lnTo>
                <a:lnTo>
                  <a:pt x="7809" y="7874"/>
                </a:lnTo>
                <a:lnTo>
                  <a:pt x="8023" y="7852"/>
                </a:lnTo>
                <a:lnTo>
                  <a:pt x="8195" y="7788"/>
                </a:lnTo>
                <a:lnTo>
                  <a:pt x="8366" y="7703"/>
                </a:lnTo>
                <a:lnTo>
                  <a:pt x="8366" y="7703"/>
                </a:lnTo>
                <a:lnTo>
                  <a:pt x="8430" y="7660"/>
                </a:lnTo>
                <a:lnTo>
                  <a:pt x="8494" y="7617"/>
                </a:lnTo>
                <a:lnTo>
                  <a:pt x="8580" y="7467"/>
                </a:lnTo>
                <a:lnTo>
                  <a:pt x="8622" y="7318"/>
                </a:lnTo>
                <a:lnTo>
                  <a:pt x="8665" y="7146"/>
                </a:lnTo>
                <a:lnTo>
                  <a:pt x="8665" y="6954"/>
                </a:lnTo>
                <a:lnTo>
                  <a:pt x="8665" y="6783"/>
                </a:lnTo>
                <a:lnTo>
                  <a:pt x="8644" y="6462"/>
                </a:lnTo>
                <a:lnTo>
                  <a:pt x="8644" y="6462"/>
                </a:lnTo>
                <a:lnTo>
                  <a:pt x="8665" y="4793"/>
                </a:lnTo>
                <a:lnTo>
                  <a:pt x="8665" y="4793"/>
                </a:lnTo>
                <a:close/>
                <a:moveTo>
                  <a:pt x="3124" y="1049"/>
                </a:moveTo>
                <a:lnTo>
                  <a:pt x="3124" y="1049"/>
                </a:lnTo>
                <a:lnTo>
                  <a:pt x="3167" y="963"/>
                </a:lnTo>
                <a:lnTo>
                  <a:pt x="3252" y="920"/>
                </a:lnTo>
                <a:lnTo>
                  <a:pt x="3252" y="920"/>
                </a:lnTo>
                <a:lnTo>
                  <a:pt x="3445" y="856"/>
                </a:lnTo>
                <a:lnTo>
                  <a:pt x="3637" y="792"/>
                </a:lnTo>
                <a:lnTo>
                  <a:pt x="3830" y="728"/>
                </a:lnTo>
                <a:lnTo>
                  <a:pt x="4022" y="642"/>
                </a:lnTo>
                <a:lnTo>
                  <a:pt x="4022" y="642"/>
                </a:lnTo>
                <a:lnTo>
                  <a:pt x="4236" y="535"/>
                </a:lnTo>
                <a:lnTo>
                  <a:pt x="4408" y="471"/>
                </a:lnTo>
                <a:lnTo>
                  <a:pt x="4493" y="471"/>
                </a:lnTo>
                <a:lnTo>
                  <a:pt x="4579" y="471"/>
                </a:lnTo>
                <a:lnTo>
                  <a:pt x="4664" y="492"/>
                </a:lnTo>
                <a:lnTo>
                  <a:pt x="4793" y="535"/>
                </a:lnTo>
                <a:lnTo>
                  <a:pt x="4793" y="535"/>
                </a:lnTo>
                <a:lnTo>
                  <a:pt x="5178" y="663"/>
                </a:lnTo>
                <a:lnTo>
                  <a:pt x="5370" y="749"/>
                </a:lnTo>
                <a:lnTo>
                  <a:pt x="5456" y="792"/>
                </a:lnTo>
                <a:lnTo>
                  <a:pt x="5499" y="856"/>
                </a:lnTo>
                <a:lnTo>
                  <a:pt x="5499" y="856"/>
                </a:lnTo>
                <a:lnTo>
                  <a:pt x="5542" y="920"/>
                </a:lnTo>
                <a:lnTo>
                  <a:pt x="5584" y="1006"/>
                </a:lnTo>
                <a:lnTo>
                  <a:pt x="5627" y="1198"/>
                </a:lnTo>
                <a:lnTo>
                  <a:pt x="5627" y="1412"/>
                </a:lnTo>
                <a:lnTo>
                  <a:pt x="5606" y="1498"/>
                </a:lnTo>
                <a:lnTo>
                  <a:pt x="5584" y="1583"/>
                </a:lnTo>
                <a:lnTo>
                  <a:pt x="5584" y="1583"/>
                </a:lnTo>
                <a:lnTo>
                  <a:pt x="5542" y="1626"/>
                </a:lnTo>
                <a:lnTo>
                  <a:pt x="5456" y="1669"/>
                </a:lnTo>
                <a:lnTo>
                  <a:pt x="5242" y="1755"/>
                </a:lnTo>
                <a:lnTo>
                  <a:pt x="5049" y="1797"/>
                </a:lnTo>
                <a:lnTo>
                  <a:pt x="4985" y="1797"/>
                </a:lnTo>
                <a:lnTo>
                  <a:pt x="4964" y="1776"/>
                </a:lnTo>
                <a:lnTo>
                  <a:pt x="4964" y="1776"/>
                </a:lnTo>
                <a:lnTo>
                  <a:pt x="3851" y="1755"/>
                </a:lnTo>
                <a:lnTo>
                  <a:pt x="3851" y="1755"/>
                </a:lnTo>
                <a:lnTo>
                  <a:pt x="3680" y="1755"/>
                </a:lnTo>
                <a:lnTo>
                  <a:pt x="3488" y="1755"/>
                </a:lnTo>
                <a:lnTo>
                  <a:pt x="3381" y="1733"/>
                </a:lnTo>
                <a:lnTo>
                  <a:pt x="3295" y="1712"/>
                </a:lnTo>
                <a:lnTo>
                  <a:pt x="3231" y="1669"/>
                </a:lnTo>
                <a:lnTo>
                  <a:pt x="3167" y="1605"/>
                </a:lnTo>
                <a:lnTo>
                  <a:pt x="3167" y="1605"/>
                </a:lnTo>
                <a:lnTo>
                  <a:pt x="3145" y="1519"/>
                </a:lnTo>
                <a:lnTo>
                  <a:pt x="3124" y="1327"/>
                </a:lnTo>
                <a:lnTo>
                  <a:pt x="3102" y="1156"/>
                </a:lnTo>
                <a:lnTo>
                  <a:pt x="3124" y="1049"/>
                </a:lnTo>
                <a:lnTo>
                  <a:pt x="3124" y="1049"/>
                </a:lnTo>
                <a:close/>
                <a:moveTo>
                  <a:pt x="8216" y="4108"/>
                </a:moveTo>
                <a:lnTo>
                  <a:pt x="8216" y="4108"/>
                </a:lnTo>
                <a:lnTo>
                  <a:pt x="8195" y="4429"/>
                </a:lnTo>
                <a:lnTo>
                  <a:pt x="8152" y="4750"/>
                </a:lnTo>
                <a:lnTo>
                  <a:pt x="8109" y="5092"/>
                </a:lnTo>
                <a:lnTo>
                  <a:pt x="8088" y="5413"/>
                </a:lnTo>
                <a:lnTo>
                  <a:pt x="8088" y="5413"/>
                </a:lnTo>
                <a:lnTo>
                  <a:pt x="8088" y="6077"/>
                </a:lnTo>
                <a:lnTo>
                  <a:pt x="8088" y="6419"/>
                </a:lnTo>
                <a:lnTo>
                  <a:pt x="8066" y="6740"/>
                </a:lnTo>
                <a:lnTo>
                  <a:pt x="8066" y="6740"/>
                </a:lnTo>
                <a:lnTo>
                  <a:pt x="8045" y="6868"/>
                </a:lnTo>
                <a:lnTo>
                  <a:pt x="8023" y="6997"/>
                </a:lnTo>
                <a:lnTo>
                  <a:pt x="7959" y="7104"/>
                </a:lnTo>
                <a:lnTo>
                  <a:pt x="7916" y="7146"/>
                </a:lnTo>
                <a:lnTo>
                  <a:pt x="7852" y="7189"/>
                </a:lnTo>
                <a:lnTo>
                  <a:pt x="7852" y="7189"/>
                </a:lnTo>
                <a:lnTo>
                  <a:pt x="7745" y="7253"/>
                </a:lnTo>
                <a:lnTo>
                  <a:pt x="7595" y="7296"/>
                </a:lnTo>
                <a:lnTo>
                  <a:pt x="7339" y="7360"/>
                </a:lnTo>
                <a:lnTo>
                  <a:pt x="7339" y="7360"/>
                </a:lnTo>
                <a:lnTo>
                  <a:pt x="6697" y="7382"/>
                </a:lnTo>
                <a:lnTo>
                  <a:pt x="6312" y="7382"/>
                </a:lnTo>
                <a:lnTo>
                  <a:pt x="6183" y="7360"/>
                </a:lnTo>
                <a:lnTo>
                  <a:pt x="6141" y="7360"/>
                </a:lnTo>
                <a:lnTo>
                  <a:pt x="6141" y="7360"/>
                </a:lnTo>
                <a:lnTo>
                  <a:pt x="4621" y="7403"/>
                </a:lnTo>
                <a:lnTo>
                  <a:pt x="3102" y="7424"/>
                </a:lnTo>
                <a:lnTo>
                  <a:pt x="3102" y="7424"/>
                </a:lnTo>
                <a:lnTo>
                  <a:pt x="2781" y="7424"/>
                </a:lnTo>
                <a:lnTo>
                  <a:pt x="2461" y="7403"/>
                </a:lnTo>
                <a:lnTo>
                  <a:pt x="1797" y="7382"/>
                </a:lnTo>
                <a:lnTo>
                  <a:pt x="1797" y="7382"/>
                </a:lnTo>
                <a:lnTo>
                  <a:pt x="1519" y="7360"/>
                </a:lnTo>
                <a:lnTo>
                  <a:pt x="1348" y="7339"/>
                </a:lnTo>
                <a:lnTo>
                  <a:pt x="1198" y="7318"/>
                </a:lnTo>
                <a:lnTo>
                  <a:pt x="1070" y="7275"/>
                </a:lnTo>
                <a:lnTo>
                  <a:pt x="941" y="7189"/>
                </a:lnTo>
                <a:lnTo>
                  <a:pt x="834" y="7104"/>
                </a:lnTo>
                <a:lnTo>
                  <a:pt x="749" y="6975"/>
                </a:lnTo>
                <a:lnTo>
                  <a:pt x="749" y="6975"/>
                </a:lnTo>
                <a:lnTo>
                  <a:pt x="685" y="6847"/>
                </a:lnTo>
                <a:lnTo>
                  <a:pt x="663" y="6718"/>
                </a:lnTo>
                <a:lnTo>
                  <a:pt x="642" y="6397"/>
                </a:lnTo>
                <a:lnTo>
                  <a:pt x="642" y="5820"/>
                </a:lnTo>
                <a:lnTo>
                  <a:pt x="642" y="5820"/>
                </a:lnTo>
                <a:lnTo>
                  <a:pt x="599" y="4536"/>
                </a:lnTo>
                <a:lnTo>
                  <a:pt x="599" y="4536"/>
                </a:lnTo>
                <a:lnTo>
                  <a:pt x="578" y="3830"/>
                </a:lnTo>
                <a:lnTo>
                  <a:pt x="578" y="3124"/>
                </a:lnTo>
                <a:lnTo>
                  <a:pt x="578" y="3124"/>
                </a:lnTo>
                <a:lnTo>
                  <a:pt x="599" y="2889"/>
                </a:lnTo>
                <a:lnTo>
                  <a:pt x="620" y="2653"/>
                </a:lnTo>
                <a:lnTo>
                  <a:pt x="663" y="2546"/>
                </a:lnTo>
                <a:lnTo>
                  <a:pt x="706" y="2439"/>
                </a:lnTo>
                <a:lnTo>
                  <a:pt x="770" y="2354"/>
                </a:lnTo>
                <a:lnTo>
                  <a:pt x="856" y="2268"/>
                </a:lnTo>
                <a:lnTo>
                  <a:pt x="856" y="2268"/>
                </a:lnTo>
                <a:lnTo>
                  <a:pt x="984" y="2183"/>
                </a:lnTo>
                <a:lnTo>
                  <a:pt x="1134" y="2118"/>
                </a:lnTo>
                <a:lnTo>
                  <a:pt x="1262" y="2097"/>
                </a:lnTo>
                <a:lnTo>
                  <a:pt x="1434" y="2076"/>
                </a:lnTo>
                <a:lnTo>
                  <a:pt x="1733" y="2054"/>
                </a:lnTo>
                <a:lnTo>
                  <a:pt x="2033" y="2054"/>
                </a:lnTo>
                <a:lnTo>
                  <a:pt x="2033" y="2054"/>
                </a:lnTo>
                <a:lnTo>
                  <a:pt x="2289" y="2033"/>
                </a:lnTo>
                <a:lnTo>
                  <a:pt x="2546" y="1990"/>
                </a:lnTo>
                <a:lnTo>
                  <a:pt x="2546" y="1990"/>
                </a:lnTo>
                <a:lnTo>
                  <a:pt x="2674" y="2011"/>
                </a:lnTo>
                <a:lnTo>
                  <a:pt x="2717" y="2033"/>
                </a:lnTo>
                <a:lnTo>
                  <a:pt x="2739" y="2054"/>
                </a:lnTo>
                <a:lnTo>
                  <a:pt x="2781" y="2140"/>
                </a:lnTo>
                <a:lnTo>
                  <a:pt x="2867" y="2247"/>
                </a:lnTo>
                <a:lnTo>
                  <a:pt x="2867" y="2247"/>
                </a:lnTo>
                <a:lnTo>
                  <a:pt x="2974" y="2311"/>
                </a:lnTo>
                <a:lnTo>
                  <a:pt x="3102" y="2354"/>
                </a:lnTo>
                <a:lnTo>
                  <a:pt x="3252" y="2375"/>
                </a:lnTo>
                <a:lnTo>
                  <a:pt x="3402" y="2375"/>
                </a:lnTo>
                <a:lnTo>
                  <a:pt x="3723" y="2354"/>
                </a:lnTo>
                <a:lnTo>
                  <a:pt x="4001" y="2332"/>
                </a:lnTo>
                <a:lnTo>
                  <a:pt x="4001" y="2332"/>
                </a:lnTo>
                <a:lnTo>
                  <a:pt x="4686" y="2354"/>
                </a:lnTo>
                <a:lnTo>
                  <a:pt x="5370" y="2354"/>
                </a:lnTo>
                <a:lnTo>
                  <a:pt x="5370" y="2354"/>
                </a:lnTo>
                <a:lnTo>
                  <a:pt x="5542" y="2354"/>
                </a:lnTo>
                <a:lnTo>
                  <a:pt x="5670" y="2332"/>
                </a:lnTo>
                <a:lnTo>
                  <a:pt x="5777" y="2290"/>
                </a:lnTo>
                <a:lnTo>
                  <a:pt x="5927" y="2225"/>
                </a:lnTo>
                <a:lnTo>
                  <a:pt x="5927" y="2225"/>
                </a:lnTo>
                <a:lnTo>
                  <a:pt x="6055" y="2161"/>
                </a:lnTo>
                <a:lnTo>
                  <a:pt x="6205" y="2140"/>
                </a:lnTo>
                <a:lnTo>
                  <a:pt x="6504" y="2118"/>
                </a:lnTo>
                <a:lnTo>
                  <a:pt x="6504" y="2118"/>
                </a:lnTo>
                <a:lnTo>
                  <a:pt x="7146" y="2076"/>
                </a:lnTo>
                <a:lnTo>
                  <a:pt x="7489" y="2076"/>
                </a:lnTo>
                <a:lnTo>
                  <a:pt x="7809" y="2097"/>
                </a:lnTo>
                <a:lnTo>
                  <a:pt x="7809" y="2097"/>
                </a:lnTo>
                <a:lnTo>
                  <a:pt x="7938" y="2140"/>
                </a:lnTo>
                <a:lnTo>
                  <a:pt x="8023" y="2183"/>
                </a:lnTo>
                <a:lnTo>
                  <a:pt x="8109" y="2268"/>
                </a:lnTo>
                <a:lnTo>
                  <a:pt x="8152" y="2375"/>
                </a:lnTo>
                <a:lnTo>
                  <a:pt x="8195" y="2482"/>
                </a:lnTo>
                <a:lnTo>
                  <a:pt x="8216" y="2610"/>
                </a:lnTo>
                <a:lnTo>
                  <a:pt x="8216" y="2846"/>
                </a:lnTo>
                <a:lnTo>
                  <a:pt x="8216" y="2846"/>
                </a:lnTo>
                <a:lnTo>
                  <a:pt x="8237" y="3488"/>
                </a:lnTo>
                <a:lnTo>
                  <a:pt x="8237" y="3787"/>
                </a:lnTo>
                <a:lnTo>
                  <a:pt x="8216" y="4108"/>
                </a:lnTo>
                <a:lnTo>
                  <a:pt x="8216" y="4108"/>
                </a:lnTo>
                <a:close/>
                <a:moveTo>
                  <a:pt x="3209" y="4557"/>
                </a:moveTo>
                <a:lnTo>
                  <a:pt x="3209" y="4557"/>
                </a:lnTo>
                <a:lnTo>
                  <a:pt x="3102" y="4515"/>
                </a:lnTo>
                <a:lnTo>
                  <a:pt x="2995" y="4472"/>
                </a:lnTo>
                <a:lnTo>
                  <a:pt x="2953" y="4450"/>
                </a:lnTo>
                <a:lnTo>
                  <a:pt x="2931" y="4429"/>
                </a:lnTo>
                <a:lnTo>
                  <a:pt x="2910" y="4386"/>
                </a:lnTo>
                <a:lnTo>
                  <a:pt x="2888" y="4322"/>
                </a:lnTo>
                <a:lnTo>
                  <a:pt x="2888" y="4322"/>
                </a:lnTo>
                <a:lnTo>
                  <a:pt x="2910" y="4194"/>
                </a:lnTo>
                <a:lnTo>
                  <a:pt x="2931" y="4044"/>
                </a:lnTo>
                <a:lnTo>
                  <a:pt x="2974" y="3787"/>
                </a:lnTo>
                <a:lnTo>
                  <a:pt x="2974" y="3637"/>
                </a:lnTo>
                <a:lnTo>
                  <a:pt x="2974" y="3509"/>
                </a:lnTo>
                <a:lnTo>
                  <a:pt x="2931" y="3381"/>
                </a:lnTo>
                <a:lnTo>
                  <a:pt x="2846" y="3274"/>
                </a:lnTo>
                <a:lnTo>
                  <a:pt x="2846" y="3274"/>
                </a:lnTo>
                <a:lnTo>
                  <a:pt x="2781" y="3231"/>
                </a:lnTo>
                <a:lnTo>
                  <a:pt x="2717" y="3188"/>
                </a:lnTo>
                <a:lnTo>
                  <a:pt x="2589" y="3145"/>
                </a:lnTo>
                <a:lnTo>
                  <a:pt x="2439" y="3167"/>
                </a:lnTo>
                <a:lnTo>
                  <a:pt x="2311" y="3210"/>
                </a:lnTo>
                <a:lnTo>
                  <a:pt x="2161" y="3274"/>
                </a:lnTo>
                <a:lnTo>
                  <a:pt x="2033" y="3359"/>
                </a:lnTo>
                <a:lnTo>
                  <a:pt x="1947" y="3466"/>
                </a:lnTo>
                <a:lnTo>
                  <a:pt x="1883" y="3595"/>
                </a:lnTo>
                <a:lnTo>
                  <a:pt x="1883" y="3595"/>
                </a:lnTo>
                <a:lnTo>
                  <a:pt x="1861" y="3702"/>
                </a:lnTo>
                <a:lnTo>
                  <a:pt x="1840" y="3830"/>
                </a:lnTo>
                <a:lnTo>
                  <a:pt x="1840" y="3958"/>
                </a:lnTo>
                <a:lnTo>
                  <a:pt x="1861" y="4065"/>
                </a:lnTo>
                <a:lnTo>
                  <a:pt x="1861" y="4065"/>
                </a:lnTo>
                <a:lnTo>
                  <a:pt x="1904" y="4172"/>
                </a:lnTo>
                <a:lnTo>
                  <a:pt x="1990" y="4279"/>
                </a:lnTo>
                <a:lnTo>
                  <a:pt x="2054" y="4408"/>
                </a:lnTo>
                <a:lnTo>
                  <a:pt x="2054" y="4450"/>
                </a:lnTo>
                <a:lnTo>
                  <a:pt x="2054" y="4515"/>
                </a:lnTo>
                <a:lnTo>
                  <a:pt x="2054" y="4515"/>
                </a:lnTo>
                <a:lnTo>
                  <a:pt x="2011" y="4557"/>
                </a:lnTo>
                <a:lnTo>
                  <a:pt x="1968" y="4600"/>
                </a:lnTo>
                <a:lnTo>
                  <a:pt x="1819" y="4664"/>
                </a:lnTo>
                <a:lnTo>
                  <a:pt x="1669" y="4729"/>
                </a:lnTo>
                <a:lnTo>
                  <a:pt x="1605" y="4771"/>
                </a:lnTo>
                <a:lnTo>
                  <a:pt x="1562" y="4814"/>
                </a:lnTo>
                <a:lnTo>
                  <a:pt x="1562" y="4814"/>
                </a:lnTo>
                <a:lnTo>
                  <a:pt x="1498" y="4943"/>
                </a:lnTo>
                <a:lnTo>
                  <a:pt x="1455" y="5071"/>
                </a:lnTo>
                <a:lnTo>
                  <a:pt x="1412" y="5371"/>
                </a:lnTo>
                <a:lnTo>
                  <a:pt x="1412" y="5371"/>
                </a:lnTo>
                <a:lnTo>
                  <a:pt x="1391" y="5520"/>
                </a:lnTo>
                <a:lnTo>
                  <a:pt x="1369" y="5691"/>
                </a:lnTo>
                <a:lnTo>
                  <a:pt x="1369" y="5863"/>
                </a:lnTo>
                <a:lnTo>
                  <a:pt x="1391" y="5927"/>
                </a:lnTo>
                <a:lnTo>
                  <a:pt x="1412" y="6012"/>
                </a:lnTo>
                <a:lnTo>
                  <a:pt x="1412" y="6012"/>
                </a:lnTo>
                <a:lnTo>
                  <a:pt x="1455" y="6055"/>
                </a:lnTo>
                <a:lnTo>
                  <a:pt x="1519" y="6098"/>
                </a:lnTo>
                <a:lnTo>
                  <a:pt x="1647" y="6162"/>
                </a:lnTo>
                <a:lnTo>
                  <a:pt x="1776" y="6184"/>
                </a:lnTo>
                <a:lnTo>
                  <a:pt x="1904" y="6184"/>
                </a:lnTo>
                <a:lnTo>
                  <a:pt x="1904" y="6184"/>
                </a:lnTo>
                <a:lnTo>
                  <a:pt x="2311" y="6162"/>
                </a:lnTo>
                <a:lnTo>
                  <a:pt x="2717" y="6119"/>
                </a:lnTo>
                <a:lnTo>
                  <a:pt x="2717" y="6119"/>
                </a:lnTo>
                <a:lnTo>
                  <a:pt x="3081" y="6098"/>
                </a:lnTo>
                <a:lnTo>
                  <a:pt x="3252" y="6055"/>
                </a:lnTo>
                <a:lnTo>
                  <a:pt x="3338" y="6034"/>
                </a:lnTo>
                <a:lnTo>
                  <a:pt x="3423" y="5991"/>
                </a:lnTo>
                <a:lnTo>
                  <a:pt x="3423" y="5991"/>
                </a:lnTo>
                <a:lnTo>
                  <a:pt x="3509" y="5905"/>
                </a:lnTo>
                <a:lnTo>
                  <a:pt x="3573" y="5777"/>
                </a:lnTo>
                <a:lnTo>
                  <a:pt x="3616" y="5649"/>
                </a:lnTo>
                <a:lnTo>
                  <a:pt x="3637" y="5499"/>
                </a:lnTo>
                <a:lnTo>
                  <a:pt x="3659" y="5349"/>
                </a:lnTo>
                <a:lnTo>
                  <a:pt x="3637" y="5199"/>
                </a:lnTo>
                <a:lnTo>
                  <a:pt x="3616" y="5071"/>
                </a:lnTo>
                <a:lnTo>
                  <a:pt x="3573" y="4943"/>
                </a:lnTo>
                <a:lnTo>
                  <a:pt x="3573" y="4943"/>
                </a:lnTo>
                <a:lnTo>
                  <a:pt x="3509" y="4836"/>
                </a:lnTo>
                <a:lnTo>
                  <a:pt x="3423" y="4729"/>
                </a:lnTo>
                <a:lnTo>
                  <a:pt x="3338" y="4643"/>
                </a:lnTo>
                <a:lnTo>
                  <a:pt x="3209" y="4557"/>
                </a:lnTo>
                <a:lnTo>
                  <a:pt x="3209" y="4557"/>
                </a:lnTo>
                <a:close/>
                <a:moveTo>
                  <a:pt x="3167" y="5349"/>
                </a:moveTo>
                <a:lnTo>
                  <a:pt x="3167" y="5349"/>
                </a:lnTo>
                <a:lnTo>
                  <a:pt x="3167" y="5477"/>
                </a:lnTo>
                <a:lnTo>
                  <a:pt x="3167" y="5542"/>
                </a:lnTo>
                <a:lnTo>
                  <a:pt x="3102" y="5606"/>
                </a:lnTo>
                <a:lnTo>
                  <a:pt x="2995" y="5649"/>
                </a:lnTo>
                <a:lnTo>
                  <a:pt x="2995" y="5649"/>
                </a:lnTo>
                <a:lnTo>
                  <a:pt x="2846" y="5691"/>
                </a:lnTo>
                <a:lnTo>
                  <a:pt x="2781" y="5691"/>
                </a:lnTo>
                <a:lnTo>
                  <a:pt x="2739" y="5691"/>
                </a:lnTo>
                <a:lnTo>
                  <a:pt x="2696" y="5649"/>
                </a:lnTo>
                <a:lnTo>
                  <a:pt x="2674" y="5627"/>
                </a:lnTo>
                <a:lnTo>
                  <a:pt x="2632" y="5477"/>
                </a:lnTo>
                <a:lnTo>
                  <a:pt x="2632" y="5477"/>
                </a:lnTo>
                <a:lnTo>
                  <a:pt x="2589" y="5221"/>
                </a:lnTo>
                <a:lnTo>
                  <a:pt x="2568" y="5092"/>
                </a:lnTo>
                <a:lnTo>
                  <a:pt x="2525" y="4985"/>
                </a:lnTo>
                <a:lnTo>
                  <a:pt x="2525" y="4985"/>
                </a:lnTo>
                <a:lnTo>
                  <a:pt x="2525" y="4921"/>
                </a:lnTo>
                <a:lnTo>
                  <a:pt x="2525" y="4857"/>
                </a:lnTo>
                <a:lnTo>
                  <a:pt x="2503" y="4814"/>
                </a:lnTo>
                <a:lnTo>
                  <a:pt x="2439" y="4793"/>
                </a:lnTo>
                <a:lnTo>
                  <a:pt x="2439" y="4793"/>
                </a:lnTo>
                <a:lnTo>
                  <a:pt x="2375" y="4793"/>
                </a:lnTo>
                <a:lnTo>
                  <a:pt x="2311" y="4814"/>
                </a:lnTo>
                <a:lnTo>
                  <a:pt x="2289" y="4878"/>
                </a:lnTo>
                <a:lnTo>
                  <a:pt x="2268" y="4943"/>
                </a:lnTo>
                <a:lnTo>
                  <a:pt x="2268" y="4943"/>
                </a:lnTo>
                <a:lnTo>
                  <a:pt x="2289" y="4985"/>
                </a:lnTo>
                <a:lnTo>
                  <a:pt x="2311" y="5028"/>
                </a:lnTo>
                <a:lnTo>
                  <a:pt x="2332" y="5114"/>
                </a:lnTo>
                <a:lnTo>
                  <a:pt x="2332" y="5114"/>
                </a:lnTo>
                <a:lnTo>
                  <a:pt x="2332" y="5242"/>
                </a:lnTo>
                <a:lnTo>
                  <a:pt x="2311" y="5371"/>
                </a:lnTo>
                <a:lnTo>
                  <a:pt x="2311" y="5371"/>
                </a:lnTo>
                <a:lnTo>
                  <a:pt x="2311" y="5520"/>
                </a:lnTo>
                <a:lnTo>
                  <a:pt x="2289" y="5649"/>
                </a:lnTo>
                <a:lnTo>
                  <a:pt x="2268" y="5691"/>
                </a:lnTo>
                <a:lnTo>
                  <a:pt x="2225" y="5734"/>
                </a:lnTo>
                <a:lnTo>
                  <a:pt x="2161" y="5756"/>
                </a:lnTo>
                <a:lnTo>
                  <a:pt x="2097" y="5777"/>
                </a:lnTo>
                <a:lnTo>
                  <a:pt x="2097" y="5777"/>
                </a:lnTo>
                <a:lnTo>
                  <a:pt x="1968" y="5777"/>
                </a:lnTo>
                <a:lnTo>
                  <a:pt x="1926" y="5756"/>
                </a:lnTo>
                <a:lnTo>
                  <a:pt x="1904" y="5713"/>
                </a:lnTo>
                <a:lnTo>
                  <a:pt x="1861" y="5627"/>
                </a:lnTo>
                <a:lnTo>
                  <a:pt x="1861" y="5627"/>
                </a:lnTo>
                <a:lnTo>
                  <a:pt x="1840" y="5499"/>
                </a:lnTo>
                <a:lnTo>
                  <a:pt x="1819" y="5328"/>
                </a:lnTo>
                <a:lnTo>
                  <a:pt x="1819" y="5157"/>
                </a:lnTo>
                <a:lnTo>
                  <a:pt x="1840" y="5050"/>
                </a:lnTo>
                <a:lnTo>
                  <a:pt x="1840" y="5050"/>
                </a:lnTo>
                <a:lnTo>
                  <a:pt x="1861" y="4985"/>
                </a:lnTo>
                <a:lnTo>
                  <a:pt x="1904" y="4964"/>
                </a:lnTo>
                <a:lnTo>
                  <a:pt x="2011" y="4900"/>
                </a:lnTo>
                <a:lnTo>
                  <a:pt x="2118" y="4836"/>
                </a:lnTo>
                <a:lnTo>
                  <a:pt x="2204" y="4771"/>
                </a:lnTo>
                <a:lnTo>
                  <a:pt x="2204" y="4771"/>
                </a:lnTo>
                <a:lnTo>
                  <a:pt x="2247" y="4707"/>
                </a:lnTo>
                <a:lnTo>
                  <a:pt x="2268" y="4643"/>
                </a:lnTo>
                <a:lnTo>
                  <a:pt x="2289" y="4515"/>
                </a:lnTo>
                <a:lnTo>
                  <a:pt x="2268" y="4386"/>
                </a:lnTo>
                <a:lnTo>
                  <a:pt x="2225" y="4237"/>
                </a:lnTo>
                <a:lnTo>
                  <a:pt x="2225" y="4237"/>
                </a:lnTo>
                <a:lnTo>
                  <a:pt x="2204" y="4108"/>
                </a:lnTo>
                <a:lnTo>
                  <a:pt x="2182" y="3980"/>
                </a:lnTo>
                <a:lnTo>
                  <a:pt x="2182" y="3830"/>
                </a:lnTo>
                <a:lnTo>
                  <a:pt x="2204" y="3766"/>
                </a:lnTo>
                <a:lnTo>
                  <a:pt x="2225" y="3702"/>
                </a:lnTo>
                <a:lnTo>
                  <a:pt x="2225" y="3702"/>
                </a:lnTo>
                <a:lnTo>
                  <a:pt x="2311" y="3616"/>
                </a:lnTo>
                <a:lnTo>
                  <a:pt x="2418" y="3573"/>
                </a:lnTo>
                <a:lnTo>
                  <a:pt x="2461" y="3573"/>
                </a:lnTo>
                <a:lnTo>
                  <a:pt x="2503" y="3595"/>
                </a:lnTo>
                <a:lnTo>
                  <a:pt x="2546" y="3616"/>
                </a:lnTo>
                <a:lnTo>
                  <a:pt x="2568" y="3680"/>
                </a:lnTo>
                <a:lnTo>
                  <a:pt x="2568" y="3680"/>
                </a:lnTo>
                <a:lnTo>
                  <a:pt x="2589" y="3744"/>
                </a:lnTo>
                <a:lnTo>
                  <a:pt x="2589" y="3809"/>
                </a:lnTo>
                <a:lnTo>
                  <a:pt x="2568" y="3958"/>
                </a:lnTo>
                <a:lnTo>
                  <a:pt x="2503" y="4237"/>
                </a:lnTo>
                <a:lnTo>
                  <a:pt x="2503" y="4237"/>
                </a:lnTo>
                <a:lnTo>
                  <a:pt x="2461" y="4386"/>
                </a:lnTo>
                <a:lnTo>
                  <a:pt x="2461" y="4493"/>
                </a:lnTo>
                <a:lnTo>
                  <a:pt x="2503" y="4557"/>
                </a:lnTo>
                <a:lnTo>
                  <a:pt x="2610" y="4664"/>
                </a:lnTo>
                <a:lnTo>
                  <a:pt x="2610" y="4664"/>
                </a:lnTo>
                <a:lnTo>
                  <a:pt x="2739" y="4729"/>
                </a:lnTo>
                <a:lnTo>
                  <a:pt x="2867" y="4793"/>
                </a:lnTo>
                <a:lnTo>
                  <a:pt x="2995" y="4878"/>
                </a:lnTo>
                <a:lnTo>
                  <a:pt x="3102" y="4964"/>
                </a:lnTo>
                <a:lnTo>
                  <a:pt x="3102" y="4964"/>
                </a:lnTo>
                <a:lnTo>
                  <a:pt x="3124" y="5028"/>
                </a:lnTo>
                <a:lnTo>
                  <a:pt x="3167" y="5157"/>
                </a:lnTo>
                <a:lnTo>
                  <a:pt x="3188" y="5285"/>
                </a:lnTo>
                <a:lnTo>
                  <a:pt x="3188" y="5328"/>
                </a:lnTo>
                <a:lnTo>
                  <a:pt x="3167" y="5349"/>
                </a:lnTo>
                <a:lnTo>
                  <a:pt x="3167" y="5349"/>
                </a:lnTo>
                <a:close/>
                <a:moveTo>
                  <a:pt x="4279" y="3787"/>
                </a:moveTo>
                <a:lnTo>
                  <a:pt x="4279" y="3787"/>
                </a:lnTo>
                <a:lnTo>
                  <a:pt x="4322" y="3744"/>
                </a:lnTo>
                <a:lnTo>
                  <a:pt x="4365" y="3702"/>
                </a:lnTo>
                <a:lnTo>
                  <a:pt x="4429" y="3595"/>
                </a:lnTo>
                <a:lnTo>
                  <a:pt x="4450" y="3552"/>
                </a:lnTo>
                <a:lnTo>
                  <a:pt x="4493" y="3530"/>
                </a:lnTo>
                <a:lnTo>
                  <a:pt x="4557" y="3530"/>
                </a:lnTo>
                <a:lnTo>
                  <a:pt x="4621" y="3573"/>
                </a:lnTo>
                <a:lnTo>
                  <a:pt x="4621" y="3573"/>
                </a:lnTo>
                <a:lnTo>
                  <a:pt x="4686" y="3616"/>
                </a:lnTo>
                <a:lnTo>
                  <a:pt x="4728" y="3680"/>
                </a:lnTo>
                <a:lnTo>
                  <a:pt x="4814" y="3809"/>
                </a:lnTo>
                <a:lnTo>
                  <a:pt x="4857" y="3873"/>
                </a:lnTo>
                <a:lnTo>
                  <a:pt x="4921" y="3894"/>
                </a:lnTo>
                <a:lnTo>
                  <a:pt x="5007" y="3916"/>
                </a:lnTo>
                <a:lnTo>
                  <a:pt x="5114" y="3894"/>
                </a:lnTo>
                <a:lnTo>
                  <a:pt x="5114" y="3894"/>
                </a:lnTo>
                <a:lnTo>
                  <a:pt x="5199" y="3851"/>
                </a:lnTo>
                <a:lnTo>
                  <a:pt x="5242" y="3809"/>
                </a:lnTo>
                <a:lnTo>
                  <a:pt x="5349" y="3702"/>
                </a:lnTo>
                <a:lnTo>
                  <a:pt x="5456" y="3637"/>
                </a:lnTo>
                <a:lnTo>
                  <a:pt x="5499" y="3616"/>
                </a:lnTo>
                <a:lnTo>
                  <a:pt x="5563" y="3637"/>
                </a:lnTo>
                <a:lnTo>
                  <a:pt x="5563" y="3637"/>
                </a:lnTo>
                <a:lnTo>
                  <a:pt x="5606" y="3680"/>
                </a:lnTo>
                <a:lnTo>
                  <a:pt x="5670" y="3766"/>
                </a:lnTo>
                <a:lnTo>
                  <a:pt x="5713" y="3851"/>
                </a:lnTo>
                <a:lnTo>
                  <a:pt x="5777" y="3916"/>
                </a:lnTo>
                <a:lnTo>
                  <a:pt x="5777" y="3916"/>
                </a:lnTo>
                <a:lnTo>
                  <a:pt x="5841" y="3958"/>
                </a:lnTo>
                <a:lnTo>
                  <a:pt x="5905" y="4001"/>
                </a:lnTo>
                <a:lnTo>
                  <a:pt x="5969" y="4023"/>
                </a:lnTo>
                <a:lnTo>
                  <a:pt x="6055" y="4023"/>
                </a:lnTo>
                <a:lnTo>
                  <a:pt x="6055" y="4023"/>
                </a:lnTo>
                <a:lnTo>
                  <a:pt x="6119" y="3980"/>
                </a:lnTo>
                <a:lnTo>
                  <a:pt x="6162" y="3937"/>
                </a:lnTo>
                <a:lnTo>
                  <a:pt x="6248" y="3809"/>
                </a:lnTo>
                <a:lnTo>
                  <a:pt x="6333" y="3702"/>
                </a:lnTo>
                <a:lnTo>
                  <a:pt x="6376" y="3637"/>
                </a:lnTo>
                <a:lnTo>
                  <a:pt x="6419" y="3616"/>
                </a:lnTo>
                <a:lnTo>
                  <a:pt x="6419" y="3616"/>
                </a:lnTo>
                <a:lnTo>
                  <a:pt x="6483" y="3595"/>
                </a:lnTo>
                <a:lnTo>
                  <a:pt x="6547" y="3616"/>
                </a:lnTo>
                <a:lnTo>
                  <a:pt x="6697" y="3723"/>
                </a:lnTo>
                <a:lnTo>
                  <a:pt x="6847" y="3830"/>
                </a:lnTo>
                <a:lnTo>
                  <a:pt x="6911" y="3873"/>
                </a:lnTo>
                <a:lnTo>
                  <a:pt x="6996" y="3873"/>
                </a:lnTo>
                <a:lnTo>
                  <a:pt x="6996" y="3873"/>
                </a:lnTo>
                <a:lnTo>
                  <a:pt x="7103" y="3873"/>
                </a:lnTo>
                <a:lnTo>
                  <a:pt x="7168" y="3851"/>
                </a:lnTo>
                <a:lnTo>
                  <a:pt x="7210" y="3809"/>
                </a:lnTo>
                <a:lnTo>
                  <a:pt x="7253" y="3766"/>
                </a:lnTo>
                <a:lnTo>
                  <a:pt x="7339" y="3637"/>
                </a:lnTo>
                <a:lnTo>
                  <a:pt x="7424" y="3509"/>
                </a:lnTo>
                <a:lnTo>
                  <a:pt x="7424" y="3509"/>
                </a:lnTo>
                <a:lnTo>
                  <a:pt x="7510" y="3423"/>
                </a:lnTo>
                <a:lnTo>
                  <a:pt x="7574" y="3317"/>
                </a:lnTo>
                <a:lnTo>
                  <a:pt x="7595" y="3274"/>
                </a:lnTo>
                <a:lnTo>
                  <a:pt x="7595" y="3210"/>
                </a:lnTo>
                <a:lnTo>
                  <a:pt x="7574" y="3167"/>
                </a:lnTo>
                <a:lnTo>
                  <a:pt x="7489" y="3103"/>
                </a:lnTo>
                <a:lnTo>
                  <a:pt x="7489" y="3103"/>
                </a:lnTo>
                <a:lnTo>
                  <a:pt x="7403" y="3081"/>
                </a:lnTo>
                <a:lnTo>
                  <a:pt x="7339" y="3103"/>
                </a:lnTo>
                <a:lnTo>
                  <a:pt x="7275" y="3124"/>
                </a:lnTo>
                <a:lnTo>
                  <a:pt x="7232" y="3167"/>
                </a:lnTo>
                <a:lnTo>
                  <a:pt x="7125" y="3295"/>
                </a:lnTo>
                <a:lnTo>
                  <a:pt x="7082" y="3338"/>
                </a:lnTo>
                <a:lnTo>
                  <a:pt x="7018" y="3359"/>
                </a:lnTo>
                <a:lnTo>
                  <a:pt x="7018" y="3359"/>
                </a:lnTo>
                <a:lnTo>
                  <a:pt x="6975" y="3359"/>
                </a:lnTo>
                <a:lnTo>
                  <a:pt x="6911" y="3338"/>
                </a:lnTo>
                <a:lnTo>
                  <a:pt x="6825" y="3252"/>
                </a:lnTo>
                <a:lnTo>
                  <a:pt x="6740" y="3167"/>
                </a:lnTo>
                <a:lnTo>
                  <a:pt x="6697" y="3145"/>
                </a:lnTo>
                <a:lnTo>
                  <a:pt x="6633" y="3124"/>
                </a:lnTo>
                <a:lnTo>
                  <a:pt x="6633" y="3124"/>
                </a:lnTo>
                <a:lnTo>
                  <a:pt x="6547" y="3103"/>
                </a:lnTo>
                <a:lnTo>
                  <a:pt x="6462" y="3124"/>
                </a:lnTo>
                <a:lnTo>
                  <a:pt x="6376" y="3167"/>
                </a:lnTo>
                <a:lnTo>
                  <a:pt x="6312" y="3210"/>
                </a:lnTo>
                <a:lnTo>
                  <a:pt x="6183" y="3317"/>
                </a:lnTo>
                <a:lnTo>
                  <a:pt x="6119" y="3359"/>
                </a:lnTo>
                <a:lnTo>
                  <a:pt x="6055" y="3381"/>
                </a:lnTo>
                <a:lnTo>
                  <a:pt x="6055" y="3381"/>
                </a:lnTo>
                <a:lnTo>
                  <a:pt x="5991" y="3359"/>
                </a:lnTo>
                <a:lnTo>
                  <a:pt x="5948" y="3338"/>
                </a:lnTo>
                <a:lnTo>
                  <a:pt x="5841" y="3252"/>
                </a:lnTo>
                <a:lnTo>
                  <a:pt x="5755" y="3145"/>
                </a:lnTo>
                <a:lnTo>
                  <a:pt x="5691" y="3124"/>
                </a:lnTo>
                <a:lnTo>
                  <a:pt x="5627" y="3103"/>
                </a:lnTo>
                <a:lnTo>
                  <a:pt x="5627" y="3103"/>
                </a:lnTo>
                <a:lnTo>
                  <a:pt x="5542" y="3103"/>
                </a:lnTo>
                <a:lnTo>
                  <a:pt x="5456" y="3124"/>
                </a:lnTo>
                <a:lnTo>
                  <a:pt x="5392" y="3167"/>
                </a:lnTo>
                <a:lnTo>
                  <a:pt x="5328" y="3231"/>
                </a:lnTo>
                <a:lnTo>
                  <a:pt x="5199" y="3359"/>
                </a:lnTo>
                <a:lnTo>
                  <a:pt x="5135" y="3423"/>
                </a:lnTo>
                <a:lnTo>
                  <a:pt x="5071" y="3466"/>
                </a:lnTo>
                <a:lnTo>
                  <a:pt x="5071" y="3466"/>
                </a:lnTo>
                <a:lnTo>
                  <a:pt x="5007" y="3466"/>
                </a:lnTo>
                <a:lnTo>
                  <a:pt x="4964" y="3466"/>
                </a:lnTo>
                <a:lnTo>
                  <a:pt x="4921" y="3423"/>
                </a:lnTo>
                <a:lnTo>
                  <a:pt x="4878" y="3381"/>
                </a:lnTo>
                <a:lnTo>
                  <a:pt x="4793" y="3295"/>
                </a:lnTo>
                <a:lnTo>
                  <a:pt x="4728" y="3252"/>
                </a:lnTo>
                <a:lnTo>
                  <a:pt x="4664" y="3210"/>
                </a:lnTo>
                <a:lnTo>
                  <a:pt x="4664" y="3210"/>
                </a:lnTo>
                <a:lnTo>
                  <a:pt x="4600" y="3188"/>
                </a:lnTo>
                <a:lnTo>
                  <a:pt x="4515" y="3188"/>
                </a:lnTo>
                <a:lnTo>
                  <a:pt x="4429" y="3210"/>
                </a:lnTo>
                <a:lnTo>
                  <a:pt x="4365" y="3231"/>
                </a:lnTo>
                <a:lnTo>
                  <a:pt x="4236" y="3338"/>
                </a:lnTo>
                <a:lnTo>
                  <a:pt x="4151" y="3466"/>
                </a:lnTo>
                <a:lnTo>
                  <a:pt x="4151" y="3466"/>
                </a:lnTo>
                <a:lnTo>
                  <a:pt x="4087" y="3595"/>
                </a:lnTo>
                <a:lnTo>
                  <a:pt x="4087" y="3659"/>
                </a:lnTo>
                <a:lnTo>
                  <a:pt x="4087" y="3723"/>
                </a:lnTo>
                <a:lnTo>
                  <a:pt x="4087" y="3787"/>
                </a:lnTo>
                <a:lnTo>
                  <a:pt x="4129" y="3830"/>
                </a:lnTo>
                <a:lnTo>
                  <a:pt x="4194" y="3830"/>
                </a:lnTo>
                <a:lnTo>
                  <a:pt x="4279" y="3787"/>
                </a:lnTo>
                <a:lnTo>
                  <a:pt x="4279" y="3787"/>
                </a:lnTo>
                <a:close/>
                <a:moveTo>
                  <a:pt x="4921" y="4643"/>
                </a:moveTo>
                <a:lnTo>
                  <a:pt x="4921" y="4643"/>
                </a:lnTo>
                <a:lnTo>
                  <a:pt x="6996" y="4557"/>
                </a:lnTo>
                <a:lnTo>
                  <a:pt x="6996" y="4557"/>
                </a:lnTo>
                <a:lnTo>
                  <a:pt x="7168" y="4557"/>
                </a:lnTo>
                <a:lnTo>
                  <a:pt x="7424" y="4536"/>
                </a:lnTo>
                <a:lnTo>
                  <a:pt x="7553" y="4493"/>
                </a:lnTo>
                <a:lnTo>
                  <a:pt x="7638" y="4450"/>
                </a:lnTo>
                <a:lnTo>
                  <a:pt x="7660" y="4429"/>
                </a:lnTo>
                <a:lnTo>
                  <a:pt x="7681" y="4386"/>
                </a:lnTo>
                <a:lnTo>
                  <a:pt x="7681" y="4344"/>
                </a:lnTo>
                <a:lnTo>
                  <a:pt x="7660" y="4279"/>
                </a:lnTo>
                <a:lnTo>
                  <a:pt x="7660" y="4279"/>
                </a:lnTo>
                <a:lnTo>
                  <a:pt x="7638" y="4237"/>
                </a:lnTo>
                <a:lnTo>
                  <a:pt x="7595" y="4215"/>
                </a:lnTo>
                <a:lnTo>
                  <a:pt x="7510" y="4172"/>
                </a:lnTo>
                <a:lnTo>
                  <a:pt x="7403" y="4151"/>
                </a:lnTo>
                <a:lnTo>
                  <a:pt x="7253" y="4151"/>
                </a:lnTo>
                <a:lnTo>
                  <a:pt x="6996" y="4194"/>
                </a:lnTo>
                <a:lnTo>
                  <a:pt x="6804" y="4215"/>
                </a:lnTo>
                <a:lnTo>
                  <a:pt x="6804" y="4215"/>
                </a:lnTo>
                <a:lnTo>
                  <a:pt x="5734" y="4258"/>
                </a:lnTo>
                <a:lnTo>
                  <a:pt x="4664" y="4301"/>
                </a:lnTo>
                <a:lnTo>
                  <a:pt x="4664" y="4301"/>
                </a:lnTo>
                <a:lnTo>
                  <a:pt x="4515" y="4301"/>
                </a:lnTo>
                <a:lnTo>
                  <a:pt x="4279" y="4322"/>
                </a:lnTo>
                <a:lnTo>
                  <a:pt x="4172" y="4344"/>
                </a:lnTo>
                <a:lnTo>
                  <a:pt x="4087" y="4386"/>
                </a:lnTo>
                <a:lnTo>
                  <a:pt x="4065" y="4408"/>
                </a:lnTo>
                <a:lnTo>
                  <a:pt x="4044" y="4450"/>
                </a:lnTo>
                <a:lnTo>
                  <a:pt x="4044" y="4493"/>
                </a:lnTo>
                <a:lnTo>
                  <a:pt x="4065" y="4536"/>
                </a:lnTo>
                <a:lnTo>
                  <a:pt x="4065" y="4536"/>
                </a:lnTo>
                <a:lnTo>
                  <a:pt x="4108" y="4600"/>
                </a:lnTo>
                <a:lnTo>
                  <a:pt x="4215" y="4643"/>
                </a:lnTo>
                <a:lnTo>
                  <a:pt x="4322" y="4664"/>
                </a:lnTo>
                <a:lnTo>
                  <a:pt x="4450" y="4664"/>
                </a:lnTo>
                <a:lnTo>
                  <a:pt x="4728" y="4643"/>
                </a:lnTo>
                <a:lnTo>
                  <a:pt x="4921" y="4643"/>
                </a:lnTo>
                <a:lnTo>
                  <a:pt x="4921" y="4643"/>
                </a:lnTo>
                <a:close/>
                <a:moveTo>
                  <a:pt x="6419" y="5477"/>
                </a:moveTo>
                <a:lnTo>
                  <a:pt x="6419" y="5477"/>
                </a:lnTo>
                <a:lnTo>
                  <a:pt x="6141" y="5456"/>
                </a:lnTo>
                <a:lnTo>
                  <a:pt x="5884" y="5477"/>
                </a:lnTo>
                <a:lnTo>
                  <a:pt x="5349" y="5499"/>
                </a:lnTo>
                <a:lnTo>
                  <a:pt x="5349" y="5499"/>
                </a:lnTo>
                <a:lnTo>
                  <a:pt x="4878" y="5520"/>
                </a:lnTo>
                <a:lnTo>
                  <a:pt x="4643" y="5542"/>
                </a:lnTo>
                <a:lnTo>
                  <a:pt x="4408" y="5606"/>
                </a:lnTo>
                <a:lnTo>
                  <a:pt x="4408" y="5606"/>
                </a:lnTo>
                <a:lnTo>
                  <a:pt x="4279" y="5649"/>
                </a:lnTo>
                <a:lnTo>
                  <a:pt x="4194" y="5713"/>
                </a:lnTo>
                <a:lnTo>
                  <a:pt x="4172" y="5756"/>
                </a:lnTo>
                <a:lnTo>
                  <a:pt x="4172" y="5798"/>
                </a:lnTo>
                <a:lnTo>
                  <a:pt x="4194" y="5841"/>
                </a:lnTo>
                <a:lnTo>
                  <a:pt x="4258" y="5884"/>
                </a:lnTo>
                <a:lnTo>
                  <a:pt x="4258" y="5884"/>
                </a:lnTo>
                <a:lnTo>
                  <a:pt x="4343" y="5905"/>
                </a:lnTo>
                <a:lnTo>
                  <a:pt x="4472" y="5884"/>
                </a:lnTo>
                <a:lnTo>
                  <a:pt x="4707" y="5841"/>
                </a:lnTo>
                <a:lnTo>
                  <a:pt x="4707" y="5841"/>
                </a:lnTo>
                <a:lnTo>
                  <a:pt x="4985" y="5841"/>
                </a:lnTo>
                <a:lnTo>
                  <a:pt x="5263" y="5820"/>
                </a:lnTo>
                <a:lnTo>
                  <a:pt x="5263" y="5820"/>
                </a:lnTo>
                <a:lnTo>
                  <a:pt x="6162" y="5798"/>
                </a:lnTo>
                <a:lnTo>
                  <a:pt x="7061" y="5777"/>
                </a:lnTo>
                <a:lnTo>
                  <a:pt x="7061" y="5777"/>
                </a:lnTo>
                <a:lnTo>
                  <a:pt x="7210" y="5777"/>
                </a:lnTo>
                <a:lnTo>
                  <a:pt x="7382" y="5734"/>
                </a:lnTo>
                <a:lnTo>
                  <a:pt x="7446" y="5691"/>
                </a:lnTo>
                <a:lnTo>
                  <a:pt x="7489" y="5649"/>
                </a:lnTo>
                <a:lnTo>
                  <a:pt x="7489" y="5584"/>
                </a:lnTo>
                <a:lnTo>
                  <a:pt x="7403" y="5499"/>
                </a:lnTo>
                <a:lnTo>
                  <a:pt x="7403" y="5499"/>
                </a:lnTo>
                <a:lnTo>
                  <a:pt x="7339" y="5456"/>
                </a:lnTo>
                <a:lnTo>
                  <a:pt x="7210" y="5413"/>
                </a:lnTo>
                <a:lnTo>
                  <a:pt x="7082" y="5413"/>
                </a:lnTo>
                <a:lnTo>
                  <a:pt x="6932" y="5413"/>
                </a:lnTo>
                <a:lnTo>
                  <a:pt x="6419" y="5477"/>
                </a:lnTo>
                <a:lnTo>
                  <a:pt x="6419" y="5477"/>
                </a:lnTo>
                <a:close/>
                <a:moveTo>
                  <a:pt x="6911" y="4857"/>
                </a:moveTo>
                <a:lnTo>
                  <a:pt x="6911" y="4857"/>
                </a:lnTo>
                <a:lnTo>
                  <a:pt x="5884" y="4921"/>
                </a:lnTo>
                <a:lnTo>
                  <a:pt x="5370" y="4964"/>
                </a:lnTo>
                <a:lnTo>
                  <a:pt x="4835" y="4985"/>
                </a:lnTo>
                <a:lnTo>
                  <a:pt x="4835" y="4985"/>
                </a:lnTo>
                <a:lnTo>
                  <a:pt x="4707" y="4985"/>
                </a:lnTo>
                <a:lnTo>
                  <a:pt x="4515" y="4985"/>
                </a:lnTo>
                <a:lnTo>
                  <a:pt x="4408" y="5007"/>
                </a:lnTo>
                <a:lnTo>
                  <a:pt x="4322" y="5028"/>
                </a:lnTo>
                <a:lnTo>
                  <a:pt x="4258" y="5071"/>
                </a:lnTo>
                <a:lnTo>
                  <a:pt x="4258" y="5092"/>
                </a:lnTo>
                <a:lnTo>
                  <a:pt x="4258" y="5135"/>
                </a:lnTo>
                <a:lnTo>
                  <a:pt x="4258" y="5135"/>
                </a:lnTo>
                <a:lnTo>
                  <a:pt x="4258" y="5157"/>
                </a:lnTo>
                <a:lnTo>
                  <a:pt x="4301" y="5178"/>
                </a:lnTo>
                <a:lnTo>
                  <a:pt x="4386" y="5199"/>
                </a:lnTo>
                <a:lnTo>
                  <a:pt x="4664" y="5221"/>
                </a:lnTo>
                <a:lnTo>
                  <a:pt x="5156" y="5199"/>
                </a:lnTo>
                <a:lnTo>
                  <a:pt x="5156" y="5199"/>
                </a:lnTo>
                <a:lnTo>
                  <a:pt x="5413" y="5199"/>
                </a:lnTo>
                <a:lnTo>
                  <a:pt x="6012" y="5178"/>
                </a:lnTo>
                <a:lnTo>
                  <a:pt x="7018" y="5135"/>
                </a:lnTo>
                <a:lnTo>
                  <a:pt x="7018" y="5135"/>
                </a:lnTo>
                <a:lnTo>
                  <a:pt x="7189" y="5135"/>
                </a:lnTo>
                <a:lnTo>
                  <a:pt x="7467" y="5135"/>
                </a:lnTo>
                <a:lnTo>
                  <a:pt x="7595" y="5114"/>
                </a:lnTo>
                <a:lnTo>
                  <a:pt x="7681" y="5071"/>
                </a:lnTo>
                <a:lnTo>
                  <a:pt x="7724" y="5050"/>
                </a:lnTo>
                <a:lnTo>
                  <a:pt x="7724" y="5007"/>
                </a:lnTo>
                <a:lnTo>
                  <a:pt x="7745" y="4985"/>
                </a:lnTo>
                <a:lnTo>
                  <a:pt x="7724" y="4943"/>
                </a:lnTo>
                <a:lnTo>
                  <a:pt x="7724" y="4943"/>
                </a:lnTo>
                <a:lnTo>
                  <a:pt x="7660" y="4878"/>
                </a:lnTo>
                <a:lnTo>
                  <a:pt x="7574" y="4836"/>
                </a:lnTo>
                <a:lnTo>
                  <a:pt x="7467" y="4814"/>
                </a:lnTo>
                <a:lnTo>
                  <a:pt x="7339" y="4814"/>
                </a:lnTo>
                <a:lnTo>
                  <a:pt x="7082" y="4836"/>
                </a:lnTo>
                <a:lnTo>
                  <a:pt x="6911" y="4857"/>
                </a:lnTo>
                <a:lnTo>
                  <a:pt x="6911" y="4857"/>
                </a:lnTo>
                <a:close/>
                <a:moveTo>
                  <a:pt x="6697" y="6141"/>
                </a:moveTo>
                <a:lnTo>
                  <a:pt x="6697" y="6141"/>
                </a:lnTo>
                <a:lnTo>
                  <a:pt x="6526" y="6184"/>
                </a:lnTo>
                <a:lnTo>
                  <a:pt x="6376" y="6269"/>
                </a:lnTo>
                <a:lnTo>
                  <a:pt x="6312" y="6312"/>
                </a:lnTo>
                <a:lnTo>
                  <a:pt x="6269" y="6376"/>
                </a:lnTo>
                <a:lnTo>
                  <a:pt x="6226" y="6462"/>
                </a:lnTo>
                <a:lnTo>
                  <a:pt x="6226" y="6547"/>
                </a:lnTo>
                <a:lnTo>
                  <a:pt x="6226" y="6547"/>
                </a:lnTo>
                <a:lnTo>
                  <a:pt x="6226" y="6611"/>
                </a:lnTo>
                <a:lnTo>
                  <a:pt x="6248" y="6697"/>
                </a:lnTo>
                <a:lnTo>
                  <a:pt x="6290" y="6740"/>
                </a:lnTo>
                <a:lnTo>
                  <a:pt x="6355" y="6783"/>
                </a:lnTo>
                <a:lnTo>
                  <a:pt x="6483" y="6847"/>
                </a:lnTo>
                <a:lnTo>
                  <a:pt x="6633" y="6868"/>
                </a:lnTo>
                <a:lnTo>
                  <a:pt x="6633" y="6868"/>
                </a:lnTo>
                <a:lnTo>
                  <a:pt x="6740" y="6847"/>
                </a:lnTo>
                <a:lnTo>
                  <a:pt x="6825" y="6825"/>
                </a:lnTo>
                <a:lnTo>
                  <a:pt x="6889" y="6804"/>
                </a:lnTo>
                <a:lnTo>
                  <a:pt x="6954" y="6761"/>
                </a:lnTo>
                <a:lnTo>
                  <a:pt x="7018" y="6697"/>
                </a:lnTo>
                <a:lnTo>
                  <a:pt x="7039" y="6654"/>
                </a:lnTo>
                <a:lnTo>
                  <a:pt x="7082" y="6590"/>
                </a:lnTo>
                <a:lnTo>
                  <a:pt x="7082" y="6526"/>
                </a:lnTo>
                <a:lnTo>
                  <a:pt x="7082" y="6462"/>
                </a:lnTo>
                <a:lnTo>
                  <a:pt x="7082" y="6397"/>
                </a:lnTo>
                <a:lnTo>
                  <a:pt x="7061" y="6333"/>
                </a:lnTo>
                <a:lnTo>
                  <a:pt x="7018" y="6291"/>
                </a:lnTo>
                <a:lnTo>
                  <a:pt x="6954" y="6248"/>
                </a:lnTo>
                <a:lnTo>
                  <a:pt x="6889" y="6205"/>
                </a:lnTo>
                <a:lnTo>
                  <a:pt x="6804" y="6162"/>
                </a:lnTo>
                <a:lnTo>
                  <a:pt x="6697" y="6141"/>
                </a:lnTo>
                <a:lnTo>
                  <a:pt x="6697" y="6141"/>
                </a:lnTo>
                <a:close/>
                <a:moveTo>
                  <a:pt x="4686" y="1134"/>
                </a:moveTo>
                <a:lnTo>
                  <a:pt x="4686" y="1134"/>
                </a:lnTo>
                <a:lnTo>
                  <a:pt x="4686" y="1070"/>
                </a:lnTo>
                <a:lnTo>
                  <a:pt x="4664" y="1027"/>
                </a:lnTo>
                <a:lnTo>
                  <a:pt x="4643" y="984"/>
                </a:lnTo>
                <a:lnTo>
                  <a:pt x="4600" y="942"/>
                </a:lnTo>
                <a:lnTo>
                  <a:pt x="4493" y="899"/>
                </a:lnTo>
                <a:lnTo>
                  <a:pt x="4386" y="899"/>
                </a:lnTo>
                <a:lnTo>
                  <a:pt x="4279" y="920"/>
                </a:lnTo>
                <a:lnTo>
                  <a:pt x="4194" y="963"/>
                </a:lnTo>
                <a:lnTo>
                  <a:pt x="4108" y="1049"/>
                </a:lnTo>
                <a:lnTo>
                  <a:pt x="4108" y="1113"/>
                </a:lnTo>
                <a:lnTo>
                  <a:pt x="4087" y="1177"/>
                </a:lnTo>
                <a:lnTo>
                  <a:pt x="4087" y="1177"/>
                </a:lnTo>
                <a:lnTo>
                  <a:pt x="4087" y="1241"/>
                </a:lnTo>
                <a:lnTo>
                  <a:pt x="4108" y="1284"/>
                </a:lnTo>
                <a:lnTo>
                  <a:pt x="4151" y="1327"/>
                </a:lnTo>
                <a:lnTo>
                  <a:pt x="4172" y="1369"/>
                </a:lnTo>
                <a:lnTo>
                  <a:pt x="4279" y="1412"/>
                </a:lnTo>
                <a:lnTo>
                  <a:pt x="4386" y="1412"/>
                </a:lnTo>
                <a:lnTo>
                  <a:pt x="4493" y="1391"/>
                </a:lnTo>
                <a:lnTo>
                  <a:pt x="4579" y="1327"/>
                </a:lnTo>
                <a:lnTo>
                  <a:pt x="4664" y="1241"/>
                </a:lnTo>
                <a:lnTo>
                  <a:pt x="4686" y="1198"/>
                </a:lnTo>
                <a:lnTo>
                  <a:pt x="4686" y="1134"/>
                </a:lnTo>
                <a:lnTo>
                  <a:pt x="4686" y="1134"/>
                </a:lnTo>
                <a:close/>
              </a:path>
            </a:pathLst>
          </a:cu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28"/>
          <p:cNvSpPr/>
          <p:nvPr/>
        </p:nvSpPr>
        <p:spPr>
          <a:xfrm>
            <a:off x="4556515" y="2559464"/>
            <a:ext cx="273631" cy="275289"/>
          </a:xfrm>
          <a:custGeom>
            <a:rect b="b" l="l" r="r" t="t"/>
            <a:pathLst>
              <a:path extrusionOk="0" h="15938" w="15842">
                <a:moveTo>
                  <a:pt x="4794" y="7470"/>
                </a:moveTo>
                <a:lnTo>
                  <a:pt x="4867" y="7495"/>
                </a:lnTo>
                <a:lnTo>
                  <a:pt x="4940" y="7543"/>
                </a:lnTo>
                <a:lnTo>
                  <a:pt x="4989" y="7616"/>
                </a:lnTo>
                <a:lnTo>
                  <a:pt x="5013" y="7714"/>
                </a:lnTo>
                <a:lnTo>
                  <a:pt x="5013" y="7787"/>
                </a:lnTo>
                <a:lnTo>
                  <a:pt x="4989" y="7908"/>
                </a:lnTo>
                <a:lnTo>
                  <a:pt x="4916" y="7981"/>
                </a:lnTo>
                <a:lnTo>
                  <a:pt x="4843" y="8054"/>
                </a:lnTo>
                <a:lnTo>
                  <a:pt x="4721" y="8079"/>
                </a:lnTo>
                <a:lnTo>
                  <a:pt x="4600" y="8054"/>
                </a:lnTo>
                <a:lnTo>
                  <a:pt x="4527" y="7981"/>
                </a:lnTo>
                <a:lnTo>
                  <a:pt x="4454" y="7908"/>
                </a:lnTo>
                <a:lnTo>
                  <a:pt x="4429" y="7787"/>
                </a:lnTo>
                <a:lnTo>
                  <a:pt x="4454" y="7665"/>
                </a:lnTo>
                <a:lnTo>
                  <a:pt x="4527" y="7543"/>
                </a:lnTo>
                <a:lnTo>
                  <a:pt x="4600" y="7495"/>
                </a:lnTo>
                <a:lnTo>
                  <a:pt x="4697" y="7470"/>
                </a:lnTo>
                <a:close/>
                <a:moveTo>
                  <a:pt x="11169" y="7470"/>
                </a:moveTo>
                <a:lnTo>
                  <a:pt x="11242" y="7495"/>
                </a:lnTo>
                <a:lnTo>
                  <a:pt x="11315" y="7543"/>
                </a:lnTo>
                <a:lnTo>
                  <a:pt x="11364" y="7616"/>
                </a:lnTo>
                <a:lnTo>
                  <a:pt x="11388" y="7714"/>
                </a:lnTo>
                <a:lnTo>
                  <a:pt x="11388" y="7787"/>
                </a:lnTo>
                <a:lnTo>
                  <a:pt x="11364" y="7908"/>
                </a:lnTo>
                <a:lnTo>
                  <a:pt x="11291" y="7981"/>
                </a:lnTo>
                <a:lnTo>
                  <a:pt x="11218" y="8054"/>
                </a:lnTo>
                <a:lnTo>
                  <a:pt x="11096" y="8079"/>
                </a:lnTo>
                <a:lnTo>
                  <a:pt x="10975" y="8054"/>
                </a:lnTo>
                <a:lnTo>
                  <a:pt x="10902" y="7981"/>
                </a:lnTo>
                <a:lnTo>
                  <a:pt x="10829" y="7908"/>
                </a:lnTo>
                <a:lnTo>
                  <a:pt x="10804" y="7787"/>
                </a:lnTo>
                <a:lnTo>
                  <a:pt x="10829" y="7665"/>
                </a:lnTo>
                <a:lnTo>
                  <a:pt x="10902" y="7543"/>
                </a:lnTo>
                <a:lnTo>
                  <a:pt x="10975" y="7495"/>
                </a:lnTo>
                <a:lnTo>
                  <a:pt x="11072" y="7470"/>
                </a:lnTo>
                <a:close/>
                <a:moveTo>
                  <a:pt x="4770" y="7081"/>
                </a:moveTo>
                <a:lnTo>
                  <a:pt x="4600" y="7105"/>
                </a:lnTo>
                <a:lnTo>
                  <a:pt x="4429" y="7178"/>
                </a:lnTo>
                <a:lnTo>
                  <a:pt x="4308" y="7300"/>
                </a:lnTo>
                <a:lnTo>
                  <a:pt x="4186" y="7446"/>
                </a:lnTo>
                <a:lnTo>
                  <a:pt x="4113" y="7568"/>
                </a:lnTo>
                <a:lnTo>
                  <a:pt x="4064" y="7714"/>
                </a:lnTo>
                <a:lnTo>
                  <a:pt x="4016" y="7835"/>
                </a:lnTo>
                <a:lnTo>
                  <a:pt x="4016" y="7981"/>
                </a:lnTo>
                <a:lnTo>
                  <a:pt x="3967" y="8225"/>
                </a:lnTo>
                <a:lnTo>
                  <a:pt x="3967" y="8395"/>
                </a:lnTo>
                <a:lnTo>
                  <a:pt x="4016" y="8565"/>
                </a:lnTo>
                <a:lnTo>
                  <a:pt x="4064" y="8711"/>
                </a:lnTo>
                <a:lnTo>
                  <a:pt x="4162" y="8833"/>
                </a:lnTo>
                <a:lnTo>
                  <a:pt x="4259" y="8955"/>
                </a:lnTo>
                <a:lnTo>
                  <a:pt x="4381" y="9028"/>
                </a:lnTo>
                <a:lnTo>
                  <a:pt x="4527" y="9101"/>
                </a:lnTo>
                <a:lnTo>
                  <a:pt x="4697" y="9149"/>
                </a:lnTo>
                <a:lnTo>
                  <a:pt x="4892" y="9174"/>
                </a:lnTo>
                <a:lnTo>
                  <a:pt x="5062" y="9149"/>
                </a:lnTo>
                <a:lnTo>
                  <a:pt x="5232" y="9101"/>
                </a:lnTo>
                <a:lnTo>
                  <a:pt x="5378" y="9028"/>
                </a:lnTo>
                <a:lnTo>
                  <a:pt x="5500" y="8930"/>
                </a:lnTo>
                <a:lnTo>
                  <a:pt x="5622" y="8809"/>
                </a:lnTo>
                <a:lnTo>
                  <a:pt x="5719" y="8663"/>
                </a:lnTo>
                <a:lnTo>
                  <a:pt x="5792" y="8517"/>
                </a:lnTo>
                <a:lnTo>
                  <a:pt x="5841" y="8346"/>
                </a:lnTo>
                <a:lnTo>
                  <a:pt x="5865" y="8176"/>
                </a:lnTo>
                <a:lnTo>
                  <a:pt x="5841" y="8006"/>
                </a:lnTo>
                <a:lnTo>
                  <a:pt x="5816" y="7835"/>
                </a:lnTo>
                <a:lnTo>
                  <a:pt x="5768" y="7689"/>
                </a:lnTo>
                <a:lnTo>
                  <a:pt x="5695" y="7519"/>
                </a:lnTo>
                <a:lnTo>
                  <a:pt x="5573" y="7397"/>
                </a:lnTo>
                <a:lnTo>
                  <a:pt x="5427" y="7251"/>
                </a:lnTo>
                <a:lnTo>
                  <a:pt x="5281" y="7154"/>
                </a:lnTo>
                <a:lnTo>
                  <a:pt x="5111" y="7105"/>
                </a:lnTo>
                <a:lnTo>
                  <a:pt x="4940" y="7081"/>
                </a:lnTo>
                <a:close/>
                <a:moveTo>
                  <a:pt x="11145" y="7081"/>
                </a:moveTo>
                <a:lnTo>
                  <a:pt x="10975" y="7105"/>
                </a:lnTo>
                <a:lnTo>
                  <a:pt x="10804" y="7178"/>
                </a:lnTo>
                <a:lnTo>
                  <a:pt x="10683" y="7300"/>
                </a:lnTo>
                <a:lnTo>
                  <a:pt x="10561" y="7446"/>
                </a:lnTo>
                <a:lnTo>
                  <a:pt x="10488" y="7568"/>
                </a:lnTo>
                <a:lnTo>
                  <a:pt x="10439" y="7714"/>
                </a:lnTo>
                <a:lnTo>
                  <a:pt x="10391" y="7835"/>
                </a:lnTo>
                <a:lnTo>
                  <a:pt x="10391" y="7981"/>
                </a:lnTo>
                <a:lnTo>
                  <a:pt x="10342" y="8225"/>
                </a:lnTo>
                <a:lnTo>
                  <a:pt x="10342" y="8395"/>
                </a:lnTo>
                <a:lnTo>
                  <a:pt x="10391" y="8565"/>
                </a:lnTo>
                <a:lnTo>
                  <a:pt x="10439" y="8711"/>
                </a:lnTo>
                <a:lnTo>
                  <a:pt x="10537" y="8833"/>
                </a:lnTo>
                <a:lnTo>
                  <a:pt x="10634" y="8955"/>
                </a:lnTo>
                <a:lnTo>
                  <a:pt x="10756" y="9028"/>
                </a:lnTo>
                <a:lnTo>
                  <a:pt x="10902" y="9101"/>
                </a:lnTo>
                <a:lnTo>
                  <a:pt x="11072" y="9149"/>
                </a:lnTo>
                <a:lnTo>
                  <a:pt x="11267" y="9174"/>
                </a:lnTo>
                <a:lnTo>
                  <a:pt x="11437" y="9149"/>
                </a:lnTo>
                <a:lnTo>
                  <a:pt x="11607" y="9101"/>
                </a:lnTo>
                <a:lnTo>
                  <a:pt x="11753" y="9028"/>
                </a:lnTo>
                <a:lnTo>
                  <a:pt x="11875" y="8930"/>
                </a:lnTo>
                <a:lnTo>
                  <a:pt x="11997" y="8809"/>
                </a:lnTo>
                <a:lnTo>
                  <a:pt x="12094" y="8663"/>
                </a:lnTo>
                <a:lnTo>
                  <a:pt x="12167" y="8517"/>
                </a:lnTo>
                <a:lnTo>
                  <a:pt x="12216" y="8346"/>
                </a:lnTo>
                <a:lnTo>
                  <a:pt x="12240" y="8176"/>
                </a:lnTo>
                <a:lnTo>
                  <a:pt x="12216" y="8006"/>
                </a:lnTo>
                <a:lnTo>
                  <a:pt x="12191" y="7835"/>
                </a:lnTo>
                <a:lnTo>
                  <a:pt x="12143" y="7689"/>
                </a:lnTo>
                <a:lnTo>
                  <a:pt x="12070" y="7519"/>
                </a:lnTo>
                <a:lnTo>
                  <a:pt x="11948" y="7397"/>
                </a:lnTo>
                <a:lnTo>
                  <a:pt x="11802" y="7251"/>
                </a:lnTo>
                <a:lnTo>
                  <a:pt x="11656" y="7154"/>
                </a:lnTo>
                <a:lnTo>
                  <a:pt x="11486" y="7105"/>
                </a:lnTo>
                <a:lnTo>
                  <a:pt x="11315" y="7081"/>
                </a:lnTo>
                <a:close/>
                <a:moveTo>
                  <a:pt x="11972" y="10925"/>
                </a:moveTo>
                <a:lnTo>
                  <a:pt x="11875" y="10974"/>
                </a:lnTo>
                <a:lnTo>
                  <a:pt x="11778" y="11047"/>
                </a:lnTo>
                <a:lnTo>
                  <a:pt x="11607" y="11290"/>
                </a:lnTo>
                <a:lnTo>
                  <a:pt x="11413" y="11485"/>
                </a:lnTo>
                <a:lnTo>
                  <a:pt x="11194" y="11680"/>
                </a:lnTo>
                <a:lnTo>
                  <a:pt x="10950" y="11850"/>
                </a:lnTo>
                <a:lnTo>
                  <a:pt x="10707" y="11996"/>
                </a:lnTo>
                <a:lnTo>
                  <a:pt x="10439" y="12118"/>
                </a:lnTo>
                <a:lnTo>
                  <a:pt x="10172" y="12215"/>
                </a:lnTo>
                <a:lnTo>
                  <a:pt x="9880" y="12312"/>
                </a:lnTo>
                <a:lnTo>
                  <a:pt x="9588" y="12385"/>
                </a:lnTo>
                <a:lnTo>
                  <a:pt x="9296" y="12434"/>
                </a:lnTo>
                <a:lnTo>
                  <a:pt x="8712" y="12507"/>
                </a:lnTo>
                <a:lnTo>
                  <a:pt x="8128" y="12531"/>
                </a:lnTo>
                <a:lnTo>
                  <a:pt x="7568" y="12507"/>
                </a:lnTo>
                <a:lnTo>
                  <a:pt x="7325" y="12483"/>
                </a:lnTo>
                <a:lnTo>
                  <a:pt x="7106" y="12434"/>
                </a:lnTo>
                <a:lnTo>
                  <a:pt x="6668" y="12312"/>
                </a:lnTo>
                <a:lnTo>
                  <a:pt x="6230" y="12166"/>
                </a:lnTo>
                <a:lnTo>
                  <a:pt x="5816" y="11996"/>
                </a:lnTo>
                <a:lnTo>
                  <a:pt x="5427" y="11826"/>
                </a:lnTo>
                <a:lnTo>
                  <a:pt x="5013" y="11631"/>
                </a:lnTo>
                <a:lnTo>
                  <a:pt x="4794" y="11509"/>
                </a:lnTo>
                <a:lnTo>
                  <a:pt x="4600" y="11388"/>
                </a:lnTo>
                <a:lnTo>
                  <a:pt x="4454" y="11242"/>
                </a:lnTo>
                <a:lnTo>
                  <a:pt x="4308" y="11096"/>
                </a:lnTo>
                <a:lnTo>
                  <a:pt x="4259" y="11047"/>
                </a:lnTo>
                <a:lnTo>
                  <a:pt x="4210" y="11023"/>
                </a:lnTo>
                <a:lnTo>
                  <a:pt x="4089" y="11023"/>
                </a:lnTo>
                <a:lnTo>
                  <a:pt x="4040" y="11071"/>
                </a:lnTo>
                <a:lnTo>
                  <a:pt x="3991" y="11096"/>
                </a:lnTo>
                <a:lnTo>
                  <a:pt x="3991" y="11169"/>
                </a:lnTo>
                <a:lnTo>
                  <a:pt x="3991" y="11242"/>
                </a:lnTo>
                <a:lnTo>
                  <a:pt x="4016" y="11339"/>
                </a:lnTo>
                <a:lnTo>
                  <a:pt x="4064" y="11436"/>
                </a:lnTo>
                <a:lnTo>
                  <a:pt x="4210" y="11631"/>
                </a:lnTo>
                <a:lnTo>
                  <a:pt x="4381" y="11801"/>
                </a:lnTo>
                <a:lnTo>
                  <a:pt x="4575" y="11947"/>
                </a:lnTo>
                <a:lnTo>
                  <a:pt x="4794" y="12069"/>
                </a:lnTo>
                <a:lnTo>
                  <a:pt x="5038" y="12191"/>
                </a:lnTo>
                <a:lnTo>
                  <a:pt x="5451" y="12385"/>
                </a:lnTo>
                <a:lnTo>
                  <a:pt x="5938" y="12604"/>
                </a:lnTo>
                <a:lnTo>
                  <a:pt x="6424" y="12799"/>
                </a:lnTo>
                <a:lnTo>
                  <a:pt x="6935" y="12945"/>
                </a:lnTo>
                <a:lnTo>
                  <a:pt x="7446" y="13042"/>
                </a:lnTo>
                <a:lnTo>
                  <a:pt x="7763" y="13067"/>
                </a:lnTo>
                <a:lnTo>
                  <a:pt x="8079" y="13091"/>
                </a:lnTo>
                <a:lnTo>
                  <a:pt x="8420" y="13091"/>
                </a:lnTo>
                <a:lnTo>
                  <a:pt x="8760" y="13067"/>
                </a:lnTo>
                <a:lnTo>
                  <a:pt x="9101" y="13042"/>
                </a:lnTo>
                <a:lnTo>
                  <a:pt x="9442" y="12969"/>
                </a:lnTo>
                <a:lnTo>
                  <a:pt x="9758" y="12896"/>
                </a:lnTo>
                <a:lnTo>
                  <a:pt x="10099" y="12799"/>
                </a:lnTo>
                <a:lnTo>
                  <a:pt x="10415" y="12702"/>
                </a:lnTo>
                <a:lnTo>
                  <a:pt x="10731" y="12556"/>
                </a:lnTo>
                <a:lnTo>
                  <a:pt x="11023" y="12410"/>
                </a:lnTo>
                <a:lnTo>
                  <a:pt x="11315" y="12239"/>
                </a:lnTo>
                <a:lnTo>
                  <a:pt x="11583" y="12045"/>
                </a:lnTo>
                <a:lnTo>
                  <a:pt x="11826" y="11826"/>
                </a:lnTo>
                <a:lnTo>
                  <a:pt x="12045" y="11582"/>
                </a:lnTo>
                <a:lnTo>
                  <a:pt x="12264" y="11339"/>
                </a:lnTo>
                <a:lnTo>
                  <a:pt x="12313" y="11217"/>
                </a:lnTo>
                <a:lnTo>
                  <a:pt x="12289" y="11120"/>
                </a:lnTo>
                <a:lnTo>
                  <a:pt x="12240" y="11047"/>
                </a:lnTo>
                <a:lnTo>
                  <a:pt x="12167" y="10974"/>
                </a:lnTo>
                <a:lnTo>
                  <a:pt x="12070" y="10950"/>
                </a:lnTo>
                <a:lnTo>
                  <a:pt x="11972" y="10925"/>
                </a:lnTo>
                <a:close/>
                <a:moveTo>
                  <a:pt x="8493" y="682"/>
                </a:moveTo>
                <a:lnTo>
                  <a:pt x="8663" y="706"/>
                </a:lnTo>
                <a:lnTo>
                  <a:pt x="9101" y="755"/>
                </a:lnTo>
                <a:lnTo>
                  <a:pt x="9539" y="803"/>
                </a:lnTo>
                <a:lnTo>
                  <a:pt x="10001" y="901"/>
                </a:lnTo>
                <a:lnTo>
                  <a:pt x="10439" y="1022"/>
                </a:lnTo>
                <a:lnTo>
                  <a:pt x="10780" y="1120"/>
                </a:lnTo>
                <a:lnTo>
                  <a:pt x="11121" y="1241"/>
                </a:lnTo>
                <a:lnTo>
                  <a:pt x="11437" y="1411"/>
                </a:lnTo>
                <a:lnTo>
                  <a:pt x="11753" y="1557"/>
                </a:lnTo>
                <a:lnTo>
                  <a:pt x="11753" y="1582"/>
                </a:lnTo>
                <a:lnTo>
                  <a:pt x="11729" y="1655"/>
                </a:lnTo>
                <a:lnTo>
                  <a:pt x="11729" y="1752"/>
                </a:lnTo>
                <a:lnTo>
                  <a:pt x="11753" y="1801"/>
                </a:lnTo>
                <a:lnTo>
                  <a:pt x="11826" y="1825"/>
                </a:lnTo>
                <a:lnTo>
                  <a:pt x="11899" y="1825"/>
                </a:lnTo>
                <a:lnTo>
                  <a:pt x="11948" y="1776"/>
                </a:lnTo>
                <a:lnTo>
                  <a:pt x="11972" y="1752"/>
                </a:lnTo>
                <a:lnTo>
                  <a:pt x="11997" y="1752"/>
                </a:lnTo>
                <a:lnTo>
                  <a:pt x="11997" y="1728"/>
                </a:lnTo>
                <a:lnTo>
                  <a:pt x="12021" y="1728"/>
                </a:lnTo>
                <a:lnTo>
                  <a:pt x="12143" y="1801"/>
                </a:lnTo>
                <a:lnTo>
                  <a:pt x="12094" y="1874"/>
                </a:lnTo>
                <a:lnTo>
                  <a:pt x="12094" y="1947"/>
                </a:lnTo>
                <a:lnTo>
                  <a:pt x="12094" y="1995"/>
                </a:lnTo>
                <a:lnTo>
                  <a:pt x="12143" y="2020"/>
                </a:lnTo>
                <a:lnTo>
                  <a:pt x="12167" y="2044"/>
                </a:lnTo>
                <a:lnTo>
                  <a:pt x="12216" y="2020"/>
                </a:lnTo>
                <a:lnTo>
                  <a:pt x="12240" y="1995"/>
                </a:lnTo>
                <a:lnTo>
                  <a:pt x="12313" y="1922"/>
                </a:lnTo>
                <a:lnTo>
                  <a:pt x="12337" y="1922"/>
                </a:lnTo>
                <a:lnTo>
                  <a:pt x="12532" y="2068"/>
                </a:lnTo>
                <a:lnTo>
                  <a:pt x="12483" y="2190"/>
                </a:lnTo>
                <a:lnTo>
                  <a:pt x="12483" y="2239"/>
                </a:lnTo>
                <a:lnTo>
                  <a:pt x="12508" y="2336"/>
                </a:lnTo>
                <a:lnTo>
                  <a:pt x="12532" y="2385"/>
                </a:lnTo>
                <a:lnTo>
                  <a:pt x="12556" y="2409"/>
                </a:lnTo>
                <a:lnTo>
                  <a:pt x="12581" y="2409"/>
                </a:lnTo>
                <a:lnTo>
                  <a:pt x="12629" y="2385"/>
                </a:lnTo>
                <a:lnTo>
                  <a:pt x="12678" y="2360"/>
                </a:lnTo>
                <a:lnTo>
                  <a:pt x="12751" y="2287"/>
                </a:lnTo>
                <a:lnTo>
                  <a:pt x="12775" y="2239"/>
                </a:lnTo>
                <a:lnTo>
                  <a:pt x="12970" y="2409"/>
                </a:lnTo>
                <a:lnTo>
                  <a:pt x="12873" y="2531"/>
                </a:lnTo>
                <a:lnTo>
                  <a:pt x="12848" y="2604"/>
                </a:lnTo>
                <a:lnTo>
                  <a:pt x="12824" y="2677"/>
                </a:lnTo>
                <a:lnTo>
                  <a:pt x="12824" y="2725"/>
                </a:lnTo>
                <a:lnTo>
                  <a:pt x="12873" y="2750"/>
                </a:lnTo>
                <a:lnTo>
                  <a:pt x="12921" y="2774"/>
                </a:lnTo>
                <a:lnTo>
                  <a:pt x="12946" y="2774"/>
                </a:lnTo>
                <a:lnTo>
                  <a:pt x="13067" y="2701"/>
                </a:lnTo>
                <a:lnTo>
                  <a:pt x="13189" y="2604"/>
                </a:lnTo>
                <a:lnTo>
                  <a:pt x="13311" y="2725"/>
                </a:lnTo>
                <a:lnTo>
                  <a:pt x="13384" y="2823"/>
                </a:lnTo>
                <a:lnTo>
                  <a:pt x="13262" y="3017"/>
                </a:lnTo>
                <a:lnTo>
                  <a:pt x="13213" y="3066"/>
                </a:lnTo>
                <a:lnTo>
                  <a:pt x="13189" y="3163"/>
                </a:lnTo>
                <a:lnTo>
                  <a:pt x="13165" y="3236"/>
                </a:lnTo>
                <a:lnTo>
                  <a:pt x="13189" y="3285"/>
                </a:lnTo>
                <a:lnTo>
                  <a:pt x="13238" y="3309"/>
                </a:lnTo>
                <a:lnTo>
                  <a:pt x="13335" y="3285"/>
                </a:lnTo>
                <a:lnTo>
                  <a:pt x="13408" y="3236"/>
                </a:lnTo>
                <a:lnTo>
                  <a:pt x="13554" y="3115"/>
                </a:lnTo>
                <a:lnTo>
                  <a:pt x="13578" y="3042"/>
                </a:lnTo>
                <a:lnTo>
                  <a:pt x="13773" y="3309"/>
                </a:lnTo>
                <a:lnTo>
                  <a:pt x="13676" y="3407"/>
                </a:lnTo>
                <a:lnTo>
                  <a:pt x="13554" y="3504"/>
                </a:lnTo>
                <a:lnTo>
                  <a:pt x="13505" y="3577"/>
                </a:lnTo>
                <a:lnTo>
                  <a:pt x="13481" y="3650"/>
                </a:lnTo>
                <a:lnTo>
                  <a:pt x="13481" y="3699"/>
                </a:lnTo>
                <a:lnTo>
                  <a:pt x="13505" y="3723"/>
                </a:lnTo>
                <a:lnTo>
                  <a:pt x="13603" y="3747"/>
                </a:lnTo>
                <a:lnTo>
                  <a:pt x="13700" y="3723"/>
                </a:lnTo>
                <a:lnTo>
                  <a:pt x="13773" y="3674"/>
                </a:lnTo>
                <a:lnTo>
                  <a:pt x="13870" y="3626"/>
                </a:lnTo>
                <a:lnTo>
                  <a:pt x="13968" y="3577"/>
                </a:lnTo>
                <a:lnTo>
                  <a:pt x="14162" y="3918"/>
                </a:lnTo>
                <a:lnTo>
                  <a:pt x="14065" y="3991"/>
                </a:lnTo>
                <a:lnTo>
                  <a:pt x="13870" y="4161"/>
                </a:lnTo>
                <a:lnTo>
                  <a:pt x="13773" y="4234"/>
                </a:lnTo>
                <a:lnTo>
                  <a:pt x="13700" y="4331"/>
                </a:lnTo>
                <a:lnTo>
                  <a:pt x="13700" y="4356"/>
                </a:lnTo>
                <a:lnTo>
                  <a:pt x="13724" y="4380"/>
                </a:lnTo>
                <a:lnTo>
                  <a:pt x="13846" y="4380"/>
                </a:lnTo>
                <a:lnTo>
                  <a:pt x="13943" y="4356"/>
                </a:lnTo>
                <a:lnTo>
                  <a:pt x="14065" y="4307"/>
                </a:lnTo>
                <a:lnTo>
                  <a:pt x="14162" y="4234"/>
                </a:lnTo>
                <a:lnTo>
                  <a:pt x="14284" y="4161"/>
                </a:lnTo>
                <a:lnTo>
                  <a:pt x="14503" y="4696"/>
                </a:lnTo>
                <a:lnTo>
                  <a:pt x="14332" y="4769"/>
                </a:lnTo>
                <a:lnTo>
                  <a:pt x="14211" y="4842"/>
                </a:lnTo>
                <a:lnTo>
                  <a:pt x="14065" y="4940"/>
                </a:lnTo>
                <a:lnTo>
                  <a:pt x="13968" y="5061"/>
                </a:lnTo>
                <a:lnTo>
                  <a:pt x="13919" y="5134"/>
                </a:lnTo>
                <a:lnTo>
                  <a:pt x="13895" y="5207"/>
                </a:lnTo>
                <a:lnTo>
                  <a:pt x="13895" y="5256"/>
                </a:lnTo>
                <a:lnTo>
                  <a:pt x="13919" y="5280"/>
                </a:lnTo>
                <a:lnTo>
                  <a:pt x="13968" y="5305"/>
                </a:lnTo>
                <a:lnTo>
                  <a:pt x="14016" y="5305"/>
                </a:lnTo>
                <a:lnTo>
                  <a:pt x="14114" y="5256"/>
                </a:lnTo>
                <a:lnTo>
                  <a:pt x="14235" y="5183"/>
                </a:lnTo>
                <a:lnTo>
                  <a:pt x="14551" y="5037"/>
                </a:lnTo>
                <a:lnTo>
                  <a:pt x="14600" y="5013"/>
                </a:lnTo>
                <a:lnTo>
                  <a:pt x="14770" y="5524"/>
                </a:lnTo>
                <a:lnTo>
                  <a:pt x="14430" y="5670"/>
                </a:lnTo>
                <a:lnTo>
                  <a:pt x="14162" y="5791"/>
                </a:lnTo>
                <a:lnTo>
                  <a:pt x="13919" y="5937"/>
                </a:lnTo>
                <a:lnTo>
                  <a:pt x="13919" y="5986"/>
                </a:lnTo>
                <a:lnTo>
                  <a:pt x="13943" y="6010"/>
                </a:lnTo>
                <a:lnTo>
                  <a:pt x="14089" y="6035"/>
                </a:lnTo>
                <a:lnTo>
                  <a:pt x="14235" y="6059"/>
                </a:lnTo>
                <a:lnTo>
                  <a:pt x="14381" y="6035"/>
                </a:lnTo>
                <a:lnTo>
                  <a:pt x="14527" y="6010"/>
                </a:lnTo>
                <a:lnTo>
                  <a:pt x="14843" y="5889"/>
                </a:lnTo>
                <a:lnTo>
                  <a:pt x="14965" y="6424"/>
                </a:lnTo>
                <a:lnTo>
                  <a:pt x="14795" y="6497"/>
                </a:lnTo>
                <a:lnTo>
                  <a:pt x="14405" y="6619"/>
                </a:lnTo>
                <a:lnTo>
                  <a:pt x="14041" y="6740"/>
                </a:lnTo>
                <a:lnTo>
                  <a:pt x="13992" y="6789"/>
                </a:lnTo>
                <a:lnTo>
                  <a:pt x="13992" y="6813"/>
                </a:lnTo>
                <a:lnTo>
                  <a:pt x="13992" y="6862"/>
                </a:lnTo>
                <a:lnTo>
                  <a:pt x="14041" y="6886"/>
                </a:lnTo>
                <a:lnTo>
                  <a:pt x="14235" y="6886"/>
                </a:lnTo>
                <a:lnTo>
                  <a:pt x="14430" y="6862"/>
                </a:lnTo>
                <a:lnTo>
                  <a:pt x="14795" y="6813"/>
                </a:lnTo>
                <a:lnTo>
                  <a:pt x="15038" y="6740"/>
                </a:lnTo>
                <a:lnTo>
                  <a:pt x="15111" y="7178"/>
                </a:lnTo>
                <a:lnTo>
                  <a:pt x="14843" y="7227"/>
                </a:lnTo>
                <a:lnTo>
                  <a:pt x="14430" y="7349"/>
                </a:lnTo>
                <a:lnTo>
                  <a:pt x="14235" y="7422"/>
                </a:lnTo>
                <a:lnTo>
                  <a:pt x="14065" y="7543"/>
                </a:lnTo>
                <a:lnTo>
                  <a:pt x="14041" y="7592"/>
                </a:lnTo>
                <a:lnTo>
                  <a:pt x="14041" y="7665"/>
                </a:lnTo>
                <a:lnTo>
                  <a:pt x="14089" y="7714"/>
                </a:lnTo>
                <a:lnTo>
                  <a:pt x="14138" y="7738"/>
                </a:lnTo>
                <a:lnTo>
                  <a:pt x="14357" y="7714"/>
                </a:lnTo>
                <a:lnTo>
                  <a:pt x="14551" y="7665"/>
                </a:lnTo>
                <a:lnTo>
                  <a:pt x="14941" y="7568"/>
                </a:lnTo>
                <a:lnTo>
                  <a:pt x="15135" y="7519"/>
                </a:lnTo>
                <a:lnTo>
                  <a:pt x="15184" y="7981"/>
                </a:lnTo>
                <a:lnTo>
                  <a:pt x="14868" y="8030"/>
                </a:lnTo>
                <a:lnTo>
                  <a:pt x="14624" y="8054"/>
                </a:lnTo>
                <a:lnTo>
                  <a:pt x="14381" y="8079"/>
                </a:lnTo>
                <a:lnTo>
                  <a:pt x="14235" y="8103"/>
                </a:lnTo>
                <a:lnTo>
                  <a:pt x="14138" y="8152"/>
                </a:lnTo>
                <a:lnTo>
                  <a:pt x="14016" y="8200"/>
                </a:lnTo>
                <a:lnTo>
                  <a:pt x="13943" y="8298"/>
                </a:lnTo>
                <a:lnTo>
                  <a:pt x="13919" y="8322"/>
                </a:lnTo>
                <a:lnTo>
                  <a:pt x="13919" y="8346"/>
                </a:lnTo>
                <a:lnTo>
                  <a:pt x="13943" y="8395"/>
                </a:lnTo>
                <a:lnTo>
                  <a:pt x="13968" y="8395"/>
                </a:lnTo>
                <a:lnTo>
                  <a:pt x="14089" y="8419"/>
                </a:lnTo>
                <a:lnTo>
                  <a:pt x="14211" y="8444"/>
                </a:lnTo>
                <a:lnTo>
                  <a:pt x="14478" y="8444"/>
                </a:lnTo>
                <a:lnTo>
                  <a:pt x="14989" y="8395"/>
                </a:lnTo>
                <a:lnTo>
                  <a:pt x="15208" y="8395"/>
                </a:lnTo>
                <a:lnTo>
                  <a:pt x="15208" y="8857"/>
                </a:lnTo>
                <a:lnTo>
                  <a:pt x="14722" y="8882"/>
                </a:lnTo>
                <a:lnTo>
                  <a:pt x="14503" y="8882"/>
                </a:lnTo>
                <a:lnTo>
                  <a:pt x="14284" y="8906"/>
                </a:lnTo>
                <a:lnTo>
                  <a:pt x="14065" y="8955"/>
                </a:lnTo>
                <a:lnTo>
                  <a:pt x="13968" y="8979"/>
                </a:lnTo>
                <a:lnTo>
                  <a:pt x="13870" y="9028"/>
                </a:lnTo>
                <a:lnTo>
                  <a:pt x="13870" y="9052"/>
                </a:lnTo>
                <a:lnTo>
                  <a:pt x="13870" y="9076"/>
                </a:lnTo>
                <a:lnTo>
                  <a:pt x="13968" y="9125"/>
                </a:lnTo>
                <a:lnTo>
                  <a:pt x="14065" y="9174"/>
                </a:lnTo>
                <a:lnTo>
                  <a:pt x="14284" y="9222"/>
                </a:lnTo>
                <a:lnTo>
                  <a:pt x="14722" y="9222"/>
                </a:lnTo>
                <a:lnTo>
                  <a:pt x="14941" y="9247"/>
                </a:lnTo>
                <a:lnTo>
                  <a:pt x="15184" y="9247"/>
                </a:lnTo>
                <a:lnTo>
                  <a:pt x="15160" y="9465"/>
                </a:lnTo>
                <a:lnTo>
                  <a:pt x="14965" y="9514"/>
                </a:lnTo>
                <a:lnTo>
                  <a:pt x="14722" y="9563"/>
                </a:lnTo>
                <a:lnTo>
                  <a:pt x="14503" y="9660"/>
                </a:lnTo>
                <a:lnTo>
                  <a:pt x="14260" y="9757"/>
                </a:lnTo>
                <a:lnTo>
                  <a:pt x="14041" y="9879"/>
                </a:lnTo>
                <a:lnTo>
                  <a:pt x="14016" y="9903"/>
                </a:lnTo>
                <a:lnTo>
                  <a:pt x="14016" y="9952"/>
                </a:lnTo>
                <a:lnTo>
                  <a:pt x="14041" y="9976"/>
                </a:lnTo>
                <a:lnTo>
                  <a:pt x="14089" y="9976"/>
                </a:lnTo>
                <a:lnTo>
                  <a:pt x="14308" y="10001"/>
                </a:lnTo>
                <a:lnTo>
                  <a:pt x="14527" y="9976"/>
                </a:lnTo>
                <a:lnTo>
                  <a:pt x="14965" y="9903"/>
                </a:lnTo>
                <a:lnTo>
                  <a:pt x="15087" y="9879"/>
                </a:lnTo>
                <a:lnTo>
                  <a:pt x="14989" y="10390"/>
                </a:lnTo>
                <a:lnTo>
                  <a:pt x="14527" y="10463"/>
                </a:lnTo>
                <a:lnTo>
                  <a:pt x="14357" y="10487"/>
                </a:lnTo>
                <a:lnTo>
                  <a:pt x="14162" y="10512"/>
                </a:lnTo>
                <a:lnTo>
                  <a:pt x="13992" y="10560"/>
                </a:lnTo>
                <a:lnTo>
                  <a:pt x="13919" y="10609"/>
                </a:lnTo>
                <a:lnTo>
                  <a:pt x="13870" y="10682"/>
                </a:lnTo>
                <a:lnTo>
                  <a:pt x="13846" y="10731"/>
                </a:lnTo>
                <a:lnTo>
                  <a:pt x="13846" y="10804"/>
                </a:lnTo>
                <a:lnTo>
                  <a:pt x="13870" y="10852"/>
                </a:lnTo>
                <a:lnTo>
                  <a:pt x="13919" y="10901"/>
                </a:lnTo>
                <a:lnTo>
                  <a:pt x="13992" y="10925"/>
                </a:lnTo>
                <a:lnTo>
                  <a:pt x="14065" y="10950"/>
                </a:lnTo>
                <a:lnTo>
                  <a:pt x="14235" y="10950"/>
                </a:lnTo>
                <a:lnTo>
                  <a:pt x="14600" y="10901"/>
                </a:lnTo>
                <a:lnTo>
                  <a:pt x="14819" y="10877"/>
                </a:lnTo>
                <a:lnTo>
                  <a:pt x="14819" y="10877"/>
                </a:lnTo>
                <a:lnTo>
                  <a:pt x="14624" y="11339"/>
                </a:lnTo>
                <a:lnTo>
                  <a:pt x="14478" y="11339"/>
                </a:lnTo>
                <a:lnTo>
                  <a:pt x="14308" y="11315"/>
                </a:lnTo>
                <a:lnTo>
                  <a:pt x="14114" y="11339"/>
                </a:lnTo>
                <a:lnTo>
                  <a:pt x="13919" y="11363"/>
                </a:lnTo>
                <a:lnTo>
                  <a:pt x="13749" y="11436"/>
                </a:lnTo>
                <a:lnTo>
                  <a:pt x="13724" y="11461"/>
                </a:lnTo>
                <a:lnTo>
                  <a:pt x="13749" y="11485"/>
                </a:lnTo>
                <a:lnTo>
                  <a:pt x="13919" y="11558"/>
                </a:lnTo>
                <a:lnTo>
                  <a:pt x="14089" y="11607"/>
                </a:lnTo>
                <a:lnTo>
                  <a:pt x="14430" y="11655"/>
                </a:lnTo>
                <a:lnTo>
                  <a:pt x="14454" y="11655"/>
                </a:lnTo>
                <a:lnTo>
                  <a:pt x="14211" y="12069"/>
                </a:lnTo>
                <a:lnTo>
                  <a:pt x="13968" y="12069"/>
                </a:lnTo>
                <a:lnTo>
                  <a:pt x="13724" y="12093"/>
                </a:lnTo>
                <a:lnTo>
                  <a:pt x="13603" y="12069"/>
                </a:lnTo>
                <a:lnTo>
                  <a:pt x="13481" y="12045"/>
                </a:lnTo>
                <a:lnTo>
                  <a:pt x="13335" y="12020"/>
                </a:lnTo>
                <a:lnTo>
                  <a:pt x="13213" y="12020"/>
                </a:lnTo>
                <a:lnTo>
                  <a:pt x="13189" y="12045"/>
                </a:lnTo>
                <a:lnTo>
                  <a:pt x="13189" y="12069"/>
                </a:lnTo>
                <a:lnTo>
                  <a:pt x="13189" y="12166"/>
                </a:lnTo>
                <a:lnTo>
                  <a:pt x="13238" y="12239"/>
                </a:lnTo>
                <a:lnTo>
                  <a:pt x="13311" y="12312"/>
                </a:lnTo>
                <a:lnTo>
                  <a:pt x="13408" y="12361"/>
                </a:lnTo>
                <a:lnTo>
                  <a:pt x="13530" y="12385"/>
                </a:lnTo>
                <a:lnTo>
                  <a:pt x="13651" y="12410"/>
                </a:lnTo>
                <a:lnTo>
                  <a:pt x="13943" y="12434"/>
                </a:lnTo>
                <a:lnTo>
                  <a:pt x="13603" y="12823"/>
                </a:lnTo>
                <a:lnTo>
                  <a:pt x="13067" y="12726"/>
                </a:lnTo>
                <a:lnTo>
                  <a:pt x="12848" y="12677"/>
                </a:lnTo>
                <a:lnTo>
                  <a:pt x="12727" y="12677"/>
                </a:lnTo>
                <a:lnTo>
                  <a:pt x="12629" y="12702"/>
                </a:lnTo>
                <a:lnTo>
                  <a:pt x="12605" y="12726"/>
                </a:lnTo>
                <a:lnTo>
                  <a:pt x="12605" y="12775"/>
                </a:lnTo>
                <a:lnTo>
                  <a:pt x="12629" y="12848"/>
                </a:lnTo>
                <a:lnTo>
                  <a:pt x="12678" y="12921"/>
                </a:lnTo>
                <a:lnTo>
                  <a:pt x="12751" y="12969"/>
                </a:lnTo>
                <a:lnTo>
                  <a:pt x="12824" y="13018"/>
                </a:lnTo>
                <a:lnTo>
                  <a:pt x="13043" y="13115"/>
                </a:lnTo>
                <a:lnTo>
                  <a:pt x="13262" y="13164"/>
                </a:lnTo>
                <a:lnTo>
                  <a:pt x="13116" y="13286"/>
                </a:lnTo>
                <a:lnTo>
                  <a:pt x="13067" y="13286"/>
                </a:lnTo>
                <a:lnTo>
                  <a:pt x="12605" y="13261"/>
                </a:lnTo>
                <a:lnTo>
                  <a:pt x="12362" y="13213"/>
                </a:lnTo>
                <a:lnTo>
                  <a:pt x="12240" y="13188"/>
                </a:lnTo>
                <a:lnTo>
                  <a:pt x="12094" y="13188"/>
                </a:lnTo>
                <a:lnTo>
                  <a:pt x="12021" y="13213"/>
                </a:lnTo>
                <a:lnTo>
                  <a:pt x="11997" y="13261"/>
                </a:lnTo>
                <a:lnTo>
                  <a:pt x="11972" y="13334"/>
                </a:lnTo>
                <a:lnTo>
                  <a:pt x="12021" y="13383"/>
                </a:lnTo>
                <a:lnTo>
                  <a:pt x="12143" y="13505"/>
                </a:lnTo>
                <a:lnTo>
                  <a:pt x="12289" y="13578"/>
                </a:lnTo>
                <a:lnTo>
                  <a:pt x="12483" y="13626"/>
                </a:lnTo>
                <a:lnTo>
                  <a:pt x="12654" y="13651"/>
                </a:lnTo>
                <a:lnTo>
                  <a:pt x="12240" y="13943"/>
                </a:lnTo>
                <a:lnTo>
                  <a:pt x="12143" y="13918"/>
                </a:lnTo>
                <a:lnTo>
                  <a:pt x="11680" y="13821"/>
                </a:lnTo>
                <a:lnTo>
                  <a:pt x="11461" y="13772"/>
                </a:lnTo>
                <a:lnTo>
                  <a:pt x="11267" y="13724"/>
                </a:lnTo>
                <a:lnTo>
                  <a:pt x="11218" y="13748"/>
                </a:lnTo>
                <a:lnTo>
                  <a:pt x="11218" y="13821"/>
                </a:lnTo>
                <a:lnTo>
                  <a:pt x="11242" y="13894"/>
                </a:lnTo>
                <a:lnTo>
                  <a:pt x="11315" y="13967"/>
                </a:lnTo>
                <a:lnTo>
                  <a:pt x="11437" y="14064"/>
                </a:lnTo>
                <a:lnTo>
                  <a:pt x="11607" y="14137"/>
                </a:lnTo>
                <a:lnTo>
                  <a:pt x="11802" y="14210"/>
                </a:lnTo>
                <a:lnTo>
                  <a:pt x="11437" y="14381"/>
                </a:lnTo>
                <a:lnTo>
                  <a:pt x="11388" y="14332"/>
                </a:lnTo>
                <a:lnTo>
                  <a:pt x="11315" y="14308"/>
                </a:lnTo>
                <a:lnTo>
                  <a:pt x="11194" y="14259"/>
                </a:lnTo>
                <a:lnTo>
                  <a:pt x="10902" y="14235"/>
                </a:lnTo>
                <a:lnTo>
                  <a:pt x="10634" y="14210"/>
                </a:lnTo>
                <a:lnTo>
                  <a:pt x="10512" y="14210"/>
                </a:lnTo>
                <a:lnTo>
                  <a:pt x="10391" y="14235"/>
                </a:lnTo>
                <a:lnTo>
                  <a:pt x="10366" y="14235"/>
                </a:lnTo>
                <a:lnTo>
                  <a:pt x="10366" y="14283"/>
                </a:lnTo>
                <a:lnTo>
                  <a:pt x="10366" y="14332"/>
                </a:lnTo>
                <a:lnTo>
                  <a:pt x="10391" y="14381"/>
                </a:lnTo>
                <a:lnTo>
                  <a:pt x="10488" y="14478"/>
                </a:lnTo>
                <a:lnTo>
                  <a:pt x="10610" y="14551"/>
                </a:lnTo>
                <a:lnTo>
                  <a:pt x="10731" y="14575"/>
                </a:lnTo>
                <a:lnTo>
                  <a:pt x="10877" y="14624"/>
                </a:lnTo>
                <a:lnTo>
                  <a:pt x="10512" y="14746"/>
                </a:lnTo>
                <a:lnTo>
                  <a:pt x="10318" y="14673"/>
                </a:lnTo>
                <a:lnTo>
                  <a:pt x="10123" y="14624"/>
                </a:lnTo>
                <a:lnTo>
                  <a:pt x="9904" y="14600"/>
                </a:lnTo>
                <a:lnTo>
                  <a:pt x="9807" y="14600"/>
                </a:lnTo>
                <a:lnTo>
                  <a:pt x="9709" y="14648"/>
                </a:lnTo>
                <a:lnTo>
                  <a:pt x="9661" y="14673"/>
                </a:lnTo>
                <a:lnTo>
                  <a:pt x="9685" y="14721"/>
                </a:lnTo>
                <a:lnTo>
                  <a:pt x="9734" y="14794"/>
                </a:lnTo>
                <a:lnTo>
                  <a:pt x="9807" y="14843"/>
                </a:lnTo>
                <a:lnTo>
                  <a:pt x="9928" y="14916"/>
                </a:lnTo>
                <a:lnTo>
                  <a:pt x="9612" y="14989"/>
                </a:lnTo>
                <a:lnTo>
                  <a:pt x="9588" y="14940"/>
                </a:lnTo>
                <a:lnTo>
                  <a:pt x="9539" y="14916"/>
                </a:lnTo>
                <a:lnTo>
                  <a:pt x="9417" y="14867"/>
                </a:lnTo>
                <a:lnTo>
                  <a:pt x="9223" y="14843"/>
                </a:lnTo>
                <a:lnTo>
                  <a:pt x="9150" y="14843"/>
                </a:lnTo>
                <a:lnTo>
                  <a:pt x="9052" y="14867"/>
                </a:lnTo>
                <a:lnTo>
                  <a:pt x="9004" y="14916"/>
                </a:lnTo>
                <a:lnTo>
                  <a:pt x="8979" y="14965"/>
                </a:lnTo>
                <a:lnTo>
                  <a:pt x="8979" y="15013"/>
                </a:lnTo>
                <a:lnTo>
                  <a:pt x="9004" y="15062"/>
                </a:lnTo>
                <a:lnTo>
                  <a:pt x="9004" y="15086"/>
                </a:lnTo>
                <a:lnTo>
                  <a:pt x="8663" y="15135"/>
                </a:lnTo>
                <a:lnTo>
                  <a:pt x="8298" y="15159"/>
                </a:lnTo>
                <a:lnTo>
                  <a:pt x="7227" y="15159"/>
                </a:lnTo>
                <a:lnTo>
                  <a:pt x="6862" y="15111"/>
                </a:lnTo>
                <a:lnTo>
                  <a:pt x="6497" y="15062"/>
                </a:lnTo>
                <a:lnTo>
                  <a:pt x="6157" y="14989"/>
                </a:lnTo>
                <a:lnTo>
                  <a:pt x="5816" y="14916"/>
                </a:lnTo>
                <a:lnTo>
                  <a:pt x="5451" y="14819"/>
                </a:lnTo>
                <a:lnTo>
                  <a:pt x="5135" y="14697"/>
                </a:lnTo>
                <a:lnTo>
                  <a:pt x="4794" y="14575"/>
                </a:lnTo>
                <a:lnTo>
                  <a:pt x="4478" y="14405"/>
                </a:lnTo>
                <a:lnTo>
                  <a:pt x="4162" y="14259"/>
                </a:lnTo>
                <a:lnTo>
                  <a:pt x="3845" y="14064"/>
                </a:lnTo>
                <a:lnTo>
                  <a:pt x="3553" y="13870"/>
                </a:lnTo>
                <a:lnTo>
                  <a:pt x="3286" y="13675"/>
                </a:lnTo>
                <a:lnTo>
                  <a:pt x="3018" y="13456"/>
                </a:lnTo>
                <a:lnTo>
                  <a:pt x="2775" y="13237"/>
                </a:lnTo>
                <a:lnTo>
                  <a:pt x="2531" y="12994"/>
                </a:lnTo>
                <a:lnTo>
                  <a:pt x="2312" y="12775"/>
                </a:lnTo>
                <a:lnTo>
                  <a:pt x="2118" y="12507"/>
                </a:lnTo>
                <a:lnTo>
                  <a:pt x="1899" y="12239"/>
                </a:lnTo>
                <a:lnTo>
                  <a:pt x="1728" y="11972"/>
                </a:lnTo>
                <a:lnTo>
                  <a:pt x="1558" y="11704"/>
                </a:lnTo>
                <a:lnTo>
                  <a:pt x="1412" y="11412"/>
                </a:lnTo>
                <a:lnTo>
                  <a:pt x="1266" y="11120"/>
                </a:lnTo>
                <a:lnTo>
                  <a:pt x="1144" y="10828"/>
                </a:lnTo>
                <a:lnTo>
                  <a:pt x="1047" y="10512"/>
                </a:lnTo>
                <a:lnTo>
                  <a:pt x="950" y="10195"/>
                </a:lnTo>
                <a:lnTo>
                  <a:pt x="877" y="9879"/>
                </a:lnTo>
                <a:lnTo>
                  <a:pt x="828" y="9538"/>
                </a:lnTo>
                <a:lnTo>
                  <a:pt x="779" y="9003"/>
                </a:lnTo>
                <a:lnTo>
                  <a:pt x="755" y="8468"/>
                </a:lnTo>
                <a:lnTo>
                  <a:pt x="755" y="7933"/>
                </a:lnTo>
                <a:lnTo>
                  <a:pt x="779" y="7397"/>
                </a:lnTo>
                <a:lnTo>
                  <a:pt x="852" y="6862"/>
                </a:lnTo>
                <a:lnTo>
                  <a:pt x="950" y="6351"/>
                </a:lnTo>
                <a:lnTo>
                  <a:pt x="1096" y="5840"/>
                </a:lnTo>
                <a:lnTo>
                  <a:pt x="1266" y="5353"/>
                </a:lnTo>
                <a:lnTo>
                  <a:pt x="1388" y="5061"/>
                </a:lnTo>
                <a:lnTo>
                  <a:pt x="1558" y="4745"/>
                </a:lnTo>
                <a:lnTo>
                  <a:pt x="1753" y="4404"/>
                </a:lnTo>
                <a:lnTo>
                  <a:pt x="1996" y="4064"/>
                </a:lnTo>
                <a:lnTo>
                  <a:pt x="2264" y="3699"/>
                </a:lnTo>
                <a:lnTo>
                  <a:pt x="2556" y="3334"/>
                </a:lnTo>
                <a:lnTo>
                  <a:pt x="2896" y="2944"/>
                </a:lnTo>
                <a:lnTo>
                  <a:pt x="3261" y="2604"/>
                </a:lnTo>
                <a:lnTo>
                  <a:pt x="3651" y="2263"/>
                </a:lnTo>
                <a:lnTo>
                  <a:pt x="4089" y="1922"/>
                </a:lnTo>
                <a:lnTo>
                  <a:pt x="4527" y="1630"/>
                </a:lnTo>
                <a:lnTo>
                  <a:pt x="5013" y="1363"/>
                </a:lnTo>
                <a:lnTo>
                  <a:pt x="5524" y="1144"/>
                </a:lnTo>
                <a:lnTo>
                  <a:pt x="6035" y="974"/>
                </a:lnTo>
                <a:lnTo>
                  <a:pt x="6327" y="925"/>
                </a:lnTo>
                <a:lnTo>
                  <a:pt x="6595" y="876"/>
                </a:lnTo>
                <a:lnTo>
                  <a:pt x="6887" y="828"/>
                </a:lnTo>
                <a:lnTo>
                  <a:pt x="7179" y="803"/>
                </a:lnTo>
                <a:lnTo>
                  <a:pt x="7544" y="779"/>
                </a:lnTo>
                <a:lnTo>
                  <a:pt x="7933" y="730"/>
                </a:lnTo>
                <a:lnTo>
                  <a:pt x="8322" y="682"/>
                </a:lnTo>
                <a:close/>
                <a:moveTo>
                  <a:pt x="8152" y="0"/>
                </a:moveTo>
                <a:lnTo>
                  <a:pt x="7763" y="25"/>
                </a:lnTo>
                <a:lnTo>
                  <a:pt x="7373" y="73"/>
                </a:lnTo>
                <a:lnTo>
                  <a:pt x="7081" y="49"/>
                </a:lnTo>
                <a:lnTo>
                  <a:pt x="6789" y="49"/>
                </a:lnTo>
                <a:lnTo>
                  <a:pt x="6473" y="73"/>
                </a:lnTo>
                <a:lnTo>
                  <a:pt x="6157" y="146"/>
                </a:lnTo>
                <a:lnTo>
                  <a:pt x="5841" y="219"/>
                </a:lnTo>
                <a:lnTo>
                  <a:pt x="5549" y="317"/>
                </a:lnTo>
                <a:lnTo>
                  <a:pt x="5232" y="438"/>
                </a:lnTo>
                <a:lnTo>
                  <a:pt x="4916" y="560"/>
                </a:lnTo>
                <a:lnTo>
                  <a:pt x="4332" y="876"/>
                </a:lnTo>
                <a:lnTo>
                  <a:pt x="3748" y="1217"/>
                </a:lnTo>
                <a:lnTo>
                  <a:pt x="3237" y="1606"/>
                </a:lnTo>
                <a:lnTo>
                  <a:pt x="2775" y="1995"/>
                </a:lnTo>
                <a:lnTo>
                  <a:pt x="2507" y="2239"/>
                </a:lnTo>
                <a:lnTo>
                  <a:pt x="2264" y="2482"/>
                </a:lnTo>
                <a:lnTo>
                  <a:pt x="2045" y="2725"/>
                </a:lnTo>
                <a:lnTo>
                  <a:pt x="1826" y="2993"/>
                </a:lnTo>
                <a:lnTo>
                  <a:pt x="1631" y="3261"/>
                </a:lnTo>
                <a:lnTo>
                  <a:pt x="1461" y="3528"/>
                </a:lnTo>
                <a:lnTo>
                  <a:pt x="1120" y="4088"/>
                </a:lnTo>
                <a:lnTo>
                  <a:pt x="852" y="4696"/>
                </a:lnTo>
                <a:lnTo>
                  <a:pt x="609" y="5305"/>
                </a:lnTo>
                <a:lnTo>
                  <a:pt x="414" y="5962"/>
                </a:lnTo>
                <a:lnTo>
                  <a:pt x="220" y="6643"/>
                </a:lnTo>
                <a:lnTo>
                  <a:pt x="122" y="7008"/>
                </a:lnTo>
                <a:lnTo>
                  <a:pt x="74" y="7373"/>
                </a:lnTo>
                <a:lnTo>
                  <a:pt x="25" y="7738"/>
                </a:lnTo>
                <a:lnTo>
                  <a:pt x="1" y="8103"/>
                </a:lnTo>
                <a:lnTo>
                  <a:pt x="1" y="8468"/>
                </a:lnTo>
                <a:lnTo>
                  <a:pt x="25" y="8809"/>
                </a:lnTo>
                <a:lnTo>
                  <a:pt x="49" y="9174"/>
                </a:lnTo>
                <a:lnTo>
                  <a:pt x="98" y="9514"/>
                </a:lnTo>
                <a:lnTo>
                  <a:pt x="195" y="9879"/>
                </a:lnTo>
                <a:lnTo>
                  <a:pt x="268" y="10220"/>
                </a:lnTo>
                <a:lnTo>
                  <a:pt x="390" y="10560"/>
                </a:lnTo>
                <a:lnTo>
                  <a:pt x="512" y="10901"/>
                </a:lnTo>
                <a:lnTo>
                  <a:pt x="658" y="11242"/>
                </a:lnTo>
                <a:lnTo>
                  <a:pt x="804" y="11582"/>
                </a:lnTo>
                <a:lnTo>
                  <a:pt x="1169" y="12264"/>
                </a:lnTo>
                <a:lnTo>
                  <a:pt x="1388" y="12629"/>
                </a:lnTo>
                <a:lnTo>
                  <a:pt x="1631" y="12994"/>
                </a:lnTo>
                <a:lnTo>
                  <a:pt x="1899" y="13334"/>
                </a:lnTo>
                <a:lnTo>
                  <a:pt x="2166" y="13651"/>
                </a:lnTo>
                <a:lnTo>
                  <a:pt x="2434" y="13943"/>
                </a:lnTo>
                <a:lnTo>
                  <a:pt x="2750" y="14235"/>
                </a:lnTo>
                <a:lnTo>
                  <a:pt x="3042" y="14502"/>
                </a:lnTo>
                <a:lnTo>
                  <a:pt x="3383" y="14746"/>
                </a:lnTo>
                <a:lnTo>
                  <a:pt x="3699" y="14965"/>
                </a:lnTo>
                <a:lnTo>
                  <a:pt x="4064" y="15159"/>
                </a:lnTo>
                <a:lnTo>
                  <a:pt x="4429" y="15354"/>
                </a:lnTo>
                <a:lnTo>
                  <a:pt x="4794" y="15500"/>
                </a:lnTo>
                <a:lnTo>
                  <a:pt x="5184" y="15622"/>
                </a:lnTo>
                <a:lnTo>
                  <a:pt x="5597" y="15743"/>
                </a:lnTo>
                <a:lnTo>
                  <a:pt x="6011" y="15816"/>
                </a:lnTo>
                <a:lnTo>
                  <a:pt x="6424" y="15889"/>
                </a:lnTo>
                <a:lnTo>
                  <a:pt x="6862" y="15914"/>
                </a:lnTo>
                <a:lnTo>
                  <a:pt x="7300" y="15938"/>
                </a:lnTo>
                <a:lnTo>
                  <a:pt x="7738" y="15938"/>
                </a:lnTo>
                <a:lnTo>
                  <a:pt x="8152" y="15914"/>
                </a:lnTo>
                <a:lnTo>
                  <a:pt x="8590" y="15889"/>
                </a:lnTo>
                <a:lnTo>
                  <a:pt x="9004" y="15841"/>
                </a:lnTo>
                <a:lnTo>
                  <a:pt x="9442" y="15768"/>
                </a:lnTo>
                <a:lnTo>
                  <a:pt x="9855" y="15670"/>
                </a:lnTo>
                <a:lnTo>
                  <a:pt x="10245" y="15573"/>
                </a:lnTo>
                <a:lnTo>
                  <a:pt x="10658" y="15451"/>
                </a:lnTo>
                <a:lnTo>
                  <a:pt x="11048" y="15305"/>
                </a:lnTo>
                <a:lnTo>
                  <a:pt x="11461" y="15135"/>
                </a:lnTo>
                <a:lnTo>
                  <a:pt x="11826" y="14940"/>
                </a:lnTo>
                <a:lnTo>
                  <a:pt x="12216" y="14721"/>
                </a:lnTo>
                <a:lnTo>
                  <a:pt x="12581" y="14478"/>
                </a:lnTo>
                <a:lnTo>
                  <a:pt x="12921" y="14235"/>
                </a:lnTo>
                <a:lnTo>
                  <a:pt x="13286" y="13943"/>
                </a:lnTo>
                <a:lnTo>
                  <a:pt x="13603" y="13651"/>
                </a:lnTo>
                <a:lnTo>
                  <a:pt x="13895" y="13334"/>
                </a:lnTo>
                <a:lnTo>
                  <a:pt x="14187" y="13018"/>
                </a:lnTo>
                <a:lnTo>
                  <a:pt x="14454" y="12702"/>
                </a:lnTo>
                <a:lnTo>
                  <a:pt x="14697" y="12361"/>
                </a:lnTo>
                <a:lnTo>
                  <a:pt x="14916" y="11996"/>
                </a:lnTo>
                <a:lnTo>
                  <a:pt x="15111" y="11631"/>
                </a:lnTo>
                <a:lnTo>
                  <a:pt x="15135" y="11631"/>
                </a:lnTo>
                <a:lnTo>
                  <a:pt x="15160" y="11582"/>
                </a:lnTo>
                <a:lnTo>
                  <a:pt x="15160" y="11534"/>
                </a:lnTo>
                <a:lnTo>
                  <a:pt x="15330" y="11096"/>
                </a:lnTo>
                <a:lnTo>
                  <a:pt x="15500" y="10658"/>
                </a:lnTo>
                <a:lnTo>
                  <a:pt x="15622" y="10195"/>
                </a:lnTo>
                <a:lnTo>
                  <a:pt x="15719" y="9733"/>
                </a:lnTo>
                <a:lnTo>
                  <a:pt x="15744" y="9709"/>
                </a:lnTo>
                <a:lnTo>
                  <a:pt x="15768" y="9684"/>
                </a:lnTo>
                <a:lnTo>
                  <a:pt x="15792" y="9636"/>
                </a:lnTo>
                <a:lnTo>
                  <a:pt x="15768" y="9611"/>
                </a:lnTo>
                <a:lnTo>
                  <a:pt x="15744" y="9563"/>
                </a:lnTo>
                <a:lnTo>
                  <a:pt x="15792" y="9174"/>
                </a:lnTo>
                <a:lnTo>
                  <a:pt x="15841" y="8760"/>
                </a:lnTo>
                <a:lnTo>
                  <a:pt x="15841" y="8371"/>
                </a:lnTo>
                <a:lnTo>
                  <a:pt x="15817" y="7957"/>
                </a:lnTo>
                <a:lnTo>
                  <a:pt x="15744" y="7105"/>
                </a:lnTo>
                <a:lnTo>
                  <a:pt x="15671" y="6667"/>
                </a:lnTo>
                <a:lnTo>
                  <a:pt x="15598" y="6254"/>
                </a:lnTo>
                <a:lnTo>
                  <a:pt x="15525" y="5840"/>
                </a:lnTo>
                <a:lnTo>
                  <a:pt x="15403" y="5426"/>
                </a:lnTo>
                <a:lnTo>
                  <a:pt x="15281" y="5013"/>
                </a:lnTo>
                <a:lnTo>
                  <a:pt x="15160" y="4623"/>
                </a:lnTo>
                <a:lnTo>
                  <a:pt x="14989" y="4234"/>
                </a:lnTo>
                <a:lnTo>
                  <a:pt x="14819" y="3845"/>
                </a:lnTo>
                <a:lnTo>
                  <a:pt x="14624" y="3480"/>
                </a:lnTo>
                <a:lnTo>
                  <a:pt x="14405" y="3115"/>
                </a:lnTo>
                <a:lnTo>
                  <a:pt x="14162" y="2774"/>
                </a:lnTo>
                <a:lnTo>
                  <a:pt x="13895" y="2458"/>
                </a:lnTo>
                <a:lnTo>
                  <a:pt x="13603" y="2141"/>
                </a:lnTo>
                <a:lnTo>
                  <a:pt x="13286" y="1849"/>
                </a:lnTo>
                <a:lnTo>
                  <a:pt x="12970" y="1582"/>
                </a:lnTo>
                <a:lnTo>
                  <a:pt x="12654" y="1363"/>
                </a:lnTo>
                <a:lnTo>
                  <a:pt x="12313" y="1144"/>
                </a:lnTo>
                <a:lnTo>
                  <a:pt x="11948" y="949"/>
                </a:lnTo>
                <a:lnTo>
                  <a:pt x="11607" y="779"/>
                </a:lnTo>
                <a:lnTo>
                  <a:pt x="11218" y="609"/>
                </a:lnTo>
                <a:lnTo>
                  <a:pt x="10853" y="487"/>
                </a:lnTo>
                <a:lnTo>
                  <a:pt x="10464" y="365"/>
                </a:lnTo>
                <a:lnTo>
                  <a:pt x="10099" y="268"/>
                </a:lnTo>
                <a:lnTo>
                  <a:pt x="9709" y="171"/>
                </a:lnTo>
                <a:lnTo>
                  <a:pt x="9320" y="98"/>
                </a:lnTo>
                <a:lnTo>
                  <a:pt x="8931" y="49"/>
                </a:lnTo>
                <a:lnTo>
                  <a:pt x="8541" y="25"/>
                </a:lnTo>
                <a:lnTo>
                  <a:pt x="8152" y="0"/>
                </a:lnTo>
                <a:close/>
              </a:path>
            </a:pathLst>
          </a:cu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28"/>
          <p:cNvSpPr/>
          <p:nvPr/>
        </p:nvSpPr>
        <p:spPr>
          <a:xfrm>
            <a:off x="2316843" y="2552100"/>
            <a:ext cx="660300" cy="49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28"/>
          <p:cNvSpPr/>
          <p:nvPr/>
        </p:nvSpPr>
        <p:spPr>
          <a:xfrm>
            <a:off x="2428485" y="2011643"/>
            <a:ext cx="486900" cy="49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28"/>
          <p:cNvSpPr/>
          <p:nvPr/>
        </p:nvSpPr>
        <p:spPr>
          <a:xfrm>
            <a:off x="1800173" y="1913723"/>
            <a:ext cx="548700" cy="49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28"/>
          <p:cNvSpPr/>
          <p:nvPr/>
        </p:nvSpPr>
        <p:spPr>
          <a:xfrm>
            <a:off x="1644113" y="2491475"/>
            <a:ext cx="548700" cy="49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28"/>
          <p:cNvSpPr/>
          <p:nvPr/>
        </p:nvSpPr>
        <p:spPr>
          <a:xfrm>
            <a:off x="4601832" y="2124932"/>
            <a:ext cx="182743" cy="240577"/>
          </a:xfrm>
          <a:custGeom>
            <a:rect b="b" l="l" r="r" t="t"/>
            <a:pathLst>
              <a:path extrusionOk="0" h="8902" w="6762">
                <a:moveTo>
                  <a:pt x="1305" y="1092"/>
                </a:moveTo>
                <a:lnTo>
                  <a:pt x="1348" y="1135"/>
                </a:lnTo>
                <a:lnTo>
                  <a:pt x="1477" y="1263"/>
                </a:lnTo>
                <a:lnTo>
                  <a:pt x="1562" y="1434"/>
                </a:lnTo>
                <a:lnTo>
                  <a:pt x="1584" y="1499"/>
                </a:lnTo>
                <a:lnTo>
                  <a:pt x="1562" y="1541"/>
                </a:lnTo>
                <a:lnTo>
                  <a:pt x="1541" y="1541"/>
                </a:lnTo>
                <a:lnTo>
                  <a:pt x="1477" y="1520"/>
                </a:lnTo>
                <a:lnTo>
                  <a:pt x="1348" y="1370"/>
                </a:lnTo>
                <a:lnTo>
                  <a:pt x="1284" y="1306"/>
                </a:lnTo>
                <a:lnTo>
                  <a:pt x="1241" y="1220"/>
                </a:lnTo>
                <a:lnTo>
                  <a:pt x="1241" y="1156"/>
                </a:lnTo>
                <a:lnTo>
                  <a:pt x="1241" y="1113"/>
                </a:lnTo>
                <a:lnTo>
                  <a:pt x="1263" y="1092"/>
                </a:lnTo>
                <a:close/>
                <a:moveTo>
                  <a:pt x="792" y="1734"/>
                </a:moveTo>
                <a:lnTo>
                  <a:pt x="856" y="1755"/>
                </a:lnTo>
                <a:lnTo>
                  <a:pt x="878" y="1798"/>
                </a:lnTo>
                <a:lnTo>
                  <a:pt x="899" y="1841"/>
                </a:lnTo>
                <a:lnTo>
                  <a:pt x="878" y="1862"/>
                </a:lnTo>
                <a:lnTo>
                  <a:pt x="856" y="1905"/>
                </a:lnTo>
                <a:lnTo>
                  <a:pt x="813" y="1905"/>
                </a:lnTo>
                <a:lnTo>
                  <a:pt x="749" y="1926"/>
                </a:lnTo>
                <a:lnTo>
                  <a:pt x="706" y="1905"/>
                </a:lnTo>
                <a:lnTo>
                  <a:pt x="685" y="1884"/>
                </a:lnTo>
                <a:lnTo>
                  <a:pt x="685" y="1841"/>
                </a:lnTo>
                <a:lnTo>
                  <a:pt x="728" y="1777"/>
                </a:lnTo>
                <a:lnTo>
                  <a:pt x="749" y="1755"/>
                </a:lnTo>
                <a:lnTo>
                  <a:pt x="792" y="1734"/>
                </a:lnTo>
                <a:close/>
                <a:moveTo>
                  <a:pt x="2910" y="1670"/>
                </a:moveTo>
                <a:lnTo>
                  <a:pt x="2846" y="1712"/>
                </a:lnTo>
                <a:lnTo>
                  <a:pt x="2760" y="1755"/>
                </a:lnTo>
                <a:lnTo>
                  <a:pt x="2718" y="1819"/>
                </a:lnTo>
                <a:lnTo>
                  <a:pt x="2675" y="1884"/>
                </a:lnTo>
                <a:lnTo>
                  <a:pt x="2675" y="1926"/>
                </a:lnTo>
                <a:lnTo>
                  <a:pt x="2696" y="1969"/>
                </a:lnTo>
                <a:lnTo>
                  <a:pt x="2932" y="1969"/>
                </a:lnTo>
                <a:lnTo>
                  <a:pt x="3081" y="1991"/>
                </a:lnTo>
                <a:lnTo>
                  <a:pt x="3231" y="2033"/>
                </a:lnTo>
                <a:lnTo>
                  <a:pt x="3317" y="2033"/>
                </a:lnTo>
                <a:lnTo>
                  <a:pt x="3381" y="2012"/>
                </a:lnTo>
                <a:lnTo>
                  <a:pt x="3702" y="1969"/>
                </a:lnTo>
                <a:lnTo>
                  <a:pt x="4023" y="1948"/>
                </a:lnTo>
                <a:lnTo>
                  <a:pt x="4237" y="1948"/>
                </a:lnTo>
                <a:lnTo>
                  <a:pt x="4451" y="1926"/>
                </a:lnTo>
                <a:lnTo>
                  <a:pt x="4879" y="1905"/>
                </a:lnTo>
                <a:lnTo>
                  <a:pt x="5135" y="1905"/>
                </a:lnTo>
                <a:lnTo>
                  <a:pt x="5199" y="1884"/>
                </a:lnTo>
                <a:lnTo>
                  <a:pt x="5242" y="1862"/>
                </a:lnTo>
                <a:lnTo>
                  <a:pt x="5242" y="1819"/>
                </a:lnTo>
                <a:lnTo>
                  <a:pt x="5199" y="1755"/>
                </a:lnTo>
                <a:lnTo>
                  <a:pt x="5135" y="1712"/>
                </a:lnTo>
                <a:lnTo>
                  <a:pt x="5050" y="1691"/>
                </a:lnTo>
                <a:lnTo>
                  <a:pt x="4836" y="1691"/>
                </a:lnTo>
                <a:lnTo>
                  <a:pt x="4451" y="1734"/>
                </a:lnTo>
                <a:lnTo>
                  <a:pt x="4237" y="1755"/>
                </a:lnTo>
                <a:lnTo>
                  <a:pt x="4044" y="1755"/>
                </a:lnTo>
                <a:lnTo>
                  <a:pt x="3616" y="1734"/>
                </a:lnTo>
                <a:lnTo>
                  <a:pt x="3531" y="1755"/>
                </a:lnTo>
                <a:lnTo>
                  <a:pt x="3424" y="1777"/>
                </a:lnTo>
                <a:lnTo>
                  <a:pt x="3317" y="1798"/>
                </a:lnTo>
                <a:lnTo>
                  <a:pt x="3231" y="1798"/>
                </a:lnTo>
                <a:lnTo>
                  <a:pt x="3167" y="1777"/>
                </a:lnTo>
                <a:lnTo>
                  <a:pt x="3103" y="1734"/>
                </a:lnTo>
                <a:lnTo>
                  <a:pt x="3060" y="1691"/>
                </a:lnTo>
                <a:lnTo>
                  <a:pt x="2996" y="1670"/>
                </a:lnTo>
                <a:close/>
                <a:moveTo>
                  <a:pt x="4707" y="2654"/>
                </a:moveTo>
                <a:lnTo>
                  <a:pt x="4451" y="2675"/>
                </a:lnTo>
                <a:lnTo>
                  <a:pt x="4279" y="2697"/>
                </a:lnTo>
                <a:lnTo>
                  <a:pt x="3809" y="2739"/>
                </a:lnTo>
                <a:lnTo>
                  <a:pt x="3573" y="2761"/>
                </a:lnTo>
                <a:lnTo>
                  <a:pt x="3359" y="2761"/>
                </a:lnTo>
                <a:lnTo>
                  <a:pt x="3124" y="2739"/>
                </a:lnTo>
                <a:lnTo>
                  <a:pt x="2910" y="2697"/>
                </a:lnTo>
                <a:lnTo>
                  <a:pt x="2803" y="2675"/>
                </a:lnTo>
                <a:lnTo>
                  <a:pt x="2696" y="2697"/>
                </a:lnTo>
                <a:lnTo>
                  <a:pt x="2482" y="2718"/>
                </a:lnTo>
                <a:lnTo>
                  <a:pt x="2397" y="2697"/>
                </a:lnTo>
                <a:lnTo>
                  <a:pt x="2290" y="2675"/>
                </a:lnTo>
                <a:lnTo>
                  <a:pt x="2097" y="2675"/>
                </a:lnTo>
                <a:lnTo>
                  <a:pt x="2033" y="2718"/>
                </a:lnTo>
                <a:lnTo>
                  <a:pt x="1990" y="2761"/>
                </a:lnTo>
                <a:lnTo>
                  <a:pt x="1969" y="2825"/>
                </a:lnTo>
                <a:lnTo>
                  <a:pt x="1990" y="2846"/>
                </a:lnTo>
                <a:lnTo>
                  <a:pt x="2012" y="2868"/>
                </a:lnTo>
                <a:lnTo>
                  <a:pt x="2140" y="2889"/>
                </a:lnTo>
                <a:lnTo>
                  <a:pt x="2247" y="2911"/>
                </a:lnTo>
                <a:lnTo>
                  <a:pt x="2504" y="2932"/>
                </a:lnTo>
                <a:lnTo>
                  <a:pt x="2974" y="2932"/>
                </a:lnTo>
                <a:lnTo>
                  <a:pt x="3210" y="2953"/>
                </a:lnTo>
                <a:lnTo>
                  <a:pt x="3424" y="2953"/>
                </a:lnTo>
                <a:lnTo>
                  <a:pt x="3873" y="2932"/>
                </a:lnTo>
                <a:lnTo>
                  <a:pt x="4322" y="2889"/>
                </a:lnTo>
                <a:lnTo>
                  <a:pt x="5028" y="2889"/>
                </a:lnTo>
                <a:lnTo>
                  <a:pt x="5093" y="2868"/>
                </a:lnTo>
                <a:lnTo>
                  <a:pt x="5135" y="2846"/>
                </a:lnTo>
                <a:lnTo>
                  <a:pt x="5135" y="2804"/>
                </a:lnTo>
                <a:lnTo>
                  <a:pt x="5114" y="2739"/>
                </a:lnTo>
                <a:lnTo>
                  <a:pt x="5050" y="2697"/>
                </a:lnTo>
                <a:lnTo>
                  <a:pt x="4943" y="2675"/>
                </a:lnTo>
                <a:lnTo>
                  <a:pt x="4707" y="2654"/>
                </a:lnTo>
                <a:close/>
                <a:moveTo>
                  <a:pt x="3295" y="3424"/>
                </a:moveTo>
                <a:lnTo>
                  <a:pt x="3060" y="3467"/>
                </a:lnTo>
                <a:lnTo>
                  <a:pt x="2825" y="3531"/>
                </a:lnTo>
                <a:lnTo>
                  <a:pt x="2568" y="3574"/>
                </a:lnTo>
                <a:lnTo>
                  <a:pt x="2461" y="3595"/>
                </a:lnTo>
                <a:lnTo>
                  <a:pt x="2332" y="3574"/>
                </a:lnTo>
                <a:lnTo>
                  <a:pt x="2119" y="3531"/>
                </a:lnTo>
                <a:lnTo>
                  <a:pt x="1905" y="3531"/>
                </a:lnTo>
                <a:lnTo>
                  <a:pt x="1840" y="3553"/>
                </a:lnTo>
                <a:lnTo>
                  <a:pt x="1776" y="3595"/>
                </a:lnTo>
                <a:lnTo>
                  <a:pt x="1755" y="3617"/>
                </a:lnTo>
                <a:lnTo>
                  <a:pt x="1755" y="3638"/>
                </a:lnTo>
                <a:lnTo>
                  <a:pt x="1776" y="3681"/>
                </a:lnTo>
                <a:lnTo>
                  <a:pt x="1819" y="3702"/>
                </a:lnTo>
                <a:lnTo>
                  <a:pt x="1926" y="3766"/>
                </a:lnTo>
                <a:lnTo>
                  <a:pt x="2033" y="3788"/>
                </a:lnTo>
                <a:lnTo>
                  <a:pt x="2140" y="3831"/>
                </a:lnTo>
                <a:lnTo>
                  <a:pt x="2482" y="3831"/>
                </a:lnTo>
                <a:lnTo>
                  <a:pt x="2718" y="3788"/>
                </a:lnTo>
                <a:lnTo>
                  <a:pt x="3167" y="3681"/>
                </a:lnTo>
                <a:lnTo>
                  <a:pt x="3402" y="3659"/>
                </a:lnTo>
                <a:lnTo>
                  <a:pt x="3638" y="3638"/>
                </a:lnTo>
                <a:lnTo>
                  <a:pt x="3894" y="3659"/>
                </a:lnTo>
                <a:lnTo>
                  <a:pt x="4001" y="3681"/>
                </a:lnTo>
                <a:lnTo>
                  <a:pt x="4130" y="3681"/>
                </a:lnTo>
                <a:lnTo>
                  <a:pt x="4365" y="3638"/>
                </a:lnTo>
                <a:lnTo>
                  <a:pt x="4472" y="3638"/>
                </a:lnTo>
                <a:lnTo>
                  <a:pt x="4579" y="3659"/>
                </a:lnTo>
                <a:lnTo>
                  <a:pt x="4814" y="3745"/>
                </a:lnTo>
                <a:lnTo>
                  <a:pt x="4986" y="3745"/>
                </a:lnTo>
                <a:lnTo>
                  <a:pt x="5050" y="3702"/>
                </a:lnTo>
                <a:lnTo>
                  <a:pt x="5093" y="3659"/>
                </a:lnTo>
                <a:lnTo>
                  <a:pt x="5114" y="3595"/>
                </a:lnTo>
                <a:lnTo>
                  <a:pt x="5114" y="3553"/>
                </a:lnTo>
                <a:lnTo>
                  <a:pt x="5071" y="3488"/>
                </a:lnTo>
                <a:lnTo>
                  <a:pt x="4986" y="3467"/>
                </a:lnTo>
                <a:lnTo>
                  <a:pt x="4729" y="3467"/>
                </a:lnTo>
                <a:lnTo>
                  <a:pt x="4515" y="3424"/>
                </a:lnTo>
                <a:lnTo>
                  <a:pt x="4301" y="3424"/>
                </a:lnTo>
                <a:lnTo>
                  <a:pt x="4044" y="3446"/>
                </a:lnTo>
                <a:lnTo>
                  <a:pt x="3809" y="3424"/>
                </a:lnTo>
                <a:close/>
                <a:moveTo>
                  <a:pt x="2632" y="4237"/>
                </a:moveTo>
                <a:lnTo>
                  <a:pt x="2397" y="4259"/>
                </a:lnTo>
                <a:lnTo>
                  <a:pt x="1947" y="4366"/>
                </a:lnTo>
                <a:lnTo>
                  <a:pt x="1776" y="4430"/>
                </a:lnTo>
                <a:lnTo>
                  <a:pt x="1648" y="4515"/>
                </a:lnTo>
                <a:lnTo>
                  <a:pt x="1626" y="4558"/>
                </a:lnTo>
                <a:lnTo>
                  <a:pt x="1626" y="4580"/>
                </a:lnTo>
                <a:lnTo>
                  <a:pt x="1712" y="4601"/>
                </a:lnTo>
                <a:lnTo>
                  <a:pt x="1840" y="4601"/>
                </a:lnTo>
                <a:lnTo>
                  <a:pt x="2119" y="4580"/>
                </a:lnTo>
                <a:lnTo>
                  <a:pt x="2375" y="4537"/>
                </a:lnTo>
                <a:lnTo>
                  <a:pt x="2653" y="4494"/>
                </a:lnTo>
                <a:lnTo>
                  <a:pt x="2932" y="4494"/>
                </a:lnTo>
                <a:lnTo>
                  <a:pt x="3188" y="4537"/>
                </a:lnTo>
                <a:lnTo>
                  <a:pt x="3295" y="4558"/>
                </a:lnTo>
                <a:lnTo>
                  <a:pt x="3424" y="4558"/>
                </a:lnTo>
                <a:lnTo>
                  <a:pt x="3680" y="4494"/>
                </a:lnTo>
                <a:lnTo>
                  <a:pt x="3809" y="4473"/>
                </a:lnTo>
                <a:lnTo>
                  <a:pt x="3937" y="4515"/>
                </a:lnTo>
                <a:lnTo>
                  <a:pt x="4108" y="4558"/>
                </a:lnTo>
                <a:lnTo>
                  <a:pt x="4536" y="4558"/>
                </a:lnTo>
                <a:lnTo>
                  <a:pt x="4729" y="4537"/>
                </a:lnTo>
                <a:lnTo>
                  <a:pt x="4814" y="4515"/>
                </a:lnTo>
                <a:lnTo>
                  <a:pt x="4921" y="4494"/>
                </a:lnTo>
                <a:lnTo>
                  <a:pt x="4964" y="4473"/>
                </a:lnTo>
                <a:lnTo>
                  <a:pt x="5007" y="4451"/>
                </a:lnTo>
                <a:lnTo>
                  <a:pt x="5007" y="4408"/>
                </a:lnTo>
                <a:lnTo>
                  <a:pt x="5007" y="4366"/>
                </a:lnTo>
                <a:lnTo>
                  <a:pt x="4986" y="4323"/>
                </a:lnTo>
                <a:lnTo>
                  <a:pt x="4943" y="4301"/>
                </a:lnTo>
                <a:lnTo>
                  <a:pt x="4836" y="4280"/>
                </a:lnTo>
                <a:lnTo>
                  <a:pt x="4386" y="4280"/>
                </a:lnTo>
                <a:lnTo>
                  <a:pt x="4151" y="4259"/>
                </a:lnTo>
                <a:lnTo>
                  <a:pt x="3937" y="4237"/>
                </a:lnTo>
                <a:lnTo>
                  <a:pt x="3702" y="4237"/>
                </a:lnTo>
                <a:lnTo>
                  <a:pt x="3488" y="4280"/>
                </a:lnTo>
                <a:lnTo>
                  <a:pt x="3402" y="4323"/>
                </a:lnTo>
                <a:lnTo>
                  <a:pt x="3188" y="4323"/>
                </a:lnTo>
                <a:lnTo>
                  <a:pt x="3081" y="4301"/>
                </a:lnTo>
                <a:lnTo>
                  <a:pt x="2867" y="4237"/>
                </a:lnTo>
                <a:close/>
                <a:moveTo>
                  <a:pt x="2268" y="5050"/>
                </a:moveTo>
                <a:lnTo>
                  <a:pt x="2140" y="5072"/>
                </a:lnTo>
                <a:lnTo>
                  <a:pt x="2033" y="5114"/>
                </a:lnTo>
                <a:lnTo>
                  <a:pt x="1926" y="5157"/>
                </a:lnTo>
                <a:lnTo>
                  <a:pt x="1819" y="5200"/>
                </a:lnTo>
                <a:lnTo>
                  <a:pt x="1584" y="5200"/>
                </a:lnTo>
                <a:lnTo>
                  <a:pt x="1562" y="5221"/>
                </a:lnTo>
                <a:lnTo>
                  <a:pt x="1562" y="5243"/>
                </a:lnTo>
                <a:lnTo>
                  <a:pt x="1584" y="5264"/>
                </a:lnTo>
                <a:lnTo>
                  <a:pt x="1605" y="5307"/>
                </a:lnTo>
                <a:lnTo>
                  <a:pt x="1691" y="5328"/>
                </a:lnTo>
                <a:lnTo>
                  <a:pt x="1798" y="5328"/>
                </a:lnTo>
                <a:lnTo>
                  <a:pt x="1926" y="5307"/>
                </a:lnTo>
                <a:lnTo>
                  <a:pt x="2161" y="5243"/>
                </a:lnTo>
                <a:lnTo>
                  <a:pt x="2268" y="5221"/>
                </a:lnTo>
                <a:lnTo>
                  <a:pt x="2332" y="5221"/>
                </a:lnTo>
                <a:lnTo>
                  <a:pt x="2546" y="5264"/>
                </a:lnTo>
                <a:lnTo>
                  <a:pt x="2653" y="5286"/>
                </a:lnTo>
                <a:lnTo>
                  <a:pt x="2760" y="5286"/>
                </a:lnTo>
                <a:lnTo>
                  <a:pt x="2974" y="5243"/>
                </a:lnTo>
                <a:lnTo>
                  <a:pt x="3124" y="5200"/>
                </a:lnTo>
                <a:lnTo>
                  <a:pt x="3188" y="5179"/>
                </a:lnTo>
                <a:lnTo>
                  <a:pt x="3146" y="5136"/>
                </a:lnTo>
                <a:lnTo>
                  <a:pt x="3081" y="5093"/>
                </a:lnTo>
                <a:lnTo>
                  <a:pt x="2910" y="5093"/>
                </a:lnTo>
                <a:lnTo>
                  <a:pt x="2782" y="5114"/>
                </a:lnTo>
                <a:lnTo>
                  <a:pt x="2653" y="5136"/>
                </a:lnTo>
                <a:lnTo>
                  <a:pt x="2568" y="5114"/>
                </a:lnTo>
                <a:lnTo>
                  <a:pt x="2461" y="5093"/>
                </a:lnTo>
                <a:lnTo>
                  <a:pt x="2375" y="5072"/>
                </a:lnTo>
                <a:lnTo>
                  <a:pt x="2268" y="5050"/>
                </a:lnTo>
                <a:close/>
                <a:moveTo>
                  <a:pt x="4515" y="6034"/>
                </a:moveTo>
                <a:lnTo>
                  <a:pt x="4558" y="6120"/>
                </a:lnTo>
                <a:lnTo>
                  <a:pt x="4579" y="6270"/>
                </a:lnTo>
                <a:lnTo>
                  <a:pt x="4579" y="6313"/>
                </a:lnTo>
                <a:lnTo>
                  <a:pt x="4558" y="6377"/>
                </a:lnTo>
                <a:lnTo>
                  <a:pt x="4536" y="6398"/>
                </a:lnTo>
                <a:lnTo>
                  <a:pt x="4451" y="6398"/>
                </a:lnTo>
                <a:lnTo>
                  <a:pt x="4429" y="6377"/>
                </a:lnTo>
                <a:lnTo>
                  <a:pt x="4408" y="6334"/>
                </a:lnTo>
                <a:lnTo>
                  <a:pt x="4451" y="6206"/>
                </a:lnTo>
                <a:lnTo>
                  <a:pt x="4493" y="6077"/>
                </a:lnTo>
                <a:lnTo>
                  <a:pt x="4515" y="6034"/>
                </a:lnTo>
                <a:close/>
                <a:moveTo>
                  <a:pt x="5627" y="5478"/>
                </a:moveTo>
                <a:lnTo>
                  <a:pt x="5585" y="5500"/>
                </a:lnTo>
                <a:lnTo>
                  <a:pt x="5520" y="5542"/>
                </a:lnTo>
                <a:lnTo>
                  <a:pt x="5478" y="5606"/>
                </a:lnTo>
                <a:lnTo>
                  <a:pt x="5478" y="5692"/>
                </a:lnTo>
                <a:lnTo>
                  <a:pt x="5478" y="5756"/>
                </a:lnTo>
                <a:lnTo>
                  <a:pt x="5478" y="5842"/>
                </a:lnTo>
                <a:lnTo>
                  <a:pt x="5499" y="5992"/>
                </a:lnTo>
                <a:lnTo>
                  <a:pt x="5499" y="6077"/>
                </a:lnTo>
                <a:lnTo>
                  <a:pt x="5478" y="6141"/>
                </a:lnTo>
                <a:lnTo>
                  <a:pt x="5435" y="6184"/>
                </a:lnTo>
                <a:lnTo>
                  <a:pt x="5392" y="6227"/>
                </a:lnTo>
                <a:lnTo>
                  <a:pt x="5306" y="6291"/>
                </a:lnTo>
                <a:lnTo>
                  <a:pt x="5264" y="6313"/>
                </a:lnTo>
                <a:lnTo>
                  <a:pt x="5242" y="6355"/>
                </a:lnTo>
                <a:lnTo>
                  <a:pt x="5242" y="6420"/>
                </a:lnTo>
                <a:lnTo>
                  <a:pt x="5264" y="6484"/>
                </a:lnTo>
                <a:lnTo>
                  <a:pt x="5306" y="6527"/>
                </a:lnTo>
                <a:lnTo>
                  <a:pt x="5371" y="6548"/>
                </a:lnTo>
                <a:lnTo>
                  <a:pt x="5435" y="6569"/>
                </a:lnTo>
                <a:lnTo>
                  <a:pt x="5499" y="6591"/>
                </a:lnTo>
                <a:lnTo>
                  <a:pt x="5542" y="6655"/>
                </a:lnTo>
                <a:lnTo>
                  <a:pt x="5563" y="6698"/>
                </a:lnTo>
                <a:lnTo>
                  <a:pt x="5563" y="6762"/>
                </a:lnTo>
                <a:lnTo>
                  <a:pt x="5606" y="6826"/>
                </a:lnTo>
                <a:lnTo>
                  <a:pt x="5649" y="6869"/>
                </a:lnTo>
                <a:lnTo>
                  <a:pt x="5692" y="6890"/>
                </a:lnTo>
                <a:lnTo>
                  <a:pt x="5734" y="6912"/>
                </a:lnTo>
                <a:lnTo>
                  <a:pt x="5820" y="6912"/>
                </a:lnTo>
                <a:lnTo>
                  <a:pt x="5863" y="6869"/>
                </a:lnTo>
                <a:lnTo>
                  <a:pt x="5906" y="6826"/>
                </a:lnTo>
                <a:lnTo>
                  <a:pt x="5927" y="6783"/>
                </a:lnTo>
                <a:lnTo>
                  <a:pt x="5948" y="6698"/>
                </a:lnTo>
                <a:lnTo>
                  <a:pt x="5927" y="6633"/>
                </a:lnTo>
                <a:lnTo>
                  <a:pt x="5927" y="6548"/>
                </a:lnTo>
                <a:lnTo>
                  <a:pt x="5927" y="6462"/>
                </a:lnTo>
                <a:lnTo>
                  <a:pt x="5970" y="6441"/>
                </a:lnTo>
                <a:lnTo>
                  <a:pt x="5991" y="6398"/>
                </a:lnTo>
                <a:lnTo>
                  <a:pt x="6077" y="6355"/>
                </a:lnTo>
                <a:lnTo>
                  <a:pt x="6141" y="6248"/>
                </a:lnTo>
                <a:lnTo>
                  <a:pt x="6162" y="6206"/>
                </a:lnTo>
                <a:lnTo>
                  <a:pt x="6162" y="6141"/>
                </a:lnTo>
                <a:lnTo>
                  <a:pt x="6141" y="6099"/>
                </a:lnTo>
                <a:lnTo>
                  <a:pt x="6120" y="6056"/>
                </a:lnTo>
                <a:lnTo>
                  <a:pt x="6055" y="6034"/>
                </a:lnTo>
                <a:lnTo>
                  <a:pt x="5991" y="6013"/>
                </a:lnTo>
                <a:lnTo>
                  <a:pt x="5884" y="5970"/>
                </a:lnTo>
                <a:lnTo>
                  <a:pt x="5863" y="5949"/>
                </a:lnTo>
                <a:lnTo>
                  <a:pt x="5841" y="5927"/>
                </a:lnTo>
                <a:lnTo>
                  <a:pt x="5820" y="5713"/>
                </a:lnTo>
                <a:lnTo>
                  <a:pt x="5777" y="5585"/>
                </a:lnTo>
                <a:lnTo>
                  <a:pt x="5713" y="5500"/>
                </a:lnTo>
                <a:lnTo>
                  <a:pt x="5670" y="5478"/>
                </a:lnTo>
                <a:close/>
                <a:moveTo>
                  <a:pt x="4408" y="5307"/>
                </a:moveTo>
                <a:lnTo>
                  <a:pt x="4344" y="5328"/>
                </a:lnTo>
                <a:lnTo>
                  <a:pt x="4301" y="5371"/>
                </a:lnTo>
                <a:lnTo>
                  <a:pt x="4258" y="5435"/>
                </a:lnTo>
                <a:lnTo>
                  <a:pt x="4194" y="5564"/>
                </a:lnTo>
                <a:lnTo>
                  <a:pt x="4151" y="5735"/>
                </a:lnTo>
                <a:lnTo>
                  <a:pt x="4108" y="6120"/>
                </a:lnTo>
                <a:lnTo>
                  <a:pt x="4087" y="6270"/>
                </a:lnTo>
                <a:lnTo>
                  <a:pt x="4066" y="6398"/>
                </a:lnTo>
                <a:lnTo>
                  <a:pt x="4023" y="6462"/>
                </a:lnTo>
                <a:lnTo>
                  <a:pt x="3980" y="6527"/>
                </a:lnTo>
                <a:lnTo>
                  <a:pt x="3894" y="6591"/>
                </a:lnTo>
                <a:lnTo>
                  <a:pt x="3787" y="6633"/>
                </a:lnTo>
                <a:lnTo>
                  <a:pt x="3723" y="6676"/>
                </a:lnTo>
                <a:lnTo>
                  <a:pt x="3680" y="6740"/>
                </a:lnTo>
                <a:lnTo>
                  <a:pt x="3659" y="6783"/>
                </a:lnTo>
                <a:lnTo>
                  <a:pt x="3638" y="6826"/>
                </a:lnTo>
                <a:lnTo>
                  <a:pt x="3638" y="6869"/>
                </a:lnTo>
                <a:lnTo>
                  <a:pt x="3659" y="6890"/>
                </a:lnTo>
                <a:lnTo>
                  <a:pt x="3723" y="6933"/>
                </a:lnTo>
                <a:lnTo>
                  <a:pt x="3787" y="6976"/>
                </a:lnTo>
                <a:lnTo>
                  <a:pt x="3852" y="7061"/>
                </a:lnTo>
                <a:lnTo>
                  <a:pt x="3873" y="7126"/>
                </a:lnTo>
                <a:lnTo>
                  <a:pt x="3873" y="7190"/>
                </a:lnTo>
                <a:lnTo>
                  <a:pt x="3830" y="7318"/>
                </a:lnTo>
                <a:lnTo>
                  <a:pt x="3809" y="7425"/>
                </a:lnTo>
                <a:lnTo>
                  <a:pt x="3787" y="7554"/>
                </a:lnTo>
                <a:lnTo>
                  <a:pt x="3787" y="7618"/>
                </a:lnTo>
                <a:lnTo>
                  <a:pt x="3787" y="7682"/>
                </a:lnTo>
                <a:lnTo>
                  <a:pt x="3830" y="7725"/>
                </a:lnTo>
                <a:lnTo>
                  <a:pt x="3873" y="7746"/>
                </a:lnTo>
                <a:lnTo>
                  <a:pt x="3980" y="7746"/>
                </a:lnTo>
                <a:lnTo>
                  <a:pt x="4087" y="7682"/>
                </a:lnTo>
                <a:lnTo>
                  <a:pt x="4172" y="7596"/>
                </a:lnTo>
                <a:lnTo>
                  <a:pt x="4237" y="7532"/>
                </a:lnTo>
                <a:lnTo>
                  <a:pt x="4279" y="7468"/>
                </a:lnTo>
                <a:lnTo>
                  <a:pt x="4279" y="7382"/>
                </a:lnTo>
                <a:lnTo>
                  <a:pt x="4301" y="7233"/>
                </a:lnTo>
                <a:lnTo>
                  <a:pt x="4301" y="7061"/>
                </a:lnTo>
                <a:lnTo>
                  <a:pt x="4322" y="6976"/>
                </a:lnTo>
                <a:lnTo>
                  <a:pt x="4365" y="6912"/>
                </a:lnTo>
                <a:lnTo>
                  <a:pt x="4451" y="6826"/>
                </a:lnTo>
                <a:lnTo>
                  <a:pt x="4558" y="6762"/>
                </a:lnTo>
                <a:lnTo>
                  <a:pt x="4600" y="6740"/>
                </a:lnTo>
                <a:lnTo>
                  <a:pt x="4665" y="6740"/>
                </a:lnTo>
                <a:lnTo>
                  <a:pt x="4707" y="6762"/>
                </a:lnTo>
                <a:lnTo>
                  <a:pt x="4772" y="6805"/>
                </a:lnTo>
                <a:lnTo>
                  <a:pt x="4793" y="6847"/>
                </a:lnTo>
                <a:lnTo>
                  <a:pt x="4836" y="6912"/>
                </a:lnTo>
                <a:lnTo>
                  <a:pt x="4857" y="7083"/>
                </a:lnTo>
                <a:lnTo>
                  <a:pt x="4900" y="7233"/>
                </a:lnTo>
                <a:lnTo>
                  <a:pt x="4943" y="7382"/>
                </a:lnTo>
                <a:lnTo>
                  <a:pt x="5007" y="7489"/>
                </a:lnTo>
                <a:lnTo>
                  <a:pt x="5028" y="7511"/>
                </a:lnTo>
                <a:lnTo>
                  <a:pt x="5071" y="7532"/>
                </a:lnTo>
                <a:lnTo>
                  <a:pt x="5135" y="7532"/>
                </a:lnTo>
                <a:lnTo>
                  <a:pt x="5264" y="7447"/>
                </a:lnTo>
                <a:lnTo>
                  <a:pt x="5328" y="7361"/>
                </a:lnTo>
                <a:lnTo>
                  <a:pt x="5371" y="7275"/>
                </a:lnTo>
                <a:lnTo>
                  <a:pt x="5371" y="7168"/>
                </a:lnTo>
                <a:lnTo>
                  <a:pt x="5328" y="7040"/>
                </a:lnTo>
                <a:lnTo>
                  <a:pt x="5285" y="6912"/>
                </a:lnTo>
                <a:lnTo>
                  <a:pt x="5242" y="6783"/>
                </a:lnTo>
                <a:lnTo>
                  <a:pt x="5178" y="6676"/>
                </a:lnTo>
                <a:lnTo>
                  <a:pt x="5135" y="6548"/>
                </a:lnTo>
                <a:lnTo>
                  <a:pt x="5135" y="6398"/>
                </a:lnTo>
                <a:lnTo>
                  <a:pt x="5114" y="6334"/>
                </a:lnTo>
                <a:lnTo>
                  <a:pt x="5093" y="6248"/>
                </a:lnTo>
                <a:lnTo>
                  <a:pt x="5050" y="6206"/>
                </a:lnTo>
                <a:lnTo>
                  <a:pt x="4986" y="6141"/>
                </a:lnTo>
                <a:lnTo>
                  <a:pt x="4943" y="6034"/>
                </a:lnTo>
                <a:lnTo>
                  <a:pt x="4900" y="5927"/>
                </a:lnTo>
                <a:lnTo>
                  <a:pt x="4793" y="5649"/>
                </a:lnTo>
                <a:lnTo>
                  <a:pt x="4750" y="5521"/>
                </a:lnTo>
                <a:lnTo>
                  <a:pt x="4665" y="5414"/>
                </a:lnTo>
                <a:lnTo>
                  <a:pt x="4579" y="5328"/>
                </a:lnTo>
                <a:lnTo>
                  <a:pt x="4536" y="5307"/>
                </a:lnTo>
                <a:close/>
                <a:moveTo>
                  <a:pt x="2632" y="429"/>
                </a:moveTo>
                <a:lnTo>
                  <a:pt x="2889" y="450"/>
                </a:lnTo>
                <a:lnTo>
                  <a:pt x="3124" y="472"/>
                </a:lnTo>
                <a:lnTo>
                  <a:pt x="3702" y="472"/>
                </a:lnTo>
                <a:lnTo>
                  <a:pt x="4258" y="514"/>
                </a:lnTo>
                <a:lnTo>
                  <a:pt x="4793" y="536"/>
                </a:lnTo>
                <a:lnTo>
                  <a:pt x="5306" y="557"/>
                </a:lnTo>
                <a:lnTo>
                  <a:pt x="5820" y="600"/>
                </a:lnTo>
                <a:lnTo>
                  <a:pt x="5970" y="600"/>
                </a:lnTo>
                <a:lnTo>
                  <a:pt x="6077" y="621"/>
                </a:lnTo>
                <a:lnTo>
                  <a:pt x="6098" y="621"/>
                </a:lnTo>
                <a:lnTo>
                  <a:pt x="6141" y="664"/>
                </a:lnTo>
                <a:lnTo>
                  <a:pt x="6162" y="707"/>
                </a:lnTo>
                <a:lnTo>
                  <a:pt x="6184" y="771"/>
                </a:lnTo>
                <a:lnTo>
                  <a:pt x="6205" y="1006"/>
                </a:lnTo>
                <a:lnTo>
                  <a:pt x="6226" y="1263"/>
                </a:lnTo>
                <a:lnTo>
                  <a:pt x="6205" y="1777"/>
                </a:lnTo>
                <a:lnTo>
                  <a:pt x="6226" y="2354"/>
                </a:lnTo>
                <a:lnTo>
                  <a:pt x="6248" y="2932"/>
                </a:lnTo>
                <a:lnTo>
                  <a:pt x="6248" y="5542"/>
                </a:lnTo>
                <a:lnTo>
                  <a:pt x="6269" y="6869"/>
                </a:lnTo>
                <a:lnTo>
                  <a:pt x="6291" y="7511"/>
                </a:lnTo>
                <a:lnTo>
                  <a:pt x="6269" y="7832"/>
                </a:lnTo>
                <a:lnTo>
                  <a:pt x="6248" y="7981"/>
                </a:lnTo>
                <a:lnTo>
                  <a:pt x="6205" y="8153"/>
                </a:lnTo>
                <a:lnTo>
                  <a:pt x="6184" y="8174"/>
                </a:lnTo>
                <a:lnTo>
                  <a:pt x="6141" y="8195"/>
                </a:lnTo>
                <a:lnTo>
                  <a:pt x="6055" y="8238"/>
                </a:lnTo>
                <a:lnTo>
                  <a:pt x="5906" y="8260"/>
                </a:lnTo>
                <a:lnTo>
                  <a:pt x="5413" y="8260"/>
                </a:lnTo>
                <a:lnTo>
                  <a:pt x="5199" y="8238"/>
                </a:lnTo>
                <a:lnTo>
                  <a:pt x="4857" y="8217"/>
                </a:lnTo>
                <a:lnTo>
                  <a:pt x="4515" y="8217"/>
                </a:lnTo>
                <a:lnTo>
                  <a:pt x="3830" y="8260"/>
                </a:lnTo>
                <a:lnTo>
                  <a:pt x="3167" y="8281"/>
                </a:lnTo>
                <a:lnTo>
                  <a:pt x="2504" y="8302"/>
                </a:lnTo>
                <a:lnTo>
                  <a:pt x="2268" y="8324"/>
                </a:lnTo>
                <a:lnTo>
                  <a:pt x="2119" y="8324"/>
                </a:lnTo>
                <a:lnTo>
                  <a:pt x="2076" y="8302"/>
                </a:lnTo>
                <a:lnTo>
                  <a:pt x="2033" y="8281"/>
                </a:lnTo>
                <a:lnTo>
                  <a:pt x="2012" y="8217"/>
                </a:lnTo>
                <a:lnTo>
                  <a:pt x="2012" y="8153"/>
                </a:lnTo>
                <a:lnTo>
                  <a:pt x="1990" y="8110"/>
                </a:lnTo>
                <a:lnTo>
                  <a:pt x="1969" y="8088"/>
                </a:lnTo>
                <a:lnTo>
                  <a:pt x="1883" y="8088"/>
                </a:lnTo>
                <a:lnTo>
                  <a:pt x="1798" y="8153"/>
                </a:lnTo>
                <a:lnTo>
                  <a:pt x="1626" y="8302"/>
                </a:lnTo>
                <a:lnTo>
                  <a:pt x="1541" y="8367"/>
                </a:lnTo>
                <a:lnTo>
                  <a:pt x="1455" y="8388"/>
                </a:lnTo>
                <a:lnTo>
                  <a:pt x="1412" y="8388"/>
                </a:lnTo>
                <a:lnTo>
                  <a:pt x="1391" y="8367"/>
                </a:lnTo>
                <a:lnTo>
                  <a:pt x="1348" y="8345"/>
                </a:lnTo>
                <a:lnTo>
                  <a:pt x="1327" y="8281"/>
                </a:lnTo>
                <a:lnTo>
                  <a:pt x="1327" y="8217"/>
                </a:lnTo>
                <a:lnTo>
                  <a:pt x="1348" y="8131"/>
                </a:lnTo>
                <a:lnTo>
                  <a:pt x="1348" y="8110"/>
                </a:lnTo>
                <a:lnTo>
                  <a:pt x="1348" y="8067"/>
                </a:lnTo>
                <a:lnTo>
                  <a:pt x="1327" y="8067"/>
                </a:lnTo>
                <a:lnTo>
                  <a:pt x="1263" y="8046"/>
                </a:lnTo>
                <a:lnTo>
                  <a:pt x="1220" y="8067"/>
                </a:lnTo>
                <a:lnTo>
                  <a:pt x="1177" y="8110"/>
                </a:lnTo>
                <a:lnTo>
                  <a:pt x="1092" y="8217"/>
                </a:lnTo>
                <a:lnTo>
                  <a:pt x="1006" y="8324"/>
                </a:lnTo>
                <a:lnTo>
                  <a:pt x="963" y="8367"/>
                </a:lnTo>
                <a:lnTo>
                  <a:pt x="920" y="8409"/>
                </a:lnTo>
                <a:lnTo>
                  <a:pt x="856" y="8431"/>
                </a:lnTo>
                <a:lnTo>
                  <a:pt x="792" y="8431"/>
                </a:lnTo>
                <a:lnTo>
                  <a:pt x="771" y="8409"/>
                </a:lnTo>
                <a:lnTo>
                  <a:pt x="771" y="8367"/>
                </a:lnTo>
                <a:lnTo>
                  <a:pt x="792" y="8281"/>
                </a:lnTo>
                <a:lnTo>
                  <a:pt x="856" y="8153"/>
                </a:lnTo>
                <a:lnTo>
                  <a:pt x="1049" y="7917"/>
                </a:lnTo>
                <a:lnTo>
                  <a:pt x="1156" y="7767"/>
                </a:lnTo>
                <a:lnTo>
                  <a:pt x="1156" y="7682"/>
                </a:lnTo>
                <a:lnTo>
                  <a:pt x="1134" y="7639"/>
                </a:lnTo>
                <a:lnTo>
                  <a:pt x="1070" y="7618"/>
                </a:lnTo>
                <a:lnTo>
                  <a:pt x="942" y="7618"/>
                </a:lnTo>
                <a:lnTo>
                  <a:pt x="856" y="7660"/>
                </a:lnTo>
                <a:lnTo>
                  <a:pt x="792" y="7703"/>
                </a:lnTo>
                <a:lnTo>
                  <a:pt x="749" y="7746"/>
                </a:lnTo>
                <a:lnTo>
                  <a:pt x="835" y="7575"/>
                </a:lnTo>
                <a:lnTo>
                  <a:pt x="878" y="7468"/>
                </a:lnTo>
                <a:lnTo>
                  <a:pt x="899" y="7404"/>
                </a:lnTo>
                <a:lnTo>
                  <a:pt x="899" y="7297"/>
                </a:lnTo>
                <a:lnTo>
                  <a:pt x="856" y="7275"/>
                </a:lnTo>
                <a:lnTo>
                  <a:pt x="835" y="7254"/>
                </a:lnTo>
                <a:lnTo>
                  <a:pt x="792" y="7297"/>
                </a:lnTo>
                <a:lnTo>
                  <a:pt x="685" y="7382"/>
                </a:lnTo>
                <a:lnTo>
                  <a:pt x="578" y="7468"/>
                </a:lnTo>
                <a:lnTo>
                  <a:pt x="557" y="7361"/>
                </a:lnTo>
                <a:lnTo>
                  <a:pt x="578" y="7254"/>
                </a:lnTo>
                <a:lnTo>
                  <a:pt x="621" y="7147"/>
                </a:lnTo>
                <a:lnTo>
                  <a:pt x="685" y="7040"/>
                </a:lnTo>
                <a:lnTo>
                  <a:pt x="835" y="6826"/>
                </a:lnTo>
                <a:lnTo>
                  <a:pt x="899" y="6719"/>
                </a:lnTo>
                <a:lnTo>
                  <a:pt x="942" y="6633"/>
                </a:lnTo>
                <a:lnTo>
                  <a:pt x="963" y="6484"/>
                </a:lnTo>
                <a:lnTo>
                  <a:pt x="942" y="6441"/>
                </a:lnTo>
                <a:lnTo>
                  <a:pt x="920" y="6420"/>
                </a:lnTo>
                <a:lnTo>
                  <a:pt x="899" y="6441"/>
                </a:lnTo>
                <a:lnTo>
                  <a:pt x="835" y="6462"/>
                </a:lnTo>
                <a:lnTo>
                  <a:pt x="706" y="6591"/>
                </a:lnTo>
                <a:lnTo>
                  <a:pt x="599" y="6655"/>
                </a:lnTo>
                <a:lnTo>
                  <a:pt x="599" y="6633"/>
                </a:lnTo>
                <a:lnTo>
                  <a:pt x="578" y="6591"/>
                </a:lnTo>
                <a:lnTo>
                  <a:pt x="557" y="6377"/>
                </a:lnTo>
                <a:lnTo>
                  <a:pt x="535" y="5713"/>
                </a:lnTo>
                <a:lnTo>
                  <a:pt x="578" y="4601"/>
                </a:lnTo>
                <a:lnTo>
                  <a:pt x="599" y="3446"/>
                </a:lnTo>
                <a:lnTo>
                  <a:pt x="599" y="2889"/>
                </a:lnTo>
                <a:lnTo>
                  <a:pt x="578" y="2632"/>
                </a:lnTo>
                <a:lnTo>
                  <a:pt x="557" y="2504"/>
                </a:lnTo>
                <a:lnTo>
                  <a:pt x="578" y="2397"/>
                </a:lnTo>
                <a:lnTo>
                  <a:pt x="599" y="2333"/>
                </a:lnTo>
                <a:lnTo>
                  <a:pt x="642" y="2290"/>
                </a:lnTo>
                <a:lnTo>
                  <a:pt x="728" y="2269"/>
                </a:lnTo>
                <a:lnTo>
                  <a:pt x="792" y="2269"/>
                </a:lnTo>
                <a:lnTo>
                  <a:pt x="1134" y="2247"/>
                </a:lnTo>
                <a:lnTo>
                  <a:pt x="1370" y="2226"/>
                </a:lnTo>
                <a:lnTo>
                  <a:pt x="1648" y="2226"/>
                </a:lnTo>
                <a:lnTo>
                  <a:pt x="1776" y="2205"/>
                </a:lnTo>
                <a:lnTo>
                  <a:pt x="1905" y="2162"/>
                </a:lnTo>
                <a:lnTo>
                  <a:pt x="2012" y="2119"/>
                </a:lnTo>
                <a:lnTo>
                  <a:pt x="2076" y="2033"/>
                </a:lnTo>
                <a:lnTo>
                  <a:pt x="2119" y="1948"/>
                </a:lnTo>
                <a:lnTo>
                  <a:pt x="2140" y="1819"/>
                </a:lnTo>
                <a:lnTo>
                  <a:pt x="2119" y="1691"/>
                </a:lnTo>
                <a:lnTo>
                  <a:pt x="2119" y="1563"/>
                </a:lnTo>
                <a:lnTo>
                  <a:pt x="2054" y="1285"/>
                </a:lnTo>
                <a:lnTo>
                  <a:pt x="2012" y="1071"/>
                </a:lnTo>
                <a:lnTo>
                  <a:pt x="1947" y="857"/>
                </a:lnTo>
                <a:lnTo>
                  <a:pt x="1926" y="750"/>
                </a:lnTo>
                <a:lnTo>
                  <a:pt x="1905" y="664"/>
                </a:lnTo>
                <a:lnTo>
                  <a:pt x="1926" y="600"/>
                </a:lnTo>
                <a:lnTo>
                  <a:pt x="1947" y="536"/>
                </a:lnTo>
                <a:lnTo>
                  <a:pt x="2033" y="472"/>
                </a:lnTo>
                <a:lnTo>
                  <a:pt x="2140" y="450"/>
                </a:lnTo>
                <a:lnTo>
                  <a:pt x="2397" y="429"/>
                </a:lnTo>
                <a:close/>
                <a:moveTo>
                  <a:pt x="6120" y="1"/>
                </a:moveTo>
                <a:lnTo>
                  <a:pt x="5863" y="44"/>
                </a:lnTo>
                <a:lnTo>
                  <a:pt x="5627" y="86"/>
                </a:lnTo>
                <a:lnTo>
                  <a:pt x="5413" y="108"/>
                </a:lnTo>
                <a:lnTo>
                  <a:pt x="5221" y="129"/>
                </a:lnTo>
                <a:lnTo>
                  <a:pt x="4814" y="129"/>
                </a:lnTo>
                <a:lnTo>
                  <a:pt x="4408" y="86"/>
                </a:lnTo>
                <a:lnTo>
                  <a:pt x="2589" y="86"/>
                </a:lnTo>
                <a:lnTo>
                  <a:pt x="2225" y="65"/>
                </a:lnTo>
                <a:lnTo>
                  <a:pt x="1691" y="65"/>
                </a:lnTo>
                <a:lnTo>
                  <a:pt x="1541" y="108"/>
                </a:lnTo>
                <a:lnTo>
                  <a:pt x="1391" y="193"/>
                </a:lnTo>
                <a:lnTo>
                  <a:pt x="1348" y="258"/>
                </a:lnTo>
                <a:lnTo>
                  <a:pt x="1284" y="322"/>
                </a:lnTo>
                <a:lnTo>
                  <a:pt x="878" y="857"/>
                </a:lnTo>
                <a:lnTo>
                  <a:pt x="664" y="1135"/>
                </a:lnTo>
                <a:lnTo>
                  <a:pt x="492" y="1413"/>
                </a:lnTo>
                <a:lnTo>
                  <a:pt x="343" y="1670"/>
                </a:lnTo>
                <a:lnTo>
                  <a:pt x="171" y="1926"/>
                </a:lnTo>
                <a:lnTo>
                  <a:pt x="65" y="2076"/>
                </a:lnTo>
                <a:lnTo>
                  <a:pt x="43" y="2162"/>
                </a:lnTo>
                <a:lnTo>
                  <a:pt x="22" y="2247"/>
                </a:lnTo>
                <a:lnTo>
                  <a:pt x="0" y="2376"/>
                </a:lnTo>
                <a:lnTo>
                  <a:pt x="0" y="2504"/>
                </a:lnTo>
                <a:lnTo>
                  <a:pt x="22" y="2739"/>
                </a:lnTo>
                <a:lnTo>
                  <a:pt x="43" y="3403"/>
                </a:lnTo>
                <a:lnTo>
                  <a:pt x="65" y="3724"/>
                </a:lnTo>
                <a:lnTo>
                  <a:pt x="65" y="4066"/>
                </a:lnTo>
                <a:lnTo>
                  <a:pt x="22" y="4900"/>
                </a:lnTo>
                <a:lnTo>
                  <a:pt x="22" y="5735"/>
                </a:lnTo>
                <a:lnTo>
                  <a:pt x="22" y="7254"/>
                </a:lnTo>
                <a:lnTo>
                  <a:pt x="22" y="7939"/>
                </a:lnTo>
                <a:lnTo>
                  <a:pt x="22" y="8367"/>
                </a:lnTo>
                <a:lnTo>
                  <a:pt x="0" y="8559"/>
                </a:lnTo>
                <a:lnTo>
                  <a:pt x="0" y="8666"/>
                </a:lnTo>
                <a:lnTo>
                  <a:pt x="0" y="8730"/>
                </a:lnTo>
                <a:lnTo>
                  <a:pt x="22" y="8794"/>
                </a:lnTo>
                <a:lnTo>
                  <a:pt x="65" y="8837"/>
                </a:lnTo>
                <a:lnTo>
                  <a:pt x="107" y="8859"/>
                </a:lnTo>
                <a:lnTo>
                  <a:pt x="171" y="8880"/>
                </a:lnTo>
                <a:lnTo>
                  <a:pt x="321" y="8901"/>
                </a:lnTo>
                <a:lnTo>
                  <a:pt x="471" y="8901"/>
                </a:lnTo>
                <a:lnTo>
                  <a:pt x="792" y="8837"/>
                </a:lnTo>
                <a:lnTo>
                  <a:pt x="1027" y="8794"/>
                </a:lnTo>
                <a:lnTo>
                  <a:pt x="1434" y="8773"/>
                </a:lnTo>
                <a:lnTo>
                  <a:pt x="1840" y="8773"/>
                </a:lnTo>
                <a:lnTo>
                  <a:pt x="2653" y="8794"/>
                </a:lnTo>
                <a:lnTo>
                  <a:pt x="3081" y="8773"/>
                </a:lnTo>
                <a:lnTo>
                  <a:pt x="3509" y="8752"/>
                </a:lnTo>
                <a:lnTo>
                  <a:pt x="3937" y="8709"/>
                </a:lnTo>
                <a:lnTo>
                  <a:pt x="4344" y="8687"/>
                </a:lnTo>
                <a:lnTo>
                  <a:pt x="4750" y="8687"/>
                </a:lnTo>
                <a:lnTo>
                  <a:pt x="5178" y="8709"/>
                </a:lnTo>
                <a:lnTo>
                  <a:pt x="5991" y="8773"/>
                </a:lnTo>
                <a:lnTo>
                  <a:pt x="6162" y="8794"/>
                </a:lnTo>
                <a:lnTo>
                  <a:pt x="6398" y="8794"/>
                </a:lnTo>
                <a:lnTo>
                  <a:pt x="6483" y="8773"/>
                </a:lnTo>
                <a:lnTo>
                  <a:pt x="6547" y="8730"/>
                </a:lnTo>
                <a:lnTo>
                  <a:pt x="6612" y="8666"/>
                </a:lnTo>
                <a:lnTo>
                  <a:pt x="6654" y="8581"/>
                </a:lnTo>
                <a:lnTo>
                  <a:pt x="6697" y="8495"/>
                </a:lnTo>
                <a:lnTo>
                  <a:pt x="6740" y="8260"/>
                </a:lnTo>
                <a:lnTo>
                  <a:pt x="6761" y="8046"/>
                </a:lnTo>
                <a:lnTo>
                  <a:pt x="6740" y="7832"/>
                </a:lnTo>
                <a:lnTo>
                  <a:pt x="6740" y="6013"/>
                </a:lnTo>
                <a:lnTo>
                  <a:pt x="6719" y="5264"/>
                </a:lnTo>
                <a:lnTo>
                  <a:pt x="6676" y="4494"/>
                </a:lnTo>
                <a:lnTo>
                  <a:pt x="6654" y="4109"/>
                </a:lnTo>
                <a:lnTo>
                  <a:pt x="6654" y="3702"/>
                </a:lnTo>
                <a:lnTo>
                  <a:pt x="6676" y="2932"/>
                </a:lnTo>
                <a:lnTo>
                  <a:pt x="6697" y="2183"/>
                </a:lnTo>
                <a:lnTo>
                  <a:pt x="6697" y="1456"/>
                </a:lnTo>
                <a:lnTo>
                  <a:pt x="6676" y="792"/>
                </a:lnTo>
                <a:lnTo>
                  <a:pt x="6697" y="472"/>
                </a:lnTo>
                <a:lnTo>
                  <a:pt x="6654" y="300"/>
                </a:lnTo>
                <a:lnTo>
                  <a:pt x="6633" y="236"/>
                </a:lnTo>
                <a:lnTo>
                  <a:pt x="6590" y="172"/>
                </a:lnTo>
                <a:lnTo>
                  <a:pt x="6483" y="65"/>
                </a:lnTo>
                <a:lnTo>
                  <a:pt x="6376" y="22"/>
                </a:lnTo>
                <a:lnTo>
                  <a:pt x="6248" y="1"/>
                </a:lnTo>
                <a:close/>
              </a:path>
            </a:pathLst>
          </a:cu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28"/>
          <p:cNvSpPr/>
          <p:nvPr/>
        </p:nvSpPr>
        <p:spPr>
          <a:xfrm>
            <a:off x="6335738" y="3379125"/>
            <a:ext cx="1118400" cy="10500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28"/>
          <p:cNvSpPr/>
          <p:nvPr/>
        </p:nvSpPr>
        <p:spPr>
          <a:xfrm>
            <a:off x="6731911" y="3685915"/>
            <a:ext cx="326044" cy="437745"/>
          </a:xfrm>
          <a:custGeom>
            <a:rect b="b" l="l" r="r" t="t"/>
            <a:pathLst>
              <a:path extrusionOk="0" h="8859" w="5308">
                <a:moveTo>
                  <a:pt x="4152" y="942"/>
                </a:moveTo>
                <a:lnTo>
                  <a:pt x="4237" y="964"/>
                </a:lnTo>
                <a:lnTo>
                  <a:pt x="4344" y="985"/>
                </a:lnTo>
                <a:lnTo>
                  <a:pt x="4366" y="1071"/>
                </a:lnTo>
                <a:lnTo>
                  <a:pt x="4387" y="1156"/>
                </a:lnTo>
                <a:lnTo>
                  <a:pt x="4408" y="1242"/>
                </a:lnTo>
                <a:lnTo>
                  <a:pt x="4387" y="1413"/>
                </a:lnTo>
                <a:lnTo>
                  <a:pt x="4387" y="2376"/>
                </a:lnTo>
                <a:lnTo>
                  <a:pt x="4408" y="2804"/>
                </a:lnTo>
                <a:lnTo>
                  <a:pt x="4451" y="3232"/>
                </a:lnTo>
                <a:lnTo>
                  <a:pt x="4494" y="3660"/>
                </a:lnTo>
                <a:lnTo>
                  <a:pt x="4494" y="3874"/>
                </a:lnTo>
                <a:lnTo>
                  <a:pt x="4473" y="4088"/>
                </a:lnTo>
                <a:lnTo>
                  <a:pt x="4430" y="4601"/>
                </a:lnTo>
                <a:lnTo>
                  <a:pt x="4430" y="5136"/>
                </a:lnTo>
                <a:lnTo>
                  <a:pt x="4408" y="5649"/>
                </a:lnTo>
                <a:lnTo>
                  <a:pt x="4387" y="6184"/>
                </a:lnTo>
                <a:lnTo>
                  <a:pt x="4366" y="6291"/>
                </a:lnTo>
                <a:lnTo>
                  <a:pt x="4344" y="6377"/>
                </a:lnTo>
                <a:lnTo>
                  <a:pt x="4280" y="6462"/>
                </a:lnTo>
                <a:lnTo>
                  <a:pt x="4194" y="6527"/>
                </a:lnTo>
                <a:lnTo>
                  <a:pt x="4087" y="6569"/>
                </a:lnTo>
                <a:lnTo>
                  <a:pt x="4002" y="6591"/>
                </a:lnTo>
                <a:lnTo>
                  <a:pt x="3274" y="6591"/>
                </a:lnTo>
                <a:lnTo>
                  <a:pt x="2761" y="6612"/>
                </a:lnTo>
                <a:lnTo>
                  <a:pt x="1884" y="6655"/>
                </a:lnTo>
                <a:lnTo>
                  <a:pt x="1456" y="6698"/>
                </a:lnTo>
                <a:lnTo>
                  <a:pt x="1349" y="6676"/>
                </a:lnTo>
                <a:lnTo>
                  <a:pt x="1242" y="6676"/>
                </a:lnTo>
                <a:lnTo>
                  <a:pt x="1156" y="6655"/>
                </a:lnTo>
                <a:lnTo>
                  <a:pt x="1071" y="6591"/>
                </a:lnTo>
                <a:lnTo>
                  <a:pt x="985" y="6527"/>
                </a:lnTo>
                <a:lnTo>
                  <a:pt x="921" y="6420"/>
                </a:lnTo>
                <a:lnTo>
                  <a:pt x="878" y="6313"/>
                </a:lnTo>
                <a:lnTo>
                  <a:pt x="857" y="6206"/>
                </a:lnTo>
                <a:lnTo>
                  <a:pt x="835" y="5949"/>
                </a:lnTo>
                <a:lnTo>
                  <a:pt x="835" y="5735"/>
                </a:lnTo>
                <a:lnTo>
                  <a:pt x="814" y="5371"/>
                </a:lnTo>
                <a:lnTo>
                  <a:pt x="814" y="5008"/>
                </a:lnTo>
                <a:lnTo>
                  <a:pt x="793" y="4408"/>
                </a:lnTo>
                <a:lnTo>
                  <a:pt x="814" y="3788"/>
                </a:lnTo>
                <a:lnTo>
                  <a:pt x="814" y="3168"/>
                </a:lnTo>
                <a:lnTo>
                  <a:pt x="814" y="2547"/>
                </a:lnTo>
                <a:lnTo>
                  <a:pt x="835" y="2354"/>
                </a:lnTo>
                <a:lnTo>
                  <a:pt x="857" y="2183"/>
                </a:lnTo>
                <a:lnTo>
                  <a:pt x="900" y="2012"/>
                </a:lnTo>
                <a:lnTo>
                  <a:pt x="900" y="1820"/>
                </a:lnTo>
                <a:lnTo>
                  <a:pt x="921" y="1627"/>
                </a:lnTo>
                <a:lnTo>
                  <a:pt x="921" y="1413"/>
                </a:lnTo>
                <a:lnTo>
                  <a:pt x="921" y="1306"/>
                </a:lnTo>
                <a:lnTo>
                  <a:pt x="942" y="1199"/>
                </a:lnTo>
                <a:lnTo>
                  <a:pt x="985" y="1135"/>
                </a:lnTo>
                <a:lnTo>
                  <a:pt x="1006" y="1092"/>
                </a:lnTo>
                <a:lnTo>
                  <a:pt x="1113" y="1049"/>
                </a:lnTo>
                <a:lnTo>
                  <a:pt x="1242" y="1028"/>
                </a:lnTo>
                <a:lnTo>
                  <a:pt x="1370" y="1007"/>
                </a:lnTo>
                <a:lnTo>
                  <a:pt x="1627" y="985"/>
                </a:lnTo>
                <a:lnTo>
                  <a:pt x="2140" y="985"/>
                </a:lnTo>
                <a:lnTo>
                  <a:pt x="2376" y="964"/>
                </a:lnTo>
                <a:lnTo>
                  <a:pt x="3060" y="964"/>
                </a:lnTo>
                <a:lnTo>
                  <a:pt x="3467" y="942"/>
                </a:lnTo>
                <a:close/>
                <a:moveTo>
                  <a:pt x="1220" y="7147"/>
                </a:moveTo>
                <a:lnTo>
                  <a:pt x="1220" y="7169"/>
                </a:lnTo>
                <a:lnTo>
                  <a:pt x="1220" y="7190"/>
                </a:lnTo>
                <a:lnTo>
                  <a:pt x="1220" y="7233"/>
                </a:lnTo>
                <a:lnTo>
                  <a:pt x="1199" y="7211"/>
                </a:lnTo>
                <a:lnTo>
                  <a:pt x="1199" y="7190"/>
                </a:lnTo>
                <a:lnTo>
                  <a:pt x="1220" y="7147"/>
                </a:lnTo>
                <a:close/>
                <a:moveTo>
                  <a:pt x="343" y="7233"/>
                </a:moveTo>
                <a:lnTo>
                  <a:pt x="322" y="7254"/>
                </a:lnTo>
                <a:lnTo>
                  <a:pt x="300" y="7254"/>
                </a:lnTo>
                <a:lnTo>
                  <a:pt x="322" y="7233"/>
                </a:lnTo>
                <a:close/>
                <a:moveTo>
                  <a:pt x="1777" y="7169"/>
                </a:moveTo>
                <a:lnTo>
                  <a:pt x="1905" y="7190"/>
                </a:lnTo>
                <a:lnTo>
                  <a:pt x="1862" y="7233"/>
                </a:lnTo>
                <a:lnTo>
                  <a:pt x="1798" y="7254"/>
                </a:lnTo>
                <a:lnTo>
                  <a:pt x="1691" y="7275"/>
                </a:lnTo>
                <a:lnTo>
                  <a:pt x="1477" y="7340"/>
                </a:lnTo>
                <a:lnTo>
                  <a:pt x="1499" y="7275"/>
                </a:lnTo>
                <a:lnTo>
                  <a:pt x="1520" y="7233"/>
                </a:lnTo>
                <a:lnTo>
                  <a:pt x="1563" y="7190"/>
                </a:lnTo>
                <a:lnTo>
                  <a:pt x="1627" y="7169"/>
                </a:lnTo>
                <a:close/>
                <a:moveTo>
                  <a:pt x="4430" y="7297"/>
                </a:moveTo>
                <a:lnTo>
                  <a:pt x="4451" y="7318"/>
                </a:lnTo>
                <a:lnTo>
                  <a:pt x="4473" y="7340"/>
                </a:lnTo>
                <a:lnTo>
                  <a:pt x="4451" y="7382"/>
                </a:lnTo>
                <a:lnTo>
                  <a:pt x="4408" y="7382"/>
                </a:lnTo>
                <a:lnTo>
                  <a:pt x="4430" y="7297"/>
                </a:lnTo>
                <a:close/>
                <a:moveTo>
                  <a:pt x="1820" y="7425"/>
                </a:moveTo>
                <a:lnTo>
                  <a:pt x="1798" y="7447"/>
                </a:lnTo>
                <a:lnTo>
                  <a:pt x="1755" y="7447"/>
                </a:lnTo>
                <a:lnTo>
                  <a:pt x="1777" y="7425"/>
                </a:lnTo>
                <a:close/>
                <a:moveTo>
                  <a:pt x="258" y="7318"/>
                </a:moveTo>
                <a:lnTo>
                  <a:pt x="279" y="7404"/>
                </a:lnTo>
                <a:lnTo>
                  <a:pt x="279" y="7489"/>
                </a:lnTo>
                <a:lnTo>
                  <a:pt x="279" y="7596"/>
                </a:lnTo>
                <a:lnTo>
                  <a:pt x="279" y="7703"/>
                </a:lnTo>
                <a:lnTo>
                  <a:pt x="236" y="7682"/>
                </a:lnTo>
                <a:lnTo>
                  <a:pt x="193" y="7639"/>
                </a:lnTo>
                <a:lnTo>
                  <a:pt x="193" y="7596"/>
                </a:lnTo>
                <a:lnTo>
                  <a:pt x="193" y="7532"/>
                </a:lnTo>
                <a:lnTo>
                  <a:pt x="215" y="7425"/>
                </a:lnTo>
                <a:lnTo>
                  <a:pt x="258" y="7318"/>
                </a:lnTo>
                <a:close/>
                <a:moveTo>
                  <a:pt x="1541" y="7425"/>
                </a:moveTo>
                <a:lnTo>
                  <a:pt x="1499" y="7511"/>
                </a:lnTo>
                <a:lnTo>
                  <a:pt x="1434" y="7575"/>
                </a:lnTo>
                <a:lnTo>
                  <a:pt x="1392" y="7639"/>
                </a:lnTo>
                <a:lnTo>
                  <a:pt x="1370" y="7725"/>
                </a:lnTo>
                <a:lnTo>
                  <a:pt x="1349" y="7682"/>
                </a:lnTo>
                <a:lnTo>
                  <a:pt x="1349" y="7639"/>
                </a:lnTo>
                <a:lnTo>
                  <a:pt x="1392" y="7532"/>
                </a:lnTo>
                <a:lnTo>
                  <a:pt x="1456" y="7447"/>
                </a:lnTo>
                <a:lnTo>
                  <a:pt x="1499" y="7425"/>
                </a:lnTo>
                <a:close/>
                <a:moveTo>
                  <a:pt x="4002" y="7447"/>
                </a:moveTo>
                <a:lnTo>
                  <a:pt x="4066" y="7468"/>
                </a:lnTo>
                <a:lnTo>
                  <a:pt x="4045" y="7575"/>
                </a:lnTo>
                <a:lnTo>
                  <a:pt x="4002" y="7661"/>
                </a:lnTo>
                <a:lnTo>
                  <a:pt x="3959" y="7725"/>
                </a:lnTo>
                <a:lnTo>
                  <a:pt x="3916" y="7746"/>
                </a:lnTo>
                <a:lnTo>
                  <a:pt x="3852" y="7746"/>
                </a:lnTo>
                <a:lnTo>
                  <a:pt x="3852" y="7639"/>
                </a:lnTo>
                <a:lnTo>
                  <a:pt x="3874" y="7532"/>
                </a:lnTo>
                <a:lnTo>
                  <a:pt x="3916" y="7489"/>
                </a:lnTo>
                <a:lnTo>
                  <a:pt x="3959" y="7468"/>
                </a:lnTo>
                <a:lnTo>
                  <a:pt x="4002" y="7447"/>
                </a:lnTo>
                <a:close/>
                <a:moveTo>
                  <a:pt x="386" y="7746"/>
                </a:moveTo>
                <a:lnTo>
                  <a:pt x="429" y="7768"/>
                </a:lnTo>
                <a:lnTo>
                  <a:pt x="407" y="7789"/>
                </a:lnTo>
                <a:lnTo>
                  <a:pt x="386" y="7789"/>
                </a:lnTo>
                <a:lnTo>
                  <a:pt x="343" y="7746"/>
                </a:lnTo>
                <a:close/>
                <a:moveTo>
                  <a:pt x="1755" y="8024"/>
                </a:moveTo>
                <a:lnTo>
                  <a:pt x="1798" y="8046"/>
                </a:lnTo>
                <a:lnTo>
                  <a:pt x="1820" y="8089"/>
                </a:lnTo>
                <a:lnTo>
                  <a:pt x="1841" y="8110"/>
                </a:lnTo>
                <a:lnTo>
                  <a:pt x="1820" y="8153"/>
                </a:lnTo>
                <a:lnTo>
                  <a:pt x="1755" y="8217"/>
                </a:lnTo>
                <a:lnTo>
                  <a:pt x="1713" y="8238"/>
                </a:lnTo>
                <a:lnTo>
                  <a:pt x="1670" y="8260"/>
                </a:lnTo>
                <a:lnTo>
                  <a:pt x="1627" y="8174"/>
                </a:lnTo>
                <a:lnTo>
                  <a:pt x="1627" y="8110"/>
                </a:lnTo>
                <a:lnTo>
                  <a:pt x="1648" y="8067"/>
                </a:lnTo>
                <a:lnTo>
                  <a:pt x="1670" y="8046"/>
                </a:lnTo>
                <a:lnTo>
                  <a:pt x="1691" y="8024"/>
                </a:lnTo>
                <a:close/>
                <a:moveTo>
                  <a:pt x="2675" y="7233"/>
                </a:moveTo>
                <a:lnTo>
                  <a:pt x="2782" y="7254"/>
                </a:lnTo>
                <a:lnTo>
                  <a:pt x="2868" y="7318"/>
                </a:lnTo>
                <a:lnTo>
                  <a:pt x="2932" y="7404"/>
                </a:lnTo>
                <a:lnTo>
                  <a:pt x="2996" y="7511"/>
                </a:lnTo>
                <a:lnTo>
                  <a:pt x="3039" y="7639"/>
                </a:lnTo>
                <a:lnTo>
                  <a:pt x="3060" y="7746"/>
                </a:lnTo>
                <a:lnTo>
                  <a:pt x="3060" y="7875"/>
                </a:lnTo>
                <a:lnTo>
                  <a:pt x="3039" y="8003"/>
                </a:lnTo>
                <a:lnTo>
                  <a:pt x="2975" y="8089"/>
                </a:lnTo>
                <a:lnTo>
                  <a:pt x="2889" y="8174"/>
                </a:lnTo>
                <a:lnTo>
                  <a:pt x="2782" y="8217"/>
                </a:lnTo>
                <a:lnTo>
                  <a:pt x="2675" y="8238"/>
                </a:lnTo>
                <a:lnTo>
                  <a:pt x="2568" y="8260"/>
                </a:lnTo>
                <a:lnTo>
                  <a:pt x="2333" y="8260"/>
                </a:lnTo>
                <a:lnTo>
                  <a:pt x="2183" y="8131"/>
                </a:lnTo>
                <a:lnTo>
                  <a:pt x="2076" y="8024"/>
                </a:lnTo>
                <a:lnTo>
                  <a:pt x="2033" y="7960"/>
                </a:lnTo>
                <a:lnTo>
                  <a:pt x="2012" y="7875"/>
                </a:lnTo>
                <a:lnTo>
                  <a:pt x="2012" y="7789"/>
                </a:lnTo>
                <a:lnTo>
                  <a:pt x="2012" y="7682"/>
                </a:lnTo>
                <a:lnTo>
                  <a:pt x="2033" y="7596"/>
                </a:lnTo>
                <a:lnTo>
                  <a:pt x="2076" y="7511"/>
                </a:lnTo>
                <a:lnTo>
                  <a:pt x="2119" y="7425"/>
                </a:lnTo>
                <a:lnTo>
                  <a:pt x="2183" y="7382"/>
                </a:lnTo>
                <a:lnTo>
                  <a:pt x="2269" y="7340"/>
                </a:lnTo>
                <a:lnTo>
                  <a:pt x="2354" y="7297"/>
                </a:lnTo>
                <a:lnTo>
                  <a:pt x="2547" y="7233"/>
                </a:lnTo>
                <a:close/>
                <a:moveTo>
                  <a:pt x="835" y="8345"/>
                </a:moveTo>
                <a:lnTo>
                  <a:pt x="857" y="8367"/>
                </a:lnTo>
                <a:lnTo>
                  <a:pt x="857" y="8388"/>
                </a:lnTo>
                <a:lnTo>
                  <a:pt x="814" y="8474"/>
                </a:lnTo>
                <a:lnTo>
                  <a:pt x="793" y="8474"/>
                </a:lnTo>
                <a:lnTo>
                  <a:pt x="750" y="8452"/>
                </a:lnTo>
                <a:lnTo>
                  <a:pt x="728" y="8452"/>
                </a:lnTo>
                <a:lnTo>
                  <a:pt x="728" y="8409"/>
                </a:lnTo>
                <a:lnTo>
                  <a:pt x="728" y="8388"/>
                </a:lnTo>
                <a:lnTo>
                  <a:pt x="750" y="8345"/>
                </a:lnTo>
                <a:close/>
                <a:moveTo>
                  <a:pt x="2012" y="1"/>
                </a:moveTo>
                <a:lnTo>
                  <a:pt x="1413" y="44"/>
                </a:lnTo>
                <a:lnTo>
                  <a:pt x="1092" y="44"/>
                </a:lnTo>
                <a:lnTo>
                  <a:pt x="793" y="87"/>
                </a:lnTo>
                <a:lnTo>
                  <a:pt x="664" y="108"/>
                </a:lnTo>
                <a:lnTo>
                  <a:pt x="514" y="172"/>
                </a:lnTo>
                <a:lnTo>
                  <a:pt x="407" y="258"/>
                </a:lnTo>
                <a:lnTo>
                  <a:pt x="279" y="386"/>
                </a:lnTo>
                <a:lnTo>
                  <a:pt x="193" y="536"/>
                </a:lnTo>
                <a:lnTo>
                  <a:pt x="129" y="707"/>
                </a:lnTo>
                <a:lnTo>
                  <a:pt x="86" y="878"/>
                </a:lnTo>
                <a:lnTo>
                  <a:pt x="65" y="1049"/>
                </a:lnTo>
                <a:lnTo>
                  <a:pt x="44" y="1413"/>
                </a:lnTo>
                <a:lnTo>
                  <a:pt x="44" y="1777"/>
                </a:lnTo>
                <a:lnTo>
                  <a:pt x="1" y="2633"/>
                </a:lnTo>
                <a:lnTo>
                  <a:pt x="1" y="3488"/>
                </a:lnTo>
                <a:lnTo>
                  <a:pt x="22" y="4323"/>
                </a:lnTo>
                <a:lnTo>
                  <a:pt x="65" y="5179"/>
                </a:lnTo>
                <a:lnTo>
                  <a:pt x="22" y="5542"/>
                </a:lnTo>
                <a:lnTo>
                  <a:pt x="22" y="5928"/>
                </a:lnTo>
                <a:lnTo>
                  <a:pt x="22" y="6676"/>
                </a:lnTo>
                <a:lnTo>
                  <a:pt x="22" y="7361"/>
                </a:lnTo>
                <a:lnTo>
                  <a:pt x="44" y="7703"/>
                </a:lnTo>
                <a:lnTo>
                  <a:pt x="65" y="7875"/>
                </a:lnTo>
                <a:lnTo>
                  <a:pt x="108" y="8024"/>
                </a:lnTo>
                <a:lnTo>
                  <a:pt x="172" y="8174"/>
                </a:lnTo>
                <a:lnTo>
                  <a:pt x="236" y="8281"/>
                </a:lnTo>
                <a:lnTo>
                  <a:pt x="322" y="8388"/>
                </a:lnTo>
                <a:lnTo>
                  <a:pt x="429" y="8495"/>
                </a:lnTo>
                <a:lnTo>
                  <a:pt x="557" y="8559"/>
                </a:lnTo>
                <a:lnTo>
                  <a:pt x="664" y="8623"/>
                </a:lnTo>
                <a:lnTo>
                  <a:pt x="942" y="8709"/>
                </a:lnTo>
                <a:lnTo>
                  <a:pt x="1242" y="8773"/>
                </a:lnTo>
                <a:lnTo>
                  <a:pt x="1541" y="8816"/>
                </a:lnTo>
                <a:lnTo>
                  <a:pt x="2098" y="8837"/>
                </a:lnTo>
                <a:lnTo>
                  <a:pt x="2440" y="8859"/>
                </a:lnTo>
                <a:lnTo>
                  <a:pt x="2782" y="8859"/>
                </a:lnTo>
                <a:lnTo>
                  <a:pt x="3446" y="8816"/>
                </a:lnTo>
                <a:lnTo>
                  <a:pt x="3874" y="8816"/>
                </a:lnTo>
                <a:lnTo>
                  <a:pt x="4002" y="8795"/>
                </a:lnTo>
                <a:lnTo>
                  <a:pt x="4087" y="8773"/>
                </a:lnTo>
                <a:lnTo>
                  <a:pt x="4152" y="8730"/>
                </a:lnTo>
                <a:lnTo>
                  <a:pt x="4280" y="8645"/>
                </a:lnTo>
                <a:lnTo>
                  <a:pt x="4387" y="8623"/>
                </a:lnTo>
                <a:lnTo>
                  <a:pt x="4473" y="8581"/>
                </a:lnTo>
                <a:lnTo>
                  <a:pt x="4580" y="8559"/>
                </a:lnTo>
                <a:lnTo>
                  <a:pt x="4665" y="8516"/>
                </a:lnTo>
                <a:lnTo>
                  <a:pt x="4751" y="8452"/>
                </a:lnTo>
                <a:lnTo>
                  <a:pt x="4836" y="8345"/>
                </a:lnTo>
                <a:lnTo>
                  <a:pt x="5008" y="8153"/>
                </a:lnTo>
                <a:lnTo>
                  <a:pt x="5072" y="8024"/>
                </a:lnTo>
                <a:lnTo>
                  <a:pt x="5136" y="7875"/>
                </a:lnTo>
                <a:lnTo>
                  <a:pt x="5157" y="7725"/>
                </a:lnTo>
                <a:lnTo>
                  <a:pt x="5179" y="7532"/>
                </a:lnTo>
                <a:lnTo>
                  <a:pt x="5179" y="7190"/>
                </a:lnTo>
                <a:lnTo>
                  <a:pt x="5179" y="6869"/>
                </a:lnTo>
                <a:lnTo>
                  <a:pt x="5221" y="5435"/>
                </a:lnTo>
                <a:lnTo>
                  <a:pt x="5286" y="4002"/>
                </a:lnTo>
                <a:lnTo>
                  <a:pt x="5307" y="3660"/>
                </a:lnTo>
                <a:lnTo>
                  <a:pt x="5286" y="3296"/>
                </a:lnTo>
                <a:lnTo>
                  <a:pt x="5264" y="2590"/>
                </a:lnTo>
                <a:lnTo>
                  <a:pt x="5243" y="1905"/>
                </a:lnTo>
                <a:lnTo>
                  <a:pt x="5264" y="1541"/>
                </a:lnTo>
                <a:lnTo>
                  <a:pt x="5286" y="1199"/>
                </a:lnTo>
                <a:lnTo>
                  <a:pt x="5286" y="1071"/>
                </a:lnTo>
                <a:lnTo>
                  <a:pt x="5286" y="942"/>
                </a:lnTo>
                <a:lnTo>
                  <a:pt x="5264" y="793"/>
                </a:lnTo>
                <a:lnTo>
                  <a:pt x="5221" y="686"/>
                </a:lnTo>
                <a:lnTo>
                  <a:pt x="5157" y="557"/>
                </a:lnTo>
                <a:lnTo>
                  <a:pt x="5093" y="450"/>
                </a:lnTo>
                <a:lnTo>
                  <a:pt x="5008" y="343"/>
                </a:lnTo>
                <a:lnTo>
                  <a:pt x="4922" y="236"/>
                </a:lnTo>
                <a:lnTo>
                  <a:pt x="4794" y="151"/>
                </a:lnTo>
                <a:lnTo>
                  <a:pt x="4644" y="108"/>
                </a:lnTo>
                <a:lnTo>
                  <a:pt x="4494" y="65"/>
                </a:lnTo>
                <a:lnTo>
                  <a:pt x="3745" y="65"/>
                </a:lnTo>
                <a:lnTo>
                  <a:pt x="3167" y="22"/>
                </a:lnTo>
                <a:lnTo>
                  <a:pt x="2590" y="1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28"/>
          <p:cNvSpPr/>
          <p:nvPr/>
        </p:nvSpPr>
        <p:spPr>
          <a:xfrm>
            <a:off x="6325489" y="3379800"/>
            <a:ext cx="1118400" cy="10500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28"/>
          <p:cNvSpPr/>
          <p:nvPr/>
        </p:nvSpPr>
        <p:spPr>
          <a:xfrm>
            <a:off x="6731900" y="2446725"/>
            <a:ext cx="486900" cy="437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28"/>
          <p:cNvSpPr/>
          <p:nvPr/>
        </p:nvSpPr>
        <p:spPr>
          <a:xfrm>
            <a:off x="6434150" y="2201175"/>
            <a:ext cx="427621" cy="393585"/>
          </a:xfrm>
          <a:custGeom>
            <a:rect b="b" l="l" r="r" t="t"/>
            <a:pathLst>
              <a:path extrusionOk="0" h="15403" w="16717">
                <a:moveTo>
                  <a:pt x="9149" y="511"/>
                </a:moveTo>
                <a:lnTo>
                  <a:pt x="9587" y="560"/>
                </a:lnTo>
                <a:lnTo>
                  <a:pt x="10025" y="608"/>
                </a:lnTo>
                <a:lnTo>
                  <a:pt x="10439" y="681"/>
                </a:lnTo>
                <a:lnTo>
                  <a:pt x="10877" y="779"/>
                </a:lnTo>
                <a:lnTo>
                  <a:pt x="11290" y="900"/>
                </a:lnTo>
                <a:lnTo>
                  <a:pt x="11704" y="1046"/>
                </a:lnTo>
                <a:lnTo>
                  <a:pt x="12093" y="1217"/>
                </a:lnTo>
                <a:lnTo>
                  <a:pt x="12483" y="1411"/>
                </a:lnTo>
                <a:lnTo>
                  <a:pt x="12994" y="1703"/>
                </a:lnTo>
                <a:lnTo>
                  <a:pt x="13505" y="2020"/>
                </a:lnTo>
                <a:lnTo>
                  <a:pt x="13967" y="2360"/>
                </a:lnTo>
                <a:lnTo>
                  <a:pt x="14210" y="2555"/>
                </a:lnTo>
                <a:lnTo>
                  <a:pt x="14405" y="2750"/>
                </a:lnTo>
                <a:lnTo>
                  <a:pt x="14332" y="2871"/>
                </a:lnTo>
                <a:lnTo>
                  <a:pt x="14308" y="3017"/>
                </a:lnTo>
                <a:lnTo>
                  <a:pt x="14308" y="3066"/>
                </a:lnTo>
                <a:lnTo>
                  <a:pt x="14332" y="3090"/>
                </a:lnTo>
                <a:lnTo>
                  <a:pt x="14405" y="3139"/>
                </a:lnTo>
                <a:lnTo>
                  <a:pt x="14478" y="3139"/>
                </a:lnTo>
                <a:lnTo>
                  <a:pt x="14551" y="3090"/>
                </a:lnTo>
                <a:lnTo>
                  <a:pt x="14624" y="2993"/>
                </a:lnTo>
                <a:lnTo>
                  <a:pt x="14867" y="3285"/>
                </a:lnTo>
                <a:lnTo>
                  <a:pt x="14770" y="3358"/>
                </a:lnTo>
                <a:lnTo>
                  <a:pt x="14697" y="3431"/>
                </a:lnTo>
                <a:lnTo>
                  <a:pt x="14600" y="3601"/>
                </a:lnTo>
                <a:lnTo>
                  <a:pt x="14575" y="3674"/>
                </a:lnTo>
                <a:lnTo>
                  <a:pt x="14575" y="3723"/>
                </a:lnTo>
                <a:lnTo>
                  <a:pt x="14575" y="3772"/>
                </a:lnTo>
                <a:lnTo>
                  <a:pt x="14600" y="3796"/>
                </a:lnTo>
                <a:lnTo>
                  <a:pt x="14648" y="3796"/>
                </a:lnTo>
                <a:lnTo>
                  <a:pt x="14721" y="3772"/>
                </a:lnTo>
                <a:lnTo>
                  <a:pt x="14867" y="3699"/>
                </a:lnTo>
                <a:lnTo>
                  <a:pt x="15086" y="3601"/>
                </a:lnTo>
                <a:lnTo>
                  <a:pt x="15208" y="3820"/>
                </a:lnTo>
                <a:lnTo>
                  <a:pt x="15305" y="4064"/>
                </a:lnTo>
                <a:lnTo>
                  <a:pt x="15111" y="4137"/>
                </a:lnTo>
                <a:lnTo>
                  <a:pt x="15013" y="4185"/>
                </a:lnTo>
                <a:lnTo>
                  <a:pt x="14916" y="4234"/>
                </a:lnTo>
                <a:lnTo>
                  <a:pt x="14892" y="4307"/>
                </a:lnTo>
                <a:lnTo>
                  <a:pt x="14892" y="4380"/>
                </a:lnTo>
                <a:lnTo>
                  <a:pt x="14940" y="4429"/>
                </a:lnTo>
                <a:lnTo>
                  <a:pt x="15013" y="4453"/>
                </a:lnTo>
                <a:lnTo>
                  <a:pt x="15135" y="4453"/>
                </a:lnTo>
                <a:lnTo>
                  <a:pt x="15232" y="4429"/>
                </a:lnTo>
                <a:lnTo>
                  <a:pt x="15427" y="4380"/>
                </a:lnTo>
                <a:lnTo>
                  <a:pt x="15573" y="4915"/>
                </a:lnTo>
                <a:lnTo>
                  <a:pt x="15403" y="4964"/>
                </a:lnTo>
                <a:lnTo>
                  <a:pt x="15232" y="5061"/>
                </a:lnTo>
                <a:lnTo>
                  <a:pt x="15086" y="5183"/>
                </a:lnTo>
                <a:lnTo>
                  <a:pt x="15038" y="5256"/>
                </a:lnTo>
                <a:lnTo>
                  <a:pt x="15013" y="5329"/>
                </a:lnTo>
                <a:lnTo>
                  <a:pt x="15013" y="5378"/>
                </a:lnTo>
                <a:lnTo>
                  <a:pt x="15038" y="5402"/>
                </a:lnTo>
                <a:lnTo>
                  <a:pt x="15062" y="5426"/>
                </a:lnTo>
                <a:lnTo>
                  <a:pt x="15111" y="5451"/>
                </a:lnTo>
                <a:lnTo>
                  <a:pt x="15208" y="5451"/>
                </a:lnTo>
                <a:lnTo>
                  <a:pt x="15305" y="5426"/>
                </a:lnTo>
                <a:lnTo>
                  <a:pt x="15476" y="5353"/>
                </a:lnTo>
                <a:lnTo>
                  <a:pt x="15695" y="5305"/>
                </a:lnTo>
                <a:lnTo>
                  <a:pt x="15792" y="5743"/>
                </a:lnTo>
                <a:lnTo>
                  <a:pt x="15622" y="5816"/>
                </a:lnTo>
                <a:lnTo>
                  <a:pt x="15451" y="5864"/>
                </a:lnTo>
                <a:lnTo>
                  <a:pt x="15305" y="5937"/>
                </a:lnTo>
                <a:lnTo>
                  <a:pt x="15159" y="6035"/>
                </a:lnTo>
                <a:lnTo>
                  <a:pt x="15013" y="6132"/>
                </a:lnTo>
                <a:lnTo>
                  <a:pt x="15013" y="6181"/>
                </a:lnTo>
                <a:lnTo>
                  <a:pt x="15013" y="6205"/>
                </a:lnTo>
                <a:lnTo>
                  <a:pt x="15038" y="6229"/>
                </a:lnTo>
                <a:lnTo>
                  <a:pt x="15403" y="6229"/>
                </a:lnTo>
                <a:lnTo>
                  <a:pt x="15719" y="6181"/>
                </a:lnTo>
                <a:lnTo>
                  <a:pt x="15914" y="6156"/>
                </a:lnTo>
                <a:lnTo>
                  <a:pt x="16035" y="6594"/>
                </a:lnTo>
                <a:lnTo>
                  <a:pt x="15768" y="6691"/>
                </a:lnTo>
                <a:lnTo>
                  <a:pt x="15549" y="6764"/>
                </a:lnTo>
                <a:lnTo>
                  <a:pt x="15184" y="6910"/>
                </a:lnTo>
                <a:lnTo>
                  <a:pt x="15135" y="6935"/>
                </a:lnTo>
                <a:lnTo>
                  <a:pt x="15062" y="6983"/>
                </a:lnTo>
                <a:lnTo>
                  <a:pt x="15038" y="7032"/>
                </a:lnTo>
                <a:lnTo>
                  <a:pt x="15013" y="7081"/>
                </a:lnTo>
                <a:lnTo>
                  <a:pt x="15038" y="7056"/>
                </a:lnTo>
                <a:lnTo>
                  <a:pt x="15013" y="7105"/>
                </a:lnTo>
                <a:lnTo>
                  <a:pt x="15013" y="7129"/>
                </a:lnTo>
                <a:lnTo>
                  <a:pt x="15038" y="7154"/>
                </a:lnTo>
                <a:lnTo>
                  <a:pt x="15086" y="7202"/>
                </a:lnTo>
                <a:lnTo>
                  <a:pt x="15208" y="7227"/>
                </a:lnTo>
                <a:lnTo>
                  <a:pt x="15403" y="7227"/>
                </a:lnTo>
                <a:lnTo>
                  <a:pt x="15622" y="7178"/>
                </a:lnTo>
                <a:lnTo>
                  <a:pt x="15841" y="7129"/>
                </a:lnTo>
                <a:lnTo>
                  <a:pt x="16108" y="7056"/>
                </a:lnTo>
                <a:lnTo>
                  <a:pt x="16108" y="7397"/>
                </a:lnTo>
                <a:lnTo>
                  <a:pt x="16108" y="7713"/>
                </a:lnTo>
                <a:lnTo>
                  <a:pt x="16035" y="7713"/>
                </a:lnTo>
                <a:lnTo>
                  <a:pt x="15670" y="7762"/>
                </a:lnTo>
                <a:lnTo>
                  <a:pt x="15330" y="7786"/>
                </a:lnTo>
                <a:lnTo>
                  <a:pt x="14965" y="7835"/>
                </a:lnTo>
                <a:lnTo>
                  <a:pt x="14600" y="7932"/>
                </a:lnTo>
                <a:lnTo>
                  <a:pt x="14575" y="7957"/>
                </a:lnTo>
                <a:lnTo>
                  <a:pt x="14575" y="7981"/>
                </a:lnTo>
                <a:lnTo>
                  <a:pt x="14575" y="8005"/>
                </a:lnTo>
                <a:lnTo>
                  <a:pt x="14600" y="8030"/>
                </a:lnTo>
                <a:lnTo>
                  <a:pt x="15330" y="8151"/>
                </a:lnTo>
                <a:lnTo>
                  <a:pt x="15500" y="8176"/>
                </a:lnTo>
                <a:lnTo>
                  <a:pt x="15695" y="8200"/>
                </a:lnTo>
                <a:lnTo>
                  <a:pt x="15865" y="8176"/>
                </a:lnTo>
                <a:lnTo>
                  <a:pt x="16035" y="8127"/>
                </a:lnTo>
                <a:lnTo>
                  <a:pt x="16035" y="8176"/>
                </a:lnTo>
                <a:lnTo>
                  <a:pt x="15938" y="8565"/>
                </a:lnTo>
                <a:lnTo>
                  <a:pt x="15816" y="8930"/>
                </a:lnTo>
                <a:lnTo>
                  <a:pt x="15524" y="8881"/>
                </a:lnTo>
                <a:lnTo>
                  <a:pt x="15232" y="8833"/>
                </a:lnTo>
                <a:lnTo>
                  <a:pt x="15013" y="8784"/>
                </a:lnTo>
                <a:lnTo>
                  <a:pt x="14794" y="8760"/>
                </a:lnTo>
                <a:lnTo>
                  <a:pt x="14332" y="8784"/>
                </a:lnTo>
                <a:lnTo>
                  <a:pt x="14308" y="8784"/>
                </a:lnTo>
                <a:lnTo>
                  <a:pt x="14308" y="8808"/>
                </a:lnTo>
                <a:lnTo>
                  <a:pt x="14308" y="8833"/>
                </a:lnTo>
                <a:lnTo>
                  <a:pt x="14332" y="8833"/>
                </a:lnTo>
                <a:lnTo>
                  <a:pt x="14478" y="8881"/>
                </a:lnTo>
                <a:lnTo>
                  <a:pt x="14624" y="8954"/>
                </a:lnTo>
                <a:lnTo>
                  <a:pt x="14965" y="9125"/>
                </a:lnTo>
                <a:lnTo>
                  <a:pt x="15281" y="9271"/>
                </a:lnTo>
                <a:lnTo>
                  <a:pt x="15451" y="9319"/>
                </a:lnTo>
                <a:lnTo>
                  <a:pt x="15622" y="9368"/>
                </a:lnTo>
                <a:lnTo>
                  <a:pt x="15500" y="9636"/>
                </a:lnTo>
                <a:lnTo>
                  <a:pt x="15354" y="9903"/>
                </a:lnTo>
                <a:lnTo>
                  <a:pt x="15135" y="9782"/>
                </a:lnTo>
                <a:lnTo>
                  <a:pt x="14916" y="9684"/>
                </a:lnTo>
                <a:lnTo>
                  <a:pt x="14429" y="9563"/>
                </a:lnTo>
                <a:lnTo>
                  <a:pt x="14210" y="9490"/>
                </a:lnTo>
                <a:lnTo>
                  <a:pt x="13943" y="9441"/>
                </a:lnTo>
                <a:lnTo>
                  <a:pt x="13699" y="9417"/>
                </a:lnTo>
                <a:lnTo>
                  <a:pt x="13553" y="9417"/>
                </a:lnTo>
                <a:lnTo>
                  <a:pt x="13456" y="9465"/>
                </a:lnTo>
                <a:lnTo>
                  <a:pt x="13432" y="9490"/>
                </a:lnTo>
                <a:lnTo>
                  <a:pt x="13432" y="9514"/>
                </a:lnTo>
                <a:lnTo>
                  <a:pt x="13578" y="9636"/>
                </a:lnTo>
                <a:lnTo>
                  <a:pt x="13772" y="9733"/>
                </a:lnTo>
                <a:lnTo>
                  <a:pt x="14137" y="9855"/>
                </a:lnTo>
                <a:lnTo>
                  <a:pt x="14648" y="10049"/>
                </a:lnTo>
                <a:lnTo>
                  <a:pt x="14892" y="10147"/>
                </a:lnTo>
                <a:lnTo>
                  <a:pt x="15135" y="10244"/>
                </a:lnTo>
                <a:lnTo>
                  <a:pt x="14794" y="10706"/>
                </a:lnTo>
                <a:lnTo>
                  <a:pt x="14721" y="10658"/>
                </a:lnTo>
                <a:lnTo>
                  <a:pt x="14624" y="10633"/>
                </a:lnTo>
                <a:lnTo>
                  <a:pt x="14405" y="10560"/>
                </a:lnTo>
                <a:lnTo>
                  <a:pt x="13991" y="10512"/>
                </a:lnTo>
                <a:lnTo>
                  <a:pt x="13772" y="10439"/>
                </a:lnTo>
                <a:lnTo>
                  <a:pt x="13505" y="10366"/>
                </a:lnTo>
                <a:lnTo>
                  <a:pt x="13359" y="10341"/>
                </a:lnTo>
                <a:lnTo>
                  <a:pt x="13213" y="10317"/>
                </a:lnTo>
                <a:lnTo>
                  <a:pt x="13115" y="10341"/>
                </a:lnTo>
                <a:lnTo>
                  <a:pt x="12994" y="10390"/>
                </a:lnTo>
                <a:lnTo>
                  <a:pt x="12994" y="10414"/>
                </a:lnTo>
                <a:lnTo>
                  <a:pt x="13018" y="10536"/>
                </a:lnTo>
                <a:lnTo>
                  <a:pt x="13091" y="10609"/>
                </a:lnTo>
                <a:lnTo>
                  <a:pt x="13188" y="10682"/>
                </a:lnTo>
                <a:lnTo>
                  <a:pt x="13310" y="10731"/>
                </a:lnTo>
                <a:lnTo>
                  <a:pt x="13553" y="10828"/>
                </a:lnTo>
                <a:lnTo>
                  <a:pt x="13772" y="10877"/>
                </a:lnTo>
                <a:lnTo>
                  <a:pt x="14113" y="10998"/>
                </a:lnTo>
                <a:lnTo>
                  <a:pt x="14308" y="11047"/>
                </a:lnTo>
                <a:lnTo>
                  <a:pt x="14502" y="11071"/>
                </a:lnTo>
                <a:lnTo>
                  <a:pt x="14089" y="11509"/>
                </a:lnTo>
                <a:lnTo>
                  <a:pt x="13943" y="11412"/>
                </a:lnTo>
                <a:lnTo>
                  <a:pt x="13772" y="11339"/>
                </a:lnTo>
                <a:lnTo>
                  <a:pt x="13432" y="11242"/>
                </a:lnTo>
                <a:lnTo>
                  <a:pt x="13067" y="11144"/>
                </a:lnTo>
                <a:lnTo>
                  <a:pt x="12702" y="11071"/>
                </a:lnTo>
                <a:lnTo>
                  <a:pt x="12337" y="11047"/>
                </a:lnTo>
                <a:lnTo>
                  <a:pt x="11972" y="11096"/>
                </a:lnTo>
                <a:lnTo>
                  <a:pt x="11947" y="11096"/>
                </a:lnTo>
                <a:lnTo>
                  <a:pt x="11899" y="11120"/>
                </a:lnTo>
                <a:lnTo>
                  <a:pt x="11874" y="11193"/>
                </a:lnTo>
                <a:lnTo>
                  <a:pt x="11850" y="11266"/>
                </a:lnTo>
                <a:lnTo>
                  <a:pt x="11874" y="11290"/>
                </a:lnTo>
                <a:lnTo>
                  <a:pt x="11899" y="11363"/>
                </a:lnTo>
                <a:lnTo>
                  <a:pt x="11972" y="11412"/>
                </a:lnTo>
                <a:lnTo>
                  <a:pt x="12580" y="11509"/>
                </a:lnTo>
                <a:lnTo>
                  <a:pt x="12872" y="11582"/>
                </a:lnTo>
                <a:lnTo>
                  <a:pt x="13164" y="11655"/>
                </a:lnTo>
                <a:lnTo>
                  <a:pt x="13432" y="11753"/>
                </a:lnTo>
                <a:lnTo>
                  <a:pt x="13675" y="11850"/>
                </a:lnTo>
                <a:lnTo>
                  <a:pt x="13359" y="12118"/>
                </a:lnTo>
                <a:lnTo>
                  <a:pt x="13018" y="12337"/>
                </a:lnTo>
                <a:lnTo>
                  <a:pt x="12994" y="12288"/>
                </a:lnTo>
                <a:lnTo>
                  <a:pt x="12945" y="12239"/>
                </a:lnTo>
                <a:lnTo>
                  <a:pt x="12775" y="12166"/>
                </a:lnTo>
                <a:lnTo>
                  <a:pt x="12604" y="12142"/>
                </a:lnTo>
                <a:lnTo>
                  <a:pt x="12410" y="12118"/>
                </a:lnTo>
                <a:lnTo>
                  <a:pt x="12215" y="12069"/>
                </a:lnTo>
                <a:lnTo>
                  <a:pt x="11850" y="11947"/>
                </a:lnTo>
                <a:lnTo>
                  <a:pt x="11558" y="11826"/>
                </a:lnTo>
                <a:lnTo>
                  <a:pt x="11242" y="11704"/>
                </a:lnTo>
                <a:lnTo>
                  <a:pt x="11096" y="11655"/>
                </a:lnTo>
                <a:lnTo>
                  <a:pt x="10950" y="11607"/>
                </a:lnTo>
                <a:lnTo>
                  <a:pt x="10779" y="11582"/>
                </a:lnTo>
                <a:lnTo>
                  <a:pt x="10633" y="11582"/>
                </a:lnTo>
                <a:lnTo>
                  <a:pt x="10609" y="11607"/>
                </a:lnTo>
                <a:lnTo>
                  <a:pt x="10609" y="11655"/>
                </a:lnTo>
                <a:lnTo>
                  <a:pt x="10682" y="11753"/>
                </a:lnTo>
                <a:lnTo>
                  <a:pt x="10804" y="11874"/>
                </a:lnTo>
                <a:lnTo>
                  <a:pt x="10925" y="11947"/>
                </a:lnTo>
                <a:lnTo>
                  <a:pt x="11047" y="12045"/>
                </a:lnTo>
                <a:lnTo>
                  <a:pt x="11315" y="12166"/>
                </a:lnTo>
                <a:lnTo>
                  <a:pt x="11582" y="12288"/>
                </a:lnTo>
                <a:lnTo>
                  <a:pt x="11826" y="12385"/>
                </a:lnTo>
                <a:lnTo>
                  <a:pt x="12093" y="12483"/>
                </a:lnTo>
                <a:lnTo>
                  <a:pt x="12361" y="12556"/>
                </a:lnTo>
                <a:lnTo>
                  <a:pt x="12507" y="12580"/>
                </a:lnTo>
                <a:lnTo>
                  <a:pt x="12629" y="12580"/>
                </a:lnTo>
                <a:lnTo>
                  <a:pt x="12239" y="12799"/>
                </a:lnTo>
                <a:lnTo>
                  <a:pt x="11850" y="12969"/>
                </a:lnTo>
                <a:lnTo>
                  <a:pt x="11801" y="12921"/>
                </a:lnTo>
                <a:lnTo>
                  <a:pt x="11680" y="12823"/>
                </a:lnTo>
                <a:lnTo>
                  <a:pt x="11558" y="12775"/>
                </a:lnTo>
                <a:lnTo>
                  <a:pt x="11266" y="12677"/>
                </a:lnTo>
                <a:lnTo>
                  <a:pt x="10998" y="12604"/>
                </a:lnTo>
                <a:lnTo>
                  <a:pt x="10731" y="12531"/>
                </a:lnTo>
                <a:lnTo>
                  <a:pt x="10585" y="12458"/>
                </a:lnTo>
                <a:lnTo>
                  <a:pt x="10439" y="12385"/>
                </a:lnTo>
                <a:lnTo>
                  <a:pt x="10171" y="12239"/>
                </a:lnTo>
                <a:lnTo>
                  <a:pt x="10025" y="12166"/>
                </a:lnTo>
                <a:lnTo>
                  <a:pt x="9879" y="12118"/>
                </a:lnTo>
                <a:lnTo>
                  <a:pt x="9733" y="12093"/>
                </a:lnTo>
                <a:lnTo>
                  <a:pt x="9563" y="12093"/>
                </a:lnTo>
                <a:lnTo>
                  <a:pt x="9514" y="12118"/>
                </a:lnTo>
                <a:lnTo>
                  <a:pt x="9490" y="12142"/>
                </a:lnTo>
                <a:lnTo>
                  <a:pt x="9490" y="12191"/>
                </a:lnTo>
                <a:lnTo>
                  <a:pt x="9514" y="12215"/>
                </a:lnTo>
                <a:lnTo>
                  <a:pt x="9733" y="12410"/>
                </a:lnTo>
                <a:lnTo>
                  <a:pt x="9952" y="12580"/>
                </a:lnTo>
                <a:lnTo>
                  <a:pt x="10220" y="12750"/>
                </a:lnTo>
                <a:lnTo>
                  <a:pt x="10463" y="12872"/>
                </a:lnTo>
                <a:lnTo>
                  <a:pt x="10682" y="12969"/>
                </a:lnTo>
                <a:lnTo>
                  <a:pt x="10901" y="13042"/>
                </a:lnTo>
                <a:lnTo>
                  <a:pt x="11363" y="13188"/>
                </a:lnTo>
                <a:lnTo>
                  <a:pt x="10852" y="13359"/>
                </a:lnTo>
                <a:lnTo>
                  <a:pt x="10317" y="13505"/>
                </a:lnTo>
                <a:lnTo>
                  <a:pt x="10317" y="13480"/>
                </a:lnTo>
                <a:lnTo>
                  <a:pt x="10366" y="13359"/>
                </a:lnTo>
                <a:lnTo>
                  <a:pt x="10366" y="13310"/>
                </a:lnTo>
                <a:lnTo>
                  <a:pt x="10342" y="13261"/>
                </a:lnTo>
                <a:lnTo>
                  <a:pt x="10293" y="13213"/>
                </a:lnTo>
                <a:lnTo>
                  <a:pt x="10244" y="13164"/>
                </a:lnTo>
                <a:lnTo>
                  <a:pt x="9198" y="12604"/>
                </a:lnTo>
                <a:lnTo>
                  <a:pt x="9028" y="12507"/>
                </a:lnTo>
                <a:lnTo>
                  <a:pt x="8809" y="12410"/>
                </a:lnTo>
                <a:lnTo>
                  <a:pt x="8711" y="12385"/>
                </a:lnTo>
                <a:lnTo>
                  <a:pt x="8590" y="12361"/>
                </a:lnTo>
                <a:lnTo>
                  <a:pt x="8492" y="12385"/>
                </a:lnTo>
                <a:lnTo>
                  <a:pt x="8419" y="12434"/>
                </a:lnTo>
                <a:lnTo>
                  <a:pt x="8419" y="12458"/>
                </a:lnTo>
                <a:lnTo>
                  <a:pt x="8444" y="12556"/>
                </a:lnTo>
                <a:lnTo>
                  <a:pt x="8517" y="12629"/>
                </a:lnTo>
                <a:lnTo>
                  <a:pt x="8687" y="12799"/>
                </a:lnTo>
                <a:lnTo>
                  <a:pt x="9028" y="13042"/>
                </a:lnTo>
                <a:lnTo>
                  <a:pt x="9490" y="13334"/>
                </a:lnTo>
                <a:lnTo>
                  <a:pt x="9733" y="13456"/>
                </a:lnTo>
                <a:lnTo>
                  <a:pt x="10001" y="13553"/>
                </a:lnTo>
                <a:lnTo>
                  <a:pt x="9539" y="13651"/>
                </a:lnTo>
                <a:lnTo>
                  <a:pt x="9076" y="13699"/>
                </a:lnTo>
                <a:lnTo>
                  <a:pt x="9052" y="13651"/>
                </a:lnTo>
                <a:lnTo>
                  <a:pt x="8857" y="13480"/>
                </a:lnTo>
                <a:lnTo>
                  <a:pt x="8638" y="13334"/>
                </a:lnTo>
                <a:lnTo>
                  <a:pt x="8176" y="13067"/>
                </a:lnTo>
                <a:lnTo>
                  <a:pt x="7762" y="12799"/>
                </a:lnTo>
                <a:lnTo>
                  <a:pt x="7568" y="12677"/>
                </a:lnTo>
                <a:lnTo>
                  <a:pt x="7349" y="12604"/>
                </a:lnTo>
                <a:lnTo>
                  <a:pt x="7300" y="12604"/>
                </a:lnTo>
                <a:lnTo>
                  <a:pt x="7276" y="12653"/>
                </a:lnTo>
                <a:lnTo>
                  <a:pt x="7276" y="12775"/>
                </a:lnTo>
                <a:lnTo>
                  <a:pt x="7300" y="12872"/>
                </a:lnTo>
                <a:lnTo>
                  <a:pt x="7373" y="12969"/>
                </a:lnTo>
                <a:lnTo>
                  <a:pt x="7446" y="13042"/>
                </a:lnTo>
                <a:lnTo>
                  <a:pt x="7616" y="13213"/>
                </a:lnTo>
                <a:lnTo>
                  <a:pt x="7787" y="13334"/>
                </a:lnTo>
                <a:lnTo>
                  <a:pt x="8103" y="13553"/>
                </a:lnTo>
                <a:lnTo>
                  <a:pt x="8444" y="13748"/>
                </a:lnTo>
                <a:lnTo>
                  <a:pt x="8346" y="13748"/>
                </a:lnTo>
                <a:lnTo>
                  <a:pt x="7835" y="13772"/>
                </a:lnTo>
                <a:lnTo>
                  <a:pt x="7349" y="13724"/>
                </a:lnTo>
                <a:lnTo>
                  <a:pt x="7373" y="13699"/>
                </a:lnTo>
                <a:lnTo>
                  <a:pt x="7397" y="13651"/>
                </a:lnTo>
                <a:lnTo>
                  <a:pt x="7422" y="13578"/>
                </a:lnTo>
                <a:lnTo>
                  <a:pt x="7397" y="13529"/>
                </a:lnTo>
                <a:lnTo>
                  <a:pt x="7373" y="13456"/>
                </a:lnTo>
                <a:lnTo>
                  <a:pt x="7324" y="13383"/>
                </a:lnTo>
                <a:lnTo>
                  <a:pt x="7203" y="13286"/>
                </a:lnTo>
                <a:lnTo>
                  <a:pt x="6911" y="13091"/>
                </a:lnTo>
                <a:lnTo>
                  <a:pt x="6643" y="12872"/>
                </a:lnTo>
                <a:lnTo>
                  <a:pt x="6521" y="12799"/>
                </a:lnTo>
                <a:lnTo>
                  <a:pt x="6448" y="12750"/>
                </a:lnTo>
                <a:lnTo>
                  <a:pt x="6424" y="12702"/>
                </a:lnTo>
                <a:lnTo>
                  <a:pt x="6424" y="12677"/>
                </a:lnTo>
                <a:lnTo>
                  <a:pt x="6400" y="12677"/>
                </a:lnTo>
                <a:lnTo>
                  <a:pt x="6375" y="12702"/>
                </a:lnTo>
                <a:lnTo>
                  <a:pt x="6351" y="12775"/>
                </a:lnTo>
                <a:lnTo>
                  <a:pt x="6327" y="12823"/>
                </a:lnTo>
                <a:lnTo>
                  <a:pt x="6351" y="12969"/>
                </a:lnTo>
                <a:lnTo>
                  <a:pt x="6400" y="13042"/>
                </a:lnTo>
                <a:lnTo>
                  <a:pt x="6448" y="13140"/>
                </a:lnTo>
                <a:lnTo>
                  <a:pt x="6570" y="13286"/>
                </a:lnTo>
                <a:lnTo>
                  <a:pt x="6716" y="13432"/>
                </a:lnTo>
                <a:lnTo>
                  <a:pt x="6862" y="13553"/>
                </a:lnTo>
                <a:lnTo>
                  <a:pt x="7032" y="13675"/>
                </a:lnTo>
                <a:lnTo>
                  <a:pt x="7032" y="13675"/>
                </a:lnTo>
                <a:lnTo>
                  <a:pt x="6619" y="13578"/>
                </a:lnTo>
                <a:lnTo>
                  <a:pt x="6229" y="13456"/>
                </a:lnTo>
                <a:lnTo>
                  <a:pt x="5864" y="13334"/>
                </a:lnTo>
                <a:lnTo>
                  <a:pt x="5670" y="13286"/>
                </a:lnTo>
                <a:lnTo>
                  <a:pt x="5475" y="13261"/>
                </a:lnTo>
                <a:lnTo>
                  <a:pt x="5280" y="13237"/>
                </a:lnTo>
                <a:lnTo>
                  <a:pt x="5086" y="13261"/>
                </a:lnTo>
                <a:lnTo>
                  <a:pt x="4988" y="13286"/>
                </a:lnTo>
                <a:lnTo>
                  <a:pt x="4915" y="13334"/>
                </a:lnTo>
                <a:lnTo>
                  <a:pt x="4842" y="13407"/>
                </a:lnTo>
                <a:lnTo>
                  <a:pt x="4818" y="13505"/>
                </a:lnTo>
                <a:lnTo>
                  <a:pt x="4672" y="13651"/>
                </a:lnTo>
                <a:lnTo>
                  <a:pt x="4502" y="13797"/>
                </a:lnTo>
                <a:lnTo>
                  <a:pt x="4331" y="13943"/>
                </a:lnTo>
                <a:lnTo>
                  <a:pt x="4161" y="14064"/>
                </a:lnTo>
                <a:lnTo>
                  <a:pt x="3869" y="14259"/>
                </a:lnTo>
                <a:lnTo>
                  <a:pt x="3553" y="14405"/>
                </a:lnTo>
                <a:lnTo>
                  <a:pt x="3212" y="14551"/>
                </a:lnTo>
                <a:lnTo>
                  <a:pt x="2896" y="14648"/>
                </a:lnTo>
                <a:lnTo>
                  <a:pt x="2555" y="14745"/>
                </a:lnTo>
                <a:lnTo>
                  <a:pt x="2190" y="14818"/>
                </a:lnTo>
                <a:lnTo>
                  <a:pt x="1825" y="14867"/>
                </a:lnTo>
                <a:lnTo>
                  <a:pt x="1485" y="14891"/>
                </a:lnTo>
                <a:lnTo>
                  <a:pt x="1314" y="14891"/>
                </a:lnTo>
                <a:lnTo>
                  <a:pt x="1144" y="14867"/>
                </a:lnTo>
                <a:lnTo>
                  <a:pt x="1436" y="14672"/>
                </a:lnTo>
                <a:lnTo>
                  <a:pt x="1728" y="14453"/>
                </a:lnTo>
                <a:lnTo>
                  <a:pt x="1996" y="14210"/>
                </a:lnTo>
                <a:lnTo>
                  <a:pt x="2239" y="13991"/>
                </a:lnTo>
                <a:lnTo>
                  <a:pt x="2604" y="13626"/>
                </a:lnTo>
                <a:lnTo>
                  <a:pt x="2774" y="13432"/>
                </a:lnTo>
                <a:lnTo>
                  <a:pt x="2944" y="13188"/>
                </a:lnTo>
                <a:lnTo>
                  <a:pt x="3066" y="12945"/>
                </a:lnTo>
                <a:lnTo>
                  <a:pt x="3163" y="12702"/>
                </a:lnTo>
                <a:lnTo>
                  <a:pt x="3212" y="12458"/>
                </a:lnTo>
                <a:lnTo>
                  <a:pt x="3212" y="12337"/>
                </a:lnTo>
                <a:lnTo>
                  <a:pt x="3212" y="12215"/>
                </a:lnTo>
                <a:lnTo>
                  <a:pt x="3236" y="12118"/>
                </a:lnTo>
                <a:lnTo>
                  <a:pt x="3212" y="12045"/>
                </a:lnTo>
                <a:lnTo>
                  <a:pt x="3188" y="11972"/>
                </a:lnTo>
                <a:lnTo>
                  <a:pt x="3115" y="11923"/>
                </a:lnTo>
                <a:lnTo>
                  <a:pt x="2920" y="11826"/>
                </a:lnTo>
                <a:lnTo>
                  <a:pt x="2750" y="11704"/>
                </a:lnTo>
                <a:lnTo>
                  <a:pt x="2409" y="11461"/>
                </a:lnTo>
                <a:lnTo>
                  <a:pt x="2117" y="11169"/>
                </a:lnTo>
                <a:lnTo>
                  <a:pt x="1850" y="10852"/>
                </a:lnTo>
                <a:lnTo>
                  <a:pt x="1631" y="10512"/>
                </a:lnTo>
                <a:lnTo>
                  <a:pt x="1412" y="10147"/>
                </a:lnTo>
                <a:lnTo>
                  <a:pt x="1241" y="9757"/>
                </a:lnTo>
                <a:lnTo>
                  <a:pt x="1095" y="9368"/>
                </a:lnTo>
                <a:lnTo>
                  <a:pt x="949" y="8979"/>
                </a:lnTo>
                <a:lnTo>
                  <a:pt x="828" y="8565"/>
                </a:lnTo>
                <a:lnTo>
                  <a:pt x="755" y="8127"/>
                </a:lnTo>
                <a:lnTo>
                  <a:pt x="682" y="7689"/>
                </a:lnTo>
                <a:lnTo>
                  <a:pt x="657" y="7251"/>
                </a:lnTo>
                <a:lnTo>
                  <a:pt x="657" y="6837"/>
                </a:lnTo>
                <a:lnTo>
                  <a:pt x="706" y="6399"/>
                </a:lnTo>
                <a:lnTo>
                  <a:pt x="803" y="5986"/>
                </a:lnTo>
                <a:lnTo>
                  <a:pt x="925" y="5548"/>
                </a:lnTo>
                <a:lnTo>
                  <a:pt x="1120" y="5110"/>
                </a:lnTo>
                <a:lnTo>
                  <a:pt x="1339" y="4696"/>
                </a:lnTo>
                <a:lnTo>
                  <a:pt x="1606" y="4307"/>
                </a:lnTo>
                <a:lnTo>
                  <a:pt x="1898" y="3869"/>
                </a:lnTo>
                <a:lnTo>
                  <a:pt x="2166" y="3431"/>
                </a:lnTo>
                <a:lnTo>
                  <a:pt x="2434" y="3017"/>
                </a:lnTo>
                <a:lnTo>
                  <a:pt x="2604" y="2823"/>
                </a:lnTo>
                <a:lnTo>
                  <a:pt x="2774" y="2628"/>
                </a:lnTo>
                <a:lnTo>
                  <a:pt x="3115" y="2336"/>
                </a:lnTo>
                <a:lnTo>
                  <a:pt x="3431" y="2068"/>
                </a:lnTo>
                <a:lnTo>
                  <a:pt x="3772" y="1825"/>
                </a:lnTo>
                <a:lnTo>
                  <a:pt x="4137" y="1582"/>
                </a:lnTo>
                <a:lnTo>
                  <a:pt x="4502" y="1387"/>
                </a:lnTo>
                <a:lnTo>
                  <a:pt x="4867" y="1192"/>
                </a:lnTo>
                <a:lnTo>
                  <a:pt x="5256" y="1046"/>
                </a:lnTo>
                <a:lnTo>
                  <a:pt x="5670" y="900"/>
                </a:lnTo>
                <a:lnTo>
                  <a:pt x="6083" y="803"/>
                </a:lnTo>
                <a:lnTo>
                  <a:pt x="6497" y="706"/>
                </a:lnTo>
                <a:lnTo>
                  <a:pt x="6935" y="633"/>
                </a:lnTo>
                <a:lnTo>
                  <a:pt x="7373" y="584"/>
                </a:lnTo>
                <a:lnTo>
                  <a:pt x="7811" y="535"/>
                </a:lnTo>
                <a:lnTo>
                  <a:pt x="8249" y="511"/>
                </a:lnTo>
                <a:close/>
                <a:moveTo>
                  <a:pt x="8444" y="0"/>
                </a:moveTo>
                <a:lnTo>
                  <a:pt x="7641" y="24"/>
                </a:lnTo>
                <a:lnTo>
                  <a:pt x="6838" y="122"/>
                </a:lnTo>
                <a:lnTo>
                  <a:pt x="6351" y="195"/>
                </a:lnTo>
                <a:lnTo>
                  <a:pt x="5889" y="292"/>
                </a:lnTo>
                <a:lnTo>
                  <a:pt x="5426" y="414"/>
                </a:lnTo>
                <a:lnTo>
                  <a:pt x="4964" y="560"/>
                </a:lnTo>
                <a:lnTo>
                  <a:pt x="4502" y="730"/>
                </a:lnTo>
                <a:lnTo>
                  <a:pt x="4088" y="949"/>
                </a:lnTo>
                <a:lnTo>
                  <a:pt x="3674" y="1217"/>
                </a:lnTo>
                <a:lnTo>
                  <a:pt x="3285" y="1509"/>
                </a:lnTo>
                <a:lnTo>
                  <a:pt x="2823" y="1922"/>
                </a:lnTo>
                <a:lnTo>
                  <a:pt x="2385" y="2312"/>
                </a:lnTo>
                <a:lnTo>
                  <a:pt x="2166" y="2531"/>
                </a:lnTo>
                <a:lnTo>
                  <a:pt x="1947" y="2725"/>
                </a:lnTo>
                <a:lnTo>
                  <a:pt x="1752" y="2969"/>
                </a:lnTo>
                <a:lnTo>
                  <a:pt x="1582" y="3212"/>
                </a:lnTo>
                <a:lnTo>
                  <a:pt x="1266" y="3723"/>
                </a:lnTo>
                <a:lnTo>
                  <a:pt x="974" y="4283"/>
                </a:lnTo>
                <a:lnTo>
                  <a:pt x="682" y="4842"/>
                </a:lnTo>
                <a:lnTo>
                  <a:pt x="438" y="5402"/>
                </a:lnTo>
                <a:lnTo>
                  <a:pt x="341" y="5645"/>
                </a:lnTo>
                <a:lnTo>
                  <a:pt x="268" y="5889"/>
                </a:lnTo>
                <a:lnTo>
                  <a:pt x="195" y="6132"/>
                </a:lnTo>
                <a:lnTo>
                  <a:pt x="146" y="6375"/>
                </a:lnTo>
                <a:lnTo>
                  <a:pt x="122" y="6886"/>
                </a:lnTo>
                <a:lnTo>
                  <a:pt x="122" y="7397"/>
                </a:lnTo>
                <a:lnTo>
                  <a:pt x="171" y="7908"/>
                </a:lnTo>
                <a:lnTo>
                  <a:pt x="268" y="8419"/>
                </a:lnTo>
                <a:lnTo>
                  <a:pt x="390" y="8906"/>
                </a:lnTo>
                <a:lnTo>
                  <a:pt x="536" y="9392"/>
                </a:lnTo>
                <a:lnTo>
                  <a:pt x="682" y="9830"/>
                </a:lnTo>
                <a:lnTo>
                  <a:pt x="876" y="10244"/>
                </a:lnTo>
                <a:lnTo>
                  <a:pt x="1095" y="10658"/>
                </a:lnTo>
                <a:lnTo>
                  <a:pt x="1339" y="11047"/>
                </a:lnTo>
                <a:lnTo>
                  <a:pt x="1631" y="11412"/>
                </a:lnTo>
                <a:lnTo>
                  <a:pt x="1947" y="11728"/>
                </a:lnTo>
                <a:lnTo>
                  <a:pt x="2117" y="11874"/>
                </a:lnTo>
                <a:lnTo>
                  <a:pt x="2312" y="12020"/>
                </a:lnTo>
                <a:lnTo>
                  <a:pt x="2507" y="12142"/>
                </a:lnTo>
                <a:lnTo>
                  <a:pt x="2701" y="12239"/>
                </a:lnTo>
                <a:lnTo>
                  <a:pt x="2677" y="12458"/>
                </a:lnTo>
                <a:lnTo>
                  <a:pt x="2604" y="12653"/>
                </a:lnTo>
                <a:lnTo>
                  <a:pt x="2482" y="12848"/>
                </a:lnTo>
                <a:lnTo>
                  <a:pt x="2361" y="13042"/>
                </a:lnTo>
                <a:lnTo>
                  <a:pt x="2215" y="13213"/>
                </a:lnTo>
                <a:lnTo>
                  <a:pt x="2069" y="13359"/>
                </a:lnTo>
                <a:lnTo>
                  <a:pt x="1752" y="13675"/>
                </a:lnTo>
                <a:lnTo>
                  <a:pt x="1412" y="13967"/>
                </a:lnTo>
                <a:lnTo>
                  <a:pt x="1047" y="14259"/>
                </a:lnTo>
                <a:lnTo>
                  <a:pt x="828" y="14381"/>
                </a:lnTo>
                <a:lnTo>
                  <a:pt x="633" y="14478"/>
                </a:lnTo>
                <a:lnTo>
                  <a:pt x="414" y="14575"/>
                </a:lnTo>
                <a:lnTo>
                  <a:pt x="195" y="14648"/>
                </a:lnTo>
                <a:lnTo>
                  <a:pt x="98" y="14697"/>
                </a:lnTo>
                <a:lnTo>
                  <a:pt x="25" y="14794"/>
                </a:lnTo>
                <a:lnTo>
                  <a:pt x="0" y="14891"/>
                </a:lnTo>
                <a:lnTo>
                  <a:pt x="25" y="14989"/>
                </a:lnTo>
                <a:lnTo>
                  <a:pt x="49" y="15086"/>
                </a:lnTo>
                <a:lnTo>
                  <a:pt x="146" y="15159"/>
                </a:lnTo>
                <a:lnTo>
                  <a:pt x="244" y="15208"/>
                </a:lnTo>
                <a:lnTo>
                  <a:pt x="365" y="15208"/>
                </a:lnTo>
                <a:lnTo>
                  <a:pt x="414" y="15183"/>
                </a:lnTo>
                <a:lnTo>
                  <a:pt x="560" y="15256"/>
                </a:lnTo>
                <a:lnTo>
                  <a:pt x="682" y="15305"/>
                </a:lnTo>
                <a:lnTo>
                  <a:pt x="998" y="15378"/>
                </a:lnTo>
                <a:lnTo>
                  <a:pt x="1314" y="15402"/>
                </a:lnTo>
                <a:lnTo>
                  <a:pt x="1679" y="15402"/>
                </a:lnTo>
                <a:lnTo>
                  <a:pt x="2020" y="15354"/>
                </a:lnTo>
                <a:lnTo>
                  <a:pt x="2336" y="15305"/>
                </a:lnTo>
                <a:lnTo>
                  <a:pt x="2896" y="15183"/>
                </a:lnTo>
                <a:lnTo>
                  <a:pt x="3261" y="15062"/>
                </a:lnTo>
                <a:lnTo>
                  <a:pt x="3626" y="14916"/>
                </a:lnTo>
                <a:lnTo>
                  <a:pt x="3991" y="14770"/>
                </a:lnTo>
                <a:lnTo>
                  <a:pt x="4331" y="14575"/>
                </a:lnTo>
                <a:lnTo>
                  <a:pt x="4575" y="14429"/>
                </a:lnTo>
                <a:lnTo>
                  <a:pt x="4818" y="14259"/>
                </a:lnTo>
                <a:lnTo>
                  <a:pt x="5037" y="14040"/>
                </a:lnTo>
                <a:lnTo>
                  <a:pt x="5134" y="13918"/>
                </a:lnTo>
                <a:lnTo>
                  <a:pt x="5207" y="13797"/>
                </a:lnTo>
                <a:lnTo>
                  <a:pt x="5426" y="13821"/>
                </a:lnTo>
                <a:lnTo>
                  <a:pt x="5645" y="13845"/>
                </a:lnTo>
                <a:lnTo>
                  <a:pt x="6059" y="13967"/>
                </a:lnTo>
                <a:lnTo>
                  <a:pt x="6497" y="14113"/>
                </a:lnTo>
                <a:lnTo>
                  <a:pt x="6692" y="14186"/>
                </a:lnTo>
                <a:lnTo>
                  <a:pt x="6911" y="14235"/>
                </a:lnTo>
                <a:lnTo>
                  <a:pt x="7178" y="14283"/>
                </a:lnTo>
                <a:lnTo>
                  <a:pt x="7446" y="14308"/>
                </a:lnTo>
                <a:lnTo>
                  <a:pt x="7981" y="14332"/>
                </a:lnTo>
                <a:lnTo>
                  <a:pt x="8517" y="14308"/>
                </a:lnTo>
                <a:lnTo>
                  <a:pt x="9052" y="14259"/>
                </a:lnTo>
                <a:lnTo>
                  <a:pt x="9490" y="14210"/>
                </a:lnTo>
                <a:lnTo>
                  <a:pt x="9952" y="14137"/>
                </a:lnTo>
                <a:lnTo>
                  <a:pt x="10390" y="14040"/>
                </a:lnTo>
                <a:lnTo>
                  <a:pt x="10828" y="13918"/>
                </a:lnTo>
                <a:lnTo>
                  <a:pt x="11266" y="13797"/>
                </a:lnTo>
                <a:lnTo>
                  <a:pt x="11680" y="13651"/>
                </a:lnTo>
                <a:lnTo>
                  <a:pt x="12093" y="13480"/>
                </a:lnTo>
                <a:lnTo>
                  <a:pt x="12507" y="13286"/>
                </a:lnTo>
                <a:lnTo>
                  <a:pt x="12921" y="13067"/>
                </a:lnTo>
                <a:lnTo>
                  <a:pt x="13310" y="12823"/>
                </a:lnTo>
                <a:lnTo>
                  <a:pt x="13699" y="12556"/>
                </a:lnTo>
                <a:lnTo>
                  <a:pt x="14089" y="12264"/>
                </a:lnTo>
                <a:lnTo>
                  <a:pt x="14429" y="11947"/>
                </a:lnTo>
                <a:lnTo>
                  <a:pt x="14770" y="11607"/>
                </a:lnTo>
                <a:lnTo>
                  <a:pt x="15111" y="11266"/>
                </a:lnTo>
                <a:lnTo>
                  <a:pt x="15403" y="10901"/>
                </a:lnTo>
                <a:lnTo>
                  <a:pt x="15670" y="10512"/>
                </a:lnTo>
                <a:lnTo>
                  <a:pt x="15914" y="10098"/>
                </a:lnTo>
                <a:lnTo>
                  <a:pt x="16133" y="9684"/>
                </a:lnTo>
                <a:lnTo>
                  <a:pt x="16327" y="9246"/>
                </a:lnTo>
                <a:lnTo>
                  <a:pt x="16473" y="8808"/>
                </a:lnTo>
                <a:lnTo>
                  <a:pt x="16595" y="8346"/>
                </a:lnTo>
                <a:lnTo>
                  <a:pt x="16668" y="7884"/>
                </a:lnTo>
                <a:lnTo>
                  <a:pt x="16717" y="7421"/>
                </a:lnTo>
                <a:lnTo>
                  <a:pt x="16717" y="7178"/>
                </a:lnTo>
                <a:lnTo>
                  <a:pt x="16692" y="6959"/>
                </a:lnTo>
                <a:lnTo>
                  <a:pt x="16595" y="6497"/>
                </a:lnTo>
                <a:lnTo>
                  <a:pt x="16473" y="6035"/>
                </a:lnTo>
                <a:lnTo>
                  <a:pt x="16352" y="5597"/>
                </a:lnTo>
                <a:lnTo>
                  <a:pt x="16206" y="5134"/>
                </a:lnTo>
                <a:lnTo>
                  <a:pt x="16084" y="4672"/>
                </a:lnTo>
                <a:lnTo>
                  <a:pt x="15962" y="4210"/>
                </a:lnTo>
                <a:lnTo>
                  <a:pt x="15792" y="3772"/>
                </a:lnTo>
                <a:lnTo>
                  <a:pt x="15597" y="3358"/>
                </a:lnTo>
                <a:lnTo>
                  <a:pt x="15354" y="2993"/>
                </a:lnTo>
                <a:lnTo>
                  <a:pt x="15062" y="2652"/>
                </a:lnTo>
                <a:lnTo>
                  <a:pt x="14770" y="2336"/>
                </a:lnTo>
                <a:lnTo>
                  <a:pt x="14429" y="2044"/>
                </a:lnTo>
                <a:lnTo>
                  <a:pt x="14089" y="1776"/>
                </a:lnTo>
                <a:lnTo>
                  <a:pt x="13724" y="1509"/>
                </a:lnTo>
                <a:lnTo>
                  <a:pt x="13334" y="1265"/>
                </a:lnTo>
                <a:lnTo>
                  <a:pt x="12969" y="1046"/>
                </a:lnTo>
                <a:lnTo>
                  <a:pt x="12580" y="827"/>
                </a:lnTo>
                <a:lnTo>
                  <a:pt x="12166" y="633"/>
                </a:lnTo>
                <a:lnTo>
                  <a:pt x="11777" y="487"/>
                </a:lnTo>
                <a:lnTo>
                  <a:pt x="11363" y="341"/>
                </a:lnTo>
                <a:lnTo>
                  <a:pt x="10950" y="219"/>
                </a:lnTo>
                <a:lnTo>
                  <a:pt x="10512" y="146"/>
                </a:lnTo>
                <a:lnTo>
                  <a:pt x="10074" y="73"/>
                </a:lnTo>
                <a:lnTo>
                  <a:pt x="9271" y="0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28"/>
          <p:cNvSpPr txBox="1"/>
          <p:nvPr/>
        </p:nvSpPr>
        <p:spPr>
          <a:xfrm>
            <a:off x="6496525" y="2185200"/>
            <a:ext cx="2940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Gloria Hallelujah"/>
                <a:ea typeface="Gloria Hallelujah"/>
                <a:cs typeface="Gloria Hallelujah"/>
                <a:sym typeface="Gloria Hallelujah"/>
              </a:rPr>
              <a:t>?</a:t>
            </a:r>
            <a:endParaRPr sz="1800">
              <a:latin typeface="Gloria Hallelujah"/>
              <a:ea typeface="Gloria Hallelujah"/>
              <a:cs typeface="Gloria Hallelujah"/>
              <a:sym typeface="Gloria Hallelujah"/>
            </a:endParaRPr>
          </a:p>
        </p:txBody>
      </p:sp>
      <p:sp>
        <p:nvSpPr>
          <p:cNvPr id="634" name="Google Shape;634;p28"/>
          <p:cNvSpPr/>
          <p:nvPr/>
        </p:nvSpPr>
        <p:spPr>
          <a:xfrm>
            <a:off x="4768544" y="4188403"/>
            <a:ext cx="273631" cy="275289"/>
          </a:xfrm>
          <a:custGeom>
            <a:rect b="b" l="l" r="r" t="t"/>
            <a:pathLst>
              <a:path extrusionOk="0" h="15938" w="15842">
                <a:moveTo>
                  <a:pt x="4794" y="7470"/>
                </a:moveTo>
                <a:lnTo>
                  <a:pt x="4867" y="7495"/>
                </a:lnTo>
                <a:lnTo>
                  <a:pt x="4940" y="7543"/>
                </a:lnTo>
                <a:lnTo>
                  <a:pt x="4989" y="7616"/>
                </a:lnTo>
                <a:lnTo>
                  <a:pt x="5013" y="7714"/>
                </a:lnTo>
                <a:lnTo>
                  <a:pt x="5013" y="7787"/>
                </a:lnTo>
                <a:lnTo>
                  <a:pt x="4989" y="7908"/>
                </a:lnTo>
                <a:lnTo>
                  <a:pt x="4916" y="7981"/>
                </a:lnTo>
                <a:lnTo>
                  <a:pt x="4843" y="8054"/>
                </a:lnTo>
                <a:lnTo>
                  <a:pt x="4721" y="8079"/>
                </a:lnTo>
                <a:lnTo>
                  <a:pt x="4600" y="8054"/>
                </a:lnTo>
                <a:lnTo>
                  <a:pt x="4527" y="7981"/>
                </a:lnTo>
                <a:lnTo>
                  <a:pt x="4454" y="7908"/>
                </a:lnTo>
                <a:lnTo>
                  <a:pt x="4429" y="7787"/>
                </a:lnTo>
                <a:lnTo>
                  <a:pt x="4454" y="7665"/>
                </a:lnTo>
                <a:lnTo>
                  <a:pt x="4527" y="7543"/>
                </a:lnTo>
                <a:lnTo>
                  <a:pt x="4600" y="7495"/>
                </a:lnTo>
                <a:lnTo>
                  <a:pt x="4697" y="7470"/>
                </a:lnTo>
                <a:close/>
                <a:moveTo>
                  <a:pt x="11169" y="7470"/>
                </a:moveTo>
                <a:lnTo>
                  <a:pt x="11242" y="7495"/>
                </a:lnTo>
                <a:lnTo>
                  <a:pt x="11315" y="7543"/>
                </a:lnTo>
                <a:lnTo>
                  <a:pt x="11364" y="7616"/>
                </a:lnTo>
                <a:lnTo>
                  <a:pt x="11388" y="7714"/>
                </a:lnTo>
                <a:lnTo>
                  <a:pt x="11388" y="7787"/>
                </a:lnTo>
                <a:lnTo>
                  <a:pt x="11364" y="7908"/>
                </a:lnTo>
                <a:lnTo>
                  <a:pt x="11291" y="7981"/>
                </a:lnTo>
                <a:lnTo>
                  <a:pt x="11218" y="8054"/>
                </a:lnTo>
                <a:lnTo>
                  <a:pt x="11096" y="8079"/>
                </a:lnTo>
                <a:lnTo>
                  <a:pt x="10975" y="8054"/>
                </a:lnTo>
                <a:lnTo>
                  <a:pt x="10902" y="7981"/>
                </a:lnTo>
                <a:lnTo>
                  <a:pt x="10829" y="7908"/>
                </a:lnTo>
                <a:lnTo>
                  <a:pt x="10804" y="7787"/>
                </a:lnTo>
                <a:lnTo>
                  <a:pt x="10829" y="7665"/>
                </a:lnTo>
                <a:lnTo>
                  <a:pt x="10902" y="7543"/>
                </a:lnTo>
                <a:lnTo>
                  <a:pt x="10975" y="7495"/>
                </a:lnTo>
                <a:lnTo>
                  <a:pt x="11072" y="7470"/>
                </a:lnTo>
                <a:close/>
                <a:moveTo>
                  <a:pt x="4770" y="7081"/>
                </a:moveTo>
                <a:lnTo>
                  <a:pt x="4600" y="7105"/>
                </a:lnTo>
                <a:lnTo>
                  <a:pt x="4429" y="7178"/>
                </a:lnTo>
                <a:lnTo>
                  <a:pt x="4308" y="7300"/>
                </a:lnTo>
                <a:lnTo>
                  <a:pt x="4186" y="7446"/>
                </a:lnTo>
                <a:lnTo>
                  <a:pt x="4113" y="7568"/>
                </a:lnTo>
                <a:lnTo>
                  <a:pt x="4064" y="7714"/>
                </a:lnTo>
                <a:lnTo>
                  <a:pt x="4016" y="7835"/>
                </a:lnTo>
                <a:lnTo>
                  <a:pt x="4016" y="7981"/>
                </a:lnTo>
                <a:lnTo>
                  <a:pt x="3967" y="8225"/>
                </a:lnTo>
                <a:lnTo>
                  <a:pt x="3967" y="8395"/>
                </a:lnTo>
                <a:lnTo>
                  <a:pt x="4016" y="8565"/>
                </a:lnTo>
                <a:lnTo>
                  <a:pt x="4064" y="8711"/>
                </a:lnTo>
                <a:lnTo>
                  <a:pt x="4162" y="8833"/>
                </a:lnTo>
                <a:lnTo>
                  <a:pt x="4259" y="8955"/>
                </a:lnTo>
                <a:lnTo>
                  <a:pt x="4381" y="9028"/>
                </a:lnTo>
                <a:lnTo>
                  <a:pt x="4527" y="9101"/>
                </a:lnTo>
                <a:lnTo>
                  <a:pt x="4697" y="9149"/>
                </a:lnTo>
                <a:lnTo>
                  <a:pt x="4892" y="9174"/>
                </a:lnTo>
                <a:lnTo>
                  <a:pt x="5062" y="9149"/>
                </a:lnTo>
                <a:lnTo>
                  <a:pt x="5232" y="9101"/>
                </a:lnTo>
                <a:lnTo>
                  <a:pt x="5378" y="9028"/>
                </a:lnTo>
                <a:lnTo>
                  <a:pt x="5500" y="8930"/>
                </a:lnTo>
                <a:lnTo>
                  <a:pt x="5622" y="8809"/>
                </a:lnTo>
                <a:lnTo>
                  <a:pt x="5719" y="8663"/>
                </a:lnTo>
                <a:lnTo>
                  <a:pt x="5792" y="8517"/>
                </a:lnTo>
                <a:lnTo>
                  <a:pt x="5841" y="8346"/>
                </a:lnTo>
                <a:lnTo>
                  <a:pt x="5865" y="8176"/>
                </a:lnTo>
                <a:lnTo>
                  <a:pt x="5841" y="8006"/>
                </a:lnTo>
                <a:lnTo>
                  <a:pt x="5816" y="7835"/>
                </a:lnTo>
                <a:lnTo>
                  <a:pt x="5768" y="7689"/>
                </a:lnTo>
                <a:lnTo>
                  <a:pt x="5695" y="7519"/>
                </a:lnTo>
                <a:lnTo>
                  <a:pt x="5573" y="7397"/>
                </a:lnTo>
                <a:lnTo>
                  <a:pt x="5427" y="7251"/>
                </a:lnTo>
                <a:lnTo>
                  <a:pt x="5281" y="7154"/>
                </a:lnTo>
                <a:lnTo>
                  <a:pt x="5111" y="7105"/>
                </a:lnTo>
                <a:lnTo>
                  <a:pt x="4940" y="7081"/>
                </a:lnTo>
                <a:close/>
                <a:moveTo>
                  <a:pt x="11145" y="7081"/>
                </a:moveTo>
                <a:lnTo>
                  <a:pt x="10975" y="7105"/>
                </a:lnTo>
                <a:lnTo>
                  <a:pt x="10804" y="7178"/>
                </a:lnTo>
                <a:lnTo>
                  <a:pt x="10683" y="7300"/>
                </a:lnTo>
                <a:lnTo>
                  <a:pt x="10561" y="7446"/>
                </a:lnTo>
                <a:lnTo>
                  <a:pt x="10488" y="7568"/>
                </a:lnTo>
                <a:lnTo>
                  <a:pt x="10439" y="7714"/>
                </a:lnTo>
                <a:lnTo>
                  <a:pt x="10391" y="7835"/>
                </a:lnTo>
                <a:lnTo>
                  <a:pt x="10391" y="7981"/>
                </a:lnTo>
                <a:lnTo>
                  <a:pt x="10342" y="8225"/>
                </a:lnTo>
                <a:lnTo>
                  <a:pt x="10342" y="8395"/>
                </a:lnTo>
                <a:lnTo>
                  <a:pt x="10391" y="8565"/>
                </a:lnTo>
                <a:lnTo>
                  <a:pt x="10439" y="8711"/>
                </a:lnTo>
                <a:lnTo>
                  <a:pt x="10537" y="8833"/>
                </a:lnTo>
                <a:lnTo>
                  <a:pt x="10634" y="8955"/>
                </a:lnTo>
                <a:lnTo>
                  <a:pt x="10756" y="9028"/>
                </a:lnTo>
                <a:lnTo>
                  <a:pt x="10902" y="9101"/>
                </a:lnTo>
                <a:lnTo>
                  <a:pt x="11072" y="9149"/>
                </a:lnTo>
                <a:lnTo>
                  <a:pt x="11267" y="9174"/>
                </a:lnTo>
                <a:lnTo>
                  <a:pt x="11437" y="9149"/>
                </a:lnTo>
                <a:lnTo>
                  <a:pt x="11607" y="9101"/>
                </a:lnTo>
                <a:lnTo>
                  <a:pt x="11753" y="9028"/>
                </a:lnTo>
                <a:lnTo>
                  <a:pt x="11875" y="8930"/>
                </a:lnTo>
                <a:lnTo>
                  <a:pt x="11997" y="8809"/>
                </a:lnTo>
                <a:lnTo>
                  <a:pt x="12094" y="8663"/>
                </a:lnTo>
                <a:lnTo>
                  <a:pt x="12167" y="8517"/>
                </a:lnTo>
                <a:lnTo>
                  <a:pt x="12216" y="8346"/>
                </a:lnTo>
                <a:lnTo>
                  <a:pt x="12240" y="8176"/>
                </a:lnTo>
                <a:lnTo>
                  <a:pt x="12216" y="8006"/>
                </a:lnTo>
                <a:lnTo>
                  <a:pt x="12191" y="7835"/>
                </a:lnTo>
                <a:lnTo>
                  <a:pt x="12143" y="7689"/>
                </a:lnTo>
                <a:lnTo>
                  <a:pt x="12070" y="7519"/>
                </a:lnTo>
                <a:lnTo>
                  <a:pt x="11948" y="7397"/>
                </a:lnTo>
                <a:lnTo>
                  <a:pt x="11802" y="7251"/>
                </a:lnTo>
                <a:lnTo>
                  <a:pt x="11656" y="7154"/>
                </a:lnTo>
                <a:lnTo>
                  <a:pt x="11486" y="7105"/>
                </a:lnTo>
                <a:lnTo>
                  <a:pt x="11315" y="7081"/>
                </a:lnTo>
                <a:close/>
                <a:moveTo>
                  <a:pt x="11972" y="10925"/>
                </a:moveTo>
                <a:lnTo>
                  <a:pt x="11875" y="10974"/>
                </a:lnTo>
                <a:lnTo>
                  <a:pt x="11778" y="11047"/>
                </a:lnTo>
                <a:lnTo>
                  <a:pt x="11607" y="11290"/>
                </a:lnTo>
                <a:lnTo>
                  <a:pt x="11413" y="11485"/>
                </a:lnTo>
                <a:lnTo>
                  <a:pt x="11194" y="11680"/>
                </a:lnTo>
                <a:lnTo>
                  <a:pt x="10950" y="11850"/>
                </a:lnTo>
                <a:lnTo>
                  <a:pt x="10707" y="11996"/>
                </a:lnTo>
                <a:lnTo>
                  <a:pt x="10439" y="12118"/>
                </a:lnTo>
                <a:lnTo>
                  <a:pt x="10172" y="12215"/>
                </a:lnTo>
                <a:lnTo>
                  <a:pt x="9880" y="12312"/>
                </a:lnTo>
                <a:lnTo>
                  <a:pt x="9588" y="12385"/>
                </a:lnTo>
                <a:lnTo>
                  <a:pt x="9296" y="12434"/>
                </a:lnTo>
                <a:lnTo>
                  <a:pt x="8712" y="12507"/>
                </a:lnTo>
                <a:lnTo>
                  <a:pt x="8128" y="12531"/>
                </a:lnTo>
                <a:lnTo>
                  <a:pt x="7568" y="12507"/>
                </a:lnTo>
                <a:lnTo>
                  <a:pt x="7325" y="12483"/>
                </a:lnTo>
                <a:lnTo>
                  <a:pt x="7106" y="12434"/>
                </a:lnTo>
                <a:lnTo>
                  <a:pt x="6668" y="12312"/>
                </a:lnTo>
                <a:lnTo>
                  <a:pt x="6230" y="12166"/>
                </a:lnTo>
                <a:lnTo>
                  <a:pt x="5816" y="11996"/>
                </a:lnTo>
                <a:lnTo>
                  <a:pt x="5427" y="11826"/>
                </a:lnTo>
                <a:lnTo>
                  <a:pt x="5013" y="11631"/>
                </a:lnTo>
                <a:lnTo>
                  <a:pt x="4794" y="11509"/>
                </a:lnTo>
                <a:lnTo>
                  <a:pt x="4600" y="11388"/>
                </a:lnTo>
                <a:lnTo>
                  <a:pt x="4454" y="11242"/>
                </a:lnTo>
                <a:lnTo>
                  <a:pt x="4308" y="11096"/>
                </a:lnTo>
                <a:lnTo>
                  <a:pt x="4259" y="11047"/>
                </a:lnTo>
                <a:lnTo>
                  <a:pt x="4210" y="11023"/>
                </a:lnTo>
                <a:lnTo>
                  <a:pt x="4089" y="11023"/>
                </a:lnTo>
                <a:lnTo>
                  <a:pt x="4040" y="11071"/>
                </a:lnTo>
                <a:lnTo>
                  <a:pt x="3991" y="11096"/>
                </a:lnTo>
                <a:lnTo>
                  <a:pt x="3991" y="11169"/>
                </a:lnTo>
                <a:lnTo>
                  <a:pt x="3991" y="11242"/>
                </a:lnTo>
                <a:lnTo>
                  <a:pt x="4016" y="11339"/>
                </a:lnTo>
                <a:lnTo>
                  <a:pt x="4064" y="11436"/>
                </a:lnTo>
                <a:lnTo>
                  <a:pt x="4210" y="11631"/>
                </a:lnTo>
                <a:lnTo>
                  <a:pt x="4381" y="11801"/>
                </a:lnTo>
                <a:lnTo>
                  <a:pt x="4575" y="11947"/>
                </a:lnTo>
                <a:lnTo>
                  <a:pt x="4794" y="12069"/>
                </a:lnTo>
                <a:lnTo>
                  <a:pt x="5038" y="12191"/>
                </a:lnTo>
                <a:lnTo>
                  <a:pt x="5451" y="12385"/>
                </a:lnTo>
                <a:lnTo>
                  <a:pt x="5938" y="12604"/>
                </a:lnTo>
                <a:lnTo>
                  <a:pt x="6424" y="12799"/>
                </a:lnTo>
                <a:lnTo>
                  <a:pt x="6935" y="12945"/>
                </a:lnTo>
                <a:lnTo>
                  <a:pt x="7446" y="13042"/>
                </a:lnTo>
                <a:lnTo>
                  <a:pt x="7763" y="13067"/>
                </a:lnTo>
                <a:lnTo>
                  <a:pt x="8079" y="13091"/>
                </a:lnTo>
                <a:lnTo>
                  <a:pt x="8420" y="13091"/>
                </a:lnTo>
                <a:lnTo>
                  <a:pt x="8760" y="13067"/>
                </a:lnTo>
                <a:lnTo>
                  <a:pt x="9101" y="13042"/>
                </a:lnTo>
                <a:lnTo>
                  <a:pt x="9442" y="12969"/>
                </a:lnTo>
                <a:lnTo>
                  <a:pt x="9758" y="12896"/>
                </a:lnTo>
                <a:lnTo>
                  <a:pt x="10099" y="12799"/>
                </a:lnTo>
                <a:lnTo>
                  <a:pt x="10415" y="12702"/>
                </a:lnTo>
                <a:lnTo>
                  <a:pt x="10731" y="12556"/>
                </a:lnTo>
                <a:lnTo>
                  <a:pt x="11023" y="12410"/>
                </a:lnTo>
                <a:lnTo>
                  <a:pt x="11315" y="12239"/>
                </a:lnTo>
                <a:lnTo>
                  <a:pt x="11583" y="12045"/>
                </a:lnTo>
                <a:lnTo>
                  <a:pt x="11826" y="11826"/>
                </a:lnTo>
                <a:lnTo>
                  <a:pt x="12045" y="11582"/>
                </a:lnTo>
                <a:lnTo>
                  <a:pt x="12264" y="11339"/>
                </a:lnTo>
                <a:lnTo>
                  <a:pt x="12313" y="11217"/>
                </a:lnTo>
                <a:lnTo>
                  <a:pt x="12289" y="11120"/>
                </a:lnTo>
                <a:lnTo>
                  <a:pt x="12240" y="11047"/>
                </a:lnTo>
                <a:lnTo>
                  <a:pt x="12167" y="10974"/>
                </a:lnTo>
                <a:lnTo>
                  <a:pt x="12070" y="10950"/>
                </a:lnTo>
                <a:lnTo>
                  <a:pt x="11972" y="10925"/>
                </a:lnTo>
                <a:close/>
                <a:moveTo>
                  <a:pt x="8493" y="682"/>
                </a:moveTo>
                <a:lnTo>
                  <a:pt x="8663" y="706"/>
                </a:lnTo>
                <a:lnTo>
                  <a:pt x="9101" y="755"/>
                </a:lnTo>
                <a:lnTo>
                  <a:pt x="9539" y="803"/>
                </a:lnTo>
                <a:lnTo>
                  <a:pt x="10001" y="901"/>
                </a:lnTo>
                <a:lnTo>
                  <a:pt x="10439" y="1022"/>
                </a:lnTo>
                <a:lnTo>
                  <a:pt x="10780" y="1120"/>
                </a:lnTo>
                <a:lnTo>
                  <a:pt x="11121" y="1241"/>
                </a:lnTo>
                <a:lnTo>
                  <a:pt x="11437" y="1411"/>
                </a:lnTo>
                <a:lnTo>
                  <a:pt x="11753" y="1557"/>
                </a:lnTo>
                <a:lnTo>
                  <a:pt x="11753" y="1582"/>
                </a:lnTo>
                <a:lnTo>
                  <a:pt x="11729" y="1655"/>
                </a:lnTo>
                <a:lnTo>
                  <a:pt x="11729" y="1752"/>
                </a:lnTo>
                <a:lnTo>
                  <a:pt x="11753" y="1801"/>
                </a:lnTo>
                <a:lnTo>
                  <a:pt x="11826" y="1825"/>
                </a:lnTo>
                <a:lnTo>
                  <a:pt x="11899" y="1825"/>
                </a:lnTo>
                <a:lnTo>
                  <a:pt x="11948" y="1776"/>
                </a:lnTo>
                <a:lnTo>
                  <a:pt x="11972" y="1752"/>
                </a:lnTo>
                <a:lnTo>
                  <a:pt x="11997" y="1752"/>
                </a:lnTo>
                <a:lnTo>
                  <a:pt x="11997" y="1728"/>
                </a:lnTo>
                <a:lnTo>
                  <a:pt x="12021" y="1728"/>
                </a:lnTo>
                <a:lnTo>
                  <a:pt x="12143" y="1801"/>
                </a:lnTo>
                <a:lnTo>
                  <a:pt x="12094" y="1874"/>
                </a:lnTo>
                <a:lnTo>
                  <a:pt x="12094" y="1947"/>
                </a:lnTo>
                <a:lnTo>
                  <a:pt x="12094" y="1995"/>
                </a:lnTo>
                <a:lnTo>
                  <a:pt x="12143" y="2020"/>
                </a:lnTo>
                <a:lnTo>
                  <a:pt x="12167" y="2044"/>
                </a:lnTo>
                <a:lnTo>
                  <a:pt x="12216" y="2020"/>
                </a:lnTo>
                <a:lnTo>
                  <a:pt x="12240" y="1995"/>
                </a:lnTo>
                <a:lnTo>
                  <a:pt x="12313" y="1922"/>
                </a:lnTo>
                <a:lnTo>
                  <a:pt x="12337" y="1922"/>
                </a:lnTo>
                <a:lnTo>
                  <a:pt x="12532" y="2068"/>
                </a:lnTo>
                <a:lnTo>
                  <a:pt x="12483" y="2190"/>
                </a:lnTo>
                <a:lnTo>
                  <a:pt x="12483" y="2239"/>
                </a:lnTo>
                <a:lnTo>
                  <a:pt x="12508" y="2336"/>
                </a:lnTo>
                <a:lnTo>
                  <a:pt x="12532" y="2385"/>
                </a:lnTo>
                <a:lnTo>
                  <a:pt x="12556" y="2409"/>
                </a:lnTo>
                <a:lnTo>
                  <a:pt x="12581" y="2409"/>
                </a:lnTo>
                <a:lnTo>
                  <a:pt x="12629" y="2385"/>
                </a:lnTo>
                <a:lnTo>
                  <a:pt x="12678" y="2360"/>
                </a:lnTo>
                <a:lnTo>
                  <a:pt x="12751" y="2287"/>
                </a:lnTo>
                <a:lnTo>
                  <a:pt x="12775" y="2239"/>
                </a:lnTo>
                <a:lnTo>
                  <a:pt x="12970" y="2409"/>
                </a:lnTo>
                <a:lnTo>
                  <a:pt x="12873" y="2531"/>
                </a:lnTo>
                <a:lnTo>
                  <a:pt x="12848" y="2604"/>
                </a:lnTo>
                <a:lnTo>
                  <a:pt x="12824" y="2677"/>
                </a:lnTo>
                <a:lnTo>
                  <a:pt x="12824" y="2725"/>
                </a:lnTo>
                <a:lnTo>
                  <a:pt x="12873" y="2750"/>
                </a:lnTo>
                <a:lnTo>
                  <a:pt x="12921" y="2774"/>
                </a:lnTo>
                <a:lnTo>
                  <a:pt x="12946" y="2774"/>
                </a:lnTo>
                <a:lnTo>
                  <a:pt x="13067" y="2701"/>
                </a:lnTo>
                <a:lnTo>
                  <a:pt x="13189" y="2604"/>
                </a:lnTo>
                <a:lnTo>
                  <a:pt x="13311" y="2725"/>
                </a:lnTo>
                <a:lnTo>
                  <a:pt x="13384" y="2823"/>
                </a:lnTo>
                <a:lnTo>
                  <a:pt x="13262" y="3017"/>
                </a:lnTo>
                <a:lnTo>
                  <a:pt x="13213" y="3066"/>
                </a:lnTo>
                <a:lnTo>
                  <a:pt x="13189" y="3163"/>
                </a:lnTo>
                <a:lnTo>
                  <a:pt x="13165" y="3236"/>
                </a:lnTo>
                <a:lnTo>
                  <a:pt x="13189" y="3285"/>
                </a:lnTo>
                <a:lnTo>
                  <a:pt x="13238" y="3309"/>
                </a:lnTo>
                <a:lnTo>
                  <a:pt x="13335" y="3285"/>
                </a:lnTo>
                <a:lnTo>
                  <a:pt x="13408" y="3236"/>
                </a:lnTo>
                <a:lnTo>
                  <a:pt x="13554" y="3115"/>
                </a:lnTo>
                <a:lnTo>
                  <a:pt x="13578" y="3042"/>
                </a:lnTo>
                <a:lnTo>
                  <a:pt x="13773" y="3309"/>
                </a:lnTo>
                <a:lnTo>
                  <a:pt x="13676" y="3407"/>
                </a:lnTo>
                <a:lnTo>
                  <a:pt x="13554" y="3504"/>
                </a:lnTo>
                <a:lnTo>
                  <a:pt x="13505" y="3577"/>
                </a:lnTo>
                <a:lnTo>
                  <a:pt x="13481" y="3650"/>
                </a:lnTo>
                <a:lnTo>
                  <a:pt x="13481" y="3699"/>
                </a:lnTo>
                <a:lnTo>
                  <a:pt x="13505" y="3723"/>
                </a:lnTo>
                <a:lnTo>
                  <a:pt x="13603" y="3747"/>
                </a:lnTo>
                <a:lnTo>
                  <a:pt x="13700" y="3723"/>
                </a:lnTo>
                <a:lnTo>
                  <a:pt x="13773" y="3674"/>
                </a:lnTo>
                <a:lnTo>
                  <a:pt x="13870" y="3626"/>
                </a:lnTo>
                <a:lnTo>
                  <a:pt x="13968" y="3577"/>
                </a:lnTo>
                <a:lnTo>
                  <a:pt x="14162" y="3918"/>
                </a:lnTo>
                <a:lnTo>
                  <a:pt x="14065" y="3991"/>
                </a:lnTo>
                <a:lnTo>
                  <a:pt x="13870" y="4161"/>
                </a:lnTo>
                <a:lnTo>
                  <a:pt x="13773" y="4234"/>
                </a:lnTo>
                <a:lnTo>
                  <a:pt x="13700" y="4331"/>
                </a:lnTo>
                <a:lnTo>
                  <a:pt x="13700" y="4356"/>
                </a:lnTo>
                <a:lnTo>
                  <a:pt x="13724" y="4380"/>
                </a:lnTo>
                <a:lnTo>
                  <a:pt x="13846" y="4380"/>
                </a:lnTo>
                <a:lnTo>
                  <a:pt x="13943" y="4356"/>
                </a:lnTo>
                <a:lnTo>
                  <a:pt x="14065" y="4307"/>
                </a:lnTo>
                <a:lnTo>
                  <a:pt x="14162" y="4234"/>
                </a:lnTo>
                <a:lnTo>
                  <a:pt x="14284" y="4161"/>
                </a:lnTo>
                <a:lnTo>
                  <a:pt x="14503" y="4696"/>
                </a:lnTo>
                <a:lnTo>
                  <a:pt x="14332" y="4769"/>
                </a:lnTo>
                <a:lnTo>
                  <a:pt x="14211" y="4842"/>
                </a:lnTo>
                <a:lnTo>
                  <a:pt x="14065" y="4940"/>
                </a:lnTo>
                <a:lnTo>
                  <a:pt x="13968" y="5061"/>
                </a:lnTo>
                <a:lnTo>
                  <a:pt x="13919" y="5134"/>
                </a:lnTo>
                <a:lnTo>
                  <a:pt x="13895" y="5207"/>
                </a:lnTo>
                <a:lnTo>
                  <a:pt x="13895" y="5256"/>
                </a:lnTo>
                <a:lnTo>
                  <a:pt x="13919" y="5280"/>
                </a:lnTo>
                <a:lnTo>
                  <a:pt x="13968" y="5305"/>
                </a:lnTo>
                <a:lnTo>
                  <a:pt x="14016" y="5305"/>
                </a:lnTo>
                <a:lnTo>
                  <a:pt x="14114" y="5256"/>
                </a:lnTo>
                <a:lnTo>
                  <a:pt x="14235" y="5183"/>
                </a:lnTo>
                <a:lnTo>
                  <a:pt x="14551" y="5037"/>
                </a:lnTo>
                <a:lnTo>
                  <a:pt x="14600" y="5013"/>
                </a:lnTo>
                <a:lnTo>
                  <a:pt x="14770" y="5524"/>
                </a:lnTo>
                <a:lnTo>
                  <a:pt x="14430" y="5670"/>
                </a:lnTo>
                <a:lnTo>
                  <a:pt x="14162" y="5791"/>
                </a:lnTo>
                <a:lnTo>
                  <a:pt x="13919" y="5937"/>
                </a:lnTo>
                <a:lnTo>
                  <a:pt x="13919" y="5986"/>
                </a:lnTo>
                <a:lnTo>
                  <a:pt x="13943" y="6010"/>
                </a:lnTo>
                <a:lnTo>
                  <a:pt x="14089" y="6035"/>
                </a:lnTo>
                <a:lnTo>
                  <a:pt x="14235" y="6059"/>
                </a:lnTo>
                <a:lnTo>
                  <a:pt x="14381" y="6035"/>
                </a:lnTo>
                <a:lnTo>
                  <a:pt x="14527" y="6010"/>
                </a:lnTo>
                <a:lnTo>
                  <a:pt x="14843" y="5889"/>
                </a:lnTo>
                <a:lnTo>
                  <a:pt x="14965" y="6424"/>
                </a:lnTo>
                <a:lnTo>
                  <a:pt x="14795" y="6497"/>
                </a:lnTo>
                <a:lnTo>
                  <a:pt x="14405" y="6619"/>
                </a:lnTo>
                <a:lnTo>
                  <a:pt x="14041" y="6740"/>
                </a:lnTo>
                <a:lnTo>
                  <a:pt x="13992" y="6789"/>
                </a:lnTo>
                <a:lnTo>
                  <a:pt x="13992" y="6813"/>
                </a:lnTo>
                <a:lnTo>
                  <a:pt x="13992" y="6862"/>
                </a:lnTo>
                <a:lnTo>
                  <a:pt x="14041" y="6886"/>
                </a:lnTo>
                <a:lnTo>
                  <a:pt x="14235" y="6886"/>
                </a:lnTo>
                <a:lnTo>
                  <a:pt x="14430" y="6862"/>
                </a:lnTo>
                <a:lnTo>
                  <a:pt x="14795" y="6813"/>
                </a:lnTo>
                <a:lnTo>
                  <a:pt x="15038" y="6740"/>
                </a:lnTo>
                <a:lnTo>
                  <a:pt x="15111" y="7178"/>
                </a:lnTo>
                <a:lnTo>
                  <a:pt x="14843" y="7227"/>
                </a:lnTo>
                <a:lnTo>
                  <a:pt x="14430" y="7349"/>
                </a:lnTo>
                <a:lnTo>
                  <a:pt x="14235" y="7422"/>
                </a:lnTo>
                <a:lnTo>
                  <a:pt x="14065" y="7543"/>
                </a:lnTo>
                <a:lnTo>
                  <a:pt x="14041" y="7592"/>
                </a:lnTo>
                <a:lnTo>
                  <a:pt x="14041" y="7665"/>
                </a:lnTo>
                <a:lnTo>
                  <a:pt x="14089" y="7714"/>
                </a:lnTo>
                <a:lnTo>
                  <a:pt x="14138" y="7738"/>
                </a:lnTo>
                <a:lnTo>
                  <a:pt x="14357" y="7714"/>
                </a:lnTo>
                <a:lnTo>
                  <a:pt x="14551" y="7665"/>
                </a:lnTo>
                <a:lnTo>
                  <a:pt x="14941" y="7568"/>
                </a:lnTo>
                <a:lnTo>
                  <a:pt x="15135" y="7519"/>
                </a:lnTo>
                <a:lnTo>
                  <a:pt x="15184" y="7981"/>
                </a:lnTo>
                <a:lnTo>
                  <a:pt x="14868" y="8030"/>
                </a:lnTo>
                <a:lnTo>
                  <a:pt x="14624" y="8054"/>
                </a:lnTo>
                <a:lnTo>
                  <a:pt x="14381" y="8079"/>
                </a:lnTo>
                <a:lnTo>
                  <a:pt x="14235" y="8103"/>
                </a:lnTo>
                <a:lnTo>
                  <a:pt x="14138" y="8152"/>
                </a:lnTo>
                <a:lnTo>
                  <a:pt x="14016" y="8200"/>
                </a:lnTo>
                <a:lnTo>
                  <a:pt x="13943" y="8298"/>
                </a:lnTo>
                <a:lnTo>
                  <a:pt x="13919" y="8322"/>
                </a:lnTo>
                <a:lnTo>
                  <a:pt x="13919" y="8346"/>
                </a:lnTo>
                <a:lnTo>
                  <a:pt x="13943" y="8395"/>
                </a:lnTo>
                <a:lnTo>
                  <a:pt x="13968" y="8395"/>
                </a:lnTo>
                <a:lnTo>
                  <a:pt x="14089" y="8419"/>
                </a:lnTo>
                <a:lnTo>
                  <a:pt x="14211" y="8444"/>
                </a:lnTo>
                <a:lnTo>
                  <a:pt x="14478" y="8444"/>
                </a:lnTo>
                <a:lnTo>
                  <a:pt x="14989" y="8395"/>
                </a:lnTo>
                <a:lnTo>
                  <a:pt x="15208" y="8395"/>
                </a:lnTo>
                <a:lnTo>
                  <a:pt x="15208" y="8857"/>
                </a:lnTo>
                <a:lnTo>
                  <a:pt x="14722" y="8882"/>
                </a:lnTo>
                <a:lnTo>
                  <a:pt x="14503" y="8882"/>
                </a:lnTo>
                <a:lnTo>
                  <a:pt x="14284" y="8906"/>
                </a:lnTo>
                <a:lnTo>
                  <a:pt x="14065" y="8955"/>
                </a:lnTo>
                <a:lnTo>
                  <a:pt x="13968" y="8979"/>
                </a:lnTo>
                <a:lnTo>
                  <a:pt x="13870" y="9028"/>
                </a:lnTo>
                <a:lnTo>
                  <a:pt x="13870" y="9052"/>
                </a:lnTo>
                <a:lnTo>
                  <a:pt x="13870" y="9076"/>
                </a:lnTo>
                <a:lnTo>
                  <a:pt x="13968" y="9125"/>
                </a:lnTo>
                <a:lnTo>
                  <a:pt x="14065" y="9174"/>
                </a:lnTo>
                <a:lnTo>
                  <a:pt x="14284" y="9222"/>
                </a:lnTo>
                <a:lnTo>
                  <a:pt x="14722" y="9222"/>
                </a:lnTo>
                <a:lnTo>
                  <a:pt x="14941" y="9247"/>
                </a:lnTo>
                <a:lnTo>
                  <a:pt x="15184" y="9247"/>
                </a:lnTo>
                <a:lnTo>
                  <a:pt x="15160" y="9465"/>
                </a:lnTo>
                <a:lnTo>
                  <a:pt x="14965" y="9514"/>
                </a:lnTo>
                <a:lnTo>
                  <a:pt x="14722" y="9563"/>
                </a:lnTo>
                <a:lnTo>
                  <a:pt x="14503" y="9660"/>
                </a:lnTo>
                <a:lnTo>
                  <a:pt x="14260" y="9757"/>
                </a:lnTo>
                <a:lnTo>
                  <a:pt x="14041" y="9879"/>
                </a:lnTo>
                <a:lnTo>
                  <a:pt x="14016" y="9903"/>
                </a:lnTo>
                <a:lnTo>
                  <a:pt x="14016" y="9952"/>
                </a:lnTo>
                <a:lnTo>
                  <a:pt x="14041" y="9976"/>
                </a:lnTo>
                <a:lnTo>
                  <a:pt x="14089" y="9976"/>
                </a:lnTo>
                <a:lnTo>
                  <a:pt x="14308" y="10001"/>
                </a:lnTo>
                <a:lnTo>
                  <a:pt x="14527" y="9976"/>
                </a:lnTo>
                <a:lnTo>
                  <a:pt x="14965" y="9903"/>
                </a:lnTo>
                <a:lnTo>
                  <a:pt x="15087" y="9879"/>
                </a:lnTo>
                <a:lnTo>
                  <a:pt x="14989" y="10390"/>
                </a:lnTo>
                <a:lnTo>
                  <a:pt x="14527" y="10463"/>
                </a:lnTo>
                <a:lnTo>
                  <a:pt x="14357" y="10487"/>
                </a:lnTo>
                <a:lnTo>
                  <a:pt x="14162" y="10512"/>
                </a:lnTo>
                <a:lnTo>
                  <a:pt x="13992" y="10560"/>
                </a:lnTo>
                <a:lnTo>
                  <a:pt x="13919" y="10609"/>
                </a:lnTo>
                <a:lnTo>
                  <a:pt x="13870" y="10682"/>
                </a:lnTo>
                <a:lnTo>
                  <a:pt x="13846" y="10731"/>
                </a:lnTo>
                <a:lnTo>
                  <a:pt x="13846" y="10804"/>
                </a:lnTo>
                <a:lnTo>
                  <a:pt x="13870" y="10852"/>
                </a:lnTo>
                <a:lnTo>
                  <a:pt x="13919" y="10901"/>
                </a:lnTo>
                <a:lnTo>
                  <a:pt x="13992" y="10925"/>
                </a:lnTo>
                <a:lnTo>
                  <a:pt x="14065" y="10950"/>
                </a:lnTo>
                <a:lnTo>
                  <a:pt x="14235" y="10950"/>
                </a:lnTo>
                <a:lnTo>
                  <a:pt x="14600" y="10901"/>
                </a:lnTo>
                <a:lnTo>
                  <a:pt x="14819" y="10877"/>
                </a:lnTo>
                <a:lnTo>
                  <a:pt x="14819" y="10877"/>
                </a:lnTo>
                <a:lnTo>
                  <a:pt x="14624" y="11339"/>
                </a:lnTo>
                <a:lnTo>
                  <a:pt x="14478" y="11339"/>
                </a:lnTo>
                <a:lnTo>
                  <a:pt x="14308" y="11315"/>
                </a:lnTo>
                <a:lnTo>
                  <a:pt x="14114" y="11339"/>
                </a:lnTo>
                <a:lnTo>
                  <a:pt x="13919" y="11363"/>
                </a:lnTo>
                <a:lnTo>
                  <a:pt x="13749" y="11436"/>
                </a:lnTo>
                <a:lnTo>
                  <a:pt x="13724" y="11461"/>
                </a:lnTo>
                <a:lnTo>
                  <a:pt x="13749" y="11485"/>
                </a:lnTo>
                <a:lnTo>
                  <a:pt x="13919" y="11558"/>
                </a:lnTo>
                <a:lnTo>
                  <a:pt x="14089" y="11607"/>
                </a:lnTo>
                <a:lnTo>
                  <a:pt x="14430" y="11655"/>
                </a:lnTo>
                <a:lnTo>
                  <a:pt x="14454" y="11655"/>
                </a:lnTo>
                <a:lnTo>
                  <a:pt x="14211" y="12069"/>
                </a:lnTo>
                <a:lnTo>
                  <a:pt x="13968" y="12069"/>
                </a:lnTo>
                <a:lnTo>
                  <a:pt x="13724" y="12093"/>
                </a:lnTo>
                <a:lnTo>
                  <a:pt x="13603" y="12069"/>
                </a:lnTo>
                <a:lnTo>
                  <a:pt x="13481" y="12045"/>
                </a:lnTo>
                <a:lnTo>
                  <a:pt x="13335" y="12020"/>
                </a:lnTo>
                <a:lnTo>
                  <a:pt x="13213" y="12020"/>
                </a:lnTo>
                <a:lnTo>
                  <a:pt x="13189" y="12045"/>
                </a:lnTo>
                <a:lnTo>
                  <a:pt x="13189" y="12069"/>
                </a:lnTo>
                <a:lnTo>
                  <a:pt x="13189" y="12166"/>
                </a:lnTo>
                <a:lnTo>
                  <a:pt x="13238" y="12239"/>
                </a:lnTo>
                <a:lnTo>
                  <a:pt x="13311" y="12312"/>
                </a:lnTo>
                <a:lnTo>
                  <a:pt x="13408" y="12361"/>
                </a:lnTo>
                <a:lnTo>
                  <a:pt x="13530" y="12385"/>
                </a:lnTo>
                <a:lnTo>
                  <a:pt x="13651" y="12410"/>
                </a:lnTo>
                <a:lnTo>
                  <a:pt x="13943" y="12434"/>
                </a:lnTo>
                <a:lnTo>
                  <a:pt x="13603" y="12823"/>
                </a:lnTo>
                <a:lnTo>
                  <a:pt x="13067" y="12726"/>
                </a:lnTo>
                <a:lnTo>
                  <a:pt x="12848" y="12677"/>
                </a:lnTo>
                <a:lnTo>
                  <a:pt x="12727" y="12677"/>
                </a:lnTo>
                <a:lnTo>
                  <a:pt x="12629" y="12702"/>
                </a:lnTo>
                <a:lnTo>
                  <a:pt x="12605" y="12726"/>
                </a:lnTo>
                <a:lnTo>
                  <a:pt x="12605" y="12775"/>
                </a:lnTo>
                <a:lnTo>
                  <a:pt x="12629" y="12848"/>
                </a:lnTo>
                <a:lnTo>
                  <a:pt x="12678" y="12921"/>
                </a:lnTo>
                <a:lnTo>
                  <a:pt x="12751" y="12969"/>
                </a:lnTo>
                <a:lnTo>
                  <a:pt x="12824" y="13018"/>
                </a:lnTo>
                <a:lnTo>
                  <a:pt x="13043" y="13115"/>
                </a:lnTo>
                <a:lnTo>
                  <a:pt x="13262" y="13164"/>
                </a:lnTo>
                <a:lnTo>
                  <a:pt x="13116" y="13286"/>
                </a:lnTo>
                <a:lnTo>
                  <a:pt x="13067" y="13286"/>
                </a:lnTo>
                <a:lnTo>
                  <a:pt x="12605" y="13261"/>
                </a:lnTo>
                <a:lnTo>
                  <a:pt x="12362" y="13213"/>
                </a:lnTo>
                <a:lnTo>
                  <a:pt x="12240" y="13188"/>
                </a:lnTo>
                <a:lnTo>
                  <a:pt x="12094" y="13188"/>
                </a:lnTo>
                <a:lnTo>
                  <a:pt x="12021" y="13213"/>
                </a:lnTo>
                <a:lnTo>
                  <a:pt x="11997" y="13261"/>
                </a:lnTo>
                <a:lnTo>
                  <a:pt x="11972" y="13334"/>
                </a:lnTo>
                <a:lnTo>
                  <a:pt x="12021" y="13383"/>
                </a:lnTo>
                <a:lnTo>
                  <a:pt x="12143" y="13505"/>
                </a:lnTo>
                <a:lnTo>
                  <a:pt x="12289" y="13578"/>
                </a:lnTo>
                <a:lnTo>
                  <a:pt x="12483" y="13626"/>
                </a:lnTo>
                <a:lnTo>
                  <a:pt x="12654" y="13651"/>
                </a:lnTo>
                <a:lnTo>
                  <a:pt x="12240" y="13943"/>
                </a:lnTo>
                <a:lnTo>
                  <a:pt x="12143" y="13918"/>
                </a:lnTo>
                <a:lnTo>
                  <a:pt x="11680" y="13821"/>
                </a:lnTo>
                <a:lnTo>
                  <a:pt x="11461" y="13772"/>
                </a:lnTo>
                <a:lnTo>
                  <a:pt x="11267" y="13724"/>
                </a:lnTo>
                <a:lnTo>
                  <a:pt x="11218" y="13748"/>
                </a:lnTo>
                <a:lnTo>
                  <a:pt x="11218" y="13821"/>
                </a:lnTo>
                <a:lnTo>
                  <a:pt x="11242" y="13894"/>
                </a:lnTo>
                <a:lnTo>
                  <a:pt x="11315" y="13967"/>
                </a:lnTo>
                <a:lnTo>
                  <a:pt x="11437" y="14064"/>
                </a:lnTo>
                <a:lnTo>
                  <a:pt x="11607" y="14137"/>
                </a:lnTo>
                <a:lnTo>
                  <a:pt x="11802" y="14210"/>
                </a:lnTo>
                <a:lnTo>
                  <a:pt x="11437" y="14381"/>
                </a:lnTo>
                <a:lnTo>
                  <a:pt x="11388" y="14332"/>
                </a:lnTo>
                <a:lnTo>
                  <a:pt x="11315" y="14308"/>
                </a:lnTo>
                <a:lnTo>
                  <a:pt x="11194" y="14259"/>
                </a:lnTo>
                <a:lnTo>
                  <a:pt x="10902" y="14235"/>
                </a:lnTo>
                <a:lnTo>
                  <a:pt x="10634" y="14210"/>
                </a:lnTo>
                <a:lnTo>
                  <a:pt x="10512" y="14210"/>
                </a:lnTo>
                <a:lnTo>
                  <a:pt x="10391" y="14235"/>
                </a:lnTo>
                <a:lnTo>
                  <a:pt x="10366" y="14235"/>
                </a:lnTo>
                <a:lnTo>
                  <a:pt x="10366" y="14283"/>
                </a:lnTo>
                <a:lnTo>
                  <a:pt x="10366" y="14332"/>
                </a:lnTo>
                <a:lnTo>
                  <a:pt x="10391" y="14381"/>
                </a:lnTo>
                <a:lnTo>
                  <a:pt x="10488" y="14478"/>
                </a:lnTo>
                <a:lnTo>
                  <a:pt x="10610" y="14551"/>
                </a:lnTo>
                <a:lnTo>
                  <a:pt x="10731" y="14575"/>
                </a:lnTo>
                <a:lnTo>
                  <a:pt x="10877" y="14624"/>
                </a:lnTo>
                <a:lnTo>
                  <a:pt x="10512" y="14746"/>
                </a:lnTo>
                <a:lnTo>
                  <a:pt x="10318" y="14673"/>
                </a:lnTo>
                <a:lnTo>
                  <a:pt x="10123" y="14624"/>
                </a:lnTo>
                <a:lnTo>
                  <a:pt x="9904" y="14600"/>
                </a:lnTo>
                <a:lnTo>
                  <a:pt x="9807" y="14600"/>
                </a:lnTo>
                <a:lnTo>
                  <a:pt x="9709" y="14648"/>
                </a:lnTo>
                <a:lnTo>
                  <a:pt x="9661" y="14673"/>
                </a:lnTo>
                <a:lnTo>
                  <a:pt x="9685" y="14721"/>
                </a:lnTo>
                <a:lnTo>
                  <a:pt x="9734" y="14794"/>
                </a:lnTo>
                <a:lnTo>
                  <a:pt x="9807" y="14843"/>
                </a:lnTo>
                <a:lnTo>
                  <a:pt x="9928" y="14916"/>
                </a:lnTo>
                <a:lnTo>
                  <a:pt x="9612" y="14989"/>
                </a:lnTo>
                <a:lnTo>
                  <a:pt x="9588" y="14940"/>
                </a:lnTo>
                <a:lnTo>
                  <a:pt x="9539" y="14916"/>
                </a:lnTo>
                <a:lnTo>
                  <a:pt x="9417" y="14867"/>
                </a:lnTo>
                <a:lnTo>
                  <a:pt x="9223" y="14843"/>
                </a:lnTo>
                <a:lnTo>
                  <a:pt x="9150" y="14843"/>
                </a:lnTo>
                <a:lnTo>
                  <a:pt x="9052" y="14867"/>
                </a:lnTo>
                <a:lnTo>
                  <a:pt x="9004" y="14916"/>
                </a:lnTo>
                <a:lnTo>
                  <a:pt x="8979" y="14965"/>
                </a:lnTo>
                <a:lnTo>
                  <a:pt x="8979" y="15013"/>
                </a:lnTo>
                <a:lnTo>
                  <a:pt x="9004" y="15062"/>
                </a:lnTo>
                <a:lnTo>
                  <a:pt x="9004" y="15086"/>
                </a:lnTo>
                <a:lnTo>
                  <a:pt x="8663" y="15135"/>
                </a:lnTo>
                <a:lnTo>
                  <a:pt x="8298" y="15159"/>
                </a:lnTo>
                <a:lnTo>
                  <a:pt x="7227" y="15159"/>
                </a:lnTo>
                <a:lnTo>
                  <a:pt x="6862" y="15111"/>
                </a:lnTo>
                <a:lnTo>
                  <a:pt x="6497" y="15062"/>
                </a:lnTo>
                <a:lnTo>
                  <a:pt x="6157" y="14989"/>
                </a:lnTo>
                <a:lnTo>
                  <a:pt x="5816" y="14916"/>
                </a:lnTo>
                <a:lnTo>
                  <a:pt x="5451" y="14819"/>
                </a:lnTo>
                <a:lnTo>
                  <a:pt x="5135" y="14697"/>
                </a:lnTo>
                <a:lnTo>
                  <a:pt x="4794" y="14575"/>
                </a:lnTo>
                <a:lnTo>
                  <a:pt x="4478" y="14405"/>
                </a:lnTo>
                <a:lnTo>
                  <a:pt x="4162" y="14259"/>
                </a:lnTo>
                <a:lnTo>
                  <a:pt x="3845" y="14064"/>
                </a:lnTo>
                <a:lnTo>
                  <a:pt x="3553" y="13870"/>
                </a:lnTo>
                <a:lnTo>
                  <a:pt x="3286" y="13675"/>
                </a:lnTo>
                <a:lnTo>
                  <a:pt x="3018" y="13456"/>
                </a:lnTo>
                <a:lnTo>
                  <a:pt x="2775" y="13237"/>
                </a:lnTo>
                <a:lnTo>
                  <a:pt x="2531" y="12994"/>
                </a:lnTo>
                <a:lnTo>
                  <a:pt x="2312" y="12775"/>
                </a:lnTo>
                <a:lnTo>
                  <a:pt x="2118" y="12507"/>
                </a:lnTo>
                <a:lnTo>
                  <a:pt x="1899" y="12239"/>
                </a:lnTo>
                <a:lnTo>
                  <a:pt x="1728" y="11972"/>
                </a:lnTo>
                <a:lnTo>
                  <a:pt x="1558" y="11704"/>
                </a:lnTo>
                <a:lnTo>
                  <a:pt x="1412" y="11412"/>
                </a:lnTo>
                <a:lnTo>
                  <a:pt x="1266" y="11120"/>
                </a:lnTo>
                <a:lnTo>
                  <a:pt x="1144" y="10828"/>
                </a:lnTo>
                <a:lnTo>
                  <a:pt x="1047" y="10512"/>
                </a:lnTo>
                <a:lnTo>
                  <a:pt x="950" y="10195"/>
                </a:lnTo>
                <a:lnTo>
                  <a:pt x="877" y="9879"/>
                </a:lnTo>
                <a:lnTo>
                  <a:pt x="828" y="9538"/>
                </a:lnTo>
                <a:lnTo>
                  <a:pt x="779" y="9003"/>
                </a:lnTo>
                <a:lnTo>
                  <a:pt x="755" y="8468"/>
                </a:lnTo>
                <a:lnTo>
                  <a:pt x="755" y="7933"/>
                </a:lnTo>
                <a:lnTo>
                  <a:pt x="779" y="7397"/>
                </a:lnTo>
                <a:lnTo>
                  <a:pt x="852" y="6862"/>
                </a:lnTo>
                <a:lnTo>
                  <a:pt x="950" y="6351"/>
                </a:lnTo>
                <a:lnTo>
                  <a:pt x="1096" y="5840"/>
                </a:lnTo>
                <a:lnTo>
                  <a:pt x="1266" y="5353"/>
                </a:lnTo>
                <a:lnTo>
                  <a:pt x="1388" y="5061"/>
                </a:lnTo>
                <a:lnTo>
                  <a:pt x="1558" y="4745"/>
                </a:lnTo>
                <a:lnTo>
                  <a:pt x="1753" y="4404"/>
                </a:lnTo>
                <a:lnTo>
                  <a:pt x="1996" y="4064"/>
                </a:lnTo>
                <a:lnTo>
                  <a:pt x="2264" y="3699"/>
                </a:lnTo>
                <a:lnTo>
                  <a:pt x="2556" y="3334"/>
                </a:lnTo>
                <a:lnTo>
                  <a:pt x="2896" y="2944"/>
                </a:lnTo>
                <a:lnTo>
                  <a:pt x="3261" y="2604"/>
                </a:lnTo>
                <a:lnTo>
                  <a:pt x="3651" y="2263"/>
                </a:lnTo>
                <a:lnTo>
                  <a:pt x="4089" y="1922"/>
                </a:lnTo>
                <a:lnTo>
                  <a:pt x="4527" y="1630"/>
                </a:lnTo>
                <a:lnTo>
                  <a:pt x="5013" y="1363"/>
                </a:lnTo>
                <a:lnTo>
                  <a:pt x="5524" y="1144"/>
                </a:lnTo>
                <a:lnTo>
                  <a:pt x="6035" y="974"/>
                </a:lnTo>
                <a:lnTo>
                  <a:pt x="6327" y="925"/>
                </a:lnTo>
                <a:lnTo>
                  <a:pt x="6595" y="876"/>
                </a:lnTo>
                <a:lnTo>
                  <a:pt x="6887" y="828"/>
                </a:lnTo>
                <a:lnTo>
                  <a:pt x="7179" y="803"/>
                </a:lnTo>
                <a:lnTo>
                  <a:pt x="7544" y="779"/>
                </a:lnTo>
                <a:lnTo>
                  <a:pt x="7933" y="730"/>
                </a:lnTo>
                <a:lnTo>
                  <a:pt x="8322" y="682"/>
                </a:lnTo>
                <a:close/>
                <a:moveTo>
                  <a:pt x="8152" y="0"/>
                </a:moveTo>
                <a:lnTo>
                  <a:pt x="7763" y="25"/>
                </a:lnTo>
                <a:lnTo>
                  <a:pt x="7373" y="73"/>
                </a:lnTo>
                <a:lnTo>
                  <a:pt x="7081" y="49"/>
                </a:lnTo>
                <a:lnTo>
                  <a:pt x="6789" y="49"/>
                </a:lnTo>
                <a:lnTo>
                  <a:pt x="6473" y="73"/>
                </a:lnTo>
                <a:lnTo>
                  <a:pt x="6157" y="146"/>
                </a:lnTo>
                <a:lnTo>
                  <a:pt x="5841" y="219"/>
                </a:lnTo>
                <a:lnTo>
                  <a:pt x="5549" y="317"/>
                </a:lnTo>
                <a:lnTo>
                  <a:pt x="5232" y="438"/>
                </a:lnTo>
                <a:lnTo>
                  <a:pt x="4916" y="560"/>
                </a:lnTo>
                <a:lnTo>
                  <a:pt x="4332" y="876"/>
                </a:lnTo>
                <a:lnTo>
                  <a:pt x="3748" y="1217"/>
                </a:lnTo>
                <a:lnTo>
                  <a:pt x="3237" y="1606"/>
                </a:lnTo>
                <a:lnTo>
                  <a:pt x="2775" y="1995"/>
                </a:lnTo>
                <a:lnTo>
                  <a:pt x="2507" y="2239"/>
                </a:lnTo>
                <a:lnTo>
                  <a:pt x="2264" y="2482"/>
                </a:lnTo>
                <a:lnTo>
                  <a:pt x="2045" y="2725"/>
                </a:lnTo>
                <a:lnTo>
                  <a:pt x="1826" y="2993"/>
                </a:lnTo>
                <a:lnTo>
                  <a:pt x="1631" y="3261"/>
                </a:lnTo>
                <a:lnTo>
                  <a:pt x="1461" y="3528"/>
                </a:lnTo>
                <a:lnTo>
                  <a:pt x="1120" y="4088"/>
                </a:lnTo>
                <a:lnTo>
                  <a:pt x="852" y="4696"/>
                </a:lnTo>
                <a:lnTo>
                  <a:pt x="609" y="5305"/>
                </a:lnTo>
                <a:lnTo>
                  <a:pt x="414" y="5962"/>
                </a:lnTo>
                <a:lnTo>
                  <a:pt x="220" y="6643"/>
                </a:lnTo>
                <a:lnTo>
                  <a:pt x="122" y="7008"/>
                </a:lnTo>
                <a:lnTo>
                  <a:pt x="74" y="7373"/>
                </a:lnTo>
                <a:lnTo>
                  <a:pt x="25" y="7738"/>
                </a:lnTo>
                <a:lnTo>
                  <a:pt x="1" y="8103"/>
                </a:lnTo>
                <a:lnTo>
                  <a:pt x="1" y="8468"/>
                </a:lnTo>
                <a:lnTo>
                  <a:pt x="25" y="8809"/>
                </a:lnTo>
                <a:lnTo>
                  <a:pt x="49" y="9174"/>
                </a:lnTo>
                <a:lnTo>
                  <a:pt x="98" y="9514"/>
                </a:lnTo>
                <a:lnTo>
                  <a:pt x="195" y="9879"/>
                </a:lnTo>
                <a:lnTo>
                  <a:pt x="268" y="10220"/>
                </a:lnTo>
                <a:lnTo>
                  <a:pt x="390" y="10560"/>
                </a:lnTo>
                <a:lnTo>
                  <a:pt x="512" y="10901"/>
                </a:lnTo>
                <a:lnTo>
                  <a:pt x="658" y="11242"/>
                </a:lnTo>
                <a:lnTo>
                  <a:pt x="804" y="11582"/>
                </a:lnTo>
                <a:lnTo>
                  <a:pt x="1169" y="12264"/>
                </a:lnTo>
                <a:lnTo>
                  <a:pt x="1388" y="12629"/>
                </a:lnTo>
                <a:lnTo>
                  <a:pt x="1631" y="12994"/>
                </a:lnTo>
                <a:lnTo>
                  <a:pt x="1899" y="13334"/>
                </a:lnTo>
                <a:lnTo>
                  <a:pt x="2166" y="13651"/>
                </a:lnTo>
                <a:lnTo>
                  <a:pt x="2434" y="13943"/>
                </a:lnTo>
                <a:lnTo>
                  <a:pt x="2750" y="14235"/>
                </a:lnTo>
                <a:lnTo>
                  <a:pt x="3042" y="14502"/>
                </a:lnTo>
                <a:lnTo>
                  <a:pt x="3383" y="14746"/>
                </a:lnTo>
                <a:lnTo>
                  <a:pt x="3699" y="14965"/>
                </a:lnTo>
                <a:lnTo>
                  <a:pt x="4064" y="15159"/>
                </a:lnTo>
                <a:lnTo>
                  <a:pt x="4429" y="15354"/>
                </a:lnTo>
                <a:lnTo>
                  <a:pt x="4794" y="15500"/>
                </a:lnTo>
                <a:lnTo>
                  <a:pt x="5184" y="15622"/>
                </a:lnTo>
                <a:lnTo>
                  <a:pt x="5597" y="15743"/>
                </a:lnTo>
                <a:lnTo>
                  <a:pt x="6011" y="15816"/>
                </a:lnTo>
                <a:lnTo>
                  <a:pt x="6424" y="15889"/>
                </a:lnTo>
                <a:lnTo>
                  <a:pt x="6862" y="15914"/>
                </a:lnTo>
                <a:lnTo>
                  <a:pt x="7300" y="15938"/>
                </a:lnTo>
                <a:lnTo>
                  <a:pt x="7738" y="15938"/>
                </a:lnTo>
                <a:lnTo>
                  <a:pt x="8152" y="15914"/>
                </a:lnTo>
                <a:lnTo>
                  <a:pt x="8590" y="15889"/>
                </a:lnTo>
                <a:lnTo>
                  <a:pt x="9004" y="15841"/>
                </a:lnTo>
                <a:lnTo>
                  <a:pt x="9442" y="15768"/>
                </a:lnTo>
                <a:lnTo>
                  <a:pt x="9855" y="15670"/>
                </a:lnTo>
                <a:lnTo>
                  <a:pt x="10245" y="15573"/>
                </a:lnTo>
                <a:lnTo>
                  <a:pt x="10658" y="15451"/>
                </a:lnTo>
                <a:lnTo>
                  <a:pt x="11048" y="15305"/>
                </a:lnTo>
                <a:lnTo>
                  <a:pt x="11461" y="15135"/>
                </a:lnTo>
                <a:lnTo>
                  <a:pt x="11826" y="14940"/>
                </a:lnTo>
                <a:lnTo>
                  <a:pt x="12216" y="14721"/>
                </a:lnTo>
                <a:lnTo>
                  <a:pt x="12581" y="14478"/>
                </a:lnTo>
                <a:lnTo>
                  <a:pt x="12921" y="14235"/>
                </a:lnTo>
                <a:lnTo>
                  <a:pt x="13286" y="13943"/>
                </a:lnTo>
                <a:lnTo>
                  <a:pt x="13603" y="13651"/>
                </a:lnTo>
                <a:lnTo>
                  <a:pt x="13895" y="13334"/>
                </a:lnTo>
                <a:lnTo>
                  <a:pt x="14187" y="13018"/>
                </a:lnTo>
                <a:lnTo>
                  <a:pt x="14454" y="12702"/>
                </a:lnTo>
                <a:lnTo>
                  <a:pt x="14697" y="12361"/>
                </a:lnTo>
                <a:lnTo>
                  <a:pt x="14916" y="11996"/>
                </a:lnTo>
                <a:lnTo>
                  <a:pt x="15111" y="11631"/>
                </a:lnTo>
                <a:lnTo>
                  <a:pt x="15135" y="11631"/>
                </a:lnTo>
                <a:lnTo>
                  <a:pt x="15160" y="11582"/>
                </a:lnTo>
                <a:lnTo>
                  <a:pt x="15160" y="11534"/>
                </a:lnTo>
                <a:lnTo>
                  <a:pt x="15330" y="11096"/>
                </a:lnTo>
                <a:lnTo>
                  <a:pt x="15500" y="10658"/>
                </a:lnTo>
                <a:lnTo>
                  <a:pt x="15622" y="10195"/>
                </a:lnTo>
                <a:lnTo>
                  <a:pt x="15719" y="9733"/>
                </a:lnTo>
                <a:lnTo>
                  <a:pt x="15744" y="9709"/>
                </a:lnTo>
                <a:lnTo>
                  <a:pt x="15768" y="9684"/>
                </a:lnTo>
                <a:lnTo>
                  <a:pt x="15792" y="9636"/>
                </a:lnTo>
                <a:lnTo>
                  <a:pt x="15768" y="9611"/>
                </a:lnTo>
                <a:lnTo>
                  <a:pt x="15744" y="9563"/>
                </a:lnTo>
                <a:lnTo>
                  <a:pt x="15792" y="9174"/>
                </a:lnTo>
                <a:lnTo>
                  <a:pt x="15841" y="8760"/>
                </a:lnTo>
                <a:lnTo>
                  <a:pt x="15841" y="8371"/>
                </a:lnTo>
                <a:lnTo>
                  <a:pt x="15817" y="7957"/>
                </a:lnTo>
                <a:lnTo>
                  <a:pt x="15744" y="7105"/>
                </a:lnTo>
                <a:lnTo>
                  <a:pt x="15671" y="6667"/>
                </a:lnTo>
                <a:lnTo>
                  <a:pt x="15598" y="6254"/>
                </a:lnTo>
                <a:lnTo>
                  <a:pt x="15525" y="5840"/>
                </a:lnTo>
                <a:lnTo>
                  <a:pt x="15403" y="5426"/>
                </a:lnTo>
                <a:lnTo>
                  <a:pt x="15281" y="5013"/>
                </a:lnTo>
                <a:lnTo>
                  <a:pt x="15160" y="4623"/>
                </a:lnTo>
                <a:lnTo>
                  <a:pt x="14989" y="4234"/>
                </a:lnTo>
                <a:lnTo>
                  <a:pt x="14819" y="3845"/>
                </a:lnTo>
                <a:lnTo>
                  <a:pt x="14624" y="3480"/>
                </a:lnTo>
                <a:lnTo>
                  <a:pt x="14405" y="3115"/>
                </a:lnTo>
                <a:lnTo>
                  <a:pt x="14162" y="2774"/>
                </a:lnTo>
                <a:lnTo>
                  <a:pt x="13895" y="2458"/>
                </a:lnTo>
                <a:lnTo>
                  <a:pt x="13603" y="2141"/>
                </a:lnTo>
                <a:lnTo>
                  <a:pt x="13286" y="1849"/>
                </a:lnTo>
                <a:lnTo>
                  <a:pt x="12970" y="1582"/>
                </a:lnTo>
                <a:lnTo>
                  <a:pt x="12654" y="1363"/>
                </a:lnTo>
                <a:lnTo>
                  <a:pt x="12313" y="1144"/>
                </a:lnTo>
                <a:lnTo>
                  <a:pt x="11948" y="949"/>
                </a:lnTo>
                <a:lnTo>
                  <a:pt x="11607" y="779"/>
                </a:lnTo>
                <a:lnTo>
                  <a:pt x="11218" y="609"/>
                </a:lnTo>
                <a:lnTo>
                  <a:pt x="10853" y="487"/>
                </a:lnTo>
                <a:lnTo>
                  <a:pt x="10464" y="365"/>
                </a:lnTo>
                <a:lnTo>
                  <a:pt x="10099" y="268"/>
                </a:lnTo>
                <a:lnTo>
                  <a:pt x="9709" y="171"/>
                </a:lnTo>
                <a:lnTo>
                  <a:pt x="9320" y="98"/>
                </a:lnTo>
                <a:lnTo>
                  <a:pt x="8931" y="49"/>
                </a:lnTo>
                <a:lnTo>
                  <a:pt x="8541" y="25"/>
                </a:lnTo>
                <a:lnTo>
                  <a:pt x="8152" y="0"/>
                </a:lnTo>
                <a:close/>
              </a:path>
            </a:pathLst>
          </a:cu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28"/>
          <p:cNvSpPr/>
          <p:nvPr/>
        </p:nvSpPr>
        <p:spPr>
          <a:xfrm>
            <a:off x="6187444" y="4190328"/>
            <a:ext cx="273631" cy="275289"/>
          </a:xfrm>
          <a:custGeom>
            <a:rect b="b" l="l" r="r" t="t"/>
            <a:pathLst>
              <a:path extrusionOk="0" h="15938" w="15842">
                <a:moveTo>
                  <a:pt x="4794" y="7470"/>
                </a:moveTo>
                <a:lnTo>
                  <a:pt x="4867" y="7495"/>
                </a:lnTo>
                <a:lnTo>
                  <a:pt x="4940" y="7543"/>
                </a:lnTo>
                <a:lnTo>
                  <a:pt x="4989" y="7616"/>
                </a:lnTo>
                <a:lnTo>
                  <a:pt x="5013" y="7714"/>
                </a:lnTo>
                <a:lnTo>
                  <a:pt x="5013" y="7787"/>
                </a:lnTo>
                <a:lnTo>
                  <a:pt x="4989" y="7908"/>
                </a:lnTo>
                <a:lnTo>
                  <a:pt x="4916" y="7981"/>
                </a:lnTo>
                <a:lnTo>
                  <a:pt x="4843" y="8054"/>
                </a:lnTo>
                <a:lnTo>
                  <a:pt x="4721" y="8079"/>
                </a:lnTo>
                <a:lnTo>
                  <a:pt x="4600" y="8054"/>
                </a:lnTo>
                <a:lnTo>
                  <a:pt x="4527" y="7981"/>
                </a:lnTo>
                <a:lnTo>
                  <a:pt x="4454" y="7908"/>
                </a:lnTo>
                <a:lnTo>
                  <a:pt x="4429" y="7787"/>
                </a:lnTo>
                <a:lnTo>
                  <a:pt x="4454" y="7665"/>
                </a:lnTo>
                <a:lnTo>
                  <a:pt x="4527" y="7543"/>
                </a:lnTo>
                <a:lnTo>
                  <a:pt x="4600" y="7495"/>
                </a:lnTo>
                <a:lnTo>
                  <a:pt x="4697" y="7470"/>
                </a:lnTo>
                <a:close/>
                <a:moveTo>
                  <a:pt x="11169" y="7470"/>
                </a:moveTo>
                <a:lnTo>
                  <a:pt x="11242" y="7495"/>
                </a:lnTo>
                <a:lnTo>
                  <a:pt x="11315" y="7543"/>
                </a:lnTo>
                <a:lnTo>
                  <a:pt x="11364" y="7616"/>
                </a:lnTo>
                <a:lnTo>
                  <a:pt x="11388" y="7714"/>
                </a:lnTo>
                <a:lnTo>
                  <a:pt x="11388" y="7787"/>
                </a:lnTo>
                <a:lnTo>
                  <a:pt x="11364" y="7908"/>
                </a:lnTo>
                <a:lnTo>
                  <a:pt x="11291" y="7981"/>
                </a:lnTo>
                <a:lnTo>
                  <a:pt x="11218" y="8054"/>
                </a:lnTo>
                <a:lnTo>
                  <a:pt x="11096" y="8079"/>
                </a:lnTo>
                <a:lnTo>
                  <a:pt x="10975" y="8054"/>
                </a:lnTo>
                <a:lnTo>
                  <a:pt x="10902" y="7981"/>
                </a:lnTo>
                <a:lnTo>
                  <a:pt x="10829" y="7908"/>
                </a:lnTo>
                <a:lnTo>
                  <a:pt x="10804" y="7787"/>
                </a:lnTo>
                <a:lnTo>
                  <a:pt x="10829" y="7665"/>
                </a:lnTo>
                <a:lnTo>
                  <a:pt x="10902" y="7543"/>
                </a:lnTo>
                <a:lnTo>
                  <a:pt x="10975" y="7495"/>
                </a:lnTo>
                <a:lnTo>
                  <a:pt x="11072" y="7470"/>
                </a:lnTo>
                <a:close/>
                <a:moveTo>
                  <a:pt x="4770" y="7081"/>
                </a:moveTo>
                <a:lnTo>
                  <a:pt x="4600" y="7105"/>
                </a:lnTo>
                <a:lnTo>
                  <a:pt x="4429" y="7178"/>
                </a:lnTo>
                <a:lnTo>
                  <a:pt x="4308" y="7300"/>
                </a:lnTo>
                <a:lnTo>
                  <a:pt x="4186" y="7446"/>
                </a:lnTo>
                <a:lnTo>
                  <a:pt x="4113" y="7568"/>
                </a:lnTo>
                <a:lnTo>
                  <a:pt x="4064" y="7714"/>
                </a:lnTo>
                <a:lnTo>
                  <a:pt x="4016" y="7835"/>
                </a:lnTo>
                <a:lnTo>
                  <a:pt x="4016" y="7981"/>
                </a:lnTo>
                <a:lnTo>
                  <a:pt x="3967" y="8225"/>
                </a:lnTo>
                <a:lnTo>
                  <a:pt x="3967" y="8395"/>
                </a:lnTo>
                <a:lnTo>
                  <a:pt x="4016" y="8565"/>
                </a:lnTo>
                <a:lnTo>
                  <a:pt x="4064" y="8711"/>
                </a:lnTo>
                <a:lnTo>
                  <a:pt x="4162" y="8833"/>
                </a:lnTo>
                <a:lnTo>
                  <a:pt x="4259" y="8955"/>
                </a:lnTo>
                <a:lnTo>
                  <a:pt x="4381" y="9028"/>
                </a:lnTo>
                <a:lnTo>
                  <a:pt x="4527" y="9101"/>
                </a:lnTo>
                <a:lnTo>
                  <a:pt x="4697" y="9149"/>
                </a:lnTo>
                <a:lnTo>
                  <a:pt x="4892" y="9174"/>
                </a:lnTo>
                <a:lnTo>
                  <a:pt x="5062" y="9149"/>
                </a:lnTo>
                <a:lnTo>
                  <a:pt x="5232" y="9101"/>
                </a:lnTo>
                <a:lnTo>
                  <a:pt x="5378" y="9028"/>
                </a:lnTo>
                <a:lnTo>
                  <a:pt x="5500" y="8930"/>
                </a:lnTo>
                <a:lnTo>
                  <a:pt x="5622" y="8809"/>
                </a:lnTo>
                <a:lnTo>
                  <a:pt x="5719" y="8663"/>
                </a:lnTo>
                <a:lnTo>
                  <a:pt x="5792" y="8517"/>
                </a:lnTo>
                <a:lnTo>
                  <a:pt x="5841" y="8346"/>
                </a:lnTo>
                <a:lnTo>
                  <a:pt x="5865" y="8176"/>
                </a:lnTo>
                <a:lnTo>
                  <a:pt x="5841" y="8006"/>
                </a:lnTo>
                <a:lnTo>
                  <a:pt x="5816" y="7835"/>
                </a:lnTo>
                <a:lnTo>
                  <a:pt x="5768" y="7689"/>
                </a:lnTo>
                <a:lnTo>
                  <a:pt x="5695" y="7519"/>
                </a:lnTo>
                <a:lnTo>
                  <a:pt x="5573" y="7397"/>
                </a:lnTo>
                <a:lnTo>
                  <a:pt x="5427" y="7251"/>
                </a:lnTo>
                <a:lnTo>
                  <a:pt x="5281" y="7154"/>
                </a:lnTo>
                <a:lnTo>
                  <a:pt x="5111" y="7105"/>
                </a:lnTo>
                <a:lnTo>
                  <a:pt x="4940" y="7081"/>
                </a:lnTo>
                <a:close/>
                <a:moveTo>
                  <a:pt x="11145" y="7081"/>
                </a:moveTo>
                <a:lnTo>
                  <a:pt x="10975" y="7105"/>
                </a:lnTo>
                <a:lnTo>
                  <a:pt x="10804" y="7178"/>
                </a:lnTo>
                <a:lnTo>
                  <a:pt x="10683" y="7300"/>
                </a:lnTo>
                <a:lnTo>
                  <a:pt x="10561" y="7446"/>
                </a:lnTo>
                <a:lnTo>
                  <a:pt x="10488" y="7568"/>
                </a:lnTo>
                <a:lnTo>
                  <a:pt x="10439" y="7714"/>
                </a:lnTo>
                <a:lnTo>
                  <a:pt x="10391" y="7835"/>
                </a:lnTo>
                <a:lnTo>
                  <a:pt x="10391" y="7981"/>
                </a:lnTo>
                <a:lnTo>
                  <a:pt x="10342" y="8225"/>
                </a:lnTo>
                <a:lnTo>
                  <a:pt x="10342" y="8395"/>
                </a:lnTo>
                <a:lnTo>
                  <a:pt x="10391" y="8565"/>
                </a:lnTo>
                <a:lnTo>
                  <a:pt x="10439" y="8711"/>
                </a:lnTo>
                <a:lnTo>
                  <a:pt x="10537" y="8833"/>
                </a:lnTo>
                <a:lnTo>
                  <a:pt x="10634" y="8955"/>
                </a:lnTo>
                <a:lnTo>
                  <a:pt x="10756" y="9028"/>
                </a:lnTo>
                <a:lnTo>
                  <a:pt x="10902" y="9101"/>
                </a:lnTo>
                <a:lnTo>
                  <a:pt x="11072" y="9149"/>
                </a:lnTo>
                <a:lnTo>
                  <a:pt x="11267" y="9174"/>
                </a:lnTo>
                <a:lnTo>
                  <a:pt x="11437" y="9149"/>
                </a:lnTo>
                <a:lnTo>
                  <a:pt x="11607" y="9101"/>
                </a:lnTo>
                <a:lnTo>
                  <a:pt x="11753" y="9028"/>
                </a:lnTo>
                <a:lnTo>
                  <a:pt x="11875" y="8930"/>
                </a:lnTo>
                <a:lnTo>
                  <a:pt x="11997" y="8809"/>
                </a:lnTo>
                <a:lnTo>
                  <a:pt x="12094" y="8663"/>
                </a:lnTo>
                <a:lnTo>
                  <a:pt x="12167" y="8517"/>
                </a:lnTo>
                <a:lnTo>
                  <a:pt x="12216" y="8346"/>
                </a:lnTo>
                <a:lnTo>
                  <a:pt x="12240" y="8176"/>
                </a:lnTo>
                <a:lnTo>
                  <a:pt x="12216" y="8006"/>
                </a:lnTo>
                <a:lnTo>
                  <a:pt x="12191" y="7835"/>
                </a:lnTo>
                <a:lnTo>
                  <a:pt x="12143" y="7689"/>
                </a:lnTo>
                <a:lnTo>
                  <a:pt x="12070" y="7519"/>
                </a:lnTo>
                <a:lnTo>
                  <a:pt x="11948" y="7397"/>
                </a:lnTo>
                <a:lnTo>
                  <a:pt x="11802" y="7251"/>
                </a:lnTo>
                <a:lnTo>
                  <a:pt x="11656" y="7154"/>
                </a:lnTo>
                <a:lnTo>
                  <a:pt x="11486" y="7105"/>
                </a:lnTo>
                <a:lnTo>
                  <a:pt x="11315" y="7081"/>
                </a:lnTo>
                <a:close/>
                <a:moveTo>
                  <a:pt x="11972" y="10925"/>
                </a:moveTo>
                <a:lnTo>
                  <a:pt x="11875" y="10974"/>
                </a:lnTo>
                <a:lnTo>
                  <a:pt x="11778" y="11047"/>
                </a:lnTo>
                <a:lnTo>
                  <a:pt x="11607" y="11290"/>
                </a:lnTo>
                <a:lnTo>
                  <a:pt x="11413" y="11485"/>
                </a:lnTo>
                <a:lnTo>
                  <a:pt x="11194" y="11680"/>
                </a:lnTo>
                <a:lnTo>
                  <a:pt x="10950" y="11850"/>
                </a:lnTo>
                <a:lnTo>
                  <a:pt x="10707" y="11996"/>
                </a:lnTo>
                <a:lnTo>
                  <a:pt x="10439" y="12118"/>
                </a:lnTo>
                <a:lnTo>
                  <a:pt x="10172" y="12215"/>
                </a:lnTo>
                <a:lnTo>
                  <a:pt x="9880" y="12312"/>
                </a:lnTo>
                <a:lnTo>
                  <a:pt x="9588" y="12385"/>
                </a:lnTo>
                <a:lnTo>
                  <a:pt x="9296" y="12434"/>
                </a:lnTo>
                <a:lnTo>
                  <a:pt x="8712" y="12507"/>
                </a:lnTo>
                <a:lnTo>
                  <a:pt x="8128" y="12531"/>
                </a:lnTo>
                <a:lnTo>
                  <a:pt x="7568" y="12507"/>
                </a:lnTo>
                <a:lnTo>
                  <a:pt x="7325" y="12483"/>
                </a:lnTo>
                <a:lnTo>
                  <a:pt x="7106" y="12434"/>
                </a:lnTo>
                <a:lnTo>
                  <a:pt x="6668" y="12312"/>
                </a:lnTo>
                <a:lnTo>
                  <a:pt x="6230" y="12166"/>
                </a:lnTo>
                <a:lnTo>
                  <a:pt x="5816" y="11996"/>
                </a:lnTo>
                <a:lnTo>
                  <a:pt x="5427" y="11826"/>
                </a:lnTo>
                <a:lnTo>
                  <a:pt x="5013" y="11631"/>
                </a:lnTo>
                <a:lnTo>
                  <a:pt x="4794" y="11509"/>
                </a:lnTo>
                <a:lnTo>
                  <a:pt x="4600" y="11388"/>
                </a:lnTo>
                <a:lnTo>
                  <a:pt x="4454" y="11242"/>
                </a:lnTo>
                <a:lnTo>
                  <a:pt x="4308" y="11096"/>
                </a:lnTo>
                <a:lnTo>
                  <a:pt x="4259" y="11047"/>
                </a:lnTo>
                <a:lnTo>
                  <a:pt x="4210" y="11023"/>
                </a:lnTo>
                <a:lnTo>
                  <a:pt x="4089" y="11023"/>
                </a:lnTo>
                <a:lnTo>
                  <a:pt x="4040" y="11071"/>
                </a:lnTo>
                <a:lnTo>
                  <a:pt x="3991" y="11096"/>
                </a:lnTo>
                <a:lnTo>
                  <a:pt x="3991" y="11169"/>
                </a:lnTo>
                <a:lnTo>
                  <a:pt x="3991" y="11242"/>
                </a:lnTo>
                <a:lnTo>
                  <a:pt x="4016" y="11339"/>
                </a:lnTo>
                <a:lnTo>
                  <a:pt x="4064" y="11436"/>
                </a:lnTo>
                <a:lnTo>
                  <a:pt x="4210" y="11631"/>
                </a:lnTo>
                <a:lnTo>
                  <a:pt x="4381" y="11801"/>
                </a:lnTo>
                <a:lnTo>
                  <a:pt x="4575" y="11947"/>
                </a:lnTo>
                <a:lnTo>
                  <a:pt x="4794" y="12069"/>
                </a:lnTo>
                <a:lnTo>
                  <a:pt x="5038" y="12191"/>
                </a:lnTo>
                <a:lnTo>
                  <a:pt x="5451" y="12385"/>
                </a:lnTo>
                <a:lnTo>
                  <a:pt x="5938" y="12604"/>
                </a:lnTo>
                <a:lnTo>
                  <a:pt x="6424" y="12799"/>
                </a:lnTo>
                <a:lnTo>
                  <a:pt x="6935" y="12945"/>
                </a:lnTo>
                <a:lnTo>
                  <a:pt x="7446" y="13042"/>
                </a:lnTo>
                <a:lnTo>
                  <a:pt x="7763" y="13067"/>
                </a:lnTo>
                <a:lnTo>
                  <a:pt x="8079" y="13091"/>
                </a:lnTo>
                <a:lnTo>
                  <a:pt x="8420" y="13091"/>
                </a:lnTo>
                <a:lnTo>
                  <a:pt x="8760" y="13067"/>
                </a:lnTo>
                <a:lnTo>
                  <a:pt x="9101" y="13042"/>
                </a:lnTo>
                <a:lnTo>
                  <a:pt x="9442" y="12969"/>
                </a:lnTo>
                <a:lnTo>
                  <a:pt x="9758" y="12896"/>
                </a:lnTo>
                <a:lnTo>
                  <a:pt x="10099" y="12799"/>
                </a:lnTo>
                <a:lnTo>
                  <a:pt x="10415" y="12702"/>
                </a:lnTo>
                <a:lnTo>
                  <a:pt x="10731" y="12556"/>
                </a:lnTo>
                <a:lnTo>
                  <a:pt x="11023" y="12410"/>
                </a:lnTo>
                <a:lnTo>
                  <a:pt x="11315" y="12239"/>
                </a:lnTo>
                <a:lnTo>
                  <a:pt x="11583" y="12045"/>
                </a:lnTo>
                <a:lnTo>
                  <a:pt x="11826" y="11826"/>
                </a:lnTo>
                <a:lnTo>
                  <a:pt x="12045" y="11582"/>
                </a:lnTo>
                <a:lnTo>
                  <a:pt x="12264" y="11339"/>
                </a:lnTo>
                <a:lnTo>
                  <a:pt x="12313" y="11217"/>
                </a:lnTo>
                <a:lnTo>
                  <a:pt x="12289" y="11120"/>
                </a:lnTo>
                <a:lnTo>
                  <a:pt x="12240" y="11047"/>
                </a:lnTo>
                <a:lnTo>
                  <a:pt x="12167" y="10974"/>
                </a:lnTo>
                <a:lnTo>
                  <a:pt x="12070" y="10950"/>
                </a:lnTo>
                <a:lnTo>
                  <a:pt x="11972" y="10925"/>
                </a:lnTo>
                <a:close/>
                <a:moveTo>
                  <a:pt x="8493" y="682"/>
                </a:moveTo>
                <a:lnTo>
                  <a:pt x="8663" y="706"/>
                </a:lnTo>
                <a:lnTo>
                  <a:pt x="9101" y="755"/>
                </a:lnTo>
                <a:lnTo>
                  <a:pt x="9539" y="803"/>
                </a:lnTo>
                <a:lnTo>
                  <a:pt x="10001" y="901"/>
                </a:lnTo>
                <a:lnTo>
                  <a:pt x="10439" y="1022"/>
                </a:lnTo>
                <a:lnTo>
                  <a:pt x="10780" y="1120"/>
                </a:lnTo>
                <a:lnTo>
                  <a:pt x="11121" y="1241"/>
                </a:lnTo>
                <a:lnTo>
                  <a:pt x="11437" y="1411"/>
                </a:lnTo>
                <a:lnTo>
                  <a:pt x="11753" y="1557"/>
                </a:lnTo>
                <a:lnTo>
                  <a:pt x="11753" y="1582"/>
                </a:lnTo>
                <a:lnTo>
                  <a:pt x="11729" y="1655"/>
                </a:lnTo>
                <a:lnTo>
                  <a:pt x="11729" y="1752"/>
                </a:lnTo>
                <a:lnTo>
                  <a:pt x="11753" y="1801"/>
                </a:lnTo>
                <a:lnTo>
                  <a:pt x="11826" y="1825"/>
                </a:lnTo>
                <a:lnTo>
                  <a:pt x="11899" y="1825"/>
                </a:lnTo>
                <a:lnTo>
                  <a:pt x="11948" y="1776"/>
                </a:lnTo>
                <a:lnTo>
                  <a:pt x="11972" y="1752"/>
                </a:lnTo>
                <a:lnTo>
                  <a:pt x="11997" y="1752"/>
                </a:lnTo>
                <a:lnTo>
                  <a:pt x="11997" y="1728"/>
                </a:lnTo>
                <a:lnTo>
                  <a:pt x="12021" y="1728"/>
                </a:lnTo>
                <a:lnTo>
                  <a:pt x="12143" y="1801"/>
                </a:lnTo>
                <a:lnTo>
                  <a:pt x="12094" y="1874"/>
                </a:lnTo>
                <a:lnTo>
                  <a:pt x="12094" y="1947"/>
                </a:lnTo>
                <a:lnTo>
                  <a:pt x="12094" y="1995"/>
                </a:lnTo>
                <a:lnTo>
                  <a:pt x="12143" y="2020"/>
                </a:lnTo>
                <a:lnTo>
                  <a:pt x="12167" y="2044"/>
                </a:lnTo>
                <a:lnTo>
                  <a:pt x="12216" y="2020"/>
                </a:lnTo>
                <a:lnTo>
                  <a:pt x="12240" y="1995"/>
                </a:lnTo>
                <a:lnTo>
                  <a:pt x="12313" y="1922"/>
                </a:lnTo>
                <a:lnTo>
                  <a:pt x="12337" y="1922"/>
                </a:lnTo>
                <a:lnTo>
                  <a:pt x="12532" y="2068"/>
                </a:lnTo>
                <a:lnTo>
                  <a:pt x="12483" y="2190"/>
                </a:lnTo>
                <a:lnTo>
                  <a:pt x="12483" y="2239"/>
                </a:lnTo>
                <a:lnTo>
                  <a:pt x="12508" y="2336"/>
                </a:lnTo>
                <a:lnTo>
                  <a:pt x="12532" y="2385"/>
                </a:lnTo>
                <a:lnTo>
                  <a:pt x="12556" y="2409"/>
                </a:lnTo>
                <a:lnTo>
                  <a:pt x="12581" y="2409"/>
                </a:lnTo>
                <a:lnTo>
                  <a:pt x="12629" y="2385"/>
                </a:lnTo>
                <a:lnTo>
                  <a:pt x="12678" y="2360"/>
                </a:lnTo>
                <a:lnTo>
                  <a:pt x="12751" y="2287"/>
                </a:lnTo>
                <a:lnTo>
                  <a:pt x="12775" y="2239"/>
                </a:lnTo>
                <a:lnTo>
                  <a:pt x="12970" y="2409"/>
                </a:lnTo>
                <a:lnTo>
                  <a:pt x="12873" y="2531"/>
                </a:lnTo>
                <a:lnTo>
                  <a:pt x="12848" y="2604"/>
                </a:lnTo>
                <a:lnTo>
                  <a:pt x="12824" y="2677"/>
                </a:lnTo>
                <a:lnTo>
                  <a:pt x="12824" y="2725"/>
                </a:lnTo>
                <a:lnTo>
                  <a:pt x="12873" y="2750"/>
                </a:lnTo>
                <a:lnTo>
                  <a:pt x="12921" y="2774"/>
                </a:lnTo>
                <a:lnTo>
                  <a:pt x="12946" y="2774"/>
                </a:lnTo>
                <a:lnTo>
                  <a:pt x="13067" y="2701"/>
                </a:lnTo>
                <a:lnTo>
                  <a:pt x="13189" y="2604"/>
                </a:lnTo>
                <a:lnTo>
                  <a:pt x="13311" y="2725"/>
                </a:lnTo>
                <a:lnTo>
                  <a:pt x="13384" y="2823"/>
                </a:lnTo>
                <a:lnTo>
                  <a:pt x="13262" y="3017"/>
                </a:lnTo>
                <a:lnTo>
                  <a:pt x="13213" y="3066"/>
                </a:lnTo>
                <a:lnTo>
                  <a:pt x="13189" y="3163"/>
                </a:lnTo>
                <a:lnTo>
                  <a:pt x="13165" y="3236"/>
                </a:lnTo>
                <a:lnTo>
                  <a:pt x="13189" y="3285"/>
                </a:lnTo>
                <a:lnTo>
                  <a:pt x="13238" y="3309"/>
                </a:lnTo>
                <a:lnTo>
                  <a:pt x="13335" y="3285"/>
                </a:lnTo>
                <a:lnTo>
                  <a:pt x="13408" y="3236"/>
                </a:lnTo>
                <a:lnTo>
                  <a:pt x="13554" y="3115"/>
                </a:lnTo>
                <a:lnTo>
                  <a:pt x="13578" y="3042"/>
                </a:lnTo>
                <a:lnTo>
                  <a:pt x="13773" y="3309"/>
                </a:lnTo>
                <a:lnTo>
                  <a:pt x="13676" y="3407"/>
                </a:lnTo>
                <a:lnTo>
                  <a:pt x="13554" y="3504"/>
                </a:lnTo>
                <a:lnTo>
                  <a:pt x="13505" y="3577"/>
                </a:lnTo>
                <a:lnTo>
                  <a:pt x="13481" y="3650"/>
                </a:lnTo>
                <a:lnTo>
                  <a:pt x="13481" y="3699"/>
                </a:lnTo>
                <a:lnTo>
                  <a:pt x="13505" y="3723"/>
                </a:lnTo>
                <a:lnTo>
                  <a:pt x="13603" y="3747"/>
                </a:lnTo>
                <a:lnTo>
                  <a:pt x="13700" y="3723"/>
                </a:lnTo>
                <a:lnTo>
                  <a:pt x="13773" y="3674"/>
                </a:lnTo>
                <a:lnTo>
                  <a:pt x="13870" y="3626"/>
                </a:lnTo>
                <a:lnTo>
                  <a:pt x="13968" y="3577"/>
                </a:lnTo>
                <a:lnTo>
                  <a:pt x="14162" y="3918"/>
                </a:lnTo>
                <a:lnTo>
                  <a:pt x="14065" y="3991"/>
                </a:lnTo>
                <a:lnTo>
                  <a:pt x="13870" y="4161"/>
                </a:lnTo>
                <a:lnTo>
                  <a:pt x="13773" y="4234"/>
                </a:lnTo>
                <a:lnTo>
                  <a:pt x="13700" y="4331"/>
                </a:lnTo>
                <a:lnTo>
                  <a:pt x="13700" y="4356"/>
                </a:lnTo>
                <a:lnTo>
                  <a:pt x="13724" y="4380"/>
                </a:lnTo>
                <a:lnTo>
                  <a:pt x="13846" y="4380"/>
                </a:lnTo>
                <a:lnTo>
                  <a:pt x="13943" y="4356"/>
                </a:lnTo>
                <a:lnTo>
                  <a:pt x="14065" y="4307"/>
                </a:lnTo>
                <a:lnTo>
                  <a:pt x="14162" y="4234"/>
                </a:lnTo>
                <a:lnTo>
                  <a:pt x="14284" y="4161"/>
                </a:lnTo>
                <a:lnTo>
                  <a:pt x="14503" y="4696"/>
                </a:lnTo>
                <a:lnTo>
                  <a:pt x="14332" y="4769"/>
                </a:lnTo>
                <a:lnTo>
                  <a:pt x="14211" y="4842"/>
                </a:lnTo>
                <a:lnTo>
                  <a:pt x="14065" y="4940"/>
                </a:lnTo>
                <a:lnTo>
                  <a:pt x="13968" y="5061"/>
                </a:lnTo>
                <a:lnTo>
                  <a:pt x="13919" y="5134"/>
                </a:lnTo>
                <a:lnTo>
                  <a:pt x="13895" y="5207"/>
                </a:lnTo>
                <a:lnTo>
                  <a:pt x="13895" y="5256"/>
                </a:lnTo>
                <a:lnTo>
                  <a:pt x="13919" y="5280"/>
                </a:lnTo>
                <a:lnTo>
                  <a:pt x="13968" y="5305"/>
                </a:lnTo>
                <a:lnTo>
                  <a:pt x="14016" y="5305"/>
                </a:lnTo>
                <a:lnTo>
                  <a:pt x="14114" y="5256"/>
                </a:lnTo>
                <a:lnTo>
                  <a:pt x="14235" y="5183"/>
                </a:lnTo>
                <a:lnTo>
                  <a:pt x="14551" y="5037"/>
                </a:lnTo>
                <a:lnTo>
                  <a:pt x="14600" y="5013"/>
                </a:lnTo>
                <a:lnTo>
                  <a:pt x="14770" y="5524"/>
                </a:lnTo>
                <a:lnTo>
                  <a:pt x="14430" y="5670"/>
                </a:lnTo>
                <a:lnTo>
                  <a:pt x="14162" y="5791"/>
                </a:lnTo>
                <a:lnTo>
                  <a:pt x="13919" y="5937"/>
                </a:lnTo>
                <a:lnTo>
                  <a:pt x="13919" y="5986"/>
                </a:lnTo>
                <a:lnTo>
                  <a:pt x="13943" y="6010"/>
                </a:lnTo>
                <a:lnTo>
                  <a:pt x="14089" y="6035"/>
                </a:lnTo>
                <a:lnTo>
                  <a:pt x="14235" y="6059"/>
                </a:lnTo>
                <a:lnTo>
                  <a:pt x="14381" y="6035"/>
                </a:lnTo>
                <a:lnTo>
                  <a:pt x="14527" y="6010"/>
                </a:lnTo>
                <a:lnTo>
                  <a:pt x="14843" y="5889"/>
                </a:lnTo>
                <a:lnTo>
                  <a:pt x="14965" y="6424"/>
                </a:lnTo>
                <a:lnTo>
                  <a:pt x="14795" y="6497"/>
                </a:lnTo>
                <a:lnTo>
                  <a:pt x="14405" y="6619"/>
                </a:lnTo>
                <a:lnTo>
                  <a:pt x="14041" y="6740"/>
                </a:lnTo>
                <a:lnTo>
                  <a:pt x="13992" y="6789"/>
                </a:lnTo>
                <a:lnTo>
                  <a:pt x="13992" y="6813"/>
                </a:lnTo>
                <a:lnTo>
                  <a:pt x="13992" y="6862"/>
                </a:lnTo>
                <a:lnTo>
                  <a:pt x="14041" y="6886"/>
                </a:lnTo>
                <a:lnTo>
                  <a:pt x="14235" y="6886"/>
                </a:lnTo>
                <a:lnTo>
                  <a:pt x="14430" y="6862"/>
                </a:lnTo>
                <a:lnTo>
                  <a:pt x="14795" y="6813"/>
                </a:lnTo>
                <a:lnTo>
                  <a:pt x="15038" y="6740"/>
                </a:lnTo>
                <a:lnTo>
                  <a:pt x="15111" y="7178"/>
                </a:lnTo>
                <a:lnTo>
                  <a:pt x="14843" y="7227"/>
                </a:lnTo>
                <a:lnTo>
                  <a:pt x="14430" y="7349"/>
                </a:lnTo>
                <a:lnTo>
                  <a:pt x="14235" y="7422"/>
                </a:lnTo>
                <a:lnTo>
                  <a:pt x="14065" y="7543"/>
                </a:lnTo>
                <a:lnTo>
                  <a:pt x="14041" y="7592"/>
                </a:lnTo>
                <a:lnTo>
                  <a:pt x="14041" y="7665"/>
                </a:lnTo>
                <a:lnTo>
                  <a:pt x="14089" y="7714"/>
                </a:lnTo>
                <a:lnTo>
                  <a:pt x="14138" y="7738"/>
                </a:lnTo>
                <a:lnTo>
                  <a:pt x="14357" y="7714"/>
                </a:lnTo>
                <a:lnTo>
                  <a:pt x="14551" y="7665"/>
                </a:lnTo>
                <a:lnTo>
                  <a:pt x="14941" y="7568"/>
                </a:lnTo>
                <a:lnTo>
                  <a:pt x="15135" y="7519"/>
                </a:lnTo>
                <a:lnTo>
                  <a:pt x="15184" y="7981"/>
                </a:lnTo>
                <a:lnTo>
                  <a:pt x="14868" y="8030"/>
                </a:lnTo>
                <a:lnTo>
                  <a:pt x="14624" y="8054"/>
                </a:lnTo>
                <a:lnTo>
                  <a:pt x="14381" y="8079"/>
                </a:lnTo>
                <a:lnTo>
                  <a:pt x="14235" y="8103"/>
                </a:lnTo>
                <a:lnTo>
                  <a:pt x="14138" y="8152"/>
                </a:lnTo>
                <a:lnTo>
                  <a:pt x="14016" y="8200"/>
                </a:lnTo>
                <a:lnTo>
                  <a:pt x="13943" y="8298"/>
                </a:lnTo>
                <a:lnTo>
                  <a:pt x="13919" y="8322"/>
                </a:lnTo>
                <a:lnTo>
                  <a:pt x="13919" y="8346"/>
                </a:lnTo>
                <a:lnTo>
                  <a:pt x="13943" y="8395"/>
                </a:lnTo>
                <a:lnTo>
                  <a:pt x="13968" y="8395"/>
                </a:lnTo>
                <a:lnTo>
                  <a:pt x="14089" y="8419"/>
                </a:lnTo>
                <a:lnTo>
                  <a:pt x="14211" y="8444"/>
                </a:lnTo>
                <a:lnTo>
                  <a:pt x="14478" y="8444"/>
                </a:lnTo>
                <a:lnTo>
                  <a:pt x="14989" y="8395"/>
                </a:lnTo>
                <a:lnTo>
                  <a:pt x="15208" y="8395"/>
                </a:lnTo>
                <a:lnTo>
                  <a:pt x="15208" y="8857"/>
                </a:lnTo>
                <a:lnTo>
                  <a:pt x="14722" y="8882"/>
                </a:lnTo>
                <a:lnTo>
                  <a:pt x="14503" y="8882"/>
                </a:lnTo>
                <a:lnTo>
                  <a:pt x="14284" y="8906"/>
                </a:lnTo>
                <a:lnTo>
                  <a:pt x="14065" y="8955"/>
                </a:lnTo>
                <a:lnTo>
                  <a:pt x="13968" y="8979"/>
                </a:lnTo>
                <a:lnTo>
                  <a:pt x="13870" y="9028"/>
                </a:lnTo>
                <a:lnTo>
                  <a:pt x="13870" y="9052"/>
                </a:lnTo>
                <a:lnTo>
                  <a:pt x="13870" y="9076"/>
                </a:lnTo>
                <a:lnTo>
                  <a:pt x="13968" y="9125"/>
                </a:lnTo>
                <a:lnTo>
                  <a:pt x="14065" y="9174"/>
                </a:lnTo>
                <a:lnTo>
                  <a:pt x="14284" y="9222"/>
                </a:lnTo>
                <a:lnTo>
                  <a:pt x="14722" y="9222"/>
                </a:lnTo>
                <a:lnTo>
                  <a:pt x="14941" y="9247"/>
                </a:lnTo>
                <a:lnTo>
                  <a:pt x="15184" y="9247"/>
                </a:lnTo>
                <a:lnTo>
                  <a:pt x="15160" y="9465"/>
                </a:lnTo>
                <a:lnTo>
                  <a:pt x="14965" y="9514"/>
                </a:lnTo>
                <a:lnTo>
                  <a:pt x="14722" y="9563"/>
                </a:lnTo>
                <a:lnTo>
                  <a:pt x="14503" y="9660"/>
                </a:lnTo>
                <a:lnTo>
                  <a:pt x="14260" y="9757"/>
                </a:lnTo>
                <a:lnTo>
                  <a:pt x="14041" y="9879"/>
                </a:lnTo>
                <a:lnTo>
                  <a:pt x="14016" y="9903"/>
                </a:lnTo>
                <a:lnTo>
                  <a:pt x="14016" y="9952"/>
                </a:lnTo>
                <a:lnTo>
                  <a:pt x="14041" y="9976"/>
                </a:lnTo>
                <a:lnTo>
                  <a:pt x="14089" y="9976"/>
                </a:lnTo>
                <a:lnTo>
                  <a:pt x="14308" y="10001"/>
                </a:lnTo>
                <a:lnTo>
                  <a:pt x="14527" y="9976"/>
                </a:lnTo>
                <a:lnTo>
                  <a:pt x="14965" y="9903"/>
                </a:lnTo>
                <a:lnTo>
                  <a:pt x="15087" y="9879"/>
                </a:lnTo>
                <a:lnTo>
                  <a:pt x="14989" y="10390"/>
                </a:lnTo>
                <a:lnTo>
                  <a:pt x="14527" y="10463"/>
                </a:lnTo>
                <a:lnTo>
                  <a:pt x="14357" y="10487"/>
                </a:lnTo>
                <a:lnTo>
                  <a:pt x="14162" y="10512"/>
                </a:lnTo>
                <a:lnTo>
                  <a:pt x="13992" y="10560"/>
                </a:lnTo>
                <a:lnTo>
                  <a:pt x="13919" y="10609"/>
                </a:lnTo>
                <a:lnTo>
                  <a:pt x="13870" y="10682"/>
                </a:lnTo>
                <a:lnTo>
                  <a:pt x="13846" y="10731"/>
                </a:lnTo>
                <a:lnTo>
                  <a:pt x="13846" y="10804"/>
                </a:lnTo>
                <a:lnTo>
                  <a:pt x="13870" y="10852"/>
                </a:lnTo>
                <a:lnTo>
                  <a:pt x="13919" y="10901"/>
                </a:lnTo>
                <a:lnTo>
                  <a:pt x="13992" y="10925"/>
                </a:lnTo>
                <a:lnTo>
                  <a:pt x="14065" y="10950"/>
                </a:lnTo>
                <a:lnTo>
                  <a:pt x="14235" y="10950"/>
                </a:lnTo>
                <a:lnTo>
                  <a:pt x="14600" y="10901"/>
                </a:lnTo>
                <a:lnTo>
                  <a:pt x="14819" y="10877"/>
                </a:lnTo>
                <a:lnTo>
                  <a:pt x="14819" y="10877"/>
                </a:lnTo>
                <a:lnTo>
                  <a:pt x="14624" y="11339"/>
                </a:lnTo>
                <a:lnTo>
                  <a:pt x="14478" y="11339"/>
                </a:lnTo>
                <a:lnTo>
                  <a:pt x="14308" y="11315"/>
                </a:lnTo>
                <a:lnTo>
                  <a:pt x="14114" y="11339"/>
                </a:lnTo>
                <a:lnTo>
                  <a:pt x="13919" y="11363"/>
                </a:lnTo>
                <a:lnTo>
                  <a:pt x="13749" y="11436"/>
                </a:lnTo>
                <a:lnTo>
                  <a:pt x="13724" y="11461"/>
                </a:lnTo>
                <a:lnTo>
                  <a:pt x="13749" y="11485"/>
                </a:lnTo>
                <a:lnTo>
                  <a:pt x="13919" y="11558"/>
                </a:lnTo>
                <a:lnTo>
                  <a:pt x="14089" y="11607"/>
                </a:lnTo>
                <a:lnTo>
                  <a:pt x="14430" y="11655"/>
                </a:lnTo>
                <a:lnTo>
                  <a:pt x="14454" y="11655"/>
                </a:lnTo>
                <a:lnTo>
                  <a:pt x="14211" y="12069"/>
                </a:lnTo>
                <a:lnTo>
                  <a:pt x="13968" y="12069"/>
                </a:lnTo>
                <a:lnTo>
                  <a:pt x="13724" y="12093"/>
                </a:lnTo>
                <a:lnTo>
                  <a:pt x="13603" y="12069"/>
                </a:lnTo>
                <a:lnTo>
                  <a:pt x="13481" y="12045"/>
                </a:lnTo>
                <a:lnTo>
                  <a:pt x="13335" y="12020"/>
                </a:lnTo>
                <a:lnTo>
                  <a:pt x="13213" y="12020"/>
                </a:lnTo>
                <a:lnTo>
                  <a:pt x="13189" y="12045"/>
                </a:lnTo>
                <a:lnTo>
                  <a:pt x="13189" y="12069"/>
                </a:lnTo>
                <a:lnTo>
                  <a:pt x="13189" y="12166"/>
                </a:lnTo>
                <a:lnTo>
                  <a:pt x="13238" y="12239"/>
                </a:lnTo>
                <a:lnTo>
                  <a:pt x="13311" y="12312"/>
                </a:lnTo>
                <a:lnTo>
                  <a:pt x="13408" y="12361"/>
                </a:lnTo>
                <a:lnTo>
                  <a:pt x="13530" y="12385"/>
                </a:lnTo>
                <a:lnTo>
                  <a:pt x="13651" y="12410"/>
                </a:lnTo>
                <a:lnTo>
                  <a:pt x="13943" y="12434"/>
                </a:lnTo>
                <a:lnTo>
                  <a:pt x="13603" y="12823"/>
                </a:lnTo>
                <a:lnTo>
                  <a:pt x="13067" y="12726"/>
                </a:lnTo>
                <a:lnTo>
                  <a:pt x="12848" y="12677"/>
                </a:lnTo>
                <a:lnTo>
                  <a:pt x="12727" y="12677"/>
                </a:lnTo>
                <a:lnTo>
                  <a:pt x="12629" y="12702"/>
                </a:lnTo>
                <a:lnTo>
                  <a:pt x="12605" y="12726"/>
                </a:lnTo>
                <a:lnTo>
                  <a:pt x="12605" y="12775"/>
                </a:lnTo>
                <a:lnTo>
                  <a:pt x="12629" y="12848"/>
                </a:lnTo>
                <a:lnTo>
                  <a:pt x="12678" y="12921"/>
                </a:lnTo>
                <a:lnTo>
                  <a:pt x="12751" y="12969"/>
                </a:lnTo>
                <a:lnTo>
                  <a:pt x="12824" y="13018"/>
                </a:lnTo>
                <a:lnTo>
                  <a:pt x="13043" y="13115"/>
                </a:lnTo>
                <a:lnTo>
                  <a:pt x="13262" y="13164"/>
                </a:lnTo>
                <a:lnTo>
                  <a:pt x="13116" y="13286"/>
                </a:lnTo>
                <a:lnTo>
                  <a:pt x="13067" y="13286"/>
                </a:lnTo>
                <a:lnTo>
                  <a:pt x="12605" y="13261"/>
                </a:lnTo>
                <a:lnTo>
                  <a:pt x="12362" y="13213"/>
                </a:lnTo>
                <a:lnTo>
                  <a:pt x="12240" y="13188"/>
                </a:lnTo>
                <a:lnTo>
                  <a:pt x="12094" y="13188"/>
                </a:lnTo>
                <a:lnTo>
                  <a:pt x="12021" y="13213"/>
                </a:lnTo>
                <a:lnTo>
                  <a:pt x="11997" y="13261"/>
                </a:lnTo>
                <a:lnTo>
                  <a:pt x="11972" y="13334"/>
                </a:lnTo>
                <a:lnTo>
                  <a:pt x="12021" y="13383"/>
                </a:lnTo>
                <a:lnTo>
                  <a:pt x="12143" y="13505"/>
                </a:lnTo>
                <a:lnTo>
                  <a:pt x="12289" y="13578"/>
                </a:lnTo>
                <a:lnTo>
                  <a:pt x="12483" y="13626"/>
                </a:lnTo>
                <a:lnTo>
                  <a:pt x="12654" y="13651"/>
                </a:lnTo>
                <a:lnTo>
                  <a:pt x="12240" y="13943"/>
                </a:lnTo>
                <a:lnTo>
                  <a:pt x="12143" y="13918"/>
                </a:lnTo>
                <a:lnTo>
                  <a:pt x="11680" y="13821"/>
                </a:lnTo>
                <a:lnTo>
                  <a:pt x="11461" y="13772"/>
                </a:lnTo>
                <a:lnTo>
                  <a:pt x="11267" y="13724"/>
                </a:lnTo>
                <a:lnTo>
                  <a:pt x="11218" y="13748"/>
                </a:lnTo>
                <a:lnTo>
                  <a:pt x="11218" y="13821"/>
                </a:lnTo>
                <a:lnTo>
                  <a:pt x="11242" y="13894"/>
                </a:lnTo>
                <a:lnTo>
                  <a:pt x="11315" y="13967"/>
                </a:lnTo>
                <a:lnTo>
                  <a:pt x="11437" y="14064"/>
                </a:lnTo>
                <a:lnTo>
                  <a:pt x="11607" y="14137"/>
                </a:lnTo>
                <a:lnTo>
                  <a:pt x="11802" y="14210"/>
                </a:lnTo>
                <a:lnTo>
                  <a:pt x="11437" y="14381"/>
                </a:lnTo>
                <a:lnTo>
                  <a:pt x="11388" y="14332"/>
                </a:lnTo>
                <a:lnTo>
                  <a:pt x="11315" y="14308"/>
                </a:lnTo>
                <a:lnTo>
                  <a:pt x="11194" y="14259"/>
                </a:lnTo>
                <a:lnTo>
                  <a:pt x="10902" y="14235"/>
                </a:lnTo>
                <a:lnTo>
                  <a:pt x="10634" y="14210"/>
                </a:lnTo>
                <a:lnTo>
                  <a:pt x="10512" y="14210"/>
                </a:lnTo>
                <a:lnTo>
                  <a:pt x="10391" y="14235"/>
                </a:lnTo>
                <a:lnTo>
                  <a:pt x="10366" y="14235"/>
                </a:lnTo>
                <a:lnTo>
                  <a:pt x="10366" y="14283"/>
                </a:lnTo>
                <a:lnTo>
                  <a:pt x="10366" y="14332"/>
                </a:lnTo>
                <a:lnTo>
                  <a:pt x="10391" y="14381"/>
                </a:lnTo>
                <a:lnTo>
                  <a:pt x="10488" y="14478"/>
                </a:lnTo>
                <a:lnTo>
                  <a:pt x="10610" y="14551"/>
                </a:lnTo>
                <a:lnTo>
                  <a:pt x="10731" y="14575"/>
                </a:lnTo>
                <a:lnTo>
                  <a:pt x="10877" y="14624"/>
                </a:lnTo>
                <a:lnTo>
                  <a:pt x="10512" y="14746"/>
                </a:lnTo>
                <a:lnTo>
                  <a:pt x="10318" y="14673"/>
                </a:lnTo>
                <a:lnTo>
                  <a:pt x="10123" y="14624"/>
                </a:lnTo>
                <a:lnTo>
                  <a:pt x="9904" y="14600"/>
                </a:lnTo>
                <a:lnTo>
                  <a:pt x="9807" y="14600"/>
                </a:lnTo>
                <a:lnTo>
                  <a:pt x="9709" y="14648"/>
                </a:lnTo>
                <a:lnTo>
                  <a:pt x="9661" y="14673"/>
                </a:lnTo>
                <a:lnTo>
                  <a:pt x="9685" y="14721"/>
                </a:lnTo>
                <a:lnTo>
                  <a:pt x="9734" y="14794"/>
                </a:lnTo>
                <a:lnTo>
                  <a:pt x="9807" y="14843"/>
                </a:lnTo>
                <a:lnTo>
                  <a:pt x="9928" y="14916"/>
                </a:lnTo>
                <a:lnTo>
                  <a:pt x="9612" y="14989"/>
                </a:lnTo>
                <a:lnTo>
                  <a:pt x="9588" y="14940"/>
                </a:lnTo>
                <a:lnTo>
                  <a:pt x="9539" y="14916"/>
                </a:lnTo>
                <a:lnTo>
                  <a:pt x="9417" y="14867"/>
                </a:lnTo>
                <a:lnTo>
                  <a:pt x="9223" y="14843"/>
                </a:lnTo>
                <a:lnTo>
                  <a:pt x="9150" y="14843"/>
                </a:lnTo>
                <a:lnTo>
                  <a:pt x="9052" y="14867"/>
                </a:lnTo>
                <a:lnTo>
                  <a:pt x="9004" y="14916"/>
                </a:lnTo>
                <a:lnTo>
                  <a:pt x="8979" y="14965"/>
                </a:lnTo>
                <a:lnTo>
                  <a:pt x="8979" y="15013"/>
                </a:lnTo>
                <a:lnTo>
                  <a:pt x="9004" y="15062"/>
                </a:lnTo>
                <a:lnTo>
                  <a:pt x="9004" y="15086"/>
                </a:lnTo>
                <a:lnTo>
                  <a:pt x="8663" y="15135"/>
                </a:lnTo>
                <a:lnTo>
                  <a:pt x="8298" y="15159"/>
                </a:lnTo>
                <a:lnTo>
                  <a:pt x="7227" y="15159"/>
                </a:lnTo>
                <a:lnTo>
                  <a:pt x="6862" y="15111"/>
                </a:lnTo>
                <a:lnTo>
                  <a:pt x="6497" y="15062"/>
                </a:lnTo>
                <a:lnTo>
                  <a:pt x="6157" y="14989"/>
                </a:lnTo>
                <a:lnTo>
                  <a:pt x="5816" y="14916"/>
                </a:lnTo>
                <a:lnTo>
                  <a:pt x="5451" y="14819"/>
                </a:lnTo>
                <a:lnTo>
                  <a:pt x="5135" y="14697"/>
                </a:lnTo>
                <a:lnTo>
                  <a:pt x="4794" y="14575"/>
                </a:lnTo>
                <a:lnTo>
                  <a:pt x="4478" y="14405"/>
                </a:lnTo>
                <a:lnTo>
                  <a:pt x="4162" y="14259"/>
                </a:lnTo>
                <a:lnTo>
                  <a:pt x="3845" y="14064"/>
                </a:lnTo>
                <a:lnTo>
                  <a:pt x="3553" y="13870"/>
                </a:lnTo>
                <a:lnTo>
                  <a:pt x="3286" y="13675"/>
                </a:lnTo>
                <a:lnTo>
                  <a:pt x="3018" y="13456"/>
                </a:lnTo>
                <a:lnTo>
                  <a:pt x="2775" y="13237"/>
                </a:lnTo>
                <a:lnTo>
                  <a:pt x="2531" y="12994"/>
                </a:lnTo>
                <a:lnTo>
                  <a:pt x="2312" y="12775"/>
                </a:lnTo>
                <a:lnTo>
                  <a:pt x="2118" y="12507"/>
                </a:lnTo>
                <a:lnTo>
                  <a:pt x="1899" y="12239"/>
                </a:lnTo>
                <a:lnTo>
                  <a:pt x="1728" y="11972"/>
                </a:lnTo>
                <a:lnTo>
                  <a:pt x="1558" y="11704"/>
                </a:lnTo>
                <a:lnTo>
                  <a:pt x="1412" y="11412"/>
                </a:lnTo>
                <a:lnTo>
                  <a:pt x="1266" y="11120"/>
                </a:lnTo>
                <a:lnTo>
                  <a:pt x="1144" y="10828"/>
                </a:lnTo>
                <a:lnTo>
                  <a:pt x="1047" y="10512"/>
                </a:lnTo>
                <a:lnTo>
                  <a:pt x="950" y="10195"/>
                </a:lnTo>
                <a:lnTo>
                  <a:pt x="877" y="9879"/>
                </a:lnTo>
                <a:lnTo>
                  <a:pt x="828" y="9538"/>
                </a:lnTo>
                <a:lnTo>
                  <a:pt x="779" y="9003"/>
                </a:lnTo>
                <a:lnTo>
                  <a:pt x="755" y="8468"/>
                </a:lnTo>
                <a:lnTo>
                  <a:pt x="755" y="7933"/>
                </a:lnTo>
                <a:lnTo>
                  <a:pt x="779" y="7397"/>
                </a:lnTo>
                <a:lnTo>
                  <a:pt x="852" y="6862"/>
                </a:lnTo>
                <a:lnTo>
                  <a:pt x="950" y="6351"/>
                </a:lnTo>
                <a:lnTo>
                  <a:pt x="1096" y="5840"/>
                </a:lnTo>
                <a:lnTo>
                  <a:pt x="1266" y="5353"/>
                </a:lnTo>
                <a:lnTo>
                  <a:pt x="1388" y="5061"/>
                </a:lnTo>
                <a:lnTo>
                  <a:pt x="1558" y="4745"/>
                </a:lnTo>
                <a:lnTo>
                  <a:pt x="1753" y="4404"/>
                </a:lnTo>
                <a:lnTo>
                  <a:pt x="1996" y="4064"/>
                </a:lnTo>
                <a:lnTo>
                  <a:pt x="2264" y="3699"/>
                </a:lnTo>
                <a:lnTo>
                  <a:pt x="2556" y="3334"/>
                </a:lnTo>
                <a:lnTo>
                  <a:pt x="2896" y="2944"/>
                </a:lnTo>
                <a:lnTo>
                  <a:pt x="3261" y="2604"/>
                </a:lnTo>
                <a:lnTo>
                  <a:pt x="3651" y="2263"/>
                </a:lnTo>
                <a:lnTo>
                  <a:pt x="4089" y="1922"/>
                </a:lnTo>
                <a:lnTo>
                  <a:pt x="4527" y="1630"/>
                </a:lnTo>
                <a:lnTo>
                  <a:pt x="5013" y="1363"/>
                </a:lnTo>
                <a:lnTo>
                  <a:pt x="5524" y="1144"/>
                </a:lnTo>
                <a:lnTo>
                  <a:pt x="6035" y="974"/>
                </a:lnTo>
                <a:lnTo>
                  <a:pt x="6327" y="925"/>
                </a:lnTo>
                <a:lnTo>
                  <a:pt x="6595" y="876"/>
                </a:lnTo>
                <a:lnTo>
                  <a:pt x="6887" y="828"/>
                </a:lnTo>
                <a:lnTo>
                  <a:pt x="7179" y="803"/>
                </a:lnTo>
                <a:lnTo>
                  <a:pt x="7544" y="779"/>
                </a:lnTo>
                <a:lnTo>
                  <a:pt x="7933" y="730"/>
                </a:lnTo>
                <a:lnTo>
                  <a:pt x="8322" y="682"/>
                </a:lnTo>
                <a:close/>
                <a:moveTo>
                  <a:pt x="8152" y="0"/>
                </a:moveTo>
                <a:lnTo>
                  <a:pt x="7763" y="25"/>
                </a:lnTo>
                <a:lnTo>
                  <a:pt x="7373" y="73"/>
                </a:lnTo>
                <a:lnTo>
                  <a:pt x="7081" y="49"/>
                </a:lnTo>
                <a:lnTo>
                  <a:pt x="6789" y="49"/>
                </a:lnTo>
                <a:lnTo>
                  <a:pt x="6473" y="73"/>
                </a:lnTo>
                <a:lnTo>
                  <a:pt x="6157" y="146"/>
                </a:lnTo>
                <a:lnTo>
                  <a:pt x="5841" y="219"/>
                </a:lnTo>
                <a:lnTo>
                  <a:pt x="5549" y="317"/>
                </a:lnTo>
                <a:lnTo>
                  <a:pt x="5232" y="438"/>
                </a:lnTo>
                <a:lnTo>
                  <a:pt x="4916" y="560"/>
                </a:lnTo>
                <a:lnTo>
                  <a:pt x="4332" y="876"/>
                </a:lnTo>
                <a:lnTo>
                  <a:pt x="3748" y="1217"/>
                </a:lnTo>
                <a:lnTo>
                  <a:pt x="3237" y="1606"/>
                </a:lnTo>
                <a:lnTo>
                  <a:pt x="2775" y="1995"/>
                </a:lnTo>
                <a:lnTo>
                  <a:pt x="2507" y="2239"/>
                </a:lnTo>
                <a:lnTo>
                  <a:pt x="2264" y="2482"/>
                </a:lnTo>
                <a:lnTo>
                  <a:pt x="2045" y="2725"/>
                </a:lnTo>
                <a:lnTo>
                  <a:pt x="1826" y="2993"/>
                </a:lnTo>
                <a:lnTo>
                  <a:pt x="1631" y="3261"/>
                </a:lnTo>
                <a:lnTo>
                  <a:pt x="1461" y="3528"/>
                </a:lnTo>
                <a:lnTo>
                  <a:pt x="1120" y="4088"/>
                </a:lnTo>
                <a:lnTo>
                  <a:pt x="852" y="4696"/>
                </a:lnTo>
                <a:lnTo>
                  <a:pt x="609" y="5305"/>
                </a:lnTo>
                <a:lnTo>
                  <a:pt x="414" y="5962"/>
                </a:lnTo>
                <a:lnTo>
                  <a:pt x="220" y="6643"/>
                </a:lnTo>
                <a:lnTo>
                  <a:pt x="122" y="7008"/>
                </a:lnTo>
                <a:lnTo>
                  <a:pt x="74" y="7373"/>
                </a:lnTo>
                <a:lnTo>
                  <a:pt x="25" y="7738"/>
                </a:lnTo>
                <a:lnTo>
                  <a:pt x="1" y="8103"/>
                </a:lnTo>
                <a:lnTo>
                  <a:pt x="1" y="8468"/>
                </a:lnTo>
                <a:lnTo>
                  <a:pt x="25" y="8809"/>
                </a:lnTo>
                <a:lnTo>
                  <a:pt x="49" y="9174"/>
                </a:lnTo>
                <a:lnTo>
                  <a:pt x="98" y="9514"/>
                </a:lnTo>
                <a:lnTo>
                  <a:pt x="195" y="9879"/>
                </a:lnTo>
                <a:lnTo>
                  <a:pt x="268" y="10220"/>
                </a:lnTo>
                <a:lnTo>
                  <a:pt x="390" y="10560"/>
                </a:lnTo>
                <a:lnTo>
                  <a:pt x="512" y="10901"/>
                </a:lnTo>
                <a:lnTo>
                  <a:pt x="658" y="11242"/>
                </a:lnTo>
                <a:lnTo>
                  <a:pt x="804" y="11582"/>
                </a:lnTo>
                <a:lnTo>
                  <a:pt x="1169" y="12264"/>
                </a:lnTo>
                <a:lnTo>
                  <a:pt x="1388" y="12629"/>
                </a:lnTo>
                <a:lnTo>
                  <a:pt x="1631" y="12994"/>
                </a:lnTo>
                <a:lnTo>
                  <a:pt x="1899" y="13334"/>
                </a:lnTo>
                <a:lnTo>
                  <a:pt x="2166" y="13651"/>
                </a:lnTo>
                <a:lnTo>
                  <a:pt x="2434" y="13943"/>
                </a:lnTo>
                <a:lnTo>
                  <a:pt x="2750" y="14235"/>
                </a:lnTo>
                <a:lnTo>
                  <a:pt x="3042" y="14502"/>
                </a:lnTo>
                <a:lnTo>
                  <a:pt x="3383" y="14746"/>
                </a:lnTo>
                <a:lnTo>
                  <a:pt x="3699" y="14965"/>
                </a:lnTo>
                <a:lnTo>
                  <a:pt x="4064" y="15159"/>
                </a:lnTo>
                <a:lnTo>
                  <a:pt x="4429" y="15354"/>
                </a:lnTo>
                <a:lnTo>
                  <a:pt x="4794" y="15500"/>
                </a:lnTo>
                <a:lnTo>
                  <a:pt x="5184" y="15622"/>
                </a:lnTo>
                <a:lnTo>
                  <a:pt x="5597" y="15743"/>
                </a:lnTo>
                <a:lnTo>
                  <a:pt x="6011" y="15816"/>
                </a:lnTo>
                <a:lnTo>
                  <a:pt x="6424" y="15889"/>
                </a:lnTo>
                <a:lnTo>
                  <a:pt x="6862" y="15914"/>
                </a:lnTo>
                <a:lnTo>
                  <a:pt x="7300" y="15938"/>
                </a:lnTo>
                <a:lnTo>
                  <a:pt x="7738" y="15938"/>
                </a:lnTo>
                <a:lnTo>
                  <a:pt x="8152" y="15914"/>
                </a:lnTo>
                <a:lnTo>
                  <a:pt x="8590" y="15889"/>
                </a:lnTo>
                <a:lnTo>
                  <a:pt x="9004" y="15841"/>
                </a:lnTo>
                <a:lnTo>
                  <a:pt x="9442" y="15768"/>
                </a:lnTo>
                <a:lnTo>
                  <a:pt x="9855" y="15670"/>
                </a:lnTo>
                <a:lnTo>
                  <a:pt x="10245" y="15573"/>
                </a:lnTo>
                <a:lnTo>
                  <a:pt x="10658" y="15451"/>
                </a:lnTo>
                <a:lnTo>
                  <a:pt x="11048" y="15305"/>
                </a:lnTo>
                <a:lnTo>
                  <a:pt x="11461" y="15135"/>
                </a:lnTo>
                <a:lnTo>
                  <a:pt x="11826" y="14940"/>
                </a:lnTo>
                <a:lnTo>
                  <a:pt x="12216" y="14721"/>
                </a:lnTo>
                <a:lnTo>
                  <a:pt x="12581" y="14478"/>
                </a:lnTo>
                <a:lnTo>
                  <a:pt x="12921" y="14235"/>
                </a:lnTo>
                <a:lnTo>
                  <a:pt x="13286" y="13943"/>
                </a:lnTo>
                <a:lnTo>
                  <a:pt x="13603" y="13651"/>
                </a:lnTo>
                <a:lnTo>
                  <a:pt x="13895" y="13334"/>
                </a:lnTo>
                <a:lnTo>
                  <a:pt x="14187" y="13018"/>
                </a:lnTo>
                <a:lnTo>
                  <a:pt x="14454" y="12702"/>
                </a:lnTo>
                <a:lnTo>
                  <a:pt x="14697" y="12361"/>
                </a:lnTo>
                <a:lnTo>
                  <a:pt x="14916" y="11996"/>
                </a:lnTo>
                <a:lnTo>
                  <a:pt x="15111" y="11631"/>
                </a:lnTo>
                <a:lnTo>
                  <a:pt x="15135" y="11631"/>
                </a:lnTo>
                <a:lnTo>
                  <a:pt x="15160" y="11582"/>
                </a:lnTo>
                <a:lnTo>
                  <a:pt x="15160" y="11534"/>
                </a:lnTo>
                <a:lnTo>
                  <a:pt x="15330" y="11096"/>
                </a:lnTo>
                <a:lnTo>
                  <a:pt x="15500" y="10658"/>
                </a:lnTo>
                <a:lnTo>
                  <a:pt x="15622" y="10195"/>
                </a:lnTo>
                <a:lnTo>
                  <a:pt x="15719" y="9733"/>
                </a:lnTo>
                <a:lnTo>
                  <a:pt x="15744" y="9709"/>
                </a:lnTo>
                <a:lnTo>
                  <a:pt x="15768" y="9684"/>
                </a:lnTo>
                <a:lnTo>
                  <a:pt x="15792" y="9636"/>
                </a:lnTo>
                <a:lnTo>
                  <a:pt x="15768" y="9611"/>
                </a:lnTo>
                <a:lnTo>
                  <a:pt x="15744" y="9563"/>
                </a:lnTo>
                <a:lnTo>
                  <a:pt x="15792" y="9174"/>
                </a:lnTo>
                <a:lnTo>
                  <a:pt x="15841" y="8760"/>
                </a:lnTo>
                <a:lnTo>
                  <a:pt x="15841" y="8371"/>
                </a:lnTo>
                <a:lnTo>
                  <a:pt x="15817" y="7957"/>
                </a:lnTo>
                <a:lnTo>
                  <a:pt x="15744" y="7105"/>
                </a:lnTo>
                <a:lnTo>
                  <a:pt x="15671" y="6667"/>
                </a:lnTo>
                <a:lnTo>
                  <a:pt x="15598" y="6254"/>
                </a:lnTo>
                <a:lnTo>
                  <a:pt x="15525" y="5840"/>
                </a:lnTo>
                <a:lnTo>
                  <a:pt x="15403" y="5426"/>
                </a:lnTo>
                <a:lnTo>
                  <a:pt x="15281" y="5013"/>
                </a:lnTo>
                <a:lnTo>
                  <a:pt x="15160" y="4623"/>
                </a:lnTo>
                <a:lnTo>
                  <a:pt x="14989" y="4234"/>
                </a:lnTo>
                <a:lnTo>
                  <a:pt x="14819" y="3845"/>
                </a:lnTo>
                <a:lnTo>
                  <a:pt x="14624" y="3480"/>
                </a:lnTo>
                <a:lnTo>
                  <a:pt x="14405" y="3115"/>
                </a:lnTo>
                <a:lnTo>
                  <a:pt x="14162" y="2774"/>
                </a:lnTo>
                <a:lnTo>
                  <a:pt x="13895" y="2458"/>
                </a:lnTo>
                <a:lnTo>
                  <a:pt x="13603" y="2141"/>
                </a:lnTo>
                <a:lnTo>
                  <a:pt x="13286" y="1849"/>
                </a:lnTo>
                <a:lnTo>
                  <a:pt x="12970" y="1582"/>
                </a:lnTo>
                <a:lnTo>
                  <a:pt x="12654" y="1363"/>
                </a:lnTo>
                <a:lnTo>
                  <a:pt x="12313" y="1144"/>
                </a:lnTo>
                <a:lnTo>
                  <a:pt x="11948" y="949"/>
                </a:lnTo>
                <a:lnTo>
                  <a:pt x="11607" y="779"/>
                </a:lnTo>
                <a:lnTo>
                  <a:pt x="11218" y="609"/>
                </a:lnTo>
                <a:lnTo>
                  <a:pt x="10853" y="487"/>
                </a:lnTo>
                <a:lnTo>
                  <a:pt x="10464" y="365"/>
                </a:lnTo>
                <a:lnTo>
                  <a:pt x="10099" y="268"/>
                </a:lnTo>
                <a:lnTo>
                  <a:pt x="9709" y="171"/>
                </a:lnTo>
                <a:lnTo>
                  <a:pt x="9320" y="98"/>
                </a:lnTo>
                <a:lnTo>
                  <a:pt x="8931" y="49"/>
                </a:lnTo>
                <a:lnTo>
                  <a:pt x="8541" y="25"/>
                </a:lnTo>
                <a:lnTo>
                  <a:pt x="8152" y="0"/>
                </a:lnTo>
                <a:close/>
              </a:path>
            </a:pathLst>
          </a:cu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29"/>
          <p:cNvSpPr txBox="1"/>
          <p:nvPr/>
        </p:nvSpPr>
        <p:spPr>
          <a:xfrm>
            <a:off x="1599650" y="776075"/>
            <a:ext cx="6680400" cy="11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@GET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@Path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"/{userId}"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public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2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Profile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getProfile(</a:t>
            </a:r>
            <a:r>
              <a:rPr lang="en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@PathParam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"userId"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lang="en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userId){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12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// Here find all data and return profile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41" name="Google Shape;641;p29"/>
          <p:cNvSpPr txBox="1"/>
          <p:nvPr/>
        </p:nvSpPr>
        <p:spPr>
          <a:xfrm>
            <a:off x="1599650" y="1885050"/>
            <a:ext cx="6823200" cy="13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@GET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@Path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"/lite/{userId}"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public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2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ProfileLite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getLiteProfile(</a:t>
            </a:r>
            <a:r>
              <a:rPr lang="en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@PathParam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"userId"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lang="en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userId){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12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// Here find some data and return profile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42" name="Google Shape;642;p29"/>
          <p:cNvSpPr txBox="1"/>
          <p:nvPr/>
        </p:nvSpPr>
        <p:spPr>
          <a:xfrm>
            <a:off x="1599650" y="3197550"/>
            <a:ext cx="6823200" cy="13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@GET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@Path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"/lite/status/{userId}"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public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2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ProfileLiteWithStatus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getLiteProfileWithStatus(</a:t>
            </a:r>
            <a:r>
              <a:rPr lang="en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@PathParam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"userId"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lang="en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userId){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12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// Here find some data (and the status) and return profile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43" name="Google Shape;643;p29"/>
          <p:cNvSpPr/>
          <p:nvPr/>
        </p:nvSpPr>
        <p:spPr>
          <a:xfrm>
            <a:off x="1582625" y="3195675"/>
            <a:ext cx="6619575" cy="1088050"/>
          </a:xfrm>
          <a:custGeom>
            <a:rect b="b" l="l" r="r" t="t"/>
            <a:pathLst>
              <a:path extrusionOk="0" h="43522" w="264783">
                <a:moveTo>
                  <a:pt x="0" y="0"/>
                </a:moveTo>
                <a:cubicBezTo>
                  <a:pt x="48098" y="10306"/>
                  <a:pt x="96479" y="19520"/>
                  <a:pt x="145174" y="26478"/>
                </a:cubicBezTo>
                <a:cubicBezTo>
                  <a:pt x="165868" y="29435"/>
                  <a:pt x="186379" y="34340"/>
                  <a:pt x="207261" y="35304"/>
                </a:cubicBezTo>
                <a:cubicBezTo>
                  <a:pt x="226609" y="36197"/>
                  <a:pt x="245414" y="43522"/>
                  <a:pt x="264783" y="43522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44" name="Google Shape;644;p29"/>
          <p:cNvSpPr/>
          <p:nvPr/>
        </p:nvSpPr>
        <p:spPr>
          <a:xfrm>
            <a:off x="1681525" y="3165225"/>
            <a:ext cx="6094600" cy="1179350"/>
          </a:xfrm>
          <a:custGeom>
            <a:rect b="b" l="l" r="r" t="t"/>
            <a:pathLst>
              <a:path extrusionOk="0" h="47174" w="243784">
                <a:moveTo>
                  <a:pt x="0" y="47174"/>
                </a:moveTo>
                <a:cubicBezTo>
                  <a:pt x="27676" y="45608"/>
                  <a:pt x="55473" y="44009"/>
                  <a:pt x="82783" y="39261"/>
                </a:cubicBezTo>
                <a:cubicBezTo>
                  <a:pt x="94014" y="37308"/>
                  <a:pt x="104594" y="32590"/>
                  <a:pt x="115653" y="29826"/>
                </a:cubicBezTo>
                <a:cubicBezTo>
                  <a:pt x="151715" y="20814"/>
                  <a:pt x="188426" y="14598"/>
                  <a:pt x="224610" y="6087"/>
                </a:cubicBezTo>
                <a:cubicBezTo>
                  <a:pt x="231138" y="4552"/>
                  <a:pt x="237170" y="1103"/>
                  <a:pt x="243784" y="0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30"/>
          <p:cNvSpPr txBox="1"/>
          <p:nvPr/>
        </p:nvSpPr>
        <p:spPr>
          <a:xfrm>
            <a:off x="1599650" y="776075"/>
            <a:ext cx="6680400" cy="11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@GET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@Path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"/{userId}"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public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2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Profile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getProfile(</a:t>
            </a:r>
            <a:r>
              <a:rPr lang="en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@PathParam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"userId"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lang="en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userId){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12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// Here find all data and return profile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50" name="Google Shape;650;p30"/>
          <p:cNvSpPr txBox="1"/>
          <p:nvPr/>
        </p:nvSpPr>
        <p:spPr>
          <a:xfrm>
            <a:off x="1599650" y="776075"/>
            <a:ext cx="6680400" cy="15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@GET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@Path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"/{userId}"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public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2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Profile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getProfile(</a:t>
            </a:r>
            <a:r>
              <a:rPr lang="en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@PathParam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"userId"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lang="en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userId,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          </a:t>
            </a:r>
            <a:r>
              <a:rPr lang="en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@QueryParam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"in</a:t>
            </a:r>
            <a:r>
              <a:rPr lang="en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clude"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lang="en" sz="12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String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[] include,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              </a:t>
            </a:r>
            <a:r>
              <a:rPr lang="en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@QueryParam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"exclude"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lang="en" sz="12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String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[] exclude){</a:t>
            </a:r>
            <a:endParaRPr sz="1200">
              <a:solidFill>
                <a:srgbClr val="C5392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12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// Here find all data and return profile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51" name="Google Shape;651;p30"/>
          <p:cNvSpPr txBox="1"/>
          <p:nvPr/>
        </p:nvSpPr>
        <p:spPr>
          <a:xfrm>
            <a:off x="1599650" y="2402450"/>
            <a:ext cx="6823200" cy="13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@GET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@Path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"/lite/{userId}"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public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2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ProfileLite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getLiteProfile(</a:t>
            </a:r>
            <a:r>
              <a:rPr lang="en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@PathParam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"userId"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lang="en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userId){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12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// Here find some data and return profile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31"/>
          <p:cNvSpPr txBox="1"/>
          <p:nvPr>
            <p:ph idx="1" type="body"/>
          </p:nvPr>
        </p:nvSpPr>
        <p:spPr>
          <a:xfrm>
            <a:off x="2243200" y="821750"/>
            <a:ext cx="6128100" cy="3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0" lang="en"/>
              <a:t>Over-fetching</a:t>
            </a:r>
            <a:r>
              <a:rPr b="0" i="0" lang="en"/>
              <a:t> is fetching too much data, aka there is data in the </a:t>
            </a:r>
            <a:r>
              <a:rPr b="0" i="0" lang="en"/>
              <a:t>response</a:t>
            </a:r>
            <a:r>
              <a:rPr b="0" i="0" lang="en"/>
              <a:t> you don't use.</a:t>
            </a:r>
            <a:endParaRPr b="0" i="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0" lang="en"/>
              <a:t>Under-fetching</a:t>
            </a:r>
            <a:r>
              <a:rPr b="0" i="0" lang="en"/>
              <a:t> is not having enough data with a call to an endpoint, leading you to call a second endpoint.</a:t>
            </a:r>
            <a:endParaRPr b="0" i="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31"/>
          <p:cNvSpPr txBox="1"/>
          <p:nvPr>
            <p:ph idx="12" type="sldNum"/>
          </p:nvPr>
        </p:nvSpPr>
        <p:spPr>
          <a:xfrm>
            <a:off x="7899350" y="409842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2" name="Google Shape;66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100006">
            <a:off x="5136506" y="1588772"/>
            <a:ext cx="760237" cy="272103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32"/>
          <p:cNvSpPr/>
          <p:nvPr/>
        </p:nvSpPr>
        <p:spPr>
          <a:xfrm>
            <a:off x="7294350" y="2632288"/>
            <a:ext cx="590400" cy="3936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32"/>
          <p:cNvSpPr/>
          <p:nvPr/>
        </p:nvSpPr>
        <p:spPr>
          <a:xfrm>
            <a:off x="7458500" y="2087288"/>
            <a:ext cx="486900" cy="3936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32"/>
          <p:cNvSpPr/>
          <p:nvPr/>
        </p:nvSpPr>
        <p:spPr>
          <a:xfrm>
            <a:off x="6896050" y="1955863"/>
            <a:ext cx="486900" cy="3936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32"/>
          <p:cNvSpPr/>
          <p:nvPr/>
        </p:nvSpPr>
        <p:spPr>
          <a:xfrm>
            <a:off x="2324050" y="2552100"/>
            <a:ext cx="660300" cy="4980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32"/>
          <p:cNvSpPr/>
          <p:nvPr/>
        </p:nvSpPr>
        <p:spPr>
          <a:xfrm>
            <a:off x="2428260" y="1996200"/>
            <a:ext cx="486900" cy="4980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32"/>
          <p:cNvSpPr/>
          <p:nvPr/>
        </p:nvSpPr>
        <p:spPr>
          <a:xfrm>
            <a:off x="1800173" y="1913723"/>
            <a:ext cx="548700" cy="4980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32"/>
          <p:cNvSpPr/>
          <p:nvPr/>
        </p:nvSpPr>
        <p:spPr>
          <a:xfrm>
            <a:off x="4346138" y="1969675"/>
            <a:ext cx="1118400" cy="1050000"/>
          </a:xfrm>
          <a:prstGeom prst="ellipse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32"/>
          <p:cNvSpPr/>
          <p:nvPr/>
        </p:nvSpPr>
        <p:spPr>
          <a:xfrm>
            <a:off x="1644113" y="2491475"/>
            <a:ext cx="548700" cy="4980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32"/>
          <p:cNvSpPr/>
          <p:nvPr/>
        </p:nvSpPr>
        <p:spPr>
          <a:xfrm>
            <a:off x="3526375" y="3379788"/>
            <a:ext cx="1118400" cy="10500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32"/>
          <p:cNvSpPr/>
          <p:nvPr/>
        </p:nvSpPr>
        <p:spPr>
          <a:xfrm>
            <a:off x="7148725" y="594088"/>
            <a:ext cx="1118400" cy="105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32"/>
          <p:cNvSpPr/>
          <p:nvPr/>
        </p:nvSpPr>
        <p:spPr>
          <a:xfrm>
            <a:off x="5765050" y="594088"/>
            <a:ext cx="1118400" cy="105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32"/>
          <p:cNvSpPr/>
          <p:nvPr/>
        </p:nvSpPr>
        <p:spPr>
          <a:xfrm>
            <a:off x="4346138" y="594100"/>
            <a:ext cx="1118400" cy="105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32"/>
          <p:cNvSpPr/>
          <p:nvPr/>
        </p:nvSpPr>
        <p:spPr>
          <a:xfrm>
            <a:off x="2949163" y="594113"/>
            <a:ext cx="1118400" cy="105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32"/>
          <p:cNvSpPr/>
          <p:nvPr/>
        </p:nvSpPr>
        <p:spPr>
          <a:xfrm>
            <a:off x="1552200" y="594113"/>
            <a:ext cx="1118400" cy="105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32"/>
          <p:cNvSpPr txBox="1"/>
          <p:nvPr>
            <p:ph idx="12" type="sldNum"/>
          </p:nvPr>
        </p:nvSpPr>
        <p:spPr>
          <a:xfrm>
            <a:off x="7899350" y="409842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8" name="Google Shape;678;p32"/>
          <p:cNvSpPr/>
          <p:nvPr/>
        </p:nvSpPr>
        <p:spPr>
          <a:xfrm>
            <a:off x="1682743" y="789832"/>
            <a:ext cx="548681" cy="470285"/>
          </a:xfrm>
          <a:custGeom>
            <a:rect b="b" l="l" r="r" t="t"/>
            <a:pathLst>
              <a:path extrusionOk="0" h="16571" w="18956">
                <a:moveTo>
                  <a:pt x="9222" y="2604"/>
                </a:moveTo>
                <a:lnTo>
                  <a:pt x="9149" y="2628"/>
                </a:lnTo>
                <a:lnTo>
                  <a:pt x="9028" y="2701"/>
                </a:lnTo>
                <a:lnTo>
                  <a:pt x="8809" y="2896"/>
                </a:lnTo>
                <a:lnTo>
                  <a:pt x="8517" y="3139"/>
                </a:lnTo>
                <a:lnTo>
                  <a:pt x="8249" y="3358"/>
                </a:lnTo>
                <a:lnTo>
                  <a:pt x="7957" y="3577"/>
                </a:lnTo>
                <a:lnTo>
                  <a:pt x="7665" y="3821"/>
                </a:lnTo>
                <a:lnTo>
                  <a:pt x="6619" y="4818"/>
                </a:lnTo>
                <a:lnTo>
                  <a:pt x="5573" y="5816"/>
                </a:lnTo>
                <a:lnTo>
                  <a:pt x="5256" y="6181"/>
                </a:lnTo>
                <a:lnTo>
                  <a:pt x="4964" y="6546"/>
                </a:lnTo>
                <a:lnTo>
                  <a:pt x="4380" y="7325"/>
                </a:lnTo>
                <a:lnTo>
                  <a:pt x="4210" y="7495"/>
                </a:lnTo>
                <a:lnTo>
                  <a:pt x="3942" y="7763"/>
                </a:lnTo>
                <a:lnTo>
                  <a:pt x="3821" y="7909"/>
                </a:lnTo>
                <a:lnTo>
                  <a:pt x="3723" y="8055"/>
                </a:lnTo>
                <a:lnTo>
                  <a:pt x="3675" y="8176"/>
                </a:lnTo>
                <a:lnTo>
                  <a:pt x="3675" y="8225"/>
                </a:lnTo>
                <a:lnTo>
                  <a:pt x="3699" y="8274"/>
                </a:lnTo>
                <a:lnTo>
                  <a:pt x="3796" y="8347"/>
                </a:lnTo>
                <a:lnTo>
                  <a:pt x="3918" y="8347"/>
                </a:lnTo>
                <a:lnTo>
                  <a:pt x="4040" y="8322"/>
                </a:lnTo>
                <a:lnTo>
                  <a:pt x="4186" y="8249"/>
                </a:lnTo>
                <a:lnTo>
                  <a:pt x="4332" y="8128"/>
                </a:lnTo>
                <a:lnTo>
                  <a:pt x="4478" y="8006"/>
                </a:lnTo>
                <a:lnTo>
                  <a:pt x="4794" y="7665"/>
                </a:lnTo>
                <a:lnTo>
                  <a:pt x="5086" y="7300"/>
                </a:lnTo>
                <a:lnTo>
                  <a:pt x="5354" y="6935"/>
                </a:lnTo>
                <a:lnTo>
                  <a:pt x="5694" y="6473"/>
                </a:lnTo>
                <a:lnTo>
                  <a:pt x="6108" y="6035"/>
                </a:lnTo>
                <a:lnTo>
                  <a:pt x="6521" y="5621"/>
                </a:lnTo>
                <a:lnTo>
                  <a:pt x="7422" y="4818"/>
                </a:lnTo>
                <a:lnTo>
                  <a:pt x="7860" y="4380"/>
                </a:lnTo>
                <a:lnTo>
                  <a:pt x="8322" y="3967"/>
                </a:lnTo>
                <a:lnTo>
                  <a:pt x="8663" y="3699"/>
                </a:lnTo>
                <a:lnTo>
                  <a:pt x="9003" y="3456"/>
                </a:lnTo>
                <a:lnTo>
                  <a:pt x="9174" y="3285"/>
                </a:lnTo>
                <a:lnTo>
                  <a:pt x="9295" y="3139"/>
                </a:lnTo>
                <a:lnTo>
                  <a:pt x="9320" y="3139"/>
                </a:lnTo>
                <a:lnTo>
                  <a:pt x="9466" y="3285"/>
                </a:lnTo>
                <a:lnTo>
                  <a:pt x="10366" y="4113"/>
                </a:lnTo>
                <a:lnTo>
                  <a:pt x="11169" y="4916"/>
                </a:lnTo>
                <a:lnTo>
                  <a:pt x="11558" y="5329"/>
                </a:lnTo>
                <a:lnTo>
                  <a:pt x="11923" y="5767"/>
                </a:lnTo>
                <a:lnTo>
                  <a:pt x="12264" y="6181"/>
                </a:lnTo>
                <a:lnTo>
                  <a:pt x="12605" y="6643"/>
                </a:lnTo>
                <a:lnTo>
                  <a:pt x="12945" y="7057"/>
                </a:lnTo>
                <a:lnTo>
                  <a:pt x="13116" y="7276"/>
                </a:lnTo>
                <a:lnTo>
                  <a:pt x="13310" y="7471"/>
                </a:lnTo>
                <a:lnTo>
                  <a:pt x="13675" y="7787"/>
                </a:lnTo>
                <a:lnTo>
                  <a:pt x="14040" y="8079"/>
                </a:lnTo>
                <a:lnTo>
                  <a:pt x="14308" y="8322"/>
                </a:lnTo>
                <a:lnTo>
                  <a:pt x="14429" y="8420"/>
                </a:lnTo>
                <a:lnTo>
                  <a:pt x="14502" y="8444"/>
                </a:lnTo>
                <a:lnTo>
                  <a:pt x="14600" y="8493"/>
                </a:lnTo>
                <a:lnTo>
                  <a:pt x="14697" y="8493"/>
                </a:lnTo>
                <a:lnTo>
                  <a:pt x="14770" y="8444"/>
                </a:lnTo>
                <a:lnTo>
                  <a:pt x="14843" y="8371"/>
                </a:lnTo>
                <a:lnTo>
                  <a:pt x="14867" y="8274"/>
                </a:lnTo>
                <a:lnTo>
                  <a:pt x="14867" y="8201"/>
                </a:lnTo>
                <a:lnTo>
                  <a:pt x="14843" y="8103"/>
                </a:lnTo>
                <a:lnTo>
                  <a:pt x="14746" y="7957"/>
                </a:lnTo>
                <a:lnTo>
                  <a:pt x="14648" y="7811"/>
                </a:lnTo>
                <a:lnTo>
                  <a:pt x="14502" y="7690"/>
                </a:lnTo>
                <a:lnTo>
                  <a:pt x="14186" y="7446"/>
                </a:lnTo>
                <a:lnTo>
                  <a:pt x="13894" y="7252"/>
                </a:lnTo>
                <a:lnTo>
                  <a:pt x="13675" y="7057"/>
                </a:lnTo>
                <a:lnTo>
                  <a:pt x="13481" y="6862"/>
                </a:lnTo>
                <a:lnTo>
                  <a:pt x="13116" y="6424"/>
                </a:lnTo>
                <a:lnTo>
                  <a:pt x="12434" y="5500"/>
                </a:lnTo>
                <a:lnTo>
                  <a:pt x="12045" y="5037"/>
                </a:lnTo>
                <a:lnTo>
                  <a:pt x="11607" y="4599"/>
                </a:lnTo>
                <a:lnTo>
                  <a:pt x="11169" y="4161"/>
                </a:lnTo>
                <a:lnTo>
                  <a:pt x="10731" y="3723"/>
                </a:lnTo>
                <a:lnTo>
                  <a:pt x="10293" y="3334"/>
                </a:lnTo>
                <a:lnTo>
                  <a:pt x="9806" y="2920"/>
                </a:lnTo>
                <a:lnTo>
                  <a:pt x="9660" y="2799"/>
                </a:lnTo>
                <a:lnTo>
                  <a:pt x="9514" y="2726"/>
                </a:lnTo>
                <a:lnTo>
                  <a:pt x="9417" y="2628"/>
                </a:lnTo>
                <a:lnTo>
                  <a:pt x="9368" y="2604"/>
                </a:lnTo>
                <a:close/>
                <a:moveTo>
                  <a:pt x="9271" y="8979"/>
                </a:moveTo>
                <a:lnTo>
                  <a:pt x="9247" y="9125"/>
                </a:lnTo>
                <a:lnTo>
                  <a:pt x="9271" y="9271"/>
                </a:lnTo>
                <a:lnTo>
                  <a:pt x="9295" y="9563"/>
                </a:lnTo>
                <a:lnTo>
                  <a:pt x="8517" y="9563"/>
                </a:lnTo>
                <a:lnTo>
                  <a:pt x="8298" y="9587"/>
                </a:lnTo>
                <a:lnTo>
                  <a:pt x="8176" y="9612"/>
                </a:lnTo>
                <a:lnTo>
                  <a:pt x="8054" y="9636"/>
                </a:lnTo>
                <a:lnTo>
                  <a:pt x="8054" y="9466"/>
                </a:lnTo>
                <a:lnTo>
                  <a:pt x="8054" y="9320"/>
                </a:lnTo>
                <a:lnTo>
                  <a:pt x="8006" y="9174"/>
                </a:lnTo>
                <a:lnTo>
                  <a:pt x="7957" y="9028"/>
                </a:lnTo>
                <a:lnTo>
                  <a:pt x="8614" y="9028"/>
                </a:lnTo>
                <a:lnTo>
                  <a:pt x="9271" y="8979"/>
                </a:lnTo>
                <a:close/>
                <a:moveTo>
                  <a:pt x="10317" y="8979"/>
                </a:moveTo>
                <a:lnTo>
                  <a:pt x="10682" y="9028"/>
                </a:lnTo>
                <a:lnTo>
                  <a:pt x="11047" y="9052"/>
                </a:lnTo>
                <a:lnTo>
                  <a:pt x="11047" y="9344"/>
                </a:lnTo>
                <a:lnTo>
                  <a:pt x="11047" y="9636"/>
                </a:lnTo>
                <a:lnTo>
                  <a:pt x="10731" y="9612"/>
                </a:lnTo>
                <a:lnTo>
                  <a:pt x="9685" y="9587"/>
                </a:lnTo>
                <a:lnTo>
                  <a:pt x="9636" y="9271"/>
                </a:lnTo>
                <a:lnTo>
                  <a:pt x="9612" y="9125"/>
                </a:lnTo>
                <a:lnTo>
                  <a:pt x="9563" y="8979"/>
                </a:lnTo>
                <a:close/>
                <a:moveTo>
                  <a:pt x="8054" y="10001"/>
                </a:moveTo>
                <a:lnTo>
                  <a:pt x="8176" y="10025"/>
                </a:lnTo>
                <a:lnTo>
                  <a:pt x="8930" y="10025"/>
                </a:lnTo>
                <a:lnTo>
                  <a:pt x="9320" y="10050"/>
                </a:lnTo>
                <a:lnTo>
                  <a:pt x="9295" y="10707"/>
                </a:lnTo>
                <a:lnTo>
                  <a:pt x="8638" y="10634"/>
                </a:lnTo>
                <a:lnTo>
                  <a:pt x="8298" y="10634"/>
                </a:lnTo>
                <a:lnTo>
                  <a:pt x="8006" y="10658"/>
                </a:lnTo>
                <a:lnTo>
                  <a:pt x="8030" y="10342"/>
                </a:lnTo>
                <a:lnTo>
                  <a:pt x="8054" y="10001"/>
                </a:lnTo>
                <a:close/>
                <a:moveTo>
                  <a:pt x="9709" y="10074"/>
                </a:moveTo>
                <a:lnTo>
                  <a:pt x="10366" y="10147"/>
                </a:lnTo>
                <a:lnTo>
                  <a:pt x="10901" y="10147"/>
                </a:lnTo>
                <a:lnTo>
                  <a:pt x="11047" y="10123"/>
                </a:lnTo>
                <a:lnTo>
                  <a:pt x="11047" y="10123"/>
                </a:lnTo>
                <a:lnTo>
                  <a:pt x="11023" y="10390"/>
                </a:lnTo>
                <a:lnTo>
                  <a:pt x="10974" y="10634"/>
                </a:lnTo>
                <a:lnTo>
                  <a:pt x="10755" y="10707"/>
                </a:lnTo>
                <a:lnTo>
                  <a:pt x="10536" y="10731"/>
                </a:lnTo>
                <a:lnTo>
                  <a:pt x="10123" y="10755"/>
                </a:lnTo>
                <a:lnTo>
                  <a:pt x="9685" y="10755"/>
                </a:lnTo>
                <a:lnTo>
                  <a:pt x="9685" y="10707"/>
                </a:lnTo>
                <a:lnTo>
                  <a:pt x="9709" y="10390"/>
                </a:lnTo>
                <a:lnTo>
                  <a:pt x="9709" y="10074"/>
                </a:lnTo>
                <a:close/>
                <a:moveTo>
                  <a:pt x="8955" y="8468"/>
                </a:moveTo>
                <a:lnTo>
                  <a:pt x="8541" y="8493"/>
                </a:lnTo>
                <a:lnTo>
                  <a:pt x="8346" y="8517"/>
                </a:lnTo>
                <a:lnTo>
                  <a:pt x="8152" y="8566"/>
                </a:lnTo>
                <a:lnTo>
                  <a:pt x="7957" y="8614"/>
                </a:lnTo>
                <a:lnTo>
                  <a:pt x="7762" y="8687"/>
                </a:lnTo>
                <a:lnTo>
                  <a:pt x="7738" y="8736"/>
                </a:lnTo>
                <a:lnTo>
                  <a:pt x="7714" y="8760"/>
                </a:lnTo>
                <a:lnTo>
                  <a:pt x="7689" y="8833"/>
                </a:lnTo>
                <a:lnTo>
                  <a:pt x="7641" y="8882"/>
                </a:lnTo>
                <a:lnTo>
                  <a:pt x="7592" y="8906"/>
                </a:lnTo>
                <a:lnTo>
                  <a:pt x="7568" y="8979"/>
                </a:lnTo>
                <a:lnTo>
                  <a:pt x="7568" y="9028"/>
                </a:lnTo>
                <a:lnTo>
                  <a:pt x="7616" y="9247"/>
                </a:lnTo>
                <a:lnTo>
                  <a:pt x="7616" y="9490"/>
                </a:lnTo>
                <a:lnTo>
                  <a:pt x="7592" y="9709"/>
                </a:lnTo>
                <a:lnTo>
                  <a:pt x="7568" y="9952"/>
                </a:lnTo>
                <a:lnTo>
                  <a:pt x="7495" y="10415"/>
                </a:lnTo>
                <a:lnTo>
                  <a:pt x="7495" y="10634"/>
                </a:lnTo>
                <a:lnTo>
                  <a:pt x="7519" y="10877"/>
                </a:lnTo>
                <a:lnTo>
                  <a:pt x="7519" y="10926"/>
                </a:lnTo>
                <a:lnTo>
                  <a:pt x="7568" y="10974"/>
                </a:lnTo>
                <a:lnTo>
                  <a:pt x="7641" y="11023"/>
                </a:lnTo>
                <a:lnTo>
                  <a:pt x="7762" y="11047"/>
                </a:lnTo>
                <a:lnTo>
                  <a:pt x="7860" y="10999"/>
                </a:lnTo>
                <a:lnTo>
                  <a:pt x="8079" y="11072"/>
                </a:lnTo>
                <a:lnTo>
                  <a:pt x="8298" y="11120"/>
                </a:lnTo>
                <a:lnTo>
                  <a:pt x="8784" y="11169"/>
                </a:lnTo>
                <a:lnTo>
                  <a:pt x="9733" y="11218"/>
                </a:lnTo>
                <a:lnTo>
                  <a:pt x="10123" y="11242"/>
                </a:lnTo>
                <a:lnTo>
                  <a:pt x="10561" y="11218"/>
                </a:lnTo>
                <a:lnTo>
                  <a:pt x="10780" y="11193"/>
                </a:lnTo>
                <a:lnTo>
                  <a:pt x="10999" y="11145"/>
                </a:lnTo>
                <a:lnTo>
                  <a:pt x="11169" y="11072"/>
                </a:lnTo>
                <a:lnTo>
                  <a:pt x="11339" y="10950"/>
                </a:lnTo>
                <a:lnTo>
                  <a:pt x="11388" y="10877"/>
                </a:lnTo>
                <a:lnTo>
                  <a:pt x="11388" y="10828"/>
                </a:lnTo>
                <a:lnTo>
                  <a:pt x="11412" y="10804"/>
                </a:lnTo>
                <a:lnTo>
                  <a:pt x="11461" y="10561"/>
                </a:lnTo>
                <a:lnTo>
                  <a:pt x="11510" y="10293"/>
                </a:lnTo>
                <a:lnTo>
                  <a:pt x="11510" y="10025"/>
                </a:lnTo>
                <a:lnTo>
                  <a:pt x="11510" y="9782"/>
                </a:lnTo>
                <a:lnTo>
                  <a:pt x="11510" y="9223"/>
                </a:lnTo>
                <a:lnTo>
                  <a:pt x="11485" y="8931"/>
                </a:lnTo>
                <a:lnTo>
                  <a:pt x="11437" y="8663"/>
                </a:lnTo>
                <a:lnTo>
                  <a:pt x="11412" y="8614"/>
                </a:lnTo>
                <a:lnTo>
                  <a:pt x="11364" y="8590"/>
                </a:lnTo>
                <a:lnTo>
                  <a:pt x="11315" y="8566"/>
                </a:lnTo>
                <a:lnTo>
                  <a:pt x="11218" y="8566"/>
                </a:lnTo>
                <a:lnTo>
                  <a:pt x="10755" y="8493"/>
                </a:lnTo>
                <a:lnTo>
                  <a:pt x="10293" y="8468"/>
                </a:lnTo>
                <a:close/>
                <a:moveTo>
                  <a:pt x="10244" y="12556"/>
                </a:moveTo>
                <a:lnTo>
                  <a:pt x="10390" y="12678"/>
                </a:lnTo>
                <a:lnTo>
                  <a:pt x="10536" y="12799"/>
                </a:lnTo>
                <a:lnTo>
                  <a:pt x="10634" y="12970"/>
                </a:lnTo>
                <a:lnTo>
                  <a:pt x="10415" y="13018"/>
                </a:lnTo>
                <a:lnTo>
                  <a:pt x="10342" y="12775"/>
                </a:lnTo>
                <a:lnTo>
                  <a:pt x="10244" y="12556"/>
                </a:lnTo>
                <a:close/>
                <a:moveTo>
                  <a:pt x="10828" y="13359"/>
                </a:moveTo>
                <a:lnTo>
                  <a:pt x="10901" y="13578"/>
                </a:lnTo>
                <a:lnTo>
                  <a:pt x="10707" y="13675"/>
                </a:lnTo>
                <a:lnTo>
                  <a:pt x="10536" y="13797"/>
                </a:lnTo>
                <a:lnTo>
                  <a:pt x="10536" y="13773"/>
                </a:lnTo>
                <a:lnTo>
                  <a:pt x="10488" y="13383"/>
                </a:lnTo>
                <a:lnTo>
                  <a:pt x="10512" y="13359"/>
                </a:lnTo>
                <a:close/>
                <a:moveTo>
                  <a:pt x="10974" y="13919"/>
                </a:moveTo>
                <a:lnTo>
                  <a:pt x="11023" y="14332"/>
                </a:lnTo>
                <a:lnTo>
                  <a:pt x="10853" y="14381"/>
                </a:lnTo>
                <a:lnTo>
                  <a:pt x="10707" y="14430"/>
                </a:lnTo>
                <a:lnTo>
                  <a:pt x="10536" y="14478"/>
                </a:lnTo>
                <a:lnTo>
                  <a:pt x="10536" y="14113"/>
                </a:lnTo>
                <a:lnTo>
                  <a:pt x="10658" y="14065"/>
                </a:lnTo>
                <a:lnTo>
                  <a:pt x="10780" y="13992"/>
                </a:lnTo>
                <a:lnTo>
                  <a:pt x="10974" y="13919"/>
                </a:lnTo>
                <a:close/>
                <a:moveTo>
                  <a:pt x="11047" y="14722"/>
                </a:moveTo>
                <a:lnTo>
                  <a:pt x="11047" y="14941"/>
                </a:lnTo>
                <a:lnTo>
                  <a:pt x="10755" y="15038"/>
                </a:lnTo>
                <a:lnTo>
                  <a:pt x="10609" y="15087"/>
                </a:lnTo>
                <a:lnTo>
                  <a:pt x="10463" y="15160"/>
                </a:lnTo>
                <a:lnTo>
                  <a:pt x="10512" y="14819"/>
                </a:lnTo>
                <a:lnTo>
                  <a:pt x="10804" y="14746"/>
                </a:lnTo>
                <a:lnTo>
                  <a:pt x="11047" y="14722"/>
                </a:lnTo>
                <a:close/>
                <a:moveTo>
                  <a:pt x="11047" y="15306"/>
                </a:moveTo>
                <a:lnTo>
                  <a:pt x="11023" y="15573"/>
                </a:lnTo>
                <a:lnTo>
                  <a:pt x="11023" y="15671"/>
                </a:lnTo>
                <a:lnTo>
                  <a:pt x="10999" y="15671"/>
                </a:lnTo>
                <a:lnTo>
                  <a:pt x="10804" y="15719"/>
                </a:lnTo>
                <a:lnTo>
                  <a:pt x="10585" y="15792"/>
                </a:lnTo>
                <a:lnTo>
                  <a:pt x="10488" y="15841"/>
                </a:lnTo>
                <a:lnTo>
                  <a:pt x="10390" y="15890"/>
                </a:lnTo>
                <a:lnTo>
                  <a:pt x="10390" y="15890"/>
                </a:lnTo>
                <a:lnTo>
                  <a:pt x="10439" y="15427"/>
                </a:lnTo>
                <a:lnTo>
                  <a:pt x="10585" y="15427"/>
                </a:lnTo>
                <a:lnTo>
                  <a:pt x="10731" y="15403"/>
                </a:lnTo>
                <a:lnTo>
                  <a:pt x="11047" y="15306"/>
                </a:lnTo>
                <a:close/>
                <a:moveTo>
                  <a:pt x="9441" y="536"/>
                </a:moveTo>
                <a:lnTo>
                  <a:pt x="9612" y="804"/>
                </a:lnTo>
                <a:lnTo>
                  <a:pt x="9831" y="1023"/>
                </a:lnTo>
                <a:lnTo>
                  <a:pt x="10050" y="1242"/>
                </a:lnTo>
                <a:lnTo>
                  <a:pt x="10293" y="1460"/>
                </a:lnTo>
                <a:lnTo>
                  <a:pt x="10780" y="1825"/>
                </a:lnTo>
                <a:lnTo>
                  <a:pt x="11266" y="2215"/>
                </a:lnTo>
                <a:lnTo>
                  <a:pt x="11899" y="2750"/>
                </a:lnTo>
                <a:lnTo>
                  <a:pt x="12507" y="3334"/>
                </a:lnTo>
                <a:lnTo>
                  <a:pt x="13091" y="3942"/>
                </a:lnTo>
                <a:lnTo>
                  <a:pt x="13651" y="4575"/>
                </a:lnTo>
                <a:lnTo>
                  <a:pt x="14746" y="5792"/>
                </a:lnTo>
                <a:lnTo>
                  <a:pt x="15305" y="6376"/>
                </a:lnTo>
                <a:lnTo>
                  <a:pt x="15622" y="6668"/>
                </a:lnTo>
                <a:lnTo>
                  <a:pt x="15914" y="6935"/>
                </a:lnTo>
                <a:lnTo>
                  <a:pt x="16206" y="7179"/>
                </a:lnTo>
                <a:lnTo>
                  <a:pt x="16522" y="7398"/>
                </a:lnTo>
                <a:lnTo>
                  <a:pt x="17155" y="7884"/>
                </a:lnTo>
                <a:lnTo>
                  <a:pt x="17471" y="8128"/>
                </a:lnTo>
                <a:lnTo>
                  <a:pt x="17763" y="8371"/>
                </a:lnTo>
                <a:lnTo>
                  <a:pt x="18031" y="8639"/>
                </a:lnTo>
                <a:lnTo>
                  <a:pt x="18274" y="8931"/>
                </a:lnTo>
                <a:lnTo>
                  <a:pt x="17885" y="8955"/>
                </a:lnTo>
                <a:lnTo>
                  <a:pt x="16741" y="8955"/>
                </a:lnTo>
                <a:lnTo>
                  <a:pt x="16425" y="8931"/>
                </a:lnTo>
                <a:lnTo>
                  <a:pt x="16060" y="8931"/>
                </a:lnTo>
                <a:lnTo>
                  <a:pt x="15889" y="8955"/>
                </a:lnTo>
                <a:lnTo>
                  <a:pt x="15719" y="8979"/>
                </a:lnTo>
                <a:lnTo>
                  <a:pt x="15597" y="9052"/>
                </a:lnTo>
                <a:lnTo>
                  <a:pt x="15524" y="9125"/>
                </a:lnTo>
                <a:lnTo>
                  <a:pt x="15500" y="9174"/>
                </a:lnTo>
                <a:lnTo>
                  <a:pt x="15500" y="9223"/>
                </a:lnTo>
                <a:lnTo>
                  <a:pt x="15573" y="9296"/>
                </a:lnTo>
                <a:lnTo>
                  <a:pt x="15549" y="9369"/>
                </a:lnTo>
                <a:lnTo>
                  <a:pt x="15549" y="10317"/>
                </a:lnTo>
                <a:lnTo>
                  <a:pt x="15549" y="11266"/>
                </a:lnTo>
                <a:lnTo>
                  <a:pt x="15524" y="12215"/>
                </a:lnTo>
                <a:lnTo>
                  <a:pt x="15476" y="13164"/>
                </a:lnTo>
                <a:lnTo>
                  <a:pt x="15451" y="14065"/>
                </a:lnTo>
                <a:lnTo>
                  <a:pt x="15427" y="14989"/>
                </a:lnTo>
                <a:lnTo>
                  <a:pt x="15427" y="15427"/>
                </a:lnTo>
                <a:lnTo>
                  <a:pt x="15451" y="15646"/>
                </a:lnTo>
                <a:lnTo>
                  <a:pt x="15500" y="15890"/>
                </a:lnTo>
                <a:lnTo>
                  <a:pt x="15208" y="15938"/>
                </a:lnTo>
                <a:lnTo>
                  <a:pt x="14965" y="15987"/>
                </a:lnTo>
                <a:lnTo>
                  <a:pt x="14210" y="16060"/>
                </a:lnTo>
                <a:lnTo>
                  <a:pt x="12069" y="16060"/>
                </a:lnTo>
                <a:lnTo>
                  <a:pt x="11826" y="16036"/>
                </a:lnTo>
                <a:lnTo>
                  <a:pt x="11680" y="16011"/>
                </a:lnTo>
                <a:lnTo>
                  <a:pt x="11510" y="16011"/>
                </a:lnTo>
                <a:lnTo>
                  <a:pt x="11534" y="15744"/>
                </a:lnTo>
                <a:lnTo>
                  <a:pt x="11558" y="15500"/>
                </a:lnTo>
                <a:lnTo>
                  <a:pt x="11558" y="15135"/>
                </a:lnTo>
                <a:lnTo>
                  <a:pt x="11558" y="14795"/>
                </a:lnTo>
                <a:lnTo>
                  <a:pt x="11534" y="14454"/>
                </a:lnTo>
                <a:lnTo>
                  <a:pt x="11510" y="14113"/>
                </a:lnTo>
                <a:lnTo>
                  <a:pt x="11461" y="13821"/>
                </a:lnTo>
                <a:lnTo>
                  <a:pt x="11388" y="13505"/>
                </a:lnTo>
                <a:lnTo>
                  <a:pt x="11291" y="13213"/>
                </a:lnTo>
                <a:lnTo>
                  <a:pt x="11169" y="12921"/>
                </a:lnTo>
                <a:lnTo>
                  <a:pt x="11023" y="12629"/>
                </a:lnTo>
                <a:lnTo>
                  <a:pt x="10828" y="12410"/>
                </a:lnTo>
                <a:lnTo>
                  <a:pt x="10731" y="12288"/>
                </a:lnTo>
                <a:lnTo>
                  <a:pt x="10609" y="12191"/>
                </a:lnTo>
                <a:lnTo>
                  <a:pt x="10463" y="12118"/>
                </a:lnTo>
                <a:lnTo>
                  <a:pt x="10342" y="12045"/>
                </a:lnTo>
                <a:lnTo>
                  <a:pt x="10147" y="11972"/>
                </a:lnTo>
                <a:lnTo>
                  <a:pt x="9977" y="11948"/>
                </a:lnTo>
                <a:lnTo>
                  <a:pt x="9782" y="11923"/>
                </a:lnTo>
                <a:lnTo>
                  <a:pt x="9587" y="11923"/>
                </a:lnTo>
                <a:lnTo>
                  <a:pt x="9417" y="11948"/>
                </a:lnTo>
                <a:lnTo>
                  <a:pt x="9222" y="11996"/>
                </a:lnTo>
                <a:lnTo>
                  <a:pt x="9052" y="12045"/>
                </a:lnTo>
                <a:lnTo>
                  <a:pt x="8857" y="12118"/>
                </a:lnTo>
                <a:lnTo>
                  <a:pt x="8687" y="12215"/>
                </a:lnTo>
                <a:lnTo>
                  <a:pt x="8541" y="12313"/>
                </a:lnTo>
                <a:lnTo>
                  <a:pt x="8371" y="12434"/>
                </a:lnTo>
                <a:lnTo>
                  <a:pt x="8249" y="12580"/>
                </a:lnTo>
                <a:lnTo>
                  <a:pt x="8103" y="12702"/>
                </a:lnTo>
                <a:lnTo>
                  <a:pt x="7981" y="12848"/>
                </a:lnTo>
                <a:lnTo>
                  <a:pt x="7884" y="13018"/>
                </a:lnTo>
                <a:lnTo>
                  <a:pt x="7811" y="13164"/>
                </a:lnTo>
                <a:lnTo>
                  <a:pt x="7714" y="13383"/>
                </a:lnTo>
                <a:lnTo>
                  <a:pt x="7665" y="13578"/>
                </a:lnTo>
                <a:lnTo>
                  <a:pt x="7568" y="14016"/>
                </a:lnTo>
                <a:lnTo>
                  <a:pt x="7495" y="14454"/>
                </a:lnTo>
                <a:lnTo>
                  <a:pt x="7446" y="14892"/>
                </a:lnTo>
                <a:lnTo>
                  <a:pt x="7397" y="15281"/>
                </a:lnTo>
                <a:lnTo>
                  <a:pt x="7373" y="15525"/>
                </a:lnTo>
                <a:lnTo>
                  <a:pt x="7373" y="15768"/>
                </a:lnTo>
                <a:lnTo>
                  <a:pt x="6181" y="15768"/>
                </a:lnTo>
                <a:lnTo>
                  <a:pt x="5013" y="15817"/>
                </a:lnTo>
                <a:lnTo>
                  <a:pt x="4234" y="15817"/>
                </a:lnTo>
                <a:lnTo>
                  <a:pt x="3796" y="15841"/>
                </a:lnTo>
                <a:lnTo>
                  <a:pt x="3602" y="15865"/>
                </a:lnTo>
                <a:lnTo>
                  <a:pt x="3407" y="15914"/>
                </a:lnTo>
                <a:lnTo>
                  <a:pt x="3431" y="15598"/>
                </a:lnTo>
                <a:lnTo>
                  <a:pt x="3456" y="15281"/>
                </a:lnTo>
                <a:lnTo>
                  <a:pt x="3431" y="14965"/>
                </a:lnTo>
                <a:lnTo>
                  <a:pt x="3456" y="14673"/>
                </a:lnTo>
                <a:lnTo>
                  <a:pt x="3504" y="13651"/>
                </a:lnTo>
                <a:lnTo>
                  <a:pt x="3553" y="12605"/>
                </a:lnTo>
                <a:lnTo>
                  <a:pt x="3529" y="12191"/>
                </a:lnTo>
                <a:lnTo>
                  <a:pt x="3504" y="11777"/>
                </a:lnTo>
                <a:lnTo>
                  <a:pt x="3383" y="10950"/>
                </a:lnTo>
                <a:lnTo>
                  <a:pt x="3334" y="10512"/>
                </a:lnTo>
                <a:lnTo>
                  <a:pt x="3285" y="10098"/>
                </a:lnTo>
                <a:lnTo>
                  <a:pt x="3261" y="9685"/>
                </a:lnTo>
                <a:lnTo>
                  <a:pt x="3261" y="9271"/>
                </a:lnTo>
                <a:lnTo>
                  <a:pt x="3261" y="9247"/>
                </a:lnTo>
                <a:lnTo>
                  <a:pt x="3334" y="9198"/>
                </a:lnTo>
                <a:lnTo>
                  <a:pt x="3383" y="9125"/>
                </a:lnTo>
                <a:lnTo>
                  <a:pt x="3407" y="9028"/>
                </a:lnTo>
                <a:lnTo>
                  <a:pt x="3383" y="8931"/>
                </a:lnTo>
                <a:lnTo>
                  <a:pt x="3334" y="8833"/>
                </a:lnTo>
                <a:lnTo>
                  <a:pt x="3261" y="8760"/>
                </a:lnTo>
                <a:lnTo>
                  <a:pt x="3164" y="8736"/>
                </a:lnTo>
                <a:lnTo>
                  <a:pt x="3042" y="8736"/>
                </a:lnTo>
                <a:lnTo>
                  <a:pt x="2774" y="8760"/>
                </a:lnTo>
                <a:lnTo>
                  <a:pt x="2507" y="8785"/>
                </a:lnTo>
                <a:lnTo>
                  <a:pt x="1947" y="8809"/>
                </a:lnTo>
                <a:lnTo>
                  <a:pt x="1412" y="8785"/>
                </a:lnTo>
                <a:lnTo>
                  <a:pt x="876" y="8785"/>
                </a:lnTo>
                <a:lnTo>
                  <a:pt x="1850" y="7982"/>
                </a:lnTo>
                <a:lnTo>
                  <a:pt x="2336" y="7544"/>
                </a:lnTo>
                <a:lnTo>
                  <a:pt x="2799" y="7106"/>
                </a:lnTo>
                <a:lnTo>
                  <a:pt x="4040" y="5792"/>
                </a:lnTo>
                <a:lnTo>
                  <a:pt x="4648" y="5135"/>
                </a:lnTo>
                <a:lnTo>
                  <a:pt x="5256" y="4502"/>
                </a:lnTo>
                <a:lnTo>
                  <a:pt x="6546" y="3237"/>
                </a:lnTo>
                <a:lnTo>
                  <a:pt x="7835" y="1971"/>
                </a:lnTo>
                <a:lnTo>
                  <a:pt x="8371" y="1485"/>
                </a:lnTo>
                <a:lnTo>
                  <a:pt x="8906" y="998"/>
                </a:lnTo>
                <a:lnTo>
                  <a:pt x="9247" y="706"/>
                </a:lnTo>
                <a:lnTo>
                  <a:pt x="9368" y="609"/>
                </a:lnTo>
                <a:lnTo>
                  <a:pt x="9417" y="560"/>
                </a:lnTo>
                <a:lnTo>
                  <a:pt x="9441" y="560"/>
                </a:lnTo>
                <a:lnTo>
                  <a:pt x="9441" y="536"/>
                </a:lnTo>
                <a:close/>
                <a:moveTo>
                  <a:pt x="9198" y="1"/>
                </a:moveTo>
                <a:lnTo>
                  <a:pt x="9125" y="25"/>
                </a:lnTo>
                <a:lnTo>
                  <a:pt x="8979" y="122"/>
                </a:lnTo>
                <a:lnTo>
                  <a:pt x="8736" y="341"/>
                </a:lnTo>
                <a:lnTo>
                  <a:pt x="7884" y="1120"/>
                </a:lnTo>
                <a:lnTo>
                  <a:pt x="7227" y="1752"/>
                </a:lnTo>
                <a:lnTo>
                  <a:pt x="6546" y="2385"/>
                </a:lnTo>
                <a:lnTo>
                  <a:pt x="5232" y="3675"/>
                </a:lnTo>
                <a:lnTo>
                  <a:pt x="4551" y="4356"/>
                </a:lnTo>
                <a:lnTo>
                  <a:pt x="3918" y="5037"/>
                </a:lnTo>
                <a:lnTo>
                  <a:pt x="2628" y="6424"/>
                </a:lnTo>
                <a:lnTo>
                  <a:pt x="2020" y="7033"/>
                </a:lnTo>
                <a:lnTo>
                  <a:pt x="1704" y="7325"/>
                </a:lnTo>
                <a:lnTo>
                  <a:pt x="1387" y="7617"/>
                </a:lnTo>
                <a:lnTo>
                  <a:pt x="706" y="8176"/>
                </a:lnTo>
                <a:lnTo>
                  <a:pt x="365" y="8493"/>
                </a:lnTo>
                <a:lnTo>
                  <a:pt x="73" y="8833"/>
                </a:lnTo>
                <a:lnTo>
                  <a:pt x="25" y="8931"/>
                </a:lnTo>
                <a:lnTo>
                  <a:pt x="0" y="9028"/>
                </a:lnTo>
                <a:lnTo>
                  <a:pt x="25" y="9101"/>
                </a:lnTo>
                <a:lnTo>
                  <a:pt x="73" y="9174"/>
                </a:lnTo>
                <a:lnTo>
                  <a:pt x="146" y="9223"/>
                </a:lnTo>
                <a:lnTo>
                  <a:pt x="244" y="9247"/>
                </a:lnTo>
                <a:lnTo>
                  <a:pt x="317" y="9223"/>
                </a:lnTo>
                <a:lnTo>
                  <a:pt x="414" y="9174"/>
                </a:lnTo>
                <a:lnTo>
                  <a:pt x="560" y="9247"/>
                </a:lnTo>
                <a:lnTo>
                  <a:pt x="706" y="9296"/>
                </a:lnTo>
                <a:lnTo>
                  <a:pt x="876" y="9320"/>
                </a:lnTo>
                <a:lnTo>
                  <a:pt x="1047" y="9344"/>
                </a:lnTo>
                <a:lnTo>
                  <a:pt x="2555" y="9344"/>
                </a:lnTo>
                <a:lnTo>
                  <a:pt x="2847" y="9320"/>
                </a:lnTo>
                <a:lnTo>
                  <a:pt x="2823" y="9490"/>
                </a:lnTo>
                <a:lnTo>
                  <a:pt x="2799" y="9636"/>
                </a:lnTo>
                <a:lnTo>
                  <a:pt x="2774" y="9952"/>
                </a:lnTo>
                <a:lnTo>
                  <a:pt x="2774" y="10269"/>
                </a:lnTo>
                <a:lnTo>
                  <a:pt x="2823" y="10585"/>
                </a:lnTo>
                <a:lnTo>
                  <a:pt x="2969" y="11510"/>
                </a:lnTo>
                <a:lnTo>
                  <a:pt x="2993" y="11972"/>
                </a:lnTo>
                <a:lnTo>
                  <a:pt x="3018" y="12434"/>
                </a:lnTo>
                <a:lnTo>
                  <a:pt x="3018" y="12970"/>
                </a:lnTo>
                <a:lnTo>
                  <a:pt x="2993" y="13481"/>
                </a:lnTo>
                <a:lnTo>
                  <a:pt x="2920" y="14503"/>
                </a:lnTo>
                <a:lnTo>
                  <a:pt x="2872" y="14892"/>
                </a:lnTo>
                <a:lnTo>
                  <a:pt x="2823" y="15330"/>
                </a:lnTo>
                <a:lnTo>
                  <a:pt x="2823" y="15549"/>
                </a:lnTo>
                <a:lnTo>
                  <a:pt x="2823" y="15768"/>
                </a:lnTo>
                <a:lnTo>
                  <a:pt x="2847" y="15963"/>
                </a:lnTo>
                <a:lnTo>
                  <a:pt x="2920" y="16133"/>
                </a:lnTo>
                <a:lnTo>
                  <a:pt x="2896" y="16157"/>
                </a:lnTo>
                <a:lnTo>
                  <a:pt x="2872" y="16230"/>
                </a:lnTo>
                <a:lnTo>
                  <a:pt x="2872" y="16303"/>
                </a:lnTo>
                <a:lnTo>
                  <a:pt x="2920" y="16352"/>
                </a:lnTo>
                <a:lnTo>
                  <a:pt x="2969" y="16401"/>
                </a:lnTo>
                <a:lnTo>
                  <a:pt x="3091" y="16449"/>
                </a:lnTo>
                <a:lnTo>
                  <a:pt x="3212" y="16474"/>
                </a:lnTo>
                <a:lnTo>
                  <a:pt x="3480" y="16474"/>
                </a:lnTo>
                <a:lnTo>
                  <a:pt x="3991" y="16425"/>
                </a:lnTo>
                <a:lnTo>
                  <a:pt x="4599" y="16401"/>
                </a:lnTo>
                <a:lnTo>
                  <a:pt x="5183" y="16401"/>
                </a:lnTo>
                <a:lnTo>
                  <a:pt x="6375" y="16425"/>
                </a:lnTo>
                <a:lnTo>
                  <a:pt x="6984" y="16401"/>
                </a:lnTo>
                <a:lnTo>
                  <a:pt x="7276" y="16376"/>
                </a:lnTo>
                <a:lnTo>
                  <a:pt x="7568" y="16328"/>
                </a:lnTo>
                <a:lnTo>
                  <a:pt x="7641" y="16303"/>
                </a:lnTo>
                <a:lnTo>
                  <a:pt x="7714" y="16255"/>
                </a:lnTo>
                <a:lnTo>
                  <a:pt x="7738" y="16206"/>
                </a:lnTo>
                <a:lnTo>
                  <a:pt x="7762" y="16157"/>
                </a:lnTo>
                <a:lnTo>
                  <a:pt x="7835" y="16084"/>
                </a:lnTo>
                <a:lnTo>
                  <a:pt x="7860" y="16011"/>
                </a:lnTo>
                <a:lnTo>
                  <a:pt x="7860" y="15354"/>
                </a:lnTo>
                <a:lnTo>
                  <a:pt x="7884" y="14989"/>
                </a:lnTo>
                <a:lnTo>
                  <a:pt x="7908" y="14649"/>
                </a:lnTo>
                <a:lnTo>
                  <a:pt x="7981" y="14284"/>
                </a:lnTo>
                <a:lnTo>
                  <a:pt x="8054" y="13943"/>
                </a:lnTo>
                <a:lnTo>
                  <a:pt x="8152" y="13627"/>
                </a:lnTo>
                <a:lnTo>
                  <a:pt x="8273" y="13310"/>
                </a:lnTo>
                <a:lnTo>
                  <a:pt x="8371" y="13164"/>
                </a:lnTo>
                <a:lnTo>
                  <a:pt x="8492" y="12994"/>
                </a:lnTo>
                <a:lnTo>
                  <a:pt x="8638" y="12848"/>
                </a:lnTo>
                <a:lnTo>
                  <a:pt x="8784" y="12726"/>
                </a:lnTo>
                <a:lnTo>
                  <a:pt x="8979" y="12629"/>
                </a:lnTo>
                <a:lnTo>
                  <a:pt x="9149" y="12532"/>
                </a:lnTo>
                <a:lnTo>
                  <a:pt x="9344" y="12483"/>
                </a:lnTo>
                <a:lnTo>
                  <a:pt x="9539" y="12434"/>
                </a:lnTo>
                <a:lnTo>
                  <a:pt x="9660" y="12580"/>
                </a:lnTo>
                <a:lnTo>
                  <a:pt x="9758" y="12726"/>
                </a:lnTo>
                <a:lnTo>
                  <a:pt x="9855" y="12872"/>
                </a:lnTo>
                <a:lnTo>
                  <a:pt x="9952" y="13043"/>
                </a:lnTo>
                <a:lnTo>
                  <a:pt x="10025" y="13335"/>
                </a:lnTo>
                <a:lnTo>
                  <a:pt x="10050" y="13627"/>
                </a:lnTo>
                <a:lnTo>
                  <a:pt x="10050" y="13919"/>
                </a:lnTo>
                <a:lnTo>
                  <a:pt x="10050" y="14211"/>
                </a:lnTo>
                <a:lnTo>
                  <a:pt x="10025" y="14697"/>
                </a:lnTo>
                <a:lnTo>
                  <a:pt x="9977" y="15208"/>
                </a:lnTo>
                <a:lnTo>
                  <a:pt x="9928" y="15695"/>
                </a:lnTo>
                <a:lnTo>
                  <a:pt x="9879" y="16206"/>
                </a:lnTo>
                <a:lnTo>
                  <a:pt x="9904" y="16303"/>
                </a:lnTo>
                <a:lnTo>
                  <a:pt x="9952" y="16376"/>
                </a:lnTo>
                <a:lnTo>
                  <a:pt x="10025" y="16425"/>
                </a:lnTo>
                <a:lnTo>
                  <a:pt x="10123" y="16449"/>
                </a:lnTo>
                <a:lnTo>
                  <a:pt x="10488" y="16498"/>
                </a:lnTo>
                <a:lnTo>
                  <a:pt x="10853" y="16522"/>
                </a:lnTo>
                <a:lnTo>
                  <a:pt x="11218" y="16522"/>
                </a:lnTo>
                <a:lnTo>
                  <a:pt x="11583" y="16498"/>
                </a:lnTo>
                <a:lnTo>
                  <a:pt x="11753" y="16522"/>
                </a:lnTo>
                <a:lnTo>
                  <a:pt x="11948" y="16547"/>
                </a:lnTo>
                <a:lnTo>
                  <a:pt x="12313" y="16547"/>
                </a:lnTo>
                <a:lnTo>
                  <a:pt x="13091" y="16571"/>
                </a:lnTo>
                <a:lnTo>
                  <a:pt x="14892" y="16571"/>
                </a:lnTo>
                <a:lnTo>
                  <a:pt x="15208" y="16547"/>
                </a:lnTo>
                <a:lnTo>
                  <a:pt x="15476" y="16474"/>
                </a:lnTo>
                <a:lnTo>
                  <a:pt x="15597" y="16425"/>
                </a:lnTo>
                <a:lnTo>
                  <a:pt x="15719" y="16376"/>
                </a:lnTo>
                <a:lnTo>
                  <a:pt x="15792" y="16303"/>
                </a:lnTo>
                <a:lnTo>
                  <a:pt x="15865" y="16230"/>
                </a:lnTo>
                <a:lnTo>
                  <a:pt x="15962" y="16206"/>
                </a:lnTo>
                <a:lnTo>
                  <a:pt x="16035" y="16157"/>
                </a:lnTo>
                <a:lnTo>
                  <a:pt x="16084" y="16060"/>
                </a:lnTo>
                <a:lnTo>
                  <a:pt x="16108" y="15963"/>
                </a:lnTo>
                <a:lnTo>
                  <a:pt x="16108" y="15841"/>
                </a:lnTo>
                <a:lnTo>
                  <a:pt x="16084" y="15719"/>
                </a:lnTo>
                <a:lnTo>
                  <a:pt x="16035" y="15476"/>
                </a:lnTo>
                <a:lnTo>
                  <a:pt x="16011" y="15111"/>
                </a:lnTo>
                <a:lnTo>
                  <a:pt x="16011" y="14746"/>
                </a:lnTo>
                <a:lnTo>
                  <a:pt x="16035" y="13846"/>
                </a:lnTo>
                <a:lnTo>
                  <a:pt x="16084" y="12945"/>
                </a:lnTo>
                <a:lnTo>
                  <a:pt x="16108" y="12069"/>
                </a:lnTo>
                <a:lnTo>
                  <a:pt x="16133" y="11193"/>
                </a:lnTo>
                <a:lnTo>
                  <a:pt x="16133" y="10755"/>
                </a:lnTo>
                <a:lnTo>
                  <a:pt x="16108" y="10317"/>
                </a:lnTo>
                <a:lnTo>
                  <a:pt x="16084" y="9879"/>
                </a:lnTo>
                <a:lnTo>
                  <a:pt x="16035" y="9466"/>
                </a:lnTo>
                <a:lnTo>
                  <a:pt x="16741" y="9466"/>
                </a:lnTo>
                <a:lnTo>
                  <a:pt x="17252" y="9490"/>
                </a:lnTo>
                <a:lnTo>
                  <a:pt x="17763" y="9490"/>
                </a:lnTo>
                <a:lnTo>
                  <a:pt x="18250" y="9466"/>
                </a:lnTo>
                <a:lnTo>
                  <a:pt x="18761" y="9417"/>
                </a:lnTo>
                <a:lnTo>
                  <a:pt x="18834" y="9393"/>
                </a:lnTo>
                <a:lnTo>
                  <a:pt x="18907" y="9344"/>
                </a:lnTo>
                <a:lnTo>
                  <a:pt x="18931" y="9296"/>
                </a:lnTo>
                <a:lnTo>
                  <a:pt x="18955" y="9223"/>
                </a:lnTo>
                <a:lnTo>
                  <a:pt x="18955" y="9150"/>
                </a:lnTo>
                <a:lnTo>
                  <a:pt x="18931" y="9077"/>
                </a:lnTo>
                <a:lnTo>
                  <a:pt x="18907" y="9028"/>
                </a:lnTo>
                <a:lnTo>
                  <a:pt x="18858" y="8955"/>
                </a:lnTo>
                <a:lnTo>
                  <a:pt x="18882" y="8858"/>
                </a:lnTo>
                <a:lnTo>
                  <a:pt x="18834" y="8760"/>
                </a:lnTo>
                <a:lnTo>
                  <a:pt x="18761" y="8639"/>
                </a:lnTo>
                <a:lnTo>
                  <a:pt x="18688" y="8517"/>
                </a:lnTo>
                <a:lnTo>
                  <a:pt x="18469" y="8298"/>
                </a:lnTo>
                <a:lnTo>
                  <a:pt x="18031" y="7909"/>
                </a:lnTo>
                <a:lnTo>
                  <a:pt x="17374" y="7373"/>
                </a:lnTo>
                <a:lnTo>
                  <a:pt x="16717" y="6862"/>
                </a:lnTo>
                <a:lnTo>
                  <a:pt x="16084" y="6327"/>
                </a:lnTo>
                <a:lnTo>
                  <a:pt x="15476" y="5767"/>
                </a:lnTo>
                <a:lnTo>
                  <a:pt x="14916" y="5159"/>
                </a:lnTo>
                <a:lnTo>
                  <a:pt x="14356" y="4551"/>
                </a:lnTo>
                <a:lnTo>
                  <a:pt x="13797" y="3918"/>
                </a:lnTo>
                <a:lnTo>
                  <a:pt x="13237" y="3334"/>
                </a:lnTo>
                <a:lnTo>
                  <a:pt x="12653" y="2726"/>
                </a:lnTo>
                <a:lnTo>
                  <a:pt x="12045" y="2166"/>
                </a:lnTo>
                <a:lnTo>
                  <a:pt x="11753" y="1923"/>
                </a:lnTo>
                <a:lnTo>
                  <a:pt x="11437" y="1679"/>
                </a:lnTo>
                <a:lnTo>
                  <a:pt x="10804" y="1193"/>
                </a:lnTo>
                <a:lnTo>
                  <a:pt x="10488" y="950"/>
                </a:lnTo>
                <a:lnTo>
                  <a:pt x="10196" y="682"/>
                </a:lnTo>
                <a:lnTo>
                  <a:pt x="9904" y="414"/>
                </a:lnTo>
                <a:lnTo>
                  <a:pt x="9660" y="98"/>
                </a:lnTo>
                <a:lnTo>
                  <a:pt x="9612" y="25"/>
                </a:lnTo>
                <a:lnTo>
                  <a:pt x="9539" y="1"/>
                </a:lnTo>
                <a:lnTo>
                  <a:pt x="9466" y="1"/>
                </a:lnTo>
                <a:lnTo>
                  <a:pt x="9393" y="25"/>
                </a:lnTo>
                <a:lnTo>
                  <a:pt x="9344" y="1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679" name="Google Shape;679;p32"/>
          <p:cNvSpPr/>
          <p:nvPr/>
        </p:nvSpPr>
        <p:spPr>
          <a:xfrm>
            <a:off x="2272868" y="978107"/>
            <a:ext cx="333722" cy="282025"/>
          </a:xfrm>
          <a:custGeom>
            <a:rect b="b" l="l" r="r" t="t"/>
            <a:pathLst>
              <a:path extrusionOk="0" h="16328" w="19321">
                <a:moveTo>
                  <a:pt x="15403" y="1996"/>
                </a:moveTo>
                <a:lnTo>
                  <a:pt x="15573" y="2215"/>
                </a:lnTo>
                <a:lnTo>
                  <a:pt x="15695" y="2458"/>
                </a:lnTo>
                <a:lnTo>
                  <a:pt x="15500" y="2531"/>
                </a:lnTo>
                <a:lnTo>
                  <a:pt x="15306" y="2629"/>
                </a:lnTo>
                <a:lnTo>
                  <a:pt x="14916" y="2799"/>
                </a:lnTo>
                <a:lnTo>
                  <a:pt x="14819" y="2483"/>
                </a:lnTo>
                <a:lnTo>
                  <a:pt x="14673" y="2215"/>
                </a:lnTo>
                <a:lnTo>
                  <a:pt x="14965" y="2118"/>
                </a:lnTo>
                <a:lnTo>
                  <a:pt x="15403" y="1996"/>
                </a:lnTo>
                <a:close/>
                <a:moveTo>
                  <a:pt x="15817" y="2702"/>
                </a:moveTo>
                <a:lnTo>
                  <a:pt x="16011" y="3140"/>
                </a:lnTo>
                <a:lnTo>
                  <a:pt x="15646" y="3286"/>
                </a:lnTo>
                <a:lnTo>
                  <a:pt x="15379" y="3407"/>
                </a:lnTo>
                <a:lnTo>
                  <a:pt x="15111" y="3553"/>
                </a:lnTo>
                <a:lnTo>
                  <a:pt x="14989" y="3042"/>
                </a:lnTo>
                <a:lnTo>
                  <a:pt x="15306" y="2921"/>
                </a:lnTo>
                <a:lnTo>
                  <a:pt x="15573" y="2823"/>
                </a:lnTo>
                <a:lnTo>
                  <a:pt x="15817" y="2702"/>
                </a:lnTo>
                <a:close/>
                <a:moveTo>
                  <a:pt x="16084" y="3286"/>
                </a:moveTo>
                <a:lnTo>
                  <a:pt x="16206" y="3602"/>
                </a:lnTo>
                <a:lnTo>
                  <a:pt x="15817" y="3772"/>
                </a:lnTo>
                <a:lnTo>
                  <a:pt x="15500" y="3894"/>
                </a:lnTo>
                <a:lnTo>
                  <a:pt x="15354" y="3943"/>
                </a:lnTo>
                <a:lnTo>
                  <a:pt x="15208" y="4040"/>
                </a:lnTo>
                <a:lnTo>
                  <a:pt x="15135" y="3699"/>
                </a:lnTo>
                <a:lnTo>
                  <a:pt x="15427" y="3578"/>
                </a:lnTo>
                <a:lnTo>
                  <a:pt x="15719" y="3456"/>
                </a:lnTo>
                <a:lnTo>
                  <a:pt x="16084" y="3286"/>
                </a:lnTo>
                <a:close/>
                <a:moveTo>
                  <a:pt x="16303" y="3894"/>
                </a:moveTo>
                <a:lnTo>
                  <a:pt x="16449" y="4283"/>
                </a:lnTo>
                <a:lnTo>
                  <a:pt x="16376" y="4259"/>
                </a:lnTo>
                <a:lnTo>
                  <a:pt x="16279" y="4259"/>
                </a:lnTo>
                <a:lnTo>
                  <a:pt x="16133" y="4308"/>
                </a:lnTo>
                <a:lnTo>
                  <a:pt x="15841" y="4454"/>
                </a:lnTo>
                <a:lnTo>
                  <a:pt x="15598" y="4575"/>
                </a:lnTo>
                <a:lnTo>
                  <a:pt x="15379" y="4697"/>
                </a:lnTo>
                <a:lnTo>
                  <a:pt x="15257" y="4259"/>
                </a:lnTo>
                <a:lnTo>
                  <a:pt x="15427" y="4210"/>
                </a:lnTo>
                <a:lnTo>
                  <a:pt x="15573" y="4162"/>
                </a:lnTo>
                <a:lnTo>
                  <a:pt x="15890" y="4040"/>
                </a:lnTo>
                <a:lnTo>
                  <a:pt x="16303" y="3894"/>
                </a:lnTo>
                <a:close/>
                <a:moveTo>
                  <a:pt x="16498" y="4405"/>
                </a:moveTo>
                <a:lnTo>
                  <a:pt x="16498" y="4454"/>
                </a:lnTo>
                <a:lnTo>
                  <a:pt x="16595" y="4721"/>
                </a:lnTo>
                <a:lnTo>
                  <a:pt x="16449" y="4770"/>
                </a:lnTo>
                <a:lnTo>
                  <a:pt x="16303" y="4819"/>
                </a:lnTo>
                <a:lnTo>
                  <a:pt x="16011" y="4965"/>
                </a:lnTo>
                <a:lnTo>
                  <a:pt x="15768" y="5086"/>
                </a:lnTo>
                <a:lnTo>
                  <a:pt x="15622" y="5184"/>
                </a:lnTo>
                <a:lnTo>
                  <a:pt x="15549" y="5232"/>
                </a:lnTo>
                <a:lnTo>
                  <a:pt x="15525" y="5305"/>
                </a:lnTo>
                <a:lnTo>
                  <a:pt x="15427" y="4892"/>
                </a:lnTo>
                <a:lnTo>
                  <a:pt x="15695" y="4819"/>
                </a:lnTo>
                <a:lnTo>
                  <a:pt x="15938" y="4721"/>
                </a:lnTo>
                <a:lnTo>
                  <a:pt x="16255" y="4624"/>
                </a:lnTo>
                <a:lnTo>
                  <a:pt x="16401" y="4527"/>
                </a:lnTo>
                <a:lnTo>
                  <a:pt x="16449" y="4478"/>
                </a:lnTo>
                <a:lnTo>
                  <a:pt x="16498" y="4405"/>
                </a:lnTo>
                <a:close/>
                <a:moveTo>
                  <a:pt x="16717" y="5062"/>
                </a:moveTo>
                <a:lnTo>
                  <a:pt x="16814" y="5305"/>
                </a:lnTo>
                <a:lnTo>
                  <a:pt x="16547" y="5403"/>
                </a:lnTo>
                <a:lnTo>
                  <a:pt x="16303" y="5524"/>
                </a:lnTo>
                <a:lnTo>
                  <a:pt x="15987" y="5670"/>
                </a:lnTo>
                <a:lnTo>
                  <a:pt x="15817" y="5743"/>
                </a:lnTo>
                <a:lnTo>
                  <a:pt x="15671" y="5816"/>
                </a:lnTo>
                <a:lnTo>
                  <a:pt x="15549" y="5354"/>
                </a:lnTo>
                <a:lnTo>
                  <a:pt x="15622" y="5403"/>
                </a:lnTo>
                <a:lnTo>
                  <a:pt x="15719" y="5427"/>
                </a:lnTo>
                <a:lnTo>
                  <a:pt x="15792" y="5403"/>
                </a:lnTo>
                <a:lnTo>
                  <a:pt x="15890" y="5378"/>
                </a:lnTo>
                <a:lnTo>
                  <a:pt x="16084" y="5305"/>
                </a:lnTo>
                <a:lnTo>
                  <a:pt x="16255" y="5257"/>
                </a:lnTo>
                <a:lnTo>
                  <a:pt x="16498" y="5159"/>
                </a:lnTo>
                <a:lnTo>
                  <a:pt x="16620" y="5111"/>
                </a:lnTo>
                <a:lnTo>
                  <a:pt x="16717" y="5062"/>
                </a:lnTo>
                <a:close/>
                <a:moveTo>
                  <a:pt x="17082" y="4551"/>
                </a:moveTo>
                <a:lnTo>
                  <a:pt x="17106" y="4575"/>
                </a:lnTo>
                <a:lnTo>
                  <a:pt x="17228" y="4673"/>
                </a:lnTo>
                <a:lnTo>
                  <a:pt x="17350" y="4746"/>
                </a:lnTo>
                <a:lnTo>
                  <a:pt x="17496" y="4794"/>
                </a:lnTo>
                <a:lnTo>
                  <a:pt x="17666" y="4819"/>
                </a:lnTo>
                <a:lnTo>
                  <a:pt x="17885" y="4867"/>
                </a:lnTo>
                <a:lnTo>
                  <a:pt x="18128" y="4965"/>
                </a:lnTo>
                <a:lnTo>
                  <a:pt x="18323" y="5062"/>
                </a:lnTo>
                <a:lnTo>
                  <a:pt x="18518" y="5208"/>
                </a:lnTo>
                <a:lnTo>
                  <a:pt x="18591" y="5281"/>
                </a:lnTo>
                <a:lnTo>
                  <a:pt x="18664" y="5354"/>
                </a:lnTo>
                <a:lnTo>
                  <a:pt x="18785" y="5573"/>
                </a:lnTo>
                <a:lnTo>
                  <a:pt x="18810" y="5670"/>
                </a:lnTo>
                <a:lnTo>
                  <a:pt x="18834" y="5768"/>
                </a:lnTo>
                <a:lnTo>
                  <a:pt x="18834" y="5889"/>
                </a:lnTo>
                <a:lnTo>
                  <a:pt x="18810" y="6011"/>
                </a:lnTo>
                <a:lnTo>
                  <a:pt x="18761" y="6108"/>
                </a:lnTo>
                <a:lnTo>
                  <a:pt x="18664" y="6181"/>
                </a:lnTo>
                <a:lnTo>
                  <a:pt x="18542" y="6254"/>
                </a:lnTo>
                <a:lnTo>
                  <a:pt x="18396" y="6303"/>
                </a:lnTo>
                <a:lnTo>
                  <a:pt x="18080" y="6376"/>
                </a:lnTo>
                <a:lnTo>
                  <a:pt x="17812" y="6400"/>
                </a:lnTo>
                <a:lnTo>
                  <a:pt x="17447" y="5476"/>
                </a:lnTo>
                <a:lnTo>
                  <a:pt x="17082" y="4551"/>
                </a:lnTo>
                <a:close/>
                <a:moveTo>
                  <a:pt x="16936" y="5622"/>
                </a:moveTo>
                <a:lnTo>
                  <a:pt x="17033" y="5889"/>
                </a:lnTo>
                <a:lnTo>
                  <a:pt x="16863" y="5938"/>
                </a:lnTo>
                <a:lnTo>
                  <a:pt x="16717" y="6011"/>
                </a:lnTo>
                <a:lnTo>
                  <a:pt x="16401" y="6157"/>
                </a:lnTo>
                <a:lnTo>
                  <a:pt x="16084" y="6303"/>
                </a:lnTo>
                <a:lnTo>
                  <a:pt x="15768" y="6425"/>
                </a:lnTo>
                <a:lnTo>
                  <a:pt x="15768" y="6376"/>
                </a:lnTo>
                <a:lnTo>
                  <a:pt x="15719" y="6303"/>
                </a:lnTo>
                <a:lnTo>
                  <a:pt x="15719" y="6157"/>
                </a:lnTo>
                <a:lnTo>
                  <a:pt x="15719" y="6011"/>
                </a:lnTo>
                <a:lnTo>
                  <a:pt x="15890" y="5987"/>
                </a:lnTo>
                <a:lnTo>
                  <a:pt x="16084" y="5938"/>
                </a:lnTo>
                <a:lnTo>
                  <a:pt x="16425" y="5816"/>
                </a:lnTo>
                <a:lnTo>
                  <a:pt x="16668" y="5719"/>
                </a:lnTo>
                <a:lnTo>
                  <a:pt x="16936" y="5622"/>
                </a:lnTo>
                <a:close/>
                <a:moveTo>
                  <a:pt x="2142" y="4770"/>
                </a:moveTo>
                <a:lnTo>
                  <a:pt x="1607" y="6303"/>
                </a:lnTo>
                <a:lnTo>
                  <a:pt x="1534" y="6473"/>
                </a:lnTo>
                <a:lnTo>
                  <a:pt x="1436" y="6449"/>
                </a:lnTo>
                <a:lnTo>
                  <a:pt x="877" y="6449"/>
                </a:lnTo>
                <a:lnTo>
                  <a:pt x="779" y="6400"/>
                </a:lnTo>
                <a:lnTo>
                  <a:pt x="706" y="6327"/>
                </a:lnTo>
                <a:lnTo>
                  <a:pt x="609" y="6230"/>
                </a:lnTo>
                <a:lnTo>
                  <a:pt x="536" y="6084"/>
                </a:lnTo>
                <a:lnTo>
                  <a:pt x="512" y="5938"/>
                </a:lnTo>
                <a:lnTo>
                  <a:pt x="536" y="5816"/>
                </a:lnTo>
                <a:lnTo>
                  <a:pt x="560" y="5670"/>
                </a:lnTo>
                <a:lnTo>
                  <a:pt x="633" y="5524"/>
                </a:lnTo>
                <a:lnTo>
                  <a:pt x="706" y="5403"/>
                </a:lnTo>
                <a:lnTo>
                  <a:pt x="804" y="5305"/>
                </a:lnTo>
                <a:lnTo>
                  <a:pt x="901" y="5208"/>
                </a:lnTo>
                <a:lnTo>
                  <a:pt x="998" y="5111"/>
                </a:lnTo>
                <a:lnTo>
                  <a:pt x="1144" y="5038"/>
                </a:lnTo>
                <a:lnTo>
                  <a:pt x="1266" y="4965"/>
                </a:lnTo>
                <a:lnTo>
                  <a:pt x="1412" y="4916"/>
                </a:lnTo>
                <a:lnTo>
                  <a:pt x="1704" y="4867"/>
                </a:lnTo>
                <a:lnTo>
                  <a:pt x="1996" y="4819"/>
                </a:lnTo>
                <a:lnTo>
                  <a:pt x="2142" y="4770"/>
                </a:lnTo>
                <a:close/>
                <a:moveTo>
                  <a:pt x="10342" y="1899"/>
                </a:moveTo>
                <a:lnTo>
                  <a:pt x="10926" y="1923"/>
                </a:lnTo>
                <a:lnTo>
                  <a:pt x="11510" y="1972"/>
                </a:lnTo>
                <a:lnTo>
                  <a:pt x="12094" y="2045"/>
                </a:lnTo>
                <a:lnTo>
                  <a:pt x="12702" y="2118"/>
                </a:lnTo>
                <a:lnTo>
                  <a:pt x="13286" y="2239"/>
                </a:lnTo>
                <a:lnTo>
                  <a:pt x="13797" y="2361"/>
                </a:lnTo>
                <a:lnTo>
                  <a:pt x="14065" y="2410"/>
                </a:lnTo>
                <a:lnTo>
                  <a:pt x="14308" y="2434"/>
                </a:lnTo>
                <a:lnTo>
                  <a:pt x="14332" y="2653"/>
                </a:lnTo>
                <a:lnTo>
                  <a:pt x="14357" y="2872"/>
                </a:lnTo>
                <a:lnTo>
                  <a:pt x="14478" y="3334"/>
                </a:lnTo>
                <a:lnTo>
                  <a:pt x="14600" y="3772"/>
                </a:lnTo>
                <a:lnTo>
                  <a:pt x="14722" y="4186"/>
                </a:lnTo>
                <a:lnTo>
                  <a:pt x="14989" y="5305"/>
                </a:lnTo>
                <a:lnTo>
                  <a:pt x="15111" y="5816"/>
                </a:lnTo>
                <a:lnTo>
                  <a:pt x="15184" y="6084"/>
                </a:lnTo>
                <a:lnTo>
                  <a:pt x="15281" y="6327"/>
                </a:lnTo>
                <a:lnTo>
                  <a:pt x="15014" y="6449"/>
                </a:lnTo>
                <a:lnTo>
                  <a:pt x="14722" y="6571"/>
                </a:lnTo>
                <a:lnTo>
                  <a:pt x="14162" y="6814"/>
                </a:lnTo>
                <a:lnTo>
                  <a:pt x="13457" y="7033"/>
                </a:lnTo>
                <a:lnTo>
                  <a:pt x="12751" y="7228"/>
                </a:lnTo>
                <a:lnTo>
                  <a:pt x="11972" y="7398"/>
                </a:lnTo>
                <a:lnTo>
                  <a:pt x="11169" y="7520"/>
                </a:lnTo>
                <a:lnTo>
                  <a:pt x="10366" y="7593"/>
                </a:lnTo>
                <a:lnTo>
                  <a:pt x="9588" y="7617"/>
                </a:lnTo>
                <a:lnTo>
                  <a:pt x="8809" y="7617"/>
                </a:lnTo>
                <a:lnTo>
                  <a:pt x="8055" y="7568"/>
                </a:lnTo>
                <a:lnTo>
                  <a:pt x="7300" y="7471"/>
                </a:lnTo>
                <a:lnTo>
                  <a:pt x="6546" y="7325"/>
                </a:lnTo>
                <a:lnTo>
                  <a:pt x="5840" y="7155"/>
                </a:lnTo>
                <a:lnTo>
                  <a:pt x="5135" y="6960"/>
                </a:lnTo>
                <a:lnTo>
                  <a:pt x="4794" y="6838"/>
                </a:lnTo>
                <a:lnTo>
                  <a:pt x="4478" y="6717"/>
                </a:lnTo>
                <a:lnTo>
                  <a:pt x="4137" y="6595"/>
                </a:lnTo>
                <a:lnTo>
                  <a:pt x="3821" y="6498"/>
                </a:lnTo>
                <a:lnTo>
                  <a:pt x="3821" y="6449"/>
                </a:lnTo>
                <a:lnTo>
                  <a:pt x="3943" y="5914"/>
                </a:lnTo>
                <a:lnTo>
                  <a:pt x="4064" y="5378"/>
                </a:lnTo>
                <a:lnTo>
                  <a:pt x="4186" y="4867"/>
                </a:lnTo>
                <a:lnTo>
                  <a:pt x="4356" y="4332"/>
                </a:lnTo>
                <a:lnTo>
                  <a:pt x="4527" y="3821"/>
                </a:lnTo>
                <a:lnTo>
                  <a:pt x="4697" y="3310"/>
                </a:lnTo>
                <a:lnTo>
                  <a:pt x="4843" y="2896"/>
                </a:lnTo>
                <a:lnTo>
                  <a:pt x="4916" y="2702"/>
                </a:lnTo>
                <a:lnTo>
                  <a:pt x="4965" y="2483"/>
                </a:lnTo>
                <a:lnTo>
                  <a:pt x="5038" y="2507"/>
                </a:lnTo>
                <a:lnTo>
                  <a:pt x="5111" y="2507"/>
                </a:lnTo>
                <a:lnTo>
                  <a:pt x="6254" y="2264"/>
                </a:lnTo>
                <a:lnTo>
                  <a:pt x="6838" y="2142"/>
                </a:lnTo>
                <a:lnTo>
                  <a:pt x="7398" y="2069"/>
                </a:lnTo>
                <a:lnTo>
                  <a:pt x="7982" y="1996"/>
                </a:lnTo>
                <a:lnTo>
                  <a:pt x="8566" y="1947"/>
                </a:lnTo>
                <a:lnTo>
                  <a:pt x="9150" y="1923"/>
                </a:lnTo>
                <a:lnTo>
                  <a:pt x="9734" y="1899"/>
                </a:lnTo>
                <a:close/>
                <a:moveTo>
                  <a:pt x="16863" y="7933"/>
                </a:moveTo>
                <a:lnTo>
                  <a:pt x="16011" y="8177"/>
                </a:lnTo>
                <a:lnTo>
                  <a:pt x="15160" y="8371"/>
                </a:lnTo>
                <a:lnTo>
                  <a:pt x="14308" y="8566"/>
                </a:lnTo>
                <a:lnTo>
                  <a:pt x="13432" y="8736"/>
                </a:lnTo>
                <a:lnTo>
                  <a:pt x="12581" y="8882"/>
                </a:lnTo>
                <a:lnTo>
                  <a:pt x="11705" y="9004"/>
                </a:lnTo>
                <a:lnTo>
                  <a:pt x="10829" y="9077"/>
                </a:lnTo>
                <a:lnTo>
                  <a:pt x="9953" y="9126"/>
                </a:lnTo>
                <a:lnTo>
                  <a:pt x="9052" y="9126"/>
                </a:lnTo>
                <a:lnTo>
                  <a:pt x="8176" y="9101"/>
                </a:lnTo>
                <a:lnTo>
                  <a:pt x="7276" y="9053"/>
                </a:lnTo>
                <a:lnTo>
                  <a:pt x="6400" y="8955"/>
                </a:lnTo>
                <a:lnTo>
                  <a:pt x="5476" y="8834"/>
                </a:lnTo>
                <a:lnTo>
                  <a:pt x="4575" y="8663"/>
                </a:lnTo>
                <a:lnTo>
                  <a:pt x="3675" y="8469"/>
                </a:lnTo>
                <a:lnTo>
                  <a:pt x="2775" y="8323"/>
                </a:lnTo>
                <a:lnTo>
                  <a:pt x="2702" y="8347"/>
                </a:lnTo>
                <a:lnTo>
                  <a:pt x="2677" y="8371"/>
                </a:lnTo>
                <a:lnTo>
                  <a:pt x="2677" y="8420"/>
                </a:lnTo>
                <a:lnTo>
                  <a:pt x="2726" y="8469"/>
                </a:lnTo>
                <a:lnTo>
                  <a:pt x="3140" y="8615"/>
                </a:lnTo>
                <a:lnTo>
                  <a:pt x="3553" y="8761"/>
                </a:lnTo>
                <a:lnTo>
                  <a:pt x="3991" y="8882"/>
                </a:lnTo>
                <a:lnTo>
                  <a:pt x="4429" y="8980"/>
                </a:lnTo>
                <a:lnTo>
                  <a:pt x="5305" y="9126"/>
                </a:lnTo>
                <a:lnTo>
                  <a:pt x="6181" y="9272"/>
                </a:lnTo>
                <a:lnTo>
                  <a:pt x="7081" y="9369"/>
                </a:lnTo>
                <a:lnTo>
                  <a:pt x="7957" y="9442"/>
                </a:lnTo>
                <a:lnTo>
                  <a:pt x="8858" y="9466"/>
                </a:lnTo>
                <a:lnTo>
                  <a:pt x="9758" y="9466"/>
                </a:lnTo>
                <a:lnTo>
                  <a:pt x="10658" y="9442"/>
                </a:lnTo>
                <a:lnTo>
                  <a:pt x="11583" y="9393"/>
                </a:lnTo>
                <a:lnTo>
                  <a:pt x="12508" y="9296"/>
                </a:lnTo>
                <a:lnTo>
                  <a:pt x="13408" y="9174"/>
                </a:lnTo>
                <a:lnTo>
                  <a:pt x="14308" y="9004"/>
                </a:lnTo>
                <a:lnTo>
                  <a:pt x="15208" y="8785"/>
                </a:lnTo>
                <a:lnTo>
                  <a:pt x="16084" y="8542"/>
                </a:lnTo>
                <a:lnTo>
                  <a:pt x="16960" y="8250"/>
                </a:lnTo>
                <a:lnTo>
                  <a:pt x="17009" y="8225"/>
                </a:lnTo>
                <a:lnTo>
                  <a:pt x="17058" y="8177"/>
                </a:lnTo>
                <a:lnTo>
                  <a:pt x="17058" y="8104"/>
                </a:lnTo>
                <a:lnTo>
                  <a:pt x="17058" y="8055"/>
                </a:lnTo>
                <a:lnTo>
                  <a:pt x="17033" y="8006"/>
                </a:lnTo>
                <a:lnTo>
                  <a:pt x="16985" y="7958"/>
                </a:lnTo>
                <a:lnTo>
                  <a:pt x="16936" y="7933"/>
                </a:lnTo>
                <a:close/>
                <a:moveTo>
                  <a:pt x="9320" y="9953"/>
                </a:moveTo>
                <a:lnTo>
                  <a:pt x="8639" y="9977"/>
                </a:lnTo>
                <a:lnTo>
                  <a:pt x="7714" y="9977"/>
                </a:lnTo>
                <a:lnTo>
                  <a:pt x="7446" y="10001"/>
                </a:lnTo>
                <a:lnTo>
                  <a:pt x="7300" y="10026"/>
                </a:lnTo>
                <a:lnTo>
                  <a:pt x="7179" y="10050"/>
                </a:lnTo>
                <a:lnTo>
                  <a:pt x="7081" y="10123"/>
                </a:lnTo>
                <a:lnTo>
                  <a:pt x="6984" y="10220"/>
                </a:lnTo>
                <a:lnTo>
                  <a:pt x="6960" y="10269"/>
                </a:lnTo>
                <a:lnTo>
                  <a:pt x="6984" y="10293"/>
                </a:lnTo>
                <a:lnTo>
                  <a:pt x="7057" y="10366"/>
                </a:lnTo>
                <a:lnTo>
                  <a:pt x="7154" y="10415"/>
                </a:lnTo>
                <a:lnTo>
                  <a:pt x="7252" y="10464"/>
                </a:lnTo>
                <a:lnTo>
                  <a:pt x="7349" y="10488"/>
                </a:lnTo>
                <a:lnTo>
                  <a:pt x="7568" y="10512"/>
                </a:lnTo>
                <a:lnTo>
                  <a:pt x="10585" y="10512"/>
                </a:lnTo>
                <a:lnTo>
                  <a:pt x="12021" y="10561"/>
                </a:lnTo>
                <a:lnTo>
                  <a:pt x="12143" y="10537"/>
                </a:lnTo>
                <a:lnTo>
                  <a:pt x="12216" y="10488"/>
                </a:lnTo>
                <a:lnTo>
                  <a:pt x="12264" y="10391"/>
                </a:lnTo>
                <a:lnTo>
                  <a:pt x="12289" y="10293"/>
                </a:lnTo>
                <a:lnTo>
                  <a:pt x="12264" y="10196"/>
                </a:lnTo>
                <a:lnTo>
                  <a:pt x="12216" y="10099"/>
                </a:lnTo>
                <a:lnTo>
                  <a:pt x="12143" y="10050"/>
                </a:lnTo>
                <a:lnTo>
                  <a:pt x="12021" y="10001"/>
                </a:lnTo>
                <a:lnTo>
                  <a:pt x="10683" y="9977"/>
                </a:lnTo>
                <a:lnTo>
                  <a:pt x="9320" y="9953"/>
                </a:lnTo>
                <a:close/>
                <a:moveTo>
                  <a:pt x="10950" y="10975"/>
                </a:moveTo>
                <a:lnTo>
                  <a:pt x="10683" y="10999"/>
                </a:lnTo>
                <a:lnTo>
                  <a:pt x="10123" y="11023"/>
                </a:lnTo>
                <a:lnTo>
                  <a:pt x="9612" y="11048"/>
                </a:lnTo>
                <a:lnTo>
                  <a:pt x="9028" y="11023"/>
                </a:lnTo>
                <a:lnTo>
                  <a:pt x="8152" y="11023"/>
                </a:lnTo>
                <a:lnTo>
                  <a:pt x="7860" y="11048"/>
                </a:lnTo>
                <a:lnTo>
                  <a:pt x="7568" y="11096"/>
                </a:lnTo>
                <a:lnTo>
                  <a:pt x="7300" y="11169"/>
                </a:lnTo>
                <a:lnTo>
                  <a:pt x="7252" y="11194"/>
                </a:lnTo>
                <a:lnTo>
                  <a:pt x="7227" y="11218"/>
                </a:lnTo>
                <a:lnTo>
                  <a:pt x="7203" y="11315"/>
                </a:lnTo>
                <a:lnTo>
                  <a:pt x="7227" y="11413"/>
                </a:lnTo>
                <a:lnTo>
                  <a:pt x="7252" y="11437"/>
                </a:lnTo>
                <a:lnTo>
                  <a:pt x="7300" y="11461"/>
                </a:lnTo>
                <a:lnTo>
                  <a:pt x="7568" y="11534"/>
                </a:lnTo>
                <a:lnTo>
                  <a:pt x="7811" y="11559"/>
                </a:lnTo>
                <a:lnTo>
                  <a:pt x="8079" y="11583"/>
                </a:lnTo>
                <a:lnTo>
                  <a:pt x="8347" y="11607"/>
                </a:lnTo>
                <a:lnTo>
                  <a:pt x="9417" y="11559"/>
                </a:lnTo>
                <a:lnTo>
                  <a:pt x="10561" y="11559"/>
                </a:lnTo>
                <a:lnTo>
                  <a:pt x="11145" y="11583"/>
                </a:lnTo>
                <a:lnTo>
                  <a:pt x="11437" y="11559"/>
                </a:lnTo>
                <a:lnTo>
                  <a:pt x="11583" y="11534"/>
                </a:lnTo>
                <a:lnTo>
                  <a:pt x="11729" y="11486"/>
                </a:lnTo>
                <a:lnTo>
                  <a:pt x="11802" y="11461"/>
                </a:lnTo>
                <a:lnTo>
                  <a:pt x="11851" y="11413"/>
                </a:lnTo>
                <a:lnTo>
                  <a:pt x="11875" y="11364"/>
                </a:lnTo>
                <a:lnTo>
                  <a:pt x="11875" y="11291"/>
                </a:lnTo>
                <a:lnTo>
                  <a:pt x="11875" y="11218"/>
                </a:lnTo>
                <a:lnTo>
                  <a:pt x="11851" y="11169"/>
                </a:lnTo>
                <a:lnTo>
                  <a:pt x="11802" y="11121"/>
                </a:lnTo>
                <a:lnTo>
                  <a:pt x="11729" y="11096"/>
                </a:lnTo>
                <a:lnTo>
                  <a:pt x="11486" y="11023"/>
                </a:lnTo>
                <a:lnTo>
                  <a:pt x="11218" y="10999"/>
                </a:lnTo>
                <a:lnTo>
                  <a:pt x="10950" y="10975"/>
                </a:lnTo>
                <a:close/>
                <a:moveTo>
                  <a:pt x="4210" y="9734"/>
                </a:moveTo>
                <a:lnTo>
                  <a:pt x="4356" y="9758"/>
                </a:lnTo>
                <a:lnTo>
                  <a:pt x="4478" y="9783"/>
                </a:lnTo>
                <a:lnTo>
                  <a:pt x="4600" y="9807"/>
                </a:lnTo>
                <a:lnTo>
                  <a:pt x="4819" y="9928"/>
                </a:lnTo>
                <a:lnTo>
                  <a:pt x="5013" y="10074"/>
                </a:lnTo>
                <a:lnTo>
                  <a:pt x="5184" y="10269"/>
                </a:lnTo>
                <a:lnTo>
                  <a:pt x="5330" y="10488"/>
                </a:lnTo>
                <a:lnTo>
                  <a:pt x="5451" y="10756"/>
                </a:lnTo>
                <a:lnTo>
                  <a:pt x="5524" y="10902"/>
                </a:lnTo>
                <a:lnTo>
                  <a:pt x="5549" y="11048"/>
                </a:lnTo>
                <a:lnTo>
                  <a:pt x="5549" y="11194"/>
                </a:lnTo>
                <a:lnTo>
                  <a:pt x="5524" y="11315"/>
                </a:lnTo>
                <a:lnTo>
                  <a:pt x="5476" y="11437"/>
                </a:lnTo>
                <a:lnTo>
                  <a:pt x="5427" y="11534"/>
                </a:lnTo>
                <a:lnTo>
                  <a:pt x="5330" y="11607"/>
                </a:lnTo>
                <a:lnTo>
                  <a:pt x="5232" y="11680"/>
                </a:lnTo>
                <a:lnTo>
                  <a:pt x="5135" y="11753"/>
                </a:lnTo>
                <a:lnTo>
                  <a:pt x="5013" y="11802"/>
                </a:lnTo>
                <a:lnTo>
                  <a:pt x="4770" y="11875"/>
                </a:lnTo>
                <a:lnTo>
                  <a:pt x="4478" y="11924"/>
                </a:lnTo>
                <a:lnTo>
                  <a:pt x="4210" y="11924"/>
                </a:lnTo>
                <a:lnTo>
                  <a:pt x="3967" y="11899"/>
                </a:lnTo>
                <a:lnTo>
                  <a:pt x="3699" y="11851"/>
                </a:lnTo>
                <a:lnTo>
                  <a:pt x="3456" y="11753"/>
                </a:lnTo>
                <a:lnTo>
                  <a:pt x="3213" y="11656"/>
                </a:lnTo>
                <a:lnTo>
                  <a:pt x="3018" y="11510"/>
                </a:lnTo>
                <a:lnTo>
                  <a:pt x="2921" y="11413"/>
                </a:lnTo>
                <a:lnTo>
                  <a:pt x="2848" y="11315"/>
                </a:lnTo>
                <a:lnTo>
                  <a:pt x="2799" y="11194"/>
                </a:lnTo>
                <a:lnTo>
                  <a:pt x="2750" y="11096"/>
                </a:lnTo>
                <a:lnTo>
                  <a:pt x="2702" y="10950"/>
                </a:lnTo>
                <a:lnTo>
                  <a:pt x="2677" y="10829"/>
                </a:lnTo>
                <a:lnTo>
                  <a:pt x="2702" y="10707"/>
                </a:lnTo>
                <a:lnTo>
                  <a:pt x="2702" y="10610"/>
                </a:lnTo>
                <a:lnTo>
                  <a:pt x="2726" y="10512"/>
                </a:lnTo>
                <a:lnTo>
                  <a:pt x="2775" y="10415"/>
                </a:lnTo>
                <a:lnTo>
                  <a:pt x="2896" y="10269"/>
                </a:lnTo>
                <a:lnTo>
                  <a:pt x="3042" y="10147"/>
                </a:lnTo>
                <a:lnTo>
                  <a:pt x="3213" y="10050"/>
                </a:lnTo>
                <a:lnTo>
                  <a:pt x="3383" y="9977"/>
                </a:lnTo>
                <a:lnTo>
                  <a:pt x="3772" y="9807"/>
                </a:lnTo>
                <a:lnTo>
                  <a:pt x="3797" y="9807"/>
                </a:lnTo>
                <a:lnTo>
                  <a:pt x="3943" y="9758"/>
                </a:lnTo>
                <a:lnTo>
                  <a:pt x="4089" y="9758"/>
                </a:lnTo>
                <a:lnTo>
                  <a:pt x="4210" y="9734"/>
                </a:lnTo>
                <a:close/>
                <a:moveTo>
                  <a:pt x="15208" y="9612"/>
                </a:moveTo>
                <a:lnTo>
                  <a:pt x="15476" y="9637"/>
                </a:lnTo>
                <a:lnTo>
                  <a:pt x="15622" y="9685"/>
                </a:lnTo>
                <a:lnTo>
                  <a:pt x="15719" y="9734"/>
                </a:lnTo>
                <a:lnTo>
                  <a:pt x="15914" y="9880"/>
                </a:lnTo>
                <a:lnTo>
                  <a:pt x="16084" y="10050"/>
                </a:lnTo>
                <a:lnTo>
                  <a:pt x="16279" y="10220"/>
                </a:lnTo>
                <a:lnTo>
                  <a:pt x="16401" y="10342"/>
                </a:lnTo>
                <a:lnTo>
                  <a:pt x="16498" y="10464"/>
                </a:lnTo>
                <a:lnTo>
                  <a:pt x="16547" y="10585"/>
                </a:lnTo>
                <a:lnTo>
                  <a:pt x="16571" y="10731"/>
                </a:lnTo>
                <a:lnTo>
                  <a:pt x="16571" y="10877"/>
                </a:lnTo>
                <a:lnTo>
                  <a:pt x="16547" y="11023"/>
                </a:lnTo>
                <a:lnTo>
                  <a:pt x="16498" y="11169"/>
                </a:lnTo>
                <a:lnTo>
                  <a:pt x="16425" y="11315"/>
                </a:lnTo>
                <a:lnTo>
                  <a:pt x="16352" y="11437"/>
                </a:lnTo>
                <a:lnTo>
                  <a:pt x="16255" y="11534"/>
                </a:lnTo>
                <a:lnTo>
                  <a:pt x="16133" y="11632"/>
                </a:lnTo>
                <a:lnTo>
                  <a:pt x="16011" y="11705"/>
                </a:lnTo>
                <a:lnTo>
                  <a:pt x="15768" y="11826"/>
                </a:lnTo>
                <a:lnTo>
                  <a:pt x="15500" y="11899"/>
                </a:lnTo>
                <a:lnTo>
                  <a:pt x="15208" y="11948"/>
                </a:lnTo>
                <a:lnTo>
                  <a:pt x="14916" y="11972"/>
                </a:lnTo>
                <a:lnTo>
                  <a:pt x="14624" y="11972"/>
                </a:lnTo>
                <a:lnTo>
                  <a:pt x="14357" y="11924"/>
                </a:lnTo>
                <a:lnTo>
                  <a:pt x="14235" y="11875"/>
                </a:lnTo>
                <a:lnTo>
                  <a:pt x="14113" y="11802"/>
                </a:lnTo>
                <a:lnTo>
                  <a:pt x="14016" y="11729"/>
                </a:lnTo>
                <a:lnTo>
                  <a:pt x="13919" y="11632"/>
                </a:lnTo>
                <a:lnTo>
                  <a:pt x="13846" y="11534"/>
                </a:lnTo>
                <a:lnTo>
                  <a:pt x="13797" y="11413"/>
                </a:lnTo>
                <a:lnTo>
                  <a:pt x="13773" y="11267"/>
                </a:lnTo>
                <a:lnTo>
                  <a:pt x="13748" y="11096"/>
                </a:lnTo>
                <a:lnTo>
                  <a:pt x="13773" y="10902"/>
                </a:lnTo>
                <a:lnTo>
                  <a:pt x="13821" y="10707"/>
                </a:lnTo>
                <a:lnTo>
                  <a:pt x="13919" y="10537"/>
                </a:lnTo>
                <a:lnTo>
                  <a:pt x="14040" y="10391"/>
                </a:lnTo>
                <a:lnTo>
                  <a:pt x="14284" y="10074"/>
                </a:lnTo>
                <a:lnTo>
                  <a:pt x="14405" y="9928"/>
                </a:lnTo>
                <a:lnTo>
                  <a:pt x="14503" y="9758"/>
                </a:lnTo>
                <a:lnTo>
                  <a:pt x="14746" y="9685"/>
                </a:lnTo>
                <a:lnTo>
                  <a:pt x="14989" y="9637"/>
                </a:lnTo>
                <a:lnTo>
                  <a:pt x="15208" y="9612"/>
                </a:lnTo>
                <a:close/>
                <a:moveTo>
                  <a:pt x="4064" y="9247"/>
                </a:moveTo>
                <a:lnTo>
                  <a:pt x="3870" y="9296"/>
                </a:lnTo>
                <a:lnTo>
                  <a:pt x="3675" y="9345"/>
                </a:lnTo>
                <a:lnTo>
                  <a:pt x="3626" y="9393"/>
                </a:lnTo>
                <a:lnTo>
                  <a:pt x="3578" y="9418"/>
                </a:lnTo>
                <a:lnTo>
                  <a:pt x="3334" y="9491"/>
                </a:lnTo>
                <a:lnTo>
                  <a:pt x="3091" y="9612"/>
                </a:lnTo>
                <a:lnTo>
                  <a:pt x="2848" y="9758"/>
                </a:lnTo>
                <a:lnTo>
                  <a:pt x="2653" y="9928"/>
                </a:lnTo>
                <a:lnTo>
                  <a:pt x="2458" y="10123"/>
                </a:lnTo>
                <a:lnTo>
                  <a:pt x="2337" y="10342"/>
                </a:lnTo>
                <a:lnTo>
                  <a:pt x="2239" y="10585"/>
                </a:lnTo>
                <a:lnTo>
                  <a:pt x="2215" y="10707"/>
                </a:lnTo>
                <a:lnTo>
                  <a:pt x="2215" y="10829"/>
                </a:lnTo>
                <a:lnTo>
                  <a:pt x="2239" y="11023"/>
                </a:lnTo>
                <a:lnTo>
                  <a:pt x="2264" y="11218"/>
                </a:lnTo>
                <a:lnTo>
                  <a:pt x="2337" y="11388"/>
                </a:lnTo>
                <a:lnTo>
                  <a:pt x="2434" y="11559"/>
                </a:lnTo>
                <a:lnTo>
                  <a:pt x="2531" y="11705"/>
                </a:lnTo>
                <a:lnTo>
                  <a:pt x="2653" y="11826"/>
                </a:lnTo>
                <a:lnTo>
                  <a:pt x="2775" y="11948"/>
                </a:lnTo>
                <a:lnTo>
                  <a:pt x="2945" y="12045"/>
                </a:lnTo>
                <a:lnTo>
                  <a:pt x="3091" y="12118"/>
                </a:lnTo>
                <a:lnTo>
                  <a:pt x="3261" y="12216"/>
                </a:lnTo>
                <a:lnTo>
                  <a:pt x="3626" y="12313"/>
                </a:lnTo>
                <a:lnTo>
                  <a:pt x="4016" y="12386"/>
                </a:lnTo>
                <a:lnTo>
                  <a:pt x="4381" y="12435"/>
                </a:lnTo>
                <a:lnTo>
                  <a:pt x="4575" y="12435"/>
                </a:lnTo>
                <a:lnTo>
                  <a:pt x="4746" y="12410"/>
                </a:lnTo>
                <a:lnTo>
                  <a:pt x="4916" y="12386"/>
                </a:lnTo>
                <a:lnTo>
                  <a:pt x="5086" y="12337"/>
                </a:lnTo>
                <a:lnTo>
                  <a:pt x="5232" y="12264"/>
                </a:lnTo>
                <a:lnTo>
                  <a:pt x="5378" y="12191"/>
                </a:lnTo>
                <a:lnTo>
                  <a:pt x="5500" y="12118"/>
                </a:lnTo>
                <a:lnTo>
                  <a:pt x="5622" y="11997"/>
                </a:lnTo>
                <a:lnTo>
                  <a:pt x="5719" y="11875"/>
                </a:lnTo>
                <a:lnTo>
                  <a:pt x="5816" y="11753"/>
                </a:lnTo>
                <a:lnTo>
                  <a:pt x="5889" y="11607"/>
                </a:lnTo>
                <a:lnTo>
                  <a:pt x="5938" y="11461"/>
                </a:lnTo>
                <a:lnTo>
                  <a:pt x="5986" y="11315"/>
                </a:lnTo>
                <a:lnTo>
                  <a:pt x="5986" y="11145"/>
                </a:lnTo>
                <a:lnTo>
                  <a:pt x="5986" y="10950"/>
                </a:lnTo>
                <a:lnTo>
                  <a:pt x="5962" y="10780"/>
                </a:lnTo>
                <a:lnTo>
                  <a:pt x="5913" y="10585"/>
                </a:lnTo>
                <a:lnTo>
                  <a:pt x="5865" y="10415"/>
                </a:lnTo>
                <a:lnTo>
                  <a:pt x="5768" y="10245"/>
                </a:lnTo>
                <a:lnTo>
                  <a:pt x="5670" y="10074"/>
                </a:lnTo>
                <a:lnTo>
                  <a:pt x="5549" y="9928"/>
                </a:lnTo>
                <a:lnTo>
                  <a:pt x="5427" y="9783"/>
                </a:lnTo>
                <a:lnTo>
                  <a:pt x="5281" y="9661"/>
                </a:lnTo>
                <a:lnTo>
                  <a:pt x="5111" y="9539"/>
                </a:lnTo>
                <a:lnTo>
                  <a:pt x="4965" y="9442"/>
                </a:lnTo>
                <a:lnTo>
                  <a:pt x="4794" y="9369"/>
                </a:lnTo>
                <a:lnTo>
                  <a:pt x="4600" y="9296"/>
                </a:lnTo>
                <a:lnTo>
                  <a:pt x="4429" y="9272"/>
                </a:lnTo>
                <a:lnTo>
                  <a:pt x="4235" y="9247"/>
                </a:lnTo>
                <a:close/>
                <a:moveTo>
                  <a:pt x="14916" y="9150"/>
                </a:moveTo>
                <a:lnTo>
                  <a:pt x="14746" y="9199"/>
                </a:lnTo>
                <a:lnTo>
                  <a:pt x="14576" y="9247"/>
                </a:lnTo>
                <a:lnTo>
                  <a:pt x="14405" y="9320"/>
                </a:lnTo>
                <a:lnTo>
                  <a:pt x="14259" y="9418"/>
                </a:lnTo>
                <a:lnTo>
                  <a:pt x="14113" y="9539"/>
                </a:lnTo>
                <a:lnTo>
                  <a:pt x="14065" y="9612"/>
                </a:lnTo>
                <a:lnTo>
                  <a:pt x="14065" y="9710"/>
                </a:lnTo>
                <a:lnTo>
                  <a:pt x="13846" y="9904"/>
                </a:lnTo>
                <a:lnTo>
                  <a:pt x="13676" y="10123"/>
                </a:lnTo>
                <a:lnTo>
                  <a:pt x="13505" y="10366"/>
                </a:lnTo>
                <a:lnTo>
                  <a:pt x="13408" y="10634"/>
                </a:lnTo>
                <a:lnTo>
                  <a:pt x="13335" y="10926"/>
                </a:lnTo>
                <a:lnTo>
                  <a:pt x="13311" y="11194"/>
                </a:lnTo>
                <a:lnTo>
                  <a:pt x="13335" y="11461"/>
                </a:lnTo>
                <a:lnTo>
                  <a:pt x="13359" y="11583"/>
                </a:lnTo>
                <a:lnTo>
                  <a:pt x="13408" y="11705"/>
                </a:lnTo>
                <a:lnTo>
                  <a:pt x="13505" y="11875"/>
                </a:lnTo>
                <a:lnTo>
                  <a:pt x="13627" y="12021"/>
                </a:lnTo>
                <a:lnTo>
                  <a:pt x="13773" y="12143"/>
                </a:lnTo>
                <a:lnTo>
                  <a:pt x="13919" y="12240"/>
                </a:lnTo>
                <a:lnTo>
                  <a:pt x="14089" y="12337"/>
                </a:lnTo>
                <a:lnTo>
                  <a:pt x="14259" y="12386"/>
                </a:lnTo>
                <a:lnTo>
                  <a:pt x="14454" y="12410"/>
                </a:lnTo>
                <a:lnTo>
                  <a:pt x="14649" y="12435"/>
                </a:lnTo>
                <a:lnTo>
                  <a:pt x="14843" y="12459"/>
                </a:lnTo>
                <a:lnTo>
                  <a:pt x="15038" y="12435"/>
                </a:lnTo>
                <a:lnTo>
                  <a:pt x="15452" y="12386"/>
                </a:lnTo>
                <a:lnTo>
                  <a:pt x="15817" y="12289"/>
                </a:lnTo>
                <a:lnTo>
                  <a:pt x="16157" y="12143"/>
                </a:lnTo>
                <a:lnTo>
                  <a:pt x="16303" y="12070"/>
                </a:lnTo>
                <a:lnTo>
                  <a:pt x="16449" y="11972"/>
                </a:lnTo>
                <a:lnTo>
                  <a:pt x="16571" y="11875"/>
                </a:lnTo>
                <a:lnTo>
                  <a:pt x="16693" y="11753"/>
                </a:lnTo>
                <a:lnTo>
                  <a:pt x="16790" y="11607"/>
                </a:lnTo>
                <a:lnTo>
                  <a:pt x="16887" y="11461"/>
                </a:lnTo>
                <a:lnTo>
                  <a:pt x="16936" y="11315"/>
                </a:lnTo>
                <a:lnTo>
                  <a:pt x="16985" y="11169"/>
                </a:lnTo>
                <a:lnTo>
                  <a:pt x="17033" y="10999"/>
                </a:lnTo>
                <a:lnTo>
                  <a:pt x="17033" y="10853"/>
                </a:lnTo>
                <a:lnTo>
                  <a:pt x="17033" y="10683"/>
                </a:lnTo>
                <a:lnTo>
                  <a:pt x="17009" y="10512"/>
                </a:lnTo>
                <a:lnTo>
                  <a:pt x="16936" y="10366"/>
                </a:lnTo>
                <a:lnTo>
                  <a:pt x="16863" y="10220"/>
                </a:lnTo>
                <a:lnTo>
                  <a:pt x="16790" y="10074"/>
                </a:lnTo>
                <a:lnTo>
                  <a:pt x="16668" y="9953"/>
                </a:lnTo>
                <a:lnTo>
                  <a:pt x="16401" y="9685"/>
                </a:lnTo>
                <a:lnTo>
                  <a:pt x="16109" y="9466"/>
                </a:lnTo>
                <a:lnTo>
                  <a:pt x="15963" y="9369"/>
                </a:lnTo>
                <a:lnTo>
                  <a:pt x="15817" y="9296"/>
                </a:lnTo>
                <a:lnTo>
                  <a:pt x="15646" y="9223"/>
                </a:lnTo>
                <a:lnTo>
                  <a:pt x="15452" y="9174"/>
                </a:lnTo>
                <a:lnTo>
                  <a:pt x="15281" y="9150"/>
                </a:lnTo>
                <a:close/>
                <a:moveTo>
                  <a:pt x="12337" y="561"/>
                </a:moveTo>
                <a:lnTo>
                  <a:pt x="12751" y="585"/>
                </a:lnTo>
                <a:lnTo>
                  <a:pt x="13213" y="658"/>
                </a:lnTo>
                <a:lnTo>
                  <a:pt x="13676" y="780"/>
                </a:lnTo>
                <a:lnTo>
                  <a:pt x="14113" y="974"/>
                </a:lnTo>
                <a:lnTo>
                  <a:pt x="14527" y="1193"/>
                </a:lnTo>
                <a:lnTo>
                  <a:pt x="14478" y="1218"/>
                </a:lnTo>
                <a:lnTo>
                  <a:pt x="14211" y="1315"/>
                </a:lnTo>
                <a:lnTo>
                  <a:pt x="14089" y="1412"/>
                </a:lnTo>
                <a:lnTo>
                  <a:pt x="13992" y="1534"/>
                </a:lnTo>
                <a:lnTo>
                  <a:pt x="13967" y="1558"/>
                </a:lnTo>
                <a:lnTo>
                  <a:pt x="13992" y="1607"/>
                </a:lnTo>
                <a:lnTo>
                  <a:pt x="14016" y="1631"/>
                </a:lnTo>
                <a:lnTo>
                  <a:pt x="14211" y="1631"/>
                </a:lnTo>
                <a:lnTo>
                  <a:pt x="14357" y="1583"/>
                </a:lnTo>
                <a:lnTo>
                  <a:pt x="14649" y="1461"/>
                </a:lnTo>
                <a:lnTo>
                  <a:pt x="14819" y="1412"/>
                </a:lnTo>
                <a:lnTo>
                  <a:pt x="15014" y="1558"/>
                </a:lnTo>
                <a:lnTo>
                  <a:pt x="15184" y="1729"/>
                </a:lnTo>
                <a:lnTo>
                  <a:pt x="14892" y="1850"/>
                </a:lnTo>
                <a:lnTo>
                  <a:pt x="14527" y="1996"/>
                </a:lnTo>
                <a:lnTo>
                  <a:pt x="14454" y="1972"/>
                </a:lnTo>
                <a:lnTo>
                  <a:pt x="14381" y="2020"/>
                </a:lnTo>
                <a:lnTo>
                  <a:pt x="14138" y="1923"/>
                </a:lnTo>
                <a:lnTo>
                  <a:pt x="13894" y="1826"/>
                </a:lnTo>
                <a:lnTo>
                  <a:pt x="13651" y="1777"/>
                </a:lnTo>
                <a:lnTo>
                  <a:pt x="13384" y="1729"/>
                </a:lnTo>
                <a:lnTo>
                  <a:pt x="12848" y="1656"/>
                </a:lnTo>
                <a:lnTo>
                  <a:pt x="12337" y="1583"/>
                </a:lnTo>
                <a:lnTo>
                  <a:pt x="11753" y="1510"/>
                </a:lnTo>
                <a:lnTo>
                  <a:pt x="11145" y="1461"/>
                </a:lnTo>
                <a:lnTo>
                  <a:pt x="10537" y="1437"/>
                </a:lnTo>
                <a:lnTo>
                  <a:pt x="9928" y="1412"/>
                </a:lnTo>
                <a:lnTo>
                  <a:pt x="9296" y="1412"/>
                </a:lnTo>
                <a:lnTo>
                  <a:pt x="8663" y="1437"/>
                </a:lnTo>
                <a:lnTo>
                  <a:pt x="8055" y="1485"/>
                </a:lnTo>
                <a:lnTo>
                  <a:pt x="7422" y="1534"/>
                </a:lnTo>
                <a:lnTo>
                  <a:pt x="6814" y="1631"/>
                </a:lnTo>
                <a:lnTo>
                  <a:pt x="6205" y="1729"/>
                </a:lnTo>
                <a:lnTo>
                  <a:pt x="5597" y="1874"/>
                </a:lnTo>
                <a:lnTo>
                  <a:pt x="4989" y="2020"/>
                </a:lnTo>
                <a:lnTo>
                  <a:pt x="4916" y="2069"/>
                </a:lnTo>
                <a:lnTo>
                  <a:pt x="4867" y="2118"/>
                </a:lnTo>
                <a:lnTo>
                  <a:pt x="4819" y="2166"/>
                </a:lnTo>
                <a:lnTo>
                  <a:pt x="4819" y="2239"/>
                </a:lnTo>
                <a:lnTo>
                  <a:pt x="4648" y="2410"/>
                </a:lnTo>
                <a:lnTo>
                  <a:pt x="4527" y="2580"/>
                </a:lnTo>
                <a:lnTo>
                  <a:pt x="4405" y="2799"/>
                </a:lnTo>
                <a:lnTo>
                  <a:pt x="4308" y="2994"/>
                </a:lnTo>
                <a:lnTo>
                  <a:pt x="4162" y="3456"/>
                </a:lnTo>
                <a:lnTo>
                  <a:pt x="4016" y="3870"/>
                </a:lnTo>
                <a:lnTo>
                  <a:pt x="3821" y="4478"/>
                </a:lnTo>
                <a:lnTo>
                  <a:pt x="3651" y="5086"/>
                </a:lnTo>
                <a:lnTo>
                  <a:pt x="3505" y="5695"/>
                </a:lnTo>
                <a:lnTo>
                  <a:pt x="3383" y="6303"/>
                </a:lnTo>
                <a:lnTo>
                  <a:pt x="3383" y="6376"/>
                </a:lnTo>
                <a:lnTo>
                  <a:pt x="3383" y="6425"/>
                </a:lnTo>
                <a:lnTo>
                  <a:pt x="3432" y="6522"/>
                </a:lnTo>
                <a:lnTo>
                  <a:pt x="3432" y="6595"/>
                </a:lnTo>
                <a:lnTo>
                  <a:pt x="3480" y="6644"/>
                </a:lnTo>
                <a:lnTo>
                  <a:pt x="3772" y="6863"/>
                </a:lnTo>
                <a:lnTo>
                  <a:pt x="4089" y="7057"/>
                </a:lnTo>
                <a:lnTo>
                  <a:pt x="4454" y="7203"/>
                </a:lnTo>
                <a:lnTo>
                  <a:pt x="4819" y="7349"/>
                </a:lnTo>
                <a:lnTo>
                  <a:pt x="5184" y="7471"/>
                </a:lnTo>
                <a:lnTo>
                  <a:pt x="5549" y="7568"/>
                </a:lnTo>
                <a:lnTo>
                  <a:pt x="6278" y="7763"/>
                </a:lnTo>
                <a:lnTo>
                  <a:pt x="7057" y="7933"/>
                </a:lnTo>
                <a:lnTo>
                  <a:pt x="7836" y="8031"/>
                </a:lnTo>
                <a:lnTo>
                  <a:pt x="8614" y="8104"/>
                </a:lnTo>
                <a:lnTo>
                  <a:pt x="9417" y="8128"/>
                </a:lnTo>
                <a:lnTo>
                  <a:pt x="10196" y="8128"/>
                </a:lnTo>
                <a:lnTo>
                  <a:pt x="10999" y="8055"/>
                </a:lnTo>
                <a:lnTo>
                  <a:pt x="11778" y="7933"/>
                </a:lnTo>
                <a:lnTo>
                  <a:pt x="12556" y="7787"/>
                </a:lnTo>
                <a:lnTo>
                  <a:pt x="12970" y="7714"/>
                </a:lnTo>
                <a:lnTo>
                  <a:pt x="13359" y="7593"/>
                </a:lnTo>
                <a:lnTo>
                  <a:pt x="14138" y="7349"/>
                </a:lnTo>
                <a:lnTo>
                  <a:pt x="14795" y="7106"/>
                </a:lnTo>
                <a:lnTo>
                  <a:pt x="15135" y="6984"/>
                </a:lnTo>
                <a:lnTo>
                  <a:pt x="15452" y="6814"/>
                </a:lnTo>
                <a:lnTo>
                  <a:pt x="15695" y="6814"/>
                </a:lnTo>
                <a:lnTo>
                  <a:pt x="15914" y="6765"/>
                </a:lnTo>
                <a:lnTo>
                  <a:pt x="16133" y="6668"/>
                </a:lnTo>
                <a:lnTo>
                  <a:pt x="16352" y="6595"/>
                </a:lnTo>
                <a:lnTo>
                  <a:pt x="16766" y="6425"/>
                </a:lnTo>
                <a:lnTo>
                  <a:pt x="16960" y="6327"/>
                </a:lnTo>
                <a:lnTo>
                  <a:pt x="17131" y="6206"/>
                </a:lnTo>
                <a:lnTo>
                  <a:pt x="17301" y="6619"/>
                </a:lnTo>
                <a:lnTo>
                  <a:pt x="17082" y="6692"/>
                </a:lnTo>
                <a:lnTo>
                  <a:pt x="16863" y="6790"/>
                </a:lnTo>
                <a:lnTo>
                  <a:pt x="16425" y="6984"/>
                </a:lnTo>
                <a:lnTo>
                  <a:pt x="15719" y="7252"/>
                </a:lnTo>
                <a:lnTo>
                  <a:pt x="15354" y="7422"/>
                </a:lnTo>
                <a:lnTo>
                  <a:pt x="15038" y="7593"/>
                </a:lnTo>
                <a:lnTo>
                  <a:pt x="15014" y="7617"/>
                </a:lnTo>
                <a:lnTo>
                  <a:pt x="15014" y="7666"/>
                </a:lnTo>
                <a:lnTo>
                  <a:pt x="15014" y="7690"/>
                </a:lnTo>
                <a:lnTo>
                  <a:pt x="15062" y="7690"/>
                </a:lnTo>
                <a:lnTo>
                  <a:pt x="15427" y="7641"/>
                </a:lnTo>
                <a:lnTo>
                  <a:pt x="15792" y="7544"/>
                </a:lnTo>
                <a:lnTo>
                  <a:pt x="16157" y="7422"/>
                </a:lnTo>
                <a:lnTo>
                  <a:pt x="16498" y="7301"/>
                </a:lnTo>
                <a:lnTo>
                  <a:pt x="16960" y="7130"/>
                </a:lnTo>
                <a:lnTo>
                  <a:pt x="17204" y="7033"/>
                </a:lnTo>
                <a:lnTo>
                  <a:pt x="17423" y="6911"/>
                </a:lnTo>
                <a:lnTo>
                  <a:pt x="17569" y="7252"/>
                </a:lnTo>
                <a:lnTo>
                  <a:pt x="17325" y="7276"/>
                </a:lnTo>
                <a:lnTo>
                  <a:pt x="17082" y="7349"/>
                </a:lnTo>
                <a:lnTo>
                  <a:pt x="16595" y="7520"/>
                </a:lnTo>
                <a:lnTo>
                  <a:pt x="16084" y="7690"/>
                </a:lnTo>
                <a:lnTo>
                  <a:pt x="15841" y="7812"/>
                </a:lnTo>
                <a:lnTo>
                  <a:pt x="15719" y="7885"/>
                </a:lnTo>
                <a:lnTo>
                  <a:pt x="15622" y="7958"/>
                </a:lnTo>
                <a:lnTo>
                  <a:pt x="15622" y="7982"/>
                </a:lnTo>
                <a:lnTo>
                  <a:pt x="15622" y="8006"/>
                </a:lnTo>
                <a:lnTo>
                  <a:pt x="15768" y="8031"/>
                </a:lnTo>
                <a:lnTo>
                  <a:pt x="15890" y="8031"/>
                </a:lnTo>
                <a:lnTo>
                  <a:pt x="16182" y="8006"/>
                </a:lnTo>
                <a:lnTo>
                  <a:pt x="16449" y="7933"/>
                </a:lnTo>
                <a:lnTo>
                  <a:pt x="16693" y="7860"/>
                </a:lnTo>
                <a:lnTo>
                  <a:pt x="16960" y="7787"/>
                </a:lnTo>
                <a:lnTo>
                  <a:pt x="17204" y="7690"/>
                </a:lnTo>
                <a:lnTo>
                  <a:pt x="17447" y="7568"/>
                </a:lnTo>
                <a:lnTo>
                  <a:pt x="17642" y="7422"/>
                </a:lnTo>
                <a:lnTo>
                  <a:pt x="17666" y="7471"/>
                </a:lnTo>
                <a:lnTo>
                  <a:pt x="17715" y="7544"/>
                </a:lnTo>
                <a:lnTo>
                  <a:pt x="17788" y="7568"/>
                </a:lnTo>
                <a:lnTo>
                  <a:pt x="17812" y="7763"/>
                </a:lnTo>
                <a:lnTo>
                  <a:pt x="17836" y="7958"/>
                </a:lnTo>
                <a:lnTo>
                  <a:pt x="17934" y="8347"/>
                </a:lnTo>
                <a:lnTo>
                  <a:pt x="17763" y="8396"/>
                </a:lnTo>
                <a:lnTo>
                  <a:pt x="17593" y="8444"/>
                </a:lnTo>
                <a:lnTo>
                  <a:pt x="17252" y="8590"/>
                </a:lnTo>
                <a:lnTo>
                  <a:pt x="16790" y="8761"/>
                </a:lnTo>
                <a:lnTo>
                  <a:pt x="16547" y="8834"/>
                </a:lnTo>
                <a:lnTo>
                  <a:pt x="16328" y="8955"/>
                </a:lnTo>
                <a:lnTo>
                  <a:pt x="16303" y="8955"/>
                </a:lnTo>
                <a:lnTo>
                  <a:pt x="16303" y="8980"/>
                </a:lnTo>
                <a:lnTo>
                  <a:pt x="16328" y="9004"/>
                </a:lnTo>
                <a:lnTo>
                  <a:pt x="16328" y="9028"/>
                </a:lnTo>
                <a:lnTo>
                  <a:pt x="16595" y="9028"/>
                </a:lnTo>
                <a:lnTo>
                  <a:pt x="16839" y="9004"/>
                </a:lnTo>
                <a:lnTo>
                  <a:pt x="17106" y="8955"/>
                </a:lnTo>
                <a:lnTo>
                  <a:pt x="17350" y="8882"/>
                </a:lnTo>
                <a:lnTo>
                  <a:pt x="17666" y="8785"/>
                </a:lnTo>
                <a:lnTo>
                  <a:pt x="17836" y="8712"/>
                </a:lnTo>
                <a:lnTo>
                  <a:pt x="18007" y="8639"/>
                </a:lnTo>
                <a:lnTo>
                  <a:pt x="18031" y="8809"/>
                </a:lnTo>
                <a:lnTo>
                  <a:pt x="17812" y="8907"/>
                </a:lnTo>
                <a:lnTo>
                  <a:pt x="17617" y="9004"/>
                </a:lnTo>
                <a:lnTo>
                  <a:pt x="17398" y="9077"/>
                </a:lnTo>
                <a:lnTo>
                  <a:pt x="17155" y="9174"/>
                </a:lnTo>
                <a:lnTo>
                  <a:pt x="16936" y="9247"/>
                </a:lnTo>
                <a:lnTo>
                  <a:pt x="16741" y="9369"/>
                </a:lnTo>
                <a:lnTo>
                  <a:pt x="16717" y="9418"/>
                </a:lnTo>
                <a:lnTo>
                  <a:pt x="16717" y="9466"/>
                </a:lnTo>
                <a:lnTo>
                  <a:pt x="16741" y="9515"/>
                </a:lnTo>
                <a:lnTo>
                  <a:pt x="16790" y="9539"/>
                </a:lnTo>
                <a:lnTo>
                  <a:pt x="16887" y="9564"/>
                </a:lnTo>
                <a:lnTo>
                  <a:pt x="17228" y="9564"/>
                </a:lnTo>
                <a:lnTo>
                  <a:pt x="17471" y="9491"/>
                </a:lnTo>
                <a:lnTo>
                  <a:pt x="17690" y="9442"/>
                </a:lnTo>
                <a:lnTo>
                  <a:pt x="17885" y="9369"/>
                </a:lnTo>
                <a:lnTo>
                  <a:pt x="18080" y="9272"/>
                </a:lnTo>
                <a:lnTo>
                  <a:pt x="18128" y="9564"/>
                </a:lnTo>
                <a:lnTo>
                  <a:pt x="17958" y="9612"/>
                </a:lnTo>
                <a:lnTo>
                  <a:pt x="17812" y="9661"/>
                </a:lnTo>
                <a:lnTo>
                  <a:pt x="17301" y="9880"/>
                </a:lnTo>
                <a:lnTo>
                  <a:pt x="17228" y="9928"/>
                </a:lnTo>
                <a:lnTo>
                  <a:pt x="17155" y="10001"/>
                </a:lnTo>
                <a:lnTo>
                  <a:pt x="17106" y="10074"/>
                </a:lnTo>
                <a:lnTo>
                  <a:pt x="17033" y="10147"/>
                </a:lnTo>
                <a:lnTo>
                  <a:pt x="17009" y="10172"/>
                </a:lnTo>
                <a:lnTo>
                  <a:pt x="17033" y="10172"/>
                </a:lnTo>
                <a:lnTo>
                  <a:pt x="17106" y="10196"/>
                </a:lnTo>
                <a:lnTo>
                  <a:pt x="17204" y="10220"/>
                </a:lnTo>
                <a:lnTo>
                  <a:pt x="17277" y="10245"/>
                </a:lnTo>
                <a:lnTo>
                  <a:pt x="17471" y="10245"/>
                </a:lnTo>
                <a:lnTo>
                  <a:pt x="17593" y="10196"/>
                </a:lnTo>
                <a:lnTo>
                  <a:pt x="17812" y="10123"/>
                </a:lnTo>
                <a:lnTo>
                  <a:pt x="17982" y="10074"/>
                </a:lnTo>
                <a:lnTo>
                  <a:pt x="18153" y="9977"/>
                </a:lnTo>
                <a:lnTo>
                  <a:pt x="18153" y="10220"/>
                </a:lnTo>
                <a:lnTo>
                  <a:pt x="18031" y="10269"/>
                </a:lnTo>
                <a:lnTo>
                  <a:pt x="17909" y="10318"/>
                </a:lnTo>
                <a:lnTo>
                  <a:pt x="17690" y="10415"/>
                </a:lnTo>
                <a:lnTo>
                  <a:pt x="17471" y="10512"/>
                </a:lnTo>
                <a:lnTo>
                  <a:pt x="17301" y="10634"/>
                </a:lnTo>
                <a:lnTo>
                  <a:pt x="17204" y="10731"/>
                </a:lnTo>
                <a:lnTo>
                  <a:pt x="17131" y="10829"/>
                </a:lnTo>
                <a:lnTo>
                  <a:pt x="17131" y="10853"/>
                </a:lnTo>
                <a:lnTo>
                  <a:pt x="17155" y="10902"/>
                </a:lnTo>
                <a:lnTo>
                  <a:pt x="17374" y="10902"/>
                </a:lnTo>
                <a:lnTo>
                  <a:pt x="17593" y="10877"/>
                </a:lnTo>
                <a:lnTo>
                  <a:pt x="17788" y="10804"/>
                </a:lnTo>
                <a:lnTo>
                  <a:pt x="17982" y="10731"/>
                </a:lnTo>
                <a:lnTo>
                  <a:pt x="18153" y="10683"/>
                </a:lnTo>
                <a:lnTo>
                  <a:pt x="18128" y="11169"/>
                </a:lnTo>
                <a:lnTo>
                  <a:pt x="17861" y="11267"/>
                </a:lnTo>
                <a:lnTo>
                  <a:pt x="17617" y="11364"/>
                </a:lnTo>
                <a:lnTo>
                  <a:pt x="17447" y="11413"/>
                </a:lnTo>
                <a:lnTo>
                  <a:pt x="17277" y="11461"/>
                </a:lnTo>
                <a:lnTo>
                  <a:pt x="17106" y="11510"/>
                </a:lnTo>
                <a:lnTo>
                  <a:pt x="16960" y="11607"/>
                </a:lnTo>
                <a:lnTo>
                  <a:pt x="16936" y="11632"/>
                </a:lnTo>
                <a:lnTo>
                  <a:pt x="16936" y="11680"/>
                </a:lnTo>
                <a:lnTo>
                  <a:pt x="16960" y="11729"/>
                </a:lnTo>
                <a:lnTo>
                  <a:pt x="16985" y="11753"/>
                </a:lnTo>
                <a:lnTo>
                  <a:pt x="17106" y="11802"/>
                </a:lnTo>
                <a:lnTo>
                  <a:pt x="17228" y="11826"/>
                </a:lnTo>
                <a:lnTo>
                  <a:pt x="17374" y="11826"/>
                </a:lnTo>
                <a:lnTo>
                  <a:pt x="17544" y="11778"/>
                </a:lnTo>
                <a:lnTo>
                  <a:pt x="17690" y="11753"/>
                </a:lnTo>
                <a:lnTo>
                  <a:pt x="17836" y="11680"/>
                </a:lnTo>
                <a:lnTo>
                  <a:pt x="17982" y="11607"/>
                </a:lnTo>
                <a:lnTo>
                  <a:pt x="18104" y="11510"/>
                </a:lnTo>
                <a:lnTo>
                  <a:pt x="18080" y="11656"/>
                </a:lnTo>
                <a:lnTo>
                  <a:pt x="17934" y="11705"/>
                </a:lnTo>
                <a:lnTo>
                  <a:pt x="17763" y="11753"/>
                </a:lnTo>
                <a:lnTo>
                  <a:pt x="17471" y="11899"/>
                </a:lnTo>
                <a:lnTo>
                  <a:pt x="17301" y="11948"/>
                </a:lnTo>
                <a:lnTo>
                  <a:pt x="17106" y="11972"/>
                </a:lnTo>
                <a:lnTo>
                  <a:pt x="16936" y="12021"/>
                </a:lnTo>
                <a:lnTo>
                  <a:pt x="16839" y="12045"/>
                </a:lnTo>
                <a:lnTo>
                  <a:pt x="16766" y="12094"/>
                </a:lnTo>
                <a:lnTo>
                  <a:pt x="16741" y="12143"/>
                </a:lnTo>
                <a:lnTo>
                  <a:pt x="16741" y="12167"/>
                </a:lnTo>
                <a:lnTo>
                  <a:pt x="16766" y="12240"/>
                </a:lnTo>
                <a:lnTo>
                  <a:pt x="16863" y="12289"/>
                </a:lnTo>
                <a:lnTo>
                  <a:pt x="16960" y="12337"/>
                </a:lnTo>
                <a:lnTo>
                  <a:pt x="17058" y="12362"/>
                </a:lnTo>
                <a:lnTo>
                  <a:pt x="17155" y="12362"/>
                </a:lnTo>
                <a:lnTo>
                  <a:pt x="17374" y="12313"/>
                </a:lnTo>
                <a:lnTo>
                  <a:pt x="17569" y="12289"/>
                </a:lnTo>
                <a:lnTo>
                  <a:pt x="17812" y="12216"/>
                </a:lnTo>
                <a:lnTo>
                  <a:pt x="18007" y="12094"/>
                </a:lnTo>
                <a:lnTo>
                  <a:pt x="17934" y="12435"/>
                </a:lnTo>
                <a:lnTo>
                  <a:pt x="17788" y="12459"/>
                </a:lnTo>
                <a:lnTo>
                  <a:pt x="17642" y="12508"/>
                </a:lnTo>
                <a:lnTo>
                  <a:pt x="17325" y="12629"/>
                </a:lnTo>
                <a:lnTo>
                  <a:pt x="16839" y="12751"/>
                </a:lnTo>
                <a:lnTo>
                  <a:pt x="16328" y="12897"/>
                </a:lnTo>
                <a:lnTo>
                  <a:pt x="16303" y="12897"/>
                </a:lnTo>
                <a:lnTo>
                  <a:pt x="16303" y="12946"/>
                </a:lnTo>
                <a:lnTo>
                  <a:pt x="16303" y="12970"/>
                </a:lnTo>
                <a:lnTo>
                  <a:pt x="16328" y="12970"/>
                </a:lnTo>
                <a:lnTo>
                  <a:pt x="16571" y="13019"/>
                </a:lnTo>
                <a:lnTo>
                  <a:pt x="16814" y="13019"/>
                </a:lnTo>
                <a:lnTo>
                  <a:pt x="17058" y="12994"/>
                </a:lnTo>
                <a:lnTo>
                  <a:pt x="17277" y="12946"/>
                </a:lnTo>
                <a:lnTo>
                  <a:pt x="17569" y="12897"/>
                </a:lnTo>
                <a:lnTo>
                  <a:pt x="17861" y="12824"/>
                </a:lnTo>
                <a:lnTo>
                  <a:pt x="17739" y="13286"/>
                </a:lnTo>
                <a:lnTo>
                  <a:pt x="15671" y="13286"/>
                </a:lnTo>
                <a:lnTo>
                  <a:pt x="13627" y="13311"/>
                </a:lnTo>
                <a:lnTo>
                  <a:pt x="9515" y="13359"/>
                </a:lnTo>
                <a:lnTo>
                  <a:pt x="5232" y="13408"/>
                </a:lnTo>
                <a:lnTo>
                  <a:pt x="3115" y="13432"/>
                </a:lnTo>
                <a:lnTo>
                  <a:pt x="1509" y="13432"/>
                </a:lnTo>
                <a:lnTo>
                  <a:pt x="1388" y="12654"/>
                </a:lnTo>
                <a:lnTo>
                  <a:pt x="1290" y="11851"/>
                </a:lnTo>
                <a:lnTo>
                  <a:pt x="1266" y="11048"/>
                </a:lnTo>
                <a:lnTo>
                  <a:pt x="1266" y="10245"/>
                </a:lnTo>
                <a:lnTo>
                  <a:pt x="1290" y="9442"/>
                </a:lnTo>
                <a:lnTo>
                  <a:pt x="1363" y="8615"/>
                </a:lnTo>
                <a:lnTo>
                  <a:pt x="1436" y="8152"/>
                </a:lnTo>
                <a:lnTo>
                  <a:pt x="1485" y="7690"/>
                </a:lnTo>
                <a:lnTo>
                  <a:pt x="1777" y="6936"/>
                </a:lnTo>
                <a:lnTo>
                  <a:pt x="2385" y="5305"/>
                </a:lnTo>
                <a:lnTo>
                  <a:pt x="2653" y="4575"/>
                </a:lnTo>
                <a:lnTo>
                  <a:pt x="2921" y="3821"/>
                </a:lnTo>
                <a:lnTo>
                  <a:pt x="3067" y="3456"/>
                </a:lnTo>
                <a:lnTo>
                  <a:pt x="3237" y="3091"/>
                </a:lnTo>
                <a:lnTo>
                  <a:pt x="3407" y="2750"/>
                </a:lnTo>
                <a:lnTo>
                  <a:pt x="3602" y="2410"/>
                </a:lnTo>
                <a:lnTo>
                  <a:pt x="3748" y="2215"/>
                </a:lnTo>
                <a:lnTo>
                  <a:pt x="3894" y="2045"/>
                </a:lnTo>
                <a:lnTo>
                  <a:pt x="4064" y="1899"/>
                </a:lnTo>
                <a:lnTo>
                  <a:pt x="4283" y="1753"/>
                </a:lnTo>
                <a:lnTo>
                  <a:pt x="4502" y="1607"/>
                </a:lnTo>
                <a:lnTo>
                  <a:pt x="4721" y="1485"/>
                </a:lnTo>
                <a:lnTo>
                  <a:pt x="4989" y="1388"/>
                </a:lnTo>
                <a:lnTo>
                  <a:pt x="5232" y="1291"/>
                </a:lnTo>
                <a:lnTo>
                  <a:pt x="5816" y="1096"/>
                </a:lnTo>
                <a:lnTo>
                  <a:pt x="6400" y="950"/>
                </a:lnTo>
                <a:lnTo>
                  <a:pt x="7033" y="853"/>
                </a:lnTo>
                <a:lnTo>
                  <a:pt x="7641" y="755"/>
                </a:lnTo>
                <a:lnTo>
                  <a:pt x="8249" y="707"/>
                </a:lnTo>
                <a:lnTo>
                  <a:pt x="8858" y="658"/>
                </a:lnTo>
                <a:lnTo>
                  <a:pt x="9904" y="609"/>
                </a:lnTo>
                <a:lnTo>
                  <a:pt x="10707" y="609"/>
                </a:lnTo>
                <a:lnTo>
                  <a:pt x="11121" y="585"/>
                </a:lnTo>
                <a:lnTo>
                  <a:pt x="11534" y="561"/>
                </a:lnTo>
                <a:close/>
                <a:moveTo>
                  <a:pt x="2410" y="13919"/>
                </a:moveTo>
                <a:lnTo>
                  <a:pt x="2239" y="14089"/>
                </a:lnTo>
                <a:lnTo>
                  <a:pt x="2093" y="14260"/>
                </a:lnTo>
                <a:lnTo>
                  <a:pt x="1850" y="14649"/>
                </a:lnTo>
                <a:lnTo>
                  <a:pt x="1826" y="14479"/>
                </a:lnTo>
                <a:lnTo>
                  <a:pt x="1850" y="14308"/>
                </a:lnTo>
                <a:lnTo>
                  <a:pt x="1899" y="14114"/>
                </a:lnTo>
                <a:lnTo>
                  <a:pt x="1972" y="13919"/>
                </a:lnTo>
                <a:close/>
                <a:moveTo>
                  <a:pt x="14746" y="13846"/>
                </a:moveTo>
                <a:lnTo>
                  <a:pt x="14649" y="13992"/>
                </a:lnTo>
                <a:lnTo>
                  <a:pt x="14551" y="14138"/>
                </a:lnTo>
                <a:lnTo>
                  <a:pt x="14405" y="14430"/>
                </a:lnTo>
                <a:lnTo>
                  <a:pt x="14235" y="14771"/>
                </a:lnTo>
                <a:lnTo>
                  <a:pt x="14235" y="14527"/>
                </a:lnTo>
                <a:lnTo>
                  <a:pt x="14259" y="14284"/>
                </a:lnTo>
                <a:lnTo>
                  <a:pt x="14235" y="14065"/>
                </a:lnTo>
                <a:lnTo>
                  <a:pt x="14211" y="13943"/>
                </a:lnTo>
                <a:lnTo>
                  <a:pt x="14186" y="13846"/>
                </a:lnTo>
                <a:close/>
                <a:moveTo>
                  <a:pt x="2994" y="13919"/>
                </a:moveTo>
                <a:lnTo>
                  <a:pt x="2848" y="14065"/>
                </a:lnTo>
                <a:lnTo>
                  <a:pt x="2702" y="14211"/>
                </a:lnTo>
                <a:lnTo>
                  <a:pt x="2458" y="14552"/>
                </a:lnTo>
                <a:lnTo>
                  <a:pt x="2288" y="14819"/>
                </a:lnTo>
                <a:lnTo>
                  <a:pt x="2191" y="15014"/>
                </a:lnTo>
                <a:lnTo>
                  <a:pt x="2142" y="15184"/>
                </a:lnTo>
                <a:lnTo>
                  <a:pt x="2045" y="15087"/>
                </a:lnTo>
                <a:lnTo>
                  <a:pt x="2239" y="14771"/>
                </a:lnTo>
                <a:lnTo>
                  <a:pt x="2434" y="14479"/>
                </a:lnTo>
                <a:lnTo>
                  <a:pt x="2629" y="14211"/>
                </a:lnTo>
                <a:lnTo>
                  <a:pt x="2799" y="13919"/>
                </a:lnTo>
                <a:close/>
                <a:moveTo>
                  <a:pt x="4405" y="14381"/>
                </a:moveTo>
                <a:lnTo>
                  <a:pt x="4381" y="14649"/>
                </a:lnTo>
                <a:lnTo>
                  <a:pt x="4308" y="14941"/>
                </a:lnTo>
                <a:lnTo>
                  <a:pt x="4259" y="15087"/>
                </a:lnTo>
                <a:lnTo>
                  <a:pt x="4162" y="15209"/>
                </a:lnTo>
                <a:lnTo>
                  <a:pt x="4040" y="15330"/>
                </a:lnTo>
                <a:lnTo>
                  <a:pt x="3894" y="15403"/>
                </a:lnTo>
                <a:lnTo>
                  <a:pt x="3894" y="15403"/>
                </a:lnTo>
                <a:lnTo>
                  <a:pt x="4016" y="15160"/>
                </a:lnTo>
                <a:lnTo>
                  <a:pt x="4235" y="14771"/>
                </a:lnTo>
                <a:lnTo>
                  <a:pt x="4308" y="14576"/>
                </a:lnTo>
                <a:lnTo>
                  <a:pt x="4405" y="14381"/>
                </a:lnTo>
                <a:close/>
                <a:moveTo>
                  <a:pt x="3845" y="13895"/>
                </a:moveTo>
                <a:lnTo>
                  <a:pt x="3651" y="14041"/>
                </a:lnTo>
                <a:lnTo>
                  <a:pt x="3456" y="14211"/>
                </a:lnTo>
                <a:lnTo>
                  <a:pt x="3286" y="14406"/>
                </a:lnTo>
                <a:lnTo>
                  <a:pt x="3140" y="14625"/>
                </a:lnTo>
                <a:lnTo>
                  <a:pt x="2848" y="15038"/>
                </a:lnTo>
                <a:lnTo>
                  <a:pt x="2629" y="15476"/>
                </a:lnTo>
                <a:lnTo>
                  <a:pt x="2629" y="15501"/>
                </a:lnTo>
                <a:lnTo>
                  <a:pt x="2458" y="15428"/>
                </a:lnTo>
                <a:lnTo>
                  <a:pt x="2556" y="15306"/>
                </a:lnTo>
                <a:lnTo>
                  <a:pt x="2629" y="15160"/>
                </a:lnTo>
                <a:lnTo>
                  <a:pt x="2726" y="14941"/>
                </a:lnTo>
                <a:lnTo>
                  <a:pt x="2896" y="14673"/>
                </a:lnTo>
                <a:lnTo>
                  <a:pt x="3067" y="14406"/>
                </a:lnTo>
                <a:lnTo>
                  <a:pt x="3261" y="14162"/>
                </a:lnTo>
                <a:lnTo>
                  <a:pt x="3432" y="13919"/>
                </a:lnTo>
                <a:lnTo>
                  <a:pt x="3845" y="13895"/>
                </a:lnTo>
                <a:close/>
                <a:moveTo>
                  <a:pt x="4381" y="13895"/>
                </a:moveTo>
                <a:lnTo>
                  <a:pt x="4381" y="14065"/>
                </a:lnTo>
                <a:lnTo>
                  <a:pt x="4186" y="14260"/>
                </a:lnTo>
                <a:lnTo>
                  <a:pt x="4016" y="14503"/>
                </a:lnTo>
                <a:lnTo>
                  <a:pt x="3724" y="14990"/>
                </a:lnTo>
                <a:lnTo>
                  <a:pt x="3529" y="15257"/>
                </a:lnTo>
                <a:lnTo>
                  <a:pt x="3359" y="15549"/>
                </a:lnTo>
                <a:lnTo>
                  <a:pt x="3261" y="15574"/>
                </a:lnTo>
                <a:lnTo>
                  <a:pt x="2994" y="15574"/>
                </a:lnTo>
                <a:lnTo>
                  <a:pt x="3237" y="15160"/>
                </a:lnTo>
                <a:lnTo>
                  <a:pt x="3505" y="14746"/>
                </a:lnTo>
                <a:lnTo>
                  <a:pt x="3821" y="14333"/>
                </a:lnTo>
                <a:lnTo>
                  <a:pt x="3967" y="14114"/>
                </a:lnTo>
                <a:lnTo>
                  <a:pt x="4113" y="13895"/>
                </a:lnTo>
                <a:close/>
                <a:moveTo>
                  <a:pt x="15865" y="13846"/>
                </a:moveTo>
                <a:lnTo>
                  <a:pt x="15695" y="13968"/>
                </a:lnTo>
                <a:lnTo>
                  <a:pt x="15525" y="14089"/>
                </a:lnTo>
                <a:lnTo>
                  <a:pt x="15403" y="14211"/>
                </a:lnTo>
                <a:lnTo>
                  <a:pt x="15306" y="14333"/>
                </a:lnTo>
                <a:lnTo>
                  <a:pt x="15111" y="14625"/>
                </a:lnTo>
                <a:lnTo>
                  <a:pt x="14965" y="14844"/>
                </a:lnTo>
                <a:lnTo>
                  <a:pt x="14819" y="15063"/>
                </a:lnTo>
                <a:lnTo>
                  <a:pt x="14746" y="15184"/>
                </a:lnTo>
                <a:lnTo>
                  <a:pt x="14697" y="15306"/>
                </a:lnTo>
                <a:lnTo>
                  <a:pt x="14673" y="15452"/>
                </a:lnTo>
                <a:lnTo>
                  <a:pt x="14673" y="15574"/>
                </a:lnTo>
                <a:lnTo>
                  <a:pt x="14503" y="15428"/>
                </a:lnTo>
                <a:lnTo>
                  <a:pt x="14381" y="15257"/>
                </a:lnTo>
                <a:lnTo>
                  <a:pt x="14478" y="15111"/>
                </a:lnTo>
                <a:lnTo>
                  <a:pt x="14551" y="14965"/>
                </a:lnTo>
                <a:lnTo>
                  <a:pt x="14673" y="14673"/>
                </a:lnTo>
                <a:lnTo>
                  <a:pt x="14819" y="14284"/>
                </a:lnTo>
                <a:lnTo>
                  <a:pt x="14868" y="14065"/>
                </a:lnTo>
                <a:lnTo>
                  <a:pt x="14892" y="13870"/>
                </a:lnTo>
                <a:lnTo>
                  <a:pt x="14868" y="13846"/>
                </a:lnTo>
                <a:close/>
                <a:moveTo>
                  <a:pt x="16790" y="14625"/>
                </a:moveTo>
                <a:lnTo>
                  <a:pt x="16766" y="14917"/>
                </a:lnTo>
                <a:lnTo>
                  <a:pt x="16717" y="15184"/>
                </a:lnTo>
                <a:lnTo>
                  <a:pt x="16644" y="15330"/>
                </a:lnTo>
                <a:lnTo>
                  <a:pt x="16571" y="15452"/>
                </a:lnTo>
                <a:lnTo>
                  <a:pt x="16449" y="15574"/>
                </a:lnTo>
                <a:lnTo>
                  <a:pt x="16352" y="15647"/>
                </a:lnTo>
                <a:lnTo>
                  <a:pt x="16352" y="15647"/>
                </a:lnTo>
                <a:lnTo>
                  <a:pt x="16571" y="15111"/>
                </a:lnTo>
                <a:lnTo>
                  <a:pt x="16693" y="14868"/>
                </a:lnTo>
                <a:lnTo>
                  <a:pt x="16790" y="14625"/>
                </a:lnTo>
                <a:close/>
                <a:moveTo>
                  <a:pt x="16498" y="13846"/>
                </a:moveTo>
                <a:lnTo>
                  <a:pt x="16328" y="14041"/>
                </a:lnTo>
                <a:lnTo>
                  <a:pt x="16133" y="14260"/>
                </a:lnTo>
                <a:lnTo>
                  <a:pt x="15987" y="14479"/>
                </a:lnTo>
                <a:lnTo>
                  <a:pt x="15817" y="14746"/>
                </a:lnTo>
                <a:lnTo>
                  <a:pt x="15525" y="15257"/>
                </a:lnTo>
                <a:lnTo>
                  <a:pt x="15379" y="15549"/>
                </a:lnTo>
                <a:lnTo>
                  <a:pt x="15257" y="15817"/>
                </a:lnTo>
                <a:lnTo>
                  <a:pt x="15062" y="15768"/>
                </a:lnTo>
                <a:lnTo>
                  <a:pt x="14868" y="15695"/>
                </a:lnTo>
                <a:lnTo>
                  <a:pt x="14965" y="15622"/>
                </a:lnTo>
                <a:lnTo>
                  <a:pt x="15038" y="15549"/>
                </a:lnTo>
                <a:lnTo>
                  <a:pt x="15160" y="15355"/>
                </a:lnTo>
                <a:lnTo>
                  <a:pt x="15379" y="14941"/>
                </a:lnTo>
                <a:lnTo>
                  <a:pt x="15719" y="14381"/>
                </a:lnTo>
                <a:lnTo>
                  <a:pt x="15817" y="14260"/>
                </a:lnTo>
                <a:lnTo>
                  <a:pt x="15865" y="14114"/>
                </a:lnTo>
                <a:lnTo>
                  <a:pt x="16011" y="13846"/>
                </a:lnTo>
                <a:close/>
                <a:moveTo>
                  <a:pt x="16717" y="13846"/>
                </a:moveTo>
                <a:lnTo>
                  <a:pt x="16766" y="14235"/>
                </a:lnTo>
                <a:lnTo>
                  <a:pt x="16620" y="14430"/>
                </a:lnTo>
                <a:lnTo>
                  <a:pt x="16474" y="14625"/>
                </a:lnTo>
                <a:lnTo>
                  <a:pt x="16255" y="15063"/>
                </a:lnTo>
                <a:lnTo>
                  <a:pt x="16084" y="15428"/>
                </a:lnTo>
                <a:lnTo>
                  <a:pt x="15987" y="15622"/>
                </a:lnTo>
                <a:lnTo>
                  <a:pt x="15938" y="15817"/>
                </a:lnTo>
                <a:lnTo>
                  <a:pt x="15646" y="15841"/>
                </a:lnTo>
                <a:lnTo>
                  <a:pt x="15890" y="15379"/>
                </a:lnTo>
                <a:lnTo>
                  <a:pt x="16133" y="14917"/>
                </a:lnTo>
                <a:lnTo>
                  <a:pt x="16401" y="14381"/>
                </a:lnTo>
                <a:lnTo>
                  <a:pt x="16644" y="13846"/>
                </a:lnTo>
                <a:close/>
                <a:moveTo>
                  <a:pt x="8493" y="1"/>
                </a:moveTo>
                <a:lnTo>
                  <a:pt x="7884" y="25"/>
                </a:lnTo>
                <a:lnTo>
                  <a:pt x="7252" y="98"/>
                </a:lnTo>
                <a:lnTo>
                  <a:pt x="6619" y="171"/>
                </a:lnTo>
                <a:lnTo>
                  <a:pt x="6011" y="317"/>
                </a:lnTo>
                <a:lnTo>
                  <a:pt x="5427" y="488"/>
                </a:lnTo>
                <a:lnTo>
                  <a:pt x="5135" y="585"/>
                </a:lnTo>
                <a:lnTo>
                  <a:pt x="4867" y="707"/>
                </a:lnTo>
                <a:lnTo>
                  <a:pt x="4600" y="853"/>
                </a:lnTo>
                <a:lnTo>
                  <a:pt x="4356" y="999"/>
                </a:lnTo>
                <a:lnTo>
                  <a:pt x="4113" y="1169"/>
                </a:lnTo>
                <a:lnTo>
                  <a:pt x="3894" y="1339"/>
                </a:lnTo>
                <a:lnTo>
                  <a:pt x="3699" y="1534"/>
                </a:lnTo>
                <a:lnTo>
                  <a:pt x="3529" y="1753"/>
                </a:lnTo>
                <a:lnTo>
                  <a:pt x="3310" y="2045"/>
                </a:lnTo>
                <a:lnTo>
                  <a:pt x="3115" y="2385"/>
                </a:lnTo>
                <a:lnTo>
                  <a:pt x="2945" y="2702"/>
                </a:lnTo>
                <a:lnTo>
                  <a:pt x="2799" y="3042"/>
                </a:lnTo>
                <a:lnTo>
                  <a:pt x="2507" y="3748"/>
                </a:lnTo>
                <a:lnTo>
                  <a:pt x="2264" y="4454"/>
                </a:lnTo>
                <a:lnTo>
                  <a:pt x="2142" y="4405"/>
                </a:lnTo>
                <a:lnTo>
                  <a:pt x="2020" y="4356"/>
                </a:lnTo>
                <a:lnTo>
                  <a:pt x="1728" y="4356"/>
                </a:lnTo>
                <a:lnTo>
                  <a:pt x="1412" y="4405"/>
                </a:lnTo>
                <a:lnTo>
                  <a:pt x="1193" y="4478"/>
                </a:lnTo>
                <a:lnTo>
                  <a:pt x="998" y="4551"/>
                </a:lnTo>
                <a:lnTo>
                  <a:pt x="804" y="4624"/>
                </a:lnTo>
                <a:lnTo>
                  <a:pt x="633" y="4746"/>
                </a:lnTo>
                <a:lnTo>
                  <a:pt x="487" y="4867"/>
                </a:lnTo>
                <a:lnTo>
                  <a:pt x="366" y="5013"/>
                </a:lnTo>
                <a:lnTo>
                  <a:pt x="244" y="5159"/>
                </a:lnTo>
                <a:lnTo>
                  <a:pt x="147" y="5354"/>
                </a:lnTo>
                <a:lnTo>
                  <a:pt x="49" y="5524"/>
                </a:lnTo>
                <a:lnTo>
                  <a:pt x="25" y="5695"/>
                </a:lnTo>
                <a:lnTo>
                  <a:pt x="1" y="5865"/>
                </a:lnTo>
                <a:lnTo>
                  <a:pt x="25" y="6060"/>
                </a:lnTo>
                <a:lnTo>
                  <a:pt x="49" y="6230"/>
                </a:lnTo>
                <a:lnTo>
                  <a:pt x="122" y="6400"/>
                </a:lnTo>
                <a:lnTo>
                  <a:pt x="220" y="6571"/>
                </a:lnTo>
                <a:lnTo>
                  <a:pt x="317" y="6692"/>
                </a:lnTo>
                <a:lnTo>
                  <a:pt x="463" y="6814"/>
                </a:lnTo>
                <a:lnTo>
                  <a:pt x="658" y="6911"/>
                </a:lnTo>
                <a:lnTo>
                  <a:pt x="901" y="6984"/>
                </a:lnTo>
                <a:lnTo>
                  <a:pt x="1023" y="6984"/>
                </a:lnTo>
                <a:lnTo>
                  <a:pt x="1120" y="7009"/>
                </a:lnTo>
                <a:lnTo>
                  <a:pt x="1242" y="6984"/>
                </a:lnTo>
                <a:lnTo>
                  <a:pt x="1363" y="6960"/>
                </a:lnTo>
                <a:lnTo>
                  <a:pt x="1169" y="7495"/>
                </a:lnTo>
                <a:lnTo>
                  <a:pt x="1071" y="7739"/>
                </a:lnTo>
                <a:lnTo>
                  <a:pt x="998" y="8006"/>
                </a:lnTo>
                <a:lnTo>
                  <a:pt x="901" y="8542"/>
                </a:lnTo>
                <a:lnTo>
                  <a:pt x="779" y="9393"/>
                </a:lnTo>
                <a:lnTo>
                  <a:pt x="731" y="10245"/>
                </a:lnTo>
                <a:lnTo>
                  <a:pt x="731" y="11072"/>
                </a:lnTo>
                <a:lnTo>
                  <a:pt x="755" y="11875"/>
                </a:lnTo>
                <a:lnTo>
                  <a:pt x="852" y="12702"/>
                </a:lnTo>
                <a:lnTo>
                  <a:pt x="974" y="13505"/>
                </a:lnTo>
                <a:lnTo>
                  <a:pt x="925" y="13505"/>
                </a:lnTo>
                <a:lnTo>
                  <a:pt x="877" y="13530"/>
                </a:lnTo>
                <a:lnTo>
                  <a:pt x="828" y="13578"/>
                </a:lnTo>
                <a:lnTo>
                  <a:pt x="804" y="13627"/>
                </a:lnTo>
                <a:lnTo>
                  <a:pt x="804" y="13676"/>
                </a:lnTo>
                <a:lnTo>
                  <a:pt x="804" y="13749"/>
                </a:lnTo>
                <a:lnTo>
                  <a:pt x="828" y="13797"/>
                </a:lnTo>
                <a:lnTo>
                  <a:pt x="877" y="13846"/>
                </a:lnTo>
                <a:lnTo>
                  <a:pt x="925" y="13870"/>
                </a:lnTo>
                <a:lnTo>
                  <a:pt x="1193" y="13895"/>
                </a:lnTo>
                <a:lnTo>
                  <a:pt x="1461" y="13919"/>
                </a:lnTo>
                <a:lnTo>
                  <a:pt x="1412" y="14041"/>
                </a:lnTo>
                <a:lnTo>
                  <a:pt x="1363" y="14187"/>
                </a:lnTo>
                <a:lnTo>
                  <a:pt x="1315" y="14333"/>
                </a:lnTo>
                <a:lnTo>
                  <a:pt x="1315" y="14479"/>
                </a:lnTo>
                <a:lnTo>
                  <a:pt x="1315" y="14649"/>
                </a:lnTo>
                <a:lnTo>
                  <a:pt x="1339" y="14795"/>
                </a:lnTo>
                <a:lnTo>
                  <a:pt x="1363" y="14941"/>
                </a:lnTo>
                <a:lnTo>
                  <a:pt x="1412" y="15063"/>
                </a:lnTo>
                <a:lnTo>
                  <a:pt x="1534" y="15282"/>
                </a:lnTo>
                <a:lnTo>
                  <a:pt x="1680" y="15476"/>
                </a:lnTo>
                <a:lnTo>
                  <a:pt x="1850" y="15647"/>
                </a:lnTo>
                <a:lnTo>
                  <a:pt x="2020" y="15768"/>
                </a:lnTo>
                <a:lnTo>
                  <a:pt x="2215" y="15890"/>
                </a:lnTo>
                <a:lnTo>
                  <a:pt x="2434" y="15987"/>
                </a:lnTo>
                <a:lnTo>
                  <a:pt x="2677" y="16036"/>
                </a:lnTo>
                <a:lnTo>
                  <a:pt x="2921" y="16085"/>
                </a:lnTo>
                <a:lnTo>
                  <a:pt x="3115" y="16109"/>
                </a:lnTo>
                <a:lnTo>
                  <a:pt x="3334" y="16109"/>
                </a:lnTo>
                <a:lnTo>
                  <a:pt x="3529" y="16085"/>
                </a:lnTo>
                <a:lnTo>
                  <a:pt x="3748" y="16036"/>
                </a:lnTo>
                <a:lnTo>
                  <a:pt x="3943" y="15963"/>
                </a:lnTo>
                <a:lnTo>
                  <a:pt x="4137" y="15890"/>
                </a:lnTo>
                <a:lnTo>
                  <a:pt x="4308" y="15793"/>
                </a:lnTo>
                <a:lnTo>
                  <a:pt x="4478" y="15647"/>
                </a:lnTo>
                <a:lnTo>
                  <a:pt x="4648" y="15476"/>
                </a:lnTo>
                <a:lnTo>
                  <a:pt x="4770" y="15282"/>
                </a:lnTo>
                <a:lnTo>
                  <a:pt x="4843" y="15063"/>
                </a:lnTo>
                <a:lnTo>
                  <a:pt x="4892" y="14844"/>
                </a:lnTo>
                <a:lnTo>
                  <a:pt x="4940" y="14600"/>
                </a:lnTo>
                <a:lnTo>
                  <a:pt x="4940" y="14357"/>
                </a:lnTo>
                <a:lnTo>
                  <a:pt x="4916" y="13895"/>
                </a:lnTo>
                <a:lnTo>
                  <a:pt x="5062" y="13895"/>
                </a:lnTo>
                <a:lnTo>
                  <a:pt x="9515" y="13870"/>
                </a:lnTo>
                <a:lnTo>
                  <a:pt x="14040" y="13846"/>
                </a:lnTo>
                <a:lnTo>
                  <a:pt x="13967" y="13919"/>
                </a:lnTo>
                <a:lnTo>
                  <a:pt x="13919" y="13992"/>
                </a:lnTo>
                <a:lnTo>
                  <a:pt x="13846" y="14162"/>
                </a:lnTo>
                <a:lnTo>
                  <a:pt x="13797" y="14357"/>
                </a:lnTo>
                <a:lnTo>
                  <a:pt x="13797" y="14576"/>
                </a:lnTo>
                <a:lnTo>
                  <a:pt x="13821" y="14795"/>
                </a:lnTo>
                <a:lnTo>
                  <a:pt x="13846" y="14990"/>
                </a:lnTo>
                <a:lnTo>
                  <a:pt x="13943" y="15355"/>
                </a:lnTo>
                <a:lnTo>
                  <a:pt x="13967" y="15476"/>
                </a:lnTo>
                <a:lnTo>
                  <a:pt x="14016" y="15574"/>
                </a:lnTo>
                <a:lnTo>
                  <a:pt x="14162" y="15768"/>
                </a:lnTo>
                <a:lnTo>
                  <a:pt x="14357" y="15914"/>
                </a:lnTo>
                <a:lnTo>
                  <a:pt x="14551" y="16060"/>
                </a:lnTo>
                <a:lnTo>
                  <a:pt x="14795" y="16158"/>
                </a:lnTo>
                <a:lnTo>
                  <a:pt x="15038" y="16231"/>
                </a:lnTo>
                <a:lnTo>
                  <a:pt x="15281" y="16279"/>
                </a:lnTo>
                <a:lnTo>
                  <a:pt x="15500" y="16328"/>
                </a:lnTo>
                <a:lnTo>
                  <a:pt x="15744" y="16328"/>
                </a:lnTo>
                <a:lnTo>
                  <a:pt x="15963" y="16304"/>
                </a:lnTo>
                <a:lnTo>
                  <a:pt x="16157" y="16255"/>
                </a:lnTo>
                <a:lnTo>
                  <a:pt x="16352" y="16182"/>
                </a:lnTo>
                <a:lnTo>
                  <a:pt x="16547" y="16060"/>
                </a:lnTo>
                <a:lnTo>
                  <a:pt x="16717" y="15939"/>
                </a:lnTo>
                <a:lnTo>
                  <a:pt x="16887" y="15793"/>
                </a:lnTo>
                <a:lnTo>
                  <a:pt x="17033" y="15622"/>
                </a:lnTo>
                <a:lnTo>
                  <a:pt x="17131" y="15428"/>
                </a:lnTo>
                <a:lnTo>
                  <a:pt x="17204" y="15209"/>
                </a:lnTo>
                <a:lnTo>
                  <a:pt x="17252" y="14990"/>
                </a:lnTo>
                <a:lnTo>
                  <a:pt x="17277" y="14746"/>
                </a:lnTo>
                <a:lnTo>
                  <a:pt x="17277" y="14527"/>
                </a:lnTo>
                <a:lnTo>
                  <a:pt x="17277" y="14284"/>
                </a:lnTo>
                <a:lnTo>
                  <a:pt x="17204" y="13822"/>
                </a:lnTo>
                <a:lnTo>
                  <a:pt x="18250" y="13797"/>
                </a:lnTo>
                <a:lnTo>
                  <a:pt x="18372" y="13773"/>
                </a:lnTo>
                <a:lnTo>
                  <a:pt x="18445" y="13724"/>
                </a:lnTo>
                <a:lnTo>
                  <a:pt x="18493" y="13627"/>
                </a:lnTo>
                <a:lnTo>
                  <a:pt x="18493" y="13530"/>
                </a:lnTo>
                <a:lnTo>
                  <a:pt x="18493" y="13457"/>
                </a:lnTo>
                <a:lnTo>
                  <a:pt x="18445" y="13359"/>
                </a:lnTo>
                <a:lnTo>
                  <a:pt x="18372" y="13311"/>
                </a:lnTo>
                <a:lnTo>
                  <a:pt x="18250" y="13286"/>
                </a:lnTo>
                <a:lnTo>
                  <a:pt x="18445" y="12556"/>
                </a:lnTo>
                <a:lnTo>
                  <a:pt x="18566" y="11802"/>
                </a:lnTo>
                <a:lnTo>
                  <a:pt x="18639" y="11048"/>
                </a:lnTo>
                <a:lnTo>
                  <a:pt x="18664" y="10293"/>
                </a:lnTo>
                <a:lnTo>
                  <a:pt x="18639" y="9880"/>
                </a:lnTo>
                <a:lnTo>
                  <a:pt x="18615" y="9466"/>
                </a:lnTo>
                <a:lnTo>
                  <a:pt x="18493" y="8639"/>
                </a:lnTo>
                <a:lnTo>
                  <a:pt x="18445" y="8323"/>
                </a:lnTo>
                <a:lnTo>
                  <a:pt x="18372" y="7982"/>
                </a:lnTo>
                <a:lnTo>
                  <a:pt x="18250" y="7666"/>
                </a:lnTo>
                <a:lnTo>
                  <a:pt x="18177" y="7520"/>
                </a:lnTo>
                <a:lnTo>
                  <a:pt x="18104" y="7374"/>
                </a:lnTo>
                <a:lnTo>
                  <a:pt x="18080" y="7276"/>
                </a:lnTo>
                <a:lnTo>
                  <a:pt x="17982" y="6887"/>
                </a:lnTo>
                <a:lnTo>
                  <a:pt x="18274" y="6838"/>
                </a:lnTo>
                <a:lnTo>
                  <a:pt x="18542" y="6741"/>
                </a:lnTo>
                <a:lnTo>
                  <a:pt x="18834" y="6644"/>
                </a:lnTo>
                <a:lnTo>
                  <a:pt x="19102" y="6498"/>
                </a:lnTo>
                <a:lnTo>
                  <a:pt x="19199" y="6400"/>
                </a:lnTo>
                <a:lnTo>
                  <a:pt x="19272" y="6279"/>
                </a:lnTo>
                <a:lnTo>
                  <a:pt x="19321" y="6157"/>
                </a:lnTo>
                <a:lnTo>
                  <a:pt x="19321" y="6011"/>
                </a:lnTo>
                <a:lnTo>
                  <a:pt x="19321" y="5841"/>
                </a:lnTo>
                <a:lnTo>
                  <a:pt x="19321" y="5695"/>
                </a:lnTo>
                <a:lnTo>
                  <a:pt x="19272" y="5451"/>
                </a:lnTo>
                <a:lnTo>
                  <a:pt x="19199" y="5281"/>
                </a:lnTo>
                <a:lnTo>
                  <a:pt x="19126" y="5135"/>
                </a:lnTo>
                <a:lnTo>
                  <a:pt x="19029" y="5013"/>
                </a:lnTo>
                <a:lnTo>
                  <a:pt x="18907" y="4892"/>
                </a:lnTo>
                <a:lnTo>
                  <a:pt x="18785" y="4794"/>
                </a:lnTo>
                <a:lnTo>
                  <a:pt x="18664" y="4697"/>
                </a:lnTo>
                <a:lnTo>
                  <a:pt x="18372" y="4527"/>
                </a:lnTo>
                <a:lnTo>
                  <a:pt x="18080" y="4429"/>
                </a:lnTo>
                <a:lnTo>
                  <a:pt x="17934" y="4356"/>
                </a:lnTo>
                <a:lnTo>
                  <a:pt x="17763" y="4332"/>
                </a:lnTo>
                <a:lnTo>
                  <a:pt x="17593" y="4308"/>
                </a:lnTo>
                <a:lnTo>
                  <a:pt x="17423" y="4308"/>
                </a:lnTo>
                <a:lnTo>
                  <a:pt x="17252" y="4356"/>
                </a:lnTo>
                <a:lnTo>
                  <a:pt x="17131" y="4405"/>
                </a:lnTo>
                <a:lnTo>
                  <a:pt x="17082" y="4478"/>
                </a:lnTo>
                <a:lnTo>
                  <a:pt x="17082" y="4527"/>
                </a:lnTo>
                <a:lnTo>
                  <a:pt x="16863" y="3967"/>
                </a:lnTo>
                <a:lnTo>
                  <a:pt x="16595" y="3261"/>
                </a:lnTo>
                <a:lnTo>
                  <a:pt x="16303" y="2580"/>
                </a:lnTo>
                <a:lnTo>
                  <a:pt x="16133" y="2239"/>
                </a:lnTo>
                <a:lnTo>
                  <a:pt x="15938" y="1923"/>
                </a:lnTo>
                <a:lnTo>
                  <a:pt x="15719" y="1607"/>
                </a:lnTo>
                <a:lnTo>
                  <a:pt x="15476" y="1315"/>
                </a:lnTo>
                <a:lnTo>
                  <a:pt x="15354" y="1193"/>
                </a:lnTo>
                <a:lnTo>
                  <a:pt x="15379" y="1145"/>
                </a:lnTo>
                <a:lnTo>
                  <a:pt x="15403" y="1120"/>
                </a:lnTo>
                <a:lnTo>
                  <a:pt x="15379" y="1023"/>
                </a:lnTo>
                <a:lnTo>
                  <a:pt x="15306" y="974"/>
                </a:lnTo>
                <a:lnTo>
                  <a:pt x="15257" y="950"/>
                </a:lnTo>
                <a:lnTo>
                  <a:pt x="15208" y="950"/>
                </a:lnTo>
                <a:lnTo>
                  <a:pt x="15111" y="974"/>
                </a:lnTo>
                <a:lnTo>
                  <a:pt x="14892" y="804"/>
                </a:lnTo>
                <a:lnTo>
                  <a:pt x="14624" y="658"/>
                </a:lnTo>
                <a:lnTo>
                  <a:pt x="14381" y="536"/>
                </a:lnTo>
                <a:lnTo>
                  <a:pt x="14113" y="415"/>
                </a:lnTo>
                <a:lnTo>
                  <a:pt x="13821" y="317"/>
                </a:lnTo>
                <a:lnTo>
                  <a:pt x="13530" y="244"/>
                </a:lnTo>
                <a:lnTo>
                  <a:pt x="12970" y="123"/>
                </a:lnTo>
                <a:lnTo>
                  <a:pt x="12556" y="74"/>
                </a:lnTo>
                <a:lnTo>
                  <a:pt x="12143" y="50"/>
                </a:lnTo>
                <a:lnTo>
                  <a:pt x="11729" y="50"/>
                </a:lnTo>
                <a:lnTo>
                  <a:pt x="11291" y="74"/>
                </a:lnTo>
                <a:lnTo>
                  <a:pt x="10902" y="50"/>
                </a:lnTo>
                <a:lnTo>
                  <a:pt x="10123" y="25"/>
                </a:lnTo>
                <a:lnTo>
                  <a:pt x="9077" y="1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680" name="Google Shape;680;p32"/>
          <p:cNvSpPr/>
          <p:nvPr/>
        </p:nvSpPr>
        <p:spPr>
          <a:xfrm>
            <a:off x="5042975" y="956162"/>
            <a:ext cx="430192" cy="325916"/>
          </a:xfrm>
          <a:custGeom>
            <a:rect b="b" l="l" r="r" t="t"/>
            <a:pathLst>
              <a:path extrusionOk="0" h="15136" w="19126">
                <a:moveTo>
                  <a:pt x="8979" y="2628"/>
                </a:moveTo>
                <a:lnTo>
                  <a:pt x="8687" y="2653"/>
                </a:lnTo>
                <a:lnTo>
                  <a:pt x="8395" y="2701"/>
                </a:lnTo>
                <a:lnTo>
                  <a:pt x="7811" y="2799"/>
                </a:lnTo>
                <a:lnTo>
                  <a:pt x="7543" y="2872"/>
                </a:lnTo>
                <a:lnTo>
                  <a:pt x="7251" y="2969"/>
                </a:lnTo>
                <a:lnTo>
                  <a:pt x="7130" y="3042"/>
                </a:lnTo>
                <a:lnTo>
                  <a:pt x="7008" y="3139"/>
                </a:lnTo>
                <a:lnTo>
                  <a:pt x="6935" y="3237"/>
                </a:lnTo>
                <a:lnTo>
                  <a:pt x="6886" y="3383"/>
                </a:lnTo>
                <a:lnTo>
                  <a:pt x="6886" y="3456"/>
                </a:lnTo>
                <a:lnTo>
                  <a:pt x="6935" y="3529"/>
                </a:lnTo>
                <a:lnTo>
                  <a:pt x="7032" y="3553"/>
                </a:lnTo>
                <a:lnTo>
                  <a:pt x="7105" y="3577"/>
                </a:lnTo>
                <a:lnTo>
                  <a:pt x="7203" y="3577"/>
                </a:lnTo>
                <a:lnTo>
                  <a:pt x="7300" y="3553"/>
                </a:lnTo>
                <a:lnTo>
                  <a:pt x="7470" y="3480"/>
                </a:lnTo>
                <a:lnTo>
                  <a:pt x="7641" y="3407"/>
                </a:lnTo>
                <a:lnTo>
                  <a:pt x="7908" y="3334"/>
                </a:lnTo>
                <a:lnTo>
                  <a:pt x="8176" y="3261"/>
                </a:lnTo>
                <a:lnTo>
                  <a:pt x="8736" y="3188"/>
                </a:lnTo>
                <a:lnTo>
                  <a:pt x="9076" y="3164"/>
                </a:lnTo>
                <a:lnTo>
                  <a:pt x="9563" y="3139"/>
                </a:lnTo>
                <a:lnTo>
                  <a:pt x="9806" y="3164"/>
                </a:lnTo>
                <a:lnTo>
                  <a:pt x="10025" y="3212"/>
                </a:lnTo>
                <a:lnTo>
                  <a:pt x="10196" y="3261"/>
                </a:lnTo>
                <a:lnTo>
                  <a:pt x="10269" y="3310"/>
                </a:lnTo>
                <a:lnTo>
                  <a:pt x="10317" y="3383"/>
                </a:lnTo>
                <a:lnTo>
                  <a:pt x="10390" y="3456"/>
                </a:lnTo>
                <a:lnTo>
                  <a:pt x="10487" y="3504"/>
                </a:lnTo>
                <a:lnTo>
                  <a:pt x="10585" y="3504"/>
                </a:lnTo>
                <a:lnTo>
                  <a:pt x="10682" y="3456"/>
                </a:lnTo>
                <a:lnTo>
                  <a:pt x="10755" y="3407"/>
                </a:lnTo>
                <a:lnTo>
                  <a:pt x="10804" y="3310"/>
                </a:lnTo>
                <a:lnTo>
                  <a:pt x="10828" y="3212"/>
                </a:lnTo>
                <a:lnTo>
                  <a:pt x="10779" y="3091"/>
                </a:lnTo>
                <a:lnTo>
                  <a:pt x="10706" y="2993"/>
                </a:lnTo>
                <a:lnTo>
                  <a:pt x="10633" y="2920"/>
                </a:lnTo>
                <a:lnTo>
                  <a:pt x="10536" y="2847"/>
                </a:lnTo>
                <a:lnTo>
                  <a:pt x="10439" y="2799"/>
                </a:lnTo>
                <a:lnTo>
                  <a:pt x="10220" y="2726"/>
                </a:lnTo>
                <a:lnTo>
                  <a:pt x="9952" y="2653"/>
                </a:lnTo>
                <a:lnTo>
                  <a:pt x="9709" y="2628"/>
                </a:lnTo>
                <a:close/>
                <a:moveTo>
                  <a:pt x="13797" y="3577"/>
                </a:moveTo>
                <a:lnTo>
                  <a:pt x="13578" y="3601"/>
                </a:lnTo>
                <a:lnTo>
                  <a:pt x="13334" y="3650"/>
                </a:lnTo>
                <a:lnTo>
                  <a:pt x="13115" y="3723"/>
                </a:lnTo>
                <a:lnTo>
                  <a:pt x="13018" y="3772"/>
                </a:lnTo>
                <a:lnTo>
                  <a:pt x="12945" y="3845"/>
                </a:lnTo>
                <a:lnTo>
                  <a:pt x="12945" y="3893"/>
                </a:lnTo>
                <a:lnTo>
                  <a:pt x="12945" y="3918"/>
                </a:lnTo>
                <a:lnTo>
                  <a:pt x="13042" y="3942"/>
                </a:lnTo>
                <a:lnTo>
                  <a:pt x="13140" y="3966"/>
                </a:lnTo>
                <a:lnTo>
                  <a:pt x="13334" y="3966"/>
                </a:lnTo>
                <a:lnTo>
                  <a:pt x="13699" y="3942"/>
                </a:lnTo>
                <a:lnTo>
                  <a:pt x="13918" y="3942"/>
                </a:lnTo>
                <a:lnTo>
                  <a:pt x="14137" y="3966"/>
                </a:lnTo>
                <a:lnTo>
                  <a:pt x="14356" y="3966"/>
                </a:lnTo>
                <a:lnTo>
                  <a:pt x="14478" y="3942"/>
                </a:lnTo>
                <a:lnTo>
                  <a:pt x="14575" y="3918"/>
                </a:lnTo>
                <a:lnTo>
                  <a:pt x="14600" y="3893"/>
                </a:lnTo>
                <a:lnTo>
                  <a:pt x="14600" y="3869"/>
                </a:lnTo>
                <a:lnTo>
                  <a:pt x="14624" y="3820"/>
                </a:lnTo>
                <a:lnTo>
                  <a:pt x="14600" y="3772"/>
                </a:lnTo>
                <a:lnTo>
                  <a:pt x="14527" y="3699"/>
                </a:lnTo>
                <a:lnTo>
                  <a:pt x="14454" y="3650"/>
                </a:lnTo>
                <a:lnTo>
                  <a:pt x="14381" y="3601"/>
                </a:lnTo>
                <a:lnTo>
                  <a:pt x="14186" y="3577"/>
                </a:lnTo>
                <a:close/>
                <a:moveTo>
                  <a:pt x="3650" y="5548"/>
                </a:moveTo>
                <a:lnTo>
                  <a:pt x="3553" y="5597"/>
                </a:lnTo>
                <a:lnTo>
                  <a:pt x="3480" y="5621"/>
                </a:lnTo>
                <a:lnTo>
                  <a:pt x="3382" y="5694"/>
                </a:lnTo>
                <a:lnTo>
                  <a:pt x="3309" y="5767"/>
                </a:lnTo>
                <a:lnTo>
                  <a:pt x="3188" y="5937"/>
                </a:lnTo>
                <a:lnTo>
                  <a:pt x="3163" y="6035"/>
                </a:lnTo>
                <a:lnTo>
                  <a:pt x="3139" y="6132"/>
                </a:lnTo>
                <a:lnTo>
                  <a:pt x="3115" y="6254"/>
                </a:lnTo>
                <a:lnTo>
                  <a:pt x="3139" y="6375"/>
                </a:lnTo>
                <a:lnTo>
                  <a:pt x="3163" y="6473"/>
                </a:lnTo>
                <a:lnTo>
                  <a:pt x="3212" y="6594"/>
                </a:lnTo>
                <a:lnTo>
                  <a:pt x="3285" y="6692"/>
                </a:lnTo>
                <a:lnTo>
                  <a:pt x="3358" y="6765"/>
                </a:lnTo>
                <a:lnTo>
                  <a:pt x="3455" y="6838"/>
                </a:lnTo>
                <a:lnTo>
                  <a:pt x="3577" y="6886"/>
                </a:lnTo>
                <a:lnTo>
                  <a:pt x="3674" y="6911"/>
                </a:lnTo>
                <a:lnTo>
                  <a:pt x="3772" y="6935"/>
                </a:lnTo>
                <a:lnTo>
                  <a:pt x="3869" y="6911"/>
                </a:lnTo>
                <a:lnTo>
                  <a:pt x="3966" y="6911"/>
                </a:lnTo>
                <a:lnTo>
                  <a:pt x="4161" y="6813"/>
                </a:lnTo>
                <a:lnTo>
                  <a:pt x="4307" y="6692"/>
                </a:lnTo>
                <a:lnTo>
                  <a:pt x="4404" y="6521"/>
                </a:lnTo>
                <a:lnTo>
                  <a:pt x="4453" y="6351"/>
                </a:lnTo>
                <a:lnTo>
                  <a:pt x="4453" y="6181"/>
                </a:lnTo>
                <a:lnTo>
                  <a:pt x="4404" y="6010"/>
                </a:lnTo>
                <a:lnTo>
                  <a:pt x="4356" y="5937"/>
                </a:lnTo>
                <a:lnTo>
                  <a:pt x="4307" y="5840"/>
                </a:lnTo>
                <a:lnTo>
                  <a:pt x="4234" y="5743"/>
                </a:lnTo>
                <a:lnTo>
                  <a:pt x="4161" y="5670"/>
                </a:lnTo>
                <a:lnTo>
                  <a:pt x="4064" y="5621"/>
                </a:lnTo>
                <a:lnTo>
                  <a:pt x="3966" y="5572"/>
                </a:lnTo>
                <a:lnTo>
                  <a:pt x="3869" y="5548"/>
                </a:lnTo>
                <a:close/>
                <a:moveTo>
                  <a:pt x="17495" y="7373"/>
                </a:moveTo>
                <a:lnTo>
                  <a:pt x="17739" y="7446"/>
                </a:lnTo>
                <a:lnTo>
                  <a:pt x="17617" y="7592"/>
                </a:lnTo>
                <a:lnTo>
                  <a:pt x="17447" y="7689"/>
                </a:lnTo>
                <a:lnTo>
                  <a:pt x="17447" y="7543"/>
                </a:lnTo>
                <a:lnTo>
                  <a:pt x="17495" y="7373"/>
                </a:lnTo>
                <a:close/>
                <a:moveTo>
                  <a:pt x="5061" y="487"/>
                </a:moveTo>
                <a:lnTo>
                  <a:pt x="5256" y="560"/>
                </a:lnTo>
                <a:lnTo>
                  <a:pt x="5426" y="633"/>
                </a:lnTo>
                <a:lnTo>
                  <a:pt x="5621" y="682"/>
                </a:lnTo>
                <a:lnTo>
                  <a:pt x="5791" y="779"/>
                </a:lnTo>
                <a:lnTo>
                  <a:pt x="5913" y="852"/>
                </a:lnTo>
                <a:lnTo>
                  <a:pt x="6035" y="949"/>
                </a:lnTo>
                <a:lnTo>
                  <a:pt x="6254" y="1168"/>
                </a:lnTo>
                <a:lnTo>
                  <a:pt x="6473" y="1387"/>
                </a:lnTo>
                <a:lnTo>
                  <a:pt x="6692" y="1606"/>
                </a:lnTo>
                <a:lnTo>
                  <a:pt x="6813" y="1655"/>
                </a:lnTo>
                <a:lnTo>
                  <a:pt x="6911" y="1655"/>
                </a:lnTo>
                <a:lnTo>
                  <a:pt x="7032" y="1631"/>
                </a:lnTo>
                <a:lnTo>
                  <a:pt x="7105" y="1558"/>
                </a:lnTo>
                <a:lnTo>
                  <a:pt x="8127" y="1485"/>
                </a:lnTo>
                <a:lnTo>
                  <a:pt x="9174" y="1485"/>
                </a:lnTo>
                <a:lnTo>
                  <a:pt x="9490" y="1509"/>
                </a:lnTo>
                <a:lnTo>
                  <a:pt x="9806" y="1558"/>
                </a:lnTo>
                <a:lnTo>
                  <a:pt x="10439" y="1679"/>
                </a:lnTo>
                <a:lnTo>
                  <a:pt x="11047" y="1850"/>
                </a:lnTo>
                <a:lnTo>
                  <a:pt x="11655" y="2044"/>
                </a:lnTo>
                <a:lnTo>
                  <a:pt x="12093" y="2239"/>
                </a:lnTo>
                <a:lnTo>
                  <a:pt x="12556" y="2409"/>
                </a:lnTo>
                <a:lnTo>
                  <a:pt x="12434" y="2458"/>
                </a:lnTo>
                <a:lnTo>
                  <a:pt x="12361" y="2507"/>
                </a:lnTo>
                <a:lnTo>
                  <a:pt x="12288" y="2580"/>
                </a:lnTo>
                <a:lnTo>
                  <a:pt x="12264" y="2677"/>
                </a:lnTo>
                <a:lnTo>
                  <a:pt x="12264" y="2701"/>
                </a:lnTo>
                <a:lnTo>
                  <a:pt x="12288" y="2726"/>
                </a:lnTo>
                <a:lnTo>
                  <a:pt x="12385" y="2774"/>
                </a:lnTo>
                <a:lnTo>
                  <a:pt x="12483" y="2750"/>
                </a:lnTo>
                <a:lnTo>
                  <a:pt x="12677" y="2726"/>
                </a:lnTo>
                <a:lnTo>
                  <a:pt x="12872" y="2701"/>
                </a:lnTo>
                <a:lnTo>
                  <a:pt x="12969" y="2677"/>
                </a:lnTo>
                <a:lnTo>
                  <a:pt x="13042" y="2653"/>
                </a:lnTo>
                <a:lnTo>
                  <a:pt x="13626" y="2993"/>
                </a:lnTo>
                <a:lnTo>
                  <a:pt x="13432" y="3018"/>
                </a:lnTo>
                <a:lnTo>
                  <a:pt x="12896" y="3066"/>
                </a:lnTo>
                <a:lnTo>
                  <a:pt x="12653" y="3115"/>
                </a:lnTo>
                <a:lnTo>
                  <a:pt x="12410" y="3212"/>
                </a:lnTo>
                <a:lnTo>
                  <a:pt x="12385" y="3237"/>
                </a:lnTo>
                <a:lnTo>
                  <a:pt x="12410" y="3261"/>
                </a:lnTo>
                <a:lnTo>
                  <a:pt x="12531" y="3285"/>
                </a:lnTo>
                <a:lnTo>
                  <a:pt x="12653" y="3310"/>
                </a:lnTo>
                <a:lnTo>
                  <a:pt x="12921" y="3310"/>
                </a:lnTo>
                <a:lnTo>
                  <a:pt x="13432" y="3261"/>
                </a:lnTo>
                <a:lnTo>
                  <a:pt x="13699" y="3261"/>
                </a:lnTo>
                <a:lnTo>
                  <a:pt x="13991" y="3237"/>
                </a:lnTo>
                <a:lnTo>
                  <a:pt x="14259" y="3456"/>
                </a:lnTo>
                <a:lnTo>
                  <a:pt x="14527" y="3699"/>
                </a:lnTo>
                <a:lnTo>
                  <a:pt x="14819" y="3966"/>
                </a:lnTo>
                <a:lnTo>
                  <a:pt x="15062" y="4283"/>
                </a:lnTo>
                <a:lnTo>
                  <a:pt x="14794" y="4258"/>
                </a:lnTo>
                <a:lnTo>
                  <a:pt x="14551" y="4283"/>
                </a:lnTo>
                <a:lnTo>
                  <a:pt x="14308" y="4283"/>
                </a:lnTo>
                <a:lnTo>
                  <a:pt x="14016" y="4307"/>
                </a:lnTo>
                <a:lnTo>
                  <a:pt x="13870" y="4331"/>
                </a:lnTo>
                <a:lnTo>
                  <a:pt x="13724" y="4380"/>
                </a:lnTo>
                <a:lnTo>
                  <a:pt x="13626" y="4453"/>
                </a:lnTo>
                <a:lnTo>
                  <a:pt x="13529" y="4526"/>
                </a:lnTo>
                <a:lnTo>
                  <a:pt x="13529" y="4550"/>
                </a:lnTo>
                <a:lnTo>
                  <a:pt x="13553" y="4575"/>
                </a:lnTo>
                <a:lnTo>
                  <a:pt x="13651" y="4623"/>
                </a:lnTo>
                <a:lnTo>
                  <a:pt x="13748" y="4648"/>
                </a:lnTo>
                <a:lnTo>
                  <a:pt x="13967" y="4648"/>
                </a:lnTo>
                <a:lnTo>
                  <a:pt x="14429" y="4623"/>
                </a:lnTo>
                <a:lnTo>
                  <a:pt x="14770" y="4623"/>
                </a:lnTo>
                <a:lnTo>
                  <a:pt x="15086" y="4648"/>
                </a:lnTo>
                <a:lnTo>
                  <a:pt x="15232" y="4672"/>
                </a:lnTo>
                <a:lnTo>
                  <a:pt x="15354" y="4672"/>
                </a:lnTo>
                <a:lnTo>
                  <a:pt x="15549" y="5037"/>
                </a:lnTo>
                <a:lnTo>
                  <a:pt x="15330" y="4988"/>
                </a:lnTo>
                <a:lnTo>
                  <a:pt x="14600" y="4988"/>
                </a:lnTo>
                <a:lnTo>
                  <a:pt x="14332" y="5037"/>
                </a:lnTo>
                <a:lnTo>
                  <a:pt x="14210" y="5086"/>
                </a:lnTo>
                <a:lnTo>
                  <a:pt x="14089" y="5134"/>
                </a:lnTo>
                <a:lnTo>
                  <a:pt x="14064" y="5159"/>
                </a:lnTo>
                <a:lnTo>
                  <a:pt x="14064" y="5183"/>
                </a:lnTo>
                <a:lnTo>
                  <a:pt x="14064" y="5207"/>
                </a:lnTo>
                <a:lnTo>
                  <a:pt x="14089" y="5232"/>
                </a:lnTo>
                <a:lnTo>
                  <a:pt x="14186" y="5256"/>
                </a:lnTo>
                <a:lnTo>
                  <a:pt x="14283" y="5280"/>
                </a:lnTo>
                <a:lnTo>
                  <a:pt x="14502" y="5305"/>
                </a:lnTo>
                <a:lnTo>
                  <a:pt x="14916" y="5305"/>
                </a:lnTo>
                <a:lnTo>
                  <a:pt x="15305" y="5329"/>
                </a:lnTo>
                <a:lnTo>
                  <a:pt x="15695" y="5378"/>
                </a:lnTo>
                <a:lnTo>
                  <a:pt x="15792" y="5645"/>
                </a:lnTo>
                <a:lnTo>
                  <a:pt x="15889" y="5913"/>
                </a:lnTo>
                <a:lnTo>
                  <a:pt x="15743" y="5864"/>
                </a:lnTo>
                <a:lnTo>
                  <a:pt x="15597" y="5816"/>
                </a:lnTo>
                <a:lnTo>
                  <a:pt x="15305" y="5767"/>
                </a:lnTo>
                <a:lnTo>
                  <a:pt x="15038" y="5743"/>
                </a:lnTo>
                <a:lnTo>
                  <a:pt x="14746" y="5718"/>
                </a:lnTo>
                <a:lnTo>
                  <a:pt x="14454" y="5718"/>
                </a:lnTo>
                <a:lnTo>
                  <a:pt x="14186" y="5767"/>
                </a:lnTo>
                <a:lnTo>
                  <a:pt x="14162" y="5767"/>
                </a:lnTo>
                <a:lnTo>
                  <a:pt x="14137" y="5791"/>
                </a:lnTo>
                <a:lnTo>
                  <a:pt x="14162" y="5816"/>
                </a:lnTo>
                <a:lnTo>
                  <a:pt x="14162" y="5840"/>
                </a:lnTo>
                <a:lnTo>
                  <a:pt x="14259" y="5889"/>
                </a:lnTo>
                <a:lnTo>
                  <a:pt x="14381" y="5937"/>
                </a:lnTo>
                <a:lnTo>
                  <a:pt x="14600" y="5986"/>
                </a:lnTo>
                <a:lnTo>
                  <a:pt x="15038" y="6010"/>
                </a:lnTo>
                <a:lnTo>
                  <a:pt x="15354" y="6083"/>
                </a:lnTo>
                <a:lnTo>
                  <a:pt x="15670" y="6156"/>
                </a:lnTo>
                <a:lnTo>
                  <a:pt x="15841" y="6229"/>
                </a:lnTo>
                <a:lnTo>
                  <a:pt x="15914" y="6254"/>
                </a:lnTo>
                <a:lnTo>
                  <a:pt x="15987" y="6278"/>
                </a:lnTo>
                <a:lnTo>
                  <a:pt x="16035" y="6570"/>
                </a:lnTo>
                <a:lnTo>
                  <a:pt x="16084" y="6838"/>
                </a:lnTo>
                <a:lnTo>
                  <a:pt x="15914" y="6740"/>
                </a:lnTo>
                <a:lnTo>
                  <a:pt x="15743" y="6667"/>
                </a:lnTo>
                <a:lnTo>
                  <a:pt x="15524" y="6619"/>
                </a:lnTo>
                <a:lnTo>
                  <a:pt x="15305" y="6594"/>
                </a:lnTo>
                <a:lnTo>
                  <a:pt x="14867" y="6546"/>
                </a:lnTo>
                <a:lnTo>
                  <a:pt x="14551" y="6497"/>
                </a:lnTo>
                <a:lnTo>
                  <a:pt x="14527" y="6497"/>
                </a:lnTo>
                <a:lnTo>
                  <a:pt x="14502" y="6546"/>
                </a:lnTo>
                <a:lnTo>
                  <a:pt x="14575" y="6619"/>
                </a:lnTo>
                <a:lnTo>
                  <a:pt x="14624" y="6667"/>
                </a:lnTo>
                <a:lnTo>
                  <a:pt x="14794" y="6765"/>
                </a:lnTo>
                <a:lnTo>
                  <a:pt x="14965" y="6838"/>
                </a:lnTo>
                <a:lnTo>
                  <a:pt x="15159" y="6886"/>
                </a:lnTo>
                <a:lnTo>
                  <a:pt x="15378" y="6935"/>
                </a:lnTo>
                <a:lnTo>
                  <a:pt x="15597" y="7008"/>
                </a:lnTo>
                <a:lnTo>
                  <a:pt x="15816" y="7105"/>
                </a:lnTo>
                <a:lnTo>
                  <a:pt x="15987" y="7227"/>
                </a:lnTo>
                <a:lnTo>
                  <a:pt x="16060" y="7276"/>
                </a:lnTo>
                <a:lnTo>
                  <a:pt x="16108" y="7276"/>
                </a:lnTo>
                <a:lnTo>
                  <a:pt x="16133" y="7762"/>
                </a:lnTo>
                <a:lnTo>
                  <a:pt x="16060" y="7714"/>
                </a:lnTo>
                <a:lnTo>
                  <a:pt x="15743" y="7519"/>
                </a:lnTo>
                <a:lnTo>
                  <a:pt x="15427" y="7324"/>
                </a:lnTo>
                <a:lnTo>
                  <a:pt x="15281" y="7276"/>
                </a:lnTo>
                <a:lnTo>
                  <a:pt x="15013" y="7203"/>
                </a:lnTo>
                <a:lnTo>
                  <a:pt x="14794" y="7203"/>
                </a:lnTo>
                <a:lnTo>
                  <a:pt x="14770" y="7227"/>
                </a:lnTo>
                <a:lnTo>
                  <a:pt x="14746" y="7251"/>
                </a:lnTo>
                <a:lnTo>
                  <a:pt x="14746" y="7276"/>
                </a:lnTo>
                <a:lnTo>
                  <a:pt x="14746" y="7324"/>
                </a:lnTo>
                <a:lnTo>
                  <a:pt x="14794" y="7373"/>
                </a:lnTo>
                <a:lnTo>
                  <a:pt x="14843" y="7397"/>
                </a:lnTo>
                <a:lnTo>
                  <a:pt x="14965" y="7470"/>
                </a:lnTo>
                <a:lnTo>
                  <a:pt x="15378" y="7689"/>
                </a:lnTo>
                <a:lnTo>
                  <a:pt x="15597" y="7835"/>
                </a:lnTo>
                <a:lnTo>
                  <a:pt x="15816" y="7981"/>
                </a:lnTo>
                <a:lnTo>
                  <a:pt x="15962" y="8103"/>
                </a:lnTo>
                <a:lnTo>
                  <a:pt x="16108" y="8200"/>
                </a:lnTo>
                <a:lnTo>
                  <a:pt x="16035" y="8784"/>
                </a:lnTo>
                <a:lnTo>
                  <a:pt x="15914" y="8687"/>
                </a:lnTo>
                <a:lnTo>
                  <a:pt x="15792" y="8590"/>
                </a:lnTo>
                <a:lnTo>
                  <a:pt x="15549" y="8419"/>
                </a:lnTo>
                <a:lnTo>
                  <a:pt x="15354" y="8273"/>
                </a:lnTo>
                <a:lnTo>
                  <a:pt x="15111" y="8152"/>
                </a:lnTo>
                <a:lnTo>
                  <a:pt x="14867" y="8030"/>
                </a:lnTo>
                <a:lnTo>
                  <a:pt x="14746" y="7981"/>
                </a:lnTo>
                <a:lnTo>
                  <a:pt x="14624" y="7957"/>
                </a:lnTo>
                <a:lnTo>
                  <a:pt x="14600" y="7981"/>
                </a:lnTo>
                <a:lnTo>
                  <a:pt x="14575" y="8006"/>
                </a:lnTo>
                <a:lnTo>
                  <a:pt x="14575" y="8054"/>
                </a:lnTo>
                <a:lnTo>
                  <a:pt x="14575" y="8079"/>
                </a:lnTo>
                <a:lnTo>
                  <a:pt x="14746" y="8249"/>
                </a:lnTo>
                <a:lnTo>
                  <a:pt x="14940" y="8371"/>
                </a:lnTo>
                <a:lnTo>
                  <a:pt x="15330" y="8638"/>
                </a:lnTo>
                <a:lnTo>
                  <a:pt x="15622" y="8882"/>
                </a:lnTo>
                <a:lnTo>
                  <a:pt x="15792" y="9003"/>
                </a:lnTo>
                <a:lnTo>
                  <a:pt x="15962" y="9101"/>
                </a:lnTo>
                <a:lnTo>
                  <a:pt x="15889" y="9368"/>
                </a:lnTo>
                <a:lnTo>
                  <a:pt x="15792" y="9612"/>
                </a:lnTo>
                <a:lnTo>
                  <a:pt x="15695" y="9466"/>
                </a:lnTo>
                <a:lnTo>
                  <a:pt x="15549" y="9320"/>
                </a:lnTo>
                <a:lnTo>
                  <a:pt x="15281" y="9101"/>
                </a:lnTo>
                <a:lnTo>
                  <a:pt x="15135" y="8955"/>
                </a:lnTo>
                <a:lnTo>
                  <a:pt x="14965" y="8809"/>
                </a:lnTo>
                <a:lnTo>
                  <a:pt x="14794" y="8711"/>
                </a:lnTo>
                <a:lnTo>
                  <a:pt x="14697" y="8663"/>
                </a:lnTo>
                <a:lnTo>
                  <a:pt x="14600" y="8663"/>
                </a:lnTo>
                <a:lnTo>
                  <a:pt x="14600" y="8760"/>
                </a:lnTo>
                <a:lnTo>
                  <a:pt x="14648" y="8833"/>
                </a:lnTo>
                <a:lnTo>
                  <a:pt x="14746" y="9003"/>
                </a:lnTo>
                <a:lnTo>
                  <a:pt x="14867" y="9149"/>
                </a:lnTo>
                <a:lnTo>
                  <a:pt x="14989" y="9271"/>
                </a:lnTo>
                <a:lnTo>
                  <a:pt x="15330" y="9587"/>
                </a:lnTo>
                <a:lnTo>
                  <a:pt x="15476" y="9758"/>
                </a:lnTo>
                <a:lnTo>
                  <a:pt x="15549" y="9831"/>
                </a:lnTo>
                <a:lnTo>
                  <a:pt x="15646" y="9879"/>
                </a:lnTo>
                <a:lnTo>
                  <a:pt x="15646" y="9904"/>
                </a:lnTo>
                <a:lnTo>
                  <a:pt x="15476" y="10196"/>
                </a:lnTo>
                <a:lnTo>
                  <a:pt x="15232" y="10463"/>
                </a:lnTo>
                <a:lnTo>
                  <a:pt x="15232" y="10293"/>
                </a:lnTo>
                <a:lnTo>
                  <a:pt x="15159" y="10147"/>
                </a:lnTo>
                <a:lnTo>
                  <a:pt x="15013" y="9855"/>
                </a:lnTo>
                <a:lnTo>
                  <a:pt x="14843" y="9636"/>
                </a:lnTo>
                <a:lnTo>
                  <a:pt x="14673" y="9466"/>
                </a:lnTo>
                <a:lnTo>
                  <a:pt x="14454" y="9295"/>
                </a:lnTo>
                <a:lnTo>
                  <a:pt x="14235" y="9149"/>
                </a:lnTo>
                <a:lnTo>
                  <a:pt x="14186" y="9149"/>
                </a:lnTo>
                <a:lnTo>
                  <a:pt x="14186" y="9174"/>
                </a:lnTo>
                <a:lnTo>
                  <a:pt x="14308" y="9393"/>
                </a:lnTo>
                <a:lnTo>
                  <a:pt x="14429" y="9563"/>
                </a:lnTo>
                <a:lnTo>
                  <a:pt x="14697" y="9952"/>
                </a:lnTo>
                <a:lnTo>
                  <a:pt x="14794" y="10147"/>
                </a:lnTo>
                <a:lnTo>
                  <a:pt x="14867" y="10366"/>
                </a:lnTo>
                <a:lnTo>
                  <a:pt x="14916" y="10536"/>
                </a:lnTo>
                <a:lnTo>
                  <a:pt x="14965" y="10609"/>
                </a:lnTo>
                <a:lnTo>
                  <a:pt x="15038" y="10658"/>
                </a:lnTo>
                <a:lnTo>
                  <a:pt x="14892" y="10780"/>
                </a:lnTo>
                <a:lnTo>
                  <a:pt x="14843" y="10658"/>
                </a:lnTo>
                <a:lnTo>
                  <a:pt x="14794" y="10561"/>
                </a:lnTo>
                <a:lnTo>
                  <a:pt x="14648" y="10366"/>
                </a:lnTo>
                <a:lnTo>
                  <a:pt x="14308" y="10001"/>
                </a:lnTo>
                <a:lnTo>
                  <a:pt x="14113" y="9831"/>
                </a:lnTo>
                <a:lnTo>
                  <a:pt x="13918" y="9685"/>
                </a:lnTo>
                <a:lnTo>
                  <a:pt x="13894" y="9685"/>
                </a:lnTo>
                <a:lnTo>
                  <a:pt x="13870" y="9733"/>
                </a:lnTo>
                <a:lnTo>
                  <a:pt x="13918" y="9904"/>
                </a:lnTo>
                <a:lnTo>
                  <a:pt x="14016" y="10050"/>
                </a:lnTo>
                <a:lnTo>
                  <a:pt x="14113" y="10196"/>
                </a:lnTo>
                <a:lnTo>
                  <a:pt x="14235" y="10342"/>
                </a:lnTo>
                <a:lnTo>
                  <a:pt x="14356" y="10488"/>
                </a:lnTo>
                <a:lnTo>
                  <a:pt x="14478" y="10634"/>
                </a:lnTo>
                <a:lnTo>
                  <a:pt x="14575" y="10804"/>
                </a:lnTo>
                <a:lnTo>
                  <a:pt x="14600" y="10974"/>
                </a:lnTo>
                <a:lnTo>
                  <a:pt x="14502" y="11047"/>
                </a:lnTo>
                <a:lnTo>
                  <a:pt x="14356" y="10853"/>
                </a:lnTo>
                <a:lnTo>
                  <a:pt x="14186" y="10658"/>
                </a:lnTo>
                <a:lnTo>
                  <a:pt x="13991" y="10512"/>
                </a:lnTo>
                <a:lnTo>
                  <a:pt x="13797" y="10390"/>
                </a:lnTo>
                <a:lnTo>
                  <a:pt x="13772" y="10366"/>
                </a:lnTo>
                <a:lnTo>
                  <a:pt x="13724" y="10366"/>
                </a:lnTo>
                <a:lnTo>
                  <a:pt x="13675" y="10415"/>
                </a:lnTo>
                <a:lnTo>
                  <a:pt x="13651" y="10463"/>
                </a:lnTo>
                <a:lnTo>
                  <a:pt x="13651" y="10512"/>
                </a:lnTo>
                <a:lnTo>
                  <a:pt x="13675" y="10536"/>
                </a:lnTo>
                <a:lnTo>
                  <a:pt x="13845" y="10682"/>
                </a:lnTo>
                <a:lnTo>
                  <a:pt x="13991" y="10853"/>
                </a:lnTo>
                <a:lnTo>
                  <a:pt x="14113" y="11023"/>
                </a:lnTo>
                <a:lnTo>
                  <a:pt x="14235" y="11218"/>
                </a:lnTo>
                <a:lnTo>
                  <a:pt x="14040" y="11339"/>
                </a:lnTo>
                <a:lnTo>
                  <a:pt x="13918" y="11218"/>
                </a:lnTo>
                <a:lnTo>
                  <a:pt x="13797" y="11120"/>
                </a:lnTo>
                <a:lnTo>
                  <a:pt x="13675" y="11023"/>
                </a:lnTo>
                <a:lnTo>
                  <a:pt x="13578" y="10974"/>
                </a:lnTo>
                <a:lnTo>
                  <a:pt x="13529" y="10950"/>
                </a:lnTo>
                <a:lnTo>
                  <a:pt x="13480" y="10950"/>
                </a:lnTo>
                <a:lnTo>
                  <a:pt x="13407" y="10999"/>
                </a:lnTo>
                <a:lnTo>
                  <a:pt x="13407" y="11047"/>
                </a:lnTo>
                <a:lnTo>
                  <a:pt x="13383" y="11072"/>
                </a:lnTo>
                <a:lnTo>
                  <a:pt x="13407" y="11120"/>
                </a:lnTo>
                <a:lnTo>
                  <a:pt x="13432" y="11145"/>
                </a:lnTo>
                <a:lnTo>
                  <a:pt x="13553" y="11315"/>
                </a:lnTo>
                <a:lnTo>
                  <a:pt x="13675" y="11485"/>
                </a:lnTo>
                <a:lnTo>
                  <a:pt x="13724" y="11583"/>
                </a:lnTo>
                <a:lnTo>
                  <a:pt x="13553" y="11704"/>
                </a:lnTo>
                <a:lnTo>
                  <a:pt x="13432" y="11558"/>
                </a:lnTo>
                <a:lnTo>
                  <a:pt x="13261" y="11461"/>
                </a:lnTo>
                <a:lnTo>
                  <a:pt x="13213" y="11461"/>
                </a:lnTo>
                <a:lnTo>
                  <a:pt x="13188" y="11485"/>
                </a:lnTo>
                <a:lnTo>
                  <a:pt x="13188" y="11534"/>
                </a:lnTo>
                <a:lnTo>
                  <a:pt x="13213" y="11558"/>
                </a:lnTo>
                <a:lnTo>
                  <a:pt x="13261" y="11631"/>
                </a:lnTo>
                <a:lnTo>
                  <a:pt x="13310" y="11704"/>
                </a:lnTo>
                <a:lnTo>
                  <a:pt x="13359" y="11874"/>
                </a:lnTo>
                <a:lnTo>
                  <a:pt x="13359" y="11899"/>
                </a:lnTo>
                <a:lnTo>
                  <a:pt x="13237" y="12020"/>
                </a:lnTo>
                <a:lnTo>
                  <a:pt x="13188" y="12118"/>
                </a:lnTo>
                <a:lnTo>
                  <a:pt x="13164" y="12215"/>
                </a:lnTo>
                <a:lnTo>
                  <a:pt x="13188" y="12288"/>
                </a:lnTo>
                <a:lnTo>
                  <a:pt x="13213" y="12385"/>
                </a:lnTo>
                <a:lnTo>
                  <a:pt x="13213" y="12775"/>
                </a:lnTo>
                <a:lnTo>
                  <a:pt x="13237" y="13164"/>
                </a:lnTo>
                <a:lnTo>
                  <a:pt x="13237" y="13553"/>
                </a:lnTo>
                <a:lnTo>
                  <a:pt x="13213" y="13748"/>
                </a:lnTo>
                <a:lnTo>
                  <a:pt x="13188" y="13943"/>
                </a:lnTo>
                <a:lnTo>
                  <a:pt x="13140" y="14064"/>
                </a:lnTo>
                <a:lnTo>
                  <a:pt x="13067" y="14162"/>
                </a:lnTo>
                <a:lnTo>
                  <a:pt x="12994" y="14210"/>
                </a:lnTo>
                <a:lnTo>
                  <a:pt x="12921" y="14235"/>
                </a:lnTo>
                <a:lnTo>
                  <a:pt x="12823" y="14210"/>
                </a:lnTo>
                <a:lnTo>
                  <a:pt x="12726" y="14186"/>
                </a:lnTo>
                <a:lnTo>
                  <a:pt x="12507" y="14040"/>
                </a:lnTo>
                <a:lnTo>
                  <a:pt x="12288" y="13821"/>
                </a:lnTo>
                <a:lnTo>
                  <a:pt x="12069" y="13578"/>
                </a:lnTo>
                <a:lnTo>
                  <a:pt x="11728" y="13164"/>
                </a:lnTo>
                <a:lnTo>
                  <a:pt x="11850" y="13042"/>
                </a:lnTo>
                <a:lnTo>
                  <a:pt x="11923" y="12969"/>
                </a:lnTo>
                <a:lnTo>
                  <a:pt x="11947" y="12896"/>
                </a:lnTo>
                <a:lnTo>
                  <a:pt x="11947" y="12823"/>
                </a:lnTo>
                <a:lnTo>
                  <a:pt x="11923" y="12750"/>
                </a:lnTo>
                <a:lnTo>
                  <a:pt x="11874" y="12677"/>
                </a:lnTo>
                <a:lnTo>
                  <a:pt x="11826" y="12629"/>
                </a:lnTo>
                <a:lnTo>
                  <a:pt x="11777" y="12604"/>
                </a:lnTo>
                <a:lnTo>
                  <a:pt x="11680" y="12580"/>
                </a:lnTo>
                <a:lnTo>
                  <a:pt x="11655" y="12385"/>
                </a:lnTo>
                <a:lnTo>
                  <a:pt x="11631" y="12361"/>
                </a:lnTo>
                <a:lnTo>
                  <a:pt x="11582" y="12361"/>
                </a:lnTo>
                <a:lnTo>
                  <a:pt x="11582" y="12385"/>
                </a:lnTo>
                <a:lnTo>
                  <a:pt x="11558" y="12580"/>
                </a:lnTo>
                <a:lnTo>
                  <a:pt x="11509" y="12580"/>
                </a:lnTo>
                <a:lnTo>
                  <a:pt x="11485" y="12604"/>
                </a:lnTo>
                <a:lnTo>
                  <a:pt x="11461" y="12604"/>
                </a:lnTo>
                <a:lnTo>
                  <a:pt x="11242" y="12702"/>
                </a:lnTo>
                <a:lnTo>
                  <a:pt x="11169" y="12361"/>
                </a:lnTo>
                <a:lnTo>
                  <a:pt x="11144" y="12191"/>
                </a:lnTo>
                <a:lnTo>
                  <a:pt x="11169" y="12020"/>
                </a:lnTo>
                <a:lnTo>
                  <a:pt x="11144" y="11972"/>
                </a:lnTo>
                <a:lnTo>
                  <a:pt x="11120" y="11947"/>
                </a:lnTo>
                <a:lnTo>
                  <a:pt x="11071" y="11947"/>
                </a:lnTo>
                <a:lnTo>
                  <a:pt x="11047" y="11972"/>
                </a:lnTo>
                <a:lnTo>
                  <a:pt x="11023" y="12118"/>
                </a:lnTo>
                <a:lnTo>
                  <a:pt x="10998" y="12312"/>
                </a:lnTo>
                <a:lnTo>
                  <a:pt x="10998" y="12556"/>
                </a:lnTo>
                <a:lnTo>
                  <a:pt x="10998" y="12799"/>
                </a:lnTo>
                <a:lnTo>
                  <a:pt x="10633" y="12896"/>
                </a:lnTo>
                <a:lnTo>
                  <a:pt x="10609" y="12604"/>
                </a:lnTo>
                <a:lnTo>
                  <a:pt x="10560" y="12361"/>
                </a:lnTo>
                <a:lnTo>
                  <a:pt x="10512" y="12118"/>
                </a:lnTo>
                <a:lnTo>
                  <a:pt x="10390" y="11607"/>
                </a:lnTo>
                <a:lnTo>
                  <a:pt x="10366" y="11583"/>
                </a:lnTo>
                <a:lnTo>
                  <a:pt x="10342" y="11558"/>
                </a:lnTo>
                <a:lnTo>
                  <a:pt x="10293" y="11583"/>
                </a:lnTo>
                <a:lnTo>
                  <a:pt x="10269" y="11607"/>
                </a:lnTo>
                <a:lnTo>
                  <a:pt x="10244" y="11826"/>
                </a:lnTo>
                <a:lnTo>
                  <a:pt x="10244" y="12045"/>
                </a:lnTo>
                <a:lnTo>
                  <a:pt x="10269" y="12507"/>
                </a:lnTo>
                <a:lnTo>
                  <a:pt x="10269" y="12726"/>
                </a:lnTo>
                <a:lnTo>
                  <a:pt x="10269" y="12945"/>
                </a:lnTo>
                <a:lnTo>
                  <a:pt x="9636" y="12994"/>
                </a:lnTo>
                <a:lnTo>
                  <a:pt x="9612" y="12726"/>
                </a:lnTo>
                <a:lnTo>
                  <a:pt x="9612" y="12507"/>
                </a:lnTo>
                <a:lnTo>
                  <a:pt x="9612" y="12337"/>
                </a:lnTo>
                <a:lnTo>
                  <a:pt x="9612" y="12142"/>
                </a:lnTo>
                <a:lnTo>
                  <a:pt x="9563" y="11972"/>
                </a:lnTo>
                <a:lnTo>
                  <a:pt x="9514" y="11899"/>
                </a:lnTo>
                <a:lnTo>
                  <a:pt x="9466" y="11826"/>
                </a:lnTo>
                <a:lnTo>
                  <a:pt x="9417" y="11826"/>
                </a:lnTo>
                <a:lnTo>
                  <a:pt x="9393" y="11850"/>
                </a:lnTo>
                <a:lnTo>
                  <a:pt x="9344" y="12020"/>
                </a:lnTo>
                <a:lnTo>
                  <a:pt x="9320" y="12215"/>
                </a:lnTo>
                <a:lnTo>
                  <a:pt x="9295" y="12604"/>
                </a:lnTo>
                <a:lnTo>
                  <a:pt x="9271" y="12799"/>
                </a:lnTo>
                <a:lnTo>
                  <a:pt x="9247" y="12994"/>
                </a:lnTo>
                <a:lnTo>
                  <a:pt x="9052" y="12994"/>
                </a:lnTo>
                <a:lnTo>
                  <a:pt x="9003" y="12604"/>
                </a:lnTo>
                <a:lnTo>
                  <a:pt x="8930" y="12191"/>
                </a:lnTo>
                <a:lnTo>
                  <a:pt x="8857" y="11753"/>
                </a:lnTo>
                <a:lnTo>
                  <a:pt x="8833" y="11704"/>
                </a:lnTo>
                <a:lnTo>
                  <a:pt x="8784" y="11680"/>
                </a:lnTo>
                <a:lnTo>
                  <a:pt x="8711" y="11704"/>
                </a:lnTo>
                <a:lnTo>
                  <a:pt x="8711" y="11777"/>
                </a:lnTo>
                <a:lnTo>
                  <a:pt x="8711" y="12191"/>
                </a:lnTo>
                <a:lnTo>
                  <a:pt x="8687" y="12604"/>
                </a:lnTo>
                <a:lnTo>
                  <a:pt x="8687" y="12994"/>
                </a:lnTo>
                <a:lnTo>
                  <a:pt x="8176" y="12994"/>
                </a:lnTo>
                <a:lnTo>
                  <a:pt x="8200" y="12653"/>
                </a:lnTo>
                <a:lnTo>
                  <a:pt x="8273" y="12215"/>
                </a:lnTo>
                <a:lnTo>
                  <a:pt x="8346" y="11777"/>
                </a:lnTo>
                <a:lnTo>
                  <a:pt x="8346" y="11704"/>
                </a:lnTo>
                <a:lnTo>
                  <a:pt x="8298" y="11655"/>
                </a:lnTo>
                <a:lnTo>
                  <a:pt x="8249" y="11655"/>
                </a:lnTo>
                <a:lnTo>
                  <a:pt x="8200" y="11704"/>
                </a:lnTo>
                <a:lnTo>
                  <a:pt x="8079" y="11899"/>
                </a:lnTo>
                <a:lnTo>
                  <a:pt x="8006" y="12118"/>
                </a:lnTo>
                <a:lnTo>
                  <a:pt x="7933" y="12337"/>
                </a:lnTo>
                <a:lnTo>
                  <a:pt x="7884" y="12556"/>
                </a:lnTo>
                <a:lnTo>
                  <a:pt x="7835" y="12750"/>
                </a:lnTo>
                <a:lnTo>
                  <a:pt x="7811" y="12969"/>
                </a:lnTo>
                <a:lnTo>
                  <a:pt x="7300" y="12945"/>
                </a:lnTo>
                <a:lnTo>
                  <a:pt x="7349" y="12653"/>
                </a:lnTo>
                <a:lnTo>
                  <a:pt x="7397" y="12385"/>
                </a:lnTo>
                <a:lnTo>
                  <a:pt x="7495" y="12045"/>
                </a:lnTo>
                <a:lnTo>
                  <a:pt x="7592" y="11680"/>
                </a:lnTo>
                <a:lnTo>
                  <a:pt x="7568" y="11655"/>
                </a:lnTo>
                <a:lnTo>
                  <a:pt x="7543" y="11631"/>
                </a:lnTo>
                <a:lnTo>
                  <a:pt x="7470" y="11680"/>
                </a:lnTo>
                <a:lnTo>
                  <a:pt x="7397" y="11728"/>
                </a:lnTo>
                <a:lnTo>
                  <a:pt x="7276" y="11850"/>
                </a:lnTo>
                <a:lnTo>
                  <a:pt x="7178" y="11996"/>
                </a:lnTo>
                <a:lnTo>
                  <a:pt x="7130" y="12166"/>
                </a:lnTo>
                <a:lnTo>
                  <a:pt x="7008" y="12507"/>
                </a:lnTo>
                <a:lnTo>
                  <a:pt x="6959" y="12702"/>
                </a:lnTo>
                <a:lnTo>
                  <a:pt x="6935" y="12872"/>
                </a:lnTo>
                <a:lnTo>
                  <a:pt x="6473" y="12702"/>
                </a:lnTo>
                <a:lnTo>
                  <a:pt x="6521" y="12556"/>
                </a:lnTo>
                <a:lnTo>
                  <a:pt x="6546" y="12483"/>
                </a:lnTo>
                <a:lnTo>
                  <a:pt x="6546" y="12410"/>
                </a:lnTo>
                <a:lnTo>
                  <a:pt x="6546" y="12337"/>
                </a:lnTo>
                <a:lnTo>
                  <a:pt x="6497" y="12288"/>
                </a:lnTo>
                <a:lnTo>
                  <a:pt x="6473" y="12288"/>
                </a:lnTo>
                <a:lnTo>
                  <a:pt x="6375" y="12385"/>
                </a:lnTo>
                <a:lnTo>
                  <a:pt x="6302" y="12483"/>
                </a:lnTo>
                <a:lnTo>
                  <a:pt x="6181" y="12629"/>
                </a:lnTo>
                <a:lnTo>
                  <a:pt x="5889" y="12629"/>
                </a:lnTo>
                <a:lnTo>
                  <a:pt x="5816" y="12653"/>
                </a:lnTo>
                <a:lnTo>
                  <a:pt x="5743" y="12750"/>
                </a:lnTo>
                <a:lnTo>
                  <a:pt x="5743" y="12799"/>
                </a:lnTo>
                <a:lnTo>
                  <a:pt x="5743" y="12872"/>
                </a:lnTo>
                <a:lnTo>
                  <a:pt x="5743" y="12921"/>
                </a:lnTo>
                <a:lnTo>
                  <a:pt x="5791" y="12969"/>
                </a:lnTo>
                <a:lnTo>
                  <a:pt x="5986" y="13115"/>
                </a:lnTo>
                <a:lnTo>
                  <a:pt x="6181" y="13237"/>
                </a:lnTo>
                <a:lnTo>
                  <a:pt x="5986" y="13505"/>
                </a:lnTo>
                <a:lnTo>
                  <a:pt x="5767" y="13748"/>
                </a:lnTo>
                <a:lnTo>
                  <a:pt x="5305" y="14210"/>
                </a:lnTo>
                <a:lnTo>
                  <a:pt x="5134" y="14381"/>
                </a:lnTo>
                <a:lnTo>
                  <a:pt x="4988" y="14527"/>
                </a:lnTo>
                <a:lnTo>
                  <a:pt x="4891" y="14551"/>
                </a:lnTo>
                <a:lnTo>
                  <a:pt x="4818" y="14551"/>
                </a:lnTo>
                <a:lnTo>
                  <a:pt x="4721" y="14527"/>
                </a:lnTo>
                <a:lnTo>
                  <a:pt x="4648" y="14454"/>
                </a:lnTo>
                <a:lnTo>
                  <a:pt x="4648" y="13383"/>
                </a:lnTo>
                <a:lnTo>
                  <a:pt x="4623" y="12872"/>
                </a:lnTo>
                <a:lnTo>
                  <a:pt x="4599" y="12337"/>
                </a:lnTo>
                <a:lnTo>
                  <a:pt x="4575" y="12239"/>
                </a:lnTo>
                <a:lnTo>
                  <a:pt x="4526" y="12191"/>
                </a:lnTo>
                <a:lnTo>
                  <a:pt x="4502" y="12166"/>
                </a:lnTo>
                <a:lnTo>
                  <a:pt x="4404" y="12118"/>
                </a:lnTo>
                <a:lnTo>
                  <a:pt x="4307" y="12020"/>
                </a:lnTo>
                <a:lnTo>
                  <a:pt x="4185" y="11947"/>
                </a:lnTo>
                <a:lnTo>
                  <a:pt x="3918" y="11801"/>
                </a:lnTo>
                <a:lnTo>
                  <a:pt x="3650" y="11680"/>
                </a:lnTo>
                <a:lnTo>
                  <a:pt x="3407" y="11510"/>
                </a:lnTo>
                <a:lnTo>
                  <a:pt x="3163" y="11339"/>
                </a:lnTo>
                <a:lnTo>
                  <a:pt x="2920" y="11145"/>
                </a:lnTo>
                <a:lnTo>
                  <a:pt x="2677" y="10926"/>
                </a:lnTo>
                <a:lnTo>
                  <a:pt x="2482" y="10658"/>
                </a:lnTo>
                <a:lnTo>
                  <a:pt x="2288" y="10390"/>
                </a:lnTo>
                <a:lnTo>
                  <a:pt x="2117" y="10098"/>
                </a:lnTo>
                <a:lnTo>
                  <a:pt x="1947" y="9758"/>
                </a:lnTo>
                <a:lnTo>
                  <a:pt x="1850" y="9587"/>
                </a:lnTo>
                <a:lnTo>
                  <a:pt x="1752" y="9441"/>
                </a:lnTo>
                <a:lnTo>
                  <a:pt x="1704" y="9028"/>
                </a:lnTo>
                <a:lnTo>
                  <a:pt x="1655" y="8614"/>
                </a:lnTo>
                <a:lnTo>
                  <a:pt x="1655" y="8517"/>
                </a:lnTo>
                <a:lnTo>
                  <a:pt x="1631" y="8371"/>
                </a:lnTo>
                <a:lnTo>
                  <a:pt x="1582" y="8249"/>
                </a:lnTo>
                <a:lnTo>
                  <a:pt x="1533" y="8225"/>
                </a:lnTo>
                <a:lnTo>
                  <a:pt x="1485" y="8225"/>
                </a:lnTo>
                <a:lnTo>
                  <a:pt x="1412" y="8249"/>
                </a:lnTo>
                <a:lnTo>
                  <a:pt x="1363" y="8322"/>
                </a:lnTo>
                <a:lnTo>
                  <a:pt x="1339" y="8371"/>
                </a:lnTo>
                <a:lnTo>
                  <a:pt x="1314" y="8444"/>
                </a:lnTo>
                <a:lnTo>
                  <a:pt x="1290" y="8614"/>
                </a:lnTo>
                <a:lnTo>
                  <a:pt x="1266" y="8760"/>
                </a:lnTo>
                <a:lnTo>
                  <a:pt x="1266" y="8906"/>
                </a:lnTo>
                <a:lnTo>
                  <a:pt x="1266" y="9076"/>
                </a:lnTo>
                <a:lnTo>
                  <a:pt x="1120" y="9101"/>
                </a:lnTo>
                <a:lnTo>
                  <a:pt x="998" y="9149"/>
                </a:lnTo>
                <a:lnTo>
                  <a:pt x="828" y="9003"/>
                </a:lnTo>
                <a:lnTo>
                  <a:pt x="755" y="8906"/>
                </a:lnTo>
                <a:lnTo>
                  <a:pt x="682" y="8809"/>
                </a:lnTo>
                <a:lnTo>
                  <a:pt x="584" y="8565"/>
                </a:lnTo>
                <a:lnTo>
                  <a:pt x="511" y="8322"/>
                </a:lnTo>
                <a:lnTo>
                  <a:pt x="463" y="8079"/>
                </a:lnTo>
                <a:lnTo>
                  <a:pt x="438" y="7811"/>
                </a:lnTo>
                <a:lnTo>
                  <a:pt x="438" y="7592"/>
                </a:lnTo>
                <a:lnTo>
                  <a:pt x="438" y="7373"/>
                </a:lnTo>
                <a:lnTo>
                  <a:pt x="487" y="7154"/>
                </a:lnTo>
                <a:lnTo>
                  <a:pt x="536" y="6911"/>
                </a:lnTo>
                <a:lnTo>
                  <a:pt x="609" y="6740"/>
                </a:lnTo>
                <a:lnTo>
                  <a:pt x="706" y="6570"/>
                </a:lnTo>
                <a:lnTo>
                  <a:pt x="925" y="6302"/>
                </a:lnTo>
                <a:lnTo>
                  <a:pt x="998" y="6302"/>
                </a:lnTo>
                <a:lnTo>
                  <a:pt x="1290" y="6327"/>
                </a:lnTo>
                <a:lnTo>
                  <a:pt x="1436" y="6302"/>
                </a:lnTo>
                <a:lnTo>
                  <a:pt x="1533" y="6327"/>
                </a:lnTo>
                <a:lnTo>
                  <a:pt x="1631" y="6327"/>
                </a:lnTo>
                <a:lnTo>
                  <a:pt x="1728" y="6254"/>
                </a:lnTo>
                <a:lnTo>
                  <a:pt x="1752" y="6205"/>
                </a:lnTo>
                <a:lnTo>
                  <a:pt x="1777" y="6156"/>
                </a:lnTo>
                <a:lnTo>
                  <a:pt x="1874" y="5840"/>
                </a:lnTo>
                <a:lnTo>
                  <a:pt x="1971" y="5548"/>
                </a:lnTo>
                <a:lnTo>
                  <a:pt x="2093" y="5280"/>
                </a:lnTo>
                <a:lnTo>
                  <a:pt x="2239" y="5013"/>
                </a:lnTo>
                <a:lnTo>
                  <a:pt x="2409" y="4769"/>
                </a:lnTo>
                <a:lnTo>
                  <a:pt x="2604" y="4526"/>
                </a:lnTo>
                <a:lnTo>
                  <a:pt x="3017" y="4039"/>
                </a:lnTo>
                <a:lnTo>
                  <a:pt x="3407" y="3601"/>
                </a:lnTo>
                <a:lnTo>
                  <a:pt x="3820" y="3164"/>
                </a:lnTo>
                <a:lnTo>
                  <a:pt x="4137" y="2872"/>
                </a:lnTo>
                <a:lnTo>
                  <a:pt x="4283" y="2726"/>
                </a:lnTo>
                <a:lnTo>
                  <a:pt x="4429" y="2555"/>
                </a:lnTo>
                <a:lnTo>
                  <a:pt x="4502" y="2555"/>
                </a:lnTo>
                <a:lnTo>
                  <a:pt x="4550" y="2507"/>
                </a:lnTo>
                <a:lnTo>
                  <a:pt x="4599" y="2361"/>
                </a:lnTo>
                <a:lnTo>
                  <a:pt x="4599" y="2215"/>
                </a:lnTo>
                <a:lnTo>
                  <a:pt x="4599" y="2069"/>
                </a:lnTo>
                <a:lnTo>
                  <a:pt x="4623" y="1923"/>
                </a:lnTo>
                <a:lnTo>
                  <a:pt x="4672" y="1631"/>
                </a:lnTo>
                <a:lnTo>
                  <a:pt x="4745" y="1339"/>
                </a:lnTo>
                <a:lnTo>
                  <a:pt x="4891" y="901"/>
                </a:lnTo>
                <a:lnTo>
                  <a:pt x="5061" y="487"/>
                </a:lnTo>
                <a:close/>
                <a:moveTo>
                  <a:pt x="4915" y="0"/>
                </a:moveTo>
                <a:lnTo>
                  <a:pt x="4842" y="25"/>
                </a:lnTo>
                <a:lnTo>
                  <a:pt x="4794" y="49"/>
                </a:lnTo>
                <a:lnTo>
                  <a:pt x="4696" y="146"/>
                </a:lnTo>
                <a:lnTo>
                  <a:pt x="4599" y="268"/>
                </a:lnTo>
                <a:lnTo>
                  <a:pt x="4526" y="414"/>
                </a:lnTo>
                <a:lnTo>
                  <a:pt x="4453" y="584"/>
                </a:lnTo>
                <a:lnTo>
                  <a:pt x="4356" y="925"/>
                </a:lnTo>
                <a:lnTo>
                  <a:pt x="4283" y="1217"/>
                </a:lnTo>
                <a:lnTo>
                  <a:pt x="4210" y="1436"/>
                </a:lnTo>
                <a:lnTo>
                  <a:pt x="4137" y="1728"/>
                </a:lnTo>
                <a:lnTo>
                  <a:pt x="4112" y="2020"/>
                </a:lnTo>
                <a:lnTo>
                  <a:pt x="4112" y="2166"/>
                </a:lnTo>
                <a:lnTo>
                  <a:pt x="4137" y="2288"/>
                </a:lnTo>
                <a:lnTo>
                  <a:pt x="3893" y="2385"/>
                </a:lnTo>
                <a:lnTo>
                  <a:pt x="3674" y="2531"/>
                </a:lnTo>
                <a:lnTo>
                  <a:pt x="3455" y="2726"/>
                </a:lnTo>
                <a:lnTo>
                  <a:pt x="3236" y="2945"/>
                </a:lnTo>
                <a:lnTo>
                  <a:pt x="2871" y="3383"/>
                </a:lnTo>
                <a:lnTo>
                  <a:pt x="2531" y="3772"/>
                </a:lnTo>
                <a:lnTo>
                  <a:pt x="2142" y="4210"/>
                </a:lnTo>
                <a:lnTo>
                  <a:pt x="1923" y="4453"/>
                </a:lnTo>
                <a:lnTo>
                  <a:pt x="1752" y="4721"/>
                </a:lnTo>
                <a:lnTo>
                  <a:pt x="1582" y="4988"/>
                </a:lnTo>
                <a:lnTo>
                  <a:pt x="1436" y="5280"/>
                </a:lnTo>
                <a:lnTo>
                  <a:pt x="1339" y="5572"/>
                </a:lnTo>
                <a:lnTo>
                  <a:pt x="1290" y="5864"/>
                </a:lnTo>
                <a:lnTo>
                  <a:pt x="925" y="5864"/>
                </a:lnTo>
                <a:lnTo>
                  <a:pt x="755" y="5889"/>
                </a:lnTo>
                <a:lnTo>
                  <a:pt x="633" y="5937"/>
                </a:lnTo>
                <a:lnTo>
                  <a:pt x="536" y="5986"/>
                </a:lnTo>
                <a:lnTo>
                  <a:pt x="438" y="6083"/>
                </a:lnTo>
                <a:lnTo>
                  <a:pt x="341" y="6181"/>
                </a:lnTo>
                <a:lnTo>
                  <a:pt x="268" y="6302"/>
                </a:lnTo>
                <a:lnTo>
                  <a:pt x="219" y="6424"/>
                </a:lnTo>
                <a:lnTo>
                  <a:pt x="122" y="6716"/>
                </a:lnTo>
                <a:lnTo>
                  <a:pt x="49" y="7032"/>
                </a:lnTo>
                <a:lnTo>
                  <a:pt x="25" y="7324"/>
                </a:lnTo>
                <a:lnTo>
                  <a:pt x="0" y="7592"/>
                </a:lnTo>
                <a:lnTo>
                  <a:pt x="0" y="7811"/>
                </a:lnTo>
                <a:lnTo>
                  <a:pt x="25" y="8054"/>
                </a:lnTo>
                <a:lnTo>
                  <a:pt x="49" y="8322"/>
                </a:lnTo>
                <a:lnTo>
                  <a:pt x="122" y="8638"/>
                </a:lnTo>
                <a:lnTo>
                  <a:pt x="219" y="8930"/>
                </a:lnTo>
                <a:lnTo>
                  <a:pt x="365" y="9198"/>
                </a:lnTo>
                <a:lnTo>
                  <a:pt x="438" y="9320"/>
                </a:lnTo>
                <a:lnTo>
                  <a:pt x="536" y="9417"/>
                </a:lnTo>
                <a:lnTo>
                  <a:pt x="633" y="9514"/>
                </a:lnTo>
                <a:lnTo>
                  <a:pt x="730" y="9563"/>
                </a:lnTo>
                <a:lnTo>
                  <a:pt x="852" y="9612"/>
                </a:lnTo>
                <a:lnTo>
                  <a:pt x="1047" y="9612"/>
                </a:lnTo>
                <a:lnTo>
                  <a:pt x="1095" y="9587"/>
                </a:lnTo>
                <a:lnTo>
                  <a:pt x="1314" y="9587"/>
                </a:lnTo>
                <a:lnTo>
                  <a:pt x="1339" y="9612"/>
                </a:lnTo>
                <a:lnTo>
                  <a:pt x="1387" y="9758"/>
                </a:lnTo>
                <a:lnTo>
                  <a:pt x="1436" y="9928"/>
                </a:lnTo>
                <a:lnTo>
                  <a:pt x="1582" y="10220"/>
                </a:lnTo>
                <a:lnTo>
                  <a:pt x="1752" y="10512"/>
                </a:lnTo>
                <a:lnTo>
                  <a:pt x="1923" y="10804"/>
                </a:lnTo>
                <a:lnTo>
                  <a:pt x="2117" y="11072"/>
                </a:lnTo>
                <a:lnTo>
                  <a:pt x="2312" y="11315"/>
                </a:lnTo>
                <a:lnTo>
                  <a:pt x="2531" y="11510"/>
                </a:lnTo>
                <a:lnTo>
                  <a:pt x="2750" y="11704"/>
                </a:lnTo>
                <a:lnTo>
                  <a:pt x="3236" y="12045"/>
                </a:lnTo>
                <a:lnTo>
                  <a:pt x="3455" y="12191"/>
                </a:lnTo>
                <a:lnTo>
                  <a:pt x="3674" y="12288"/>
                </a:lnTo>
                <a:lnTo>
                  <a:pt x="3918" y="12385"/>
                </a:lnTo>
                <a:lnTo>
                  <a:pt x="4137" y="12507"/>
                </a:lnTo>
                <a:lnTo>
                  <a:pt x="4161" y="12531"/>
                </a:lnTo>
                <a:lnTo>
                  <a:pt x="4112" y="13067"/>
                </a:lnTo>
                <a:lnTo>
                  <a:pt x="4112" y="13626"/>
                </a:lnTo>
                <a:lnTo>
                  <a:pt x="4112" y="14746"/>
                </a:lnTo>
                <a:lnTo>
                  <a:pt x="4137" y="14819"/>
                </a:lnTo>
                <a:lnTo>
                  <a:pt x="4161" y="14867"/>
                </a:lnTo>
                <a:lnTo>
                  <a:pt x="4185" y="14916"/>
                </a:lnTo>
                <a:lnTo>
                  <a:pt x="4234" y="14965"/>
                </a:lnTo>
                <a:lnTo>
                  <a:pt x="4331" y="14989"/>
                </a:lnTo>
                <a:lnTo>
                  <a:pt x="4453" y="14989"/>
                </a:lnTo>
                <a:lnTo>
                  <a:pt x="4550" y="15062"/>
                </a:lnTo>
                <a:lnTo>
                  <a:pt x="4648" y="15111"/>
                </a:lnTo>
                <a:lnTo>
                  <a:pt x="4769" y="15135"/>
                </a:lnTo>
                <a:lnTo>
                  <a:pt x="4891" y="15111"/>
                </a:lnTo>
                <a:lnTo>
                  <a:pt x="4988" y="15086"/>
                </a:lnTo>
                <a:lnTo>
                  <a:pt x="5110" y="15038"/>
                </a:lnTo>
                <a:lnTo>
                  <a:pt x="5305" y="14940"/>
                </a:lnTo>
                <a:lnTo>
                  <a:pt x="5548" y="14721"/>
                </a:lnTo>
                <a:lnTo>
                  <a:pt x="5791" y="14502"/>
                </a:lnTo>
                <a:lnTo>
                  <a:pt x="6229" y="14040"/>
                </a:lnTo>
                <a:lnTo>
                  <a:pt x="6497" y="13748"/>
                </a:lnTo>
                <a:lnTo>
                  <a:pt x="6619" y="13602"/>
                </a:lnTo>
                <a:lnTo>
                  <a:pt x="6716" y="13432"/>
                </a:lnTo>
                <a:lnTo>
                  <a:pt x="6984" y="13505"/>
                </a:lnTo>
                <a:lnTo>
                  <a:pt x="7227" y="13529"/>
                </a:lnTo>
                <a:lnTo>
                  <a:pt x="7762" y="13578"/>
                </a:lnTo>
                <a:lnTo>
                  <a:pt x="8273" y="13578"/>
                </a:lnTo>
                <a:lnTo>
                  <a:pt x="8760" y="13602"/>
                </a:lnTo>
                <a:lnTo>
                  <a:pt x="9198" y="13578"/>
                </a:lnTo>
                <a:lnTo>
                  <a:pt x="9660" y="13578"/>
                </a:lnTo>
                <a:lnTo>
                  <a:pt x="10098" y="13529"/>
                </a:lnTo>
                <a:lnTo>
                  <a:pt x="10560" y="13480"/>
                </a:lnTo>
                <a:lnTo>
                  <a:pt x="10925" y="13407"/>
                </a:lnTo>
                <a:lnTo>
                  <a:pt x="11315" y="13334"/>
                </a:lnTo>
                <a:lnTo>
                  <a:pt x="11363" y="13480"/>
                </a:lnTo>
                <a:lnTo>
                  <a:pt x="11436" y="13626"/>
                </a:lnTo>
                <a:lnTo>
                  <a:pt x="11607" y="13943"/>
                </a:lnTo>
                <a:lnTo>
                  <a:pt x="11850" y="14210"/>
                </a:lnTo>
                <a:lnTo>
                  <a:pt x="11972" y="14356"/>
                </a:lnTo>
                <a:lnTo>
                  <a:pt x="12118" y="14478"/>
                </a:lnTo>
                <a:lnTo>
                  <a:pt x="12264" y="14575"/>
                </a:lnTo>
                <a:lnTo>
                  <a:pt x="12410" y="14673"/>
                </a:lnTo>
                <a:lnTo>
                  <a:pt x="12580" y="14721"/>
                </a:lnTo>
                <a:lnTo>
                  <a:pt x="12726" y="14770"/>
                </a:lnTo>
                <a:lnTo>
                  <a:pt x="12896" y="14794"/>
                </a:lnTo>
                <a:lnTo>
                  <a:pt x="13042" y="14770"/>
                </a:lnTo>
                <a:lnTo>
                  <a:pt x="13213" y="14721"/>
                </a:lnTo>
                <a:lnTo>
                  <a:pt x="13359" y="14624"/>
                </a:lnTo>
                <a:lnTo>
                  <a:pt x="13480" y="14527"/>
                </a:lnTo>
                <a:lnTo>
                  <a:pt x="13578" y="14405"/>
                </a:lnTo>
                <a:lnTo>
                  <a:pt x="13651" y="14283"/>
                </a:lnTo>
                <a:lnTo>
                  <a:pt x="13724" y="14162"/>
                </a:lnTo>
                <a:lnTo>
                  <a:pt x="13748" y="14016"/>
                </a:lnTo>
                <a:lnTo>
                  <a:pt x="13772" y="13845"/>
                </a:lnTo>
                <a:lnTo>
                  <a:pt x="13797" y="13529"/>
                </a:lnTo>
                <a:lnTo>
                  <a:pt x="13772" y="13213"/>
                </a:lnTo>
                <a:lnTo>
                  <a:pt x="13748" y="12872"/>
                </a:lnTo>
                <a:lnTo>
                  <a:pt x="13748" y="12580"/>
                </a:lnTo>
                <a:lnTo>
                  <a:pt x="13748" y="12288"/>
                </a:lnTo>
                <a:lnTo>
                  <a:pt x="13943" y="12118"/>
                </a:lnTo>
                <a:lnTo>
                  <a:pt x="14137" y="11947"/>
                </a:lnTo>
                <a:lnTo>
                  <a:pt x="14551" y="11655"/>
                </a:lnTo>
                <a:lnTo>
                  <a:pt x="14989" y="11388"/>
                </a:lnTo>
                <a:lnTo>
                  <a:pt x="15403" y="11072"/>
                </a:lnTo>
                <a:lnTo>
                  <a:pt x="15622" y="10877"/>
                </a:lnTo>
                <a:lnTo>
                  <a:pt x="15816" y="10634"/>
                </a:lnTo>
                <a:lnTo>
                  <a:pt x="15987" y="10390"/>
                </a:lnTo>
                <a:lnTo>
                  <a:pt x="16133" y="10123"/>
                </a:lnTo>
                <a:lnTo>
                  <a:pt x="16254" y="9855"/>
                </a:lnTo>
                <a:lnTo>
                  <a:pt x="16376" y="9563"/>
                </a:lnTo>
                <a:lnTo>
                  <a:pt x="16449" y="9271"/>
                </a:lnTo>
                <a:lnTo>
                  <a:pt x="16522" y="8979"/>
                </a:lnTo>
                <a:lnTo>
                  <a:pt x="16595" y="8614"/>
                </a:lnTo>
                <a:lnTo>
                  <a:pt x="16619" y="8249"/>
                </a:lnTo>
                <a:lnTo>
                  <a:pt x="16765" y="8273"/>
                </a:lnTo>
                <a:lnTo>
                  <a:pt x="16911" y="8298"/>
                </a:lnTo>
                <a:lnTo>
                  <a:pt x="17057" y="8273"/>
                </a:lnTo>
                <a:lnTo>
                  <a:pt x="17203" y="8249"/>
                </a:lnTo>
                <a:lnTo>
                  <a:pt x="17228" y="8273"/>
                </a:lnTo>
                <a:lnTo>
                  <a:pt x="17325" y="8346"/>
                </a:lnTo>
                <a:lnTo>
                  <a:pt x="17422" y="8444"/>
                </a:lnTo>
                <a:lnTo>
                  <a:pt x="17641" y="8565"/>
                </a:lnTo>
                <a:lnTo>
                  <a:pt x="17885" y="8663"/>
                </a:lnTo>
                <a:lnTo>
                  <a:pt x="18128" y="8687"/>
                </a:lnTo>
                <a:lnTo>
                  <a:pt x="18395" y="8663"/>
                </a:lnTo>
                <a:lnTo>
                  <a:pt x="18639" y="8614"/>
                </a:lnTo>
                <a:lnTo>
                  <a:pt x="18858" y="8492"/>
                </a:lnTo>
                <a:lnTo>
                  <a:pt x="18979" y="8419"/>
                </a:lnTo>
                <a:lnTo>
                  <a:pt x="19077" y="8346"/>
                </a:lnTo>
                <a:lnTo>
                  <a:pt x="19125" y="8249"/>
                </a:lnTo>
                <a:lnTo>
                  <a:pt x="19125" y="8176"/>
                </a:lnTo>
                <a:lnTo>
                  <a:pt x="19101" y="8079"/>
                </a:lnTo>
                <a:lnTo>
                  <a:pt x="19052" y="8006"/>
                </a:lnTo>
                <a:lnTo>
                  <a:pt x="18979" y="7957"/>
                </a:lnTo>
                <a:lnTo>
                  <a:pt x="18833" y="7957"/>
                </a:lnTo>
                <a:lnTo>
                  <a:pt x="18736" y="8006"/>
                </a:lnTo>
                <a:lnTo>
                  <a:pt x="18639" y="8103"/>
                </a:lnTo>
                <a:lnTo>
                  <a:pt x="18517" y="8176"/>
                </a:lnTo>
                <a:lnTo>
                  <a:pt x="18371" y="8200"/>
                </a:lnTo>
                <a:lnTo>
                  <a:pt x="18225" y="8225"/>
                </a:lnTo>
                <a:lnTo>
                  <a:pt x="18079" y="8200"/>
                </a:lnTo>
                <a:lnTo>
                  <a:pt x="17933" y="8176"/>
                </a:lnTo>
                <a:lnTo>
                  <a:pt x="17787" y="8127"/>
                </a:lnTo>
                <a:lnTo>
                  <a:pt x="17666" y="8054"/>
                </a:lnTo>
                <a:lnTo>
                  <a:pt x="17885" y="7933"/>
                </a:lnTo>
                <a:lnTo>
                  <a:pt x="18031" y="7835"/>
                </a:lnTo>
                <a:lnTo>
                  <a:pt x="18104" y="7738"/>
                </a:lnTo>
                <a:lnTo>
                  <a:pt x="18152" y="7641"/>
                </a:lnTo>
                <a:lnTo>
                  <a:pt x="18201" y="7543"/>
                </a:lnTo>
                <a:lnTo>
                  <a:pt x="18225" y="7446"/>
                </a:lnTo>
                <a:lnTo>
                  <a:pt x="18250" y="7349"/>
                </a:lnTo>
                <a:lnTo>
                  <a:pt x="18225" y="7251"/>
                </a:lnTo>
                <a:lnTo>
                  <a:pt x="18201" y="7154"/>
                </a:lnTo>
                <a:lnTo>
                  <a:pt x="18177" y="7057"/>
                </a:lnTo>
                <a:lnTo>
                  <a:pt x="18128" y="6984"/>
                </a:lnTo>
                <a:lnTo>
                  <a:pt x="18055" y="6911"/>
                </a:lnTo>
                <a:lnTo>
                  <a:pt x="18006" y="6862"/>
                </a:lnTo>
                <a:lnTo>
                  <a:pt x="17909" y="6813"/>
                </a:lnTo>
                <a:lnTo>
                  <a:pt x="17812" y="6789"/>
                </a:lnTo>
                <a:lnTo>
                  <a:pt x="17714" y="6789"/>
                </a:lnTo>
                <a:lnTo>
                  <a:pt x="17593" y="6813"/>
                </a:lnTo>
                <a:lnTo>
                  <a:pt x="17495" y="6838"/>
                </a:lnTo>
                <a:lnTo>
                  <a:pt x="17349" y="6911"/>
                </a:lnTo>
                <a:lnTo>
                  <a:pt x="17228" y="7008"/>
                </a:lnTo>
                <a:lnTo>
                  <a:pt x="17130" y="7105"/>
                </a:lnTo>
                <a:lnTo>
                  <a:pt x="17082" y="7227"/>
                </a:lnTo>
                <a:lnTo>
                  <a:pt x="17033" y="7373"/>
                </a:lnTo>
                <a:lnTo>
                  <a:pt x="17009" y="7519"/>
                </a:lnTo>
                <a:lnTo>
                  <a:pt x="17009" y="7665"/>
                </a:lnTo>
                <a:lnTo>
                  <a:pt x="17033" y="7811"/>
                </a:lnTo>
                <a:lnTo>
                  <a:pt x="16644" y="7835"/>
                </a:lnTo>
                <a:lnTo>
                  <a:pt x="16644" y="7397"/>
                </a:lnTo>
                <a:lnTo>
                  <a:pt x="16619" y="6935"/>
                </a:lnTo>
                <a:lnTo>
                  <a:pt x="16546" y="6497"/>
                </a:lnTo>
                <a:lnTo>
                  <a:pt x="16449" y="6059"/>
                </a:lnTo>
                <a:lnTo>
                  <a:pt x="16327" y="5621"/>
                </a:lnTo>
                <a:lnTo>
                  <a:pt x="16157" y="5207"/>
                </a:lnTo>
                <a:lnTo>
                  <a:pt x="15987" y="4794"/>
                </a:lnTo>
                <a:lnTo>
                  <a:pt x="15768" y="4404"/>
                </a:lnTo>
                <a:lnTo>
                  <a:pt x="15597" y="4161"/>
                </a:lnTo>
                <a:lnTo>
                  <a:pt x="15427" y="3918"/>
                </a:lnTo>
                <a:lnTo>
                  <a:pt x="15232" y="3699"/>
                </a:lnTo>
                <a:lnTo>
                  <a:pt x="15038" y="3480"/>
                </a:lnTo>
                <a:lnTo>
                  <a:pt x="14843" y="3285"/>
                </a:lnTo>
                <a:lnTo>
                  <a:pt x="14624" y="3091"/>
                </a:lnTo>
                <a:lnTo>
                  <a:pt x="14162" y="2750"/>
                </a:lnTo>
                <a:lnTo>
                  <a:pt x="13675" y="2434"/>
                </a:lnTo>
                <a:lnTo>
                  <a:pt x="13164" y="2166"/>
                </a:lnTo>
                <a:lnTo>
                  <a:pt x="12629" y="1923"/>
                </a:lnTo>
                <a:lnTo>
                  <a:pt x="12093" y="1704"/>
                </a:lnTo>
                <a:lnTo>
                  <a:pt x="11461" y="1460"/>
                </a:lnTo>
                <a:lnTo>
                  <a:pt x="10804" y="1266"/>
                </a:lnTo>
                <a:lnTo>
                  <a:pt x="10147" y="1120"/>
                </a:lnTo>
                <a:lnTo>
                  <a:pt x="9466" y="1022"/>
                </a:lnTo>
                <a:lnTo>
                  <a:pt x="8882" y="974"/>
                </a:lnTo>
                <a:lnTo>
                  <a:pt x="8249" y="974"/>
                </a:lnTo>
                <a:lnTo>
                  <a:pt x="7933" y="998"/>
                </a:lnTo>
                <a:lnTo>
                  <a:pt x="7641" y="1047"/>
                </a:lnTo>
                <a:lnTo>
                  <a:pt x="7349" y="1120"/>
                </a:lnTo>
                <a:lnTo>
                  <a:pt x="7057" y="1217"/>
                </a:lnTo>
                <a:lnTo>
                  <a:pt x="6570" y="755"/>
                </a:lnTo>
                <a:lnTo>
                  <a:pt x="6327" y="536"/>
                </a:lnTo>
                <a:lnTo>
                  <a:pt x="6059" y="317"/>
                </a:lnTo>
                <a:lnTo>
                  <a:pt x="5816" y="195"/>
                </a:lnTo>
                <a:lnTo>
                  <a:pt x="5548" y="98"/>
                </a:lnTo>
                <a:lnTo>
                  <a:pt x="5280" y="25"/>
                </a:lnTo>
                <a:lnTo>
                  <a:pt x="5013" y="25"/>
                </a:lnTo>
                <a:lnTo>
                  <a:pt x="4964" y="0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32"/>
          <p:cNvSpPr/>
          <p:nvPr/>
        </p:nvSpPr>
        <p:spPr>
          <a:xfrm>
            <a:off x="3650300" y="1113101"/>
            <a:ext cx="163663" cy="241144"/>
          </a:xfrm>
          <a:custGeom>
            <a:rect b="b" l="l" r="r" t="t"/>
            <a:pathLst>
              <a:path extrusionOk="0" h="8923" w="6056">
                <a:moveTo>
                  <a:pt x="1177" y="450"/>
                </a:moveTo>
                <a:lnTo>
                  <a:pt x="1220" y="471"/>
                </a:lnTo>
                <a:lnTo>
                  <a:pt x="1241" y="514"/>
                </a:lnTo>
                <a:lnTo>
                  <a:pt x="1263" y="621"/>
                </a:lnTo>
                <a:lnTo>
                  <a:pt x="1263" y="899"/>
                </a:lnTo>
                <a:lnTo>
                  <a:pt x="1241" y="1049"/>
                </a:lnTo>
                <a:lnTo>
                  <a:pt x="1220" y="1177"/>
                </a:lnTo>
                <a:lnTo>
                  <a:pt x="1177" y="1263"/>
                </a:lnTo>
                <a:lnTo>
                  <a:pt x="1156" y="1284"/>
                </a:lnTo>
                <a:lnTo>
                  <a:pt x="1113" y="1284"/>
                </a:lnTo>
                <a:lnTo>
                  <a:pt x="1092" y="1242"/>
                </a:lnTo>
                <a:lnTo>
                  <a:pt x="1070" y="1135"/>
                </a:lnTo>
                <a:lnTo>
                  <a:pt x="1049" y="985"/>
                </a:lnTo>
                <a:lnTo>
                  <a:pt x="1049" y="814"/>
                </a:lnTo>
                <a:lnTo>
                  <a:pt x="1070" y="664"/>
                </a:lnTo>
                <a:lnTo>
                  <a:pt x="1092" y="536"/>
                </a:lnTo>
                <a:lnTo>
                  <a:pt x="1113" y="493"/>
                </a:lnTo>
                <a:lnTo>
                  <a:pt x="1156" y="450"/>
                </a:lnTo>
                <a:close/>
                <a:moveTo>
                  <a:pt x="2033" y="471"/>
                </a:moveTo>
                <a:lnTo>
                  <a:pt x="2054" y="493"/>
                </a:lnTo>
                <a:lnTo>
                  <a:pt x="2076" y="578"/>
                </a:lnTo>
                <a:lnTo>
                  <a:pt x="2076" y="685"/>
                </a:lnTo>
                <a:lnTo>
                  <a:pt x="2097" y="985"/>
                </a:lnTo>
                <a:lnTo>
                  <a:pt x="2097" y="1156"/>
                </a:lnTo>
                <a:lnTo>
                  <a:pt x="2097" y="1220"/>
                </a:lnTo>
                <a:lnTo>
                  <a:pt x="2076" y="1263"/>
                </a:lnTo>
                <a:lnTo>
                  <a:pt x="2054" y="1306"/>
                </a:lnTo>
                <a:lnTo>
                  <a:pt x="2012" y="1306"/>
                </a:lnTo>
                <a:lnTo>
                  <a:pt x="1990" y="1284"/>
                </a:lnTo>
                <a:lnTo>
                  <a:pt x="1969" y="1263"/>
                </a:lnTo>
                <a:lnTo>
                  <a:pt x="1926" y="1156"/>
                </a:lnTo>
                <a:lnTo>
                  <a:pt x="1905" y="1006"/>
                </a:lnTo>
                <a:lnTo>
                  <a:pt x="1883" y="707"/>
                </a:lnTo>
                <a:lnTo>
                  <a:pt x="1883" y="578"/>
                </a:lnTo>
                <a:lnTo>
                  <a:pt x="1905" y="514"/>
                </a:lnTo>
                <a:lnTo>
                  <a:pt x="1947" y="471"/>
                </a:lnTo>
                <a:close/>
                <a:moveTo>
                  <a:pt x="1584" y="471"/>
                </a:moveTo>
                <a:lnTo>
                  <a:pt x="1648" y="493"/>
                </a:lnTo>
                <a:lnTo>
                  <a:pt x="1712" y="557"/>
                </a:lnTo>
                <a:lnTo>
                  <a:pt x="1712" y="643"/>
                </a:lnTo>
                <a:lnTo>
                  <a:pt x="1712" y="792"/>
                </a:lnTo>
                <a:lnTo>
                  <a:pt x="1669" y="1028"/>
                </a:lnTo>
                <a:lnTo>
                  <a:pt x="1669" y="1135"/>
                </a:lnTo>
                <a:lnTo>
                  <a:pt x="1669" y="1242"/>
                </a:lnTo>
                <a:lnTo>
                  <a:pt x="1648" y="1284"/>
                </a:lnTo>
                <a:lnTo>
                  <a:pt x="1605" y="1327"/>
                </a:lnTo>
                <a:lnTo>
                  <a:pt x="1562" y="1327"/>
                </a:lnTo>
                <a:lnTo>
                  <a:pt x="1498" y="1306"/>
                </a:lnTo>
                <a:lnTo>
                  <a:pt x="1455" y="1263"/>
                </a:lnTo>
                <a:lnTo>
                  <a:pt x="1434" y="1177"/>
                </a:lnTo>
                <a:lnTo>
                  <a:pt x="1434" y="942"/>
                </a:lnTo>
                <a:lnTo>
                  <a:pt x="1455" y="536"/>
                </a:lnTo>
                <a:lnTo>
                  <a:pt x="1477" y="493"/>
                </a:lnTo>
                <a:lnTo>
                  <a:pt x="1498" y="471"/>
                </a:lnTo>
                <a:close/>
                <a:moveTo>
                  <a:pt x="3895" y="450"/>
                </a:moveTo>
                <a:lnTo>
                  <a:pt x="3959" y="471"/>
                </a:lnTo>
                <a:lnTo>
                  <a:pt x="4001" y="493"/>
                </a:lnTo>
                <a:lnTo>
                  <a:pt x="4001" y="536"/>
                </a:lnTo>
                <a:lnTo>
                  <a:pt x="4023" y="643"/>
                </a:lnTo>
                <a:lnTo>
                  <a:pt x="4001" y="792"/>
                </a:lnTo>
                <a:lnTo>
                  <a:pt x="4023" y="985"/>
                </a:lnTo>
                <a:lnTo>
                  <a:pt x="4044" y="1092"/>
                </a:lnTo>
                <a:lnTo>
                  <a:pt x="4044" y="1199"/>
                </a:lnTo>
                <a:lnTo>
                  <a:pt x="4044" y="1263"/>
                </a:lnTo>
                <a:lnTo>
                  <a:pt x="4044" y="1327"/>
                </a:lnTo>
                <a:lnTo>
                  <a:pt x="4044" y="1349"/>
                </a:lnTo>
                <a:lnTo>
                  <a:pt x="3959" y="1370"/>
                </a:lnTo>
                <a:lnTo>
                  <a:pt x="3895" y="1391"/>
                </a:lnTo>
                <a:lnTo>
                  <a:pt x="3830" y="1370"/>
                </a:lnTo>
                <a:lnTo>
                  <a:pt x="3788" y="1327"/>
                </a:lnTo>
                <a:lnTo>
                  <a:pt x="3745" y="1284"/>
                </a:lnTo>
                <a:lnTo>
                  <a:pt x="3723" y="1135"/>
                </a:lnTo>
                <a:lnTo>
                  <a:pt x="3702" y="964"/>
                </a:lnTo>
                <a:lnTo>
                  <a:pt x="3723" y="792"/>
                </a:lnTo>
                <a:lnTo>
                  <a:pt x="3745" y="621"/>
                </a:lnTo>
                <a:lnTo>
                  <a:pt x="3788" y="514"/>
                </a:lnTo>
                <a:lnTo>
                  <a:pt x="3809" y="471"/>
                </a:lnTo>
                <a:lnTo>
                  <a:pt x="3895" y="450"/>
                </a:lnTo>
                <a:close/>
                <a:moveTo>
                  <a:pt x="4451" y="364"/>
                </a:moveTo>
                <a:lnTo>
                  <a:pt x="4536" y="386"/>
                </a:lnTo>
                <a:lnTo>
                  <a:pt x="4579" y="386"/>
                </a:lnTo>
                <a:lnTo>
                  <a:pt x="4601" y="407"/>
                </a:lnTo>
                <a:lnTo>
                  <a:pt x="4622" y="429"/>
                </a:lnTo>
                <a:lnTo>
                  <a:pt x="4622" y="493"/>
                </a:lnTo>
                <a:lnTo>
                  <a:pt x="4579" y="471"/>
                </a:lnTo>
                <a:lnTo>
                  <a:pt x="4536" y="493"/>
                </a:lnTo>
                <a:lnTo>
                  <a:pt x="4515" y="621"/>
                </a:lnTo>
                <a:lnTo>
                  <a:pt x="4515" y="728"/>
                </a:lnTo>
                <a:lnTo>
                  <a:pt x="4515" y="857"/>
                </a:lnTo>
                <a:lnTo>
                  <a:pt x="4558" y="1006"/>
                </a:lnTo>
                <a:lnTo>
                  <a:pt x="4601" y="1156"/>
                </a:lnTo>
                <a:lnTo>
                  <a:pt x="4601" y="1220"/>
                </a:lnTo>
                <a:lnTo>
                  <a:pt x="4579" y="1284"/>
                </a:lnTo>
                <a:lnTo>
                  <a:pt x="4536" y="1327"/>
                </a:lnTo>
                <a:lnTo>
                  <a:pt x="4494" y="1370"/>
                </a:lnTo>
                <a:lnTo>
                  <a:pt x="4408" y="1391"/>
                </a:lnTo>
                <a:lnTo>
                  <a:pt x="4365" y="1391"/>
                </a:lnTo>
                <a:lnTo>
                  <a:pt x="4344" y="1370"/>
                </a:lnTo>
                <a:lnTo>
                  <a:pt x="4301" y="1306"/>
                </a:lnTo>
                <a:lnTo>
                  <a:pt x="4301" y="1242"/>
                </a:lnTo>
                <a:lnTo>
                  <a:pt x="4322" y="1092"/>
                </a:lnTo>
                <a:lnTo>
                  <a:pt x="4280" y="921"/>
                </a:lnTo>
                <a:lnTo>
                  <a:pt x="4237" y="685"/>
                </a:lnTo>
                <a:lnTo>
                  <a:pt x="4237" y="578"/>
                </a:lnTo>
                <a:lnTo>
                  <a:pt x="4237" y="493"/>
                </a:lnTo>
                <a:lnTo>
                  <a:pt x="4280" y="407"/>
                </a:lnTo>
                <a:lnTo>
                  <a:pt x="4301" y="386"/>
                </a:lnTo>
                <a:lnTo>
                  <a:pt x="4344" y="386"/>
                </a:lnTo>
                <a:lnTo>
                  <a:pt x="4451" y="364"/>
                </a:lnTo>
                <a:close/>
                <a:moveTo>
                  <a:pt x="2910" y="450"/>
                </a:moveTo>
                <a:lnTo>
                  <a:pt x="2974" y="471"/>
                </a:lnTo>
                <a:lnTo>
                  <a:pt x="3039" y="514"/>
                </a:lnTo>
                <a:lnTo>
                  <a:pt x="3039" y="557"/>
                </a:lnTo>
                <a:lnTo>
                  <a:pt x="3060" y="621"/>
                </a:lnTo>
                <a:lnTo>
                  <a:pt x="3060" y="750"/>
                </a:lnTo>
                <a:lnTo>
                  <a:pt x="3039" y="899"/>
                </a:lnTo>
                <a:lnTo>
                  <a:pt x="3039" y="1006"/>
                </a:lnTo>
                <a:lnTo>
                  <a:pt x="3103" y="1156"/>
                </a:lnTo>
                <a:lnTo>
                  <a:pt x="3146" y="1284"/>
                </a:lnTo>
                <a:lnTo>
                  <a:pt x="3146" y="1349"/>
                </a:lnTo>
                <a:lnTo>
                  <a:pt x="3124" y="1370"/>
                </a:lnTo>
                <a:lnTo>
                  <a:pt x="3060" y="1413"/>
                </a:lnTo>
                <a:lnTo>
                  <a:pt x="2632" y="1413"/>
                </a:lnTo>
                <a:lnTo>
                  <a:pt x="2440" y="1370"/>
                </a:lnTo>
                <a:lnTo>
                  <a:pt x="2375" y="1349"/>
                </a:lnTo>
                <a:lnTo>
                  <a:pt x="2333" y="1306"/>
                </a:lnTo>
                <a:lnTo>
                  <a:pt x="2311" y="1263"/>
                </a:lnTo>
                <a:lnTo>
                  <a:pt x="2290" y="1156"/>
                </a:lnTo>
                <a:lnTo>
                  <a:pt x="2268" y="899"/>
                </a:lnTo>
                <a:lnTo>
                  <a:pt x="2268" y="664"/>
                </a:lnTo>
                <a:lnTo>
                  <a:pt x="2290" y="578"/>
                </a:lnTo>
                <a:lnTo>
                  <a:pt x="2290" y="536"/>
                </a:lnTo>
                <a:lnTo>
                  <a:pt x="2354" y="493"/>
                </a:lnTo>
                <a:lnTo>
                  <a:pt x="2397" y="471"/>
                </a:lnTo>
                <a:lnTo>
                  <a:pt x="2440" y="493"/>
                </a:lnTo>
                <a:lnTo>
                  <a:pt x="2461" y="536"/>
                </a:lnTo>
                <a:lnTo>
                  <a:pt x="2482" y="643"/>
                </a:lnTo>
                <a:lnTo>
                  <a:pt x="2482" y="814"/>
                </a:lnTo>
                <a:lnTo>
                  <a:pt x="2504" y="985"/>
                </a:lnTo>
                <a:lnTo>
                  <a:pt x="2525" y="1156"/>
                </a:lnTo>
                <a:lnTo>
                  <a:pt x="2547" y="1220"/>
                </a:lnTo>
                <a:lnTo>
                  <a:pt x="2568" y="1263"/>
                </a:lnTo>
                <a:lnTo>
                  <a:pt x="2611" y="1306"/>
                </a:lnTo>
                <a:lnTo>
                  <a:pt x="2675" y="1306"/>
                </a:lnTo>
                <a:lnTo>
                  <a:pt x="2739" y="1284"/>
                </a:lnTo>
                <a:lnTo>
                  <a:pt x="2782" y="1220"/>
                </a:lnTo>
                <a:lnTo>
                  <a:pt x="2803" y="1135"/>
                </a:lnTo>
                <a:lnTo>
                  <a:pt x="2803" y="1049"/>
                </a:lnTo>
                <a:lnTo>
                  <a:pt x="2782" y="857"/>
                </a:lnTo>
                <a:lnTo>
                  <a:pt x="2761" y="728"/>
                </a:lnTo>
                <a:lnTo>
                  <a:pt x="2739" y="600"/>
                </a:lnTo>
                <a:lnTo>
                  <a:pt x="2739" y="536"/>
                </a:lnTo>
                <a:lnTo>
                  <a:pt x="2782" y="471"/>
                </a:lnTo>
                <a:lnTo>
                  <a:pt x="2846" y="450"/>
                </a:lnTo>
                <a:close/>
                <a:moveTo>
                  <a:pt x="3402" y="450"/>
                </a:moveTo>
                <a:lnTo>
                  <a:pt x="3467" y="471"/>
                </a:lnTo>
                <a:lnTo>
                  <a:pt x="3509" y="514"/>
                </a:lnTo>
                <a:lnTo>
                  <a:pt x="3531" y="578"/>
                </a:lnTo>
                <a:lnTo>
                  <a:pt x="3531" y="643"/>
                </a:lnTo>
                <a:lnTo>
                  <a:pt x="3509" y="814"/>
                </a:lnTo>
                <a:lnTo>
                  <a:pt x="3488" y="942"/>
                </a:lnTo>
                <a:lnTo>
                  <a:pt x="3488" y="1070"/>
                </a:lnTo>
                <a:lnTo>
                  <a:pt x="3488" y="1242"/>
                </a:lnTo>
                <a:lnTo>
                  <a:pt x="3467" y="1349"/>
                </a:lnTo>
                <a:lnTo>
                  <a:pt x="3445" y="1413"/>
                </a:lnTo>
                <a:lnTo>
                  <a:pt x="3424" y="1434"/>
                </a:lnTo>
                <a:lnTo>
                  <a:pt x="3360" y="1413"/>
                </a:lnTo>
                <a:lnTo>
                  <a:pt x="3338" y="1391"/>
                </a:lnTo>
                <a:lnTo>
                  <a:pt x="3317" y="1327"/>
                </a:lnTo>
                <a:lnTo>
                  <a:pt x="3295" y="1177"/>
                </a:lnTo>
                <a:lnTo>
                  <a:pt x="3295" y="878"/>
                </a:lnTo>
                <a:lnTo>
                  <a:pt x="3274" y="750"/>
                </a:lnTo>
                <a:lnTo>
                  <a:pt x="3253" y="600"/>
                </a:lnTo>
                <a:lnTo>
                  <a:pt x="3253" y="557"/>
                </a:lnTo>
                <a:lnTo>
                  <a:pt x="3274" y="493"/>
                </a:lnTo>
                <a:lnTo>
                  <a:pt x="3338" y="471"/>
                </a:lnTo>
                <a:lnTo>
                  <a:pt x="3402" y="450"/>
                </a:lnTo>
                <a:close/>
                <a:moveTo>
                  <a:pt x="3937" y="1798"/>
                </a:moveTo>
                <a:lnTo>
                  <a:pt x="4023" y="1819"/>
                </a:lnTo>
                <a:lnTo>
                  <a:pt x="4108" y="1841"/>
                </a:lnTo>
                <a:lnTo>
                  <a:pt x="4151" y="1884"/>
                </a:lnTo>
                <a:lnTo>
                  <a:pt x="4194" y="1948"/>
                </a:lnTo>
                <a:lnTo>
                  <a:pt x="4258" y="2076"/>
                </a:lnTo>
                <a:lnTo>
                  <a:pt x="4344" y="2140"/>
                </a:lnTo>
                <a:lnTo>
                  <a:pt x="4429" y="2204"/>
                </a:lnTo>
                <a:lnTo>
                  <a:pt x="4622" y="2311"/>
                </a:lnTo>
                <a:lnTo>
                  <a:pt x="4900" y="2525"/>
                </a:lnTo>
                <a:lnTo>
                  <a:pt x="5071" y="2697"/>
                </a:lnTo>
                <a:lnTo>
                  <a:pt x="5242" y="2868"/>
                </a:lnTo>
                <a:lnTo>
                  <a:pt x="5371" y="3039"/>
                </a:lnTo>
                <a:lnTo>
                  <a:pt x="5414" y="3124"/>
                </a:lnTo>
                <a:lnTo>
                  <a:pt x="5435" y="3189"/>
                </a:lnTo>
                <a:lnTo>
                  <a:pt x="5435" y="3253"/>
                </a:lnTo>
                <a:lnTo>
                  <a:pt x="5392" y="3296"/>
                </a:lnTo>
                <a:lnTo>
                  <a:pt x="5328" y="3338"/>
                </a:lnTo>
                <a:lnTo>
                  <a:pt x="5221" y="3381"/>
                </a:lnTo>
                <a:lnTo>
                  <a:pt x="4922" y="3403"/>
                </a:lnTo>
                <a:lnTo>
                  <a:pt x="4622" y="3424"/>
                </a:lnTo>
                <a:lnTo>
                  <a:pt x="4001" y="3424"/>
                </a:lnTo>
                <a:lnTo>
                  <a:pt x="2782" y="3403"/>
                </a:lnTo>
                <a:lnTo>
                  <a:pt x="1969" y="3403"/>
                </a:lnTo>
                <a:lnTo>
                  <a:pt x="1498" y="3381"/>
                </a:lnTo>
                <a:lnTo>
                  <a:pt x="835" y="3381"/>
                </a:lnTo>
                <a:lnTo>
                  <a:pt x="771" y="3360"/>
                </a:lnTo>
                <a:lnTo>
                  <a:pt x="771" y="3338"/>
                </a:lnTo>
                <a:lnTo>
                  <a:pt x="771" y="3317"/>
                </a:lnTo>
                <a:lnTo>
                  <a:pt x="899" y="3124"/>
                </a:lnTo>
                <a:lnTo>
                  <a:pt x="1027" y="2953"/>
                </a:lnTo>
                <a:lnTo>
                  <a:pt x="1306" y="2568"/>
                </a:lnTo>
                <a:lnTo>
                  <a:pt x="1391" y="2440"/>
                </a:lnTo>
                <a:lnTo>
                  <a:pt x="1477" y="2333"/>
                </a:lnTo>
                <a:lnTo>
                  <a:pt x="1520" y="2247"/>
                </a:lnTo>
                <a:lnTo>
                  <a:pt x="1541" y="2162"/>
                </a:lnTo>
                <a:lnTo>
                  <a:pt x="1584" y="2076"/>
                </a:lnTo>
                <a:lnTo>
                  <a:pt x="1627" y="1991"/>
                </a:lnTo>
                <a:lnTo>
                  <a:pt x="1669" y="1948"/>
                </a:lnTo>
                <a:lnTo>
                  <a:pt x="1755" y="1926"/>
                </a:lnTo>
                <a:lnTo>
                  <a:pt x="1969" y="1905"/>
                </a:lnTo>
                <a:lnTo>
                  <a:pt x="2354" y="1905"/>
                </a:lnTo>
                <a:lnTo>
                  <a:pt x="3274" y="1884"/>
                </a:lnTo>
                <a:lnTo>
                  <a:pt x="3467" y="1841"/>
                </a:lnTo>
                <a:lnTo>
                  <a:pt x="3702" y="1819"/>
                </a:lnTo>
                <a:lnTo>
                  <a:pt x="3937" y="1798"/>
                </a:lnTo>
                <a:close/>
                <a:moveTo>
                  <a:pt x="5242" y="3766"/>
                </a:moveTo>
                <a:lnTo>
                  <a:pt x="5349" y="3788"/>
                </a:lnTo>
                <a:lnTo>
                  <a:pt x="5435" y="3809"/>
                </a:lnTo>
                <a:lnTo>
                  <a:pt x="5521" y="3852"/>
                </a:lnTo>
                <a:lnTo>
                  <a:pt x="5542" y="3916"/>
                </a:lnTo>
                <a:lnTo>
                  <a:pt x="5563" y="4023"/>
                </a:lnTo>
                <a:lnTo>
                  <a:pt x="5585" y="4216"/>
                </a:lnTo>
                <a:lnTo>
                  <a:pt x="5606" y="4408"/>
                </a:lnTo>
                <a:lnTo>
                  <a:pt x="5606" y="4622"/>
                </a:lnTo>
                <a:lnTo>
                  <a:pt x="5585" y="5029"/>
                </a:lnTo>
                <a:lnTo>
                  <a:pt x="5563" y="6098"/>
                </a:lnTo>
                <a:lnTo>
                  <a:pt x="5563" y="6698"/>
                </a:lnTo>
                <a:lnTo>
                  <a:pt x="5563" y="6826"/>
                </a:lnTo>
                <a:lnTo>
                  <a:pt x="5563" y="6912"/>
                </a:lnTo>
                <a:lnTo>
                  <a:pt x="5521" y="6976"/>
                </a:lnTo>
                <a:lnTo>
                  <a:pt x="5414" y="7019"/>
                </a:lnTo>
                <a:lnTo>
                  <a:pt x="5285" y="7040"/>
                </a:lnTo>
                <a:lnTo>
                  <a:pt x="5135" y="7040"/>
                </a:lnTo>
                <a:lnTo>
                  <a:pt x="4836" y="7019"/>
                </a:lnTo>
                <a:lnTo>
                  <a:pt x="4215" y="7061"/>
                </a:lnTo>
                <a:lnTo>
                  <a:pt x="3595" y="7083"/>
                </a:lnTo>
                <a:lnTo>
                  <a:pt x="2996" y="7083"/>
                </a:lnTo>
                <a:lnTo>
                  <a:pt x="2739" y="7104"/>
                </a:lnTo>
                <a:lnTo>
                  <a:pt x="2611" y="7125"/>
                </a:lnTo>
                <a:lnTo>
                  <a:pt x="2482" y="7125"/>
                </a:lnTo>
                <a:lnTo>
                  <a:pt x="2375" y="7104"/>
                </a:lnTo>
                <a:lnTo>
                  <a:pt x="2333" y="7061"/>
                </a:lnTo>
                <a:lnTo>
                  <a:pt x="2311" y="7019"/>
                </a:lnTo>
                <a:lnTo>
                  <a:pt x="2247" y="6933"/>
                </a:lnTo>
                <a:lnTo>
                  <a:pt x="2204" y="6912"/>
                </a:lnTo>
                <a:lnTo>
                  <a:pt x="2161" y="6912"/>
                </a:lnTo>
                <a:lnTo>
                  <a:pt x="2076" y="6933"/>
                </a:lnTo>
                <a:lnTo>
                  <a:pt x="2012" y="6976"/>
                </a:lnTo>
                <a:lnTo>
                  <a:pt x="1947" y="7061"/>
                </a:lnTo>
                <a:lnTo>
                  <a:pt x="1883" y="7125"/>
                </a:lnTo>
                <a:lnTo>
                  <a:pt x="1798" y="7168"/>
                </a:lnTo>
                <a:lnTo>
                  <a:pt x="1734" y="7168"/>
                </a:lnTo>
                <a:lnTo>
                  <a:pt x="1691" y="7147"/>
                </a:lnTo>
                <a:lnTo>
                  <a:pt x="1648" y="7104"/>
                </a:lnTo>
                <a:lnTo>
                  <a:pt x="1627" y="7061"/>
                </a:lnTo>
                <a:lnTo>
                  <a:pt x="1648" y="6976"/>
                </a:lnTo>
                <a:lnTo>
                  <a:pt x="1734" y="6783"/>
                </a:lnTo>
                <a:lnTo>
                  <a:pt x="1819" y="6569"/>
                </a:lnTo>
                <a:lnTo>
                  <a:pt x="1819" y="6484"/>
                </a:lnTo>
                <a:lnTo>
                  <a:pt x="1819" y="6398"/>
                </a:lnTo>
                <a:lnTo>
                  <a:pt x="1776" y="6355"/>
                </a:lnTo>
                <a:lnTo>
                  <a:pt x="1734" y="6334"/>
                </a:lnTo>
                <a:lnTo>
                  <a:pt x="1669" y="6334"/>
                </a:lnTo>
                <a:lnTo>
                  <a:pt x="1584" y="6377"/>
                </a:lnTo>
                <a:lnTo>
                  <a:pt x="1498" y="6462"/>
                </a:lnTo>
                <a:lnTo>
                  <a:pt x="1327" y="6676"/>
                </a:lnTo>
                <a:lnTo>
                  <a:pt x="1241" y="6847"/>
                </a:lnTo>
                <a:lnTo>
                  <a:pt x="1156" y="7040"/>
                </a:lnTo>
                <a:lnTo>
                  <a:pt x="1092" y="7104"/>
                </a:lnTo>
                <a:lnTo>
                  <a:pt x="1049" y="7125"/>
                </a:lnTo>
                <a:lnTo>
                  <a:pt x="1006" y="7147"/>
                </a:lnTo>
                <a:lnTo>
                  <a:pt x="856" y="7147"/>
                </a:lnTo>
                <a:lnTo>
                  <a:pt x="856" y="7125"/>
                </a:lnTo>
                <a:lnTo>
                  <a:pt x="878" y="7061"/>
                </a:lnTo>
                <a:lnTo>
                  <a:pt x="921" y="6997"/>
                </a:lnTo>
                <a:lnTo>
                  <a:pt x="942" y="6869"/>
                </a:lnTo>
                <a:lnTo>
                  <a:pt x="985" y="6740"/>
                </a:lnTo>
                <a:lnTo>
                  <a:pt x="1134" y="6505"/>
                </a:lnTo>
                <a:lnTo>
                  <a:pt x="1220" y="6377"/>
                </a:lnTo>
                <a:lnTo>
                  <a:pt x="1284" y="6248"/>
                </a:lnTo>
                <a:lnTo>
                  <a:pt x="1306" y="6120"/>
                </a:lnTo>
                <a:lnTo>
                  <a:pt x="1327" y="5970"/>
                </a:lnTo>
                <a:lnTo>
                  <a:pt x="1284" y="5842"/>
                </a:lnTo>
                <a:lnTo>
                  <a:pt x="1263" y="5799"/>
                </a:lnTo>
                <a:lnTo>
                  <a:pt x="1241" y="5778"/>
                </a:lnTo>
                <a:lnTo>
                  <a:pt x="1199" y="5778"/>
                </a:lnTo>
                <a:lnTo>
                  <a:pt x="1156" y="5799"/>
                </a:lnTo>
                <a:lnTo>
                  <a:pt x="1092" y="5863"/>
                </a:lnTo>
                <a:lnTo>
                  <a:pt x="921" y="6056"/>
                </a:lnTo>
                <a:lnTo>
                  <a:pt x="835" y="6141"/>
                </a:lnTo>
                <a:lnTo>
                  <a:pt x="792" y="6184"/>
                </a:lnTo>
                <a:lnTo>
                  <a:pt x="728" y="6227"/>
                </a:lnTo>
                <a:lnTo>
                  <a:pt x="707" y="6205"/>
                </a:lnTo>
                <a:lnTo>
                  <a:pt x="707" y="6141"/>
                </a:lnTo>
                <a:lnTo>
                  <a:pt x="707" y="6077"/>
                </a:lnTo>
                <a:lnTo>
                  <a:pt x="728" y="6013"/>
                </a:lnTo>
                <a:lnTo>
                  <a:pt x="792" y="5842"/>
                </a:lnTo>
                <a:lnTo>
                  <a:pt x="942" y="5564"/>
                </a:lnTo>
                <a:lnTo>
                  <a:pt x="1027" y="5350"/>
                </a:lnTo>
                <a:lnTo>
                  <a:pt x="1049" y="5243"/>
                </a:lnTo>
                <a:lnTo>
                  <a:pt x="1049" y="5157"/>
                </a:lnTo>
                <a:lnTo>
                  <a:pt x="1027" y="5072"/>
                </a:lnTo>
                <a:lnTo>
                  <a:pt x="985" y="5029"/>
                </a:lnTo>
                <a:lnTo>
                  <a:pt x="899" y="4986"/>
                </a:lnTo>
                <a:lnTo>
                  <a:pt x="771" y="5007"/>
                </a:lnTo>
                <a:lnTo>
                  <a:pt x="685" y="5029"/>
                </a:lnTo>
                <a:lnTo>
                  <a:pt x="664" y="5050"/>
                </a:lnTo>
                <a:lnTo>
                  <a:pt x="642" y="5029"/>
                </a:lnTo>
                <a:lnTo>
                  <a:pt x="621" y="4922"/>
                </a:lnTo>
                <a:lnTo>
                  <a:pt x="600" y="4772"/>
                </a:lnTo>
                <a:lnTo>
                  <a:pt x="600" y="4601"/>
                </a:lnTo>
                <a:lnTo>
                  <a:pt x="621" y="4301"/>
                </a:lnTo>
                <a:lnTo>
                  <a:pt x="642" y="4173"/>
                </a:lnTo>
                <a:lnTo>
                  <a:pt x="685" y="4045"/>
                </a:lnTo>
                <a:lnTo>
                  <a:pt x="749" y="3916"/>
                </a:lnTo>
                <a:lnTo>
                  <a:pt x="792" y="3873"/>
                </a:lnTo>
                <a:lnTo>
                  <a:pt x="835" y="3852"/>
                </a:lnTo>
                <a:lnTo>
                  <a:pt x="899" y="3831"/>
                </a:lnTo>
                <a:lnTo>
                  <a:pt x="985" y="3831"/>
                </a:lnTo>
                <a:lnTo>
                  <a:pt x="1113" y="3852"/>
                </a:lnTo>
                <a:lnTo>
                  <a:pt x="1798" y="3852"/>
                </a:lnTo>
                <a:lnTo>
                  <a:pt x="3231" y="3831"/>
                </a:lnTo>
                <a:lnTo>
                  <a:pt x="4665" y="3809"/>
                </a:lnTo>
                <a:lnTo>
                  <a:pt x="5114" y="3766"/>
                </a:lnTo>
                <a:close/>
                <a:moveTo>
                  <a:pt x="5349" y="7446"/>
                </a:moveTo>
                <a:lnTo>
                  <a:pt x="5414" y="7468"/>
                </a:lnTo>
                <a:lnTo>
                  <a:pt x="5456" y="7489"/>
                </a:lnTo>
                <a:lnTo>
                  <a:pt x="5499" y="7532"/>
                </a:lnTo>
                <a:lnTo>
                  <a:pt x="5542" y="7618"/>
                </a:lnTo>
                <a:lnTo>
                  <a:pt x="5542" y="7725"/>
                </a:lnTo>
                <a:lnTo>
                  <a:pt x="5499" y="7832"/>
                </a:lnTo>
                <a:lnTo>
                  <a:pt x="5435" y="7960"/>
                </a:lnTo>
                <a:lnTo>
                  <a:pt x="5371" y="8067"/>
                </a:lnTo>
                <a:lnTo>
                  <a:pt x="5285" y="8152"/>
                </a:lnTo>
                <a:lnTo>
                  <a:pt x="5135" y="8259"/>
                </a:lnTo>
                <a:lnTo>
                  <a:pt x="4964" y="8345"/>
                </a:lnTo>
                <a:lnTo>
                  <a:pt x="4793" y="8388"/>
                </a:lnTo>
                <a:lnTo>
                  <a:pt x="4601" y="8409"/>
                </a:lnTo>
                <a:lnTo>
                  <a:pt x="4194" y="8431"/>
                </a:lnTo>
                <a:lnTo>
                  <a:pt x="3830" y="8452"/>
                </a:lnTo>
                <a:lnTo>
                  <a:pt x="3488" y="8473"/>
                </a:lnTo>
                <a:lnTo>
                  <a:pt x="3146" y="8495"/>
                </a:lnTo>
                <a:lnTo>
                  <a:pt x="2504" y="8495"/>
                </a:lnTo>
                <a:lnTo>
                  <a:pt x="2440" y="8473"/>
                </a:lnTo>
                <a:lnTo>
                  <a:pt x="2375" y="8431"/>
                </a:lnTo>
                <a:lnTo>
                  <a:pt x="2333" y="8366"/>
                </a:lnTo>
                <a:lnTo>
                  <a:pt x="2290" y="8324"/>
                </a:lnTo>
                <a:lnTo>
                  <a:pt x="2226" y="8281"/>
                </a:lnTo>
                <a:lnTo>
                  <a:pt x="2161" y="8281"/>
                </a:lnTo>
                <a:lnTo>
                  <a:pt x="2076" y="8302"/>
                </a:lnTo>
                <a:lnTo>
                  <a:pt x="1990" y="8324"/>
                </a:lnTo>
                <a:lnTo>
                  <a:pt x="1905" y="8345"/>
                </a:lnTo>
                <a:lnTo>
                  <a:pt x="1776" y="8324"/>
                </a:lnTo>
                <a:lnTo>
                  <a:pt x="1712" y="8302"/>
                </a:lnTo>
                <a:lnTo>
                  <a:pt x="1669" y="8238"/>
                </a:lnTo>
                <a:lnTo>
                  <a:pt x="1605" y="8131"/>
                </a:lnTo>
                <a:lnTo>
                  <a:pt x="1541" y="8024"/>
                </a:lnTo>
                <a:lnTo>
                  <a:pt x="1498" y="8003"/>
                </a:lnTo>
                <a:lnTo>
                  <a:pt x="1477" y="8003"/>
                </a:lnTo>
                <a:lnTo>
                  <a:pt x="1413" y="8024"/>
                </a:lnTo>
                <a:lnTo>
                  <a:pt x="1306" y="8067"/>
                </a:lnTo>
                <a:lnTo>
                  <a:pt x="1284" y="8110"/>
                </a:lnTo>
                <a:lnTo>
                  <a:pt x="1263" y="8131"/>
                </a:lnTo>
                <a:lnTo>
                  <a:pt x="1220" y="8152"/>
                </a:lnTo>
                <a:lnTo>
                  <a:pt x="1177" y="8131"/>
                </a:lnTo>
                <a:lnTo>
                  <a:pt x="1134" y="8088"/>
                </a:lnTo>
                <a:lnTo>
                  <a:pt x="1134" y="8024"/>
                </a:lnTo>
                <a:lnTo>
                  <a:pt x="1134" y="7917"/>
                </a:lnTo>
                <a:lnTo>
                  <a:pt x="1134" y="7767"/>
                </a:lnTo>
                <a:lnTo>
                  <a:pt x="1156" y="7660"/>
                </a:lnTo>
                <a:lnTo>
                  <a:pt x="1177" y="7639"/>
                </a:lnTo>
                <a:lnTo>
                  <a:pt x="1199" y="7596"/>
                </a:lnTo>
                <a:lnTo>
                  <a:pt x="1263" y="7575"/>
                </a:lnTo>
                <a:lnTo>
                  <a:pt x="1327" y="7553"/>
                </a:lnTo>
                <a:lnTo>
                  <a:pt x="1883" y="7553"/>
                </a:lnTo>
                <a:lnTo>
                  <a:pt x="2076" y="7532"/>
                </a:lnTo>
                <a:lnTo>
                  <a:pt x="2461" y="7511"/>
                </a:lnTo>
                <a:lnTo>
                  <a:pt x="2868" y="7489"/>
                </a:lnTo>
                <a:lnTo>
                  <a:pt x="3638" y="7489"/>
                </a:lnTo>
                <a:lnTo>
                  <a:pt x="4451" y="7468"/>
                </a:lnTo>
                <a:lnTo>
                  <a:pt x="4879" y="7446"/>
                </a:lnTo>
                <a:close/>
                <a:moveTo>
                  <a:pt x="2932" y="1"/>
                </a:moveTo>
                <a:lnTo>
                  <a:pt x="2632" y="22"/>
                </a:lnTo>
                <a:lnTo>
                  <a:pt x="2333" y="43"/>
                </a:lnTo>
                <a:lnTo>
                  <a:pt x="1755" y="108"/>
                </a:lnTo>
                <a:lnTo>
                  <a:pt x="1498" y="129"/>
                </a:lnTo>
                <a:lnTo>
                  <a:pt x="1220" y="129"/>
                </a:lnTo>
                <a:lnTo>
                  <a:pt x="1070" y="150"/>
                </a:lnTo>
                <a:lnTo>
                  <a:pt x="942" y="172"/>
                </a:lnTo>
                <a:lnTo>
                  <a:pt x="814" y="236"/>
                </a:lnTo>
                <a:lnTo>
                  <a:pt x="728" y="300"/>
                </a:lnTo>
                <a:lnTo>
                  <a:pt x="642" y="386"/>
                </a:lnTo>
                <a:lnTo>
                  <a:pt x="600" y="493"/>
                </a:lnTo>
                <a:lnTo>
                  <a:pt x="578" y="621"/>
                </a:lnTo>
                <a:lnTo>
                  <a:pt x="557" y="728"/>
                </a:lnTo>
                <a:lnTo>
                  <a:pt x="557" y="985"/>
                </a:lnTo>
                <a:lnTo>
                  <a:pt x="578" y="1220"/>
                </a:lnTo>
                <a:lnTo>
                  <a:pt x="600" y="1434"/>
                </a:lnTo>
                <a:lnTo>
                  <a:pt x="642" y="1520"/>
                </a:lnTo>
                <a:lnTo>
                  <a:pt x="707" y="1605"/>
                </a:lnTo>
                <a:lnTo>
                  <a:pt x="749" y="1648"/>
                </a:lnTo>
                <a:lnTo>
                  <a:pt x="792" y="1691"/>
                </a:lnTo>
                <a:lnTo>
                  <a:pt x="921" y="1734"/>
                </a:lnTo>
                <a:lnTo>
                  <a:pt x="1027" y="1777"/>
                </a:lnTo>
                <a:lnTo>
                  <a:pt x="1070" y="1798"/>
                </a:lnTo>
                <a:lnTo>
                  <a:pt x="1113" y="1841"/>
                </a:lnTo>
                <a:lnTo>
                  <a:pt x="1113" y="1862"/>
                </a:lnTo>
                <a:lnTo>
                  <a:pt x="1113" y="1905"/>
                </a:lnTo>
                <a:lnTo>
                  <a:pt x="1092" y="2012"/>
                </a:lnTo>
                <a:lnTo>
                  <a:pt x="1006" y="2119"/>
                </a:lnTo>
                <a:lnTo>
                  <a:pt x="899" y="2247"/>
                </a:lnTo>
                <a:lnTo>
                  <a:pt x="685" y="2483"/>
                </a:lnTo>
                <a:lnTo>
                  <a:pt x="514" y="2654"/>
                </a:lnTo>
                <a:lnTo>
                  <a:pt x="364" y="2825"/>
                </a:lnTo>
                <a:lnTo>
                  <a:pt x="236" y="3039"/>
                </a:lnTo>
                <a:lnTo>
                  <a:pt x="129" y="3253"/>
                </a:lnTo>
                <a:lnTo>
                  <a:pt x="65" y="3467"/>
                </a:lnTo>
                <a:lnTo>
                  <a:pt x="22" y="3788"/>
                </a:lnTo>
                <a:lnTo>
                  <a:pt x="0" y="4109"/>
                </a:lnTo>
                <a:lnTo>
                  <a:pt x="0" y="4430"/>
                </a:lnTo>
                <a:lnTo>
                  <a:pt x="0" y="4772"/>
                </a:lnTo>
                <a:lnTo>
                  <a:pt x="65" y="5414"/>
                </a:lnTo>
                <a:lnTo>
                  <a:pt x="150" y="6056"/>
                </a:lnTo>
                <a:lnTo>
                  <a:pt x="193" y="6591"/>
                </a:lnTo>
                <a:lnTo>
                  <a:pt x="236" y="7147"/>
                </a:lnTo>
                <a:lnTo>
                  <a:pt x="236" y="7425"/>
                </a:lnTo>
                <a:lnTo>
                  <a:pt x="214" y="7725"/>
                </a:lnTo>
                <a:lnTo>
                  <a:pt x="214" y="7874"/>
                </a:lnTo>
                <a:lnTo>
                  <a:pt x="236" y="8024"/>
                </a:lnTo>
                <a:lnTo>
                  <a:pt x="279" y="8152"/>
                </a:lnTo>
                <a:lnTo>
                  <a:pt x="364" y="8281"/>
                </a:lnTo>
                <a:lnTo>
                  <a:pt x="428" y="8388"/>
                </a:lnTo>
                <a:lnTo>
                  <a:pt x="514" y="8473"/>
                </a:lnTo>
                <a:lnTo>
                  <a:pt x="728" y="8645"/>
                </a:lnTo>
                <a:lnTo>
                  <a:pt x="963" y="8794"/>
                </a:lnTo>
                <a:lnTo>
                  <a:pt x="1199" y="8880"/>
                </a:lnTo>
                <a:lnTo>
                  <a:pt x="1327" y="8901"/>
                </a:lnTo>
                <a:lnTo>
                  <a:pt x="1477" y="8923"/>
                </a:lnTo>
                <a:lnTo>
                  <a:pt x="1798" y="8923"/>
                </a:lnTo>
                <a:lnTo>
                  <a:pt x="2418" y="8859"/>
                </a:lnTo>
                <a:lnTo>
                  <a:pt x="3103" y="8816"/>
                </a:lnTo>
                <a:lnTo>
                  <a:pt x="3788" y="8816"/>
                </a:lnTo>
                <a:lnTo>
                  <a:pt x="4494" y="8794"/>
                </a:lnTo>
                <a:lnTo>
                  <a:pt x="5178" y="8752"/>
                </a:lnTo>
                <a:lnTo>
                  <a:pt x="5328" y="8730"/>
                </a:lnTo>
                <a:lnTo>
                  <a:pt x="5435" y="8709"/>
                </a:lnTo>
                <a:lnTo>
                  <a:pt x="5521" y="8666"/>
                </a:lnTo>
                <a:lnTo>
                  <a:pt x="5628" y="8580"/>
                </a:lnTo>
                <a:lnTo>
                  <a:pt x="5799" y="8388"/>
                </a:lnTo>
                <a:lnTo>
                  <a:pt x="5906" y="8281"/>
                </a:lnTo>
                <a:lnTo>
                  <a:pt x="5970" y="8174"/>
                </a:lnTo>
                <a:lnTo>
                  <a:pt x="6013" y="8024"/>
                </a:lnTo>
                <a:lnTo>
                  <a:pt x="6034" y="7874"/>
                </a:lnTo>
                <a:lnTo>
                  <a:pt x="6055" y="7682"/>
                </a:lnTo>
                <a:lnTo>
                  <a:pt x="6055" y="7511"/>
                </a:lnTo>
                <a:lnTo>
                  <a:pt x="6034" y="7147"/>
                </a:lnTo>
                <a:lnTo>
                  <a:pt x="6013" y="6805"/>
                </a:lnTo>
                <a:lnTo>
                  <a:pt x="6013" y="5285"/>
                </a:lnTo>
                <a:lnTo>
                  <a:pt x="5991" y="4515"/>
                </a:lnTo>
                <a:lnTo>
                  <a:pt x="5948" y="3766"/>
                </a:lnTo>
                <a:lnTo>
                  <a:pt x="5927" y="3445"/>
                </a:lnTo>
                <a:lnTo>
                  <a:pt x="5863" y="3167"/>
                </a:lnTo>
                <a:lnTo>
                  <a:pt x="5820" y="3018"/>
                </a:lnTo>
                <a:lnTo>
                  <a:pt x="5777" y="2889"/>
                </a:lnTo>
                <a:lnTo>
                  <a:pt x="5713" y="2739"/>
                </a:lnTo>
                <a:lnTo>
                  <a:pt x="5628" y="2611"/>
                </a:lnTo>
                <a:lnTo>
                  <a:pt x="5521" y="2483"/>
                </a:lnTo>
                <a:lnTo>
                  <a:pt x="5414" y="2376"/>
                </a:lnTo>
                <a:lnTo>
                  <a:pt x="5307" y="2269"/>
                </a:lnTo>
                <a:lnTo>
                  <a:pt x="5178" y="2183"/>
                </a:lnTo>
                <a:lnTo>
                  <a:pt x="4879" y="1991"/>
                </a:lnTo>
                <a:lnTo>
                  <a:pt x="4729" y="1884"/>
                </a:lnTo>
                <a:lnTo>
                  <a:pt x="4665" y="1819"/>
                </a:lnTo>
                <a:lnTo>
                  <a:pt x="4643" y="1777"/>
                </a:lnTo>
                <a:lnTo>
                  <a:pt x="4686" y="1755"/>
                </a:lnTo>
                <a:lnTo>
                  <a:pt x="4793" y="1734"/>
                </a:lnTo>
                <a:lnTo>
                  <a:pt x="4964" y="1648"/>
                </a:lnTo>
                <a:lnTo>
                  <a:pt x="5007" y="1584"/>
                </a:lnTo>
                <a:lnTo>
                  <a:pt x="5007" y="1498"/>
                </a:lnTo>
                <a:lnTo>
                  <a:pt x="5028" y="1349"/>
                </a:lnTo>
                <a:lnTo>
                  <a:pt x="5071" y="1070"/>
                </a:lnTo>
                <a:lnTo>
                  <a:pt x="5135" y="750"/>
                </a:lnTo>
                <a:lnTo>
                  <a:pt x="5157" y="600"/>
                </a:lnTo>
                <a:lnTo>
                  <a:pt x="5157" y="450"/>
                </a:lnTo>
                <a:lnTo>
                  <a:pt x="5135" y="322"/>
                </a:lnTo>
                <a:lnTo>
                  <a:pt x="5071" y="193"/>
                </a:lnTo>
                <a:lnTo>
                  <a:pt x="5007" y="108"/>
                </a:lnTo>
                <a:lnTo>
                  <a:pt x="4879" y="43"/>
                </a:lnTo>
                <a:lnTo>
                  <a:pt x="4750" y="1"/>
                </a:lnTo>
                <a:lnTo>
                  <a:pt x="4301" y="1"/>
                </a:lnTo>
                <a:lnTo>
                  <a:pt x="4066" y="22"/>
                </a:lnTo>
                <a:lnTo>
                  <a:pt x="2932" y="1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32"/>
          <p:cNvSpPr/>
          <p:nvPr/>
        </p:nvSpPr>
        <p:spPr>
          <a:xfrm>
            <a:off x="3202742" y="883950"/>
            <a:ext cx="487003" cy="470310"/>
          </a:xfrm>
          <a:custGeom>
            <a:rect b="b" l="l" r="r" t="t"/>
            <a:pathLst>
              <a:path extrusionOk="0" h="9907" w="7725">
                <a:moveTo>
                  <a:pt x="7703" y="7681"/>
                </a:moveTo>
                <a:lnTo>
                  <a:pt x="7703" y="7681"/>
                </a:lnTo>
                <a:lnTo>
                  <a:pt x="7661" y="7595"/>
                </a:lnTo>
                <a:lnTo>
                  <a:pt x="7596" y="7531"/>
                </a:lnTo>
                <a:lnTo>
                  <a:pt x="7382" y="7382"/>
                </a:lnTo>
                <a:lnTo>
                  <a:pt x="6997" y="7168"/>
                </a:lnTo>
                <a:lnTo>
                  <a:pt x="6997" y="7168"/>
                </a:lnTo>
                <a:lnTo>
                  <a:pt x="6634" y="6954"/>
                </a:lnTo>
                <a:lnTo>
                  <a:pt x="6291" y="6718"/>
                </a:lnTo>
                <a:lnTo>
                  <a:pt x="6291" y="6718"/>
                </a:lnTo>
                <a:lnTo>
                  <a:pt x="6099" y="6568"/>
                </a:lnTo>
                <a:lnTo>
                  <a:pt x="5863" y="6462"/>
                </a:lnTo>
                <a:lnTo>
                  <a:pt x="5393" y="6269"/>
                </a:lnTo>
                <a:lnTo>
                  <a:pt x="5393" y="6269"/>
                </a:lnTo>
                <a:lnTo>
                  <a:pt x="5221" y="6183"/>
                </a:lnTo>
                <a:lnTo>
                  <a:pt x="5093" y="6098"/>
                </a:lnTo>
                <a:lnTo>
                  <a:pt x="4965" y="5969"/>
                </a:lnTo>
                <a:lnTo>
                  <a:pt x="4879" y="5841"/>
                </a:lnTo>
                <a:lnTo>
                  <a:pt x="4794" y="5691"/>
                </a:lnTo>
                <a:lnTo>
                  <a:pt x="4772" y="5520"/>
                </a:lnTo>
                <a:lnTo>
                  <a:pt x="4772" y="5349"/>
                </a:lnTo>
                <a:lnTo>
                  <a:pt x="4815" y="5156"/>
                </a:lnTo>
                <a:lnTo>
                  <a:pt x="4815" y="5156"/>
                </a:lnTo>
                <a:lnTo>
                  <a:pt x="4922" y="4964"/>
                </a:lnTo>
                <a:lnTo>
                  <a:pt x="5050" y="4771"/>
                </a:lnTo>
                <a:lnTo>
                  <a:pt x="5179" y="4579"/>
                </a:lnTo>
                <a:lnTo>
                  <a:pt x="5307" y="4386"/>
                </a:lnTo>
                <a:lnTo>
                  <a:pt x="5307" y="4386"/>
                </a:lnTo>
                <a:lnTo>
                  <a:pt x="5542" y="3980"/>
                </a:lnTo>
                <a:lnTo>
                  <a:pt x="5756" y="3573"/>
                </a:lnTo>
                <a:lnTo>
                  <a:pt x="5756" y="3573"/>
                </a:lnTo>
                <a:lnTo>
                  <a:pt x="5799" y="3445"/>
                </a:lnTo>
                <a:lnTo>
                  <a:pt x="5863" y="3359"/>
                </a:lnTo>
                <a:lnTo>
                  <a:pt x="5970" y="3295"/>
                </a:lnTo>
                <a:lnTo>
                  <a:pt x="6099" y="3274"/>
                </a:lnTo>
                <a:lnTo>
                  <a:pt x="6099" y="3274"/>
                </a:lnTo>
                <a:lnTo>
                  <a:pt x="6227" y="3252"/>
                </a:lnTo>
                <a:lnTo>
                  <a:pt x="6334" y="3209"/>
                </a:lnTo>
                <a:lnTo>
                  <a:pt x="6420" y="3145"/>
                </a:lnTo>
                <a:lnTo>
                  <a:pt x="6505" y="3038"/>
                </a:lnTo>
                <a:lnTo>
                  <a:pt x="6505" y="3038"/>
                </a:lnTo>
                <a:lnTo>
                  <a:pt x="6569" y="2846"/>
                </a:lnTo>
                <a:lnTo>
                  <a:pt x="6655" y="2610"/>
                </a:lnTo>
                <a:lnTo>
                  <a:pt x="6698" y="2375"/>
                </a:lnTo>
                <a:lnTo>
                  <a:pt x="6698" y="2268"/>
                </a:lnTo>
                <a:lnTo>
                  <a:pt x="6698" y="2161"/>
                </a:lnTo>
                <a:lnTo>
                  <a:pt x="6698" y="2161"/>
                </a:lnTo>
                <a:lnTo>
                  <a:pt x="6676" y="2097"/>
                </a:lnTo>
                <a:lnTo>
                  <a:pt x="6634" y="2011"/>
                </a:lnTo>
                <a:lnTo>
                  <a:pt x="6591" y="1947"/>
                </a:lnTo>
                <a:lnTo>
                  <a:pt x="6569" y="1883"/>
                </a:lnTo>
                <a:lnTo>
                  <a:pt x="6569" y="1883"/>
                </a:lnTo>
                <a:lnTo>
                  <a:pt x="6591" y="1776"/>
                </a:lnTo>
                <a:lnTo>
                  <a:pt x="6634" y="1690"/>
                </a:lnTo>
                <a:lnTo>
                  <a:pt x="6741" y="1498"/>
                </a:lnTo>
                <a:lnTo>
                  <a:pt x="6741" y="1498"/>
                </a:lnTo>
                <a:lnTo>
                  <a:pt x="6869" y="1155"/>
                </a:lnTo>
                <a:lnTo>
                  <a:pt x="6933" y="963"/>
                </a:lnTo>
                <a:lnTo>
                  <a:pt x="6955" y="770"/>
                </a:lnTo>
                <a:lnTo>
                  <a:pt x="6976" y="578"/>
                </a:lnTo>
                <a:lnTo>
                  <a:pt x="6933" y="407"/>
                </a:lnTo>
                <a:lnTo>
                  <a:pt x="6912" y="321"/>
                </a:lnTo>
                <a:lnTo>
                  <a:pt x="6869" y="257"/>
                </a:lnTo>
                <a:lnTo>
                  <a:pt x="6805" y="193"/>
                </a:lnTo>
                <a:lnTo>
                  <a:pt x="6719" y="128"/>
                </a:lnTo>
                <a:lnTo>
                  <a:pt x="6719" y="128"/>
                </a:lnTo>
                <a:lnTo>
                  <a:pt x="6527" y="43"/>
                </a:lnTo>
                <a:lnTo>
                  <a:pt x="6334" y="21"/>
                </a:lnTo>
                <a:lnTo>
                  <a:pt x="6163" y="0"/>
                </a:lnTo>
                <a:lnTo>
                  <a:pt x="5970" y="21"/>
                </a:lnTo>
                <a:lnTo>
                  <a:pt x="5607" y="64"/>
                </a:lnTo>
                <a:lnTo>
                  <a:pt x="5435" y="64"/>
                </a:lnTo>
                <a:lnTo>
                  <a:pt x="5243" y="43"/>
                </a:lnTo>
                <a:lnTo>
                  <a:pt x="5243" y="43"/>
                </a:lnTo>
                <a:lnTo>
                  <a:pt x="5029" y="21"/>
                </a:lnTo>
                <a:lnTo>
                  <a:pt x="4815" y="0"/>
                </a:lnTo>
                <a:lnTo>
                  <a:pt x="4387" y="0"/>
                </a:lnTo>
                <a:lnTo>
                  <a:pt x="3959" y="43"/>
                </a:lnTo>
                <a:lnTo>
                  <a:pt x="3531" y="128"/>
                </a:lnTo>
                <a:lnTo>
                  <a:pt x="3531" y="128"/>
                </a:lnTo>
                <a:lnTo>
                  <a:pt x="3103" y="214"/>
                </a:lnTo>
                <a:lnTo>
                  <a:pt x="2889" y="278"/>
                </a:lnTo>
                <a:lnTo>
                  <a:pt x="2697" y="364"/>
                </a:lnTo>
                <a:lnTo>
                  <a:pt x="2697" y="364"/>
                </a:lnTo>
                <a:lnTo>
                  <a:pt x="2526" y="449"/>
                </a:lnTo>
                <a:lnTo>
                  <a:pt x="2376" y="535"/>
                </a:lnTo>
                <a:lnTo>
                  <a:pt x="2226" y="642"/>
                </a:lnTo>
                <a:lnTo>
                  <a:pt x="2076" y="727"/>
                </a:lnTo>
                <a:lnTo>
                  <a:pt x="2076" y="727"/>
                </a:lnTo>
                <a:lnTo>
                  <a:pt x="1991" y="749"/>
                </a:lnTo>
                <a:lnTo>
                  <a:pt x="1905" y="770"/>
                </a:lnTo>
                <a:lnTo>
                  <a:pt x="1691" y="749"/>
                </a:lnTo>
                <a:lnTo>
                  <a:pt x="1456" y="727"/>
                </a:lnTo>
                <a:lnTo>
                  <a:pt x="1349" y="727"/>
                </a:lnTo>
                <a:lnTo>
                  <a:pt x="1263" y="727"/>
                </a:lnTo>
                <a:lnTo>
                  <a:pt x="1263" y="727"/>
                </a:lnTo>
                <a:lnTo>
                  <a:pt x="1071" y="770"/>
                </a:lnTo>
                <a:lnTo>
                  <a:pt x="878" y="834"/>
                </a:lnTo>
                <a:lnTo>
                  <a:pt x="514" y="1006"/>
                </a:lnTo>
                <a:lnTo>
                  <a:pt x="514" y="1006"/>
                </a:lnTo>
                <a:lnTo>
                  <a:pt x="343" y="1113"/>
                </a:lnTo>
                <a:lnTo>
                  <a:pt x="215" y="1241"/>
                </a:lnTo>
                <a:lnTo>
                  <a:pt x="108" y="1412"/>
                </a:lnTo>
                <a:lnTo>
                  <a:pt x="44" y="1583"/>
                </a:lnTo>
                <a:lnTo>
                  <a:pt x="1" y="1754"/>
                </a:lnTo>
                <a:lnTo>
                  <a:pt x="1" y="1947"/>
                </a:lnTo>
                <a:lnTo>
                  <a:pt x="44" y="2161"/>
                </a:lnTo>
                <a:lnTo>
                  <a:pt x="108" y="2354"/>
                </a:lnTo>
                <a:lnTo>
                  <a:pt x="108" y="2354"/>
                </a:lnTo>
                <a:lnTo>
                  <a:pt x="193" y="2546"/>
                </a:lnTo>
                <a:lnTo>
                  <a:pt x="322" y="2717"/>
                </a:lnTo>
                <a:lnTo>
                  <a:pt x="450" y="2888"/>
                </a:lnTo>
                <a:lnTo>
                  <a:pt x="600" y="3060"/>
                </a:lnTo>
                <a:lnTo>
                  <a:pt x="600" y="3060"/>
                </a:lnTo>
                <a:lnTo>
                  <a:pt x="728" y="3167"/>
                </a:lnTo>
                <a:lnTo>
                  <a:pt x="835" y="3274"/>
                </a:lnTo>
                <a:lnTo>
                  <a:pt x="835" y="3274"/>
                </a:lnTo>
                <a:lnTo>
                  <a:pt x="921" y="3402"/>
                </a:lnTo>
                <a:lnTo>
                  <a:pt x="964" y="3466"/>
                </a:lnTo>
                <a:lnTo>
                  <a:pt x="1028" y="3530"/>
                </a:lnTo>
                <a:lnTo>
                  <a:pt x="1028" y="3530"/>
                </a:lnTo>
                <a:lnTo>
                  <a:pt x="1178" y="3637"/>
                </a:lnTo>
                <a:lnTo>
                  <a:pt x="1349" y="3723"/>
                </a:lnTo>
                <a:lnTo>
                  <a:pt x="1648" y="3915"/>
                </a:lnTo>
                <a:lnTo>
                  <a:pt x="1648" y="3915"/>
                </a:lnTo>
                <a:lnTo>
                  <a:pt x="1798" y="4044"/>
                </a:lnTo>
                <a:lnTo>
                  <a:pt x="1905" y="4194"/>
                </a:lnTo>
                <a:lnTo>
                  <a:pt x="2098" y="4536"/>
                </a:lnTo>
                <a:lnTo>
                  <a:pt x="2098" y="4536"/>
                </a:lnTo>
                <a:lnTo>
                  <a:pt x="2333" y="4857"/>
                </a:lnTo>
                <a:lnTo>
                  <a:pt x="2568" y="5178"/>
                </a:lnTo>
                <a:lnTo>
                  <a:pt x="2782" y="5499"/>
                </a:lnTo>
                <a:lnTo>
                  <a:pt x="2889" y="5691"/>
                </a:lnTo>
                <a:lnTo>
                  <a:pt x="2954" y="5862"/>
                </a:lnTo>
                <a:lnTo>
                  <a:pt x="2954" y="5862"/>
                </a:lnTo>
                <a:lnTo>
                  <a:pt x="2996" y="5991"/>
                </a:lnTo>
                <a:lnTo>
                  <a:pt x="2996" y="6076"/>
                </a:lnTo>
                <a:lnTo>
                  <a:pt x="2996" y="6162"/>
                </a:lnTo>
                <a:lnTo>
                  <a:pt x="2975" y="6226"/>
                </a:lnTo>
                <a:lnTo>
                  <a:pt x="2932" y="6312"/>
                </a:lnTo>
                <a:lnTo>
                  <a:pt x="2889" y="6376"/>
                </a:lnTo>
                <a:lnTo>
                  <a:pt x="2718" y="6504"/>
                </a:lnTo>
                <a:lnTo>
                  <a:pt x="2718" y="6504"/>
                </a:lnTo>
                <a:lnTo>
                  <a:pt x="2397" y="6697"/>
                </a:lnTo>
                <a:lnTo>
                  <a:pt x="2226" y="6804"/>
                </a:lnTo>
                <a:lnTo>
                  <a:pt x="2076" y="6911"/>
                </a:lnTo>
                <a:lnTo>
                  <a:pt x="2076" y="6911"/>
                </a:lnTo>
                <a:lnTo>
                  <a:pt x="1905" y="7018"/>
                </a:lnTo>
                <a:lnTo>
                  <a:pt x="1755" y="7125"/>
                </a:lnTo>
                <a:lnTo>
                  <a:pt x="1392" y="7317"/>
                </a:lnTo>
                <a:lnTo>
                  <a:pt x="1392" y="7317"/>
                </a:lnTo>
                <a:lnTo>
                  <a:pt x="1071" y="7489"/>
                </a:lnTo>
                <a:lnTo>
                  <a:pt x="900" y="7595"/>
                </a:lnTo>
                <a:lnTo>
                  <a:pt x="771" y="7702"/>
                </a:lnTo>
                <a:lnTo>
                  <a:pt x="771" y="7702"/>
                </a:lnTo>
                <a:lnTo>
                  <a:pt x="728" y="7788"/>
                </a:lnTo>
                <a:lnTo>
                  <a:pt x="707" y="7852"/>
                </a:lnTo>
                <a:lnTo>
                  <a:pt x="686" y="7938"/>
                </a:lnTo>
                <a:lnTo>
                  <a:pt x="686" y="8045"/>
                </a:lnTo>
                <a:lnTo>
                  <a:pt x="728" y="8216"/>
                </a:lnTo>
                <a:lnTo>
                  <a:pt x="750" y="8302"/>
                </a:lnTo>
                <a:lnTo>
                  <a:pt x="793" y="8366"/>
                </a:lnTo>
                <a:lnTo>
                  <a:pt x="793" y="8366"/>
                </a:lnTo>
                <a:lnTo>
                  <a:pt x="900" y="8473"/>
                </a:lnTo>
                <a:lnTo>
                  <a:pt x="942" y="8494"/>
                </a:lnTo>
                <a:lnTo>
                  <a:pt x="985" y="8494"/>
                </a:lnTo>
                <a:lnTo>
                  <a:pt x="1028" y="8473"/>
                </a:lnTo>
                <a:lnTo>
                  <a:pt x="1071" y="8451"/>
                </a:lnTo>
                <a:lnTo>
                  <a:pt x="1092" y="8387"/>
                </a:lnTo>
                <a:lnTo>
                  <a:pt x="1113" y="8323"/>
                </a:lnTo>
                <a:lnTo>
                  <a:pt x="1113" y="8323"/>
                </a:lnTo>
                <a:lnTo>
                  <a:pt x="1049" y="8259"/>
                </a:lnTo>
                <a:lnTo>
                  <a:pt x="1028" y="8216"/>
                </a:lnTo>
                <a:lnTo>
                  <a:pt x="1028" y="8173"/>
                </a:lnTo>
                <a:lnTo>
                  <a:pt x="1028" y="8173"/>
                </a:lnTo>
                <a:lnTo>
                  <a:pt x="1135" y="8302"/>
                </a:lnTo>
                <a:lnTo>
                  <a:pt x="1178" y="8323"/>
                </a:lnTo>
                <a:lnTo>
                  <a:pt x="1220" y="8344"/>
                </a:lnTo>
                <a:lnTo>
                  <a:pt x="1349" y="8344"/>
                </a:lnTo>
                <a:lnTo>
                  <a:pt x="1477" y="8323"/>
                </a:lnTo>
                <a:lnTo>
                  <a:pt x="1477" y="8323"/>
                </a:lnTo>
                <a:lnTo>
                  <a:pt x="1627" y="8280"/>
                </a:lnTo>
                <a:lnTo>
                  <a:pt x="1627" y="8259"/>
                </a:lnTo>
                <a:lnTo>
                  <a:pt x="1627" y="8152"/>
                </a:lnTo>
                <a:lnTo>
                  <a:pt x="1627" y="8152"/>
                </a:lnTo>
                <a:lnTo>
                  <a:pt x="1584" y="8088"/>
                </a:lnTo>
                <a:lnTo>
                  <a:pt x="1520" y="7981"/>
                </a:lnTo>
                <a:lnTo>
                  <a:pt x="1456" y="7895"/>
                </a:lnTo>
                <a:lnTo>
                  <a:pt x="1456" y="7852"/>
                </a:lnTo>
                <a:lnTo>
                  <a:pt x="1477" y="7831"/>
                </a:lnTo>
                <a:lnTo>
                  <a:pt x="1477" y="7831"/>
                </a:lnTo>
                <a:lnTo>
                  <a:pt x="1499" y="7831"/>
                </a:lnTo>
                <a:lnTo>
                  <a:pt x="1520" y="7852"/>
                </a:lnTo>
                <a:lnTo>
                  <a:pt x="1606" y="7938"/>
                </a:lnTo>
                <a:lnTo>
                  <a:pt x="1691" y="8045"/>
                </a:lnTo>
                <a:lnTo>
                  <a:pt x="1734" y="8066"/>
                </a:lnTo>
                <a:lnTo>
                  <a:pt x="1755" y="8066"/>
                </a:lnTo>
                <a:lnTo>
                  <a:pt x="1755" y="8066"/>
                </a:lnTo>
                <a:lnTo>
                  <a:pt x="1798" y="8045"/>
                </a:lnTo>
                <a:lnTo>
                  <a:pt x="1820" y="8002"/>
                </a:lnTo>
                <a:lnTo>
                  <a:pt x="1798" y="7916"/>
                </a:lnTo>
                <a:lnTo>
                  <a:pt x="1777" y="7809"/>
                </a:lnTo>
                <a:lnTo>
                  <a:pt x="1755" y="7767"/>
                </a:lnTo>
                <a:lnTo>
                  <a:pt x="1777" y="7724"/>
                </a:lnTo>
                <a:lnTo>
                  <a:pt x="1777" y="7724"/>
                </a:lnTo>
                <a:lnTo>
                  <a:pt x="1777" y="7745"/>
                </a:lnTo>
                <a:lnTo>
                  <a:pt x="1798" y="7767"/>
                </a:lnTo>
                <a:lnTo>
                  <a:pt x="1862" y="7809"/>
                </a:lnTo>
                <a:lnTo>
                  <a:pt x="2012" y="7852"/>
                </a:lnTo>
                <a:lnTo>
                  <a:pt x="2012" y="7852"/>
                </a:lnTo>
                <a:lnTo>
                  <a:pt x="2034" y="7852"/>
                </a:lnTo>
                <a:lnTo>
                  <a:pt x="2055" y="7831"/>
                </a:lnTo>
                <a:lnTo>
                  <a:pt x="2076" y="7831"/>
                </a:lnTo>
                <a:lnTo>
                  <a:pt x="2119" y="7852"/>
                </a:lnTo>
                <a:lnTo>
                  <a:pt x="2119" y="7852"/>
                </a:lnTo>
                <a:lnTo>
                  <a:pt x="2162" y="7916"/>
                </a:lnTo>
                <a:lnTo>
                  <a:pt x="2205" y="8002"/>
                </a:lnTo>
                <a:lnTo>
                  <a:pt x="2205" y="8002"/>
                </a:lnTo>
                <a:lnTo>
                  <a:pt x="2312" y="8152"/>
                </a:lnTo>
                <a:lnTo>
                  <a:pt x="2354" y="8259"/>
                </a:lnTo>
                <a:lnTo>
                  <a:pt x="2397" y="8323"/>
                </a:lnTo>
                <a:lnTo>
                  <a:pt x="2397" y="8323"/>
                </a:lnTo>
                <a:lnTo>
                  <a:pt x="2397" y="8387"/>
                </a:lnTo>
                <a:lnTo>
                  <a:pt x="2397" y="8430"/>
                </a:lnTo>
                <a:lnTo>
                  <a:pt x="2333" y="8516"/>
                </a:lnTo>
                <a:lnTo>
                  <a:pt x="2269" y="8622"/>
                </a:lnTo>
                <a:lnTo>
                  <a:pt x="2226" y="8729"/>
                </a:lnTo>
                <a:lnTo>
                  <a:pt x="2226" y="8729"/>
                </a:lnTo>
                <a:lnTo>
                  <a:pt x="2247" y="8836"/>
                </a:lnTo>
                <a:lnTo>
                  <a:pt x="2290" y="8922"/>
                </a:lnTo>
                <a:lnTo>
                  <a:pt x="2354" y="9029"/>
                </a:lnTo>
                <a:lnTo>
                  <a:pt x="2440" y="9115"/>
                </a:lnTo>
                <a:lnTo>
                  <a:pt x="2654" y="9286"/>
                </a:lnTo>
                <a:lnTo>
                  <a:pt x="2825" y="9414"/>
                </a:lnTo>
                <a:lnTo>
                  <a:pt x="2825" y="9414"/>
                </a:lnTo>
                <a:lnTo>
                  <a:pt x="2975" y="9564"/>
                </a:lnTo>
                <a:lnTo>
                  <a:pt x="3210" y="9735"/>
                </a:lnTo>
                <a:lnTo>
                  <a:pt x="3317" y="9821"/>
                </a:lnTo>
                <a:lnTo>
                  <a:pt x="3446" y="9885"/>
                </a:lnTo>
                <a:lnTo>
                  <a:pt x="3531" y="9906"/>
                </a:lnTo>
                <a:lnTo>
                  <a:pt x="3595" y="9906"/>
                </a:lnTo>
                <a:lnTo>
                  <a:pt x="3638" y="9885"/>
                </a:lnTo>
                <a:lnTo>
                  <a:pt x="3638" y="9885"/>
                </a:lnTo>
                <a:lnTo>
                  <a:pt x="3681" y="9842"/>
                </a:lnTo>
                <a:lnTo>
                  <a:pt x="3681" y="9778"/>
                </a:lnTo>
                <a:lnTo>
                  <a:pt x="3660" y="9692"/>
                </a:lnTo>
                <a:lnTo>
                  <a:pt x="3595" y="9628"/>
                </a:lnTo>
                <a:lnTo>
                  <a:pt x="3446" y="9500"/>
                </a:lnTo>
                <a:lnTo>
                  <a:pt x="3317" y="9414"/>
                </a:lnTo>
                <a:lnTo>
                  <a:pt x="3317" y="9414"/>
                </a:lnTo>
                <a:lnTo>
                  <a:pt x="2996" y="9136"/>
                </a:lnTo>
                <a:lnTo>
                  <a:pt x="2847" y="8986"/>
                </a:lnTo>
                <a:lnTo>
                  <a:pt x="2697" y="8836"/>
                </a:lnTo>
                <a:lnTo>
                  <a:pt x="2697" y="8836"/>
                </a:lnTo>
                <a:lnTo>
                  <a:pt x="2633" y="8751"/>
                </a:lnTo>
                <a:lnTo>
                  <a:pt x="2611" y="8687"/>
                </a:lnTo>
                <a:lnTo>
                  <a:pt x="2611" y="8622"/>
                </a:lnTo>
                <a:lnTo>
                  <a:pt x="2633" y="8558"/>
                </a:lnTo>
                <a:lnTo>
                  <a:pt x="2718" y="8409"/>
                </a:lnTo>
                <a:lnTo>
                  <a:pt x="2825" y="8259"/>
                </a:lnTo>
                <a:lnTo>
                  <a:pt x="2825" y="8259"/>
                </a:lnTo>
                <a:lnTo>
                  <a:pt x="2911" y="8130"/>
                </a:lnTo>
                <a:lnTo>
                  <a:pt x="2932" y="8066"/>
                </a:lnTo>
                <a:lnTo>
                  <a:pt x="2954" y="8002"/>
                </a:lnTo>
                <a:lnTo>
                  <a:pt x="2954" y="7959"/>
                </a:lnTo>
                <a:lnTo>
                  <a:pt x="2911" y="7916"/>
                </a:lnTo>
                <a:lnTo>
                  <a:pt x="2868" y="7874"/>
                </a:lnTo>
                <a:lnTo>
                  <a:pt x="2761" y="7852"/>
                </a:lnTo>
                <a:lnTo>
                  <a:pt x="2761" y="7852"/>
                </a:lnTo>
                <a:lnTo>
                  <a:pt x="2675" y="7852"/>
                </a:lnTo>
                <a:lnTo>
                  <a:pt x="2611" y="7874"/>
                </a:lnTo>
                <a:lnTo>
                  <a:pt x="2547" y="7852"/>
                </a:lnTo>
                <a:lnTo>
                  <a:pt x="2483" y="7767"/>
                </a:lnTo>
                <a:lnTo>
                  <a:pt x="2483" y="7767"/>
                </a:lnTo>
                <a:lnTo>
                  <a:pt x="2440" y="7681"/>
                </a:lnTo>
                <a:lnTo>
                  <a:pt x="2376" y="7553"/>
                </a:lnTo>
                <a:lnTo>
                  <a:pt x="2290" y="7339"/>
                </a:lnTo>
                <a:lnTo>
                  <a:pt x="2290" y="7339"/>
                </a:lnTo>
                <a:lnTo>
                  <a:pt x="2269" y="7232"/>
                </a:lnTo>
                <a:lnTo>
                  <a:pt x="2269" y="7146"/>
                </a:lnTo>
                <a:lnTo>
                  <a:pt x="2290" y="7082"/>
                </a:lnTo>
                <a:lnTo>
                  <a:pt x="2354" y="7018"/>
                </a:lnTo>
                <a:lnTo>
                  <a:pt x="2483" y="6932"/>
                </a:lnTo>
                <a:lnTo>
                  <a:pt x="2654" y="6825"/>
                </a:lnTo>
                <a:lnTo>
                  <a:pt x="2654" y="6825"/>
                </a:lnTo>
                <a:lnTo>
                  <a:pt x="2804" y="6718"/>
                </a:lnTo>
                <a:lnTo>
                  <a:pt x="2932" y="6611"/>
                </a:lnTo>
                <a:lnTo>
                  <a:pt x="2996" y="6568"/>
                </a:lnTo>
                <a:lnTo>
                  <a:pt x="3039" y="6590"/>
                </a:lnTo>
                <a:lnTo>
                  <a:pt x="3082" y="6633"/>
                </a:lnTo>
                <a:lnTo>
                  <a:pt x="3103" y="6718"/>
                </a:lnTo>
                <a:lnTo>
                  <a:pt x="3103" y="6718"/>
                </a:lnTo>
                <a:lnTo>
                  <a:pt x="3082" y="6954"/>
                </a:lnTo>
                <a:lnTo>
                  <a:pt x="3061" y="7189"/>
                </a:lnTo>
                <a:lnTo>
                  <a:pt x="3039" y="7403"/>
                </a:lnTo>
                <a:lnTo>
                  <a:pt x="3039" y="7638"/>
                </a:lnTo>
                <a:lnTo>
                  <a:pt x="3039" y="7638"/>
                </a:lnTo>
                <a:lnTo>
                  <a:pt x="3061" y="8066"/>
                </a:lnTo>
                <a:lnTo>
                  <a:pt x="3082" y="8280"/>
                </a:lnTo>
                <a:lnTo>
                  <a:pt x="3125" y="8473"/>
                </a:lnTo>
                <a:lnTo>
                  <a:pt x="3189" y="8687"/>
                </a:lnTo>
                <a:lnTo>
                  <a:pt x="3253" y="8879"/>
                </a:lnTo>
                <a:lnTo>
                  <a:pt x="3339" y="9072"/>
                </a:lnTo>
                <a:lnTo>
                  <a:pt x="3446" y="9264"/>
                </a:lnTo>
                <a:lnTo>
                  <a:pt x="3446" y="9264"/>
                </a:lnTo>
                <a:lnTo>
                  <a:pt x="3531" y="9393"/>
                </a:lnTo>
                <a:lnTo>
                  <a:pt x="3595" y="9457"/>
                </a:lnTo>
                <a:lnTo>
                  <a:pt x="3660" y="9500"/>
                </a:lnTo>
                <a:lnTo>
                  <a:pt x="3724" y="9543"/>
                </a:lnTo>
                <a:lnTo>
                  <a:pt x="3788" y="9543"/>
                </a:lnTo>
                <a:lnTo>
                  <a:pt x="3852" y="9500"/>
                </a:lnTo>
                <a:lnTo>
                  <a:pt x="3895" y="9414"/>
                </a:lnTo>
                <a:lnTo>
                  <a:pt x="3895" y="9414"/>
                </a:lnTo>
                <a:lnTo>
                  <a:pt x="3895" y="9350"/>
                </a:lnTo>
                <a:lnTo>
                  <a:pt x="3874" y="9286"/>
                </a:lnTo>
                <a:lnTo>
                  <a:pt x="3874" y="9222"/>
                </a:lnTo>
                <a:lnTo>
                  <a:pt x="3874" y="9179"/>
                </a:lnTo>
                <a:lnTo>
                  <a:pt x="3895" y="9157"/>
                </a:lnTo>
                <a:lnTo>
                  <a:pt x="3895" y="9157"/>
                </a:lnTo>
                <a:lnTo>
                  <a:pt x="3959" y="9136"/>
                </a:lnTo>
                <a:lnTo>
                  <a:pt x="4023" y="9136"/>
                </a:lnTo>
                <a:lnTo>
                  <a:pt x="4109" y="9115"/>
                </a:lnTo>
                <a:lnTo>
                  <a:pt x="4130" y="9093"/>
                </a:lnTo>
                <a:lnTo>
                  <a:pt x="4152" y="9072"/>
                </a:lnTo>
                <a:lnTo>
                  <a:pt x="4152" y="9072"/>
                </a:lnTo>
                <a:lnTo>
                  <a:pt x="4173" y="9008"/>
                </a:lnTo>
                <a:lnTo>
                  <a:pt x="4152" y="8965"/>
                </a:lnTo>
                <a:lnTo>
                  <a:pt x="4109" y="8922"/>
                </a:lnTo>
                <a:lnTo>
                  <a:pt x="4045" y="8901"/>
                </a:lnTo>
                <a:lnTo>
                  <a:pt x="3895" y="8879"/>
                </a:lnTo>
                <a:lnTo>
                  <a:pt x="3852" y="8858"/>
                </a:lnTo>
                <a:lnTo>
                  <a:pt x="3809" y="8815"/>
                </a:lnTo>
                <a:lnTo>
                  <a:pt x="3809" y="8815"/>
                </a:lnTo>
                <a:lnTo>
                  <a:pt x="3809" y="8772"/>
                </a:lnTo>
                <a:lnTo>
                  <a:pt x="3852" y="8751"/>
                </a:lnTo>
                <a:lnTo>
                  <a:pt x="3959" y="8751"/>
                </a:lnTo>
                <a:lnTo>
                  <a:pt x="4087" y="8772"/>
                </a:lnTo>
                <a:lnTo>
                  <a:pt x="4130" y="8772"/>
                </a:lnTo>
                <a:lnTo>
                  <a:pt x="4173" y="8772"/>
                </a:lnTo>
                <a:lnTo>
                  <a:pt x="4173" y="8772"/>
                </a:lnTo>
                <a:lnTo>
                  <a:pt x="4237" y="8708"/>
                </a:lnTo>
                <a:lnTo>
                  <a:pt x="4237" y="8665"/>
                </a:lnTo>
                <a:lnTo>
                  <a:pt x="4237" y="8601"/>
                </a:lnTo>
                <a:lnTo>
                  <a:pt x="4237" y="8537"/>
                </a:lnTo>
                <a:lnTo>
                  <a:pt x="4237" y="8537"/>
                </a:lnTo>
                <a:lnTo>
                  <a:pt x="4259" y="8494"/>
                </a:lnTo>
                <a:lnTo>
                  <a:pt x="4301" y="8451"/>
                </a:lnTo>
                <a:lnTo>
                  <a:pt x="4344" y="8430"/>
                </a:lnTo>
                <a:lnTo>
                  <a:pt x="4366" y="8387"/>
                </a:lnTo>
                <a:lnTo>
                  <a:pt x="4366" y="8387"/>
                </a:lnTo>
                <a:lnTo>
                  <a:pt x="4344" y="8323"/>
                </a:lnTo>
                <a:lnTo>
                  <a:pt x="4301" y="8280"/>
                </a:lnTo>
                <a:lnTo>
                  <a:pt x="4259" y="8259"/>
                </a:lnTo>
                <a:lnTo>
                  <a:pt x="4194" y="8237"/>
                </a:lnTo>
                <a:lnTo>
                  <a:pt x="4066" y="8195"/>
                </a:lnTo>
                <a:lnTo>
                  <a:pt x="4023" y="8173"/>
                </a:lnTo>
                <a:lnTo>
                  <a:pt x="3981" y="8130"/>
                </a:lnTo>
                <a:lnTo>
                  <a:pt x="3981" y="8130"/>
                </a:lnTo>
                <a:lnTo>
                  <a:pt x="4045" y="8130"/>
                </a:lnTo>
                <a:lnTo>
                  <a:pt x="4130" y="8130"/>
                </a:lnTo>
                <a:lnTo>
                  <a:pt x="4216" y="8130"/>
                </a:lnTo>
                <a:lnTo>
                  <a:pt x="4259" y="8109"/>
                </a:lnTo>
                <a:lnTo>
                  <a:pt x="4280" y="8088"/>
                </a:lnTo>
                <a:lnTo>
                  <a:pt x="4280" y="8088"/>
                </a:lnTo>
                <a:lnTo>
                  <a:pt x="4301" y="8045"/>
                </a:lnTo>
                <a:lnTo>
                  <a:pt x="4280" y="8002"/>
                </a:lnTo>
                <a:lnTo>
                  <a:pt x="4237" y="7959"/>
                </a:lnTo>
                <a:lnTo>
                  <a:pt x="4194" y="7916"/>
                </a:lnTo>
                <a:lnTo>
                  <a:pt x="4173" y="7874"/>
                </a:lnTo>
                <a:lnTo>
                  <a:pt x="4173" y="7874"/>
                </a:lnTo>
                <a:lnTo>
                  <a:pt x="4194" y="7852"/>
                </a:lnTo>
                <a:lnTo>
                  <a:pt x="4216" y="7852"/>
                </a:lnTo>
                <a:lnTo>
                  <a:pt x="4280" y="7874"/>
                </a:lnTo>
                <a:lnTo>
                  <a:pt x="4344" y="7959"/>
                </a:lnTo>
                <a:lnTo>
                  <a:pt x="4430" y="8066"/>
                </a:lnTo>
                <a:lnTo>
                  <a:pt x="4558" y="8323"/>
                </a:lnTo>
                <a:lnTo>
                  <a:pt x="4644" y="8473"/>
                </a:lnTo>
                <a:lnTo>
                  <a:pt x="4644" y="8473"/>
                </a:lnTo>
                <a:lnTo>
                  <a:pt x="4665" y="8580"/>
                </a:lnTo>
                <a:lnTo>
                  <a:pt x="4687" y="8644"/>
                </a:lnTo>
                <a:lnTo>
                  <a:pt x="4644" y="8836"/>
                </a:lnTo>
                <a:lnTo>
                  <a:pt x="4644" y="8836"/>
                </a:lnTo>
                <a:lnTo>
                  <a:pt x="4622" y="8943"/>
                </a:lnTo>
                <a:lnTo>
                  <a:pt x="4622" y="9008"/>
                </a:lnTo>
                <a:lnTo>
                  <a:pt x="4665" y="9050"/>
                </a:lnTo>
                <a:lnTo>
                  <a:pt x="4665" y="9050"/>
                </a:lnTo>
                <a:lnTo>
                  <a:pt x="4729" y="9072"/>
                </a:lnTo>
                <a:lnTo>
                  <a:pt x="4794" y="9050"/>
                </a:lnTo>
                <a:lnTo>
                  <a:pt x="4836" y="8986"/>
                </a:lnTo>
                <a:lnTo>
                  <a:pt x="4879" y="8922"/>
                </a:lnTo>
                <a:lnTo>
                  <a:pt x="4965" y="8687"/>
                </a:lnTo>
                <a:lnTo>
                  <a:pt x="5029" y="8409"/>
                </a:lnTo>
                <a:lnTo>
                  <a:pt x="5072" y="8130"/>
                </a:lnTo>
                <a:lnTo>
                  <a:pt x="5114" y="7852"/>
                </a:lnTo>
                <a:lnTo>
                  <a:pt x="5136" y="7510"/>
                </a:lnTo>
                <a:lnTo>
                  <a:pt x="5136" y="7510"/>
                </a:lnTo>
                <a:lnTo>
                  <a:pt x="5136" y="6975"/>
                </a:lnTo>
                <a:lnTo>
                  <a:pt x="5136" y="6975"/>
                </a:lnTo>
                <a:lnTo>
                  <a:pt x="5093" y="6761"/>
                </a:lnTo>
                <a:lnTo>
                  <a:pt x="5072" y="6654"/>
                </a:lnTo>
                <a:lnTo>
                  <a:pt x="5072" y="6568"/>
                </a:lnTo>
                <a:lnTo>
                  <a:pt x="5072" y="6568"/>
                </a:lnTo>
                <a:lnTo>
                  <a:pt x="5093" y="6462"/>
                </a:lnTo>
                <a:lnTo>
                  <a:pt x="5179" y="6462"/>
                </a:lnTo>
                <a:lnTo>
                  <a:pt x="5179" y="6462"/>
                </a:lnTo>
                <a:lnTo>
                  <a:pt x="5221" y="6462"/>
                </a:lnTo>
                <a:lnTo>
                  <a:pt x="5286" y="6483"/>
                </a:lnTo>
                <a:lnTo>
                  <a:pt x="5435" y="6547"/>
                </a:lnTo>
                <a:lnTo>
                  <a:pt x="5692" y="6697"/>
                </a:lnTo>
                <a:lnTo>
                  <a:pt x="5692" y="6697"/>
                </a:lnTo>
                <a:lnTo>
                  <a:pt x="5863" y="6761"/>
                </a:lnTo>
                <a:lnTo>
                  <a:pt x="5906" y="6804"/>
                </a:lnTo>
                <a:lnTo>
                  <a:pt x="5949" y="6847"/>
                </a:lnTo>
                <a:lnTo>
                  <a:pt x="5970" y="6889"/>
                </a:lnTo>
                <a:lnTo>
                  <a:pt x="5970" y="6932"/>
                </a:lnTo>
                <a:lnTo>
                  <a:pt x="5949" y="7018"/>
                </a:lnTo>
                <a:lnTo>
                  <a:pt x="5906" y="7125"/>
                </a:lnTo>
                <a:lnTo>
                  <a:pt x="5906" y="7125"/>
                </a:lnTo>
                <a:lnTo>
                  <a:pt x="5778" y="7446"/>
                </a:lnTo>
                <a:lnTo>
                  <a:pt x="5692" y="7595"/>
                </a:lnTo>
                <a:lnTo>
                  <a:pt x="5628" y="7660"/>
                </a:lnTo>
                <a:lnTo>
                  <a:pt x="5564" y="7724"/>
                </a:lnTo>
                <a:lnTo>
                  <a:pt x="5564" y="7724"/>
                </a:lnTo>
                <a:lnTo>
                  <a:pt x="5414" y="7788"/>
                </a:lnTo>
                <a:lnTo>
                  <a:pt x="5264" y="7852"/>
                </a:lnTo>
                <a:lnTo>
                  <a:pt x="5200" y="7895"/>
                </a:lnTo>
                <a:lnTo>
                  <a:pt x="5179" y="7938"/>
                </a:lnTo>
                <a:lnTo>
                  <a:pt x="5200" y="8023"/>
                </a:lnTo>
                <a:lnTo>
                  <a:pt x="5264" y="8109"/>
                </a:lnTo>
                <a:lnTo>
                  <a:pt x="5264" y="8109"/>
                </a:lnTo>
                <a:lnTo>
                  <a:pt x="5307" y="8152"/>
                </a:lnTo>
                <a:lnTo>
                  <a:pt x="5371" y="8195"/>
                </a:lnTo>
                <a:lnTo>
                  <a:pt x="5542" y="8259"/>
                </a:lnTo>
                <a:lnTo>
                  <a:pt x="5714" y="8323"/>
                </a:lnTo>
                <a:lnTo>
                  <a:pt x="5756" y="8366"/>
                </a:lnTo>
                <a:lnTo>
                  <a:pt x="5799" y="8409"/>
                </a:lnTo>
                <a:lnTo>
                  <a:pt x="5799" y="8409"/>
                </a:lnTo>
                <a:lnTo>
                  <a:pt x="5821" y="8451"/>
                </a:lnTo>
                <a:lnTo>
                  <a:pt x="5799" y="8516"/>
                </a:lnTo>
                <a:lnTo>
                  <a:pt x="5714" y="8665"/>
                </a:lnTo>
                <a:lnTo>
                  <a:pt x="5564" y="8836"/>
                </a:lnTo>
                <a:lnTo>
                  <a:pt x="5371" y="9029"/>
                </a:lnTo>
                <a:lnTo>
                  <a:pt x="5008" y="9350"/>
                </a:lnTo>
                <a:lnTo>
                  <a:pt x="4858" y="9500"/>
                </a:lnTo>
                <a:lnTo>
                  <a:pt x="4751" y="9585"/>
                </a:lnTo>
                <a:lnTo>
                  <a:pt x="4751" y="9585"/>
                </a:lnTo>
                <a:lnTo>
                  <a:pt x="4708" y="9671"/>
                </a:lnTo>
                <a:lnTo>
                  <a:pt x="4687" y="9735"/>
                </a:lnTo>
                <a:lnTo>
                  <a:pt x="4687" y="9799"/>
                </a:lnTo>
                <a:lnTo>
                  <a:pt x="4708" y="9842"/>
                </a:lnTo>
                <a:lnTo>
                  <a:pt x="4751" y="9863"/>
                </a:lnTo>
                <a:lnTo>
                  <a:pt x="4815" y="9863"/>
                </a:lnTo>
                <a:lnTo>
                  <a:pt x="4879" y="9842"/>
                </a:lnTo>
                <a:lnTo>
                  <a:pt x="4965" y="9778"/>
                </a:lnTo>
                <a:lnTo>
                  <a:pt x="4965" y="9778"/>
                </a:lnTo>
                <a:lnTo>
                  <a:pt x="5307" y="9436"/>
                </a:lnTo>
                <a:lnTo>
                  <a:pt x="5649" y="9093"/>
                </a:lnTo>
                <a:lnTo>
                  <a:pt x="5649" y="9093"/>
                </a:lnTo>
                <a:lnTo>
                  <a:pt x="5778" y="8965"/>
                </a:lnTo>
                <a:lnTo>
                  <a:pt x="5928" y="8772"/>
                </a:lnTo>
                <a:lnTo>
                  <a:pt x="6056" y="8601"/>
                </a:lnTo>
                <a:lnTo>
                  <a:pt x="6099" y="8516"/>
                </a:lnTo>
                <a:lnTo>
                  <a:pt x="6120" y="8430"/>
                </a:lnTo>
                <a:lnTo>
                  <a:pt x="6120" y="8430"/>
                </a:lnTo>
                <a:lnTo>
                  <a:pt x="6141" y="8344"/>
                </a:lnTo>
                <a:lnTo>
                  <a:pt x="6099" y="8259"/>
                </a:lnTo>
                <a:lnTo>
                  <a:pt x="6035" y="8216"/>
                </a:lnTo>
                <a:lnTo>
                  <a:pt x="5970" y="8173"/>
                </a:lnTo>
                <a:lnTo>
                  <a:pt x="5778" y="8109"/>
                </a:lnTo>
                <a:lnTo>
                  <a:pt x="5692" y="8066"/>
                </a:lnTo>
                <a:lnTo>
                  <a:pt x="5628" y="8002"/>
                </a:lnTo>
                <a:lnTo>
                  <a:pt x="5628" y="8002"/>
                </a:lnTo>
                <a:lnTo>
                  <a:pt x="5692" y="7959"/>
                </a:lnTo>
                <a:lnTo>
                  <a:pt x="5756" y="7916"/>
                </a:lnTo>
                <a:lnTo>
                  <a:pt x="5842" y="7874"/>
                </a:lnTo>
                <a:lnTo>
                  <a:pt x="5885" y="7788"/>
                </a:lnTo>
                <a:lnTo>
                  <a:pt x="5885" y="7788"/>
                </a:lnTo>
                <a:lnTo>
                  <a:pt x="5906" y="7724"/>
                </a:lnTo>
                <a:lnTo>
                  <a:pt x="5928" y="7595"/>
                </a:lnTo>
                <a:lnTo>
                  <a:pt x="5970" y="7489"/>
                </a:lnTo>
                <a:lnTo>
                  <a:pt x="5992" y="7446"/>
                </a:lnTo>
                <a:lnTo>
                  <a:pt x="6013" y="7446"/>
                </a:lnTo>
                <a:lnTo>
                  <a:pt x="6013" y="7446"/>
                </a:lnTo>
                <a:lnTo>
                  <a:pt x="6056" y="7446"/>
                </a:lnTo>
                <a:lnTo>
                  <a:pt x="6099" y="7467"/>
                </a:lnTo>
                <a:lnTo>
                  <a:pt x="6141" y="7531"/>
                </a:lnTo>
                <a:lnTo>
                  <a:pt x="6163" y="7553"/>
                </a:lnTo>
                <a:lnTo>
                  <a:pt x="6184" y="7553"/>
                </a:lnTo>
                <a:lnTo>
                  <a:pt x="6227" y="7553"/>
                </a:lnTo>
                <a:lnTo>
                  <a:pt x="6291" y="7510"/>
                </a:lnTo>
                <a:lnTo>
                  <a:pt x="6291" y="7510"/>
                </a:lnTo>
                <a:lnTo>
                  <a:pt x="6334" y="7446"/>
                </a:lnTo>
                <a:lnTo>
                  <a:pt x="6377" y="7360"/>
                </a:lnTo>
                <a:lnTo>
                  <a:pt x="6420" y="7275"/>
                </a:lnTo>
                <a:lnTo>
                  <a:pt x="6441" y="7253"/>
                </a:lnTo>
                <a:lnTo>
                  <a:pt x="6484" y="7232"/>
                </a:lnTo>
                <a:lnTo>
                  <a:pt x="6484" y="7232"/>
                </a:lnTo>
                <a:lnTo>
                  <a:pt x="6505" y="7253"/>
                </a:lnTo>
                <a:lnTo>
                  <a:pt x="6527" y="7275"/>
                </a:lnTo>
                <a:lnTo>
                  <a:pt x="6527" y="7339"/>
                </a:lnTo>
                <a:lnTo>
                  <a:pt x="6484" y="7531"/>
                </a:lnTo>
                <a:lnTo>
                  <a:pt x="6462" y="7595"/>
                </a:lnTo>
                <a:lnTo>
                  <a:pt x="6484" y="7660"/>
                </a:lnTo>
                <a:lnTo>
                  <a:pt x="6505" y="7660"/>
                </a:lnTo>
                <a:lnTo>
                  <a:pt x="6527" y="7660"/>
                </a:lnTo>
                <a:lnTo>
                  <a:pt x="6634" y="7595"/>
                </a:lnTo>
                <a:lnTo>
                  <a:pt x="6634" y="7595"/>
                </a:lnTo>
                <a:lnTo>
                  <a:pt x="6676" y="7531"/>
                </a:lnTo>
                <a:lnTo>
                  <a:pt x="6719" y="7467"/>
                </a:lnTo>
                <a:lnTo>
                  <a:pt x="6783" y="7424"/>
                </a:lnTo>
                <a:lnTo>
                  <a:pt x="6805" y="7403"/>
                </a:lnTo>
                <a:lnTo>
                  <a:pt x="6848" y="7424"/>
                </a:lnTo>
                <a:lnTo>
                  <a:pt x="6848" y="7424"/>
                </a:lnTo>
                <a:lnTo>
                  <a:pt x="6890" y="7467"/>
                </a:lnTo>
                <a:lnTo>
                  <a:pt x="6912" y="7510"/>
                </a:lnTo>
                <a:lnTo>
                  <a:pt x="6933" y="7553"/>
                </a:lnTo>
                <a:lnTo>
                  <a:pt x="6976" y="7595"/>
                </a:lnTo>
                <a:lnTo>
                  <a:pt x="6976" y="7595"/>
                </a:lnTo>
                <a:lnTo>
                  <a:pt x="7040" y="7595"/>
                </a:lnTo>
                <a:lnTo>
                  <a:pt x="7126" y="7595"/>
                </a:lnTo>
                <a:lnTo>
                  <a:pt x="7190" y="7617"/>
                </a:lnTo>
                <a:lnTo>
                  <a:pt x="7211" y="7638"/>
                </a:lnTo>
                <a:lnTo>
                  <a:pt x="7254" y="7681"/>
                </a:lnTo>
                <a:lnTo>
                  <a:pt x="7254" y="7681"/>
                </a:lnTo>
                <a:lnTo>
                  <a:pt x="7254" y="7745"/>
                </a:lnTo>
                <a:lnTo>
                  <a:pt x="7233" y="7809"/>
                </a:lnTo>
                <a:lnTo>
                  <a:pt x="7233" y="7852"/>
                </a:lnTo>
                <a:lnTo>
                  <a:pt x="7233" y="7895"/>
                </a:lnTo>
                <a:lnTo>
                  <a:pt x="7275" y="7916"/>
                </a:lnTo>
                <a:lnTo>
                  <a:pt x="7275" y="7916"/>
                </a:lnTo>
                <a:lnTo>
                  <a:pt x="7318" y="7916"/>
                </a:lnTo>
                <a:lnTo>
                  <a:pt x="7404" y="7895"/>
                </a:lnTo>
                <a:lnTo>
                  <a:pt x="7554" y="7874"/>
                </a:lnTo>
                <a:lnTo>
                  <a:pt x="7554" y="7874"/>
                </a:lnTo>
                <a:lnTo>
                  <a:pt x="7618" y="7852"/>
                </a:lnTo>
                <a:lnTo>
                  <a:pt x="7682" y="7809"/>
                </a:lnTo>
                <a:lnTo>
                  <a:pt x="7725" y="7767"/>
                </a:lnTo>
                <a:lnTo>
                  <a:pt x="7703" y="7681"/>
                </a:lnTo>
                <a:lnTo>
                  <a:pt x="7703" y="7681"/>
                </a:lnTo>
                <a:close/>
                <a:moveTo>
                  <a:pt x="6184" y="3017"/>
                </a:moveTo>
                <a:lnTo>
                  <a:pt x="6184" y="3017"/>
                </a:lnTo>
                <a:lnTo>
                  <a:pt x="6120" y="3017"/>
                </a:lnTo>
                <a:lnTo>
                  <a:pt x="6077" y="2995"/>
                </a:lnTo>
                <a:lnTo>
                  <a:pt x="6035" y="2953"/>
                </a:lnTo>
                <a:lnTo>
                  <a:pt x="6013" y="2888"/>
                </a:lnTo>
                <a:lnTo>
                  <a:pt x="6013" y="2760"/>
                </a:lnTo>
                <a:lnTo>
                  <a:pt x="6035" y="2632"/>
                </a:lnTo>
                <a:lnTo>
                  <a:pt x="6035" y="2632"/>
                </a:lnTo>
                <a:lnTo>
                  <a:pt x="6056" y="2482"/>
                </a:lnTo>
                <a:lnTo>
                  <a:pt x="6099" y="2311"/>
                </a:lnTo>
                <a:lnTo>
                  <a:pt x="6120" y="2247"/>
                </a:lnTo>
                <a:lnTo>
                  <a:pt x="6163" y="2182"/>
                </a:lnTo>
                <a:lnTo>
                  <a:pt x="6227" y="2140"/>
                </a:lnTo>
                <a:lnTo>
                  <a:pt x="6291" y="2140"/>
                </a:lnTo>
                <a:lnTo>
                  <a:pt x="6291" y="2140"/>
                </a:lnTo>
                <a:lnTo>
                  <a:pt x="6355" y="2140"/>
                </a:lnTo>
                <a:lnTo>
                  <a:pt x="6398" y="2161"/>
                </a:lnTo>
                <a:lnTo>
                  <a:pt x="6441" y="2204"/>
                </a:lnTo>
                <a:lnTo>
                  <a:pt x="6441" y="2247"/>
                </a:lnTo>
                <a:lnTo>
                  <a:pt x="6462" y="2354"/>
                </a:lnTo>
                <a:lnTo>
                  <a:pt x="6462" y="2482"/>
                </a:lnTo>
                <a:lnTo>
                  <a:pt x="6462" y="2482"/>
                </a:lnTo>
                <a:lnTo>
                  <a:pt x="6441" y="2632"/>
                </a:lnTo>
                <a:lnTo>
                  <a:pt x="6398" y="2803"/>
                </a:lnTo>
                <a:lnTo>
                  <a:pt x="6377" y="2867"/>
                </a:lnTo>
                <a:lnTo>
                  <a:pt x="6334" y="2931"/>
                </a:lnTo>
                <a:lnTo>
                  <a:pt x="6270" y="2995"/>
                </a:lnTo>
                <a:lnTo>
                  <a:pt x="6184" y="3017"/>
                </a:lnTo>
                <a:lnTo>
                  <a:pt x="6184" y="3017"/>
                </a:lnTo>
                <a:close/>
                <a:moveTo>
                  <a:pt x="6099" y="1669"/>
                </a:moveTo>
                <a:lnTo>
                  <a:pt x="6099" y="1669"/>
                </a:lnTo>
                <a:lnTo>
                  <a:pt x="6120" y="1626"/>
                </a:lnTo>
                <a:lnTo>
                  <a:pt x="6184" y="1583"/>
                </a:lnTo>
                <a:lnTo>
                  <a:pt x="6248" y="1562"/>
                </a:lnTo>
                <a:lnTo>
                  <a:pt x="6313" y="1562"/>
                </a:lnTo>
                <a:lnTo>
                  <a:pt x="6313" y="1562"/>
                </a:lnTo>
                <a:lnTo>
                  <a:pt x="6398" y="1540"/>
                </a:lnTo>
                <a:lnTo>
                  <a:pt x="6420" y="1540"/>
                </a:lnTo>
                <a:lnTo>
                  <a:pt x="6377" y="1647"/>
                </a:lnTo>
                <a:lnTo>
                  <a:pt x="6377" y="1647"/>
                </a:lnTo>
                <a:lnTo>
                  <a:pt x="6355" y="1733"/>
                </a:lnTo>
                <a:lnTo>
                  <a:pt x="6313" y="1797"/>
                </a:lnTo>
                <a:lnTo>
                  <a:pt x="6270" y="1840"/>
                </a:lnTo>
                <a:lnTo>
                  <a:pt x="6227" y="1861"/>
                </a:lnTo>
                <a:lnTo>
                  <a:pt x="6184" y="1861"/>
                </a:lnTo>
                <a:lnTo>
                  <a:pt x="6141" y="1819"/>
                </a:lnTo>
                <a:lnTo>
                  <a:pt x="6099" y="1776"/>
                </a:lnTo>
                <a:lnTo>
                  <a:pt x="6099" y="1669"/>
                </a:lnTo>
                <a:lnTo>
                  <a:pt x="6099" y="1669"/>
                </a:lnTo>
                <a:close/>
                <a:moveTo>
                  <a:pt x="6163" y="1412"/>
                </a:moveTo>
                <a:lnTo>
                  <a:pt x="6163" y="1412"/>
                </a:lnTo>
                <a:lnTo>
                  <a:pt x="6141" y="1391"/>
                </a:lnTo>
                <a:lnTo>
                  <a:pt x="6141" y="1369"/>
                </a:lnTo>
                <a:lnTo>
                  <a:pt x="6163" y="1305"/>
                </a:lnTo>
                <a:lnTo>
                  <a:pt x="6248" y="1262"/>
                </a:lnTo>
                <a:lnTo>
                  <a:pt x="6334" y="1198"/>
                </a:lnTo>
                <a:lnTo>
                  <a:pt x="6527" y="1091"/>
                </a:lnTo>
                <a:lnTo>
                  <a:pt x="6591" y="1048"/>
                </a:lnTo>
                <a:lnTo>
                  <a:pt x="6612" y="1027"/>
                </a:lnTo>
                <a:lnTo>
                  <a:pt x="6612" y="1027"/>
                </a:lnTo>
                <a:lnTo>
                  <a:pt x="6634" y="1113"/>
                </a:lnTo>
                <a:lnTo>
                  <a:pt x="6634" y="1198"/>
                </a:lnTo>
                <a:lnTo>
                  <a:pt x="6569" y="1262"/>
                </a:lnTo>
                <a:lnTo>
                  <a:pt x="6505" y="1305"/>
                </a:lnTo>
                <a:lnTo>
                  <a:pt x="6313" y="1369"/>
                </a:lnTo>
                <a:lnTo>
                  <a:pt x="6163" y="1412"/>
                </a:lnTo>
                <a:lnTo>
                  <a:pt x="6163" y="1412"/>
                </a:lnTo>
                <a:close/>
                <a:moveTo>
                  <a:pt x="6163" y="214"/>
                </a:moveTo>
                <a:lnTo>
                  <a:pt x="6163" y="214"/>
                </a:lnTo>
                <a:lnTo>
                  <a:pt x="6248" y="214"/>
                </a:lnTo>
                <a:lnTo>
                  <a:pt x="6377" y="257"/>
                </a:lnTo>
                <a:lnTo>
                  <a:pt x="6527" y="300"/>
                </a:lnTo>
                <a:lnTo>
                  <a:pt x="6612" y="342"/>
                </a:lnTo>
                <a:lnTo>
                  <a:pt x="6612" y="342"/>
                </a:lnTo>
                <a:lnTo>
                  <a:pt x="6676" y="407"/>
                </a:lnTo>
                <a:lnTo>
                  <a:pt x="6719" y="492"/>
                </a:lnTo>
                <a:lnTo>
                  <a:pt x="6741" y="578"/>
                </a:lnTo>
                <a:lnTo>
                  <a:pt x="6741" y="685"/>
                </a:lnTo>
                <a:lnTo>
                  <a:pt x="6741" y="685"/>
                </a:lnTo>
                <a:lnTo>
                  <a:pt x="6719" y="727"/>
                </a:lnTo>
                <a:lnTo>
                  <a:pt x="6698" y="770"/>
                </a:lnTo>
                <a:lnTo>
                  <a:pt x="6655" y="813"/>
                </a:lnTo>
                <a:lnTo>
                  <a:pt x="6591" y="813"/>
                </a:lnTo>
                <a:lnTo>
                  <a:pt x="6462" y="856"/>
                </a:lnTo>
                <a:lnTo>
                  <a:pt x="6355" y="899"/>
                </a:lnTo>
                <a:lnTo>
                  <a:pt x="6355" y="899"/>
                </a:lnTo>
                <a:lnTo>
                  <a:pt x="6184" y="1027"/>
                </a:lnTo>
                <a:lnTo>
                  <a:pt x="6141" y="1048"/>
                </a:lnTo>
                <a:lnTo>
                  <a:pt x="6099" y="1048"/>
                </a:lnTo>
                <a:lnTo>
                  <a:pt x="6077" y="1027"/>
                </a:lnTo>
                <a:lnTo>
                  <a:pt x="6056" y="984"/>
                </a:lnTo>
                <a:lnTo>
                  <a:pt x="6056" y="984"/>
                </a:lnTo>
                <a:lnTo>
                  <a:pt x="6141" y="856"/>
                </a:lnTo>
                <a:lnTo>
                  <a:pt x="6313" y="642"/>
                </a:lnTo>
                <a:lnTo>
                  <a:pt x="6377" y="535"/>
                </a:lnTo>
                <a:lnTo>
                  <a:pt x="6377" y="471"/>
                </a:lnTo>
                <a:lnTo>
                  <a:pt x="6355" y="449"/>
                </a:lnTo>
                <a:lnTo>
                  <a:pt x="6334" y="449"/>
                </a:lnTo>
                <a:lnTo>
                  <a:pt x="6184" y="513"/>
                </a:lnTo>
                <a:lnTo>
                  <a:pt x="6184" y="513"/>
                </a:lnTo>
                <a:lnTo>
                  <a:pt x="6056" y="642"/>
                </a:lnTo>
                <a:lnTo>
                  <a:pt x="5970" y="706"/>
                </a:lnTo>
                <a:lnTo>
                  <a:pt x="5928" y="706"/>
                </a:lnTo>
                <a:lnTo>
                  <a:pt x="5906" y="663"/>
                </a:lnTo>
                <a:lnTo>
                  <a:pt x="5906" y="663"/>
                </a:lnTo>
                <a:lnTo>
                  <a:pt x="5928" y="578"/>
                </a:lnTo>
                <a:lnTo>
                  <a:pt x="6013" y="428"/>
                </a:lnTo>
                <a:lnTo>
                  <a:pt x="6099" y="278"/>
                </a:lnTo>
                <a:lnTo>
                  <a:pt x="6163" y="214"/>
                </a:lnTo>
                <a:lnTo>
                  <a:pt x="6163" y="214"/>
                </a:lnTo>
                <a:close/>
                <a:moveTo>
                  <a:pt x="5778" y="235"/>
                </a:moveTo>
                <a:lnTo>
                  <a:pt x="5778" y="235"/>
                </a:lnTo>
                <a:lnTo>
                  <a:pt x="5821" y="257"/>
                </a:lnTo>
                <a:lnTo>
                  <a:pt x="5863" y="278"/>
                </a:lnTo>
                <a:lnTo>
                  <a:pt x="5863" y="278"/>
                </a:lnTo>
                <a:lnTo>
                  <a:pt x="5863" y="321"/>
                </a:lnTo>
                <a:lnTo>
                  <a:pt x="5821" y="342"/>
                </a:lnTo>
                <a:lnTo>
                  <a:pt x="5756" y="342"/>
                </a:lnTo>
                <a:lnTo>
                  <a:pt x="5714" y="342"/>
                </a:lnTo>
                <a:lnTo>
                  <a:pt x="5671" y="321"/>
                </a:lnTo>
                <a:lnTo>
                  <a:pt x="5649" y="278"/>
                </a:lnTo>
                <a:lnTo>
                  <a:pt x="5692" y="257"/>
                </a:lnTo>
                <a:lnTo>
                  <a:pt x="5778" y="235"/>
                </a:lnTo>
                <a:lnTo>
                  <a:pt x="5778" y="235"/>
                </a:lnTo>
                <a:close/>
                <a:moveTo>
                  <a:pt x="3146" y="620"/>
                </a:moveTo>
                <a:lnTo>
                  <a:pt x="3146" y="620"/>
                </a:lnTo>
                <a:lnTo>
                  <a:pt x="3424" y="556"/>
                </a:lnTo>
                <a:lnTo>
                  <a:pt x="3916" y="471"/>
                </a:lnTo>
                <a:lnTo>
                  <a:pt x="4387" y="407"/>
                </a:lnTo>
                <a:lnTo>
                  <a:pt x="4537" y="407"/>
                </a:lnTo>
                <a:lnTo>
                  <a:pt x="4580" y="407"/>
                </a:lnTo>
                <a:lnTo>
                  <a:pt x="4601" y="407"/>
                </a:lnTo>
                <a:lnTo>
                  <a:pt x="4601" y="407"/>
                </a:lnTo>
                <a:lnTo>
                  <a:pt x="4922" y="428"/>
                </a:lnTo>
                <a:lnTo>
                  <a:pt x="5093" y="471"/>
                </a:lnTo>
                <a:lnTo>
                  <a:pt x="5221" y="513"/>
                </a:lnTo>
                <a:lnTo>
                  <a:pt x="5350" y="578"/>
                </a:lnTo>
                <a:lnTo>
                  <a:pt x="5478" y="685"/>
                </a:lnTo>
                <a:lnTo>
                  <a:pt x="5585" y="792"/>
                </a:lnTo>
                <a:lnTo>
                  <a:pt x="5671" y="963"/>
                </a:lnTo>
                <a:lnTo>
                  <a:pt x="5671" y="963"/>
                </a:lnTo>
                <a:lnTo>
                  <a:pt x="5735" y="1113"/>
                </a:lnTo>
                <a:lnTo>
                  <a:pt x="5799" y="1284"/>
                </a:lnTo>
                <a:lnTo>
                  <a:pt x="5821" y="1476"/>
                </a:lnTo>
                <a:lnTo>
                  <a:pt x="5821" y="1562"/>
                </a:lnTo>
                <a:lnTo>
                  <a:pt x="5821" y="1626"/>
                </a:lnTo>
                <a:lnTo>
                  <a:pt x="5821" y="1626"/>
                </a:lnTo>
                <a:lnTo>
                  <a:pt x="5778" y="1669"/>
                </a:lnTo>
                <a:lnTo>
                  <a:pt x="5735" y="1733"/>
                </a:lnTo>
                <a:lnTo>
                  <a:pt x="5585" y="1797"/>
                </a:lnTo>
                <a:lnTo>
                  <a:pt x="5435" y="1840"/>
                </a:lnTo>
                <a:lnTo>
                  <a:pt x="5307" y="1840"/>
                </a:lnTo>
                <a:lnTo>
                  <a:pt x="5307" y="1840"/>
                </a:lnTo>
                <a:lnTo>
                  <a:pt x="5221" y="1819"/>
                </a:lnTo>
                <a:lnTo>
                  <a:pt x="5179" y="1776"/>
                </a:lnTo>
                <a:lnTo>
                  <a:pt x="5114" y="1712"/>
                </a:lnTo>
                <a:lnTo>
                  <a:pt x="5072" y="1669"/>
                </a:lnTo>
                <a:lnTo>
                  <a:pt x="5072" y="1669"/>
                </a:lnTo>
                <a:lnTo>
                  <a:pt x="4986" y="1626"/>
                </a:lnTo>
                <a:lnTo>
                  <a:pt x="4901" y="1605"/>
                </a:lnTo>
                <a:lnTo>
                  <a:pt x="4751" y="1562"/>
                </a:lnTo>
                <a:lnTo>
                  <a:pt x="4751" y="1562"/>
                </a:lnTo>
                <a:lnTo>
                  <a:pt x="4601" y="1540"/>
                </a:lnTo>
                <a:lnTo>
                  <a:pt x="4451" y="1540"/>
                </a:lnTo>
                <a:lnTo>
                  <a:pt x="4301" y="1562"/>
                </a:lnTo>
                <a:lnTo>
                  <a:pt x="4237" y="1583"/>
                </a:lnTo>
                <a:lnTo>
                  <a:pt x="4173" y="1626"/>
                </a:lnTo>
                <a:lnTo>
                  <a:pt x="4173" y="1626"/>
                </a:lnTo>
                <a:lnTo>
                  <a:pt x="4130" y="1669"/>
                </a:lnTo>
                <a:lnTo>
                  <a:pt x="4087" y="1712"/>
                </a:lnTo>
                <a:lnTo>
                  <a:pt x="4045" y="1776"/>
                </a:lnTo>
                <a:lnTo>
                  <a:pt x="4002" y="1819"/>
                </a:lnTo>
                <a:lnTo>
                  <a:pt x="4002" y="1819"/>
                </a:lnTo>
                <a:lnTo>
                  <a:pt x="3938" y="1819"/>
                </a:lnTo>
                <a:lnTo>
                  <a:pt x="3874" y="1819"/>
                </a:lnTo>
                <a:lnTo>
                  <a:pt x="3745" y="1797"/>
                </a:lnTo>
                <a:lnTo>
                  <a:pt x="3745" y="1797"/>
                </a:lnTo>
                <a:lnTo>
                  <a:pt x="3638" y="1819"/>
                </a:lnTo>
                <a:lnTo>
                  <a:pt x="3553" y="1840"/>
                </a:lnTo>
                <a:lnTo>
                  <a:pt x="3381" y="1904"/>
                </a:lnTo>
                <a:lnTo>
                  <a:pt x="3381" y="1904"/>
                </a:lnTo>
                <a:lnTo>
                  <a:pt x="3253" y="1947"/>
                </a:lnTo>
                <a:lnTo>
                  <a:pt x="3125" y="1904"/>
                </a:lnTo>
                <a:lnTo>
                  <a:pt x="3125" y="1904"/>
                </a:lnTo>
                <a:lnTo>
                  <a:pt x="2825" y="1797"/>
                </a:lnTo>
                <a:lnTo>
                  <a:pt x="2675" y="1776"/>
                </a:lnTo>
                <a:lnTo>
                  <a:pt x="2590" y="1754"/>
                </a:lnTo>
                <a:lnTo>
                  <a:pt x="2504" y="1776"/>
                </a:lnTo>
                <a:lnTo>
                  <a:pt x="2504" y="1776"/>
                </a:lnTo>
                <a:lnTo>
                  <a:pt x="2440" y="1776"/>
                </a:lnTo>
                <a:lnTo>
                  <a:pt x="2376" y="1819"/>
                </a:lnTo>
                <a:lnTo>
                  <a:pt x="2290" y="1883"/>
                </a:lnTo>
                <a:lnTo>
                  <a:pt x="2205" y="1968"/>
                </a:lnTo>
                <a:lnTo>
                  <a:pt x="2098" y="2054"/>
                </a:lnTo>
                <a:lnTo>
                  <a:pt x="2098" y="2054"/>
                </a:lnTo>
                <a:lnTo>
                  <a:pt x="1969" y="2097"/>
                </a:lnTo>
                <a:lnTo>
                  <a:pt x="1777" y="2118"/>
                </a:lnTo>
                <a:lnTo>
                  <a:pt x="1691" y="2097"/>
                </a:lnTo>
                <a:lnTo>
                  <a:pt x="1606" y="2097"/>
                </a:lnTo>
                <a:lnTo>
                  <a:pt x="1563" y="2054"/>
                </a:lnTo>
                <a:lnTo>
                  <a:pt x="1520" y="2011"/>
                </a:lnTo>
                <a:lnTo>
                  <a:pt x="1520" y="2011"/>
                </a:lnTo>
                <a:lnTo>
                  <a:pt x="1520" y="1947"/>
                </a:lnTo>
                <a:lnTo>
                  <a:pt x="1541" y="1883"/>
                </a:lnTo>
                <a:lnTo>
                  <a:pt x="1606" y="1712"/>
                </a:lnTo>
                <a:lnTo>
                  <a:pt x="1713" y="1540"/>
                </a:lnTo>
                <a:lnTo>
                  <a:pt x="1820" y="1412"/>
                </a:lnTo>
                <a:lnTo>
                  <a:pt x="1820" y="1412"/>
                </a:lnTo>
                <a:lnTo>
                  <a:pt x="1948" y="1284"/>
                </a:lnTo>
                <a:lnTo>
                  <a:pt x="2098" y="1155"/>
                </a:lnTo>
                <a:lnTo>
                  <a:pt x="2247" y="1027"/>
                </a:lnTo>
                <a:lnTo>
                  <a:pt x="2419" y="920"/>
                </a:lnTo>
                <a:lnTo>
                  <a:pt x="2782" y="749"/>
                </a:lnTo>
                <a:lnTo>
                  <a:pt x="3146" y="620"/>
                </a:lnTo>
                <a:lnTo>
                  <a:pt x="3146" y="620"/>
                </a:lnTo>
                <a:close/>
                <a:moveTo>
                  <a:pt x="5093" y="2225"/>
                </a:moveTo>
                <a:lnTo>
                  <a:pt x="5093" y="2225"/>
                </a:lnTo>
                <a:lnTo>
                  <a:pt x="5050" y="2461"/>
                </a:lnTo>
                <a:lnTo>
                  <a:pt x="5008" y="2567"/>
                </a:lnTo>
                <a:lnTo>
                  <a:pt x="4965" y="2632"/>
                </a:lnTo>
                <a:lnTo>
                  <a:pt x="4922" y="2696"/>
                </a:lnTo>
                <a:lnTo>
                  <a:pt x="4836" y="2739"/>
                </a:lnTo>
                <a:lnTo>
                  <a:pt x="4729" y="2760"/>
                </a:lnTo>
                <a:lnTo>
                  <a:pt x="4601" y="2760"/>
                </a:lnTo>
                <a:lnTo>
                  <a:pt x="4601" y="2760"/>
                </a:lnTo>
                <a:lnTo>
                  <a:pt x="4494" y="2739"/>
                </a:lnTo>
                <a:lnTo>
                  <a:pt x="4408" y="2696"/>
                </a:lnTo>
                <a:lnTo>
                  <a:pt x="4344" y="2653"/>
                </a:lnTo>
                <a:lnTo>
                  <a:pt x="4280" y="2589"/>
                </a:lnTo>
                <a:lnTo>
                  <a:pt x="4237" y="2525"/>
                </a:lnTo>
                <a:lnTo>
                  <a:pt x="4194" y="2439"/>
                </a:lnTo>
                <a:lnTo>
                  <a:pt x="4173" y="2354"/>
                </a:lnTo>
                <a:lnTo>
                  <a:pt x="4173" y="2247"/>
                </a:lnTo>
                <a:lnTo>
                  <a:pt x="4173" y="2247"/>
                </a:lnTo>
                <a:lnTo>
                  <a:pt x="4194" y="2140"/>
                </a:lnTo>
                <a:lnTo>
                  <a:pt x="4237" y="2075"/>
                </a:lnTo>
                <a:lnTo>
                  <a:pt x="4280" y="2011"/>
                </a:lnTo>
                <a:lnTo>
                  <a:pt x="4344" y="1947"/>
                </a:lnTo>
                <a:lnTo>
                  <a:pt x="4408" y="1904"/>
                </a:lnTo>
                <a:lnTo>
                  <a:pt x="4494" y="1883"/>
                </a:lnTo>
                <a:lnTo>
                  <a:pt x="4665" y="1840"/>
                </a:lnTo>
                <a:lnTo>
                  <a:pt x="4665" y="1840"/>
                </a:lnTo>
                <a:lnTo>
                  <a:pt x="4772" y="1840"/>
                </a:lnTo>
                <a:lnTo>
                  <a:pt x="4858" y="1861"/>
                </a:lnTo>
                <a:lnTo>
                  <a:pt x="4943" y="1883"/>
                </a:lnTo>
                <a:lnTo>
                  <a:pt x="5008" y="1947"/>
                </a:lnTo>
                <a:lnTo>
                  <a:pt x="5008" y="1947"/>
                </a:lnTo>
                <a:lnTo>
                  <a:pt x="5029" y="2011"/>
                </a:lnTo>
                <a:lnTo>
                  <a:pt x="5050" y="2118"/>
                </a:lnTo>
                <a:lnTo>
                  <a:pt x="5072" y="2204"/>
                </a:lnTo>
                <a:lnTo>
                  <a:pt x="5093" y="2225"/>
                </a:lnTo>
                <a:lnTo>
                  <a:pt x="5093" y="2225"/>
                </a:lnTo>
                <a:close/>
                <a:moveTo>
                  <a:pt x="4066" y="3381"/>
                </a:moveTo>
                <a:lnTo>
                  <a:pt x="4066" y="3381"/>
                </a:lnTo>
                <a:lnTo>
                  <a:pt x="4045" y="3445"/>
                </a:lnTo>
                <a:lnTo>
                  <a:pt x="3981" y="3488"/>
                </a:lnTo>
                <a:lnTo>
                  <a:pt x="3895" y="3530"/>
                </a:lnTo>
                <a:lnTo>
                  <a:pt x="3809" y="3552"/>
                </a:lnTo>
                <a:lnTo>
                  <a:pt x="3724" y="3573"/>
                </a:lnTo>
                <a:lnTo>
                  <a:pt x="3617" y="3573"/>
                </a:lnTo>
                <a:lnTo>
                  <a:pt x="3553" y="3552"/>
                </a:lnTo>
                <a:lnTo>
                  <a:pt x="3488" y="3509"/>
                </a:lnTo>
                <a:lnTo>
                  <a:pt x="3488" y="3509"/>
                </a:lnTo>
                <a:lnTo>
                  <a:pt x="3446" y="3445"/>
                </a:lnTo>
                <a:lnTo>
                  <a:pt x="3424" y="3338"/>
                </a:lnTo>
                <a:lnTo>
                  <a:pt x="3381" y="3081"/>
                </a:lnTo>
                <a:lnTo>
                  <a:pt x="3360" y="2717"/>
                </a:lnTo>
                <a:lnTo>
                  <a:pt x="3360" y="2717"/>
                </a:lnTo>
                <a:lnTo>
                  <a:pt x="3360" y="2546"/>
                </a:lnTo>
                <a:lnTo>
                  <a:pt x="3360" y="2375"/>
                </a:lnTo>
                <a:lnTo>
                  <a:pt x="3381" y="2289"/>
                </a:lnTo>
                <a:lnTo>
                  <a:pt x="3403" y="2225"/>
                </a:lnTo>
                <a:lnTo>
                  <a:pt x="3424" y="2140"/>
                </a:lnTo>
                <a:lnTo>
                  <a:pt x="3488" y="2097"/>
                </a:lnTo>
                <a:lnTo>
                  <a:pt x="3488" y="2097"/>
                </a:lnTo>
                <a:lnTo>
                  <a:pt x="3574" y="2054"/>
                </a:lnTo>
                <a:lnTo>
                  <a:pt x="3681" y="2033"/>
                </a:lnTo>
                <a:lnTo>
                  <a:pt x="3788" y="2054"/>
                </a:lnTo>
                <a:lnTo>
                  <a:pt x="3874" y="2097"/>
                </a:lnTo>
                <a:lnTo>
                  <a:pt x="3874" y="2097"/>
                </a:lnTo>
                <a:lnTo>
                  <a:pt x="3916" y="2161"/>
                </a:lnTo>
                <a:lnTo>
                  <a:pt x="3938" y="2225"/>
                </a:lnTo>
                <a:lnTo>
                  <a:pt x="3981" y="2418"/>
                </a:lnTo>
                <a:lnTo>
                  <a:pt x="4045" y="2803"/>
                </a:lnTo>
                <a:lnTo>
                  <a:pt x="4045" y="2803"/>
                </a:lnTo>
                <a:lnTo>
                  <a:pt x="4087" y="3102"/>
                </a:lnTo>
                <a:lnTo>
                  <a:pt x="4087" y="3252"/>
                </a:lnTo>
                <a:lnTo>
                  <a:pt x="4087" y="3338"/>
                </a:lnTo>
                <a:lnTo>
                  <a:pt x="4066" y="3381"/>
                </a:lnTo>
                <a:lnTo>
                  <a:pt x="4066" y="3381"/>
                </a:lnTo>
                <a:close/>
                <a:moveTo>
                  <a:pt x="2654" y="2953"/>
                </a:moveTo>
                <a:lnTo>
                  <a:pt x="2654" y="2953"/>
                </a:lnTo>
                <a:lnTo>
                  <a:pt x="2547" y="2910"/>
                </a:lnTo>
                <a:lnTo>
                  <a:pt x="2483" y="2867"/>
                </a:lnTo>
                <a:lnTo>
                  <a:pt x="2397" y="2803"/>
                </a:lnTo>
                <a:lnTo>
                  <a:pt x="2333" y="2717"/>
                </a:lnTo>
                <a:lnTo>
                  <a:pt x="2290" y="2632"/>
                </a:lnTo>
                <a:lnTo>
                  <a:pt x="2269" y="2546"/>
                </a:lnTo>
                <a:lnTo>
                  <a:pt x="2247" y="2439"/>
                </a:lnTo>
                <a:lnTo>
                  <a:pt x="2269" y="2354"/>
                </a:lnTo>
                <a:lnTo>
                  <a:pt x="2269" y="2354"/>
                </a:lnTo>
                <a:lnTo>
                  <a:pt x="2290" y="2268"/>
                </a:lnTo>
                <a:lnTo>
                  <a:pt x="2354" y="2204"/>
                </a:lnTo>
                <a:lnTo>
                  <a:pt x="2419" y="2140"/>
                </a:lnTo>
                <a:lnTo>
                  <a:pt x="2483" y="2097"/>
                </a:lnTo>
                <a:lnTo>
                  <a:pt x="2483" y="2097"/>
                </a:lnTo>
                <a:lnTo>
                  <a:pt x="2611" y="2054"/>
                </a:lnTo>
                <a:lnTo>
                  <a:pt x="2675" y="2033"/>
                </a:lnTo>
                <a:lnTo>
                  <a:pt x="2697" y="2054"/>
                </a:lnTo>
                <a:lnTo>
                  <a:pt x="2697" y="2054"/>
                </a:lnTo>
                <a:lnTo>
                  <a:pt x="2825" y="2054"/>
                </a:lnTo>
                <a:lnTo>
                  <a:pt x="2932" y="2097"/>
                </a:lnTo>
                <a:lnTo>
                  <a:pt x="2996" y="2140"/>
                </a:lnTo>
                <a:lnTo>
                  <a:pt x="3061" y="2204"/>
                </a:lnTo>
                <a:lnTo>
                  <a:pt x="3103" y="2289"/>
                </a:lnTo>
                <a:lnTo>
                  <a:pt x="3125" y="2375"/>
                </a:lnTo>
                <a:lnTo>
                  <a:pt x="3125" y="2461"/>
                </a:lnTo>
                <a:lnTo>
                  <a:pt x="3125" y="2567"/>
                </a:lnTo>
                <a:lnTo>
                  <a:pt x="3103" y="2653"/>
                </a:lnTo>
                <a:lnTo>
                  <a:pt x="3061" y="2739"/>
                </a:lnTo>
                <a:lnTo>
                  <a:pt x="3018" y="2803"/>
                </a:lnTo>
                <a:lnTo>
                  <a:pt x="2954" y="2888"/>
                </a:lnTo>
                <a:lnTo>
                  <a:pt x="2889" y="2931"/>
                </a:lnTo>
                <a:lnTo>
                  <a:pt x="2825" y="2953"/>
                </a:lnTo>
                <a:lnTo>
                  <a:pt x="2740" y="2974"/>
                </a:lnTo>
                <a:lnTo>
                  <a:pt x="2654" y="2953"/>
                </a:lnTo>
                <a:lnTo>
                  <a:pt x="2654" y="2953"/>
                </a:lnTo>
                <a:close/>
                <a:moveTo>
                  <a:pt x="1434" y="1006"/>
                </a:moveTo>
                <a:lnTo>
                  <a:pt x="1434" y="1006"/>
                </a:lnTo>
                <a:lnTo>
                  <a:pt x="1477" y="1048"/>
                </a:lnTo>
                <a:lnTo>
                  <a:pt x="1520" y="1091"/>
                </a:lnTo>
                <a:lnTo>
                  <a:pt x="1541" y="1155"/>
                </a:lnTo>
                <a:lnTo>
                  <a:pt x="1541" y="1220"/>
                </a:lnTo>
                <a:lnTo>
                  <a:pt x="1541" y="1262"/>
                </a:lnTo>
                <a:lnTo>
                  <a:pt x="1520" y="1305"/>
                </a:lnTo>
                <a:lnTo>
                  <a:pt x="1456" y="1348"/>
                </a:lnTo>
                <a:lnTo>
                  <a:pt x="1392" y="1348"/>
                </a:lnTo>
                <a:lnTo>
                  <a:pt x="1392" y="1348"/>
                </a:lnTo>
                <a:lnTo>
                  <a:pt x="1285" y="1262"/>
                </a:lnTo>
                <a:lnTo>
                  <a:pt x="1220" y="1220"/>
                </a:lnTo>
                <a:lnTo>
                  <a:pt x="1199" y="1155"/>
                </a:lnTo>
                <a:lnTo>
                  <a:pt x="1199" y="1155"/>
                </a:lnTo>
                <a:lnTo>
                  <a:pt x="1220" y="1113"/>
                </a:lnTo>
                <a:lnTo>
                  <a:pt x="1285" y="1070"/>
                </a:lnTo>
                <a:lnTo>
                  <a:pt x="1434" y="1006"/>
                </a:lnTo>
                <a:lnTo>
                  <a:pt x="1434" y="1006"/>
                </a:lnTo>
                <a:close/>
                <a:moveTo>
                  <a:pt x="707" y="1327"/>
                </a:moveTo>
                <a:lnTo>
                  <a:pt x="707" y="1327"/>
                </a:lnTo>
                <a:lnTo>
                  <a:pt x="793" y="1391"/>
                </a:lnTo>
                <a:lnTo>
                  <a:pt x="921" y="1562"/>
                </a:lnTo>
                <a:lnTo>
                  <a:pt x="1049" y="1733"/>
                </a:lnTo>
                <a:lnTo>
                  <a:pt x="1113" y="1840"/>
                </a:lnTo>
                <a:lnTo>
                  <a:pt x="1113" y="1840"/>
                </a:lnTo>
                <a:lnTo>
                  <a:pt x="1071" y="1861"/>
                </a:lnTo>
                <a:lnTo>
                  <a:pt x="1049" y="1861"/>
                </a:lnTo>
                <a:lnTo>
                  <a:pt x="964" y="1819"/>
                </a:lnTo>
                <a:lnTo>
                  <a:pt x="900" y="1733"/>
                </a:lnTo>
                <a:lnTo>
                  <a:pt x="814" y="1647"/>
                </a:lnTo>
                <a:lnTo>
                  <a:pt x="728" y="1434"/>
                </a:lnTo>
                <a:lnTo>
                  <a:pt x="707" y="1369"/>
                </a:lnTo>
                <a:lnTo>
                  <a:pt x="707" y="1327"/>
                </a:lnTo>
                <a:lnTo>
                  <a:pt x="707" y="1327"/>
                </a:lnTo>
                <a:close/>
                <a:moveTo>
                  <a:pt x="1007" y="2247"/>
                </a:moveTo>
                <a:lnTo>
                  <a:pt x="1007" y="2247"/>
                </a:lnTo>
                <a:lnTo>
                  <a:pt x="942" y="2225"/>
                </a:lnTo>
                <a:lnTo>
                  <a:pt x="900" y="2182"/>
                </a:lnTo>
                <a:lnTo>
                  <a:pt x="835" y="2054"/>
                </a:lnTo>
                <a:lnTo>
                  <a:pt x="835" y="2054"/>
                </a:lnTo>
                <a:lnTo>
                  <a:pt x="814" y="2054"/>
                </a:lnTo>
                <a:lnTo>
                  <a:pt x="814" y="2054"/>
                </a:lnTo>
                <a:lnTo>
                  <a:pt x="814" y="2033"/>
                </a:lnTo>
                <a:lnTo>
                  <a:pt x="835" y="2054"/>
                </a:lnTo>
                <a:lnTo>
                  <a:pt x="835" y="2054"/>
                </a:lnTo>
                <a:lnTo>
                  <a:pt x="964" y="2075"/>
                </a:lnTo>
                <a:lnTo>
                  <a:pt x="1028" y="2097"/>
                </a:lnTo>
                <a:lnTo>
                  <a:pt x="1071" y="2140"/>
                </a:lnTo>
                <a:lnTo>
                  <a:pt x="1071" y="2140"/>
                </a:lnTo>
                <a:lnTo>
                  <a:pt x="1092" y="2182"/>
                </a:lnTo>
                <a:lnTo>
                  <a:pt x="1071" y="2225"/>
                </a:lnTo>
                <a:lnTo>
                  <a:pt x="1049" y="2247"/>
                </a:lnTo>
                <a:lnTo>
                  <a:pt x="1007" y="2247"/>
                </a:lnTo>
                <a:lnTo>
                  <a:pt x="1007" y="2247"/>
                </a:lnTo>
                <a:close/>
                <a:moveTo>
                  <a:pt x="664" y="2311"/>
                </a:moveTo>
                <a:lnTo>
                  <a:pt x="664" y="2311"/>
                </a:lnTo>
                <a:lnTo>
                  <a:pt x="728" y="2354"/>
                </a:lnTo>
                <a:lnTo>
                  <a:pt x="857" y="2439"/>
                </a:lnTo>
                <a:lnTo>
                  <a:pt x="985" y="2525"/>
                </a:lnTo>
                <a:lnTo>
                  <a:pt x="1028" y="2589"/>
                </a:lnTo>
                <a:lnTo>
                  <a:pt x="1028" y="2589"/>
                </a:lnTo>
                <a:lnTo>
                  <a:pt x="964" y="2632"/>
                </a:lnTo>
                <a:lnTo>
                  <a:pt x="900" y="2653"/>
                </a:lnTo>
                <a:lnTo>
                  <a:pt x="835" y="2610"/>
                </a:lnTo>
                <a:lnTo>
                  <a:pt x="771" y="2546"/>
                </a:lnTo>
                <a:lnTo>
                  <a:pt x="728" y="2482"/>
                </a:lnTo>
                <a:lnTo>
                  <a:pt x="686" y="2418"/>
                </a:lnTo>
                <a:lnTo>
                  <a:pt x="664" y="2354"/>
                </a:lnTo>
                <a:lnTo>
                  <a:pt x="664" y="2311"/>
                </a:lnTo>
                <a:lnTo>
                  <a:pt x="664" y="2311"/>
                </a:lnTo>
                <a:close/>
                <a:moveTo>
                  <a:pt x="1606" y="3530"/>
                </a:moveTo>
                <a:lnTo>
                  <a:pt x="1606" y="3530"/>
                </a:lnTo>
                <a:lnTo>
                  <a:pt x="1584" y="3573"/>
                </a:lnTo>
                <a:lnTo>
                  <a:pt x="1541" y="3594"/>
                </a:lnTo>
                <a:lnTo>
                  <a:pt x="1477" y="3573"/>
                </a:lnTo>
                <a:lnTo>
                  <a:pt x="1392" y="3530"/>
                </a:lnTo>
                <a:lnTo>
                  <a:pt x="1285" y="3466"/>
                </a:lnTo>
                <a:lnTo>
                  <a:pt x="1199" y="3359"/>
                </a:lnTo>
                <a:lnTo>
                  <a:pt x="1135" y="3252"/>
                </a:lnTo>
                <a:lnTo>
                  <a:pt x="1092" y="3167"/>
                </a:lnTo>
                <a:lnTo>
                  <a:pt x="1071" y="3081"/>
                </a:lnTo>
                <a:lnTo>
                  <a:pt x="1071" y="3081"/>
                </a:lnTo>
                <a:lnTo>
                  <a:pt x="1113" y="2953"/>
                </a:lnTo>
                <a:lnTo>
                  <a:pt x="1178" y="2846"/>
                </a:lnTo>
                <a:lnTo>
                  <a:pt x="1199" y="2824"/>
                </a:lnTo>
                <a:lnTo>
                  <a:pt x="1242" y="2824"/>
                </a:lnTo>
                <a:lnTo>
                  <a:pt x="1306" y="2846"/>
                </a:lnTo>
                <a:lnTo>
                  <a:pt x="1349" y="2888"/>
                </a:lnTo>
                <a:lnTo>
                  <a:pt x="1349" y="2888"/>
                </a:lnTo>
                <a:lnTo>
                  <a:pt x="1413" y="2995"/>
                </a:lnTo>
                <a:lnTo>
                  <a:pt x="1499" y="3209"/>
                </a:lnTo>
                <a:lnTo>
                  <a:pt x="1584" y="3423"/>
                </a:lnTo>
                <a:lnTo>
                  <a:pt x="1606" y="3530"/>
                </a:lnTo>
                <a:lnTo>
                  <a:pt x="1606" y="3530"/>
                </a:lnTo>
                <a:close/>
                <a:moveTo>
                  <a:pt x="2761" y="4814"/>
                </a:moveTo>
                <a:lnTo>
                  <a:pt x="2761" y="4814"/>
                </a:lnTo>
                <a:lnTo>
                  <a:pt x="2483" y="4450"/>
                </a:lnTo>
                <a:lnTo>
                  <a:pt x="2354" y="4279"/>
                </a:lnTo>
                <a:lnTo>
                  <a:pt x="2226" y="4087"/>
                </a:lnTo>
                <a:lnTo>
                  <a:pt x="2226" y="4087"/>
                </a:lnTo>
                <a:lnTo>
                  <a:pt x="1948" y="3637"/>
                </a:lnTo>
                <a:lnTo>
                  <a:pt x="1841" y="3423"/>
                </a:lnTo>
                <a:lnTo>
                  <a:pt x="1734" y="3188"/>
                </a:lnTo>
                <a:lnTo>
                  <a:pt x="1734" y="3188"/>
                </a:lnTo>
                <a:lnTo>
                  <a:pt x="1670" y="3017"/>
                </a:lnTo>
                <a:lnTo>
                  <a:pt x="1606" y="2846"/>
                </a:lnTo>
                <a:lnTo>
                  <a:pt x="1584" y="2760"/>
                </a:lnTo>
                <a:lnTo>
                  <a:pt x="1606" y="2696"/>
                </a:lnTo>
                <a:lnTo>
                  <a:pt x="1670" y="2653"/>
                </a:lnTo>
                <a:lnTo>
                  <a:pt x="1755" y="2632"/>
                </a:lnTo>
                <a:lnTo>
                  <a:pt x="1755" y="2632"/>
                </a:lnTo>
                <a:lnTo>
                  <a:pt x="1798" y="2632"/>
                </a:lnTo>
                <a:lnTo>
                  <a:pt x="1841" y="2653"/>
                </a:lnTo>
                <a:lnTo>
                  <a:pt x="1905" y="2739"/>
                </a:lnTo>
                <a:lnTo>
                  <a:pt x="2012" y="2910"/>
                </a:lnTo>
                <a:lnTo>
                  <a:pt x="2012" y="2910"/>
                </a:lnTo>
                <a:lnTo>
                  <a:pt x="2140" y="3060"/>
                </a:lnTo>
                <a:lnTo>
                  <a:pt x="2312" y="3145"/>
                </a:lnTo>
                <a:lnTo>
                  <a:pt x="2312" y="3145"/>
                </a:lnTo>
                <a:lnTo>
                  <a:pt x="2419" y="3188"/>
                </a:lnTo>
                <a:lnTo>
                  <a:pt x="2547" y="3209"/>
                </a:lnTo>
                <a:lnTo>
                  <a:pt x="2782" y="3209"/>
                </a:lnTo>
                <a:lnTo>
                  <a:pt x="2782" y="3209"/>
                </a:lnTo>
                <a:lnTo>
                  <a:pt x="2889" y="3188"/>
                </a:lnTo>
                <a:lnTo>
                  <a:pt x="2975" y="3145"/>
                </a:lnTo>
                <a:lnTo>
                  <a:pt x="3167" y="3060"/>
                </a:lnTo>
                <a:lnTo>
                  <a:pt x="3167" y="3060"/>
                </a:lnTo>
                <a:lnTo>
                  <a:pt x="3167" y="3188"/>
                </a:lnTo>
                <a:lnTo>
                  <a:pt x="3146" y="3316"/>
                </a:lnTo>
                <a:lnTo>
                  <a:pt x="3125" y="3423"/>
                </a:lnTo>
                <a:lnTo>
                  <a:pt x="3125" y="3552"/>
                </a:lnTo>
                <a:lnTo>
                  <a:pt x="3125" y="3552"/>
                </a:lnTo>
                <a:lnTo>
                  <a:pt x="3167" y="3659"/>
                </a:lnTo>
                <a:lnTo>
                  <a:pt x="3189" y="3723"/>
                </a:lnTo>
                <a:lnTo>
                  <a:pt x="3189" y="3787"/>
                </a:lnTo>
                <a:lnTo>
                  <a:pt x="3125" y="3894"/>
                </a:lnTo>
                <a:lnTo>
                  <a:pt x="3125" y="3894"/>
                </a:lnTo>
                <a:lnTo>
                  <a:pt x="3018" y="4022"/>
                </a:lnTo>
                <a:lnTo>
                  <a:pt x="2868" y="4215"/>
                </a:lnTo>
                <a:lnTo>
                  <a:pt x="2825" y="4301"/>
                </a:lnTo>
                <a:lnTo>
                  <a:pt x="2804" y="4322"/>
                </a:lnTo>
                <a:lnTo>
                  <a:pt x="2825" y="4365"/>
                </a:lnTo>
                <a:lnTo>
                  <a:pt x="2847" y="4386"/>
                </a:lnTo>
                <a:lnTo>
                  <a:pt x="2889" y="4408"/>
                </a:lnTo>
                <a:lnTo>
                  <a:pt x="3018" y="4429"/>
                </a:lnTo>
                <a:lnTo>
                  <a:pt x="3018" y="4429"/>
                </a:lnTo>
                <a:lnTo>
                  <a:pt x="3146" y="4408"/>
                </a:lnTo>
                <a:lnTo>
                  <a:pt x="3274" y="4386"/>
                </a:lnTo>
                <a:lnTo>
                  <a:pt x="3488" y="4279"/>
                </a:lnTo>
                <a:lnTo>
                  <a:pt x="3724" y="4151"/>
                </a:lnTo>
                <a:lnTo>
                  <a:pt x="3852" y="4129"/>
                </a:lnTo>
                <a:lnTo>
                  <a:pt x="3981" y="4108"/>
                </a:lnTo>
                <a:lnTo>
                  <a:pt x="3981" y="4108"/>
                </a:lnTo>
                <a:lnTo>
                  <a:pt x="4216" y="4151"/>
                </a:lnTo>
                <a:lnTo>
                  <a:pt x="4537" y="4215"/>
                </a:lnTo>
                <a:lnTo>
                  <a:pt x="4687" y="4236"/>
                </a:lnTo>
                <a:lnTo>
                  <a:pt x="4815" y="4215"/>
                </a:lnTo>
                <a:lnTo>
                  <a:pt x="4879" y="4194"/>
                </a:lnTo>
                <a:lnTo>
                  <a:pt x="4922" y="4172"/>
                </a:lnTo>
                <a:lnTo>
                  <a:pt x="4943" y="4151"/>
                </a:lnTo>
                <a:lnTo>
                  <a:pt x="4943" y="4087"/>
                </a:lnTo>
                <a:lnTo>
                  <a:pt x="4943" y="4087"/>
                </a:lnTo>
                <a:lnTo>
                  <a:pt x="4943" y="4022"/>
                </a:lnTo>
                <a:lnTo>
                  <a:pt x="4922" y="3980"/>
                </a:lnTo>
                <a:lnTo>
                  <a:pt x="4879" y="3937"/>
                </a:lnTo>
                <a:lnTo>
                  <a:pt x="4815" y="3894"/>
                </a:lnTo>
                <a:lnTo>
                  <a:pt x="4708" y="3851"/>
                </a:lnTo>
                <a:lnTo>
                  <a:pt x="4601" y="3808"/>
                </a:lnTo>
                <a:lnTo>
                  <a:pt x="4601" y="3808"/>
                </a:lnTo>
                <a:lnTo>
                  <a:pt x="4408" y="3744"/>
                </a:lnTo>
                <a:lnTo>
                  <a:pt x="4280" y="3701"/>
                </a:lnTo>
                <a:lnTo>
                  <a:pt x="4259" y="3680"/>
                </a:lnTo>
                <a:lnTo>
                  <a:pt x="4237" y="3659"/>
                </a:lnTo>
                <a:lnTo>
                  <a:pt x="4237" y="3659"/>
                </a:lnTo>
                <a:lnTo>
                  <a:pt x="4237" y="3594"/>
                </a:lnTo>
                <a:lnTo>
                  <a:pt x="4280" y="3488"/>
                </a:lnTo>
                <a:lnTo>
                  <a:pt x="4323" y="3402"/>
                </a:lnTo>
                <a:lnTo>
                  <a:pt x="4344" y="3316"/>
                </a:lnTo>
                <a:lnTo>
                  <a:pt x="4344" y="3316"/>
                </a:lnTo>
                <a:lnTo>
                  <a:pt x="4301" y="3102"/>
                </a:lnTo>
                <a:lnTo>
                  <a:pt x="4259" y="2931"/>
                </a:lnTo>
                <a:lnTo>
                  <a:pt x="4259" y="2931"/>
                </a:lnTo>
                <a:lnTo>
                  <a:pt x="4301" y="2910"/>
                </a:lnTo>
                <a:lnTo>
                  <a:pt x="4366" y="2910"/>
                </a:lnTo>
                <a:lnTo>
                  <a:pt x="4537" y="2953"/>
                </a:lnTo>
                <a:lnTo>
                  <a:pt x="4708" y="2974"/>
                </a:lnTo>
                <a:lnTo>
                  <a:pt x="4794" y="2995"/>
                </a:lnTo>
                <a:lnTo>
                  <a:pt x="4858" y="2974"/>
                </a:lnTo>
                <a:lnTo>
                  <a:pt x="4858" y="2974"/>
                </a:lnTo>
                <a:lnTo>
                  <a:pt x="4943" y="2953"/>
                </a:lnTo>
                <a:lnTo>
                  <a:pt x="5029" y="2910"/>
                </a:lnTo>
                <a:lnTo>
                  <a:pt x="5093" y="2846"/>
                </a:lnTo>
                <a:lnTo>
                  <a:pt x="5157" y="2781"/>
                </a:lnTo>
                <a:lnTo>
                  <a:pt x="5243" y="2610"/>
                </a:lnTo>
                <a:lnTo>
                  <a:pt x="5286" y="2439"/>
                </a:lnTo>
                <a:lnTo>
                  <a:pt x="5286" y="2439"/>
                </a:lnTo>
                <a:lnTo>
                  <a:pt x="5307" y="2289"/>
                </a:lnTo>
                <a:lnTo>
                  <a:pt x="5307" y="2204"/>
                </a:lnTo>
                <a:lnTo>
                  <a:pt x="5328" y="2161"/>
                </a:lnTo>
                <a:lnTo>
                  <a:pt x="5350" y="2140"/>
                </a:lnTo>
                <a:lnTo>
                  <a:pt x="5478" y="2075"/>
                </a:lnTo>
                <a:lnTo>
                  <a:pt x="5478" y="2075"/>
                </a:lnTo>
                <a:lnTo>
                  <a:pt x="5585" y="2054"/>
                </a:lnTo>
                <a:lnTo>
                  <a:pt x="5671" y="2033"/>
                </a:lnTo>
                <a:lnTo>
                  <a:pt x="5735" y="2054"/>
                </a:lnTo>
                <a:lnTo>
                  <a:pt x="5756" y="2097"/>
                </a:lnTo>
                <a:lnTo>
                  <a:pt x="5778" y="2161"/>
                </a:lnTo>
                <a:lnTo>
                  <a:pt x="5778" y="2225"/>
                </a:lnTo>
                <a:lnTo>
                  <a:pt x="5735" y="2418"/>
                </a:lnTo>
                <a:lnTo>
                  <a:pt x="5735" y="2418"/>
                </a:lnTo>
                <a:lnTo>
                  <a:pt x="5628" y="2910"/>
                </a:lnTo>
                <a:lnTo>
                  <a:pt x="5457" y="3381"/>
                </a:lnTo>
                <a:lnTo>
                  <a:pt x="5264" y="3830"/>
                </a:lnTo>
                <a:lnTo>
                  <a:pt x="5008" y="4258"/>
                </a:lnTo>
                <a:lnTo>
                  <a:pt x="5008" y="4258"/>
                </a:lnTo>
                <a:lnTo>
                  <a:pt x="4729" y="4707"/>
                </a:lnTo>
                <a:lnTo>
                  <a:pt x="4580" y="4921"/>
                </a:lnTo>
                <a:lnTo>
                  <a:pt x="4430" y="5135"/>
                </a:lnTo>
                <a:lnTo>
                  <a:pt x="4430" y="5135"/>
                </a:lnTo>
                <a:lnTo>
                  <a:pt x="4301" y="5263"/>
                </a:lnTo>
                <a:lnTo>
                  <a:pt x="4259" y="5263"/>
                </a:lnTo>
                <a:lnTo>
                  <a:pt x="4237" y="5242"/>
                </a:lnTo>
                <a:lnTo>
                  <a:pt x="4216" y="5156"/>
                </a:lnTo>
                <a:lnTo>
                  <a:pt x="4194" y="5092"/>
                </a:lnTo>
                <a:lnTo>
                  <a:pt x="4152" y="5049"/>
                </a:lnTo>
                <a:lnTo>
                  <a:pt x="4152" y="5049"/>
                </a:lnTo>
                <a:lnTo>
                  <a:pt x="4109" y="5007"/>
                </a:lnTo>
                <a:lnTo>
                  <a:pt x="4066" y="5007"/>
                </a:lnTo>
                <a:lnTo>
                  <a:pt x="3959" y="4985"/>
                </a:lnTo>
                <a:lnTo>
                  <a:pt x="3852" y="4985"/>
                </a:lnTo>
                <a:lnTo>
                  <a:pt x="3767" y="4985"/>
                </a:lnTo>
                <a:lnTo>
                  <a:pt x="3767" y="4985"/>
                </a:lnTo>
                <a:lnTo>
                  <a:pt x="3724" y="4942"/>
                </a:lnTo>
                <a:lnTo>
                  <a:pt x="3702" y="4900"/>
                </a:lnTo>
                <a:lnTo>
                  <a:pt x="3660" y="4878"/>
                </a:lnTo>
                <a:lnTo>
                  <a:pt x="3595" y="4900"/>
                </a:lnTo>
                <a:lnTo>
                  <a:pt x="3595" y="4900"/>
                </a:lnTo>
                <a:lnTo>
                  <a:pt x="3553" y="4942"/>
                </a:lnTo>
                <a:lnTo>
                  <a:pt x="3531" y="5007"/>
                </a:lnTo>
                <a:lnTo>
                  <a:pt x="3488" y="5156"/>
                </a:lnTo>
                <a:lnTo>
                  <a:pt x="3446" y="5306"/>
                </a:lnTo>
                <a:lnTo>
                  <a:pt x="3403" y="5370"/>
                </a:lnTo>
                <a:lnTo>
                  <a:pt x="3360" y="5392"/>
                </a:lnTo>
                <a:lnTo>
                  <a:pt x="3360" y="5392"/>
                </a:lnTo>
                <a:lnTo>
                  <a:pt x="3274" y="5370"/>
                </a:lnTo>
                <a:lnTo>
                  <a:pt x="3210" y="5328"/>
                </a:lnTo>
                <a:lnTo>
                  <a:pt x="3018" y="5156"/>
                </a:lnTo>
                <a:lnTo>
                  <a:pt x="2868" y="4964"/>
                </a:lnTo>
                <a:lnTo>
                  <a:pt x="2761" y="4814"/>
                </a:lnTo>
                <a:lnTo>
                  <a:pt x="2761" y="4814"/>
                </a:lnTo>
                <a:close/>
                <a:moveTo>
                  <a:pt x="3702" y="7788"/>
                </a:moveTo>
                <a:lnTo>
                  <a:pt x="3702" y="7788"/>
                </a:lnTo>
                <a:lnTo>
                  <a:pt x="3595" y="8130"/>
                </a:lnTo>
                <a:lnTo>
                  <a:pt x="3510" y="8323"/>
                </a:lnTo>
                <a:lnTo>
                  <a:pt x="3488" y="8387"/>
                </a:lnTo>
                <a:lnTo>
                  <a:pt x="3467" y="8409"/>
                </a:lnTo>
                <a:lnTo>
                  <a:pt x="3467" y="8409"/>
                </a:lnTo>
                <a:lnTo>
                  <a:pt x="3424" y="8387"/>
                </a:lnTo>
                <a:lnTo>
                  <a:pt x="3403" y="8323"/>
                </a:lnTo>
                <a:lnTo>
                  <a:pt x="3360" y="8173"/>
                </a:lnTo>
                <a:lnTo>
                  <a:pt x="3317" y="7852"/>
                </a:lnTo>
                <a:lnTo>
                  <a:pt x="3317" y="7852"/>
                </a:lnTo>
                <a:lnTo>
                  <a:pt x="3339" y="7724"/>
                </a:lnTo>
                <a:lnTo>
                  <a:pt x="3381" y="7574"/>
                </a:lnTo>
                <a:lnTo>
                  <a:pt x="3403" y="7510"/>
                </a:lnTo>
                <a:lnTo>
                  <a:pt x="3467" y="7467"/>
                </a:lnTo>
                <a:lnTo>
                  <a:pt x="3531" y="7446"/>
                </a:lnTo>
                <a:lnTo>
                  <a:pt x="3595" y="7446"/>
                </a:lnTo>
                <a:lnTo>
                  <a:pt x="3595" y="7446"/>
                </a:lnTo>
                <a:lnTo>
                  <a:pt x="3660" y="7446"/>
                </a:lnTo>
                <a:lnTo>
                  <a:pt x="3724" y="7489"/>
                </a:lnTo>
                <a:lnTo>
                  <a:pt x="3745" y="7531"/>
                </a:lnTo>
                <a:lnTo>
                  <a:pt x="3745" y="7574"/>
                </a:lnTo>
                <a:lnTo>
                  <a:pt x="3724" y="7681"/>
                </a:lnTo>
                <a:lnTo>
                  <a:pt x="3702" y="7788"/>
                </a:lnTo>
                <a:lnTo>
                  <a:pt x="3702" y="7788"/>
                </a:lnTo>
                <a:close/>
                <a:moveTo>
                  <a:pt x="3381" y="6804"/>
                </a:moveTo>
                <a:lnTo>
                  <a:pt x="3381" y="6804"/>
                </a:lnTo>
                <a:lnTo>
                  <a:pt x="3403" y="6633"/>
                </a:lnTo>
                <a:lnTo>
                  <a:pt x="3424" y="6568"/>
                </a:lnTo>
                <a:lnTo>
                  <a:pt x="3446" y="6547"/>
                </a:lnTo>
                <a:lnTo>
                  <a:pt x="3488" y="6547"/>
                </a:lnTo>
                <a:lnTo>
                  <a:pt x="3488" y="6547"/>
                </a:lnTo>
                <a:lnTo>
                  <a:pt x="3531" y="6568"/>
                </a:lnTo>
                <a:lnTo>
                  <a:pt x="3574" y="6590"/>
                </a:lnTo>
                <a:lnTo>
                  <a:pt x="3617" y="6697"/>
                </a:lnTo>
                <a:lnTo>
                  <a:pt x="3638" y="6804"/>
                </a:lnTo>
                <a:lnTo>
                  <a:pt x="3617" y="6868"/>
                </a:lnTo>
                <a:lnTo>
                  <a:pt x="3617" y="6868"/>
                </a:lnTo>
                <a:lnTo>
                  <a:pt x="3617" y="6954"/>
                </a:lnTo>
                <a:lnTo>
                  <a:pt x="3595" y="7103"/>
                </a:lnTo>
                <a:lnTo>
                  <a:pt x="3553" y="7168"/>
                </a:lnTo>
                <a:lnTo>
                  <a:pt x="3531" y="7232"/>
                </a:lnTo>
                <a:lnTo>
                  <a:pt x="3467" y="7253"/>
                </a:lnTo>
                <a:lnTo>
                  <a:pt x="3424" y="7253"/>
                </a:lnTo>
                <a:lnTo>
                  <a:pt x="3424" y="7253"/>
                </a:lnTo>
                <a:lnTo>
                  <a:pt x="3381" y="7232"/>
                </a:lnTo>
                <a:lnTo>
                  <a:pt x="3381" y="7189"/>
                </a:lnTo>
                <a:lnTo>
                  <a:pt x="3360" y="7039"/>
                </a:lnTo>
                <a:lnTo>
                  <a:pt x="3381" y="6804"/>
                </a:lnTo>
                <a:lnTo>
                  <a:pt x="3381" y="6804"/>
                </a:lnTo>
                <a:close/>
                <a:moveTo>
                  <a:pt x="4002" y="8473"/>
                </a:moveTo>
                <a:lnTo>
                  <a:pt x="4002" y="8473"/>
                </a:lnTo>
                <a:lnTo>
                  <a:pt x="3959" y="8494"/>
                </a:lnTo>
                <a:lnTo>
                  <a:pt x="3916" y="8473"/>
                </a:lnTo>
                <a:lnTo>
                  <a:pt x="3895" y="8451"/>
                </a:lnTo>
                <a:lnTo>
                  <a:pt x="3874" y="8430"/>
                </a:lnTo>
                <a:lnTo>
                  <a:pt x="3874" y="8430"/>
                </a:lnTo>
                <a:lnTo>
                  <a:pt x="3916" y="8409"/>
                </a:lnTo>
                <a:lnTo>
                  <a:pt x="3959" y="8430"/>
                </a:lnTo>
                <a:lnTo>
                  <a:pt x="4002" y="8451"/>
                </a:lnTo>
                <a:lnTo>
                  <a:pt x="4002" y="8473"/>
                </a:lnTo>
                <a:lnTo>
                  <a:pt x="4002" y="8473"/>
                </a:lnTo>
                <a:close/>
                <a:moveTo>
                  <a:pt x="3938" y="6675"/>
                </a:moveTo>
                <a:lnTo>
                  <a:pt x="3938" y="6675"/>
                </a:lnTo>
                <a:lnTo>
                  <a:pt x="3938" y="6654"/>
                </a:lnTo>
                <a:lnTo>
                  <a:pt x="3938" y="6675"/>
                </a:lnTo>
                <a:lnTo>
                  <a:pt x="3938" y="6675"/>
                </a:lnTo>
                <a:close/>
                <a:moveTo>
                  <a:pt x="4087" y="7146"/>
                </a:moveTo>
                <a:lnTo>
                  <a:pt x="4087" y="7146"/>
                </a:lnTo>
                <a:lnTo>
                  <a:pt x="4045" y="7146"/>
                </a:lnTo>
                <a:lnTo>
                  <a:pt x="4002" y="7146"/>
                </a:lnTo>
                <a:lnTo>
                  <a:pt x="4002" y="7146"/>
                </a:lnTo>
                <a:lnTo>
                  <a:pt x="4023" y="7103"/>
                </a:lnTo>
                <a:lnTo>
                  <a:pt x="4087" y="7082"/>
                </a:lnTo>
                <a:lnTo>
                  <a:pt x="4152" y="7082"/>
                </a:lnTo>
                <a:lnTo>
                  <a:pt x="4173" y="7082"/>
                </a:lnTo>
                <a:lnTo>
                  <a:pt x="4173" y="7103"/>
                </a:lnTo>
                <a:lnTo>
                  <a:pt x="4173" y="7103"/>
                </a:lnTo>
                <a:lnTo>
                  <a:pt x="4152" y="7146"/>
                </a:lnTo>
                <a:lnTo>
                  <a:pt x="4087" y="7146"/>
                </a:lnTo>
                <a:lnTo>
                  <a:pt x="4087" y="7146"/>
                </a:lnTo>
                <a:close/>
                <a:moveTo>
                  <a:pt x="3874" y="6419"/>
                </a:moveTo>
                <a:lnTo>
                  <a:pt x="3874" y="6419"/>
                </a:lnTo>
                <a:lnTo>
                  <a:pt x="3788" y="6397"/>
                </a:lnTo>
                <a:lnTo>
                  <a:pt x="3681" y="6376"/>
                </a:lnTo>
                <a:lnTo>
                  <a:pt x="3574" y="6312"/>
                </a:lnTo>
                <a:lnTo>
                  <a:pt x="3488" y="6269"/>
                </a:lnTo>
                <a:lnTo>
                  <a:pt x="3403" y="6205"/>
                </a:lnTo>
                <a:lnTo>
                  <a:pt x="3339" y="6119"/>
                </a:lnTo>
                <a:lnTo>
                  <a:pt x="3274" y="6034"/>
                </a:lnTo>
                <a:lnTo>
                  <a:pt x="3253" y="5948"/>
                </a:lnTo>
                <a:lnTo>
                  <a:pt x="3253" y="5948"/>
                </a:lnTo>
                <a:lnTo>
                  <a:pt x="3232" y="5884"/>
                </a:lnTo>
                <a:lnTo>
                  <a:pt x="3232" y="5841"/>
                </a:lnTo>
                <a:lnTo>
                  <a:pt x="3253" y="5798"/>
                </a:lnTo>
                <a:lnTo>
                  <a:pt x="3296" y="5798"/>
                </a:lnTo>
                <a:lnTo>
                  <a:pt x="3381" y="5798"/>
                </a:lnTo>
                <a:lnTo>
                  <a:pt x="3510" y="5820"/>
                </a:lnTo>
                <a:lnTo>
                  <a:pt x="3510" y="5820"/>
                </a:lnTo>
                <a:lnTo>
                  <a:pt x="3767" y="5841"/>
                </a:lnTo>
                <a:lnTo>
                  <a:pt x="4023" y="5820"/>
                </a:lnTo>
                <a:lnTo>
                  <a:pt x="4023" y="5820"/>
                </a:lnTo>
                <a:lnTo>
                  <a:pt x="4109" y="5798"/>
                </a:lnTo>
                <a:lnTo>
                  <a:pt x="4194" y="5755"/>
                </a:lnTo>
                <a:lnTo>
                  <a:pt x="4366" y="5670"/>
                </a:lnTo>
                <a:lnTo>
                  <a:pt x="4430" y="5648"/>
                </a:lnTo>
                <a:lnTo>
                  <a:pt x="4494" y="5670"/>
                </a:lnTo>
                <a:lnTo>
                  <a:pt x="4515" y="5734"/>
                </a:lnTo>
                <a:lnTo>
                  <a:pt x="4515" y="5862"/>
                </a:lnTo>
                <a:lnTo>
                  <a:pt x="4515" y="5862"/>
                </a:lnTo>
                <a:lnTo>
                  <a:pt x="4494" y="5948"/>
                </a:lnTo>
                <a:lnTo>
                  <a:pt x="4451" y="6055"/>
                </a:lnTo>
                <a:lnTo>
                  <a:pt x="4387" y="6162"/>
                </a:lnTo>
                <a:lnTo>
                  <a:pt x="4280" y="6248"/>
                </a:lnTo>
                <a:lnTo>
                  <a:pt x="4173" y="6312"/>
                </a:lnTo>
                <a:lnTo>
                  <a:pt x="4087" y="6376"/>
                </a:lnTo>
                <a:lnTo>
                  <a:pt x="3981" y="6397"/>
                </a:lnTo>
                <a:lnTo>
                  <a:pt x="3874" y="6419"/>
                </a:lnTo>
                <a:lnTo>
                  <a:pt x="3874" y="6419"/>
                </a:lnTo>
                <a:close/>
                <a:moveTo>
                  <a:pt x="4259" y="6611"/>
                </a:moveTo>
                <a:lnTo>
                  <a:pt x="4259" y="6611"/>
                </a:lnTo>
                <a:lnTo>
                  <a:pt x="4280" y="6568"/>
                </a:lnTo>
                <a:lnTo>
                  <a:pt x="4323" y="6504"/>
                </a:lnTo>
                <a:lnTo>
                  <a:pt x="4366" y="6462"/>
                </a:lnTo>
                <a:lnTo>
                  <a:pt x="4430" y="6440"/>
                </a:lnTo>
                <a:lnTo>
                  <a:pt x="4515" y="6419"/>
                </a:lnTo>
                <a:lnTo>
                  <a:pt x="4580" y="6419"/>
                </a:lnTo>
                <a:lnTo>
                  <a:pt x="4644" y="6440"/>
                </a:lnTo>
                <a:lnTo>
                  <a:pt x="4687" y="6462"/>
                </a:lnTo>
                <a:lnTo>
                  <a:pt x="4687" y="6462"/>
                </a:lnTo>
                <a:lnTo>
                  <a:pt x="4729" y="6547"/>
                </a:lnTo>
                <a:lnTo>
                  <a:pt x="4751" y="6718"/>
                </a:lnTo>
                <a:lnTo>
                  <a:pt x="4794" y="6868"/>
                </a:lnTo>
                <a:lnTo>
                  <a:pt x="4794" y="6932"/>
                </a:lnTo>
                <a:lnTo>
                  <a:pt x="4794" y="6932"/>
                </a:lnTo>
                <a:lnTo>
                  <a:pt x="4772" y="7039"/>
                </a:lnTo>
                <a:lnTo>
                  <a:pt x="4751" y="7103"/>
                </a:lnTo>
                <a:lnTo>
                  <a:pt x="4729" y="7125"/>
                </a:lnTo>
                <a:lnTo>
                  <a:pt x="4708" y="7103"/>
                </a:lnTo>
                <a:lnTo>
                  <a:pt x="4644" y="7039"/>
                </a:lnTo>
                <a:lnTo>
                  <a:pt x="4537" y="6911"/>
                </a:lnTo>
                <a:lnTo>
                  <a:pt x="4537" y="6911"/>
                </a:lnTo>
                <a:lnTo>
                  <a:pt x="4473" y="6847"/>
                </a:lnTo>
                <a:lnTo>
                  <a:pt x="4366" y="6782"/>
                </a:lnTo>
                <a:lnTo>
                  <a:pt x="4301" y="6718"/>
                </a:lnTo>
                <a:lnTo>
                  <a:pt x="4259" y="6675"/>
                </a:lnTo>
                <a:lnTo>
                  <a:pt x="4259" y="6611"/>
                </a:lnTo>
                <a:lnTo>
                  <a:pt x="4259" y="6611"/>
                </a:lnTo>
                <a:close/>
                <a:moveTo>
                  <a:pt x="4858" y="8152"/>
                </a:moveTo>
                <a:lnTo>
                  <a:pt x="4858" y="8152"/>
                </a:lnTo>
                <a:lnTo>
                  <a:pt x="4815" y="8173"/>
                </a:lnTo>
                <a:lnTo>
                  <a:pt x="4772" y="8152"/>
                </a:lnTo>
                <a:lnTo>
                  <a:pt x="4729" y="8109"/>
                </a:lnTo>
                <a:lnTo>
                  <a:pt x="4687" y="8045"/>
                </a:lnTo>
                <a:lnTo>
                  <a:pt x="4580" y="7809"/>
                </a:lnTo>
                <a:lnTo>
                  <a:pt x="4580" y="7809"/>
                </a:lnTo>
                <a:lnTo>
                  <a:pt x="4515" y="7681"/>
                </a:lnTo>
                <a:lnTo>
                  <a:pt x="4430" y="7510"/>
                </a:lnTo>
                <a:lnTo>
                  <a:pt x="4408" y="7424"/>
                </a:lnTo>
                <a:lnTo>
                  <a:pt x="4408" y="7339"/>
                </a:lnTo>
                <a:lnTo>
                  <a:pt x="4430" y="7253"/>
                </a:lnTo>
                <a:lnTo>
                  <a:pt x="4473" y="7210"/>
                </a:lnTo>
                <a:lnTo>
                  <a:pt x="4473" y="7210"/>
                </a:lnTo>
                <a:lnTo>
                  <a:pt x="4515" y="7253"/>
                </a:lnTo>
                <a:lnTo>
                  <a:pt x="4580" y="7339"/>
                </a:lnTo>
                <a:lnTo>
                  <a:pt x="4622" y="7403"/>
                </a:lnTo>
                <a:lnTo>
                  <a:pt x="4687" y="7467"/>
                </a:lnTo>
                <a:lnTo>
                  <a:pt x="4687" y="7467"/>
                </a:lnTo>
                <a:lnTo>
                  <a:pt x="4794" y="7531"/>
                </a:lnTo>
                <a:lnTo>
                  <a:pt x="4879" y="7574"/>
                </a:lnTo>
                <a:lnTo>
                  <a:pt x="4879" y="7574"/>
                </a:lnTo>
                <a:lnTo>
                  <a:pt x="4901" y="7617"/>
                </a:lnTo>
                <a:lnTo>
                  <a:pt x="4922" y="7702"/>
                </a:lnTo>
                <a:lnTo>
                  <a:pt x="4922" y="7874"/>
                </a:lnTo>
                <a:lnTo>
                  <a:pt x="4901" y="8045"/>
                </a:lnTo>
                <a:lnTo>
                  <a:pt x="4879" y="8109"/>
                </a:lnTo>
                <a:lnTo>
                  <a:pt x="4858" y="8152"/>
                </a:lnTo>
                <a:lnTo>
                  <a:pt x="4858" y="8152"/>
                </a:lnTo>
                <a:close/>
                <a:moveTo>
                  <a:pt x="3809" y="4664"/>
                </a:moveTo>
                <a:lnTo>
                  <a:pt x="3809" y="4664"/>
                </a:lnTo>
                <a:lnTo>
                  <a:pt x="3916" y="4643"/>
                </a:lnTo>
                <a:lnTo>
                  <a:pt x="4066" y="4621"/>
                </a:lnTo>
                <a:lnTo>
                  <a:pt x="4130" y="4600"/>
                </a:lnTo>
                <a:lnTo>
                  <a:pt x="4194" y="4579"/>
                </a:lnTo>
                <a:lnTo>
                  <a:pt x="4216" y="4515"/>
                </a:lnTo>
                <a:lnTo>
                  <a:pt x="4216" y="4472"/>
                </a:lnTo>
                <a:lnTo>
                  <a:pt x="4216" y="4472"/>
                </a:lnTo>
                <a:lnTo>
                  <a:pt x="4194" y="4429"/>
                </a:lnTo>
                <a:lnTo>
                  <a:pt x="4152" y="4386"/>
                </a:lnTo>
                <a:lnTo>
                  <a:pt x="4066" y="4365"/>
                </a:lnTo>
                <a:lnTo>
                  <a:pt x="3852" y="4365"/>
                </a:lnTo>
                <a:lnTo>
                  <a:pt x="3852" y="4365"/>
                </a:lnTo>
                <a:lnTo>
                  <a:pt x="3767" y="4365"/>
                </a:lnTo>
                <a:lnTo>
                  <a:pt x="3638" y="4386"/>
                </a:lnTo>
                <a:lnTo>
                  <a:pt x="3574" y="4408"/>
                </a:lnTo>
                <a:lnTo>
                  <a:pt x="3510" y="4429"/>
                </a:lnTo>
                <a:lnTo>
                  <a:pt x="3488" y="4450"/>
                </a:lnTo>
                <a:lnTo>
                  <a:pt x="3467" y="4515"/>
                </a:lnTo>
                <a:lnTo>
                  <a:pt x="3467" y="4515"/>
                </a:lnTo>
                <a:lnTo>
                  <a:pt x="3467" y="4557"/>
                </a:lnTo>
                <a:lnTo>
                  <a:pt x="3510" y="4600"/>
                </a:lnTo>
                <a:lnTo>
                  <a:pt x="3553" y="4621"/>
                </a:lnTo>
                <a:lnTo>
                  <a:pt x="3595" y="4643"/>
                </a:lnTo>
                <a:lnTo>
                  <a:pt x="3724" y="4664"/>
                </a:lnTo>
                <a:lnTo>
                  <a:pt x="3809" y="4664"/>
                </a:lnTo>
                <a:lnTo>
                  <a:pt x="3809" y="4664"/>
                </a:lnTo>
                <a:close/>
                <a:moveTo>
                  <a:pt x="3531" y="1369"/>
                </a:moveTo>
                <a:lnTo>
                  <a:pt x="3531" y="1369"/>
                </a:lnTo>
                <a:lnTo>
                  <a:pt x="3660" y="1369"/>
                </a:lnTo>
                <a:lnTo>
                  <a:pt x="3874" y="1348"/>
                </a:lnTo>
                <a:lnTo>
                  <a:pt x="3959" y="1327"/>
                </a:lnTo>
                <a:lnTo>
                  <a:pt x="4045" y="1305"/>
                </a:lnTo>
                <a:lnTo>
                  <a:pt x="4087" y="1262"/>
                </a:lnTo>
                <a:lnTo>
                  <a:pt x="4087" y="1241"/>
                </a:lnTo>
                <a:lnTo>
                  <a:pt x="4087" y="1220"/>
                </a:lnTo>
                <a:lnTo>
                  <a:pt x="4087" y="1220"/>
                </a:lnTo>
                <a:lnTo>
                  <a:pt x="4045" y="1198"/>
                </a:lnTo>
                <a:lnTo>
                  <a:pt x="3959" y="1177"/>
                </a:lnTo>
                <a:lnTo>
                  <a:pt x="3724" y="1198"/>
                </a:lnTo>
                <a:lnTo>
                  <a:pt x="3317" y="1241"/>
                </a:lnTo>
                <a:lnTo>
                  <a:pt x="3317" y="1241"/>
                </a:lnTo>
                <a:lnTo>
                  <a:pt x="3039" y="1305"/>
                </a:lnTo>
                <a:lnTo>
                  <a:pt x="2868" y="1369"/>
                </a:lnTo>
                <a:lnTo>
                  <a:pt x="2825" y="1391"/>
                </a:lnTo>
                <a:lnTo>
                  <a:pt x="2825" y="1434"/>
                </a:lnTo>
                <a:lnTo>
                  <a:pt x="2825" y="1434"/>
                </a:lnTo>
                <a:lnTo>
                  <a:pt x="2868" y="1455"/>
                </a:lnTo>
                <a:lnTo>
                  <a:pt x="2932" y="1455"/>
                </a:lnTo>
                <a:lnTo>
                  <a:pt x="3146" y="1434"/>
                </a:lnTo>
                <a:lnTo>
                  <a:pt x="3531" y="1369"/>
                </a:lnTo>
                <a:lnTo>
                  <a:pt x="3531" y="1369"/>
                </a:lnTo>
                <a:close/>
                <a:moveTo>
                  <a:pt x="3317" y="1220"/>
                </a:moveTo>
                <a:lnTo>
                  <a:pt x="3317" y="1220"/>
                </a:lnTo>
                <a:lnTo>
                  <a:pt x="3381" y="1198"/>
                </a:lnTo>
                <a:lnTo>
                  <a:pt x="3446" y="1198"/>
                </a:lnTo>
                <a:lnTo>
                  <a:pt x="3574" y="1177"/>
                </a:lnTo>
                <a:lnTo>
                  <a:pt x="3724" y="1177"/>
                </a:lnTo>
                <a:lnTo>
                  <a:pt x="3852" y="1155"/>
                </a:lnTo>
                <a:lnTo>
                  <a:pt x="3852" y="1155"/>
                </a:lnTo>
                <a:lnTo>
                  <a:pt x="3981" y="1070"/>
                </a:lnTo>
                <a:lnTo>
                  <a:pt x="4002" y="1048"/>
                </a:lnTo>
                <a:lnTo>
                  <a:pt x="3981" y="1027"/>
                </a:lnTo>
                <a:lnTo>
                  <a:pt x="3895" y="1006"/>
                </a:lnTo>
                <a:lnTo>
                  <a:pt x="3767" y="1006"/>
                </a:lnTo>
                <a:lnTo>
                  <a:pt x="3767" y="1006"/>
                </a:lnTo>
                <a:lnTo>
                  <a:pt x="3424" y="984"/>
                </a:lnTo>
                <a:lnTo>
                  <a:pt x="3210" y="1006"/>
                </a:lnTo>
                <a:lnTo>
                  <a:pt x="3146" y="1027"/>
                </a:lnTo>
                <a:lnTo>
                  <a:pt x="3082" y="1070"/>
                </a:lnTo>
                <a:lnTo>
                  <a:pt x="3082" y="1070"/>
                </a:lnTo>
                <a:lnTo>
                  <a:pt x="3061" y="1113"/>
                </a:lnTo>
                <a:lnTo>
                  <a:pt x="3061" y="1155"/>
                </a:lnTo>
                <a:lnTo>
                  <a:pt x="3082" y="1198"/>
                </a:lnTo>
                <a:lnTo>
                  <a:pt x="3125" y="1220"/>
                </a:lnTo>
                <a:lnTo>
                  <a:pt x="3232" y="1220"/>
                </a:lnTo>
                <a:lnTo>
                  <a:pt x="3317" y="1220"/>
                </a:lnTo>
                <a:lnTo>
                  <a:pt x="3317" y="1220"/>
                </a:lnTo>
                <a:close/>
                <a:moveTo>
                  <a:pt x="4494" y="2354"/>
                </a:moveTo>
                <a:lnTo>
                  <a:pt x="4494" y="2354"/>
                </a:lnTo>
                <a:lnTo>
                  <a:pt x="4515" y="2418"/>
                </a:lnTo>
                <a:lnTo>
                  <a:pt x="4558" y="2482"/>
                </a:lnTo>
                <a:lnTo>
                  <a:pt x="4580" y="2503"/>
                </a:lnTo>
                <a:lnTo>
                  <a:pt x="4622" y="2503"/>
                </a:lnTo>
                <a:lnTo>
                  <a:pt x="4665" y="2482"/>
                </a:lnTo>
                <a:lnTo>
                  <a:pt x="4708" y="2461"/>
                </a:lnTo>
                <a:lnTo>
                  <a:pt x="4751" y="2396"/>
                </a:lnTo>
                <a:lnTo>
                  <a:pt x="4772" y="2332"/>
                </a:lnTo>
                <a:lnTo>
                  <a:pt x="4772" y="2332"/>
                </a:lnTo>
                <a:lnTo>
                  <a:pt x="4751" y="2247"/>
                </a:lnTo>
                <a:lnTo>
                  <a:pt x="4708" y="2182"/>
                </a:lnTo>
                <a:lnTo>
                  <a:pt x="4665" y="2161"/>
                </a:lnTo>
                <a:lnTo>
                  <a:pt x="4601" y="2161"/>
                </a:lnTo>
                <a:lnTo>
                  <a:pt x="4558" y="2161"/>
                </a:lnTo>
                <a:lnTo>
                  <a:pt x="4515" y="2204"/>
                </a:lnTo>
                <a:lnTo>
                  <a:pt x="4494" y="2268"/>
                </a:lnTo>
                <a:lnTo>
                  <a:pt x="4494" y="2354"/>
                </a:lnTo>
                <a:lnTo>
                  <a:pt x="4494" y="2354"/>
                </a:lnTo>
                <a:close/>
                <a:moveTo>
                  <a:pt x="2568" y="2439"/>
                </a:moveTo>
                <a:lnTo>
                  <a:pt x="2568" y="2439"/>
                </a:lnTo>
                <a:lnTo>
                  <a:pt x="2547" y="2525"/>
                </a:lnTo>
                <a:lnTo>
                  <a:pt x="2568" y="2567"/>
                </a:lnTo>
                <a:lnTo>
                  <a:pt x="2590" y="2632"/>
                </a:lnTo>
                <a:lnTo>
                  <a:pt x="2633" y="2653"/>
                </a:lnTo>
                <a:lnTo>
                  <a:pt x="2675" y="2674"/>
                </a:lnTo>
                <a:lnTo>
                  <a:pt x="2740" y="2653"/>
                </a:lnTo>
                <a:lnTo>
                  <a:pt x="2782" y="2610"/>
                </a:lnTo>
                <a:lnTo>
                  <a:pt x="2804" y="2546"/>
                </a:lnTo>
                <a:lnTo>
                  <a:pt x="2804" y="2546"/>
                </a:lnTo>
                <a:lnTo>
                  <a:pt x="2782" y="2439"/>
                </a:lnTo>
                <a:lnTo>
                  <a:pt x="2718" y="2375"/>
                </a:lnTo>
                <a:lnTo>
                  <a:pt x="2675" y="2354"/>
                </a:lnTo>
                <a:lnTo>
                  <a:pt x="2654" y="2375"/>
                </a:lnTo>
                <a:lnTo>
                  <a:pt x="2611" y="2396"/>
                </a:lnTo>
                <a:lnTo>
                  <a:pt x="2568" y="2439"/>
                </a:lnTo>
                <a:lnTo>
                  <a:pt x="2568" y="2439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32"/>
          <p:cNvSpPr/>
          <p:nvPr/>
        </p:nvSpPr>
        <p:spPr>
          <a:xfrm>
            <a:off x="4555972" y="813784"/>
            <a:ext cx="486995" cy="542930"/>
          </a:xfrm>
          <a:custGeom>
            <a:rect b="b" l="l" r="r" t="t"/>
            <a:pathLst>
              <a:path extrusionOk="0" h="7083" w="6869">
                <a:moveTo>
                  <a:pt x="3017" y="279"/>
                </a:moveTo>
                <a:lnTo>
                  <a:pt x="3103" y="300"/>
                </a:lnTo>
                <a:lnTo>
                  <a:pt x="3167" y="321"/>
                </a:lnTo>
                <a:lnTo>
                  <a:pt x="3210" y="364"/>
                </a:lnTo>
                <a:lnTo>
                  <a:pt x="3188" y="407"/>
                </a:lnTo>
                <a:lnTo>
                  <a:pt x="3145" y="471"/>
                </a:lnTo>
                <a:lnTo>
                  <a:pt x="3188" y="557"/>
                </a:lnTo>
                <a:lnTo>
                  <a:pt x="3210" y="600"/>
                </a:lnTo>
                <a:lnTo>
                  <a:pt x="3231" y="621"/>
                </a:lnTo>
                <a:lnTo>
                  <a:pt x="3103" y="621"/>
                </a:lnTo>
                <a:lnTo>
                  <a:pt x="2974" y="600"/>
                </a:lnTo>
                <a:lnTo>
                  <a:pt x="2996" y="535"/>
                </a:lnTo>
                <a:lnTo>
                  <a:pt x="3017" y="450"/>
                </a:lnTo>
                <a:lnTo>
                  <a:pt x="2996" y="386"/>
                </a:lnTo>
                <a:lnTo>
                  <a:pt x="2974" y="300"/>
                </a:lnTo>
                <a:lnTo>
                  <a:pt x="2996" y="279"/>
                </a:lnTo>
                <a:close/>
                <a:moveTo>
                  <a:pt x="3509" y="578"/>
                </a:moveTo>
                <a:lnTo>
                  <a:pt x="3573" y="600"/>
                </a:lnTo>
                <a:lnTo>
                  <a:pt x="3595" y="621"/>
                </a:lnTo>
                <a:lnTo>
                  <a:pt x="3595" y="664"/>
                </a:lnTo>
                <a:lnTo>
                  <a:pt x="3402" y="664"/>
                </a:lnTo>
                <a:lnTo>
                  <a:pt x="3402" y="621"/>
                </a:lnTo>
                <a:lnTo>
                  <a:pt x="3423" y="600"/>
                </a:lnTo>
                <a:lnTo>
                  <a:pt x="3509" y="578"/>
                </a:lnTo>
                <a:close/>
                <a:moveTo>
                  <a:pt x="963" y="4750"/>
                </a:moveTo>
                <a:lnTo>
                  <a:pt x="963" y="4772"/>
                </a:lnTo>
                <a:lnTo>
                  <a:pt x="942" y="4793"/>
                </a:lnTo>
                <a:lnTo>
                  <a:pt x="942" y="4815"/>
                </a:lnTo>
                <a:lnTo>
                  <a:pt x="920" y="4815"/>
                </a:lnTo>
                <a:lnTo>
                  <a:pt x="942" y="4793"/>
                </a:lnTo>
                <a:lnTo>
                  <a:pt x="942" y="4750"/>
                </a:lnTo>
                <a:close/>
                <a:moveTo>
                  <a:pt x="449" y="4836"/>
                </a:moveTo>
                <a:lnTo>
                  <a:pt x="471" y="4943"/>
                </a:lnTo>
                <a:lnTo>
                  <a:pt x="492" y="5114"/>
                </a:lnTo>
                <a:lnTo>
                  <a:pt x="492" y="5285"/>
                </a:lnTo>
                <a:lnTo>
                  <a:pt x="492" y="5392"/>
                </a:lnTo>
                <a:lnTo>
                  <a:pt x="449" y="5349"/>
                </a:lnTo>
                <a:lnTo>
                  <a:pt x="428" y="5285"/>
                </a:lnTo>
                <a:lnTo>
                  <a:pt x="428" y="5135"/>
                </a:lnTo>
                <a:lnTo>
                  <a:pt x="449" y="4986"/>
                </a:lnTo>
                <a:lnTo>
                  <a:pt x="449" y="4836"/>
                </a:lnTo>
                <a:close/>
                <a:moveTo>
                  <a:pt x="492" y="5414"/>
                </a:moveTo>
                <a:lnTo>
                  <a:pt x="535" y="5478"/>
                </a:lnTo>
                <a:lnTo>
                  <a:pt x="535" y="5542"/>
                </a:lnTo>
                <a:lnTo>
                  <a:pt x="492" y="5499"/>
                </a:lnTo>
                <a:lnTo>
                  <a:pt x="492" y="5414"/>
                </a:lnTo>
                <a:close/>
                <a:moveTo>
                  <a:pt x="4943" y="6184"/>
                </a:moveTo>
                <a:lnTo>
                  <a:pt x="4964" y="6205"/>
                </a:lnTo>
                <a:lnTo>
                  <a:pt x="4964" y="6248"/>
                </a:lnTo>
                <a:lnTo>
                  <a:pt x="4921" y="6269"/>
                </a:lnTo>
                <a:lnTo>
                  <a:pt x="4878" y="6269"/>
                </a:lnTo>
                <a:lnTo>
                  <a:pt x="4878" y="6248"/>
                </a:lnTo>
                <a:lnTo>
                  <a:pt x="4900" y="6227"/>
                </a:lnTo>
                <a:lnTo>
                  <a:pt x="4921" y="6205"/>
                </a:lnTo>
                <a:lnTo>
                  <a:pt x="4943" y="6184"/>
                </a:lnTo>
                <a:close/>
                <a:moveTo>
                  <a:pt x="2846" y="771"/>
                </a:moveTo>
                <a:lnTo>
                  <a:pt x="3038" y="814"/>
                </a:lnTo>
                <a:lnTo>
                  <a:pt x="3252" y="856"/>
                </a:lnTo>
                <a:lnTo>
                  <a:pt x="3423" y="899"/>
                </a:lnTo>
                <a:lnTo>
                  <a:pt x="3595" y="963"/>
                </a:lnTo>
                <a:lnTo>
                  <a:pt x="3787" y="1006"/>
                </a:lnTo>
                <a:lnTo>
                  <a:pt x="3958" y="1027"/>
                </a:lnTo>
                <a:lnTo>
                  <a:pt x="4023" y="1027"/>
                </a:lnTo>
                <a:lnTo>
                  <a:pt x="4087" y="1006"/>
                </a:lnTo>
                <a:lnTo>
                  <a:pt x="4151" y="1006"/>
                </a:lnTo>
                <a:lnTo>
                  <a:pt x="4215" y="1027"/>
                </a:lnTo>
                <a:lnTo>
                  <a:pt x="4279" y="1070"/>
                </a:lnTo>
                <a:lnTo>
                  <a:pt x="4343" y="1134"/>
                </a:lnTo>
                <a:lnTo>
                  <a:pt x="4472" y="1241"/>
                </a:lnTo>
                <a:lnTo>
                  <a:pt x="4579" y="1348"/>
                </a:lnTo>
                <a:lnTo>
                  <a:pt x="4686" y="1455"/>
                </a:lnTo>
                <a:lnTo>
                  <a:pt x="4878" y="1669"/>
                </a:lnTo>
                <a:lnTo>
                  <a:pt x="5092" y="1883"/>
                </a:lnTo>
                <a:lnTo>
                  <a:pt x="5285" y="2119"/>
                </a:lnTo>
                <a:lnTo>
                  <a:pt x="5456" y="2354"/>
                </a:lnTo>
                <a:lnTo>
                  <a:pt x="5627" y="2611"/>
                </a:lnTo>
                <a:lnTo>
                  <a:pt x="5777" y="2868"/>
                </a:lnTo>
                <a:lnTo>
                  <a:pt x="5905" y="3124"/>
                </a:lnTo>
                <a:lnTo>
                  <a:pt x="6034" y="3402"/>
                </a:lnTo>
                <a:lnTo>
                  <a:pt x="6119" y="3681"/>
                </a:lnTo>
                <a:lnTo>
                  <a:pt x="6205" y="3980"/>
                </a:lnTo>
                <a:lnTo>
                  <a:pt x="6269" y="4280"/>
                </a:lnTo>
                <a:lnTo>
                  <a:pt x="6290" y="4579"/>
                </a:lnTo>
                <a:lnTo>
                  <a:pt x="6312" y="4900"/>
                </a:lnTo>
                <a:lnTo>
                  <a:pt x="6312" y="5242"/>
                </a:lnTo>
                <a:lnTo>
                  <a:pt x="6312" y="5435"/>
                </a:lnTo>
                <a:lnTo>
                  <a:pt x="6312" y="5606"/>
                </a:lnTo>
                <a:lnTo>
                  <a:pt x="6290" y="5713"/>
                </a:lnTo>
                <a:lnTo>
                  <a:pt x="6248" y="5799"/>
                </a:lnTo>
                <a:lnTo>
                  <a:pt x="6226" y="5863"/>
                </a:lnTo>
                <a:lnTo>
                  <a:pt x="6162" y="5906"/>
                </a:lnTo>
                <a:lnTo>
                  <a:pt x="6098" y="5927"/>
                </a:lnTo>
                <a:lnTo>
                  <a:pt x="6034" y="5948"/>
                </a:lnTo>
                <a:lnTo>
                  <a:pt x="5841" y="5970"/>
                </a:lnTo>
                <a:lnTo>
                  <a:pt x="5477" y="5991"/>
                </a:lnTo>
                <a:lnTo>
                  <a:pt x="5221" y="5991"/>
                </a:lnTo>
                <a:lnTo>
                  <a:pt x="5135" y="5948"/>
                </a:lnTo>
                <a:lnTo>
                  <a:pt x="5092" y="5927"/>
                </a:lnTo>
                <a:lnTo>
                  <a:pt x="5050" y="5884"/>
                </a:lnTo>
                <a:lnTo>
                  <a:pt x="4964" y="5799"/>
                </a:lnTo>
                <a:lnTo>
                  <a:pt x="4900" y="5756"/>
                </a:lnTo>
                <a:lnTo>
                  <a:pt x="4793" y="5756"/>
                </a:lnTo>
                <a:lnTo>
                  <a:pt x="4707" y="5820"/>
                </a:lnTo>
                <a:lnTo>
                  <a:pt x="4622" y="5884"/>
                </a:lnTo>
                <a:lnTo>
                  <a:pt x="4557" y="5970"/>
                </a:lnTo>
                <a:lnTo>
                  <a:pt x="4493" y="6034"/>
                </a:lnTo>
                <a:lnTo>
                  <a:pt x="4408" y="6098"/>
                </a:lnTo>
                <a:lnTo>
                  <a:pt x="4258" y="6184"/>
                </a:lnTo>
                <a:lnTo>
                  <a:pt x="4108" y="6269"/>
                </a:lnTo>
                <a:lnTo>
                  <a:pt x="3958" y="6334"/>
                </a:lnTo>
                <a:lnTo>
                  <a:pt x="3787" y="6355"/>
                </a:lnTo>
                <a:lnTo>
                  <a:pt x="3595" y="6355"/>
                </a:lnTo>
                <a:lnTo>
                  <a:pt x="3381" y="6334"/>
                </a:lnTo>
                <a:lnTo>
                  <a:pt x="2974" y="6227"/>
                </a:lnTo>
                <a:lnTo>
                  <a:pt x="2782" y="6205"/>
                </a:lnTo>
                <a:lnTo>
                  <a:pt x="2610" y="6184"/>
                </a:lnTo>
                <a:lnTo>
                  <a:pt x="2568" y="6227"/>
                </a:lnTo>
                <a:lnTo>
                  <a:pt x="2525" y="6248"/>
                </a:lnTo>
                <a:lnTo>
                  <a:pt x="2482" y="6227"/>
                </a:lnTo>
                <a:lnTo>
                  <a:pt x="2461" y="6205"/>
                </a:lnTo>
                <a:lnTo>
                  <a:pt x="2396" y="6141"/>
                </a:lnTo>
                <a:lnTo>
                  <a:pt x="2354" y="6055"/>
                </a:lnTo>
                <a:lnTo>
                  <a:pt x="2311" y="5970"/>
                </a:lnTo>
                <a:lnTo>
                  <a:pt x="2247" y="5799"/>
                </a:lnTo>
                <a:lnTo>
                  <a:pt x="2204" y="5735"/>
                </a:lnTo>
                <a:lnTo>
                  <a:pt x="2161" y="5670"/>
                </a:lnTo>
                <a:lnTo>
                  <a:pt x="2076" y="5628"/>
                </a:lnTo>
                <a:lnTo>
                  <a:pt x="1969" y="5606"/>
                </a:lnTo>
                <a:lnTo>
                  <a:pt x="1904" y="5628"/>
                </a:lnTo>
                <a:lnTo>
                  <a:pt x="1840" y="5670"/>
                </a:lnTo>
                <a:lnTo>
                  <a:pt x="1776" y="5713"/>
                </a:lnTo>
                <a:lnTo>
                  <a:pt x="1755" y="5777"/>
                </a:lnTo>
                <a:lnTo>
                  <a:pt x="1712" y="5927"/>
                </a:lnTo>
                <a:lnTo>
                  <a:pt x="1712" y="6077"/>
                </a:lnTo>
                <a:lnTo>
                  <a:pt x="1648" y="5991"/>
                </a:lnTo>
                <a:lnTo>
                  <a:pt x="1626" y="5906"/>
                </a:lnTo>
                <a:lnTo>
                  <a:pt x="1605" y="5842"/>
                </a:lnTo>
                <a:lnTo>
                  <a:pt x="1626" y="5713"/>
                </a:lnTo>
                <a:lnTo>
                  <a:pt x="1669" y="5521"/>
                </a:lnTo>
                <a:lnTo>
                  <a:pt x="1712" y="5328"/>
                </a:lnTo>
                <a:lnTo>
                  <a:pt x="1626" y="5307"/>
                </a:lnTo>
                <a:lnTo>
                  <a:pt x="1562" y="5328"/>
                </a:lnTo>
                <a:lnTo>
                  <a:pt x="1498" y="5371"/>
                </a:lnTo>
                <a:lnTo>
                  <a:pt x="1434" y="5435"/>
                </a:lnTo>
                <a:lnTo>
                  <a:pt x="1369" y="5585"/>
                </a:lnTo>
                <a:lnTo>
                  <a:pt x="1305" y="5735"/>
                </a:lnTo>
                <a:lnTo>
                  <a:pt x="1198" y="5649"/>
                </a:lnTo>
                <a:lnTo>
                  <a:pt x="1134" y="5542"/>
                </a:lnTo>
                <a:lnTo>
                  <a:pt x="1113" y="5435"/>
                </a:lnTo>
                <a:lnTo>
                  <a:pt x="1113" y="5307"/>
                </a:lnTo>
                <a:lnTo>
                  <a:pt x="1134" y="5178"/>
                </a:lnTo>
                <a:lnTo>
                  <a:pt x="1177" y="5071"/>
                </a:lnTo>
                <a:lnTo>
                  <a:pt x="1262" y="4836"/>
                </a:lnTo>
                <a:lnTo>
                  <a:pt x="1327" y="4622"/>
                </a:lnTo>
                <a:lnTo>
                  <a:pt x="1369" y="4515"/>
                </a:lnTo>
                <a:lnTo>
                  <a:pt x="1348" y="4472"/>
                </a:lnTo>
                <a:lnTo>
                  <a:pt x="1327" y="4451"/>
                </a:lnTo>
                <a:lnTo>
                  <a:pt x="1241" y="4451"/>
                </a:lnTo>
                <a:lnTo>
                  <a:pt x="1177" y="4515"/>
                </a:lnTo>
                <a:lnTo>
                  <a:pt x="1134" y="4601"/>
                </a:lnTo>
                <a:lnTo>
                  <a:pt x="1091" y="4622"/>
                </a:lnTo>
                <a:lnTo>
                  <a:pt x="1070" y="4643"/>
                </a:lnTo>
                <a:lnTo>
                  <a:pt x="1412" y="3681"/>
                </a:lnTo>
                <a:lnTo>
                  <a:pt x="1476" y="3574"/>
                </a:lnTo>
                <a:lnTo>
                  <a:pt x="1519" y="3424"/>
                </a:lnTo>
                <a:lnTo>
                  <a:pt x="1541" y="3338"/>
                </a:lnTo>
                <a:lnTo>
                  <a:pt x="1541" y="3274"/>
                </a:lnTo>
                <a:lnTo>
                  <a:pt x="1519" y="3231"/>
                </a:lnTo>
                <a:lnTo>
                  <a:pt x="1476" y="3188"/>
                </a:lnTo>
                <a:lnTo>
                  <a:pt x="1412" y="3188"/>
                </a:lnTo>
                <a:lnTo>
                  <a:pt x="1348" y="3231"/>
                </a:lnTo>
                <a:lnTo>
                  <a:pt x="1284" y="3274"/>
                </a:lnTo>
                <a:lnTo>
                  <a:pt x="1241" y="3317"/>
                </a:lnTo>
                <a:lnTo>
                  <a:pt x="1156" y="3467"/>
                </a:lnTo>
                <a:lnTo>
                  <a:pt x="1091" y="3574"/>
                </a:lnTo>
                <a:lnTo>
                  <a:pt x="1091" y="3552"/>
                </a:lnTo>
                <a:lnTo>
                  <a:pt x="1091" y="3488"/>
                </a:lnTo>
                <a:lnTo>
                  <a:pt x="1134" y="3338"/>
                </a:lnTo>
                <a:lnTo>
                  <a:pt x="1220" y="3060"/>
                </a:lnTo>
                <a:lnTo>
                  <a:pt x="1327" y="2782"/>
                </a:lnTo>
                <a:lnTo>
                  <a:pt x="1391" y="2632"/>
                </a:lnTo>
                <a:lnTo>
                  <a:pt x="1391" y="2568"/>
                </a:lnTo>
                <a:lnTo>
                  <a:pt x="1369" y="2589"/>
                </a:lnTo>
                <a:lnTo>
                  <a:pt x="1327" y="2589"/>
                </a:lnTo>
                <a:lnTo>
                  <a:pt x="1455" y="2354"/>
                </a:lnTo>
                <a:lnTo>
                  <a:pt x="1626" y="2119"/>
                </a:lnTo>
                <a:lnTo>
                  <a:pt x="1969" y="1691"/>
                </a:lnTo>
                <a:lnTo>
                  <a:pt x="2311" y="1263"/>
                </a:lnTo>
                <a:lnTo>
                  <a:pt x="2482" y="1027"/>
                </a:lnTo>
                <a:lnTo>
                  <a:pt x="2632" y="814"/>
                </a:lnTo>
                <a:lnTo>
                  <a:pt x="2717" y="792"/>
                </a:lnTo>
                <a:lnTo>
                  <a:pt x="2846" y="771"/>
                </a:lnTo>
                <a:close/>
                <a:moveTo>
                  <a:pt x="2953" y="0"/>
                </a:moveTo>
                <a:lnTo>
                  <a:pt x="2610" y="22"/>
                </a:lnTo>
                <a:lnTo>
                  <a:pt x="2247" y="43"/>
                </a:lnTo>
                <a:lnTo>
                  <a:pt x="2076" y="86"/>
                </a:lnTo>
                <a:lnTo>
                  <a:pt x="1904" y="129"/>
                </a:lnTo>
                <a:lnTo>
                  <a:pt x="1755" y="193"/>
                </a:lnTo>
                <a:lnTo>
                  <a:pt x="1626" y="300"/>
                </a:lnTo>
                <a:lnTo>
                  <a:pt x="1562" y="364"/>
                </a:lnTo>
                <a:lnTo>
                  <a:pt x="1498" y="428"/>
                </a:lnTo>
                <a:lnTo>
                  <a:pt x="1412" y="600"/>
                </a:lnTo>
                <a:lnTo>
                  <a:pt x="1305" y="749"/>
                </a:lnTo>
                <a:lnTo>
                  <a:pt x="1262" y="814"/>
                </a:lnTo>
                <a:lnTo>
                  <a:pt x="1198" y="878"/>
                </a:lnTo>
                <a:lnTo>
                  <a:pt x="1027" y="963"/>
                </a:lnTo>
                <a:lnTo>
                  <a:pt x="856" y="1027"/>
                </a:lnTo>
                <a:lnTo>
                  <a:pt x="685" y="1092"/>
                </a:lnTo>
                <a:lnTo>
                  <a:pt x="535" y="1156"/>
                </a:lnTo>
                <a:lnTo>
                  <a:pt x="471" y="1220"/>
                </a:lnTo>
                <a:lnTo>
                  <a:pt x="428" y="1263"/>
                </a:lnTo>
                <a:lnTo>
                  <a:pt x="428" y="1327"/>
                </a:lnTo>
                <a:lnTo>
                  <a:pt x="428" y="1391"/>
                </a:lnTo>
                <a:lnTo>
                  <a:pt x="449" y="1455"/>
                </a:lnTo>
                <a:lnTo>
                  <a:pt x="492" y="1498"/>
                </a:lnTo>
                <a:lnTo>
                  <a:pt x="556" y="1520"/>
                </a:lnTo>
                <a:lnTo>
                  <a:pt x="642" y="1541"/>
                </a:lnTo>
                <a:lnTo>
                  <a:pt x="728" y="1520"/>
                </a:lnTo>
                <a:lnTo>
                  <a:pt x="813" y="1498"/>
                </a:lnTo>
                <a:lnTo>
                  <a:pt x="984" y="1413"/>
                </a:lnTo>
                <a:lnTo>
                  <a:pt x="1284" y="1241"/>
                </a:lnTo>
                <a:lnTo>
                  <a:pt x="1369" y="1177"/>
                </a:lnTo>
                <a:lnTo>
                  <a:pt x="1455" y="1113"/>
                </a:lnTo>
                <a:lnTo>
                  <a:pt x="1562" y="963"/>
                </a:lnTo>
                <a:lnTo>
                  <a:pt x="1690" y="792"/>
                </a:lnTo>
                <a:lnTo>
                  <a:pt x="1819" y="621"/>
                </a:lnTo>
                <a:lnTo>
                  <a:pt x="1883" y="557"/>
                </a:lnTo>
                <a:lnTo>
                  <a:pt x="1969" y="514"/>
                </a:lnTo>
                <a:lnTo>
                  <a:pt x="2161" y="428"/>
                </a:lnTo>
                <a:lnTo>
                  <a:pt x="2396" y="407"/>
                </a:lnTo>
                <a:lnTo>
                  <a:pt x="2568" y="407"/>
                </a:lnTo>
                <a:lnTo>
                  <a:pt x="2589" y="428"/>
                </a:lnTo>
                <a:lnTo>
                  <a:pt x="2610" y="450"/>
                </a:lnTo>
                <a:lnTo>
                  <a:pt x="2589" y="471"/>
                </a:lnTo>
                <a:lnTo>
                  <a:pt x="2568" y="514"/>
                </a:lnTo>
                <a:lnTo>
                  <a:pt x="2503" y="535"/>
                </a:lnTo>
                <a:lnTo>
                  <a:pt x="2482" y="557"/>
                </a:lnTo>
                <a:lnTo>
                  <a:pt x="2311" y="664"/>
                </a:lnTo>
                <a:lnTo>
                  <a:pt x="2140" y="771"/>
                </a:lnTo>
                <a:lnTo>
                  <a:pt x="1840" y="1049"/>
                </a:lnTo>
                <a:lnTo>
                  <a:pt x="1562" y="1348"/>
                </a:lnTo>
                <a:lnTo>
                  <a:pt x="1305" y="1669"/>
                </a:lnTo>
                <a:lnTo>
                  <a:pt x="1070" y="2033"/>
                </a:lnTo>
                <a:lnTo>
                  <a:pt x="856" y="2397"/>
                </a:lnTo>
                <a:lnTo>
                  <a:pt x="685" y="2761"/>
                </a:lnTo>
                <a:lnTo>
                  <a:pt x="514" y="3124"/>
                </a:lnTo>
                <a:lnTo>
                  <a:pt x="385" y="3467"/>
                </a:lnTo>
                <a:lnTo>
                  <a:pt x="257" y="3852"/>
                </a:lnTo>
                <a:lnTo>
                  <a:pt x="64" y="4579"/>
                </a:lnTo>
                <a:lnTo>
                  <a:pt x="22" y="4750"/>
                </a:lnTo>
                <a:lnTo>
                  <a:pt x="0" y="4943"/>
                </a:lnTo>
                <a:lnTo>
                  <a:pt x="0" y="5114"/>
                </a:lnTo>
                <a:lnTo>
                  <a:pt x="0" y="5285"/>
                </a:lnTo>
                <a:lnTo>
                  <a:pt x="43" y="5456"/>
                </a:lnTo>
                <a:lnTo>
                  <a:pt x="86" y="5628"/>
                </a:lnTo>
                <a:lnTo>
                  <a:pt x="171" y="5777"/>
                </a:lnTo>
                <a:lnTo>
                  <a:pt x="257" y="5927"/>
                </a:lnTo>
                <a:lnTo>
                  <a:pt x="471" y="6162"/>
                </a:lnTo>
                <a:lnTo>
                  <a:pt x="578" y="6269"/>
                </a:lnTo>
                <a:lnTo>
                  <a:pt x="685" y="6355"/>
                </a:lnTo>
                <a:lnTo>
                  <a:pt x="792" y="6441"/>
                </a:lnTo>
                <a:lnTo>
                  <a:pt x="920" y="6505"/>
                </a:lnTo>
                <a:lnTo>
                  <a:pt x="1070" y="6569"/>
                </a:lnTo>
                <a:lnTo>
                  <a:pt x="1220" y="6612"/>
                </a:lnTo>
                <a:lnTo>
                  <a:pt x="1369" y="6612"/>
                </a:lnTo>
                <a:lnTo>
                  <a:pt x="1498" y="6590"/>
                </a:lnTo>
                <a:lnTo>
                  <a:pt x="1797" y="6569"/>
                </a:lnTo>
                <a:lnTo>
                  <a:pt x="1947" y="6569"/>
                </a:lnTo>
                <a:lnTo>
                  <a:pt x="2011" y="6590"/>
                </a:lnTo>
                <a:lnTo>
                  <a:pt x="2097" y="6655"/>
                </a:lnTo>
                <a:lnTo>
                  <a:pt x="2268" y="6783"/>
                </a:lnTo>
                <a:lnTo>
                  <a:pt x="2418" y="6890"/>
                </a:lnTo>
                <a:lnTo>
                  <a:pt x="2610" y="6975"/>
                </a:lnTo>
                <a:lnTo>
                  <a:pt x="2782" y="7040"/>
                </a:lnTo>
                <a:lnTo>
                  <a:pt x="2953" y="7082"/>
                </a:lnTo>
                <a:lnTo>
                  <a:pt x="3167" y="7082"/>
                </a:lnTo>
                <a:lnTo>
                  <a:pt x="3316" y="7040"/>
                </a:lnTo>
                <a:lnTo>
                  <a:pt x="3466" y="6975"/>
                </a:lnTo>
                <a:lnTo>
                  <a:pt x="3616" y="6933"/>
                </a:lnTo>
                <a:lnTo>
                  <a:pt x="3787" y="6869"/>
                </a:lnTo>
                <a:lnTo>
                  <a:pt x="3980" y="6826"/>
                </a:lnTo>
                <a:lnTo>
                  <a:pt x="4172" y="6762"/>
                </a:lnTo>
                <a:lnTo>
                  <a:pt x="4343" y="6697"/>
                </a:lnTo>
                <a:lnTo>
                  <a:pt x="4536" y="6590"/>
                </a:lnTo>
                <a:lnTo>
                  <a:pt x="4664" y="6483"/>
                </a:lnTo>
                <a:lnTo>
                  <a:pt x="4729" y="6441"/>
                </a:lnTo>
                <a:lnTo>
                  <a:pt x="4793" y="6419"/>
                </a:lnTo>
                <a:lnTo>
                  <a:pt x="4857" y="6398"/>
                </a:lnTo>
                <a:lnTo>
                  <a:pt x="4878" y="6419"/>
                </a:lnTo>
                <a:lnTo>
                  <a:pt x="4857" y="6462"/>
                </a:lnTo>
                <a:lnTo>
                  <a:pt x="4900" y="6505"/>
                </a:lnTo>
                <a:lnTo>
                  <a:pt x="4943" y="6569"/>
                </a:lnTo>
                <a:lnTo>
                  <a:pt x="5007" y="6612"/>
                </a:lnTo>
                <a:lnTo>
                  <a:pt x="5178" y="6676"/>
                </a:lnTo>
                <a:lnTo>
                  <a:pt x="5349" y="6719"/>
                </a:lnTo>
                <a:lnTo>
                  <a:pt x="5499" y="6740"/>
                </a:lnTo>
                <a:lnTo>
                  <a:pt x="5734" y="6762"/>
                </a:lnTo>
                <a:lnTo>
                  <a:pt x="5948" y="6740"/>
                </a:lnTo>
                <a:lnTo>
                  <a:pt x="6119" y="6655"/>
                </a:lnTo>
                <a:lnTo>
                  <a:pt x="6333" y="6526"/>
                </a:lnTo>
                <a:lnTo>
                  <a:pt x="6547" y="6355"/>
                </a:lnTo>
                <a:lnTo>
                  <a:pt x="6654" y="6269"/>
                </a:lnTo>
                <a:lnTo>
                  <a:pt x="6740" y="6162"/>
                </a:lnTo>
                <a:lnTo>
                  <a:pt x="6804" y="6034"/>
                </a:lnTo>
                <a:lnTo>
                  <a:pt x="6847" y="5906"/>
                </a:lnTo>
                <a:lnTo>
                  <a:pt x="6868" y="5777"/>
                </a:lnTo>
                <a:lnTo>
                  <a:pt x="6868" y="5628"/>
                </a:lnTo>
                <a:lnTo>
                  <a:pt x="6847" y="5414"/>
                </a:lnTo>
                <a:lnTo>
                  <a:pt x="6847" y="5200"/>
                </a:lnTo>
                <a:lnTo>
                  <a:pt x="6847" y="4772"/>
                </a:lnTo>
                <a:lnTo>
                  <a:pt x="6804" y="4387"/>
                </a:lnTo>
                <a:lnTo>
                  <a:pt x="6761" y="4023"/>
                </a:lnTo>
                <a:lnTo>
                  <a:pt x="6676" y="3659"/>
                </a:lnTo>
                <a:lnTo>
                  <a:pt x="6547" y="3295"/>
                </a:lnTo>
                <a:lnTo>
                  <a:pt x="6376" y="2932"/>
                </a:lnTo>
                <a:lnTo>
                  <a:pt x="6205" y="2568"/>
                </a:lnTo>
                <a:lnTo>
                  <a:pt x="5991" y="2247"/>
                </a:lnTo>
                <a:lnTo>
                  <a:pt x="5756" y="1926"/>
                </a:lnTo>
                <a:lnTo>
                  <a:pt x="5499" y="1627"/>
                </a:lnTo>
                <a:lnTo>
                  <a:pt x="5221" y="1348"/>
                </a:lnTo>
                <a:lnTo>
                  <a:pt x="4943" y="1092"/>
                </a:lnTo>
                <a:lnTo>
                  <a:pt x="4622" y="835"/>
                </a:lnTo>
                <a:lnTo>
                  <a:pt x="4515" y="771"/>
                </a:lnTo>
                <a:lnTo>
                  <a:pt x="4343" y="685"/>
                </a:lnTo>
                <a:lnTo>
                  <a:pt x="4194" y="600"/>
                </a:lnTo>
                <a:lnTo>
                  <a:pt x="4130" y="557"/>
                </a:lnTo>
                <a:lnTo>
                  <a:pt x="4108" y="514"/>
                </a:lnTo>
                <a:lnTo>
                  <a:pt x="4087" y="471"/>
                </a:lnTo>
                <a:lnTo>
                  <a:pt x="4087" y="407"/>
                </a:lnTo>
                <a:lnTo>
                  <a:pt x="4087" y="279"/>
                </a:lnTo>
                <a:lnTo>
                  <a:pt x="4087" y="172"/>
                </a:lnTo>
                <a:lnTo>
                  <a:pt x="4065" y="129"/>
                </a:lnTo>
                <a:lnTo>
                  <a:pt x="4023" y="86"/>
                </a:lnTo>
                <a:lnTo>
                  <a:pt x="3937" y="43"/>
                </a:lnTo>
                <a:lnTo>
                  <a:pt x="3830" y="22"/>
                </a:lnTo>
                <a:lnTo>
                  <a:pt x="3616" y="22"/>
                </a:lnTo>
                <a:lnTo>
                  <a:pt x="3274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32"/>
          <p:cNvSpPr/>
          <p:nvPr/>
        </p:nvSpPr>
        <p:spPr>
          <a:xfrm>
            <a:off x="4686439" y="964675"/>
            <a:ext cx="226075" cy="241147"/>
          </a:xfrm>
          <a:custGeom>
            <a:rect b="b" l="l" r="r" t="t"/>
            <a:pathLst>
              <a:path extrusionOk="0" h="4109" w="2676">
                <a:moveTo>
                  <a:pt x="1028" y="835"/>
                </a:moveTo>
                <a:lnTo>
                  <a:pt x="1049" y="856"/>
                </a:lnTo>
                <a:lnTo>
                  <a:pt x="1092" y="942"/>
                </a:lnTo>
                <a:lnTo>
                  <a:pt x="1156" y="1156"/>
                </a:lnTo>
                <a:lnTo>
                  <a:pt x="1199" y="1412"/>
                </a:lnTo>
                <a:lnTo>
                  <a:pt x="1221" y="1562"/>
                </a:lnTo>
                <a:lnTo>
                  <a:pt x="1114" y="1562"/>
                </a:lnTo>
                <a:lnTo>
                  <a:pt x="1049" y="1519"/>
                </a:lnTo>
                <a:lnTo>
                  <a:pt x="1028" y="1455"/>
                </a:lnTo>
                <a:lnTo>
                  <a:pt x="1007" y="1348"/>
                </a:lnTo>
                <a:lnTo>
                  <a:pt x="942" y="1198"/>
                </a:lnTo>
                <a:lnTo>
                  <a:pt x="921" y="1113"/>
                </a:lnTo>
                <a:lnTo>
                  <a:pt x="900" y="1027"/>
                </a:lnTo>
                <a:lnTo>
                  <a:pt x="921" y="942"/>
                </a:lnTo>
                <a:lnTo>
                  <a:pt x="942" y="920"/>
                </a:lnTo>
                <a:lnTo>
                  <a:pt x="964" y="899"/>
                </a:lnTo>
                <a:lnTo>
                  <a:pt x="1028" y="835"/>
                </a:lnTo>
                <a:close/>
                <a:moveTo>
                  <a:pt x="1798" y="2140"/>
                </a:moveTo>
                <a:lnTo>
                  <a:pt x="1948" y="2183"/>
                </a:lnTo>
                <a:lnTo>
                  <a:pt x="2076" y="2225"/>
                </a:lnTo>
                <a:lnTo>
                  <a:pt x="2141" y="2247"/>
                </a:lnTo>
                <a:lnTo>
                  <a:pt x="2205" y="2290"/>
                </a:lnTo>
                <a:lnTo>
                  <a:pt x="2248" y="2354"/>
                </a:lnTo>
                <a:lnTo>
                  <a:pt x="2269" y="2418"/>
                </a:lnTo>
                <a:lnTo>
                  <a:pt x="2248" y="2525"/>
                </a:lnTo>
                <a:lnTo>
                  <a:pt x="2226" y="2675"/>
                </a:lnTo>
                <a:lnTo>
                  <a:pt x="2162" y="2803"/>
                </a:lnTo>
                <a:lnTo>
                  <a:pt x="2119" y="2825"/>
                </a:lnTo>
                <a:lnTo>
                  <a:pt x="2076" y="2846"/>
                </a:lnTo>
                <a:lnTo>
                  <a:pt x="2012" y="2803"/>
                </a:lnTo>
                <a:lnTo>
                  <a:pt x="1969" y="2718"/>
                </a:lnTo>
                <a:lnTo>
                  <a:pt x="1884" y="2482"/>
                </a:lnTo>
                <a:lnTo>
                  <a:pt x="1820" y="2247"/>
                </a:lnTo>
                <a:lnTo>
                  <a:pt x="1798" y="2140"/>
                </a:lnTo>
                <a:close/>
                <a:moveTo>
                  <a:pt x="1221" y="2033"/>
                </a:moveTo>
                <a:lnTo>
                  <a:pt x="1306" y="2054"/>
                </a:lnTo>
                <a:lnTo>
                  <a:pt x="1392" y="2076"/>
                </a:lnTo>
                <a:lnTo>
                  <a:pt x="1563" y="2546"/>
                </a:lnTo>
                <a:lnTo>
                  <a:pt x="1713" y="3017"/>
                </a:lnTo>
                <a:lnTo>
                  <a:pt x="1627" y="3039"/>
                </a:lnTo>
                <a:lnTo>
                  <a:pt x="1584" y="3039"/>
                </a:lnTo>
                <a:lnTo>
                  <a:pt x="1541" y="2996"/>
                </a:lnTo>
                <a:lnTo>
                  <a:pt x="1499" y="2910"/>
                </a:lnTo>
                <a:lnTo>
                  <a:pt x="1434" y="2760"/>
                </a:lnTo>
                <a:lnTo>
                  <a:pt x="1392" y="2611"/>
                </a:lnTo>
                <a:lnTo>
                  <a:pt x="1285" y="2332"/>
                </a:lnTo>
                <a:lnTo>
                  <a:pt x="1242" y="2183"/>
                </a:lnTo>
                <a:lnTo>
                  <a:pt x="1221" y="2033"/>
                </a:lnTo>
                <a:close/>
                <a:moveTo>
                  <a:pt x="1007" y="0"/>
                </a:moveTo>
                <a:lnTo>
                  <a:pt x="964" y="22"/>
                </a:lnTo>
                <a:lnTo>
                  <a:pt x="942" y="43"/>
                </a:lnTo>
                <a:lnTo>
                  <a:pt x="942" y="86"/>
                </a:lnTo>
                <a:lnTo>
                  <a:pt x="921" y="171"/>
                </a:lnTo>
                <a:lnTo>
                  <a:pt x="921" y="278"/>
                </a:lnTo>
                <a:lnTo>
                  <a:pt x="921" y="343"/>
                </a:lnTo>
                <a:lnTo>
                  <a:pt x="942" y="385"/>
                </a:lnTo>
                <a:lnTo>
                  <a:pt x="921" y="407"/>
                </a:lnTo>
                <a:lnTo>
                  <a:pt x="857" y="450"/>
                </a:lnTo>
                <a:lnTo>
                  <a:pt x="771" y="450"/>
                </a:lnTo>
                <a:lnTo>
                  <a:pt x="728" y="364"/>
                </a:lnTo>
                <a:lnTo>
                  <a:pt x="707" y="278"/>
                </a:lnTo>
                <a:lnTo>
                  <a:pt x="686" y="193"/>
                </a:lnTo>
                <a:lnTo>
                  <a:pt x="643" y="107"/>
                </a:lnTo>
                <a:lnTo>
                  <a:pt x="621" y="86"/>
                </a:lnTo>
                <a:lnTo>
                  <a:pt x="579" y="65"/>
                </a:lnTo>
                <a:lnTo>
                  <a:pt x="514" y="65"/>
                </a:lnTo>
                <a:lnTo>
                  <a:pt x="472" y="107"/>
                </a:lnTo>
                <a:lnTo>
                  <a:pt x="450" y="150"/>
                </a:lnTo>
                <a:lnTo>
                  <a:pt x="429" y="193"/>
                </a:lnTo>
                <a:lnTo>
                  <a:pt x="429" y="300"/>
                </a:lnTo>
                <a:lnTo>
                  <a:pt x="450" y="407"/>
                </a:lnTo>
                <a:lnTo>
                  <a:pt x="450" y="535"/>
                </a:lnTo>
                <a:lnTo>
                  <a:pt x="450" y="578"/>
                </a:lnTo>
                <a:lnTo>
                  <a:pt x="407" y="642"/>
                </a:lnTo>
                <a:lnTo>
                  <a:pt x="365" y="685"/>
                </a:lnTo>
                <a:lnTo>
                  <a:pt x="301" y="728"/>
                </a:lnTo>
                <a:lnTo>
                  <a:pt x="215" y="813"/>
                </a:lnTo>
                <a:lnTo>
                  <a:pt x="108" y="985"/>
                </a:lnTo>
                <a:lnTo>
                  <a:pt x="22" y="1156"/>
                </a:lnTo>
                <a:lnTo>
                  <a:pt x="1" y="1391"/>
                </a:lnTo>
                <a:lnTo>
                  <a:pt x="22" y="1498"/>
                </a:lnTo>
                <a:lnTo>
                  <a:pt x="65" y="1605"/>
                </a:lnTo>
                <a:lnTo>
                  <a:pt x="108" y="1691"/>
                </a:lnTo>
                <a:lnTo>
                  <a:pt x="172" y="1733"/>
                </a:lnTo>
                <a:lnTo>
                  <a:pt x="236" y="1798"/>
                </a:lnTo>
                <a:lnTo>
                  <a:pt x="322" y="1819"/>
                </a:lnTo>
                <a:lnTo>
                  <a:pt x="450" y="1862"/>
                </a:lnTo>
                <a:lnTo>
                  <a:pt x="600" y="1883"/>
                </a:lnTo>
                <a:lnTo>
                  <a:pt x="750" y="1905"/>
                </a:lnTo>
                <a:lnTo>
                  <a:pt x="793" y="1926"/>
                </a:lnTo>
                <a:lnTo>
                  <a:pt x="835" y="1947"/>
                </a:lnTo>
                <a:lnTo>
                  <a:pt x="900" y="2033"/>
                </a:lnTo>
                <a:lnTo>
                  <a:pt x="942" y="2161"/>
                </a:lnTo>
                <a:lnTo>
                  <a:pt x="1007" y="2418"/>
                </a:lnTo>
                <a:lnTo>
                  <a:pt x="1178" y="2910"/>
                </a:lnTo>
                <a:lnTo>
                  <a:pt x="1221" y="3039"/>
                </a:lnTo>
                <a:lnTo>
                  <a:pt x="1221" y="3103"/>
                </a:lnTo>
                <a:lnTo>
                  <a:pt x="1221" y="3145"/>
                </a:lnTo>
                <a:lnTo>
                  <a:pt x="1199" y="3167"/>
                </a:lnTo>
                <a:lnTo>
                  <a:pt x="1156" y="3188"/>
                </a:lnTo>
                <a:lnTo>
                  <a:pt x="1007" y="3210"/>
                </a:lnTo>
                <a:lnTo>
                  <a:pt x="878" y="3188"/>
                </a:lnTo>
                <a:lnTo>
                  <a:pt x="707" y="3167"/>
                </a:lnTo>
                <a:lnTo>
                  <a:pt x="514" y="3145"/>
                </a:lnTo>
                <a:lnTo>
                  <a:pt x="407" y="3145"/>
                </a:lnTo>
                <a:lnTo>
                  <a:pt x="386" y="3167"/>
                </a:lnTo>
                <a:lnTo>
                  <a:pt x="386" y="3210"/>
                </a:lnTo>
                <a:lnTo>
                  <a:pt x="365" y="3317"/>
                </a:lnTo>
                <a:lnTo>
                  <a:pt x="386" y="3424"/>
                </a:lnTo>
                <a:lnTo>
                  <a:pt x="407" y="3488"/>
                </a:lnTo>
                <a:lnTo>
                  <a:pt x="472" y="3552"/>
                </a:lnTo>
                <a:lnTo>
                  <a:pt x="536" y="3595"/>
                </a:lnTo>
                <a:lnTo>
                  <a:pt x="686" y="3659"/>
                </a:lnTo>
                <a:lnTo>
                  <a:pt x="878" y="3680"/>
                </a:lnTo>
                <a:lnTo>
                  <a:pt x="1049" y="3680"/>
                </a:lnTo>
                <a:lnTo>
                  <a:pt x="1242" y="3638"/>
                </a:lnTo>
                <a:lnTo>
                  <a:pt x="1413" y="3638"/>
                </a:lnTo>
                <a:lnTo>
                  <a:pt x="1456" y="3680"/>
                </a:lnTo>
                <a:lnTo>
                  <a:pt x="1499" y="3723"/>
                </a:lnTo>
                <a:lnTo>
                  <a:pt x="1541" y="3787"/>
                </a:lnTo>
                <a:lnTo>
                  <a:pt x="1584" y="3809"/>
                </a:lnTo>
                <a:lnTo>
                  <a:pt x="1648" y="3787"/>
                </a:lnTo>
                <a:lnTo>
                  <a:pt x="1670" y="3787"/>
                </a:lnTo>
                <a:lnTo>
                  <a:pt x="1691" y="3723"/>
                </a:lnTo>
                <a:lnTo>
                  <a:pt x="1691" y="3659"/>
                </a:lnTo>
                <a:lnTo>
                  <a:pt x="1713" y="3595"/>
                </a:lnTo>
                <a:lnTo>
                  <a:pt x="1777" y="3509"/>
                </a:lnTo>
                <a:lnTo>
                  <a:pt x="1820" y="3488"/>
                </a:lnTo>
                <a:lnTo>
                  <a:pt x="1841" y="3488"/>
                </a:lnTo>
                <a:lnTo>
                  <a:pt x="1884" y="3509"/>
                </a:lnTo>
                <a:lnTo>
                  <a:pt x="1927" y="3595"/>
                </a:lnTo>
                <a:lnTo>
                  <a:pt x="2012" y="3787"/>
                </a:lnTo>
                <a:lnTo>
                  <a:pt x="2055" y="3937"/>
                </a:lnTo>
                <a:lnTo>
                  <a:pt x="2098" y="4044"/>
                </a:lnTo>
                <a:lnTo>
                  <a:pt x="2162" y="4108"/>
                </a:lnTo>
                <a:lnTo>
                  <a:pt x="2226" y="4108"/>
                </a:lnTo>
                <a:lnTo>
                  <a:pt x="2248" y="4087"/>
                </a:lnTo>
                <a:lnTo>
                  <a:pt x="2290" y="4023"/>
                </a:lnTo>
                <a:lnTo>
                  <a:pt x="2312" y="3916"/>
                </a:lnTo>
                <a:lnTo>
                  <a:pt x="2290" y="3809"/>
                </a:lnTo>
                <a:lnTo>
                  <a:pt x="2248" y="3595"/>
                </a:lnTo>
                <a:lnTo>
                  <a:pt x="2205" y="3509"/>
                </a:lnTo>
                <a:lnTo>
                  <a:pt x="2183" y="3402"/>
                </a:lnTo>
                <a:lnTo>
                  <a:pt x="2205" y="3295"/>
                </a:lnTo>
                <a:lnTo>
                  <a:pt x="2226" y="3274"/>
                </a:lnTo>
                <a:lnTo>
                  <a:pt x="2269" y="3231"/>
                </a:lnTo>
                <a:lnTo>
                  <a:pt x="2354" y="3124"/>
                </a:lnTo>
                <a:lnTo>
                  <a:pt x="2461" y="3039"/>
                </a:lnTo>
                <a:lnTo>
                  <a:pt x="2547" y="2953"/>
                </a:lnTo>
                <a:lnTo>
                  <a:pt x="2633" y="2825"/>
                </a:lnTo>
                <a:lnTo>
                  <a:pt x="2654" y="2718"/>
                </a:lnTo>
                <a:lnTo>
                  <a:pt x="2675" y="2611"/>
                </a:lnTo>
                <a:lnTo>
                  <a:pt x="2654" y="2418"/>
                </a:lnTo>
                <a:lnTo>
                  <a:pt x="2611" y="2225"/>
                </a:lnTo>
                <a:lnTo>
                  <a:pt x="2526" y="2054"/>
                </a:lnTo>
                <a:lnTo>
                  <a:pt x="2397" y="1905"/>
                </a:lnTo>
                <a:lnTo>
                  <a:pt x="2248" y="1755"/>
                </a:lnTo>
                <a:lnTo>
                  <a:pt x="2076" y="1669"/>
                </a:lnTo>
                <a:lnTo>
                  <a:pt x="1884" y="1584"/>
                </a:lnTo>
                <a:lnTo>
                  <a:pt x="1713" y="1562"/>
                </a:lnTo>
                <a:lnTo>
                  <a:pt x="1627" y="1562"/>
                </a:lnTo>
                <a:lnTo>
                  <a:pt x="1563" y="1541"/>
                </a:lnTo>
                <a:lnTo>
                  <a:pt x="1541" y="1477"/>
                </a:lnTo>
                <a:lnTo>
                  <a:pt x="1520" y="1370"/>
                </a:lnTo>
                <a:lnTo>
                  <a:pt x="1477" y="1156"/>
                </a:lnTo>
                <a:lnTo>
                  <a:pt x="1392" y="942"/>
                </a:lnTo>
                <a:lnTo>
                  <a:pt x="1349" y="813"/>
                </a:lnTo>
                <a:lnTo>
                  <a:pt x="1349" y="771"/>
                </a:lnTo>
                <a:lnTo>
                  <a:pt x="1392" y="728"/>
                </a:lnTo>
                <a:lnTo>
                  <a:pt x="1499" y="685"/>
                </a:lnTo>
                <a:lnTo>
                  <a:pt x="1648" y="685"/>
                </a:lnTo>
                <a:lnTo>
                  <a:pt x="1798" y="664"/>
                </a:lnTo>
                <a:lnTo>
                  <a:pt x="1884" y="664"/>
                </a:lnTo>
                <a:lnTo>
                  <a:pt x="1948" y="621"/>
                </a:lnTo>
                <a:lnTo>
                  <a:pt x="2012" y="578"/>
                </a:lnTo>
                <a:lnTo>
                  <a:pt x="2055" y="514"/>
                </a:lnTo>
                <a:lnTo>
                  <a:pt x="2076" y="428"/>
                </a:lnTo>
                <a:lnTo>
                  <a:pt x="2055" y="364"/>
                </a:lnTo>
                <a:lnTo>
                  <a:pt x="2012" y="300"/>
                </a:lnTo>
                <a:lnTo>
                  <a:pt x="1927" y="278"/>
                </a:lnTo>
                <a:lnTo>
                  <a:pt x="1777" y="236"/>
                </a:lnTo>
                <a:lnTo>
                  <a:pt x="1606" y="236"/>
                </a:lnTo>
                <a:lnTo>
                  <a:pt x="1413" y="257"/>
                </a:lnTo>
                <a:lnTo>
                  <a:pt x="1306" y="278"/>
                </a:lnTo>
                <a:lnTo>
                  <a:pt x="1221" y="278"/>
                </a:lnTo>
                <a:lnTo>
                  <a:pt x="1199" y="257"/>
                </a:lnTo>
                <a:lnTo>
                  <a:pt x="1178" y="236"/>
                </a:lnTo>
                <a:lnTo>
                  <a:pt x="1156" y="150"/>
                </a:lnTo>
                <a:lnTo>
                  <a:pt x="1135" y="86"/>
                </a:lnTo>
                <a:lnTo>
                  <a:pt x="1114" y="43"/>
                </a:lnTo>
                <a:lnTo>
                  <a:pt x="1071" y="22"/>
                </a:lnTo>
                <a:lnTo>
                  <a:pt x="1007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32"/>
          <p:cNvSpPr/>
          <p:nvPr/>
        </p:nvSpPr>
        <p:spPr>
          <a:xfrm>
            <a:off x="6227394" y="721871"/>
            <a:ext cx="430218" cy="470291"/>
          </a:xfrm>
          <a:custGeom>
            <a:rect b="b" l="l" r="r" t="t"/>
            <a:pathLst>
              <a:path extrusionOk="0" h="9180" w="10036">
                <a:moveTo>
                  <a:pt x="9779" y="1049"/>
                </a:moveTo>
                <a:lnTo>
                  <a:pt x="9779" y="1049"/>
                </a:lnTo>
                <a:lnTo>
                  <a:pt x="9672" y="1007"/>
                </a:lnTo>
                <a:lnTo>
                  <a:pt x="9543" y="985"/>
                </a:lnTo>
                <a:lnTo>
                  <a:pt x="9308" y="942"/>
                </a:lnTo>
                <a:lnTo>
                  <a:pt x="9308" y="942"/>
                </a:lnTo>
                <a:lnTo>
                  <a:pt x="9180" y="921"/>
                </a:lnTo>
                <a:lnTo>
                  <a:pt x="9115" y="921"/>
                </a:lnTo>
                <a:lnTo>
                  <a:pt x="9051" y="878"/>
                </a:lnTo>
                <a:lnTo>
                  <a:pt x="9051" y="878"/>
                </a:lnTo>
                <a:lnTo>
                  <a:pt x="8966" y="835"/>
                </a:lnTo>
                <a:lnTo>
                  <a:pt x="8966" y="835"/>
                </a:lnTo>
                <a:lnTo>
                  <a:pt x="8944" y="814"/>
                </a:lnTo>
                <a:lnTo>
                  <a:pt x="8966" y="835"/>
                </a:lnTo>
                <a:lnTo>
                  <a:pt x="8966" y="835"/>
                </a:lnTo>
                <a:lnTo>
                  <a:pt x="8987" y="814"/>
                </a:lnTo>
                <a:lnTo>
                  <a:pt x="8987" y="771"/>
                </a:lnTo>
                <a:lnTo>
                  <a:pt x="8987" y="771"/>
                </a:lnTo>
                <a:lnTo>
                  <a:pt x="8966" y="664"/>
                </a:lnTo>
                <a:lnTo>
                  <a:pt x="8987" y="557"/>
                </a:lnTo>
                <a:lnTo>
                  <a:pt x="8966" y="450"/>
                </a:lnTo>
                <a:lnTo>
                  <a:pt x="8944" y="386"/>
                </a:lnTo>
                <a:lnTo>
                  <a:pt x="8901" y="322"/>
                </a:lnTo>
                <a:lnTo>
                  <a:pt x="8901" y="322"/>
                </a:lnTo>
                <a:lnTo>
                  <a:pt x="8837" y="258"/>
                </a:lnTo>
                <a:lnTo>
                  <a:pt x="8773" y="194"/>
                </a:lnTo>
                <a:lnTo>
                  <a:pt x="8602" y="108"/>
                </a:lnTo>
                <a:lnTo>
                  <a:pt x="8602" y="108"/>
                </a:lnTo>
                <a:lnTo>
                  <a:pt x="8495" y="87"/>
                </a:lnTo>
                <a:lnTo>
                  <a:pt x="8388" y="65"/>
                </a:lnTo>
                <a:lnTo>
                  <a:pt x="8281" y="87"/>
                </a:lnTo>
                <a:lnTo>
                  <a:pt x="8174" y="129"/>
                </a:lnTo>
                <a:lnTo>
                  <a:pt x="8174" y="129"/>
                </a:lnTo>
                <a:lnTo>
                  <a:pt x="8110" y="215"/>
                </a:lnTo>
                <a:lnTo>
                  <a:pt x="8046" y="300"/>
                </a:lnTo>
                <a:lnTo>
                  <a:pt x="7981" y="386"/>
                </a:lnTo>
                <a:lnTo>
                  <a:pt x="7939" y="407"/>
                </a:lnTo>
                <a:lnTo>
                  <a:pt x="7874" y="429"/>
                </a:lnTo>
                <a:lnTo>
                  <a:pt x="7874" y="429"/>
                </a:lnTo>
                <a:lnTo>
                  <a:pt x="7810" y="407"/>
                </a:lnTo>
                <a:lnTo>
                  <a:pt x="7746" y="386"/>
                </a:lnTo>
                <a:lnTo>
                  <a:pt x="7618" y="322"/>
                </a:lnTo>
                <a:lnTo>
                  <a:pt x="7489" y="236"/>
                </a:lnTo>
                <a:lnTo>
                  <a:pt x="7361" y="172"/>
                </a:lnTo>
                <a:lnTo>
                  <a:pt x="7361" y="172"/>
                </a:lnTo>
                <a:lnTo>
                  <a:pt x="7168" y="108"/>
                </a:lnTo>
                <a:lnTo>
                  <a:pt x="6954" y="65"/>
                </a:lnTo>
                <a:lnTo>
                  <a:pt x="6569" y="22"/>
                </a:lnTo>
                <a:lnTo>
                  <a:pt x="6569" y="22"/>
                </a:lnTo>
                <a:lnTo>
                  <a:pt x="6077" y="1"/>
                </a:lnTo>
                <a:lnTo>
                  <a:pt x="5585" y="1"/>
                </a:lnTo>
                <a:lnTo>
                  <a:pt x="5093" y="44"/>
                </a:lnTo>
                <a:lnTo>
                  <a:pt x="4622" y="108"/>
                </a:lnTo>
                <a:lnTo>
                  <a:pt x="4622" y="108"/>
                </a:lnTo>
                <a:lnTo>
                  <a:pt x="4173" y="194"/>
                </a:lnTo>
                <a:lnTo>
                  <a:pt x="3724" y="300"/>
                </a:lnTo>
                <a:lnTo>
                  <a:pt x="3296" y="450"/>
                </a:lnTo>
                <a:lnTo>
                  <a:pt x="2846" y="600"/>
                </a:lnTo>
                <a:lnTo>
                  <a:pt x="2846" y="600"/>
                </a:lnTo>
                <a:lnTo>
                  <a:pt x="2461" y="750"/>
                </a:lnTo>
                <a:lnTo>
                  <a:pt x="2055" y="921"/>
                </a:lnTo>
                <a:lnTo>
                  <a:pt x="1670" y="1114"/>
                </a:lnTo>
                <a:lnTo>
                  <a:pt x="1499" y="1221"/>
                </a:lnTo>
                <a:lnTo>
                  <a:pt x="1327" y="1327"/>
                </a:lnTo>
                <a:lnTo>
                  <a:pt x="1327" y="1327"/>
                </a:lnTo>
                <a:lnTo>
                  <a:pt x="1113" y="1477"/>
                </a:lnTo>
                <a:lnTo>
                  <a:pt x="964" y="1606"/>
                </a:lnTo>
                <a:lnTo>
                  <a:pt x="793" y="1755"/>
                </a:lnTo>
                <a:lnTo>
                  <a:pt x="664" y="1884"/>
                </a:lnTo>
                <a:lnTo>
                  <a:pt x="557" y="2034"/>
                </a:lnTo>
                <a:lnTo>
                  <a:pt x="557" y="2098"/>
                </a:lnTo>
                <a:lnTo>
                  <a:pt x="557" y="2141"/>
                </a:lnTo>
                <a:lnTo>
                  <a:pt x="579" y="2205"/>
                </a:lnTo>
                <a:lnTo>
                  <a:pt x="621" y="2247"/>
                </a:lnTo>
                <a:lnTo>
                  <a:pt x="621" y="2247"/>
                </a:lnTo>
                <a:lnTo>
                  <a:pt x="686" y="2269"/>
                </a:lnTo>
                <a:lnTo>
                  <a:pt x="728" y="2269"/>
                </a:lnTo>
                <a:lnTo>
                  <a:pt x="835" y="2226"/>
                </a:lnTo>
                <a:lnTo>
                  <a:pt x="1049" y="2119"/>
                </a:lnTo>
                <a:lnTo>
                  <a:pt x="1049" y="2119"/>
                </a:lnTo>
                <a:lnTo>
                  <a:pt x="1242" y="2034"/>
                </a:lnTo>
                <a:lnTo>
                  <a:pt x="1434" y="1969"/>
                </a:lnTo>
                <a:lnTo>
                  <a:pt x="1819" y="1862"/>
                </a:lnTo>
                <a:lnTo>
                  <a:pt x="1819" y="1862"/>
                </a:lnTo>
                <a:lnTo>
                  <a:pt x="2718" y="1606"/>
                </a:lnTo>
                <a:lnTo>
                  <a:pt x="3189" y="1499"/>
                </a:lnTo>
                <a:lnTo>
                  <a:pt x="3424" y="1456"/>
                </a:lnTo>
                <a:lnTo>
                  <a:pt x="3638" y="1434"/>
                </a:lnTo>
                <a:lnTo>
                  <a:pt x="3638" y="1434"/>
                </a:lnTo>
                <a:lnTo>
                  <a:pt x="3809" y="1434"/>
                </a:lnTo>
                <a:lnTo>
                  <a:pt x="3980" y="1456"/>
                </a:lnTo>
                <a:lnTo>
                  <a:pt x="4152" y="1456"/>
                </a:lnTo>
                <a:lnTo>
                  <a:pt x="4301" y="1434"/>
                </a:lnTo>
                <a:lnTo>
                  <a:pt x="4301" y="1434"/>
                </a:lnTo>
                <a:lnTo>
                  <a:pt x="4387" y="1392"/>
                </a:lnTo>
                <a:lnTo>
                  <a:pt x="4451" y="1349"/>
                </a:lnTo>
                <a:lnTo>
                  <a:pt x="4558" y="1242"/>
                </a:lnTo>
                <a:lnTo>
                  <a:pt x="4687" y="1114"/>
                </a:lnTo>
                <a:lnTo>
                  <a:pt x="4751" y="1071"/>
                </a:lnTo>
                <a:lnTo>
                  <a:pt x="4836" y="1049"/>
                </a:lnTo>
                <a:lnTo>
                  <a:pt x="4836" y="1049"/>
                </a:lnTo>
                <a:lnTo>
                  <a:pt x="4879" y="1156"/>
                </a:lnTo>
                <a:lnTo>
                  <a:pt x="4943" y="1285"/>
                </a:lnTo>
                <a:lnTo>
                  <a:pt x="5029" y="1392"/>
                </a:lnTo>
                <a:lnTo>
                  <a:pt x="5093" y="1434"/>
                </a:lnTo>
                <a:lnTo>
                  <a:pt x="5136" y="1456"/>
                </a:lnTo>
                <a:lnTo>
                  <a:pt x="5136" y="1456"/>
                </a:lnTo>
                <a:lnTo>
                  <a:pt x="5200" y="1456"/>
                </a:lnTo>
                <a:lnTo>
                  <a:pt x="5286" y="1434"/>
                </a:lnTo>
                <a:lnTo>
                  <a:pt x="5371" y="1434"/>
                </a:lnTo>
                <a:lnTo>
                  <a:pt x="5435" y="1413"/>
                </a:lnTo>
                <a:lnTo>
                  <a:pt x="5435" y="1413"/>
                </a:lnTo>
                <a:lnTo>
                  <a:pt x="5585" y="1434"/>
                </a:lnTo>
                <a:lnTo>
                  <a:pt x="5756" y="1456"/>
                </a:lnTo>
                <a:lnTo>
                  <a:pt x="5756" y="1456"/>
                </a:lnTo>
                <a:lnTo>
                  <a:pt x="5927" y="1520"/>
                </a:lnTo>
                <a:lnTo>
                  <a:pt x="6013" y="1541"/>
                </a:lnTo>
                <a:lnTo>
                  <a:pt x="6120" y="1520"/>
                </a:lnTo>
                <a:lnTo>
                  <a:pt x="6120" y="1520"/>
                </a:lnTo>
                <a:lnTo>
                  <a:pt x="6248" y="1413"/>
                </a:lnTo>
                <a:lnTo>
                  <a:pt x="6313" y="1349"/>
                </a:lnTo>
                <a:lnTo>
                  <a:pt x="6355" y="1327"/>
                </a:lnTo>
                <a:lnTo>
                  <a:pt x="6355" y="1327"/>
                </a:lnTo>
                <a:lnTo>
                  <a:pt x="6377" y="1349"/>
                </a:lnTo>
                <a:lnTo>
                  <a:pt x="6398" y="1392"/>
                </a:lnTo>
                <a:lnTo>
                  <a:pt x="6377" y="1499"/>
                </a:lnTo>
                <a:lnTo>
                  <a:pt x="6355" y="1627"/>
                </a:lnTo>
                <a:lnTo>
                  <a:pt x="6355" y="1713"/>
                </a:lnTo>
                <a:lnTo>
                  <a:pt x="6355" y="1713"/>
                </a:lnTo>
                <a:lnTo>
                  <a:pt x="6398" y="1820"/>
                </a:lnTo>
                <a:lnTo>
                  <a:pt x="6484" y="1905"/>
                </a:lnTo>
                <a:lnTo>
                  <a:pt x="6591" y="1991"/>
                </a:lnTo>
                <a:lnTo>
                  <a:pt x="6698" y="2055"/>
                </a:lnTo>
                <a:lnTo>
                  <a:pt x="6698" y="2055"/>
                </a:lnTo>
                <a:lnTo>
                  <a:pt x="6954" y="2183"/>
                </a:lnTo>
                <a:lnTo>
                  <a:pt x="7233" y="2312"/>
                </a:lnTo>
                <a:lnTo>
                  <a:pt x="7233" y="2312"/>
                </a:lnTo>
                <a:lnTo>
                  <a:pt x="7468" y="2376"/>
                </a:lnTo>
                <a:lnTo>
                  <a:pt x="7596" y="2419"/>
                </a:lnTo>
                <a:lnTo>
                  <a:pt x="7682" y="2461"/>
                </a:lnTo>
                <a:lnTo>
                  <a:pt x="7682" y="2461"/>
                </a:lnTo>
                <a:lnTo>
                  <a:pt x="7725" y="2504"/>
                </a:lnTo>
                <a:lnTo>
                  <a:pt x="7746" y="2568"/>
                </a:lnTo>
                <a:lnTo>
                  <a:pt x="7768" y="2675"/>
                </a:lnTo>
                <a:lnTo>
                  <a:pt x="7768" y="2825"/>
                </a:lnTo>
                <a:lnTo>
                  <a:pt x="7746" y="2975"/>
                </a:lnTo>
                <a:lnTo>
                  <a:pt x="7661" y="3274"/>
                </a:lnTo>
                <a:lnTo>
                  <a:pt x="7596" y="3510"/>
                </a:lnTo>
                <a:lnTo>
                  <a:pt x="7596" y="3510"/>
                </a:lnTo>
                <a:lnTo>
                  <a:pt x="7468" y="4195"/>
                </a:lnTo>
                <a:lnTo>
                  <a:pt x="7340" y="4858"/>
                </a:lnTo>
                <a:lnTo>
                  <a:pt x="7340" y="4858"/>
                </a:lnTo>
                <a:lnTo>
                  <a:pt x="7211" y="5500"/>
                </a:lnTo>
                <a:lnTo>
                  <a:pt x="7083" y="6142"/>
                </a:lnTo>
                <a:lnTo>
                  <a:pt x="6954" y="6762"/>
                </a:lnTo>
                <a:lnTo>
                  <a:pt x="6783" y="7382"/>
                </a:lnTo>
                <a:lnTo>
                  <a:pt x="6783" y="7382"/>
                </a:lnTo>
                <a:lnTo>
                  <a:pt x="6655" y="7810"/>
                </a:lnTo>
                <a:lnTo>
                  <a:pt x="6591" y="8110"/>
                </a:lnTo>
                <a:lnTo>
                  <a:pt x="6548" y="8431"/>
                </a:lnTo>
                <a:lnTo>
                  <a:pt x="6527" y="8730"/>
                </a:lnTo>
                <a:lnTo>
                  <a:pt x="6548" y="8880"/>
                </a:lnTo>
                <a:lnTo>
                  <a:pt x="6569" y="8987"/>
                </a:lnTo>
                <a:lnTo>
                  <a:pt x="6612" y="9073"/>
                </a:lnTo>
                <a:lnTo>
                  <a:pt x="6698" y="9137"/>
                </a:lnTo>
                <a:lnTo>
                  <a:pt x="6783" y="9158"/>
                </a:lnTo>
                <a:lnTo>
                  <a:pt x="6912" y="9137"/>
                </a:lnTo>
                <a:lnTo>
                  <a:pt x="6912" y="9137"/>
                </a:lnTo>
                <a:lnTo>
                  <a:pt x="7019" y="9094"/>
                </a:lnTo>
                <a:lnTo>
                  <a:pt x="7083" y="9009"/>
                </a:lnTo>
                <a:lnTo>
                  <a:pt x="7147" y="8902"/>
                </a:lnTo>
                <a:lnTo>
                  <a:pt x="7168" y="8773"/>
                </a:lnTo>
                <a:lnTo>
                  <a:pt x="7211" y="8516"/>
                </a:lnTo>
                <a:lnTo>
                  <a:pt x="7233" y="8281"/>
                </a:lnTo>
                <a:lnTo>
                  <a:pt x="7233" y="8281"/>
                </a:lnTo>
                <a:lnTo>
                  <a:pt x="7447" y="7104"/>
                </a:lnTo>
                <a:lnTo>
                  <a:pt x="7447" y="7104"/>
                </a:lnTo>
                <a:lnTo>
                  <a:pt x="7511" y="6805"/>
                </a:lnTo>
                <a:lnTo>
                  <a:pt x="7575" y="6505"/>
                </a:lnTo>
                <a:lnTo>
                  <a:pt x="7725" y="5885"/>
                </a:lnTo>
                <a:lnTo>
                  <a:pt x="7725" y="5885"/>
                </a:lnTo>
                <a:lnTo>
                  <a:pt x="7832" y="5243"/>
                </a:lnTo>
                <a:lnTo>
                  <a:pt x="7874" y="4922"/>
                </a:lnTo>
                <a:lnTo>
                  <a:pt x="7939" y="4601"/>
                </a:lnTo>
                <a:lnTo>
                  <a:pt x="7939" y="4601"/>
                </a:lnTo>
                <a:lnTo>
                  <a:pt x="8067" y="4023"/>
                </a:lnTo>
                <a:lnTo>
                  <a:pt x="8131" y="3745"/>
                </a:lnTo>
                <a:lnTo>
                  <a:pt x="8217" y="3446"/>
                </a:lnTo>
                <a:lnTo>
                  <a:pt x="8217" y="3446"/>
                </a:lnTo>
                <a:lnTo>
                  <a:pt x="8260" y="3296"/>
                </a:lnTo>
                <a:lnTo>
                  <a:pt x="8324" y="3061"/>
                </a:lnTo>
                <a:lnTo>
                  <a:pt x="8431" y="2847"/>
                </a:lnTo>
                <a:lnTo>
                  <a:pt x="8495" y="2782"/>
                </a:lnTo>
                <a:lnTo>
                  <a:pt x="8538" y="2740"/>
                </a:lnTo>
                <a:lnTo>
                  <a:pt x="8538" y="2740"/>
                </a:lnTo>
                <a:lnTo>
                  <a:pt x="8581" y="2740"/>
                </a:lnTo>
                <a:lnTo>
                  <a:pt x="8645" y="2740"/>
                </a:lnTo>
                <a:lnTo>
                  <a:pt x="8773" y="2804"/>
                </a:lnTo>
                <a:lnTo>
                  <a:pt x="8923" y="2868"/>
                </a:lnTo>
                <a:lnTo>
                  <a:pt x="8987" y="2889"/>
                </a:lnTo>
                <a:lnTo>
                  <a:pt x="9051" y="2911"/>
                </a:lnTo>
                <a:lnTo>
                  <a:pt x="9051" y="2911"/>
                </a:lnTo>
                <a:lnTo>
                  <a:pt x="9158" y="2889"/>
                </a:lnTo>
                <a:lnTo>
                  <a:pt x="9265" y="2847"/>
                </a:lnTo>
                <a:lnTo>
                  <a:pt x="9351" y="2782"/>
                </a:lnTo>
                <a:lnTo>
                  <a:pt x="9458" y="2718"/>
                </a:lnTo>
                <a:lnTo>
                  <a:pt x="9458" y="2718"/>
                </a:lnTo>
                <a:lnTo>
                  <a:pt x="9543" y="2633"/>
                </a:lnTo>
                <a:lnTo>
                  <a:pt x="9608" y="2526"/>
                </a:lnTo>
                <a:lnTo>
                  <a:pt x="9715" y="2290"/>
                </a:lnTo>
                <a:lnTo>
                  <a:pt x="9800" y="2034"/>
                </a:lnTo>
                <a:lnTo>
                  <a:pt x="9886" y="1798"/>
                </a:lnTo>
                <a:lnTo>
                  <a:pt x="9886" y="1798"/>
                </a:lnTo>
                <a:lnTo>
                  <a:pt x="9993" y="1584"/>
                </a:lnTo>
                <a:lnTo>
                  <a:pt x="10014" y="1477"/>
                </a:lnTo>
                <a:lnTo>
                  <a:pt x="10035" y="1370"/>
                </a:lnTo>
                <a:lnTo>
                  <a:pt x="10014" y="1285"/>
                </a:lnTo>
                <a:lnTo>
                  <a:pt x="9971" y="1199"/>
                </a:lnTo>
                <a:lnTo>
                  <a:pt x="9907" y="1114"/>
                </a:lnTo>
                <a:lnTo>
                  <a:pt x="9779" y="1049"/>
                </a:lnTo>
                <a:lnTo>
                  <a:pt x="9779" y="1049"/>
                </a:lnTo>
                <a:close/>
                <a:moveTo>
                  <a:pt x="8452" y="429"/>
                </a:moveTo>
                <a:lnTo>
                  <a:pt x="8452" y="429"/>
                </a:lnTo>
                <a:lnTo>
                  <a:pt x="8452" y="493"/>
                </a:lnTo>
                <a:lnTo>
                  <a:pt x="8431" y="557"/>
                </a:lnTo>
                <a:lnTo>
                  <a:pt x="8409" y="600"/>
                </a:lnTo>
                <a:lnTo>
                  <a:pt x="8345" y="621"/>
                </a:lnTo>
                <a:lnTo>
                  <a:pt x="8281" y="621"/>
                </a:lnTo>
                <a:lnTo>
                  <a:pt x="8238" y="621"/>
                </a:lnTo>
                <a:lnTo>
                  <a:pt x="8174" y="600"/>
                </a:lnTo>
                <a:lnTo>
                  <a:pt x="8153" y="536"/>
                </a:lnTo>
                <a:lnTo>
                  <a:pt x="8153" y="536"/>
                </a:lnTo>
                <a:lnTo>
                  <a:pt x="8131" y="472"/>
                </a:lnTo>
                <a:lnTo>
                  <a:pt x="8153" y="429"/>
                </a:lnTo>
                <a:lnTo>
                  <a:pt x="8195" y="386"/>
                </a:lnTo>
                <a:lnTo>
                  <a:pt x="8238" y="343"/>
                </a:lnTo>
                <a:lnTo>
                  <a:pt x="8302" y="343"/>
                </a:lnTo>
                <a:lnTo>
                  <a:pt x="8367" y="343"/>
                </a:lnTo>
                <a:lnTo>
                  <a:pt x="8409" y="386"/>
                </a:lnTo>
                <a:lnTo>
                  <a:pt x="8452" y="429"/>
                </a:lnTo>
                <a:lnTo>
                  <a:pt x="8452" y="429"/>
                </a:lnTo>
                <a:close/>
                <a:moveTo>
                  <a:pt x="9458" y="1713"/>
                </a:moveTo>
                <a:lnTo>
                  <a:pt x="9458" y="1713"/>
                </a:lnTo>
                <a:lnTo>
                  <a:pt x="9308" y="2098"/>
                </a:lnTo>
                <a:lnTo>
                  <a:pt x="9244" y="2290"/>
                </a:lnTo>
                <a:lnTo>
                  <a:pt x="9180" y="2483"/>
                </a:lnTo>
                <a:lnTo>
                  <a:pt x="9180" y="2483"/>
                </a:lnTo>
                <a:lnTo>
                  <a:pt x="8837" y="2376"/>
                </a:lnTo>
                <a:lnTo>
                  <a:pt x="8666" y="2312"/>
                </a:lnTo>
                <a:lnTo>
                  <a:pt x="8495" y="2269"/>
                </a:lnTo>
                <a:lnTo>
                  <a:pt x="8495" y="2269"/>
                </a:lnTo>
                <a:lnTo>
                  <a:pt x="8516" y="2226"/>
                </a:lnTo>
                <a:lnTo>
                  <a:pt x="8581" y="2183"/>
                </a:lnTo>
                <a:lnTo>
                  <a:pt x="8688" y="2076"/>
                </a:lnTo>
                <a:lnTo>
                  <a:pt x="8730" y="2034"/>
                </a:lnTo>
                <a:lnTo>
                  <a:pt x="8730" y="1991"/>
                </a:lnTo>
                <a:lnTo>
                  <a:pt x="8688" y="1969"/>
                </a:lnTo>
                <a:lnTo>
                  <a:pt x="8581" y="1927"/>
                </a:lnTo>
                <a:lnTo>
                  <a:pt x="8581" y="1927"/>
                </a:lnTo>
                <a:lnTo>
                  <a:pt x="8538" y="1927"/>
                </a:lnTo>
                <a:lnTo>
                  <a:pt x="8474" y="1927"/>
                </a:lnTo>
                <a:lnTo>
                  <a:pt x="8367" y="1969"/>
                </a:lnTo>
                <a:lnTo>
                  <a:pt x="8153" y="2055"/>
                </a:lnTo>
                <a:lnTo>
                  <a:pt x="8153" y="2055"/>
                </a:lnTo>
                <a:lnTo>
                  <a:pt x="8046" y="2076"/>
                </a:lnTo>
                <a:lnTo>
                  <a:pt x="7981" y="2076"/>
                </a:lnTo>
                <a:lnTo>
                  <a:pt x="7789" y="2034"/>
                </a:lnTo>
                <a:lnTo>
                  <a:pt x="7789" y="2034"/>
                </a:lnTo>
                <a:lnTo>
                  <a:pt x="7853" y="1991"/>
                </a:lnTo>
                <a:lnTo>
                  <a:pt x="7981" y="1927"/>
                </a:lnTo>
                <a:lnTo>
                  <a:pt x="8281" y="1798"/>
                </a:lnTo>
                <a:lnTo>
                  <a:pt x="8431" y="1734"/>
                </a:lnTo>
                <a:lnTo>
                  <a:pt x="8516" y="1648"/>
                </a:lnTo>
                <a:lnTo>
                  <a:pt x="8538" y="1627"/>
                </a:lnTo>
                <a:lnTo>
                  <a:pt x="8538" y="1584"/>
                </a:lnTo>
                <a:lnTo>
                  <a:pt x="8516" y="1541"/>
                </a:lnTo>
                <a:lnTo>
                  <a:pt x="8452" y="1520"/>
                </a:lnTo>
                <a:lnTo>
                  <a:pt x="8452" y="1520"/>
                </a:lnTo>
                <a:lnTo>
                  <a:pt x="8367" y="1477"/>
                </a:lnTo>
                <a:lnTo>
                  <a:pt x="8260" y="1499"/>
                </a:lnTo>
                <a:lnTo>
                  <a:pt x="8153" y="1520"/>
                </a:lnTo>
                <a:lnTo>
                  <a:pt x="8046" y="1563"/>
                </a:lnTo>
                <a:lnTo>
                  <a:pt x="7832" y="1670"/>
                </a:lnTo>
                <a:lnTo>
                  <a:pt x="7661" y="1777"/>
                </a:lnTo>
                <a:lnTo>
                  <a:pt x="7661" y="1777"/>
                </a:lnTo>
                <a:lnTo>
                  <a:pt x="7554" y="1820"/>
                </a:lnTo>
                <a:lnTo>
                  <a:pt x="7425" y="1841"/>
                </a:lnTo>
                <a:lnTo>
                  <a:pt x="7297" y="1841"/>
                </a:lnTo>
                <a:lnTo>
                  <a:pt x="7147" y="1820"/>
                </a:lnTo>
                <a:lnTo>
                  <a:pt x="7019" y="1777"/>
                </a:lnTo>
                <a:lnTo>
                  <a:pt x="6890" y="1713"/>
                </a:lnTo>
                <a:lnTo>
                  <a:pt x="6805" y="1627"/>
                </a:lnTo>
                <a:lnTo>
                  <a:pt x="6762" y="1520"/>
                </a:lnTo>
                <a:lnTo>
                  <a:pt x="6762" y="1520"/>
                </a:lnTo>
                <a:lnTo>
                  <a:pt x="6741" y="1392"/>
                </a:lnTo>
                <a:lnTo>
                  <a:pt x="6741" y="1263"/>
                </a:lnTo>
                <a:lnTo>
                  <a:pt x="6741" y="1156"/>
                </a:lnTo>
                <a:lnTo>
                  <a:pt x="6719" y="1049"/>
                </a:lnTo>
                <a:lnTo>
                  <a:pt x="6698" y="964"/>
                </a:lnTo>
                <a:lnTo>
                  <a:pt x="6676" y="942"/>
                </a:lnTo>
                <a:lnTo>
                  <a:pt x="6634" y="921"/>
                </a:lnTo>
                <a:lnTo>
                  <a:pt x="6591" y="921"/>
                </a:lnTo>
                <a:lnTo>
                  <a:pt x="6527" y="942"/>
                </a:lnTo>
                <a:lnTo>
                  <a:pt x="6398" y="1007"/>
                </a:lnTo>
                <a:lnTo>
                  <a:pt x="6398" y="1007"/>
                </a:lnTo>
                <a:lnTo>
                  <a:pt x="6206" y="1114"/>
                </a:lnTo>
                <a:lnTo>
                  <a:pt x="6120" y="1156"/>
                </a:lnTo>
                <a:lnTo>
                  <a:pt x="6013" y="1178"/>
                </a:lnTo>
                <a:lnTo>
                  <a:pt x="6013" y="1178"/>
                </a:lnTo>
                <a:lnTo>
                  <a:pt x="5927" y="1178"/>
                </a:lnTo>
                <a:lnTo>
                  <a:pt x="5820" y="1156"/>
                </a:lnTo>
                <a:lnTo>
                  <a:pt x="5628" y="1114"/>
                </a:lnTo>
                <a:lnTo>
                  <a:pt x="5628" y="1114"/>
                </a:lnTo>
                <a:lnTo>
                  <a:pt x="5414" y="1114"/>
                </a:lnTo>
                <a:lnTo>
                  <a:pt x="5328" y="1092"/>
                </a:lnTo>
                <a:lnTo>
                  <a:pt x="5221" y="1071"/>
                </a:lnTo>
                <a:lnTo>
                  <a:pt x="5221" y="1071"/>
                </a:lnTo>
                <a:lnTo>
                  <a:pt x="5157" y="1049"/>
                </a:lnTo>
                <a:lnTo>
                  <a:pt x="5114" y="985"/>
                </a:lnTo>
                <a:lnTo>
                  <a:pt x="5072" y="921"/>
                </a:lnTo>
                <a:lnTo>
                  <a:pt x="5007" y="857"/>
                </a:lnTo>
                <a:lnTo>
                  <a:pt x="5007" y="857"/>
                </a:lnTo>
                <a:lnTo>
                  <a:pt x="4900" y="793"/>
                </a:lnTo>
                <a:lnTo>
                  <a:pt x="4794" y="793"/>
                </a:lnTo>
                <a:lnTo>
                  <a:pt x="4708" y="814"/>
                </a:lnTo>
                <a:lnTo>
                  <a:pt x="4580" y="857"/>
                </a:lnTo>
                <a:lnTo>
                  <a:pt x="4580" y="857"/>
                </a:lnTo>
                <a:lnTo>
                  <a:pt x="4280" y="1028"/>
                </a:lnTo>
                <a:lnTo>
                  <a:pt x="4130" y="1071"/>
                </a:lnTo>
                <a:lnTo>
                  <a:pt x="3959" y="1092"/>
                </a:lnTo>
                <a:lnTo>
                  <a:pt x="3959" y="1092"/>
                </a:lnTo>
                <a:lnTo>
                  <a:pt x="3531" y="1114"/>
                </a:lnTo>
                <a:lnTo>
                  <a:pt x="3103" y="1156"/>
                </a:lnTo>
                <a:lnTo>
                  <a:pt x="2697" y="1221"/>
                </a:lnTo>
                <a:lnTo>
                  <a:pt x="2290" y="1327"/>
                </a:lnTo>
                <a:lnTo>
                  <a:pt x="2290" y="1327"/>
                </a:lnTo>
                <a:lnTo>
                  <a:pt x="2312" y="1263"/>
                </a:lnTo>
                <a:lnTo>
                  <a:pt x="2376" y="1199"/>
                </a:lnTo>
                <a:lnTo>
                  <a:pt x="2504" y="1135"/>
                </a:lnTo>
                <a:lnTo>
                  <a:pt x="2804" y="1028"/>
                </a:lnTo>
                <a:lnTo>
                  <a:pt x="2804" y="1028"/>
                </a:lnTo>
                <a:lnTo>
                  <a:pt x="3210" y="857"/>
                </a:lnTo>
                <a:lnTo>
                  <a:pt x="3617" y="728"/>
                </a:lnTo>
                <a:lnTo>
                  <a:pt x="3617" y="728"/>
                </a:lnTo>
                <a:lnTo>
                  <a:pt x="4130" y="600"/>
                </a:lnTo>
                <a:lnTo>
                  <a:pt x="4665" y="493"/>
                </a:lnTo>
                <a:lnTo>
                  <a:pt x="5200" y="429"/>
                </a:lnTo>
                <a:lnTo>
                  <a:pt x="5735" y="386"/>
                </a:lnTo>
                <a:lnTo>
                  <a:pt x="5735" y="386"/>
                </a:lnTo>
                <a:lnTo>
                  <a:pt x="6184" y="365"/>
                </a:lnTo>
                <a:lnTo>
                  <a:pt x="6420" y="343"/>
                </a:lnTo>
                <a:lnTo>
                  <a:pt x="6634" y="365"/>
                </a:lnTo>
                <a:lnTo>
                  <a:pt x="6634" y="365"/>
                </a:lnTo>
                <a:lnTo>
                  <a:pt x="6847" y="407"/>
                </a:lnTo>
                <a:lnTo>
                  <a:pt x="7019" y="493"/>
                </a:lnTo>
                <a:lnTo>
                  <a:pt x="7361" y="686"/>
                </a:lnTo>
                <a:lnTo>
                  <a:pt x="7361" y="686"/>
                </a:lnTo>
                <a:lnTo>
                  <a:pt x="7768" y="878"/>
                </a:lnTo>
                <a:lnTo>
                  <a:pt x="8195" y="1071"/>
                </a:lnTo>
                <a:lnTo>
                  <a:pt x="8409" y="1156"/>
                </a:lnTo>
                <a:lnTo>
                  <a:pt x="8645" y="1221"/>
                </a:lnTo>
                <a:lnTo>
                  <a:pt x="8859" y="1263"/>
                </a:lnTo>
                <a:lnTo>
                  <a:pt x="9073" y="1306"/>
                </a:lnTo>
                <a:lnTo>
                  <a:pt x="9073" y="1306"/>
                </a:lnTo>
                <a:lnTo>
                  <a:pt x="9287" y="1306"/>
                </a:lnTo>
                <a:lnTo>
                  <a:pt x="9394" y="1327"/>
                </a:lnTo>
                <a:lnTo>
                  <a:pt x="9458" y="1370"/>
                </a:lnTo>
                <a:lnTo>
                  <a:pt x="9458" y="1370"/>
                </a:lnTo>
                <a:lnTo>
                  <a:pt x="9501" y="1392"/>
                </a:lnTo>
                <a:lnTo>
                  <a:pt x="9501" y="1434"/>
                </a:lnTo>
                <a:lnTo>
                  <a:pt x="9501" y="1520"/>
                </a:lnTo>
                <a:lnTo>
                  <a:pt x="9458" y="1713"/>
                </a:lnTo>
                <a:lnTo>
                  <a:pt x="9458" y="1713"/>
                </a:lnTo>
                <a:close/>
                <a:moveTo>
                  <a:pt x="6077" y="6313"/>
                </a:moveTo>
                <a:lnTo>
                  <a:pt x="6077" y="6313"/>
                </a:lnTo>
                <a:lnTo>
                  <a:pt x="6206" y="6120"/>
                </a:lnTo>
                <a:lnTo>
                  <a:pt x="6270" y="5928"/>
                </a:lnTo>
                <a:lnTo>
                  <a:pt x="6291" y="5735"/>
                </a:lnTo>
                <a:lnTo>
                  <a:pt x="6248" y="5521"/>
                </a:lnTo>
                <a:lnTo>
                  <a:pt x="6248" y="5521"/>
                </a:lnTo>
                <a:lnTo>
                  <a:pt x="6184" y="5264"/>
                </a:lnTo>
                <a:lnTo>
                  <a:pt x="6077" y="4986"/>
                </a:lnTo>
                <a:lnTo>
                  <a:pt x="5820" y="4473"/>
                </a:lnTo>
                <a:lnTo>
                  <a:pt x="5820" y="4473"/>
                </a:lnTo>
                <a:lnTo>
                  <a:pt x="5585" y="3981"/>
                </a:lnTo>
                <a:lnTo>
                  <a:pt x="5457" y="3745"/>
                </a:lnTo>
                <a:lnTo>
                  <a:pt x="5328" y="3510"/>
                </a:lnTo>
                <a:lnTo>
                  <a:pt x="5328" y="3510"/>
                </a:lnTo>
                <a:lnTo>
                  <a:pt x="5179" y="3317"/>
                </a:lnTo>
                <a:lnTo>
                  <a:pt x="5007" y="3146"/>
                </a:lnTo>
                <a:lnTo>
                  <a:pt x="4815" y="2975"/>
                </a:lnTo>
                <a:lnTo>
                  <a:pt x="4601" y="2825"/>
                </a:lnTo>
                <a:lnTo>
                  <a:pt x="4366" y="2675"/>
                </a:lnTo>
                <a:lnTo>
                  <a:pt x="4130" y="2568"/>
                </a:lnTo>
                <a:lnTo>
                  <a:pt x="3873" y="2504"/>
                </a:lnTo>
                <a:lnTo>
                  <a:pt x="3638" y="2461"/>
                </a:lnTo>
                <a:lnTo>
                  <a:pt x="3638" y="2461"/>
                </a:lnTo>
                <a:lnTo>
                  <a:pt x="3360" y="2440"/>
                </a:lnTo>
                <a:lnTo>
                  <a:pt x="3082" y="2461"/>
                </a:lnTo>
                <a:lnTo>
                  <a:pt x="2825" y="2504"/>
                </a:lnTo>
                <a:lnTo>
                  <a:pt x="2547" y="2568"/>
                </a:lnTo>
                <a:lnTo>
                  <a:pt x="2290" y="2675"/>
                </a:lnTo>
                <a:lnTo>
                  <a:pt x="2033" y="2782"/>
                </a:lnTo>
                <a:lnTo>
                  <a:pt x="1798" y="2932"/>
                </a:lnTo>
                <a:lnTo>
                  <a:pt x="1563" y="3082"/>
                </a:lnTo>
                <a:lnTo>
                  <a:pt x="1563" y="3082"/>
                </a:lnTo>
                <a:lnTo>
                  <a:pt x="1113" y="3424"/>
                </a:lnTo>
                <a:lnTo>
                  <a:pt x="921" y="3617"/>
                </a:lnTo>
                <a:lnTo>
                  <a:pt x="707" y="3809"/>
                </a:lnTo>
                <a:lnTo>
                  <a:pt x="514" y="4023"/>
                </a:lnTo>
                <a:lnTo>
                  <a:pt x="365" y="4259"/>
                </a:lnTo>
                <a:lnTo>
                  <a:pt x="215" y="4494"/>
                </a:lnTo>
                <a:lnTo>
                  <a:pt x="108" y="4751"/>
                </a:lnTo>
                <a:lnTo>
                  <a:pt x="108" y="4751"/>
                </a:lnTo>
                <a:lnTo>
                  <a:pt x="65" y="4901"/>
                </a:lnTo>
                <a:lnTo>
                  <a:pt x="44" y="5029"/>
                </a:lnTo>
                <a:lnTo>
                  <a:pt x="22" y="5157"/>
                </a:lnTo>
                <a:lnTo>
                  <a:pt x="22" y="5286"/>
                </a:lnTo>
                <a:lnTo>
                  <a:pt x="65" y="5542"/>
                </a:lnTo>
                <a:lnTo>
                  <a:pt x="129" y="5778"/>
                </a:lnTo>
                <a:lnTo>
                  <a:pt x="236" y="6013"/>
                </a:lnTo>
                <a:lnTo>
                  <a:pt x="365" y="6227"/>
                </a:lnTo>
                <a:lnTo>
                  <a:pt x="621" y="6676"/>
                </a:lnTo>
                <a:lnTo>
                  <a:pt x="621" y="6676"/>
                </a:lnTo>
                <a:lnTo>
                  <a:pt x="750" y="6869"/>
                </a:lnTo>
                <a:lnTo>
                  <a:pt x="878" y="7126"/>
                </a:lnTo>
                <a:lnTo>
                  <a:pt x="921" y="7233"/>
                </a:lnTo>
                <a:lnTo>
                  <a:pt x="964" y="7361"/>
                </a:lnTo>
                <a:lnTo>
                  <a:pt x="964" y="7489"/>
                </a:lnTo>
                <a:lnTo>
                  <a:pt x="921" y="7596"/>
                </a:lnTo>
                <a:lnTo>
                  <a:pt x="921" y="7596"/>
                </a:lnTo>
                <a:lnTo>
                  <a:pt x="878" y="7661"/>
                </a:lnTo>
                <a:lnTo>
                  <a:pt x="835" y="7725"/>
                </a:lnTo>
                <a:lnTo>
                  <a:pt x="686" y="7810"/>
                </a:lnTo>
                <a:lnTo>
                  <a:pt x="536" y="7896"/>
                </a:lnTo>
                <a:lnTo>
                  <a:pt x="407" y="8003"/>
                </a:lnTo>
                <a:lnTo>
                  <a:pt x="407" y="8003"/>
                </a:lnTo>
                <a:lnTo>
                  <a:pt x="279" y="8153"/>
                </a:lnTo>
                <a:lnTo>
                  <a:pt x="108" y="8388"/>
                </a:lnTo>
                <a:lnTo>
                  <a:pt x="44" y="8516"/>
                </a:lnTo>
                <a:lnTo>
                  <a:pt x="1" y="8623"/>
                </a:lnTo>
                <a:lnTo>
                  <a:pt x="1" y="8730"/>
                </a:lnTo>
                <a:lnTo>
                  <a:pt x="22" y="8773"/>
                </a:lnTo>
                <a:lnTo>
                  <a:pt x="44" y="8795"/>
                </a:lnTo>
                <a:lnTo>
                  <a:pt x="44" y="8795"/>
                </a:lnTo>
                <a:lnTo>
                  <a:pt x="86" y="8795"/>
                </a:lnTo>
                <a:lnTo>
                  <a:pt x="129" y="8795"/>
                </a:lnTo>
                <a:lnTo>
                  <a:pt x="193" y="8752"/>
                </a:lnTo>
                <a:lnTo>
                  <a:pt x="258" y="8709"/>
                </a:lnTo>
                <a:lnTo>
                  <a:pt x="279" y="8709"/>
                </a:lnTo>
                <a:lnTo>
                  <a:pt x="300" y="8752"/>
                </a:lnTo>
                <a:lnTo>
                  <a:pt x="300" y="8752"/>
                </a:lnTo>
                <a:lnTo>
                  <a:pt x="322" y="8795"/>
                </a:lnTo>
                <a:lnTo>
                  <a:pt x="322" y="8837"/>
                </a:lnTo>
                <a:lnTo>
                  <a:pt x="300" y="8944"/>
                </a:lnTo>
                <a:lnTo>
                  <a:pt x="300" y="8987"/>
                </a:lnTo>
                <a:lnTo>
                  <a:pt x="300" y="9009"/>
                </a:lnTo>
                <a:lnTo>
                  <a:pt x="343" y="9030"/>
                </a:lnTo>
                <a:lnTo>
                  <a:pt x="407" y="9051"/>
                </a:lnTo>
                <a:lnTo>
                  <a:pt x="407" y="9051"/>
                </a:lnTo>
                <a:lnTo>
                  <a:pt x="493" y="9030"/>
                </a:lnTo>
                <a:lnTo>
                  <a:pt x="579" y="8966"/>
                </a:lnTo>
                <a:lnTo>
                  <a:pt x="643" y="8902"/>
                </a:lnTo>
                <a:lnTo>
                  <a:pt x="707" y="8816"/>
                </a:lnTo>
                <a:lnTo>
                  <a:pt x="857" y="8645"/>
                </a:lnTo>
                <a:lnTo>
                  <a:pt x="921" y="8581"/>
                </a:lnTo>
                <a:lnTo>
                  <a:pt x="985" y="8559"/>
                </a:lnTo>
                <a:lnTo>
                  <a:pt x="985" y="8559"/>
                </a:lnTo>
                <a:lnTo>
                  <a:pt x="964" y="8623"/>
                </a:lnTo>
                <a:lnTo>
                  <a:pt x="921" y="8709"/>
                </a:lnTo>
                <a:lnTo>
                  <a:pt x="793" y="8923"/>
                </a:lnTo>
                <a:lnTo>
                  <a:pt x="750" y="9009"/>
                </a:lnTo>
                <a:lnTo>
                  <a:pt x="728" y="9094"/>
                </a:lnTo>
                <a:lnTo>
                  <a:pt x="750" y="9116"/>
                </a:lnTo>
                <a:lnTo>
                  <a:pt x="771" y="9158"/>
                </a:lnTo>
                <a:lnTo>
                  <a:pt x="793" y="9158"/>
                </a:lnTo>
                <a:lnTo>
                  <a:pt x="857" y="9180"/>
                </a:lnTo>
                <a:lnTo>
                  <a:pt x="857" y="9180"/>
                </a:lnTo>
                <a:lnTo>
                  <a:pt x="899" y="9158"/>
                </a:lnTo>
                <a:lnTo>
                  <a:pt x="942" y="9137"/>
                </a:lnTo>
                <a:lnTo>
                  <a:pt x="1006" y="9073"/>
                </a:lnTo>
                <a:lnTo>
                  <a:pt x="1071" y="8987"/>
                </a:lnTo>
                <a:lnTo>
                  <a:pt x="1135" y="8923"/>
                </a:lnTo>
                <a:lnTo>
                  <a:pt x="1135" y="8923"/>
                </a:lnTo>
                <a:lnTo>
                  <a:pt x="1242" y="8859"/>
                </a:lnTo>
                <a:lnTo>
                  <a:pt x="1327" y="8837"/>
                </a:lnTo>
                <a:lnTo>
                  <a:pt x="1434" y="8816"/>
                </a:lnTo>
                <a:lnTo>
                  <a:pt x="1541" y="8752"/>
                </a:lnTo>
                <a:lnTo>
                  <a:pt x="1541" y="8752"/>
                </a:lnTo>
                <a:lnTo>
                  <a:pt x="1734" y="8516"/>
                </a:lnTo>
                <a:lnTo>
                  <a:pt x="1841" y="8409"/>
                </a:lnTo>
                <a:lnTo>
                  <a:pt x="1905" y="8388"/>
                </a:lnTo>
                <a:lnTo>
                  <a:pt x="1948" y="8388"/>
                </a:lnTo>
                <a:lnTo>
                  <a:pt x="1948" y="8388"/>
                </a:lnTo>
                <a:lnTo>
                  <a:pt x="1862" y="8538"/>
                </a:lnTo>
                <a:lnTo>
                  <a:pt x="1798" y="8752"/>
                </a:lnTo>
                <a:lnTo>
                  <a:pt x="1755" y="8837"/>
                </a:lnTo>
                <a:lnTo>
                  <a:pt x="1777" y="8923"/>
                </a:lnTo>
                <a:lnTo>
                  <a:pt x="1777" y="8944"/>
                </a:lnTo>
                <a:lnTo>
                  <a:pt x="1798" y="8966"/>
                </a:lnTo>
                <a:lnTo>
                  <a:pt x="1841" y="8987"/>
                </a:lnTo>
                <a:lnTo>
                  <a:pt x="1905" y="8987"/>
                </a:lnTo>
                <a:lnTo>
                  <a:pt x="1905" y="8987"/>
                </a:lnTo>
                <a:lnTo>
                  <a:pt x="1948" y="8966"/>
                </a:lnTo>
                <a:lnTo>
                  <a:pt x="1991" y="8944"/>
                </a:lnTo>
                <a:lnTo>
                  <a:pt x="2055" y="8880"/>
                </a:lnTo>
                <a:lnTo>
                  <a:pt x="2076" y="8859"/>
                </a:lnTo>
                <a:lnTo>
                  <a:pt x="2098" y="8837"/>
                </a:lnTo>
                <a:lnTo>
                  <a:pt x="2119" y="8859"/>
                </a:lnTo>
                <a:lnTo>
                  <a:pt x="2183" y="8902"/>
                </a:lnTo>
                <a:lnTo>
                  <a:pt x="2183" y="8902"/>
                </a:lnTo>
                <a:lnTo>
                  <a:pt x="2247" y="8923"/>
                </a:lnTo>
                <a:lnTo>
                  <a:pt x="2290" y="8966"/>
                </a:lnTo>
                <a:lnTo>
                  <a:pt x="2290" y="8966"/>
                </a:lnTo>
                <a:lnTo>
                  <a:pt x="2247" y="9030"/>
                </a:lnTo>
                <a:lnTo>
                  <a:pt x="2269" y="9116"/>
                </a:lnTo>
                <a:lnTo>
                  <a:pt x="2269" y="9116"/>
                </a:lnTo>
                <a:lnTo>
                  <a:pt x="2312" y="9158"/>
                </a:lnTo>
                <a:lnTo>
                  <a:pt x="2333" y="9180"/>
                </a:lnTo>
                <a:lnTo>
                  <a:pt x="2376" y="9180"/>
                </a:lnTo>
                <a:lnTo>
                  <a:pt x="2440" y="9180"/>
                </a:lnTo>
                <a:lnTo>
                  <a:pt x="2440" y="9180"/>
                </a:lnTo>
                <a:lnTo>
                  <a:pt x="2504" y="9137"/>
                </a:lnTo>
                <a:lnTo>
                  <a:pt x="2568" y="9073"/>
                </a:lnTo>
                <a:lnTo>
                  <a:pt x="2633" y="9009"/>
                </a:lnTo>
                <a:lnTo>
                  <a:pt x="2675" y="8966"/>
                </a:lnTo>
                <a:lnTo>
                  <a:pt x="2675" y="8966"/>
                </a:lnTo>
                <a:lnTo>
                  <a:pt x="2868" y="8902"/>
                </a:lnTo>
                <a:lnTo>
                  <a:pt x="3060" y="8837"/>
                </a:lnTo>
                <a:lnTo>
                  <a:pt x="3060" y="8837"/>
                </a:lnTo>
                <a:lnTo>
                  <a:pt x="2996" y="8923"/>
                </a:lnTo>
                <a:lnTo>
                  <a:pt x="2975" y="8987"/>
                </a:lnTo>
                <a:lnTo>
                  <a:pt x="2996" y="9030"/>
                </a:lnTo>
                <a:lnTo>
                  <a:pt x="3018" y="9094"/>
                </a:lnTo>
                <a:lnTo>
                  <a:pt x="3060" y="9116"/>
                </a:lnTo>
                <a:lnTo>
                  <a:pt x="3125" y="9137"/>
                </a:lnTo>
                <a:lnTo>
                  <a:pt x="3189" y="9116"/>
                </a:lnTo>
                <a:lnTo>
                  <a:pt x="3253" y="9094"/>
                </a:lnTo>
                <a:lnTo>
                  <a:pt x="3253" y="9094"/>
                </a:lnTo>
                <a:lnTo>
                  <a:pt x="3360" y="8966"/>
                </a:lnTo>
                <a:lnTo>
                  <a:pt x="3510" y="8752"/>
                </a:lnTo>
                <a:lnTo>
                  <a:pt x="3660" y="8538"/>
                </a:lnTo>
                <a:lnTo>
                  <a:pt x="3724" y="8495"/>
                </a:lnTo>
                <a:lnTo>
                  <a:pt x="3767" y="8474"/>
                </a:lnTo>
                <a:lnTo>
                  <a:pt x="3767" y="8474"/>
                </a:lnTo>
                <a:lnTo>
                  <a:pt x="3788" y="8495"/>
                </a:lnTo>
                <a:lnTo>
                  <a:pt x="3767" y="8581"/>
                </a:lnTo>
                <a:lnTo>
                  <a:pt x="3767" y="8773"/>
                </a:lnTo>
                <a:lnTo>
                  <a:pt x="3767" y="8859"/>
                </a:lnTo>
                <a:lnTo>
                  <a:pt x="3788" y="8880"/>
                </a:lnTo>
                <a:lnTo>
                  <a:pt x="3809" y="8902"/>
                </a:lnTo>
                <a:lnTo>
                  <a:pt x="3831" y="8902"/>
                </a:lnTo>
                <a:lnTo>
                  <a:pt x="3873" y="8880"/>
                </a:lnTo>
                <a:lnTo>
                  <a:pt x="4002" y="8795"/>
                </a:lnTo>
                <a:lnTo>
                  <a:pt x="4002" y="8795"/>
                </a:lnTo>
                <a:lnTo>
                  <a:pt x="4087" y="8666"/>
                </a:lnTo>
                <a:lnTo>
                  <a:pt x="4194" y="8452"/>
                </a:lnTo>
                <a:lnTo>
                  <a:pt x="4301" y="8238"/>
                </a:lnTo>
                <a:lnTo>
                  <a:pt x="4323" y="8174"/>
                </a:lnTo>
                <a:lnTo>
                  <a:pt x="4366" y="8153"/>
                </a:lnTo>
                <a:lnTo>
                  <a:pt x="4366" y="8153"/>
                </a:lnTo>
                <a:lnTo>
                  <a:pt x="4366" y="8238"/>
                </a:lnTo>
                <a:lnTo>
                  <a:pt x="4344" y="8324"/>
                </a:lnTo>
                <a:lnTo>
                  <a:pt x="4344" y="8324"/>
                </a:lnTo>
                <a:lnTo>
                  <a:pt x="4280" y="8495"/>
                </a:lnTo>
                <a:lnTo>
                  <a:pt x="4237" y="8581"/>
                </a:lnTo>
                <a:lnTo>
                  <a:pt x="4216" y="8688"/>
                </a:lnTo>
                <a:lnTo>
                  <a:pt x="4216" y="8773"/>
                </a:lnTo>
                <a:lnTo>
                  <a:pt x="4237" y="8859"/>
                </a:lnTo>
                <a:lnTo>
                  <a:pt x="4301" y="8923"/>
                </a:lnTo>
                <a:lnTo>
                  <a:pt x="4408" y="8966"/>
                </a:lnTo>
                <a:lnTo>
                  <a:pt x="4408" y="8966"/>
                </a:lnTo>
                <a:lnTo>
                  <a:pt x="4473" y="8966"/>
                </a:lnTo>
                <a:lnTo>
                  <a:pt x="4537" y="8923"/>
                </a:lnTo>
                <a:lnTo>
                  <a:pt x="4601" y="8880"/>
                </a:lnTo>
                <a:lnTo>
                  <a:pt x="4644" y="8816"/>
                </a:lnTo>
                <a:lnTo>
                  <a:pt x="4751" y="8688"/>
                </a:lnTo>
                <a:lnTo>
                  <a:pt x="4772" y="8645"/>
                </a:lnTo>
                <a:lnTo>
                  <a:pt x="4794" y="8645"/>
                </a:lnTo>
                <a:lnTo>
                  <a:pt x="4794" y="8645"/>
                </a:lnTo>
                <a:lnTo>
                  <a:pt x="4836" y="8666"/>
                </a:lnTo>
                <a:lnTo>
                  <a:pt x="4836" y="8709"/>
                </a:lnTo>
                <a:lnTo>
                  <a:pt x="4815" y="8837"/>
                </a:lnTo>
                <a:lnTo>
                  <a:pt x="4794" y="8902"/>
                </a:lnTo>
                <a:lnTo>
                  <a:pt x="4815" y="8944"/>
                </a:lnTo>
                <a:lnTo>
                  <a:pt x="4836" y="8987"/>
                </a:lnTo>
                <a:lnTo>
                  <a:pt x="4900" y="9009"/>
                </a:lnTo>
                <a:lnTo>
                  <a:pt x="4900" y="9009"/>
                </a:lnTo>
                <a:lnTo>
                  <a:pt x="4965" y="9030"/>
                </a:lnTo>
                <a:lnTo>
                  <a:pt x="5029" y="9009"/>
                </a:lnTo>
                <a:lnTo>
                  <a:pt x="5093" y="8966"/>
                </a:lnTo>
                <a:lnTo>
                  <a:pt x="5136" y="8923"/>
                </a:lnTo>
                <a:lnTo>
                  <a:pt x="5221" y="8816"/>
                </a:lnTo>
                <a:lnTo>
                  <a:pt x="5307" y="8730"/>
                </a:lnTo>
                <a:lnTo>
                  <a:pt x="5307" y="8730"/>
                </a:lnTo>
                <a:lnTo>
                  <a:pt x="5350" y="8688"/>
                </a:lnTo>
                <a:lnTo>
                  <a:pt x="5393" y="8709"/>
                </a:lnTo>
                <a:lnTo>
                  <a:pt x="5393" y="8730"/>
                </a:lnTo>
                <a:lnTo>
                  <a:pt x="5393" y="8795"/>
                </a:lnTo>
                <a:lnTo>
                  <a:pt x="5393" y="8923"/>
                </a:lnTo>
                <a:lnTo>
                  <a:pt x="5393" y="8987"/>
                </a:lnTo>
                <a:lnTo>
                  <a:pt x="5414" y="9030"/>
                </a:lnTo>
                <a:lnTo>
                  <a:pt x="5414" y="9030"/>
                </a:lnTo>
                <a:lnTo>
                  <a:pt x="5478" y="9094"/>
                </a:lnTo>
                <a:lnTo>
                  <a:pt x="5542" y="9116"/>
                </a:lnTo>
                <a:lnTo>
                  <a:pt x="5585" y="9094"/>
                </a:lnTo>
                <a:lnTo>
                  <a:pt x="5628" y="9051"/>
                </a:lnTo>
                <a:lnTo>
                  <a:pt x="5692" y="8944"/>
                </a:lnTo>
                <a:lnTo>
                  <a:pt x="5756" y="8837"/>
                </a:lnTo>
                <a:lnTo>
                  <a:pt x="5756" y="8837"/>
                </a:lnTo>
                <a:lnTo>
                  <a:pt x="5820" y="8880"/>
                </a:lnTo>
                <a:lnTo>
                  <a:pt x="5885" y="8902"/>
                </a:lnTo>
                <a:lnTo>
                  <a:pt x="5949" y="8880"/>
                </a:lnTo>
                <a:lnTo>
                  <a:pt x="5992" y="8859"/>
                </a:lnTo>
                <a:lnTo>
                  <a:pt x="6034" y="8816"/>
                </a:lnTo>
                <a:lnTo>
                  <a:pt x="6077" y="8752"/>
                </a:lnTo>
                <a:lnTo>
                  <a:pt x="6099" y="8688"/>
                </a:lnTo>
                <a:lnTo>
                  <a:pt x="6099" y="8623"/>
                </a:lnTo>
                <a:lnTo>
                  <a:pt x="6099" y="8623"/>
                </a:lnTo>
                <a:lnTo>
                  <a:pt x="6077" y="8581"/>
                </a:lnTo>
                <a:lnTo>
                  <a:pt x="6056" y="8516"/>
                </a:lnTo>
                <a:lnTo>
                  <a:pt x="5992" y="8388"/>
                </a:lnTo>
                <a:lnTo>
                  <a:pt x="5799" y="8174"/>
                </a:lnTo>
                <a:lnTo>
                  <a:pt x="5799" y="8174"/>
                </a:lnTo>
                <a:lnTo>
                  <a:pt x="5628" y="7939"/>
                </a:lnTo>
                <a:lnTo>
                  <a:pt x="5435" y="7703"/>
                </a:lnTo>
                <a:lnTo>
                  <a:pt x="5371" y="7596"/>
                </a:lnTo>
                <a:lnTo>
                  <a:pt x="5328" y="7468"/>
                </a:lnTo>
                <a:lnTo>
                  <a:pt x="5307" y="7318"/>
                </a:lnTo>
                <a:lnTo>
                  <a:pt x="5328" y="7190"/>
                </a:lnTo>
                <a:lnTo>
                  <a:pt x="5328" y="7190"/>
                </a:lnTo>
                <a:lnTo>
                  <a:pt x="5371" y="7040"/>
                </a:lnTo>
                <a:lnTo>
                  <a:pt x="5457" y="6933"/>
                </a:lnTo>
                <a:lnTo>
                  <a:pt x="5564" y="6826"/>
                </a:lnTo>
                <a:lnTo>
                  <a:pt x="5671" y="6719"/>
                </a:lnTo>
                <a:lnTo>
                  <a:pt x="5885" y="6527"/>
                </a:lnTo>
                <a:lnTo>
                  <a:pt x="5992" y="6420"/>
                </a:lnTo>
                <a:lnTo>
                  <a:pt x="6077" y="6313"/>
                </a:lnTo>
                <a:lnTo>
                  <a:pt x="6077" y="6313"/>
                </a:lnTo>
                <a:close/>
                <a:moveTo>
                  <a:pt x="5671" y="5478"/>
                </a:moveTo>
                <a:lnTo>
                  <a:pt x="5671" y="5478"/>
                </a:lnTo>
                <a:lnTo>
                  <a:pt x="5628" y="5435"/>
                </a:lnTo>
                <a:lnTo>
                  <a:pt x="5542" y="5414"/>
                </a:lnTo>
                <a:lnTo>
                  <a:pt x="5521" y="5393"/>
                </a:lnTo>
                <a:lnTo>
                  <a:pt x="5500" y="5350"/>
                </a:lnTo>
                <a:lnTo>
                  <a:pt x="5500" y="5307"/>
                </a:lnTo>
                <a:lnTo>
                  <a:pt x="5521" y="5264"/>
                </a:lnTo>
                <a:lnTo>
                  <a:pt x="5521" y="5264"/>
                </a:lnTo>
                <a:lnTo>
                  <a:pt x="5564" y="5200"/>
                </a:lnTo>
                <a:lnTo>
                  <a:pt x="5607" y="5200"/>
                </a:lnTo>
                <a:lnTo>
                  <a:pt x="5628" y="5222"/>
                </a:lnTo>
                <a:lnTo>
                  <a:pt x="5649" y="5264"/>
                </a:lnTo>
                <a:lnTo>
                  <a:pt x="5671" y="5393"/>
                </a:lnTo>
                <a:lnTo>
                  <a:pt x="5671" y="5478"/>
                </a:lnTo>
                <a:lnTo>
                  <a:pt x="5671" y="5478"/>
                </a:lnTo>
                <a:close/>
                <a:moveTo>
                  <a:pt x="5500" y="4729"/>
                </a:moveTo>
                <a:lnTo>
                  <a:pt x="5500" y="4729"/>
                </a:lnTo>
                <a:lnTo>
                  <a:pt x="5542" y="4772"/>
                </a:lnTo>
                <a:lnTo>
                  <a:pt x="5542" y="4836"/>
                </a:lnTo>
                <a:lnTo>
                  <a:pt x="5542" y="4836"/>
                </a:lnTo>
                <a:lnTo>
                  <a:pt x="5521" y="4836"/>
                </a:lnTo>
                <a:lnTo>
                  <a:pt x="5500" y="4815"/>
                </a:lnTo>
                <a:lnTo>
                  <a:pt x="5500" y="4729"/>
                </a:lnTo>
                <a:lnTo>
                  <a:pt x="5500" y="4729"/>
                </a:lnTo>
                <a:close/>
                <a:moveTo>
                  <a:pt x="5500" y="4965"/>
                </a:moveTo>
                <a:lnTo>
                  <a:pt x="5500" y="4965"/>
                </a:lnTo>
                <a:lnTo>
                  <a:pt x="5478" y="4986"/>
                </a:lnTo>
                <a:lnTo>
                  <a:pt x="5457" y="5008"/>
                </a:lnTo>
                <a:lnTo>
                  <a:pt x="5414" y="5008"/>
                </a:lnTo>
                <a:lnTo>
                  <a:pt x="5414" y="5050"/>
                </a:lnTo>
                <a:lnTo>
                  <a:pt x="5414" y="5050"/>
                </a:lnTo>
                <a:lnTo>
                  <a:pt x="5393" y="5029"/>
                </a:lnTo>
                <a:lnTo>
                  <a:pt x="5393" y="5008"/>
                </a:lnTo>
                <a:lnTo>
                  <a:pt x="5414" y="4965"/>
                </a:lnTo>
                <a:lnTo>
                  <a:pt x="5457" y="4922"/>
                </a:lnTo>
                <a:lnTo>
                  <a:pt x="5478" y="4943"/>
                </a:lnTo>
                <a:lnTo>
                  <a:pt x="5500" y="4965"/>
                </a:lnTo>
                <a:lnTo>
                  <a:pt x="5500" y="4965"/>
                </a:lnTo>
                <a:close/>
                <a:moveTo>
                  <a:pt x="5435" y="6035"/>
                </a:moveTo>
                <a:lnTo>
                  <a:pt x="5435" y="6035"/>
                </a:lnTo>
                <a:lnTo>
                  <a:pt x="5393" y="5992"/>
                </a:lnTo>
                <a:lnTo>
                  <a:pt x="5371" y="5928"/>
                </a:lnTo>
                <a:lnTo>
                  <a:pt x="5371" y="5928"/>
                </a:lnTo>
                <a:lnTo>
                  <a:pt x="5414" y="5928"/>
                </a:lnTo>
                <a:lnTo>
                  <a:pt x="5435" y="5949"/>
                </a:lnTo>
                <a:lnTo>
                  <a:pt x="5435" y="6035"/>
                </a:lnTo>
                <a:lnTo>
                  <a:pt x="5435" y="6035"/>
                </a:lnTo>
                <a:close/>
                <a:moveTo>
                  <a:pt x="4259" y="3018"/>
                </a:moveTo>
                <a:lnTo>
                  <a:pt x="4259" y="3018"/>
                </a:lnTo>
                <a:lnTo>
                  <a:pt x="4280" y="3039"/>
                </a:lnTo>
                <a:lnTo>
                  <a:pt x="4280" y="3061"/>
                </a:lnTo>
                <a:lnTo>
                  <a:pt x="4280" y="3103"/>
                </a:lnTo>
                <a:lnTo>
                  <a:pt x="4259" y="3125"/>
                </a:lnTo>
                <a:lnTo>
                  <a:pt x="4216" y="3125"/>
                </a:lnTo>
                <a:lnTo>
                  <a:pt x="4194" y="3125"/>
                </a:lnTo>
                <a:lnTo>
                  <a:pt x="4152" y="3103"/>
                </a:lnTo>
                <a:lnTo>
                  <a:pt x="4109" y="3082"/>
                </a:lnTo>
                <a:lnTo>
                  <a:pt x="4109" y="3082"/>
                </a:lnTo>
                <a:lnTo>
                  <a:pt x="4109" y="3039"/>
                </a:lnTo>
                <a:lnTo>
                  <a:pt x="4109" y="3018"/>
                </a:lnTo>
                <a:lnTo>
                  <a:pt x="4152" y="2996"/>
                </a:lnTo>
                <a:lnTo>
                  <a:pt x="4194" y="2996"/>
                </a:lnTo>
                <a:lnTo>
                  <a:pt x="4259" y="3018"/>
                </a:lnTo>
                <a:lnTo>
                  <a:pt x="4259" y="3018"/>
                </a:lnTo>
                <a:close/>
                <a:moveTo>
                  <a:pt x="3788" y="3018"/>
                </a:moveTo>
                <a:lnTo>
                  <a:pt x="3788" y="3018"/>
                </a:lnTo>
                <a:lnTo>
                  <a:pt x="3831" y="3039"/>
                </a:lnTo>
                <a:lnTo>
                  <a:pt x="3831" y="3082"/>
                </a:lnTo>
                <a:lnTo>
                  <a:pt x="3831" y="3189"/>
                </a:lnTo>
                <a:lnTo>
                  <a:pt x="3788" y="3274"/>
                </a:lnTo>
                <a:lnTo>
                  <a:pt x="3767" y="3296"/>
                </a:lnTo>
                <a:lnTo>
                  <a:pt x="3745" y="3296"/>
                </a:lnTo>
                <a:lnTo>
                  <a:pt x="3745" y="3296"/>
                </a:lnTo>
                <a:lnTo>
                  <a:pt x="3724" y="3274"/>
                </a:lnTo>
                <a:lnTo>
                  <a:pt x="3724" y="3253"/>
                </a:lnTo>
                <a:lnTo>
                  <a:pt x="3745" y="3168"/>
                </a:lnTo>
                <a:lnTo>
                  <a:pt x="3767" y="3082"/>
                </a:lnTo>
                <a:lnTo>
                  <a:pt x="3788" y="3018"/>
                </a:lnTo>
                <a:lnTo>
                  <a:pt x="3788" y="3018"/>
                </a:lnTo>
                <a:close/>
                <a:moveTo>
                  <a:pt x="4473" y="5692"/>
                </a:moveTo>
                <a:lnTo>
                  <a:pt x="4473" y="5692"/>
                </a:lnTo>
                <a:lnTo>
                  <a:pt x="4430" y="5863"/>
                </a:lnTo>
                <a:lnTo>
                  <a:pt x="4366" y="6013"/>
                </a:lnTo>
                <a:lnTo>
                  <a:pt x="4280" y="6120"/>
                </a:lnTo>
                <a:lnTo>
                  <a:pt x="4152" y="6249"/>
                </a:lnTo>
                <a:lnTo>
                  <a:pt x="4152" y="6249"/>
                </a:lnTo>
                <a:lnTo>
                  <a:pt x="3938" y="6441"/>
                </a:lnTo>
                <a:lnTo>
                  <a:pt x="3831" y="6569"/>
                </a:lnTo>
                <a:lnTo>
                  <a:pt x="3809" y="6634"/>
                </a:lnTo>
                <a:lnTo>
                  <a:pt x="3788" y="6698"/>
                </a:lnTo>
                <a:lnTo>
                  <a:pt x="3788" y="6698"/>
                </a:lnTo>
                <a:lnTo>
                  <a:pt x="3788" y="6783"/>
                </a:lnTo>
                <a:lnTo>
                  <a:pt x="3788" y="6783"/>
                </a:lnTo>
                <a:lnTo>
                  <a:pt x="3788" y="6741"/>
                </a:lnTo>
                <a:lnTo>
                  <a:pt x="3788" y="6676"/>
                </a:lnTo>
                <a:lnTo>
                  <a:pt x="3788" y="6676"/>
                </a:lnTo>
                <a:lnTo>
                  <a:pt x="3788" y="6762"/>
                </a:lnTo>
                <a:lnTo>
                  <a:pt x="3788" y="6869"/>
                </a:lnTo>
                <a:lnTo>
                  <a:pt x="3831" y="7104"/>
                </a:lnTo>
                <a:lnTo>
                  <a:pt x="3852" y="7211"/>
                </a:lnTo>
                <a:lnTo>
                  <a:pt x="3873" y="7318"/>
                </a:lnTo>
                <a:lnTo>
                  <a:pt x="3852" y="7425"/>
                </a:lnTo>
                <a:lnTo>
                  <a:pt x="3809" y="7511"/>
                </a:lnTo>
                <a:lnTo>
                  <a:pt x="3809" y="7511"/>
                </a:lnTo>
                <a:lnTo>
                  <a:pt x="3788" y="7575"/>
                </a:lnTo>
                <a:lnTo>
                  <a:pt x="3724" y="7618"/>
                </a:lnTo>
                <a:lnTo>
                  <a:pt x="3595" y="7682"/>
                </a:lnTo>
                <a:lnTo>
                  <a:pt x="3403" y="7725"/>
                </a:lnTo>
                <a:lnTo>
                  <a:pt x="3210" y="7746"/>
                </a:lnTo>
                <a:lnTo>
                  <a:pt x="3018" y="7746"/>
                </a:lnTo>
                <a:lnTo>
                  <a:pt x="2825" y="7703"/>
                </a:lnTo>
                <a:lnTo>
                  <a:pt x="2675" y="7661"/>
                </a:lnTo>
                <a:lnTo>
                  <a:pt x="2568" y="7596"/>
                </a:lnTo>
                <a:lnTo>
                  <a:pt x="2568" y="7596"/>
                </a:lnTo>
                <a:lnTo>
                  <a:pt x="2526" y="7532"/>
                </a:lnTo>
                <a:lnTo>
                  <a:pt x="2504" y="7489"/>
                </a:lnTo>
                <a:lnTo>
                  <a:pt x="2461" y="7340"/>
                </a:lnTo>
                <a:lnTo>
                  <a:pt x="2461" y="7211"/>
                </a:lnTo>
                <a:lnTo>
                  <a:pt x="2440" y="7062"/>
                </a:lnTo>
                <a:lnTo>
                  <a:pt x="2440" y="7062"/>
                </a:lnTo>
                <a:lnTo>
                  <a:pt x="2376" y="6890"/>
                </a:lnTo>
                <a:lnTo>
                  <a:pt x="2312" y="6741"/>
                </a:lnTo>
                <a:lnTo>
                  <a:pt x="2119" y="6462"/>
                </a:lnTo>
                <a:lnTo>
                  <a:pt x="2119" y="6462"/>
                </a:lnTo>
                <a:lnTo>
                  <a:pt x="1905" y="6120"/>
                </a:lnTo>
                <a:lnTo>
                  <a:pt x="1841" y="5970"/>
                </a:lnTo>
                <a:lnTo>
                  <a:pt x="1777" y="5799"/>
                </a:lnTo>
                <a:lnTo>
                  <a:pt x="1734" y="5628"/>
                </a:lnTo>
                <a:lnTo>
                  <a:pt x="1734" y="5457"/>
                </a:lnTo>
                <a:lnTo>
                  <a:pt x="1755" y="5264"/>
                </a:lnTo>
                <a:lnTo>
                  <a:pt x="1819" y="5072"/>
                </a:lnTo>
                <a:lnTo>
                  <a:pt x="1819" y="5072"/>
                </a:lnTo>
                <a:lnTo>
                  <a:pt x="1884" y="4922"/>
                </a:lnTo>
                <a:lnTo>
                  <a:pt x="1969" y="4794"/>
                </a:lnTo>
                <a:lnTo>
                  <a:pt x="2076" y="4644"/>
                </a:lnTo>
                <a:lnTo>
                  <a:pt x="2205" y="4494"/>
                </a:lnTo>
                <a:lnTo>
                  <a:pt x="2333" y="4366"/>
                </a:lnTo>
                <a:lnTo>
                  <a:pt x="2483" y="4259"/>
                </a:lnTo>
                <a:lnTo>
                  <a:pt x="2633" y="4152"/>
                </a:lnTo>
                <a:lnTo>
                  <a:pt x="2782" y="4066"/>
                </a:lnTo>
                <a:lnTo>
                  <a:pt x="2953" y="4002"/>
                </a:lnTo>
                <a:lnTo>
                  <a:pt x="3103" y="3938"/>
                </a:lnTo>
                <a:lnTo>
                  <a:pt x="3274" y="3916"/>
                </a:lnTo>
                <a:lnTo>
                  <a:pt x="3446" y="3916"/>
                </a:lnTo>
                <a:lnTo>
                  <a:pt x="3595" y="3959"/>
                </a:lnTo>
                <a:lnTo>
                  <a:pt x="3745" y="4023"/>
                </a:lnTo>
                <a:lnTo>
                  <a:pt x="3895" y="4130"/>
                </a:lnTo>
                <a:lnTo>
                  <a:pt x="4045" y="4259"/>
                </a:lnTo>
                <a:lnTo>
                  <a:pt x="4045" y="4259"/>
                </a:lnTo>
                <a:lnTo>
                  <a:pt x="4152" y="4408"/>
                </a:lnTo>
                <a:lnTo>
                  <a:pt x="4259" y="4580"/>
                </a:lnTo>
                <a:lnTo>
                  <a:pt x="4323" y="4751"/>
                </a:lnTo>
                <a:lnTo>
                  <a:pt x="4387" y="4943"/>
                </a:lnTo>
                <a:lnTo>
                  <a:pt x="4430" y="5115"/>
                </a:lnTo>
                <a:lnTo>
                  <a:pt x="4473" y="5307"/>
                </a:lnTo>
                <a:lnTo>
                  <a:pt x="4473" y="5500"/>
                </a:lnTo>
                <a:lnTo>
                  <a:pt x="4473" y="5692"/>
                </a:lnTo>
                <a:lnTo>
                  <a:pt x="4473" y="5692"/>
                </a:lnTo>
                <a:close/>
                <a:moveTo>
                  <a:pt x="4836" y="4088"/>
                </a:moveTo>
                <a:lnTo>
                  <a:pt x="4836" y="4088"/>
                </a:lnTo>
                <a:lnTo>
                  <a:pt x="4900" y="4088"/>
                </a:lnTo>
                <a:lnTo>
                  <a:pt x="4922" y="4109"/>
                </a:lnTo>
                <a:lnTo>
                  <a:pt x="4943" y="4152"/>
                </a:lnTo>
                <a:lnTo>
                  <a:pt x="4965" y="4216"/>
                </a:lnTo>
                <a:lnTo>
                  <a:pt x="4965" y="4216"/>
                </a:lnTo>
                <a:lnTo>
                  <a:pt x="4900" y="4216"/>
                </a:lnTo>
                <a:lnTo>
                  <a:pt x="4858" y="4195"/>
                </a:lnTo>
                <a:lnTo>
                  <a:pt x="4836" y="4152"/>
                </a:lnTo>
                <a:lnTo>
                  <a:pt x="4836" y="4088"/>
                </a:lnTo>
                <a:lnTo>
                  <a:pt x="4836" y="4088"/>
                </a:lnTo>
                <a:close/>
                <a:moveTo>
                  <a:pt x="4965" y="5435"/>
                </a:moveTo>
                <a:lnTo>
                  <a:pt x="4965" y="5435"/>
                </a:lnTo>
                <a:lnTo>
                  <a:pt x="5007" y="5435"/>
                </a:lnTo>
                <a:lnTo>
                  <a:pt x="5029" y="5457"/>
                </a:lnTo>
                <a:lnTo>
                  <a:pt x="5093" y="5521"/>
                </a:lnTo>
                <a:lnTo>
                  <a:pt x="5093" y="5607"/>
                </a:lnTo>
                <a:lnTo>
                  <a:pt x="5093" y="5628"/>
                </a:lnTo>
                <a:lnTo>
                  <a:pt x="5072" y="5649"/>
                </a:lnTo>
                <a:lnTo>
                  <a:pt x="5072" y="5649"/>
                </a:lnTo>
                <a:lnTo>
                  <a:pt x="5029" y="5671"/>
                </a:lnTo>
                <a:lnTo>
                  <a:pt x="4986" y="5649"/>
                </a:lnTo>
                <a:lnTo>
                  <a:pt x="4922" y="5585"/>
                </a:lnTo>
                <a:lnTo>
                  <a:pt x="4922" y="5542"/>
                </a:lnTo>
                <a:lnTo>
                  <a:pt x="4900" y="5500"/>
                </a:lnTo>
                <a:lnTo>
                  <a:pt x="4922" y="5457"/>
                </a:lnTo>
                <a:lnTo>
                  <a:pt x="4965" y="5435"/>
                </a:lnTo>
                <a:lnTo>
                  <a:pt x="4965" y="5435"/>
                </a:lnTo>
                <a:close/>
                <a:moveTo>
                  <a:pt x="5114" y="6077"/>
                </a:moveTo>
                <a:lnTo>
                  <a:pt x="5114" y="6077"/>
                </a:lnTo>
                <a:lnTo>
                  <a:pt x="5093" y="6077"/>
                </a:lnTo>
                <a:lnTo>
                  <a:pt x="5072" y="6077"/>
                </a:lnTo>
                <a:lnTo>
                  <a:pt x="5007" y="6035"/>
                </a:lnTo>
                <a:lnTo>
                  <a:pt x="4986" y="5970"/>
                </a:lnTo>
                <a:lnTo>
                  <a:pt x="5007" y="5906"/>
                </a:lnTo>
                <a:lnTo>
                  <a:pt x="5007" y="5906"/>
                </a:lnTo>
                <a:lnTo>
                  <a:pt x="5029" y="5885"/>
                </a:lnTo>
                <a:lnTo>
                  <a:pt x="5072" y="5885"/>
                </a:lnTo>
                <a:lnTo>
                  <a:pt x="5114" y="5949"/>
                </a:lnTo>
                <a:lnTo>
                  <a:pt x="5157" y="6013"/>
                </a:lnTo>
                <a:lnTo>
                  <a:pt x="5136" y="6056"/>
                </a:lnTo>
                <a:lnTo>
                  <a:pt x="5114" y="6077"/>
                </a:lnTo>
                <a:lnTo>
                  <a:pt x="5114" y="6077"/>
                </a:lnTo>
                <a:close/>
                <a:moveTo>
                  <a:pt x="5007" y="4836"/>
                </a:moveTo>
                <a:lnTo>
                  <a:pt x="5007" y="4836"/>
                </a:lnTo>
                <a:lnTo>
                  <a:pt x="4986" y="4815"/>
                </a:lnTo>
                <a:lnTo>
                  <a:pt x="4965" y="4794"/>
                </a:lnTo>
                <a:lnTo>
                  <a:pt x="5007" y="4729"/>
                </a:lnTo>
                <a:lnTo>
                  <a:pt x="5050" y="4687"/>
                </a:lnTo>
                <a:lnTo>
                  <a:pt x="5093" y="4665"/>
                </a:lnTo>
                <a:lnTo>
                  <a:pt x="5136" y="4687"/>
                </a:lnTo>
                <a:lnTo>
                  <a:pt x="5136" y="4687"/>
                </a:lnTo>
                <a:lnTo>
                  <a:pt x="5157" y="4708"/>
                </a:lnTo>
                <a:lnTo>
                  <a:pt x="5157" y="4729"/>
                </a:lnTo>
                <a:lnTo>
                  <a:pt x="5136" y="4794"/>
                </a:lnTo>
                <a:lnTo>
                  <a:pt x="5072" y="4858"/>
                </a:lnTo>
                <a:lnTo>
                  <a:pt x="5050" y="4858"/>
                </a:lnTo>
                <a:lnTo>
                  <a:pt x="5007" y="4836"/>
                </a:lnTo>
                <a:lnTo>
                  <a:pt x="5007" y="4836"/>
                </a:lnTo>
                <a:close/>
                <a:moveTo>
                  <a:pt x="5307" y="6527"/>
                </a:moveTo>
                <a:lnTo>
                  <a:pt x="5307" y="6527"/>
                </a:lnTo>
                <a:lnTo>
                  <a:pt x="5286" y="6569"/>
                </a:lnTo>
                <a:lnTo>
                  <a:pt x="5264" y="6591"/>
                </a:lnTo>
                <a:lnTo>
                  <a:pt x="5243" y="6612"/>
                </a:lnTo>
                <a:lnTo>
                  <a:pt x="5221" y="6591"/>
                </a:lnTo>
                <a:lnTo>
                  <a:pt x="5179" y="6548"/>
                </a:lnTo>
                <a:lnTo>
                  <a:pt x="5200" y="6505"/>
                </a:lnTo>
                <a:lnTo>
                  <a:pt x="5200" y="6462"/>
                </a:lnTo>
                <a:lnTo>
                  <a:pt x="5200" y="6462"/>
                </a:lnTo>
                <a:lnTo>
                  <a:pt x="5243" y="6420"/>
                </a:lnTo>
                <a:lnTo>
                  <a:pt x="5286" y="6420"/>
                </a:lnTo>
                <a:lnTo>
                  <a:pt x="5307" y="6462"/>
                </a:lnTo>
                <a:lnTo>
                  <a:pt x="5307" y="6527"/>
                </a:lnTo>
                <a:lnTo>
                  <a:pt x="5307" y="6527"/>
                </a:lnTo>
                <a:close/>
                <a:moveTo>
                  <a:pt x="3403" y="5842"/>
                </a:moveTo>
                <a:lnTo>
                  <a:pt x="3403" y="5842"/>
                </a:lnTo>
                <a:lnTo>
                  <a:pt x="3446" y="5906"/>
                </a:lnTo>
                <a:lnTo>
                  <a:pt x="3488" y="5949"/>
                </a:lnTo>
                <a:lnTo>
                  <a:pt x="3553" y="5970"/>
                </a:lnTo>
                <a:lnTo>
                  <a:pt x="3617" y="5992"/>
                </a:lnTo>
                <a:lnTo>
                  <a:pt x="3681" y="5970"/>
                </a:lnTo>
                <a:lnTo>
                  <a:pt x="3745" y="5949"/>
                </a:lnTo>
                <a:lnTo>
                  <a:pt x="3895" y="5885"/>
                </a:lnTo>
                <a:lnTo>
                  <a:pt x="4002" y="5756"/>
                </a:lnTo>
                <a:lnTo>
                  <a:pt x="4087" y="5628"/>
                </a:lnTo>
                <a:lnTo>
                  <a:pt x="4109" y="5542"/>
                </a:lnTo>
                <a:lnTo>
                  <a:pt x="4130" y="5478"/>
                </a:lnTo>
                <a:lnTo>
                  <a:pt x="4109" y="5393"/>
                </a:lnTo>
                <a:lnTo>
                  <a:pt x="4087" y="5328"/>
                </a:lnTo>
                <a:lnTo>
                  <a:pt x="4087" y="5328"/>
                </a:lnTo>
                <a:lnTo>
                  <a:pt x="4045" y="5264"/>
                </a:lnTo>
                <a:lnTo>
                  <a:pt x="4002" y="5243"/>
                </a:lnTo>
                <a:lnTo>
                  <a:pt x="3938" y="5222"/>
                </a:lnTo>
                <a:lnTo>
                  <a:pt x="3873" y="5222"/>
                </a:lnTo>
                <a:lnTo>
                  <a:pt x="3745" y="5243"/>
                </a:lnTo>
                <a:lnTo>
                  <a:pt x="3617" y="5328"/>
                </a:lnTo>
                <a:lnTo>
                  <a:pt x="3510" y="5435"/>
                </a:lnTo>
                <a:lnTo>
                  <a:pt x="3424" y="5564"/>
                </a:lnTo>
                <a:lnTo>
                  <a:pt x="3381" y="5714"/>
                </a:lnTo>
                <a:lnTo>
                  <a:pt x="3381" y="5778"/>
                </a:lnTo>
                <a:lnTo>
                  <a:pt x="3403" y="5842"/>
                </a:lnTo>
                <a:lnTo>
                  <a:pt x="3403" y="5842"/>
                </a:lnTo>
                <a:close/>
                <a:moveTo>
                  <a:pt x="2889" y="5949"/>
                </a:moveTo>
                <a:lnTo>
                  <a:pt x="2889" y="5949"/>
                </a:lnTo>
                <a:lnTo>
                  <a:pt x="2932" y="5885"/>
                </a:lnTo>
                <a:lnTo>
                  <a:pt x="2953" y="5799"/>
                </a:lnTo>
                <a:lnTo>
                  <a:pt x="2953" y="5735"/>
                </a:lnTo>
                <a:lnTo>
                  <a:pt x="2932" y="5649"/>
                </a:lnTo>
                <a:lnTo>
                  <a:pt x="2889" y="5585"/>
                </a:lnTo>
                <a:lnTo>
                  <a:pt x="2846" y="5500"/>
                </a:lnTo>
                <a:lnTo>
                  <a:pt x="2718" y="5371"/>
                </a:lnTo>
                <a:lnTo>
                  <a:pt x="2568" y="5286"/>
                </a:lnTo>
                <a:lnTo>
                  <a:pt x="2504" y="5243"/>
                </a:lnTo>
                <a:lnTo>
                  <a:pt x="2419" y="5243"/>
                </a:lnTo>
                <a:lnTo>
                  <a:pt x="2354" y="5243"/>
                </a:lnTo>
                <a:lnTo>
                  <a:pt x="2269" y="5264"/>
                </a:lnTo>
                <a:lnTo>
                  <a:pt x="2226" y="5307"/>
                </a:lnTo>
                <a:lnTo>
                  <a:pt x="2162" y="5371"/>
                </a:lnTo>
                <a:lnTo>
                  <a:pt x="2162" y="5371"/>
                </a:lnTo>
                <a:lnTo>
                  <a:pt x="2140" y="5435"/>
                </a:lnTo>
                <a:lnTo>
                  <a:pt x="2140" y="5500"/>
                </a:lnTo>
                <a:lnTo>
                  <a:pt x="2140" y="5564"/>
                </a:lnTo>
                <a:lnTo>
                  <a:pt x="2162" y="5649"/>
                </a:lnTo>
                <a:lnTo>
                  <a:pt x="2247" y="5778"/>
                </a:lnTo>
                <a:lnTo>
                  <a:pt x="2376" y="5906"/>
                </a:lnTo>
                <a:lnTo>
                  <a:pt x="2504" y="5992"/>
                </a:lnTo>
                <a:lnTo>
                  <a:pt x="2654" y="6056"/>
                </a:lnTo>
                <a:lnTo>
                  <a:pt x="2718" y="6056"/>
                </a:lnTo>
                <a:lnTo>
                  <a:pt x="2782" y="6035"/>
                </a:lnTo>
                <a:lnTo>
                  <a:pt x="2846" y="6013"/>
                </a:lnTo>
                <a:lnTo>
                  <a:pt x="2889" y="5949"/>
                </a:lnTo>
                <a:lnTo>
                  <a:pt x="2889" y="5949"/>
                </a:lnTo>
                <a:close/>
                <a:moveTo>
                  <a:pt x="3189" y="6291"/>
                </a:moveTo>
                <a:lnTo>
                  <a:pt x="3189" y="6291"/>
                </a:lnTo>
                <a:lnTo>
                  <a:pt x="3125" y="6291"/>
                </a:lnTo>
                <a:lnTo>
                  <a:pt x="3082" y="6313"/>
                </a:lnTo>
                <a:lnTo>
                  <a:pt x="2996" y="6398"/>
                </a:lnTo>
                <a:lnTo>
                  <a:pt x="2932" y="6527"/>
                </a:lnTo>
                <a:lnTo>
                  <a:pt x="2911" y="6634"/>
                </a:lnTo>
                <a:lnTo>
                  <a:pt x="2911" y="6634"/>
                </a:lnTo>
                <a:lnTo>
                  <a:pt x="2932" y="6719"/>
                </a:lnTo>
                <a:lnTo>
                  <a:pt x="2996" y="6783"/>
                </a:lnTo>
                <a:lnTo>
                  <a:pt x="3082" y="6805"/>
                </a:lnTo>
                <a:lnTo>
                  <a:pt x="3167" y="6826"/>
                </a:lnTo>
                <a:lnTo>
                  <a:pt x="3253" y="6826"/>
                </a:lnTo>
                <a:lnTo>
                  <a:pt x="3317" y="6783"/>
                </a:lnTo>
                <a:lnTo>
                  <a:pt x="3360" y="6719"/>
                </a:lnTo>
                <a:lnTo>
                  <a:pt x="3339" y="6655"/>
                </a:lnTo>
                <a:lnTo>
                  <a:pt x="3339" y="6655"/>
                </a:lnTo>
                <a:lnTo>
                  <a:pt x="3274" y="6441"/>
                </a:lnTo>
                <a:lnTo>
                  <a:pt x="3232" y="6334"/>
                </a:lnTo>
                <a:lnTo>
                  <a:pt x="3210" y="6313"/>
                </a:lnTo>
                <a:lnTo>
                  <a:pt x="3189" y="6291"/>
                </a:lnTo>
                <a:lnTo>
                  <a:pt x="3189" y="6291"/>
                </a:lnTo>
                <a:close/>
                <a:moveTo>
                  <a:pt x="3424" y="7104"/>
                </a:moveTo>
                <a:lnTo>
                  <a:pt x="3424" y="7104"/>
                </a:lnTo>
                <a:lnTo>
                  <a:pt x="3381" y="7126"/>
                </a:lnTo>
                <a:lnTo>
                  <a:pt x="3360" y="7169"/>
                </a:lnTo>
                <a:lnTo>
                  <a:pt x="3360" y="7233"/>
                </a:lnTo>
                <a:lnTo>
                  <a:pt x="3360" y="7297"/>
                </a:lnTo>
                <a:lnTo>
                  <a:pt x="3381" y="7340"/>
                </a:lnTo>
                <a:lnTo>
                  <a:pt x="3403" y="7382"/>
                </a:lnTo>
                <a:lnTo>
                  <a:pt x="3446" y="7404"/>
                </a:lnTo>
                <a:lnTo>
                  <a:pt x="3510" y="7382"/>
                </a:lnTo>
                <a:lnTo>
                  <a:pt x="3510" y="7382"/>
                </a:lnTo>
                <a:lnTo>
                  <a:pt x="3531" y="7361"/>
                </a:lnTo>
                <a:lnTo>
                  <a:pt x="3553" y="7318"/>
                </a:lnTo>
                <a:lnTo>
                  <a:pt x="3553" y="7211"/>
                </a:lnTo>
                <a:lnTo>
                  <a:pt x="3531" y="7147"/>
                </a:lnTo>
                <a:lnTo>
                  <a:pt x="3510" y="7126"/>
                </a:lnTo>
                <a:lnTo>
                  <a:pt x="3467" y="7104"/>
                </a:lnTo>
                <a:lnTo>
                  <a:pt x="3424" y="7104"/>
                </a:lnTo>
                <a:lnTo>
                  <a:pt x="3424" y="7104"/>
                </a:lnTo>
                <a:close/>
                <a:moveTo>
                  <a:pt x="2911" y="7404"/>
                </a:moveTo>
                <a:lnTo>
                  <a:pt x="2911" y="7404"/>
                </a:lnTo>
                <a:lnTo>
                  <a:pt x="2932" y="7340"/>
                </a:lnTo>
                <a:lnTo>
                  <a:pt x="2932" y="7254"/>
                </a:lnTo>
                <a:lnTo>
                  <a:pt x="2911" y="7104"/>
                </a:lnTo>
                <a:lnTo>
                  <a:pt x="2911" y="7104"/>
                </a:lnTo>
                <a:lnTo>
                  <a:pt x="2825" y="7104"/>
                </a:lnTo>
                <a:lnTo>
                  <a:pt x="2782" y="7126"/>
                </a:lnTo>
                <a:lnTo>
                  <a:pt x="2740" y="7190"/>
                </a:lnTo>
                <a:lnTo>
                  <a:pt x="2740" y="7254"/>
                </a:lnTo>
                <a:lnTo>
                  <a:pt x="2740" y="7318"/>
                </a:lnTo>
                <a:lnTo>
                  <a:pt x="2782" y="7382"/>
                </a:lnTo>
                <a:lnTo>
                  <a:pt x="2846" y="7404"/>
                </a:lnTo>
                <a:lnTo>
                  <a:pt x="2911" y="7404"/>
                </a:lnTo>
                <a:lnTo>
                  <a:pt x="2911" y="7404"/>
                </a:lnTo>
                <a:close/>
                <a:moveTo>
                  <a:pt x="3103" y="7126"/>
                </a:moveTo>
                <a:lnTo>
                  <a:pt x="3103" y="7126"/>
                </a:lnTo>
                <a:lnTo>
                  <a:pt x="3082" y="7169"/>
                </a:lnTo>
                <a:lnTo>
                  <a:pt x="3060" y="7211"/>
                </a:lnTo>
                <a:lnTo>
                  <a:pt x="3060" y="7318"/>
                </a:lnTo>
                <a:lnTo>
                  <a:pt x="3082" y="7361"/>
                </a:lnTo>
                <a:lnTo>
                  <a:pt x="3125" y="7382"/>
                </a:lnTo>
                <a:lnTo>
                  <a:pt x="3167" y="7382"/>
                </a:lnTo>
                <a:lnTo>
                  <a:pt x="3210" y="7361"/>
                </a:lnTo>
                <a:lnTo>
                  <a:pt x="3210" y="7361"/>
                </a:lnTo>
                <a:lnTo>
                  <a:pt x="3232" y="7318"/>
                </a:lnTo>
                <a:lnTo>
                  <a:pt x="3232" y="7275"/>
                </a:lnTo>
                <a:lnTo>
                  <a:pt x="3232" y="7169"/>
                </a:lnTo>
                <a:lnTo>
                  <a:pt x="3210" y="7126"/>
                </a:lnTo>
                <a:lnTo>
                  <a:pt x="3189" y="7104"/>
                </a:lnTo>
                <a:lnTo>
                  <a:pt x="3146" y="7104"/>
                </a:lnTo>
                <a:lnTo>
                  <a:pt x="3103" y="7126"/>
                </a:lnTo>
                <a:lnTo>
                  <a:pt x="3103" y="7126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32"/>
          <p:cNvSpPr/>
          <p:nvPr/>
        </p:nvSpPr>
        <p:spPr>
          <a:xfrm>
            <a:off x="5911271" y="1028346"/>
            <a:ext cx="430211" cy="325906"/>
          </a:xfrm>
          <a:custGeom>
            <a:rect b="b" l="l" r="r" t="t"/>
            <a:pathLst>
              <a:path extrusionOk="0" h="8731" w="9907">
                <a:moveTo>
                  <a:pt x="9843" y="7960"/>
                </a:moveTo>
                <a:lnTo>
                  <a:pt x="9843" y="7960"/>
                </a:lnTo>
                <a:lnTo>
                  <a:pt x="9757" y="7939"/>
                </a:lnTo>
                <a:lnTo>
                  <a:pt x="9672" y="7939"/>
                </a:lnTo>
                <a:lnTo>
                  <a:pt x="9543" y="7982"/>
                </a:lnTo>
                <a:lnTo>
                  <a:pt x="9436" y="8024"/>
                </a:lnTo>
                <a:lnTo>
                  <a:pt x="9201" y="8153"/>
                </a:lnTo>
                <a:lnTo>
                  <a:pt x="9030" y="8238"/>
                </a:lnTo>
                <a:lnTo>
                  <a:pt x="9030" y="8238"/>
                </a:lnTo>
                <a:lnTo>
                  <a:pt x="9094" y="8046"/>
                </a:lnTo>
                <a:lnTo>
                  <a:pt x="9201" y="7810"/>
                </a:lnTo>
                <a:lnTo>
                  <a:pt x="9222" y="7703"/>
                </a:lnTo>
                <a:lnTo>
                  <a:pt x="9244" y="7596"/>
                </a:lnTo>
                <a:lnTo>
                  <a:pt x="9222" y="7511"/>
                </a:lnTo>
                <a:lnTo>
                  <a:pt x="9201" y="7468"/>
                </a:lnTo>
                <a:lnTo>
                  <a:pt x="9158" y="7447"/>
                </a:lnTo>
                <a:lnTo>
                  <a:pt x="9158" y="7447"/>
                </a:lnTo>
                <a:lnTo>
                  <a:pt x="9051" y="7425"/>
                </a:lnTo>
                <a:lnTo>
                  <a:pt x="8966" y="7447"/>
                </a:lnTo>
                <a:lnTo>
                  <a:pt x="8859" y="7511"/>
                </a:lnTo>
                <a:lnTo>
                  <a:pt x="8730" y="7596"/>
                </a:lnTo>
                <a:lnTo>
                  <a:pt x="8538" y="7746"/>
                </a:lnTo>
                <a:lnTo>
                  <a:pt x="8431" y="7810"/>
                </a:lnTo>
                <a:lnTo>
                  <a:pt x="8345" y="7853"/>
                </a:lnTo>
                <a:lnTo>
                  <a:pt x="8345" y="7853"/>
                </a:lnTo>
                <a:lnTo>
                  <a:pt x="8302" y="7853"/>
                </a:lnTo>
                <a:lnTo>
                  <a:pt x="8302" y="7853"/>
                </a:lnTo>
                <a:lnTo>
                  <a:pt x="8302" y="7768"/>
                </a:lnTo>
                <a:lnTo>
                  <a:pt x="8345" y="7661"/>
                </a:lnTo>
                <a:lnTo>
                  <a:pt x="8431" y="7468"/>
                </a:lnTo>
                <a:lnTo>
                  <a:pt x="8431" y="7468"/>
                </a:lnTo>
                <a:lnTo>
                  <a:pt x="8538" y="7190"/>
                </a:lnTo>
                <a:lnTo>
                  <a:pt x="8623" y="6890"/>
                </a:lnTo>
                <a:lnTo>
                  <a:pt x="8623" y="6890"/>
                </a:lnTo>
                <a:lnTo>
                  <a:pt x="8730" y="6291"/>
                </a:lnTo>
                <a:lnTo>
                  <a:pt x="8859" y="5692"/>
                </a:lnTo>
                <a:lnTo>
                  <a:pt x="8859" y="5692"/>
                </a:lnTo>
                <a:lnTo>
                  <a:pt x="8987" y="5072"/>
                </a:lnTo>
                <a:lnTo>
                  <a:pt x="9137" y="4473"/>
                </a:lnTo>
                <a:lnTo>
                  <a:pt x="9179" y="4152"/>
                </a:lnTo>
                <a:lnTo>
                  <a:pt x="9244" y="3852"/>
                </a:lnTo>
                <a:lnTo>
                  <a:pt x="9265" y="3531"/>
                </a:lnTo>
                <a:lnTo>
                  <a:pt x="9286" y="3210"/>
                </a:lnTo>
                <a:lnTo>
                  <a:pt x="9286" y="3210"/>
                </a:lnTo>
                <a:lnTo>
                  <a:pt x="9265" y="2932"/>
                </a:lnTo>
                <a:lnTo>
                  <a:pt x="9222" y="2654"/>
                </a:lnTo>
                <a:lnTo>
                  <a:pt x="9179" y="2376"/>
                </a:lnTo>
                <a:lnTo>
                  <a:pt x="9158" y="2098"/>
                </a:lnTo>
                <a:lnTo>
                  <a:pt x="9158" y="2098"/>
                </a:lnTo>
                <a:lnTo>
                  <a:pt x="9158" y="1884"/>
                </a:lnTo>
                <a:lnTo>
                  <a:pt x="9158" y="1648"/>
                </a:lnTo>
                <a:lnTo>
                  <a:pt x="9137" y="1541"/>
                </a:lnTo>
                <a:lnTo>
                  <a:pt x="9115" y="1434"/>
                </a:lnTo>
                <a:lnTo>
                  <a:pt x="9072" y="1327"/>
                </a:lnTo>
                <a:lnTo>
                  <a:pt x="9008" y="1220"/>
                </a:lnTo>
                <a:lnTo>
                  <a:pt x="9008" y="1220"/>
                </a:lnTo>
                <a:lnTo>
                  <a:pt x="8859" y="1028"/>
                </a:lnTo>
                <a:lnTo>
                  <a:pt x="8709" y="835"/>
                </a:lnTo>
                <a:lnTo>
                  <a:pt x="8538" y="664"/>
                </a:lnTo>
                <a:lnTo>
                  <a:pt x="8366" y="493"/>
                </a:lnTo>
                <a:lnTo>
                  <a:pt x="8174" y="365"/>
                </a:lnTo>
                <a:lnTo>
                  <a:pt x="7981" y="236"/>
                </a:lnTo>
                <a:lnTo>
                  <a:pt x="7746" y="151"/>
                </a:lnTo>
                <a:lnTo>
                  <a:pt x="7511" y="86"/>
                </a:lnTo>
                <a:lnTo>
                  <a:pt x="7511" y="86"/>
                </a:lnTo>
                <a:lnTo>
                  <a:pt x="7254" y="44"/>
                </a:lnTo>
                <a:lnTo>
                  <a:pt x="6976" y="1"/>
                </a:lnTo>
                <a:lnTo>
                  <a:pt x="6698" y="1"/>
                </a:lnTo>
                <a:lnTo>
                  <a:pt x="6419" y="1"/>
                </a:lnTo>
                <a:lnTo>
                  <a:pt x="5842" y="22"/>
                </a:lnTo>
                <a:lnTo>
                  <a:pt x="5307" y="65"/>
                </a:lnTo>
                <a:lnTo>
                  <a:pt x="5307" y="65"/>
                </a:lnTo>
                <a:lnTo>
                  <a:pt x="4793" y="129"/>
                </a:lnTo>
                <a:lnTo>
                  <a:pt x="4258" y="215"/>
                </a:lnTo>
                <a:lnTo>
                  <a:pt x="4002" y="279"/>
                </a:lnTo>
                <a:lnTo>
                  <a:pt x="3745" y="343"/>
                </a:lnTo>
                <a:lnTo>
                  <a:pt x="3510" y="450"/>
                </a:lnTo>
                <a:lnTo>
                  <a:pt x="3296" y="557"/>
                </a:lnTo>
                <a:lnTo>
                  <a:pt x="3296" y="557"/>
                </a:lnTo>
                <a:lnTo>
                  <a:pt x="3103" y="707"/>
                </a:lnTo>
                <a:lnTo>
                  <a:pt x="2911" y="857"/>
                </a:lnTo>
                <a:lnTo>
                  <a:pt x="2761" y="1049"/>
                </a:lnTo>
                <a:lnTo>
                  <a:pt x="2654" y="1242"/>
                </a:lnTo>
                <a:lnTo>
                  <a:pt x="2525" y="1434"/>
                </a:lnTo>
                <a:lnTo>
                  <a:pt x="2440" y="1670"/>
                </a:lnTo>
                <a:lnTo>
                  <a:pt x="2376" y="1884"/>
                </a:lnTo>
                <a:lnTo>
                  <a:pt x="2311" y="2119"/>
                </a:lnTo>
                <a:lnTo>
                  <a:pt x="2204" y="2611"/>
                </a:lnTo>
                <a:lnTo>
                  <a:pt x="2140" y="3082"/>
                </a:lnTo>
                <a:lnTo>
                  <a:pt x="2076" y="3574"/>
                </a:lnTo>
                <a:lnTo>
                  <a:pt x="2033" y="4002"/>
                </a:lnTo>
                <a:lnTo>
                  <a:pt x="2033" y="4002"/>
                </a:lnTo>
                <a:lnTo>
                  <a:pt x="1862" y="5072"/>
                </a:lnTo>
                <a:lnTo>
                  <a:pt x="1798" y="5607"/>
                </a:lnTo>
                <a:lnTo>
                  <a:pt x="1691" y="6141"/>
                </a:lnTo>
                <a:lnTo>
                  <a:pt x="1691" y="6141"/>
                </a:lnTo>
                <a:lnTo>
                  <a:pt x="1563" y="6676"/>
                </a:lnTo>
                <a:lnTo>
                  <a:pt x="1498" y="6955"/>
                </a:lnTo>
                <a:lnTo>
                  <a:pt x="1456" y="7233"/>
                </a:lnTo>
                <a:lnTo>
                  <a:pt x="1456" y="7233"/>
                </a:lnTo>
                <a:lnTo>
                  <a:pt x="1456" y="7575"/>
                </a:lnTo>
                <a:lnTo>
                  <a:pt x="1434" y="7768"/>
                </a:lnTo>
                <a:lnTo>
                  <a:pt x="1413" y="7832"/>
                </a:lnTo>
                <a:lnTo>
                  <a:pt x="1391" y="7853"/>
                </a:lnTo>
                <a:lnTo>
                  <a:pt x="1391" y="7853"/>
                </a:lnTo>
                <a:lnTo>
                  <a:pt x="1349" y="7789"/>
                </a:lnTo>
                <a:lnTo>
                  <a:pt x="1327" y="7703"/>
                </a:lnTo>
                <a:lnTo>
                  <a:pt x="1306" y="7511"/>
                </a:lnTo>
                <a:lnTo>
                  <a:pt x="1284" y="7318"/>
                </a:lnTo>
                <a:lnTo>
                  <a:pt x="1242" y="7233"/>
                </a:lnTo>
                <a:lnTo>
                  <a:pt x="1177" y="7168"/>
                </a:lnTo>
                <a:lnTo>
                  <a:pt x="1177" y="7168"/>
                </a:lnTo>
                <a:lnTo>
                  <a:pt x="1135" y="7147"/>
                </a:lnTo>
                <a:lnTo>
                  <a:pt x="1092" y="7126"/>
                </a:lnTo>
                <a:lnTo>
                  <a:pt x="1049" y="7147"/>
                </a:lnTo>
                <a:lnTo>
                  <a:pt x="1028" y="7168"/>
                </a:lnTo>
                <a:lnTo>
                  <a:pt x="964" y="7233"/>
                </a:lnTo>
                <a:lnTo>
                  <a:pt x="942" y="7340"/>
                </a:lnTo>
                <a:lnTo>
                  <a:pt x="878" y="7575"/>
                </a:lnTo>
                <a:lnTo>
                  <a:pt x="857" y="7682"/>
                </a:lnTo>
                <a:lnTo>
                  <a:pt x="814" y="7746"/>
                </a:lnTo>
                <a:lnTo>
                  <a:pt x="814" y="7746"/>
                </a:lnTo>
                <a:lnTo>
                  <a:pt x="771" y="7511"/>
                </a:lnTo>
                <a:lnTo>
                  <a:pt x="664" y="7168"/>
                </a:lnTo>
                <a:lnTo>
                  <a:pt x="600" y="7019"/>
                </a:lnTo>
                <a:lnTo>
                  <a:pt x="536" y="6912"/>
                </a:lnTo>
                <a:lnTo>
                  <a:pt x="471" y="6869"/>
                </a:lnTo>
                <a:lnTo>
                  <a:pt x="429" y="6848"/>
                </a:lnTo>
                <a:lnTo>
                  <a:pt x="386" y="6848"/>
                </a:lnTo>
                <a:lnTo>
                  <a:pt x="343" y="6869"/>
                </a:lnTo>
                <a:lnTo>
                  <a:pt x="343" y="6869"/>
                </a:lnTo>
                <a:lnTo>
                  <a:pt x="300" y="6912"/>
                </a:lnTo>
                <a:lnTo>
                  <a:pt x="279" y="6955"/>
                </a:lnTo>
                <a:lnTo>
                  <a:pt x="236" y="7104"/>
                </a:lnTo>
                <a:lnTo>
                  <a:pt x="193" y="7361"/>
                </a:lnTo>
                <a:lnTo>
                  <a:pt x="193" y="7361"/>
                </a:lnTo>
                <a:lnTo>
                  <a:pt x="129" y="7639"/>
                </a:lnTo>
                <a:lnTo>
                  <a:pt x="65" y="7939"/>
                </a:lnTo>
                <a:lnTo>
                  <a:pt x="65" y="7939"/>
                </a:lnTo>
                <a:lnTo>
                  <a:pt x="43" y="8067"/>
                </a:lnTo>
                <a:lnTo>
                  <a:pt x="1" y="8238"/>
                </a:lnTo>
                <a:lnTo>
                  <a:pt x="1" y="8302"/>
                </a:lnTo>
                <a:lnTo>
                  <a:pt x="1" y="8367"/>
                </a:lnTo>
                <a:lnTo>
                  <a:pt x="43" y="8409"/>
                </a:lnTo>
                <a:lnTo>
                  <a:pt x="86" y="8431"/>
                </a:lnTo>
                <a:lnTo>
                  <a:pt x="86" y="8431"/>
                </a:lnTo>
                <a:lnTo>
                  <a:pt x="129" y="8409"/>
                </a:lnTo>
                <a:lnTo>
                  <a:pt x="172" y="8388"/>
                </a:lnTo>
                <a:lnTo>
                  <a:pt x="215" y="8324"/>
                </a:lnTo>
                <a:lnTo>
                  <a:pt x="279" y="8174"/>
                </a:lnTo>
                <a:lnTo>
                  <a:pt x="279" y="8174"/>
                </a:lnTo>
                <a:lnTo>
                  <a:pt x="322" y="7960"/>
                </a:lnTo>
                <a:lnTo>
                  <a:pt x="364" y="7725"/>
                </a:lnTo>
                <a:lnTo>
                  <a:pt x="407" y="7511"/>
                </a:lnTo>
                <a:lnTo>
                  <a:pt x="429" y="7425"/>
                </a:lnTo>
                <a:lnTo>
                  <a:pt x="471" y="7318"/>
                </a:lnTo>
                <a:lnTo>
                  <a:pt x="471" y="7318"/>
                </a:lnTo>
                <a:lnTo>
                  <a:pt x="514" y="7511"/>
                </a:lnTo>
                <a:lnTo>
                  <a:pt x="557" y="7682"/>
                </a:lnTo>
                <a:lnTo>
                  <a:pt x="664" y="8024"/>
                </a:lnTo>
                <a:lnTo>
                  <a:pt x="664" y="8024"/>
                </a:lnTo>
                <a:lnTo>
                  <a:pt x="664" y="8195"/>
                </a:lnTo>
                <a:lnTo>
                  <a:pt x="685" y="8281"/>
                </a:lnTo>
                <a:lnTo>
                  <a:pt x="707" y="8367"/>
                </a:lnTo>
                <a:lnTo>
                  <a:pt x="707" y="8367"/>
                </a:lnTo>
                <a:lnTo>
                  <a:pt x="750" y="8431"/>
                </a:lnTo>
                <a:lnTo>
                  <a:pt x="792" y="8452"/>
                </a:lnTo>
                <a:lnTo>
                  <a:pt x="814" y="8474"/>
                </a:lnTo>
                <a:lnTo>
                  <a:pt x="857" y="8452"/>
                </a:lnTo>
                <a:lnTo>
                  <a:pt x="921" y="8388"/>
                </a:lnTo>
                <a:lnTo>
                  <a:pt x="964" y="8281"/>
                </a:lnTo>
                <a:lnTo>
                  <a:pt x="1049" y="8024"/>
                </a:lnTo>
                <a:lnTo>
                  <a:pt x="1092" y="7832"/>
                </a:lnTo>
                <a:lnTo>
                  <a:pt x="1092" y="7832"/>
                </a:lnTo>
                <a:lnTo>
                  <a:pt x="1113" y="7939"/>
                </a:lnTo>
                <a:lnTo>
                  <a:pt x="1156" y="8110"/>
                </a:lnTo>
                <a:lnTo>
                  <a:pt x="1242" y="8388"/>
                </a:lnTo>
                <a:lnTo>
                  <a:pt x="1242" y="8388"/>
                </a:lnTo>
                <a:lnTo>
                  <a:pt x="1284" y="8452"/>
                </a:lnTo>
                <a:lnTo>
                  <a:pt x="1327" y="8495"/>
                </a:lnTo>
                <a:lnTo>
                  <a:pt x="1349" y="8516"/>
                </a:lnTo>
                <a:lnTo>
                  <a:pt x="1413" y="8538"/>
                </a:lnTo>
                <a:lnTo>
                  <a:pt x="1456" y="8538"/>
                </a:lnTo>
                <a:lnTo>
                  <a:pt x="1498" y="8516"/>
                </a:lnTo>
                <a:lnTo>
                  <a:pt x="1605" y="8452"/>
                </a:lnTo>
                <a:lnTo>
                  <a:pt x="1605" y="8452"/>
                </a:lnTo>
                <a:lnTo>
                  <a:pt x="1734" y="8302"/>
                </a:lnTo>
                <a:lnTo>
                  <a:pt x="1841" y="8153"/>
                </a:lnTo>
                <a:lnTo>
                  <a:pt x="2033" y="7832"/>
                </a:lnTo>
                <a:lnTo>
                  <a:pt x="2033" y="7832"/>
                </a:lnTo>
                <a:lnTo>
                  <a:pt x="2140" y="7661"/>
                </a:lnTo>
                <a:lnTo>
                  <a:pt x="2204" y="7575"/>
                </a:lnTo>
                <a:lnTo>
                  <a:pt x="2247" y="7554"/>
                </a:lnTo>
                <a:lnTo>
                  <a:pt x="2269" y="7532"/>
                </a:lnTo>
                <a:lnTo>
                  <a:pt x="2269" y="7532"/>
                </a:lnTo>
                <a:lnTo>
                  <a:pt x="2290" y="7554"/>
                </a:lnTo>
                <a:lnTo>
                  <a:pt x="2290" y="7596"/>
                </a:lnTo>
                <a:lnTo>
                  <a:pt x="2290" y="7768"/>
                </a:lnTo>
                <a:lnTo>
                  <a:pt x="2290" y="7982"/>
                </a:lnTo>
                <a:lnTo>
                  <a:pt x="2290" y="8217"/>
                </a:lnTo>
                <a:lnTo>
                  <a:pt x="2311" y="8324"/>
                </a:lnTo>
                <a:lnTo>
                  <a:pt x="2354" y="8388"/>
                </a:lnTo>
                <a:lnTo>
                  <a:pt x="2397" y="8452"/>
                </a:lnTo>
                <a:lnTo>
                  <a:pt x="2440" y="8474"/>
                </a:lnTo>
                <a:lnTo>
                  <a:pt x="2525" y="8474"/>
                </a:lnTo>
                <a:lnTo>
                  <a:pt x="2611" y="8409"/>
                </a:lnTo>
                <a:lnTo>
                  <a:pt x="2739" y="8302"/>
                </a:lnTo>
                <a:lnTo>
                  <a:pt x="2868" y="8131"/>
                </a:lnTo>
                <a:lnTo>
                  <a:pt x="2868" y="8131"/>
                </a:lnTo>
                <a:lnTo>
                  <a:pt x="3018" y="7982"/>
                </a:lnTo>
                <a:lnTo>
                  <a:pt x="3231" y="7725"/>
                </a:lnTo>
                <a:lnTo>
                  <a:pt x="3317" y="7575"/>
                </a:lnTo>
                <a:lnTo>
                  <a:pt x="3381" y="7468"/>
                </a:lnTo>
                <a:lnTo>
                  <a:pt x="3403" y="7404"/>
                </a:lnTo>
                <a:lnTo>
                  <a:pt x="3403" y="7361"/>
                </a:lnTo>
                <a:lnTo>
                  <a:pt x="3381" y="7340"/>
                </a:lnTo>
                <a:lnTo>
                  <a:pt x="3338" y="7318"/>
                </a:lnTo>
                <a:lnTo>
                  <a:pt x="3338" y="7318"/>
                </a:lnTo>
                <a:lnTo>
                  <a:pt x="3296" y="7297"/>
                </a:lnTo>
                <a:lnTo>
                  <a:pt x="3231" y="7318"/>
                </a:lnTo>
                <a:lnTo>
                  <a:pt x="3124" y="7382"/>
                </a:lnTo>
                <a:lnTo>
                  <a:pt x="2996" y="7489"/>
                </a:lnTo>
                <a:lnTo>
                  <a:pt x="2889" y="7618"/>
                </a:lnTo>
                <a:lnTo>
                  <a:pt x="2697" y="7917"/>
                </a:lnTo>
                <a:lnTo>
                  <a:pt x="2547" y="8110"/>
                </a:lnTo>
                <a:lnTo>
                  <a:pt x="2547" y="8110"/>
                </a:lnTo>
                <a:lnTo>
                  <a:pt x="2547" y="7917"/>
                </a:lnTo>
                <a:lnTo>
                  <a:pt x="2568" y="7703"/>
                </a:lnTo>
                <a:lnTo>
                  <a:pt x="2590" y="7318"/>
                </a:lnTo>
                <a:lnTo>
                  <a:pt x="2590" y="7318"/>
                </a:lnTo>
                <a:lnTo>
                  <a:pt x="2590" y="7168"/>
                </a:lnTo>
                <a:lnTo>
                  <a:pt x="2568" y="7126"/>
                </a:lnTo>
                <a:lnTo>
                  <a:pt x="2547" y="7083"/>
                </a:lnTo>
                <a:lnTo>
                  <a:pt x="2525" y="7061"/>
                </a:lnTo>
                <a:lnTo>
                  <a:pt x="2461" y="7040"/>
                </a:lnTo>
                <a:lnTo>
                  <a:pt x="2418" y="7061"/>
                </a:lnTo>
                <a:lnTo>
                  <a:pt x="2333" y="7083"/>
                </a:lnTo>
                <a:lnTo>
                  <a:pt x="2333" y="7083"/>
                </a:lnTo>
                <a:lnTo>
                  <a:pt x="2226" y="7190"/>
                </a:lnTo>
                <a:lnTo>
                  <a:pt x="2076" y="7361"/>
                </a:lnTo>
                <a:lnTo>
                  <a:pt x="1926" y="7532"/>
                </a:lnTo>
                <a:lnTo>
                  <a:pt x="1841" y="7596"/>
                </a:lnTo>
                <a:lnTo>
                  <a:pt x="1841" y="7596"/>
                </a:lnTo>
                <a:lnTo>
                  <a:pt x="1841" y="7575"/>
                </a:lnTo>
                <a:lnTo>
                  <a:pt x="1841" y="7511"/>
                </a:lnTo>
                <a:lnTo>
                  <a:pt x="1884" y="7361"/>
                </a:lnTo>
                <a:lnTo>
                  <a:pt x="1969" y="7083"/>
                </a:lnTo>
                <a:lnTo>
                  <a:pt x="1969" y="7083"/>
                </a:lnTo>
                <a:lnTo>
                  <a:pt x="1991" y="6848"/>
                </a:lnTo>
                <a:lnTo>
                  <a:pt x="2033" y="6741"/>
                </a:lnTo>
                <a:lnTo>
                  <a:pt x="2055" y="6698"/>
                </a:lnTo>
                <a:lnTo>
                  <a:pt x="2076" y="6655"/>
                </a:lnTo>
                <a:lnTo>
                  <a:pt x="2076" y="6655"/>
                </a:lnTo>
                <a:lnTo>
                  <a:pt x="2183" y="6612"/>
                </a:lnTo>
                <a:lnTo>
                  <a:pt x="2311" y="6591"/>
                </a:lnTo>
                <a:lnTo>
                  <a:pt x="2547" y="6569"/>
                </a:lnTo>
                <a:lnTo>
                  <a:pt x="2547" y="6569"/>
                </a:lnTo>
                <a:lnTo>
                  <a:pt x="2718" y="6505"/>
                </a:lnTo>
                <a:lnTo>
                  <a:pt x="2932" y="6420"/>
                </a:lnTo>
                <a:lnTo>
                  <a:pt x="2996" y="6377"/>
                </a:lnTo>
                <a:lnTo>
                  <a:pt x="3018" y="6313"/>
                </a:lnTo>
                <a:lnTo>
                  <a:pt x="3018" y="6291"/>
                </a:lnTo>
                <a:lnTo>
                  <a:pt x="2996" y="6270"/>
                </a:lnTo>
                <a:lnTo>
                  <a:pt x="2889" y="6248"/>
                </a:lnTo>
                <a:lnTo>
                  <a:pt x="2889" y="6248"/>
                </a:lnTo>
                <a:lnTo>
                  <a:pt x="2782" y="6227"/>
                </a:lnTo>
                <a:lnTo>
                  <a:pt x="2675" y="6227"/>
                </a:lnTo>
                <a:lnTo>
                  <a:pt x="2461" y="6270"/>
                </a:lnTo>
                <a:lnTo>
                  <a:pt x="2033" y="6420"/>
                </a:lnTo>
                <a:lnTo>
                  <a:pt x="2033" y="6420"/>
                </a:lnTo>
                <a:lnTo>
                  <a:pt x="2033" y="6291"/>
                </a:lnTo>
                <a:lnTo>
                  <a:pt x="2055" y="6141"/>
                </a:lnTo>
                <a:lnTo>
                  <a:pt x="2119" y="6013"/>
                </a:lnTo>
                <a:lnTo>
                  <a:pt x="2140" y="5949"/>
                </a:lnTo>
                <a:lnTo>
                  <a:pt x="2183" y="5906"/>
                </a:lnTo>
                <a:lnTo>
                  <a:pt x="2183" y="5906"/>
                </a:lnTo>
                <a:lnTo>
                  <a:pt x="2269" y="5885"/>
                </a:lnTo>
                <a:lnTo>
                  <a:pt x="2354" y="5863"/>
                </a:lnTo>
                <a:lnTo>
                  <a:pt x="2440" y="5842"/>
                </a:lnTo>
                <a:lnTo>
                  <a:pt x="2525" y="5821"/>
                </a:lnTo>
                <a:lnTo>
                  <a:pt x="2525" y="5821"/>
                </a:lnTo>
                <a:lnTo>
                  <a:pt x="2590" y="5778"/>
                </a:lnTo>
                <a:lnTo>
                  <a:pt x="2654" y="5735"/>
                </a:lnTo>
                <a:lnTo>
                  <a:pt x="2697" y="5671"/>
                </a:lnTo>
                <a:lnTo>
                  <a:pt x="2718" y="5628"/>
                </a:lnTo>
                <a:lnTo>
                  <a:pt x="2697" y="5585"/>
                </a:lnTo>
                <a:lnTo>
                  <a:pt x="2697" y="5585"/>
                </a:lnTo>
                <a:lnTo>
                  <a:pt x="2654" y="5542"/>
                </a:lnTo>
                <a:lnTo>
                  <a:pt x="2590" y="5542"/>
                </a:lnTo>
                <a:lnTo>
                  <a:pt x="2525" y="5542"/>
                </a:lnTo>
                <a:lnTo>
                  <a:pt x="2440" y="5564"/>
                </a:lnTo>
                <a:lnTo>
                  <a:pt x="2290" y="5607"/>
                </a:lnTo>
                <a:lnTo>
                  <a:pt x="2183" y="5649"/>
                </a:lnTo>
                <a:lnTo>
                  <a:pt x="2183" y="5649"/>
                </a:lnTo>
                <a:lnTo>
                  <a:pt x="2204" y="5542"/>
                </a:lnTo>
                <a:lnTo>
                  <a:pt x="2204" y="5414"/>
                </a:lnTo>
                <a:lnTo>
                  <a:pt x="2226" y="5286"/>
                </a:lnTo>
                <a:lnTo>
                  <a:pt x="2247" y="5243"/>
                </a:lnTo>
                <a:lnTo>
                  <a:pt x="2269" y="5200"/>
                </a:lnTo>
                <a:lnTo>
                  <a:pt x="2269" y="5200"/>
                </a:lnTo>
                <a:lnTo>
                  <a:pt x="2333" y="5157"/>
                </a:lnTo>
                <a:lnTo>
                  <a:pt x="2418" y="5136"/>
                </a:lnTo>
                <a:lnTo>
                  <a:pt x="2611" y="5093"/>
                </a:lnTo>
                <a:lnTo>
                  <a:pt x="2611" y="5093"/>
                </a:lnTo>
                <a:lnTo>
                  <a:pt x="2889" y="5029"/>
                </a:lnTo>
                <a:lnTo>
                  <a:pt x="3039" y="4965"/>
                </a:lnTo>
                <a:lnTo>
                  <a:pt x="3146" y="4901"/>
                </a:lnTo>
                <a:lnTo>
                  <a:pt x="3146" y="4901"/>
                </a:lnTo>
                <a:lnTo>
                  <a:pt x="3210" y="4858"/>
                </a:lnTo>
                <a:lnTo>
                  <a:pt x="3253" y="4794"/>
                </a:lnTo>
                <a:lnTo>
                  <a:pt x="3253" y="4751"/>
                </a:lnTo>
                <a:lnTo>
                  <a:pt x="3231" y="4708"/>
                </a:lnTo>
                <a:lnTo>
                  <a:pt x="3189" y="4687"/>
                </a:lnTo>
                <a:lnTo>
                  <a:pt x="3146" y="4665"/>
                </a:lnTo>
                <a:lnTo>
                  <a:pt x="2996" y="4665"/>
                </a:lnTo>
                <a:lnTo>
                  <a:pt x="2996" y="4665"/>
                </a:lnTo>
                <a:lnTo>
                  <a:pt x="2825" y="4708"/>
                </a:lnTo>
                <a:lnTo>
                  <a:pt x="2675" y="4772"/>
                </a:lnTo>
                <a:lnTo>
                  <a:pt x="2504" y="4836"/>
                </a:lnTo>
                <a:lnTo>
                  <a:pt x="2333" y="4879"/>
                </a:lnTo>
                <a:lnTo>
                  <a:pt x="2333" y="4879"/>
                </a:lnTo>
                <a:lnTo>
                  <a:pt x="2311" y="4729"/>
                </a:lnTo>
                <a:lnTo>
                  <a:pt x="2333" y="4622"/>
                </a:lnTo>
                <a:lnTo>
                  <a:pt x="2354" y="4558"/>
                </a:lnTo>
                <a:lnTo>
                  <a:pt x="2418" y="4494"/>
                </a:lnTo>
                <a:lnTo>
                  <a:pt x="2483" y="4451"/>
                </a:lnTo>
                <a:lnTo>
                  <a:pt x="2568" y="4408"/>
                </a:lnTo>
                <a:lnTo>
                  <a:pt x="2761" y="4301"/>
                </a:lnTo>
                <a:lnTo>
                  <a:pt x="2761" y="4301"/>
                </a:lnTo>
                <a:lnTo>
                  <a:pt x="2846" y="4259"/>
                </a:lnTo>
                <a:lnTo>
                  <a:pt x="2911" y="4173"/>
                </a:lnTo>
                <a:lnTo>
                  <a:pt x="2932" y="4152"/>
                </a:lnTo>
                <a:lnTo>
                  <a:pt x="2932" y="4109"/>
                </a:lnTo>
                <a:lnTo>
                  <a:pt x="2911" y="4066"/>
                </a:lnTo>
                <a:lnTo>
                  <a:pt x="2868" y="4045"/>
                </a:lnTo>
                <a:lnTo>
                  <a:pt x="2868" y="4045"/>
                </a:lnTo>
                <a:lnTo>
                  <a:pt x="2804" y="4023"/>
                </a:lnTo>
                <a:lnTo>
                  <a:pt x="2761" y="4023"/>
                </a:lnTo>
                <a:lnTo>
                  <a:pt x="2632" y="4045"/>
                </a:lnTo>
                <a:lnTo>
                  <a:pt x="2397" y="4152"/>
                </a:lnTo>
                <a:lnTo>
                  <a:pt x="2397" y="4152"/>
                </a:lnTo>
                <a:lnTo>
                  <a:pt x="2418" y="3724"/>
                </a:lnTo>
                <a:lnTo>
                  <a:pt x="2440" y="3510"/>
                </a:lnTo>
                <a:lnTo>
                  <a:pt x="2504" y="3317"/>
                </a:lnTo>
                <a:lnTo>
                  <a:pt x="2504" y="3317"/>
                </a:lnTo>
                <a:lnTo>
                  <a:pt x="2547" y="3210"/>
                </a:lnTo>
                <a:lnTo>
                  <a:pt x="2590" y="3167"/>
                </a:lnTo>
                <a:lnTo>
                  <a:pt x="2761" y="3125"/>
                </a:lnTo>
                <a:lnTo>
                  <a:pt x="2761" y="3125"/>
                </a:lnTo>
                <a:lnTo>
                  <a:pt x="2846" y="3103"/>
                </a:lnTo>
                <a:lnTo>
                  <a:pt x="2932" y="3060"/>
                </a:lnTo>
                <a:lnTo>
                  <a:pt x="2996" y="3018"/>
                </a:lnTo>
                <a:lnTo>
                  <a:pt x="3018" y="2975"/>
                </a:lnTo>
                <a:lnTo>
                  <a:pt x="3018" y="2932"/>
                </a:lnTo>
                <a:lnTo>
                  <a:pt x="3018" y="2932"/>
                </a:lnTo>
                <a:lnTo>
                  <a:pt x="2996" y="2868"/>
                </a:lnTo>
                <a:lnTo>
                  <a:pt x="2953" y="2847"/>
                </a:lnTo>
                <a:lnTo>
                  <a:pt x="2889" y="2825"/>
                </a:lnTo>
                <a:lnTo>
                  <a:pt x="2825" y="2847"/>
                </a:lnTo>
                <a:lnTo>
                  <a:pt x="2697" y="2868"/>
                </a:lnTo>
                <a:lnTo>
                  <a:pt x="2654" y="2889"/>
                </a:lnTo>
                <a:lnTo>
                  <a:pt x="2611" y="2889"/>
                </a:lnTo>
                <a:lnTo>
                  <a:pt x="2611" y="2889"/>
                </a:lnTo>
                <a:lnTo>
                  <a:pt x="2568" y="2847"/>
                </a:lnTo>
                <a:lnTo>
                  <a:pt x="2547" y="2782"/>
                </a:lnTo>
                <a:lnTo>
                  <a:pt x="2568" y="2697"/>
                </a:lnTo>
                <a:lnTo>
                  <a:pt x="2590" y="2611"/>
                </a:lnTo>
                <a:lnTo>
                  <a:pt x="2654" y="2461"/>
                </a:lnTo>
                <a:lnTo>
                  <a:pt x="2739" y="2354"/>
                </a:lnTo>
                <a:lnTo>
                  <a:pt x="2739" y="2354"/>
                </a:lnTo>
                <a:lnTo>
                  <a:pt x="2825" y="2333"/>
                </a:lnTo>
                <a:lnTo>
                  <a:pt x="2911" y="2312"/>
                </a:lnTo>
                <a:lnTo>
                  <a:pt x="2975" y="2269"/>
                </a:lnTo>
                <a:lnTo>
                  <a:pt x="2996" y="2226"/>
                </a:lnTo>
                <a:lnTo>
                  <a:pt x="2996" y="2183"/>
                </a:lnTo>
                <a:lnTo>
                  <a:pt x="2996" y="2183"/>
                </a:lnTo>
                <a:lnTo>
                  <a:pt x="2975" y="2140"/>
                </a:lnTo>
                <a:lnTo>
                  <a:pt x="2953" y="2119"/>
                </a:lnTo>
                <a:lnTo>
                  <a:pt x="2889" y="2119"/>
                </a:lnTo>
                <a:lnTo>
                  <a:pt x="2825" y="2140"/>
                </a:lnTo>
                <a:lnTo>
                  <a:pt x="2718" y="2162"/>
                </a:lnTo>
                <a:lnTo>
                  <a:pt x="2697" y="2162"/>
                </a:lnTo>
                <a:lnTo>
                  <a:pt x="2675" y="2140"/>
                </a:lnTo>
                <a:lnTo>
                  <a:pt x="2675" y="2140"/>
                </a:lnTo>
                <a:lnTo>
                  <a:pt x="2697" y="2098"/>
                </a:lnTo>
                <a:lnTo>
                  <a:pt x="2739" y="2055"/>
                </a:lnTo>
                <a:lnTo>
                  <a:pt x="2846" y="1991"/>
                </a:lnTo>
                <a:lnTo>
                  <a:pt x="3018" y="1927"/>
                </a:lnTo>
                <a:lnTo>
                  <a:pt x="3231" y="1884"/>
                </a:lnTo>
                <a:lnTo>
                  <a:pt x="3403" y="1841"/>
                </a:lnTo>
                <a:lnTo>
                  <a:pt x="3574" y="1777"/>
                </a:lnTo>
                <a:lnTo>
                  <a:pt x="3638" y="1755"/>
                </a:lnTo>
                <a:lnTo>
                  <a:pt x="3681" y="1713"/>
                </a:lnTo>
                <a:lnTo>
                  <a:pt x="3702" y="1670"/>
                </a:lnTo>
                <a:lnTo>
                  <a:pt x="3724" y="1606"/>
                </a:lnTo>
                <a:lnTo>
                  <a:pt x="3724" y="1606"/>
                </a:lnTo>
                <a:lnTo>
                  <a:pt x="3702" y="1563"/>
                </a:lnTo>
                <a:lnTo>
                  <a:pt x="3659" y="1520"/>
                </a:lnTo>
                <a:lnTo>
                  <a:pt x="3617" y="1499"/>
                </a:lnTo>
                <a:lnTo>
                  <a:pt x="3574" y="1499"/>
                </a:lnTo>
                <a:lnTo>
                  <a:pt x="3467" y="1520"/>
                </a:lnTo>
                <a:lnTo>
                  <a:pt x="3317" y="1563"/>
                </a:lnTo>
                <a:lnTo>
                  <a:pt x="3060" y="1691"/>
                </a:lnTo>
                <a:lnTo>
                  <a:pt x="2953" y="1734"/>
                </a:lnTo>
                <a:lnTo>
                  <a:pt x="2889" y="1734"/>
                </a:lnTo>
                <a:lnTo>
                  <a:pt x="2889" y="1734"/>
                </a:lnTo>
                <a:lnTo>
                  <a:pt x="2846" y="1713"/>
                </a:lnTo>
                <a:lnTo>
                  <a:pt x="2846" y="1691"/>
                </a:lnTo>
                <a:lnTo>
                  <a:pt x="2846" y="1627"/>
                </a:lnTo>
                <a:lnTo>
                  <a:pt x="2868" y="1584"/>
                </a:lnTo>
                <a:lnTo>
                  <a:pt x="2932" y="1477"/>
                </a:lnTo>
                <a:lnTo>
                  <a:pt x="3039" y="1349"/>
                </a:lnTo>
                <a:lnTo>
                  <a:pt x="3274" y="1113"/>
                </a:lnTo>
                <a:lnTo>
                  <a:pt x="3424" y="964"/>
                </a:lnTo>
                <a:lnTo>
                  <a:pt x="3424" y="964"/>
                </a:lnTo>
                <a:lnTo>
                  <a:pt x="3595" y="857"/>
                </a:lnTo>
                <a:lnTo>
                  <a:pt x="3788" y="771"/>
                </a:lnTo>
                <a:lnTo>
                  <a:pt x="3959" y="707"/>
                </a:lnTo>
                <a:lnTo>
                  <a:pt x="4151" y="664"/>
                </a:lnTo>
                <a:lnTo>
                  <a:pt x="4558" y="579"/>
                </a:lnTo>
                <a:lnTo>
                  <a:pt x="4943" y="536"/>
                </a:lnTo>
                <a:lnTo>
                  <a:pt x="4943" y="536"/>
                </a:lnTo>
                <a:lnTo>
                  <a:pt x="5200" y="493"/>
                </a:lnTo>
                <a:lnTo>
                  <a:pt x="5350" y="472"/>
                </a:lnTo>
                <a:lnTo>
                  <a:pt x="5435" y="472"/>
                </a:lnTo>
                <a:lnTo>
                  <a:pt x="5435" y="472"/>
                </a:lnTo>
                <a:lnTo>
                  <a:pt x="5478" y="514"/>
                </a:lnTo>
                <a:lnTo>
                  <a:pt x="5521" y="557"/>
                </a:lnTo>
                <a:lnTo>
                  <a:pt x="5542" y="600"/>
                </a:lnTo>
                <a:lnTo>
                  <a:pt x="5585" y="643"/>
                </a:lnTo>
                <a:lnTo>
                  <a:pt x="5585" y="643"/>
                </a:lnTo>
                <a:lnTo>
                  <a:pt x="5692" y="707"/>
                </a:lnTo>
                <a:lnTo>
                  <a:pt x="5735" y="707"/>
                </a:lnTo>
                <a:lnTo>
                  <a:pt x="5735" y="686"/>
                </a:lnTo>
                <a:lnTo>
                  <a:pt x="5756" y="621"/>
                </a:lnTo>
                <a:lnTo>
                  <a:pt x="5778" y="536"/>
                </a:lnTo>
                <a:lnTo>
                  <a:pt x="5778" y="536"/>
                </a:lnTo>
                <a:lnTo>
                  <a:pt x="5820" y="493"/>
                </a:lnTo>
                <a:lnTo>
                  <a:pt x="5885" y="450"/>
                </a:lnTo>
                <a:lnTo>
                  <a:pt x="5949" y="450"/>
                </a:lnTo>
                <a:lnTo>
                  <a:pt x="6034" y="429"/>
                </a:lnTo>
                <a:lnTo>
                  <a:pt x="6355" y="450"/>
                </a:lnTo>
                <a:lnTo>
                  <a:pt x="6355" y="450"/>
                </a:lnTo>
                <a:lnTo>
                  <a:pt x="6569" y="472"/>
                </a:lnTo>
                <a:lnTo>
                  <a:pt x="6783" y="493"/>
                </a:lnTo>
                <a:lnTo>
                  <a:pt x="6976" y="514"/>
                </a:lnTo>
                <a:lnTo>
                  <a:pt x="7190" y="536"/>
                </a:lnTo>
                <a:lnTo>
                  <a:pt x="7190" y="536"/>
                </a:lnTo>
                <a:lnTo>
                  <a:pt x="7361" y="536"/>
                </a:lnTo>
                <a:lnTo>
                  <a:pt x="7532" y="557"/>
                </a:lnTo>
                <a:lnTo>
                  <a:pt x="7682" y="600"/>
                </a:lnTo>
                <a:lnTo>
                  <a:pt x="7832" y="664"/>
                </a:lnTo>
                <a:lnTo>
                  <a:pt x="7981" y="728"/>
                </a:lnTo>
                <a:lnTo>
                  <a:pt x="8110" y="814"/>
                </a:lnTo>
                <a:lnTo>
                  <a:pt x="8259" y="921"/>
                </a:lnTo>
                <a:lnTo>
                  <a:pt x="8366" y="1049"/>
                </a:lnTo>
                <a:lnTo>
                  <a:pt x="8366" y="1049"/>
                </a:lnTo>
                <a:lnTo>
                  <a:pt x="8495" y="1220"/>
                </a:lnTo>
                <a:lnTo>
                  <a:pt x="8580" y="1392"/>
                </a:lnTo>
                <a:lnTo>
                  <a:pt x="8666" y="1563"/>
                </a:lnTo>
                <a:lnTo>
                  <a:pt x="8709" y="1755"/>
                </a:lnTo>
                <a:lnTo>
                  <a:pt x="8709" y="1755"/>
                </a:lnTo>
                <a:lnTo>
                  <a:pt x="8730" y="1969"/>
                </a:lnTo>
                <a:lnTo>
                  <a:pt x="8730" y="2162"/>
                </a:lnTo>
                <a:lnTo>
                  <a:pt x="8730" y="2354"/>
                </a:lnTo>
                <a:lnTo>
                  <a:pt x="8730" y="2547"/>
                </a:lnTo>
                <a:lnTo>
                  <a:pt x="8730" y="2547"/>
                </a:lnTo>
                <a:lnTo>
                  <a:pt x="8666" y="2504"/>
                </a:lnTo>
                <a:lnTo>
                  <a:pt x="8580" y="2461"/>
                </a:lnTo>
                <a:lnTo>
                  <a:pt x="8516" y="2397"/>
                </a:lnTo>
                <a:lnTo>
                  <a:pt x="8431" y="2397"/>
                </a:lnTo>
                <a:lnTo>
                  <a:pt x="8431" y="2397"/>
                </a:lnTo>
                <a:lnTo>
                  <a:pt x="8388" y="2397"/>
                </a:lnTo>
                <a:lnTo>
                  <a:pt x="8345" y="2419"/>
                </a:lnTo>
                <a:lnTo>
                  <a:pt x="8324" y="2440"/>
                </a:lnTo>
                <a:lnTo>
                  <a:pt x="8324" y="2483"/>
                </a:lnTo>
                <a:lnTo>
                  <a:pt x="8366" y="2547"/>
                </a:lnTo>
                <a:lnTo>
                  <a:pt x="8409" y="2611"/>
                </a:lnTo>
                <a:lnTo>
                  <a:pt x="8409" y="2611"/>
                </a:lnTo>
                <a:lnTo>
                  <a:pt x="8452" y="2654"/>
                </a:lnTo>
                <a:lnTo>
                  <a:pt x="8495" y="2697"/>
                </a:lnTo>
                <a:lnTo>
                  <a:pt x="8580" y="2740"/>
                </a:lnTo>
                <a:lnTo>
                  <a:pt x="8645" y="2782"/>
                </a:lnTo>
                <a:lnTo>
                  <a:pt x="8666" y="2825"/>
                </a:lnTo>
                <a:lnTo>
                  <a:pt x="8687" y="2889"/>
                </a:lnTo>
                <a:lnTo>
                  <a:pt x="8687" y="2889"/>
                </a:lnTo>
                <a:lnTo>
                  <a:pt x="8709" y="3018"/>
                </a:lnTo>
                <a:lnTo>
                  <a:pt x="8666" y="3146"/>
                </a:lnTo>
                <a:lnTo>
                  <a:pt x="8602" y="3424"/>
                </a:lnTo>
                <a:lnTo>
                  <a:pt x="8602" y="3424"/>
                </a:lnTo>
                <a:lnTo>
                  <a:pt x="8473" y="4173"/>
                </a:lnTo>
                <a:lnTo>
                  <a:pt x="8473" y="4173"/>
                </a:lnTo>
                <a:lnTo>
                  <a:pt x="8366" y="4687"/>
                </a:lnTo>
                <a:lnTo>
                  <a:pt x="8259" y="5179"/>
                </a:lnTo>
                <a:lnTo>
                  <a:pt x="8152" y="5671"/>
                </a:lnTo>
                <a:lnTo>
                  <a:pt x="8045" y="6163"/>
                </a:lnTo>
                <a:lnTo>
                  <a:pt x="8045" y="6163"/>
                </a:lnTo>
                <a:lnTo>
                  <a:pt x="7960" y="6634"/>
                </a:lnTo>
                <a:lnTo>
                  <a:pt x="7832" y="7104"/>
                </a:lnTo>
                <a:lnTo>
                  <a:pt x="7832" y="7104"/>
                </a:lnTo>
                <a:lnTo>
                  <a:pt x="7789" y="7340"/>
                </a:lnTo>
                <a:lnTo>
                  <a:pt x="7746" y="7575"/>
                </a:lnTo>
                <a:lnTo>
                  <a:pt x="7703" y="8046"/>
                </a:lnTo>
                <a:lnTo>
                  <a:pt x="7703" y="8046"/>
                </a:lnTo>
                <a:lnTo>
                  <a:pt x="7682" y="8195"/>
                </a:lnTo>
                <a:lnTo>
                  <a:pt x="7639" y="8388"/>
                </a:lnTo>
                <a:lnTo>
                  <a:pt x="7639" y="8474"/>
                </a:lnTo>
                <a:lnTo>
                  <a:pt x="7660" y="8538"/>
                </a:lnTo>
                <a:lnTo>
                  <a:pt x="7725" y="8602"/>
                </a:lnTo>
                <a:lnTo>
                  <a:pt x="7789" y="8623"/>
                </a:lnTo>
                <a:lnTo>
                  <a:pt x="7789" y="8623"/>
                </a:lnTo>
                <a:lnTo>
                  <a:pt x="7896" y="8602"/>
                </a:lnTo>
                <a:lnTo>
                  <a:pt x="7981" y="8559"/>
                </a:lnTo>
                <a:lnTo>
                  <a:pt x="8088" y="8474"/>
                </a:lnTo>
                <a:lnTo>
                  <a:pt x="8174" y="8388"/>
                </a:lnTo>
                <a:lnTo>
                  <a:pt x="8366" y="8217"/>
                </a:lnTo>
                <a:lnTo>
                  <a:pt x="8538" y="8067"/>
                </a:lnTo>
                <a:lnTo>
                  <a:pt x="8538" y="8067"/>
                </a:lnTo>
                <a:lnTo>
                  <a:pt x="8709" y="7896"/>
                </a:lnTo>
                <a:lnTo>
                  <a:pt x="8816" y="7832"/>
                </a:lnTo>
                <a:lnTo>
                  <a:pt x="8859" y="7810"/>
                </a:lnTo>
                <a:lnTo>
                  <a:pt x="8880" y="7810"/>
                </a:lnTo>
                <a:lnTo>
                  <a:pt x="8880" y="7810"/>
                </a:lnTo>
                <a:lnTo>
                  <a:pt x="8901" y="7853"/>
                </a:lnTo>
                <a:lnTo>
                  <a:pt x="8880" y="7896"/>
                </a:lnTo>
                <a:lnTo>
                  <a:pt x="8837" y="8046"/>
                </a:lnTo>
                <a:lnTo>
                  <a:pt x="8730" y="8281"/>
                </a:lnTo>
                <a:lnTo>
                  <a:pt x="8730" y="8281"/>
                </a:lnTo>
                <a:lnTo>
                  <a:pt x="8730" y="8345"/>
                </a:lnTo>
                <a:lnTo>
                  <a:pt x="8752" y="8409"/>
                </a:lnTo>
                <a:lnTo>
                  <a:pt x="8773" y="8452"/>
                </a:lnTo>
                <a:lnTo>
                  <a:pt x="8816" y="8474"/>
                </a:lnTo>
                <a:lnTo>
                  <a:pt x="8923" y="8495"/>
                </a:lnTo>
                <a:lnTo>
                  <a:pt x="9051" y="8474"/>
                </a:lnTo>
                <a:lnTo>
                  <a:pt x="9201" y="8409"/>
                </a:lnTo>
                <a:lnTo>
                  <a:pt x="9329" y="8367"/>
                </a:lnTo>
                <a:lnTo>
                  <a:pt x="9565" y="8260"/>
                </a:lnTo>
                <a:lnTo>
                  <a:pt x="9565" y="8260"/>
                </a:lnTo>
                <a:lnTo>
                  <a:pt x="9693" y="8217"/>
                </a:lnTo>
                <a:lnTo>
                  <a:pt x="9821" y="8153"/>
                </a:lnTo>
                <a:lnTo>
                  <a:pt x="9886" y="8110"/>
                </a:lnTo>
                <a:lnTo>
                  <a:pt x="9907" y="8067"/>
                </a:lnTo>
                <a:lnTo>
                  <a:pt x="9886" y="8024"/>
                </a:lnTo>
                <a:lnTo>
                  <a:pt x="9843" y="7960"/>
                </a:lnTo>
                <a:lnTo>
                  <a:pt x="9843" y="7960"/>
                </a:lnTo>
                <a:close/>
                <a:moveTo>
                  <a:pt x="7639" y="1156"/>
                </a:moveTo>
                <a:lnTo>
                  <a:pt x="7639" y="1156"/>
                </a:lnTo>
                <a:lnTo>
                  <a:pt x="7639" y="1113"/>
                </a:lnTo>
                <a:lnTo>
                  <a:pt x="7618" y="1071"/>
                </a:lnTo>
                <a:lnTo>
                  <a:pt x="7553" y="1071"/>
                </a:lnTo>
                <a:lnTo>
                  <a:pt x="7468" y="1071"/>
                </a:lnTo>
                <a:lnTo>
                  <a:pt x="7382" y="1092"/>
                </a:lnTo>
                <a:lnTo>
                  <a:pt x="7318" y="1113"/>
                </a:lnTo>
                <a:lnTo>
                  <a:pt x="7254" y="1178"/>
                </a:lnTo>
                <a:lnTo>
                  <a:pt x="7211" y="1242"/>
                </a:lnTo>
                <a:lnTo>
                  <a:pt x="7211" y="1242"/>
                </a:lnTo>
                <a:lnTo>
                  <a:pt x="7211" y="1306"/>
                </a:lnTo>
                <a:lnTo>
                  <a:pt x="7254" y="1349"/>
                </a:lnTo>
                <a:lnTo>
                  <a:pt x="7318" y="1349"/>
                </a:lnTo>
                <a:lnTo>
                  <a:pt x="7382" y="1327"/>
                </a:lnTo>
                <a:lnTo>
                  <a:pt x="7532" y="1242"/>
                </a:lnTo>
                <a:lnTo>
                  <a:pt x="7596" y="1199"/>
                </a:lnTo>
                <a:lnTo>
                  <a:pt x="7639" y="1156"/>
                </a:lnTo>
                <a:lnTo>
                  <a:pt x="7639" y="1156"/>
                </a:lnTo>
                <a:close/>
                <a:moveTo>
                  <a:pt x="6077" y="1456"/>
                </a:moveTo>
                <a:lnTo>
                  <a:pt x="6077" y="1456"/>
                </a:lnTo>
                <a:lnTo>
                  <a:pt x="6098" y="1477"/>
                </a:lnTo>
                <a:lnTo>
                  <a:pt x="6120" y="1499"/>
                </a:lnTo>
                <a:lnTo>
                  <a:pt x="6227" y="1520"/>
                </a:lnTo>
                <a:lnTo>
                  <a:pt x="6355" y="1499"/>
                </a:lnTo>
                <a:lnTo>
                  <a:pt x="6505" y="1456"/>
                </a:lnTo>
                <a:lnTo>
                  <a:pt x="6633" y="1370"/>
                </a:lnTo>
                <a:lnTo>
                  <a:pt x="6740" y="1306"/>
                </a:lnTo>
                <a:lnTo>
                  <a:pt x="6826" y="1220"/>
                </a:lnTo>
                <a:lnTo>
                  <a:pt x="6826" y="1199"/>
                </a:lnTo>
                <a:lnTo>
                  <a:pt x="6826" y="1156"/>
                </a:lnTo>
                <a:lnTo>
                  <a:pt x="6826" y="1156"/>
                </a:lnTo>
                <a:lnTo>
                  <a:pt x="6805" y="1135"/>
                </a:lnTo>
                <a:lnTo>
                  <a:pt x="6762" y="1113"/>
                </a:lnTo>
                <a:lnTo>
                  <a:pt x="6655" y="1113"/>
                </a:lnTo>
                <a:lnTo>
                  <a:pt x="6526" y="1156"/>
                </a:lnTo>
                <a:lnTo>
                  <a:pt x="6398" y="1199"/>
                </a:lnTo>
                <a:lnTo>
                  <a:pt x="6270" y="1242"/>
                </a:lnTo>
                <a:lnTo>
                  <a:pt x="6163" y="1327"/>
                </a:lnTo>
                <a:lnTo>
                  <a:pt x="6098" y="1392"/>
                </a:lnTo>
                <a:lnTo>
                  <a:pt x="6077" y="1413"/>
                </a:lnTo>
                <a:lnTo>
                  <a:pt x="6077" y="1456"/>
                </a:lnTo>
                <a:lnTo>
                  <a:pt x="6077" y="1456"/>
                </a:lnTo>
                <a:close/>
                <a:moveTo>
                  <a:pt x="3595" y="4280"/>
                </a:moveTo>
                <a:lnTo>
                  <a:pt x="3595" y="4280"/>
                </a:lnTo>
                <a:lnTo>
                  <a:pt x="3638" y="4344"/>
                </a:lnTo>
                <a:lnTo>
                  <a:pt x="3659" y="4366"/>
                </a:lnTo>
                <a:lnTo>
                  <a:pt x="3702" y="4366"/>
                </a:lnTo>
                <a:lnTo>
                  <a:pt x="3724" y="4344"/>
                </a:lnTo>
                <a:lnTo>
                  <a:pt x="3766" y="4280"/>
                </a:lnTo>
                <a:lnTo>
                  <a:pt x="3809" y="4173"/>
                </a:lnTo>
                <a:lnTo>
                  <a:pt x="3873" y="4087"/>
                </a:lnTo>
                <a:lnTo>
                  <a:pt x="3938" y="4023"/>
                </a:lnTo>
                <a:lnTo>
                  <a:pt x="3959" y="4023"/>
                </a:lnTo>
                <a:lnTo>
                  <a:pt x="4023" y="4023"/>
                </a:lnTo>
                <a:lnTo>
                  <a:pt x="4066" y="4066"/>
                </a:lnTo>
                <a:lnTo>
                  <a:pt x="4130" y="4109"/>
                </a:lnTo>
                <a:lnTo>
                  <a:pt x="4130" y="4109"/>
                </a:lnTo>
                <a:lnTo>
                  <a:pt x="4216" y="4259"/>
                </a:lnTo>
                <a:lnTo>
                  <a:pt x="4344" y="4451"/>
                </a:lnTo>
                <a:lnTo>
                  <a:pt x="4408" y="4537"/>
                </a:lnTo>
                <a:lnTo>
                  <a:pt x="4494" y="4601"/>
                </a:lnTo>
                <a:lnTo>
                  <a:pt x="4558" y="4622"/>
                </a:lnTo>
                <a:lnTo>
                  <a:pt x="4601" y="4622"/>
                </a:lnTo>
                <a:lnTo>
                  <a:pt x="4622" y="4580"/>
                </a:lnTo>
                <a:lnTo>
                  <a:pt x="4622" y="4580"/>
                </a:lnTo>
                <a:lnTo>
                  <a:pt x="4644" y="4558"/>
                </a:lnTo>
                <a:lnTo>
                  <a:pt x="4644" y="4515"/>
                </a:lnTo>
                <a:lnTo>
                  <a:pt x="4644" y="4430"/>
                </a:lnTo>
                <a:lnTo>
                  <a:pt x="4579" y="4323"/>
                </a:lnTo>
                <a:lnTo>
                  <a:pt x="4515" y="4216"/>
                </a:lnTo>
                <a:lnTo>
                  <a:pt x="4365" y="4023"/>
                </a:lnTo>
                <a:lnTo>
                  <a:pt x="4301" y="3938"/>
                </a:lnTo>
                <a:lnTo>
                  <a:pt x="4301" y="3938"/>
                </a:lnTo>
                <a:lnTo>
                  <a:pt x="4408" y="3895"/>
                </a:lnTo>
                <a:lnTo>
                  <a:pt x="4515" y="3852"/>
                </a:lnTo>
                <a:lnTo>
                  <a:pt x="4601" y="3788"/>
                </a:lnTo>
                <a:lnTo>
                  <a:pt x="4686" y="3724"/>
                </a:lnTo>
                <a:lnTo>
                  <a:pt x="4751" y="3638"/>
                </a:lnTo>
                <a:lnTo>
                  <a:pt x="4793" y="3531"/>
                </a:lnTo>
                <a:lnTo>
                  <a:pt x="4815" y="3424"/>
                </a:lnTo>
                <a:lnTo>
                  <a:pt x="4793" y="3317"/>
                </a:lnTo>
                <a:lnTo>
                  <a:pt x="4793" y="3317"/>
                </a:lnTo>
                <a:lnTo>
                  <a:pt x="4729" y="3210"/>
                </a:lnTo>
                <a:lnTo>
                  <a:pt x="4644" y="3125"/>
                </a:lnTo>
                <a:lnTo>
                  <a:pt x="4537" y="3060"/>
                </a:lnTo>
                <a:lnTo>
                  <a:pt x="4408" y="3039"/>
                </a:lnTo>
                <a:lnTo>
                  <a:pt x="4280" y="3018"/>
                </a:lnTo>
                <a:lnTo>
                  <a:pt x="4151" y="2996"/>
                </a:lnTo>
                <a:lnTo>
                  <a:pt x="3895" y="3018"/>
                </a:lnTo>
                <a:lnTo>
                  <a:pt x="3895" y="3018"/>
                </a:lnTo>
                <a:lnTo>
                  <a:pt x="3788" y="3039"/>
                </a:lnTo>
                <a:lnTo>
                  <a:pt x="3702" y="3060"/>
                </a:lnTo>
                <a:lnTo>
                  <a:pt x="3659" y="3125"/>
                </a:lnTo>
                <a:lnTo>
                  <a:pt x="3617" y="3189"/>
                </a:lnTo>
                <a:lnTo>
                  <a:pt x="3617" y="3253"/>
                </a:lnTo>
                <a:lnTo>
                  <a:pt x="3617" y="3360"/>
                </a:lnTo>
                <a:lnTo>
                  <a:pt x="3617" y="3574"/>
                </a:lnTo>
                <a:lnTo>
                  <a:pt x="3617" y="3574"/>
                </a:lnTo>
                <a:lnTo>
                  <a:pt x="3574" y="3938"/>
                </a:lnTo>
                <a:lnTo>
                  <a:pt x="3552" y="4130"/>
                </a:lnTo>
                <a:lnTo>
                  <a:pt x="3574" y="4216"/>
                </a:lnTo>
                <a:lnTo>
                  <a:pt x="3595" y="4280"/>
                </a:lnTo>
                <a:lnTo>
                  <a:pt x="3595" y="4280"/>
                </a:lnTo>
                <a:close/>
                <a:moveTo>
                  <a:pt x="3809" y="3339"/>
                </a:moveTo>
                <a:lnTo>
                  <a:pt x="3809" y="3339"/>
                </a:lnTo>
                <a:lnTo>
                  <a:pt x="3873" y="3296"/>
                </a:lnTo>
                <a:lnTo>
                  <a:pt x="3959" y="3274"/>
                </a:lnTo>
                <a:lnTo>
                  <a:pt x="4087" y="3253"/>
                </a:lnTo>
                <a:lnTo>
                  <a:pt x="4216" y="3274"/>
                </a:lnTo>
                <a:lnTo>
                  <a:pt x="4344" y="3274"/>
                </a:lnTo>
                <a:lnTo>
                  <a:pt x="4451" y="3317"/>
                </a:lnTo>
                <a:lnTo>
                  <a:pt x="4537" y="3360"/>
                </a:lnTo>
                <a:lnTo>
                  <a:pt x="4558" y="3424"/>
                </a:lnTo>
                <a:lnTo>
                  <a:pt x="4558" y="3424"/>
                </a:lnTo>
                <a:lnTo>
                  <a:pt x="4558" y="3488"/>
                </a:lnTo>
                <a:lnTo>
                  <a:pt x="4515" y="3553"/>
                </a:lnTo>
                <a:lnTo>
                  <a:pt x="4451" y="3617"/>
                </a:lnTo>
                <a:lnTo>
                  <a:pt x="4365" y="3660"/>
                </a:lnTo>
                <a:lnTo>
                  <a:pt x="4173" y="3702"/>
                </a:lnTo>
                <a:lnTo>
                  <a:pt x="4023" y="3745"/>
                </a:lnTo>
                <a:lnTo>
                  <a:pt x="4023" y="3745"/>
                </a:lnTo>
                <a:lnTo>
                  <a:pt x="3916" y="3745"/>
                </a:lnTo>
                <a:lnTo>
                  <a:pt x="3873" y="3724"/>
                </a:lnTo>
                <a:lnTo>
                  <a:pt x="3873" y="3681"/>
                </a:lnTo>
                <a:lnTo>
                  <a:pt x="3852" y="3595"/>
                </a:lnTo>
                <a:lnTo>
                  <a:pt x="3852" y="3595"/>
                </a:lnTo>
                <a:lnTo>
                  <a:pt x="3809" y="3467"/>
                </a:lnTo>
                <a:lnTo>
                  <a:pt x="3809" y="3381"/>
                </a:lnTo>
                <a:lnTo>
                  <a:pt x="3809" y="3339"/>
                </a:lnTo>
                <a:lnTo>
                  <a:pt x="3809" y="3339"/>
                </a:lnTo>
                <a:close/>
                <a:moveTo>
                  <a:pt x="5542" y="4430"/>
                </a:moveTo>
                <a:lnTo>
                  <a:pt x="5542" y="4430"/>
                </a:lnTo>
                <a:lnTo>
                  <a:pt x="5414" y="4430"/>
                </a:lnTo>
                <a:lnTo>
                  <a:pt x="5414" y="4430"/>
                </a:lnTo>
                <a:lnTo>
                  <a:pt x="5350" y="4451"/>
                </a:lnTo>
                <a:lnTo>
                  <a:pt x="5307" y="4451"/>
                </a:lnTo>
                <a:lnTo>
                  <a:pt x="5285" y="4473"/>
                </a:lnTo>
                <a:lnTo>
                  <a:pt x="5285" y="4558"/>
                </a:lnTo>
                <a:lnTo>
                  <a:pt x="5285" y="4558"/>
                </a:lnTo>
                <a:lnTo>
                  <a:pt x="5328" y="4622"/>
                </a:lnTo>
                <a:lnTo>
                  <a:pt x="5414" y="4665"/>
                </a:lnTo>
                <a:lnTo>
                  <a:pt x="5499" y="4687"/>
                </a:lnTo>
                <a:lnTo>
                  <a:pt x="5606" y="4708"/>
                </a:lnTo>
                <a:lnTo>
                  <a:pt x="5713" y="4708"/>
                </a:lnTo>
                <a:lnTo>
                  <a:pt x="5799" y="4708"/>
                </a:lnTo>
                <a:lnTo>
                  <a:pt x="5885" y="4665"/>
                </a:lnTo>
                <a:lnTo>
                  <a:pt x="5927" y="4601"/>
                </a:lnTo>
                <a:lnTo>
                  <a:pt x="5927" y="4601"/>
                </a:lnTo>
                <a:lnTo>
                  <a:pt x="5927" y="4537"/>
                </a:lnTo>
                <a:lnTo>
                  <a:pt x="5906" y="4515"/>
                </a:lnTo>
                <a:lnTo>
                  <a:pt x="5863" y="4494"/>
                </a:lnTo>
                <a:lnTo>
                  <a:pt x="5842" y="4473"/>
                </a:lnTo>
                <a:lnTo>
                  <a:pt x="5842" y="4473"/>
                </a:lnTo>
                <a:lnTo>
                  <a:pt x="5820" y="4344"/>
                </a:lnTo>
                <a:lnTo>
                  <a:pt x="5820" y="4216"/>
                </a:lnTo>
                <a:lnTo>
                  <a:pt x="5820" y="4216"/>
                </a:lnTo>
                <a:lnTo>
                  <a:pt x="5885" y="3767"/>
                </a:lnTo>
                <a:lnTo>
                  <a:pt x="5885" y="3531"/>
                </a:lnTo>
                <a:lnTo>
                  <a:pt x="5885" y="3317"/>
                </a:lnTo>
                <a:lnTo>
                  <a:pt x="5885" y="3317"/>
                </a:lnTo>
                <a:lnTo>
                  <a:pt x="5992" y="3296"/>
                </a:lnTo>
                <a:lnTo>
                  <a:pt x="6056" y="3274"/>
                </a:lnTo>
                <a:lnTo>
                  <a:pt x="6077" y="3232"/>
                </a:lnTo>
                <a:lnTo>
                  <a:pt x="6077" y="3232"/>
                </a:lnTo>
                <a:lnTo>
                  <a:pt x="6077" y="3167"/>
                </a:lnTo>
                <a:lnTo>
                  <a:pt x="6034" y="3125"/>
                </a:lnTo>
                <a:lnTo>
                  <a:pt x="5949" y="3082"/>
                </a:lnTo>
                <a:lnTo>
                  <a:pt x="5863" y="3039"/>
                </a:lnTo>
                <a:lnTo>
                  <a:pt x="5756" y="3018"/>
                </a:lnTo>
                <a:lnTo>
                  <a:pt x="5671" y="2996"/>
                </a:lnTo>
                <a:lnTo>
                  <a:pt x="5585" y="3018"/>
                </a:lnTo>
                <a:lnTo>
                  <a:pt x="5521" y="3039"/>
                </a:lnTo>
                <a:lnTo>
                  <a:pt x="5521" y="3039"/>
                </a:lnTo>
                <a:lnTo>
                  <a:pt x="5478" y="3082"/>
                </a:lnTo>
                <a:lnTo>
                  <a:pt x="5499" y="3146"/>
                </a:lnTo>
                <a:lnTo>
                  <a:pt x="5585" y="3232"/>
                </a:lnTo>
                <a:lnTo>
                  <a:pt x="5585" y="3232"/>
                </a:lnTo>
                <a:lnTo>
                  <a:pt x="5606" y="3274"/>
                </a:lnTo>
                <a:lnTo>
                  <a:pt x="5628" y="3296"/>
                </a:lnTo>
                <a:lnTo>
                  <a:pt x="5649" y="3274"/>
                </a:lnTo>
                <a:lnTo>
                  <a:pt x="5649" y="3274"/>
                </a:lnTo>
                <a:lnTo>
                  <a:pt x="5649" y="3274"/>
                </a:lnTo>
                <a:lnTo>
                  <a:pt x="5692" y="3403"/>
                </a:lnTo>
                <a:lnTo>
                  <a:pt x="5692" y="3403"/>
                </a:lnTo>
                <a:lnTo>
                  <a:pt x="5692" y="3595"/>
                </a:lnTo>
                <a:lnTo>
                  <a:pt x="5671" y="3852"/>
                </a:lnTo>
                <a:lnTo>
                  <a:pt x="5628" y="4087"/>
                </a:lnTo>
                <a:lnTo>
                  <a:pt x="5585" y="4259"/>
                </a:lnTo>
                <a:lnTo>
                  <a:pt x="5585" y="4259"/>
                </a:lnTo>
                <a:lnTo>
                  <a:pt x="5542" y="4430"/>
                </a:lnTo>
                <a:lnTo>
                  <a:pt x="5542" y="4430"/>
                </a:lnTo>
                <a:close/>
                <a:moveTo>
                  <a:pt x="6805" y="4537"/>
                </a:moveTo>
                <a:lnTo>
                  <a:pt x="6805" y="4537"/>
                </a:lnTo>
                <a:lnTo>
                  <a:pt x="6826" y="4622"/>
                </a:lnTo>
                <a:lnTo>
                  <a:pt x="6847" y="4708"/>
                </a:lnTo>
                <a:lnTo>
                  <a:pt x="6890" y="4729"/>
                </a:lnTo>
                <a:lnTo>
                  <a:pt x="6933" y="4729"/>
                </a:lnTo>
                <a:lnTo>
                  <a:pt x="6976" y="4708"/>
                </a:lnTo>
                <a:lnTo>
                  <a:pt x="7019" y="4687"/>
                </a:lnTo>
                <a:lnTo>
                  <a:pt x="7019" y="4687"/>
                </a:lnTo>
                <a:lnTo>
                  <a:pt x="7061" y="4644"/>
                </a:lnTo>
                <a:lnTo>
                  <a:pt x="7083" y="4580"/>
                </a:lnTo>
                <a:lnTo>
                  <a:pt x="7104" y="4451"/>
                </a:lnTo>
                <a:lnTo>
                  <a:pt x="7083" y="4194"/>
                </a:lnTo>
                <a:lnTo>
                  <a:pt x="7083" y="4194"/>
                </a:lnTo>
                <a:lnTo>
                  <a:pt x="7168" y="4194"/>
                </a:lnTo>
                <a:lnTo>
                  <a:pt x="7339" y="4173"/>
                </a:lnTo>
                <a:lnTo>
                  <a:pt x="7511" y="4130"/>
                </a:lnTo>
                <a:lnTo>
                  <a:pt x="7639" y="4066"/>
                </a:lnTo>
                <a:lnTo>
                  <a:pt x="7639" y="4066"/>
                </a:lnTo>
                <a:lnTo>
                  <a:pt x="7767" y="3981"/>
                </a:lnTo>
                <a:lnTo>
                  <a:pt x="7810" y="3916"/>
                </a:lnTo>
                <a:lnTo>
                  <a:pt x="7853" y="3852"/>
                </a:lnTo>
                <a:lnTo>
                  <a:pt x="7874" y="3788"/>
                </a:lnTo>
                <a:lnTo>
                  <a:pt x="7874" y="3702"/>
                </a:lnTo>
                <a:lnTo>
                  <a:pt x="7874" y="3617"/>
                </a:lnTo>
                <a:lnTo>
                  <a:pt x="7853" y="3531"/>
                </a:lnTo>
                <a:lnTo>
                  <a:pt x="7853" y="3531"/>
                </a:lnTo>
                <a:lnTo>
                  <a:pt x="7789" y="3403"/>
                </a:lnTo>
                <a:lnTo>
                  <a:pt x="7682" y="3274"/>
                </a:lnTo>
                <a:lnTo>
                  <a:pt x="7532" y="3189"/>
                </a:lnTo>
                <a:lnTo>
                  <a:pt x="7382" y="3103"/>
                </a:lnTo>
                <a:lnTo>
                  <a:pt x="7211" y="3082"/>
                </a:lnTo>
                <a:lnTo>
                  <a:pt x="7147" y="3082"/>
                </a:lnTo>
                <a:lnTo>
                  <a:pt x="7083" y="3103"/>
                </a:lnTo>
                <a:lnTo>
                  <a:pt x="7019" y="3125"/>
                </a:lnTo>
                <a:lnTo>
                  <a:pt x="6954" y="3167"/>
                </a:lnTo>
                <a:lnTo>
                  <a:pt x="6912" y="3232"/>
                </a:lnTo>
                <a:lnTo>
                  <a:pt x="6869" y="3317"/>
                </a:lnTo>
                <a:lnTo>
                  <a:pt x="6869" y="3317"/>
                </a:lnTo>
                <a:lnTo>
                  <a:pt x="6847" y="3510"/>
                </a:lnTo>
                <a:lnTo>
                  <a:pt x="6826" y="3702"/>
                </a:lnTo>
                <a:lnTo>
                  <a:pt x="6826" y="4087"/>
                </a:lnTo>
                <a:lnTo>
                  <a:pt x="6826" y="4087"/>
                </a:lnTo>
                <a:lnTo>
                  <a:pt x="6805" y="4301"/>
                </a:lnTo>
                <a:lnTo>
                  <a:pt x="6805" y="4537"/>
                </a:lnTo>
                <a:lnTo>
                  <a:pt x="6805" y="4537"/>
                </a:lnTo>
                <a:close/>
                <a:moveTo>
                  <a:pt x="7168" y="3317"/>
                </a:moveTo>
                <a:lnTo>
                  <a:pt x="7168" y="3317"/>
                </a:lnTo>
                <a:lnTo>
                  <a:pt x="7361" y="3381"/>
                </a:lnTo>
                <a:lnTo>
                  <a:pt x="7468" y="3467"/>
                </a:lnTo>
                <a:lnTo>
                  <a:pt x="7553" y="3574"/>
                </a:lnTo>
                <a:lnTo>
                  <a:pt x="7575" y="3681"/>
                </a:lnTo>
                <a:lnTo>
                  <a:pt x="7553" y="3724"/>
                </a:lnTo>
                <a:lnTo>
                  <a:pt x="7532" y="3767"/>
                </a:lnTo>
                <a:lnTo>
                  <a:pt x="7489" y="3809"/>
                </a:lnTo>
                <a:lnTo>
                  <a:pt x="7446" y="3852"/>
                </a:lnTo>
                <a:lnTo>
                  <a:pt x="7318" y="3916"/>
                </a:lnTo>
                <a:lnTo>
                  <a:pt x="7125" y="3938"/>
                </a:lnTo>
                <a:lnTo>
                  <a:pt x="7125" y="3938"/>
                </a:lnTo>
                <a:lnTo>
                  <a:pt x="7104" y="3895"/>
                </a:lnTo>
                <a:lnTo>
                  <a:pt x="7104" y="3831"/>
                </a:lnTo>
                <a:lnTo>
                  <a:pt x="7125" y="3638"/>
                </a:lnTo>
                <a:lnTo>
                  <a:pt x="7168" y="3424"/>
                </a:lnTo>
                <a:lnTo>
                  <a:pt x="7190" y="3339"/>
                </a:lnTo>
                <a:lnTo>
                  <a:pt x="7168" y="3317"/>
                </a:lnTo>
                <a:lnTo>
                  <a:pt x="7168" y="3317"/>
                </a:lnTo>
                <a:close/>
                <a:moveTo>
                  <a:pt x="4729" y="4430"/>
                </a:moveTo>
                <a:lnTo>
                  <a:pt x="4729" y="4430"/>
                </a:lnTo>
                <a:lnTo>
                  <a:pt x="4729" y="4473"/>
                </a:lnTo>
                <a:lnTo>
                  <a:pt x="4751" y="4515"/>
                </a:lnTo>
                <a:lnTo>
                  <a:pt x="4793" y="4537"/>
                </a:lnTo>
                <a:lnTo>
                  <a:pt x="4836" y="4537"/>
                </a:lnTo>
                <a:lnTo>
                  <a:pt x="4900" y="4515"/>
                </a:lnTo>
                <a:lnTo>
                  <a:pt x="4922" y="4494"/>
                </a:lnTo>
                <a:lnTo>
                  <a:pt x="4943" y="4451"/>
                </a:lnTo>
                <a:lnTo>
                  <a:pt x="4943" y="4408"/>
                </a:lnTo>
                <a:lnTo>
                  <a:pt x="4943" y="4408"/>
                </a:lnTo>
                <a:lnTo>
                  <a:pt x="4943" y="4366"/>
                </a:lnTo>
                <a:lnTo>
                  <a:pt x="4900" y="4323"/>
                </a:lnTo>
                <a:lnTo>
                  <a:pt x="4858" y="4323"/>
                </a:lnTo>
                <a:lnTo>
                  <a:pt x="4836" y="4323"/>
                </a:lnTo>
                <a:lnTo>
                  <a:pt x="4793" y="4323"/>
                </a:lnTo>
                <a:lnTo>
                  <a:pt x="4751" y="4344"/>
                </a:lnTo>
                <a:lnTo>
                  <a:pt x="4729" y="4387"/>
                </a:lnTo>
                <a:lnTo>
                  <a:pt x="4729" y="4430"/>
                </a:lnTo>
                <a:lnTo>
                  <a:pt x="4729" y="4430"/>
                </a:lnTo>
                <a:close/>
                <a:moveTo>
                  <a:pt x="6013" y="4537"/>
                </a:moveTo>
                <a:lnTo>
                  <a:pt x="6013" y="4537"/>
                </a:lnTo>
                <a:lnTo>
                  <a:pt x="6013" y="4601"/>
                </a:lnTo>
                <a:lnTo>
                  <a:pt x="6034" y="4622"/>
                </a:lnTo>
                <a:lnTo>
                  <a:pt x="6077" y="4644"/>
                </a:lnTo>
                <a:lnTo>
                  <a:pt x="6141" y="4644"/>
                </a:lnTo>
                <a:lnTo>
                  <a:pt x="6184" y="4622"/>
                </a:lnTo>
                <a:lnTo>
                  <a:pt x="6205" y="4601"/>
                </a:lnTo>
                <a:lnTo>
                  <a:pt x="6227" y="4558"/>
                </a:lnTo>
                <a:lnTo>
                  <a:pt x="6227" y="4515"/>
                </a:lnTo>
                <a:lnTo>
                  <a:pt x="6227" y="4515"/>
                </a:lnTo>
                <a:lnTo>
                  <a:pt x="6205" y="4473"/>
                </a:lnTo>
                <a:lnTo>
                  <a:pt x="6184" y="4451"/>
                </a:lnTo>
                <a:lnTo>
                  <a:pt x="6141" y="4430"/>
                </a:lnTo>
                <a:lnTo>
                  <a:pt x="6098" y="4430"/>
                </a:lnTo>
                <a:lnTo>
                  <a:pt x="6034" y="4473"/>
                </a:lnTo>
                <a:lnTo>
                  <a:pt x="6013" y="4494"/>
                </a:lnTo>
                <a:lnTo>
                  <a:pt x="6013" y="4537"/>
                </a:lnTo>
                <a:lnTo>
                  <a:pt x="6013" y="4537"/>
                </a:lnTo>
                <a:close/>
                <a:moveTo>
                  <a:pt x="7553" y="4687"/>
                </a:moveTo>
                <a:lnTo>
                  <a:pt x="7553" y="4687"/>
                </a:lnTo>
                <a:lnTo>
                  <a:pt x="7532" y="4644"/>
                </a:lnTo>
                <a:lnTo>
                  <a:pt x="7511" y="4622"/>
                </a:lnTo>
                <a:lnTo>
                  <a:pt x="7425" y="4601"/>
                </a:lnTo>
                <a:lnTo>
                  <a:pt x="7382" y="4601"/>
                </a:lnTo>
                <a:lnTo>
                  <a:pt x="7339" y="4622"/>
                </a:lnTo>
                <a:lnTo>
                  <a:pt x="7318" y="4665"/>
                </a:lnTo>
                <a:lnTo>
                  <a:pt x="7318" y="4708"/>
                </a:lnTo>
                <a:lnTo>
                  <a:pt x="7318" y="4708"/>
                </a:lnTo>
                <a:lnTo>
                  <a:pt x="7339" y="4751"/>
                </a:lnTo>
                <a:lnTo>
                  <a:pt x="7361" y="4772"/>
                </a:lnTo>
                <a:lnTo>
                  <a:pt x="7446" y="4794"/>
                </a:lnTo>
                <a:lnTo>
                  <a:pt x="7489" y="4794"/>
                </a:lnTo>
                <a:lnTo>
                  <a:pt x="7511" y="4772"/>
                </a:lnTo>
                <a:lnTo>
                  <a:pt x="7532" y="4729"/>
                </a:lnTo>
                <a:lnTo>
                  <a:pt x="7553" y="4687"/>
                </a:lnTo>
                <a:lnTo>
                  <a:pt x="7553" y="4687"/>
                </a:lnTo>
                <a:close/>
                <a:moveTo>
                  <a:pt x="4815" y="5350"/>
                </a:moveTo>
                <a:lnTo>
                  <a:pt x="4815" y="5350"/>
                </a:lnTo>
                <a:lnTo>
                  <a:pt x="4793" y="5328"/>
                </a:lnTo>
                <a:lnTo>
                  <a:pt x="4772" y="5307"/>
                </a:lnTo>
                <a:lnTo>
                  <a:pt x="4729" y="5243"/>
                </a:lnTo>
                <a:lnTo>
                  <a:pt x="4708" y="5179"/>
                </a:lnTo>
                <a:lnTo>
                  <a:pt x="4665" y="5114"/>
                </a:lnTo>
                <a:lnTo>
                  <a:pt x="4665" y="5114"/>
                </a:lnTo>
                <a:lnTo>
                  <a:pt x="4579" y="5093"/>
                </a:lnTo>
                <a:lnTo>
                  <a:pt x="4494" y="5093"/>
                </a:lnTo>
                <a:lnTo>
                  <a:pt x="4430" y="5136"/>
                </a:lnTo>
                <a:lnTo>
                  <a:pt x="4365" y="5200"/>
                </a:lnTo>
                <a:lnTo>
                  <a:pt x="4365" y="5200"/>
                </a:lnTo>
                <a:lnTo>
                  <a:pt x="4301" y="5307"/>
                </a:lnTo>
                <a:lnTo>
                  <a:pt x="4280" y="5371"/>
                </a:lnTo>
                <a:lnTo>
                  <a:pt x="4280" y="5414"/>
                </a:lnTo>
                <a:lnTo>
                  <a:pt x="4301" y="5435"/>
                </a:lnTo>
                <a:lnTo>
                  <a:pt x="4301" y="5435"/>
                </a:lnTo>
                <a:lnTo>
                  <a:pt x="4344" y="5457"/>
                </a:lnTo>
                <a:lnTo>
                  <a:pt x="4365" y="5457"/>
                </a:lnTo>
                <a:lnTo>
                  <a:pt x="4430" y="5414"/>
                </a:lnTo>
                <a:lnTo>
                  <a:pt x="4494" y="5350"/>
                </a:lnTo>
                <a:lnTo>
                  <a:pt x="4537" y="5307"/>
                </a:lnTo>
                <a:lnTo>
                  <a:pt x="4537" y="5307"/>
                </a:lnTo>
                <a:lnTo>
                  <a:pt x="4601" y="5435"/>
                </a:lnTo>
                <a:lnTo>
                  <a:pt x="4708" y="5564"/>
                </a:lnTo>
                <a:lnTo>
                  <a:pt x="4708" y="5564"/>
                </a:lnTo>
                <a:lnTo>
                  <a:pt x="4793" y="5607"/>
                </a:lnTo>
                <a:lnTo>
                  <a:pt x="4858" y="5607"/>
                </a:lnTo>
                <a:lnTo>
                  <a:pt x="4922" y="5585"/>
                </a:lnTo>
                <a:lnTo>
                  <a:pt x="4965" y="5564"/>
                </a:lnTo>
                <a:lnTo>
                  <a:pt x="5071" y="5478"/>
                </a:lnTo>
                <a:lnTo>
                  <a:pt x="5136" y="5457"/>
                </a:lnTo>
                <a:lnTo>
                  <a:pt x="5200" y="5435"/>
                </a:lnTo>
                <a:lnTo>
                  <a:pt x="5200" y="5435"/>
                </a:lnTo>
                <a:lnTo>
                  <a:pt x="5264" y="5457"/>
                </a:lnTo>
                <a:lnTo>
                  <a:pt x="5328" y="5478"/>
                </a:lnTo>
                <a:lnTo>
                  <a:pt x="5414" y="5564"/>
                </a:lnTo>
                <a:lnTo>
                  <a:pt x="5521" y="5671"/>
                </a:lnTo>
                <a:lnTo>
                  <a:pt x="5564" y="5714"/>
                </a:lnTo>
                <a:lnTo>
                  <a:pt x="5628" y="5714"/>
                </a:lnTo>
                <a:lnTo>
                  <a:pt x="5628" y="5714"/>
                </a:lnTo>
                <a:lnTo>
                  <a:pt x="5735" y="5714"/>
                </a:lnTo>
                <a:lnTo>
                  <a:pt x="5799" y="5671"/>
                </a:lnTo>
                <a:lnTo>
                  <a:pt x="5885" y="5628"/>
                </a:lnTo>
                <a:lnTo>
                  <a:pt x="5970" y="5607"/>
                </a:lnTo>
                <a:lnTo>
                  <a:pt x="5970" y="5607"/>
                </a:lnTo>
                <a:lnTo>
                  <a:pt x="6034" y="5607"/>
                </a:lnTo>
                <a:lnTo>
                  <a:pt x="6098" y="5607"/>
                </a:lnTo>
                <a:lnTo>
                  <a:pt x="6184" y="5607"/>
                </a:lnTo>
                <a:lnTo>
                  <a:pt x="6248" y="5607"/>
                </a:lnTo>
                <a:lnTo>
                  <a:pt x="6248" y="5607"/>
                </a:lnTo>
                <a:lnTo>
                  <a:pt x="6312" y="5564"/>
                </a:lnTo>
                <a:lnTo>
                  <a:pt x="6355" y="5542"/>
                </a:lnTo>
                <a:lnTo>
                  <a:pt x="6377" y="5500"/>
                </a:lnTo>
                <a:lnTo>
                  <a:pt x="6355" y="5435"/>
                </a:lnTo>
                <a:lnTo>
                  <a:pt x="6334" y="5393"/>
                </a:lnTo>
                <a:lnTo>
                  <a:pt x="6291" y="5371"/>
                </a:lnTo>
                <a:lnTo>
                  <a:pt x="6227" y="5328"/>
                </a:lnTo>
                <a:lnTo>
                  <a:pt x="6163" y="5307"/>
                </a:lnTo>
                <a:lnTo>
                  <a:pt x="6163" y="5307"/>
                </a:lnTo>
                <a:lnTo>
                  <a:pt x="6098" y="5307"/>
                </a:lnTo>
                <a:lnTo>
                  <a:pt x="6034" y="5328"/>
                </a:lnTo>
                <a:lnTo>
                  <a:pt x="5885" y="5393"/>
                </a:lnTo>
                <a:lnTo>
                  <a:pt x="5756" y="5435"/>
                </a:lnTo>
                <a:lnTo>
                  <a:pt x="5692" y="5435"/>
                </a:lnTo>
                <a:lnTo>
                  <a:pt x="5649" y="5435"/>
                </a:lnTo>
                <a:lnTo>
                  <a:pt x="5649" y="5435"/>
                </a:lnTo>
                <a:lnTo>
                  <a:pt x="5585" y="5393"/>
                </a:lnTo>
                <a:lnTo>
                  <a:pt x="5542" y="5371"/>
                </a:lnTo>
                <a:lnTo>
                  <a:pt x="5457" y="5286"/>
                </a:lnTo>
                <a:lnTo>
                  <a:pt x="5371" y="5221"/>
                </a:lnTo>
                <a:lnTo>
                  <a:pt x="5307" y="5200"/>
                </a:lnTo>
                <a:lnTo>
                  <a:pt x="5221" y="5200"/>
                </a:lnTo>
                <a:lnTo>
                  <a:pt x="5221" y="5200"/>
                </a:lnTo>
                <a:lnTo>
                  <a:pt x="5178" y="5200"/>
                </a:lnTo>
                <a:lnTo>
                  <a:pt x="5114" y="5221"/>
                </a:lnTo>
                <a:lnTo>
                  <a:pt x="5007" y="5264"/>
                </a:lnTo>
                <a:lnTo>
                  <a:pt x="4922" y="5328"/>
                </a:lnTo>
                <a:lnTo>
                  <a:pt x="4858" y="5350"/>
                </a:lnTo>
                <a:lnTo>
                  <a:pt x="4815" y="5350"/>
                </a:lnTo>
                <a:lnTo>
                  <a:pt x="4815" y="5350"/>
                </a:lnTo>
                <a:close/>
                <a:moveTo>
                  <a:pt x="4237" y="5970"/>
                </a:moveTo>
                <a:lnTo>
                  <a:pt x="4237" y="5970"/>
                </a:lnTo>
                <a:lnTo>
                  <a:pt x="4130" y="5949"/>
                </a:lnTo>
                <a:lnTo>
                  <a:pt x="3959" y="5949"/>
                </a:lnTo>
                <a:lnTo>
                  <a:pt x="3895" y="5949"/>
                </a:lnTo>
                <a:lnTo>
                  <a:pt x="3831" y="5970"/>
                </a:lnTo>
                <a:lnTo>
                  <a:pt x="3809" y="5992"/>
                </a:lnTo>
                <a:lnTo>
                  <a:pt x="3809" y="6056"/>
                </a:lnTo>
                <a:lnTo>
                  <a:pt x="3809" y="6056"/>
                </a:lnTo>
                <a:lnTo>
                  <a:pt x="3831" y="6077"/>
                </a:lnTo>
                <a:lnTo>
                  <a:pt x="3852" y="6120"/>
                </a:lnTo>
                <a:lnTo>
                  <a:pt x="3980" y="6163"/>
                </a:lnTo>
                <a:lnTo>
                  <a:pt x="4151" y="6206"/>
                </a:lnTo>
                <a:lnTo>
                  <a:pt x="4344" y="6227"/>
                </a:lnTo>
                <a:lnTo>
                  <a:pt x="4515" y="6227"/>
                </a:lnTo>
                <a:lnTo>
                  <a:pt x="4665" y="6227"/>
                </a:lnTo>
                <a:lnTo>
                  <a:pt x="4751" y="6184"/>
                </a:lnTo>
                <a:lnTo>
                  <a:pt x="4772" y="6141"/>
                </a:lnTo>
                <a:lnTo>
                  <a:pt x="4772" y="6099"/>
                </a:lnTo>
                <a:lnTo>
                  <a:pt x="4772" y="6099"/>
                </a:lnTo>
                <a:lnTo>
                  <a:pt x="4751" y="6056"/>
                </a:lnTo>
                <a:lnTo>
                  <a:pt x="4686" y="6035"/>
                </a:lnTo>
                <a:lnTo>
                  <a:pt x="4537" y="5992"/>
                </a:lnTo>
                <a:lnTo>
                  <a:pt x="4237" y="5970"/>
                </a:lnTo>
                <a:lnTo>
                  <a:pt x="4237" y="5970"/>
                </a:lnTo>
                <a:close/>
                <a:moveTo>
                  <a:pt x="7939" y="6056"/>
                </a:moveTo>
                <a:lnTo>
                  <a:pt x="7939" y="6056"/>
                </a:lnTo>
                <a:lnTo>
                  <a:pt x="7917" y="6035"/>
                </a:lnTo>
                <a:lnTo>
                  <a:pt x="7853" y="6013"/>
                </a:lnTo>
                <a:lnTo>
                  <a:pt x="7703" y="6035"/>
                </a:lnTo>
                <a:lnTo>
                  <a:pt x="7575" y="6099"/>
                </a:lnTo>
                <a:lnTo>
                  <a:pt x="7532" y="6141"/>
                </a:lnTo>
                <a:lnTo>
                  <a:pt x="7511" y="6163"/>
                </a:lnTo>
                <a:lnTo>
                  <a:pt x="7511" y="6163"/>
                </a:lnTo>
                <a:lnTo>
                  <a:pt x="7532" y="6206"/>
                </a:lnTo>
                <a:lnTo>
                  <a:pt x="7575" y="6227"/>
                </a:lnTo>
                <a:lnTo>
                  <a:pt x="7660" y="6227"/>
                </a:lnTo>
                <a:lnTo>
                  <a:pt x="7746" y="6227"/>
                </a:lnTo>
                <a:lnTo>
                  <a:pt x="7832" y="6206"/>
                </a:lnTo>
                <a:lnTo>
                  <a:pt x="7917" y="6163"/>
                </a:lnTo>
                <a:lnTo>
                  <a:pt x="7939" y="6120"/>
                </a:lnTo>
                <a:lnTo>
                  <a:pt x="7939" y="6056"/>
                </a:lnTo>
                <a:lnTo>
                  <a:pt x="7939" y="6056"/>
                </a:lnTo>
                <a:close/>
                <a:moveTo>
                  <a:pt x="5457" y="6120"/>
                </a:moveTo>
                <a:lnTo>
                  <a:pt x="5457" y="6120"/>
                </a:lnTo>
                <a:lnTo>
                  <a:pt x="5414" y="6163"/>
                </a:lnTo>
                <a:lnTo>
                  <a:pt x="5414" y="6184"/>
                </a:lnTo>
                <a:lnTo>
                  <a:pt x="5435" y="6206"/>
                </a:lnTo>
                <a:lnTo>
                  <a:pt x="5478" y="6248"/>
                </a:lnTo>
                <a:lnTo>
                  <a:pt x="5564" y="6270"/>
                </a:lnTo>
                <a:lnTo>
                  <a:pt x="5756" y="6313"/>
                </a:lnTo>
                <a:lnTo>
                  <a:pt x="5863" y="6334"/>
                </a:lnTo>
                <a:lnTo>
                  <a:pt x="5863" y="6334"/>
                </a:lnTo>
                <a:lnTo>
                  <a:pt x="6227" y="6355"/>
                </a:lnTo>
                <a:lnTo>
                  <a:pt x="6441" y="6355"/>
                </a:lnTo>
                <a:lnTo>
                  <a:pt x="6505" y="6355"/>
                </a:lnTo>
                <a:lnTo>
                  <a:pt x="6548" y="6334"/>
                </a:lnTo>
                <a:lnTo>
                  <a:pt x="6548" y="6334"/>
                </a:lnTo>
                <a:lnTo>
                  <a:pt x="6419" y="6248"/>
                </a:lnTo>
                <a:lnTo>
                  <a:pt x="6270" y="6206"/>
                </a:lnTo>
                <a:lnTo>
                  <a:pt x="5970" y="6163"/>
                </a:lnTo>
                <a:lnTo>
                  <a:pt x="5970" y="6163"/>
                </a:lnTo>
                <a:lnTo>
                  <a:pt x="5713" y="6120"/>
                </a:lnTo>
                <a:lnTo>
                  <a:pt x="5564" y="6099"/>
                </a:lnTo>
                <a:lnTo>
                  <a:pt x="5499" y="6099"/>
                </a:lnTo>
                <a:lnTo>
                  <a:pt x="5457" y="6120"/>
                </a:lnTo>
                <a:lnTo>
                  <a:pt x="5457" y="6120"/>
                </a:lnTo>
                <a:close/>
                <a:moveTo>
                  <a:pt x="5200" y="7853"/>
                </a:moveTo>
                <a:lnTo>
                  <a:pt x="5200" y="7853"/>
                </a:lnTo>
                <a:lnTo>
                  <a:pt x="5114" y="7875"/>
                </a:lnTo>
                <a:lnTo>
                  <a:pt x="5093" y="7875"/>
                </a:lnTo>
                <a:lnTo>
                  <a:pt x="5093" y="7853"/>
                </a:lnTo>
                <a:lnTo>
                  <a:pt x="5178" y="7682"/>
                </a:lnTo>
                <a:lnTo>
                  <a:pt x="5178" y="7682"/>
                </a:lnTo>
                <a:lnTo>
                  <a:pt x="5221" y="7596"/>
                </a:lnTo>
                <a:lnTo>
                  <a:pt x="5264" y="7489"/>
                </a:lnTo>
                <a:lnTo>
                  <a:pt x="5264" y="7447"/>
                </a:lnTo>
                <a:lnTo>
                  <a:pt x="5264" y="7425"/>
                </a:lnTo>
                <a:lnTo>
                  <a:pt x="5243" y="7382"/>
                </a:lnTo>
                <a:lnTo>
                  <a:pt x="5178" y="7361"/>
                </a:lnTo>
                <a:lnTo>
                  <a:pt x="5178" y="7361"/>
                </a:lnTo>
                <a:lnTo>
                  <a:pt x="5093" y="7382"/>
                </a:lnTo>
                <a:lnTo>
                  <a:pt x="4986" y="7425"/>
                </a:lnTo>
                <a:lnTo>
                  <a:pt x="4879" y="7489"/>
                </a:lnTo>
                <a:lnTo>
                  <a:pt x="4751" y="7575"/>
                </a:lnTo>
                <a:lnTo>
                  <a:pt x="4558" y="7789"/>
                </a:lnTo>
                <a:lnTo>
                  <a:pt x="4430" y="7939"/>
                </a:lnTo>
                <a:lnTo>
                  <a:pt x="4430" y="7939"/>
                </a:lnTo>
                <a:lnTo>
                  <a:pt x="4430" y="7703"/>
                </a:lnTo>
                <a:lnTo>
                  <a:pt x="4451" y="7361"/>
                </a:lnTo>
                <a:lnTo>
                  <a:pt x="4430" y="7211"/>
                </a:lnTo>
                <a:lnTo>
                  <a:pt x="4387" y="7061"/>
                </a:lnTo>
                <a:lnTo>
                  <a:pt x="4365" y="7019"/>
                </a:lnTo>
                <a:lnTo>
                  <a:pt x="4323" y="6997"/>
                </a:lnTo>
                <a:lnTo>
                  <a:pt x="4280" y="6976"/>
                </a:lnTo>
                <a:lnTo>
                  <a:pt x="4216" y="6976"/>
                </a:lnTo>
                <a:lnTo>
                  <a:pt x="4216" y="6976"/>
                </a:lnTo>
                <a:lnTo>
                  <a:pt x="4109" y="7019"/>
                </a:lnTo>
                <a:lnTo>
                  <a:pt x="4023" y="7083"/>
                </a:lnTo>
                <a:lnTo>
                  <a:pt x="3938" y="7190"/>
                </a:lnTo>
                <a:lnTo>
                  <a:pt x="3852" y="7318"/>
                </a:lnTo>
                <a:lnTo>
                  <a:pt x="3702" y="7554"/>
                </a:lnTo>
                <a:lnTo>
                  <a:pt x="3595" y="7746"/>
                </a:lnTo>
                <a:lnTo>
                  <a:pt x="3595" y="7746"/>
                </a:lnTo>
                <a:lnTo>
                  <a:pt x="3488" y="7960"/>
                </a:lnTo>
                <a:lnTo>
                  <a:pt x="3445" y="8067"/>
                </a:lnTo>
                <a:lnTo>
                  <a:pt x="3424" y="8110"/>
                </a:lnTo>
                <a:lnTo>
                  <a:pt x="3445" y="8174"/>
                </a:lnTo>
                <a:lnTo>
                  <a:pt x="3445" y="8174"/>
                </a:lnTo>
                <a:lnTo>
                  <a:pt x="3467" y="8217"/>
                </a:lnTo>
                <a:lnTo>
                  <a:pt x="3488" y="8238"/>
                </a:lnTo>
                <a:lnTo>
                  <a:pt x="3531" y="8238"/>
                </a:lnTo>
                <a:lnTo>
                  <a:pt x="3552" y="8238"/>
                </a:lnTo>
                <a:lnTo>
                  <a:pt x="3638" y="8195"/>
                </a:lnTo>
                <a:lnTo>
                  <a:pt x="3702" y="8110"/>
                </a:lnTo>
                <a:lnTo>
                  <a:pt x="3702" y="8110"/>
                </a:lnTo>
                <a:lnTo>
                  <a:pt x="3788" y="7960"/>
                </a:lnTo>
                <a:lnTo>
                  <a:pt x="3895" y="7746"/>
                </a:lnTo>
                <a:lnTo>
                  <a:pt x="3959" y="7639"/>
                </a:lnTo>
                <a:lnTo>
                  <a:pt x="4023" y="7554"/>
                </a:lnTo>
                <a:lnTo>
                  <a:pt x="4087" y="7489"/>
                </a:lnTo>
                <a:lnTo>
                  <a:pt x="4173" y="7468"/>
                </a:lnTo>
                <a:lnTo>
                  <a:pt x="4173" y="7468"/>
                </a:lnTo>
                <a:lnTo>
                  <a:pt x="4151" y="7554"/>
                </a:lnTo>
                <a:lnTo>
                  <a:pt x="4130" y="7661"/>
                </a:lnTo>
                <a:lnTo>
                  <a:pt x="4130" y="7768"/>
                </a:lnTo>
                <a:lnTo>
                  <a:pt x="4130" y="7896"/>
                </a:lnTo>
                <a:lnTo>
                  <a:pt x="4151" y="8003"/>
                </a:lnTo>
                <a:lnTo>
                  <a:pt x="4216" y="8110"/>
                </a:lnTo>
                <a:lnTo>
                  <a:pt x="4280" y="8174"/>
                </a:lnTo>
                <a:lnTo>
                  <a:pt x="4387" y="8195"/>
                </a:lnTo>
                <a:lnTo>
                  <a:pt x="4387" y="8195"/>
                </a:lnTo>
                <a:lnTo>
                  <a:pt x="4472" y="8153"/>
                </a:lnTo>
                <a:lnTo>
                  <a:pt x="4622" y="8046"/>
                </a:lnTo>
                <a:lnTo>
                  <a:pt x="4836" y="7875"/>
                </a:lnTo>
                <a:lnTo>
                  <a:pt x="4836" y="7875"/>
                </a:lnTo>
                <a:lnTo>
                  <a:pt x="4815" y="7960"/>
                </a:lnTo>
                <a:lnTo>
                  <a:pt x="4793" y="8067"/>
                </a:lnTo>
                <a:lnTo>
                  <a:pt x="4815" y="8195"/>
                </a:lnTo>
                <a:lnTo>
                  <a:pt x="4836" y="8238"/>
                </a:lnTo>
                <a:lnTo>
                  <a:pt x="4879" y="8260"/>
                </a:lnTo>
                <a:lnTo>
                  <a:pt x="4879" y="8260"/>
                </a:lnTo>
                <a:lnTo>
                  <a:pt x="4922" y="8281"/>
                </a:lnTo>
                <a:lnTo>
                  <a:pt x="4965" y="8260"/>
                </a:lnTo>
                <a:lnTo>
                  <a:pt x="5029" y="8238"/>
                </a:lnTo>
                <a:lnTo>
                  <a:pt x="5114" y="8174"/>
                </a:lnTo>
                <a:lnTo>
                  <a:pt x="5178" y="8153"/>
                </a:lnTo>
                <a:lnTo>
                  <a:pt x="5178" y="8153"/>
                </a:lnTo>
                <a:lnTo>
                  <a:pt x="5178" y="8153"/>
                </a:lnTo>
                <a:lnTo>
                  <a:pt x="5157" y="8174"/>
                </a:lnTo>
                <a:lnTo>
                  <a:pt x="5157" y="8238"/>
                </a:lnTo>
                <a:lnTo>
                  <a:pt x="5157" y="8324"/>
                </a:lnTo>
                <a:lnTo>
                  <a:pt x="5200" y="8409"/>
                </a:lnTo>
                <a:lnTo>
                  <a:pt x="5243" y="8474"/>
                </a:lnTo>
                <a:lnTo>
                  <a:pt x="5264" y="8474"/>
                </a:lnTo>
                <a:lnTo>
                  <a:pt x="5307" y="8474"/>
                </a:lnTo>
                <a:lnTo>
                  <a:pt x="5328" y="8452"/>
                </a:lnTo>
                <a:lnTo>
                  <a:pt x="5350" y="8409"/>
                </a:lnTo>
                <a:lnTo>
                  <a:pt x="5414" y="8260"/>
                </a:lnTo>
                <a:lnTo>
                  <a:pt x="5414" y="8260"/>
                </a:lnTo>
                <a:lnTo>
                  <a:pt x="5478" y="8046"/>
                </a:lnTo>
                <a:lnTo>
                  <a:pt x="5499" y="7939"/>
                </a:lnTo>
                <a:lnTo>
                  <a:pt x="5499" y="7875"/>
                </a:lnTo>
                <a:lnTo>
                  <a:pt x="5478" y="7832"/>
                </a:lnTo>
                <a:lnTo>
                  <a:pt x="5478" y="7832"/>
                </a:lnTo>
                <a:lnTo>
                  <a:pt x="5457" y="7810"/>
                </a:lnTo>
                <a:lnTo>
                  <a:pt x="5414" y="7789"/>
                </a:lnTo>
                <a:lnTo>
                  <a:pt x="5392" y="7768"/>
                </a:lnTo>
                <a:lnTo>
                  <a:pt x="5350" y="7789"/>
                </a:lnTo>
                <a:lnTo>
                  <a:pt x="5200" y="7853"/>
                </a:lnTo>
                <a:lnTo>
                  <a:pt x="5200" y="7853"/>
                </a:lnTo>
                <a:close/>
                <a:moveTo>
                  <a:pt x="5842" y="7168"/>
                </a:moveTo>
                <a:lnTo>
                  <a:pt x="5842" y="7168"/>
                </a:lnTo>
                <a:lnTo>
                  <a:pt x="5820" y="7190"/>
                </a:lnTo>
                <a:lnTo>
                  <a:pt x="5820" y="7233"/>
                </a:lnTo>
                <a:lnTo>
                  <a:pt x="5842" y="7361"/>
                </a:lnTo>
                <a:lnTo>
                  <a:pt x="5885" y="7511"/>
                </a:lnTo>
                <a:lnTo>
                  <a:pt x="5970" y="7682"/>
                </a:lnTo>
                <a:lnTo>
                  <a:pt x="6141" y="8024"/>
                </a:lnTo>
                <a:lnTo>
                  <a:pt x="6205" y="8153"/>
                </a:lnTo>
                <a:lnTo>
                  <a:pt x="6227" y="8238"/>
                </a:lnTo>
                <a:lnTo>
                  <a:pt x="6227" y="8238"/>
                </a:lnTo>
                <a:lnTo>
                  <a:pt x="6227" y="8345"/>
                </a:lnTo>
                <a:lnTo>
                  <a:pt x="6205" y="8474"/>
                </a:lnTo>
                <a:lnTo>
                  <a:pt x="6205" y="8602"/>
                </a:lnTo>
                <a:lnTo>
                  <a:pt x="6205" y="8645"/>
                </a:lnTo>
                <a:lnTo>
                  <a:pt x="6227" y="8688"/>
                </a:lnTo>
                <a:lnTo>
                  <a:pt x="6227" y="8688"/>
                </a:lnTo>
                <a:lnTo>
                  <a:pt x="6291" y="8730"/>
                </a:lnTo>
                <a:lnTo>
                  <a:pt x="6355" y="8730"/>
                </a:lnTo>
                <a:lnTo>
                  <a:pt x="6419" y="8688"/>
                </a:lnTo>
                <a:lnTo>
                  <a:pt x="6462" y="8623"/>
                </a:lnTo>
                <a:lnTo>
                  <a:pt x="6462" y="8623"/>
                </a:lnTo>
                <a:lnTo>
                  <a:pt x="6484" y="8559"/>
                </a:lnTo>
                <a:lnTo>
                  <a:pt x="6505" y="8474"/>
                </a:lnTo>
                <a:lnTo>
                  <a:pt x="6484" y="8260"/>
                </a:lnTo>
                <a:lnTo>
                  <a:pt x="6419" y="7982"/>
                </a:lnTo>
                <a:lnTo>
                  <a:pt x="6312" y="7725"/>
                </a:lnTo>
                <a:lnTo>
                  <a:pt x="6184" y="7468"/>
                </a:lnTo>
                <a:lnTo>
                  <a:pt x="6056" y="7275"/>
                </a:lnTo>
                <a:lnTo>
                  <a:pt x="5992" y="7211"/>
                </a:lnTo>
                <a:lnTo>
                  <a:pt x="5949" y="7168"/>
                </a:lnTo>
                <a:lnTo>
                  <a:pt x="5885" y="7147"/>
                </a:lnTo>
                <a:lnTo>
                  <a:pt x="5842" y="7168"/>
                </a:lnTo>
                <a:lnTo>
                  <a:pt x="5842" y="7168"/>
                </a:lnTo>
                <a:close/>
                <a:moveTo>
                  <a:pt x="6869" y="8195"/>
                </a:moveTo>
                <a:lnTo>
                  <a:pt x="6869" y="8195"/>
                </a:lnTo>
                <a:lnTo>
                  <a:pt x="6890" y="8153"/>
                </a:lnTo>
                <a:lnTo>
                  <a:pt x="6869" y="8046"/>
                </a:lnTo>
                <a:lnTo>
                  <a:pt x="6847" y="7939"/>
                </a:lnTo>
                <a:lnTo>
                  <a:pt x="6805" y="7810"/>
                </a:lnTo>
                <a:lnTo>
                  <a:pt x="6740" y="7703"/>
                </a:lnTo>
                <a:lnTo>
                  <a:pt x="6676" y="7618"/>
                </a:lnTo>
                <a:lnTo>
                  <a:pt x="6612" y="7554"/>
                </a:lnTo>
                <a:lnTo>
                  <a:pt x="6569" y="7554"/>
                </a:lnTo>
                <a:lnTo>
                  <a:pt x="6548" y="7554"/>
                </a:lnTo>
                <a:lnTo>
                  <a:pt x="6548" y="7554"/>
                </a:lnTo>
                <a:lnTo>
                  <a:pt x="6505" y="7596"/>
                </a:lnTo>
                <a:lnTo>
                  <a:pt x="6505" y="7703"/>
                </a:lnTo>
                <a:lnTo>
                  <a:pt x="6548" y="7960"/>
                </a:lnTo>
                <a:lnTo>
                  <a:pt x="6633" y="8431"/>
                </a:lnTo>
                <a:lnTo>
                  <a:pt x="6633" y="8431"/>
                </a:lnTo>
                <a:lnTo>
                  <a:pt x="6633" y="8516"/>
                </a:lnTo>
                <a:lnTo>
                  <a:pt x="6655" y="8623"/>
                </a:lnTo>
                <a:lnTo>
                  <a:pt x="6676" y="8666"/>
                </a:lnTo>
                <a:lnTo>
                  <a:pt x="6698" y="8709"/>
                </a:lnTo>
                <a:lnTo>
                  <a:pt x="6740" y="8730"/>
                </a:lnTo>
                <a:lnTo>
                  <a:pt x="6805" y="8730"/>
                </a:lnTo>
                <a:lnTo>
                  <a:pt x="6805" y="8730"/>
                </a:lnTo>
                <a:lnTo>
                  <a:pt x="6847" y="8730"/>
                </a:lnTo>
                <a:lnTo>
                  <a:pt x="6890" y="8688"/>
                </a:lnTo>
                <a:lnTo>
                  <a:pt x="6976" y="8602"/>
                </a:lnTo>
                <a:lnTo>
                  <a:pt x="7040" y="8495"/>
                </a:lnTo>
                <a:lnTo>
                  <a:pt x="7083" y="8409"/>
                </a:lnTo>
                <a:lnTo>
                  <a:pt x="7083" y="8409"/>
                </a:lnTo>
                <a:lnTo>
                  <a:pt x="7125" y="8538"/>
                </a:lnTo>
                <a:lnTo>
                  <a:pt x="7147" y="8581"/>
                </a:lnTo>
                <a:lnTo>
                  <a:pt x="7190" y="8623"/>
                </a:lnTo>
                <a:lnTo>
                  <a:pt x="7211" y="8645"/>
                </a:lnTo>
                <a:lnTo>
                  <a:pt x="7254" y="8645"/>
                </a:lnTo>
                <a:lnTo>
                  <a:pt x="7297" y="8602"/>
                </a:lnTo>
                <a:lnTo>
                  <a:pt x="7339" y="8538"/>
                </a:lnTo>
                <a:lnTo>
                  <a:pt x="7339" y="8538"/>
                </a:lnTo>
                <a:lnTo>
                  <a:pt x="7361" y="8409"/>
                </a:lnTo>
                <a:lnTo>
                  <a:pt x="7361" y="8281"/>
                </a:lnTo>
                <a:lnTo>
                  <a:pt x="7297" y="8003"/>
                </a:lnTo>
                <a:lnTo>
                  <a:pt x="7297" y="8003"/>
                </a:lnTo>
                <a:lnTo>
                  <a:pt x="7254" y="7853"/>
                </a:lnTo>
                <a:lnTo>
                  <a:pt x="7211" y="7789"/>
                </a:lnTo>
                <a:lnTo>
                  <a:pt x="7168" y="7789"/>
                </a:lnTo>
                <a:lnTo>
                  <a:pt x="7147" y="7789"/>
                </a:lnTo>
                <a:lnTo>
                  <a:pt x="7083" y="7853"/>
                </a:lnTo>
                <a:lnTo>
                  <a:pt x="6976" y="8024"/>
                </a:lnTo>
                <a:lnTo>
                  <a:pt x="6869" y="8195"/>
                </a:lnTo>
                <a:lnTo>
                  <a:pt x="6869" y="8195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32"/>
          <p:cNvSpPr/>
          <p:nvPr/>
        </p:nvSpPr>
        <p:spPr>
          <a:xfrm>
            <a:off x="7420312" y="804140"/>
            <a:ext cx="590459" cy="542939"/>
          </a:xfrm>
          <a:custGeom>
            <a:rect b="b" l="l" r="r" t="t"/>
            <a:pathLst>
              <a:path extrusionOk="0" h="8773" w="8945">
                <a:moveTo>
                  <a:pt x="6205" y="385"/>
                </a:moveTo>
                <a:lnTo>
                  <a:pt x="6419" y="407"/>
                </a:lnTo>
                <a:lnTo>
                  <a:pt x="6633" y="449"/>
                </a:lnTo>
                <a:lnTo>
                  <a:pt x="6847" y="535"/>
                </a:lnTo>
                <a:lnTo>
                  <a:pt x="7040" y="663"/>
                </a:lnTo>
                <a:lnTo>
                  <a:pt x="7147" y="749"/>
                </a:lnTo>
                <a:lnTo>
                  <a:pt x="7232" y="834"/>
                </a:lnTo>
                <a:lnTo>
                  <a:pt x="7297" y="941"/>
                </a:lnTo>
                <a:lnTo>
                  <a:pt x="7361" y="1048"/>
                </a:lnTo>
                <a:lnTo>
                  <a:pt x="7404" y="1177"/>
                </a:lnTo>
                <a:lnTo>
                  <a:pt x="7425" y="1305"/>
                </a:lnTo>
                <a:lnTo>
                  <a:pt x="7425" y="1412"/>
                </a:lnTo>
                <a:lnTo>
                  <a:pt x="7382" y="1541"/>
                </a:lnTo>
                <a:lnTo>
                  <a:pt x="7339" y="1648"/>
                </a:lnTo>
                <a:lnTo>
                  <a:pt x="7254" y="1754"/>
                </a:lnTo>
                <a:lnTo>
                  <a:pt x="7061" y="1926"/>
                </a:lnTo>
                <a:lnTo>
                  <a:pt x="6890" y="2033"/>
                </a:lnTo>
                <a:lnTo>
                  <a:pt x="6805" y="2097"/>
                </a:lnTo>
                <a:lnTo>
                  <a:pt x="6740" y="2161"/>
                </a:lnTo>
                <a:lnTo>
                  <a:pt x="6719" y="2225"/>
                </a:lnTo>
                <a:lnTo>
                  <a:pt x="6719" y="2268"/>
                </a:lnTo>
                <a:lnTo>
                  <a:pt x="6719" y="2311"/>
                </a:lnTo>
                <a:lnTo>
                  <a:pt x="6762" y="2354"/>
                </a:lnTo>
                <a:lnTo>
                  <a:pt x="6847" y="2396"/>
                </a:lnTo>
                <a:lnTo>
                  <a:pt x="6954" y="2396"/>
                </a:lnTo>
                <a:lnTo>
                  <a:pt x="7061" y="2375"/>
                </a:lnTo>
                <a:lnTo>
                  <a:pt x="7147" y="2332"/>
                </a:lnTo>
                <a:lnTo>
                  <a:pt x="7318" y="2204"/>
                </a:lnTo>
                <a:lnTo>
                  <a:pt x="7446" y="2075"/>
                </a:lnTo>
                <a:lnTo>
                  <a:pt x="7532" y="2033"/>
                </a:lnTo>
                <a:lnTo>
                  <a:pt x="7596" y="2033"/>
                </a:lnTo>
                <a:lnTo>
                  <a:pt x="7639" y="2075"/>
                </a:lnTo>
                <a:lnTo>
                  <a:pt x="7660" y="2118"/>
                </a:lnTo>
                <a:lnTo>
                  <a:pt x="7660" y="2247"/>
                </a:lnTo>
                <a:lnTo>
                  <a:pt x="7660" y="2375"/>
                </a:lnTo>
                <a:lnTo>
                  <a:pt x="7660" y="2461"/>
                </a:lnTo>
                <a:lnTo>
                  <a:pt x="7618" y="2568"/>
                </a:lnTo>
                <a:lnTo>
                  <a:pt x="7553" y="2675"/>
                </a:lnTo>
                <a:lnTo>
                  <a:pt x="7468" y="2760"/>
                </a:lnTo>
                <a:lnTo>
                  <a:pt x="7382" y="2824"/>
                </a:lnTo>
                <a:lnTo>
                  <a:pt x="7254" y="2867"/>
                </a:lnTo>
                <a:lnTo>
                  <a:pt x="7147" y="2910"/>
                </a:lnTo>
                <a:lnTo>
                  <a:pt x="7019" y="2931"/>
                </a:lnTo>
                <a:lnTo>
                  <a:pt x="6826" y="2931"/>
                </a:lnTo>
                <a:lnTo>
                  <a:pt x="6698" y="2888"/>
                </a:lnTo>
                <a:lnTo>
                  <a:pt x="6462" y="2846"/>
                </a:lnTo>
                <a:lnTo>
                  <a:pt x="6334" y="2824"/>
                </a:lnTo>
                <a:lnTo>
                  <a:pt x="6248" y="2846"/>
                </a:lnTo>
                <a:lnTo>
                  <a:pt x="6227" y="2888"/>
                </a:lnTo>
                <a:lnTo>
                  <a:pt x="6205" y="2910"/>
                </a:lnTo>
                <a:lnTo>
                  <a:pt x="6205" y="2974"/>
                </a:lnTo>
                <a:lnTo>
                  <a:pt x="6205" y="3038"/>
                </a:lnTo>
                <a:lnTo>
                  <a:pt x="6227" y="3124"/>
                </a:lnTo>
                <a:lnTo>
                  <a:pt x="6270" y="3167"/>
                </a:lnTo>
                <a:lnTo>
                  <a:pt x="6270" y="3209"/>
                </a:lnTo>
                <a:lnTo>
                  <a:pt x="6227" y="3274"/>
                </a:lnTo>
                <a:lnTo>
                  <a:pt x="6163" y="3338"/>
                </a:lnTo>
                <a:lnTo>
                  <a:pt x="6056" y="3359"/>
                </a:lnTo>
                <a:lnTo>
                  <a:pt x="5970" y="3381"/>
                </a:lnTo>
                <a:lnTo>
                  <a:pt x="5863" y="3381"/>
                </a:lnTo>
                <a:lnTo>
                  <a:pt x="5778" y="3359"/>
                </a:lnTo>
                <a:lnTo>
                  <a:pt x="5692" y="3338"/>
                </a:lnTo>
                <a:lnTo>
                  <a:pt x="5649" y="3295"/>
                </a:lnTo>
                <a:lnTo>
                  <a:pt x="5628" y="3274"/>
                </a:lnTo>
                <a:lnTo>
                  <a:pt x="5606" y="3188"/>
                </a:lnTo>
                <a:lnTo>
                  <a:pt x="5606" y="3102"/>
                </a:lnTo>
                <a:lnTo>
                  <a:pt x="5564" y="3038"/>
                </a:lnTo>
                <a:lnTo>
                  <a:pt x="5499" y="2995"/>
                </a:lnTo>
                <a:lnTo>
                  <a:pt x="5414" y="2953"/>
                </a:lnTo>
                <a:lnTo>
                  <a:pt x="5307" y="2931"/>
                </a:lnTo>
                <a:lnTo>
                  <a:pt x="5221" y="2953"/>
                </a:lnTo>
                <a:lnTo>
                  <a:pt x="5178" y="2995"/>
                </a:lnTo>
                <a:lnTo>
                  <a:pt x="5136" y="3060"/>
                </a:lnTo>
                <a:lnTo>
                  <a:pt x="5093" y="3102"/>
                </a:lnTo>
                <a:lnTo>
                  <a:pt x="5050" y="3124"/>
                </a:lnTo>
                <a:lnTo>
                  <a:pt x="5007" y="3102"/>
                </a:lnTo>
                <a:lnTo>
                  <a:pt x="4965" y="3081"/>
                </a:lnTo>
                <a:lnTo>
                  <a:pt x="4943" y="3060"/>
                </a:lnTo>
                <a:lnTo>
                  <a:pt x="4922" y="2974"/>
                </a:lnTo>
                <a:lnTo>
                  <a:pt x="4900" y="2888"/>
                </a:lnTo>
                <a:lnTo>
                  <a:pt x="4879" y="2867"/>
                </a:lnTo>
                <a:lnTo>
                  <a:pt x="4815" y="2867"/>
                </a:lnTo>
                <a:lnTo>
                  <a:pt x="4793" y="2888"/>
                </a:lnTo>
                <a:lnTo>
                  <a:pt x="4772" y="2910"/>
                </a:lnTo>
                <a:lnTo>
                  <a:pt x="4751" y="2974"/>
                </a:lnTo>
                <a:lnTo>
                  <a:pt x="4729" y="3017"/>
                </a:lnTo>
                <a:lnTo>
                  <a:pt x="4708" y="3038"/>
                </a:lnTo>
                <a:lnTo>
                  <a:pt x="4665" y="3038"/>
                </a:lnTo>
                <a:lnTo>
                  <a:pt x="4644" y="3017"/>
                </a:lnTo>
                <a:lnTo>
                  <a:pt x="4622" y="2974"/>
                </a:lnTo>
                <a:lnTo>
                  <a:pt x="4622" y="2888"/>
                </a:lnTo>
                <a:lnTo>
                  <a:pt x="4622" y="2781"/>
                </a:lnTo>
                <a:lnTo>
                  <a:pt x="4622" y="2632"/>
                </a:lnTo>
                <a:lnTo>
                  <a:pt x="4622" y="2568"/>
                </a:lnTo>
                <a:lnTo>
                  <a:pt x="4601" y="2525"/>
                </a:lnTo>
                <a:lnTo>
                  <a:pt x="4558" y="2503"/>
                </a:lnTo>
                <a:lnTo>
                  <a:pt x="4515" y="2525"/>
                </a:lnTo>
                <a:lnTo>
                  <a:pt x="4451" y="2546"/>
                </a:lnTo>
                <a:lnTo>
                  <a:pt x="4430" y="2503"/>
                </a:lnTo>
                <a:lnTo>
                  <a:pt x="4430" y="2482"/>
                </a:lnTo>
                <a:lnTo>
                  <a:pt x="4451" y="2396"/>
                </a:lnTo>
                <a:lnTo>
                  <a:pt x="4451" y="2311"/>
                </a:lnTo>
                <a:lnTo>
                  <a:pt x="4451" y="2268"/>
                </a:lnTo>
                <a:lnTo>
                  <a:pt x="4430" y="2225"/>
                </a:lnTo>
                <a:lnTo>
                  <a:pt x="4344" y="2225"/>
                </a:lnTo>
                <a:lnTo>
                  <a:pt x="4301" y="2247"/>
                </a:lnTo>
                <a:lnTo>
                  <a:pt x="4280" y="2247"/>
                </a:lnTo>
                <a:lnTo>
                  <a:pt x="4237" y="2204"/>
                </a:lnTo>
                <a:lnTo>
                  <a:pt x="4258" y="2140"/>
                </a:lnTo>
                <a:lnTo>
                  <a:pt x="4258" y="2075"/>
                </a:lnTo>
                <a:lnTo>
                  <a:pt x="4258" y="2011"/>
                </a:lnTo>
                <a:lnTo>
                  <a:pt x="4216" y="1968"/>
                </a:lnTo>
                <a:lnTo>
                  <a:pt x="4194" y="1947"/>
                </a:lnTo>
                <a:lnTo>
                  <a:pt x="4109" y="1926"/>
                </a:lnTo>
                <a:lnTo>
                  <a:pt x="4087" y="1947"/>
                </a:lnTo>
                <a:lnTo>
                  <a:pt x="3873" y="1947"/>
                </a:lnTo>
                <a:lnTo>
                  <a:pt x="3809" y="1926"/>
                </a:lnTo>
                <a:lnTo>
                  <a:pt x="3788" y="1904"/>
                </a:lnTo>
                <a:lnTo>
                  <a:pt x="3745" y="1926"/>
                </a:lnTo>
                <a:lnTo>
                  <a:pt x="3724" y="1947"/>
                </a:lnTo>
                <a:lnTo>
                  <a:pt x="3724" y="1990"/>
                </a:lnTo>
                <a:lnTo>
                  <a:pt x="3724" y="2075"/>
                </a:lnTo>
                <a:lnTo>
                  <a:pt x="3681" y="2054"/>
                </a:lnTo>
                <a:lnTo>
                  <a:pt x="3659" y="2011"/>
                </a:lnTo>
                <a:lnTo>
                  <a:pt x="3659" y="1883"/>
                </a:lnTo>
                <a:lnTo>
                  <a:pt x="3638" y="1754"/>
                </a:lnTo>
                <a:lnTo>
                  <a:pt x="3638" y="1690"/>
                </a:lnTo>
                <a:lnTo>
                  <a:pt x="3595" y="1669"/>
                </a:lnTo>
                <a:lnTo>
                  <a:pt x="3552" y="1648"/>
                </a:lnTo>
                <a:lnTo>
                  <a:pt x="3510" y="1648"/>
                </a:lnTo>
                <a:lnTo>
                  <a:pt x="3488" y="1669"/>
                </a:lnTo>
                <a:lnTo>
                  <a:pt x="3467" y="1690"/>
                </a:lnTo>
                <a:lnTo>
                  <a:pt x="3424" y="1776"/>
                </a:lnTo>
                <a:lnTo>
                  <a:pt x="3381" y="1840"/>
                </a:lnTo>
                <a:lnTo>
                  <a:pt x="3381" y="1605"/>
                </a:lnTo>
                <a:lnTo>
                  <a:pt x="3360" y="1541"/>
                </a:lnTo>
                <a:lnTo>
                  <a:pt x="3338" y="1498"/>
                </a:lnTo>
                <a:lnTo>
                  <a:pt x="3317" y="1455"/>
                </a:lnTo>
                <a:lnTo>
                  <a:pt x="3253" y="1434"/>
                </a:lnTo>
                <a:lnTo>
                  <a:pt x="3189" y="1434"/>
                </a:lnTo>
                <a:lnTo>
                  <a:pt x="3124" y="1455"/>
                </a:lnTo>
                <a:lnTo>
                  <a:pt x="2996" y="1498"/>
                </a:lnTo>
                <a:lnTo>
                  <a:pt x="2632" y="1605"/>
                </a:lnTo>
                <a:lnTo>
                  <a:pt x="2525" y="1669"/>
                </a:lnTo>
                <a:lnTo>
                  <a:pt x="2418" y="1733"/>
                </a:lnTo>
                <a:lnTo>
                  <a:pt x="2290" y="1797"/>
                </a:lnTo>
                <a:lnTo>
                  <a:pt x="2204" y="1840"/>
                </a:lnTo>
                <a:lnTo>
                  <a:pt x="2162" y="1819"/>
                </a:lnTo>
                <a:lnTo>
                  <a:pt x="2140" y="1819"/>
                </a:lnTo>
                <a:lnTo>
                  <a:pt x="2076" y="1754"/>
                </a:lnTo>
                <a:lnTo>
                  <a:pt x="2076" y="1669"/>
                </a:lnTo>
                <a:lnTo>
                  <a:pt x="2076" y="1583"/>
                </a:lnTo>
                <a:lnTo>
                  <a:pt x="2119" y="1519"/>
                </a:lnTo>
                <a:lnTo>
                  <a:pt x="2162" y="1498"/>
                </a:lnTo>
                <a:lnTo>
                  <a:pt x="2226" y="1498"/>
                </a:lnTo>
                <a:lnTo>
                  <a:pt x="2290" y="1541"/>
                </a:lnTo>
                <a:lnTo>
                  <a:pt x="2376" y="1583"/>
                </a:lnTo>
                <a:lnTo>
                  <a:pt x="2483" y="1583"/>
                </a:lnTo>
                <a:lnTo>
                  <a:pt x="2525" y="1562"/>
                </a:lnTo>
                <a:lnTo>
                  <a:pt x="2547" y="1519"/>
                </a:lnTo>
                <a:lnTo>
                  <a:pt x="2568" y="1434"/>
                </a:lnTo>
                <a:lnTo>
                  <a:pt x="2590" y="1348"/>
                </a:lnTo>
                <a:lnTo>
                  <a:pt x="2611" y="1220"/>
                </a:lnTo>
                <a:lnTo>
                  <a:pt x="2632" y="1134"/>
                </a:lnTo>
                <a:lnTo>
                  <a:pt x="2675" y="1048"/>
                </a:lnTo>
                <a:lnTo>
                  <a:pt x="2761" y="963"/>
                </a:lnTo>
                <a:lnTo>
                  <a:pt x="2932" y="813"/>
                </a:lnTo>
                <a:lnTo>
                  <a:pt x="3146" y="685"/>
                </a:lnTo>
                <a:lnTo>
                  <a:pt x="3403" y="578"/>
                </a:lnTo>
                <a:lnTo>
                  <a:pt x="3659" y="535"/>
                </a:lnTo>
                <a:lnTo>
                  <a:pt x="3788" y="514"/>
                </a:lnTo>
                <a:lnTo>
                  <a:pt x="3916" y="535"/>
                </a:lnTo>
                <a:lnTo>
                  <a:pt x="4045" y="535"/>
                </a:lnTo>
                <a:lnTo>
                  <a:pt x="4173" y="578"/>
                </a:lnTo>
                <a:lnTo>
                  <a:pt x="4280" y="642"/>
                </a:lnTo>
                <a:lnTo>
                  <a:pt x="4365" y="706"/>
                </a:lnTo>
                <a:lnTo>
                  <a:pt x="4451" y="792"/>
                </a:lnTo>
                <a:lnTo>
                  <a:pt x="4537" y="920"/>
                </a:lnTo>
                <a:lnTo>
                  <a:pt x="4558" y="1006"/>
                </a:lnTo>
                <a:lnTo>
                  <a:pt x="4558" y="1113"/>
                </a:lnTo>
                <a:lnTo>
                  <a:pt x="4579" y="1220"/>
                </a:lnTo>
                <a:lnTo>
                  <a:pt x="4601" y="1262"/>
                </a:lnTo>
                <a:lnTo>
                  <a:pt x="4622" y="1284"/>
                </a:lnTo>
                <a:lnTo>
                  <a:pt x="4665" y="1305"/>
                </a:lnTo>
                <a:lnTo>
                  <a:pt x="4708" y="1305"/>
                </a:lnTo>
                <a:lnTo>
                  <a:pt x="4772" y="1284"/>
                </a:lnTo>
                <a:lnTo>
                  <a:pt x="4836" y="1220"/>
                </a:lnTo>
                <a:lnTo>
                  <a:pt x="4879" y="1155"/>
                </a:lnTo>
                <a:lnTo>
                  <a:pt x="5050" y="834"/>
                </a:lnTo>
                <a:lnTo>
                  <a:pt x="5093" y="749"/>
                </a:lnTo>
                <a:lnTo>
                  <a:pt x="5157" y="685"/>
                </a:lnTo>
                <a:lnTo>
                  <a:pt x="5221" y="642"/>
                </a:lnTo>
                <a:lnTo>
                  <a:pt x="5328" y="578"/>
                </a:lnTo>
                <a:lnTo>
                  <a:pt x="5542" y="492"/>
                </a:lnTo>
                <a:lnTo>
                  <a:pt x="5756" y="428"/>
                </a:lnTo>
                <a:lnTo>
                  <a:pt x="5970" y="385"/>
                </a:lnTo>
                <a:close/>
                <a:moveTo>
                  <a:pt x="6141" y="0"/>
                </a:moveTo>
                <a:lnTo>
                  <a:pt x="5885" y="21"/>
                </a:lnTo>
                <a:lnTo>
                  <a:pt x="5606" y="64"/>
                </a:lnTo>
                <a:lnTo>
                  <a:pt x="5478" y="107"/>
                </a:lnTo>
                <a:lnTo>
                  <a:pt x="5371" y="171"/>
                </a:lnTo>
                <a:lnTo>
                  <a:pt x="5264" y="235"/>
                </a:lnTo>
                <a:lnTo>
                  <a:pt x="5157" y="300"/>
                </a:lnTo>
                <a:lnTo>
                  <a:pt x="4986" y="492"/>
                </a:lnTo>
                <a:lnTo>
                  <a:pt x="4922" y="578"/>
                </a:lnTo>
                <a:lnTo>
                  <a:pt x="4879" y="621"/>
                </a:lnTo>
                <a:lnTo>
                  <a:pt x="4815" y="621"/>
                </a:lnTo>
                <a:lnTo>
                  <a:pt x="4729" y="599"/>
                </a:lnTo>
                <a:lnTo>
                  <a:pt x="4644" y="535"/>
                </a:lnTo>
                <a:lnTo>
                  <a:pt x="4558" y="471"/>
                </a:lnTo>
                <a:lnTo>
                  <a:pt x="4472" y="385"/>
                </a:lnTo>
                <a:lnTo>
                  <a:pt x="4365" y="321"/>
                </a:lnTo>
                <a:lnTo>
                  <a:pt x="4173" y="257"/>
                </a:lnTo>
                <a:lnTo>
                  <a:pt x="3980" y="214"/>
                </a:lnTo>
                <a:lnTo>
                  <a:pt x="3788" y="193"/>
                </a:lnTo>
                <a:lnTo>
                  <a:pt x="3595" y="193"/>
                </a:lnTo>
                <a:lnTo>
                  <a:pt x="3403" y="214"/>
                </a:lnTo>
                <a:lnTo>
                  <a:pt x="3231" y="257"/>
                </a:lnTo>
                <a:lnTo>
                  <a:pt x="3018" y="364"/>
                </a:lnTo>
                <a:lnTo>
                  <a:pt x="2825" y="492"/>
                </a:lnTo>
                <a:lnTo>
                  <a:pt x="2654" y="642"/>
                </a:lnTo>
                <a:lnTo>
                  <a:pt x="2504" y="792"/>
                </a:lnTo>
                <a:lnTo>
                  <a:pt x="2397" y="963"/>
                </a:lnTo>
                <a:lnTo>
                  <a:pt x="2354" y="1027"/>
                </a:lnTo>
                <a:lnTo>
                  <a:pt x="2269" y="1091"/>
                </a:lnTo>
                <a:lnTo>
                  <a:pt x="2204" y="1134"/>
                </a:lnTo>
                <a:lnTo>
                  <a:pt x="2119" y="1155"/>
                </a:lnTo>
                <a:lnTo>
                  <a:pt x="2033" y="1177"/>
                </a:lnTo>
                <a:lnTo>
                  <a:pt x="1948" y="1220"/>
                </a:lnTo>
                <a:lnTo>
                  <a:pt x="1862" y="1305"/>
                </a:lnTo>
                <a:lnTo>
                  <a:pt x="1798" y="1391"/>
                </a:lnTo>
                <a:lnTo>
                  <a:pt x="1755" y="1455"/>
                </a:lnTo>
                <a:lnTo>
                  <a:pt x="1712" y="1541"/>
                </a:lnTo>
                <a:lnTo>
                  <a:pt x="1712" y="1626"/>
                </a:lnTo>
                <a:lnTo>
                  <a:pt x="1712" y="1690"/>
                </a:lnTo>
                <a:lnTo>
                  <a:pt x="1734" y="1776"/>
                </a:lnTo>
                <a:lnTo>
                  <a:pt x="1777" y="1840"/>
                </a:lnTo>
                <a:lnTo>
                  <a:pt x="1819" y="1904"/>
                </a:lnTo>
                <a:lnTo>
                  <a:pt x="1884" y="1947"/>
                </a:lnTo>
                <a:lnTo>
                  <a:pt x="1948" y="1990"/>
                </a:lnTo>
                <a:lnTo>
                  <a:pt x="2033" y="2011"/>
                </a:lnTo>
                <a:lnTo>
                  <a:pt x="2119" y="2033"/>
                </a:lnTo>
                <a:lnTo>
                  <a:pt x="2311" y="2033"/>
                </a:lnTo>
                <a:lnTo>
                  <a:pt x="2418" y="2011"/>
                </a:lnTo>
                <a:lnTo>
                  <a:pt x="2632" y="1926"/>
                </a:lnTo>
                <a:lnTo>
                  <a:pt x="2761" y="1883"/>
                </a:lnTo>
                <a:lnTo>
                  <a:pt x="2846" y="1883"/>
                </a:lnTo>
                <a:lnTo>
                  <a:pt x="2889" y="1926"/>
                </a:lnTo>
                <a:lnTo>
                  <a:pt x="2932" y="2011"/>
                </a:lnTo>
                <a:lnTo>
                  <a:pt x="2975" y="2075"/>
                </a:lnTo>
                <a:lnTo>
                  <a:pt x="3018" y="2140"/>
                </a:lnTo>
                <a:lnTo>
                  <a:pt x="3189" y="2268"/>
                </a:lnTo>
                <a:lnTo>
                  <a:pt x="3403" y="2375"/>
                </a:lnTo>
                <a:lnTo>
                  <a:pt x="3510" y="2396"/>
                </a:lnTo>
                <a:lnTo>
                  <a:pt x="3766" y="2396"/>
                </a:lnTo>
                <a:lnTo>
                  <a:pt x="3873" y="2418"/>
                </a:lnTo>
                <a:lnTo>
                  <a:pt x="3916" y="2461"/>
                </a:lnTo>
                <a:lnTo>
                  <a:pt x="3938" y="2525"/>
                </a:lnTo>
                <a:lnTo>
                  <a:pt x="3980" y="2675"/>
                </a:lnTo>
                <a:lnTo>
                  <a:pt x="4023" y="2867"/>
                </a:lnTo>
                <a:lnTo>
                  <a:pt x="4066" y="2995"/>
                </a:lnTo>
                <a:lnTo>
                  <a:pt x="4173" y="3167"/>
                </a:lnTo>
                <a:lnTo>
                  <a:pt x="4323" y="3295"/>
                </a:lnTo>
                <a:lnTo>
                  <a:pt x="4472" y="3402"/>
                </a:lnTo>
                <a:lnTo>
                  <a:pt x="4665" y="3466"/>
                </a:lnTo>
                <a:lnTo>
                  <a:pt x="4793" y="3488"/>
                </a:lnTo>
                <a:lnTo>
                  <a:pt x="4922" y="3488"/>
                </a:lnTo>
                <a:lnTo>
                  <a:pt x="5050" y="3466"/>
                </a:lnTo>
                <a:lnTo>
                  <a:pt x="5178" y="3466"/>
                </a:lnTo>
                <a:lnTo>
                  <a:pt x="5264" y="3509"/>
                </a:lnTo>
                <a:lnTo>
                  <a:pt x="5350" y="3552"/>
                </a:lnTo>
                <a:lnTo>
                  <a:pt x="5521" y="3659"/>
                </a:lnTo>
                <a:lnTo>
                  <a:pt x="5735" y="3723"/>
                </a:lnTo>
                <a:lnTo>
                  <a:pt x="5949" y="3744"/>
                </a:lnTo>
                <a:lnTo>
                  <a:pt x="6056" y="3723"/>
                </a:lnTo>
                <a:lnTo>
                  <a:pt x="6163" y="3702"/>
                </a:lnTo>
                <a:lnTo>
                  <a:pt x="6270" y="3680"/>
                </a:lnTo>
                <a:lnTo>
                  <a:pt x="6377" y="3637"/>
                </a:lnTo>
                <a:lnTo>
                  <a:pt x="6441" y="3552"/>
                </a:lnTo>
                <a:lnTo>
                  <a:pt x="6526" y="3466"/>
                </a:lnTo>
                <a:lnTo>
                  <a:pt x="6591" y="3402"/>
                </a:lnTo>
                <a:lnTo>
                  <a:pt x="6676" y="3338"/>
                </a:lnTo>
                <a:lnTo>
                  <a:pt x="6762" y="3316"/>
                </a:lnTo>
                <a:lnTo>
                  <a:pt x="6869" y="3295"/>
                </a:lnTo>
                <a:lnTo>
                  <a:pt x="7083" y="3295"/>
                </a:lnTo>
                <a:lnTo>
                  <a:pt x="7297" y="3252"/>
                </a:lnTo>
                <a:lnTo>
                  <a:pt x="7468" y="3188"/>
                </a:lnTo>
                <a:lnTo>
                  <a:pt x="7639" y="3081"/>
                </a:lnTo>
                <a:lnTo>
                  <a:pt x="7810" y="2931"/>
                </a:lnTo>
                <a:lnTo>
                  <a:pt x="7874" y="2846"/>
                </a:lnTo>
                <a:lnTo>
                  <a:pt x="7939" y="2760"/>
                </a:lnTo>
                <a:lnTo>
                  <a:pt x="7981" y="2653"/>
                </a:lnTo>
                <a:lnTo>
                  <a:pt x="8003" y="2546"/>
                </a:lnTo>
                <a:lnTo>
                  <a:pt x="8003" y="2439"/>
                </a:lnTo>
                <a:lnTo>
                  <a:pt x="8003" y="2332"/>
                </a:lnTo>
                <a:lnTo>
                  <a:pt x="7981" y="2204"/>
                </a:lnTo>
                <a:lnTo>
                  <a:pt x="7960" y="2097"/>
                </a:lnTo>
                <a:lnTo>
                  <a:pt x="7896" y="2011"/>
                </a:lnTo>
                <a:lnTo>
                  <a:pt x="7832" y="1926"/>
                </a:lnTo>
                <a:lnTo>
                  <a:pt x="7767" y="1840"/>
                </a:lnTo>
                <a:lnTo>
                  <a:pt x="7746" y="1754"/>
                </a:lnTo>
                <a:lnTo>
                  <a:pt x="7746" y="1669"/>
                </a:lnTo>
                <a:lnTo>
                  <a:pt x="7767" y="1562"/>
                </a:lnTo>
                <a:lnTo>
                  <a:pt x="7810" y="1455"/>
                </a:lnTo>
                <a:lnTo>
                  <a:pt x="7810" y="1369"/>
                </a:lnTo>
                <a:lnTo>
                  <a:pt x="7810" y="1220"/>
                </a:lnTo>
                <a:lnTo>
                  <a:pt x="7789" y="1091"/>
                </a:lnTo>
                <a:lnTo>
                  <a:pt x="7746" y="963"/>
                </a:lnTo>
                <a:lnTo>
                  <a:pt x="7682" y="856"/>
                </a:lnTo>
                <a:lnTo>
                  <a:pt x="7618" y="727"/>
                </a:lnTo>
                <a:lnTo>
                  <a:pt x="7553" y="621"/>
                </a:lnTo>
                <a:lnTo>
                  <a:pt x="7361" y="449"/>
                </a:lnTo>
                <a:lnTo>
                  <a:pt x="7147" y="278"/>
                </a:lnTo>
                <a:lnTo>
                  <a:pt x="6912" y="150"/>
                </a:lnTo>
                <a:lnTo>
                  <a:pt x="6655" y="64"/>
                </a:lnTo>
                <a:lnTo>
                  <a:pt x="6398" y="21"/>
                </a:lnTo>
                <a:lnTo>
                  <a:pt x="6141" y="0"/>
                </a:lnTo>
                <a:close/>
                <a:moveTo>
                  <a:pt x="2311" y="2568"/>
                </a:moveTo>
                <a:lnTo>
                  <a:pt x="2397" y="2589"/>
                </a:lnTo>
                <a:lnTo>
                  <a:pt x="2483" y="2632"/>
                </a:lnTo>
                <a:lnTo>
                  <a:pt x="2525" y="2675"/>
                </a:lnTo>
                <a:lnTo>
                  <a:pt x="2547" y="2781"/>
                </a:lnTo>
                <a:lnTo>
                  <a:pt x="2568" y="2931"/>
                </a:lnTo>
                <a:lnTo>
                  <a:pt x="2590" y="3188"/>
                </a:lnTo>
                <a:lnTo>
                  <a:pt x="2697" y="3702"/>
                </a:lnTo>
                <a:lnTo>
                  <a:pt x="2804" y="4236"/>
                </a:lnTo>
                <a:lnTo>
                  <a:pt x="2846" y="4493"/>
                </a:lnTo>
                <a:lnTo>
                  <a:pt x="2889" y="4771"/>
                </a:lnTo>
                <a:lnTo>
                  <a:pt x="2889" y="4921"/>
                </a:lnTo>
                <a:lnTo>
                  <a:pt x="2868" y="5092"/>
                </a:lnTo>
                <a:lnTo>
                  <a:pt x="2846" y="5156"/>
                </a:lnTo>
                <a:lnTo>
                  <a:pt x="2804" y="5178"/>
                </a:lnTo>
                <a:lnTo>
                  <a:pt x="2761" y="5156"/>
                </a:lnTo>
                <a:lnTo>
                  <a:pt x="2675" y="5092"/>
                </a:lnTo>
                <a:lnTo>
                  <a:pt x="2697" y="5049"/>
                </a:lnTo>
                <a:lnTo>
                  <a:pt x="2697" y="4985"/>
                </a:lnTo>
                <a:lnTo>
                  <a:pt x="2654" y="4942"/>
                </a:lnTo>
                <a:lnTo>
                  <a:pt x="2611" y="4921"/>
                </a:lnTo>
                <a:lnTo>
                  <a:pt x="2547" y="4814"/>
                </a:lnTo>
                <a:lnTo>
                  <a:pt x="2525" y="4793"/>
                </a:lnTo>
                <a:lnTo>
                  <a:pt x="2461" y="4750"/>
                </a:lnTo>
                <a:lnTo>
                  <a:pt x="2440" y="4793"/>
                </a:lnTo>
                <a:lnTo>
                  <a:pt x="2440" y="4771"/>
                </a:lnTo>
                <a:lnTo>
                  <a:pt x="2440" y="4750"/>
                </a:lnTo>
                <a:lnTo>
                  <a:pt x="2461" y="4729"/>
                </a:lnTo>
                <a:lnTo>
                  <a:pt x="2461" y="4622"/>
                </a:lnTo>
                <a:lnTo>
                  <a:pt x="2440" y="4429"/>
                </a:lnTo>
                <a:lnTo>
                  <a:pt x="2440" y="4322"/>
                </a:lnTo>
                <a:lnTo>
                  <a:pt x="2440" y="4258"/>
                </a:lnTo>
                <a:lnTo>
                  <a:pt x="2397" y="4215"/>
                </a:lnTo>
                <a:lnTo>
                  <a:pt x="2376" y="4194"/>
                </a:lnTo>
                <a:lnTo>
                  <a:pt x="2290" y="4194"/>
                </a:lnTo>
                <a:lnTo>
                  <a:pt x="2247" y="4129"/>
                </a:lnTo>
                <a:lnTo>
                  <a:pt x="2247" y="4087"/>
                </a:lnTo>
                <a:lnTo>
                  <a:pt x="2269" y="4044"/>
                </a:lnTo>
                <a:lnTo>
                  <a:pt x="2290" y="4022"/>
                </a:lnTo>
                <a:lnTo>
                  <a:pt x="2376" y="3937"/>
                </a:lnTo>
                <a:lnTo>
                  <a:pt x="2418" y="3894"/>
                </a:lnTo>
                <a:lnTo>
                  <a:pt x="2440" y="3830"/>
                </a:lnTo>
                <a:lnTo>
                  <a:pt x="2418" y="3766"/>
                </a:lnTo>
                <a:lnTo>
                  <a:pt x="2397" y="3744"/>
                </a:lnTo>
                <a:lnTo>
                  <a:pt x="2333" y="3723"/>
                </a:lnTo>
                <a:lnTo>
                  <a:pt x="2269" y="3723"/>
                </a:lnTo>
                <a:lnTo>
                  <a:pt x="2290" y="3702"/>
                </a:lnTo>
                <a:lnTo>
                  <a:pt x="2333" y="3659"/>
                </a:lnTo>
                <a:lnTo>
                  <a:pt x="2397" y="3509"/>
                </a:lnTo>
                <a:lnTo>
                  <a:pt x="2440" y="3316"/>
                </a:lnTo>
                <a:lnTo>
                  <a:pt x="2418" y="3252"/>
                </a:lnTo>
                <a:lnTo>
                  <a:pt x="2397" y="3188"/>
                </a:lnTo>
                <a:lnTo>
                  <a:pt x="2354" y="3167"/>
                </a:lnTo>
                <a:lnTo>
                  <a:pt x="2311" y="3145"/>
                </a:lnTo>
                <a:lnTo>
                  <a:pt x="2226" y="3145"/>
                </a:lnTo>
                <a:lnTo>
                  <a:pt x="2140" y="3167"/>
                </a:lnTo>
                <a:lnTo>
                  <a:pt x="2097" y="3145"/>
                </a:lnTo>
                <a:lnTo>
                  <a:pt x="2055" y="3145"/>
                </a:lnTo>
                <a:lnTo>
                  <a:pt x="2033" y="3102"/>
                </a:lnTo>
                <a:lnTo>
                  <a:pt x="2033" y="3081"/>
                </a:lnTo>
                <a:lnTo>
                  <a:pt x="2076" y="3060"/>
                </a:lnTo>
                <a:lnTo>
                  <a:pt x="2140" y="3017"/>
                </a:lnTo>
                <a:lnTo>
                  <a:pt x="2183" y="2995"/>
                </a:lnTo>
                <a:lnTo>
                  <a:pt x="2226" y="2910"/>
                </a:lnTo>
                <a:lnTo>
                  <a:pt x="2226" y="2867"/>
                </a:lnTo>
                <a:lnTo>
                  <a:pt x="2183" y="2846"/>
                </a:lnTo>
                <a:lnTo>
                  <a:pt x="2140" y="2846"/>
                </a:lnTo>
                <a:lnTo>
                  <a:pt x="2076" y="2824"/>
                </a:lnTo>
                <a:lnTo>
                  <a:pt x="2033" y="2803"/>
                </a:lnTo>
                <a:lnTo>
                  <a:pt x="1991" y="2781"/>
                </a:lnTo>
                <a:lnTo>
                  <a:pt x="1991" y="2717"/>
                </a:lnTo>
                <a:lnTo>
                  <a:pt x="2012" y="2653"/>
                </a:lnTo>
                <a:lnTo>
                  <a:pt x="2055" y="2610"/>
                </a:lnTo>
                <a:lnTo>
                  <a:pt x="2140" y="2568"/>
                </a:lnTo>
                <a:close/>
                <a:moveTo>
                  <a:pt x="5906" y="4900"/>
                </a:moveTo>
                <a:lnTo>
                  <a:pt x="5949" y="4942"/>
                </a:lnTo>
                <a:lnTo>
                  <a:pt x="5970" y="4985"/>
                </a:lnTo>
                <a:lnTo>
                  <a:pt x="6013" y="5092"/>
                </a:lnTo>
                <a:lnTo>
                  <a:pt x="6013" y="5199"/>
                </a:lnTo>
                <a:lnTo>
                  <a:pt x="5992" y="5242"/>
                </a:lnTo>
                <a:lnTo>
                  <a:pt x="5949" y="5263"/>
                </a:lnTo>
                <a:lnTo>
                  <a:pt x="5885" y="5285"/>
                </a:lnTo>
                <a:lnTo>
                  <a:pt x="5542" y="5285"/>
                </a:lnTo>
                <a:lnTo>
                  <a:pt x="4900" y="5263"/>
                </a:lnTo>
                <a:lnTo>
                  <a:pt x="4579" y="5285"/>
                </a:lnTo>
                <a:lnTo>
                  <a:pt x="4430" y="5285"/>
                </a:lnTo>
                <a:lnTo>
                  <a:pt x="4344" y="5263"/>
                </a:lnTo>
                <a:lnTo>
                  <a:pt x="4301" y="5242"/>
                </a:lnTo>
                <a:lnTo>
                  <a:pt x="4194" y="5178"/>
                </a:lnTo>
                <a:lnTo>
                  <a:pt x="4194" y="5135"/>
                </a:lnTo>
                <a:lnTo>
                  <a:pt x="4194" y="5114"/>
                </a:lnTo>
                <a:lnTo>
                  <a:pt x="4258" y="5071"/>
                </a:lnTo>
                <a:lnTo>
                  <a:pt x="4387" y="5049"/>
                </a:lnTo>
                <a:lnTo>
                  <a:pt x="4644" y="5028"/>
                </a:lnTo>
                <a:lnTo>
                  <a:pt x="4815" y="5028"/>
                </a:lnTo>
                <a:lnTo>
                  <a:pt x="5136" y="5007"/>
                </a:lnTo>
                <a:lnTo>
                  <a:pt x="5457" y="4985"/>
                </a:lnTo>
                <a:lnTo>
                  <a:pt x="5692" y="4921"/>
                </a:lnTo>
                <a:lnTo>
                  <a:pt x="5820" y="4900"/>
                </a:lnTo>
                <a:close/>
                <a:moveTo>
                  <a:pt x="7211" y="5199"/>
                </a:moveTo>
                <a:lnTo>
                  <a:pt x="7275" y="5221"/>
                </a:lnTo>
                <a:lnTo>
                  <a:pt x="7361" y="5221"/>
                </a:lnTo>
                <a:lnTo>
                  <a:pt x="7404" y="5263"/>
                </a:lnTo>
                <a:lnTo>
                  <a:pt x="7318" y="5285"/>
                </a:lnTo>
                <a:lnTo>
                  <a:pt x="7232" y="5285"/>
                </a:lnTo>
                <a:lnTo>
                  <a:pt x="7147" y="5263"/>
                </a:lnTo>
                <a:lnTo>
                  <a:pt x="7125" y="5242"/>
                </a:lnTo>
                <a:lnTo>
                  <a:pt x="7125" y="5221"/>
                </a:lnTo>
                <a:lnTo>
                  <a:pt x="7168" y="5221"/>
                </a:lnTo>
                <a:lnTo>
                  <a:pt x="7211" y="5199"/>
                </a:lnTo>
                <a:close/>
                <a:moveTo>
                  <a:pt x="2911" y="5263"/>
                </a:moveTo>
                <a:lnTo>
                  <a:pt x="2932" y="5306"/>
                </a:lnTo>
                <a:lnTo>
                  <a:pt x="2889" y="5328"/>
                </a:lnTo>
                <a:lnTo>
                  <a:pt x="2868" y="5306"/>
                </a:lnTo>
                <a:lnTo>
                  <a:pt x="2889" y="5263"/>
                </a:lnTo>
                <a:close/>
                <a:moveTo>
                  <a:pt x="7019" y="6504"/>
                </a:moveTo>
                <a:lnTo>
                  <a:pt x="7061" y="6547"/>
                </a:lnTo>
                <a:lnTo>
                  <a:pt x="7083" y="6611"/>
                </a:lnTo>
                <a:lnTo>
                  <a:pt x="7104" y="6676"/>
                </a:lnTo>
                <a:lnTo>
                  <a:pt x="7083" y="6718"/>
                </a:lnTo>
                <a:lnTo>
                  <a:pt x="7061" y="6740"/>
                </a:lnTo>
                <a:lnTo>
                  <a:pt x="7040" y="6740"/>
                </a:lnTo>
                <a:lnTo>
                  <a:pt x="7019" y="6718"/>
                </a:lnTo>
                <a:lnTo>
                  <a:pt x="6997" y="6633"/>
                </a:lnTo>
                <a:lnTo>
                  <a:pt x="6997" y="6569"/>
                </a:lnTo>
                <a:lnTo>
                  <a:pt x="7019" y="6504"/>
                </a:lnTo>
                <a:close/>
                <a:moveTo>
                  <a:pt x="5949" y="6483"/>
                </a:moveTo>
                <a:lnTo>
                  <a:pt x="6013" y="6526"/>
                </a:lnTo>
                <a:lnTo>
                  <a:pt x="6034" y="6569"/>
                </a:lnTo>
                <a:lnTo>
                  <a:pt x="6056" y="6633"/>
                </a:lnTo>
                <a:lnTo>
                  <a:pt x="6056" y="6697"/>
                </a:lnTo>
                <a:lnTo>
                  <a:pt x="6034" y="6740"/>
                </a:lnTo>
                <a:lnTo>
                  <a:pt x="5992" y="6761"/>
                </a:lnTo>
                <a:lnTo>
                  <a:pt x="5927" y="6782"/>
                </a:lnTo>
                <a:lnTo>
                  <a:pt x="5863" y="6761"/>
                </a:lnTo>
                <a:lnTo>
                  <a:pt x="5799" y="6740"/>
                </a:lnTo>
                <a:lnTo>
                  <a:pt x="5778" y="6697"/>
                </a:lnTo>
                <a:lnTo>
                  <a:pt x="5756" y="6654"/>
                </a:lnTo>
                <a:lnTo>
                  <a:pt x="5756" y="6590"/>
                </a:lnTo>
                <a:lnTo>
                  <a:pt x="5778" y="6547"/>
                </a:lnTo>
                <a:lnTo>
                  <a:pt x="5820" y="6504"/>
                </a:lnTo>
                <a:lnTo>
                  <a:pt x="5885" y="6483"/>
                </a:lnTo>
                <a:close/>
                <a:moveTo>
                  <a:pt x="4708" y="6440"/>
                </a:moveTo>
                <a:lnTo>
                  <a:pt x="4772" y="6462"/>
                </a:lnTo>
                <a:lnTo>
                  <a:pt x="4793" y="6526"/>
                </a:lnTo>
                <a:lnTo>
                  <a:pt x="4772" y="6590"/>
                </a:lnTo>
                <a:lnTo>
                  <a:pt x="4729" y="6654"/>
                </a:lnTo>
                <a:lnTo>
                  <a:pt x="4601" y="6782"/>
                </a:lnTo>
                <a:lnTo>
                  <a:pt x="4558" y="6847"/>
                </a:lnTo>
                <a:lnTo>
                  <a:pt x="4537" y="6825"/>
                </a:lnTo>
                <a:lnTo>
                  <a:pt x="4537" y="6804"/>
                </a:lnTo>
                <a:lnTo>
                  <a:pt x="4558" y="6697"/>
                </a:lnTo>
                <a:lnTo>
                  <a:pt x="4601" y="6547"/>
                </a:lnTo>
                <a:lnTo>
                  <a:pt x="4622" y="6526"/>
                </a:lnTo>
                <a:lnTo>
                  <a:pt x="4622" y="6504"/>
                </a:lnTo>
                <a:lnTo>
                  <a:pt x="4601" y="6462"/>
                </a:lnTo>
                <a:lnTo>
                  <a:pt x="4601" y="6440"/>
                </a:lnTo>
                <a:close/>
                <a:moveTo>
                  <a:pt x="7019" y="6205"/>
                </a:moveTo>
                <a:lnTo>
                  <a:pt x="6783" y="6248"/>
                </a:lnTo>
                <a:lnTo>
                  <a:pt x="6698" y="6290"/>
                </a:lnTo>
                <a:lnTo>
                  <a:pt x="6655" y="6312"/>
                </a:lnTo>
                <a:lnTo>
                  <a:pt x="6633" y="6355"/>
                </a:lnTo>
                <a:lnTo>
                  <a:pt x="6612" y="6440"/>
                </a:lnTo>
                <a:lnTo>
                  <a:pt x="6633" y="6569"/>
                </a:lnTo>
                <a:lnTo>
                  <a:pt x="6676" y="6782"/>
                </a:lnTo>
                <a:lnTo>
                  <a:pt x="6698" y="6868"/>
                </a:lnTo>
                <a:lnTo>
                  <a:pt x="6762" y="6954"/>
                </a:lnTo>
                <a:lnTo>
                  <a:pt x="6826" y="7018"/>
                </a:lnTo>
                <a:lnTo>
                  <a:pt x="6912" y="7061"/>
                </a:lnTo>
                <a:lnTo>
                  <a:pt x="6997" y="7082"/>
                </a:lnTo>
                <a:lnTo>
                  <a:pt x="7104" y="7103"/>
                </a:lnTo>
                <a:lnTo>
                  <a:pt x="7211" y="7103"/>
                </a:lnTo>
                <a:lnTo>
                  <a:pt x="7297" y="7082"/>
                </a:lnTo>
                <a:lnTo>
                  <a:pt x="7382" y="7039"/>
                </a:lnTo>
                <a:lnTo>
                  <a:pt x="7446" y="6975"/>
                </a:lnTo>
                <a:lnTo>
                  <a:pt x="7468" y="6911"/>
                </a:lnTo>
                <a:lnTo>
                  <a:pt x="7468" y="6847"/>
                </a:lnTo>
                <a:lnTo>
                  <a:pt x="7446" y="6654"/>
                </a:lnTo>
                <a:lnTo>
                  <a:pt x="7382" y="6483"/>
                </a:lnTo>
                <a:lnTo>
                  <a:pt x="7339" y="6333"/>
                </a:lnTo>
                <a:lnTo>
                  <a:pt x="7318" y="6290"/>
                </a:lnTo>
                <a:lnTo>
                  <a:pt x="7275" y="6269"/>
                </a:lnTo>
                <a:lnTo>
                  <a:pt x="7168" y="6226"/>
                </a:lnTo>
                <a:lnTo>
                  <a:pt x="7019" y="6205"/>
                </a:lnTo>
                <a:close/>
                <a:moveTo>
                  <a:pt x="5842" y="6141"/>
                </a:moveTo>
                <a:lnTo>
                  <a:pt x="5735" y="6162"/>
                </a:lnTo>
                <a:lnTo>
                  <a:pt x="5606" y="6183"/>
                </a:lnTo>
                <a:lnTo>
                  <a:pt x="5499" y="6248"/>
                </a:lnTo>
                <a:lnTo>
                  <a:pt x="5414" y="6312"/>
                </a:lnTo>
                <a:lnTo>
                  <a:pt x="5371" y="6397"/>
                </a:lnTo>
                <a:lnTo>
                  <a:pt x="5371" y="6526"/>
                </a:lnTo>
                <a:lnTo>
                  <a:pt x="5414" y="6782"/>
                </a:lnTo>
                <a:lnTo>
                  <a:pt x="5457" y="6932"/>
                </a:lnTo>
                <a:lnTo>
                  <a:pt x="5499" y="7018"/>
                </a:lnTo>
                <a:lnTo>
                  <a:pt x="5542" y="7061"/>
                </a:lnTo>
                <a:lnTo>
                  <a:pt x="5585" y="7082"/>
                </a:lnTo>
                <a:lnTo>
                  <a:pt x="5713" y="7103"/>
                </a:lnTo>
                <a:lnTo>
                  <a:pt x="5949" y="7103"/>
                </a:lnTo>
                <a:lnTo>
                  <a:pt x="5992" y="7125"/>
                </a:lnTo>
                <a:lnTo>
                  <a:pt x="6120" y="7103"/>
                </a:lnTo>
                <a:lnTo>
                  <a:pt x="6227" y="7103"/>
                </a:lnTo>
                <a:lnTo>
                  <a:pt x="6312" y="7082"/>
                </a:lnTo>
                <a:lnTo>
                  <a:pt x="6377" y="7018"/>
                </a:lnTo>
                <a:lnTo>
                  <a:pt x="6419" y="6932"/>
                </a:lnTo>
                <a:lnTo>
                  <a:pt x="6419" y="6847"/>
                </a:lnTo>
                <a:lnTo>
                  <a:pt x="6419" y="6761"/>
                </a:lnTo>
                <a:lnTo>
                  <a:pt x="6398" y="6547"/>
                </a:lnTo>
                <a:lnTo>
                  <a:pt x="6355" y="6376"/>
                </a:lnTo>
                <a:lnTo>
                  <a:pt x="6312" y="6290"/>
                </a:lnTo>
                <a:lnTo>
                  <a:pt x="6248" y="6226"/>
                </a:lnTo>
                <a:lnTo>
                  <a:pt x="6184" y="6183"/>
                </a:lnTo>
                <a:lnTo>
                  <a:pt x="6077" y="6162"/>
                </a:lnTo>
                <a:lnTo>
                  <a:pt x="5842" y="6141"/>
                </a:lnTo>
                <a:close/>
                <a:moveTo>
                  <a:pt x="4622" y="6098"/>
                </a:moveTo>
                <a:lnTo>
                  <a:pt x="4494" y="6119"/>
                </a:lnTo>
                <a:lnTo>
                  <a:pt x="4387" y="6141"/>
                </a:lnTo>
                <a:lnTo>
                  <a:pt x="4280" y="6183"/>
                </a:lnTo>
                <a:lnTo>
                  <a:pt x="4194" y="6248"/>
                </a:lnTo>
                <a:lnTo>
                  <a:pt x="4130" y="6333"/>
                </a:lnTo>
                <a:lnTo>
                  <a:pt x="4087" y="6462"/>
                </a:lnTo>
                <a:lnTo>
                  <a:pt x="4087" y="6590"/>
                </a:lnTo>
                <a:lnTo>
                  <a:pt x="4109" y="6868"/>
                </a:lnTo>
                <a:lnTo>
                  <a:pt x="4130" y="6954"/>
                </a:lnTo>
                <a:lnTo>
                  <a:pt x="4173" y="7039"/>
                </a:lnTo>
                <a:lnTo>
                  <a:pt x="4237" y="7082"/>
                </a:lnTo>
                <a:lnTo>
                  <a:pt x="4323" y="7125"/>
                </a:lnTo>
                <a:lnTo>
                  <a:pt x="4430" y="7146"/>
                </a:lnTo>
                <a:lnTo>
                  <a:pt x="4579" y="7168"/>
                </a:lnTo>
                <a:lnTo>
                  <a:pt x="4601" y="7146"/>
                </a:lnTo>
                <a:lnTo>
                  <a:pt x="4644" y="7146"/>
                </a:lnTo>
                <a:lnTo>
                  <a:pt x="4793" y="7168"/>
                </a:lnTo>
                <a:lnTo>
                  <a:pt x="5072" y="7168"/>
                </a:lnTo>
                <a:lnTo>
                  <a:pt x="5114" y="7125"/>
                </a:lnTo>
                <a:lnTo>
                  <a:pt x="5136" y="7103"/>
                </a:lnTo>
                <a:lnTo>
                  <a:pt x="5178" y="6996"/>
                </a:lnTo>
                <a:lnTo>
                  <a:pt x="5178" y="6889"/>
                </a:lnTo>
                <a:lnTo>
                  <a:pt x="5157" y="6782"/>
                </a:lnTo>
                <a:lnTo>
                  <a:pt x="5136" y="6526"/>
                </a:lnTo>
                <a:lnTo>
                  <a:pt x="5136" y="6419"/>
                </a:lnTo>
                <a:lnTo>
                  <a:pt x="5093" y="6333"/>
                </a:lnTo>
                <a:lnTo>
                  <a:pt x="5050" y="6248"/>
                </a:lnTo>
                <a:lnTo>
                  <a:pt x="4986" y="6183"/>
                </a:lnTo>
                <a:lnTo>
                  <a:pt x="4879" y="6141"/>
                </a:lnTo>
                <a:lnTo>
                  <a:pt x="4751" y="6098"/>
                </a:lnTo>
                <a:close/>
                <a:moveTo>
                  <a:pt x="3510" y="6248"/>
                </a:moveTo>
                <a:lnTo>
                  <a:pt x="3231" y="6290"/>
                </a:lnTo>
                <a:lnTo>
                  <a:pt x="3082" y="6312"/>
                </a:lnTo>
                <a:lnTo>
                  <a:pt x="2975" y="6355"/>
                </a:lnTo>
                <a:lnTo>
                  <a:pt x="2911" y="6397"/>
                </a:lnTo>
                <a:lnTo>
                  <a:pt x="2868" y="6440"/>
                </a:lnTo>
                <a:lnTo>
                  <a:pt x="2846" y="6483"/>
                </a:lnTo>
                <a:lnTo>
                  <a:pt x="2846" y="6526"/>
                </a:lnTo>
                <a:lnTo>
                  <a:pt x="2825" y="6654"/>
                </a:lnTo>
                <a:lnTo>
                  <a:pt x="2846" y="6761"/>
                </a:lnTo>
                <a:lnTo>
                  <a:pt x="2825" y="6782"/>
                </a:lnTo>
                <a:lnTo>
                  <a:pt x="2825" y="6825"/>
                </a:lnTo>
                <a:lnTo>
                  <a:pt x="2825" y="6932"/>
                </a:lnTo>
                <a:lnTo>
                  <a:pt x="2889" y="7146"/>
                </a:lnTo>
                <a:lnTo>
                  <a:pt x="2975" y="7210"/>
                </a:lnTo>
                <a:lnTo>
                  <a:pt x="3060" y="7253"/>
                </a:lnTo>
                <a:lnTo>
                  <a:pt x="3274" y="7253"/>
                </a:lnTo>
                <a:lnTo>
                  <a:pt x="3403" y="7232"/>
                </a:lnTo>
                <a:lnTo>
                  <a:pt x="3574" y="7168"/>
                </a:lnTo>
                <a:lnTo>
                  <a:pt x="3724" y="7082"/>
                </a:lnTo>
                <a:lnTo>
                  <a:pt x="3766" y="7039"/>
                </a:lnTo>
                <a:lnTo>
                  <a:pt x="3788" y="6996"/>
                </a:lnTo>
                <a:lnTo>
                  <a:pt x="3809" y="6889"/>
                </a:lnTo>
                <a:lnTo>
                  <a:pt x="3788" y="6761"/>
                </a:lnTo>
                <a:lnTo>
                  <a:pt x="3745" y="6526"/>
                </a:lnTo>
                <a:lnTo>
                  <a:pt x="3724" y="6397"/>
                </a:lnTo>
                <a:lnTo>
                  <a:pt x="3702" y="6312"/>
                </a:lnTo>
                <a:lnTo>
                  <a:pt x="3638" y="6269"/>
                </a:lnTo>
                <a:lnTo>
                  <a:pt x="3510" y="6248"/>
                </a:lnTo>
                <a:close/>
                <a:moveTo>
                  <a:pt x="7446" y="5713"/>
                </a:moveTo>
                <a:lnTo>
                  <a:pt x="7575" y="5734"/>
                </a:lnTo>
                <a:lnTo>
                  <a:pt x="7660" y="5777"/>
                </a:lnTo>
                <a:lnTo>
                  <a:pt x="7725" y="5841"/>
                </a:lnTo>
                <a:lnTo>
                  <a:pt x="7746" y="5884"/>
                </a:lnTo>
                <a:lnTo>
                  <a:pt x="7746" y="5948"/>
                </a:lnTo>
                <a:lnTo>
                  <a:pt x="7746" y="6098"/>
                </a:lnTo>
                <a:lnTo>
                  <a:pt x="7703" y="6355"/>
                </a:lnTo>
                <a:lnTo>
                  <a:pt x="7682" y="6889"/>
                </a:lnTo>
                <a:lnTo>
                  <a:pt x="7703" y="7424"/>
                </a:lnTo>
                <a:lnTo>
                  <a:pt x="7703" y="7703"/>
                </a:lnTo>
                <a:lnTo>
                  <a:pt x="7703" y="7981"/>
                </a:lnTo>
                <a:lnTo>
                  <a:pt x="7682" y="8109"/>
                </a:lnTo>
                <a:lnTo>
                  <a:pt x="7660" y="8152"/>
                </a:lnTo>
                <a:lnTo>
                  <a:pt x="7639" y="8173"/>
                </a:lnTo>
                <a:lnTo>
                  <a:pt x="7553" y="8195"/>
                </a:lnTo>
                <a:lnTo>
                  <a:pt x="6013" y="8195"/>
                </a:lnTo>
                <a:lnTo>
                  <a:pt x="5863" y="8216"/>
                </a:lnTo>
                <a:lnTo>
                  <a:pt x="4194" y="8216"/>
                </a:lnTo>
                <a:lnTo>
                  <a:pt x="3809" y="8237"/>
                </a:lnTo>
                <a:lnTo>
                  <a:pt x="3424" y="8259"/>
                </a:lnTo>
                <a:lnTo>
                  <a:pt x="3338" y="8259"/>
                </a:lnTo>
                <a:lnTo>
                  <a:pt x="3231" y="8216"/>
                </a:lnTo>
                <a:lnTo>
                  <a:pt x="3189" y="8195"/>
                </a:lnTo>
                <a:lnTo>
                  <a:pt x="3167" y="8152"/>
                </a:lnTo>
                <a:lnTo>
                  <a:pt x="3146" y="8130"/>
                </a:lnTo>
                <a:lnTo>
                  <a:pt x="3082" y="8109"/>
                </a:lnTo>
                <a:lnTo>
                  <a:pt x="3060" y="8130"/>
                </a:lnTo>
                <a:lnTo>
                  <a:pt x="3018" y="8152"/>
                </a:lnTo>
                <a:lnTo>
                  <a:pt x="2932" y="8237"/>
                </a:lnTo>
                <a:lnTo>
                  <a:pt x="2889" y="8280"/>
                </a:lnTo>
                <a:lnTo>
                  <a:pt x="2846" y="8302"/>
                </a:lnTo>
                <a:lnTo>
                  <a:pt x="2804" y="8302"/>
                </a:lnTo>
                <a:lnTo>
                  <a:pt x="2761" y="8259"/>
                </a:lnTo>
                <a:lnTo>
                  <a:pt x="2761" y="8237"/>
                </a:lnTo>
                <a:lnTo>
                  <a:pt x="2782" y="8195"/>
                </a:lnTo>
                <a:lnTo>
                  <a:pt x="2846" y="8109"/>
                </a:lnTo>
                <a:lnTo>
                  <a:pt x="2868" y="8045"/>
                </a:lnTo>
                <a:lnTo>
                  <a:pt x="2889" y="8002"/>
                </a:lnTo>
                <a:lnTo>
                  <a:pt x="2868" y="7981"/>
                </a:lnTo>
                <a:lnTo>
                  <a:pt x="2804" y="7938"/>
                </a:lnTo>
                <a:lnTo>
                  <a:pt x="2418" y="8173"/>
                </a:lnTo>
                <a:lnTo>
                  <a:pt x="2290" y="8259"/>
                </a:lnTo>
                <a:lnTo>
                  <a:pt x="2162" y="8323"/>
                </a:lnTo>
                <a:lnTo>
                  <a:pt x="2076" y="8344"/>
                </a:lnTo>
                <a:lnTo>
                  <a:pt x="2055" y="8344"/>
                </a:lnTo>
                <a:lnTo>
                  <a:pt x="2033" y="8323"/>
                </a:lnTo>
                <a:lnTo>
                  <a:pt x="2055" y="8280"/>
                </a:lnTo>
                <a:lnTo>
                  <a:pt x="2076" y="8237"/>
                </a:lnTo>
                <a:lnTo>
                  <a:pt x="2162" y="8173"/>
                </a:lnTo>
                <a:lnTo>
                  <a:pt x="2226" y="8088"/>
                </a:lnTo>
                <a:lnTo>
                  <a:pt x="2247" y="8023"/>
                </a:lnTo>
                <a:lnTo>
                  <a:pt x="2247" y="7981"/>
                </a:lnTo>
                <a:lnTo>
                  <a:pt x="2226" y="7938"/>
                </a:lnTo>
                <a:lnTo>
                  <a:pt x="2204" y="7895"/>
                </a:lnTo>
                <a:lnTo>
                  <a:pt x="2119" y="7895"/>
                </a:lnTo>
                <a:lnTo>
                  <a:pt x="2033" y="7916"/>
                </a:lnTo>
                <a:lnTo>
                  <a:pt x="1948" y="7959"/>
                </a:lnTo>
                <a:lnTo>
                  <a:pt x="1798" y="8066"/>
                </a:lnTo>
                <a:lnTo>
                  <a:pt x="1584" y="8216"/>
                </a:lnTo>
                <a:lnTo>
                  <a:pt x="1477" y="8302"/>
                </a:lnTo>
                <a:lnTo>
                  <a:pt x="1391" y="8323"/>
                </a:lnTo>
                <a:lnTo>
                  <a:pt x="1349" y="8323"/>
                </a:lnTo>
                <a:lnTo>
                  <a:pt x="1349" y="8280"/>
                </a:lnTo>
                <a:lnTo>
                  <a:pt x="1349" y="8237"/>
                </a:lnTo>
                <a:lnTo>
                  <a:pt x="1370" y="8173"/>
                </a:lnTo>
                <a:lnTo>
                  <a:pt x="1477" y="8109"/>
                </a:lnTo>
                <a:lnTo>
                  <a:pt x="1691" y="7916"/>
                </a:lnTo>
                <a:lnTo>
                  <a:pt x="1798" y="7831"/>
                </a:lnTo>
                <a:lnTo>
                  <a:pt x="1862" y="7724"/>
                </a:lnTo>
                <a:lnTo>
                  <a:pt x="1862" y="7703"/>
                </a:lnTo>
                <a:lnTo>
                  <a:pt x="1862" y="7660"/>
                </a:lnTo>
                <a:lnTo>
                  <a:pt x="1819" y="7617"/>
                </a:lnTo>
                <a:lnTo>
                  <a:pt x="1777" y="7596"/>
                </a:lnTo>
                <a:lnTo>
                  <a:pt x="1712" y="7596"/>
                </a:lnTo>
                <a:lnTo>
                  <a:pt x="1627" y="7638"/>
                </a:lnTo>
                <a:lnTo>
                  <a:pt x="1391" y="7767"/>
                </a:lnTo>
                <a:lnTo>
                  <a:pt x="1284" y="7788"/>
                </a:lnTo>
                <a:lnTo>
                  <a:pt x="1199" y="7809"/>
                </a:lnTo>
                <a:lnTo>
                  <a:pt x="1177" y="7788"/>
                </a:lnTo>
                <a:lnTo>
                  <a:pt x="1156" y="7745"/>
                </a:lnTo>
                <a:lnTo>
                  <a:pt x="1199" y="7638"/>
                </a:lnTo>
                <a:lnTo>
                  <a:pt x="1242" y="7553"/>
                </a:lnTo>
                <a:lnTo>
                  <a:pt x="1327" y="7489"/>
                </a:lnTo>
                <a:lnTo>
                  <a:pt x="1541" y="7360"/>
                </a:lnTo>
                <a:lnTo>
                  <a:pt x="1648" y="7317"/>
                </a:lnTo>
                <a:lnTo>
                  <a:pt x="1734" y="7253"/>
                </a:lnTo>
                <a:lnTo>
                  <a:pt x="1819" y="7168"/>
                </a:lnTo>
                <a:lnTo>
                  <a:pt x="1884" y="7082"/>
                </a:lnTo>
                <a:lnTo>
                  <a:pt x="1905" y="6975"/>
                </a:lnTo>
                <a:lnTo>
                  <a:pt x="1884" y="6911"/>
                </a:lnTo>
                <a:lnTo>
                  <a:pt x="1841" y="6868"/>
                </a:lnTo>
                <a:lnTo>
                  <a:pt x="1691" y="6868"/>
                </a:lnTo>
                <a:lnTo>
                  <a:pt x="1605" y="6911"/>
                </a:lnTo>
                <a:lnTo>
                  <a:pt x="1456" y="6975"/>
                </a:lnTo>
                <a:lnTo>
                  <a:pt x="1306" y="7125"/>
                </a:lnTo>
                <a:lnTo>
                  <a:pt x="1199" y="7168"/>
                </a:lnTo>
                <a:lnTo>
                  <a:pt x="1177" y="7168"/>
                </a:lnTo>
                <a:lnTo>
                  <a:pt x="1135" y="7146"/>
                </a:lnTo>
                <a:lnTo>
                  <a:pt x="1113" y="7103"/>
                </a:lnTo>
                <a:lnTo>
                  <a:pt x="1113" y="7082"/>
                </a:lnTo>
                <a:lnTo>
                  <a:pt x="1156" y="7018"/>
                </a:lnTo>
                <a:lnTo>
                  <a:pt x="1284" y="6911"/>
                </a:lnTo>
                <a:lnTo>
                  <a:pt x="1391" y="6804"/>
                </a:lnTo>
                <a:lnTo>
                  <a:pt x="1520" y="6676"/>
                </a:lnTo>
                <a:lnTo>
                  <a:pt x="1563" y="6611"/>
                </a:lnTo>
                <a:lnTo>
                  <a:pt x="1584" y="6547"/>
                </a:lnTo>
                <a:lnTo>
                  <a:pt x="1563" y="6483"/>
                </a:lnTo>
                <a:lnTo>
                  <a:pt x="1498" y="6440"/>
                </a:lnTo>
                <a:lnTo>
                  <a:pt x="1413" y="6419"/>
                </a:lnTo>
                <a:lnTo>
                  <a:pt x="1327" y="6440"/>
                </a:lnTo>
                <a:lnTo>
                  <a:pt x="1199" y="6526"/>
                </a:lnTo>
                <a:lnTo>
                  <a:pt x="1156" y="6547"/>
                </a:lnTo>
                <a:lnTo>
                  <a:pt x="1113" y="6547"/>
                </a:lnTo>
                <a:lnTo>
                  <a:pt x="1071" y="6504"/>
                </a:lnTo>
                <a:lnTo>
                  <a:pt x="1028" y="6397"/>
                </a:lnTo>
                <a:lnTo>
                  <a:pt x="964" y="6141"/>
                </a:lnTo>
                <a:lnTo>
                  <a:pt x="942" y="6012"/>
                </a:lnTo>
                <a:lnTo>
                  <a:pt x="921" y="5905"/>
                </a:lnTo>
                <a:lnTo>
                  <a:pt x="942" y="5841"/>
                </a:lnTo>
                <a:lnTo>
                  <a:pt x="964" y="5798"/>
                </a:lnTo>
                <a:lnTo>
                  <a:pt x="1071" y="5777"/>
                </a:lnTo>
                <a:lnTo>
                  <a:pt x="1327" y="5756"/>
                </a:lnTo>
                <a:lnTo>
                  <a:pt x="1584" y="5777"/>
                </a:lnTo>
                <a:lnTo>
                  <a:pt x="1862" y="5798"/>
                </a:lnTo>
                <a:lnTo>
                  <a:pt x="2119" y="5798"/>
                </a:lnTo>
                <a:lnTo>
                  <a:pt x="2697" y="5777"/>
                </a:lnTo>
                <a:lnTo>
                  <a:pt x="3274" y="5734"/>
                </a:lnTo>
                <a:lnTo>
                  <a:pt x="3873" y="5713"/>
                </a:lnTo>
                <a:close/>
                <a:moveTo>
                  <a:pt x="2440" y="2161"/>
                </a:moveTo>
                <a:lnTo>
                  <a:pt x="2226" y="2182"/>
                </a:lnTo>
                <a:lnTo>
                  <a:pt x="2012" y="2225"/>
                </a:lnTo>
                <a:lnTo>
                  <a:pt x="1862" y="2289"/>
                </a:lnTo>
                <a:lnTo>
                  <a:pt x="1798" y="2332"/>
                </a:lnTo>
                <a:lnTo>
                  <a:pt x="1755" y="2418"/>
                </a:lnTo>
                <a:lnTo>
                  <a:pt x="1712" y="2482"/>
                </a:lnTo>
                <a:lnTo>
                  <a:pt x="1712" y="2589"/>
                </a:lnTo>
                <a:lnTo>
                  <a:pt x="1691" y="2781"/>
                </a:lnTo>
                <a:lnTo>
                  <a:pt x="1691" y="2931"/>
                </a:lnTo>
                <a:lnTo>
                  <a:pt x="1627" y="3851"/>
                </a:lnTo>
                <a:lnTo>
                  <a:pt x="1563" y="4771"/>
                </a:lnTo>
                <a:lnTo>
                  <a:pt x="1563" y="5092"/>
                </a:lnTo>
                <a:lnTo>
                  <a:pt x="1541" y="5263"/>
                </a:lnTo>
                <a:lnTo>
                  <a:pt x="1520" y="5328"/>
                </a:lnTo>
                <a:lnTo>
                  <a:pt x="1477" y="5392"/>
                </a:lnTo>
                <a:lnTo>
                  <a:pt x="1391" y="5435"/>
                </a:lnTo>
                <a:lnTo>
                  <a:pt x="1092" y="5435"/>
                </a:lnTo>
                <a:lnTo>
                  <a:pt x="857" y="5413"/>
                </a:lnTo>
                <a:lnTo>
                  <a:pt x="750" y="5435"/>
                </a:lnTo>
                <a:lnTo>
                  <a:pt x="664" y="5477"/>
                </a:lnTo>
                <a:lnTo>
                  <a:pt x="600" y="5520"/>
                </a:lnTo>
                <a:lnTo>
                  <a:pt x="578" y="5584"/>
                </a:lnTo>
                <a:lnTo>
                  <a:pt x="557" y="5670"/>
                </a:lnTo>
                <a:lnTo>
                  <a:pt x="578" y="5756"/>
                </a:lnTo>
                <a:lnTo>
                  <a:pt x="600" y="5927"/>
                </a:lnTo>
                <a:lnTo>
                  <a:pt x="643" y="6098"/>
                </a:lnTo>
                <a:lnTo>
                  <a:pt x="707" y="6504"/>
                </a:lnTo>
                <a:lnTo>
                  <a:pt x="750" y="6932"/>
                </a:lnTo>
                <a:lnTo>
                  <a:pt x="835" y="7874"/>
                </a:lnTo>
                <a:lnTo>
                  <a:pt x="878" y="8109"/>
                </a:lnTo>
                <a:lnTo>
                  <a:pt x="899" y="8237"/>
                </a:lnTo>
                <a:lnTo>
                  <a:pt x="899" y="8323"/>
                </a:lnTo>
                <a:lnTo>
                  <a:pt x="878" y="8387"/>
                </a:lnTo>
                <a:lnTo>
                  <a:pt x="857" y="8409"/>
                </a:lnTo>
                <a:lnTo>
                  <a:pt x="750" y="8430"/>
                </a:lnTo>
                <a:lnTo>
                  <a:pt x="600" y="8451"/>
                </a:lnTo>
                <a:lnTo>
                  <a:pt x="364" y="8473"/>
                </a:lnTo>
                <a:lnTo>
                  <a:pt x="150" y="8494"/>
                </a:lnTo>
                <a:lnTo>
                  <a:pt x="86" y="8516"/>
                </a:lnTo>
                <a:lnTo>
                  <a:pt x="44" y="8558"/>
                </a:lnTo>
                <a:lnTo>
                  <a:pt x="1" y="8644"/>
                </a:lnTo>
                <a:lnTo>
                  <a:pt x="22" y="8687"/>
                </a:lnTo>
                <a:lnTo>
                  <a:pt x="65" y="8730"/>
                </a:lnTo>
                <a:lnTo>
                  <a:pt x="150" y="8751"/>
                </a:lnTo>
                <a:lnTo>
                  <a:pt x="343" y="8772"/>
                </a:lnTo>
                <a:lnTo>
                  <a:pt x="493" y="8772"/>
                </a:lnTo>
                <a:lnTo>
                  <a:pt x="1349" y="8730"/>
                </a:lnTo>
                <a:lnTo>
                  <a:pt x="2204" y="8665"/>
                </a:lnTo>
                <a:lnTo>
                  <a:pt x="3082" y="8623"/>
                </a:lnTo>
                <a:lnTo>
                  <a:pt x="3938" y="8601"/>
                </a:lnTo>
                <a:lnTo>
                  <a:pt x="5799" y="8623"/>
                </a:lnTo>
                <a:lnTo>
                  <a:pt x="7660" y="8623"/>
                </a:lnTo>
                <a:lnTo>
                  <a:pt x="7917" y="8644"/>
                </a:lnTo>
                <a:lnTo>
                  <a:pt x="8431" y="8644"/>
                </a:lnTo>
                <a:lnTo>
                  <a:pt x="8687" y="8601"/>
                </a:lnTo>
                <a:lnTo>
                  <a:pt x="8794" y="8580"/>
                </a:lnTo>
                <a:lnTo>
                  <a:pt x="8880" y="8537"/>
                </a:lnTo>
                <a:lnTo>
                  <a:pt x="8923" y="8494"/>
                </a:lnTo>
                <a:lnTo>
                  <a:pt x="8944" y="8430"/>
                </a:lnTo>
                <a:lnTo>
                  <a:pt x="8923" y="8366"/>
                </a:lnTo>
                <a:lnTo>
                  <a:pt x="8859" y="8280"/>
                </a:lnTo>
                <a:lnTo>
                  <a:pt x="8794" y="8216"/>
                </a:lnTo>
                <a:lnTo>
                  <a:pt x="8709" y="8195"/>
                </a:lnTo>
                <a:lnTo>
                  <a:pt x="8602" y="8195"/>
                </a:lnTo>
                <a:lnTo>
                  <a:pt x="8495" y="8216"/>
                </a:lnTo>
                <a:lnTo>
                  <a:pt x="8302" y="8237"/>
                </a:lnTo>
                <a:lnTo>
                  <a:pt x="8217" y="8216"/>
                </a:lnTo>
                <a:lnTo>
                  <a:pt x="8152" y="8173"/>
                </a:lnTo>
                <a:lnTo>
                  <a:pt x="8110" y="8109"/>
                </a:lnTo>
                <a:lnTo>
                  <a:pt x="8088" y="8002"/>
                </a:lnTo>
                <a:lnTo>
                  <a:pt x="8088" y="7724"/>
                </a:lnTo>
                <a:lnTo>
                  <a:pt x="8110" y="7253"/>
                </a:lnTo>
                <a:lnTo>
                  <a:pt x="8131" y="6290"/>
                </a:lnTo>
                <a:lnTo>
                  <a:pt x="8174" y="5841"/>
                </a:lnTo>
                <a:lnTo>
                  <a:pt x="8174" y="5713"/>
                </a:lnTo>
                <a:lnTo>
                  <a:pt x="8174" y="5606"/>
                </a:lnTo>
                <a:lnTo>
                  <a:pt x="8131" y="5499"/>
                </a:lnTo>
                <a:lnTo>
                  <a:pt x="8088" y="5413"/>
                </a:lnTo>
                <a:lnTo>
                  <a:pt x="8003" y="5392"/>
                </a:lnTo>
                <a:lnTo>
                  <a:pt x="7939" y="5370"/>
                </a:lnTo>
                <a:lnTo>
                  <a:pt x="7853" y="5370"/>
                </a:lnTo>
                <a:lnTo>
                  <a:pt x="7789" y="5328"/>
                </a:lnTo>
                <a:lnTo>
                  <a:pt x="7746" y="5285"/>
                </a:lnTo>
                <a:lnTo>
                  <a:pt x="7746" y="5242"/>
                </a:lnTo>
                <a:lnTo>
                  <a:pt x="7725" y="5178"/>
                </a:lnTo>
                <a:lnTo>
                  <a:pt x="7725" y="5114"/>
                </a:lnTo>
                <a:lnTo>
                  <a:pt x="7682" y="5049"/>
                </a:lnTo>
                <a:lnTo>
                  <a:pt x="7639" y="5007"/>
                </a:lnTo>
                <a:lnTo>
                  <a:pt x="7575" y="4985"/>
                </a:lnTo>
                <a:lnTo>
                  <a:pt x="7532" y="4964"/>
                </a:lnTo>
                <a:lnTo>
                  <a:pt x="7404" y="4942"/>
                </a:lnTo>
                <a:lnTo>
                  <a:pt x="7254" y="4942"/>
                </a:lnTo>
                <a:lnTo>
                  <a:pt x="7061" y="4900"/>
                </a:lnTo>
                <a:lnTo>
                  <a:pt x="6954" y="4900"/>
                </a:lnTo>
                <a:lnTo>
                  <a:pt x="6869" y="4921"/>
                </a:lnTo>
                <a:lnTo>
                  <a:pt x="6805" y="4964"/>
                </a:lnTo>
                <a:lnTo>
                  <a:pt x="6783" y="5028"/>
                </a:lnTo>
                <a:lnTo>
                  <a:pt x="6805" y="5071"/>
                </a:lnTo>
                <a:lnTo>
                  <a:pt x="6805" y="5156"/>
                </a:lnTo>
                <a:lnTo>
                  <a:pt x="6783" y="5221"/>
                </a:lnTo>
                <a:lnTo>
                  <a:pt x="6805" y="5242"/>
                </a:lnTo>
                <a:lnTo>
                  <a:pt x="6698" y="5285"/>
                </a:lnTo>
                <a:lnTo>
                  <a:pt x="6398" y="5285"/>
                </a:lnTo>
                <a:lnTo>
                  <a:pt x="6312" y="5263"/>
                </a:lnTo>
                <a:lnTo>
                  <a:pt x="6270" y="5199"/>
                </a:lnTo>
                <a:lnTo>
                  <a:pt x="6270" y="5114"/>
                </a:lnTo>
                <a:lnTo>
                  <a:pt x="6270" y="4964"/>
                </a:lnTo>
                <a:lnTo>
                  <a:pt x="6291" y="4878"/>
                </a:lnTo>
                <a:lnTo>
                  <a:pt x="6270" y="4793"/>
                </a:lnTo>
                <a:lnTo>
                  <a:pt x="6248" y="4729"/>
                </a:lnTo>
                <a:lnTo>
                  <a:pt x="6184" y="4664"/>
                </a:lnTo>
                <a:lnTo>
                  <a:pt x="6120" y="4622"/>
                </a:lnTo>
                <a:lnTo>
                  <a:pt x="5820" y="4622"/>
                </a:lnTo>
                <a:lnTo>
                  <a:pt x="5457" y="4686"/>
                </a:lnTo>
                <a:lnTo>
                  <a:pt x="5243" y="4707"/>
                </a:lnTo>
                <a:lnTo>
                  <a:pt x="5029" y="4729"/>
                </a:lnTo>
                <a:lnTo>
                  <a:pt x="4601" y="4750"/>
                </a:lnTo>
                <a:lnTo>
                  <a:pt x="4280" y="4729"/>
                </a:lnTo>
                <a:lnTo>
                  <a:pt x="4087" y="4750"/>
                </a:lnTo>
                <a:lnTo>
                  <a:pt x="4023" y="4771"/>
                </a:lnTo>
                <a:lnTo>
                  <a:pt x="3980" y="4814"/>
                </a:lnTo>
                <a:lnTo>
                  <a:pt x="3938" y="4878"/>
                </a:lnTo>
                <a:lnTo>
                  <a:pt x="3938" y="4942"/>
                </a:lnTo>
                <a:lnTo>
                  <a:pt x="3959" y="5049"/>
                </a:lnTo>
                <a:lnTo>
                  <a:pt x="3959" y="5114"/>
                </a:lnTo>
                <a:lnTo>
                  <a:pt x="3959" y="5178"/>
                </a:lnTo>
                <a:lnTo>
                  <a:pt x="3938" y="5221"/>
                </a:lnTo>
                <a:lnTo>
                  <a:pt x="3873" y="5263"/>
                </a:lnTo>
                <a:lnTo>
                  <a:pt x="3766" y="5285"/>
                </a:lnTo>
                <a:lnTo>
                  <a:pt x="3595" y="5306"/>
                </a:lnTo>
                <a:lnTo>
                  <a:pt x="3424" y="5285"/>
                </a:lnTo>
                <a:lnTo>
                  <a:pt x="3360" y="5285"/>
                </a:lnTo>
                <a:lnTo>
                  <a:pt x="3317" y="5263"/>
                </a:lnTo>
                <a:lnTo>
                  <a:pt x="3274" y="5199"/>
                </a:lnTo>
                <a:lnTo>
                  <a:pt x="3253" y="5114"/>
                </a:lnTo>
                <a:lnTo>
                  <a:pt x="3231" y="4921"/>
                </a:lnTo>
                <a:lnTo>
                  <a:pt x="3231" y="4707"/>
                </a:lnTo>
                <a:lnTo>
                  <a:pt x="3231" y="4536"/>
                </a:lnTo>
                <a:lnTo>
                  <a:pt x="3167" y="4129"/>
                </a:lnTo>
                <a:lnTo>
                  <a:pt x="3082" y="3723"/>
                </a:lnTo>
                <a:lnTo>
                  <a:pt x="2868" y="2739"/>
                </a:lnTo>
                <a:lnTo>
                  <a:pt x="2825" y="2589"/>
                </a:lnTo>
                <a:lnTo>
                  <a:pt x="2804" y="2418"/>
                </a:lnTo>
                <a:lnTo>
                  <a:pt x="2761" y="2354"/>
                </a:lnTo>
                <a:lnTo>
                  <a:pt x="2718" y="2268"/>
                </a:lnTo>
                <a:lnTo>
                  <a:pt x="2675" y="2225"/>
                </a:lnTo>
                <a:lnTo>
                  <a:pt x="2611" y="2182"/>
                </a:lnTo>
                <a:lnTo>
                  <a:pt x="2525" y="2161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32"/>
          <p:cNvSpPr/>
          <p:nvPr/>
        </p:nvSpPr>
        <p:spPr>
          <a:xfrm>
            <a:off x="3810155" y="3633326"/>
            <a:ext cx="548700" cy="542925"/>
          </a:xfrm>
          <a:custGeom>
            <a:rect b="b" l="l" r="r" t="t"/>
            <a:pathLst>
              <a:path extrusionOk="0" h="7532" w="9008">
                <a:moveTo>
                  <a:pt x="7959" y="2867"/>
                </a:moveTo>
                <a:lnTo>
                  <a:pt x="7959" y="2867"/>
                </a:lnTo>
                <a:lnTo>
                  <a:pt x="7831" y="2867"/>
                </a:lnTo>
                <a:lnTo>
                  <a:pt x="7638" y="2889"/>
                </a:lnTo>
                <a:lnTo>
                  <a:pt x="7467" y="2910"/>
                </a:lnTo>
                <a:lnTo>
                  <a:pt x="7403" y="2910"/>
                </a:lnTo>
                <a:lnTo>
                  <a:pt x="7360" y="2889"/>
                </a:lnTo>
                <a:lnTo>
                  <a:pt x="7360" y="2889"/>
                </a:lnTo>
                <a:lnTo>
                  <a:pt x="7318" y="2846"/>
                </a:lnTo>
                <a:lnTo>
                  <a:pt x="7296" y="2782"/>
                </a:lnTo>
                <a:lnTo>
                  <a:pt x="7253" y="2589"/>
                </a:lnTo>
                <a:lnTo>
                  <a:pt x="7211" y="2247"/>
                </a:lnTo>
                <a:lnTo>
                  <a:pt x="7211" y="2247"/>
                </a:lnTo>
                <a:lnTo>
                  <a:pt x="7168" y="1969"/>
                </a:lnTo>
                <a:lnTo>
                  <a:pt x="7104" y="1712"/>
                </a:lnTo>
                <a:lnTo>
                  <a:pt x="7039" y="1455"/>
                </a:lnTo>
                <a:lnTo>
                  <a:pt x="6911" y="1198"/>
                </a:lnTo>
                <a:lnTo>
                  <a:pt x="6911" y="1198"/>
                </a:lnTo>
                <a:lnTo>
                  <a:pt x="6825" y="1049"/>
                </a:lnTo>
                <a:lnTo>
                  <a:pt x="6740" y="920"/>
                </a:lnTo>
                <a:lnTo>
                  <a:pt x="6526" y="685"/>
                </a:lnTo>
                <a:lnTo>
                  <a:pt x="6269" y="471"/>
                </a:lnTo>
                <a:lnTo>
                  <a:pt x="5991" y="300"/>
                </a:lnTo>
                <a:lnTo>
                  <a:pt x="5713" y="171"/>
                </a:lnTo>
                <a:lnTo>
                  <a:pt x="5392" y="86"/>
                </a:lnTo>
                <a:lnTo>
                  <a:pt x="5071" y="22"/>
                </a:lnTo>
                <a:lnTo>
                  <a:pt x="4750" y="0"/>
                </a:lnTo>
                <a:lnTo>
                  <a:pt x="4408" y="0"/>
                </a:lnTo>
                <a:lnTo>
                  <a:pt x="4087" y="43"/>
                </a:lnTo>
                <a:lnTo>
                  <a:pt x="3744" y="129"/>
                </a:lnTo>
                <a:lnTo>
                  <a:pt x="3423" y="214"/>
                </a:lnTo>
                <a:lnTo>
                  <a:pt x="3124" y="364"/>
                </a:lnTo>
                <a:lnTo>
                  <a:pt x="2846" y="514"/>
                </a:lnTo>
                <a:lnTo>
                  <a:pt x="2589" y="706"/>
                </a:lnTo>
                <a:lnTo>
                  <a:pt x="2354" y="899"/>
                </a:lnTo>
                <a:lnTo>
                  <a:pt x="2354" y="899"/>
                </a:lnTo>
                <a:lnTo>
                  <a:pt x="2225" y="1049"/>
                </a:lnTo>
                <a:lnTo>
                  <a:pt x="2118" y="1198"/>
                </a:lnTo>
                <a:lnTo>
                  <a:pt x="1926" y="1498"/>
                </a:lnTo>
                <a:lnTo>
                  <a:pt x="1776" y="1840"/>
                </a:lnTo>
                <a:lnTo>
                  <a:pt x="1648" y="2183"/>
                </a:lnTo>
                <a:lnTo>
                  <a:pt x="1648" y="2183"/>
                </a:lnTo>
                <a:lnTo>
                  <a:pt x="1541" y="2504"/>
                </a:lnTo>
                <a:lnTo>
                  <a:pt x="1455" y="2846"/>
                </a:lnTo>
                <a:lnTo>
                  <a:pt x="1455" y="2846"/>
                </a:lnTo>
                <a:lnTo>
                  <a:pt x="1434" y="3060"/>
                </a:lnTo>
                <a:lnTo>
                  <a:pt x="1391" y="3124"/>
                </a:lnTo>
                <a:lnTo>
                  <a:pt x="1305" y="3167"/>
                </a:lnTo>
                <a:lnTo>
                  <a:pt x="1305" y="3167"/>
                </a:lnTo>
                <a:lnTo>
                  <a:pt x="1220" y="3167"/>
                </a:lnTo>
                <a:lnTo>
                  <a:pt x="1113" y="3167"/>
                </a:lnTo>
                <a:lnTo>
                  <a:pt x="1027" y="3167"/>
                </a:lnTo>
                <a:lnTo>
                  <a:pt x="942" y="3167"/>
                </a:lnTo>
                <a:lnTo>
                  <a:pt x="942" y="3167"/>
                </a:lnTo>
                <a:lnTo>
                  <a:pt x="813" y="3231"/>
                </a:lnTo>
                <a:lnTo>
                  <a:pt x="706" y="3295"/>
                </a:lnTo>
                <a:lnTo>
                  <a:pt x="706" y="3295"/>
                </a:lnTo>
                <a:lnTo>
                  <a:pt x="471" y="3466"/>
                </a:lnTo>
                <a:lnTo>
                  <a:pt x="364" y="3573"/>
                </a:lnTo>
                <a:lnTo>
                  <a:pt x="278" y="3680"/>
                </a:lnTo>
                <a:lnTo>
                  <a:pt x="278" y="3680"/>
                </a:lnTo>
                <a:lnTo>
                  <a:pt x="171" y="3937"/>
                </a:lnTo>
                <a:lnTo>
                  <a:pt x="86" y="4215"/>
                </a:lnTo>
                <a:lnTo>
                  <a:pt x="22" y="4515"/>
                </a:lnTo>
                <a:lnTo>
                  <a:pt x="0" y="4793"/>
                </a:lnTo>
                <a:lnTo>
                  <a:pt x="0" y="4793"/>
                </a:lnTo>
                <a:lnTo>
                  <a:pt x="22" y="5114"/>
                </a:lnTo>
                <a:lnTo>
                  <a:pt x="86" y="5456"/>
                </a:lnTo>
                <a:lnTo>
                  <a:pt x="171" y="5777"/>
                </a:lnTo>
                <a:lnTo>
                  <a:pt x="236" y="5927"/>
                </a:lnTo>
                <a:lnTo>
                  <a:pt x="321" y="6077"/>
                </a:lnTo>
                <a:lnTo>
                  <a:pt x="407" y="6205"/>
                </a:lnTo>
                <a:lnTo>
                  <a:pt x="514" y="6312"/>
                </a:lnTo>
                <a:lnTo>
                  <a:pt x="621" y="6419"/>
                </a:lnTo>
                <a:lnTo>
                  <a:pt x="749" y="6505"/>
                </a:lnTo>
                <a:lnTo>
                  <a:pt x="899" y="6569"/>
                </a:lnTo>
                <a:lnTo>
                  <a:pt x="1049" y="6590"/>
                </a:lnTo>
                <a:lnTo>
                  <a:pt x="1220" y="6612"/>
                </a:lnTo>
                <a:lnTo>
                  <a:pt x="1391" y="6569"/>
                </a:lnTo>
                <a:lnTo>
                  <a:pt x="1391" y="6569"/>
                </a:lnTo>
                <a:lnTo>
                  <a:pt x="1583" y="6526"/>
                </a:lnTo>
                <a:lnTo>
                  <a:pt x="1712" y="6419"/>
                </a:lnTo>
                <a:lnTo>
                  <a:pt x="1797" y="6312"/>
                </a:lnTo>
                <a:lnTo>
                  <a:pt x="1862" y="6184"/>
                </a:lnTo>
                <a:lnTo>
                  <a:pt x="1904" y="6034"/>
                </a:lnTo>
                <a:lnTo>
                  <a:pt x="1904" y="5863"/>
                </a:lnTo>
                <a:lnTo>
                  <a:pt x="1926" y="5520"/>
                </a:lnTo>
                <a:lnTo>
                  <a:pt x="1926" y="5520"/>
                </a:lnTo>
                <a:lnTo>
                  <a:pt x="1926" y="4771"/>
                </a:lnTo>
                <a:lnTo>
                  <a:pt x="1926" y="4408"/>
                </a:lnTo>
                <a:lnTo>
                  <a:pt x="1904" y="4023"/>
                </a:lnTo>
                <a:lnTo>
                  <a:pt x="1904" y="4023"/>
                </a:lnTo>
                <a:lnTo>
                  <a:pt x="1883" y="3702"/>
                </a:lnTo>
                <a:lnTo>
                  <a:pt x="1883" y="3359"/>
                </a:lnTo>
                <a:lnTo>
                  <a:pt x="1904" y="3038"/>
                </a:lnTo>
                <a:lnTo>
                  <a:pt x="1947" y="2696"/>
                </a:lnTo>
                <a:lnTo>
                  <a:pt x="2011" y="2354"/>
                </a:lnTo>
                <a:lnTo>
                  <a:pt x="2118" y="2054"/>
                </a:lnTo>
                <a:lnTo>
                  <a:pt x="2268" y="1755"/>
                </a:lnTo>
                <a:lnTo>
                  <a:pt x="2439" y="1477"/>
                </a:lnTo>
                <a:lnTo>
                  <a:pt x="2439" y="1477"/>
                </a:lnTo>
                <a:lnTo>
                  <a:pt x="2568" y="1327"/>
                </a:lnTo>
                <a:lnTo>
                  <a:pt x="2696" y="1198"/>
                </a:lnTo>
                <a:lnTo>
                  <a:pt x="2846" y="1113"/>
                </a:lnTo>
                <a:lnTo>
                  <a:pt x="2996" y="1006"/>
                </a:lnTo>
                <a:lnTo>
                  <a:pt x="3167" y="942"/>
                </a:lnTo>
                <a:lnTo>
                  <a:pt x="3338" y="877"/>
                </a:lnTo>
                <a:lnTo>
                  <a:pt x="3680" y="770"/>
                </a:lnTo>
                <a:lnTo>
                  <a:pt x="3680" y="770"/>
                </a:lnTo>
                <a:lnTo>
                  <a:pt x="4001" y="728"/>
                </a:lnTo>
                <a:lnTo>
                  <a:pt x="4322" y="685"/>
                </a:lnTo>
                <a:lnTo>
                  <a:pt x="4322" y="685"/>
                </a:lnTo>
                <a:lnTo>
                  <a:pt x="4622" y="599"/>
                </a:lnTo>
                <a:lnTo>
                  <a:pt x="4771" y="578"/>
                </a:lnTo>
                <a:lnTo>
                  <a:pt x="4921" y="578"/>
                </a:lnTo>
                <a:lnTo>
                  <a:pt x="4921" y="578"/>
                </a:lnTo>
                <a:lnTo>
                  <a:pt x="5071" y="599"/>
                </a:lnTo>
                <a:lnTo>
                  <a:pt x="5221" y="621"/>
                </a:lnTo>
                <a:lnTo>
                  <a:pt x="5371" y="685"/>
                </a:lnTo>
                <a:lnTo>
                  <a:pt x="5520" y="749"/>
                </a:lnTo>
                <a:lnTo>
                  <a:pt x="5798" y="899"/>
                </a:lnTo>
                <a:lnTo>
                  <a:pt x="6055" y="1091"/>
                </a:lnTo>
                <a:lnTo>
                  <a:pt x="6269" y="1327"/>
                </a:lnTo>
                <a:lnTo>
                  <a:pt x="6462" y="1584"/>
                </a:lnTo>
                <a:lnTo>
                  <a:pt x="6633" y="1840"/>
                </a:lnTo>
                <a:lnTo>
                  <a:pt x="6740" y="2140"/>
                </a:lnTo>
                <a:lnTo>
                  <a:pt x="6740" y="2140"/>
                </a:lnTo>
                <a:lnTo>
                  <a:pt x="6825" y="2504"/>
                </a:lnTo>
                <a:lnTo>
                  <a:pt x="6890" y="2889"/>
                </a:lnTo>
                <a:lnTo>
                  <a:pt x="6954" y="3659"/>
                </a:lnTo>
                <a:lnTo>
                  <a:pt x="6954" y="3659"/>
                </a:lnTo>
                <a:lnTo>
                  <a:pt x="6997" y="4279"/>
                </a:lnTo>
                <a:lnTo>
                  <a:pt x="6997" y="4279"/>
                </a:lnTo>
                <a:lnTo>
                  <a:pt x="7018" y="4429"/>
                </a:lnTo>
                <a:lnTo>
                  <a:pt x="6997" y="4515"/>
                </a:lnTo>
                <a:lnTo>
                  <a:pt x="6932" y="4600"/>
                </a:lnTo>
                <a:lnTo>
                  <a:pt x="6804" y="4665"/>
                </a:lnTo>
                <a:lnTo>
                  <a:pt x="6804" y="4665"/>
                </a:lnTo>
                <a:lnTo>
                  <a:pt x="6654" y="4750"/>
                </a:lnTo>
                <a:lnTo>
                  <a:pt x="6547" y="4771"/>
                </a:lnTo>
                <a:lnTo>
                  <a:pt x="6504" y="4771"/>
                </a:lnTo>
                <a:lnTo>
                  <a:pt x="6483" y="4729"/>
                </a:lnTo>
                <a:lnTo>
                  <a:pt x="6462" y="4665"/>
                </a:lnTo>
                <a:lnTo>
                  <a:pt x="6462" y="4579"/>
                </a:lnTo>
                <a:lnTo>
                  <a:pt x="6462" y="4579"/>
                </a:lnTo>
                <a:lnTo>
                  <a:pt x="6398" y="3894"/>
                </a:lnTo>
                <a:lnTo>
                  <a:pt x="6398" y="3894"/>
                </a:lnTo>
                <a:lnTo>
                  <a:pt x="6376" y="3744"/>
                </a:lnTo>
                <a:lnTo>
                  <a:pt x="6376" y="3573"/>
                </a:lnTo>
                <a:lnTo>
                  <a:pt x="6398" y="3274"/>
                </a:lnTo>
                <a:lnTo>
                  <a:pt x="6419" y="2974"/>
                </a:lnTo>
                <a:lnTo>
                  <a:pt x="6419" y="2824"/>
                </a:lnTo>
                <a:lnTo>
                  <a:pt x="6419" y="2653"/>
                </a:lnTo>
                <a:lnTo>
                  <a:pt x="6419" y="2653"/>
                </a:lnTo>
                <a:lnTo>
                  <a:pt x="6333" y="2332"/>
                </a:lnTo>
                <a:lnTo>
                  <a:pt x="6269" y="2183"/>
                </a:lnTo>
                <a:lnTo>
                  <a:pt x="6205" y="2033"/>
                </a:lnTo>
                <a:lnTo>
                  <a:pt x="6141" y="1883"/>
                </a:lnTo>
                <a:lnTo>
                  <a:pt x="6034" y="1755"/>
                </a:lnTo>
                <a:lnTo>
                  <a:pt x="5927" y="1626"/>
                </a:lnTo>
                <a:lnTo>
                  <a:pt x="5820" y="1519"/>
                </a:lnTo>
                <a:lnTo>
                  <a:pt x="5820" y="1519"/>
                </a:lnTo>
                <a:lnTo>
                  <a:pt x="5584" y="1348"/>
                </a:lnTo>
                <a:lnTo>
                  <a:pt x="5328" y="1198"/>
                </a:lnTo>
                <a:lnTo>
                  <a:pt x="5328" y="1198"/>
                </a:lnTo>
                <a:lnTo>
                  <a:pt x="5178" y="1156"/>
                </a:lnTo>
                <a:lnTo>
                  <a:pt x="5028" y="1134"/>
                </a:lnTo>
                <a:lnTo>
                  <a:pt x="4878" y="1156"/>
                </a:lnTo>
                <a:lnTo>
                  <a:pt x="4707" y="1177"/>
                </a:lnTo>
                <a:lnTo>
                  <a:pt x="4707" y="1177"/>
                </a:lnTo>
                <a:lnTo>
                  <a:pt x="4065" y="1156"/>
                </a:lnTo>
                <a:lnTo>
                  <a:pt x="3916" y="1177"/>
                </a:lnTo>
                <a:lnTo>
                  <a:pt x="3744" y="1198"/>
                </a:lnTo>
                <a:lnTo>
                  <a:pt x="3595" y="1220"/>
                </a:lnTo>
                <a:lnTo>
                  <a:pt x="3445" y="1284"/>
                </a:lnTo>
                <a:lnTo>
                  <a:pt x="3445" y="1284"/>
                </a:lnTo>
                <a:lnTo>
                  <a:pt x="3145" y="1412"/>
                </a:lnTo>
                <a:lnTo>
                  <a:pt x="2889" y="1584"/>
                </a:lnTo>
                <a:lnTo>
                  <a:pt x="2782" y="1669"/>
                </a:lnTo>
                <a:lnTo>
                  <a:pt x="2675" y="1776"/>
                </a:lnTo>
                <a:lnTo>
                  <a:pt x="2568" y="1904"/>
                </a:lnTo>
                <a:lnTo>
                  <a:pt x="2482" y="2033"/>
                </a:lnTo>
                <a:lnTo>
                  <a:pt x="2482" y="2033"/>
                </a:lnTo>
                <a:lnTo>
                  <a:pt x="2311" y="2290"/>
                </a:lnTo>
                <a:lnTo>
                  <a:pt x="2247" y="2418"/>
                </a:lnTo>
                <a:lnTo>
                  <a:pt x="2225" y="2568"/>
                </a:lnTo>
                <a:lnTo>
                  <a:pt x="2225" y="2568"/>
                </a:lnTo>
                <a:lnTo>
                  <a:pt x="2204" y="2739"/>
                </a:lnTo>
                <a:lnTo>
                  <a:pt x="2225" y="2931"/>
                </a:lnTo>
                <a:lnTo>
                  <a:pt x="2290" y="3295"/>
                </a:lnTo>
                <a:lnTo>
                  <a:pt x="2290" y="3295"/>
                </a:lnTo>
                <a:lnTo>
                  <a:pt x="2290" y="3659"/>
                </a:lnTo>
                <a:lnTo>
                  <a:pt x="2290" y="4001"/>
                </a:lnTo>
                <a:lnTo>
                  <a:pt x="2225" y="4729"/>
                </a:lnTo>
                <a:lnTo>
                  <a:pt x="2225" y="4729"/>
                </a:lnTo>
                <a:lnTo>
                  <a:pt x="2225" y="4729"/>
                </a:lnTo>
                <a:lnTo>
                  <a:pt x="2204" y="4771"/>
                </a:lnTo>
                <a:lnTo>
                  <a:pt x="2225" y="4921"/>
                </a:lnTo>
                <a:lnTo>
                  <a:pt x="2290" y="5392"/>
                </a:lnTo>
                <a:lnTo>
                  <a:pt x="2375" y="5884"/>
                </a:lnTo>
                <a:lnTo>
                  <a:pt x="2439" y="6184"/>
                </a:lnTo>
                <a:lnTo>
                  <a:pt x="2439" y="6184"/>
                </a:lnTo>
                <a:lnTo>
                  <a:pt x="2568" y="6505"/>
                </a:lnTo>
                <a:lnTo>
                  <a:pt x="2653" y="6676"/>
                </a:lnTo>
                <a:lnTo>
                  <a:pt x="2739" y="6825"/>
                </a:lnTo>
                <a:lnTo>
                  <a:pt x="2867" y="6975"/>
                </a:lnTo>
                <a:lnTo>
                  <a:pt x="2974" y="7125"/>
                </a:lnTo>
                <a:lnTo>
                  <a:pt x="3124" y="7232"/>
                </a:lnTo>
                <a:lnTo>
                  <a:pt x="3274" y="7296"/>
                </a:lnTo>
                <a:lnTo>
                  <a:pt x="3274" y="7296"/>
                </a:lnTo>
                <a:lnTo>
                  <a:pt x="3616" y="7425"/>
                </a:lnTo>
                <a:lnTo>
                  <a:pt x="3809" y="7467"/>
                </a:lnTo>
                <a:lnTo>
                  <a:pt x="4001" y="7510"/>
                </a:lnTo>
                <a:lnTo>
                  <a:pt x="4194" y="7532"/>
                </a:lnTo>
                <a:lnTo>
                  <a:pt x="4386" y="7532"/>
                </a:lnTo>
                <a:lnTo>
                  <a:pt x="4579" y="7489"/>
                </a:lnTo>
                <a:lnTo>
                  <a:pt x="4750" y="7446"/>
                </a:lnTo>
                <a:lnTo>
                  <a:pt x="4750" y="7446"/>
                </a:lnTo>
                <a:lnTo>
                  <a:pt x="5114" y="7296"/>
                </a:lnTo>
                <a:lnTo>
                  <a:pt x="5456" y="7082"/>
                </a:lnTo>
                <a:lnTo>
                  <a:pt x="5627" y="6975"/>
                </a:lnTo>
                <a:lnTo>
                  <a:pt x="5777" y="6847"/>
                </a:lnTo>
                <a:lnTo>
                  <a:pt x="5927" y="6718"/>
                </a:lnTo>
                <a:lnTo>
                  <a:pt x="6034" y="6569"/>
                </a:lnTo>
                <a:lnTo>
                  <a:pt x="6034" y="6569"/>
                </a:lnTo>
                <a:lnTo>
                  <a:pt x="6226" y="6312"/>
                </a:lnTo>
                <a:lnTo>
                  <a:pt x="6291" y="6184"/>
                </a:lnTo>
                <a:lnTo>
                  <a:pt x="6355" y="6034"/>
                </a:lnTo>
                <a:lnTo>
                  <a:pt x="6355" y="6034"/>
                </a:lnTo>
                <a:lnTo>
                  <a:pt x="6376" y="5905"/>
                </a:lnTo>
                <a:lnTo>
                  <a:pt x="6398" y="5756"/>
                </a:lnTo>
                <a:lnTo>
                  <a:pt x="6440" y="5606"/>
                </a:lnTo>
                <a:lnTo>
                  <a:pt x="6462" y="5542"/>
                </a:lnTo>
                <a:lnTo>
                  <a:pt x="6483" y="5478"/>
                </a:lnTo>
                <a:lnTo>
                  <a:pt x="6483" y="5478"/>
                </a:lnTo>
                <a:lnTo>
                  <a:pt x="6590" y="5392"/>
                </a:lnTo>
                <a:lnTo>
                  <a:pt x="6761" y="5306"/>
                </a:lnTo>
                <a:lnTo>
                  <a:pt x="6932" y="5264"/>
                </a:lnTo>
                <a:lnTo>
                  <a:pt x="7018" y="5264"/>
                </a:lnTo>
                <a:lnTo>
                  <a:pt x="7061" y="5285"/>
                </a:lnTo>
                <a:lnTo>
                  <a:pt x="7061" y="5285"/>
                </a:lnTo>
                <a:lnTo>
                  <a:pt x="7082" y="5328"/>
                </a:lnTo>
                <a:lnTo>
                  <a:pt x="7082" y="5413"/>
                </a:lnTo>
                <a:lnTo>
                  <a:pt x="7082" y="5585"/>
                </a:lnTo>
                <a:lnTo>
                  <a:pt x="7082" y="5777"/>
                </a:lnTo>
                <a:lnTo>
                  <a:pt x="7104" y="5905"/>
                </a:lnTo>
                <a:lnTo>
                  <a:pt x="7104" y="5905"/>
                </a:lnTo>
                <a:lnTo>
                  <a:pt x="7125" y="5970"/>
                </a:lnTo>
                <a:lnTo>
                  <a:pt x="7168" y="6034"/>
                </a:lnTo>
                <a:lnTo>
                  <a:pt x="7232" y="6077"/>
                </a:lnTo>
                <a:lnTo>
                  <a:pt x="7296" y="6119"/>
                </a:lnTo>
                <a:lnTo>
                  <a:pt x="7446" y="6184"/>
                </a:lnTo>
                <a:lnTo>
                  <a:pt x="7617" y="6226"/>
                </a:lnTo>
                <a:lnTo>
                  <a:pt x="7788" y="6226"/>
                </a:lnTo>
                <a:lnTo>
                  <a:pt x="7959" y="6226"/>
                </a:lnTo>
                <a:lnTo>
                  <a:pt x="8131" y="6184"/>
                </a:lnTo>
                <a:lnTo>
                  <a:pt x="8259" y="6141"/>
                </a:lnTo>
                <a:lnTo>
                  <a:pt x="8259" y="6141"/>
                </a:lnTo>
                <a:lnTo>
                  <a:pt x="8387" y="6077"/>
                </a:lnTo>
                <a:lnTo>
                  <a:pt x="8516" y="5948"/>
                </a:lnTo>
                <a:lnTo>
                  <a:pt x="8623" y="5820"/>
                </a:lnTo>
                <a:lnTo>
                  <a:pt x="8730" y="5670"/>
                </a:lnTo>
                <a:lnTo>
                  <a:pt x="8815" y="5520"/>
                </a:lnTo>
                <a:lnTo>
                  <a:pt x="8879" y="5349"/>
                </a:lnTo>
                <a:lnTo>
                  <a:pt x="8965" y="5050"/>
                </a:lnTo>
                <a:lnTo>
                  <a:pt x="8965" y="5050"/>
                </a:lnTo>
                <a:lnTo>
                  <a:pt x="8986" y="4900"/>
                </a:lnTo>
                <a:lnTo>
                  <a:pt x="9008" y="4750"/>
                </a:lnTo>
                <a:lnTo>
                  <a:pt x="8986" y="4429"/>
                </a:lnTo>
                <a:lnTo>
                  <a:pt x="8944" y="4087"/>
                </a:lnTo>
                <a:lnTo>
                  <a:pt x="8837" y="3744"/>
                </a:lnTo>
                <a:lnTo>
                  <a:pt x="8772" y="3595"/>
                </a:lnTo>
                <a:lnTo>
                  <a:pt x="8687" y="3445"/>
                </a:lnTo>
                <a:lnTo>
                  <a:pt x="8601" y="3295"/>
                </a:lnTo>
                <a:lnTo>
                  <a:pt x="8494" y="3188"/>
                </a:lnTo>
                <a:lnTo>
                  <a:pt x="8366" y="3060"/>
                </a:lnTo>
                <a:lnTo>
                  <a:pt x="8259" y="2974"/>
                </a:lnTo>
                <a:lnTo>
                  <a:pt x="8109" y="2910"/>
                </a:lnTo>
                <a:lnTo>
                  <a:pt x="7959" y="2867"/>
                </a:lnTo>
                <a:lnTo>
                  <a:pt x="7959" y="2867"/>
                </a:lnTo>
                <a:close/>
                <a:moveTo>
                  <a:pt x="1434" y="6162"/>
                </a:moveTo>
                <a:lnTo>
                  <a:pt x="1434" y="6162"/>
                </a:lnTo>
                <a:lnTo>
                  <a:pt x="1305" y="6226"/>
                </a:lnTo>
                <a:lnTo>
                  <a:pt x="1284" y="6248"/>
                </a:lnTo>
                <a:lnTo>
                  <a:pt x="1241" y="6248"/>
                </a:lnTo>
                <a:lnTo>
                  <a:pt x="1220" y="6226"/>
                </a:lnTo>
                <a:lnTo>
                  <a:pt x="1220" y="6205"/>
                </a:lnTo>
                <a:lnTo>
                  <a:pt x="1220" y="6119"/>
                </a:lnTo>
                <a:lnTo>
                  <a:pt x="1263" y="5948"/>
                </a:lnTo>
                <a:lnTo>
                  <a:pt x="1305" y="5798"/>
                </a:lnTo>
                <a:lnTo>
                  <a:pt x="1305" y="5798"/>
                </a:lnTo>
                <a:lnTo>
                  <a:pt x="1305" y="5691"/>
                </a:lnTo>
                <a:lnTo>
                  <a:pt x="1263" y="5627"/>
                </a:lnTo>
                <a:lnTo>
                  <a:pt x="1241" y="5606"/>
                </a:lnTo>
                <a:lnTo>
                  <a:pt x="1198" y="5606"/>
                </a:lnTo>
                <a:lnTo>
                  <a:pt x="1091" y="5649"/>
                </a:lnTo>
                <a:lnTo>
                  <a:pt x="1091" y="5649"/>
                </a:lnTo>
                <a:lnTo>
                  <a:pt x="1049" y="5691"/>
                </a:lnTo>
                <a:lnTo>
                  <a:pt x="984" y="5798"/>
                </a:lnTo>
                <a:lnTo>
                  <a:pt x="920" y="5884"/>
                </a:lnTo>
                <a:lnTo>
                  <a:pt x="899" y="5905"/>
                </a:lnTo>
                <a:lnTo>
                  <a:pt x="856" y="5927"/>
                </a:lnTo>
                <a:lnTo>
                  <a:pt x="856" y="5927"/>
                </a:lnTo>
                <a:lnTo>
                  <a:pt x="856" y="5905"/>
                </a:lnTo>
                <a:lnTo>
                  <a:pt x="856" y="5884"/>
                </a:lnTo>
                <a:lnTo>
                  <a:pt x="877" y="5820"/>
                </a:lnTo>
                <a:lnTo>
                  <a:pt x="984" y="5563"/>
                </a:lnTo>
                <a:lnTo>
                  <a:pt x="1113" y="5328"/>
                </a:lnTo>
                <a:lnTo>
                  <a:pt x="1156" y="5221"/>
                </a:lnTo>
                <a:lnTo>
                  <a:pt x="1156" y="5178"/>
                </a:lnTo>
                <a:lnTo>
                  <a:pt x="1156" y="5178"/>
                </a:lnTo>
                <a:lnTo>
                  <a:pt x="1156" y="5135"/>
                </a:lnTo>
                <a:lnTo>
                  <a:pt x="1113" y="5114"/>
                </a:lnTo>
                <a:lnTo>
                  <a:pt x="1091" y="5114"/>
                </a:lnTo>
                <a:lnTo>
                  <a:pt x="1049" y="5114"/>
                </a:lnTo>
                <a:lnTo>
                  <a:pt x="963" y="5135"/>
                </a:lnTo>
                <a:lnTo>
                  <a:pt x="877" y="5221"/>
                </a:lnTo>
                <a:lnTo>
                  <a:pt x="706" y="5392"/>
                </a:lnTo>
                <a:lnTo>
                  <a:pt x="599" y="5520"/>
                </a:lnTo>
                <a:lnTo>
                  <a:pt x="599" y="5520"/>
                </a:lnTo>
                <a:lnTo>
                  <a:pt x="663" y="5392"/>
                </a:lnTo>
                <a:lnTo>
                  <a:pt x="728" y="5264"/>
                </a:lnTo>
                <a:lnTo>
                  <a:pt x="728" y="5264"/>
                </a:lnTo>
                <a:lnTo>
                  <a:pt x="899" y="4985"/>
                </a:lnTo>
                <a:lnTo>
                  <a:pt x="984" y="4857"/>
                </a:lnTo>
                <a:lnTo>
                  <a:pt x="1049" y="4707"/>
                </a:lnTo>
                <a:lnTo>
                  <a:pt x="1049" y="4707"/>
                </a:lnTo>
                <a:lnTo>
                  <a:pt x="1091" y="4600"/>
                </a:lnTo>
                <a:lnTo>
                  <a:pt x="1091" y="4515"/>
                </a:lnTo>
                <a:lnTo>
                  <a:pt x="1091" y="4493"/>
                </a:lnTo>
                <a:lnTo>
                  <a:pt x="1049" y="4472"/>
                </a:lnTo>
                <a:lnTo>
                  <a:pt x="1006" y="4472"/>
                </a:lnTo>
                <a:lnTo>
                  <a:pt x="942" y="4472"/>
                </a:lnTo>
                <a:lnTo>
                  <a:pt x="942" y="4472"/>
                </a:lnTo>
                <a:lnTo>
                  <a:pt x="856" y="4536"/>
                </a:lnTo>
                <a:lnTo>
                  <a:pt x="856" y="4536"/>
                </a:lnTo>
                <a:lnTo>
                  <a:pt x="835" y="4536"/>
                </a:lnTo>
                <a:lnTo>
                  <a:pt x="835" y="4536"/>
                </a:lnTo>
                <a:lnTo>
                  <a:pt x="813" y="4558"/>
                </a:lnTo>
                <a:lnTo>
                  <a:pt x="856" y="4536"/>
                </a:lnTo>
                <a:lnTo>
                  <a:pt x="856" y="4536"/>
                </a:lnTo>
                <a:lnTo>
                  <a:pt x="877" y="4472"/>
                </a:lnTo>
                <a:lnTo>
                  <a:pt x="920" y="4386"/>
                </a:lnTo>
                <a:lnTo>
                  <a:pt x="1049" y="4258"/>
                </a:lnTo>
                <a:lnTo>
                  <a:pt x="1113" y="4172"/>
                </a:lnTo>
                <a:lnTo>
                  <a:pt x="1156" y="4108"/>
                </a:lnTo>
                <a:lnTo>
                  <a:pt x="1177" y="4044"/>
                </a:lnTo>
                <a:lnTo>
                  <a:pt x="1156" y="3958"/>
                </a:lnTo>
                <a:lnTo>
                  <a:pt x="1156" y="3958"/>
                </a:lnTo>
                <a:lnTo>
                  <a:pt x="1134" y="3916"/>
                </a:lnTo>
                <a:lnTo>
                  <a:pt x="1091" y="3894"/>
                </a:lnTo>
                <a:lnTo>
                  <a:pt x="1049" y="3873"/>
                </a:lnTo>
                <a:lnTo>
                  <a:pt x="1027" y="3894"/>
                </a:lnTo>
                <a:lnTo>
                  <a:pt x="942" y="3916"/>
                </a:lnTo>
                <a:lnTo>
                  <a:pt x="856" y="3958"/>
                </a:lnTo>
                <a:lnTo>
                  <a:pt x="685" y="4087"/>
                </a:lnTo>
                <a:lnTo>
                  <a:pt x="621" y="4130"/>
                </a:lnTo>
                <a:lnTo>
                  <a:pt x="578" y="4108"/>
                </a:lnTo>
                <a:lnTo>
                  <a:pt x="578" y="4108"/>
                </a:lnTo>
                <a:lnTo>
                  <a:pt x="556" y="4087"/>
                </a:lnTo>
                <a:lnTo>
                  <a:pt x="556" y="4044"/>
                </a:lnTo>
                <a:lnTo>
                  <a:pt x="599" y="3980"/>
                </a:lnTo>
                <a:lnTo>
                  <a:pt x="663" y="3894"/>
                </a:lnTo>
                <a:lnTo>
                  <a:pt x="770" y="3809"/>
                </a:lnTo>
                <a:lnTo>
                  <a:pt x="984" y="3680"/>
                </a:lnTo>
                <a:lnTo>
                  <a:pt x="1070" y="3638"/>
                </a:lnTo>
                <a:lnTo>
                  <a:pt x="1134" y="3616"/>
                </a:lnTo>
                <a:lnTo>
                  <a:pt x="1134" y="3616"/>
                </a:lnTo>
                <a:lnTo>
                  <a:pt x="1241" y="3638"/>
                </a:lnTo>
                <a:lnTo>
                  <a:pt x="1327" y="3702"/>
                </a:lnTo>
                <a:lnTo>
                  <a:pt x="1391" y="3766"/>
                </a:lnTo>
                <a:lnTo>
                  <a:pt x="1434" y="3873"/>
                </a:lnTo>
                <a:lnTo>
                  <a:pt x="1455" y="3980"/>
                </a:lnTo>
                <a:lnTo>
                  <a:pt x="1455" y="4087"/>
                </a:lnTo>
                <a:lnTo>
                  <a:pt x="1455" y="4301"/>
                </a:lnTo>
                <a:lnTo>
                  <a:pt x="1455" y="4301"/>
                </a:lnTo>
                <a:lnTo>
                  <a:pt x="1476" y="4814"/>
                </a:lnTo>
                <a:lnTo>
                  <a:pt x="1498" y="5349"/>
                </a:lnTo>
                <a:lnTo>
                  <a:pt x="1498" y="5349"/>
                </a:lnTo>
                <a:lnTo>
                  <a:pt x="1541" y="5777"/>
                </a:lnTo>
                <a:lnTo>
                  <a:pt x="1541" y="5905"/>
                </a:lnTo>
                <a:lnTo>
                  <a:pt x="1519" y="6012"/>
                </a:lnTo>
                <a:lnTo>
                  <a:pt x="1476" y="6098"/>
                </a:lnTo>
                <a:lnTo>
                  <a:pt x="1434" y="6162"/>
                </a:lnTo>
                <a:lnTo>
                  <a:pt x="1434" y="6162"/>
                </a:lnTo>
                <a:close/>
                <a:moveTo>
                  <a:pt x="5413" y="1969"/>
                </a:moveTo>
                <a:lnTo>
                  <a:pt x="5413" y="1969"/>
                </a:lnTo>
                <a:lnTo>
                  <a:pt x="5499" y="1969"/>
                </a:lnTo>
                <a:lnTo>
                  <a:pt x="5584" y="2011"/>
                </a:lnTo>
                <a:lnTo>
                  <a:pt x="5649" y="2076"/>
                </a:lnTo>
                <a:lnTo>
                  <a:pt x="5691" y="2161"/>
                </a:lnTo>
                <a:lnTo>
                  <a:pt x="5691" y="2161"/>
                </a:lnTo>
                <a:lnTo>
                  <a:pt x="5670" y="2268"/>
                </a:lnTo>
                <a:lnTo>
                  <a:pt x="5670" y="2332"/>
                </a:lnTo>
                <a:lnTo>
                  <a:pt x="5649" y="2375"/>
                </a:lnTo>
                <a:lnTo>
                  <a:pt x="5649" y="2375"/>
                </a:lnTo>
                <a:lnTo>
                  <a:pt x="5606" y="2290"/>
                </a:lnTo>
                <a:lnTo>
                  <a:pt x="5584" y="2204"/>
                </a:lnTo>
                <a:lnTo>
                  <a:pt x="5563" y="2118"/>
                </a:lnTo>
                <a:lnTo>
                  <a:pt x="5520" y="2076"/>
                </a:lnTo>
                <a:lnTo>
                  <a:pt x="5499" y="2054"/>
                </a:lnTo>
                <a:lnTo>
                  <a:pt x="5499" y="2054"/>
                </a:lnTo>
                <a:lnTo>
                  <a:pt x="5456" y="2033"/>
                </a:lnTo>
                <a:lnTo>
                  <a:pt x="5413" y="2054"/>
                </a:lnTo>
                <a:lnTo>
                  <a:pt x="5392" y="2097"/>
                </a:lnTo>
                <a:lnTo>
                  <a:pt x="5371" y="2097"/>
                </a:lnTo>
                <a:lnTo>
                  <a:pt x="5371" y="2097"/>
                </a:lnTo>
                <a:lnTo>
                  <a:pt x="5328" y="2097"/>
                </a:lnTo>
                <a:lnTo>
                  <a:pt x="5328" y="2076"/>
                </a:lnTo>
                <a:lnTo>
                  <a:pt x="5349" y="2033"/>
                </a:lnTo>
                <a:lnTo>
                  <a:pt x="5392" y="1990"/>
                </a:lnTo>
                <a:lnTo>
                  <a:pt x="5413" y="1969"/>
                </a:lnTo>
                <a:lnTo>
                  <a:pt x="5413" y="1969"/>
                </a:lnTo>
                <a:close/>
                <a:moveTo>
                  <a:pt x="5007" y="1990"/>
                </a:moveTo>
                <a:lnTo>
                  <a:pt x="5007" y="1990"/>
                </a:lnTo>
                <a:lnTo>
                  <a:pt x="4985" y="1840"/>
                </a:lnTo>
                <a:lnTo>
                  <a:pt x="4985" y="1840"/>
                </a:lnTo>
                <a:lnTo>
                  <a:pt x="5007" y="1797"/>
                </a:lnTo>
                <a:lnTo>
                  <a:pt x="5028" y="1776"/>
                </a:lnTo>
                <a:lnTo>
                  <a:pt x="5050" y="1776"/>
                </a:lnTo>
                <a:lnTo>
                  <a:pt x="5050" y="1819"/>
                </a:lnTo>
                <a:lnTo>
                  <a:pt x="5071" y="1904"/>
                </a:lnTo>
                <a:lnTo>
                  <a:pt x="5050" y="1947"/>
                </a:lnTo>
                <a:lnTo>
                  <a:pt x="5007" y="1990"/>
                </a:lnTo>
                <a:lnTo>
                  <a:pt x="5007" y="1990"/>
                </a:lnTo>
                <a:close/>
                <a:moveTo>
                  <a:pt x="3851" y="2397"/>
                </a:moveTo>
                <a:lnTo>
                  <a:pt x="3851" y="2397"/>
                </a:lnTo>
                <a:lnTo>
                  <a:pt x="3873" y="2418"/>
                </a:lnTo>
                <a:lnTo>
                  <a:pt x="3873" y="2461"/>
                </a:lnTo>
                <a:lnTo>
                  <a:pt x="3873" y="2461"/>
                </a:lnTo>
                <a:lnTo>
                  <a:pt x="3851" y="2482"/>
                </a:lnTo>
                <a:lnTo>
                  <a:pt x="3830" y="2461"/>
                </a:lnTo>
                <a:lnTo>
                  <a:pt x="3851" y="2397"/>
                </a:lnTo>
                <a:lnTo>
                  <a:pt x="3851" y="2397"/>
                </a:lnTo>
                <a:close/>
                <a:moveTo>
                  <a:pt x="3103" y="2397"/>
                </a:moveTo>
                <a:lnTo>
                  <a:pt x="3103" y="2397"/>
                </a:lnTo>
                <a:lnTo>
                  <a:pt x="3124" y="2204"/>
                </a:lnTo>
                <a:lnTo>
                  <a:pt x="3145" y="2118"/>
                </a:lnTo>
                <a:lnTo>
                  <a:pt x="3145" y="2118"/>
                </a:lnTo>
                <a:lnTo>
                  <a:pt x="3167" y="2140"/>
                </a:lnTo>
                <a:lnTo>
                  <a:pt x="3188" y="2204"/>
                </a:lnTo>
                <a:lnTo>
                  <a:pt x="3252" y="2418"/>
                </a:lnTo>
                <a:lnTo>
                  <a:pt x="3295" y="2653"/>
                </a:lnTo>
                <a:lnTo>
                  <a:pt x="3295" y="2653"/>
                </a:lnTo>
                <a:lnTo>
                  <a:pt x="3295" y="2803"/>
                </a:lnTo>
                <a:lnTo>
                  <a:pt x="3274" y="2824"/>
                </a:lnTo>
                <a:lnTo>
                  <a:pt x="3274" y="2846"/>
                </a:lnTo>
                <a:lnTo>
                  <a:pt x="3231" y="2803"/>
                </a:lnTo>
                <a:lnTo>
                  <a:pt x="3188" y="2739"/>
                </a:lnTo>
                <a:lnTo>
                  <a:pt x="3124" y="2504"/>
                </a:lnTo>
                <a:lnTo>
                  <a:pt x="3103" y="2418"/>
                </a:lnTo>
                <a:lnTo>
                  <a:pt x="3103" y="2397"/>
                </a:lnTo>
                <a:lnTo>
                  <a:pt x="3103" y="2397"/>
                </a:lnTo>
                <a:close/>
                <a:moveTo>
                  <a:pt x="6077" y="3766"/>
                </a:moveTo>
                <a:lnTo>
                  <a:pt x="6077" y="3766"/>
                </a:lnTo>
                <a:lnTo>
                  <a:pt x="6055" y="4322"/>
                </a:lnTo>
                <a:lnTo>
                  <a:pt x="6034" y="4600"/>
                </a:lnTo>
                <a:lnTo>
                  <a:pt x="5991" y="4878"/>
                </a:lnTo>
                <a:lnTo>
                  <a:pt x="5991" y="4878"/>
                </a:lnTo>
                <a:lnTo>
                  <a:pt x="5970" y="4985"/>
                </a:lnTo>
                <a:lnTo>
                  <a:pt x="5884" y="5050"/>
                </a:lnTo>
                <a:lnTo>
                  <a:pt x="5798" y="5114"/>
                </a:lnTo>
                <a:lnTo>
                  <a:pt x="5713" y="5157"/>
                </a:lnTo>
                <a:lnTo>
                  <a:pt x="5477" y="5221"/>
                </a:lnTo>
                <a:lnTo>
                  <a:pt x="5264" y="5242"/>
                </a:lnTo>
                <a:lnTo>
                  <a:pt x="5264" y="5242"/>
                </a:lnTo>
                <a:lnTo>
                  <a:pt x="5028" y="5328"/>
                </a:lnTo>
                <a:lnTo>
                  <a:pt x="4921" y="5349"/>
                </a:lnTo>
                <a:lnTo>
                  <a:pt x="4814" y="5349"/>
                </a:lnTo>
                <a:lnTo>
                  <a:pt x="4814" y="5349"/>
                </a:lnTo>
                <a:lnTo>
                  <a:pt x="4707" y="5306"/>
                </a:lnTo>
                <a:lnTo>
                  <a:pt x="4622" y="5264"/>
                </a:lnTo>
                <a:lnTo>
                  <a:pt x="4515" y="5199"/>
                </a:lnTo>
                <a:lnTo>
                  <a:pt x="4408" y="5178"/>
                </a:lnTo>
                <a:lnTo>
                  <a:pt x="4408" y="5178"/>
                </a:lnTo>
                <a:lnTo>
                  <a:pt x="4301" y="5178"/>
                </a:lnTo>
                <a:lnTo>
                  <a:pt x="4194" y="5178"/>
                </a:lnTo>
                <a:lnTo>
                  <a:pt x="4087" y="5221"/>
                </a:lnTo>
                <a:lnTo>
                  <a:pt x="4001" y="5264"/>
                </a:lnTo>
                <a:lnTo>
                  <a:pt x="3916" y="5328"/>
                </a:lnTo>
                <a:lnTo>
                  <a:pt x="3830" y="5413"/>
                </a:lnTo>
                <a:lnTo>
                  <a:pt x="3766" y="5499"/>
                </a:lnTo>
                <a:lnTo>
                  <a:pt x="3723" y="5585"/>
                </a:lnTo>
                <a:lnTo>
                  <a:pt x="3723" y="5585"/>
                </a:lnTo>
                <a:lnTo>
                  <a:pt x="3702" y="5691"/>
                </a:lnTo>
                <a:lnTo>
                  <a:pt x="3702" y="5798"/>
                </a:lnTo>
                <a:lnTo>
                  <a:pt x="3723" y="5884"/>
                </a:lnTo>
                <a:lnTo>
                  <a:pt x="3744" y="5991"/>
                </a:lnTo>
                <a:lnTo>
                  <a:pt x="3809" y="6077"/>
                </a:lnTo>
                <a:lnTo>
                  <a:pt x="3873" y="6141"/>
                </a:lnTo>
                <a:lnTo>
                  <a:pt x="3937" y="6226"/>
                </a:lnTo>
                <a:lnTo>
                  <a:pt x="4023" y="6291"/>
                </a:lnTo>
                <a:lnTo>
                  <a:pt x="4108" y="6333"/>
                </a:lnTo>
                <a:lnTo>
                  <a:pt x="4194" y="6376"/>
                </a:lnTo>
                <a:lnTo>
                  <a:pt x="4301" y="6398"/>
                </a:lnTo>
                <a:lnTo>
                  <a:pt x="4386" y="6398"/>
                </a:lnTo>
                <a:lnTo>
                  <a:pt x="4493" y="6398"/>
                </a:lnTo>
                <a:lnTo>
                  <a:pt x="4579" y="6376"/>
                </a:lnTo>
                <a:lnTo>
                  <a:pt x="4664" y="6333"/>
                </a:lnTo>
                <a:lnTo>
                  <a:pt x="4750" y="6248"/>
                </a:lnTo>
                <a:lnTo>
                  <a:pt x="4750" y="6248"/>
                </a:lnTo>
                <a:lnTo>
                  <a:pt x="4814" y="6162"/>
                </a:lnTo>
                <a:lnTo>
                  <a:pt x="4857" y="6055"/>
                </a:lnTo>
                <a:lnTo>
                  <a:pt x="4900" y="5970"/>
                </a:lnTo>
                <a:lnTo>
                  <a:pt x="4943" y="5884"/>
                </a:lnTo>
                <a:lnTo>
                  <a:pt x="4943" y="5884"/>
                </a:lnTo>
                <a:lnTo>
                  <a:pt x="5007" y="5820"/>
                </a:lnTo>
                <a:lnTo>
                  <a:pt x="5092" y="5798"/>
                </a:lnTo>
                <a:lnTo>
                  <a:pt x="5285" y="5777"/>
                </a:lnTo>
                <a:lnTo>
                  <a:pt x="5285" y="5777"/>
                </a:lnTo>
                <a:lnTo>
                  <a:pt x="5435" y="5734"/>
                </a:lnTo>
                <a:lnTo>
                  <a:pt x="5649" y="5670"/>
                </a:lnTo>
                <a:lnTo>
                  <a:pt x="5756" y="5649"/>
                </a:lnTo>
                <a:lnTo>
                  <a:pt x="5841" y="5649"/>
                </a:lnTo>
                <a:lnTo>
                  <a:pt x="5927" y="5691"/>
                </a:lnTo>
                <a:lnTo>
                  <a:pt x="5927" y="5713"/>
                </a:lnTo>
                <a:lnTo>
                  <a:pt x="5948" y="5734"/>
                </a:lnTo>
                <a:lnTo>
                  <a:pt x="5948" y="5734"/>
                </a:lnTo>
                <a:lnTo>
                  <a:pt x="5948" y="5798"/>
                </a:lnTo>
                <a:lnTo>
                  <a:pt x="5927" y="5863"/>
                </a:lnTo>
                <a:lnTo>
                  <a:pt x="5841" y="6012"/>
                </a:lnTo>
                <a:lnTo>
                  <a:pt x="5670" y="6248"/>
                </a:lnTo>
                <a:lnTo>
                  <a:pt x="5670" y="6248"/>
                </a:lnTo>
                <a:lnTo>
                  <a:pt x="5520" y="6419"/>
                </a:lnTo>
                <a:lnTo>
                  <a:pt x="5349" y="6569"/>
                </a:lnTo>
                <a:lnTo>
                  <a:pt x="5349" y="6569"/>
                </a:lnTo>
                <a:lnTo>
                  <a:pt x="5157" y="6697"/>
                </a:lnTo>
                <a:lnTo>
                  <a:pt x="4964" y="6825"/>
                </a:lnTo>
                <a:lnTo>
                  <a:pt x="4750" y="6911"/>
                </a:lnTo>
                <a:lnTo>
                  <a:pt x="4536" y="6975"/>
                </a:lnTo>
                <a:lnTo>
                  <a:pt x="4536" y="6975"/>
                </a:lnTo>
                <a:lnTo>
                  <a:pt x="4408" y="6997"/>
                </a:lnTo>
                <a:lnTo>
                  <a:pt x="4301" y="6997"/>
                </a:lnTo>
                <a:lnTo>
                  <a:pt x="4065" y="6975"/>
                </a:lnTo>
                <a:lnTo>
                  <a:pt x="3851" y="6911"/>
                </a:lnTo>
                <a:lnTo>
                  <a:pt x="3680" y="6804"/>
                </a:lnTo>
                <a:lnTo>
                  <a:pt x="3509" y="6676"/>
                </a:lnTo>
                <a:lnTo>
                  <a:pt x="3359" y="6505"/>
                </a:lnTo>
                <a:lnTo>
                  <a:pt x="3210" y="6312"/>
                </a:lnTo>
                <a:lnTo>
                  <a:pt x="3103" y="6119"/>
                </a:lnTo>
                <a:lnTo>
                  <a:pt x="3103" y="6119"/>
                </a:lnTo>
                <a:lnTo>
                  <a:pt x="3017" y="5863"/>
                </a:lnTo>
                <a:lnTo>
                  <a:pt x="2931" y="5585"/>
                </a:lnTo>
                <a:lnTo>
                  <a:pt x="2867" y="5328"/>
                </a:lnTo>
                <a:lnTo>
                  <a:pt x="2824" y="5071"/>
                </a:lnTo>
                <a:lnTo>
                  <a:pt x="2782" y="4515"/>
                </a:lnTo>
                <a:lnTo>
                  <a:pt x="2717" y="3980"/>
                </a:lnTo>
                <a:lnTo>
                  <a:pt x="2717" y="3980"/>
                </a:lnTo>
                <a:lnTo>
                  <a:pt x="2696" y="3830"/>
                </a:lnTo>
                <a:lnTo>
                  <a:pt x="2696" y="3680"/>
                </a:lnTo>
                <a:lnTo>
                  <a:pt x="2696" y="3616"/>
                </a:lnTo>
                <a:lnTo>
                  <a:pt x="2717" y="3552"/>
                </a:lnTo>
                <a:lnTo>
                  <a:pt x="2760" y="3509"/>
                </a:lnTo>
                <a:lnTo>
                  <a:pt x="2803" y="3445"/>
                </a:lnTo>
                <a:lnTo>
                  <a:pt x="2803" y="3445"/>
                </a:lnTo>
                <a:lnTo>
                  <a:pt x="2889" y="3424"/>
                </a:lnTo>
                <a:lnTo>
                  <a:pt x="2974" y="3381"/>
                </a:lnTo>
                <a:lnTo>
                  <a:pt x="3167" y="3338"/>
                </a:lnTo>
                <a:lnTo>
                  <a:pt x="3167" y="3338"/>
                </a:lnTo>
                <a:lnTo>
                  <a:pt x="3381" y="3252"/>
                </a:lnTo>
                <a:lnTo>
                  <a:pt x="3595" y="3167"/>
                </a:lnTo>
                <a:lnTo>
                  <a:pt x="3595" y="3167"/>
                </a:lnTo>
                <a:lnTo>
                  <a:pt x="3830" y="3017"/>
                </a:lnTo>
                <a:lnTo>
                  <a:pt x="4044" y="2867"/>
                </a:lnTo>
                <a:lnTo>
                  <a:pt x="4237" y="2696"/>
                </a:lnTo>
                <a:lnTo>
                  <a:pt x="4429" y="2525"/>
                </a:lnTo>
                <a:lnTo>
                  <a:pt x="4429" y="2525"/>
                </a:lnTo>
                <a:lnTo>
                  <a:pt x="4515" y="2439"/>
                </a:lnTo>
                <a:lnTo>
                  <a:pt x="4557" y="2418"/>
                </a:lnTo>
                <a:lnTo>
                  <a:pt x="4600" y="2439"/>
                </a:lnTo>
                <a:lnTo>
                  <a:pt x="4664" y="2504"/>
                </a:lnTo>
                <a:lnTo>
                  <a:pt x="4664" y="2504"/>
                </a:lnTo>
                <a:lnTo>
                  <a:pt x="4750" y="2568"/>
                </a:lnTo>
                <a:lnTo>
                  <a:pt x="4814" y="2653"/>
                </a:lnTo>
                <a:lnTo>
                  <a:pt x="4900" y="2739"/>
                </a:lnTo>
                <a:lnTo>
                  <a:pt x="4985" y="2803"/>
                </a:lnTo>
                <a:lnTo>
                  <a:pt x="4985" y="2803"/>
                </a:lnTo>
                <a:lnTo>
                  <a:pt x="5071" y="2867"/>
                </a:lnTo>
                <a:lnTo>
                  <a:pt x="5178" y="2931"/>
                </a:lnTo>
                <a:lnTo>
                  <a:pt x="5413" y="3017"/>
                </a:lnTo>
                <a:lnTo>
                  <a:pt x="5863" y="3124"/>
                </a:lnTo>
                <a:lnTo>
                  <a:pt x="5863" y="3124"/>
                </a:lnTo>
                <a:lnTo>
                  <a:pt x="5948" y="3167"/>
                </a:lnTo>
                <a:lnTo>
                  <a:pt x="6012" y="3231"/>
                </a:lnTo>
                <a:lnTo>
                  <a:pt x="6055" y="3295"/>
                </a:lnTo>
                <a:lnTo>
                  <a:pt x="6077" y="3381"/>
                </a:lnTo>
                <a:lnTo>
                  <a:pt x="6077" y="3573"/>
                </a:lnTo>
                <a:lnTo>
                  <a:pt x="6077" y="3766"/>
                </a:lnTo>
                <a:lnTo>
                  <a:pt x="6077" y="3766"/>
                </a:lnTo>
                <a:close/>
                <a:moveTo>
                  <a:pt x="8473" y="5028"/>
                </a:moveTo>
                <a:lnTo>
                  <a:pt x="8473" y="5028"/>
                </a:lnTo>
                <a:lnTo>
                  <a:pt x="8451" y="5178"/>
                </a:lnTo>
                <a:lnTo>
                  <a:pt x="8409" y="5371"/>
                </a:lnTo>
                <a:lnTo>
                  <a:pt x="8387" y="5478"/>
                </a:lnTo>
                <a:lnTo>
                  <a:pt x="8345" y="5563"/>
                </a:lnTo>
                <a:lnTo>
                  <a:pt x="8280" y="5627"/>
                </a:lnTo>
                <a:lnTo>
                  <a:pt x="8216" y="5670"/>
                </a:lnTo>
                <a:lnTo>
                  <a:pt x="8216" y="5670"/>
                </a:lnTo>
                <a:lnTo>
                  <a:pt x="8173" y="5691"/>
                </a:lnTo>
                <a:lnTo>
                  <a:pt x="8109" y="5670"/>
                </a:lnTo>
                <a:lnTo>
                  <a:pt x="8045" y="5670"/>
                </a:lnTo>
                <a:lnTo>
                  <a:pt x="7981" y="5670"/>
                </a:lnTo>
                <a:lnTo>
                  <a:pt x="7981" y="5670"/>
                </a:lnTo>
                <a:lnTo>
                  <a:pt x="7917" y="5691"/>
                </a:lnTo>
                <a:lnTo>
                  <a:pt x="7874" y="5713"/>
                </a:lnTo>
                <a:lnTo>
                  <a:pt x="7831" y="5756"/>
                </a:lnTo>
                <a:lnTo>
                  <a:pt x="7767" y="5734"/>
                </a:lnTo>
                <a:lnTo>
                  <a:pt x="7767" y="5734"/>
                </a:lnTo>
                <a:lnTo>
                  <a:pt x="7745" y="5713"/>
                </a:lnTo>
                <a:lnTo>
                  <a:pt x="7745" y="5691"/>
                </a:lnTo>
                <a:lnTo>
                  <a:pt x="7745" y="5627"/>
                </a:lnTo>
                <a:lnTo>
                  <a:pt x="7788" y="5542"/>
                </a:lnTo>
                <a:lnTo>
                  <a:pt x="7831" y="5456"/>
                </a:lnTo>
                <a:lnTo>
                  <a:pt x="7959" y="5264"/>
                </a:lnTo>
                <a:lnTo>
                  <a:pt x="8002" y="5199"/>
                </a:lnTo>
                <a:lnTo>
                  <a:pt x="8024" y="5135"/>
                </a:lnTo>
                <a:lnTo>
                  <a:pt x="8024" y="5135"/>
                </a:lnTo>
                <a:lnTo>
                  <a:pt x="8024" y="5050"/>
                </a:lnTo>
                <a:lnTo>
                  <a:pt x="8002" y="5007"/>
                </a:lnTo>
                <a:lnTo>
                  <a:pt x="7959" y="4964"/>
                </a:lnTo>
                <a:lnTo>
                  <a:pt x="7895" y="4921"/>
                </a:lnTo>
                <a:lnTo>
                  <a:pt x="7895" y="4921"/>
                </a:lnTo>
                <a:lnTo>
                  <a:pt x="7831" y="4921"/>
                </a:lnTo>
                <a:lnTo>
                  <a:pt x="7788" y="4921"/>
                </a:lnTo>
                <a:lnTo>
                  <a:pt x="7724" y="4985"/>
                </a:lnTo>
                <a:lnTo>
                  <a:pt x="7681" y="5050"/>
                </a:lnTo>
                <a:lnTo>
                  <a:pt x="7638" y="5092"/>
                </a:lnTo>
                <a:lnTo>
                  <a:pt x="7638" y="5092"/>
                </a:lnTo>
                <a:lnTo>
                  <a:pt x="7574" y="5178"/>
                </a:lnTo>
                <a:lnTo>
                  <a:pt x="7553" y="5221"/>
                </a:lnTo>
                <a:lnTo>
                  <a:pt x="7510" y="5242"/>
                </a:lnTo>
                <a:lnTo>
                  <a:pt x="7510" y="5242"/>
                </a:lnTo>
                <a:lnTo>
                  <a:pt x="7531" y="5199"/>
                </a:lnTo>
                <a:lnTo>
                  <a:pt x="7574" y="5135"/>
                </a:lnTo>
                <a:lnTo>
                  <a:pt x="7660" y="5050"/>
                </a:lnTo>
                <a:lnTo>
                  <a:pt x="7660" y="5050"/>
                </a:lnTo>
                <a:lnTo>
                  <a:pt x="7917" y="4665"/>
                </a:lnTo>
                <a:lnTo>
                  <a:pt x="7917" y="4665"/>
                </a:lnTo>
                <a:lnTo>
                  <a:pt x="8024" y="4493"/>
                </a:lnTo>
                <a:lnTo>
                  <a:pt x="8066" y="4386"/>
                </a:lnTo>
                <a:lnTo>
                  <a:pt x="8045" y="4344"/>
                </a:lnTo>
                <a:lnTo>
                  <a:pt x="8045" y="4301"/>
                </a:lnTo>
                <a:lnTo>
                  <a:pt x="8045" y="4301"/>
                </a:lnTo>
                <a:lnTo>
                  <a:pt x="7981" y="4237"/>
                </a:lnTo>
                <a:lnTo>
                  <a:pt x="7917" y="4215"/>
                </a:lnTo>
                <a:lnTo>
                  <a:pt x="7831" y="4194"/>
                </a:lnTo>
                <a:lnTo>
                  <a:pt x="7810" y="4215"/>
                </a:lnTo>
                <a:lnTo>
                  <a:pt x="7788" y="4237"/>
                </a:lnTo>
                <a:lnTo>
                  <a:pt x="7788" y="4237"/>
                </a:lnTo>
                <a:lnTo>
                  <a:pt x="7852" y="4130"/>
                </a:lnTo>
                <a:lnTo>
                  <a:pt x="7938" y="4023"/>
                </a:lnTo>
                <a:lnTo>
                  <a:pt x="8002" y="3894"/>
                </a:lnTo>
                <a:lnTo>
                  <a:pt x="8024" y="3830"/>
                </a:lnTo>
                <a:lnTo>
                  <a:pt x="8024" y="3787"/>
                </a:lnTo>
                <a:lnTo>
                  <a:pt x="8024" y="3787"/>
                </a:lnTo>
                <a:lnTo>
                  <a:pt x="8002" y="3680"/>
                </a:lnTo>
                <a:lnTo>
                  <a:pt x="7981" y="3659"/>
                </a:lnTo>
                <a:lnTo>
                  <a:pt x="7938" y="3659"/>
                </a:lnTo>
                <a:lnTo>
                  <a:pt x="7874" y="3659"/>
                </a:lnTo>
                <a:lnTo>
                  <a:pt x="7788" y="3702"/>
                </a:lnTo>
                <a:lnTo>
                  <a:pt x="7617" y="3809"/>
                </a:lnTo>
                <a:lnTo>
                  <a:pt x="7489" y="3894"/>
                </a:lnTo>
                <a:lnTo>
                  <a:pt x="7489" y="3894"/>
                </a:lnTo>
                <a:lnTo>
                  <a:pt x="7467" y="3830"/>
                </a:lnTo>
                <a:lnTo>
                  <a:pt x="7467" y="3744"/>
                </a:lnTo>
                <a:lnTo>
                  <a:pt x="7510" y="3616"/>
                </a:lnTo>
                <a:lnTo>
                  <a:pt x="7596" y="3488"/>
                </a:lnTo>
                <a:lnTo>
                  <a:pt x="7703" y="3381"/>
                </a:lnTo>
                <a:lnTo>
                  <a:pt x="7703" y="3381"/>
                </a:lnTo>
                <a:lnTo>
                  <a:pt x="7767" y="3338"/>
                </a:lnTo>
                <a:lnTo>
                  <a:pt x="7831" y="3317"/>
                </a:lnTo>
                <a:lnTo>
                  <a:pt x="7895" y="3317"/>
                </a:lnTo>
                <a:lnTo>
                  <a:pt x="7981" y="3317"/>
                </a:lnTo>
                <a:lnTo>
                  <a:pt x="8045" y="3338"/>
                </a:lnTo>
                <a:lnTo>
                  <a:pt x="8109" y="3402"/>
                </a:lnTo>
                <a:lnTo>
                  <a:pt x="8152" y="3445"/>
                </a:lnTo>
                <a:lnTo>
                  <a:pt x="8216" y="3531"/>
                </a:lnTo>
                <a:lnTo>
                  <a:pt x="8216" y="3531"/>
                </a:lnTo>
                <a:lnTo>
                  <a:pt x="8280" y="3702"/>
                </a:lnTo>
                <a:lnTo>
                  <a:pt x="8345" y="3873"/>
                </a:lnTo>
                <a:lnTo>
                  <a:pt x="8387" y="4237"/>
                </a:lnTo>
                <a:lnTo>
                  <a:pt x="8387" y="4237"/>
                </a:lnTo>
                <a:lnTo>
                  <a:pt x="8473" y="4622"/>
                </a:lnTo>
                <a:lnTo>
                  <a:pt x="8473" y="4836"/>
                </a:lnTo>
                <a:lnTo>
                  <a:pt x="8473" y="5028"/>
                </a:lnTo>
                <a:lnTo>
                  <a:pt x="8473" y="5028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32"/>
          <p:cNvSpPr/>
          <p:nvPr/>
        </p:nvSpPr>
        <p:spPr>
          <a:xfrm>
            <a:off x="4938763" y="3379113"/>
            <a:ext cx="1118400" cy="10500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32"/>
          <p:cNvSpPr/>
          <p:nvPr/>
        </p:nvSpPr>
        <p:spPr>
          <a:xfrm>
            <a:off x="5223630" y="3632649"/>
            <a:ext cx="548680" cy="542929"/>
          </a:xfrm>
          <a:custGeom>
            <a:rect b="b" l="l" r="r" t="t"/>
            <a:pathLst>
              <a:path extrusionOk="0" h="8067" w="8901">
                <a:moveTo>
                  <a:pt x="3637" y="1306"/>
                </a:moveTo>
                <a:lnTo>
                  <a:pt x="3637" y="1327"/>
                </a:lnTo>
                <a:lnTo>
                  <a:pt x="3595" y="1306"/>
                </a:lnTo>
                <a:close/>
                <a:moveTo>
                  <a:pt x="2354" y="1306"/>
                </a:moveTo>
                <a:lnTo>
                  <a:pt x="2375" y="1349"/>
                </a:lnTo>
                <a:lnTo>
                  <a:pt x="2354" y="1370"/>
                </a:lnTo>
                <a:lnTo>
                  <a:pt x="2332" y="1327"/>
                </a:lnTo>
                <a:lnTo>
                  <a:pt x="2354" y="1306"/>
                </a:lnTo>
                <a:close/>
                <a:moveTo>
                  <a:pt x="4707" y="1135"/>
                </a:moveTo>
                <a:lnTo>
                  <a:pt x="4643" y="1177"/>
                </a:lnTo>
                <a:lnTo>
                  <a:pt x="4557" y="1220"/>
                </a:lnTo>
                <a:lnTo>
                  <a:pt x="4536" y="1263"/>
                </a:lnTo>
                <a:lnTo>
                  <a:pt x="4536" y="1284"/>
                </a:lnTo>
                <a:lnTo>
                  <a:pt x="4557" y="1327"/>
                </a:lnTo>
                <a:lnTo>
                  <a:pt x="4600" y="1349"/>
                </a:lnTo>
                <a:lnTo>
                  <a:pt x="4964" y="1413"/>
                </a:lnTo>
                <a:lnTo>
                  <a:pt x="5306" y="1456"/>
                </a:lnTo>
                <a:lnTo>
                  <a:pt x="6034" y="1456"/>
                </a:lnTo>
                <a:lnTo>
                  <a:pt x="6376" y="1477"/>
                </a:lnTo>
                <a:lnTo>
                  <a:pt x="6547" y="1456"/>
                </a:lnTo>
                <a:lnTo>
                  <a:pt x="6718" y="1434"/>
                </a:lnTo>
                <a:lnTo>
                  <a:pt x="6783" y="1413"/>
                </a:lnTo>
                <a:lnTo>
                  <a:pt x="6825" y="1370"/>
                </a:lnTo>
                <a:lnTo>
                  <a:pt x="6847" y="1327"/>
                </a:lnTo>
                <a:lnTo>
                  <a:pt x="6847" y="1284"/>
                </a:lnTo>
                <a:lnTo>
                  <a:pt x="6804" y="1263"/>
                </a:lnTo>
                <a:lnTo>
                  <a:pt x="6761" y="1220"/>
                </a:lnTo>
                <a:lnTo>
                  <a:pt x="6697" y="1199"/>
                </a:lnTo>
                <a:lnTo>
                  <a:pt x="5991" y="1199"/>
                </a:lnTo>
                <a:lnTo>
                  <a:pt x="5670" y="1220"/>
                </a:lnTo>
                <a:lnTo>
                  <a:pt x="5349" y="1199"/>
                </a:lnTo>
                <a:lnTo>
                  <a:pt x="5028" y="1156"/>
                </a:lnTo>
                <a:lnTo>
                  <a:pt x="4857" y="1135"/>
                </a:lnTo>
                <a:close/>
                <a:moveTo>
                  <a:pt x="2675" y="1284"/>
                </a:moveTo>
                <a:lnTo>
                  <a:pt x="2696" y="1306"/>
                </a:lnTo>
                <a:lnTo>
                  <a:pt x="2696" y="1391"/>
                </a:lnTo>
                <a:lnTo>
                  <a:pt x="2653" y="1498"/>
                </a:lnTo>
                <a:lnTo>
                  <a:pt x="2610" y="1520"/>
                </a:lnTo>
                <a:lnTo>
                  <a:pt x="2568" y="1520"/>
                </a:lnTo>
                <a:lnTo>
                  <a:pt x="2568" y="1477"/>
                </a:lnTo>
                <a:lnTo>
                  <a:pt x="2589" y="1413"/>
                </a:lnTo>
                <a:lnTo>
                  <a:pt x="2653" y="1306"/>
                </a:lnTo>
                <a:lnTo>
                  <a:pt x="2675" y="1284"/>
                </a:lnTo>
                <a:close/>
                <a:moveTo>
                  <a:pt x="3038" y="1284"/>
                </a:moveTo>
                <a:lnTo>
                  <a:pt x="3102" y="1306"/>
                </a:lnTo>
                <a:lnTo>
                  <a:pt x="3124" y="1370"/>
                </a:lnTo>
                <a:lnTo>
                  <a:pt x="3102" y="1434"/>
                </a:lnTo>
                <a:lnTo>
                  <a:pt x="3038" y="1541"/>
                </a:lnTo>
                <a:lnTo>
                  <a:pt x="2974" y="1627"/>
                </a:lnTo>
                <a:lnTo>
                  <a:pt x="2910" y="1669"/>
                </a:lnTo>
                <a:lnTo>
                  <a:pt x="2889" y="1627"/>
                </a:lnTo>
                <a:lnTo>
                  <a:pt x="2910" y="1541"/>
                </a:lnTo>
                <a:lnTo>
                  <a:pt x="2953" y="1391"/>
                </a:lnTo>
                <a:lnTo>
                  <a:pt x="2995" y="1306"/>
                </a:lnTo>
                <a:lnTo>
                  <a:pt x="3038" y="1284"/>
                </a:lnTo>
                <a:close/>
                <a:moveTo>
                  <a:pt x="4900" y="1648"/>
                </a:moveTo>
                <a:lnTo>
                  <a:pt x="4750" y="1669"/>
                </a:lnTo>
                <a:lnTo>
                  <a:pt x="4664" y="1712"/>
                </a:lnTo>
                <a:lnTo>
                  <a:pt x="4643" y="1755"/>
                </a:lnTo>
                <a:lnTo>
                  <a:pt x="4643" y="1776"/>
                </a:lnTo>
                <a:lnTo>
                  <a:pt x="4664" y="1841"/>
                </a:lnTo>
                <a:lnTo>
                  <a:pt x="4750" y="1905"/>
                </a:lnTo>
                <a:lnTo>
                  <a:pt x="4878" y="1948"/>
                </a:lnTo>
                <a:lnTo>
                  <a:pt x="6654" y="1948"/>
                </a:lnTo>
                <a:lnTo>
                  <a:pt x="6783" y="1926"/>
                </a:lnTo>
                <a:lnTo>
                  <a:pt x="6847" y="1905"/>
                </a:lnTo>
                <a:lnTo>
                  <a:pt x="6890" y="1862"/>
                </a:lnTo>
                <a:lnTo>
                  <a:pt x="6911" y="1819"/>
                </a:lnTo>
                <a:lnTo>
                  <a:pt x="6890" y="1776"/>
                </a:lnTo>
                <a:lnTo>
                  <a:pt x="6868" y="1734"/>
                </a:lnTo>
                <a:lnTo>
                  <a:pt x="6825" y="1712"/>
                </a:lnTo>
                <a:lnTo>
                  <a:pt x="6654" y="1691"/>
                </a:lnTo>
                <a:lnTo>
                  <a:pt x="6483" y="1669"/>
                </a:lnTo>
                <a:lnTo>
                  <a:pt x="6119" y="1669"/>
                </a:lnTo>
                <a:lnTo>
                  <a:pt x="5413" y="1691"/>
                </a:lnTo>
                <a:lnTo>
                  <a:pt x="5071" y="1669"/>
                </a:lnTo>
                <a:lnTo>
                  <a:pt x="4900" y="1648"/>
                </a:lnTo>
                <a:close/>
                <a:moveTo>
                  <a:pt x="3038" y="2119"/>
                </a:moveTo>
                <a:lnTo>
                  <a:pt x="3209" y="2140"/>
                </a:lnTo>
                <a:lnTo>
                  <a:pt x="3381" y="2140"/>
                </a:lnTo>
                <a:lnTo>
                  <a:pt x="3488" y="2162"/>
                </a:lnTo>
                <a:lnTo>
                  <a:pt x="3509" y="2162"/>
                </a:lnTo>
                <a:lnTo>
                  <a:pt x="3509" y="2183"/>
                </a:lnTo>
                <a:lnTo>
                  <a:pt x="3466" y="2204"/>
                </a:lnTo>
                <a:lnTo>
                  <a:pt x="3423" y="2226"/>
                </a:lnTo>
                <a:lnTo>
                  <a:pt x="3338" y="2226"/>
                </a:lnTo>
                <a:lnTo>
                  <a:pt x="3145" y="2204"/>
                </a:lnTo>
                <a:lnTo>
                  <a:pt x="2931" y="2204"/>
                </a:lnTo>
                <a:lnTo>
                  <a:pt x="2824" y="2183"/>
                </a:lnTo>
                <a:lnTo>
                  <a:pt x="2824" y="2162"/>
                </a:lnTo>
                <a:lnTo>
                  <a:pt x="2846" y="2140"/>
                </a:lnTo>
                <a:lnTo>
                  <a:pt x="2953" y="2119"/>
                </a:lnTo>
                <a:close/>
                <a:moveTo>
                  <a:pt x="2525" y="2097"/>
                </a:moveTo>
                <a:lnTo>
                  <a:pt x="2589" y="2119"/>
                </a:lnTo>
                <a:lnTo>
                  <a:pt x="2653" y="2140"/>
                </a:lnTo>
                <a:lnTo>
                  <a:pt x="2653" y="2162"/>
                </a:lnTo>
                <a:lnTo>
                  <a:pt x="2653" y="2204"/>
                </a:lnTo>
                <a:lnTo>
                  <a:pt x="2610" y="2226"/>
                </a:lnTo>
                <a:lnTo>
                  <a:pt x="2546" y="2247"/>
                </a:lnTo>
                <a:lnTo>
                  <a:pt x="2418" y="2247"/>
                </a:lnTo>
                <a:lnTo>
                  <a:pt x="2354" y="2226"/>
                </a:lnTo>
                <a:lnTo>
                  <a:pt x="2332" y="2204"/>
                </a:lnTo>
                <a:lnTo>
                  <a:pt x="2375" y="2162"/>
                </a:lnTo>
                <a:lnTo>
                  <a:pt x="2461" y="2097"/>
                </a:lnTo>
                <a:close/>
                <a:moveTo>
                  <a:pt x="6312" y="2140"/>
                </a:moveTo>
                <a:lnTo>
                  <a:pt x="5969" y="2162"/>
                </a:lnTo>
                <a:lnTo>
                  <a:pt x="5627" y="2204"/>
                </a:lnTo>
                <a:lnTo>
                  <a:pt x="4707" y="2204"/>
                </a:lnTo>
                <a:lnTo>
                  <a:pt x="4600" y="2226"/>
                </a:lnTo>
                <a:lnTo>
                  <a:pt x="4536" y="2226"/>
                </a:lnTo>
                <a:lnTo>
                  <a:pt x="4515" y="2269"/>
                </a:lnTo>
                <a:lnTo>
                  <a:pt x="4493" y="2311"/>
                </a:lnTo>
                <a:lnTo>
                  <a:pt x="4515" y="2354"/>
                </a:lnTo>
                <a:lnTo>
                  <a:pt x="4557" y="2397"/>
                </a:lnTo>
                <a:lnTo>
                  <a:pt x="4600" y="2418"/>
                </a:lnTo>
                <a:lnTo>
                  <a:pt x="4964" y="2461"/>
                </a:lnTo>
                <a:lnTo>
                  <a:pt x="5328" y="2483"/>
                </a:lnTo>
                <a:lnTo>
                  <a:pt x="5691" y="2461"/>
                </a:lnTo>
                <a:lnTo>
                  <a:pt x="6055" y="2440"/>
                </a:lnTo>
                <a:lnTo>
                  <a:pt x="6376" y="2440"/>
                </a:lnTo>
                <a:lnTo>
                  <a:pt x="6547" y="2418"/>
                </a:lnTo>
                <a:lnTo>
                  <a:pt x="6697" y="2397"/>
                </a:lnTo>
                <a:lnTo>
                  <a:pt x="6783" y="2354"/>
                </a:lnTo>
                <a:lnTo>
                  <a:pt x="6825" y="2311"/>
                </a:lnTo>
                <a:lnTo>
                  <a:pt x="6825" y="2290"/>
                </a:lnTo>
                <a:lnTo>
                  <a:pt x="6825" y="2247"/>
                </a:lnTo>
                <a:lnTo>
                  <a:pt x="6804" y="2226"/>
                </a:lnTo>
                <a:lnTo>
                  <a:pt x="6761" y="2204"/>
                </a:lnTo>
                <a:lnTo>
                  <a:pt x="6633" y="2162"/>
                </a:lnTo>
                <a:lnTo>
                  <a:pt x="6483" y="2140"/>
                </a:lnTo>
                <a:close/>
                <a:moveTo>
                  <a:pt x="3316" y="1006"/>
                </a:moveTo>
                <a:lnTo>
                  <a:pt x="3081" y="1028"/>
                </a:lnTo>
                <a:lnTo>
                  <a:pt x="2396" y="1028"/>
                </a:lnTo>
                <a:lnTo>
                  <a:pt x="2289" y="1049"/>
                </a:lnTo>
                <a:lnTo>
                  <a:pt x="2225" y="1092"/>
                </a:lnTo>
                <a:lnTo>
                  <a:pt x="2161" y="1156"/>
                </a:lnTo>
                <a:lnTo>
                  <a:pt x="2118" y="1220"/>
                </a:lnTo>
                <a:lnTo>
                  <a:pt x="2097" y="1306"/>
                </a:lnTo>
                <a:lnTo>
                  <a:pt x="2075" y="1456"/>
                </a:lnTo>
                <a:lnTo>
                  <a:pt x="2075" y="1798"/>
                </a:lnTo>
                <a:lnTo>
                  <a:pt x="2075" y="1948"/>
                </a:lnTo>
                <a:lnTo>
                  <a:pt x="2054" y="2162"/>
                </a:lnTo>
                <a:lnTo>
                  <a:pt x="2075" y="2247"/>
                </a:lnTo>
                <a:lnTo>
                  <a:pt x="2097" y="2333"/>
                </a:lnTo>
                <a:lnTo>
                  <a:pt x="2140" y="2418"/>
                </a:lnTo>
                <a:lnTo>
                  <a:pt x="2182" y="2461"/>
                </a:lnTo>
                <a:lnTo>
                  <a:pt x="2268" y="2483"/>
                </a:lnTo>
                <a:lnTo>
                  <a:pt x="2354" y="2504"/>
                </a:lnTo>
                <a:lnTo>
                  <a:pt x="2568" y="2504"/>
                </a:lnTo>
                <a:lnTo>
                  <a:pt x="2953" y="2461"/>
                </a:lnTo>
                <a:lnTo>
                  <a:pt x="3231" y="2461"/>
                </a:lnTo>
                <a:lnTo>
                  <a:pt x="3488" y="2483"/>
                </a:lnTo>
                <a:lnTo>
                  <a:pt x="3616" y="2504"/>
                </a:lnTo>
                <a:lnTo>
                  <a:pt x="3702" y="2525"/>
                </a:lnTo>
                <a:lnTo>
                  <a:pt x="3766" y="2504"/>
                </a:lnTo>
                <a:lnTo>
                  <a:pt x="3851" y="2440"/>
                </a:lnTo>
                <a:lnTo>
                  <a:pt x="3894" y="2333"/>
                </a:lnTo>
                <a:lnTo>
                  <a:pt x="3916" y="2226"/>
                </a:lnTo>
                <a:lnTo>
                  <a:pt x="3916" y="2119"/>
                </a:lnTo>
                <a:lnTo>
                  <a:pt x="3894" y="1883"/>
                </a:lnTo>
                <a:lnTo>
                  <a:pt x="3894" y="1669"/>
                </a:lnTo>
                <a:lnTo>
                  <a:pt x="3916" y="1498"/>
                </a:lnTo>
                <a:lnTo>
                  <a:pt x="3937" y="1306"/>
                </a:lnTo>
                <a:lnTo>
                  <a:pt x="3916" y="1220"/>
                </a:lnTo>
                <a:lnTo>
                  <a:pt x="3894" y="1135"/>
                </a:lnTo>
                <a:lnTo>
                  <a:pt x="3830" y="1070"/>
                </a:lnTo>
                <a:lnTo>
                  <a:pt x="3766" y="1028"/>
                </a:lnTo>
                <a:lnTo>
                  <a:pt x="3659" y="1006"/>
                </a:lnTo>
                <a:close/>
                <a:moveTo>
                  <a:pt x="2268" y="2889"/>
                </a:moveTo>
                <a:lnTo>
                  <a:pt x="2182" y="2910"/>
                </a:lnTo>
                <a:lnTo>
                  <a:pt x="2097" y="2953"/>
                </a:lnTo>
                <a:lnTo>
                  <a:pt x="2075" y="2975"/>
                </a:lnTo>
                <a:lnTo>
                  <a:pt x="2054" y="3017"/>
                </a:lnTo>
                <a:lnTo>
                  <a:pt x="2075" y="3039"/>
                </a:lnTo>
                <a:lnTo>
                  <a:pt x="2140" y="3060"/>
                </a:lnTo>
                <a:lnTo>
                  <a:pt x="2247" y="3103"/>
                </a:lnTo>
                <a:lnTo>
                  <a:pt x="2375" y="3124"/>
                </a:lnTo>
                <a:lnTo>
                  <a:pt x="2653" y="3146"/>
                </a:lnTo>
                <a:lnTo>
                  <a:pt x="3359" y="3146"/>
                </a:lnTo>
                <a:lnTo>
                  <a:pt x="3637" y="3124"/>
                </a:lnTo>
                <a:lnTo>
                  <a:pt x="3766" y="3103"/>
                </a:lnTo>
                <a:lnTo>
                  <a:pt x="3851" y="3060"/>
                </a:lnTo>
                <a:lnTo>
                  <a:pt x="3851" y="3039"/>
                </a:lnTo>
                <a:lnTo>
                  <a:pt x="3851" y="3017"/>
                </a:lnTo>
                <a:lnTo>
                  <a:pt x="3830" y="2975"/>
                </a:lnTo>
                <a:lnTo>
                  <a:pt x="3787" y="2932"/>
                </a:lnTo>
                <a:lnTo>
                  <a:pt x="3702" y="2910"/>
                </a:lnTo>
                <a:lnTo>
                  <a:pt x="3595" y="2910"/>
                </a:lnTo>
                <a:lnTo>
                  <a:pt x="3381" y="2932"/>
                </a:lnTo>
                <a:lnTo>
                  <a:pt x="2824" y="2889"/>
                </a:lnTo>
                <a:close/>
                <a:moveTo>
                  <a:pt x="6141" y="3060"/>
                </a:moveTo>
                <a:lnTo>
                  <a:pt x="6183" y="3082"/>
                </a:lnTo>
                <a:lnTo>
                  <a:pt x="6205" y="3103"/>
                </a:lnTo>
                <a:lnTo>
                  <a:pt x="6076" y="3210"/>
                </a:lnTo>
                <a:lnTo>
                  <a:pt x="5969" y="3317"/>
                </a:lnTo>
                <a:lnTo>
                  <a:pt x="5969" y="3231"/>
                </a:lnTo>
                <a:lnTo>
                  <a:pt x="5991" y="3146"/>
                </a:lnTo>
                <a:lnTo>
                  <a:pt x="6034" y="3103"/>
                </a:lnTo>
                <a:lnTo>
                  <a:pt x="6055" y="3082"/>
                </a:lnTo>
                <a:lnTo>
                  <a:pt x="6141" y="3060"/>
                </a:lnTo>
                <a:close/>
                <a:moveTo>
                  <a:pt x="5007" y="3039"/>
                </a:moveTo>
                <a:lnTo>
                  <a:pt x="5049" y="3060"/>
                </a:lnTo>
                <a:lnTo>
                  <a:pt x="5049" y="3103"/>
                </a:lnTo>
                <a:lnTo>
                  <a:pt x="5007" y="3231"/>
                </a:lnTo>
                <a:lnTo>
                  <a:pt x="4964" y="3317"/>
                </a:lnTo>
                <a:lnTo>
                  <a:pt x="4921" y="3360"/>
                </a:lnTo>
                <a:lnTo>
                  <a:pt x="4900" y="3317"/>
                </a:lnTo>
                <a:lnTo>
                  <a:pt x="4900" y="3210"/>
                </a:lnTo>
                <a:lnTo>
                  <a:pt x="4900" y="3103"/>
                </a:lnTo>
                <a:lnTo>
                  <a:pt x="4900" y="3060"/>
                </a:lnTo>
                <a:lnTo>
                  <a:pt x="4921" y="3060"/>
                </a:lnTo>
                <a:lnTo>
                  <a:pt x="4964" y="3039"/>
                </a:lnTo>
                <a:close/>
                <a:moveTo>
                  <a:pt x="5370" y="3017"/>
                </a:moveTo>
                <a:lnTo>
                  <a:pt x="5435" y="3039"/>
                </a:lnTo>
                <a:lnTo>
                  <a:pt x="5435" y="3082"/>
                </a:lnTo>
                <a:lnTo>
                  <a:pt x="5435" y="3124"/>
                </a:lnTo>
                <a:lnTo>
                  <a:pt x="5328" y="3231"/>
                </a:lnTo>
                <a:lnTo>
                  <a:pt x="5221" y="3360"/>
                </a:lnTo>
                <a:lnTo>
                  <a:pt x="5135" y="3445"/>
                </a:lnTo>
                <a:lnTo>
                  <a:pt x="5135" y="3403"/>
                </a:lnTo>
                <a:lnTo>
                  <a:pt x="5156" y="3403"/>
                </a:lnTo>
                <a:lnTo>
                  <a:pt x="5178" y="3317"/>
                </a:lnTo>
                <a:lnTo>
                  <a:pt x="5242" y="3146"/>
                </a:lnTo>
                <a:lnTo>
                  <a:pt x="5285" y="3082"/>
                </a:lnTo>
                <a:lnTo>
                  <a:pt x="5328" y="3039"/>
                </a:lnTo>
                <a:lnTo>
                  <a:pt x="5370" y="3017"/>
                </a:lnTo>
                <a:close/>
                <a:moveTo>
                  <a:pt x="3680" y="3317"/>
                </a:moveTo>
                <a:lnTo>
                  <a:pt x="3488" y="3338"/>
                </a:lnTo>
                <a:lnTo>
                  <a:pt x="2910" y="3360"/>
                </a:lnTo>
                <a:lnTo>
                  <a:pt x="2696" y="3360"/>
                </a:lnTo>
                <a:lnTo>
                  <a:pt x="2396" y="3381"/>
                </a:lnTo>
                <a:lnTo>
                  <a:pt x="2247" y="3403"/>
                </a:lnTo>
                <a:lnTo>
                  <a:pt x="2140" y="3445"/>
                </a:lnTo>
                <a:lnTo>
                  <a:pt x="2118" y="3467"/>
                </a:lnTo>
                <a:lnTo>
                  <a:pt x="2097" y="3488"/>
                </a:lnTo>
                <a:lnTo>
                  <a:pt x="2097" y="3531"/>
                </a:lnTo>
                <a:lnTo>
                  <a:pt x="2118" y="3574"/>
                </a:lnTo>
                <a:lnTo>
                  <a:pt x="2161" y="3595"/>
                </a:lnTo>
                <a:lnTo>
                  <a:pt x="2225" y="3617"/>
                </a:lnTo>
                <a:lnTo>
                  <a:pt x="2653" y="3617"/>
                </a:lnTo>
                <a:lnTo>
                  <a:pt x="3231" y="3595"/>
                </a:lnTo>
                <a:lnTo>
                  <a:pt x="3402" y="3595"/>
                </a:lnTo>
                <a:lnTo>
                  <a:pt x="3702" y="3552"/>
                </a:lnTo>
                <a:lnTo>
                  <a:pt x="3830" y="3510"/>
                </a:lnTo>
                <a:lnTo>
                  <a:pt x="3916" y="3467"/>
                </a:lnTo>
                <a:lnTo>
                  <a:pt x="3937" y="3445"/>
                </a:lnTo>
                <a:lnTo>
                  <a:pt x="3937" y="3403"/>
                </a:lnTo>
                <a:lnTo>
                  <a:pt x="3916" y="3381"/>
                </a:lnTo>
                <a:lnTo>
                  <a:pt x="3873" y="3338"/>
                </a:lnTo>
                <a:lnTo>
                  <a:pt x="3787" y="3317"/>
                </a:lnTo>
                <a:close/>
                <a:moveTo>
                  <a:pt x="6462" y="3017"/>
                </a:moveTo>
                <a:lnTo>
                  <a:pt x="6504" y="3039"/>
                </a:lnTo>
                <a:lnTo>
                  <a:pt x="6526" y="3082"/>
                </a:lnTo>
                <a:lnTo>
                  <a:pt x="6526" y="3146"/>
                </a:lnTo>
                <a:lnTo>
                  <a:pt x="6526" y="3274"/>
                </a:lnTo>
                <a:lnTo>
                  <a:pt x="6504" y="3360"/>
                </a:lnTo>
                <a:lnTo>
                  <a:pt x="6483" y="3445"/>
                </a:lnTo>
                <a:lnTo>
                  <a:pt x="6462" y="3531"/>
                </a:lnTo>
                <a:lnTo>
                  <a:pt x="6419" y="3595"/>
                </a:lnTo>
                <a:lnTo>
                  <a:pt x="6355" y="3638"/>
                </a:lnTo>
                <a:lnTo>
                  <a:pt x="6312" y="3681"/>
                </a:lnTo>
                <a:lnTo>
                  <a:pt x="6290" y="3681"/>
                </a:lnTo>
                <a:lnTo>
                  <a:pt x="6269" y="3617"/>
                </a:lnTo>
                <a:lnTo>
                  <a:pt x="6290" y="3531"/>
                </a:lnTo>
                <a:lnTo>
                  <a:pt x="6333" y="3424"/>
                </a:lnTo>
                <a:lnTo>
                  <a:pt x="6376" y="3317"/>
                </a:lnTo>
                <a:lnTo>
                  <a:pt x="6419" y="3060"/>
                </a:lnTo>
                <a:lnTo>
                  <a:pt x="6462" y="3017"/>
                </a:lnTo>
                <a:close/>
                <a:moveTo>
                  <a:pt x="5456" y="3274"/>
                </a:moveTo>
                <a:lnTo>
                  <a:pt x="5435" y="3360"/>
                </a:lnTo>
                <a:lnTo>
                  <a:pt x="5413" y="3424"/>
                </a:lnTo>
                <a:lnTo>
                  <a:pt x="5370" y="3510"/>
                </a:lnTo>
                <a:lnTo>
                  <a:pt x="5370" y="3595"/>
                </a:lnTo>
                <a:lnTo>
                  <a:pt x="5370" y="3659"/>
                </a:lnTo>
                <a:lnTo>
                  <a:pt x="5413" y="3723"/>
                </a:lnTo>
                <a:lnTo>
                  <a:pt x="5499" y="3745"/>
                </a:lnTo>
                <a:lnTo>
                  <a:pt x="5563" y="3702"/>
                </a:lnTo>
                <a:lnTo>
                  <a:pt x="5649" y="3766"/>
                </a:lnTo>
                <a:lnTo>
                  <a:pt x="5691" y="3809"/>
                </a:lnTo>
                <a:lnTo>
                  <a:pt x="5734" y="3852"/>
                </a:lnTo>
                <a:lnTo>
                  <a:pt x="5863" y="3809"/>
                </a:lnTo>
                <a:lnTo>
                  <a:pt x="5927" y="3809"/>
                </a:lnTo>
                <a:lnTo>
                  <a:pt x="5927" y="3830"/>
                </a:lnTo>
                <a:lnTo>
                  <a:pt x="5863" y="3873"/>
                </a:lnTo>
                <a:lnTo>
                  <a:pt x="5777" y="3895"/>
                </a:lnTo>
                <a:lnTo>
                  <a:pt x="5542" y="3937"/>
                </a:lnTo>
                <a:lnTo>
                  <a:pt x="5199" y="3937"/>
                </a:lnTo>
                <a:lnTo>
                  <a:pt x="5156" y="3916"/>
                </a:lnTo>
                <a:lnTo>
                  <a:pt x="5156" y="3852"/>
                </a:lnTo>
                <a:lnTo>
                  <a:pt x="5156" y="3788"/>
                </a:lnTo>
                <a:lnTo>
                  <a:pt x="5242" y="3574"/>
                </a:lnTo>
                <a:lnTo>
                  <a:pt x="5349" y="3381"/>
                </a:lnTo>
                <a:lnTo>
                  <a:pt x="5392" y="3317"/>
                </a:lnTo>
                <a:lnTo>
                  <a:pt x="5456" y="3274"/>
                </a:lnTo>
                <a:close/>
                <a:moveTo>
                  <a:pt x="3466" y="3809"/>
                </a:moveTo>
                <a:lnTo>
                  <a:pt x="3167" y="3830"/>
                </a:lnTo>
                <a:lnTo>
                  <a:pt x="2568" y="3852"/>
                </a:lnTo>
                <a:lnTo>
                  <a:pt x="2332" y="3852"/>
                </a:lnTo>
                <a:lnTo>
                  <a:pt x="2204" y="3873"/>
                </a:lnTo>
                <a:lnTo>
                  <a:pt x="2161" y="3895"/>
                </a:lnTo>
                <a:lnTo>
                  <a:pt x="2118" y="3916"/>
                </a:lnTo>
                <a:lnTo>
                  <a:pt x="2097" y="3980"/>
                </a:lnTo>
                <a:lnTo>
                  <a:pt x="2118" y="4023"/>
                </a:lnTo>
                <a:lnTo>
                  <a:pt x="2140" y="4066"/>
                </a:lnTo>
                <a:lnTo>
                  <a:pt x="2204" y="4087"/>
                </a:lnTo>
                <a:lnTo>
                  <a:pt x="2311" y="4109"/>
                </a:lnTo>
                <a:lnTo>
                  <a:pt x="2910" y="4109"/>
                </a:lnTo>
                <a:lnTo>
                  <a:pt x="3423" y="4087"/>
                </a:lnTo>
                <a:lnTo>
                  <a:pt x="3787" y="4087"/>
                </a:lnTo>
                <a:lnTo>
                  <a:pt x="3894" y="4044"/>
                </a:lnTo>
                <a:lnTo>
                  <a:pt x="3958" y="4002"/>
                </a:lnTo>
                <a:lnTo>
                  <a:pt x="3980" y="3959"/>
                </a:lnTo>
                <a:lnTo>
                  <a:pt x="3980" y="3916"/>
                </a:lnTo>
                <a:lnTo>
                  <a:pt x="3958" y="3873"/>
                </a:lnTo>
                <a:lnTo>
                  <a:pt x="3873" y="3830"/>
                </a:lnTo>
                <a:lnTo>
                  <a:pt x="3744" y="3809"/>
                </a:lnTo>
                <a:close/>
                <a:moveTo>
                  <a:pt x="5156" y="2761"/>
                </a:moveTo>
                <a:lnTo>
                  <a:pt x="4900" y="2782"/>
                </a:lnTo>
                <a:lnTo>
                  <a:pt x="4793" y="2825"/>
                </a:lnTo>
                <a:lnTo>
                  <a:pt x="4729" y="2868"/>
                </a:lnTo>
                <a:lnTo>
                  <a:pt x="4686" y="2910"/>
                </a:lnTo>
                <a:lnTo>
                  <a:pt x="4664" y="2953"/>
                </a:lnTo>
                <a:lnTo>
                  <a:pt x="4643" y="3082"/>
                </a:lnTo>
                <a:lnTo>
                  <a:pt x="4664" y="3338"/>
                </a:lnTo>
                <a:lnTo>
                  <a:pt x="4643" y="3595"/>
                </a:lnTo>
                <a:lnTo>
                  <a:pt x="4622" y="3745"/>
                </a:lnTo>
                <a:lnTo>
                  <a:pt x="4643" y="3852"/>
                </a:lnTo>
                <a:lnTo>
                  <a:pt x="4750" y="4023"/>
                </a:lnTo>
                <a:lnTo>
                  <a:pt x="4814" y="4087"/>
                </a:lnTo>
                <a:lnTo>
                  <a:pt x="4878" y="4130"/>
                </a:lnTo>
                <a:lnTo>
                  <a:pt x="4964" y="4173"/>
                </a:lnTo>
                <a:lnTo>
                  <a:pt x="5049" y="4173"/>
                </a:lnTo>
                <a:lnTo>
                  <a:pt x="5242" y="4194"/>
                </a:lnTo>
                <a:lnTo>
                  <a:pt x="5627" y="4151"/>
                </a:lnTo>
                <a:lnTo>
                  <a:pt x="6119" y="4130"/>
                </a:lnTo>
                <a:lnTo>
                  <a:pt x="6504" y="4130"/>
                </a:lnTo>
                <a:lnTo>
                  <a:pt x="6569" y="4109"/>
                </a:lnTo>
                <a:lnTo>
                  <a:pt x="6611" y="4087"/>
                </a:lnTo>
                <a:lnTo>
                  <a:pt x="6676" y="4023"/>
                </a:lnTo>
                <a:lnTo>
                  <a:pt x="6740" y="3937"/>
                </a:lnTo>
                <a:lnTo>
                  <a:pt x="6761" y="3830"/>
                </a:lnTo>
                <a:lnTo>
                  <a:pt x="6761" y="3702"/>
                </a:lnTo>
                <a:lnTo>
                  <a:pt x="6761" y="3467"/>
                </a:lnTo>
                <a:lnTo>
                  <a:pt x="6761" y="3274"/>
                </a:lnTo>
                <a:lnTo>
                  <a:pt x="6783" y="3082"/>
                </a:lnTo>
                <a:lnTo>
                  <a:pt x="6804" y="2932"/>
                </a:lnTo>
                <a:lnTo>
                  <a:pt x="6783" y="2868"/>
                </a:lnTo>
                <a:lnTo>
                  <a:pt x="6740" y="2825"/>
                </a:lnTo>
                <a:lnTo>
                  <a:pt x="6676" y="2782"/>
                </a:lnTo>
                <a:lnTo>
                  <a:pt x="5606" y="2782"/>
                </a:lnTo>
                <a:lnTo>
                  <a:pt x="5156" y="2761"/>
                </a:lnTo>
                <a:close/>
                <a:moveTo>
                  <a:pt x="7018" y="407"/>
                </a:moveTo>
                <a:lnTo>
                  <a:pt x="7253" y="450"/>
                </a:lnTo>
                <a:lnTo>
                  <a:pt x="7360" y="493"/>
                </a:lnTo>
                <a:lnTo>
                  <a:pt x="7446" y="557"/>
                </a:lnTo>
                <a:lnTo>
                  <a:pt x="7531" y="621"/>
                </a:lnTo>
                <a:lnTo>
                  <a:pt x="7617" y="685"/>
                </a:lnTo>
                <a:lnTo>
                  <a:pt x="7681" y="771"/>
                </a:lnTo>
                <a:lnTo>
                  <a:pt x="7724" y="856"/>
                </a:lnTo>
                <a:lnTo>
                  <a:pt x="7767" y="1049"/>
                </a:lnTo>
                <a:lnTo>
                  <a:pt x="7788" y="1263"/>
                </a:lnTo>
                <a:lnTo>
                  <a:pt x="7788" y="1456"/>
                </a:lnTo>
                <a:lnTo>
                  <a:pt x="7788" y="2504"/>
                </a:lnTo>
                <a:lnTo>
                  <a:pt x="7788" y="2932"/>
                </a:lnTo>
                <a:lnTo>
                  <a:pt x="7810" y="3403"/>
                </a:lnTo>
                <a:lnTo>
                  <a:pt x="7788" y="3638"/>
                </a:lnTo>
                <a:lnTo>
                  <a:pt x="7767" y="3852"/>
                </a:lnTo>
                <a:lnTo>
                  <a:pt x="7703" y="4066"/>
                </a:lnTo>
                <a:lnTo>
                  <a:pt x="7617" y="4258"/>
                </a:lnTo>
                <a:lnTo>
                  <a:pt x="7531" y="4365"/>
                </a:lnTo>
                <a:lnTo>
                  <a:pt x="7467" y="4430"/>
                </a:lnTo>
                <a:lnTo>
                  <a:pt x="7360" y="4515"/>
                </a:lnTo>
                <a:lnTo>
                  <a:pt x="7275" y="4558"/>
                </a:lnTo>
                <a:lnTo>
                  <a:pt x="7082" y="4622"/>
                </a:lnTo>
                <a:lnTo>
                  <a:pt x="6868" y="4665"/>
                </a:lnTo>
                <a:lnTo>
                  <a:pt x="6397" y="4665"/>
                </a:lnTo>
                <a:lnTo>
                  <a:pt x="5948" y="4622"/>
                </a:lnTo>
                <a:lnTo>
                  <a:pt x="4942" y="4579"/>
                </a:lnTo>
                <a:lnTo>
                  <a:pt x="3958" y="4537"/>
                </a:lnTo>
                <a:lnTo>
                  <a:pt x="3338" y="4494"/>
                </a:lnTo>
                <a:lnTo>
                  <a:pt x="3017" y="4494"/>
                </a:lnTo>
                <a:lnTo>
                  <a:pt x="2717" y="4515"/>
                </a:lnTo>
                <a:lnTo>
                  <a:pt x="2439" y="4537"/>
                </a:lnTo>
                <a:lnTo>
                  <a:pt x="2161" y="4537"/>
                </a:lnTo>
                <a:lnTo>
                  <a:pt x="1883" y="4515"/>
                </a:lnTo>
                <a:lnTo>
                  <a:pt x="1755" y="4494"/>
                </a:lnTo>
                <a:lnTo>
                  <a:pt x="1626" y="4451"/>
                </a:lnTo>
                <a:lnTo>
                  <a:pt x="1498" y="4387"/>
                </a:lnTo>
                <a:lnTo>
                  <a:pt x="1412" y="4301"/>
                </a:lnTo>
                <a:lnTo>
                  <a:pt x="1348" y="4194"/>
                </a:lnTo>
                <a:lnTo>
                  <a:pt x="1305" y="4066"/>
                </a:lnTo>
                <a:lnTo>
                  <a:pt x="1305" y="3916"/>
                </a:lnTo>
                <a:lnTo>
                  <a:pt x="1305" y="3788"/>
                </a:lnTo>
                <a:lnTo>
                  <a:pt x="1305" y="3510"/>
                </a:lnTo>
                <a:lnTo>
                  <a:pt x="1305" y="2910"/>
                </a:lnTo>
                <a:lnTo>
                  <a:pt x="1327" y="2333"/>
                </a:lnTo>
                <a:lnTo>
                  <a:pt x="1305" y="1905"/>
                </a:lnTo>
                <a:lnTo>
                  <a:pt x="1305" y="1648"/>
                </a:lnTo>
                <a:lnTo>
                  <a:pt x="1327" y="1370"/>
                </a:lnTo>
                <a:lnTo>
                  <a:pt x="1348" y="1113"/>
                </a:lnTo>
                <a:lnTo>
                  <a:pt x="1434" y="899"/>
                </a:lnTo>
                <a:lnTo>
                  <a:pt x="1476" y="792"/>
                </a:lnTo>
                <a:lnTo>
                  <a:pt x="1519" y="707"/>
                </a:lnTo>
                <a:lnTo>
                  <a:pt x="1605" y="664"/>
                </a:lnTo>
                <a:lnTo>
                  <a:pt x="1690" y="621"/>
                </a:lnTo>
                <a:lnTo>
                  <a:pt x="1926" y="536"/>
                </a:lnTo>
                <a:lnTo>
                  <a:pt x="2161" y="514"/>
                </a:lnTo>
                <a:lnTo>
                  <a:pt x="2418" y="493"/>
                </a:lnTo>
                <a:lnTo>
                  <a:pt x="3680" y="493"/>
                </a:lnTo>
                <a:lnTo>
                  <a:pt x="4750" y="471"/>
                </a:lnTo>
                <a:lnTo>
                  <a:pt x="5820" y="450"/>
                </a:lnTo>
                <a:lnTo>
                  <a:pt x="6269" y="429"/>
                </a:lnTo>
                <a:lnTo>
                  <a:pt x="6526" y="407"/>
                </a:lnTo>
                <a:close/>
                <a:moveTo>
                  <a:pt x="4343" y="1"/>
                </a:moveTo>
                <a:lnTo>
                  <a:pt x="3766" y="22"/>
                </a:lnTo>
                <a:lnTo>
                  <a:pt x="3167" y="43"/>
                </a:lnTo>
                <a:lnTo>
                  <a:pt x="1968" y="108"/>
                </a:lnTo>
                <a:lnTo>
                  <a:pt x="1712" y="108"/>
                </a:lnTo>
                <a:lnTo>
                  <a:pt x="1476" y="129"/>
                </a:lnTo>
                <a:lnTo>
                  <a:pt x="1348" y="172"/>
                </a:lnTo>
                <a:lnTo>
                  <a:pt x="1241" y="215"/>
                </a:lnTo>
                <a:lnTo>
                  <a:pt x="1134" y="279"/>
                </a:lnTo>
                <a:lnTo>
                  <a:pt x="1048" y="386"/>
                </a:lnTo>
                <a:lnTo>
                  <a:pt x="963" y="493"/>
                </a:lnTo>
                <a:lnTo>
                  <a:pt x="920" y="621"/>
                </a:lnTo>
                <a:lnTo>
                  <a:pt x="877" y="749"/>
                </a:lnTo>
                <a:lnTo>
                  <a:pt x="856" y="899"/>
                </a:lnTo>
                <a:lnTo>
                  <a:pt x="856" y="1199"/>
                </a:lnTo>
                <a:lnTo>
                  <a:pt x="835" y="1477"/>
                </a:lnTo>
                <a:lnTo>
                  <a:pt x="813" y="2183"/>
                </a:lnTo>
                <a:lnTo>
                  <a:pt x="813" y="2910"/>
                </a:lnTo>
                <a:lnTo>
                  <a:pt x="835" y="3659"/>
                </a:lnTo>
                <a:lnTo>
                  <a:pt x="899" y="4365"/>
                </a:lnTo>
                <a:lnTo>
                  <a:pt x="920" y="4494"/>
                </a:lnTo>
                <a:lnTo>
                  <a:pt x="963" y="4601"/>
                </a:lnTo>
                <a:lnTo>
                  <a:pt x="1027" y="4708"/>
                </a:lnTo>
                <a:lnTo>
                  <a:pt x="1113" y="4772"/>
                </a:lnTo>
                <a:lnTo>
                  <a:pt x="1198" y="4836"/>
                </a:lnTo>
                <a:lnTo>
                  <a:pt x="1305" y="4900"/>
                </a:lnTo>
                <a:lnTo>
                  <a:pt x="1412" y="4922"/>
                </a:lnTo>
                <a:lnTo>
                  <a:pt x="1541" y="4964"/>
                </a:lnTo>
                <a:lnTo>
                  <a:pt x="1776" y="4986"/>
                </a:lnTo>
                <a:lnTo>
                  <a:pt x="2033" y="4986"/>
                </a:lnTo>
                <a:lnTo>
                  <a:pt x="2503" y="4943"/>
                </a:lnTo>
                <a:lnTo>
                  <a:pt x="2782" y="4922"/>
                </a:lnTo>
                <a:lnTo>
                  <a:pt x="3081" y="4922"/>
                </a:lnTo>
                <a:lnTo>
                  <a:pt x="3659" y="4943"/>
                </a:lnTo>
                <a:lnTo>
                  <a:pt x="4793" y="5007"/>
                </a:lnTo>
                <a:lnTo>
                  <a:pt x="5392" y="5029"/>
                </a:lnTo>
                <a:lnTo>
                  <a:pt x="5991" y="5050"/>
                </a:lnTo>
                <a:lnTo>
                  <a:pt x="6633" y="5114"/>
                </a:lnTo>
                <a:lnTo>
                  <a:pt x="6954" y="5114"/>
                </a:lnTo>
                <a:lnTo>
                  <a:pt x="7125" y="5093"/>
                </a:lnTo>
                <a:lnTo>
                  <a:pt x="7275" y="5071"/>
                </a:lnTo>
                <a:lnTo>
                  <a:pt x="7424" y="5029"/>
                </a:lnTo>
                <a:lnTo>
                  <a:pt x="7553" y="4964"/>
                </a:lnTo>
                <a:lnTo>
                  <a:pt x="7660" y="4922"/>
                </a:lnTo>
                <a:lnTo>
                  <a:pt x="7767" y="4836"/>
                </a:lnTo>
                <a:lnTo>
                  <a:pt x="7852" y="4750"/>
                </a:lnTo>
                <a:lnTo>
                  <a:pt x="7917" y="4665"/>
                </a:lnTo>
                <a:lnTo>
                  <a:pt x="7981" y="4558"/>
                </a:lnTo>
                <a:lnTo>
                  <a:pt x="8045" y="4451"/>
                </a:lnTo>
                <a:lnTo>
                  <a:pt x="8130" y="4237"/>
                </a:lnTo>
                <a:lnTo>
                  <a:pt x="8173" y="3980"/>
                </a:lnTo>
                <a:lnTo>
                  <a:pt x="8195" y="3723"/>
                </a:lnTo>
                <a:lnTo>
                  <a:pt x="8195" y="3445"/>
                </a:lnTo>
                <a:lnTo>
                  <a:pt x="8216" y="2354"/>
                </a:lnTo>
                <a:lnTo>
                  <a:pt x="8216" y="1798"/>
                </a:lnTo>
                <a:lnTo>
                  <a:pt x="8216" y="1242"/>
                </a:lnTo>
                <a:lnTo>
                  <a:pt x="8195" y="985"/>
                </a:lnTo>
                <a:lnTo>
                  <a:pt x="8152" y="728"/>
                </a:lnTo>
                <a:lnTo>
                  <a:pt x="8109" y="578"/>
                </a:lnTo>
                <a:lnTo>
                  <a:pt x="8066" y="450"/>
                </a:lnTo>
                <a:lnTo>
                  <a:pt x="8002" y="343"/>
                </a:lnTo>
                <a:lnTo>
                  <a:pt x="7917" y="236"/>
                </a:lnTo>
                <a:lnTo>
                  <a:pt x="7810" y="150"/>
                </a:lnTo>
                <a:lnTo>
                  <a:pt x="7703" y="86"/>
                </a:lnTo>
                <a:lnTo>
                  <a:pt x="7596" y="43"/>
                </a:lnTo>
                <a:lnTo>
                  <a:pt x="7467" y="22"/>
                </a:lnTo>
                <a:lnTo>
                  <a:pt x="7189" y="1"/>
                </a:lnTo>
                <a:lnTo>
                  <a:pt x="6932" y="1"/>
                </a:lnTo>
                <a:lnTo>
                  <a:pt x="6312" y="22"/>
                </a:lnTo>
                <a:lnTo>
                  <a:pt x="5670" y="43"/>
                </a:lnTo>
                <a:lnTo>
                  <a:pt x="5349" y="43"/>
                </a:lnTo>
                <a:lnTo>
                  <a:pt x="5007" y="22"/>
                </a:lnTo>
                <a:lnTo>
                  <a:pt x="4686" y="1"/>
                </a:lnTo>
                <a:close/>
                <a:moveTo>
                  <a:pt x="4942" y="6526"/>
                </a:moveTo>
                <a:lnTo>
                  <a:pt x="4985" y="6548"/>
                </a:lnTo>
                <a:lnTo>
                  <a:pt x="5028" y="6591"/>
                </a:lnTo>
                <a:lnTo>
                  <a:pt x="5049" y="6655"/>
                </a:lnTo>
                <a:lnTo>
                  <a:pt x="5049" y="6740"/>
                </a:lnTo>
                <a:lnTo>
                  <a:pt x="5028" y="6804"/>
                </a:lnTo>
                <a:lnTo>
                  <a:pt x="5007" y="6826"/>
                </a:lnTo>
                <a:lnTo>
                  <a:pt x="4729" y="6826"/>
                </a:lnTo>
                <a:lnTo>
                  <a:pt x="4472" y="6804"/>
                </a:lnTo>
                <a:lnTo>
                  <a:pt x="3980" y="6783"/>
                </a:lnTo>
                <a:lnTo>
                  <a:pt x="3916" y="6762"/>
                </a:lnTo>
                <a:lnTo>
                  <a:pt x="3851" y="6740"/>
                </a:lnTo>
                <a:lnTo>
                  <a:pt x="3809" y="6719"/>
                </a:lnTo>
                <a:lnTo>
                  <a:pt x="3787" y="6697"/>
                </a:lnTo>
                <a:lnTo>
                  <a:pt x="3787" y="6655"/>
                </a:lnTo>
                <a:lnTo>
                  <a:pt x="3809" y="6612"/>
                </a:lnTo>
                <a:lnTo>
                  <a:pt x="3873" y="6591"/>
                </a:lnTo>
                <a:lnTo>
                  <a:pt x="3937" y="6548"/>
                </a:lnTo>
                <a:lnTo>
                  <a:pt x="4108" y="6526"/>
                </a:lnTo>
                <a:close/>
                <a:moveTo>
                  <a:pt x="3980" y="6141"/>
                </a:moveTo>
                <a:lnTo>
                  <a:pt x="3809" y="6184"/>
                </a:lnTo>
                <a:lnTo>
                  <a:pt x="3637" y="6227"/>
                </a:lnTo>
                <a:lnTo>
                  <a:pt x="3573" y="6270"/>
                </a:lnTo>
                <a:lnTo>
                  <a:pt x="3530" y="6312"/>
                </a:lnTo>
                <a:lnTo>
                  <a:pt x="3445" y="6441"/>
                </a:lnTo>
                <a:lnTo>
                  <a:pt x="3402" y="6612"/>
                </a:lnTo>
                <a:lnTo>
                  <a:pt x="3402" y="6783"/>
                </a:lnTo>
                <a:lnTo>
                  <a:pt x="3423" y="6847"/>
                </a:lnTo>
                <a:lnTo>
                  <a:pt x="3445" y="6911"/>
                </a:lnTo>
                <a:lnTo>
                  <a:pt x="3488" y="6976"/>
                </a:lnTo>
                <a:lnTo>
                  <a:pt x="3552" y="7018"/>
                </a:lnTo>
                <a:lnTo>
                  <a:pt x="3680" y="7061"/>
                </a:lnTo>
                <a:lnTo>
                  <a:pt x="3851" y="7083"/>
                </a:lnTo>
                <a:lnTo>
                  <a:pt x="4044" y="7104"/>
                </a:lnTo>
                <a:lnTo>
                  <a:pt x="4408" y="7061"/>
                </a:lnTo>
                <a:lnTo>
                  <a:pt x="4707" y="7040"/>
                </a:lnTo>
                <a:lnTo>
                  <a:pt x="5049" y="7061"/>
                </a:lnTo>
                <a:lnTo>
                  <a:pt x="5221" y="7040"/>
                </a:lnTo>
                <a:lnTo>
                  <a:pt x="5306" y="7018"/>
                </a:lnTo>
                <a:lnTo>
                  <a:pt x="5349" y="6976"/>
                </a:lnTo>
                <a:lnTo>
                  <a:pt x="5392" y="6911"/>
                </a:lnTo>
                <a:lnTo>
                  <a:pt x="5392" y="6847"/>
                </a:lnTo>
                <a:lnTo>
                  <a:pt x="5392" y="6655"/>
                </a:lnTo>
                <a:lnTo>
                  <a:pt x="5349" y="6484"/>
                </a:lnTo>
                <a:lnTo>
                  <a:pt x="5306" y="6355"/>
                </a:lnTo>
                <a:lnTo>
                  <a:pt x="5263" y="6291"/>
                </a:lnTo>
                <a:lnTo>
                  <a:pt x="5199" y="6248"/>
                </a:lnTo>
                <a:lnTo>
                  <a:pt x="5156" y="6205"/>
                </a:lnTo>
                <a:lnTo>
                  <a:pt x="5092" y="6184"/>
                </a:lnTo>
                <a:lnTo>
                  <a:pt x="4814" y="6184"/>
                </a:lnTo>
                <a:lnTo>
                  <a:pt x="4472" y="6141"/>
                </a:lnTo>
                <a:close/>
                <a:moveTo>
                  <a:pt x="3188" y="5564"/>
                </a:moveTo>
                <a:lnTo>
                  <a:pt x="4001" y="5585"/>
                </a:lnTo>
                <a:lnTo>
                  <a:pt x="4472" y="5606"/>
                </a:lnTo>
                <a:lnTo>
                  <a:pt x="5413" y="5606"/>
                </a:lnTo>
                <a:lnTo>
                  <a:pt x="5863" y="5628"/>
                </a:lnTo>
                <a:lnTo>
                  <a:pt x="6397" y="5670"/>
                </a:lnTo>
                <a:lnTo>
                  <a:pt x="6932" y="5713"/>
                </a:lnTo>
                <a:lnTo>
                  <a:pt x="7360" y="5692"/>
                </a:lnTo>
                <a:lnTo>
                  <a:pt x="7574" y="5713"/>
                </a:lnTo>
                <a:lnTo>
                  <a:pt x="7681" y="5756"/>
                </a:lnTo>
                <a:lnTo>
                  <a:pt x="7767" y="5799"/>
                </a:lnTo>
                <a:lnTo>
                  <a:pt x="7852" y="5884"/>
                </a:lnTo>
                <a:lnTo>
                  <a:pt x="7981" y="6056"/>
                </a:lnTo>
                <a:lnTo>
                  <a:pt x="8088" y="6291"/>
                </a:lnTo>
                <a:lnTo>
                  <a:pt x="8216" y="6548"/>
                </a:lnTo>
                <a:lnTo>
                  <a:pt x="8323" y="6804"/>
                </a:lnTo>
                <a:lnTo>
                  <a:pt x="8387" y="7018"/>
                </a:lnTo>
                <a:lnTo>
                  <a:pt x="8409" y="7190"/>
                </a:lnTo>
                <a:lnTo>
                  <a:pt x="8387" y="7232"/>
                </a:lnTo>
                <a:lnTo>
                  <a:pt x="8366" y="7254"/>
                </a:lnTo>
                <a:lnTo>
                  <a:pt x="8130" y="7318"/>
                </a:lnTo>
                <a:lnTo>
                  <a:pt x="7874" y="7361"/>
                </a:lnTo>
                <a:lnTo>
                  <a:pt x="7638" y="7382"/>
                </a:lnTo>
                <a:lnTo>
                  <a:pt x="7382" y="7361"/>
                </a:lnTo>
                <a:lnTo>
                  <a:pt x="6890" y="7339"/>
                </a:lnTo>
                <a:lnTo>
                  <a:pt x="6419" y="7275"/>
                </a:lnTo>
                <a:lnTo>
                  <a:pt x="5927" y="7232"/>
                </a:lnTo>
                <a:lnTo>
                  <a:pt x="5435" y="7211"/>
                </a:lnTo>
                <a:lnTo>
                  <a:pt x="4942" y="7190"/>
                </a:lnTo>
                <a:lnTo>
                  <a:pt x="4450" y="7211"/>
                </a:lnTo>
                <a:lnTo>
                  <a:pt x="3916" y="7232"/>
                </a:lnTo>
                <a:lnTo>
                  <a:pt x="3402" y="7254"/>
                </a:lnTo>
                <a:lnTo>
                  <a:pt x="3167" y="7254"/>
                </a:lnTo>
                <a:lnTo>
                  <a:pt x="2953" y="7232"/>
                </a:lnTo>
                <a:lnTo>
                  <a:pt x="2717" y="7211"/>
                </a:lnTo>
                <a:lnTo>
                  <a:pt x="2503" y="7211"/>
                </a:lnTo>
                <a:lnTo>
                  <a:pt x="1626" y="7254"/>
                </a:lnTo>
                <a:lnTo>
                  <a:pt x="1134" y="7275"/>
                </a:lnTo>
                <a:lnTo>
                  <a:pt x="770" y="7275"/>
                </a:lnTo>
                <a:lnTo>
                  <a:pt x="663" y="7232"/>
                </a:lnTo>
                <a:lnTo>
                  <a:pt x="599" y="7190"/>
                </a:lnTo>
                <a:lnTo>
                  <a:pt x="556" y="7147"/>
                </a:lnTo>
                <a:lnTo>
                  <a:pt x="514" y="7083"/>
                </a:lnTo>
                <a:lnTo>
                  <a:pt x="514" y="7018"/>
                </a:lnTo>
                <a:lnTo>
                  <a:pt x="535" y="6847"/>
                </a:lnTo>
                <a:lnTo>
                  <a:pt x="599" y="6655"/>
                </a:lnTo>
                <a:lnTo>
                  <a:pt x="706" y="6484"/>
                </a:lnTo>
                <a:lnTo>
                  <a:pt x="792" y="6291"/>
                </a:lnTo>
                <a:lnTo>
                  <a:pt x="984" y="6034"/>
                </a:lnTo>
                <a:lnTo>
                  <a:pt x="1155" y="5799"/>
                </a:lnTo>
                <a:lnTo>
                  <a:pt x="1241" y="5692"/>
                </a:lnTo>
                <a:lnTo>
                  <a:pt x="1305" y="5649"/>
                </a:lnTo>
                <a:lnTo>
                  <a:pt x="1391" y="5628"/>
                </a:lnTo>
                <a:lnTo>
                  <a:pt x="1626" y="5585"/>
                </a:lnTo>
                <a:lnTo>
                  <a:pt x="2354" y="5585"/>
                </a:lnTo>
                <a:lnTo>
                  <a:pt x="2782" y="5564"/>
                </a:lnTo>
                <a:close/>
                <a:moveTo>
                  <a:pt x="2140" y="5029"/>
                </a:moveTo>
                <a:lnTo>
                  <a:pt x="1883" y="5050"/>
                </a:lnTo>
                <a:lnTo>
                  <a:pt x="1626" y="5093"/>
                </a:lnTo>
                <a:lnTo>
                  <a:pt x="1391" y="5157"/>
                </a:lnTo>
                <a:lnTo>
                  <a:pt x="1262" y="5200"/>
                </a:lnTo>
                <a:lnTo>
                  <a:pt x="1155" y="5264"/>
                </a:lnTo>
                <a:lnTo>
                  <a:pt x="1070" y="5307"/>
                </a:lnTo>
                <a:lnTo>
                  <a:pt x="984" y="5392"/>
                </a:lnTo>
                <a:lnTo>
                  <a:pt x="856" y="5564"/>
                </a:lnTo>
                <a:lnTo>
                  <a:pt x="728" y="5756"/>
                </a:lnTo>
                <a:lnTo>
                  <a:pt x="407" y="6205"/>
                </a:lnTo>
                <a:lnTo>
                  <a:pt x="257" y="6441"/>
                </a:lnTo>
                <a:lnTo>
                  <a:pt x="150" y="6697"/>
                </a:lnTo>
                <a:lnTo>
                  <a:pt x="64" y="6911"/>
                </a:lnTo>
                <a:lnTo>
                  <a:pt x="21" y="7125"/>
                </a:lnTo>
                <a:lnTo>
                  <a:pt x="0" y="7361"/>
                </a:lnTo>
                <a:lnTo>
                  <a:pt x="0" y="7575"/>
                </a:lnTo>
                <a:lnTo>
                  <a:pt x="43" y="7703"/>
                </a:lnTo>
                <a:lnTo>
                  <a:pt x="86" y="7810"/>
                </a:lnTo>
                <a:lnTo>
                  <a:pt x="171" y="7874"/>
                </a:lnTo>
                <a:lnTo>
                  <a:pt x="257" y="7917"/>
                </a:lnTo>
                <a:lnTo>
                  <a:pt x="342" y="7938"/>
                </a:lnTo>
                <a:lnTo>
                  <a:pt x="471" y="7960"/>
                </a:lnTo>
                <a:lnTo>
                  <a:pt x="706" y="8003"/>
                </a:lnTo>
                <a:lnTo>
                  <a:pt x="963" y="8024"/>
                </a:lnTo>
                <a:lnTo>
                  <a:pt x="1220" y="8045"/>
                </a:lnTo>
                <a:lnTo>
                  <a:pt x="1755" y="8024"/>
                </a:lnTo>
                <a:lnTo>
                  <a:pt x="2268" y="8003"/>
                </a:lnTo>
                <a:lnTo>
                  <a:pt x="2525" y="7981"/>
                </a:lnTo>
                <a:lnTo>
                  <a:pt x="2782" y="7981"/>
                </a:lnTo>
                <a:lnTo>
                  <a:pt x="3316" y="8024"/>
                </a:lnTo>
                <a:lnTo>
                  <a:pt x="3573" y="8045"/>
                </a:lnTo>
                <a:lnTo>
                  <a:pt x="3830" y="8045"/>
                </a:lnTo>
                <a:lnTo>
                  <a:pt x="4429" y="8024"/>
                </a:lnTo>
                <a:lnTo>
                  <a:pt x="6248" y="8024"/>
                </a:lnTo>
                <a:lnTo>
                  <a:pt x="6569" y="8045"/>
                </a:lnTo>
                <a:lnTo>
                  <a:pt x="7788" y="8045"/>
                </a:lnTo>
                <a:lnTo>
                  <a:pt x="8130" y="8067"/>
                </a:lnTo>
                <a:lnTo>
                  <a:pt x="8280" y="8045"/>
                </a:lnTo>
                <a:lnTo>
                  <a:pt x="8451" y="8024"/>
                </a:lnTo>
                <a:lnTo>
                  <a:pt x="8580" y="7981"/>
                </a:lnTo>
                <a:lnTo>
                  <a:pt x="8708" y="7896"/>
                </a:lnTo>
                <a:lnTo>
                  <a:pt x="8772" y="7810"/>
                </a:lnTo>
                <a:lnTo>
                  <a:pt x="8837" y="7703"/>
                </a:lnTo>
                <a:lnTo>
                  <a:pt x="8858" y="7575"/>
                </a:lnTo>
                <a:lnTo>
                  <a:pt x="8879" y="7446"/>
                </a:lnTo>
                <a:lnTo>
                  <a:pt x="8901" y="7318"/>
                </a:lnTo>
                <a:lnTo>
                  <a:pt x="8879" y="7190"/>
                </a:lnTo>
                <a:lnTo>
                  <a:pt x="8858" y="7061"/>
                </a:lnTo>
                <a:lnTo>
                  <a:pt x="8837" y="6954"/>
                </a:lnTo>
                <a:lnTo>
                  <a:pt x="8665" y="6505"/>
                </a:lnTo>
                <a:lnTo>
                  <a:pt x="8558" y="6270"/>
                </a:lnTo>
                <a:lnTo>
                  <a:pt x="8451" y="6056"/>
                </a:lnTo>
                <a:lnTo>
                  <a:pt x="8259" y="5692"/>
                </a:lnTo>
                <a:lnTo>
                  <a:pt x="8152" y="5499"/>
                </a:lnTo>
                <a:lnTo>
                  <a:pt x="8088" y="5435"/>
                </a:lnTo>
                <a:lnTo>
                  <a:pt x="8002" y="5371"/>
                </a:lnTo>
                <a:lnTo>
                  <a:pt x="7895" y="5307"/>
                </a:lnTo>
                <a:lnTo>
                  <a:pt x="7767" y="5264"/>
                </a:lnTo>
                <a:lnTo>
                  <a:pt x="7638" y="5264"/>
                </a:lnTo>
                <a:lnTo>
                  <a:pt x="7489" y="5243"/>
                </a:lnTo>
                <a:lnTo>
                  <a:pt x="6954" y="5243"/>
                </a:lnTo>
                <a:lnTo>
                  <a:pt x="6333" y="5221"/>
                </a:lnTo>
                <a:lnTo>
                  <a:pt x="5691" y="5178"/>
                </a:lnTo>
                <a:lnTo>
                  <a:pt x="4557" y="5136"/>
                </a:lnTo>
                <a:lnTo>
                  <a:pt x="3423" y="5071"/>
                </a:lnTo>
                <a:lnTo>
                  <a:pt x="2931" y="5050"/>
                </a:lnTo>
                <a:lnTo>
                  <a:pt x="2396" y="5029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32"/>
          <p:cNvSpPr/>
          <p:nvPr/>
        </p:nvSpPr>
        <p:spPr>
          <a:xfrm>
            <a:off x="2144813" y="3379113"/>
            <a:ext cx="1118400" cy="10500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32"/>
          <p:cNvSpPr/>
          <p:nvPr/>
        </p:nvSpPr>
        <p:spPr>
          <a:xfrm>
            <a:off x="2460512" y="3580741"/>
            <a:ext cx="487003" cy="542914"/>
          </a:xfrm>
          <a:custGeom>
            <a:rect b="b" l="l" r="r" t="t"/>
            <a:pathLst>
              <a:path extrusionOk="0" h="10357" w="5414">
                <a:moveTo>
                  <a:pt x="5414" y="7703"/>
                </a:moveTo>
                <a:lnTo>
                  <a:pt x="5414" y="7703"/>
                </a:lnTo>
                <a:lnTo>
                  <a:pt x="5371" y="7639"/>
                </a:lnTo>
                <a:lnTo>
                  <a:pt x="5328" y="7553"/>
                </a:lnTo>
                <a:lnTo>
                  <a:pt x="5243" y="7468"/>
                </a:lnTo>
                <a:lnTo>
                  <a:pt x="5136" y="7404"/>
                </a:lnTo>
                <a:lnTo>
                  <a:pt x="4772" y="7168"/>
                </a:lnTo>
                <a:lnTo>
                  <a:pt x="4772" y="7168"/>
                </a:lnTo>
                <a:lnTo>
                  <a:pt x="4408" y="6933"/>
                </a:lnTo>
                <a:lnTo>
                  <a:pt x="4044" y="6719"/>
                </a:lnTo>
                <a:lnTo>
                  <a:pt x="4044" y="6719"/>
                </a:lnTo>
                <a:lnTo>
                  <a:pt x="3980" y="6676"/>
                </a:lnTo>
                <a:lnTo>
                  <a:pt x="3916" y="6612"/>
                </a:lnTo>
                <a:lnTo>
                  <a:pt x="3809" y="6462"/>
                </a:lnTo>
                <a:lnTo>
                  <a:pt x="3702" y="6291"/>
                </a:lnTo>
                <a:lnTo>
                  <a:pt x="3638" y="6120"/>
                </a:lnTo>
                <a:lnTo>
                  <a:pt x="3638" y="6120"/>
                </a:lnTo>
                <a:lnTo>
                  <a:pt x="3616" y="6013"/>
                </a:lnTo>
                <a:lnTo>
                  <a:pt x="3595" y="5927"/>
                </a:lnTo>
                <a:lnTo>
                  <a:pt x="3616" y="5842"/>
                </a:lnTo>
                <a:lnTo>
                  <a:pt x="3638" y="5756"/>
                </a:lnTo>
                <a:lnTo>
                  <a:pt x="3723" y="5585"/>
                </a:lnTo>
                <a:lnTo>
                  <a:pt x="3809" y="5392"/>
                </a:lnTo>
                <a:lnTo>
                  <a:pt x="3809" y="5392"/>
                </a:lnTo>
                <a:lnTo>
                  <a:pt x="4002" y="4965"/>
                </a:lnTo>
                <a:lnTo>
                  <a:pt x="4173" y="4537"/>
                </a:lnTo>
                <a:lnTo>
                  <a:pt x="4173" y="4537"/>
                </a:lnTo>
                <a:lnTo>
                  <a:pt x="4258" y="4344"/>
                </a:lnTo>
                <a:lnTo>
                  <a:pt x="4365" y="4194"/>
                </a:lnTo>
                <a:lnTo>
                  <a:pt x="4601" y="3873"/>
                </a:lnTo>
                <a:lnTo>
                  <a:pt x="4601" y="3873"/>
                </a:lnTo>
                <a:lnTo>
                  <a:pt x="4708" y="3702"/>
                </a:lnTo>
                <a:lnTo>
                  <a:pt x="4836" y="3510"/>
                </a:lnTo>
                <a:lnTo>
                  <a:pt x="4943" y="3317"/>
                </a:lnTo>
                <a:lnTo>
                  <a:pt x="4964" y="3210"/>
                </a:lnTo>
                <a:lnTo>
                  <a:pt x="4964" y="3124"/>
                </a:lnTo>
                <a:lnTo>
                  <a:pt x="4964" y="3124"/>
                </a:lnTo>
                <a:lnTo>
                  <a:pt x="4943" y="3039"/>
                </a:lnTo>
                <a:lnTo>
                  <a:pt x="4900" y="2996"/>
                </a:lnTo>
                <a:lnTo>
                  <a:pt x="4857" y="2953"/>
                </a:lnTo>
                <a:lnTo>
                  <a:pt x="4793" y="2953"/>
                </a:lnTo>
                <a:lnTo>
                  <a:pt x="4643" y="2975"/>
                </a:lnTo>
                <a:lnTo>
                  <a:pt x="4494" y="2975"/>
                </a:lnTo>
                <a:lnTo>
                  <a:pt x="4494" y="2975"/>
                </a:lnTo>
                <a:lnTo>
                  <a:pt x="4408" y="2953"/>
                </a:lnTo>
                <a:lnTo>
                  <a:pt x="4387" y="2932"/>
                </a:lnTo>
                <a:lnTo>
                  <a:pt x="4365" y="2911"/>
                </a:lnTo>
                <a:lnTo>
                  <a:pt x="4387" y="2846"/>
                </a:lnTo>
                <a:lnTo>
                  <a:pt x="4408" y="2739"/>
                </a:lnTo>
                <a:lnTo>
                  <a:pt x="4408" y="2739"/>
                </a:lnTo>
                <a:lnTo>
                  <a:pt x="4515" y="2333"/>
                </a:lnTo>
                <a:lnTo>
                  <a:pt x="4515" y="2333"/>
                </a:lnTo>
                <a:lnTo>
                  <a:pt x="4536" y="2162"/>
                </a:lnTo>
                <a:lnTo>
                  <a:pt x="4558" y="1990"/>
                </a:lnTo>
                <a:lnTo>
                  <a:pt x="4558" y="1905"/>
                </a:lnTo>
                <a:lnTo>
                  <a:pt x="4536" y="1819"/>
                </a:lnTo>
                <a:lnTo>
                  <a:pt x="4472" y="1777"/>
                </a:lnTo>
                <a:lnTo>
                  <a:pt x="4408" y="1712"/>
                </a:lnTo>
                <a:lnTo>
                  <a:pt x="4408" y="1712"/>
                </a:lnTo>
                <a:lnTo>
                  <a:pt x="4323" y="1691"/>
                </a:lnTo>
                <a:lnTo>
                  <a:pt x="4237" y="1691"/>
                </a:lnTo>
                <a:lnTo>
                  <a:pt x="4044" y="1691"/>
                </a:lnTo>
                <a:lnTo>
                  <a:pt x="3959" y="1691"/>
                </a:lnTo>
                <a:lnTo>
                  <a:pt x="3873" y="1670"/>
                </a:lnTo>
                <a:lnTo>
                  <a:pt x="3788" y="1648"/>
                </a:lnTo>
                <a:lnTo>
                  <a:pt x="3723" y="1584"/>
                </a:lnTo>
                <a:lnTo>
                  <a:pt x="3723" y="1584"/>
                </a:lnTo>
                <a:lnTo>
                  <a:pt x="3702" y="1477"/>
                </a:lnTo>
                <a:lnTo>
                  <a:pt x="3681" y="1391"/>
                </a:lnTo>
                <a:lnTo>
                  <a:pt x="3659" y="1306"/>
                </a:lnTo>
                <a:lnTo>
                  <a:pt x="3638" y="1263"/>
                </a:lnTo>
                <a:lnTo>
                  <a:pt x="3595" y="1220"/>
                </a:lnTo>
                <a:lnTo>
                  <a:pt x="3595" y="1220"/>
                </a:lnTo>
                <a:lnTo>
                  <a:pt x="3531" y="1177"/>
                </a:lnTo>
                <a:lnTo>
                  <a:pt x="3467" y="1156"/>
                </a:lnTo>
                <a:lnTo>
                  <a:pt x="3317" y="1135"/>
                </a:lnTo>
                <a:lnTo>
                  <a:pt x="2953" y="1135"/>
                </a:lnTo>
                <a:lnTo>
                  <a:pt x="2782" y="1135"/>
                </a:lnTo>
                <a:lnTo>
                  <a:pt x="2632" y="1092"/>
                </a:lnTo>
                <a:lnTo>
                  <a:pt x="2568" y="1070"/>
                </a:lnTo>
                <a:lnTo>
                  <a:pt x="2525" y="1028"/>
                </a:lnTo>
                <a:lnTo>
                  <a:pt x="2504" y="964"/>
                </a:lnTo>
                <a:lnTo>
                  <a:pt x="2483" y="899"/>
                </a:lnTo>
                <a:lnTo>
                  <a:pt x="2483" y="899"/>
                </a:lnTo>
                <a:lnTo>
                  <a:pt x="2483" y="835"/>
                </a:lnTo>
                <a:lnTo>
                  <a:pt x="2504" y="750"/>
                </a:lnTo>
                <a:lnTo>
                  <a:pt x="2589" y="600"/>
                </a:lnTo>
                <a:lnTo>
                  <a:pt x="2589" y="600"/>
                </a:lnTo>
                <a:lnTo>
                  <a:pt x="2654" y="493"/>
                </a:lnTo>
                <a:lnTo>
                  <a:pt x="2696" y="450"/>
                </a:lnTo>
                <a:lnTo>
                  <a:pt x="2739" y="450"/>
                </a:lnTo>
                <a:lnTo>
                  <a:pt x="2825" y="450"/>
                </a:lnTo>
                <a:lnTo>
                  <a:pt x="2825" y="450"/>
                </a:lnTo>
                <a:lnTo>
                  <a:pt x="2953" y="386"/>
                </a:lnTo>
                <a:lnTo>
                  <a:pt x="3060" y="343"/>
                </a:lnTo>
                <a:lnTo>
                  <a:pt x="3103" y="300"/>
                </a:lnTo>
                <a:lnTo>
                  <a:pt x="3124" y="236"/>
                </a:lnTo>
                <a:lnTo>
                  <a:pt x="3103" y="172"/>
                </a:lnTo>
                <a:lnTo>
                  <a:pt x="3039" y="108"/>
                </a:lnTo>
                <a:lnTo>
                  <a:pt x="3039" y="108"/>
                </a:lnTo>
                <a:lnTo>
                  <a:pt x="2996" y="65"/>
                </a:lnTo>
                <a:lnTo>
                  <a:pt x="2932" y="43"/>
                </a:lnTo>
                <a:lnTo>
                  <a:pt x="2761" y="1"/>
                </a:lnTo>
                <a:lnTo>
                  <a:pt x="2589" y="1"/>
                </a:lnTo>
                <a:lnTo>
                  <a:pt x="2440" y="1"/>
                </a:lnTo>
                <a:lnTo>
                  <a:pt x="2440" y="1"/>
                </a:lnTo>
                <a:lnTo>
                  <a:pt x="2290" y="22"/>
                </a:lnTo>
                <a:lnTo>
                  <a:pt x="2162" y="86"/>
                </a:lnTo>
                <a:lnTo>
                  <a:pt x="2033" y="172"/>
                </a:lnTo>
                <a:lnTo>
                  <a:pt x="1905" y="257"/>
                </a:lnTo>
                <a:lnTo>
                  <a:pt x="1905" y="257"/>
                </a:lnTo>
                <a:lnTo>
                  <a:pt x="1798" y="386"/>
                </a:lnTo>
                <a:lnTo>
                  <a:pt x="1712" y="536"/>
                </a:lnTo>
                <a:lnTo>
                  <a:pt x="1669" y="685"/>
                </a:lnTo>
                <a:lnTo>
                  <a:pt x="1648" y="857"/>
                </a:lnTo>
                <a:lnTo>
                  <a:pt x="1648" y="857"/>
                </a:lnTo>
                <a:lnTo>
                  <a:pt x="1648" y="942"/>
                </a:lnTo>
                <a:lnTo>
                  <a:pt x="1669" y="1028"/>
                </a:lnTo>
                <a:lnTo>
                  <a:pt x="1712" y="1220"/>
                </a:lnTo>
                <a:lnTo>
                  <a:pt x="1755" y="1391"/>
                </a:lnTo>
                <a:lnTo>
                  <a:pt x="1755" y="1477"/>
                </a:lnTo>
                <a:lnTo>
                  <a:pt x="1755" y="1541"/>
                </a:lnTo>
                <a:lnTo>
                  <a:pt x="1755" y="1541"/>
                </a:lnTo>
                <a:lnTo>
                  <a:pt x="1776" y="1563"/>
                </a:lnTo>
                <a:lnTo>
                  <a:pt x="1776" y="1563"/>
                </a:lnTo>
                <a:lnTo>
                  <a:pt x="1776" y="1563"/>
                </a:lnTo>
                <a:lnTo>
                  <a:pt x="1712" y="1520"/>
                </a:lnTo>
                <a:lnTo>
                  <a:pt x="1669" y="1520"/>
                </a:lnTo>
                <a:lnTo>
                  <a:pt x="1605" y="1520"/>
                </a:lnTo>
                <a:lnTo>
                  <a:pt x="1520" y="1541"/>
                </a:lnTo>
                <a:lnTo>
                  <a:pt x="1391" y="1627"/>
                </a:lnTo>
                <a:lnTo>
                  <a:pt x="1284" y="1691"/>
                </a:lnTo>
                <a:lnTo>
                  <a:pt x="1284" y="1691"/>
                </a:lnTo>
                <a:lnTo>
                  <a:pt x="1156" y="1734"/>
                </a:lnTo>
                <a:lnTo>
                  <a:pt x="1049" y="1777"/>
                </a:lnTo>
                <a:lnTo>
                  <a:pt x="1028" y="1819"/>
                </a:lnTo>
                <a:lnTo>
                  <a:pt x="1006" y="1862"/>
                </a:lnTo>
                <a:lnTo>
                  <a:pt x="985" y="2012"/>
                </a:lnTo>
                <a:lnTo>
                  <a:pt x="985" y="2012"/>
                </a:lnTo>
                <a:lnTo>
                  <a:pt x="985" y="2247"/>
                </a:lnTo>
                <a:lnTo>
                  <a:pt x="1006" y="2483"/>
                </a:lnTo>
                <a:lnTo>
                  <a:pt x="1028" y="2718"/>
                </a:lnTo>
                <a:lnTo>
                  <a:pt x="1028" y="2932"/>
                </a:lnTo>
                <a:lnTo>
                  <a:pt x="1028" y="2932"/>
                </a:lnTo>
                <a:lnTo>
                  <a:pt x="1028" y="3103"/>
                </a:lnTo>
                <a:lnTo>
                  <a:pt x="1006" y="3146"/>
                </a:lnTo>
                <a:lnTo>
                  <a:pt x="985" y="3167"/>
                </a:lnTo>
                <a:lnTo>
                  <a:pt x="899" y="3189"/>
                </a:lnTo>
                <a:lnTo>
                  <a:pt x="835" y="3210"/>
                </a:lnTo>
                <a:lnTo>
                  <a:pt x="771" y="3253"/>
                </a:lnTo>
                <a:lnTo>
                  <a:pt x="771" y="3253"/>
                </a:lnTo>
                <a:lnTo>
                  <a:pt x="685" y="3317"/>
                </a:lnTo>
                <a:lnTo>
                  <a:pt x="642" y="3381"/>
                </a:lnTo>
                <a:lnTo>
                  <a:pt x="621" y="3467"/>
                </a:lnTo>
                <a:lnTo>
                  <a:pt x="600" y="3531"/>
                </a:lnTo>
                <a:lnTo>
                  <a:pt x="621" y="3617"/>
                </a:lnTo>
                <a:lnTo>
                  <a:pt x="642" y="3702"/>
                </a:lnTo>
                <a:lnTo>
                  <a:pt x="728" y="3873"/>
                </a:lnTo>
                <a:lnTo>
                  <a:pt x="835" y="4044"/>
                </a:lnTo>
                <a:lnTo>
                  <a:pt x="963" y="4216"/>
                </a:lnTo>
                <a:lnTo>
                  <a:pt x="1070" y="4365"/>
                </a:lnTo>
                <a:lnTo>
                  <a:pt x="1135" y="4494"/>
                </a:lnTo>
                <a:lnTo>
                  <a:pt x="1135" y="4494"/>
                </a:lnTo>
                <a:lnTo>
                  <a:pt x="1284" y="4858"/>
                </a:lnTo>
                <a:lnTo>
                  <a:pt x="1456" y="5221"/>
                </a:lnTo>
                <a:lnTo>
                  <a:pt x="1456" y="5221"/>
                </a:lnTo>
                <a:lnTo>
                  <a:pt x="1541" y="5392"/>
                </a:lnTo>
                <a:lnTo>
                  <a:pt x="1648" y="5585"/>
                </a:lnTo>
                <a:lnTo>
                  <a:pt x="1734" y="5778"/>
                </a:lnTo>
                <a:lnTo>
                  <a:pt x="1734" y="5885"/>
                </a:lnTo>
                <a:lnTo>
                  <a:pt x="1734" y="5970"/>
                </a:lnTo>
                <a:lnTo>
                  <a:pt x="1734" y="5970"/>
                </a:lnTo>
                <a:lnTo>
                  <a:pt x="1691" y="6184"/>
                </a:lnTo>
                <a:lnTo>
                  <a:pt x="1605" y="6355"/>
                </a:lnTo>
                <a:lnTo>
                  <a:pt x="1520" y="6548"/>
                </a:lnTo>
                <a:lnTo>
                  <a:pt x="1391" y="6740"/>
                </a:lnTo>
                <a:lnTo>
                  <a:pt x="1263" y="6912"/>
                </a:lnTo>
                <a:lnTo>
                  <a:pt x="1135" y="7061"/>
                </a:lnTo>
                <a:lnTo>
                  <a:pt x="985" y="7211"/>
                </a:lnTo>
                <a:lnTo>
                  <a:pt x="835" y="7339"/>
                </a:lnTo>
                <a:lnTo>
                  <a:pt x="835" y="7339"/>
                </a:lnTo>
                <a:lnTo>
                  <a:pt x="578" y="7532"/>
                </a:lnTo>
                <a:lnTo>
                  <a:pt x="300" y="7767"/>
                </a:lnTo>
                <a:lnTo>
                  <a:pt x="193" y="7874"/>
                </a:lnTo>
                <a:lnTo>
                  <a:pt x="86" y="8003"/>
                </a:lnTo>
                <a:lnTo>
                  <a:pt x="22" y="8152"/>
                </a:lnTo>
                <a:lnTo>
                  <a:pt x="1" y="8302"/>
                </a:lnTo>
                <a:lnTo>
                  <a:pt x="1" y="8302"/>
                </a:lnTo>
                <a:lnTo>
                  <a:pt x="86" y="8409"/>
                </a:lnTo>
                <a:lnTo>
                  <a:pt x="86" y="8409"/>
                </a:lnTo>
                <a:lnTo>
                  <a:pt x="108" y="8580"/>
                </a:lnTo>
                <a:lnTo>
                  <a:pt x="108" y="8580"/>
                </a:lnTo>
                <a:lnTo>
                  <a:pt x="108" y="8709"/>
                </a:lnTo>
                <a:lnTo>
                  <a:pt x="150" y="8752"/>
                </a:lnTo>
                <a:lnTo>
                  <a:pt x="215" y="8773"/>
                </a:lnTo>
                <a:lnTo>
                  <a:pt x="215" y="8773"/>
                </a:lnTo>
                <a:lnTo>
                  <a:pt x="257" y="8773"/>
                </a:lnTo>
                <a:lnTo>
                  <a:pt x="300" y="8773"/>
                </a:lnTo>
                <a:lnTo>
                  <a:pt x="343" y="8709"/>
                </a:lnTo>
                <a:lnTo>
                  <a:pt x="343" y="8645"/>
                </a:lnTo>
                <a:lnTo>
                  <a:pt x="364" y="8538"/>
                </a:lnTo>
                <a:lnTo>
                  <a:pt x="364" y="8452"/>
                </a:lnTo>
                <a:lnTo>
                  <a:pt x="364" y="8366"/>
                </a:lnTo>
                <a:lnTo>
                  <a:pt x="407" y="8324"/>
                </a:lnTo>
                <a:lnTo>
                  <a:pt x="429" y="8324"/>
                </a:lnTo>
                <a:lnTo>
                  <a:pt x="471" y="8324"/>
                </a:lnTo>
                <a:lnTo>
                  <a:pt x="471" y="8324"/>
                </a:lnTo>
                <a:lnTo>
                  <a:pt x="493" y="8345"/>
                </a:lnTo>
                <a:lnTo>
                  <a:pt x="514" y="8409"/>
                </a:lnTo>
                <a:lnTo>
                  <a:pt x="535" y="8580"/>
                </a:lnTo>
                <a:lnTo>
                  <a:pt x="557" y="8645"/>
                </a:lnTo>
                <a:lnTo>
                  <a:pt x="578" y="8687"/>
                </a:lnTo>
                <a:lnTo>
                  <a:pt x="621" y="8709"/>
                </a:lnTo>
                <a:lnTo>
                  <a:pt x="707" y="8666"/>
                </a:lnTo>
                <a:lnTo>
                  <a:pt x="707" y="8666"/>
                </a:lnTo>
                <a:lnTo>
                  <a:pt x="707" y="8623"/>
                </a:lnTo>
                <a:lnTo>
                  <a:pt x="728" y="8538"/>
                </a:lnTo>
                <a:lnTo>
                  <a:pt x="728" y="8324"/>
                </a:lnTo>
                <a:lnTo>
                  <a:pt x="749" y="8110"/>
                </a:lnTo>
                <a:lnTo>
                  <a:pt x="771" y="8045"/>
                </a:lnTo>
                <a:lnTo>
                  <a:pt x="771" y="8045"/>
                </a:lnTo>
                <a:lnTo>
                  <a:pt x="792" y="8024"/>
                </a:lnTo>
                <a:lnTo>
                  <a:pt x="792" y="8024"/>
                </a:lnTo>
                <a:lnTo>
                  <a:pt x="835" y="8067"/>
                </a:lnTo>
                <a:lnTo>
                  <a:pt x="856" y="8131"/>
                </a:lnTo>
                <a:lnTo>
                  <a:pt x="835" y="8324"/>
                </a:lnTo>
                <a:lnTo>
                  <a:pt x="835" y="8431"/>
                </a:lnTo>
                <a:lnTo>
                  <a:pt x="835" y="8538"/>
                </a:lnTo>
                <a:lnTo>
                  <a:pt x="878" y="8602"/>
                </a:lnTo>
                <a:lnTo>
                  <a:pt x="921" y="8645"/>
                </a:lnTo>
                <a:lnTo>
                  <a:pt x="921" y="8645"/>
                </a:lnTo>
                <a:lnTo>
                  <a:pt x="963" y="8666"/>
                </a:lnTo>
                <a:lnTo>
                  <a:pt x="1006" y="8666"/>
                </a:lnTo>
                <a:lnTo>
                  <a:pt x="1028" y="8645"/>
                </a:lnTo>
                <a:lnTo>
                  <a:pt x="1049" y="8602"/>
                </a:lnTo>
                <a:lnTo>
                  <a:pt x="1092" y="8516"/>
                </a:lnTo>
                <a:lnTo>
                  <a:pt x="1092" y="8409"/>
                </a:lnTo>
                <a:lnTo>
                  <a:pt x="1092" y="8152"/>
                </a:lnTo>
                <a:lnTo>
                  <a:pt x="1092" y="7981"/>
                </a:lnTo>
                <a:lnTo>
                  <a:pt x="1092" y="7981"/>
                </a:lnTo>
                <a:lnTo>
                  <a:pt x="1070" y="7832"/>
                </a:lnTo>
                <a:lnTo>
                  <a:pt x="1092" y="7746"/>
                </a:lnTo>
                <a:lnTo>
                  <a:pt x="1113" y="7725"/>
                </a:lnTo>
                <a:lnTo>
                  <a:pt x="1135" y="7703"/>
                </a:lnTo>
                <a:lnTo>
                  <a:pt x="1135" y="7703"/>
                </a:lnTo>
                <a:lnTo>
                  <a:pt x="1177" y="7682"/>
                </a:lnTo>
                <a:lnTo>
                  <a:pt x="1199" y="7703"/>
                </a:lnTo>
                <a:lnTo>
                  <a:pt x="1199" y="7746"/>
                </a:lnTo>
                <a:lnTo>
                  <a:pt x="1220" y="7789"/>
                </a:lnTo>
                <a:lnTo>
                  <a:pt x="1220" y="7789"/>
                </a:lnTo>
                <a:lnTo>
                  <a:pt x="1242" y="7832"/>
                </a:lnTo>
                <a:lnTo>
                  <a:pt x="1263" y="7874"/>
                </a:lnTo>
                <a:lnTo>
                  <a:pt x="1284" y="7896"/>
                </a:lnTo>
                <a:lnTo>
                  <a:pt x="1349" y="7896"/>
                </a:lnTo>
                <a:lnTo>
                  <a:pt x="1349" y="7896"/>
                </a:lnTo>
                <a:lnTo>
                  <a:pt x="1370" y="7874"/>
                </a:lnTo>
                <a:lnTo>
                  <a:pt x="1391" y="7853"/>
                </a:lnTo>
                <a:lnTo>
                  <a:pt x="1391" y="7746"/>
                </a:lnTo>
                <a:lnTo>
                  <a:pt x="1391" y="7596"/>
                </a:lnTo>
                <a:lnTo>
                  <a:pt x="1391" y="7596"/>
                </a:lnTo>
                <a:lnTo>
                  <a:pt x="1391" y="7511"/>
                </a:lnTo>
                <a:lnTo>
                  <a:pt x="1413" y="7425"/>
                </a:lnTo>
                <a:lnTo>
                  <a:pt x="1456" y="7339"/>
                </a:lnTo>
                <a:lnTo>
                  <a:pt x="1498" y="7318"/>
                </a:lnTo>
                <a:lnTo>
                  <a:pt x="1541" y="7297"/>
                </a:lnTo>
                <a:lnTo>
                  <a:pt x="1541" y="7297"/>
                </a:lnTo>
                <a:lnTo>
                  <a:pt x="1562" y="7297"/>
                </a:lnTo>
                <a:lnTo>
                  <a:pt x="1584" y="7318"/>
                </a:lnTo>
                <a:lnTo>
                  <a:pt x="1627" y="7404"/>
                </a:lnTo>
                <a:lnTo>
                  <a:pt x="1669" y="7553"/>
                </a:lnTo>
                <a:lnTo>
                  <a:pt x="1669" y="7553"/>
                </a:lnTo>
                <a:lnTo>
                  <a:pt x="1712" y="7618"/>
                </a:lnTo>
                <a:lnTo>
                  <a:pt x="1755" y="7660"/>
                </a:lnTo>
                <a:lnTo>
                  <a:pt x="1798" y="7682"/>
                </a:lnTo>
                <a:lnTo>
                  <a:pt x="1841" y="7682"/>
                </a:lnTo>
                <a:lnTo>
                  <a:pt x="1926" y="7660"/>
                </a:lnTo>
                <a:lnTo>
                  <a:pt x="1990" y="7660"/>
                </a:lnTo>
                <a:lnTo>
                  <a:pt x="2033" y="7682"/>
                </a:lnTo>
                <a:lnTo>
                  <a:pt x="2033" y="7682"/>
                </a:lnTo>
                <a:lnTo>
                  <a:pt x="2097" y="7725"/>
                </a:lnTo>
                <a:lnTo>
                  <a:pt x="2140" y="7810"/>
                </a:lnTo>
                <a:lnTo>
                  <a:pt x="2247" y="7960"/>
                </a:lnTo>
                <a:lnTo>
                  <a:pt x="2247" y="7960"/>
                </a:lnTo>
                <a:lnTo>
                  <a:pt x="2311" y="8067"/>
                </a:lnTo>
                <a:lnTo>
                  <a:pt x="2333" y="8131"/>
                </a:lnTo>
                <a:lnTo>
                  <a:pt x="2311" y="8238"/>
                </a:lnTo>
                <a:lnTo>
                  <a:pt x="2290" y="8366"/>
                </a:lnTo>
                <a:lnTo>
                  <a:pt x="2290" y="8366"/>
                </a:lnTo>
                <a:lnTo>
                  <a:pt x="2226" y="8602"/>
                </a:lnTo>
                <a:lnTo>
                  <a:pt x="2162" y="8837"/>
                </a:lnTo>
                <a:lnTo>
                  <a:pt x="2097" y="9308"/>
                </a:lnTo>
                <a:lnTo>
                  <a:pt x="2097" y="9308"/>
                </a:lnTo>
                <a:lnTo>
                  <a:pt x="2055" y="9543"/>
                </a:lnTo>
                <a:lnTo>
                  <a:pt x="2012" y="9693"/>
                </a:lnTo>
                <a:lnTo>
                  <a:pt x="2012" y="9800"/>
                </a:lnTo>
                <a:lnTo>
                  <a:pt x="2012" y="9800"/>
                </a:lnTo>
                <a:lnTo>
                  <a:pt x="2033" y="9886"/>
                </a:lnTo>
                <a:lnTo>
                  <a:pt x="2055" y="9928"/>
                </a:lnTo>
                <a:lnTo>
                  <a:pt x="2097" y="9950"/>
                </a:lnTo>
                <a:lnTo>
                  <a:pt x="2119" y="10014"/>
                </a:lnTo>
                <a:lnTo>
                  <a:pt x="2119" y="10014"/>
                </a:lnTo>
                <a:lnTo>
                  <a:pt x="2140" y="10078"/>
                </a:lnTo>
                <a:lnTo>
                  <a:pt x="2140" y="10142"/>
                </a:lnTo>
                <a:lnTo>
                  <a:pt x="2140" y="10271"/>
                </a:lnTo>
                <a:lnTo>
                  <a:pt x="2162" y="10313"/>
                </a:lnTo>
                <a:lnTo>
                  <a:pt x="2204" y="10335"/>
                </a:lnTo>
                <a:lnTo>
                  <a:pt x="2269" y="10356"/>
                </a:lnTo>
                <a:lnTo>
                  <a:pt x="2376" y="10356"/>
                </a:lnTo>
                <a:lnTo>
                  <a:pt x="2376" y="10356"/>
                </a:lnTo>
                <a:lnTo>
                  <a:pt x="2504" y="10313"/>
                </a:lnTo>
                <a:lnTo>
                  <a:pt x="2654" y="10292"/>
                </a:lnTo>
                <a:lnTo>
                  <a:pt x="2654" y="10292"/>
                </a:lnTo>
                <a:lnTo>
                  <a:pt x="2782" y="10271"/>
                </a:lnTo>
                <a:lnTo>
                  <a:pt x="2889" y="10206"/>
                </a:lnTo>
                <a:lnTo>
                  <a:pt x="2889" y="10206"/>
                </a:lnTo>
                <a:lnTo>
                  <a:pt x="3017" y="10142"/>
                </a:lnTo>
                <a:lnTo>
                  <a:pt x="3146" y="10057"/>
                </a:lnTo>
                <a:lnTo>
                  <a:pt x="3146" y="10057"/>
                </a:lnTo>
                <a:lnTo>
                  <a:pt x="3189" y="9993"/>
                </a:lnTo>
                <a:lnTo>
                  <a:pt x="3210" y="9928"/>
                </a:lnTo>
                <a:lnTo>
                  <a:pt x="3231" y="9864"/>
                </a:lnTo>
                <a:lnTo>
                  <a:pt x="3274" y="9800"/>
                </a:lnTo>
                <a:lnTo>
                  <a:pt x="3274" y="9800"/>
                </a:lnTo>
                <a:lnTo>
                  <a:pt x="3317" y="9779"/>
                </a:lnTo>
                <a:lnTo>
                  <a:pt x="3360" y="9779"/>
                </a:lnTo>
                <a:lnTo>
                  <a:pt x="3445" y="9757"/>
                </a:lnTo>
                <a:lnTo>
                  <a:pt x="3488" y="9757"/>
                </a:lnTo>
                <a:lnTo>
                  <a:pt x="3488" y="9714"/>
                </a:lnTo>
                <a:lnTo>
                  <a:pt x="3509" y="9650"/>
                </a:lnTo>
                <a:lnTo>
                  <a:pt x="3488" y="9565"/>
                </a:lnTo>
                <a:lnTo>
                  <a:pt x="3488" y="9565"/>
                </a:lnTo>
                <a:lnTo>
                  <a:pt x="3445" y="9372"/>
                </a:lnTo>
                <a:lnTo>
                  <a:pt x="3360" y="9179"/>
                </a:lnTo>
                <a:lnTo>
                  <a:pt x="3274" y="8987"/>
                </a:lnTo>
                <a:lnTo>
                  <a:pt x="3210" y="8794"/>
                </a:lnTo>
                <a:lnTo>
                  <a:pt x="3210" y="8794"/>
                </a:lnTo>
                <a:lnTo>
                  <a:pt x="3060" y="8388"/>
                </a:lnTo>
                <a:lnTo>
                  <a:pt x="2996" y="8174"/>
                </a:lnTo>
                <a:lnTo>
                  <a:pt x="2975" y="8067"/>
                </a:lnTo>
                <a:lnTo>
                  <a:pt x="2996" y="8003"/>
                </a:lnTo>
                <a:lnTo>
                  <a:pt x="2996" y="8003"/>
                </a:lnTo>
                <a:lnTo>
                  <a:pt x="3082" y="7853"/>
                </a:lnTo>
                <a:lnTo>
                  <a:pt x="3167" y="7767"/>
                </a:lnTo>
                <a:lnTo>
                  <a:pt x="3210" y="7725"/>
                </a:lnTo>
                <a:lnTo>
                  <a:pt x="3210" y="7725"/>
                </a:lnTo>
                <a:lnTo>
                  <a:pt x="3274" y="7725"/>
                </a:lnTo>
                <a:lnTo>
                  <a:pt x="3317" y="7725"/>
                </a:lnTo>
                <a:lnTo>
                  <a:pt x="3360" y="7725"/>
                </a:lnTo>
                <a:lnTo>
                  <a:pt x="3424" y="7725"/>
                </a:lnTo>
                <a:lnTo>
                  <a:pt x="3424" y="7725"/>
                </a:lnTo>
                <a:lnTo>
                  <a:pt x="3488" y="7660"/>
                </a:lnTo>
                <a:lnTo>
                  <a:pt x="3552" y="7596"/>
                </a:lnTo>
                <a:lnTo>
                  <a:pt x="3638" y="7404"/>
                </a:lnTo>
                <a:lnTo>
                  <a:pt x="3745" y="7211"/>
                </a:lnTo>
                <a:lnTo>
                  <a:pt x="3830" y="7061"/>
                </a:lnTo>
                <a:lnTo>
                  <a:pt x="3830" y="7061"/>
                </a:lnTo>
                <a:lnTo>
                  <a:pt x="3895" y="6997"/>
                </a:lnTo>
                <a:lnTo>
                  <a:pt x="3937" y="6976"/>
                </a:lnTo>
                <a:lnTo>
                  <a:pt x="4002" y="6954"/>
                </a:lnTo>
                <a:lnTo>
                  <a:pt x="4044" y="6976"/>
                </a:lnTo>
                <a:lnTo>
                  <a:pt x="4173" y="7061"/>
                </a:lnTo>
                <a:lnTo>
                  <a:pt x="4301" y="7168"/>
                </a:lnTo>
                <a:lnTo>
                  <a:pt x="4301" y="7168"/>
                </a:lnTo>
                <a:lnTo>
                  <a:pt x="4686" y="7425"/>
                </a:lnTo>
                <a:lnTo>
                  <a:pt x="4879" y="7553"/>
                </a:lnTo>
                <a:lnTo>
                  <a:pt x="5050" y="7703"/>
                </a:lnTo>
                <a:lnTo>
                  <a:pt x="5050" y="7703"/>
                </a:lnTo>
                <a:lnTo>
                  <a:pt x="5157" y="7789"/>
                </a:lnTo>
                <a:lnTo>
                  <a:pt x="5285" y="7853"/>
                </a:lnTo>
                <a:lnTo>
                  <a:pt x="5328" y="7853"/>
                </a:lnTo>
                <a:lnTo>
                  <a:pt x="5371" y="7832"/>
                </a:lnTo>
                <a:lnTo>
                  <a:pt x="5392" y="7789"/>
                </a:lnTo>
                <a:lnTo>
                  <a:pt x="5414" y="7703"/>
                </a:lnTo>
                <a:lnTo>
                  <a:pt x="5414" y="7703"/>
                </a:lnTo>
                <a:close/>
                <a:moveTo>
                  <a:pt x="4323" y="3231"/>
                </a:moveTo>
                <a:lnTo>
                  <a:pt x="4323" y="3231"/>
                </a:lnTo>
                <a:lnTo>
                  <a:pt x="4408" y="3189"/>
                </a:lnTo>
                <a:lnTo>
                  <a:pt x="4515" y="3167"/>
                </a:lnTo>
                <a:lnTo>
                  <a:pt x="4622" y="3189"/>
                </a:lnTo>
                <a:lnTo>
                  <a:pt x="4708" y="3210"/>
                </a:lnTo>
                <a:lnTo>
                  <a:pt x="4708" y="3210"/>
                </a:lnTo>
                <a:lnTo>
                  <a:pt x="4665" y="3360"/>
                </a:lnTo>
                <a:lnTo>
                  <a:pt x="4579" y="3510"/>
                </a:lnTo>
                <a:lnTo>
                  <a:pt x="4472" y="3659"/>
                </a:lnTo>
                <a:lnTo>
                  <a:pt x="4408" y="3724"/>
                </a:lnTo>
                <a:lnTo>
                  <a:pt x="4365" y="3745"/>
                </a:lnTo>
                <a:lnTo>
                  <a:pt x="4365" y="3745"/>
                </a:lnTo>
                <a:lnTo>
                  <a:pt x="4301" y="3488"/>
                </a:lnTo>
                <a:lnTo>
                  <a:pt x="4301" y="3317"/>
                </a:lnTo>
                <a:lnTo>
                  <a:pt x="4301" y="3274"/>
                </a:lnTo>
                <a:lnTo>
                  <a:pt x="4323" y="3231"/>
                </a:lnTo>
                <a:lnTo>
                  <a:pt x="4323" y="3231"/>
                </a:lnTo>
                <a:close/>
                <a:moveTo>
                  <a:pt x="1092" y="3659"/>
                </a:moveTo>
                <a:lnTo>
                  <a:pt x="1092" y="3659"/>
                </a:lnTo>
                <a:lnTo>
                  <a:pt x="1070" y="3745"/>
                </a:lnTo>
                <a:lnTo>
                  <a:pt x="1049" y="3788"/>
                </a:lnTo>
                <a:lnTo>
                  <a:pt x="1028" y="3809"/>
                </a:lnTo>
                <a:lnTo>
                  <a:pt x="985" y="3809"/>
                </a:lnTo>
                <a:lnTo>
                  <a:pt x="942" y="3788"/>
                </a:lnTo>
                <a:lnTo>
                  <a:pt x="921" y="3745"/>
                </a:lnTo>
                <a:lnTo>
                  <a:pt x="878" y="3681"/>
                </a:lnTo>
                <a:lnTo>
                  <a:pt x="878" y="3617"/>
                </a:lnTo>
                <a:lnTo>
                  <a:pt x="878" y="3617"/>
                </a:lnTo>
                <a:lnTo>
                  <a:pt x="878" y="3531"/>
                </a:lnTo>
                <a:lnTo>
                  <a:pt x="899" y="3445"/>
                </a:lnTo>
                <a:lnTo>
                  <a:pt x="921" y="3424"/>
                </a:lnTo>
                <a:lnTo>
                  <a:pt x="942" y="3403"/>
                </a:lnTo>
                <a:lnTo>
                  <a:pt x="985" y="3403"/>
                </a:lnTo>
                <a:lnTo>
                  <a:pt x="1028" y="3424"/>
                </a:lnTo>
                <a:lnTo>
                  <a:pt x="1028" y="3424"/>
                </a:lnTo>
                <a:lnTo>
                  <a:pt x="1070" y="3424"/>
                </a:lnTo>
                <a:lnTo>
                  <a:pt x="1092" y="3467"/>
                </a:lnTo>
                <a:lnTo>
                  <a:pt x="1092" y="3531"/>
                </a:lnTo>
                <a:lnTo>
                  <a:pt x="1092" y="3659"/>
                </a:lnTo>
                <a:lnTo>
                  <a:pt x="1092" y="3659"/>
                </a:lnTo>
                <a:close/>
                <a:moveTo>
                  <a:pt x="1734" y="5285"/>
                </a:moveTo>
                <a:lnTo>
                  <a:pt x="1734" y="5285"/>
                </a:lnTo>
                <a:lnTo>
                  <a:pt x="1562" y="4900"/>
                </a:lnTo>
                <a:lnTo>
                  <a:pt x="1477" y="4708"/>
                </a:lnTo>
                <a:lnTo>
                  <a:pt x="1413" y="4515"/>
                </a:lnTo>
                <a:lnTo>
                  <a:pt x="1349" y="4323"/>
                </a:lnTo>
                <a:lnTo>
                  <a:pt x="1327" y="4109"/>
                </a:lnTo>
                <a:lnTo>
                  <a:pt x="1327" y="3916"/>
                </a:lnTo>
                <a:lnTo>
                  <a:pt x="1370" y="3702"/>
                </a:lnTo>
                <a:lnTo>
                  <a:pt x="1370" y="3702"/>
                </a:lnTo>
                <a:lnTo>
                  <a:pt x="1456" y="3873"/>
                </a:lnTo>
                <a:lnTo>
                  <a:pt x="1477" y="3916"/>
                </a:lnTo>
                <a:lnTo>
                  <a:pt x="1520" y="3916"/>
                </a:lnTo>
                <a:lnTo>
                  <a:pt x="1541" y="3916"/>
                </a:lnTo>
                <a:lnTo>
                  <a:pt x="1562" y="3873"/>
                </a:lnTo>
                <a:lnTo>
                  <a:pt x="1605" y="3788"/>
                </a:lnTo>
                <a:lnTo>
                  <a:pt x="1648" y="3659"/>
                </a:lnTo>
                <a:lnTo>
                  <a:pt x="1648" y="3531"/>
                </a:lnTo>
                <a:lnTo>
                  <a:pt x="1669" y="3424"/>
                </a:lnTo>
                <a:lnTo>
                  <a:pt x="1648" y="3381"/>
                </a:lnTo>
                <a:lnTo>
                  <a:pt x="1648" y="3381"/>
                </a:lnTo>
                <a:lnTo>
                  <a:pt x="1648" y="3189"/>
                </a:lnTo>
                <a:lnTo>
                  <a:pt x="1669" y="2996"/>
                </a:lnTo>
                <a:lnTo>
                  <a:pt x="1712" y="2804"/>
                </a:lnTo>
                <a:lnTo>
                  <a:pt x="1776" y="2611"/>
                </a:lnTo>
                <a:lnTo>
                  <a:pt x="1776" y="2611"/>
                </a:lnTo>
                <a:lnTo>
                  <a:pt x="1948" y="2269"/>
                </a:lnTo>
                <a:lnTo>
                  <a:pt x="2076" y="2076"/>
                </a:lnTo>
                <a:lnTo>
                  <a:pt x="2140" y="2012"/>
                </a:lnTo>
                <a:lnTo>
                  <a:pt x="2183" y="1990"/>
                </a:lnTo>
                <a:lnTo>
                  <a:pt x="2183" y="1990"/>
                </a:lnTo>
                <a:lnTo>
                  <a:pt x="2247" y="2012"/>
                </a:lnTo>
                <a:lnTo>
                  <a:pt x="2290" y="2055"/>
                </a:lnTo>
                <a:lnTo>
                  <a:pt x="2376" y="2162"/>
                </a:lnTo>
                <a:lnTo>
                  <a:pt x="2418" y="2247"/>
                </a:lnTo>
                <a:lnTo>
                  <a:pt x="2483" y="2290"/>
                </a:lnTo>
                <a:lnTo>
                  <a:pt x="2547" y="2333"/>
                </a:lnTo>
                <a:lnTo>
                  <a:pt x="2632" y="2333"/>
                </a:lnTo>
                <a:lnTo>
                  <a:pt x="2632" y="2333"/>
                </a:lnTo>
                <a:lnTo>
                  <a:pt x="2718" y="2311"/>
                </a:lnTo>
                <a:lnTo>
                  <a:pt x="2803" y="2290"/>
                </a:lnTo>
                <a:lnTo>
                  <a:pt x="2932" y="2183"/>
                </a:lnTo>
                <a:lnTo>
                  <a:pt x="3146" y="1948"/>
                </a:lnTo>
                <a:lnTo>
                  <a:pt x="3146" y="1948"/>
                </a:lnTo>
                <a:lnTo>
                  <a:pt x="3210" y="1862"/>
                </a:lnTo>
                <a:lnTo>
                  <a:pt x="3274" y="1841"/>
                </a:lnTo>
                <a:lnTo>
                  <a:pt x="3317" y="1819"/>
                </a:lnTo>
                <a:lnTo>
                  <a:pt x="3360" y="1819"/>
                </a:lnTo>
                <a:lnTo>
                  <a:pt x="3403" y="1862"/>
                </a:lnTo>
                <a:lnTo>
                  <a:pt x="3445" y="1905"/>
                </a:lnTo>
                <a:lnTo>
                  <a:pt x="3552" y="2055"/>
                </a:lnTo>
                <a:lnTo>
                  <a:pt x="3552" y="2055"/>
                </a:lnTo>
                <a:lnTo>
                  <a:pt x="3638" y="2183"/>
                </a:lnTo>
                <a:lnTo>
                  <a:pt x="3702" y="2333"/>
                </a:lnTo>
                <a:lnTo>
                  <a:pt x="3766" y="2483"/>
                </a:lnTo>
                <a:lnTo>
                  <a:pt x="3809" y="2654"/>
                </a:lnTo>
                <a:lnTo>
                  <a:pt x="3809" y="2654"/>
                </a:lnTo>
                <a:lnTo>
                  <a:pt x="3830" y="2846"/>
                </a:lnTo>
                <a:lnTo>
                  <a:pt x="3830" y="3060"/>
                </a:lnTo>
                <a:lnTo>
                  <a:pt x="3830" y="3274"/>
                </a:lnTo>
                <a:lnTo>
                  <a:pt x="3852" y="3381"/>
                </a:lnTo>
                <a:lnTo>
                  <a:pt x="3873" y="3488"/>
                </a:lnTo>
                <a:lnTo>
                  <a:pt x="3873" y="3488"/>
                </a:lnTo>
                <a:lnTo>
                  <a:pt x="3895" y="3552"/>
                </a:lnTo>
                <a:lnTo>
                  <a:pt x="3937" y="3617"/>
                </a:lnTo>
                <a:lnTo>
                  <a:pt x="3959" y="3681"/>
                </a:lnTo>
                <a:lnTo>
                  <a:pt x="4002" y="3745"/>
                </a:lnTo>
                <a:lnTo>
                  <a:pt x="4002" y="3745"/>
                </a:lnTo>
                <a:lnTo>
                  <a:pt x="4002" y="3831"/>
                </a:lnTo>
                <a:lnTo>
                  <a:pt x="4002" y="3916"/>
                </a:lnTo>
                <a:lnTo>
                  <a:pt x="3959" y="4087"/>
                </a:lnTo>
                <a:lnTo>
                  <a:pt x="3959" y="4087"/>
                </a:lnTo>
                <a:lnTo>
                  <a:pt x="3916" y="4301"/>
                </a:lnTo>
                <a:lnTo>
                  <a:pt x="3852" y="4515"/>
                </a:lnTo>
                <a:lnTo>
                  <a:pt x="3702" y="4922"/>
                </a:lnTo>
                <a:lnTo>
                  <a:pt x="3509" y="5328"/>
                </a:lnTo>
                <a:lnTo>
                  <a:pt x="3360" y="5735"/>
                </a:lnTo>
                <a:lnTo>
                  <a:pt x="3360" y="5735"/>
                </a:lnTo>
                <a:lnTo>
                  <a:pt x="3231" y="5992"/>
                </a:lnTo>
                <a:lnTo>
                  <a:pt x="3146" y="6184"/>
                </a:lnTo>
                <a:lnTo>
                  <a:pt x="3060" y="6355"/>
                </a:lnTo>
                <a:lnTo>
                  <a:pt x="2953" y="6505"/>
                </a:lnTo>
                <a:lnTo>
                  <a:pt x="2825" y="6633"/>
                </a:lnTo>
                <a:lnTo>
                  <a:pt x="2761" y="6676"/>
                </a:lnTo>
                <a:lnTo>
                  <a:pt x="2696" y="6719"/>
                </a:lnTo>
                <a:lnTo>
                  <a:pt x="2632" y="6719"/>
                </a:lnTo>
                <a:lnTo>
                  <a:pt x="2568" y="6698"/>
                </a:lnTo>
                <a:lnTo>
                  <a:pt x="2568" y="6698"/>
                </a:lnTo>
                <a:lnTo>
                  <a:pt x="2483" y="6676"/>
                </a:lnTo>
                <a:lnTo>
                  <a:pt x="2418" y="6612"/>
                </a:lnTo>
                <a:lnTo>
                  <a:pt x="2311" y="6441"/>
                </a:lnTo>
                <a:lnTo>
                  <a:pt x="2140" y="6077"/>
                </a:lnTo>
                <a:lnTo>
                  <a:pt x="2140" y="6077"/>
                </a:lnTo>
                <a:lnTo>
                  <a:pt x="1734" y="5285"/>
                </a:lnTo>
                <a:lnTo>
                  <a:pt x="1734" y="5285"/>
                </a:lnTo>
                <a:close/>
                <a:moveTo>
                  <a:pt x="2803" y="8366"/>
                </a:moveTo>
                <a:lnTo>
                  <a:pt x="2803" y="8366"/>
                </a:lnTo>
                <a:lnTo>
                  <a:pt x="2782" y="8409"/>
                </a:lnTo>
                <a:lnTo>
                  <a:pt x="2739" y="8452"/>
                </a:lnTo>
                <a:lnTo>
                  <a:pt x="2632" y="8516"/>
                </a:lnTo>
                <a:lnTo>
                  <a:pt x="2589" y="8538"/>
                </a:lnTo>
                <a:lnTo>
                  <a:pt x="2547" y="8538"/>
                </a:lnTo>
                <a:lnTo>
                  <a:pt x="2525" y="8495"/>
                </a:lnTo>
                <a:lnTo>
                  <a:pt x="2504" y="8431"/>
                </a:lnTo>
                <a:lnTo>
                  <a:pt x="2504" y="8431"/>
                </a:lnTo>
                <a:lnTo>
                  <a:pt x="2525" y="8345"/>
                </a:lnTo>
                <a:lnTo>
                  <a:pt x="2547" y="8302"/>
                </a:lnTo>
                <a:lnTo>
                  <a:pt x="2589" y="8238"/>
                </a:lnTo>
                <a:lnTo>
                  <a:pt x="2654" y="8217"/>
                </a:lnTo>
                <a:lnTo>
                  <a:pt x="2696" y="8217"/>
                </a:lnTo>
                <a:lnTo>
                  <a:pt x="2739" y="8238"/>
                </a:lnTo>
                <a:lnTo>
                  <a:pt x="2782" y="8281"/>
                </a:lnTo>
                <a:lnTo>
                  <a:pt x="2803" y="8366"/>
                </a:lnTo>
                <a:lnTo>
                  <a:pt x="2803" y="8366"/>
                </a:lnTo>
                <a:close/>
                <a:moveTo>
                  <a:pt x="2269" y="7489"/>
                </a:moveTo>
                <a:lnTo>
                  <a:pt x="2269" y="7489"/>
                </a:lnTo>
                <a:lnTo>
                  <a:pt x="2226" y="7446"/>
                </a:lnTo>
                <a:lnTo>
                  <a:pt x="2226" y="7425"/>
                </a:lnTo>
                <a:lnTo>
                  <a:pt x="2290" y="7361"/>
                </a:lnTo>
                <a:lnTo>
                  <a:pt x="2290" y="7361"/>
                </a:lnTo>
                <a:lnTo>
                  <a:pt x="2311" y="7382"/>
                </a:lnTo>
                <a:lnTo>
                  <a:pt x="2311" y="7425"/>
                </a:lnTo>
                <a:lnTo>
                  <a:pt x="2290" y="7446"/>
                </a:lnTo>
                <a:lnTo>
                  <a:pt x="2269" y="7489"/>
                </a:lnTo>
                <a:lnTo>
                  <a:pt x="2269" y="7489"/>
                </a:lnTo>
                <a:close/>
                <a:moveTo>
                  <a:pt x="1926" y="7361"/>
                </a:moveTo>
                <a:lnTo>
                  <a:pt x="1926" y="7361"/>
                </a:lnTo>
                <a:lnTo>
                  <a:pt x="1883" y="7361"/>
                </a:lnTo>
                <a:lnTo>
                  <a:pt x="1862" y="7339"/>
                </a:lnTo>
                <a:lnTo>
                  <a:pt x="1798" y="7275"/>
                </a:lnTo>
                <a:lnTo>
                  <a:pt x="1755" y="7190"/>
                </a:lnTo>
                <a:lnTo>
                  <a:pt x="1734" y="7083"/>
                </a:lnTo>
                <a:lnTo>
                  <a:pt x="1712" y="6890"/>
                </a:lnTo>
                <a:lnTo>
                  <a:pt x="1712" y="6805"/>
                </a:lnTo>
                <a:lnTo>
                  <a:pt x="1712" y="6805"/>
                </a:lnTo>
                <a:lnTo>
                  <a:pt x="1755" y="6655"/>
                </a:lnTo>
                <a:lnTo>
                  <a:pt x="1819" y="6484"/>
                </a:lnTo>
                <a:lnTo>
                  <a:pt x="1862" y="6398"/>
                </a:lnTo>
                <a:lnTo>
                  <a:pt x="1905" y="6334"/>
                </a:lnTo>
                <a:lnTo>
                  <a:pt x="1969" y="6291"/>
                </a:lnTo>
                <a:lnTo>
                  <a:pt x="2012" y="6312"/>
                </a:lnTo>
                <a:lnTo>
                  <a:pt x="2012" y="6312"/>
                </a:lnTo>
                <a:lnTo>
                  <a:pt x="2076" y="6398"/>
                </a:lnTo>
                <a:lnTo>
                  <a:pt x="2204" y="6591"/>
                </a:lnTo>
                <a:lnTo>
                  <a:pt x="2376" y="6890"/>
                </a:lnTo>
                <a:lnTo>
                  <a:pt x="2376" y="6890"/>
                </a:lnTo>
                <a:lnTo>
                  <a:pt x="2354" y="6933"/>
                </a:lnTo>
                <a:lnTo>
                  <a:pt x="2311" y="6997"/>
                </a:lnTo>
                <a:lnTo>
                  <a:pt x="2183" y="7147"/>
                </a:lnTo>
                <a:lnTo>
                  <a:pt x="2033" y="7297"/>
                </a:lnTo>
                <a:lnTo>
                  <a:pt x="1969" y="7339"/>
                </a:lnTo>
                <a:lnTo>
                  <a:pt x="1926" y="7361"/>
                </a:lnTo>
                <a:lnTo>
                  <a:pt x="1926" y="7361"/>
                </a:lnTo>
                <a:close/>
                <a:moveTo>
                  <a:pt x="3146" y="9458"/>
                </a:moveTo>
                <a:lnTo>
                  <a:pt x="3146" y="9458"/>
                </a:lnTo>
                <a:lnTo>
                  <a:pt x="3103" y="9479"/>
                </a:lnTo>
                <a:lnTo>
                  <a:pt x="2996" y="9543"/>
                </a:lnTo>
                <a:lnTo>
                  <a:pt x="2718" y="9650"/>
                </a:lnTo>
                <a:lnTo>
                  <a:pt x="2440" y="9714"/>
                </a:lnTo>
                <a:lnTo>
                  <a:pt x="2354" y="9736"/>
                </a:lnTo>
                <a:lnTo>
                  <a:pt x="2290" y="9714"/>
                </a:lnTo>
                <a:lnTo>
                  <a:pt x="2290" y="9714"/>
                </a:lnTo>
                <a:lnTo>
                  <a:pt x="2269" y="9693"/>
                </a:lnTo>
                <a:lnTo>
                  <a:pt x="2269" y="9650"/>
                </a:lnTo>
                <a:lnTo>
                  <a:pt x="2311" y="9565"/>
                </a:lnTo>
                <a:lnTo>
                  <a:pt x="2397" y="9479"/>
                </a:lnTo>
                <a:lnTo>
                  <a:pt x="2504" y="9372"/>
                </a:lnTo>
                <a:lnTo>
                  <a:pt x="2739" y="9201"/>
                </a:lnTo>
                <a:lnTo>
                  <a:pt x="2910" y="9137"/>
                </a:lnTo>
                <a:lnTo>
                  <a:pt x="2910" y="9137"/>
                </a:lnTo>
                <a:lnTo>
                  <a:pt x="2953" y="9137"/>
                </a:lnTo>
                <a:lnTo>
                  <a:pt x="3017" y="9137"/>
                </a:lnTo>
                <a:lnTo>
                  <a:pt x="3039" y="9179"/>
                </a:lnTo>
                <a:lnTo>
                  <a:pt x="3082" y="9201"/>
                </a:lnTo>
                <a:lnTo>
                  <a:pt x="3124" y="9329"/>
                </a:lnTo>
                <a:lnTo>
                  <a:pt x="3146" y="9458"/>
                </a:lnTo>
                <a:lnTo>
                  <a:pt x="3146" y="9458"/>
                </a:lnTo>
                <a:close/>
                <a:moveTo>
                  <a:pt x="2718" y="7896"/>
                </a:moveTo>
                <a:lnTo>
                  <a:pt x="2718" y="7896"/>
                </a:lnTo>
                <a:lnTo>
                  <a:pt x="2718" y="7853"/>
                </a:lnTo>
                <a:lnTo>
                  <a:pt x="2718" y="7832"/>
                </a:lnTo>
                <a:lnTo>
                  <a:pt x="2739" y="7725"/>
                </a:lnTo>
                <a:lnTo>
                  <a:pt x="2761" y="7639"/>
                </a:lnTo>
                <a:lnTo>
                  <a:pt x="2782" y="7553"/>
                </a:lnTo>
                <a:lnTo>
                  <a:pt x="2782" y="7553"/>
                </a:lnTo>
                <a:lnTo>
                  <a:pt x="2739" y="7511"/>
                </a:lnTo>
                <a:lnTo>
                  <a:pt x="2696" y="7468"/>
                </a:lnTo>
                <a:lnTo>
                  <a:pt x="2696" y="7425"/>
                </a:lnTo>
                <a:lnTo>
                  <a:pt x="2696" y="7404"/>
                </a:lnTo>
                <a:lnTo>
                  <a:pt x="2696" y="7382"/>
                </a:lnTo>
                <a:lnTo>
                  <a:pt x="2739" y="7361"/>
                </a:lnTo>
                <a:lnTo>
                  <a:pt x="2739" y="7361"/>
                </a:lnTo>
                <a:lnTo>
                  <a:pt x="2803" y="7382"/>
                </a:lnTo>
                <a:lnTo>
                  <a:pt x="2910" y="7446"/>
                </a:lnTo>
                <a:lnTo>
                  <a:pt x="2975" y="7511"/>
                </a:lnTo>
                <a:lnTo>
                  <a:pt x="3017" y="7575"/>
                </a:lnTo>
                <a:lnTo>
                  <a:pt x="3017" y="7575"/>
                </a:lnTo>
                <a:lnTo>
                  <a:pt x="2996" y="7639"/>
                </a:lnTo>
                <a:lnTo>
                  <a:pt x="2889" y="7746"/>
                </a:lnTo>
                <a:lnTo>
                  <a:pt x="2782" y="7832"/>
                </a:lnTo>
                <a:lnTo>
                  <a:pt x="2718" y="7896"/>
                </a:lnTo>
                <a:lnTo>
                  <a:pt x="2718" y="7896"/>
                </a:lnTo>
                <a:close/>
                <a:moveTo>
                  <a:pt x="3317" y="7425"/>
                </a:moveTo>
                <a:lnTo>
                  <a:pt x="3317" y="7425"/>
                </a:lnTo>
                <a:lnTo>
                  <a:pt x="3253" y="7425"/>
                </a:lnTo>
                <a:lnTo>
                  <a:pt x="3167" y="7382"/>
                </a:lnTo>
                <a:lnTo>
                  <a:pt x="2953" y="7232"/>
                </a:lnTo>
                <a:lnTo>
                  <a:pt x="2761" y="7083"/>
                </a:lnTo>
                <a:lnTo>
                  <a:pt x="2654" y="6997"/>
                </a:lnTo>
                <a:lnTo>
                  <a:pt x="2654" y="6997"/>
                </a:lnTo>
                <a:lnTo>
                  <a:pt x="2782" y="6954"/>
                </a:lnTo>
                <a:lnTo>
                  <a:pt x="2910" y="6933"/>
                </a:lnTo>
                <a:lnTo>
                  <a:pt x="3017" y="6912"/>
                </a:lnTo>
                <a:lnTo>
                  <a:pt x="3146" y="6847"/>
                </a:lnTo>
                <a:lnTo>
                  <a:pt x="3146" y="6847"/>
                </a:lnTo>
                <a:lnTo>
                  <a:pt x="3210" y="6783"/>
                </a:lnTo>
                <a:lnTo>
                  <a:pt x="3231" y="6698"/>
                </a:lnTo>
                <a:lnTo>
                  <a:pt x="3253" y="6633"/>
                </a:lnTo>
                <a:lnTo>
                  <a:pt x="3274" y="6548"/>
                </a:lnTo>
                <a:lnTo>
                  <a:pt x="3274" y="6548"/>
                </a:lnTo>
                <a:lnTo>
                  <a:pt x="3338" y="6419"/>
                </a:lnTo>
                <a:lnTo>
                  <a:pt x="3403" y="6377"/>
                </a:lnTo>
                <a:lnTo>
                  <a:pt x="3445" y="6377"/>
                </a:lnTo>
                <a:lnTo>
                  <a:pt x="3445" y="6377"/>
                </a:lnTo>
                <a:lnTo>
                  <a:pt x="3509" y="6441"/>
                </a:lnTo>
                <a:lnTo>
                  <a:pt x="3595" y="6548"/>
                </a:lnTo>
                <a:lnTo>
                  <a:pt x="3723" y="6740"/>
                </a:lnTo>
                <a:lnTo>
                  <a:pt x="3723" y="6740"/>
                </a:lnTo>
                <a:lnTo>
                  <a:pt x="3659" y="6890"/>
                </a:lnTo>
                <a:lnTo>
                  <a:pt x="3552" y="7125"/>
                </a:lnTo>
                <a:lnTo>
                  <a:pt x="3424" y="7318"/>
                </a:lnTo>
                <a:lnTo>
                  <a:pt x="3360" y="7404"/>
                </a:lnTo>
                <a:lnTo>
                  <a:pt x="3317" y="7425"/>
                </a:lnTo>
                <a:lnTo>
                  <a:pt x="3317" y="7425"/>
                </a:lnTo>
                <a:close/>
                <a:moveTo>
                  <a:pt x="2910" y="4708"/>
                </a:moveTo>
                <a:lnTo>
                  <a:pt x="2910" y="4708"/>
                </a:lnTo>
                <a:lnTo>
                  <a:pt x="2975" y="4644"/>
                </a:lnTo>
                <a:lnTo>
                  <a:pt x="3060" y="4515"/>
                </a:lnTo>
                <a:lnTo>
                  <a:pt x="3082" y="4472"/>
                </a:lnTo>
                <a:lnTo>
                  <a:pt x="3082" y="4408"/>
                </a:lnTo>
                <a:lnTo>
                  <a:pt x="3060" y="4365"/>
                </a:lnTo>
                <a:lnTo>
                  <a:pt x="3017" y="4344"/>
                </a:lnTo>
                <a:lnTo>
                  <a:pt x="3017" y="4344"/>
                </a:lnTo>
                <a:lnTo>
                  <a:pt x="2975" y="4344"/>
                </a:lnTo>
                <a:lnTo>
                  <a:pt x="2932" y="4365"/>
                </a:lnTo>
                <a:lnTo>
                  <a:pt x="2846" y="4472"/>
                </a:lnTo>
                <a:lnTo>
                  <a:pt x="2782" y="4558"/>
                </a:lnTo>
                <a:lnTo>
                  <a:pt x="2761" y="4601"/>
                </a:lnTo>
                <a:lnTo>
                  <a:pt x="2718" y="4622"/>
                </a:lnTo>
                <a:lnTo>
                  <a:pt x="2718" y="4622"/>
                </a:lnTo>
                <a:lnTo>
                  <a:pt x="2675" y="4601"/>
                </a:lnTo>
                <a:lnTo>
                  <a:pt x="2654" y="4601"/>
                </a:lnTo>
                <a:lnTo>
                  <a:pt x="2611" y="4558"/>
                </a:lnTo>
                <a:lnTo>
                  <a:pt x="2611" y="4515"/>
                </a:lnTo>
                <a:lnTo>
                  <a:pt x="2589" y="4408"/>
                </a:lnTo>
                <a:lnTo>
                  <a:pt x="2589" y="4280"/>
                </a:lnTo>
                <a:lnTo>
                  <a:pt x="2654" y="4023"/>
                </a:lnTo>
                <a:lnTo>
                  <a:pt x="2696" y="3852"/>
                </a:lnTo>
                <a:lnTo>
                  <a:pt x="2696" y="3852"/>
                </a:lnTo>
                <a:lnTo>
                  <a:pt x="2675" y="3788"/>
                </a:lnTo>
                <a:lnTo>
                  <a:pt x="2654" y="3745"/>
                </a:lnTo>
                <a:lnTo>
                  <a:pt x="2611" y="3745"/>
                </a:lnTo>
                <a:lnTo>
                  <a:pt x="2547" y="3766"/>
                </a:lnTo>
                <a:lnTo>
                  <a:pt x="2547" y="3766"/>
                </a:lnTo>
                <a:lnTo>
                  <a:pt x="2504" y="3809"/>
                </a:lnTo>
                <a:lnTo>
                  <a:pt x="2483" y="3873"/>
                </a:lnTo>
                <a:lnTo>
                  <a:pt x="2418" y="4066"/>
                </a:lnTo>
                <a:lnTo>
                  <a:pt x="2397" y="4258"/>
                </a:lnTo>
                <a:lnTo>
                  <a:pt x="2376" y="4387"/>
                </a:lnTo>
                <a:lnTo>
                  <a:pt x="2376" y="4387"/>
                </a:lnTo>
                <a:lnTo>
                  <a:pt x="2397" y="4515"/>
                </a:lnTo>
                <a:lnTo>
                  <a:pt x="2418" y="4622"/>
                </a:lnTo>
                <a:lnTo>
                  <a:pt x="2483" y="4708"/>
                </a:lnTo>
                <a:lnTo>
                  <a:pt x="2547" y="4772"/>
                </a:lnTo>
                <a:lnTo>
                  <a:pt x="2632" y="4815"/>
                </a:lnTo>
                <a:lnTo>
                  <a:pt x="2718" y="4836"/>
                </a:lnTo>
                <a:lnTo>
                  <a:pt x="2825" y="4793"/>
                </a:lnTo>
                <a:lnTo>
                  <a:pt x="2910" y="4708"/>
                </a:lnTo>
                <a:lnTo>
                  <a:pt x="2910" y="4708"/>
                </a:lnTo>
                <a:close/>
                <a:moveTo>
                  <a:pt x="2376" y="3060"/>
                </a:moveTo>
                <a:lnTo>
                  <a:pt x="2376" y="3060"/>
                </a:lnTo>
                <a:lnTo>
                  <a:pt x="2397" y="2996"/>
                </a:lnTo>
                <a:lnTo>
                  <a:pt x="2376" y="2953"/>
                </a:lnTo>
                <a:lnTo>
                  <a:pt x="2354" y="2911"/>
                </a:lnTo>
                <a:lnTo>
                  <a:pt x="2311" y="2868"/>
                </a:lnTo>
                <a:lnTo>
                  <a:pt x="2204" y="2804"/>
                </a:lnTo>
                <a:lnTo>
                  <a:pt x="2097" y="2782"/>
                </a:lnTo>
                <a:lnTo>
                  <a:pt x="2097" y="2782"/>
                </a:lnTo>
                <a:lnTo>
                  <a:pt x="1990" y="2825"/>
                </a:lnTo>
                <a:lnTo>
                  <a:pt x="1883" y="2889"/>
                </a:lnTo>
                <a:lnTo>
                  <a:pt x="1798" y="2996"/>
                </a:lnTo>
                <a:lnTo>
                  <a:pt x="1776" y="3039"/>
                </a:lnTo>
                <a:lnTo>
                  <a:pt x="1776" y="3103"/>
                </a:lnTo>
                <a:lnTo>
                  <a:pt x="1776" y="3103"/>
                </a:lnTo>
                <a:lnTo>
                  <a:pt x="1776" y="3189"/>
                </a:lnTo>
                <a:lnTo>
                  <a:pt x="1819" y="3231"/>
                </a:lnTo>
                <a:lnTo>
                  <a:pt x="1841" y="3253"/>
                </a:lnTo>
                <a:lnTo>
                  <a:pt x="1905" y="3231"/>
                </a:lnTo>
                <a:lnTo>
                  <a:pt x="1990" y="3146"/>
                </a:lnTo>
                <a:lnTo>
                  <a:pt x="2076" y="3082"/>
                </a:lnTo>
                <a:lnTo>
                  <a:pt x="2076" y="3082"/>
                </a:lnTo>
                <a:lnTo>
                  <a:pt x="2119" y="3082"/>
                </a:lnTo>
                <a:lnTo>
                  <a:pt x="2162" y="3082"/>
                </a:lnTo>
                <a:lnTo>
                  <a:pt x="2226" y="3124"/>
                </a:lnTo>
                <a:lnTo>
                  <a:pt x="2269" y="3124"/>
                </a:lnTo>
                <a:lnTo>
                  <a:pt x="2311" y="3124"/>
                </a:lnTo>
                <a:lnTo>
                  <a:pt x="2354" y="3103"/>
                </a:lnTo>
                <a:lnTo>
                  <a:pt x="2376" y="3060"/>
                </a:lnTo>
                <a:lnTo>
                  <a:pt x="2376" y="3060"/>
                </a:lnTo>
                <a:close/>
                <a:moveTo>
                  <a:pt x="2975" y="3167"/>
                </a:moveTo>
                <a:lnTo>
                  <a:pt x="2975" y="3167"/>
                </a:lnTo>
                <a:lnTo>
                  <a:pt x="3017" y="3189"/>
                </a:lnTo>
                <a:lnTo>
                  <a:pt x="3039" y="3167"/>
                </a:lnTo>
                <a:lnTo>
                  <a:pt x="3124" y="3124"/>
                </a:lnTo>
                <a:lnTo>
                  <a:pt x="3210" y="3060"/>
                </a:lnTo>
                <a:lnTo>
                  <a:pt x="3253" y="3060"/>
                </a:lnTo>
                <a:lnTo>
                  <a:pt x="3317" y="3060"/>
                </a:lnTo>
                <a:lnTo>
                  <a:pt x="3317" y="3060"/>
                </a:lnTo>
                <a:lnTo>
                  <a:pt x="3403" y="3060"/>
                </a:lnTo>
                <a:lnTo>
                  <a:pt x="3424" y="3039"/>
                </a:lnTo>
                <a:lnTo>
                  <a:pt x="3445" y="3017"/>
                </a:lnTo>
                <a:lnTo>
                  <a:pt x="3467" y="2975"/>
                </a:lnTo>
                <a:lnTo>
                  <a:pt x="3424" y="2911"/>
                </a:lnTo>
                <a:lnTo>
                  <a:pt x="3381" y="2846"/>
                </a:lnTo>
                <a:lnTo>
                  <a:pt x="3296" y="2804"/>
                </a:lnTo>
                <a:lnTo>
                  <a:pt x="3189" y="2804"/>
                </a:lnTo>
                <a:lnTo>
                  <a:pt x="3146" y="2825"/>
                </a:lnTo>
                <a:lnTo>
                  <a:pt x="3082" y="2846"/>
                </a:lnTo>
                <a:lnTo>
                  <a:pt x="3082" y="2846"/>
                </a:lnTo>
                <a:lnTo>
                  <a:pt x="3017" y="2911"/>
                </a:lnTo>
                <a:lnTo>
                  <a:pt x="2953" y="2996"/>
                </a:lnTo>
                <a:lnTo>
                  <a:pt x="2932" y="3039"/>
                </a:lnTo>
                <a:lnTo>
                  <a:pt x="2932" y="3082"/>
                </a:lnTo>
                <a:lnTo>
                  <a:pt x="2932" y="3124"/>
                </a:lnTo>
                <a:lnTo>
                  <a:pt x="2975" y="3167"/>
                </a:lnTo>
                <a:lnTo>
                  <a:pt x="2975" y="3167"/>
                </a:lnTo>
                <a:close/>
                <a:moveTo>
                  <a:pt x="3103" y="3510"/>
                </a:moveTo>
                <a:lnTo>
                  <a:pt x="3103" y="3510"/>
                </a:lnTo>
                <a:lnTo>
                  <a:pt x="3103" y="3638"/>
                </a:lnTo>
                <a:lnTo>
                  <a:pt x="3124" y="3724"/>
                </a:lnTo>
                <a:lnTo>
                  <a:pt x="3167" y="3766"/>
                </a:lnTo>
                <a:lnTo>
                  <a:pt x="3210" y="3788"/>
                </a:lnTo>
                <a:lnTo>
                  <a:pt x="3253" y="3766"/>
                </a:lnTo>
                <a:lnTo>
                  <a:pt x="3296" y="3724"/>
                </a:lnTo>
                <a:lnTo>
                  <a:pt x="3338" y="3659"/>
                </a:lnTo>
                <a:lnTo>
                  <a:pt x="3360" y="3552"/>
                </a:lnTo>
                <a:lnTo>
                  <a:pt x="3360" y="3552"/>
                </a:lnTo>
                <a:lnTo>
                  <a:pt x="3360" y="3445"/>
                </a:lnTo>
                <a:lnTo>
                  <a:pt x="3317" y="3360"/>
                </a:lnTo>
                <a:lnTo>
                  <a:pt x="3274" y="3317"/>
                </a:lnTo>
                <a:lnTo>
                  <a:pt x="3231" y="3296"/>
                </a:lnTo>
                <a:lnTo>
                  <a:pt x="3189" y="3296"/>
                </a:lnTo>
                <a:lnTo>
                  <a:pt x="3146" y="3338"/>
                </a:lnTo>
                <a:lnTo>
                  <a:pt x="3103" y="3403"/>
                </a:lnTo>
                <a:lnTo>
                  <a:pt x="3103" y="3510"/>
                </a:lnTo>
                <a:lnTo>
                  <a:pt x="3103" y="3510"/>
                </a:lnTo>
                <a:close/>
                <a:moveTo>
                  <a:pt x="2269" y="3574"/>
                </a:moveTo>
                <a:lnTo>
                  <a:pt x="2269" y="3574"/>
                </a:lnTo>
                <a:lnTo>
                  <a:pt x="2247" y="3510"/>
                </a:lnTo>
                <a:lnTo>
                  <a:pt x="2226" y="3424"/>
                </a:lnTo>
                <a:lnTo>
                  <a:pt x="2183" y="3360"/>
                </a:lnTo>
                <a:lnTo>
                  <a:pt x="2140" y="3338"/>
                </a:lnTo>
                <a:lnTo>
                  <a:pt x="2097" y="3338"/>
                </a:lnTo>
                <a:lnTo>
                  <a:pt x="2097" y="3338"/>
                </a:lnTo>
                <a:lnTo>
                  <a:pt x="2076" y="3338"/>
                </a:lnTo>
                <a:lnTo>
                  <a:pt x="2033" y="3381"/>
                </a:lnTo>
                <a:lnTo>
                  <a:pt x="2012" y="3445"/>
                </a:lnTo>
                <a:lnTo>
                  <a:pt x="2012" y="3617"/>
                </a:lnTo>
                <a:lnTo>
                  <a:pt x="2012" y="3617"/>
                </a:lnTo>
                <a:lnTo>
                  <a:pt x="2012" y="3702"/>
                </a:lnTo>
                <a:lnTo>
                  <a:pt x="2012" y="3788"/>
                </a:lnTo>
                <a:lnTo>
                  <a:pt x="2033" y="3831"/>
                </a:lnTo>
                <a:lnTo>
                  <a:pt x="2055" y="3852"/>
                </a:lnTo>
                <a:lnTo>
                  <a:pt x="2097" y="3873"/>
                </a:lnTo>
                <a:lnTo>
                  <a:pt x="2140" y="3873"/>
                </a:lnTo>
                <a:lnTo>
                  <a:pt x="2140" y="3873"/>
                </a:lnTo>
                <a:lnTo>
                  <a:pt x="2183" y="3852"/>
                </a:lnTo>
                <a:lnTo>
                  <a:pt x="2226" y="3809"/>
                </a:lnTo>
                <a:lnTo>
                  <a:pt x="2247" y="3745"/>
                </a:lnTo>
                <a:lnTo>
                  <a:pt x="2269" y="3659"/>
                </a:lnTo>
                <a:lnTo>
                  <a:pt x="2269" y="3574"/>
                </a:lnTo>
                <a:lnTo>
                  <a:pt x="2269" y="3574"/>
                </a:lnTo>
                <a:close/>
                <a:moveTo>
                  <a:pt x="2696" y="5029"/>
                </a:moveTo>
                <a:lnTo>
                  <a:pt x="2696" y="5029"/>
                </a:lnTo>
                <a:lnTo>
                  <a:pt x="2611" y="5050"/>
                </a:lnTo>
                <a:lnTo>
                  <a:pt x="2525" y="5093"/>
                </a:lnTo>
                <a:lnTo>
                  <a:pt x="2461" y="5136"/>
                </a:lnTo>
                <a:lnTo>
                  <a:pt x="2440" y="5178"/>
                </a:lnTo>
                <a:lnTo>
                  <a:pt x="2440" y="5221"/>
                </a:lnTo>
                <a:lnTo>
                  <a:pt x="2440" y="5221"/>
                </a:lnTo>
                <a:lnTo>
                  <a:pt x="2461" y="5243"/>
                </a:lnTo>
                <a:lnTo>
                  <a:pt x="2483" y="5264"/>
                </a:lnTo>
                <a:lnTo>
                  <a:pt x="2589" y="5285"/>
                </a:lnTo>
                <a:lnTo>
                  <a:pt x="2782" y="5243"/>
                </a:lnTo>
                <a:lnTo>
                  <a:pt x="2782" y="5243"/>
                </a:lnTo>
                <a:lnTo>
                  <a:pt x="2803" y="5264"/>
                </a:lnTo>
                <a:lnTo>
                  <a:pt x="2889" y="5264"/>
                </a:lnTo>
                <a:lnTo>
                  <a:pt x="2953" y="5221"/>
                </a:lnTo>
                <a:lnTo>
                  <a:pt x="2975" y="5200"/>
                </a:lnTo>
                <a:lnTo>
                  <a:pt x="2975" y="5157"/>
                </a:lnTo>
                <a:lnTo>
                  <a:pt x="2975" y="5157"/>
                </a:lnTo>
                <a:lnTo>
                  <a:pt x="2953" y="5114"/>
                </a:lnTo>
                <a:lnTo>
                  <a:pt x="2932" y="5093"/>
                </a:lnTo>
                <a:lnTo>
                  <a:pt x="2868" y="5050"/>
                </a:lnTo>
                <a:lnTo>
                  <a:pt x="2761" y="5029"/>
                </a:lnTo>
                <a:lnTo>
                  <a:pt x="2696" y="5029"/>
                </a:lnTo>
                <a:lnTo>
                  <a:pt x="2696" y="5029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32"/>
          <p:cNvSpPr/>
          <p:nvPr/>
        </p:nvSpPr>
        <p:spPr>
          <a:xfrm>
            <a:off x="2742761" y="4016705"/>
            <a:ext cx="241712" cy="211660"/>
          </a:xfrm>
          <a:custGeom>
            <a:rect b="b" l="l" r="r" t="t"/>
            <a:pathLst>
              <a:path extrusionOk="0" h="7832" w="8944">
                <a:moveTo>
                  <a:pt x="5371" y="471"/>
                </a:moveTo>
                <a:lnTo>
                  <a:pt x="5478" y="492"/>
                </a:lnTo>
                <a:lnTo>
                  <a:pt x="5585" y="535"/>
                </a:lnTo>
                <a:lnTo>
                  <a:pt x="5627" y="599"/>
                </a:lnTo>
                <a:lnTo>
                  <a:pt x="5670" y="685"/>
                </a:lnTo>
                <a:lnTo>
                  <a:pt x="5670" y="792"/>
                </a:lnTo>
                <a:lnTo>
                  <a:pt x="5670" y="920"/>
                </a:lnTo>
                <a:lnTo>
                  <a:pt x="5649" y="963"/>
                </a:lnTo>
                <a:lnTo>
                  <a:pt x="5606" y="963"/>
                </a:lnTo>
                <a:lnTo>
                  <a:pt x="5499" y="985"/>
                </a:lnTo>
                <a:lnTo>
                  <a:pt x="5371" y="1006"/>
                </a:lnTo>
                <a:lnTo>
                  <a:pt x="5306" y="1027"/>
                </a:lnTo>
                <a:lnTo>
                  <a:pt x="5242" y="1070"/>
                </a:lnTo>
                <a:lnTo>
                  <a:pt x="5199" y="1113"/>
                </a:lnTo>
                <a:lnTo>
                  <a:pt x="5199" y="1156"/>
                </a:lnTo>
                <a:lnTo>
                  <a:pt x="5199" y="1220"/>
                </a:lnTo>
                <a:lnTo>
                  <a:pt x="5199" y="1241"/>
                </a:lnTo>
                <a:lnTo>
                  <a:pt x="5178" y="1241"/>
                </a:lnTo>
                <a:lnTo>
                  <a:pt x="5050" y="1284"/>
                </a:lnTo>
                <a:lnTo>
                  <a:pt x="4793" y="1327"/>
                </a:lnTo>
                <a:lnTo>
                  <a:pt x="4515" y="1327"/>
                </a:lnTo>
                <a:lnTo>
                  <a:pt x="4237" y="1305"/>
                </a:lnTo>
                <a:lnTo>
                  <a:pt x="3959" y="1305"/>
                </a:lnTo>
                <a:lnTo>
                  <a:pt x="3616" y="1348"/>
                </a:lnTo>
                <a:lnTo>
                  <a:pt x="3338" y="1348"/>
                </a:lnTo>
                <a:lnTo>
                  <a:pt x="3295" y="1305"/>
                </a:lnTo>
                <a:lnTo>
                  <a:pt x="3252" y="1263"/>
                </a:lnTo>
                <a:lnTo>
                  <a:pt x="3252" y="1220"/>
                </a:lnTo>
                <a:lnTo>
                  <a:pt x="3231" y="1177"/>
                </a:lnTo>
                <a:lnTo>
                  <a:pt x="3210" y="1113"/>
                </a:lnTo>
                <a:lnTo>
                  <a:pt x="3188" y="1092"/>
                </a:lnTo>
                <a:lnTo>
                  <a:pt x="2825" y="1092"/>
                </a:lnTo>
                <a:lnTo>
                  <a:pt x="2825" y="920"/>
                </a:lnTo>
                <a:lnTo>
                  <a:pt x="2825" y="813"/>
                </a:lnTo>
                <a:lnTo>
                  <a:pt x="2846" y="728"/>
                </a:lnTo>
                <a:lnTo>
                  <a:pt x="2996" y="664"/>
                </a:lnTo>
                <a:lnTo>
                  <a:pt x="3188" y="621"/>
                </a:lnTo>
                <a:lnTo>
                  <a:pt x="3552" y="578"/>
                </a:lnTo>
                <a:lnTo>
                  <a:pt x="3787" y="578"/>
                </a:lnTo>
                <a:lnTo>
                  <a:pt x="4044" y="557"/>
                </a:lnTo>
                <a:lnTo>
                  <a:pt x="4301" y="557"/>
                </a:lnTo>
                <a:lnTo>
                  <a:pt x="4536" y="535"/>
                </a:lnTo>
                <a:lnTo>
                  <a:pt x="5007" y="471"/>
                </a:lnTo>
                <a:close/>
                <a:moveTo>
                  <a:pt x="2354" y="4451"/>
                </a:moveTo>
                <a:lnTo>
                  <a:pt x="2397" y="4472"/>
                </a:lnTo>
                <a:lnTo>
                  <a:pt x="2397" y="4493"/>
                </a:lnTo>
                <a:lnTo>
                  <a:pt x="2397" y="4515"/>
                </a:lnTo>
                <a:lnTo>
                  <a:pt x="2354" y="4558"/>
                </a:lnTo>
                <a:lnTo>
                  <a:pt x="2290" y="4558"/>
                </a:lnTo>
                <a:lnTo>
                  <a:pt x="2290" y="4515"/>
                </a:lnTo>
                <a:lnTo>
                  <a:pt x="2311" y="4493"/>
                </a:lnTo>
                <a:lnTo>
                  <a:pt x="2354" y="4493"/>
                </a:lnTo>
                <a:lnTo>
                  <a:pt x="2354" y="4451"/>
                </a:lnTo>
                <a:close/>
                <a:moveTo>
                  <a:pt x="7981" y="1712"/>
                </a:moveTo>
                <a:lnTo>
                  <a:pt x="8024" y="1733"/>
                </a:lnTo>
                <a:lnTo>
                  <a:pt x="8066" y="1755"/>
                </a:lnTo>
                <a:lnTo>
                  <a:pt x="8088" y="1819"/>
                </a:lnTo>
                <a:lnTo>
                  <a:pt x="8131" y="2012"/>
                </a:lnTo>
                <a:lnTo>
                  <a:pt x="8195" y="2375"/>
                </a:lnTo>
                <a:lnTo>
                  <a:pt x="8238" y="2760"/>
                </a:lnTo>
                <a:lnTo>
                  <a:pt x="8259" y="3124"/>
                </a:lnTo>
                <a:lnTo>
                  <a:pt x="8323" y="3509"/>
                </a:lnTo>
                <a:lnTo>
                  <a:pt x="8345" y="3745"/>
                </a:lnTo>
                <a:lnTo>
                  <a:pt x="8366" y="3852"/>
                </a:lnTo>
                <a:lnTo>
                  <a:pt x="8345" y="3959"/>
                </a:lnTo>
                <a:lnTo>
                  <a:pt x="8323" y="4066"/>
                </a:lnTo>
                <a:lnTo>
                  <a:pt x="8280" y="4108"/>
                </a:lnTo>
                <a:lnTo>
                  <a:pt x="8216" y="4108"/>
                </a:lnTo>
                <a:lnTo>
                  <a:pt x="8109" y="4130"/>
                </a:lnTo>
                <a:lnTo>
                  <a:pt x="7211" y="4237"/>
                </a:lnTo>
                <a:lnTo>
                  <a:pt x="6761" y="4301"/>
                </a:lnTo>
                <a:lnTo>
                  <a:pt x="6312" y="4365"/>
                </a:lnTo>
                <a:lnTo>
                  <a:pt x="5820" y="4365"/>
                </a:lnTo>
                <a:lnTo>
                  <a:pt x="5777" y="4386"/>
                </a:lnTo>
                <a:lnTo>
                  <a:pt x="5713" y="4408"/>
                </a:lnTo>
                <a:lnTo>
                  <a:pt x="5649" y="4472"/>
                </a:lnTo>
                <a:lnTo>
                  <a:pt x="5606" y="4515"/>
                </a:lnTo>
                <a:lnTo>
                  <a:pt x="5542" y="4536"/>
                </a:lnTo>
                <a:lnTo>
                  <a:pt x="5520" y="4365"/>
                </a:lnTo>
                <a:lnTo>
                  <a:pt x="5499" y="4215"/>
                </a:lnTo>
                <a:lnTo>
                  <a:pt x="5435" y="4066"/>
                </a:lnTo>
                <a:lnTo>
                  <a:pt x="5392" y="4001"/>
                </a:lnTo>
                <a:lnTo>
                  <a:pt x="5328" y="3937"/>
                </a:lnTo>
                <a:lnTo>
                  <a:pt x="5199" y="3894"/>
                </a:lnTo>
                <a:lnTo>
                  <a:pt x="5050" y="3852"/>
                </a:lnTo>
                <a:lnTo>
                  <a:pt x="4900" y="3852"/>
                </a:lnTo>
                <a:lnTo>
                  <a:pt x="4772" y="3873"/>
                </a:lnTo>
                <a:lnTo>
                  <a:pt x="4579" y="3894"/>
                </a:lnTo>
                <a:lnTo>
                  <a:pt x="4386" y="3937"/>
                </a:lnTo>
                <a:lnTo>
                  <a:pt x="4215" y="3980"/>
                </a:lnTo>
                <a:lnTo>
                  <a:pt x="4023" y="4001"/>
                </a:lnTo>
                <a:lnTo>
                  <a:pt x="3723" y="3980"/>
                </a:lnTo>
                <a:lnTo>
                  <a:pt x="3573" y="3980"/>
                </a:lnTo>
                <a:lnTo>
                  <a:pt x="3509" y="4001"/>
                </a:lnTo>
                <a:lnTo>
                  <a:pt x="3424" y="4044"/>
                </a:lnTo>
                <a:lnTo>
                  <a:pt x="3359" y="4087"/>
                </a:lnTo>
                <a:lnTo>
                  <a:pt x="3338" y="4151"/>
                </a:lnTo>
                <a:lnTo>
                  <a:pt x="3317" y="4194"/>
                </a:lnTo>
                <a:lnTo>
                  <a:pt x="3317" y="4258"/>
                </a:lnTo>
                <a:lnTo>
                  <a:pt x="3338" y="4365"/>
                </a:lnTo>
                <a:lnTo>
                  <a:pt x="3338" y="4429"/>
                </a:lnTo>
                <a:lnTo>
                  <a:pt x="3317" y="4515"/>
                </a:lnTo>
                <a:lnTo>
                  <a:pt x="3274" y="4558"/>
                </a:lnTo>
                <a:lnTo>
                  <a:pt x="3231" y="4579"/>
                </a:lnTo>
                <a:lnTo>
                  <a:pt x="3081" y="4579"/>
                </a:lnTo>
                <a:lnTo>
                  <a:pt x="3060" y="4558"/>
                </a:lnTo>
                <a:lnTo>
                  <a:pt x="3038" y="4536"/>
                </a:lnTo>
                <a:lnTo>
                  <a:pt x="3017" y="4515"/>
                </a:lnTo>
                <a:lnTo>
                  <a:pt x="2932" y="4515"/>
                </a:lnTo>
                <a:lnTo>
                  <a:pt x="2846" y="4536"/>
                </a:lnTo>
                <a:lnTo>
                  <a:pt x="2782" y="4558"/>
                </a:lnTo>
                <a:lnTo>
                  <a:pt x="2696" y="4558"/>
                </a:lnTo>
                <a:lnTo>
                  <a:pt x="2653" y="4515"/>
                </a:lnTo>
                <a:lnTo>
                  <a:pt x="2611" y="4451"/>
                </a:lnTo>
                <a:lnTo>
                  <a:pt x="2589" y="4386"/>
                </a:lnTo>
                <a:lnTo>
                  <a:pt x="2546" y="4344"/>
                </a:lnTo>
                <a:lnTo>
                  <a:pt x="2504" y="4322"/>
                </a:lnTo>
                <a:lnTo>
                  <a:pt x="2439" y="4344"/>
                </a:lnTo>
                <a:lnTo>
                  <a:pt x="2332" y="4386"/>
                </a:lnTo>
                <a:lnTo>
                  <a:pt x="2332" y="4258"/>
                </a:lnTo>
                <a:lnTo>
                  <a:pt x="2311" y="4215"/>
                </a:lnTo>
                <a:lnTo>
                  <a:pt x="2268" y="4194"/>
                </a:lnTo>
                <a:lnTo>
                  <a:pt x="2204" y="4194"/>
                </a:lnTo>
                <a:lnTo>
                  <a:pt x="2118" y="4237"/>
                </a:lnTo>
                <a:lnTo>
                  <a:pt x="1905" y="4386"/>
                </a:lnTo>
                <a:lnTo>
                  <a:pt x="1798" y="4451"/>
                </a:lnTo>
                <a:lnTo>
                  <a:pt x="1733" y="4493"/>
                </a:lnTo>
                <a:lnTo>
                  <a:pt x="1755" y="4408"/>
                </a:lnTo>
                <a:lnTo>
                  <a:pt x="1798" y="4365"/>
                </a:lnTo>
                <a:lnTo>
                  <a:pt x="1733" y="4322"/>
                </a:lnTo>
                <a:lnTo>
                  <a:pt x="1712" y="4258"/>
                </a:lnTo>
                <a:lnTo>
                  <a:pt x="1733" y="4215"/>
                </a:lnTo>
                <a:lnTo>
                  <a:pt x="1755" y="4151"/>
                </a:lnTo>
                <a:lnTo>
                  <a:pt x="1712" y="4130"/>
                </a:lnTo>
                <a:lnTo>
                  <a:pt x="1691" y="4130"/>
                </a:lnTo>
                <a:lnTo>
                  <a:pt x="1626" y="4151"/>
                </a:lnTo>
                <a:lnTo>
                  <a:pt x="1562" y="4194"/>
                </a:lnTo>
                <a:lnTo>
                  <a:pt x="1498" y="4215"/>
                </a:lnTo>
                <a:lnTo>
                  <a:pt x="1498" y="4215"/>
                </a:lnTo>
                <a:lnTo>
                  <a:pt x="1562" y="4130"/>
                </a:lnTo>
                <a:lnTo>
                  <a:pt x="1584" y="4044"/>
                </a:lnTo>
                <a:lnTo>
                  <a:pt x="1605" y="3980"/>
                </a:lnTo>
                <a:lnTo>
                  <a:pt x="1584" y="3959"/>
                </a:lnTo>
                <a:lnTo>
                  <a:pt x="1562" y="3916"/>
                </a:lnTo>
                <a:lnTo>
                  <a:pt x="1519" y="3894"/>
                </a:lnTo>
                <a:lnTo>
                  <a:pt x="1455" y="3894"/>
                </a:lnTo>
                <a:lnTo>
                  <a:pt x="1412" y="3916"/>
                </a:lnTo>
                <a:lnTo>
                  <a:pt x="1327" y="3959"/>
                </a:lnTo>
                <a:lnTo>
                  <a:pt x="1263" y="4023"/>
                </a:lnTo>
                <a:lnTo>
                  <a:pt x="1156" y="4066"/>
                </a:lnTo>
                <a:lnTo>
                  <a:pt x="1156" y="3980"/>
                </a:lnTo>
                <a:lnTo>
                  <a:pt x="1134" y="3959"/>
                </a:lnTo>
                <a:lnTo>
                  <a:pt x="1091" y="3937"/>
                </a:lnTo>
                <a:lnTo>
                  <a:pt x="1070" y="3873"/>
                </a:lnTo>
                <a:lnTo>
                  <a:pt x="1049" y="3787"/>
                </a:lnTo>
                <a:lnTo>
                  <a:pt x="1070" y="3680"/>
                </a:lnTo>
                <a:lnTo>
                  <a:pt x="1091" y="3552"/>
                </a:lnTo>
                <a:lnTo>
                  <a:pt x="1091" y="3531"/>
                </a:lnTo>
                <a:lnTo>
                  <a:pt x="1070" y="3509"/>
                </a:lnTo>
                <a:lnTo>
                  <a:pt x="1027" y="3509"/>
                </a:lnTo>
                <a:lnTo>
                  <a:pt x="920" y="3466"/>
                </a:lnTo>
                <a:lnTo>
                  <a:pt x="963" y="3359"/>
                </a:lnTo>
                <a:lnTo>
                  <a:pt x="984" y="3231"/>
                </a:lnTo>
                <a:lnTo>
                  <a:pt x="1006" y="3188"/>
                </a:lnTo>
                <a:lnTo>
                  <a:pt x="984" y="3146"/>
                </a:lnTo>
                <a:lnTo>
                  <a:pt x="963" y="3103"/>
                </a:lnTo>
                <a:lnTo>
                  <a:pt x="899" y="3103"/>
                </a:lnTo>
                <a:lnTo>
                  <a:pt x="856" y="3124"/>
                </a:lnTo>
                <a:lnTo>
                  <a:pt x="813" y="3167"/>
                </a:lnTo>
                <a:lnTo>
                  <a:pt x="792" y="3231"/>
                </a:lnTo>
                <a:lnTo>
                  <a:pt x="749" y="3252"/>
                </a:lnTo>
                <a:lnTo>
                  <a:pt x="749" y="3210"/>
                </a:lnTo>
                <a:lnTo>
                  <a:pt x="813" y="3060"/>
                </a:lnTo>
                <a:lnTo>
                  <a:pt x="942" y="2825"/>
                </a:lnTo>
                <a:lnTo>
                  <a:pt x="942" y="2718"/>
                </a:lnTo>
                <a:lnTo>
                  <a:pt x="920" y="2696"/>
                </a:lnTo>
                <a:lnTo>
                  <a:pt x="856" y="2696"/>
                </a:lnTo>
                <a:lnTo>
                  <a:pt x="792" y="2739"/>
                </a:lnTo>
                <a:lnTo>
                  <a:pt x="685" y="2846"/>
                </a:lnTo>
                <a:lnTo>
                  <a:pt x="621" y="2889"/>
                </a:lnTo>
                <a:lnTo>
                  <a:pt x="599" y="2889"/>
                </a:lnTo>
                <a:lnTo>
                  <a:pt x="599" y="2846"/>
                </a:lnTo>
                <a:lnTo>
                  <a:pt x="642" y="2782"/>
                </a:lnTo>
                <a:lnTo>
                  <a:pt x="771" y="2525"/>
                </a:lnTo>
                <a:lnTo>
                  <a:pt x="856" y="2375"/>
                </a:lnTo>
                <a:lnTo>
                  <a:pt x="899" y="2268"/>
                </a:lnTo>
                <a:lnTo>
                  <a:pt x="920" y="2161"/>
                </a:lnTo>
                <a:lnTo>
                  <a:pt x="920" y="2119"/>
                </a:lnTo>
                <a:lnTo>
                  <a:pt x="899" y="2097"/>
                </a:lnTo>
                <a:lnTo>
                  <a:pt x="856" y="2097"/>
                </a:lnTo>
                <a:lnTo>
                  <a:pt x="792" y="2119"/>
                </a:lnTo>
                <a:lnTo>
                  <a:pt x="728" y="2140"/>
                </a:lnTo>
                <a:lnTo>
                  <a:pt x="685" y="2140"/>
                </a:lnTo>
                <a:lnTo>
                  <a:pt x="621" y="2119"/>
                </a:lnTo>
                <a:lnTo>
                  <a:pt x="599" y="2140"/>
                </a:lnTo>
                <a:lnTo>
                  <a:pt x="578" y="2161"/>
                </a:lnTo>
                <a:lnTo>
                  <a:pt x="535" y="2183"/>
                </a:lnTo>
                <a:lnTo>
                  <a:pt x="514" y="2183"/>
                </a:lnTo>
                <a:lnTo>
                  <a:pt x="514" y="2076"/>
                </a:lnTo>
                <a:lnTo>
                  <a:pt x="514" y="1990"/>
                </a:lnTo>
                <a:lnTo>
                  <a:pt x="578" y="1947"/>
                </a:lnTo>
                <a:lnTo>
                  <a:pt x="706" y="1926"/>
                </a:lnTo>
                <a:lnTo>
                  <a:pt x="899" y="1905"/>
                </a:lnTo>
                <a:lnTo>
                  <a:pt x="1091" y="1883"/>
                </a:lnTo>
                <a:lnTo>
                  <a:pt x="2974" y="1883"/>
                </a:lnTo>
                <a:lnTo>
                  <a:pt x="5799" y="1776"/>
                </a:lnTo>
                <a:lnTo>
                  <a:pt x="6697" y="1755"/>
                </a:lnTo>
                <a:lnTo>
                  <a:pt x="7574" y="1733"/>
                </a:lnTo>
                <a:lnTo>
                  <a:pt x="7917" y="1733"/>
                </a:lnTo>
                <a:lnTo>
                  <a:pt x="7981" y="1712"/>
                </a:lnTo>
                <a:close/>
                <a:moveTo>
                  <a:pt x="599" y="4558"/>
                </a:moveTo>
                <a:lnTo>
                  <a:pt x="599" y="4579"/>
                </a:lnTo>
                <a:lnTo>
                  <a:pt x="621" y="4579"/>
                </a:lnTo>
                <a:lnTo>
                  <a:pt x="621" y="4600"/>
                </a:lnTo>
                <a:lnTo>
                  <a:pt x="578" y="4600"/>
                </a:lnTo>
                <a:lnTo>
                  <a:pt x="578" y="4579"/>
                </a:lnTo>
                <a:lnTo>
                  <a:pt x="599" y="4558"/>
                </a:lnTo>
                <a:close/>
                <a:moveTo>
                  <a:pt x="963" y="4451"/>
                </a:moveTo>
                <a:lnTo>
                  <a:pt x="1006" y="4515"/>
                </a:lnTo>
                <a:lnTo>
                  <a:pt x="1027" y="4558"/>
                </a:lnTo>
                <a:lnTo>
                  <a:pt x="1027" y="4579"/>
                </a:lnTo>
                <a:lnTo>
                  <a:pt x="1027" y="4600"/>
                </a:lnTo>
                <a:lnTo>
                  <a:pt x="984" y="4622"/>
                </a:lnTo>
                <a:lnTo>
                  <a:pt x="942" y="4622"/>
                </a:lnTo>
                <a:lnTo>
                  <a:pt x="920" y="4600"/>
                </a:lnTo>
                <a:lnTo>
                  <a:pt x="899" y="4600"/>
                </a:lnTo>
                <a:lnTo>
                  <a:pt x="920" y="4558"/>
                </a:lnTo>
                <a:lnTo>
                  <a:pt x="963" y="4493"/>
                </a:lnTo>
                <a:lnTo>
                  <a:pt x="963" y="4451"/>
                </a:lnTo>
                <a:close/>
                <a:moveTo>
                  <a:pt x="4921" y="4344"/>
                </a:moveTo>
                <a:lnTo>
                  <a:pt x="5007" y="4365"/>
                </a:lnTo>
                <a:lnTo>
                  <a:pt x="5028" y="4386"/>
                </a:lnTo>
                <a:lnTo>
                  <a:pt x="5071" y="4408"/>
                </a:lnTo>
                <a:lnTo>
                  <a:pt x="5135" y="4536"/>
                </a:lnTo>
                <a:lnTo>
                  <a:pt x="5157" y="4643"/>
                </a:lnTo>
                <a:lnTo>
                  <a:pt x="5178" y="4750"/>
                </a:lnTo>
                <a:lnTo>
                  <a:pt x="5178" y="4879"/>
                </a:lnTo>
                <a:lnTo>
                  <a:pt x="5178" y="4921"/>
                </a:lnTo>
                <a:lnTo>
                  <a:pt x="5135" y="4964"/>
                </a:lnTo>
                <a:lnTo>
                  <a:pt x="5092" y="5007"/>
                </a:lnTo>
                <a:lnTo>
                  <a:pt x="5028" y="5028"/>
                </a:lnTo>
                <a:lnTo>
                  <a:pt x="4857" y="5071"/>
                </a:lnTo>
                <a:lnTo>
                  <a:pt x="4558" y="5114"/>
                </a:lnTo>
                <a:lnTo>
                  <a:pt x="4237" y="5178"/>
                </a:lnTo>
                <a:lnTo>
                  <a:pt x="4087" y="5199"/>
                </a:lnTo>
                <a:lnTo>
                  <a:pt x="4001" y="5178"/>
                </a:lnTo>
                <a:lnTo>
                  <a:pt x="3937" y="5157"/>
                </a:lnTo>
                <a:lnTo>
                  <a:pt x="3766" y="5028"/>
                </a:lnTo>
                <a:lnTo>
                  <a:pt x="3680" y="4921"/>
                </a:lnTo>
                <a:lnTo>
                  <a:pt x="3638" y="4857"/>
                </a:lnTo>
                <a:lnTo>
                  <a:pt x="3638" y="4772"/>
                </a:lnTo>
                <a:lnTo>
                  <a:pt x="3680" y="4643"/>
                </a:lnTo>
                <a:lnTo>
                  <a:pt x="3723" y="4536"/>
                </a:lnTo>
                <a:lnTo>
                  <a:pt x="3766" y="4451"/>
                </a:lnTo>
                <a:lnTo>
                  <a:pt x="3809" y="4451"/>
                </a:lnTo>
                <a:lnTo>
                  <a:pt x="3873" y="4429"/>
                </a:lnTo>
                <a:lnTo>
                  <a:pt x="4322" y="4429"/>
                </a:lnTo>
                <a:lnTo>
                  <a:pt x="4558" y="4408"/>
                </a:lnTo>
                <a:lnTo>
                  <a:pt x="4772" y="4365"/>
                </a:lnTo>
                <a:lnTo>
                  <a:pt x="4921" y="4344"/>
                </a:lnTo>
                <a:close/>
                <a:moveTo>
                  <a:pt x="8066" y="6526"/>
                </a:moveTo>
                <a:lnTo>
                  <a:pt x="8131" y="6547"/>
                </a:lnTo>
                <a:lnTo>
                  <a:pt x="8152" y="6590"/>
                </a:lnTo>
                <a:lnTo>
                  <a:pt x="8195" y="6676"/>
                </a:lnTo>
                <a:lnTo>
                  <a:pt x="8195" y="6761"/>
                </a:lnTo>
                <a:lnTo>
                  <a:pt x="8195" y="6890"/>
                </a:lnTo>
                <a:lnTo>
                  <a:pt x="8173" y="6997"/>
                </a:lnTo>
                <a:lnTo>
                  <a:pt x="8131" y="7082"/>
                </a:lnTo>
                <a:lnTo>
                  <a:pt x="8066" y="7125"/>
                </a:lnTo>
                <a:lnTo>
                  <a:pt x="7767" y="7125"/>
                </a:lnTo>
                <a:lnTo>
                  <a:pt x="7382" y="7104"/>
                </a:lnTo>
                <a:lnTo>
                  <a:pt x="7232" y="7104"/>
                </a:lnTo>
                <a:lnTo>
                  <a:pt x="7189" y="7061"/>
                </a:lnTo>
                <a:lnTo>
                  <a:pt x="7211" y="6954"/>
                </a:lnTo>
                <a:lnTo>
                  <a:pt x="7211" y="6890"/>
                </a:lnTo>
                <a:lnTo>
                  <a:pt x="7253" y="6826"/>
                </a:lnTo>
                <a:lnTo>
                  <a:pt x="7339" y="6719"/>
                </a:lnTo>
                <a:lnTo>
                  <a:pt x="7403" y="6654"/>
                </a:lnTo>
                <a:lnTo>
                  <a:pt x="7467" y="6612"/>
                </a:lnTo>
                <a:lnTo>
                  <a:pt x="7617" y="6547"/>
                </a:lnTo>
                <a:lnTo>
                  <a:pt x="7788" y="6526"/>
                </a:lnTo>
                <a:close/>
                <a:moveTo>
                  <a:pt x="8002" y="4814"/>
                </a:moveTo>
                <a:lnTo>
                  <a:pt x="8045" y="4857"/>
                </a:lnTo>
                <a:lnTo>
                  <a:pt x="8088" y="4900"/>
                </a:lnTo>
                <a:lnTo>
                  <a:pt x="8109" y="5028"/>
                </a:lnTo>
                <a:lnTo>
                  <a:pt x="8131" y="5285"/>
                </a:lnTo>
                <a:lnTo>
                  <a:pt x="8173" y="5649"/>
                </a:lnTo>
                <a:lnTo>
                  <a:pt x="8173" y="5841"/>
                </a:lnTo>
                <a:lnTo>
                  <a:pt x="8173" y="6013"/>
                </a:lnTo>
                <a:lnTo>
                  <a:pt x="8173" y="6098"/>
                </a:lnTo>
                <a:lnTo>
                  <a:pt x="8152" y="6141"/>
                </a:lnTo>
                <a:lnTo>
                  <a:pt x="7681" y="6141"/>
                </a:lnTo>
                <a:lnTo>
                  <a:pt x="7489" y="6184"/>
                </a:lnTo>
                <a:lnTo>
                  <a:pt x="7275" y="6269"/>
                </a:lnTo>
                <a:lnTo>
                  <a:pt x="7211" y="6312"/>
                </a:lnTo>
                <a:lnTo>
                  <a:pt x="7146" y="6376"/>
                </a:lnTo>
                <a:lnTo>
                  <a:pt x="7039" y="6505"/>
                </a:lnTo>
                <a:lnTo>
                  <a:pt x="6954" y="6633"/>
                </a:lnTo>
                <a:lnTo>
                  <a:pt x="6911" y="6697"/>
                </a:lnTo>
                <a:lnTo>
                  <a:pt x="6847" y="6740"/>
                </a:lnTo>
                <a:lnTo>
                  <a:pt x="6847" y="6933"/>
                </a:lnTo>
                <a:lnTo>
                  <a:pt x="6826" y="7040"/>
                </a:lnTo>
                <a:lnTo>
                  <a:pt x="6804" y="7125"/>
                </a:lnTo>
                <a:lnTo>
                  <a:pt x="6740" y="7147"/>
                </a:lnTo>
                <a:lnTo>
                  <a:pt x="6654" y="7147"/>
                </a:lnTo>
                <a:lnTo>
                  <a:pt x="6505" y="7125"/>
                </a:lnTo>
                <a:lnTo>
                  <a:pt x="6355" y="7125"/>
                </a:lnTo>
                <a:lnTo>
                  <a:pt x="6205" y="7147"/>
                </a:lnTo>
                <a:lnTo>
                  <a:pt x="5906" y="7189"/>
                </a:lnTo>
                <a:lnTo>
                  <a:pt x="5285" y="7211"/>
                </a:lnTo>
                <a:lnTo>
                  <a:pt x="3402" y="7211"/>
                </a:lnTo>
                <a:lnTo>
                  <a:pt x="2718" y="7232"/>
                </a:lnTo>
                <a:lnTo>
                  <a:pt x="2439" y="7275"/>
                </a:lnTo>
                <a:lnTo>
                  <a:pt x="2183" y="7318"/>
                </a:lnTo>
                <a:lnTo>
                  <a:pt x="2033" y="7339"/>
                </a:lnTo>
                <a:lnTo>
                  <a:pt x="1947" y="7360"/>
                </a:lnTo>
                <a:lnTo>
                  <a:pt x="1883" y="7339"/>
                </a:lnTo>
                <a:lnTo>
                  <a:pt x="1862" y="7296"/>
                </a:lnTo>
                <a:lnTo>
                  <a:pt x="1862" y="7232"/>
                </a:lnTo>
                <a:lnTo>
                  <a:pt x="1862" y="7104"/>
                </a:lnTo>
                <a:lnTo>
                  <a:pt x="1819" y="6954"/>
                </a:lnTo>
                <a:lnTo>
                  <a:pt x="1755" y="6826"/>
                </a:lnTo>
                <a:lnTo>
                  <a:pt x="1648" y="6719"/>
                </a:lnTo>
                <a:lnTo>
                  <a:pt x="1541" y="6612"/>
                </a:lnTo>
                <a:lnTo>
                  <a:pt x="1412" y="6526"/>
                </a:lnTo>
                <a:lnTo>
                  <a:pt x="1284" y="6462"/>
                </a:lnTo>
                <a:lnTo>
                  <a:pt x="1134" y="6440"/>
                </a:lnTo>
                <a:lnTo>
                  <a:pt x="984" y="6440"/>
                </a:lnTo>
                <a:lnTo>
                  <a:pt x="984" y="6098"/>
                </a:lnTo>
                <a:lnTo>
                  <a:pt x="984" y="5756"/>
                </a:lnTo>
                <a:lnTo>
                  <a:pt x="942" y="5435"/>
                </a:lnTo>
                <a:lnTo>
                  <a:pt x="899" y="5093"/>
                </a:lnTo>
                <a:lnTo>
                  <a:pt x="1263" y="5050"/>
                </a:lnTo>
                <a:lnTo>
                  <a:pt x="2033" y="5050"/>
                </a:lnTo>
                <a:lnTo>
                  <a:pt x="2397" y="5071"/>
                </a:lnTo>
                <a:lnTo>
                  <a:pt x="3103" y="5093"/>
                </a:lnTo>
                <a:lnTo>
                  <a:pt x="3295" y="5114"/>
                </a:lnTo>
                <a:lnTo>
                  <a:pt x="3359" y="5135"/>
                </a:lnTo>
                <a:lnTo>
                  <a:pt x="3445" y="5178"/>
                </a:lnTo>
                <a:lnTo>
                  <a:pt x="3488" y="5285"/>
                </a:lnTo>
                <a:lnTo>
                  <a:pt x="3531" y="5392"/>
                </a:lnTo>
                <a:lnTo>
                  <a:pt x="3595" y="5456"/>
                </a:lnTo>
                <a:lnTo>
                  <a:pt x="3638" y="5499"/>
                </a:lnTo>
                <a:lnTo>
                  <a:pt x="3702" y="5542"/>
                </a:lnTo>
                <a:lnTo>
                  <a:pt x="3766" y="5563"/>
                </a:lnTo>
                <a:lnTo>
                  <a:pt x="3916" y="5606"/>
                </a:lnTo>
                <a:lnTo>
                  <a:pt x="4729" y="5606"/>
                </a:lnTo>
                <a:lnTo>
                  <a:pt x="4943" y="5563"/>
                </a:lnTo>
                <a:lnTo>
                  <a:pt x="5092" y="5542"/>
                </a:lnTo>
                <a:lnTo>
                  <a:pt x="5221" y="5478"/>
                </a:lnTo>
                <a:lnTo>
                  <a:pt x="5349" y="5392"/>
                </a:lnTo>
                <a:lnTo>
                  <a:pt x="5456" y="5306"/>
                </a:lnTo>
                <a:lnTo>
                  <a:pt x="5520" y="5199"/>
                </a:lnTo>
                <a:lnTo>
                  <a:pt x="5563" y="5135"/>
                </a:lnTo>
                <a:lnTo>
                  <a:pt x="5606" y="5093"/>
                </a:lnTo>
                <a:lnTo>
                  <a:pt x="5692" y="5071"/>
                </a:lnTo>
                <a:lnTo>
                  <a:pt x="6012" y="5071"/>
                </a:lnTo>
                <a:lnTo>
                  <a:pt x="6398" y="5028"/>
                </a:lnTo>
                <a:lnTo>
                  <a:pt x="6783" y="4964"/>
                </a:lnTo>
                <a:lnTo>
                  <a:pt x="7168" y="4900"/>
                </a:lnTo>
                <a:lnTo>
                  <a:pt x="7553" y="4857"/>
                </a:lnTo>
                <a:lnTo>
                  <a:pt x="7767" y="4836"/>
                </a:lnTo>
                <a:lnTo>
                  <a:pt x="7895" y="4814"/>
                </a:lnTo>
                <a:close/>
                <a:moveTo>
                  <a:pt x="984" y="6826"/>
                </a:moveTo>
                <a:lnTo>
                  <a:pt x="1134" y="6847"/>
                </a:lnTo>
                <a:lnTo>
                  <a:pt x="1241" y="6890"/>
                </a:lnTo>
                <a:lnTo>
                  <a:pt x="1305" y="6933"/>
                </a:lnTo>
                <a:lnTo>
                  <a:pt x="1370" y="6997"/>
                </a:lnTo>
                <a:lnTo>
                  <a:pt x="1412" y="7082"/>
                </a:lnTo>
                <a:lnTo>
                  <a:pt x="1434" y="7189"/>
                </a:lnTo>
                <a:lnTo>
                  <a:pt x="1455" y="7403"/>
                </a:lnTo>
                <a:lnTo>
                  <a:pt x="1284" y="7425"/>
                </a:lnTo>
                <a:lnTo>
                  <a:pt x="1049" y="7446"/>
                </a:lnTo>
                <a:lnTo>
                  <a:pt x="942" y="7446"/>
                </a:lnTo>
                <a:lnTo>
                  <a:pt x="856" y="7425"/>
                </a:lnTo>
                <a:lnTo>
                  <a:pt x="813" y="7382"/>
                </a:lnTo>
                <a:lnTo>
                  <a:pt x="813" y="7339"/>
                </a:lnTo>
                <a:lnTo>
                  <a:pt x="813" y="7296"/>
                </a:lnTo>
                <a:lnTo>
                  <a:pt x="856" y="7253"/>
                </a:lnTo>
                <a:lnTo>
                  <a:pt x="899" y="7211"/>
                </a:lnTo>
                <a:lnTo>
                  <a:pt x="963" y="7168"/>
                </a:lnTo>
                <a:lnTo>
                  <a:pt x="984" y="7104"/>
                </a:lnTo>
                <a:lnTo>
                  <a:pt x="1006" y="6954"/>
                </a:lnTo>
                <a:lnTo>
                  <a:pt x="984" y="6826"/>
                </a:lnTo>
                <a:close/>
                <a:moveTo>
                  <a:pt x="5328" y="0"/>
                </a:moveTo>
                <a:lnTo>
                  <a:pt x="4943" y="22"/>
                </a:lnTo>
                <a:lnTo>
                  <a:pt x="4622" y="65"/>
                </a:lnTo>
                <a:lnTo>
                  <a:pt x="3916" y="86"/>
                </a:lnTo>
                <a:lnTo>
                  <a:pt x="3552" y="107"/>
                </a:lnTo>
                <a:lnTo>
                  <a:pt x="3210" y="150"/>
                </a:lnTo>
                <a:lnTo>
                  <a:pt x="2889" y="214"/>
                </a:lnTo>
                <a:lnTo>
                  <a:pt x="2718" y="278"/>
                </a:lnTo>
                <a:lnTo>
                  <a:pt x="2568" y="364"/>
                </a:lnTo>
                <a:lnTo>
                  <a:pt x="2504" y="428"/>
                </a:lnTo>
                <a:lnTo>
                  <a:pt x="2461" y="514"/>
                </a:lnTo>
                <a:lnTo>
                  <a:pt x="2418" y="578"/>
                </a:lnTo>
                <a:lnTo>
                  <a:pt x="2397" y="664"/>
                </a:lnTo>
                <a:lnTo>
                  <a:pt x="2375" y="835"/>
                </a:lnTo>
                <a:lnTo>
                  <a:pt x="2375" y="1027"/>
                </a:lnTo>
                <a:lnTo>
                  <a:pt x="2332" y="1006"/>
                </a:lnTo>
                <a:lnTo>
                  <a:pt x="2247" y="985"/>
                </a:lnTo>
                <a:lnTo>
                  <a:pt x="2183" y="985"/>
                </a:lnTo>
                <a:lnTo>
                  <a:pt x="2118" y="1006"/>
                </a:lnTo>
                <a:lnTo>
                  <a:pt x="2054" y="1027"/>
                </a:lnTo>
                <a:lnTo>
                  <a:pt x="1990" y="1070"/>
                </a:lnTo>
                <a:lnTo>
                  <a:pt x="1969" y="1113"/>
                </a:lnTo>
                <a:lnTo>
                  <a:pt x="1969" y="1198"/>
                </a:lnTo>
                <a:lnTo>
                  <a:pt x="1990" y="1241"/>
                </a:lnTo>
                <a:lnTo>
                  <a:pt x="2033" y="1263"/>
                </a:lnTo>
                <a:lnTo>
                  <a:pt x="2118" y="1305"/>
                </a:lnTo>
                <a:lnTo>
                  <a:pt x="2204" y="1327"/>
                </a:lnTo>
                <a:lnTo>
                  <a:pt x="2225" y="1348"/>
                </a:lnTo>
                <a:lnTo>
                  <a:pt x="2247" y="1370"/>
                </a:lnTo>
                <a:lnTo>
                  <a:pt x="1990" y="1391"/>
                </a:lnTo>
                <a:lnTo>
                  <a:pt x="1733" y="1391"/>
                </a:lnTo>
                <a:lnTo>
                  <a:pt x="1198" y="1348"/>
                </a:lnTo>
                <a:lnTo>
                  <a:pt x="942" y="1370"/>
                </a:lnTo>
                <a:lnTo>
                  <a:pt x="685" y="1412"/>
                </a:lnTo>
                <a:lnTo>
                  <a:pt x="557" y="1455"/>
                </a:lnTo>
                <a:lnTo>
                  <a:pt x="450" y="1498"/>
                </a:lnTo>
                <a:lnTo>
                  <a:pt x="343" y="1584"/>
                </a:lnTo>
                <a:lnTo>
                  <a:pt x="236" y="1669"/>
                </a:lnTo>
                <a:lnTo>
                  <a:pt x="171" y="1733"/>
                </a:lnTo>
                <a:lnTo>
                  <a:pt x="129" y="1819"/>
                </a:lnTo>
                <a:lnTo>
                  <a:pt x="86" y="1926"/>
                </a:lnTo>
                <a:lnTo>
                  <a:pt x="43" y="2033"/>
                </a:lnTo>
                <a:lnTo>
                  <a:pt x="22" y="2268"/>
                </a:lnTo>
                <a:lnTo>
                  <a:pt x="0" y="2504"/>
                </a:lnTo>
                <a:lnTo>
                  <a:pt x="22" y="2739"/>
                </a:lnTo>
                <a:lnTo>
                  <a:pt x="43" y="2996"/>
                </a:lnTo>
                <a:lnTo>
                  <a:pt x="86" y="3424"/>
                </a:lnTo>
                <a:lnTo>
                  <a:pt x="86" y="3659"/>
                </a:lnTo>
                <a:lnTo>
                  <a:pt x="86" y="3894"/>
                </a:lnTo>
                <a:lnTo>
                  <a:pt x="129" y="4087"/>
                </a:lnTo>
                <a:lnTo>
                  <a:pt x="150" y="4301"/>
                </a:lnTo>
                <a:lnTo>
                  <a:pt x="129" y="4600"/>
                </a:lnTo>
                <a:lnTo>
                  <a:pt x="129" y="4772"/>
                </a:lnTo>
                <a:lnTo>
                  <a:pt x="171" y="4900"/>
                </a:lnTo>
                <a:lnTo>
                  <a:pt x="214" y="5007"/>
                </a:lnTo>
                <a:lnTo>
                  <a:pt x="278" y="5050"/>
                </a:lnTo>
                <a:lnTo>
                  <a:pt x="343" y="5093"/>
                </a:lnTo>
                <a:lnTo>
                  <a:pt x="407" y="5157"/>
                </a:lnTo>
                <a:lnTo>
                  <a:pt x="428" y="5199"/>
                </a:lnTo>
                <a:lnTo>
                  <a:pt x="450" y="5242"/>
                </a:lnTo>
                <a:lnTo>
                  <a:pt x="450" y="5371"/>
                </a:lnTo>
                <a:lnTo>
                  <a:pt x="407" y="5627"/>
                </a:lnTo>
                <a:lnTo>
                  <a:pt x="407" y="5927"/>
                </a:lnTo>
                <a:lnTo>
                  <a:pt x="407" y="6226"/>
                </a:lnTo>
                <a:lnTo>
                  <a:pt x="428" y="6826"/>
                </a:lnTo>
                <a:lnTo>
                  <a:pt x="428" y="7082"/>
                </a:lnTo>
                <a:lnTo>
                  <a:pt x="428" y="7339"/>
                </a:lnTo>
                <a:lnTo>
                  <a:pt x="385" y="7510"/>
                </a:lnTo>
                <a:lnTo>
                  <a:pt x="385" y="7617"/>
                </a:lnTo>
                <a:lnTo>
                  <a:pt x="407" y="7703"/>
                </a:lnTo>
                <a:lnTo>
                  <a:pt x="471" y="7767"/>
                </a:lnTo>
                <a:lnTo>
                  <a:pt x="557" y="7810"/>
                </a:lnTo>
                <a:lnTo>
                  <a:pt x="685" y="7831"/>
                </a:lnTo>
                <a:lnTo>
                  <a:pt x="1477" y="7831"/>
                </a:lnTo>
                <a:lnTo>
                  <a:pt x="1712" y="7810"/>
                </a:lnTo>
                <a:lnTo>
                  <a:pt x="2183" y="7724"/>
                </a:lnTo>
                <a:lnTo>
                  <a:pt x="2504" y="7681"/>
                </a:lnTo>
                <a:lnTo>
                  <a:pt x="2803" y="7660"/>
                </a:lnTo>
                <a:lnTo>
                  <a:pt x="3402" y="7660"/>
                </a:lnTo>
                <a:lnTo>
                  <a:pt x="5713" y="7703"/>
                </a:lnTo>
                <a:lnTo>
                  <a:pt x="6890" y="7767"/>
                </a:lnTo>
                <a:lnTo>
                  <a:pt x="7489" y="7746"/>
                </a:lnTo>
                <a:lnTo>
                  <a:pt x="7788" y="7724"/>
                </a:lnTo>
                <a:lnTo>
                  <a:pt x="8066" y="7703"/>
                </a:lnTo>
                <a:lnTo>
                  <a:pt x="8195" y="7681"/>
                </a:lnTo>
                <a:lnTo>
                  <a:pt x="8323" y="7639"/>
                </a:lnTo>
                <a:lnTo>
                  <a:pt x="8430" y="7596"/>
                </a:lnTo>
                <a:lnTo>
                  <a:pt x="8473" y="7553"/>
                </a:lnTo>
                <a:lnTo>
                  <a:pt x="8516" y="7489"/>
                </a:lnTo>
                <a:lnTo>
                  <a:pt x="8537" y="7382"/>
                </a:lnTo>
                <a:lnTo>
                  <a:pt x="8559" y="7253"/>
                </a:lnTo>
                <a:lnTo>
                  <a:pt x="8580" y="6997"/>
                </a:lnTo>
                <a:lnTo>
                  <a:pt x="8601" y="6676"/>
                </a:lnTo>
                <a:lnTo>
                  <a:pt x="8601" y="6376"/>
                </a:lnTo>
                <a:lnTo>
                  <a:pt x="8580" y="5756"/>
                </a:lnTo>
                <a:lnTo>
                  <a:pt x="8559" y="5478"/>
                </a:lnTo>
                <a:lnTo>
                  <a:pt x="8516" y="5135"/>
                </a:lnTo>
                <a:lnTo>
                  <a:pt x="8516" y="4964"/>
                </a:lnTo>
                <a:lnTo>
                  <a:pt x="8516" y="4814"/>
                </a:lnTo>
                <a:lnTo>
                  <a:pt x="8559" y="4686"/>
                </a:lnTo>
                <a:lnTo>
                  <a:pt x="8580" y="4622"/>
                </a:lnTo>
                <a:lnTo>
                  <a:pt x="8623" y="4579"/>
                </a:lnTo>
                <a:lnTo>
                  <a:pt x="8687" y="4536"/>
                </a:lnTo>
                <a:lnTo>
                  <a:pt x="8773" y="4515"/>
                </a:lnTo>
                <a:lnTo>
                  <a:pt x="8858" y="4472"/>
                </a:lnTo>
                <a:lnTo>
                  <a:pt x="8922" y="4408"/>
                </a:lnTo>
                <a:lnTo>
                  <a:pt x="8944" y="4365"/>
                </a:lnTo>
                <a:lnTo>
                  <a:pt x="8944" y="4322"/>
                </a:lnTo>
                <a:lnTo>
                  <a:pt x="8922" y="4237"/>
                </a:lnTo>
                <a:lnTo>
                  <a:pt x="8880" y="4173"/>
                </a:lnTo>
                <a:lnTo>
                  <a:pt x="8858" y="4066"/>
                </a:lnTo>
                <a:lnTo>
                  <a:pt x="8837" y="3638"/>
                </a:lnTo>
                <a:lnTo>
                  <a:pt x="8815" y="3188"/>
                </a:lnTo>
                <a:lnTo>
                  <a:pt x="8773" y="2739"/>
                </a:lnTo>
                <a:lnTo>
                  <a:pt x="8730" y="2311"/>
                </a:lnTo>
                <a:lnTo>
                  <a:pt x="8666" y="2012"/>
                </a:lnTo>
                <a:lnTo>
                  <a:pt x="8623" y="1840"/>
                </a:lnTo>
                <a:lnTo>
                  <a:pt x="8580" y="1691"/>
                </a:lnTo>
                <a:lnTo>
                  <a:pt x="8516" y="1541"/>
                </a:lnTo>
                <a:lnTo>
                  <a:pt x="8430" y="1412"/>
                </a:lnTo>
                <a:lnTo>
                  <a:pt x="8323" y="1305"/>
                </a:lnTo>
                <a:lnTo>
                  <a:pt x="8195" y="1241"/>
                </a:lnTo>
                <a:lnTo>
                  <a:pt x="8088" y="1220"/>
                </a:lnTo>
                <a:lnTo>
                  <a:pt x="7981" y="1198"/>
                </a:lnTo>
                <a:lnTo>
                  <a:pt x="7767" y="1220"/>
                </a:lnTo>
                <a:lnTo>
                  <a:pt x="7532" y="1220"/>
                </a:lnTo>
                <a:lnTo>
                  <a:pt x="7318" y="1241"/>
                </a:lnTo>
                <a:lnTo>
                  <a:pt x="6911" y="1241"/>
                </a:lnTo>
                <a:lnTo>
                  <a:pt x="6526" y="1263"/>
                </a:lnTo>
                <a:lnTo>
                  <a:pt x="6355" y="1284"/>
                </a:lnTo>
                <a:lnTo>
                  <a:pt x="6269" y="1284"/>
                </a:lnTo>
                <a:lnTo>
                  <a:pt x="6205" y="1263"/>
                </a:lnTo>
                <a:lnTo>
                  <a:pt x="6184" y="1241"/>
                </a:lnTo>
                <a:lnTo>
                  <a:pt x="6162" y="1177"/>
                </a:lnTo>
                <a:lnTo>
                  <a:pt x="6162" y="1049"/>
                </a:lnTo>
                <a:lnTo>
                  <a:pt x="6162" y="835"/>
                </a:lnTo>
                <a:lnTo>
                  <a:pt x="6162" y="664"/>
                </a:lnTo>
                <a:lnTo>
                  <a:pt x="6141" y="471"/>
                </a:lnTo>
                <a:lnTo>
                  <a:pt x="6098" y="300"/>
                </a:lnTo>
                <a:lnTo>
                  <a:pt x="6055" y="236"/>
                </a:lnTo>
                <a:lnTo>
                  <a:pt x="5991" y="150"/>
                </a:lnTo>
                <a:lnTo>
                  <a:pt x="5927" y="107"/>
                </a:lnTo>
                <a:lnTo>
                  <a:pt x="5863" y="65"/>
                </a:lnTo>
                <a:lnTo>
                  <a:pt x="5713" y="22"/>
                </a:lnTo>
                <a:lnTo>
                  <a:pt x="5520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32"/>
          <p:cNvSpPr/>
          <p:nvPr/>
        </p:nvSpPr>
        <p:spPr>
          <a:xfrm>
            <a:off x="6965676" y="2073370"/>
            <a:ext cx="241144" cy="179851"/>
          </a:xfrm>
          <a:custGeom>
            <a:rect b="b" l="l" r="r" t="t"/>
            <a:pathLst>
              <a:path extrusionOk="0" h="6655" w="8923">
                <a:moveTo>
                  <a:pt x="6056" y="1969"/>
                </a:moveTo>
                <a:lnTo>
                  <a:pt x="6312" y="1991"/>
                </a:lnTo>
                <a:lnTo>
                  <a:pt x="6912" y="2012"/>
                </a:lnTo>
                <a:lnTo>
                  <a:pt x="6890" y="2525"/>
                </a:lnTo>
                <a:lnTo>
                  <a:pt x="6890" y="3060"/>
                </a:lnTo>
                <a:lnTo>
                  <a:pt x="6762" y="3082"/>
                </a:lnTo>
                <a:lnTo>
                  <a:pt x="6633" y="3082"/>
                </a:lnTo>
                <a:lnTo>
                  <a:pt x="6355" y="3060"/>
                </a:lnTo>
                <a:lnTo>
                  <a:pt x="6099" y="3039"/>
                </a:lnTo>
                <a:lnTo>
                  <a:pt x="5820" y="3060"/>
                </a:lnTo>
                <a:lnTo>
                  <a:pt x="5820" y="2782"/>
                </a:lnTo>
                <a:lnTo>
                  <a:pt x="5778" y="2525"/>
                </a:lnTo>
                <a:lnTo>
                  <a:pt x="5735" y="2226"/>
                </a:lnTo>
                <a:lnTo>
                  <a:pt x="5735" y="2098"/>
                </a:lnTo>
                <a:lnTo>
                  <a:pt x="5756" y="2033"/>
                </a:lnTo>
                <a:lnTo>
                  <a:pt x="5799" y="2012"/>
                </a:lnTo>
                <a:lnTo>
                  <a:pt x="5906" y="1969"/>
                </a:lnTo>
                <a:close/>
                <a:moveTo>
                  <a:pt x="5457" y="2012"/>
                </a:moveTo>
                <a:lnTo>
                  <a:pt x="5499" y="2440"/>
                </a:lnTo>
                <a:lnTo>
                  <a:pt x="5564" y="2889"/>
                </a:lnTo>
                <a:lnTo>
                  <a:pt x="5564" y="3018"/>
                </a:lnTo>
                <a:lnTo>
                  <a:pt x="5542" y="3039"/>
                </a:lnTo>
                <a:lnTo>
                  <a:pt x="5478" y="3060"/>
                </a:lnTo>
                <a:lnTo>
                  <a:pt x="5264" y="3060"/>
                </a:lnTo>
                <a:lnTo>
                  <a:pt x="4900" y="3082"/>
                </a:lnTo>
                <a:lnTo>
                  <a:pt x="4601" y="3125"/>
                </a:lnTo>
                <a:lnTo>
                  <a:pt x="4365" y="3125"/>
                </a:lnTo>
                <a:lnTo>
                  <a:pt x="4323" y="3103"/>
                </a:lnTo>
                <a:lnTo>
                  <a:pt x="4258" y="3018"/>
                </a:lnTo>
                <a:lnTo>
                  <a:pt x="4237" y="2868"/>
                </a:lnTo>
                <a:lnTo>
                  <a:pt x="4173" y="2632"/>
                </a:lnTo>
                <a:lnTo>
                  <a:pt x="4087" y="2311"/>
                </a:lnTo>
                <a:lnTo>
                  <a:pt x="4023" y="2012"/>
                </a:lnTo>
                <a:close/>
                <a:moveTo>
                  <a:pt x="2333" y="1926"/>
                </a:moveTo>
                <a:lnTo>
                  <a:pt x="2697" y="1969"/>
                </a:lnTo>
                <a:lnTo>
                  <a:pt x="3060" y="1991"/>
                </a:lnTo>
                <a:lnTo>
                  <a:pt x="3788" y="2012"/>
                </a:lnTo>
                <a:lnTo>
                  <a:pt x="3809" y="2162"/>
                </a:lnTo>
                <a:lnTo>
                  <a:pt x="3809" y="2290"/>
                </a:lnTo>
                <a:lnTo>
                  <a:pt x="3873" y="2590"/>
                </a:lnTo>
                <a:lnTo>
                  <a:pt x="3938" y="2889"/>
                </a:lnTo>
                <a:lnTo>
                  <a:pt x="3938" y="3060"/>
                </a:lnTo>
                <a:lnTo>
                  <a:pt x="3938" y="3125"/>
                </a:lnTo>
                <a:lnTo>
                  <a:pt x="3916" y="3167"/>
                </a:lnTo>
                <a:lnTo>
                  <a:pt x="3831" y="3210"/>
                </a:lnTo>
                <a:lnTo>
                  <a:pt x="3659" y="3210"/>
                </a:lnTo>
                <a:lnTo>
                  <a:pt x="3360" y="3232"/>
                </a:lnTo>
                <a:lnTo>
                  <a:pt x="3018" y="3317"/>
                </a:lnTo>
                <a:lnTo>
                  <a:pt x="2675" y="3424"/>
                </a:lnTo>
                <a:lnTo>
                  <a:pt x="2483" y="2675"/>
                </a:lnTo>
                <a:lnTo>
                  <a:pt x="2397" y="2311"/>
                </a:lnTo>
                <a:lnTo>
                  <a:pt x="2333" y="1926"/>
                </a:lnTo>
                <a:close/>
                <a:moveTo>
                  <a:pt x="7275" y="1991"/>
                </a:moveTo>
                <a:lnTo>
                  <a:pt x="7874" y="2033"/>
                </a:lnTo>
                <a:lnTo>
                  <a:pt x="8046" y="2033"/>
                </a:lnTo>
                <a:lnTo>
                  <a:pt x="8238" y="2055"/>
                </a:lnTo>
                <a:lnTo>
                  <a:pt x="8324" y="2076"/>
                </a:lnTo>
                <a:lnTo>
                  <a:pt x="8345" y="2098"/>
                </a:lnTo>
                <a:lnTo>
                  <a:pt x="8388" y="2205"/>
                </a:lnTo>
                <a:lnTo>
                  <a:pt x="8431" y="2333"/>
                </a:lnTo>
                <a:lnTo>
                  <a:pt x="8431" y="2483"/>
                </a:lnTo>
                <a:lnTo>
                  <a:pt x="8431" y="2782"/>
                </a:lnTo>
                <a:lnTo>
                  <a:pt x="8409" y="3103"/>
                </a:lnTo>
                <a:lnTo>
                  <a:pt x="8366" y="3381"/>
                </a:lnTo>
                <a:lnTo>
                  <a:pt x="8217" y="3617"/>
                </a:lnTo>
                <a:lnTo>
                  <a:pt x="8088" y="3916"/>
                </a:lnTo>
                <a:lnTo>
                  <a:pt x="8003" y="4216"/>
                </a:lnTo>
                <a:lnTo>
                  <a:pt x="7939" y="4472"/>
                </a:lnTo>
                <a:lnTo>
                  <a:pt x="7917" y="4793"/>
                </a:lnTo>
                <a:lnTo>
                  <a:pt x="7874" y="4922"/>
                </a:lnTo>
                <a:lnTo>
                  <a:pt x="7853" y="4986"/>
                </a:lnTo>
                <a:lnTo>
                  <a:pt x="7810" y="5007"/>
                </a:lnTo>
                <a:lnTo>
                  <a:pt x="7746" y="5029"/>
                </a:lnTo>
                <a:lnTo>
                  <a:pt x="7660" y="5029"/>
                </a:lnTo>
                <a:lnTo>
                  <a:pt x="7446" y="5007"/>
                </a:lnTo>
                <a:lnTo>
                  <a:pt x="7104" y="4965"/>
                </a:lnTo>
                <a:lnTo>
                  <a:pt x="7126" y="4815"/>
                </a:lnTo>
                <a:lnTo>
                  <a:pt x="7147" y="4644"/>
                </a:lnTo>
                <a:lnTo>
                  <a:pt x="7168" y="4323"/>
                </a:lnTo>
                <a:lnTo>
                  <a:pt x="7168" y="4002"/>
                </a:lnTo>
                <a:lnTo>
                  <a:pt x="7190" y="3852"/>
                </a:lnTo>
                <a:lnTo>
                  <a:pt x="7232" y="3681"/>
                </a:lnTo>
                <a:lnTo>
                  <a:pt x="7254" y="3617"/>
                </a:lnTo>
                <a:lnTo>
                  <a:pt x="7275" y="3595"/>
                </a:lnTo>
                <a:lnTo>
                  <a:pt x="7382" y="3552"/>
                </a:lnTo>
                <a:lnTo>
                  <a:pt x="7511" y="3531"/>
                </a:lnTo>
                <a:lnTo>
                  <a:pt x="7639" y="3531"/>
                </a:lnTo>
                <a:lnTo>
                  <a:pt x="7767" y="3510"/>
                </a:lnTo>
                <a:lnTo>
                  <a:pt x="7896" y="3488"/>
                </a:lnTo>
                <a:lnTo>
                  <a:pt x="8024" y="3424"/>
                </a:lnTo>
                <a:lnTo>
                  <a:pt x="8110" y="3360"/>
                </a:lnTo>
                <a:lnTo>
                  <a:pt x="8024" y="3296"/>
                </a:lnTo>
                <a:lnTo>
                  <a:pt x="7939" y="3253"/>
                </a:lnTo>
                <a:lnTo>
                  <a:pt x="7746" y="3189"/>
                </a:lnTo>
                <a:lnTo>
                  <a:pt x="7489" y="3189"/>
                </a:lnTo>
                <a:lnTo>
                  <a:pt x="7361" y="3167"/>
                </a:lnTo>
                <a:lnTo>
                  <a:pt x="7297" y="3167"/>
                </a:lnTo>
                <a:lnTo>
                  <a:pt x="7275" y="3146"/>
                </a:lnTo>
                <a:lnTo>
                  <a:pt x="7254" y="3103"/>
                </a:lnTo>
                <a:lnTo>
                  <a:pt x="7254" y="2996"/>
                </a:lnTo>
                <a:lnTo>
                  <a:pt x="7275" y="2846"/>
                </a:lnTo>
                <a:lnTo>
                  <a:pt x="7275" y="1991"/>
                </a:lnTo>
                <a:close/>
                <a:moveTo>
                  <a:pt x="6505" y="3531"/>
                </a:moveTo>
                <a:lnTo>
                  <a:pt x="6719" y="3552"/>
                </a:lnTo>
                <a:lnTo>
                  <a:pt x="6847" y="3552"/>
                </a:lnTo>
                <a:lnTo>
                  <a:pt x="6869" y="3617"/>
                </a:lnTo>
                <a:lnTo>
                  <a:pt x="6869" y="3724"/>
                </a:lnTo>
                <a:lnTo>
                  <a:pt x="6847" y="3916"/>
                </a:lnTo>
                <a:lnTo>
                  <a:pt x="6805" y="4451"/>
                </a:lnTo>
                <a:lnTo>
                  <a:pt x="6805" y="4729"/>
                </a:lnTo>
                <a:lnTo>
                  <a:pt x="6805" y="4986"/>
                </a:lnTo>
                <a:lnTo>
                  <a:pt x="6526" y="5029"/>
                </a:lnTo>
                <a:lnTo>
                  <a:pt x="6270" y="5050"/>
                </a:lnTo>
                <a:lnTo>
                  <a:pt x="6120" y="5072"/>
                </a:lnTo>
                <a:lnTo>
                  <a:pt x="5949" y="5072"/>
                </a:lnTo>
                <a:lnTo>
                  <a:pt x="5927" y="5007"/>
                </a:lnTo>
                <a:lnTo>
                  <a:pt x="5927" y="4922"/>
                </a:lnTo>
                <a:lnTo>
                  <a:pt x="5927" y="4751"/>
                </a:lnTo>
                <a:lnTo>
                  <a:pt x="5906" y="4152"/>
                </a:lnTo>
                <a:lnTo>
                  <a:pt x="5885" y="3552"/>
                </a:lnTo>
                <a:lnTo>
                  <a:pt x="6291" y="3531"/>
                </a:lnTo>
                <a:close/>
                <a:moveTo>
                  <a:pt x="5350" y="3531"/>
                </a:moveTo>
                <a:lnTo>
                  <a:pt x="5478" y="3552"/>
                </a:lnTo>
                <a:lnTo>
                  <a:pt x="5585" y="3574"/>
                </a:lnTo>
                <a:lnTo>
                  <a:pt x="5606" y="3681"/>
                </a:lnTo>
                <a:lnTo>
                  <a:pt x="5628" y="3809"/>
                </a:lnTo>
                <a:lnTo>
                  <a:pt x="5628" y="3938"/>
                </a:lnTo>
                <a:lnTo>
                  <a:pt x="5649" y="4494"/>
                </a:lnTo>
                <a:lnTo>
                  <a:pt x="5713" y="5072"/>
                </a:lnTo>
                <a:lnTo>
                  <a:pt x="4579" y="5179"/>
                </a:lnTo>
                <a:lnTo>
                  <a:pt x="3445" y="5264"/>
                </a:lnTo>
                <a:lnTo>
                  <a:pt x="3253" y="5307"/>
                </a:lnTo>
                <a:lnTo>
                  <a:pt x="3082" y="5350"/>
                </a:lnTo>
                <a:lnTo>
                  <a:pt x="2889" y="4515"/>
                </a:lnTo>
                <a:lnTo>
                  <a:pt x="2804" y="4087"/>
                </a:lnTo>
                <a:lnTo>
                  <a:pt x="2718" y="3681"/>
                </a:lnTo>
                <a:lnTo>
                  <a:pt x="2868" y="3702"/>
                </a:lnTo>
                <a:lnTo>
                  <a:pt x="2996" y="3724"/>
                </a:lnTo>
                <a:lnTo>
                  <a:pt x="3253" y="3724"/>
                </a:lnTo>
                <a:lnTo>
                  <a:pt x="3788" y="3681"/>
                </a:lnTo>
                <a:lnTo>
                  <a:pt x="3916" y="3681"/>
                </a:lnTo>
                <a:lnTo>
                  <a:pt x="3959" y="3702"/>
                </a:lnTo>
                <a:lnTo>
                  <a:pt x="3980" y="3724"/>
                </a:lnTo>
                <a:lnTo>
                  <a:pt x="4023" y="3788"/>
                </a:lnTo>
                <a:lnTo>
                  <a:pt x="4023" y="3916"/>
                </a:lnTo>
                <a:lnTo>
                  <a:pt x="4045" y="4152"/>
                </a:lnTo>
                <a:lnTo>
                  <a:pt x="4045" y="4365"/>
                </a:lnTo>
                <a:lnTo>
                  <a:pt x="4023" y="4558"/>
                </a:lnTo>
                <a:lnTo>
                  <a:pt x="4045" y="4793"/>
                </a:lnTo>
                <a:lnTo>
                  <a:pt x="4045" y="4922"/>
                </a:lnTo>
                <a:lnTo>
                  <a:pt x="4087" y="5007"/>
                </a:lnTo>
                <a:lnTo>
                  <a:pt x="4130" y="5093"/>
                </a:lnTo>
                <a:lnTo>
                  <a:pt x="4216" y="5136"/>
                </a:lnTo>
                <a:lnTo>
                  <a:pt x="4301" y="5157"/>
                </a:lnTo>
                <a:lnTo>
                  <a:pt x="4365" y="5136"/>
                </a:lnTo>
                <a:lnTo>
                  <a:pt x="4408" y="5114"/>
                </a:lnTo>
                <a:lnTo>
                  <a:pt x="4472" y="5072"/>
                </a:lnTo>
                <a:lnTo>
                  <a:pt x="4515" y="4922"/>
                </a:lnTo>
                <a:lnTo>
                  <a:pt x="4537" y="4793"/>
                </a:lnTo>
                <a:lnTo>
                  <a:pt x="4537" y="4451"/>
                </a:lnTo>
                <a:lnTo>
                  <a:pt x="4515" y="4130"/>
                </a:lnTo>
                <a:lnTo>
                  <a:pt x="4451" y="3916"/>
                </a:lnTo>
                <a:lnTo>
                  <a:pt x="4430" y="3788"/>
                </a:lnTo>
                <a:lnTo>
                  <a:pt x="4451" y="3681"/>
                </a:lnTo>
                <a:lnTo>
                  <a:pt x="4472" y="3638"/>
                </a:lnTo>
                <a:lnTo>
                  <a:pt x="4515" y="3617"/>
                </a:lnTo>
                <a:lnTo>
                  <a:pt x="4644" y="3595"/>
                </a:lnTo>
                <a:lnTo>
                  <a:pt x="4943" y="3574"/>
                </a:lnTo>
                <a:lnTo>
                  <a:pt x="5200" y="3552"/>
                </a:lnTo>
                <a:lnTo>
                  <a:pt x="5350" y="3531"/>
                </a:lnTo>
                <a:close/>
                <a:moveTo>
                  <a:pt x="1541" y="1"/>
                </a:moveTo>
                <a:lnTo>
                  <a:pt x="1370" y="44"/>
                </a:lnTo>
                <a:lnTo>
                  <a:pt x="1199" y="108"/>
                </a:lnTo>
                <a:lnTo>
                  <a:pt x="1006" y="193"/>
                </a:lnTo>
                <a:lnTo>
                  <a:pt x="685" y="343"/>
                </a:lnTo>
                <a:lnTo>
                  <a:pt x="514" y="407"/>
                </a:lnTo>
                <a:lnTo>
                  <a:pt x="343" y="450"/>
                </a:lnTo>
                <a:lnTo>
                  <a:pt x="257" y="493"/>
                </a:lnTo>
                <a:lnTo>
                  <a:pt x="172" y="536"/>
                </a:lnTo>
                <a:lnTo>
                  <a:pt x="108" y="600"/>
                </a:lnTo>
                <a:lnTo>
                  <a:pt x="44" y="664"/>
                </a:lnTo>
                <a:lnTo>
                  <a:pt x="22" y="750"/>
                </a:lnTo>
                <a:lnTo>
                  <a:pt x="1" y="835"/>
                </a:lnTo>
                <a:lnTo>
                  <a:pt x="1" y="921"/>
                </a:lnTo>
                <a:lnTo>
                  <a:pt x="22" y="1006"/>
                </a:lnTo>
                <a:lnTo>
                  <a:pt x="44" y="1092"/>
                </a:lnTo>
                <a:lnTo>
                  <a:pt x="86" y="1156"/>
                </a:lnTo>
                <a:lnTo>
                  <a:pt x="151" y="1220"/>
                </a:lnTo>
                <a:lnTo>
                  <a:pt x="215" y="1263"/>
                </a:lnTo>
                <a:lnTo>
                  <a:pt x="322" y="1306"/>
                </a:lnTo>
                <a:lnTo>
                  <a:pt x="407" y="1327"/>
                </a:lnTo>
                <a:lnTo>
                  <a:pt x="514" y="1327"/>
                </a:lnTo>
                <a:lnTo>
                  <a:pt x="600" y="1284"/>
                </a:lnTo>
                <a:lnTo>
                  <a:pt x="685" y="1242"/>
                </a:lnTo>
                <a:lnTo>
                  <a:pt x="750" y="1178"/>
                </a:lnTo>
                <a:lnTo>
                  <a:pt x="814" y="1092"/>
                </a:lnTo>
                <a:lnTo>
                  <a:pt x="835" y="985"/>
                </a:lnTo>
                <a:lnTo>
                  <a:pt x="835" y="899"/>
                </a:lnTo>
                <a:lnTo>
                  <a:pt x="835" y="792"/>
                </a:lnTo>
                <a:lnTo>
                  <a:pt x="857" y="707"/>
                </a:lnTo>
                <a:lnTo>
                  <a:pt x="942" y="664"/>
                </a:lnTo>
                <a:lnTo>
                  <a:pt x="1092" y="578"/>
                </a:lnTo>
                <a:lnTo>
                  <a:pt x="1284" y="493"/>
                </a:lnTo>
                <a:lnTo>
                  <a:pt x="1370" y="471"/>
                </a:lnTo>
                <a:lnTo>
                  <a:pt x="1520" y="471"/>
                </a:lnTo>
                <a:lnTo>
                  <a:pt x="1563" y="514"/>
                </a:lnTo>
                <a:lnTo>
                  <a:pt x="1627" y="643"/>
                </a:lnTo>
                <a:lnTo>
                  <a:pt x="1648" y="792"/>
                </a:lnTo>
                <a:lnTo>
                  <a:pt x="1691" y="1092"/>
                </a:lnTo>
                <a:lnTo>
                  <a:pt x="1798" y="1648"/>
                </a:lnTo>
                <a:lnTo>
                  <a:pt x="2055" y="2782"/>
                </a:lnTo>
                <a:lnTo>
                  <a:pt x="2290" y="4023"/>
                </a:lnTo>
                <a:lnTo>
                  <a:pt x="2547" y="5264"/>
                </a:lnTo>
                <a:lnTo>
                  <a:pt x="2418" y="5264"/>
                </a:lnTo>
                <a:lnTo>
                  <a:pt x="2247" y="5307"/>
                </a:lnTo>
                <a:lnTo>
                  <a:pt x="2098" y="5371"/>
                </a:lnTo>
                <a:lnTo>
                  <a:pt x="1948" y="5478"/>
                </a:lnTo>
                <a:lnTo>
                  <a:pt x="1819" y="5585"/>
                </a:lnTo>
                <a:lnTo>
                  <a:pt x="1691" y="5692"/>
                </a:lnTo>
                <a:lnTo>
                  <a:pt x="1605" y="5820"/>
                </a:lnTo>
                <a:lnTo>
                  <a:pt x="1563" y="5970"/>
                </a:lnTo>
                <a:lnTo>
                  <a:pt x="1541" y="6120"/>
                </a:lnTo>
                <a:lnTo>
                  <a:pt x="1584" y="6270"/>
                </a:lnTo>
                <a:lnTo>
                  <a:pt x="1648" y="6377"/>
                </a:lnTo>
                <a:lnTo>
                  <a:pt x="1734" y="6484"/>
                </a:lnTo>
                <a:lnTo>
                  <a:pt x="1841" y="6548"/>
                </a:lnTo>
                <a:lnTo>
                  <a:pt x="1969" y="6591"/>
                </a:lnTo>
                <a:lnTo>
                  <a:pt x="2119" y="6633"/>
                </a:lnTo>
                <a:lnTo>
                  <a:pt x="2269" y="6655"/>
                </a:lnTo>
                <a:lnTo>
                  <a:pt x="2718" y="6655"/>
                </a:lnTo>
                <a:lnTo>
                  <a:pt x="3167" y="6591"/>
                </a:lnTo>
                <a:lnTo>
                  <a:pt x="3617" y="6526"/>
                </a:lnTo>
                <a:lnTo>
                  <a:pt x="4045" y="6441"/>
                </a:lnTo>
                <a:lnTo>
                  <a:pt x="4280" y="6398"/>
                </a:lnTo>
                <a:lnTo>
                  <a:pt x="4986" y="6398"/>
                </a:lnTo>
                <a:lnTo>
                  <a:pt x="5906" y="6462"/>
                </a:lnTo>
                <a:lnTo>
                  <a:pt x="6740" y="6462"/>
                </a:lnTo>
                <a:lnTo>
                  <a:pt x="7168" y="6484"/>
                </a:lnTo>
                <a:lnTo>
                  <a:pt x="7575" y="6505"/>
                </a:lnTo>
                <a:lnTo>
                  <a:pt x="7939" y="6505"/>
                </a:lnTo>
                <a:lnTo>
                  <a:pt x="8067" y="6484"/>
                </a:lnTo>
                <a:lnTo>
                  <a:pt x="8174" y="6441"/>
                </a:lnTo>
                <a:lnTo>
                  <a:pt x="8259" y="6377"/>
                </a:lnTo>
                <a:lnTo>
                  <a:pt x="8281" y="6334"/>
                </a:lnTo>
                <a:lnTo>
                  <a:pt x="8281" y="6270"/>
                </a:lnTo>
                <a:lnTo>
                  <a:pt x="8259" y="6227"/>
                </a:lnTo>
                <a:lnTo>
                  <a:pt x="8238" y="6141"/>
                </a:lnTo>
                <a:lnTo>
                  <a:pt x="8195" y="6077"/>
                </a:lnTo>
                <a:lnTo>
                  <a:pt x="8131" y="6034"/>
                </a:lnTo>
                <a:lnTo>
                  <a:pt x="8067" y="6013"/>
                </a:lnTo>
                <a:lnTo>
                  <a:pt x="7981" y="6013"/>
                </a:lnTo>
                <a:lnTo>
                  <a:pt x="7832" y="5992"/>
                </a:lnTo>
                <a:lnTo>
                  <a:pt x="7682" y="6013"/>
                </a:lnTo>
                <a:lnTo>
                  <a:pt x="6719" y="5992"/>
                </a:lnTo>
                <a:lnTo>
                  <a:pt x="5863" y="5970"/>
                </a:lnTo>
                <a:lnTo>
                  <a:pt x="5007" y="5970"/>
                </a:lnTo>
                <a:lnTo>
                  <a:pt x="4579" y="5992"/>
                </a:lnTo>
                <a:lnTo>
                  <a:pt x="4152" y="6013"/>
                </a:lnTo>
                <a:lnTo>
                  <a:pt x="3724" y="6056"/>
                </a:lnTo>
                <a:lnTo>
                  <a:pt x="3296" y="6141"/>
                </a:lnTo>
                <a:lnTo>
                  <a:pt x="3018" y="6184"/>
                </a:lnTo>
                <a:lnTo>
                  <a:pt x="2568" y="6227"/>
                </a:lnTo>
                <a:lnTo>
                  <a:pt x="2333" y="6227"/>
                </a:lnTo>
                <a:lnTo>
                  <a:pt x="2162" y="6206"/>
                </a:lnTo>
                <a:lnTo>
                  <a:pt x="2098" y="6184"/>
                </a:lnTo>
                <a:lnTo>
                  <a:pt x="2055" y="6141"/>
                </a:lnTo>
                <a:lnTo>
                  <a:pt x="2033" y="6099"/>
                </a:lnTo>
                <a:lnTo>
                  <a:pt x="2055" y="6034"/>
                </a:lnTo>
                <a:lnTo>
                  <a:pt x="2076" y="5992"/>
                </a:lnTo>
                <a:lnTo>
                  <a:pt x="2119" y="5927"/>
                </a:lnTo>
                <a:lnTo>
                  <a:pt x="2247" y="5842"/>
                </a:lnTo>
                <a:lnTo>
                  <a:pt x="2483" y="5735"/>
                </a:lnTo>
                <a:lnTo>
                  <a:pt x="2654" y="5628"/>
                </a:lnTo>
                <a:lnTo>
                  <a:pt x="2718" y="5606"/>
                </a:lnTo>
                <a:lnTo>
                  <a:pt x="2825" y="5585"/>
                </a:lnTo>
                <a:lnTo>
                  <a:pt x="2953" y="5628"/>
                </a:lnTo>
                <a:lnTo>
                  <a:pt x="3060" y="5649"/>
                </a:lnTo>
                <a:lnTo>
                  <a:pt x="3189" y="5692"/>
                </a:lnTo>
                <a:lnTo>
                  <a:pt x="3360" y="5692"/>
                </a:lnTo>
                <a:lnTo>
                  <a:pt x="3873" y="5671"/>
                </a:lnTo>
                <a:lnTo>
                  <a:pt x="4387" y="5628"/>
                </a:lnTo>
                <a:lnTo>
                  <a:pt x="4900" y="5606"/>
                </a:lnTo>
                <a:lnTo>
                  <a:pt x="5392" y="5585"/>
                </a:lnTo>
                <a:lnTo>
                  <a:pt x="6377" y="5564"/>
                </a:lnTo>
                <a:lnTo>
                  <a:pt x="6655" y="5542"/>
                </a:lnTo>
                <a:lnTo>
                  <a:pt x="6933" y="5499"/>
                </a:lnTo>
                <a:lnTo>
                  <a:pt x="7211" y="5478"/>
                </a:lnTo>
                <a:lnTo>
                  <a:pt x="7489" y="5478"/>
                </a:lnTo>
                <a:lnTo>
                  <a:pt x="7660" y="5499"/>
                </a:lnTo>
                <a:lnTo>
                  <a:pt x="7853" y="5542"/>
                </a:lnTo>
                <a:lnTo>
                  <a:pt x="8024" y="5542"/>
                </a:lnTo>
                <a:lnTo>
                  <a:pt x="8110" y="5521"/>
                </a:lnTo>
                <a:lnTo>
                  <a:pt x="8195" y="5499"/>
                </a:lnTo>
                <a:lnTo>
                  <a:pt x="8238" y="5457"/>
                </a:lnTo>
                <a:lnTo>
                  <a:pt x="8281" y="5392"/>
                </a:lnTo>
                <a:lnTo>
                  <a:pt x="8345" y="5221"/>
                </a:lnTo>
                <a:lnTo>
                  <a:pt x="8409" y="4879"/>
                </a:lnTo>
                <a:lnTo>
                  <a:pt x="8495" y="4472"/>
                </a:lnTo>
                <a:lnTo>
                  <a:pt x="8538" y="4280"/>
                </a:lnTo>
                <a:lnTo>
                  <a:pt x="8602" y="4066"/>
                </a:lnTo>
                <a:lnTo>
                  <a:pt x="8752" y="3681"/>
                </a:lnTo>
                <a:lnTo>
                  <a:pt x="8816" y="3488"/>
                </a:lnTo>
                <a:lnTo>
                  <a:pt x="8859" y="3274"/>
                </a:lnTo>
                <a:lnTo>
                  <a:pt x="8923" y="2889"/>
                </a:lnTo>
                <a:lnTo>
                  <a:pt x="8923" y="2654"/>
                </a:lnTo>
                <a:lnTo>
                  <a:pt x="8923" y="2440"/>
                </a:lnTo>
                <a:lnTo>
                  <a:pt x="8901" y="2226"/>
                </a:lnTo>
                <a:lnTo>
                  <a:pt x="8837" y="2012"/>
                </a:lnTo>
                <a:lnTo>
                  <a:pt x="8773" y="1819"/>
                </a:lnTo>
                <a:lnTo>
                  <a:pt x="8666" y="1670"/>
                </a:lnTo>
                <a:lnTo>
                  <a:pt x="8580" y="1627"/>
                </a:lnTo>
                <a:lnTo>
                  <a:pt x="8473" y="1605"/>
                </a:lnTo>
                <a:lnTo>
                  <a:pt x="8281" y="1563"/>
                </a:lnTo>
                <a:lnTo>
                  <a:pt x="7874" y="1563"/>
                </a:lnTo>
                <a:lnTo>
                  <a:pt x="7382" y="1520"/>
                </a:lnTo>
                <a:lnTo>
                  <a:pt x="5842" y="1520"/>
                </a:lnTo>
                <a:lnTo>
                  <a:pt x="4772" y="1541"/>
                </a:lnTo>
                <a:lnTo>
                  <a:pt x="3724" y="1563"/>
                </a:lnTo>
                <a:lnTo>
                  <a:pt x="3189" y="1563"/>
                </a:lnTo>
                <a:lnTo>
                  <a:pt x="2654" y="1605"/>
                </a:lnTo>
                <a:lnTo>
                  <a:pt x="2418" y="1627"/>
                </a:lnTo>
                <a:lnTo>
                  <a:pt x="2311" y="1627"/>
                </a:lnTo>
                <a:lnTo>
                  <a:pt x="2269" y="1605"/>
                </a:lnTo>
                <a:lnTo>
                  <a:pt x="2247" y="1584"/>
                </a:lnTo>
                <a:lnTo>
                  <a:pt x="2183" y="1498"/>
                </a:lnTo>
                <a:lnTo>
                  <a:pt x="2162" y="1370"/>
                </a:lnTo>
                <a:lnTo>
                  <a:pt x="2119" y="1135"/>
                </a:lnTo>
                <a:lnTo>
                  <a:pt x="2076" y="707"/>
                </a:lnTo>
                <a:lnTo>
                  <a:pt x="2033" y="471"/>
                </a:lnTo>
                <a:lnTo>
                  <a:pt x="1969" y="279"/>
                </a:lnTo>
                <a:lnTo>
                  <a:pt x="1905" y="193"/>
                </a:lnTo>
                <a:lnTo>
                  <a:pt x="1841" y="108"/>
                </a:lnTo>
                <a:lnTo>
                  <a:pt x="1777" y="65"/>
                </a:lnTo>
                <a:lnTo>
                  <a:pt x="1712" y="22"/>
                </a:lnTo>
                <a:lnTo>
                  <a:pt x="1627" y="1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32"/>
          <p:cNvSpPr/>
          <p:nvPr/>
        </p:nvSpPr>
        <p:spPr>
          <a:xfrm>
            <a:off x="1850113" y="1950406"/>
            <a:ext cx="241144" cy="234793"/>
          </a:xfrm>
          <a:custGeom>
            <a:rect b="b" l="l" r="r" t="t"/>
            <a:pathLst>
              <a:path extrusionOk="0" h="8688" w="8923">
                <a:moveTo>
                  <a:pt x="2161" y="1113"/>
                </a:moveTo>
                <a:lnTo>
                  <a:pt x="2182" y="1134"/>
                </a:lnTo>
                <a:lnTo>
                  <a:pt x="2118" y="1134"/>
                </a:lnTo>
                <a:lnTo>
                  <a:pt x="2161" y="1113"/>
                </a:lnTo>
                <a:close/>
                <a:moveTo>
                  <a:pt x="2439" y="985"/>
                </a:moveTo>
                <a:lnTo>
                  <a:pt x="2461" y="1027"/>
                </a:lnTo>
                <a:lnTo>
                  <a:pt x="2525" y="1134"/>
                </a:lnTo>
                <a:lnTo>
                  <a:pt x="2418" y="1070"/>
                </a:lnTo>
                <a:lnTo>
                  <a:pt x="2396" y="1049"/>
                </a:lnTo>
                <a:lnTo>
                  <a:pt x="2418" y="985"/>
                </a:lnTo>
                <a:close/>
                <a:moveTo>
                  <a:pt x="6076" y="728"/>
                </a:moveTo>
                <a:lnTo>
                  <a:pt x="6119" y="749"/>
                </a:lnTo>
                <a:lnTo>
                  <a:pt x="6269" y="899"/>
                </a:lnTo>
                <a:lnTo>
                  <a:pt x="6419" y="1070"/>
                </a:lnTo>
                <a:lnTo>
                  <a:pt x="6526" y="1177"/>
                </a:lnTo>
                <a:lnTo>
                  <a:pt x="6504" y="1177"/>
                </a:lnTo>
                <a:lnTo>
                  <a:pt x="6483" y="1156"/>
                </a:lnTo>
                <a:lnTo>
                  <a:pt x="6440" y="1092"/>
                </a:lnTo>
                <a:lnTo>
                  <a:pt x="6312" y="1049"/>
                </a:lnTo>
                <a:lnTo>
                  <a:pt x="6183" y="985"/>
                </a:lnTo>
                <a:lnTo>
                  <a:pt x="6119" y="942"/>
                </a:lnTo>
                <a:lnTo>
                  <a:pt x="6076" y="878"/>
                </a:lnTo>
                <a:lnTo>
                  <a:pt x="6055" y="813"/>
                </a:lnTo>
                <a:lnTo>
                  <a:pt x="6055" y="749"/>
                </a:lnTo>
                <a:lnTo>
                  <a:pt x="6055" y="728"/>
                </a:lnTo>
                <a:close/>
                <a:moveTo>
                  <a:pt x="4878" y="450"/>
                </a:moveTo>
                <a:lnTo>
                  <a:pt x="5135" y="471"/>
                </a:lnTo>
                <a:lnTo>
                  <a:pt x="5370" y="492"/>
                </a:lnTo>
                <a:lnTo>
                  <a:pt x="5499" y="492"/>
                </a:lnTo>
                <a:lnTo>
                  <a:pt x="5563" y="514"/>
                </a:lnTo>
                <a:lnTo>
                  <a:pt x="5584" y="535"/>
                </a:lnTo>
                <a:lnTo>
                  <a:pt x="5606" y="578"/>
                </a:lnTo>
                <a:lnTo>
                  <a:pt x="5627" y="599"/>
                </a:lnTo>
                <a:lnTo>
                  <a:pt x="5627" y="685"/>
                </a:lnTo>
                <a:lnTo>
                  <a:pt x="5606" y="771"/>
                </a:lnTo>
                <a:lnTo>
                  <a:pt x="5584" y="835"/>
                </a:lnTo>
                <a:lnTo>
                  <a:pt x="5606" y="942"/>
                </a:lnTo>
                <a:lnTo>
                  <a:pt x="5627" y="1027"/>
                </a:lnTo>
                <a:lnTo>
                  <a:pt x="5649" y="1113"/>
                </a:lnTo>
                <a:lnTo>
                  <a:pt x="5670" y="1199"/>
                </a:lnTo>
                <a:lnTo>
                  <a:pt x="5670" y="1284"/>
                </a:lnTo>
                <a:lnTo>
                  <a:pt x="5649" y="1391"/>
                </a:lnTo>
                <a:lnTo>
                  <a:pt x="5627" y="1455"/>
                </a:lnTo>
                <a:lnTo>
                  <a:pt x="5563" y="1541"/>
                </a:lnTo>
                <a:lnTo>
                  <a:pt x="5435" y="1669"/>
                </a:lnTo>
                <a:lnTo>
                  <a:pt x="5349" y="1733"/>
                </a:lnTo>
                <a:lnTo>
                  <a:pt x="5285" y="1776"/>
                </a:lnTo>
                <a:lnTo>
                  <a:pt x="5178" y="1798"/>
                </a:lnTo>
                <a:lnTo>
                  <a:pt x="5071" y="1798"/>
                </a:lnTo>
                <a:lnTo>
                  <a:pt x="4835" y="1755"/>
                </a:lnTo>
                <a:lnTo>
                  <a:pt x="4600" y="1712"/>
                </a:lnTo>
                <a:lnTo>
                  <a:pt x="4386" y="1691"/>
                </a:lnTo>
                <a:lnTo>
                  <a:pt x="3787" y="1691"/>
                </a:lnTo>
                <a:lnTo>
                  <a:pt x="3701" y="1648"/>
                </a:lnTo>
                <a:lnTo>
                  <a:pt x="3595" y="1605"/>
                </a:lnTo>
                <a:lnTo>
                  <a:pt x="3423" y="1519"/>
                </a:lnTo>
                <a:lnTo>
                  <a:pt x="3252" y="1413"/>
                </a:lnTo>
                <a:lnTo>
                  <a:pt x="3188" y="1348"/>
                </a:lnTo>
                <a:lnTo>
                  <a:pt x="3124" y="1284"/>
                </a:lnTo>
                <a:lnTo>
                  <a:pt x="3124" y="1199"/>
                </a:lnTo>
                <a:lnTo>
                  <a:pt x="3145" y="1092"/>
                </a:lnTo>
                <a:lnTo>
                  <a:pt x="3231" y="899"/>
                </a:lnTo>
                <a:lnTo>
                  <a:pt x="3295" y="792"/>
                </a:lnTo>
                <a:lnTo>
                  <a:pt x="3338" y="685"/>
                </a:lnTo>
                <a:lnTo>
                  <a:pt x="3423" y="642"/>
                </a:lnTo>
                <a:lnTo>
                  <a:pt x="3509" y="621"/>
                </a:lnTo>
                <a:lnTo>
                  <a:pt x="3680" y="578"/>
                </a:lnTo>
                <a:lnTo>
                  <a:pt x="4151" y="492"/>
                </a:lnTo>
                <a:lnTo>
                  <a:pt x="4365" y="450"/>
                </a:lnTo>
                <a:close/>
                <a:moveTo>
                  <a:pt x="4087" y="2247"/>
                </a:moveTo>
                <a:lnTo>
                  <a:pt x="4129" y="2268"/>
                </a:lnTo>
                <a:lnTo>
                  <a:pt x="4151" y="2290"/>
                </a:lnTo>
                <a:lnTo>
                  <a:pt x="4129" y="2375"/>
                </a:lnTo>
                <a:lnTo>
                  <a:pt x="4087" y="2504"/>
                </a:lnTo>
                <a:lnTo>
                  <a:pt x="4022" y="2611"/>
                </a:lnTo>
                <a:lnTo>
                  <a:pt x="3851" y="2867"/>
                </a:lnTo>
                <a:lnTo>
                  <a:pt x="3787" y="2953"/>
                </a:lnTo>
                <a:lnTo>
                  <a:pt x="3766" y="3017"/>
                </a:lnTo>
                <a:lnTo>
                  <a:pt x="3744" y="3039"/>
                </a:lnTo>
                <a:lnTo>
                  <a:pt x="3744" y="3017"/>
                </a:lnTo>
                <a:lnTo>
                  <a:pt x="3766" y="2974"/>
                </a:lnTo>
                <a:lnTo>
                  <a:pt x="3808" y="2867"/>
                </a:lnTo>
                <a:lnTo>
                  <a:pt x="3851" y="2589"/>
                </a:lnTo>
                <a:lnTo>
                  <a:pt x="3894" y="2461"/>
                </a:lnTo>
                <a:lnTo>
                  <a:pt x="3937" y="2333"/>
                </a:lnTo>
                <a:lnTo>
                  <a:pt x="4001" y="2268"/>
                </a:lnTo>
                <a:lnTo>
                  <a:pt x="4044" y="2247"/>
                </a:lnTo>
                <a:close/>
                <a:moveTo>
                  <a:pt x="5156" y="2525"/>
                </a:moveTo>
                <a:lnTo>
                  <a:pt x="5156" y="2653"/>
                </a:lnTo>
                <a:lnTo>
                  <a:pt x="5156" y="2782"/>
                </a:lnTo>
                <a:lnTo>
                  <a:pt x="5221" y="3103"/>
                </a:lnTo>
                <a:lnTo>
                  <a:pt x="5199" y="3146"/>
                </a:lnTo>
                <a:lnTo>
                  <a:pt x="5135" y="3167"/>
                </a:lnTo>
                <a:lnTo>
                  <a:pt x="5028" y="3231"/>
                </a:lnTo>
                <a:lnTo>
                  <a:pt x="4921" y="3253"/>
                </a:lnTo>
                <a:lnTo>
                  <a:pt x="4878" y="3253"/>
                </a:lnTo>
                <a:lnTo>
                  <a:pt x="4878" y="3231"/>
                </a:lnTo>
                <a:lnTo>
                  <a:pt x="4985" y="2846"/>
                </a:lnTo>
                <a:lnTo>
                  <a:pt x="5049" y="2653"/>
                </a:lnTo>
                <a:lnTo>
                  <a:pt x="5092" y="2589"/>
                </a:lnTo>
                <a:lnTo>
                  <a:pt x="5156" y="2525"/>
                </a:lnTo>
                <a:close/>
                <a:moveTo>
                  <a:pt x="7189" y="1562"/>
                </a:moveTo>
                <a:lnTo>
                  <a:pt x="7275" y="1605"/>
                </a:lnTo>
                <a:lnTo>
                  <a:pt x="7360" y="1691"/>
                </a:lnTo>
                <a:lnTo>
                  <a:pt x="7510" y="1883"/>
                </a:lnTo>
                <a:lnTo>
                  <a:pt x="7638" y="2119"/>
                </a:lnTo>
                <a:lnTo>
                  <a:pt x="7724" y="2290"/>
                </a:lnTo>
                <a:lnTo>
                  <a:pt x="7874" y="2546"/>
                </a:lnTo>
                <a:lnTo>
                  <a:pt x="7959" y="2675"/>
                </a:lnTo>
                <a:lnTo>
                  <a:pt x="8002" y="2803"/>
                </a:lnTo>
                <a:lnTo>
                  <a:pt x="8023" y="2889"/>
                </a:lnTo>
                <a:lnTo>
                  <a:pt x="8023" y="2932"/>
                </a:lnTo>
                <a:lnTo>
                  <a:pt x="8002" y="2932"/>
                </a:lnTo>
                <a:lnTo>
                  <a:pt x="7916" y="2953"/>
                </a:lnTo>
                <a:lnTo>
                  <a:pt x="7809" y="2996"/>
                </a:lnTo>
                <a:lnTo>
                  <a:pt x="7724" y="3060"/>
                </a:lnTo>
                <a:lnTo>
                  <a:pt x="7638" y="3124"/>
                </a:lnTo>
                <a:lnTo>
                  <a:pt x="7446" y="3274"/>
                </a:lnTo>
                <a:lnTo>
                  <a:pt x="7275" y="3424"/>
                </a:lnTo>
                <a:lnTo>
                  <a:pt x="7168" y="3467"/>
                </a:lnTo>
                <a:lnTo>
                  <a:pt x="7082" y="3488"/>
                </a:lnTo>
                <a:lnTo>
                  <a:pt x="7018" y="3467"/>
                </a:lnTo>
                <a:lnTo>
                  <a:pt x="6911" y="3424"/>
                </a:lnTo>
                <a:lnTo>
                  <a:pt x="6740" y="3338"/>
                </a:lnTo>
                <a:lnTo>
                  <a:pt x="6205" y="3146"/>
                </a:lnTo>
                <a:lnTo>
                  <a:pt x="5991" y="3060"/>
                </a:lnTo>
                <a:lnTo>
                  <a:pt x="5841" y="2974"/>
                </a:lnTo>
                <a:lnTo>
                  <a:pt x="5777" y="2932"/>
                </a:lnTo>
                <a:lnTo>
                  <a:pt x="5713" y="2867"/>
                </a:lnTo>
                <a:lnTo>
                  <a:pt x="5670" y="2760"/>
                </a:lnTo>
                <a:lnTo>
                  <a:pt x="5627" y="2653"/>
                </a:lnTo>
                <a:lnTo>
                  <a:pt x="5563" y="2440"/>
                </a:lnTo>
                <a:lnTo>
                  <a:pt x="5563" y="2333"/>
                </a:lnTo>
                <a:lnTo>
                  <a:pt x="5563" y="2204"/>
                </a:lnTo>
                <a:lnTo>
                  <a:pt x="5563" y="2097"/>
                </a:lnTo>
                <a:lnTo>
                  <a:pt x="5606" y="1990"/>
                </a:lnTo>
                <a:lnTo>
                  <a:pt x="5649" y="1905"/>
                </a:lnTo>
                <a:lnTo>
                  <a:pt x="5734" y="1840"/>
                </a:lnTo>
                <a:lnTo>
                  <a:pt x="5798" y="1776"/>
                </a:lnTo>
                <a:lnTo>
                  <a:pt x="5862" y="1712"/>
                </a:lnTo>
                <a:lnTo>
                  <a:pt x="5927" y="1648"/>
                </a:lnTo>
                <a:lnTo>
                  <a:pt x="5991" y="1605"/>
                </a:lnTo>
                <a:lnTo>
                  <a:pt x="6098" y="1562"/>
                </a:lnTo>
                <a:lnTo>
                  <a:pt x="6397" y="1562"/>
                </a:lnTo>
                <a:lnTo>
                  <a:pt x="6611" y="1584"/>
                </a:lnTo>
                <a:lnTo>
                  <a:pt x="6740" y="1605"/>
                </a:lnTo>
                <a:lnTo>
                  <a:pt x="6847" y="1605"/>
                </a:lnTo>
                <a:lnTo>
                  <a:pt x="7018" y="1562"/>
                </a:lnTo>
                <a:close/>
                <a:moveTo>
                  <a:pt x="4900" y="2247"/>
                </a:moveTo>
                <a:lnTo>
                  <a:pt x="4921" y="2268"/>
                </a:lnTo>
                <a:lnTo>
                  <a:pt x="4921" y="2290"/>
                </a:lnTo>
                <a:lnTo>
                  <a:pt x="4921" y="2375"/>
                </a:lnTo>
                <a:lnTo>
                  <a:pt x="4878" y="2482"/>
                </a:lnTo>
                <a:lnTo>
                  <a:pt x="4707" y="2996"/>
                </a:lnTo>
                <a:lnTo>
                  <a:pt x="4536" y="3509"/>
                </a:lnTo>
                <a:lnTo>
                  <a:pt x="4515" y="3573"/>
                </a:lnTo>
                <a:lnTo>
                  <a:pt x="4472" y="3659"/>
                </a:lnTo>
                <a:lnTo>
                  <a:pt x="4429" y="3680"/>
                </a:lnTo>
                <a:lnTo>
                  <a:pt x="4408" y="3702"/>
                </a:lnTo>
                <a:lnTo>
                  <a:pt x="4365" y="3702"/>
                </a:lnTo>
                <a:lnTo>
                  <a:pt x="4322" y="3680"/>
                </a:lnTo>
                <a:lnTo>
                  <a:pt x="4279" y="3659"/>
                </a:lnTo>
                <a:lnTo>
                  <a:pt x="4258" y="3616"/>
                </a:lnTo>
                <a:lnTo>
                  <a:pt x="4279" y="3531"/>
                </a:lnTo>
                <a:lnTo>
                  <a:pt x="4343" y="3338"/>
                </a:lnTo>
                <a:lnTo>
                  <a:pt x="4536" y="2910"/>
                </a:lnTo>
                <a:lnTo>
                  <a:pt x="4728" y="2482"/>
                </a:lnTo>
                <a:lnTo>
                  <a:pt x="4814" y="2311"/>
                </a:lnTo>
                <a:lnTo>
                  <a:pt x="4857" y="2268"/>
                </a:lnTo>
                <a:lnTo>
                  <a:pt x="4900" y="2247"/>
                </a:lnTo>
                <a:close/>
                <a:moveTo>
                  <a:pt x="2760" y="1562"/>
                </a:moveTo>
                <a:lnTo>
                  <a:pt x="2867" y="1605"/>
                </a:lnTo>
                <a:lnTo>
                  <a:pt x="2953" y="1669"/>
                </a:lnTo>
                <a:lnTo>
                  <a:pt x="3017" y="1733"/>
                </a:lnTo>
                <a:lnTo>
                  <a:pt x="3167" y="1905"/>
                </a:lnTo>
                <a:lnTo>
                  <a:pt x="3316" y="2033"/>
                </a:lnTo>
                <a:lnTo>
                  <a:pt x="3381" y="2097"/>
                </a:lnTo>
                <a:lnTo>
                  <a:pt x="3423" y="2161"/>
                </a:lnTo>
                <a:lnTo>
                  <a:pt x="3402" y="2247"/>
                </a:lnTo>
                <a:lnTo>
                  <a:pt x="3359" y="2375"/>
                </a:lnTo>
                <a:lnTo>
                  <a:pt x="3252" y="2589"/>
                </a:lnTo>
                <a:lnTo>
                  <a:pt x="3209" y="2675"/>
                </a:lnTo>
                <a:lnTo>
                  <a:pt x="3145" y="2782"/>
                </a:lnTo>
                <a:lnTo>
                  <a:pt x="2974" y="2932"/>
                </a:lnTo>
                <a:lnTo>
                  <a:pt x="2739" y="3081"/>
                </a:lnTo>
                <a:lnTo>
                  <a:pt x="2503" y="3253"/>
                </a:lnTo>
                <a:lnTo>
                  <a:pt x="2033" y="3552"/>
                </a:lnTo>
                <a:lnTo>
                  <a:pt x="1819" y="3702"/>
                </a:lnTo>
                <a:lnTo>
                  <a:pt x="1712" y="3766"/>
                </a:lnTo>
                <a:lnTo>
                  <a:pt x="1605" y="3809"/>
                </a:lnTo>
                <a:lnTo>
                  <a:pt x="1498" y="3809"/>
                </a:lnTo>
                <a:lnTo>
                  <a:pt x="1412" y="3766"/>
                </a:lnTo>
                <a:lnTo>
                  <a:pt x="1262" y="3616"/>
                </a:lnTo>
                <a:lnTo>
                  <a:pt x="1134" y="3509"/>
                </a:lnTo>
                <a:lnTo>
                  <a:pt x="941" y="3381"/>
                </a:lnTo>
                <a:lnTo>
                  <a:pt x="877" y="3317"/>
                </a:lnTo>
                <a:lnTo>
                  <a:pt x="792" y="3253"/>
                </a:lnTo>
                <a:lnTo>
                  <a:pt x="770" y="3188"/>
                </a:lnTo>
                <a:lnTo>
                  <a:pt x="749" y="3124"/>
                </a:lnTo>
                <a:lnTo>
                  <a:pt x="834" y="2846"/>
                </a:lnTo>
                <a:lnTo>
                  <a:pt x="941" y="2589"/>
                </a:lnTo>
                <a:lnTo>
                  <a:pt x="1048" y="2311"/>
                </a:lnTo>
                <a:lnTo>
                  <a:pt x="1177" y="2076"/>
                </a:lnTo>
                <a:lnTo>
                  <a:pt x="1305" y="1819"/>
                </a:lnTo>
                <a:lnTo>
                  <a:pt x="1369" y="1712"/>
                </a:lnTo>
                <a:lnTo>
                  <a:pt x="1412" y="1669"/>
                </a:lnTo>
                <a:lnTo>
                  <a:pt x="1455" y="1648"/>
                </a:lnTo>
                <a:lnTo>
                  <a:pt x="1583" y="1605"/>
                </a:lnTo>
                <a:lnTo>
                  <a:pt x="1733" y="1584"/>
                </a:lnTo>
                <a:lnTo>
                  <a:pt x="2011" y="1605"/>
                </a:lnTo>
                <a:lnTo>
                  <a:pt x="2418" y="1584"/>
                </a:lnTo>
                <a:lnTo>
                  <a:pt x="2653" y="1562"/>
                </a:lnTo>
                <a:close/>
                <a:moveTo>
                  <a:pt x="8344" y="3638"/>
                </a:moveTo>
                <a:lnTo>
                  <a:pt x="8344" y="3659"/>
                </a:lnTo>
                <a:lnTo>
                  <a:pt x="8366" y="3680"/>
                </a:lnTo>
                <a:lnTo>
                  <a:pt x="8366" y="3787"/>
                </a:lnTo>
                <a:lnTo>
                  <a:pt x="8344" y="3959"/>
                </a:lnTo>
                <a:lnTo>
                  <a:pt x="8344" y="3980"/>
                </a:lnTo>
                <a:lnTo>
                  <a:pt x="8280" y="3980"/>
                </a:lnTo>
                <a:lnTo>
                  <a:pt x="8195" y="3894"/>
                </a:lnTo>
                <a:lnTo>
                  <a:pt x="8195" y="3830"/>
                </a:lnTo>
                <a:lnTo>
                  <a:pt x="8237" y="3745"/>
                </a:lnTo>
                <a:lnTo>
                  <a:pt x="8280" y="3680"/>
                </a:lnTo>
                <a:lnTo>
                  <a:pt x="8344" y="3638"/>
                </a:lnTo>
                <a:close/>
                <a:moveTo>
                  <a:pt x="663" y="3916"/>
                </a:moveTo>
                <a:lnTo>
                  <a:pt x="685" y="3937"/>
                </a:lnTo>
                <a:lnTo>
                  <a:pt x="663" y="4001"/>
                </a:lnTo>
                <a:lnTo>
                  <a:pt x="599" y="4066"/>
                </a:lnTo>
                <a:lnTo>
                  <a:pt x="578" y="4087"/>
                </a:lnTo>
                <a:lnTo>
                  <a:pt x="535" y="4087"/>
                </a:lnTo>
                <a:lnTo>
                  <a:pt x="514" y="4066"/>
                </a:lnTo>
                <a:lnTo>
                  <a:pt x="535" y="4001"/>
                </a:lnTo>
                <a:lnTo>
                  <a:pt x="578" y="3937"/>
                </a:lnTo>
                <a:lnTo>
                  <a:pt x="642" y="3916"/>
                </a:lnTo>
                <a:close/>
                <a:moveTo>
                  <a:pt x="8045" y="4066"/>
                </a:moveTo>
                <a:lnTo>
                  <a:pt x="8088" y="4087"/>
                </a:lnTo>
                <a:lnTo>
                  <a:pt x="8195" y="4173"/>
                </a:lnTo>
                <a:lnTo>
                  <a:pt x="8302" y="4301"/>
                </a:lnTo>
                <a:lnTo>
                  <a:pt x="8344" y="4387"/>
                </a:lnTo>
                <a:lnTo>
                  <a:pt x="8302" y="4408"/>
                </a:lnTo>
                <a:lnTo>
                  <a:pt x="8259" y="4408"/>
                </a:lnTo>
                <a:lnTo>
                  <a:pt x="8130" y="4301"/>
                </a:lnTo>
                <a:lnTo>
                  <a:pt x="8023" y="4173"/>
                </a:lnTo>
                <a:lnTo>
                  <a:pt x="8002" y="4108"/>
                </a:lnTo>
                <a:lnTo>
                  <a:pt x="8002" y="4087"/>
                </a:lnTo>
                <a:lnTo>
                  <a:pt x="8045" y="4066"/>
                </a:lnTo>
                <a:close/>
                <a:moveTo>
                  <a:pt x="1006" y="4194"/>
                </a:moveTo>
                <a:lnTo>
                  <a:pt x="1048" y="4215"/>
                </a:lnTo>
                <a:lnTo>
                  <a:pt x="1091" y="4237"/>
                </a:lnTo>
                <a:lnTo>
                  <a:pt x="1113" y="4280"/>
                </a:lnTo>
                <a:lnTo>
                  <a:pt x="1113" y="4322"/>
                </a:lnTo>
                <a:lnTo>
                  <a:pt x="1091" y="4344"/>
                </a:lnTo>
                <a:lnTo>
                  <a:pt x="1048" y="4387"/>
                </a:lnTo>
                <a:lnTo>
                  <a:pt x="899" y="4472"/>
                </a:lnTo>
                <a:lnTo>
                  <a:pt x="813" y="4558"/>
                </a:lnTo>
                <a:lnTo>
                  <a:pt x="727" y="4665"/>
                </a:lnTo>
                <a:lnTo>
                  <a:pt x="621" y="4772"/>
                </a:lnTo>
                <a:lnTo>
                  <a:pt x="535" y="4814"/>
                </a:lnTo>
                <a:lnTo>
                  <a:pt x="535" y="4750"/>
                </a:lnTo>
                <a:lnTo>
                  <a:pt x="578" y="4643"/>
                </a:lnTo>
                <a:lnTo>
                  <a:pt x="642" y="4515"/>
                </a:lnTo>
                <a:lnTo>
                  <a:pt x="727" y="4387"/>
                </a:lnTo>
                <a:lnTo>
                  <a:pt x="813" y="4280"/>
                </a:lnTo>
                <a:lnTo>
                  <a:pt x="920" y="4215"/>
                </a:lnTo>
                <a:lnTo>
                  <a:pt x="963" y="4194"/>
                </a:lnTo>
                <a:close/>
                <a:moveTo>
                  <a:pt x="7852" y="4301"/>
                </a:moveTo>
                <a:lnTo>
                  <a:pt x="7959" y="4344"/>
                </a:lnTo>
                <a:lnTo>
                  <a:pt x="8066" y="4429"/>
                </a:lnTo>
                <a:lnTo>
                  <a:pt x="8152" y="4536"/>
                </a:lnTo>
                <a:lnTo>
                  <a:pt x="8216" y="4643"/>
                </a:lnTo>
                <a:lnTo>
                  <a:pt x="8259" y="4729"/>
                </a:lnTo>
                <a:lnTo>
                  <a:pt x="8259" y="4772"/>
                </a:lnTo>
                <a:lnTo>
                  <a:pt x="8237" y="4814"/>
                </a:lnTo>
                <a:lnTo>
                  <a:pt x="8195" y="4836"/>
                </a:lnTo>
                <a:lnTo>
                  <a:pt x="8109" y="4793"/>
                </a:lnTo>
                <a:lnTo>
                  <a:pt x="7916" y="4686"/>
                </a:lnTo>
                <a:lnTo>
                  <a:pt x="7831" y="4600"/>
                </a:lnTo>
                <a:lnTo>
                  <a:pt x="7745" y="4515"/>
                </a:lnTo>
                <a:lnTo>
                  <a:pt x="7702" y="4451"/>
                </a:lnTo>
                <a:lnTo>
                  <a:pt x="7702" y="4387"/>
                </a:lnTo>
                <a:lnTo>
                  <a:pt x="7724" y="4344"/>
                </a:lnTo>
                <a:lnTo>
                  <a:pt x="7767" y="4322"/>
                </a:lnTo>
                <a:lnTo>
                  <a:pt x="7809" y="4301"/>
                </a:lnTo>
                <a:close/>
                <a:moveTo>
                  <a:pt x="7660" y="4793"/>
                </a:moveTo>
                <a:lnTo>
                  <a:pt x="7745" y="4836"/>
                </a:lnTo>
                <a:lnTo>
                  <a:pt x="7852" y="4900"/>
                </a:lnTo>
                <a:lnTo>
                  <a:pt x="7959" y="4986"/>
                </a:lnTo>
                <a:lnTo>
                  <a:pt x="8023" y="5071"/>
                </a:lnTo>
                <a:lnTo>
                  <a:pt x="8045" y="5135"/>
                </a:lnTo>
                <a:lnTo>
                  <a:pt x="8045" y="5178"/>
                </a:lnTo>
                <a:lnTo>
                  <a:pt x="8023" y="5242"/>
                </a:lnTo>
                <a:lnTo>
                  <a:pt x="7981" y="5264"/>
                </a:lnTo>
                <a:lnTo>
                  <a:pt x="7959" y="5285"/>
                </a:lnTo>
                <a:lnTo>
                  <a:pt x="7916" y="5285"/>
                </a:lnTo>
                <a:lnTo>
                  <a:pt x="7831" y="5264"/>
                </a:lnTo>
                <a:lnTo>
                  <a:pt x="7745" y="5178"/>
                </a:lnTo>
                <a:lnTo>
                  <a:pt x="7681" y="5093"/>
                </a:lnTo>
                <a:lnTo>
                  <a:pt x="7638" y="5007"/>
                </a:lnTo>
                <a:lnTo>
                  <a:pt x="7617" y="4900"/>
                </a:lnTo>
                <a:lnTo>
                  <a:pt x="7638" y="4836"/>
                </a:lnTo>
                <a:lnTo>
                  <a:pt x="7660" y="4793"/>
                </a:lnTo>
                <a:close/>
                <a:moveTo>
                  <a:pt x="1070" y="4707"/>
                </a:moveTo>
                <a:lnTo>
                  <a:pt x="1091" y="4729"/>
                </a:lnTo>
                <a:lnTo>
                  <a:pt x="1091" y="4750"/>
                </a:lnTo>
                <a:lnTo>
                  <a:pt x="1070" y="4814"/>
                </a:lnTo>
                <a:lnTo>
                  <a:pt x="1027" y="4900"/>
                </a:lnTo>
                <a:lnTo>
                  <a:pt x="941" y="5007"/>
                </a:lnTo>
                <a:lnTo>
                  <a:pt x="663" y="5328"/>
                </a:lnTo>
                <a:lnTo>
                  <a:pt x="621" y="5349"/>
                </a:lnTo>
                <a:lnTo>
                  <a:pt x="599" y="5328"/>
                </a:lnTo>
                <a:lnTo>
                  <a:pt x="599" y="5307"/>
                </a:lnTo>
                <a:lnTo>
                  <a:pt x="642" y="5221"/>
                </a:lnTo>
                <a:lnTo>
                  <a:pt x="685" y="5114"/>
                </a:lnTo>
                <a:lnTo>
                  <a:pt x="770" y="4986"/>
                </a:lnTo>
                <a:lnTo>
                  <a:pt x="941" y="4793"/>
                </a:lnTo>
                <a:lnTo>
                  <a:pt x="1027" y="4729"/>
                </a:lnTo>
                <a:lnTo>
                  <a:pt x="1070" y="4707"/>
                </a:lnTo>
                <a:close/>
                <a:moveTo>
                  <a:pt x="1134" y="5349"/>
                </a:moveTo>
                <a:lnTo>
                  <a:pt x="1155" y="5478"/>
                </a:lnTo>
                <a:lnTo>
                  <a:pt x="1134" y="5542"/>
                </a:lnTo>
                <a:lnTo>
                  <a:pt x="1113" y="5563"/>
                </a:lnTo>
                <a:lnTo>
                  <a:pt x="1048" y="5627"/>
                </a:lnTo>
                <a:lnTo>
                  <a:pt x="920" y="5670"/>
                </a:lnTo>
                <a:lnTo>
                  <a:pt x="899" y="5649"/>
                </a:lnTo>
                <a:lnTo>
                  <a:pt x="920" y="5627"/>
                </a:lnTo>
                <a:lnTo>
                  <a:pt x="963" y="5520"/>
                </a:lnTo>
                <a:lnTo>
                  <a:pt x="1048" y="5414"/>
                </a:lnTo>
                <a:lnTo>
                  <a:pt x="1134" y="5349"/>
                </a:lnTo>
                <a:close/>
                <a:moveTo>
                  <a:pt x="5948" y="3616"/>
                </a:moveTo>
                <a:lnTo>
                  <a:pt x="6076" y="3659"/>
                </a:lnTo>
                <a:lnTo>
                  <a:pt x="6355" y="3723"/>
                </a:lnTo>
                <a:lnTo>
                  <a:pt x="6526" y="3809"/>
                </a:lnTo>
                <a:lnTo>
                  <a:pt x="6718" y="3916"/>
                </a:lnTo>
                <a:lnTo>
                  <a:pt x="6804" y="3980"/>
                </a:lnTo>
                <a:lnTo>
                  <a:pt x="6868" y="4044"/>
                </a:lnTo>
                <a:lnTo>
                  <a:pt x="6932" y="4130"/>
                </a:lnTo>
                <a:lnTo>
                  <a:pt x="6954" y="4194"/>
                </a:lnTo>
                <a:lnTo>
                  <a:pt x="6975" y="4494"/>
                </a:lnTo>
                <a:lnTo>
                  <a:pt x="6975" y="4772"/>
                </a:lnTo>
                <a:lnTo>
                  <a:pt x="7018" y="5007"/>
                </a:lnTo>
                <a:lnTo>
                  <a:pt x="7018" y="5135"/>
                </a:lnTo>
                <a:lnTo>
                  <a:pt x="6996" y="5242"/>
                </a:lnTo>
                <a:lnTo>
                  <a:pt x="6954" y="5328"/>
                </a:lnTo>
                <a:lnTo>
                  <a:pt x="6868" y="5414"/>
                </a:lnTo>
                <a:lnTo>
                  <a:pt x="6761" y="5478"/>
                </a:lnTo>
                <a:lnTo>
                  <a:pt x="6633" y="5542"/>
                </a:lnTo>
                <a:lnTo>
                  <a:pt x="6376" y="5670"/>
                </a:lnTo>
                <a:lnTo>
                  <a:pt x="6269" y="5713"/>
                </a:lnTo>
                <a:lnTo>
                  <a:pt x="6162" y="5777"/>
                </a:lnTo>
                <a:lnTo>
                  <a:pt x="5991" y="5927"/>
                </a:lnTo>
                <a:lnTo>
                  <a:pt x="5798" y="6077"/>
                </a:lnTo>
                <a:lnTo>
                  <a:pt x="5713" y="6141"/>
                </a:lnTo>
                <a:lnTo>
                  <a:pt x="5606" y="6162"/>
                </a:lnTo>
                <a:lnTo>
                  <a:pt x="5477" y="6162"/>
                </a:lnTo>
                <a:lnTo>
                  <a:pt x="5349" y="6120"/>
                </a:lnTo>
                <a:lnTo>
                  <a:pt x="5178" y="6034"/>
                </a:lnTo>
                <a:lnTo>
                  <a:pt x="5007" y="5927"/>
                </a:lnTo>
                <a:lnTo>
                  <a:pt x="4942" y="5863"/>
                </a:lnTo>
                <a:lnTo>
                  <a:pt x="4878" y="5799"/>
                </a:lnTo>
                <a:lnTo>
                  <a:pt x="4835" y="5713"/>
                </a:lnTo>
                <a:lnTo>
                  <a:pt x="4793" y="5606"/>
                </a:lnTo>
                <a:lnTo>
                  <a:pt x="4771" y="5328"/>
                </a:lnTo>
                <a:lnTo>
                  <a:pt x="4771" y="5028"/>
                </a:lnTo>
                <a:lnTo>
                  <a:pt x="4771" y="4707"/>
                </a:lnTo>
                <a:lnTo>
                  <a:pt x="4771" y="4429"/>
                </a:lnTo>
                <a:lnTo>
                  <a:pt x="4771" y="4301"/>
                </a:lnTo>
                <a:lnTo>
                  <a:pt x="4793" y="4194"/>
                </a:lnTo>
                <a:lnTo>
                  <a:pt x="4857" y="4087"/>
                </a:lnTo>
                <a:lnTo>
                  <a:pt x="4921" y="4023"/>
                </a:lnTo>
                <a:lnTo>
                  <a:pt x="5092" y="3873"/>
                </a:lnTo>
                <a:lnTo>
                  <a:pt x="5306" y="3745"/>
                </a:lnTo>
                <a:lnTo>
                  <a:pt x="5413" y="3680"/>
                </a:lnTo>
                <a:lnTo>
                  <a:pt x="5542" y="3638"/>
                </a:lnTo>
                <a:lnTo>
                  <a:pt x="5670" y="3616"/>
                </a:lnTo>
                <a:close/>
                <a:moveTo>
                  <a:pt x="3167" y="3552"/>
                </a:moveTo>
                <a:lnTo>
                  <a:pt x="3209" y="3573"/>
                </a:lnTo>
                <a:lnTo>
                  <a:pt x="3252" y="3595"/>
                </a:lnTo>
                <a:lnTo>
                  <a:pt x="3338" y="3680"/>
                </a:lnTo>
                <a:lnTo>
                  <a:pt x="3423" y="3787"/>
                </a:lnTo>
                <a:lnTo>
                  <a:pt x="3616" y="3980"/>
                </a:lnTo>
                <a:lnTo>
                  <a:pt x="3808" y="4194"/>
                </a:lnTo>
                <a:lnTo>
                  <a:pt x="3894" y="4301"/>
                </a:lnTo>
                <a:lnTo>
                  <a:pt x="3958" y="4429"/>
                </a:lnTo>
                <a:lnTo>
                  <a:pt x="4022" y="4558"/>
                </a:lnTo>
                <a:lnTo>
                  <a:pt x="4065" y="4686"/>
                </a:lnTo>
                <a:lnTo>
                  <a:pt x="4108" y="4900"/>
                </a:lnTo>
                <a:lnTo>
                  <a:pt x="4194" y="5242"/>
                </a:lnTo>
                <a:lnTo>
                  <a:pt x="4215" y="5414"/>
                </a:lnTo>
                <a:lnTo>
                  <a:pt x="4215" y="5563"/>
                </a:lnTo>
                <a:lnTo>
                  <a:pt x="4215" y="5692"/>
                </a:lnTo>
                <a:lnTo>
                  <a:pt x="4194" y="5734"/>
                </a:lnTo>
                <a:lnTo>
                  <a:pt x="4172" y="5756"/>
                </a:lnTo>
                <a:lnTo>
                  <a:pt x="3958" y="5906"/>
                </a:lnTo>
                <a:lnTo>
                  <a:pt x="3701" y="6077"/>
                </a:lnTo>
                <a:lnTo>
                  <a:pt x="3595" y="6162"/>
                </a:lnTo>
                <a:lnTo>
                  <a:pt x="3466" y="6205"/>
                </a:lnTo>
                <a:lnTo>
                  <a:pt x="3338" y="6248"/>
                </a:lnTo>
                <a:lnTo>
                  <a:pt x="3209" y="6227"/>
                </a:lnTo>
                <a:lnTo>
                  <a:pt x="2931" y="6162"/>
                </a:lnTo>
                <a:lnTo>
                  <a:pt x="2781" y="6120"/>
                </a:lnTo>
                <a:lnTo>
                  <a:pt x="2632" y="6077"/>
                </a:lnTo>
                <a:lnTo>
                  <a:pt x="2375" y="6055"/>
                </a:lnTo>
                <a:lnTo>
                  <a:pt x="2247" y="6034"/>
                </a:lnTo>
                <a:lnTo>
                  <a:pt x="2140" y="5991"/>
                </a:lnTo>
                <a:lnTo>
                  <a:pt x="1968" y="5948"/>
                </a:lnTo>
                <a:lnTo>
                  <a:pt x="1776" y="5863"/>
                </a:lnTo>
                <a:lnTo>
                  <a:pt x="1712" y="5820"/>
                </a:lnTo>
                <a:lnTo>
                  <a:pt x="1648" y="5756"/>
                </a:lnTo>
                <a:lnTo>
                  <a:pt x="1583" y="5713"/>
                </a:lnTo>
                <a:lnTo>
                  <a:pt x="1562" y="5627"/>
                </a:lnTo>
                <a:lnTo>
                  <a:pt x="1541" y="5478"/>
                </a:lnTo>
                <a:lnTo>
                  <a:pt x="1541" y="5328"/>
                </a:lnTo>
                <a:lnTo>
                  <a:pt x="1519" y="5028"/>
                </a:lnTo>
                <a:lnTo>
                  <a:pt x="1519" y="4879"/>
                </a:lnTo>
                <a:lnTo>
                  <a:pt x="1498" y="4772"/>
                </a:lnTo>
                <a:lnTo>
                  <a:pt x="1519" y="4665"/>
                </a:lnTo>
                <a:lnTo>
                  <a:pt x="1605" y="4558"/>
                </a:lnTo>
                <a:lnTo>
                  <a:pt x="1797" y="4365"/>
                </a:lnTo>
                <a:lnTo>
                  <a:pt x="2054" y="4194"/>
                </a:lnTo>
                <a:lnTo>
                  <a:pt x="2546" y="3873"/>
                </a:lnTo>
                <a:lnTo>
                  <a:pt x="2781" y="3702"/>
                </a:lnTo>
                <a:lnTo>
                  <a:pt x="2910" y="3638"/>
                </a:lnTo>
                <a:lnTo>
                  <a:pt x="3038" y="3573"/>
                </a:lnTo>
                <a:lnTo>
                  <a:pt x="3102" y="3552"/>
                </a:lnTo>
                <a:close/>
                <a:moveTo>
                  <a:pt x="3808" y="6740"/>
                </a:moveTo>
                <a:lnTo>
                  <a:pt x="3808" y="6783"/>
                </a:lnTo>
                <a:lnTo>
                  <a:pt x="3766" y="6826"/>
                </a:lnTo>
                <a:lnTo>
                  <a:pt x="3766" y="6933"/>
                </a:lnTo>
                <a:lnTo>
                  <a:pt x="3744" y="6997"/>
                </a:lnTo>
                <a:lnTo>
                  <a:pt x="3701" y="6997"/>
                </a:lnTo>
                <a:lnTo>
                  <a:pt x="3701" y="6954"/>
                </a:lnTo>
                <a:lnTo>
                  <a:pt x="3723" y="6868"/>
                </a:lnTo>
                <a:lnTo>
                  <a:pt x="3808" y="6740"/>
                </a:lnTo>
                <a:close/>
                <a:moveTo>
                  <a:pt x="4728" y="6376"/>
                </a:moveTo>
                <a:lnTo>
                  <a:pt x="4750" y="6398"/>
                </a:lnTo>
                <a:lnTo>
                  <a:pt x="4750" y="6483"/>
                </a:lnTo>
                <a:lnTo>
                  <a:pt x="4728" y="6633"/>
                </a:lnTo>
                <a:lnTo>
                  <a:pt x="4536" y="7104"/>
                </a:lnTo>
                <a:lnTo>
                  <a:pt x="4343" y="7596"/>
                </a:lnTo>
                <a:lnTo>
                  <a:pt x="4258" y="7746"/>
                </a:lnTo>
                <a:lnTo>
                  <a:pt x="4258" y="7703"/>
                </a:lnTo>
                <a:lnTo>
                  <a:pt x="4279" y="7617"/>
                </a:lnTo>
                <a:lnTo>
                  <a:pt x="4301" y="7489"/>
                </a:lnTo>
                <a:lnTo>
                  <a:pt x="4365" y="7232"/>
                </a:lnTo>
                <a:lnTo>
                  <a:pt x="4429" y="6975"/>
                </a:lnTo>
                <a:lnTo>
                  <a:pt x="4515" y="6719"/>
                </a:lnTo>
                <a:lnTo>
                  <a:pt x="4600" y="6505"/>
                </a:lnTo>
                <a:lnTo>
                  <a:pt x="4664" y="6419"/>
                </a:lnTo>
                <a:lnTo>
                  <a:pt x="4707" y="6398"/>
                </a:lnTo>
                <a:lnTo>
                  <a:pt x="4728" y="6376"/>
                </a:lnTo>
                <a:close/>
                <a:moveTo>
                  <a:pt x="7382" y="5799"/>
                </a:moveTo>
                <a:lnTo>
                  <a:pt x="7467" y="5820"/>
                </a:lnTo>
                <a:lnTo>
                  <a:pt x="7553" y="5863"/>
                </a:lnTo>
                <a:lnTo>
                  <a:pt x="7617" y="5927"/>
                </a:lnTo>
                <a:lnTo>
                  <a:pt x="7660" y="5991"/>
                </a:lnTo>
                <a:lnTo>
                  <a:pt x="7702" y="6077"/>
                </a:lnTo>
                <a:lnTo>
                  <a:pt x="7702" y="6162"/>
                </a:lnTo>
                <a:lnTo>
                  <a:pt x="7702" y="6248"/>
                </a:lnTo>
                <a:lnTo>
                  <a:pt x="7660" y="6334"/>
                </a:lnTo>
                <a:lnTo>
                  <a:pt x="7446" y="6676"/>
                </a:lnTo>
                <a:lnTo>
                  <a:pt x="7339" y="6847"/>
                </a:lnTo>
                <a:lnTo>
                  <a:pt x="7210" y="6997"/>
                </a:lnTo>
                <a:lnTo>
                  <a:pt x="7061" y="7125"/>
                </a:lnTo>
                <a:lnTo>
                  <a:pt x="6932" y="7275"/>
                </a:lnTo>
                <a:lnTo>
                  <a:pt x="6761" y="7382"/>
                </a:lnTo>
                <a:lnTo>
                  <a:pt x="6590" y="7510"/>
                </a:lnTo>
                <a:lnTo>
                  <a:pt x="6419" y="7596"/>
                </a:lnTo>
                <a:lnTo>
                  <a:pt x="6248" y="7660"/>
                </a:lnTo>
                <a:lnTo>
                  <a:pt x="6076" y="7703"/>
                </a:lnTo>
                <a:lnTo>
                  <a:pt x="5905" y="7724"/>
                </a:lnTo>
                <a:lnTo>
                  <a:pt x="5777" y="7746"/>
                </a:lnTo>
                <a:lnTo>
                  <a:pt x="5734" y="7746"/>
                </a:lnTo>
                <a:lnTo>
                  <a:pt x="5713" y="7681"/>
                </a:lnTo>
                <a:lnTo>
                  <a:pt x="5691" y="7574"/>
                </a:lnTo>
                <a:lnTo>
                  <a:pt x="5691" y="7339"/>
                </a:lnTo>
                <a:lnTo>
                  <a:pt x="5670" y="7082"/>
                </a:lnTo>
                <a:lnTo>
                  <a:pt x="5670" y="6868"/>
                </a:lnTo>
                <a:lnTo>
                  <a:pt x="5670" y="6761"/>
                </a:lnTo>
                <a:lnTo>
                  <a:pt x="5713" y="6676"/>
                </a:lnTo>
                <a:lnTo>
                  <a:pt x="5777" y="6612"/>
                </a:lnTo>
                <a:lnTo>
                  <a:pt x="5862" y="6569"/>
                </a:lnTo>
                <a:lnTo>
                  <a:pt x="6034" y="6483"/>
                </a:lnTo>
                <a:lnTo>
                  <a:pt x="6376" y="6227"/>
                </a:lnTo>
                <a:lnTo>
                  <a:pt x="6526" y="6120"/>
                </a:lnTo>
                <a:lnTo>
                  <a:pt x="6718" y="6013"/>
                </a:lnTo>
                <a:lnTo>
                  <a:pt x="7039" y="5863"/>
                </a:lnTo>
                <a:lnTo>
                  <a:pt x="7210" y="5799"/>
                </a:lnTo>
                <a:close/>
                <a:moveTo>
                  <a:pt x="1241" y="6227"/>
                </a:moveTo>
                <a:lnTo>
                  <a:pt x="1348" y="6248"/>
                </a:lnTo>
                <a:lnTo>
                  <a:pt x="1562" y="6312"/>
                </a:lnTo>
                <a:lnTo>
                  <a:pt x="1947" y="6462"/>
                </a:lnTo>
                <a:lnTo>
                  <a:pt x="2375" y="6590"/>
                </a:lnTo>
                <a:lnTo>
                  <a:pt x="2589" y="6654"/>
                </a:lnTo>
                <a:lnTo>
                  <a:pt x="2824" y="6719"/>
                </a:lnTo>
                <a:lnTo>
                  <a:pt x="2974" y="6719"/>
                </a:lnTo>
                <a:lnTo>
                  <a:pt x="3017" y="6740"/>
                </a:lnTo>
                <a:lnTo>
                  <a:pt x="3060" y="6804"/>
                </a:lnTo>
                <a:lnTo>
                  <a:pt x="3081" y="6890"/>
                </a:lnTo>
                <a:lnTo>
                  <a:pt x="3102" y="6997"/>
                </a:lnTo>
                <a:lnTo>
                  <a:pt x="3102" y="7211"/>
                </a:lnTo>
                <a:lnTo>
                  <a:pt x="3209" y="7617"/>
                </a:lnTo>
                <a:lnTo>
                  <a:pt x="3252" y="7853"/>
                </a:lnTo>
                <a:lnTo>
                  <a:pt x="3274" y="7938"/>
                </a:lnTo>
                <a:lnTo>
                  <a:pt x="3252" y="7960"/>
                </a:lnTo>
                <a:lnTo>
                  <a:pt x="3081" y="7917"/>
                </a:lnTo>
                <a:lnTo>
                  <a:pt x="2888" y="7853"/>
                </a:lnTo>
                <a:lnTo>
                  <a:pt x="2717" y="7767"/>
                </a:lnTo>
                <a:lnTo>
                  <a:pt x="2525" y="7681"/>
                </a:lnTo>
                <a:lnTo>
                  <a:pt x="2204" y="7468"/>
                </a:lnTo>
                <a:lnTo>
                  <a:pt x="1883" y="7232"/>
                </a:lnTo>
                <a:lnTo>
                  <a:pt x="1605" y="6975"/>
                </a:lnTo>
                <a:lnTo>
                  <a:pt x="1455" y="6847"/>
                </a:lnTo>
                <a:lnTo>
                  <a:pt x="1327" y="6719"/>
                </a:lnTo>
                <a:lnTo>
                  <a:pt x="1198" y="6612"/>
                </a:lnTo>
                <a:lnTo>
                  <a:pt x="1091" y="6462"/>
                </a:lnTo>
                <a:lnTo>
                  <a:pt x="1048" y="6398"/>
                </a:lnTo>
                <a:lnTo>
                  <a:pt x="1048" y="6334"/>
                </a:lnTo>
                <a:lnTo>
                  <a:pt x="1070" y="6269"/>
                </a:lnTo>
                <a:lnTo>
                  <a:pt x="1155" y="6227"/>
                </a:lnTo>
                <a:close/>
                <a:moveTo>
                  <a:pt x="4151" y="8131"/>
                </a:moveTo>
                <a:lnTo>
                  <a:pt x="4108" y="8152"/>
                </a:lnTo>
                <a:lnTo>
                  <a:pt x="4087" y="8152"/>
                </a:lnTo>
                <a:lnTo>
                  <a:pt x="4108" y="8131"/>
                </a:lnTo>
                <a:close/>
                <a:moveTo>
                  <a:pt x="5135" y="7724"/>
                </a:moveTo>
                <a:lnTo>
                  <a:pt x="5199" y="7853"/>
                </a:lnTo>
                <a:lnTo>
                  <a:pt x="5221" y="7981"/>
                </a:lnTo>
                <a:lnTo>
                  <a:pt x="5221" y="8045"/>
                </a:lnTo>
                <a:lnTo>
                  <a:pt x="5199" y="8109"/>
                </a:lnTo>
                <a:lnTo>
                  <a:pt x="5156" y="8152"/>
                </a:lnTo>
                <a:lnTo>
                  <a:pt x="5071" y="8174"/>
                </a:lnTo>
                <a:lnTo>
                  <a:pt x="5007" y="8152"/>
                </a:lnTo>
                <a:lnTo>
                  <a:pt x="4985" y="8109"/>
                </a:lnTo>
                <a:lnTo>
                  <a:pt x="5007" y="8067"/>
                </a:lnTo>
                <a:lnTo>
                  <a:pt x="5028" y="7981"/>
                </a:lnTo>
                <a:lnTo>
                  <a:pt x="5092" y="7831"/>
                </a:lnTo>
                <a:lnTo>
                  <a:pt x="5135" y="7724"/>
                </a:lnTo>
                <a:close/>
                <a:moveTo>
                  <a:pt x="5114" y="6569"/>
                </a:moveTo>
                <a:lnTo>
                  <a:pt x="5178" y="6612"/>
                </a:lnTo>
                <a:lnTo>
                  <a:pt x="5221" y="6654"/>
                </a:lnTo>
                <a:lnTo>
                  <a:pt x="5263" y="6740"/>
                </a:lnTo>
                <a:lnTo>
                  <a:pt x="5263" y="6804"/>
                </a:lnTo>
                <a:lnTo>
                  <a:pt x="5242" y="6890"/>
                </a:lnTo>
                <a:lnTo>
                  <a:pt x="5199" y="6954"/>
                </a:lnTo>
                <a:lnTo>
                  <a:pt x="5092" y="7040"/>
                </a:lnTo>
                <a:lnTo>
                  <a:pt x="5028" y="7147"/>
                </a:lnTo>
                <a:lnTo>
                  <a:pt x="4964" y="7275"/>
                </a:lnTo>
                <a:lnTo>
                  <a:pt x="4921" y="7425"/>
                </a:lnTo>
                <a:lnTo>
                  <a:pt x="4835" y="7703"/>
                </a:lnTo>
                <a:lnTo>
                  <a:pt x="4750" y="7960"/>
                </a:lnTo>
                <a:lnTo>
                  <a:pt x="4707" y="8024"/>
                </a:lnTo>
                <a:lnTo>
                  <a:pt x="4664" y="8131"/>
                </a:lnTo>
                <a:lnTo>
                  <a:pt x="4622" y="8174"/>
                </a:lnTo>
                <a:lnTo>
                  <a:pt x="4600" y="8195"/>
                </a:lnTo>
                <a:lnTo>
                  <a:pt x="4557" y="8174"/>
                </a:lnTo>
                <a:lnTo>
                  <a:pt x="4493" y="8131"/>
                </a:lnTo>
                <a:lnTo>
                  <a:pt x="4493" y="8109"/>
                </a:lnTo>
                <a:lnTo>
                  <a:pt x="4493" y="8045"/>
                </a:lnTo>
                <a:lnTo>
                  <a:pt x="4536" y="7917"/>
                </a:lnTo>
                <a:lnTo>
                  <a:pt x="4643" y="7681"/>
                </a:lnTo>
                <a:lnTo>
                  <a:pt x="4814" y="7189"/>
                </a:lnTo>
                <a:lnTo>
                  <a:pt x="4878" y="6890"/>
                </a:lnTo>
                <a:lnTo>
                  <a:pt x="4921" y="6740"/>
                </a:lnTo>
                <a:lnTo>
                  <a:pt x="4985" y="6633"/>
                </a:lnTo>
                <a:lnTo>
                  <a:pt x="5049" y="6590"/>
                </a:lnTo>
                <a:lnTo>
                  <a:pt x="5114" y="6569"/>
                </a:lnTo>
                <a:close/>
                <a:moveTo>
                  <a:pt x="4065" y="0"/>
                </a:moveTo>
                <a:lnTo>
                  <a:pt x="3701" y="22"/>
                </a:lnTo>
                <a:lnTo>
                  <a:pt x="3338" y="65"/>
                </a:lnTo>
                <a:lnTo>
                  <a:pt x="2995" y="129"/>
                </a:lnTo>
                <a:lnTo>
                  <a:pt x="2653" y="236"/>
                </a:lnTo>
                <a:lnTo>
                  <a:pt x="2311" y="364"/>
                </a:lnTo>
                <a:lnTo>
                  <a:pt x="2011" y="535"/>
                </a:lnTo>
                <a:lnTo>
                  <a:pt x="1733" y="728"/>
                </a:lnTo>
                <a:lnTo>
                  <a:pt x="1498" y="942"/>
                </a:lnTo>
                <a:lnTo>
                  <a:pt x="1262" y="1177"/>
                </a:lnTo>
                <a:lnTo>
                  <a:pt x="1048" y="1455"/>
                </a:lnTo>
                <a:lnTo>
                  <a:pt x="856" y="1712"/>
                </a:lnTo>
                <a:lnTo>
                  <a:pt x="685" y="2012"/>
                </a:lnTo>
                <a:lnTo>
                  <a:pt x="535" y="2311"/>
                </a:lnTo>
                <a:lnTo>
                  <a:pt x="407" y="2611"/>
                </a:lnTo>
                <a:lnTo>
                  <a:pt x="300" y="2889"/>
                </a:lnTo>
                <a:lnTo>
                  <a:pt x="214" y="3210"/>
                </a:lnTo>
                <a:lnTo>
                  <a:pt x="128" y="3531"/>
                </a:lnTo>
                <a:lnTo>
                  <a:pt x="64" y="3852"/>
                </a:lnTo>
                <a:lnTo>
                  <a:pt x="21" y="4173"/>
                </a:lnTo>
                <a:lnTo>
                  <a:pt x="0" y="4515"/>
                </a:lnTo>
                <a:lnTo>
                  <a:pt x="21" y="4836"/>
                </a:lnTo>
                <a:lnTo>
                  <a:pt x="64" y="5135"/>
                </a:lnTo>
                <a:lnTo>
                  <a:pt x="128" y="5478"/>
                </a:lnTo>
                <a:lnTo>
                  <a:pt x="235" y="5799"/>
                </a:lnTo>
                <a:lnTo>
                  <a:pt x="364" y="6098"/>
                </a:lnTo>
                <a:lnTo>
                  <a:pt x="514" y="6376"/>
                </a:lnTo>
                <a:lnTo>
                  <a:pt x="706" y="6654"/>
                </a:lnTo>
                <a:lnTo>
                  <a:pt x="899" y="6911"/>
                </a:lnTo>
                <a:lnTo>
                  <a:pt x="1134" y="7147"/>
                </a:lnTo>
                <a:lnTo>
                  <a:pt x="1391" y="7382"/>
                </a:lnTo>
                <a:lnTo>
                  <a:pt x="1648" y="7574"/>
                </a:lnTo>
                <a:lnTo>
                  <a:pt x="1904" y="7767"/>
                </a:lnTo>
                <a:lnTo>
                  <a:pt x="2182" y="7960"/>
                </a:lnTo>
                <a:lnTo>
                  <a:pt x="2482" y="8131"/>
                </a:lnTo>
                <a:lnTo>
                  <a:pt x="2781" y="8302"/>
                </a:lnTo>
                <a:lnTo>
                  <a:pt x="3081" y="8430"/>
                </a:lnTo>
                <a:lnTo>
                  <a:pt x="3381" y="8537"/>
                </a:lnTo>
                <a:lnTo>
                  <a:pt x="3701" y="8623"/>
                </a:lnTo>
                <a:lnTo>
                  <a:pt x="4022" y="8666"/>
                </a:lnTo>
                <a:lnTo>
                  <a:pt x="4343" y="8687"/>
                </a:lnTo>
                <a:lnTo>
                  <a:pt x="4964" y="8687"/>
                </a:lnTo>
                <a:lnTo>
                  <a:pt x="5328" y="8666"/>
                </a:lnTo>
                <a:lnTo>
                  <a:pt x="5627" y="8601"/>
                </a:lnTo>
                <a:lnTo>
                  <a:pt x="5927" y="8495"/>
                </a:lnTo>
                <a:lnTo>
                  <a:pt x="6248" y="8345"/>
                </a:lnTo>
                <a:lnTo>
                  <a:pt x="6569" y="8195"/>
                </a:lnTo>
                <a:lnTo>
                  <a:pt x="6718" y="8109"/>
                </a:lnTo>
                <a:lnTo>
                  <a:pt x="6868" y="8002"/>
                </a:lnTo>
                <a:lnTo>
                  <a:pt x="7018" y="7874"/>
                </a:lnTo>
                <a:lnTo>
                  <a:pt x="7146" y="7724"/>
                </a:lnTo>
                <a:lnTo>
                  <a:pt x="7424" y="7425"/>
                </a:lnTo>
                <a:lnTo>
                  <a:pt x="7702" y="7147"/>
                </a:lnTo>
                <a:lnTo>
                  <a:pt x="7981" y="6847"/>
                </a:lnTo>
                <a:lnTo>
                  <a:pt x="8216" y="6547"/>
                </a:lnTo>
                <a:lnTo>
                  <a:pt x="8323" y="6376"/>
                </a:lnTo>
                <a:lnTo>
                  <a:pt x="8430" y="6205"/>
                </a:lnTo>
                <a:lnTo>
                  <a:pt x="8580" y="5841"/>
                </a:lnTo>
                <a:lnTo>
                  <a:pt x="8729" y="5478"/>
                </a:lnTo>
                <a:lnTo>
                  <a:pt x="8815" y="5093"/>
                </a:lnTo>
                <a:lnTo>
                  <a:pt x="8879" y="4707"/>
                </a:lnTo>
                <a:lnTo>
                  <a:pt x="8922" y="4301"/>
                </a:lnTo>
                <a:lnTo>
                  <a:pt x="8901" y="3916"/>
                </a:lnTo>
                <a:lnTo>
                  <a:pt x="8836" y="3531"/>
                </a:lnTo>
                <a:lnTo>
                  <a:pt x="8794" y="3338"/>
                </a:lnTo>
                <a:lnTo>
                  <a:pt x="8729" y="3146"/>
                </a:lnTo>
                <a:lnTo>
                  <a:pt x="8623" y="2825"/>
                </a:lnTo>
                <a:lnTo>
                  <a:pt x="8494" y="2504"/>
                </a:lnTo>
                <a:lnTo>
                  <a:pt x="8344" y="2204"/>
                </a:lnTo>
                <a:lnTo>
                  <a:pt x="8195" y="1926"/>
                </a:lnTo>
                <a:lnTo>
                  <a:pt x="7981" y="1626"/>
                </a:lnTo>
                <a:lnTo>
                  <a:pt x="7745" y="1391"/>
                </a:lnTo>
                <a:lnTo>
                  <a:pt x="7467" y="1156"/>
                </a:lnTo>
                <a:lnTo>
                  <a:pt x="7210" y="920"/>
                </a:lnTo>
                <a:lnTo>
                  <a:pt x="6954" y="728"/>
                </a:lnTo>
                <a:lnTo>
                  <a:pt x="6697" y="557"/>
                </a:lnTo>
                <a:lnTo>
                  <a:pt x="6419" y="386"/>
                </a:lnTo>
                <a:lnTo>
                  <a:pt x="6141" y="236"/>
                </a:lnTo>
                <a:lnTo>
                  <a:pt x="5969" y="172"/>
                </a:lnTo>
                <a:lnTo>
                  <a:pt x="5820" y="129"/>
                </a:lnTo>
                <a:lnTo>
                  <a:pt x="5477" y="65"/>
                </a:lnTo>
                <a:lnTo>
                  <a:pt x="5135" y="43"/>
                </a:lnTo>
                <a:lnTo>
                  <a:pt x="4771" y="22"/>
                </a:lnTo>
                <a:lnTo>
                  <a:pt x="4429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32"/>
          <p:cNvSpPr/>
          <p:nvPr/>
        </p:nvSpPr>
        <p:spPr>
          <a:xfrm>
            <a:off x="4601832" y="2124932"/>
            <a:ext cx="182743" cy="240577"/>
          </a:xfrm>
          <a:custGeom>
            <a:rect b="b" l="l" r="r" t="t"/>
            <a:pathLst>
              <a:path extrusionOk="0" h="8902" w="6762">
                <a:moveTo>
                  <a:pt x="1305" y="1092"/>
                </a:moveTo>
                <a:lnTo>
                  <a:pt x="1348" y="1135"/>
                </a:lnTo>
                <a:lnTo>
                  <a:pt x="1477" y="1263"/>
                </a:lnTo>
                <a:lnTo>
                  <a:pt x="1562" y="1434"/>
                </a:lnTo>
                <a:lnTo>
                  <a:pt x="1584" y="1499"/>
                </a:lnTo>
                <a:lnTo>
                  <a:pt x="1562" y="1541"/>
                </a:lnTo>
                <a:lnTo>
                  <a:pt x="1541" y="1541"/>
                </a:lnTo>
                <a:lnTo>
                  <a:pt x="1477" y="1520"/>
                </a:lnTo>
                <a:lnTo>
                  <a:pt x="1348" y="1370"/>
                </a:lnTo>
                <a:lnTo>
                  <a:pt x="1284" y="1306"/>
                </a:lnTo>
                <a:lnTo>
                  <a:pt x="1241" y="1220"/>
                </a:lnTo>
                <a:lnTo>
                  <a:pt x="1241" y="1156"/>
                </a:lnTo>
                <a:lnTo>
                  <a:pt x="1241" y="1113"/>
                </a:lnTo>
                <a:lnTo>
                  <a:pt x="1263" y="1092"/>
                </a:lnTo>
                <a:close/>
                <a:moveTo>
                  <a:pt x="792" y="1734"/>
                </a:moveTo>
                <a:lnTo>
                  <a:pt x="856" y="1755"/>
                </a:lnTo>
                <a:lnTo>
                  <a:pt x="878" y="1798"/>
                </a:lnTo>
                <a:lnTo>
                  <a:pt x="899" y="1841"/>
                </a:lnTo>
                <a:lnTo>
                  <a:pt x="878" y="1862"/>
                </a:lnTo>
                <a:lnTo>
                  <a:pt x="856" y="1905"/>
                </a:lnTo>
                <a:lnTo>
                  <a:pt x="813" y="1905"/>
                </a:lnTo>
                <a:lnTo>
                  <a:pt x="749" y="1926"/>
                </a:lnTo>
                <a:lnTo>
                  <a:pt x="706" y="1905"/>
                </a:lnTo>
                <a:lnTo>
                  <a:pt x="685" y="1884"/>
                </a:lnTo>
                <a:lnTo>
                  <a:pt x="685" y="1841"/>
                </a:lnTo>
                <a:lnTo>
                  <a:pt x="728" y="1777"/>
                </a:lnTo>
                <a:lnTo>
                  <a:pt x="749" y="1755"/>
                </a:lnTo>
                <a:lnTo>
                  <a:pt x="792" y="1734"/>
                </a:lnTo>
                <a:close/>
                <a:moveTo>
                  <a:pt x="2910" y="1670"/>
                </a:moveTo>
                <a:lnTo>
                  <a:pt x="2846" y="1712"/>
                </a:lnTo>
                <a:lnTo>
                  <a:pt x="2760" y="1755"/>
                </a:lnTo>
                <a:lnTo>
                  <a:pt x="2718" y="1819"/>
                </a:lnTo>
                <a:lnTo>
                  <a:pt x="2675" y="1884"/>
                </a:lnTo>
                <a:lnTo>
                  <a:pt x="2675" y="1926"/>
                </a:lnTo>
                <a:lnTo>
                  <a:pt x="2696" y="1969"/>
                </a:lnTo>
                <a:lnTo>
                  <a:pt x="2932" y="1969"/>
                </a:lnTo>
                <a:lnTo>
                  <a:pt x="3081" y="1991"/>
                </a:lnTo>
                <a:lnTo>
                  <a:pt x="3231" y="2033"/>
                </a:lnTo>
                <a:lnTo>
                  <a:pt x="3317" y="2033"/>
                </a:lnTo>
                <a:lnTo>
                  <a:pt x="3381" y="2012"/>
                </a:lnTo>
                <a:lnTo>
                  <a:pt x="3702" y="1969"/>
                </a:lnTo>
                <a:lnTo>
                  <a:pt x="4023" y="1948"/>
                </a:lnTo>
                <a:lnTo>
                  <a:pt x="4237" y="1948"/>
                </a:lnTo>
                <a:lnTo>
                  <a:pt x="4451" y="1926"/>
                </a:lnTo>
                <a:lnTo>
                  <a:pt x="4879" y="1905"/>
                </a:lnTo>
                <a:lnTo>
                  <a:pt x="5135" y="1905"/>
                </a:lnTo>
                <a:lnTo>
                  <a:pt x="5199" y="1884"/>
                </a:lnTo>
                <a:lnTo>
                  <a:pt x="5242" y="1862"/>
                </a:lnTo>
                <a:lnTo>
                  <a:pt x="5242" y="1819"/>
                </a:lnTo>
                <a:lnTo>
                  <a:pt x="5199" y="1755"/>
                </a:lnTo>
                <a:lnTo>
                  <a:pt x="5135" y="1712"/>
                </a:lnTo>
                <a:lnTo>
                  <a:pt x="5050" y="1691"/>
                </a:lnTo>
                <a:lnTo>
                  <a:pt x="4836" y="1691"/>
                </a:lnTo>
                <a:lnTo>
                  <a:pt x="4451" y="1734"/>
                </a:lnTo>
                <a:lnTo>
                  <a:pt x="4237" y="1755"/>
                </a:lnTo>
                <a:lnTo>
                  <a:pt x="4044" y="1755"/>
                </a:lnTo>
                <a:lnTo>
                  <a:pt x="3616" y="1734"/>
                </a:lnTo>
                <a:lnTo>
                  <a:pt x="3531" y="1755"/>
                </a:lnTo>
                <a:lnTo>
                  <a:pt x="3424" y="1777"/>
                </a:lnTo>
                <a:lnTo>
                  <a:pt x="3317" y="1798"/>
                </a:lnTo>
                <a:lnTo>
                  <a:pt x="3231" y="1798"/>
                </a:lnTo>
                <a:lnTo>
                  <a:pt x="3167" y="1777"/>
                </a:lnTo>
                <a:lnTo>
                  <a:pt x="3103" y="1734"/>
                </a:lnTo>
                <a:lnTo>
                  <a:pt x="3060" y="1691"/>
                </a:lnTo>
                <a:lnTo>
                  <a:pt x="2996" y="1670"/>
                </a:lnTo>
                <a:close/>
                <a:moveTo>
                  <a:pt x="4707" y="2654"/>
                </a:moveTo>
                <a:lnTo>
                  <a:pt x="4451" y="2675"/>
                </a:lnTo>
                <a:lnTo>
                  <a:pt x="4279" y="2697"/>
                </a:lnTo>
                <a:lnTo>
                  <a:pt x="3809" y="2739"/>
                </a:lnTo>
                <a:lnTo>
                  <a:pt x="3573" y="2761"/>
                </a:lnTo>
                <a:lnTo>
                  <a:pt x="3359" y="2761"/>
                </a:lnTo>
                <a:lnTo>
                  <a:pt x="3124" y="2739"/>
                </a:lnTo>
                <a:lnTo>
                  <a:pt x="2910" y="2697"/>
                </a:lnTo>
                <a:lnTo>
                  <a:pt x="2803" y="2675"/>
                </a:lnTo>
                <a:lnTo>
                  <a:pt x="2696" y="2697"/>
                </a:lnTo>
                <a:lnTo>
                  <a:pt x="2482" y="2718"/>
                </a:lnTo>
                <a:lnTo>
                  <a:pt x="2397" y="2697"/>
                </a:lnTo>
                <a:lnTo>
                  <a:pt x="2290" y="2675"/>
                </a:lnTo>
                <a:lnTo>
                  <a:pt x="2097" y="2675"/>
                </a:lnTo>
                <a:lnTo>
                  <a:pt x="2033" y="2718"/>
                </a:lnTo>
                <a:lnTo>
                  <a:pt x="1990" y="2761"/>
                </a:lnTo>
                <a:lnTo>
                  <a:pt x="1969" y="2825"/>
                </a:lnTo>
                <a:lnTo>
                  <a:pt x="1990" y="2846"/>
                </a:lnTo>
                <a:lnTo>
                  <a:pt x="2012" y="2868"/>
                </a:lnTo>
                <a:lnTo>
                  <a:pt x="2140" y="2889"/>
                </a:lnTo>
                <a:lnTo>
                  <a:pt x="2247" y="2911"/>
                </a:lnTo>
                <a:lnTo>
                  <a:pt x="2504" y="2932"/>
                </a:lnTo>
                <a:lnTo>
                  <a:pt x="2974" y="2932"/>
                </a:lnTo>
                <a:lnTo>
                  <a:pt x="3210" y="2953"/>
                </a:lnTo>
                <a:lnTo>
                  <a:pt x="3424" y="2953"/>
                </a:lnTo>
                <a:lnTo>
                  <a:pt x="3873" y="2932"/>
                </a:lnTo>
                <a:lnTo>
                  <a:pt x="4322" y="2889"/>
                </a:lnTo>
                <a:lnTo>
                  <a:pt x="5028" y="2889"/>
                </a:lnTo>
                <a:lnTo>
                  <a:pt x="5093" y="2868"/>
                </a:lnTo>
                <a:lnTo>
                  <a:pt x="5135" y="2846"/>
                </a:lnTo>
                <a:lnTo>
                  <a:pt x="5135" y="2804"/>
                </a:lnTo>
                <a:lnTo>
                  <a:pt x="5114" y="2739"/>
                </a:lnTo>
                <a:lnTo>
                  <a:pt x="5050" y="2697"/>
                </a:lnTo>
                <a:lnTo>
                  <a:pt x="4943" y="2675"/>
                </a:lnTo>
                <a:lnTo>
                  <a:pt x="4707" y="2654"/>
                </a:lnTo>
                <a:close/>
                <a:moveTo>
                  <a:pt x="3295" y="3424"/>
                </a:moveTo>
                <a:lnTo>
                  <a:pt x="3060" y="3467"/>
                </a:lnTo>
                <a:lnTo>
                  <a:pt x="2825" y="3531"/>
                </a:lnTo>
                <a:lnTo>
                  <a:pt x="2568" y="3574"/>
                </a:lnTo>
                <a:lnTo>
                  <a:pt x="2461" y="3595"/>
                </a:lnTo>
                <a:lnTo>
                  <a:pt x="2332" y="3574"/>
                </a:lnTo>
                <a:lnTo>
                  <a:pt x="2119" y="3531"/>
                </a:lnTo>
                <a:lnTo>
                  <a:pt x="1905" y="3531"/>
                </a:lnTo>
                <a:lnTo>
                  <a:pt x="1840" y="3553"/>
                </a:lnTo>
                <a:lnTo>
                  <a:pt x="1776" y="3595"/>
                </a:lnTo>
                <a:lnTo>
                  <a:pt x="1755" y="3617"/>
                </a:lnTo>
                <a:lnTo>
                  <a:pt x="1755" y="3638"/>
                </a:lnTo>
                <a:lnTo>
                  <a:pt x="1776" y="3681"/>
                </a:lnTo>
                <a:lnTo>
                  <a:pt x="1819" y="3702"/>
                </a:lnTo>
                <a:lnTo>
                  <a:pt x="1926" y="3766"/>
                </a:lnTo>
                <a:lnTo>
                  <a:pt x="2033" y="3788"/>
                </a:lnTo>
                <a:lnTo>
                  <a:pt x="2140" y="3831"/>
                </a:lnTo>
                <a:lnTo>
                  <a:pt x="2482" y="3831"/>
                </a:lnTo>
                <a:lnTo>
                  <a:pt x="2718" y="3788"/>
                </a:lnTo>
                <a:lnTo>
                  <a:pt x="3167" y="3681"/>
                </a:lnTo>
                <a:lnTo>
                  <a:pt x="3402" y="3659"/>
                </a:lnTo>
                <a:lnTo>
                  <a:pt x="3638" y="3638"/>
                </a:lnTo>
                <a:lnTo>
                  <a:pt x="3894" y="3659"/>
                </a:lnTo>
                <a:lnTo>
                  <a:pt x="4001" y="3681"/>
                </a:lnTo>
                <a:lnTo>
                  <a:pt x="4130" y="3681"/>
                </a:lnTo>
                <a:lnTo>
                  <a:pt x="4365" y="3638"/>
                </a:lnTo>
                <a:lnTo>
                  <a:pt x="4472" y="3638"/>
                </a:lnTo>
                <a:lnTo>
                  <a:pt x="4579" y="3659"/>
                </a:lnTo>
                <a:lnTo>
                  <a:pt x="4814" y="3745"/>
                </a:lnTo>
                <a:lnTo>
                  <a:pt x="4986" y="3745"/>
                </a:lnTo>
                <a:lnTo>
                  <a:pt x="5050" y="3702"/>
                </a:lnTo>
                <a:lnTo>
                  <a:pt x="5093" y="3659"/>
                </a:lnTo>
                <a:lnTo>
                  <a:pt x="5114" y="3595"/>
                </a:lnTo>
                <a:lnTo>
                  <a:pt x="5114" y="3553"/>
                </a:lnTo>
                <a:lnTo>
                  <a:pt x="5071" y="3488"/>
                </a:lnTo>
                <a:lnTo>
                  <a:pt x="4986" y="3467"/>
                </a:lnTo>
                <a:lnTo>
                  <a:pt x="4729" y="3467"/>
                </a:lnTo>
                <a:lnTo>
                  <a:pt x="4515" y="3424"/>
                </a:lnTo>
                <a:lnTo>
                  <a:pt x="4301" y="3424"/>
                </a:lnTo>
                <a:lnTo>
                  <a:pt x="4044" y="3446"/>
                </a:lnTo>
                <a:lnTo>
                  <a:pt x="3809" y="3424"/>
                </a:lnTo>
                <a:close/>
                <a:moveTo>
                  <a:pt x="2632" y="4237"/>
                </a:moveTo>
                <a:lnTo>
                  <a:pt x="2397" y="4259"/>
                </a:lnTo>
                <a:lnTo>
                  <a:pt x="1947" y="4366"/>
                </a:lnTo>
                <a:lnTo>
                  <a:pt x="1776" y="4430"/>
                </a:lnTo>
                <a:lnTo>
                  <a:pt x="1648" y="4515"/>
                </a:lnTo>
                <a:lnTo>
                  <a:pt x="1626" y="4558"/>
                </a:lnTo>
                <a:lnTo>
                  <a:pt x="1626" y="4580"/>
                </a:lnTo>
                <a:lnTo>
                  <a:pt x="1712" y="4601"/>
                </a:lnTo>
                <a:lnTo>
                  <a:pt x="1840" y="4601"/>
                </a:lnTo>
                <a:lnTo>
                  <a:pt x="2119" y="4580"/>
                </a:lnTo>
                <a:lnTo>
                  <a:pt x="2375" y="4537"/>
                </a:lnTo>
                <a:lnTo>
                  <a:pt x="2653" y="4494"/>
                </a:lnTo>
                <a:lnTo>
                  <a:pt x="2932" y="4494"/>
                </a:lnTo>
                <a:lnTo>
                  <a:pt x="3188" y="4537"/>
                </a:lnTo>
                <a:lnTo>
                  <a:pt x="3295" y="4558"/>
                </a:lnTo>
                <a:lnTo>
                  <a:pt x="3424" y="4558"/>
                </a:lnTo>
                <a:lnTo>
                  <a:pt x="3680" y="4494"/>
                </a:lnTo>
                <a:lnTo>
                  <a:pt x="3809" y="4473"/>
                </a:lnTo>
                <a:lnTo>
                  <a:pt x="3937" y="4515"/>
                </a:lnTo>
                <a:lnTo>
                  <a:pt x="4108" y="4558"/>
                </a:lnTo>
                <a:lnTo>
                  <a:pt x="4536" y="4558"/>
                </a:lnTo>
                <a:lnTo>
                  <a:pt x="4729" y="4537"/>
                </a:lnTo>
                <a:lnTo>
                  <a:pt x="4814" y="4515"/>
                </a:lnTo>
                <a:lnTo>
                  <a:pt x="4921" y="4494"/>
                </a:lnTo>
                <a:lnTo>
                  <a:pt x="4964" y="4473"/>
                </a:lnTo>
                <a:lnTo>
                  <a:pt x="5007" y="4451"/>
                </a:lnTo>
                <a:lnTo>
                  <a:pt x="5007" y="4408"/>
                </a:lnTo>
                <a:lnTo>
                  <a:pt x="5007" y="4366"/>
                </a:lnTo>
                <a:lnTo>
                  <a:pt x="4986" y="4323"/>
                </a:lnTo>
                <a:lnTo>
                  <a:pt x="4943" y="4301"/>
                </a:lnTo>
                <a:lnTo>
                  <a:pt x="4836" y="4280"/>
                </a:lnTo>
                <a:lnTo>
                  <a:pt x="4386" y="4280"/>
                </a:lnTo>
                <a:lnTo>
                  <a:pt x="4151" y="4259"/>
                </a:lnTo>
                <a:lnTo>
                  <a:pt x="3937" y="4237"/>
                </a:lnTo>
                <a:lnTo>
                  <a:pt x="3702" y="4237"/>
                </a:lnTo>
                <a:lnTo>
                  <a:pt x="3488" y="4280"/>
                </a:lnTo>
                <a:lnTo>
                  <a:pt x="3402" y="4323"/>
                </a:lnTo>
                <a:lnTo>
                  <a:pt x="3188" y="4323"/>
                </a:lnTo>
                <a:lnTo>
                  <a:pt x="3081" y="4301"/>
                </a:lnTo>
                <a:lnTo>
                  <a:pt x="2867" y="4237"/>
                </a:lnTo>
                <a:close/>
                <a:moveTo>
                  <a:pt x="2268" y="5050"/>
                </a:moveTo>
                <a:lnTo>
                  <a:pt x="2140" y="5072"/>
                </a:lnTo>
                <a:lnTo>
                  <a:pt x="2033" y="5114"/>
                </a:lnTo>
                <a:lnTo>
                  <a:pt x="1926" y="5157"/>
                </a:lnTo>
                <a:lnTo>
                  <a:pt x="1819" y="5200"/>
                </a:lnTo>
                <a:lnTo>
                  <a:pt x="1584" y="5200"/>
                </a:lnTo>
                <a:lnTo>
                  <a:pt x="1562" y="5221"/>
                </a:lnTo>
                <a:lnTo>
                  <a:pt x="1562" y="5243"/>
                </a:lnTo>
                <a:lnTo>
                  <a:pt x="1584" y="5264"/>
                </a:lnTo>
                <a:lnTo>
                  <a:pt x="1605" y="5307"/>
                </a:lnTo>
                <a:lnTo>
                  <a:pt x="1691" y="5328"/>
                </a:lnTo>
                <a:lnTo>
                  <a:pt x="1798" y="5328"/>
                </a:lnTo>
                <a:lnTo>
                  <a:pt x="1926" y="5307"/>
                </a:lnTo>
                <a:lnTo>
                  <a:pt x="2161" y="5243"/>
                </a:lnTo>
                <a:lnTo>
                  <a:pt x="2268" y="5221"/>
                </a:lnTo>
                <a:lnTo>
                  <a:pt x="2332" y="5221"/>
                </a:lnTo>
                <a:lnTo>
                  <a:pt x="2546" y="5264"/>
                </a:lnTo>
                <a:lnTo>
                  <a:pt x="2653" y="5286"/>
                </a:lnTo>
                <a:lnTo>
                  <a:pt x="2760" y="5286"/>
                </a:lnTo>
                <a:lnTo>
                  <a:pt x="2974" y="5243"/>
                </a:lnTo>
                <a:lnTo>
                  <a:pt x="3124" y="5200"/>
                </a:lnTo>
                <a:lnTo>
                  <a:pt x="3188" y="5179"/>
                </a:lnTo>
                <a:lnTo>
                  <a:pt x="3146" y="5136"/>
                </a:lnTo>
                <a:lnTo>
                  <a:pt x="3081" y="5093"/>
                </a:lnTo>
                <a:lnTo>
                  <a:pt x="2910" y="5093"/>
                </a:lnTo>
                <a:lnTo>
                  <a:pt x="2782" y="5114"/>
                </a:lnTo>
                <a:lnTo>
                  <a:pt x="2653" y="5136"/>
                </a:lnTo>
                <a:lnTo>
                  <a:pt x="2568" y="5114"/>
                </a:lnTo>
                <a:lnTo>
                  <a:pt x="2461" y="5093"/>
                </a:lnTo>
                <a:lnTo>
                  <a:pt x="2375" y="5072"/>
                </a:lnTo>
                <a:lnTo>
                  <a:pt x="2268" y="5050"/>
                </a:lnTo>
                <a:close/>
                <a:moveTo>
                  <a:pt x="4515" y="6034"/>
                </a:moveTo>
                <a:lnTo>
                  <a:pt x="4558" y="6120"/>
                </a:lnTo>
                <a:lnTo>
                  <a:pt x="4579" y="6270"/>
                </a:lnTo>
                <a:lnTo>
                  <a:pt x="4579" y="6313"/>
                </a:lnTo>
                <a:lnTo>
                  <a:pt x="4558" y="6377"/>
                </a:lnTo>
                <a:lnTo>
                  <a:pt x="4536" y="6398"/>
                </a:lnTo>
                <a:lnTo>
                  <a:pt x="4451" y="6398"/>
                </a:lnTo>
                <a:lnTo>
                  <a:pt x="4429" y="6377"/>
                </a:lnTo>
                <a:lnTo>
                  <a:pt x="4408" y="6334"/>
                </a:lnTo>
                <a:lnTo>
                  <a:pt x="4451" y="6206"/>
                </a:lnTo>
                <a:lnTo>
                  <a:pt x="4493" y="6077"/>
                </a:lnTo>
                <a:lnTo>
                  <a:pt x="4515" y="6034"/>
                </a:lnTo>
                <a:close/>
                <a:moveTo>
                  <a:pt x="5627" y="5478"/>
                </a:moveTo>
                <a:lnTo>
                  <a:pt x="5585" y="5500"/>
                </a:lnTo>
                <a:lnTo>
                  <a:pt x="5520" y="5542"/>
                </a:lnTo>
                <a:lnTo>
                  <a:pt x="5478" y="5606"/>
                </a:lnTo>
                <a:lnTo>
                  <a:pt x="5478" y="5692"/>
                </a:lnTo>
                <a:lnTo>
                  <a:pt x="5478" y="5756"/>
                </a:lnTo>
                <a:lnTo>
                  <a:pt x="5478" y="5842"/>
                </a:lnTo>
                <a:lnTo>
                  <a:pt x="5499" y="5992"/>
                </a:lnTo>
                <a:lnTo>
                  <a:pt x="5499" y="6077"/>
                </a:lnTo>
                <a:lnTo>
                  <a:pt x="5478" y="6141"/>
                </a:lnTo>
                <a:lnTo>
                  <a:pt x="5435" y="6184"/>
                </a:lnTo>
                <a:lnTo>
                  <a:pt x="5392" y="6227"/>
                </a:lnTo>
                <a:lnTo>
                  <a:pt x="5306" y="6291"/>
                </a:lnTo>
                <a:lnTo>
                  <a:pt x="5264" y="6313"/>
                </a:lnTo>
                <a:lnTo>
                  <a:pt x="5242" y="6355"/>
                </a:lnTo>
                <a:lnTo>
                  <a:pt x="5242" y="6420"/>
                </a:lnTo>
                <a:lnTo>
                  <a:pt x="5264" y="6484"/>
                </a:lnTo>
                <a:lnTo>
                  <a:pt x="5306" y="6527"/>
                </a:lnTo>
                <a:lnTo>
                  <a:pt x="5371" y="6548"/>
                </a:lnTo>
                <a:lnTo>
                  <a:pt x="5435" y="6569"/>
                </a:lnTo>
                <a:lnTo>
                  <a:pt x="5499" y="6591"/>
                </a:lnTo>
                <a:lnTo>
                  <a:pt x="5542" y="6655"/>
                </a:lnTo>
                <a:lnTo>
                  <a:pt x="5563" y="6698"/>
                </a:lnTo>
                <a:lnTo>
                  <a:pt x="5563" y="6762"/>
                </a:lnTo>
                <a:lnTo>
                  <a:pt x="5606" y="6826"/>
                </a:lnTo>
                <a:lnTo>
                  <a:pt x="5649" y="6869"/>
                </a:lnTo>
                <a:lnTo>
                  <a:pt x="5692" y="6890"/>
                </a:lnTo>
                <a:lnTo>
                  <a:pt x="5734" y="6912"/>
                </a:lnTo>
                <a:lnTo>
                  <a:pt x="5820" y="6912"/>
                </a:lnTo>
                <a:lnTo>
                  <a:pt x="5863" y="6869"/>
                </a:lnTo>
                <a:lnTo>
                  <a:pt x="5906" y="6826"/>
                </a:lnTo>
                <a:lnTo>
                  <a:pt x="5927" y="6783"/>
                </a:lnTo>
                <a:lnTo>
                  <a:pt x="5948" y="6698"/>
                </a:lnTo>
                <a:lnTo>
                  <a:pt x="5927" y="6633"/>
                </a:lnTo>
                <a:lnTo>
                  <a:pt x="5927" y="6548"/>
                </a:lnTo>
                <a:lnTo>
                  <a:pt x="5927" y="6462"/>
                </a:lnTo>
                <a:lnTo>
                  <a:pt x="5970" y="6441"/>
                </a:lnTo>
                <a:lnTo>
                  <a:pt x="5991" y="6398"/>
                </a:lnTo>
                <a:lnTo>
                  <a:pt x="6077" y="6355"/>
                </a:lnTo>
                <a:lnTo>
                  <a:pt x="6141" y="6248"/>
                </a:lnTo>
                <a:lnTo>
                  <a:pt x="6162" y="6206"/>
                </a:lnTo>
                <a:lnTo>
                  <a:pt x="6162" y="6141"/>
                </a:lnTo>
                <a:lnTo>
                  <a:pt x="6141" y="6099"/>
                </a:lnTo>
                <a:lnTo>
                  <a:pt x="6120" y="6056"/>
                </a:lnTo>
                <a:lnTo>
                  <a:pt x="6055" y="6034"/>
                </a:lnTo>
                <a:lnTo>
                  <a:pt x="5991" y="6013"/>
                </a:lnTo>
                <a:lnTo>
                  <a:pt x="5884" y="5970"/>
                </a:lnTo>
                <a:lnTo>
                  <a:pt x="5863" y="5949"/>
                </a:lnTo>
                <a:lnTo>
                  <a:pt x="5841" y="5927"/>
                </a:lnTo>
                <a:lnTo>
                  <a:pt x="5820" y="5713"/>
                </a:lnTo>
                <a:lnTo>
                  <a:pt x="5777" y="5585"/>
                </a:lnTo>
                <a:lnTo>
                  <a:pt x="5713" y="5500"/>
                </a:lnTo>
                <a:lnTo>
                  <a:pt x="5670" y="5478"/>
                </a:lnTo>
                <a:close/>
                <a:moveTo>
                  <a:pt x="4408" y="5307"/>
                </a:moveTo>
                <a:lnTo>
                  <a:pt x="4344" y="5328"/>
                </a:lnTo>
                <a:lnTo>
                  <a:pt x="4301" y="5371"/>
                </a:lnTo>
                <a:lnTo>
                  <a:pt x="4258" y="5435"/>
                </a:lnTo>
                <a:lnTo>
                  <a:pt x="4194" y="5564"/>
                </a:lnTo>
                <a:lnTo>
                  <a:pt x="4151" y="5735"/>
                </a:lnTo>
                <a:lnTo>
                  <a:pt x="4108" y="6120"/>
                </a:lnTo>
                <a:lnTo>
                  <a:pt x="4087" y="6270"/>
                </a:lnTo>
                <a:lnTo>
                  <a:pt x="4066" y="6398"/>
                </a:lnTo>
                <a:lnTo>
                  <a:pt x="4023" y="6462"/>
                </a:lnTo>
                <a:lnTo>
                  <a:pt x="3980" y="6527"/>
                </a:lnTo>
                <a:lnTo>
                  <a:pt x="3894" y="6591"/>
                </a:lnTo>
                <a:lnTo>
                  <a:pt x="3787" y="6633"/>
                </a:lnTo>
                <a:lnTo>
                  <a:pt x="3723" y="6676"/>
                </a:lnTo>
                <a:lnTo>
                  <a:pt x="3680" y="6740"/>
                </a:lnTo>
                <a:lnTo>
                  <a:pt x="3659" y="6783"/>
                </a:lnTo>
                <a:lnTo>
                  <a:pt x="3638" y="6826"/>
                </a:lnTo>
                <a:lnTo>
                  <a:pt x="3638" y="6869"/>
                </a:lnTo>
                <a:lnTo>
                  <a:pt x="3659" y="6890"/>
                </a:lnTo>
                <a:lnTo>
                  <a:pt x="3723" y="6933"/>
                </a:lnTo>
                <a:lnTo>
                  <a:pt x="3787" y="6976"/>
                </a:lnTo>
                <a:lnTo>
                  <a:pt x="3852" y="7061"/>
                </a:lnTo>
                <a:lnTo>
                  <a:pt x="3873" y="7126"/>
                </a:lnTo>
                <a:lnTo>
                  <a:pt x="3873" y="7190"/>
                </a:lnTo>
                <a:lnTo>
                  <a:pt x="3830" y="7318"/>
                </a:lnTo>
                <a:lnTo>
                  <a:pt x="3809" y="7425"/>
                </a:lnTo>
                <a:lnTo>
                  <a:pt x="3787" y="7554"/>
                </a:lnTo>
                <a:lnTo>
                  <a:pt x="3787" y="7618"/>
                </a:lnTo>
                <a:lnTo>
                  <a:pt x="3787" y="7682"/>
                </a:lnTo>
                <a:lnTo>
                  <a:pt x="3830" y="7725"/>
                </a:lnTo>
                <a:lnTo>
                  <a:pt x="3873" y="7746"/>
                </a:lnTo>
                <a:lnTo>
                  <a:pt x="3980" y="7746"/>
                </a:lnTo>
                <a:lnTo>
                  <a:pt x="4087" y="7682"/>
                </a:lnTo>
                <a:lnTo>
                  <a:pt x="4172" y="7596"/>
                </a:lnTo>
                <a:lnTo>
                  <a:pt x="4237" y="7532"/>
                </a:lnTo>
                <a:lnTo>
                  <a:pt x="4279" y="7468"/>
                </a:lnTo>
                <a:lnTo>
                  <a:pt x="4279" y="7382"/>
                </a:lnTo>
                <a:lnTo>
                  <a:pt x="4301" y="7233"/>
                </a:lnTo>
                <a:lnTo>
                  <a:pt x="4301" y="7061"/>
                </a:lnTo>
                <a:lnTo>
                  <a:pt x="4322" y="6976"/>
                </a:lnTo>
                <a:lnTo>
                  <a:pt x="4365" y="6912"/>
                </a:lnTo>
                <a:lnTo>
                  <a:pt x="4451" y="6826"/>
                </a:lnTo>
                <a:lnTo>
                  <a:pt x="4558" y="6762"/>
                </a:lnTo>
                <a:lnTo>
                  <a:pt x="4600" y="6740"/>
                </a:lnTo>
                <a:lnTo>
                  <a:pt x="4665" y="6740"/>
                </a:lnTo>
                <a:lnTo>
                  <a:pt x="4707" y="6762"/>
                </a:lnTo>
                <a:lnTo>
                  <a:pt x="4772" y="6805"/>
                </a:lnTo>
                <a:lnTo>
                  <a:pt x="4793" y="6847"/>
                </a:lnTo>
                <a:lnTo>
                  <a:pt x="4836" y="6912"/>
                </a:lnTo>
                <a:lnTo>
                  <a:pt x="4857" y="7083"/>
                </a:lnTo>
                <a:lnTo>
                  <a:pt x="4900" y="7233"/>
                </a:lnTo>
                <a:lnTo>
                  <a:pt x="4943" y="7382"/>
                </a:lnTo>
                <a:lnTo>
                  <a:pt x="5007" y="7489"/>
                </a:lnTo>
                <a:lnTo>
                  <a:pt x="5028" y="7511"/>
                </a:lnTo>
                <a:lnTo>
                  <a:pt x="5071" y="7532"/>
                </a:lnTo>
                <a:lnTo>
                  <a:pt x="5135" y="7532"/>
                </a:lnTo>
                <a:lnTo>
                  <a:pt x="5264" y="7447"/>
                </a:lnTo>
                <a:lnTo>
                  <a:pt x="5328" y="7361"/>
                </a:lnTo>
                <a:lnTo>
                  <a:pt x="5371" y="7275"/>
                </a:lnTo>
                <a:lnTo>
                  <a:pt x="5371" y="7168"/>
                </a:lnTo>
                <a:lnTo>
                  <a:pt x="5328" y="7040"/>
                </a:lnTo>
                <a:lnTo>
                  <a:pt x="5285" y="6912"/>
                </a:lnTo>
                <a:lnTo>
                  <a:pt x="5242" y="6783"/>
                </a:lnTo>
                <a:lnTo>
                  <a:pt x="5178" y="6676"/>
                </a:lnTo>
                <a:lnTo>
                  <a:pt x="5135" y="6548"/>
                </a:lnTo>
                <a:lnTo>
                  <a:pt x="5135" y="6398"/>
                </a:lnTo>
                <a:lnTo>
                  <a:pt x="5114" y="6334"/>
                </a:lnTo>
                <a:lnTo>
                  <a:pt x="5093" y="6248"/>
                </a:lnTo>
                <a:lnTo>
                  <a:pt x="5050" y="6206"/>
                </a:lnTo>
                <a:lnTo>
                  <a:pt x="4986" y="6141"/>
                </a:lnTo>
                <a:lnTo>
                  <a:pt x="4943" y="6034"/>
                </a:lnTo>
                <a:lnTo>
                  <a:pt x="4900" y="5927"/>
                </a:lnTo>
                <a:lnTo>
                  <a:pt x="4793" y="5649"/>
                </a:lnTo>
                <a:lnTo>
                  <a:pt x="4750" y="5521"/>
                </a:lnTo>
                <a:lnTo>
                  <a:pt x="4665" y="5414"/>
                </a:lnTo>
                <a:lnTo>
                  <a:pt x="4579" y="5328"/>
                </a:lnTo>
                <a:lnTo>
                  <a:pt x="4536" y="5307"/>
                </a:lnTo>
                <a:close/>
                <a:moveTo>
                  <a:pt x="2632" y="429"/>
                </a:moveTo>
                <a:lnTo>
                  <a:pt x="2889" y="450"/>
                </a:lnTo>
                <a:lnTo>
                  <a:pt x="3124" y="472"/>
                </a:lnTo>
                <a:lnTo>
                  <a:pt x="3702" y="472"/>
                </a:lnTo>
                <a:lnTo>
                  <a:pt x="4258" y="514"/>
                </a:lnTo>
                <a:lnTo>
                  <a:pt x="4793" y="536"/>
                </a:lnTo>
                <a:lnTo>
                  <a:pt x="5306" y="557"/>
                </a:lnTo>
                <a:lnTo>
                  <a:pt x="5820" y="600"/>
                </a:lnTo>
                <a:lnTo>
                  <a:pt x="5970" y="600"/>
                </a:lnTo>
                <a:lnTo>
                  <a:pt x="6077" y="621"/>
                </a:lnTo>
                <a:lnTo>
                  <a:pt x="6098" y="621"/>
                </a:lnTo>
                <a:lnTo>
                  <a:pt x="6141" y="664"/>
                </a:lnTo>
                <a:lnTo>
                  <a:pt x="6162" y="707"/>
                </a:lnTo>
                <a:lnTo>
                  <a:pt x="6184" y="771"/>
                </a:lnTo>
                <a:lnTo>
                  <a:pt x="6205" y="1006"/>
                </a:lnTo>
                <a:lnTo>
                  <a:pt x="6226" y="1263"/>
                </a:lnTo>
                <a:lnTo>
                  <a:pt x="6205" y="1777"/>
                </a:lnTo>
                <a:lnTo>
                  <a:pt x="6226" y="2354"/>
                </a:lnTo>
                <a:lnTo>
                  <a:pt x="6248" y="2932"/>
                </a:lnTo>
                <a:lnTo>
                  <a:pt x="6248" y="5542"/>
                </a:lnTo>
                <a:lnTo>
                  <a:pt x="6269" y="6869"/>
                </a:lnTo>
                <a:lnTo>
                  <a:pt x="6291" y="7511"/>
                </a:lnTo>
                <a:lnTo>
                  <a:pt x="6269" y="7832"/>
                </a:lnTo>
                <a:lnTo>
                  <a:pt x="6248" y="7981"/>
                </a:lnTo>
                <a:lnTo>
                  <a:pt x="6205" y="8153"/>
                </a:lnTo>
                <a:lnTo>
                  <a:pt x="6184" y="8174"/>
                </a:lnTo>
                <a:lnTo>
                  <a:pt x="6141" y="8195"/>
                </a:lnTo>
                <a:lnTo>
                  <a:pt x="6055" y="8238"/>
                </a:lnTo>
                <a:lnTo>
                  <a:pt x="5906" y="8260"/>
                </a:lnTo>
                <a:lnTo>
                  <a:pt x="5413" y="8260"/>
                </a:lnTo>
                <a:lnTo>
                  <a:pt x="5199" y="8238"/>
                </a:lnTo>
                <a:lnTo>
                  <a:pt x="4857" y="8217"/>
                </a:lnTo>
                <a:lnTo>
                  <a:pt x="4515" y="8217"/>
                </a:lnTo>
                <a:lnTo>
                  <a:pt x="3830" y="8260"/>
                </a:lnTo>
                <a:lnTo>
                  <a:pt x="3167" y="8281"/>
                </a:lnTo>
                <a:lnTo>
                  <a:pt x="2504" y="8302"/>
                </a:lnTo>
                <a:lnTo>
                  <a:pt x="2268" y="8324"/>
                </a:lnTo>
                <a:lnTo>
                  <a:pt x="2119" y="8324"/>
                </a:lnTo>
                <a:lnTo>
                  <a:pt x="2076" y="8302"/>
                </a:lnTo>
                <a:lnTo>
                  <a:pt x="2033" y="8281"/>
                </a:lnTo>
                <a:lnTo>
                  <a:pt x="2012" y="8217"/>
                </a:lnTo>
                <a:lnTo>
                  <a:pt x="2012" y="8153"/>
                </a:lnTo>
                <a:lnTo>
                  <a:pt x="1990" y="8110"/>
                </a:lnTo>
                <a:lnTo>
                  <a:pt x="1969" y="8088"/>
                </a:lnTo>
                <a:lnTo>
                  <a:pt x="1883" y="8088"/>
                </a:lnTo>
                <a:lnTo>
                  <a:pt x="1798" y="8153"/>
                </a:lnTo>
                <a:lnTo>
                  <a:pt x="1626" y="8302"/>
                </a:lnTo>
                <a:lnTo>
                  <a:pt x="1541" y="8367"/>
                </a:lnTo>
                <a:lnTo>
                  <a:pt x="1455" y="8388"/>
                </a:lnTo>
                <a:lnTo>
                  <a:pt x="1412" y="8388"/>
                </a:lnTo>
                <a:lnTo>
                  <a:pt x="1391" y="8367"/>
                </a:lnTo>
                <a:lnTo>
                  <a:pt x="1348" y="8345"/>
                </a:lnTo>
                <a:lnTo>
                  <a:pt x="1327" y="8281"/>
                </a:lnTo>
                <a:lnTo>
                  <a:pt x="1327" y="8217"/>
                </a:lnTo>
                <a:lnTo>
                  <a:pt x="1348" y="8131"/>
                </a:lnTo>
                <a:lnTo>
                  <a:pt x="1348" y="8110"/>
                </a:lnTo>
                <a:lnTo>
                  <a:pt x="1348" y="8067"/>
                </a:lnTo>
                <a:lnTo>
                  <a:pt x="1327" y="8067"/>
                </a:lnTo>
                <a:lnTo>
                  <a:pt x="1263" y="8046"/>
                </a:lnTo>
                <a:lnTo>
                  <a:pt x="1220" y="8067"/>
                </a:lnTo>
                <a:lnTo>
                  <a:pt x="1177" y="8110"/>
                </a:lnTo>
                <a:lnTo>
                  <a:pt x="1092" y="8217"/>
                </a:lnTo>
                <a:lnTo>
                  <a:pt x="1006" y="8324"/>
                </a:lnTo>
                <a:lnTo>
                  <a:pt x="963" y="8367"/>
                </a:lnTo>
                <a:lnTo>
                  <a:pt x="920" y="8409"/>
                </a:lnTo>
                <a:lnTo>
                  <a:pt x="856" y="8431"/>
                </a:lnTo>
                <a:lnTo>
                  <a:pt x="792" y="8431"/>
                </a:lnTo>
                <a:lnTo>
                  <a:pt x="771" y="8409"/>
                </a:lnTo>
                <a:lnTo>
                  <a:pt x="771" y="8367"/>
                </a:lnTo>
                <a:lnTo>
                  <a:pt x="792" y="8281"/>
                </a:lnTo>
                <a:lnTo>
                  <a:pt x="856" y="8153"/>
                </a:lnTo>
                <a:lnTo>
                  <a:pt x="1049" y="7917"/>
                </a:lnTo>
                <a:lnTo>
                  <a:pt x="1156" y="7767"/>
                </a:lnTo>
                <a:lnTo>
                  <a:pt x="1156" y="7682"/>
                </a:lnTo>
                <a:lnTo>
                  <a:pt x="1134" y="7639"/>
                </a:lnTo>
                <a:lnTo>
                  <a:pt x="1070" y="7618"/>
                </a:lnTo>
                <a:lnTo>
                  <a:pt x="942" y="7618"/>
                </a:lnTo>
                <a:lnTo>
                  <a:pt x="856" y="7660"/>
                </a:lnTo>
                <a:lnTo>
                  <a:pt x="792" y="7703"/>
                </a:lnTo>
                <a:lnTo>
                  <a:pt x="749" y="7746"/>
                </a:lnTo>
                <a:lnTo>
                  <a:pt x="835" y="7575"/>
                </a:lnTo>
                <a:lnTo>
                  <a:pt x="878" y="7468"/>
                </a:lnTo>
                <a:lnTo>
                  <a:pt x="899" y="7404"/>
                </a:lnTo>
                <a:lnTo>
                  <a:pt x="899" y="7297"/>
                </a:lnTo>
                <a:lnTo>
                  <a:pt x="856" y="7275"/>
                </a:lnTo>
                <a:lnTo>
                  <a:pt x="835" y="7254"/>
                </a:lnTo>
                <a:lnTo>
                  <a:pt x="792" y="7297"/>
                </a:lnTo>
                <a:lnTo>
                  <a:pt x="685" y="7382"/>
                </a:lnTo>
                <a:lnTo>
                  <a:pt x="578" y="7468"/>
                </a:lnTo>
                <a:lnTo>
                  <a:pt x="557" y="7361"/>
                </a:lnTo>
                <a:lnTo>
                  <a:pt x="578" y="7254"/>
                </a:lnTo>
                <a:lnTo>
                  <a:pt x="621" y="7147"/>
                </a:lnTo>
                <a:lnTo>
                  <a:pt x="685" y="7040"/>
                </a:lnTo>
                <a:lnTo>
                  <a:pt x="835" y="6826"/>
                </a:lnTo>
                <a:lnTo>
                  <a:pt x="899" y="6719"/>
                </a:lnTo>
                <a:lnTo>
                  <a:pt x="942" y="6633"/>
                </a:lnTo>
                <a:lnTo>
                  <a:pt x="963" y="6484"/>
                </a:lnTo>
                <a:lnTo>
                  <a:pt x="942" y="6441"/>
                </a:lnTo>
                <a:lnTo>
                  <a:pt x="920" y="6420"/>
                </a:lnTo>
                <a:lnTo>
                  <a:pt x="899" y="6441"/>
                </a:lnTo>
                <a:lnTo>
                  <a:pt x="835" y="6462"/>
                </a:lnTo>
                <a:lnTo>
                  <a:pt x="706" y="6591"/>
                </a:lnTo>
                <a:lnTo>
                  <a:pt x="599" y="6655"/>
                </a:lnTo>
                <a:lnTo>
                  <a:pt x="599" y="6633"/>
                </a:lnTo>
                <a:lnTo>
                  <a:pt x="578" y="6591"/>
                </a:lnTo>
                <a:lnTo>
                  <a:pt x="557" y="6377"/>
                </a:lnTo>
                <a:lnTo>
                  <a:pt x="535" y="5713"/>
                </a:lnTo>
                <a:lnTo>
                  <a:pt x="578" y="4601"/>
                </a:lnTo>
                <a:lnTo>
                  <a:pt x="599" y="3446"/>
                </a:lnTo>
                <a:lnTo>
                  <a:pt x="599" y="2889"/>
                </a:lnTo>
                <a:lnTo>
                  <a:pt x="578" y="2632"/>
                </a:lnTo>
                <a:lnTo>
                  <a:pt x="557" y="2504"/>
                </a:lnTo>
                <a:lnTo>
                  <a:pt x="578" y="2397"/>
                </a:lnTo>
                <a:lnTo>
                  <a:pt x="599" y="2333"/>
                </a:lnTo>
                <a:lnTo>
                  <a:pt x="642" y="2290"/>
                </a:lnTo>
                <a:lnTo>
                  <a:pt x="728" y="2269"/>
                </a:lnTo>
                <a:lnTo>
                  <a:pt x="792" y="2269"/>
                </a:lnTo>
                <a:lnTo>
                  <a:pt x="1134" y="2247"/>
                </a:lnTo>
                <a:lnTo>
                  <a:pt x="1370" y="2226"/>
                </a:lnTo>
                <a:lnTo>
                  <a:pt x="1648" y="2226"/>
                </a:lnTo>
                <a:lnTo>
                  <a:pt x="1776" y="2205"/>
                </a:lnTo>
                <a:lnTo>
                  <a:pt x="1905" y="2162"/>
                </a:lnTo>
                <a:lnTo>
                  <a:pt x="2012" y="2119"/>
                </a:lnTo>
                <a:lnTo>
                  <a:pt x="2076" y="2033"/>
                </a:lnTo>
                <a:lnTo>
                  <a:pt x="2119" y="1948"/>
                </a:lnTo>
                <a:lnTo>
                  <a:pt x="2140" y="1819"/>
                </a:lnTo>
                <a:lnTo>
                  <a:pt x="2119" y="1691"/>
                </a:lnTo>
                <a:lnTo>
                  <a:pt x="2119" y="1563"/>
                </a:lnTo>
                <a:lnTo>
                  <a:pt x="2054" y="1285"/>
                </a:lnTo>
                <a:lnTo>
                  <a:pt x="2012" y="1071"/>
                </a:lnTo>
                <a:lnTo>
                  <a:pt x="1947" y="857"/>
                </a:lnTo>
                <a:lnTo>
                  <a:pt x="1926" y="750"/>
                </a:lnTo>
                <a:lnTo>
                  <a:pt x="1905" y="664"/>
                </a:lnTo>
                <a:lnTo>
                  <a:pt x="1926" y="600"/>
                </a:lnTo>
                <a:lnTo>
                  <a:pt x="1947" y="536"/>
                </a:lnTo>
                <a:lnTo>
                  <a:pt x="2033" y="472"/>
                </a:lnTo>
                <a:lnTo>
                  <a:pt x="2140" y="450"/>
                </a:lnTo>
                <a:lnTo>
                  <a:pt x="2397" y="429"/>
                </a:lnTo>
                <a:close/>
                <a:moveTo>
                  <a:pt x="6120" y="1"/>
                </a:moveTo>
                <a:lnTo>
                  <a:pt x="5863" y="44"/>
                </a:lnTo>
                <a:lnTo>
                  <a:pt x="5627" y="86"/>
                </a:lnTo>
                <a:lnTo>
                  <a:pt x="5413" y="108"/>
                </a:lnTo>
                <a:lnTo>
                  <a:pt x="5221" y="129"/>
                </a:lnTo>
                <a:lnTo>
                  <a:pt x="4814" y="129"/>
                </a:lnTo>
                <a:lnTo>
                  <a:pt x="4408" y="86"/>
                </a:lnTo>
                <a:lnTo>
                  <a:pt x="2589" y="86"/>
                </a:lnTo>
                <a:lnTo>
                  <a:pt x="2225" y="65"/>
                </a:lnTo>
                <a:lnTo>
                  <a:pt x="1691" y="65"/>
                </a:lnTo>
                <a:lnTo>
                  <a:pt x="1541" y="108"/>
                </a:lnTo>
                <a:lnTo>
                  <a:pt x="1391" y="193"/>
                </a:lnTo>
                <a:lnTo>
                  <a:pt x="1348" y="258"/>
                </a:lnTo>
                <a:lnTo>
                  <a:pt x="1284" y="322"/>
                </a:lnTo>
                <a:lnTo>
                  <a:pt x="878" y="857"/>
                </a:lnTo>
                <a:lnTo>
                  <a:pt x="664" y="1135"/>
                </a:lnTo>
                <a:lnTo>
                  <a:pt x="492" y="1413"/>
                </a:lnTo>
                <a:lnTo>
                  <a:pt x="343" y="1670"/>
                </a:lnTo>
                <a:lnTo>
                  <a:pt x="171" y="1926"/>
                </a:lnTo>
                <a:lnTo>
                  <a:pt x="65" y="2076"/>
                </a:lnTo>
                <a:lnTo>
                  <a:pt x="43" y="2162"/>
                </a:lnTo>
                <a:lnTo>
                  <a:pt x="22" y="2247"/>
                </a:lnTo>
                <a:lnTo>
                  <a:pt x="0" y="2376"/>
                </a:lnTo>
                <a:lnTo>
                  <a:pt x="0" y="2504"/>
                </a:lnTo>
                <a:lnTo>
                  <a:pt x="22" y="2739"/>
                </a:lnTo>
                <a:lnTo>
                  <a:pt x="43" y="3403"/>
                </a:lnTo>
                <a:lnTo>
                  <a:pt x="65" y="3724"/>
                </a:lnTo>
                <a:lnTo>
                  <a:pt x="65" y="4066"/>
                </a:lnTo>
                <a:lnTo>
                  <a:pt x="22" y="4900"/>
                </a:lnTo>
                <a:lnTo>
                  <a:pt x="22" y="5735"/>
                </a:lnTo>
                <a:lnTo>
                  <a:pt x="22" y="7254"/>
                </a:lnTo>
                <a:lnTo>
                  <a:pt x="22" y="7939"/>
                </a:lnTo>
                <a:lnTo>
                  <a:pt x="22" y="8367"/>
                </a:lnTo>
                <a:lnTo>
                  <a:pt x="0" y="8559"/>
                </a:lnTo>
                <a:lnTo>
                  <a:pt x="0" y="8666"/>
                </a:lnTo>
                <a:lnTo>
                  <a:pt x="0" y="8730"/>
                </a:lnTo>
                <a:lnTo>
                  <a:pt x="22" y="8794"/>
                </a:lnTo>
                <a:lnTo>
                  <a:pt x="65" y="8837"/>
                </a:lnTo>
                <a:lnTo>
                  <a:pt x="107" y="8859"/>
                </a:lnTo>
                <a:lnTo>
                  <a:pt x="171" y="8880"/>
                </a:lnTo>
                <a:lnTo>
                  <a:pt x="321" y="8901"/>
                </a:lnTo>
                <a:lnTo>
                  <a:pt x="471" y="8901"/>
                </a:lnTo>
                <a:lnTo>
                  <a:pt x="792" y="8837"/>
                </a:lnTo>
                <a:lnTo>
                  <a:pt x="1027" y="8794"/>
                </a:lnTo>
                <a:lnTo>
                  <a:pt x="1434" y="8773"/>
                </a:lnTo>
                <a:lnTo>
                  <a:pt x="1840" y="8773"/>
                </a:lnTo>
                <a:lnTo>
                  <a:pt x="2653" y="8794"/>
                </a:lnTo>
                <a:lnTo>
                  <a:pt x="3081" y="8773"/>
                </a:lnTo>
                <a:lnTo>
                  <a:pt x="3509" y="8752"/>
                </a:lnTo>
                <a:lnTo>
                  <a:pt x="3937" y="8709"/>
                </a:lnTo>
                <a:lnTo>
                  <a:pt x="4344" y="8687"/>
                </a:lnTo>
                <a:lnTo>
                  <a:pt x="4750" y="8687"/>
                </a:lnTo>
                <a:lnTo>
                  <a:pt x="5178" y="8709"/>
                </a:lnTo>
                <a:lnTo>
                  <a:pt x="5991" y="8773"/>
                </a:lnTo>
                <a:lnTo>
                  <a:pt x="6162" y="8794"/>
                </a:lnTo>
                <a:lnTo>
                  <a:pt x="6398" y="8794"/>
                </a:lnTo>
                <a:lnTo>
                  <a:pt x="6483" y="8773"/>
                </a:lnTo>
                <a:lnTo>
                  <a:pt x="6547" y="8730"/>
                </a:lnTo>
                <a:lnTo>
                  <a:pt x="6612" y="8666"/>
                </a:lnTo>
                <a:lnTo>
                  <a:pt x="6654" y="8581"/>
                </a:lnTo>
                <a:lnTo>
                  <a:pt x="6697" y="8495"/>
                </a:lnTo>
                <a:lnTo>
                  <a:pt x="6740" y="8260"/>
                </a:lnTo>
                <a:lnTo>
                  <a:pt x="6761" y="8046"/>
                </a:lnTo>
                <a:lnTo>
                  <a:pt x="6740" y="7832"/>
                </a:lnTo>
                <a:lnTo>
                  <a:pt x="6740" y="6013"/>
                </a:lnTo>
                <a:lnTo>
                  <a:pt x="6719" y="5264"/>
                </a:lnTo>
                <a:lnTo>
                  <a:pt x="6676" y="4494"/>
                </a:lnTo>
                <a:lnTo>
                  <a:pt x="6654" y="4109"/>
                </a:lnTo>
                <a:lnTo>
                  <a:pt x="6654" y="3702"/>
                </a:lnTo>
                <a:lnTo>
                  <a:pt x="6676" y="2932"/>
                </a:lnTo>
                <a:lnTo>
                  <a:pt x="6697" y="2183"/>
                </a:lnTo>
                <a:lnTo>
                  <a:pt x="6697" y="1456"/>
                </a:lnTo>
                <a:lnTo>
                  <a:pt x="6676" y="792"/>
                </a:lnTo>
                <a:lnTo>
                  <a:pt x="6697" y="472"/>
                </a:lnTo>
                <a:lnTo>
                  <a:pt x="6654" y="300"/>
                </a:lnTo>
                <a:lnTo>
                  <a:pt x="6633" y="236"/>
                </a:lnTo>
                <a:lnTo>
                  <a:pt x="6590" y="172"/>
                </a:lnTo>
                <a:lnTo>
                  <a:pt x="6483" y="65"/>
                </a:lnTo>
                <a:lnTo>
                  <a:pt x="6376" y="22"/>
                </a:lnTo>
                <a:lnTo>
                  <a:pt x="6248" y="1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32"/>
          <p:cNvSpPr/>
          <p:nvPr/>
        </p:nvSpPr>
        <p:spPr>
          <a:xfrm>
            <a:off x="4998987" y="2167563"/>
            <a:ext cx="209903" cy="231902"/>
          </a:xfrm>
          <a:custGeom>
            <a:rect b="b" l="l" r="r" t="t"/>
            <a:pathLst>
              <a:path extrusionOk="0" h="8581" w="7767">
                <a:moveTo>
                  <a:pt x="6569" y="5071"/>
                </a:moveTo>
                <a:lnTo>
                  <a:pt x="6569" y="5071"/>
                </a:lnTo>
                <a:lnTo>
                  <a:pt x="6376" y="5007"/>
                </a:lnTo>
                <a:lnTo>
                  <a:pt x="6162" y="4943"/>
                </a:lnTo>
                <a:lnTo>
                  <a:pt x="5927" y="4922"/>
                </a:lnTo>
                <a:lnTo>
                  <a:pt x="5692" y="4922"/>
                </a:lnTo>
                <a:lnTo>
                  <a:pt x="5242" y="4964"/>
                </a:lnTo>
                <a:lnTo>
                  <a:pt x="4793" y="4986"/>
                </a:lnTo>
                <a:lnTo>
                  <a:pt x="4793" y="4986"/>
                </a:lnTo>
                <a:lnTo>
                  <a:pt x="4215" y="4986"/>
                </a:lnTo>
                <a:lnTo>
                  <a:pt x="4215" y="4986"/>
                </a:lnTo>
                <a:lnTo>
                  <a:pt x="3980" y="4986"/>
                </a:lnTo>
                <a:lnTo>
                  <a:pt x="3873" y="4986"/>
                </a:lnTo>
                <a:lnTo>
                  <a:pt x="3766" y="4986"/>
                </a:lnTo>
                <a:lnTo>
                  <a:pt x="3766" y="4986"/>
                </a:lnTo>
                <a:lnTo>
                  <a:pt x="3680" y="5029"/>
                </a:lnTo>
                <a:lnTo>
                  <a:pt x="3616" y="5071"/>
                </a:lnTo>
                <a:lnTo>
                  <a:pt x="3595" y="5136"/>
                </a:lnTo>
                <a:lnTo>
                  <a:pt x="3573" y="5221"/>
                </a:lnTo>
                <a:lnTo>
                  <a:pt x="3552" y="5414"/>
                </a:lnTo>
                <a:lnTo>
                  <a:pt x="3552" y="5606"/>
                </a:lnTo>
                <a:lnTo>
                  <a:pt x="3552" y="5606"/>
                </a:lnTo>
                <a:lnTo>
                  <a:pt x="3552" y="5735"/>
                </a:lnTo>
                <a:lnTo>
                  <a:pt x="3531" y="5820"/>
                </a:lnTo>
                <a:lnTo>
                  <a:pt x="3466" y="5863"/>
                </a:lnTo>
                <a:lnTo>
                  <a:pt x="3338" y="5906"/>
                </a:lnTo>
                <a:lnTo>
                  <a:pt x="3338" y="5906"/>
                </a:lnTo>
                <a:lnTo>
                  <a:pt x="3103" y="5927"/>
                </a:lnTo>
                <a:lnTo>
                  <a:pt x="2846" y="5949"/>
                </a:lnTo>
                <a:lnTo>
                  <a:pt x="2846" y="5949"/>
                </a:lnTo>
                <a:lnTo>
                  <a:pt x="2632" y="5949"/>
                </a:lnTo>
                <a:lnTo>
                  <a:pt x="2375" y="5949"/>
                </a:lnTo>
                <a:lnTo>
                  <a:pt x="2140" y="5970"/>
                </a:lnTo>
                <a:lnTo>
                  <a:pt x="2033" y="6013"/>
                </a:lnTo>
                <a:lnTo>
                  <a:pt x="1947" y="6034"/>
                </a:lnTo>
                <a:lnTo>
                  <a:pt x="1947" y="6034"/>
                </a:lnTo>
                <a:lnTo>
                  <a:pt x="1883" y="6077"/>
                </a:lnTo>
                <a:lnTo>
                  <a:pt x="1840" y="6141"/>
                </a:lnTo>
                <a:lnTo>
                  <a:pt x="1798" y="6270"/>
                </a:lnTo>
                <a:lnTo>
                  <a:pt x="1776" y="6398"/>
                </a:lnTo>
                <a:lnTo>
                  <a:pt x="1755" y="6548"/>
                </a:lnTo>
                <a:lnTo>
                  <a:pt x="1755" y="6548"/>
                </a:lnTo>
                <a:lnTo>
                  <a:pt x="1755" y="6740"/>
                </a:lnTo>
                <a:lnTo>
                  <a:pt x="1733" y="6847"/>
                </a:lnTo>
                <a:lnTo>
                  <a:pt x="1712" y="6911"/>
                </a:lnTo>
                <a:lnTo>
                  <a:pt x="1712" y="6911"/>
                </a:lnTo>
                <a:lnTo>
                  <a:pt x="1648" y="6954"/>
                </a:lnTo>
                <a:lnTo>
                  <a:pt x="1562" y="6976"/>
                </a:lnTo>
                <a:lnTo>
                  <a:pt x="1348" y="6997"/>
                </a:lnTo>
                <a:lnTo>
                  <a:pt x="963" y="6976"/>
                </a:lnTo>
                <a:lnTo>
                  <a:pt x="963" y="6976"/>
                </a:lnTo>
                <a:lnTo>
                  <a:pt x="835" y="6954"/>
                </a:lnTo>
                <a:lnTo>
                  <a:pt x="535" y="6954"/>
                </a:lnTo>
                <a:lnTo>
                  <a:pt x="214" y="6997"/>
                </a:lnTo>
                <a:lnTo>
                  <a:pt x="107" y="7040"/>
                </a:lnTo>
                <a:lnTo>
                  <a:pt x="22" y="7083"/>
                </a:lnTo>
                <a:lnTo>
                  <a:pt x="22" y="7083"/>
                </a:lnTo>
                <a:lnTo>
                  <a:pt x="0" y="7168"/>
                </a:lnTo>
                <a:lnTo>
                  <a:pt x="0" y="7275"/>
                </a:lnTo>
                <a:lnTo>
                  <a:pt x="22" y="7468"/>
                </a:lnTo>
                <a:lnTo>
                  <a:pt x="22" y="7468"/>
                </a:lnTo>
                <a:lnTo>
                  <a:pt x="43" y="8110"/>
                </a:lnTo>
                <a:lnTo>
                  <a:pt x="43" y="8110"/>
                </a:lnTo>
                <a:lnTo>
                  <a:pt x="64" y="8281"/>
                </a:lnTo>
                <a:lnTo>
                  <a:pt x="107" y="8388"/>
                </a:lnTo>
                <a:lnTo>
                  <a:pt x="150" y="8473"/>
                </a:lnTo>
                <a:lnTo>
                  <a:pt x="214" y="8538"/>
                </a:lnTo>
                <a:lnTo>
                  <a:pt x="278" y="8559"/>
                </a:lnTo>
                <a:lnTo>
                  <a:pt x="385" y="8580"/>
                </a:lnTo>
                <a:lnTo>
                  <a:pt x="664" y="8559"/>
                </a:lnTo>
                <a:lnTo>
                  <a:pt x="664" y="8559"/>
                </a:lnTo>
                <a:lnTo>
                  <a:pt x="1284" y="8538"/>
                </a:lnTo>
                <a:lnTo>
                  <a:pt x="1905" y="8516"/>
                </a:lnTo>
                <a:lnTo>
                  <a:pt x="1905" y="8516"/>
                </a:lnTo>
                <a:lnTo>
                  <a:pt x="2996" y="8452"/>
                </a:lnTo>
                <a:lnTo>
                  <a:pt x="4087" y="8431"/>
                </a:lnTo>
                <a:lnTo>
                  <a:pt x="4087" y="8431"/>
                </a:lnTo>
                <a:lnTo>
                  <a:pt x="4579" y="8409"/>
                </a:lnTo>
                <a:lnTo>
                  <a:pt x="5071" y="8388"/>
                </a:lnTo>
                <a:lnTo>
                  <a:pt x="5585" y="8345"/>
                </a:lnTo>
                <a:lnTo>
                  <a:pt x="6077" y="8324"/>
                </a:lnTo>
                <a:lnTo>
                  <a:pt x="6077" y="8324"/>
                </a:lnTo>
                <a:lnTo>
                  <a:pt x="6205" y="8324"/>
                </a:lnTo>
                <a:lnTo>
                  <a:pt x="6312" y="8302"/>
                </a:lnTo>
                <a:lnTo>
                  <a:pt x="6398" y="8259"/>
                </a:lnTo>
                <a:lnTo>
                  <a:pt x="6483" y="8217"/>
                </a:lnTo>
                <a:lnTo>
                  <a:pt x="6526" y="8152"/>
                </a:lnTo>
                <a:lnTo>
                  <a:pt x="6569" y="8067"/>
                </a:lnTo>
                <a:lnTo>
                  <a:pt x="6590" y="7938"/>
                </a:lnTo>
                <a:lnTo>
                  <a:pt x="6612" y="7810"/>
                </a:lnTo>
                <a:lnTo>
                  <a:pt x="6612" y="7810"/>
                </a:lnTo>
                <a:lnTo>
                  <a:pt x="6654" y="7339"/>
                </a:lnTo>
                <a:lnTo>
                  <a:pt x="6654" y="6869"/>
                </a:lnTo>
                <a:lnTo>
                  <a:pt x="6654" y="6869"/>
                </a:lnTo>
                <a:lnTo>
                  <a:pt x="6697" y="6312"/>
                </a:lnTo>
                <a:lnTo>
                  <a:pt x="6740" y="5777"/>
                </a:lnTo>
                <a:lnTo>
                  <a:pt x="6740" y="5777"/>
                </a:lnTo>
                <a:lnTo>
                  <a:pt x="6761" y="5542"/>
                </a:lnTo>
                <a:lnTo>
                  <a:pt x="6761" y="5307"/>
                </a:lnTo>
                <a:lnTo>
                  <a:pt x="6761" y="5307"/>
                </a:lnTo>
                <a:lnTo>
                  <a:pt x="6740" y="5200"/>
                </a:lnTo>
                <a:lnTo>
                  <a:pt x="6719" y="5157"/>
                </a:lnTo>
                <a:lnTo>
                  <a:pt x="6569" y="5071"/>
                </a:lnTo>
                <a:lnTo>
                  <a:pt x="6569" y="5071"/>
                </a:lnTo>
                <a:close/>
                <a:moveTo>
                  <a:pt x="6355" y="5863"/>
                </a:moveTo>
                <a:lnTo>
                  <a:pt x="6355" y="5863"/>
                </a:lnTo>
                <a:lnTo>
                  <a:pt x="6312" y="6355"/>
                </a:lnTo>
                <a:lnTo>
                  <a:pt x="6269" y="6826"/>
                </a:lnTo>
                <a:lnTo>
                  <a:pt x="6269" y="6826"/>
                </a:lnTo>
                <a:lnTo>
                  <a:pt x="6269" y="7018"/>
                </a:lnTo>
                <a:lnTo>
                  <a:pt x="6291" y="7275"/>
                </a:lnTo>
                <a:lnTo>
                  <a:pt x="6291" y="7511"/>
                </a:lnTo>
                <a:lnTo>
                  <a:pt x="6269" y="7618"/>
                </a:lnTo>
                <a:lnTo>
                  <a:pt x="6248" y="7703"/>
                </a:lnTo>
                <a:lnTo>
                  <a:pt x="6248" y="7703"/>
                </a:lnTo>
                <a:lnTo>
                  <a:pt x="6205" y="7724"/>
                </a:lnTo>
                <a:lnTo>
                  <a:pt x="6162" y="7746"/>
                </a:lnTo>
                <a:lnTo>
                  <a:pt x="5970" y="7789"/>
                </a:lnTo>
                <a:lnTo>
                  <a:pt x="5734" y="7831"/>
                </a:lnTo>
                <a:lnTo>
                  <a:pt x="5456" y="7853"/>
                </a:lnTo>
                <a:lnTo>
                  <a:pt x="4985" y="7874"/>
                </a:lnTo>
                <a:lnTo>
                  <a:pt x="4750" y="7896"/>
                </a:lnTo>
                <a:lnTo>
                  <a:pt x="4750" y="7896"/>
                </a:lnTo>
                <a:lnTo>
                  <a:pt x="4493" y="7917"/>
                </a:lnTo>
                <a:lnTo>
                  <a:pt x="4344" y="7896"/>
                </a:lnTo>
                <a:lnTo>
                  <a:pt x="4279" y="7896"/>
                </a:lnTo>
                <a:lnTo>
                  <a:pt x="4237" y="7853"/>
                </a:lnTo>
                <a:lnTo>
                  <a:pt x="4237" y="7853"/>
                </a:lnTo>
                <a:lnTo>
                  <a:pt x="4301" y="7724"/>
                </a:lnTo>
                <a:lnTo>
                  <a:pt x="4322" y="7575"/>
                </a:lnTo>
                <a:lnTo>
                  <a:pt x="4322" y="7532"/>
                </a:lnTo>
                <a:lnTo>
                  <a:pt x="4301" y="7511"/>
                </a:lnTo>
                <a:lnTo>
                  <a:pt x="4258" y="7532"/>
                </a:lnTo>
                <a:lnTo>
                  <a:pt x="4172" y="7618"/>
                </a:lnTo>
                <a:lnTo>
                  <a:pt x="4172" y="7618"/>
                </a:lnTo>
                <a:lnTo>
                  <a:pt x="4065" y="7746"/>
                </a:lnTo>
                <a:lnTo>
                  <a:pt x="3980" y="7853"/>
                </a:lnTo>
                <a:lnTo>
                  <a:pt x="3916" y="7874"/>
                </a:lnTo>
                <a:lnTo>
                  <a:pt x="3852" y="7917"/>
                </a:lnTo>
                <a:lnTo>
                  <a:pt x="3787" y="7917"/>
                </a:lnTo>
                <a:lnTo>
                  <a:pt x="3702" y="7917"/>
                </a:lnTo>
                <a:lnTo>
                  <a:pt x="3702" y="7917"/>
                </a:lnTo>
                <a:lnTo>
                  <a:pt x="3595" y="7917"/>
                </a:lnTo>
                <a:lnTo>
                  <a:pt x="3552" y="7917"/>
                </a:lnTo>
                <a:lnTo>
                  <a:pt x="3552" y="7853"/>
                </a:lnTo>
                <a:lnTo>
                  <a:pt x="3552" y="7853"/>
                </a:lnTo>
                <a:lnTo>
                  <a:pt x="3573" y="7789"/>
                </a:lnTo>
                <a:lnTo>
                  <a:pt x="3616" y="7703"/>
                </a:lnTo>
                <a:lnTo>
                  <a:pt x="3723" y="7553"/>
                </a:lnTo>
                <a:lnTo>
                  <a:pt x="3723" y="7553"/>
                </a:lnTo>
                <a:lnTo>
                  <a:pt x="3766" y="7468"/>
                </a:lnTo>
                <a:lnTo>
                  <a:pt x="3809" y="7361"/>
                </a:lnTo>
                <a:lnTo>
                  <a:pt x="3809" y="7318"/>
                </a:lnTo>
                <a:lnTo>
                  <a:pt x="3787" y="7275"/>
                </a:lnTo>
                <a:lnTo>
                  <a:pt x="3745" y="7232"/>
                </a:lnTo>
                <a:lnTo>
                  <a:pt x="3680" y="7211"/>
                </a:lnTo>
                <a:lnTo>
                  <a:pt x="3680" y="7211"/>
                </a:lnTo>
                <a:lnTo>
                  <a:pt x="3638" y="7211"/>
                </a:lnTo>
                <a:lnTo>
                  <a:pt x="3573" y="7254"/>
                </a:lnTo>
                <a:lnTo>
                  <a:pt x="3445" y="7382"/>
                </a:lnTo>
                <a:lnTo>
                  <a:pt x="3252" y="7618"/>
                </a:lnTo>
                <a:lnTo>
                  <a:pt x="3252" y="7618"/>
                </a:lnTo>
                <a:lnTo>
                  <a:pt x="3167" y="7724"/>
                </a:lnTo>
                <a:lnTo>
                  <a:pt x="3060" y="7853"/>
                </a:lnTo>
                <a:lnTo>
                  <a:pt x="3017" y="7896"/>
                </a:lnTo>
                <a:lnTo>
                  <a:pt x="2953" y="7938"/>
                </a:lnTo>
                <a:lnTo>
                  <a:pt x="2867" y="7960"/>
                </a:lnTo>
                <a:lnTo>
                  <a:pt x="2803" y="7938"/>
                </a:lnTo>
                <a:lnTo>
                  <a:pt x="2803" y="7938"/>
                </a:lnTo>
                <a:lnTo>
                  <a:pt x="2718" y="7917"/>
                </a:lnTo>
                <a:lnTo>
                  <a:pt x="2696" y="7896"/>
                </a:lnTo>
                <a:lnTo>
                  <a:pt x="2696" y="7853"/>
                </a:lnTo>
                <a:lnTo>
                  <a:pt x="2718" y="7831"/>
                </a:lnTo>
                <a:lnTo>
                  <a:pt x="2782" y="7724"/>
                </a:lnTo>
                <a:lnTo>
                  <a:pt x="2803" y="7682"/>
                </a:lnTo>
                <a:lnTo>
                  <a:pt x="2803" y="7596"/>
                </a:lnTo>
                <a:lnTo>
                  <a:pt x="2803" y="7596"/>
                </a:lnTo>
                <a:lnTo>
                  <a:pt x="2782" y="7532"/>
                </a:lnTo>
                <a:lnTo>
                  <a:pt x="2739" y="7489"/>
                </a:lnTo>
                <a:lnTo>
                  <a:pt x="2675" y="7489"/>
                </a:lnTo>
                <a:lnTo>
                  <a:pt x="2632" y="7511"/>
                </a:lnTo>
                <a:lnTo>
                  <a:pt x="2504" y="7618"/>
                </a:lnTo>
                <a:lnTo>
                  <a:pt x="2418" y="7724"/>
                </a:lnTo>
                <a:lnTo>
                  <a:pt x="2418" y="7724"/>
                </a:lnTo>
                <a:lnTo>
                  <a:pt x="2311" y="7896"/>
                </a:lnTo>
                <a:lnTo>
                  <a:pt x="2225" y="7960"/>
                </a:lnTo>
                <a:lnTo>
                  <a:pt x="2183" y="7960"/>
                </a:lnTo>
                <a:lnTo>
                  <a:pt x="2161" y="7938"/>
                </a:lnTo>
                <a:lnTo>
                  <a:pt x="2161" y="7938"/>
                </a:lnTo>
                <a:lnTo>
                  <a:pt x="2161" y="7896"/>
                </a:lnTo>
                <a:lnTo>
                  <a:pt x="2183" y="7853"/>
                </a:lnTo>
                <a:lnTo>
                  <a:pt x="2225" y="7724"/>
                </a:lnTo>
                <a:lnTo>
                  <a:pt x="2247" y="7682"/>
                </a:lnTo>
                <a:lnTo>
                  <a:pt x="2247" y="7618"/>
                </a:lnTo>
                <a:lnTo>
                  <a:pt x="2204" y="7596"/>
                </a:lnTo>
                <a:lnTo>
                  <a:pt x="2140" y="7553"/>
                </a:lnTo>
                <a:lnTo>
                  <a:pt x="2140" y="7553"/>
                </a:lnTo>
                <a:lnTo>
                  <a:pt x="2076" y="7575"/>
                </a:lnTo>
                <a:lnTo>
                  <a:pt x="2011" y="7596"/>
                </a:lnTo>
                <a:lnTo>
                  <a:pt x="1947" y="7639"/>
                </a:lnTo>
                <a:lnTo>
                  <a:pt x="1905" y="7724"/>
                </a:lnTo>
                <a:lnTo>
                  <a:pt x="1819" y="7853"/>
                </a:lnTo>
                <a:lnTo>
                  <a:pt x="1733" y="7960"/>
                </a:lnTo>
                <a:lnTo>
                  <a:pt x="1733" y="7960"/>
                </a:lnTo>
                <a:lnTo>
                  <a:pt x="1626" y="8024"/>
                </a:lnTo>
                <a:lnTo>
                  <a:pt x="1584" y="8024"/>
                </a:lnTo>
                <a:lnTo>
                  <a:pt x="1519" y="8024"/>
                </a:lnTo>
                <a:lnTo>
                  <a:pt x="1519" y="8024"/>
                </a:lnTo>
                <a:lnTo>
                  <a:pt x="1477" y="7981"/>
                </a:lnTo>
                <a:lnTo>
                  <a:pt x="1477" y="7960"/>
                </a:lnTo>
                <a:lnTo>
                  <a:pt x="1498" y="7917"/>
                </a:lnTo>
                <a:lnTo>
                  <a:pt x="1519" y="7874"/>
                </a:lnTo>
                <a:lnTo>
                  <a:pt x="1519" y="7874"/>
                </a:lnTo>
                <a:lnTo>
                  <a:pt x="1519" y="7767"/>
                </a:lnTo>
                <a:lnTo>
                  <a:pt x="1498" y="7703"/>
                </a:lnTo>
                <a:lnTo>
                  <a:pt x="1477" y="7660"/>
                </a:lnTo>
                <a:lnTo>
                  <a:pt x="1455" y="7639"/>
                </a:lnTo>
                <a:lnTo>
                  <a:pt x="1412" y="7660"/>
                </a:lnTo>
                <a:lnTo>
                  <a:pt x="1370" y="7682"/>
                </a:lnTo>
                <a:lnTo>
                  <a:pt x="1263" y="7789"/>
                </a:lnTo>
                <a:lnTo>
                  <a:pt x="1070" y="8003"/>
                </a:lnTo>
                <a:lnTo>
                  <a:pt x="963" y="8067"/>
                </a:lnTo>
                <a:lnTo>
                  <a:pt x="942" y="8067"/>
                </a:lnTo>
                <a:lnTo>
                  <a:pt x="899" y="8045"/>
                </a:lnTo>
                <a:lnTo>
                  <a:pt x="899" y="8045"/>
                </a:lnTo>
                <a:lnTo>
                  <a:pt x="899" y="8024"/>
                </a:lnTo>
                <a:lnTo>
                  <a:pt x="899" y="7960"/>
                </a:lnTo>
                <a:lnTo>
                  <a:pt x="963" y="7853"/>
                </a:lnTo>
                <a:lnTo>
                  <a:pt x="1027" y="7746"/>
                </a:lnTo>
                <a:lnTo>
                  <a:pt x="1049" y="7703"/>
                </a:lnTo>
                <a:lnTo>
                  <a:pt x="1049" y="7660"/>
                </a:lnTo>
                <a:lnTo>
                  <a:pt x="1049" y="7660"/>
                </a:lnTo>
                <a:lnTo>
                  <a:pt x="1006" y="7553"/>
                </a:lnTo>
                <a:lnTo>
                  <a:pt x="963" y="7532"/>
                </a:lnTo>
                <a:lnTo>
                  <a:pt x="899" y="7553"/>
                </a:lnTo>
                <a:lnTo>
                  <a:pt x="856" y="7596"/>
                </a:lnTo>
                <a:lnTo>
                  <a:pt x="749" y="7703"/>
                </a:lnTo>
                <a:lnTo>
                  <a:pt x="728" y="7746"/>
                </a:lnTo>
                <a:lnTo>
                  <a:pt x="706" y="7746"/>
                </a:lnTo>
                <a:lnTo>
                  <a:pt x="706" y="7746"/>
                </a:lnTo>
                <a:lnTo>
                  <a:pt x="664" y="7703"/>
                </a:lnTo>
                <a:lnTo>
                  <a:pt x="642" y="7660"/>
                </a:lnTo>
                <a:lnTo>
                  <a:pt x="664" y="7553"/>
                </a:lnTo>
                <a:lnTo>
                  <a:pt x="685" y="7468"/>
                </a:lnTo>
                <a:lnTo>
                  <a:pt x="749" y="7404"/>
                </a:lnTo>
                <a:lnTo>
                  <a:pt x="749" y="7404"/>
                </a:lnTo>
                <a:lnTo>
                  <a:pt x="899" y="7339"/>
                </a:lnTo>
                <a:lnTo>
                  <a:pt x="1070" y="7318"/>
                </a:lnTo>
                <a:lnTo>
                  <a:pt x="1412" y="7275"/>
                </a:lnTo>
                <a:lnTo>
                  <a:pt x="1412" y="7275"/>
                </a:lnTo>
                <a:lnTo>
                  <a:pt x="1562" y="7297"/>
                </a:lnTo>
                <a:lnTo>
                  <a:pt x="1733" y="7318"/>
                </a:lnTo>
                <a:lnTo>
                  <a:pt x="1883" y="7339"/>
                </a:lnTo>
                <a:lnTo>
                  <a:pt x="1969" y="7339"/>
                </a:lnTo>
                <a:lnTo>
                  <a:pt x="2033" y="7318"/>
                </a:lnTo>
                <a:lnTo>
                  <a:pt x="2033" y="7318"/>
                </a:lnTo>
                <a:lnTo>
                  <a:pt x="2140" y="7275"/>
                </a:lnTo>
                <a:lnTo>
                  <a:pt x="2204" y="7211"/>
                </a:lnTo>
                <a:lnTo>
                  <a:pt x="2247" y="7147"/>
                </a:lnTo>
                <a:lnTo>
                  <a:pt x="2290" y="7061"/>
                </a:lnTo>
                <a:lnTo>
                  <a:pt x="2290" y="6976"/>
                </a:lnTo>
                <a:lnTo>
                  <a:pt x="2290" y="6869"/>
                </a:lnTo>
                <a:lnTo>
                  <a:pt x="2268" y="6676"/>
                </a:lnTo>
                <a:lnTo>
                  <a:pt x="2268" y="6676"/>
                </a:lnTo>
                <a:lnTo>
                  <a:pt x="2247" y="6505"/>
                </a:lnTo>
                <a:lnTo>
                  <a:pt x="2247" y="6441"/>
                </a:lnTo>
                <a:lnTo>
                  <a:pt x="2268" y="6398"/>
                </a:lnTo>
                <a:lnTo>
                  <a:pt x="2290" y="6377"/>
                </a:lnTo>
                <a:lnTo>
                  <a:pt x="2332" y="6355"/>
                </a:lnTo>
                <a:lnTo>
                  <a:pt x="2504" y="6355"/>
                </a:lnTo>
                <a:lnTo>
                  <a:pt x="2504" y="6355"/>
                </a:lnTo>
                <a:lnTo>
                  <a:pt x="2910" y="6334"/>
                </a:lnTo>
                <a:lnTo>
                  <a:pt x="3338" y="6312"/>
                </a:lnTo>
                <a:lnTo>
                  <a:pt x="3338" y="6312"/>
                </a:lnTo>
                <a:lnTo>
                  <a:pt x="3488" y="6312"/>
                </a:lnTo>
                <a:lnTo>
                  <a:pt x="3638" y="6312"/>
                </a:lnTo>
                <a:lnTo>
                  <a:pt x="3787" y="6312"/>
                </a:lnTo>
                <a:lnTo>
                  <a:pt x="3873" y="6291"/>
                </a:lnTo>
                <a:lnTo>
                  <a:pt x="3916" y="6270"/>
                </a:lnTo>
                <a:lnTo>
                  <a:pt x="3916" y="6270"/>
                </a:lnTo>
                <a:lnTo>
                  <a:pt x="3980" y="6205"/>
                </a:lnTo>
                <a:lnTo>
                  <a:pt x="4023" y="6120"/>
                </a:lnTo>
                <a:lnTo>
                  <a:pt x="4065" y="6034"/>
                </a:lnTo>
                <a:lnTo>
                  <a:pt x="4065" y="5949"/>
                </a:lnTo>
                <a:lnTo>
                  <a:pt x="4087" y="5756"/>
                </a:lnTo>
                <a:lnTo>
                  <a:pt x="4087" y="5606"/>
                </a:lnTo>
                <a:lnTo>
                  <a:pt x="4087" y="5606"/>
                </a:lnTo>
                <a:lnTo>
                  <a:pt x="4108" y="5392"/>
                </a:lnTo>
                <a:lnTo>
                  <a:pt x="4130" y="5350"/>
                </a:lnTo>
                <a:lnTo>
                  <a:pt x="4151" y="5307"/>
                </a:lnTo>
                <a:lnTo>
                  <a:pt x="4194" y="5285"/>
                </a:lnTo>
                <a:lnTo>
                  <a:pt x="4258" y="5285"/>
                </a:lnTo>
                <a:lnTo>
                  <a:pt x="4472" y="5285"/>
                </a:lnTo>
                <a:lnTo>
                  <a:pt x="4472" y="5285"/>
                </a:lnTo>
                <a:lnTo>
                  <a:pt x="5413" y="5307"/>
                </a:lnTo>
                <a:lnTo>
                  <a:pt x="5413" y="5307"/>
                </a:lnTo>
                <a:lnTo>
                  <a:pt x="5820" y="5328"/>
                </a:lnTo>
                <a:lnTo>
                  <a:pt x="5820" y="5328"/>
                </a:lnTo>
                <a:lnTo>
                  <a:pt x="6077" y="5307"/>
                </a:lnTo>
                <a:lnTo>
                  <a:pt x="6205" y="5307"/>
                </a:lnTo>
                <a:lnTo>
                  <a:pt x="6312" y="5350"/>
                </a:lnTo>
                <a:lnTo>
                  <a:pt x="6312" y="5350"/>
                </a:lnTo>
                <a:lnTo>
                  <a:pt x="6376" y="5392"/>
                </a:lnTo>
                <a:lnTo>
                  <a:pt x="6398" y="5435"/>
                </a:lnTo>
                <a:lnTo>
                  <a:pt x="6419" y="5499"/>
                </a:lnTo>
                <a:lnTo>
                  <a:pt x="6419" y="5564"/>
                </a:lnTo>
                <a:lnTo>
                  <a:pt x="6376" y="5713"/>
                </a:lnTo>
                <a:lnTo>
                  <a:pt x="6355" y="5863"/>
                </a:lnTo>
                <a:lnTo>
                  <a:pt x="6355" y="5863"/>
                </a:lnTo>
                <a:close/>
                <a:moveTo>
                  <a:pt x="7660" y="642"/>
                </a:moveTo>
                <a:lnTo>
                  <a:pt x="7660" y="642"/>
                </a:lnTo>
                <a:lnTo>
                  <a:pt x="7574" y="536"/>
                </a:lnTo>
                <a:lnTo>
                  <a:pt x="7446" y="471"/>
                </a:lnTo>
                <a:lnTo>
                  <a:pt x="7318" y="450"/>
                </a:lnTo>
                <a:lnTo>
                  <a:pt x="7189" y="450"/>
                </a:lnTo>
                <a:lnTo>
                  <a:pt x="7189" y="450"/>
                </a:lnTo>
                <a:lnTo>
                  <a:pt x="7082" y="493"/>
                </a:lnTo>
                <a:lnTo>
                  <a:pt x="6954" y="536"/>
                </a:lnTo>
                <a:lnTo>
                  <a:pt x="6847" y="578"/>
                </a:lnTo>
                <a:lnTo>
                  <a:pt x="6740" y="600"/>
                </a:lnTo>
                <a:lnTo>
                  <a:pt x="6740" y="600"/>
                </a:lnTo>
                <a:lnTo>
                  <a:pt x="6676" y="578"/>
                </a:lnTo>
                <a:lnTo>
                  <a:pt x="6633" y="536"/>
                </a:lnTo>
                <a:lnTo>
                  <a:pt x="6612" y="471"/>
                </a:lnTo>
                <a:lnTo>
                  <a:pt x="6612" y="407"/>
                </a:lnTo>
                <a:lnTo>
                  <a:pt x="6612" y="236"/>
                </a:lnTo>
                <a:lnTo>
                  <a:pt x="6590" y="172"/>
                </a:lnTo>
                <a:lnTo>
                  <a:pt x="6526" y="108"/>
                </a:lnTo>
                <a:lnTo>
                  <a:pt x="6526" y="108"/>
                </a:lnTo>
                <a:lnTo>
                  <a:pt x="6440" y="43"/>
                </a:lnTo>
                <a:lnTo>
                  <a:pt x="6312" y="22"/>
                </a:lnTo>
                <a:lnTo>
                  <a:pt x="6162" y="1"/>
                </a:lnTo>
                <a:lnTo>
                  <a:pt x="6012" y="22"/>
                </a:lnTo>
                <a:lnTo>
                  <a:pt x="5713" y="65"/>
                </a:lnTo>
                <a:lnTo>
                  <a:pt x="5478" y="108"/>
                </a:lnTo>
                <a:lnTo>
                  <a:pt x="5478" y="108"/>
                </a:lnTo>
                <a:lnTo>
                  <a:pt x="5199" y="129"/>
                </a:lnTo>
                <a:lnTo>
                  <a:pt x="4900" y="150"/>
                </a:lnTo>
                <a:lnTo>
                  <a:pt x="4344" y="193"/>
                </a:lnTo>
                <a:lnTo>
                  <a:pt x="4344" y="193"/>
                </a:lnTo>
                <a:lnTo>
                  <a:pt x="4023" y="193"/>
                </a:lnTo>
                <a:lnTo>
                  <a:pt x="3873" y="215"/>
                </a:lnTo>
                <a:lnTo>
                  <a:pt x="3809" y="236"/>
                </a:lnTo>
                <a:lnTo>
                  <a:pt x="3745" y="279"/>
                </a:lnTo>
                <a:lnTo>
                  <a:pt x="3745" y="279"/>
                </a:lnTo>
                <a:lnTo>
                  <a:pt x="3723" y="322"/>
                </a:lnTo>
                <a:lnTo>
                  <a:pt x="3723" y="364"/>
                </a:lnTo>
                <a:lnTo>
                  <a:pt x="3723" y="471"/>
                </a:lnTo>
                <a:lnTo>
                  <a:pt x="3723" y="578"/>
                </a:lnTo>
                <a:lnTo>
                  <a:pt x="3702" y="621"/>
                </a:lnTo>
                <a:lnTo>
                  <a:pt x="3680" y="664"/>
                </a:lnTo>
                <a:lnTo>
                  <a:pt x="3680" y="664"/>
                </a:lnTo>
                <a:lnTo>
                  <a:pt x="3616" y="685"/>
                </a:lnTo>
                <a:lnTo>
                  <a:pt x="3488" y="664"/>
                </a:lnTo>
                <a:lnTo>
                  <a:pt x="3381" y="642"/>
                </a:lnTo>
                <a:lnTo>
                  <a:pt x="3274" y="642"/>
                </a:lnTo>
                <a:lnTo>
                  <a:pt x="3274" y="642"/>
                </a:lnTo>
                <a:lnTo>
                  <a:pt x="3188" y="685"/>
                </a:lnTo>
                <a:lnTo>
                  <a:pt x="3081" y="749"/>
                </a:lnTo>
                <a:lnTo>
                  <a:pt x="2910" y="899"/>
                </a:lnTo>
                <a:lnTo>
                  <a:pt x="2910" y="899"/>
                </a:lnTo>
                <a:lnTo>
                  <a:pt x="2825" y="985"/>
                </a:lnTo>
                <a:lnTo>
                  <a:pt x="2739" y="1092"/>
                </a:lnTo>
                <a:lnTo>
                  <a:pt x="2675" y="1177"/>
                </a:lnTo>
                <a:lnTo>
                  <a:pt x="2653" y="1284"/>
                </a:lnTo>
                <a:lnTo>
                  <a:pt x="2653" y="1370"/>
                </a:lnTo>
                <a:lnTo>
                  <a:pt x="2696" y="1456"/>
                </a:lnTo>
                <a:lnTo>
                  <a:pt x="2782" y="1563"/>
                </a:lnTo>
                <a:lnTo>
                  <a:pt x="2910" y="1648"/>
                </a:lnTo>
                <a:lnTo>
                  <a:pt x="2910" y="1648"/>
                </a:lnTo>
                <a:lnTo>
                  <a:pt x="2996" y="1712"/>
                </a:lnTo>
                <a:lnTo>
                  <a:pt x="3103" y="1734"/>
                </a:lnTo>
                <a:lnTo>
                  <a:pt x="3317" y="1798"/>
                </a:lnTo>
                <a:lnTo>
                  <a:pt x="3531" y="1883"/>
                </a:lnTo>
                <a:lnTo>
                  <a:pt x="3616" y="1948"/>
                </a:lnTo>
                <a:lnTo>
                  <a:pt x="3680" y="2012"/>
                </a:lnTo>
                <a:lnTo>
                  <a:pt x="3680" y="2012"/>
                </a:lnTo>
                <a:lnTo>
                  <a:pt x="3723" y="2076"/>
                </a:lnTo>
                <a:lnTo>
                  <a:pt x="3745" y="2140"/>
                </a:lnTo>
                <a:lnTo>
                  <a:pt x="3745" y="2183"/>
                </a:lnTo>
                <a:lnTo>
                  <a:pt x="3723" y="2226"/>
                </a:lnTo>
                <a:lnTo>
                  <a:pt x="3638" y="2311"/>
                </a:lnTo>
                <a:lnTo>
                  <a:pt x="3531" y="2376"/>
                </a:lnTo>
                <a:lnTo>
                  <a:pt x="3531" y="2376"/>
                </a:lnTo>
                <a:lnTo>
                  <a:pt x="3445" y="2397"/>
                </a:lnTo>
                <a:lnTo>
                  <a:pt x="3338" y="2418"/>
                </a:lnTo>
                <a:lnTo>
                  <a:pt x="3231" y="2418"/>
                </a:lnTo>
                <a:lnTo>
                  <a:pt x="3167" y="2461"/>
                </a:lnTo>
                <a:lnTo>
                  <a:pt x="3167" y="2461"/>
                </a:lnTo>
                <a:lnTo>
                  <a:pt x="3081" y="2547"/>
                </a:lnTo>
                <a:lnTo>
                  <a:pt x="3081" y="2611"/>
                </a:lnTo>
                <a:lnTo>
                  <a:pt x="3103" y="2675"/>
                </a:lnTo>
                <a:lnTo>
                  <a:pt x="3167" y="2718"/>
                </a:lnTo>
                <a:lnTo>
                  <a:pt x="3274" y="2761"/>
                </a:lnTo>
                <a:lnTo>
                  <a:pt x="3359" y="2761"/>
                </a:lnTo>
                <a:lnTo>
                  <a:pt x="3445" y="2782"/>
                </a:lnTo>
                <a:lnTo>
                  <a:pt x="3531" y="2761"/>
                </a:lnTo>
                <a:lnTo>
                  <a:pt x="3531" y="2761"/>
                </a:lnTo>
                <a:lnTo>
                  <a:pt x="3638" y="2718"/>
                </a:lnTo>
                <a:lnTo>
                  <a:pt x="3766" y="2632"/>
                </a:lnTo>
                <a:lnTo>
                  <a:pt x="3894" y="2547"/>
                </a:lnTo>
                <a:lnTo>
                  <a:pt x="3980" y="2525"/>
                </a:lnTo>
                <a:lnTo>
                  <a:pt x="3980" y="2525"/>
                </a:lnTo>
                <a:lnTo>
                  <a:pt x="4023" y="2525"/>
                </a:lnTo>
                <a:lnTo>
                  <a:pt x="4065" y="2568"/>
                </a:lnTo>
                <a:lnTo>
                  <a:pt x="4130" y="2654"/>
                </a:lnTo>
                <a:lnTo>
                  <a:pt x="4237" y="2825"/>
                </a:lnTo>
                <a:lnTo>
                  <a:pt x="4237" y="2825"/>
                </a:lnTo>
                <a:lnTo>
                  <a:pt x="4365" y="2975"/>
                </a:lnTo>
                <a:lnTo>
                  <a:pt x="4515" y="3103"/>
                </a:lnTo>
                <a:lnTo>
                  <a:pt x="4515" y="3103"/>
                </a:lnTo>
                <a:lnTo>
                  <a:pt x="4686" y="3210"/>
                </a:lnTo>
                <a:lnTo>
                  <a:pt x="4772" y="3274"/>
                </a:lnTo>
                <a:lnTo>
                  <a:pt x="4836" y="3338"/>
                </a:lnTo>
                <a:lnTo>
                  <a:pt x="4836" y="3338"/>
                </a:lnTo>
                <a:lnTo>
                  <a:pt x="4836" y="3403"/>
                </a:lnTo>
                <a:lnTo>
                  <a:pt x="4814" y="3488"/>
                </a:lnTo>
                <a:lnTo>
                  <a:pt x="4793" y="3574"/>
                </a:lnTo>
                <a:lnTo>
                  <a:pt x="4814" y="3659"/>
                </a:lnTo>
                <a:lnTo>
                  <a:pt x="4814" y="3659"/>
                </a:lnTo>
                <a:lnTo>
                  <a:pt x="4857" y="3723"/>
                </a:lnTo>
                <a:lnTo>
                  <a:pt x="4921" y="3788"/>
                </a:lnTo>
                <a:lnTo>
                  <a:pt x="4985" y="3852"/>
                </a:lnTo>
                <a:lnTo>
                  <a:pt x="5007" y="3895"/>
                </a:lnTo>
                <a:lnTo>
                  <a:pt x="5007" y="3937"/>
                </a:lnTo>
                <a:lnTo>
                  <a:pt x="5007" y="3937"/>
                </a:lnTo>
                <a:lnTo>
                  <a:pt x="5007" y="4023"/>
                </a:lnTo>
                <a:lnTo>
                  <a:pt x="4943" y="4109"/>
                </a:lnTo>
                <a:lnTo>
                  <a:pt x="4857" y="4173"/>
                </a:lnTo>
                <a:lnTo>
                  <a:pt x="4772" y="4237"/>
                </a:lnTo>
                <a:lnTo>
                  <a:pt x="4558" y="4323"/>
                </a:lnTo>
                <a:lnTo>
                  <a:pt x="4386" y="4365"/>
                </a:lnTo>
                <a:lnTo>
                  <a:pt x="4386" y="4365"/>
                </a:lnTo>
                <a:lnTo>
                  <a:pt x="4194" y="4451"/>
                </a:lnTo>
                <a:lnTo>
                  <a:pt x="4087" y="4515"/>
                </a:lnTo>
                <a:lnTo>
                  <a:pt x="4001" y="4579"/>
                </a:lnTo>
                <a:lnTo>
                  <a:pt x="3916" y="4644"/>
                </a:lnTo>
                <a:lnTo>
                  <a:pt x="3916" y="4686"/>
                </a:lnTo>
                <a:lnTo>
                  <a:pt x="3894" y="4708"/>
                </a:lnTo>
                <a:lnTo>
                  <a:pt x="3916" y="4750"/>
                </a:lnTo>
                <a:lnTo>
                  <a:pt x="3937" y="4772"/>
                </a:lnTo>
                <a:lnTo>
                  <a:pt x="4065" y="4836"/>
                </a:lnTo>
                <a:lnTo>
                  <a:pt x="4065" y="4836"/>
                </a:lnTo>
                <a:lnTo>
                  <a:pt x="4194" y="4857"/>
                </a:lnTo>
                <a:lnTo>
                  <a:pt x="4344" y="4879"/>
                </a:lnTo>
                <a:lnTo>
                  <a:pt x="4643" y="4857"/>
                </a:lnTo>
                <a:lnTo>
                  <a:pt x="5199" y="4836"/>
                </a:lnTo>
                <a:lnTo>
                  <a:pt x="5199" y="4836"/>
                </a:lnTo>
                <a:lnTo>
                  <a:pt x="5264" y="4815"/>
                </a:lnTo>
                <a:lnTo>
                  <a:pt x="5413" y="4815"/>
                </a:lnTo>
                <a:lnTo>
                  <a:pt x="5841" y="4857"/>
                </a:lnTo>
                <a:lnTo>
                  <a:pt x="6098" y="4857"/>
                </a:lnTo>
                <a:lnTo>
                  <a:pt x="6291" y="4836"/>
                </a:lnTo>
                <a:lnTo>
                  <a:pt x="6376" y="4793"/>
                </a:lnTo>
                <a:lnTo>
                  <a:pt x="6440" y="4772"/>
                </a:lnTo>
                <a:lnTo>
                  <a:pt x="6483" y="4729"/>
                </a:lnTo>
                <a:lnTo>
                  <a:pt x="6483" y="4665"/>
                </a:lnTo>
                <a:lnTo>
                  <a:pt x="6483" y="4665"/>
                </a:lnTo>
                <a:lnTo>
                  <a:pt x="6483" y="4601"/>
                </a:lnTo>
                <a:lnTo>
                  <a:pt x="6440" y="4558"/>
                </a:lnTo>
                <a:lnTo>
                  <a:pt x="6376" y="4515"/>
                </a:lnTo>
                <a:lnTo>
                  <a:pt x="6291" y="4494"/>
                </a:lnTo>
                <a:lnTo>
                  <a:pt x="5991" y="4430"/>
                </a:lnTo>
                <a:lnTo>
                  <a:pt x="5991" y="4430"/>
                </a:lnTo>
                <a:lnTo>
                  <a:pt x="5820" y="4365"/>
                </a:lnTo>
                <a:lnTo>
                  <a:pt x="5692" y="4301"/>
                </a:lnTo>
                <a:lnTo>
                  <a:pt x="5585" y="4216"/>
                </a:lnTo>
                <a:lnTo>
                  <a:pt x="5478" y="4109"/>
                </a:lnTo>
                <a:lnTo>
                  <a:pt x="5478" y="4109"/>
                </a:lnTo>
                <a:lnTo>
                  <a:pt x="5392" y="3959"/>
                </a:lnTo>
                <a:lnTo>
                  <a:pt x="5392" y="3916"/>
                </a:lnTo>
                <a:lnTo>
                  <a:pt x="5413" y="3873"/>
                </a:lnTo>
                <a:lnTo>
                  <a:pt x="5456" y="3809"/>
                </a:lnTo>
                <a:lnTo>
                  <a:pt x="5499" y="3745"/>
                </a:lnTo>
                <a:lnTo>
                  <a:pt x="5542" y="3659"/>
                </a:lnTo>
                <a:lnTo>
                  <a:pt x="5542" y="3659"/>
                </a:lnTo>
                <a:lnTo>
                  <a:pt x="5585" y="3531"/>
                </a:lnTo>
                <a:lnTo>
                  <a:pt x="5585" y="3445"/>
                </a:lnTo>
                <a:lnTo>
                  <a:pt x="5627" y="3360"/>
                </a:lnTo>
                <a:lnTo>
                  <a:pt x="5713" y="3274"/>
                </a:lnTo>
                <a:lnTo>
                  <a:pt x="5713" y="3274"/>
                </a:lnTo>
                <a:lnTo>
                  <a:pt x="5863" y="3167"/>
                </a:lnTo>
                <a:lnTo>
                  <a:pt x="5970" y="3039"/>
                </a:lnTo>
                <a:lnTo>
                  <a:pt x="6077" y="2910"/>
                </a:lnTo>
                <a:lnTo>
                  <a:pt x="6162" y="2761"/>
                </a:lnTo>
                <a:lnTo>
                  <a:pt x="6162" y="2761"/>
                </a:lnTo>
                <a:lnTo>
                  <a:pt x="6248" y="2611"/>
                </a:lnTo>
                <a:lnTo>
                  <a:pt x="6312" y="2440"/>
                </a:lnTo>
                <a:lnTo>
                  <a:pt x="6398" y="2269"/>
                </a:lnTo>
                <a:lnTo>
                  <a:pt x="6483" y="2119"/>
                </a:lnTo>
                <a:lnTo>
                  <a:pt x="6483" y="2119"/>
                </a:lnTo>
                <a:lnTo>
                  <a:pt x="6505" y="2247"/>
                </a:lnTo>
                <a:lnTo>
                  <a:pt x="6505" y="2376"/>
                </a:lnTo>
                <a:lnTo>
                  <a:pt x="6526" y="2504"/>
                </a:lnTo>
                <a:lnTo>
                  <a:pt x="6547" y="2568"/>
                </a:lnTo>
                <a:lnTo>
                  <a:pt x="6569" y="2611"/>
                </a:lnTo>
                <a:lnTo>
                  <a:pt x="6569" y="2611"/>
                </a:lnTo>
                <a:lnTo>
                  <a:pt x="6654" y="2696"/>
                </a:lnTo>
                <a:lnTo>
                  <a:pt x="6761" y="2761"/>
                </a:lnTo>
                <a:lnTo>
                  <a:pt x="6868" y="2803"/>
                </a:lnTo>
                <a:lnTo>
                  <a:pt x="6933" y="2803"/>
                </a:lnTo>
                <a:lnTo>
                  <a:pt x="6975" y="2782"/>
                </a:lnTo>
                <a:lnTo>
                  <a:pt x="6975" y="2782"/>
                </a:lnTo>
                <a:lnTo>
                  <a:pt x="7039" y="2739"/>
                </a:lnTo>
                <a:lnTo>
                  <a:pt x="7061" y="2696"/>
                </a:lnTo>
                <a:lnTo>
                  <a:pt x="7061" y="2654"/>
                </a:lnTo>
                <a:lnTo>
                  <a:pt x="7039" y="2611"/>
                </a:lnTo>
                <a:lnTo>
                  <a:pt x="6975" y="2525"/>
                </a:lnTo>
                <a:lnTo>
                  <a:pt x="6890" y="2461"/>
                </a:lnTo>
                <a:lnTo>
                  <a:pt x="6890" y="2461"/>
                </a:lnTo>
                <a:lnTo>
                  <a:pt x="6826" y="2376"/>
                </a:lnTo>
                <a:lnTo>
                  <a:pt x="6783" y="2290"/>
                </a:lnTo>
                <a:lnTo>
                  <a:pt x="6761" y="2204"/>
                </a:lnTo>
                <a:lnTo>
                  <a:pt x="6761" y="2097"/>
                </a:lnTo>
                <a:lnTo>
                  <a:pt x="6761" y="2097"/>
                </a:lnTo>
                <a:lnTo>
                  <a:pt x="6804" y="1948"/>
                </a:lnTo>
                <a:lnTo>
                  <a:pt x="6868" y="1841"/>
                </a:lnTo>
                <a:lnTo>
                  <a:pt x="6954" y="1776"/>
                </a:lnTo>
                <a:lnTo>
                  <a:pt x="7039" y="1734"/>
                </a:lnTo>
                <a:lnTo>
                  <a:pt x="7275" y="1648"/>
                </a:lnTo>
                <a:lnTo>
                  <a:pt x="7382" y="1605"/>
                </a:lnTo>
                <a:lnTo>
                  <a:pt x="7489" y="1520"/>
                </a:lnTo>
                <a:lnTo>
                  <a:pt x="7489" y="1520"/>
                </a:lnTo>
                <a:lnTo>
                  <a:pt x="7574" y="1434"/>
                </a:lnTo>
                <a:lnTo>
                  <a:pt x="7660" y="1349"/>
                </a:lnTo>
                <a:lnTo>
                  <a:pt x="7724" y="1242"/>
                </a:lnTo>
                <a:lnTo>
                  <a:pt x="7767" y="1113"/>
                </a:lnTo>
                <a:lnTo>
                  <a:pt x="7767" y="985"/>
                </a:lnTo>
                <a:lnTo>
                  <a:pt x="7767" y="878"/>
                </a:lnTo>
                <a:lnTo>
                  <a:pt x="7724" y="749"/>
                </a:lnTo>
                <a:lnTo>
                  <a:pt x="7660" y="642"/>
                </a:lnTo>
                <a:lnTo>
                  <a:pt x="7660" y="642"/>
                </a:lnTo>
                <a:close/>
                <a:moveTo>
                  <a:pt x="3445" y="1541"/>
                </a:moveTo>
                <a:lnTo>
                  <a:pt x="3445" y="1541"/>
                </a:lnTo>
                <a:lnTo>
                  <a:pt x="3317" y="1520"/>
                </a:lnTo>
                <a:lnTo>
                  <a:pt x="3188" y="1477"/>
                </a:lnTo>
                <a:lnTo>
                  <a:pt x="3145" y="1434"/>
                </a:lnTo>
                <a:lnTo>
                  <a:pt x="3103" y="1391"/>
                </a:lnTo>
                <a:lnTo>
                  <a:pt x="3081" y="1327"/>
                </a:lnTo>
                <a:lnTo>
                  <a:pt x="3081" y="1242"/>
                </a:lnTo>
                <a:lnTo>
                  <a:pt x="3081" y="1242"/>
                </a:lnTo>
                <a:lnTo>
                  <a:pt x="3103" y="1177"/>
                </a:lnTo>
                <a:lnTo>
                  <a:pt x="3124" y="1135"/>
                </a:lnTo>
                <a:lnTo>
                  <a:pt x="3210" y="1028"/>
                </a:lnTo>
                <a:lnTo>
                  <a:pt x="3317" y="963"/>
                </a:lnTo>
                <a:lnTo>
                  <a:pt x="3445" y="942"/>
                </a:lnTo>
                <a:lnTo>
                  <a:pt x="3445" y="942"/>
                </a:lnTo>
                <a:lnTo>
                  <a:pt x="3509" y="942"/>
                </a:lnTo>
                <a:lnTo>
                  <a:pt x="3573" y="963"/>
                </a:lnTo>
                <a:lnTo>
                  <a:pt x="3616" y="985"/>
                </a:lnTo>
                <a:lnTo>
                  <a:pt x="3638" y="1028"/>
                </a:lnTo>
                <a:lnTo>
                  <a:pt x="3659" y="1135"/>
                </a:lnTo>
                <a:lnTo>
                  <a:pt x="3659" y="1263"/>
                </a:lnTo>
                <a:lnTo>
                  <a:pt x="3659" y="1263"/>
                </a:lnTo>
                <a:lnTo>
                  <a:pt x="3680" y="1434"/>
                </a:lnTo>
                <a:lnTo>
                  <a:pt x="3659" y="1520"/>
                </a:lnTo>
                <a:lnTo>
                  <a:pt x="3638" y="1563"/>
                </a:lnTo>
                <a:lnTo>
                  <a:pt x="3595" y="1563"/>
                </a:lnTo>
                <a:lnTo>
                  <a:pt x="3445" y="1541"/>
                </a:lnTo>
                <a:lnTo>
                  <a:pt x="3445" y="1541"/>
                </a:lnTo>
                <a:close/>
                <a:moveTo>
                  <a:pt x="6291" y="771"/>
                </a:moveTo>
                <a:lnTo>
                  <a:pt x="6291" y="771"/>
                </a:lnTo>
                <a:lnTo>
                  <a:pt x="6248" y="1242"/>
                </a:lnTo>
                <a:lnTo>
                  <a:pt x="6184" y="1691"/>
                </a:lnTo>
                <a:lnTo>
                  <a:pt x="6141" y="1905"/>
                </a:lnTo>
                <a:lnTo>
                  <a:pt x="6098" y="2119"/>
                </a:lnTo>
                <a:lnTo>
                  <a:pt x="6012" y="2333"/>
                </a:lnTo>
                <a:lnTo>
                  <a:pt x="5906" y="2547"/>
                </a:lnTo>
                <a:lnTo>
                  <a:pt x="5906" y="2547"/>
                </a:lnTo>
                <a:lnTo>
                  <a:pt x="5841" y="2654"/>
                </a:lnTo>
                <a:lnTo>
                  <a:pt x="5734" y="2782"/>
                </a:lnTo>
                <a:lnTo>
                  <a:pt x="5606" y="2910"/>
                </a:lnTo>
                <a:lnTo>
                  <a:pt x="5478" y="3039"/>
                </a:lnTo>
                <a:lnTo>
                  <a:pt x="5349" y="3103"/>
                </a:lnTo>
                <a:lnTo>
                  <a:pt x="5306" y="3103"/>
                </a:lnTo>
                <a:lnTo>
                  <a:pt x="5264" y="3103"/>
                </a:lnTo>
                <a:lnTo>
                  <a:pt x="5221" y="3060"/>
                </a:lnTo>
                <a:lnTo>
                  <a:pt x="5199" y="3017"/>
                </a:lnTo>
                <a:lnTo>
                  <a:pt x="5199" y="2932"/>
                </a:lnTo>
                <a:lnTo>
                  <a:pt x="5199" y="2825"/>
                </a:lnTo>
                <a:lnTo>
                  <a:pt x="5199" y="2825"/>
                </a:lnTo>
                <a:lnTo>
                  <a:pt x="5242" y="2696"/>
                </a:lnTo>
                <a:lnTo>
                  <a:pt x="5306" y="2547"/>
                </a:lnTo>
                <a:lnTo>
                  <a:pt x="5306" y="2461"/>
                </a:lnTo>
                <a:lnTo>
                  <a:pt x="5306" y="2418"/>
                </a:lnTo>
                <a:lnTo>
                  <a:pt x="5264" y="2376"/>
                </a:lnTo>
                <a:lnTo>
                  <a:pt x="5199" y="2376"/>
                </a:lnTo>
                <a:lnTo>
                  <a:pt x="5199" y="2376"/>
                </a:lnTo>
                <a:lnTo>
                  <a:pt x="5157" y="2397"/>
                </a:lnTo>
                <a:lnTo>
                  <a:pt x="5114" y="2461"/>
                </a:lnTo>
                <a:lnTo>
                  <a:pt x="5007" y="2590"/>
                </a:lnTo>
                <a:lnTo>
                  <a:pt x="4964" y="2654"/>
                </a:lnTo>
                <a:lnTo>
                  <a:pt x="4921" y="2675"/>
                </a:lnTo>
                <a:lnTo>
                  <a:pt x="4900" y="2675"/>
                </a:lnTo>
                <a:lnTo>
                  <a:pt x="4879" y="2675"/>
                </a:lnTo>
                <a:lnTo>
                  <a:pt x="4836" y="2590"/>
                </a:lnTo>
                <a:lnTo>
                  <a:pt x="4836" y="2590"/>
                </a:lnTo>
                <a:lnTo>
                  <a:pt x="4814" y="2547"/>
                </a:lnTo>
                <a:lnTo>
                  <a:pt x="4836" y="2483"/>
                </a:lnTo>
                <a:lnTo>
                  <a:pt x="4879" y="2354"/>
                </a:lnTo>
                <a:lnTo>
                  <a:pt x="4985" y="2097"/>
                </a:lnTo>
                <a:lnTo>
                  <a:pt x="4985" y="2097"/>
                </a:lnTo>
                <a:lnTo>
                  <a:pt x="5028" y="1969"/>
                </a:lnTo>
                <a:lnTo>
                  <a:pt x="5071" y="1883"/>
                </a:lnTo>
                <a:lnTo>
                  <a:pt x="5071" y="1819"/>
                </a:lnTo>
                <a:lnTo>
                  <a:pt x="5071" y="1819"/>
                </a:lnTo>
                <a:lnTo>
                  <a:pt x="5028" y="1755"/>
                </a:lnTo>
                <a:lnTo>
                  <a:pt x="4964" y="1734"/>
                </a:lnTo>
                <a:lnTo>
                  <a:pt x="4921" y="1755"/>
                </a:lnTo>
                <a:lnTo>
                  <a:pt x="4857" y="1798"/>
                </a:lnTo>
                <a:lnTo>
                  <a:pt x="4750" y="1926"/>
                </a:lnTo>
                <a:lnTo>
                  <a:pt x="4686" y="1990"/>
                </a:lnTo>
                <a:lnTo>
                  <a:pt x="4643" y="2012"/>
                </a:lnTo>
                <a:lnTo>
                  <a:pt x="4643" y="2012"/>
                </a:lnTo>
                <a:lnTo>
                  <a:pt x="4643" y="1926"/>
                </a:lnTo>
                <a:lnTo>
                  <a:pt x="4665" y="1841"/>
                </a:lnTo>
                <a:lnTo>
                  <a:pt x="4750" y="1669"/>
                </a:lnTo>
                <a:lnTo>
                  <a:pt x="4814" y="1477"/>
                </a:lnTo>
                <a:lnTo>
                  <a:pt x="4836" y="1413"/>
                </a:lnTo>
                <a:lnTo>
                  <a:pt x="4836" y="1327"/>
                </a:lnTo>
                <a:lnTo>
                  <a:pt x="4836" y="1327"/>
                </a:lnTo>
                <a:lnTo>
                  <a:pt x="4793" y="1263"/>
                </a:lnTo>
                <a:lnTo>
                  <a:pt x="4750" y="1242"/>
                </a:lnTo>
                <a:lnTo>
                  <a:pt x="4707" y="1242"/>
                </a:lnTo>
                <a:lnTo>
                  <a:pt x="4665" y="1284"/>
                </a:lnTo>
                <a:lnTo>
                  <a:pt x="4579" y="1391"/>
                </a:lnTo>
                <a:lnTo>
                  <a:pt x="4493" y="1477"/>
                </a:lnTo>
                <a:lnTo>
                  <a:pt x="4493" y="1477"/>
                </a:lnTo>
                <a:lnTo>
                  <a:pt x="4472" y="1413"/>
                </a:lnTo>
                <a:lnTo>
                  <a:pt x="4493" y="1327"/>
                </a:lnTo>
                <a:lnTo>
                  <a:pt x="4558" y="1156"/>
                </a:lnTo>
                <a:lnTo>
                  <a:pt x="4622" y="985"/>
                </a:lnTo>
                <a:lnTo>
                  <a:pt x="4643" y="899"/>
                </a:lnTo>
                <a:lnTo>
                  <a:pt x="4665" y="835"/>
                </a:lnTo>
                <a:lnTo>
                  <a:pt x="4665" y="835"/>
                </a:lnTo>
                <a:lnTo>
                  <a:pt x="4643" y="728"/>
                </a:lnTo>
                <a:lnTo>
                  <a:pt x="4622" y="685"/>
                </a:lnTo>
                <a:lnTo>
                  <a:pt x="4579" y="685"/>
                </a:lnTo>
                <a:lnTo>
                  <a:pt x="4536" y="707"/>
                </a:lnTo>
                <a:lnTo>
                  <a:pt x="4451" y="771"/>
                </a:lnTo>
                <a:lnTo>
                  <a:pt x="4408" y="792"/>
                </a:lnTo>
                <a:lnTo>
                  <a:pt x="4386" y="792"/>
                </a:lnTo>
                <a:lnTo>
                  <a:pt x="4386" y="792"/>
                </a:lnTo>
                <a:lnTo>
                  <a:pt x="4344" y="728"/>
                </a:lnTo>
                <a:lnTo>
                  <a:pt x="4322" y="707"/>
                </a:lnTo>
                <a:lnTo>
                  <a:pt x="4344" y="664"/>
                </a:lnTo>
                <a:lnTo>
                  <a:pt x="4386" y="642"/>
                </a:lnTo>
                <a:lnTo>
                  <a:pt x="4451" y="600"/>
                </a:lnTo>
                <a:lnTo>
                  <a:pt x="4622" y="557"/>
                </a:lnTo>
                <a:lnTo>
                  <a:pt x="4729" y="557"/>
                </a:lnTo>
                <a:lnTo>
                  <a:pt x="4729" y="557"/>
                </a:lnTo>
                <a:lnTo>
                  <a:pt x="5649" y="471"/>
                </a:lnTo>
                <a:lnTo>
                  <a:pt x="5649" y="471"/>
                </a:lnTo>
                <a:lnTo>
                  <a:pt x="5948" y="429"/>
                </a:lnTo>
                <a:lnTo>
                  <a:pt x="6098" y="407"/>
                </a:lnTo>
                <a:lnTo>
                  <a:pt x="6184" y="429"/>
                </a:lnTo>
                <a:lnTo>
                  <a:pt x="6226" y="429"/>
                </a:lnTo>
                <a:lnTo>
                  <a:pt x="6226" y="429"/>
                </a:lnTo>
                <a:lnTo>
                  <a:pt x="6269" y="471"/>
                </a:lnTo>
                <a:lnTo>
                  <a:pt x="6291" y="514"/>
                </a:lnTo>
                <a:lnTo>
                  <a:pt x="6312" y="600"/>
                </a:lnTo>
                <a:lnTo>
                  <a:pt x="6291" y="771"/>
                </a:lnTo>
                <a:lnTo>
                  <a:pt x="6291" y="771"/>
                </a:lnTo>
                <a:close/>
                <a:moveTo>
                  <a:pt x="6612" y="1520"/>
                </a:moveTo>
                <a:lnTo>
                  <a:pt x="6612" y="1520"/>
                </a:lnTo>
                <a:lnTo>
                  <a:pt x="6612" y="1349"/>
                </a:lnTo>
                <a:lnTo>
                  <a:pt x="6633" y="1199"/>
                </a:lnTo>
                <a:lnTo>
                  <a:pt x="6633" y="1135"/>
                </a:lnTo>
                <a:lnTo>
                  <a:pt x="6676" y="1070"/>
                </a:lnTo>
                <a:lnTo>
                  <a:pt x="6719" y="1006"/>
                </a:lnTo>
                <a:lnTo>
                  <a:pt x="6783" y="963"/>
                </a:lnTo>
                <a:lnTo>
                  <a:pt x="6783" y="963"/>
                </a:lnTo>
                <a:lnTo>
                  <a:pt x="6890" y="899"/>
                </a:lnTo>
                <a:lnTo>
                  <a:pt x="7039" y="878"/>
                </a:lnTo>
                <a:lnTo>
                  <a:pt x="7104" y="878"/>
                </a:lnTo>
                <a:lnTo>
                  <a:pt x="7168" y="921"/>
                </a:lnTo>
                <a:lnTo>
                  <a:pt x="7211" y="963"/>
                </a:lnTo>
                <a:lnTo>
                  <a:pt x="7232" y="1028"/>
                </a:lnTo>
                <a:lnTo>
                  <a:pt x="7232" y="1028"/>
                </a:lnTo>
                <a:lnTo>
                  <a:pt x="7253" y="1070"/>
                </a:lnTo>
                <a:lnTo>
                  <a:pt x="7232" y="1135"/>
                </a:lnTo>
                <a:lnTo>
                  <a:pt x="7168" y="1220"/>
                </a:lnTo>
                <a:lnTo>
                  <a:pt x="7082" y="1327"/>
                </a:lnTo>
                <a:lnTo>
                  <a:pt x="6954" y="1413"/>
                </a:lnTo>
                <a:lnTo>
                  <a:pt x="6826" y="1477"/>
                </a:lnTo>
                <a:lnTo>
                  <a:pt x="6719" y="1520"/>
                </a:lnTo>
                <a:lnTo>
                  <a:pt x="6633" y="1541"/>
                </a:lnTo>
                <a:lnTo>
                  <a:pt x="6612" y="1541"/>
                </a:lnTo>
                <a:lnTo>
                  <a:pt x="6612" y="1520"/>
                </a:lnTo>
                <a:lnTo>
                  <a:pt x="6612" y="152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32"/>
          <p:cNvSpPr/>
          <p:nvPr/>
        </p:nvSpPr>
        <p:spPr>
          <a:xfrm>
            <a:off x="7543479" y="2134047"/>
            <a:ext cx="303875" cy="300092"/>
          </a:xfrm>
          <a:custGeom>
            <a:rect b="b" l="l" r="r" t="t"/>
            <a:pathLst>
              <a:path extrusionOk="0" h="17374" w="17593">
                <a:moveTo>
                  <a:pt x="14673" y="1266"/>
                </a:moveTo>
                <a:lnTo>
                  <a:pt x="14624" y="1314"/>
                </a:lnTo>
                <a:lnTo>
                  <a:pt x="14600" y="1363"/>
                </a:lnTo>
                <a:lnTo>
                  <a:pt x="14575" y="1412"/>
                </a:lnTo>
                <a:lnTo>
                  <a:pt x="14575" y="1485"/>
                </a:lnTo>
                <a:lnTo>
                  <a:pt x="14600" y="1533"/>
                </a:lnTo>
                <a:lnTo>
                  <a:pt x="14648" y="1606"/>
                </a:lnTo>
                <a:lnTo>
                  <a:pt x="14697" y="1631"/>
                </a:lnTo>
                <a:lnTo>
                  <a:pt x="14940" y="1728"/>
                </a:lnTo>
                <a:lnTo>
                  <a:pt x="15159" y="1825"/>
                </a:lnTo>
                <a:lnTo>
                  <a:pt x="15354" y="1971"/>
                </a:lnTo>
                <a:lnTo>
                  <a:pt x="15524" y="2166"/>
                </a:lnTo>
                <a:lnTo>
                  <a:pt x="15597" y="2263"/>
                </a:lnTo>
                <a:lnTo>
                  <a:pt x="15646" y="2360"/>
                </a:lnTo>
                <a:lnTo>
                  <a:pt x="15695" y="2579"/>
                </a:lnTo>
                <a:lnTo>
                  <a:pt x="15792" y="3017"/>
                </a:lnTo>
                <a:lnTo>
                  <a:pt x="15816" y="3090"/>
                </a:lnTo>
                <a:lnTo>
                  <a:pt x="15865" y="3139"/>
                </a:lnTo>
                <a:lnTo>
                  <a:pt x="15938" y="3163"/>
                </a:lnTo>
                <a:lnTo>
                  <a:pt x="15987" y="3188"/>
                </a:lnTo>
                <a:lnTo>
                  <a:pt x="16060" y="3163"/>
                </a:lnTo>
                <a:lnTo>
                  <a:pt x="16133" y="3139"/>
                </a:lnTo>
                <a:lnTo>
                  <a:pt x="16181" y="3090"/>
                </a:lnTo>
                <a:lnTo>
                  <a:pt x="16206" y="3017"/>
                </a:lnTo>
                <a:lnTo>
                  <a:pt x="16254" y="2871"/>
                </a:lnTo>
                <a:lnTo>
                  <a:pt x="16254" y="2725"/>
                </a:lnTo>
                <a:lnTo>
                  <a:pt x="16230" y="2579"/>
                </a:lnTo>
                <a:lnTo>
                  <a:pt x="16181" y="2409"/>
                </a:lnTo>
                <a:lnTo>
                  <a:pt x="16133" y="2263"/>
                </a:lnTo>
                <a:lnTo>
                  <a:pt x="16060" y="2117"/>
                </a:lnTo>
                <a:lnTo>
                  <a:pt x="15889" y="1874"/>
                </a:lnTo>
                <a:lnTo>
                  <a:pt x="15670" y="1631"/>
                </a:lnTo>
                <a:lnTo>
                  <a:pt x="15524" y="1509"/>
                </a:lnTo>
                <a:lnTo>
                  <a:pt x="15378" y="1436"/>
                </a:lnTo>
                <a:lnTo>
                  <a:pt x="15232" y="1363"/>
                </a:lnTo>
                <a:lnTo>
                  <a:pt x="15086" y="1290"/>
                </a:lnTo>
                <a:lnTo>
                  <a:pt x="14916" y="1266"/>
                </a:lnTo>
                <a:close/>
                <a:moveTo>
                  <a:pt x="2458" y="2263"/>
                </a:moveTo>
                <a:lnTo>
                  <a:pt x="2725" y="2433"/>
                </a:lnTo>
                <a:lnTo>
                  <a:pt x="2993" y="2604"/>
                </a:lnTo>
                <a:lnTo>
                  <a:pt x="3553" y="2896"/>
                </a:lnTo>
                <a:lnTo>
                  <a:pt x="4550" y="3480"/>
                </a:lnTo>
                <a:lnTo>
                  <a:pt x="4477" y="3528"/>
                </a:lnTo>
                <a:lnTo>
                  <a:pt x="4137" y="3942"/>
                </a:lnTo>
                <a:lnTo>
                  <a:pt x="4015" y="4088"/>
                </a:lnTo>
                <a:lnTo>
                  <a:pt x="3918" y="4210"/>
                </a:lnTo>
                <a:lnTo>
                  <a:pt x="3261" y="3723"/>
                </a:lnTo>
                <a:lnTo>
                  <a:pt x="2969" y="3480"/>
                </a:lnTo>
                <a:lnTo>
                  <a:pt x="2677" y="3212"/>
                </a:lnTo>
                <a:lnTo>
                  <a:pt x="2360" y="2969"/>
                </a:lnTo>
                <a:lnTo>
                  <a:pt x="2044" y="2725"/>
                </a:lnTo>
                <a:lnTo>
                  <a:pt x="2239" y="2482"/>
                </a:lnTo>
                <a:lnTo>
                  <a:pt x="2458" y="2263"/>
                </a:lnTo>
                <a:close/>
                <a:moveTo>
                  <a:pt x="4721" y="3577"/>
                </a:moveTo>
                <a:lnTo>
                  <a:pt x="5232" y="3869"/>
                </a:lnTo>
                <a:lnTo>
                  <a:pt x="6278" y="4477"/>
                </a:lnTo>
                <a:lnTo>
                  <a:pt x="6132" y="4648"/>
                </a:lnTo>
                <a:lnTo>
                  <a:pt x="6010" y="4842"/>
                </a:lnTo>
                <a:lnTo>
                  <a:pt x="5840" y="5086"/>
                </a:lnTo>
                <a:lnTo>
                  <a:pt x="5694" y="5329"/>
                </a:lnTo>
                <a:lnTo>
                  <a:pt x="5256" y="5086"/>
                </a:lnTo>
                <a:lnTo>
                  <a:pt x="4842" y="4842"/>
                </a:lnTo>
                <a:lnTo>
                  <a:pt x="4137" y="4380"/>
                </a:lnTo>
                <a:lnTo>
                  <a:pt x="4258" y="4283"/>
                </a:lnTo>
                <a:lnTo>
                  <a:pt x="4356" y="4161"/>
                </a:lnTo>
                <a:lnTo>
                  <a:pt x="4696" y="3747"/>
                </a:lnTo>
                <a:lnTo>
                  <a:pt x="4721" y="3650"/>
                </a:lnTo>
                <a:lnTo>
                  <a:pt x="4721" y="3577"/>
                </a:lnTo>
                <a:close/>
                <a:moveTo>
                  <a:pt x="9271" y="9101"/>
                </a:moveTo>
                <a:lnTo>
                  <a:pt x="9247" y="9149"/>
                </a:lnTo>
                <a:lnTo>
                  <a:pt x="9125" y="9563"/>
                </a:lnTo>
                <a:lnTo>
                  <a:pt x="9028" y="9977"/>
                </a:lnTo>
                <a:lnTo>
                  <a:pt x="8979" y="10171"/>
                </a:lnTo>
                <a:lnTo>
                  <a:pt x="8955" y="10366"/>
                </a:lnTo>
                <a:lnTo>
                  <a:pt x="8955" y="10585"/>
                </a:lnTo>
                <a:lnTo>
                  <a:pt x="9003" y="10755"/>
                </a:lnTo>
                <a:lnTo>
                  <a:pt x="9003" y="10779"/>
                </a:lnTo>
                <a:lnTo>
                  <a:pt x="9028" y="10804"/>
                </a:lnTo>
                <a:lnTo>
                  <a:pt x="9052" y="10804"/>
                </a:lnTo>
                <a:lnTo>
                  <a:pt x="9076" y="10779"/>
                </a:lnTo>
                <a:lnTo>
                  <a:pt x="9149" y="10633"/>
                </a:lnTo>
                <a:lnTo>
                  <a:pt x="9174" y="10463"/>
                </a:lnTo>
                <a:lnTo>
                  <a:pt x="9222" y="10123"/>
                </a:lnTo>
                <a:lnTo>
                  <a:pt x="9271" y="9660"/>
                </a:lnTo>
                <a:lnTo>
                  <a:pt x="9320" y="9174"/>
                </a:lnTo>
                <a:lnTo>
                  <a:pt x="9320" y="9125"/>
                </a:lnTo>
                <a:lnTo>
                  <a:pt x="9295" y="9101"/>
                </a:lnTo>
                <a:close/>
                <a:moveTo>
                  <a:pt x="11874" y="9149"/>
                </a:moveTo>
                <a:lnTo>
                  <a:pt x="11899" y="9295"/>
                </a:lnTo>
                <a:lnTo>
                  <a:pt x="11947" y="9417"/>
                </a:lnTo>
                <a:lnTo>
                  <a:pt x="12093" y="9709"/>
                </a:lnTo>
                <a:lnTo>
                  <a:pt x="12239" y="9977"/>
                </a:lnTo>
                <a:lnTo>
                  <a:pt x="12385" y="10244"/>
                </a:lnTo>
                <a:lnTo>
                  <a:pt x="12556" y="10560"/>
                </a:lnTo>
                <a:lnTo>
                  <a:pt x="12385" y="10658"/>
                </a:lnTo>
                <a:lnTo>
                  <a:pt x="12264" y="10755"/>
                </a:lnTo>
                <a:lnTo>
                  <a:pt x="12045" y="10925"/>
                </a:lnTo>
                <a:lnTo>
                  <a:pt x="11923" y="10998"/>
                </a:lnTo>
                <a:lnTo>
                  <a:pt x="11826" y="11096"/>
                </a:lnTo>
                <a:lnTo>
                  <a:pt x="11582" y="10706"/>
                </a:lnTo>
                <a:lnTo>
                  <a:pt x="11461" y="10487"/>
                </a:lnTo>
                <a:lnTo>
                  <a:pt x="11315" y="10220"/>
                </a:lnTo>
                <a:lnTo>
                  <a:pt x="11169" y="9977"/>
                </a:lnTo>
                <a:lnTo>
                  <a:pt x="11071" y="9879"/>
                </a:lnTo>
                <a:lnTo>
                  <a:pt x="10974" y="9782"/>
                </a:lnTo>
                <a:lnTo>
                  <a:pt x="11412" y="9466"/>
                </a:lnTo>
                <a:lnTo>
                  <a:pt x="11850" y="9174"/>
                </a:lnTo>
                <a:lnTo>
                  <a:pt x="11874" y="9149"/>
                </a:lnTo>
                <a:close/>
                <a:moveTo>
                  <a:pt x="8492" y="9685"/>
                </a:moveTo>
                <a:lnTo>
                  <a:pt x="8492" y="9709"/>
                </a:lnTo>
                <a:lnTo>
                  <a:pt x="8395" y="10439"/>
                </a:lnTo>
                <a:lnTo>
                  <a:pt x="8346" y="10852"/>
                </a:lnTo>
                <a:lnTo>
                  <a:pt x="8346" y="11047"/>
                </a:lnTo>
                <a:lnTo>
                  <a:pt x="8346" y="11169"/>
                </a:lnTo>
                <a:lnTo>
                  <a:pt x="8371" y="11242"/>
                </a:lnTo>
                <a:lnTo>
                  <a:pt x="8419" y="11290"/>
                </a:lnTo>
                <a:lnTo>
                  <a:pt x="8444" y="11290"/>
                </a:lnTo>
                <a:lnTo>
                  <a:pt x="8468" y="11266"/>
                </a:lnTo>
                <a:lnTo>
                  <a:pt x="8517" y="11120"/>
                </a:lnTo>
                <a:lnTo>
                  <a:pt x="8541" y="10974"/>
                </a:lnTo>
                <a:lnTo>
                  <a:pt x="8565" y="10658"/>
                </a:lnTo>
                <a:lnTo>
                  <a:pt x="8565" y="10195"/>
                </a:lnTo>
                <a:lnTo>
                  <a:pt x="8565" y="9733"/>
                </a:lnTo>
                <a:lnTo>
                  <a:pt x="8541" y="9709"/>
                </a:lnTo>
                <a:lnTo>
                  <a:pt x="8517" y="9685"/>
                </a:lnTo>
                <a:close/>
                <a:moveTo>
                  <a:pt x="12702" y="10852"/>
                </a:moveTo>
                <a:lnTo>
                  <a:pt x="13286" y="11972"/>
                </a:lnTo>
                <a:lnTo>
                  <a:pt x="13578" y="12556"/>
                </a:lnTo>
                <a:lnTo>
                  <a:pt x="13505" y="12580"/>
                </a:lnTo>
                <a:lnTo>
                  <a:pt x="13407" y="12629"/>
                </a:lnTo>
                <a:lnTo>
                  <a:pt x="13286" y="12726"/>
                </a:lnTo>
                <a:lnTo>
                  <a:pt x="13018" y="12945"/>
                </a:lnTo>
                <a:lnTo>
                  <a:pt x="12677" y="12410"/>
                </a:lnTo>
                <a:lnTo>
                  <a:pt x="11947" y="11315"/>
                </a:lnTo>
                <a:lnTo>
                  <a:pt x="12069" y="11242"/>
                </a:lnTo>
                <a:lnTo>
                  <a:pt x="12191" y="11169"/>
                </a:lnTo>
                <a:lnTo>
                  <a:pt x="12410" y="11023"/>
                </a:lnTo>
                <a:lnTo>
                  <a:pt x="12556" y="10950"/>
                </a:lnTo>
                <a:lnTo>
                  <a:pt x="12702" y="10852"/>
                </a:lnTo>
                <a:close/>
                <a:moveTo>
                  <a:pt x="13724" y="12823"/>
                </a:moveTo>
                <a:lnTo>
                  <a:pt x="14965" y="15232"/>
                </a:lnTo>
                <a:lnTo>
                  <a:pt x="14770" y="15378"/>
                </a:lnTo>
                <a:lnTo>
                  <a:pt x="13991" y="14283"/>
                </a:lnTo>
                <a:lnTo>
                  <a:pt x="13188" y="13164"/>
                </a:lnTo>
                <a:lnTo>
                  <a:pt x="13334" y="13091"/>
                </a:lnTo>
                <a:lnTo>
                  <a:pt x="13456" y="13018"/>
                </a:lnTo>
                <a:lnTo>
                  <a:pt x="13578" y="12921"/>
                </a:lnTo>
                <a:lnTo>
                  <a:pt x="13724" y="12823"/>
                </a:lnTo>
                <a:close/>
                <a:moveTo>
                  <a:pt x="584" y="11534"/>
                </a:moveTo>
                <a:lnTo>
                  <a:pt x="925" y="11704"/>
                </a:lnTo>
                <a:lnTo>
                  <a:pt x="1290" y="11874"/>
                </a:lnTo>
                <a:lnTo>
                  <a:pt x="1655" y="12020"/>
                </a:lnTo>
                <a:lnTo>
                  <a:pt x="2020" y="12166"/>
                </a:lnTo>
                <a:lnTo>
                  <a:pt x="2847" y="12556"/>
                </a:lnTo>
                <a:lnTo>
                  <a:pt x="3261" y="12775"/>
                </a:lnTo>
                <a:lnTo>
                  <a:pt x="3674" y="13018"/>
                </a:lnTo>
                <a:lnTo>
                  <a:pt x="3869" y="13164"/>
                </a:lnTo>
                <a:lnTo>
                  <a:pt x="4064" y="13359"/>
                </a:lnTo>
                <a:lnTo>
                  <a:pt x="4258" y="13529"/>
                </a:lnTo>
                <a:lnTo>
                  <a:pt x="4404" y="13748"/>
                </a:lnTo>
                <a:lnTo>
                  <a:pt x="4550" y="13967"/>
                </a:lnTo>
                <a:lnTo>
                  <a:pt x="4696" y="14186"/>
                </a:lnTo>
                <a:lnTo>
                  <a:pt x="4940" y="14648"/>
                </a:lnTo>
                <a:lnTo>
                  <a:pt x="5159" y="15135"/>
                </a:lnTo>
                <a:lnTo>
                  <a:pt x="5378" y="15622"/>
                </a:lnTo>
                <a:lnTo>
                  <a:pt x="5572" y="16133"/>
                </a:lnTo>
                <a:lnTo>
                  <a:pt x="5816" y="16595"/>
                </a:lnTo>
                <a:lnTo>
                  <a:pt x="5621" y="16327"/>
                </a:lnTo>
                <a:lnTo>
                  <a:pt x="5305" y="15841"/>
                </a:lnTo>
                <a:lnTo>
                  <a:pt x="5037" y="15330"/>
                </a:lnTo>
                <a:lnTo>
                  <a:pt x="4842" y="14916"/>
                </a:lnTo>
                <a:lnTo>
                  <a:pt x="4648" y="14454"/>
                </a:lnTo>
                <a:lnTo>
                  <a:pt x="4550" y="14259"/>
                </a:lnTo>
                <a:lnTo>
                  <a:pt x="4429" y="14040"/>
                </a:lnTo>
                <a:lnTo>
                  <a:pt x="4283" y="13870"/>
                </a:lnTo>
                <a:lnTo>
                  <a:pt x="4112" y="13699"/>
                </a:lnTo>
                <a:lnTo>
                  <a:pt x="4137" y="13602"/>
                </a:lnTo>
                <a:lnTo>
                  <a:pt x="4112" y="13529"/>
                </a:lnTo>
                <a:lnTo>
                  <a:pt x="4039" y="13456"/>
                </a:lnTo>
                <a:lnTo>
                  <a:pt x="3918" y="13407"/>
                </a:lnTo>
                <a:lnTo>
                  <a:pt x="3820" y="13383"/>
                </a:lnTo>
                <a:lnTo>
                  <a:pt x="3747" y="13334"/>
                </a:lnTo>
                <a:lnTo>
                  <a:pt x="3553" y="13237"/>
                </a:lnTo>
                <a:lnTo>
                  <a:pt x="3382" y="13091"/>
                </a:lnTo>
                <a:lnTo>
                  <a:pt x="3212" y="12994"/>
                </a:lnTo>
                <a:lnTo>
                  <a:pt x="2774" y="12750"/>
                </a:lnTo>
                <a:lnTo>
                  <a:pt x="2312" y="12531"/>
                </a:lnTo>
                <a:lnTo>
                  <a:pt x="1144" y="11996"/>
                </a:lnTo>
                <a:lnTo>
                  <a:pt x="828" y="11850"/>
                </a:lnTo>
                <a:lnTo>
                  <a:pt x="682" y="11777"/>
                </a:lnTo>
                <a:lnTo>
                  <a:pt x="511" y="11704"/>
                </a:lnTo>
                <a:lnTo>
                  <a:pt x="584" y="11534"/>
                </a:lnTo>
                <a:close/>
                <a:moveTo>
                  <a:pt x="16011" y="438"/>
                </a:moveTo>
                <a:lnTo>
                  <a:pt x="16230" y="487"/>
                </a:lnTo>
                <a:lnTo>
                  <a:pt x="16449" y="560"/>
                </a:lnTo>
                <a:lnTo>
                  <a:pt x="16644" y="657"/>
                </a:lnTo>
                <a:lnTo>
                  <a:pt x="16838" y="803"/>
                </a:lnTo>
                <a:lnTo>
                  <a:pt x="16936" y="901"/>
                </a:lnTo>
                <a:lnTo>
                  <a:pt x="17009" y="1022"/>
                </a:lnTo>
                <a:lnTo>
                  <a:pt x="17082" y="1144"/>
                </a:lnTo>
                <a:lnTo>
                  <a:pt x="17130" y="1266"/>
                </a:lnTo>
                <a:lnTo>
                  <a:pt x="17057" y="1168"/>
                </a:lnTo>
                <a:lnTo>
                  <a:pt x="16960" y="1095"/>
                </a:lnTo>
                <a:lnTo>
                  <a:pt x="16936" y="1120"/>
                </a:lnTo>
                <a:lnTo>
                  <a:pt x="16911" y="1168"/>
                </a:lnTo>
                <a:lnTo>
                  <a:pt x="16911" y="1217"/>
                </a:lnTo>
                <a:lnTo>
                  <a:pt x="16911" y="1339"/>
                </a:lnTo>
                <a:lnTo>
                  <a:pt x="16984" y="1582"/>
                </a:lnTo>
                <a:lnTo>
                  <a:pt x="17033" y="1825"/>
                </a:lnTo>
                <a:lnTo>
                  <a:pt x="17057" y="1947"/>
                </a:lnTo>
                <a:lnTo>
                  <a:pt x="17106" y="2069"/>
                </a:lnTo>
                <a:lnTo>
                  <a:pt x="17033" y="2336"/>
                </a:lnTo>
                <a:lnTo>
                  <a:pt x="16911" y="2628"/>
                </a:lnTo>
                <a:lnTo>
                  <a:pt x="16887" y="2214"/>
                </a:lnTo>
                <a:lnTo>
                  <a:pt x="16838" y="2020"/>
                </a:lnTo>
                <a:lnTo>
                  <a:pt x="16741" y="1825"/>
                </a:lnTo>
                <a:lnTo>
                  <a:pt x="16717" y="1801"/>
                </a:lnTo>
                <a:lnTo>
                  <a:pt x="16668" y="1801"/>
                </a:lnTo>
                <a:lnTo>
                  <a:pt x="16644" y="1825"/>
                </a:lnTo>
                <a:lnTo>
                  <a:pt x="16595" y="2020"/>
                </a:lnTo>
                <a:lnTo>
                  <a:pt x="16571" y="2239"/>
                </a:lnTo>
                <a:lnTo>
                  <a:pt x="16571" y="2628"/>
                </a:lnTo>
                <a:lnTo>
                  <a:pt x="16571" y="2920"/>
                </a:lnTo>
                <a:lnTo>
                  <a:pt x="16595" y="3090"/>
                </a:lnTo>
                <a:lnTo>
                  <a:pt x="16619" y="3212"/>
                </a:lnTo>
                <a:lnTo>
                  <a:pt x="16522" y="3382"/>
                </a:lnTo>
                <a:lnTo>
                  <a:pt x="16473" y="3212"/>
                </a:lnTo>
                <a:lnTo>
                  <a:pt x="16473" y="2871"/>
                </a:lnTo>
                <a:lnTo>
                  <a:pt x="16473" y="2531"/>
                </a:lnTo>
                <a:lnTo>
                  <a:pt x="16449" y="2506"/>
                </a:lnTo>
                <a:lnTo>
                  <a:pt x="16425" y="2482"/>
                </a:lnTo>
                <a:lnTo>
                  <a:pt x="16400" y="2482"/>
                </a:lnTo>
                <a:lnTo>
                  <a:pt x="16400" y="2506"/>
                </a:lnTo>
                <a:lnTo>
                  <a:pt x="16327" y="2652"/>
                </a:lnTo>
                <a:lnTo>
                  <a:pt x="16303" y="2798"/>
                </a:lnTo>
                <a:lnTo>
                  <a:pt x="16279" y="2969"/>
                </a:lnTo>
                <a:lnTo>
                  <a:pt x="16254" y="3115"/>
                </a:lnTo>
                <a:lnTo>
                  <a:pt x="16279" y="3382"/>
                </a:lnTo>
                <a:lnTo>
                  <a:pt x="16303" y="3528"/>
                </a:lnTo>
                <a:lnTo>
                  <a:pt x="16352" y="3650"/>
                </a:lnTo>
                <a:lnTo>
                  <a:pt x="16133" y="3966"/>
                </a:lnTo>
                <a:lnTo>
                  <a:pt x="16084" y="4015"/>
                </a:lnTo>
                <a:lnTo>
                  <a:pt x="16035" y="3699"/>
                </a:lnTo>
                <a:lnTo>
                  <a:pt x="16011" y="3358"/>
                </a:lnTo>
                <a:lnTo>
                  <a:pt x="16011" y="3334"/>
                </a:lnTo>
                <a:lnTo>
                  <a:pt x="15962" y="3334"/>
                </a:lnTo>
                <a:lnTo>
                  <a:pt x="15938" y="3358"/>
                </a:lnTo>
                <a:lnTo>
                  <a:pt x="15889" y="3528"/>
                </a:lnTo>
                <a:lnTo>
                  <a:pt x="15841" y="3723"/>
                </a:lnTo>
                <a:lnTo>
                  <a:pt x="15841" y="3893"/>
                </a:lnTo>
                <a:lnTo>
                  <a:pt x="15841" y="4088"/>
                </a:lnTo>
                <a:lnTo>
                  <a:pt x="15865" y="4307"/>
                </a:lnTo>
                <a:lnTo>
                  <a:pt x="15719" y="4477"/>
                </a:lnTo>
                <a:lnTo>
                  <a:pt x="15695" y="4112"/>
                </a:lnTo>
                <a:lnTo>
                  <a:pt x="15646" y="3747"/>
                </a:lnTo>
                <a:lnTo>
                  <a:pt x="15646" y="3723"/>
                </a:lnTo>
                <a:lnTo>
                  <a:pt x="15597" y="3723"/>
                </a:lnTo>
                <a:lnTo>
                  <a:pt x="15573" y="3747"/>
                </a:lnTo>
                <a:lnTo>
                  <a:pt x="15524" y="4210"/>
                </a:lnTo>
                <a:lnTo>
                  <a:pt x="15500" y="4453"/>
                </a:lnTo>
                <a:lnTo>
                  <a:pt x="15524" y="4696"/>
                </a:lnTo>
                <a:lnTo>
                  <a:pt x="15257" y="4940"/>
                </a:lnTo>
                <a:lnTo>
                  <a:pt x="15281" y="4721"/>
                </a:lnTo>
                <a:lnTo>
                  <a:pt x="15281" y="4477"/>
                </a:lnTo>
                <a:lnTo>
                  <a:pt x="15257" y="3699"/>
                </a:lnTo>
                <a:lnTo>
                  <a:pt x="15232" y="3650"/>
                </a:lnTo>
                <a:lnTo>
                  <a:pt x="15159" y="3650"/>
                </a:lnTo>
                <a:lnTo>
                  <a:pt x="15135" y="3699"/>
                </a:lnTo>
                <a:lnTo>
                  <a:pt x="15086" y="4477"/>
                </a:lnTo>
                <a:lnTo>
                  <a:pt x="15062" y="4794"/>
                </a:lnTo>
                <a:lnTo>
                  <a:pt x="15062" y="4964"/>
                </a:lnTo>
                <a:lnTo>
                  <a:pt x="15086" y="5110"/>
                </a:lnTo>
                <a:lnTo>
                  <a:pt x="14916" y="5256"/>
                </a:lnTo>
                <a:lnTo>
                  <a:pt x="14916" y="5134"/>
                </a:lnTo>
                <a:lnTo>
                  <a:pt x="14867" y="4672"/>
                </a:lnTo>
                <a:lnTo>
                  <a:pt x="14819" y="4185"/>
                </a:lnTo>
                <a:lnTo>
                  <a:pt x="14794" y="4161"/>
                </a:lnTo>
                <a:lnTo>
                  <a:pt x="14770" y="4161"/>
                </a:lnTo>
                <a:lnTo>
                  <a:pt x="14770" y="4185"/>
                </a:lnTo>
                <a:lnTo>
                  <a:pt x="14697" y="4599"/>
                </a:lnTo>
                <a:lnTo>
                  <a:pt x="14648" y="5013"/>
                </a:lnTo>
                <a:lnTo>
                  <a:pt x="14624" y="5256"/>
                </a:lnTo>
                <a:lnTo>
                  <a:pt x="14624" y="5475"/>
                </a:lnTo>
                <a:lnTo>
                  <a:pt x="14186" y="5791"/>
                </a:lnTo>
                <a:lnTo>
                  <a:pt x="14162" y="5621"/>
                </a:lnTo>
                <a:lnTo>
                  <a:pt x="14113" y="4721"/>
                </a:lnTo>
                <a:lnTo>
                  <a:pt x="14089" y="4696"/>
                </a:lnTo>
                <a:lnTo>
                  <a:pt x="14064" y="4672"/>
                </a:lnTo>
                <a:lnTo>
                  <a:pt x="14016" y="4672"/>
                </a:lnTo>
                <a:lnTo>
                  <a:pt x="13991" y="4696"/>
                </a:lnTo>
                <a:lnTo>
                  <a:pt x="13943" y="4940"/>
                </a:lnTo>
                <a:lnTo>
                  <a:pt x="13894" y="5159"/>
                </a:lnTo>
                <a:lnTo>
                  <a:pt x="13870" y="5378"/>
                </a:lnTo>
                <a:lnTo>
                  <a:pt x="13870" y="5621"/>
                </a:lnTo>
                <a:lnTo>
                  <a:pt x="13870" y="5791"/>
                </a:lnTo>
                <a:lnTo>
                  <a:pt x="13870" y="5986"/>
                </a:lnTo>
                <a:lnTo>
                  <a:pt x="13529" y="6181"/>
                </a:lnTo>
                <a:lnTo>
                  <a:pt x="13480" y="6205"/>
                </a:lnTo>
                <a:lnTo>
                  <a:pt x="13505" y="6083"/>
                </a:lnTo>
                <a:lnTo>
                  <a:pt x="13505" y="5986"/>
                </a:lnTo>
                <a:lnTo>
                  <a:pt x="13480" y="5791"/>
                </a:lnTo>
                <a:lnTo>
                  <a:pt x="13456" y="5524"/>
                </a:lnTo>
                <a:lnTo>
                  <a:pt x="13383" y="5256"/>
                </a:lnTo>
                <a:lnTo>
                  <a:pt x="13359" y="5232"/>
                </a:lnTo>
                <a:lnTo>
                  <a:pt x="13334" y="5256"/>
                </a:lnTo>
                <a:lnTo>
                  <a:pt x="13286" y="5524"/>
                </a:lnTo>
                <a:lnTo>
                  <a:pt x="13286" y="5791"/>
                </a:lnTo>
                <a:lnTo>
                  <a:pt x="13286" y="6035"/>
                </a:lnTo>
                <a:lnTo>
                  <a:pt x="13310" y="6156"/>
                </a:lnTo>
                <a:lnTo>
                  <a:pt x="13359" y="6254"/>
                </a:lnTo>
                <a:lnTo>
                  <a:pt x="13383" y="6278"/>
                </a:lnTo>
                <a:lnTo>
                  <a:pt x="13407" y="6278"/>
                </a:lnTo>
                <a:lnTo>
                  <a:pt x="13407" y="6375"/>
                </a:lnTo>
                <a:lnTo>
                  <a:pt x="13432" y="6448"/>
                </a:lnTo>
                <a:lnTo>
                  <a:pt x="13480" y="6521"/>
                </a:lnTo>
                <a:lnTo>
                  <a:pt x="13553" y="6594"/>
                </a:lnTo>
                <a:lnTo>
                  <a:pt x="13553" y="6789"/>
                </a:lnTo>
                <a:lnTo>
                  <a:pt x="13578" y="6984"/>
                </a:lnTo>
                <a:lnTo>
                  <a:pt x="13699" y="7397"/>
                </a:lnTo>
                <a:lnTo>
                  <a:pt x="13821" y="7787"/>
                </a:lnTo>
                <a:lnTo>
                  <a:pt x="13967" y="8176"/>
                </a:lnTo>
                <a:lnTo>
                  <a:pt x="14575" y="10195"/>
                </a:lnTo>
                <a:lnTo>
                  <a:pt x="15184" y="12312"/>
                </a:lnTo>
                <a:lnTo>
                  <a:pt x="15500" y="13359"/>
                </a:lnTo>
                <a:lnTo>
                  <a:pt x="15865" y="14381"/>
                </a:lnTo>
                <a:lnTo>
                  <a:pt x="15695" y="14575"/>
                </a:lnTo>
                <a:lnTo>
                  <a:pt x="15524" y="14746"/>
                </a:lnTo>
                <a:lnTo>
                  <a:pt x="15208" y="15038"/>
                </a:lnTo>
                <a:lnTo>
                  <a:pt x="13553" y="11801"/>
                </a:lnTo>
                <a:lnTo>
                  <a:pt x="12653" y="10074"/>
                </a:lnTo>
                <a:lnTo>
                  <a:pt x="12531" y="9782"/>
                </a:lnTo>
                <a:lnTo>
                  <a:pt x="12361" y="9441"/>
                </a:lnTo>
                <a:lnTo>
                  <a:pt x="12288" y="9295"/>
                </a:lnTo>
                <a:lnTo>
                  <a:pt x="12191" y="9149"/>
                </a:lnTo>
                <a:lnTo>
                  <a:pt x="12069" y="9028"/>
                </a:lnTo>
                <a:lnTo>
                  <a:pt x="11947" y="8955"/>
                </a:lnTo>
                <a:lnTo>
                  <a:pt x="11899" y="8857"/>
                </a:lnTo>
                <a:lnTo>
                  <a:pt x="11826" y="8809"/>
                </a:lnTo>
                <a:lnTo>
                  <a:pt x="11753" y="8784"/>
                </a:lnTo>
                <a:lnTo>
                  <a:pt x="11704" y="8809"/>
                </a:lnTo>
                <a:lnTo>
                  <a:pt x="11655" y="8833"/>
                </a:lnTo>
                <a:lnTo>
                  <a:pt x="11534" y="8906"/>
                </a:lnTo>
                <a:lnTo>
                  <a:pt x="11534" y="8736"/>
                </a:lnTo>
                <a:lnTo>
                  <a:pt x="11534" y="8419"/>
                </a:lnTo>
                <a:lnTo>
                  <a:pt x="11534" y="8273"/>
                </a:lnTo>
                <a:lnTo>
                  <a:pt x="11509" y="8127"/>
                </a:lnTo>
                <a:lnTo>
                  <a:pt x="11485" y="8103"/>
                </a:lnTo>
                <a:lnTo>
                  <a:pt x="11461" y="8079"/>
                </a:lnTo>
                <a:lnTo>
                  <a:pt x="11436" y="8103"/>
                </a:lnTo>
                <a:lnTo>
                  <a:pt x="11412" y="8127"/>
                </a:lnTo>
                <a:lnTo>
                  <a:pt x="11388" y="8249"/>
                </a:lnTo>
                <a:lnTo>
                  <a:pt x="11363" y="8371"/>
                </a:lnTo>
                <a:lnTo>
                  <a:pt x="11363" y="8638"/>
                </a:lnTo>
                <a:lnTo>
                  <a:pt x="11339" y="8833"/>
                </a:lnTo>
                <a:lnTo>
                  <a:pt x="11363" y="9052"/>
                </a:lnTo>
                <a:lnTo>
                  <a:pt x="10925" y="9368"/>
                </a:lnTo>
                <a:lnTo>
                  <a:pt x="10950" y="9198"/>
                </a:lnTo>
                <a:lnTo>
                  <a:pt x="10974" y="9028"/>
                </a:lnTo>
                <a:lnTo>
                  <a:pt x="10974" y="8687"/>
                </a:lnTo>
                <a:lnTo>
                  <a:pt x="10998" y="8200"/>
                </a:lnTo>
                <a:lnTo>
                  <a:pt x="10974" y="7957"/>
                </a:lnTo>
                <a:lnTo>
                  <a:pt x="10925" y="7714"/>
                </a:lnTo>
                <a:lnTo>
                  <a:pt x="10925" y="7689"/>
                </a:lnTo>
                <a:lnTo>
                  <a:pt x="10852" y="7689"/>
                </a:lnTo>
                <a:lnTo>
                  <a:pt x="10828" y="7714"/>
                </a:lnTo>
                <a:lnTo>
                  <a:pt x="10779" y="7933"/>
                </a:lnTo>
                <a:lnTo>
                  <a:pt x="10731" y="8127"/>
                </a:lnTo>
                <a:lnTo>
                  <a:pt x="10682" y="8541"/>
                </a:lnTo>
                <a:lnTo>
                  <a:pt x="10633" y="9028"/>
                </a:lnTo>
                <a:lnTo>
                  <a:pt x="10633" y="9271"/>
                </a:lnTo>
                <a:lnTo>
                  <a:pt x="10658" y="9393"/>
                </a:lnTo>
                <a:lnTo>
                  <a:pt x="10682" y="9514"/>
                </a:lnTo>
                <a:lnTo>
                  <a:pt x="10706" y="9539"/>
                </a:lnTo>
                <a:lnTo>
                  <a:pt x="10560" y="9660"/>
                </a:lnTo>
                <a:lnTo>
                  <a:pt x="10487" y="9685"/>
                </a:lnTo>
                <a:lnTo>
                  <a:pt x="10439" y="9733"/>
                </a:lnTo>
                <a:lnTo>
                  <a:pt x="10463" y="9466"/>
                </a:lnTo>
                <a:lnTo>
                  <a:pt x="10487" y="9174"/>
                </a:lnTo>
                <a:lnTo>
                  <a:pt x="10536" y="8614"/>
                </a:lnTo>
                <a:lnTo>
                  <a:pt x="10512" y="8346"/>
                </a:lnTo>
                <a:lnTo>
                  <a:pt x="10487" y="8079"/>
                </a:lnTo>
                <a:lnTo>
                  <a:pt x="10463" y="8054"/>
                </a:lnTo>
                <a:lnTo>
                  <a:pt x="10439" y="8030"/>
                </a:lnTo>
                <a:lnTo>
                  <a:pt x="10414" y="8030"/>
                </a:lnTo>
                <a:lnTo>
                  <a:pt x="10414" y="8054"/>
                </a:lnTo>
                <a:lnTo>
                  <a:pt x="10317" y="8298"/>
                </a:lnTo>
                <a:lnTo>
                  <a:pt x="10268" y="8541"/>
                </a:lnTo>
                <a:lnTo>
                  <a:pt x="10195" y="9028"/>
                </a:lnTo>
                <a:lnTo>
                  <a:pt x="10147" y="9514"/>
                </a:lnTo>
                <a:lnTo>
                  <a:pt x="10122" y="9782"/>
                </a:lnTo>
                <a:lnTo>
                  <a:pt x="10147" y="10025"/>
                </a:lnTo>
                <a:lnTo>
                  <a:pt x="9685" y="10414"/>
                </a:lnTo>
                <a:lnTo>
                  <a:pt x="9733" y="10220"/>
                </a:lnTo>
                <a:lnTo>
                  <a:pt x="9733" y="10025"/>
                </a:lnTo>
                <a:lnTo>
                  <a:pt x="9758" y="9612"/>
                </a:lnTo>
                <a:lnTo>
                  <a:pt x="9782" y="8565"/>
                </a:lnTo>
                <a:lnTo>
                  <a:pt x="9782" y="8541"/>
                </a:lnTo>
                <a:lnTo>
                  <a:pt x="9733" y="8541"/>
                </a:lnTo>
                <a:lnTo>
                  <a:pt x="9733" y="8565"/>
                </a:lnTo>
                <a:lnTo>
                  <a:pt x="9612" y="9466"/>
                </a:lnTo>
                <a:lnTo>
                  <a:pt x="9539" y="10001"/>
                </a:lnTo>
                <a:lnTo>
                  <a:pt x="9514" y="10268"/>
                </a:lnTo>
                <a:lnTo>
                  <a:pt x="9539" y="10512"/>
                </a:lnTo>
                <a:lnTo>
                  <a:pt x="9003" y="10901"/>
                </a:lnTo>
                <a:lnTo>
                  <a:pt x="8444" y="11290"/>
                </a:lnTo>
                <a:lnTo>
                  <a:pt x="8371" y="11339"/>
                </a:lnTo>
                <a:lnTo>
                  <a:pt x="7762" y="11704"/>
                </a:lnTo>
                <a:lnTo>
                  <a:pt x="7762" y="11704"/>
                </a:lnTo>
                <a:lnTo>
                  <a:pt x="7811" y="11558"/>
                </a:lnTo>
                <a:lnTo>
                  <a:pt x="7835" y="11388"/>
                </a:lnTo>
                <a:lnTo>
                  <a:pt x="7884" y="11071"/>
                </a:lnTo>
                <a:lnTo>
                  <a:pt x="7981" y="10268"/>
                </a:lnTo>
                <a:lnTo>
                  <a:pt x="7957" y="10244"/>
                </a:lnTo>
                <a:lnTo>
                  <a:pt x="7933" y="10244"/>
                </a:lnTo>
                <a:lnTo>
                  <a:pt x="7908" y="10268"/>
                </a:lnTo>
                <a:lnTo>
                  <a:pt x="7738" y="11023"/>
                </a:lnTo>
                <a:lnTo>
                  <a:pt x="7665" y="11388"/>
                </a:lnTo>
                <a:lnTo>
                  <a:pt x="7641" y="11558"/>
                </a:lnTo>
                <a:lnTo>
                  <a:pt x="7665" y="11728"/>
                </a:lnTo>
                <a:lnTo>
                  <a:pt x="7665" y="11753"/>
                </a:lnTo>
                <a:lnTo>
                  <a:pt x="7178" y="12069"/>
                </a:lnTo>
                <a:lnTo>
                  <a:pt x="7227" y="11753"/>
                </a:lnTo>
                <a:lnTo>
                  <a:pt x="7227" y="11436"/>
                </a:lnTo>
                <a:lnTo>
                  <a:pt x="7203" y="10804"/>
                </a:lnTo>
                <a:lnTo>
                  <a:pt x="7203" y="10779"/>
                </a:lnTo>
                <a:lnTo>
                  <a:pt x="7178" y="10779"/>
                </a:lnTo>
                <a:lnTo>
                  <a:pt x="7154" y="10804"/>
                </a:lnTo>
                <a:lnTo>
                  <a:pt x="7105" y="11461"/>
                </a:lnTo>
                <a:lnTo>
                  <a:pt x="7081" y="11777"/>
                </a:lnTo>
                <a:lnTo>
                  <a:pt x="7105" y="12118"/>
                </a:lnTo>
                <a:lnTo>
                  <a:pt x="6886" y="12239"/>
                </a:lnTo>
                <a:lnTo>
                  <a:pt x="6667" y="12385"/>
                </a:lnTo>
                <a:lnTo>
                  <a:pt x="6692" y="12191"/>
                </a:lnTo>
                <a:lnTo>
                  <a:pt x="6716" y="11728"/>
                </a:lnTo>
                <a:lnTo>
                  <a:pt x="6716" y="11290"/>
                </a:lnTo>
                <a:lnTo>
                  <a:pt x="6692" y="11266"/>
                </a:lnTo>
                <a:lnTo>
                  <a:pt x="6667" y="11242"/>
                </a:lnTo>
                <a:lnTo>
                  <a:pt x="6643" y="11242"/>
                </a:lnTo>
                <a:lnTo>
                  <a:pt x="6619" y="11266"/>
                </a:lnTo>
                <a:lnTo>
                  <a:pt x="6546" y="11655"/>
                </a:lnTo>
                <a:lnTo>
                  <a:pt x="6497" y="12045"/>
                </a:lnTo>
                <a:lnTo>
                  <a:pt x="6448" y="12337"/>
                </a:lnTo>
                <a:lnTo>
                  <a:pt x="6424" y="12458"/>
                </a:lnTo>
                <a:lnTo>
                  <a:pt x="6424" y="12604"/>
                </a:lnTo>
                <a:lnTo>
                  <a:pt x="6375" y="12580"/>
                </a:lnTo>
                <a:lnTo>
                  <a:pt x="6302" y="12580"/>
                </a:lnTo>
                <a:lnTo>
                  <a:pt x="6254" y="12604"/>
                </a:lnTo>
                <a:lnTo>
                  <a:pt x="6229" y="12677"/>
                </a:lnTo>
                <a:lnTo>
                  <a:pt x="6181" y="12848"/>
                </a:lnTo>
                <a:lnTo>
                  <a:pt x="6181" y="12994"/>
                </a:lnTo>
                <a:lnTo>
                  <a:pt x="6205" y="13140"/>
                </a:lnTo>
                <a:lnTo>
                  <a:pt x="6229" y="13310"/>
                </a:lnTo>
                <a:lnTo>
                  <a:pt x="6473" y="14429"/>
                </a:lnTo>
                <a:lnTo>
                  <a:pt x="6692" y="15549"/>
                </a:lnTo>
                <a:lnTo>
                  <a:pt x="6740" y="15914"/>
                </a:lnTo>
                <a:lnTo>
                  <a:pt x="6765" y="16108"/>
                </a:lnTo>
                <a:lnTo>
                  <a:pt x="6838" y="16303"/>
                </a:lnTo>
                <a:lnTo>
                  <a:pt x="6716" y="16352"/>
                </a:lnTo>
                <a:lnTo>
                  <a:pt x="6594" y="16449"/>
                </a:lnTo>
                <a:lnTo>
                  <a:pt x="6351" y="16619"/>
                </a:lnTo>
                <a:lnTo>
                  <a:pt x="6132" y="16084"/>
                </a:lnTo>
                <a:lnTo>
                  <a:pt x="5889" y="15549"/>
                </a:lnTo>
                <a:lnTo>
                  <a:pt x="5353" y="14502"/>
                </a:lnTo>
                <a:lnTo>
                  <a:pt x="5110" y="14040"/>
                </a:lnTo>
                <a:lnTo>
                  <a:pt x="4867" y="13602"/>
                </a:lnTo>
                <a:lnTo>
                  <a:pt x="4721" y="13383"/>
                </a:lnTo>
                <a:lnTo>
                  <a:pt x="4550" y="13188"/>
                </a:lnTo>
                <a:lnTo>
                  <a:pt x="4380" y="12994"/>
                </a:lnTo>
                <a:lnTo>
                  <a:pt x="4185" y="12799"/>
                </a:lnTo>
                <a:lnTo>
                  <a:pt x="4015" y="12653"/>
                </a:lnTo>
                <a:lnTo>
                  <a:pt x="3820" y="12531"/>
                </a:lnTo>
                <a:lnTo>
                  <a:pt x="3431" y="12312"/>
                </a:lnTo>
                <a:lnTo>
                  <a:pt x="3017" y="12118"/>
                </a:lnTo>
                <a:lnTo>
                  <a:pt x="2579" y="11923"/>
                </a:lnTo>
                <a:lnTo>
                  <a:pt x="2093" y="11777"/>
                </a:lnTo>
                <a:lnTo>
                  <a:pt x="1606" y="11607"/>
                </a:lnTo>
                <a:lnTo>
                  <a:pt x="1168" y="11412"/>
                </a:lnTo>
                <a:lnTo>
                  <a:pt x="730" y="11217"/>
                </a:lnTo>
                <a:lnTo>
                  <a:pt x="779" y="11144"/>
                </a:lnTo>
                <a:lnTo>
                  <a:pt x="901" y="10974"/>
                </a:lnTo>
                <a:lnTo>
                  <a:pt x="1047" y="10804"/>
                </a:lnTo>
                <a:lnTo>
                  <a:pt x="1120" y="10828"/>
                </a:lnTo>
                <a:lnTo>
                  <a:pt x="1582" y="10877"/>
                </a:lnTo>
                <a:lnTo>
                  <a:pt x="2068" y="10925"/>
                </a:lnTo>
                <a:lnTo>
                  <a:pt x="2531" y="10950"/>
                </a:lnTo>
                <a:lnTo>
                  <a:pt x="2993" y="11023"/>
                </a:lnTo>
                <a:lnTo>
                  <a:pt x="3431" y="11120"/>
                </a:lnTo>
                <a:lnTo>
                  <a:pt x="3845" y="11242"/>
                </a:lnTo>
                <a:lnTo>
                  <a:pt x="4258" y="11363"/>
                </a:lnTo>
                <a:lnTo>
                  <a:pt x="4696" y="11485"/>
                </a:lnTo>
                <a:lnTo>
                  <a:pt x="4769" y="11485"/>
                </a:lnTo>
                <a:lnTo>
                  <a:pt x="4842" y="11461"/>
                </a:lnTo>
                <a:lnTo>
                  <a:pt x="4915" y="11412"/>
                </a:lnTo>
                <a:lnTo>
                  <a:pt x="4940" y="11339"/>
                </a:lnTo>
                <a:lnTo>
                  <a:pt x="4964" y="11290"/>
                </a:lnTo>
                <a:lnTo>
                  <a:pt x="4964" y="11217"/>
                </a:lnTo>
                <a:lnTo>
                  <a:pt x="4915" y="11144"/>
                </a:lnTo>
                <a:lnTo>
                  <a:pt x="4867" y="11096"/>
                </a:lnTo>
                <a:lnTo>
                  <a:pt x="4794" y="11071"/>
                </a:lnTo>
                <a:lnTo>
                  <a:pt x="4891" y="10974"/>
                </a:lnTo>
                <a:lnTo>
                  <a:pt x="4988" y="10852"/>
                </a:lnTo>
                <a:lnTo>
                  <a:pt x="5134" y="10609"/>
                </a:lnTo>
                <a:lnTo>
                  <a:pt x="6059" y="9393"/>
                </a:lnTo>
                <a:lnTo>
                  <a:pt x="7081" y="8079"/>
                </a:lnTo>
                <a:lnTo>
                  <a:pt x="7519" y="7543"/>
                </a:lnTo>
                <a:lnTo>
                  <a:pt x="7738" y="7276"/>
                </a:lnTo>
                <a:lnTo>
                  <a:pt x="7811" y="7130"/>
                </a:lnTo>
                <a:lnTo>
                  <a:pt x="7884" y="6959"/>
                </a:lnTo>
                <a:lnTo>
                  <a:pt x="7908" y="6959"/>
                </a:lnTo>
                <a:lnTo>
                  <a:pt x="7981" y="6935"/>
                </a:lnTo>
                <a:lnTo>
                  <a:pt x="8030" y="6911"/>
                </a:lnTo>
                <a:lnTo>
                  <a:pt x="8103" y="6886"/>
                </a:lnTo>
                <a:lnTo>
                  <a:pt x="8152" y="6813"/>
                </a:lnTo>
                <a:lnTo>
                  <a:pt x="8176" y="6740"/>
                </a:lnTo>
                <a:lnTo>
                  <a:pt x="8176" y="6667"/>
                </a:lnTo>
                <a:lnTo>
                  <a:pt x="8176" y="6594"/>
                </a:lnTo>
                <a:lnTo>
                  <a:pt x="8127" y="6546"/>
                </a:lnTo>
                <a:lnTo>
                  <a:pt x="8298" y="6327"/>
                </a:lnTo>
                <a:lnTo>
                  <a:pt x="8419" y="6181"/>
                </a:lnTo>
                <a:lnTo>
                  <a:pt x="8541" y="6035"/>
                </a:lnTo>
                <a:lnTo>
                  <a:pt x="8590" y="5962"/>
                </a:lnTo>
                <a:lnTo>
                  <a:pt x="8638" y="5889"/>
                </a:lnTo>
                <a:lnTo>
                  <a:pt x="8638" y="5791"/>
                </a:lnTo>
                <a:lnTo>
                  <a:pt x="8638" y="5718"/>
                </a:lnTo>
                <a:lnTo>
                  <a:pt x="8614" y="5718"/>
                </a:lnTo>
                <a:lnTo>
                  <a:pt x="8541" y="5694"/>
                </a:lnTo>
                <a:lnTo>
                  <a:pt x="8468" y="5718"/>
                </a:lnTo>
                <a:lnTo>
                  <a:pt x="8395" y="5767"/>
                </a:lnTo>
                <a:lnTo>
                  <a:pt x="8322" y="5840"/>
                </a:lnTo>
                <a:lnTo>
                  <a:pt x="8200" y="5962"/>
                </a:lnTo>
                <a:lnTo>
                  <a:pt x="8079" y="6083"/>
                </a:lnTo>
                <a:lnTo>
                  <a:pt x="7811" y="6375"/>
                </a:lnTo>
                <a:lnTo>
                  <a:pt x="6838" y="5913"/>
                </a:lnTo>
                <a:lnTo>
                  <a:pt x="5864" y="5426"/>
                </a:lnTo>
                <a:lnTo>
                  <a:pt x="6010" y="5280"/>
                </a:lnTo>
                <a:lnTo>
                  <a:pt x="6132" y="5110"/>
                </a:lnTo>
                <a:lnTo>
                  <a:pt x="6327" y="4842"/>
                </a:lnTo>
                <a:lnTo>
                  <a:pt x="6400" y="4721"/>
                </a:lnTo>
                <a:lnTo>
                  <a:pt x="6473" y="4575"/>
                </a:lnTo>
                <a:lnTo>
                  <a:pt x="6911" y="4818"/>
                </a:lnTo>
                <a:lnTo>
                  <a:pt x="7689" y="5280"/>
                </a:lnTo>
                <a:lnTo>
                  <a:pt x="7884" y="5402"/>
                </a:lnTo>
                <a:lnTo>
                  <a:pt x="8103" y="5475"/>
                </a:lnTo>
                <a:lnTo>
                  <a:pt x="8298" y="5572"/>
                </a:lnTo>
                <a:lnTo>
                  <a:pt x="8517" y="5621"/>
                </a:lnTo>
                <a:lnTo>
                  <a:pt x="8590" y="5597"/>
                </a:lnTo>
                <a:lnTo>
                  <a:pt x="8638" y="5572"/>
                </a:lnTo>
                <a:lnTo>
                  <a:pt x="8638" y="5499"/>
                </a:lnTo>
                <a:lnTo>
                  <a:pt x="8614" y="5426"/>
                </a:lnTo>
                <a:lnTo>
                  <a:pt x="8468" y="5305"/>
                </a:lnTo>
                <a:lnTo>
                  <a:pt x="8322" y="5183"/>
                </a:lnTo>
                <a:lnTo>
                  <a:pt x="7981" y="4964"/>
                </a:lnTo>
                <a:lnTo>
                  <a:pt x="7276" y="4599"/>
                </a:lnTo>
                <a:lnTo>
                  <a:pt x="5572" y="3674"/>
                </a:lnTo>
                <a:lnTo>
                  <a:pt x="4721" y="3236"/>
                </a:lnTo>
                <a:lnTo>
                  <a:pt x="3845" y="2798"/>
                </a:lnTo>
                <a:lnTo>
                  <a:pt x="3236" y="2433"/>
                </a:lnTo>
                <a:lnTo>
                  <a:pt x="2920" y="2263"/>
                </a:lnTo>
                <a:lnTo>
                  <a:pt x="2579" y="2117"/>
                </a:lnTo>
                <a:lnTo>
                  <a:pt x="2896" y="1850"/>
                </a:lnTo>
                <a:lnTo>
                  <a:pt x="3090" y="1704"/>
                </a:lnTo>
                <a:lnTo>
                  <a:pt x="3139" y="1606"/>
                </a:lnTo>
                <a:lnTo>
                  <a:pt x="3188" y="1509"/>
                </a:lnTo>
                <a:lnTo>
                  <a:pt x="3358" y="1606"/>
                </a:lnTo>
                <a:lnTo>
                  <a:pt x="3528" y="1704"/>
                </a:lnTo>
                <a:lnTo>
                  <a:pt x="3869" y="1874"/>
                </a:lnTo>
                <a:lnTo>
                  <a:pt x="4234" y="1996"/>
                </a:lnTo>
                <a:lnTo>
                  <a:pt x="4623" y="2117"/>
                </a:lnTo>
                <a:lnTo>
                  <a:pt x="5718" y="2433"/>
                </a:lnTo>
                <a:lnTo>
                  <a:pt x="6813" y="2750"/>
                </a:lnTo>
                <a:lnTo>
                  <a:pt x="8906" y="3334"/>
                </a:lnTo>
                <a:lnTo>
                  <a:pt x="9952" y="3601"/>
                </a:lnTo>
                <a:lnTo>
                  <a:pt x="11023" y="3820"/>
                </a:lnTo>
                <a:lnTo>
                  <a:pt x="11071" y="3845"/>
                </a:lnTo>
                <a:lnTo>
                  <a:pt x="11120" y="3869"/>
                </a:lnTo>
                <a:lnTo>
                  <a:pt x="11193" y="3845"/>
                </a:lnTo>
                <a:lnTo>
                  <a:pt x="11242" y="3820"/>
                </a:lnTo>
                <a:lnTo>
                  <a:pt x="11509" y="3553"/>
                </a:lnTo>
                <a:lnTo>
                  <a:pt x="11753" y="3236"/>
                </a:lnTo>
                <a:lnTo>
                  <a:pt x="11972" y="2920"/>
                </a:lnTo>
                <a:lnTo>
                  <a:pt x="12215" y="2628"/>
                </a:lnTo>
                <a:lnTo>
                  <a:pt x="12507" y="2336"/>
                </a:lnTo>
                <a:lnTo>
                  <a:pt x="12799" y="2044"/>
                </a:lnTo>
                <a:lnTo>
                  <a:pt x="13115" y="1777"/>
                </a:lnTo>
                <a:lnTo>
                  <a:pt x="13432" y="1533"/>
                </a:lnTo>
                <a:lnTo>
                  <a:pt x="13797" y="1266"/>
                </a:lnTo>
                <a:lnTo>
                  <a:pt x="14186" y="1022"/>
                </a:lnTo>
                <a:lnTo>
                  <a:pt x="14624" y="779"/>
                </a:lnTo>
                <a:lnTo>
                  <a:pt x="14867" y="682"/>
                </a:lnTo>
                <a:lnTo>
                  <a:pt x="15086" y="584"/>
                </a:lnTo>
                <a:lnTo>
                  <a:pt x="15330" y="511"/>
                </a:lnTo>
                <a:lnTo>
                  <a:pt x="15549" y="463"/>
                </a:lnTo>
                <a:lnTo>
                  <a:pt x="15792" y="438"/>
                </a:lnTo>
                <a:close/>
                <a:moveTo>
                  <a:pt x="15987" y="0"/>
                </a:moveTo>
                <a:lnTo>
                  <a:pt x="15743" y="25"/>
                </a:lnTo>
                <a:lnTo>
                  <a:pt x="15500" y="49"/>
                </a:lnTo>
                <a:lnTo>
                  <a:pt x="15281" y="98"/>
                </a:lnTo>
                <a:lnTo>
                  <a:pt x="15038" y="171"/>
                </a:lnTo>
                <a:lnTo>
                  <a:pt x="14575" y="341"/>
                </a:lnTo>
                <a:lnTo>
                  <a:pt x="14137" y="560"/>
                </a:lnTo>
                <a:lnTo>
                  <a:pt x="13724" y="803"/>
                </a:lnTo>
                <a:lnTo>
                  <a:pt x="13286" y="1095"/>
                </a:lnTo>
                <a:lnTo>
                  <a:pt x="12896" y="1387"/>
                </a:lnTo>
                <a:lnTo>
                  <a:pt x="12483" y="1728"/>
                </a:lnTo>
                <a:lnTo>
                  <a:pt x="12118" y="2093"/>
                </a:lnTo>
                <a:lnTo>
                  <a:pt x="11850" y="2360"/>
                </a:lnTo>
                <a:lnTo>
                  <a:pt x="11582" y="2677"/>
                </a:lnTo>
                <a:lnTo>
                  <a:pt x="11315" y="2993"/>
                </a:lnTo>
                <a:lnTo>
                  <a:pt x="11193" y="3163"/>
                </a:lnTo>
                <a:lnTo>
                  <a:pt x="11096" y="3358"/>
                </a:lnTo>
                <a:lnTo>
                  <a:pt x="10122" y="3066"/>
                </a:lnTo>
                <a:lnTo>
                  <a:pt x="9125" y="2798"/>
                </a:lnTo>
                <a:lnTo>
                  <a:pt x="8127" y="2555"/>
                </a:lnTo>
                <a:lnTo>
                  <a:pt x="7130" y="2287"/>
                </a:lnTo>
                <a:lnTo>
                  <a:pt x="5134" y="1704"/>
                </a:lnTo>
                <a:lnTo>
                  <a:pt x="4623" y="1558"/>
                </a:lnTo>
                <a:lnTo>
                  <a:pt x="4137" y="1412"/>
                </a:lnTo>
                <a:lnTo>
                  <a:pt x="3893" y="1363"/>
                </a:lnTo>
                <a:lnTo>
                  <a:pt x="3626" y="1314"/>
                </a:lnTo>
                <a:lnTo>
                  <a:pt x="3382" y="1290"/>
                </a:lnTo>
                <a:lnTo>
                  <a:pt x="3115" y="1314"/>
                </a:lnTo>
                <a:lnTo>
                  <a:pt x="3066" y="1290"/>
                </a:lnTo>
                <a:lnTo>
                  <a:pt x="2993" y="1266"/>
                </a:lnTo>
                <a:lnTo>
                  <a:pt x="2920" y="1266"/>
                </a:lnTo>
                <a:lnTo>
                  <a:pt x="2774" y="1314"/>
                </a:lnTo>
                <a:lnTo>
                  <a:pt x="2677" y="1387"/>
                </a:lnTo>
                <a:lnTo>
                  <a:pt x="2555" y="1485"/>
                </a:lnTo>
                <a:lnTo>
                  <a:pt x="2287" y="1728"/>
                </a:lnTo>
                <a:lnTo>
                  <a:pt x="2044" y="1971"/>
                </a:lnTo>
                <a:lnTo>
                  <a:pt x="1825" y="2239"/>
                </a:lnTo>
                <a:lnTo>
                  <a:pt x="1704" y="2433"/>
                </a:lnTo>
                <a:lnTo>
                  <a:pt x="1606" y="2628"/>
                </a:lnTo>
                <a:lnTo>
                  <a:pt x="1582" y="2652"/>
                </a:lnTo>
                <a:lnTo>
                  <a:pt x="1558" y="2701"/>
                </a:lnTo>
                <a:lnTo>
                  <a:pt x="1558" y="2750"/>
                </a:lnTo>
                <a:lnTo>
                  <a:pt x="1582" y="2823"/>
                </a:lnTo>
                <a:lnTo>
                  <a:pt x="1704" y="2993"/>
                </a:lnTo>
                <a:lnTo>
                  <a:pt x="1850" y="3188"/>
                </a:lnTo>
                <a:lnTo>
                  <a:pt x="1995" y="3358"/>
                </a:lnTo>
                <a:lnTo>
                  <a:pt x="2166" y="3528"/>
                </a:lnTo>
                <a:lnTo>
                  <a:pt x="2531" y="3820"/>
                </a:lnTo>
                <a:lnTo>
                  <a:pt x="2896" y="4112"/>
                </a:lnTo>
                <a:lnTo>
                  <a:pt x="3261" y="4404"/>
                </a:lnTo>
                <a:lnTo>
                  <a:pt x="3650" y="4672"/>
                </a:lnTo>
                <a:lnTo>
                  <a:pt x="4429" y="5207"/>
                </a:lnTo>
                <a:lnTo>
                  <a:pt x="5159" y="5645"/>
                </a:lnTo>
                <a:lnTo>
                  <a:pt x="5913" y="6083"/>
                </a:lnTo>
                <a:lnTo>
                  <a:pt x="6692" y="6448"/>
                </a:lnTo>
                <a:lnTo>
                  <a:pt x="7470" y="6789"/>
                </a:lnTo>
                <a:lnTo>
                  <a:pt x="7470" y="6813"/>
                </a:lnTo>
                <a:lnTo>
                  <a:pt x="7446" y="6862"/>
                </a:lnTo>
                <a:lnTo>
                  <a:pt x="7446" y="6911"/>
                </a:lnTo>
                <a:lnTo>
                  <a:pt x="7251" y="7105"/>
                </a:lnTo>
                <a:lnTo>
                  <a:pt x="7081" y="7324"/>
                </a:lnTo>
                <a:lnTo>
                  <a:pt x="6740" y="7762"/>
                </a:lnTo>
                <a:lnTo>
                  <a:pt x="5913" y="8857"/>
                </a:lnTo>
                <a:lnTo>
                  <a:pt x="4988" y="10074"/>
                </a:lnTo>
                <a:lnTo>
                  <a:pt x="4672" y="10463"/>
                </a:lnTo>
                <a:lnTo>
                  <a:pt x="4526" y="10682"/>
                </a:lnTo>
                <a:lnTo>
                  <a:pt x="4477" y="10779"/>
                </a:lnTo>
                <a:lnTo>
                  <a:pt x="4453" y="10901"/>
                </a:lnTo>
                <a:lnTo>
                  <a:pt x="4088" y="10779"/>
                </a:lnTo>
                <a:lnTo>
                  <a:pt x="3699" y="10682"/>
                </a:lnTo>
                <a:lnTo>
                  <a:pt x="2944" y="10536"/>
                </a:lnTo>
                <a:lnTo>
                  <a:pt x="2506" y="10463"/>
                </a:lnTo>
                <a:lnTo>
                  <a:pt x="2044" y="10439"/>
                </a:lnTo>
                <a:lnTo>
                  <a:pt x="1582" y="10414"/>
                </a:lnTo>
                <a:lnTo>
                  <a:pt x="1144" y="10439"/>
                </a:lnTo>
                <a:lnTo>
                  <a:pt x="1095" y="10414"/>
                </a:lnTo>
                <a:lnTo>
                  <a:pt x="1047" y="10414"/>
                </a:lnTo>
                <a:lnTo>
                  <a:pt x="949" y="10439"/>
                </a:lnTo>
                <a:lnTo>
                  <a:pt x="876" y="10463"/>
                </a:lnTo>
                <a:lnTo>
                  <a:pt x="682" y="10560"/>
                </a:lnTo>
                <a:lnTo>
                  <a:pt x="536" y="10706"/>
                </a:lnTo>
                <a:lnTo>
                  <a:pt x="390" y="10901"/>
                </a:lnTo>
                <a:lnTo>
                  <a:pt x="268" y="11096"/>
                </a:lnTo>
                <a:lnTo>
                  <a:pt x="171" y="11290"/>
                </a:lnTo>
                <a:lnTo>
                  <a:pt x="73" y="11485"/>
                </a:lnTo>
                <a:lnTo>
                  <a:pt x="25" y="11655"/>
                </a:lnTo>
                <a:lnTo>
                  <a:pt x="0" y="11728"/>
                </a:lnTo>
                <a:lnTo>
                  <a:pt x="0" y="11777"/>
                </a:lnTo>
                <a:lnTo>
                  <a:pt x="25" y="11850"/>
                </a:lnTo>
                <a:lnTo>
                  <a:pt x="73" y="11874"/>
                </a:lnTo>
                <a:lnTo>
                  <a:pt x="146" y="11947"/>
                </a:lnTo>
                <a:lnTo>
                  <a:pt x="268" y="11947"/>
                </a:lnTo>
                <a:lnTo>
                  <a:pt x="414" y="12069"/>
                </a:lnTo>
                <a:lnTo>
                  <a:pt x="584" y="12166"/>
                </a:lnTo>
                <a:lnTo>
                  <a:pt x="949" y="12361"/>
                </a:lnTo>
                <a:lnTo>
                  <a:pt x="1509" y="12653"/>
                </a:lnTo>
                <a:lnTo>
                  <a:pt x="2093" y="12921"/>
                </a:lnTo>
                <a:lnTo>
                  <a:pt x="2604" y="13188"/>
                </a:lnTo>
                <a:lnTo>
                  <a:pt x="3115" y="13480"/>
                </a:lnTo>
                <a:lnTo>
                  <a:pt x="3309" y="13578"/>
                </a:lnTo>
                <a:lnTo>
                  <a:pt x="3455" y="13724"/>
                </a:lnTo>
                <a:lnTo>
                  <a:pt x="3650" y="13821"/>
                </a:lnTo>
                <a:lnTo>
                  <a:pt x="3747" y="13845"/>
                </a:lnTo>
                <a:lnTo>
                  <a:pt x="3845" y="13870"/>
                </a:lnTo>
                <a:lnTo>
                  <a:pt x="3845" y="13967"/>
                </a:lnTo>
                <a:lnTo>
                  <a:pt x="3869" y="14089"/>
                </a:lnTo>
                <a:lnTo>
                  <a:pt x="3942" y="14186"/>
                </a:lnTo>
                <a:lnTo>
                  <a:pt x="4015" y="14283"/>
                </a:lnTo>
                <a:lnTo>
                  <a:pt x="4112" y="14381"/>
                </a:lnTo>
                <a:lnTo>
                  <a:pt x="4185" y="14527"/>
                </a:lnTo>
                <a:lnTo>
                  <a:pt x="4307" y="14819"/>
                </a:lnTo>
                <a:lnTo>
                  <a:pt x="4429" y="15135"/>
                </a:lnTo>
                <a:lnTo>
                  <a:pt x="4526" y="15427"/>
                </a:lnTo>
                <a:lnTo>
                  <a:pt x="4818" y="15938"/>
                </a:lnTo>
                <a:lnTo>
                  <a:pt x="5110" y="16449"/>
                </a:lnTo>
                <a:lnTo>
                  <a:pt x="5378" y="16887"/>
                </a:lnTo>
                <a:lnTo>
                  <a:pt x="5548" y="17082"/>
                </a:lnTo>
                <a:lnTo>
                  <a:pt x="5645" y="17179"/>
                </a:lnTo>
                <a:lnTo>
                  <a:pt x="5743" y="17252"/>
                </a:lnTo>
                <a:lnTo>
                  <a:pt x="5743" y="17325"/>
                </a:lnTo>
                <a:lnTo>
                  <a:pt x="5767" y="17349"/>
                </a:lnTo>
                <a:lnTo>
                  <a:pt x="5864" y="17374"/>
                </a:lnTo>
                <a:lnTo>
                  <a:pt x="5937" y="17374"/>
                </a:lnTo>
                <a:lnTo>
                  <a:pt x="6010" y="17349"/>
                </a:lnTo>
                <a:lnTo>
                  <a:pt x="6108" y="17301"/>
                </a:lnTo>
                <a:lnTo>
                  <a:pt x="6254" y="17228"/>
                </a:lnTo>
                <a:lnTo>
                  <a:pt x="6400" y="17106"/>
                </a:lnTo>
                <a:lnTo>
                  <a:pt x="6789" y="16863"/>
                </a:lnTo>
                <a:lnTo>
                  <a:pt x="6984" y="16741"/>
                </a:lnTo>
                <a:lnTo>
                  <a:pt x="7057" y="16644"/>
                </a:lnTo>
                <a:lnTo>
                  <a:pt x="7130" y="16571"/>
                </a:lnTo>
                <a:lnTo>
                  <a:pt x="7203" y="16522"/>
                </a:lnTo>
                <a:lnTo>
                  <a:pt x="7251" y="16449"/>
                </a:lnTo>
                <a:lnTo>
                  <a:pt x="7276" y="16230"/>
                </a:lnTo>
                <a:lnTo>
                  <a:pt x="7276" y="16011"/>
                </a:lnTo>
                <a:lnTo>
                  <a:pt x="7203" y="15597"/>
                </a:lnTo>
                <a:lnTo>
                  <a:pt x="7008" y="14478"/>
                </a:lnTo>
                <a:lnTo>
                  <a:pt x="6886" y="13918"/>
                </a:lnTo>
                <a:lnTo>
                  <a:pt x="6765" y="13359"/>
                </a:lnTo>
                <a:lnTo>
                  <a:pt x="6692" y="13091"/>
                </a:lnTo>
                <a:lnTo>
                  <a:pt x="6667" y="12969"/>
                </a:lnTo>
                <a:lnTo>
                  <a:pt x="6594" y="12848"/>
                </a:lnTo>
                <a:lnTo>
                  <a:pt x="6813" y="12799"/>
                </a:lnTo>
                <a:lnTo>
                  <a:pt x="6984" y="12702"/>
                </a:lnTo>
                <a:lnTo>
                  <a:pt x="7373" y="12483"/>
                </a:lnTo>
                <a:lnTo>
                  <a:pt x="8614" y="11753"/>
                </a:lnTo>
                <a:lnTo>
                  <a:pt x="9149" y="11412"/>
                </a:lnTo>
                <a:lnTo>
                  <a:pt x="9660" y="11047"/>
                </a:lnTo>
                <a:lnTo>
                  <a:pt x="10171" y="10658"/>
                </a:lnTo>
                <a:lnTo>
                  <a:pt x="10414" y="10439"/>
                </a:lnTo>
                <a:lnTo>
                  <a:pt x="10633" y="10220"/>
                </a:lnTo>
                <a:lnTo>
                  <a:pt x="10755" y="10414"/>
                </a:lnTo>
                <a:lnTo>
                  <a:pt x="10877" y="10633"/>
                </a:lnTo>
                <a:lnTo>
                  <a:pt x="11120" y="10998"/>
                </a:lnTo>
                <a:lnTo>
                  <a:pt x="11655" y="11850"/>
                </a:lnTo>
                <a:lnTo>
                  <a:pt x="12191" y="12677"/>
                </a:lnTo>
                <a:lnTo>
                  <a:pt x="12750" y="13505"/>
                </a:lnTo>
                <a:lnTo>
                  <a:pt x="13286" y="14308"/>
                </a:lnTo>
                <a:lnTo>
                  <a:pt x="13870" y="15086"/>
                </a:lnTo>
                <a:lnTo>
                  <a:pt x="14478" y="15865"/>
                </a:lnTo>
                <a:lnTo>
                  <a:pt x="14551" y="15914"/>
                </a:lnTo>
                <a:lnTo>
                  <a:pt x="14624" y="15938"/>
                </a:lnTo>
                <a:lnTo>
                  <a:pt x="14721" y="15914"/>
                </a:lnTo>
                <a:lnTo>
                  <a:pt x="14794" y="15889"/>
                </a:lnTo>
                <a:lnTo>
                  <a:pt x="14867" y="15865"/>
                </a:lnTo>
                <a:lnTo>
                  <a:pt x="15086" y="15743"/>
                </a:lnTo>
                <a:lnTo>
                  <a:pt x="15281" y="15597"/>
                </a:lnTo>
                <a:lnTo>
                  <a:pt x="15646" y="15281"/>
                </a:lnTo>
                <a:lnTo>
                  <a:pt x="15841" y="15135"/>
                </a:lnTo>
                <a:lnTo>
                  <a:pt x="16011" y="14965"/>
                </a:lnTo>
                <a:lnTo>
                  <a:pt x="16157" y="14770"/>
                </a:lnTo>
                <a:lnTo>
                  <a:pt x="16254" y="14575"/>
                </a:lnTo>
                <a:lnTo>
                  <a:pt x="16279" y="14527"/>
                </a:lnTo>
                <a:lnTo>
                  <a:pt x="16327" y="14478"/>
                </a:lnTo>
                <a:lnTo>
                  <a:pt x="16352" y="14429"/>
                </a:lnTo>
                <a:lnTo>
                  <a:pt x="16352" y="14356"/>
                </a:lnTo>
                <a:lnTo>
                  <a:pt x="16352" y="14283"/>
                </a:lnTo>
                <a:lnTo>
                  <a:pt x="16084" y="13261"/>
                </a:lnTo>
                <a:lnTo>
                  <a:pt x="15768" y="12264"/>
                </a:lnTo>
                <a:lnTo>
                  <a:pt x="15111" y="10244"/>
                </a:lnTo>
                <a:lnTo>
                  <a:pt x="14478" y="8225"/>
                </a:lnTo>
                <a:lnTo>
                  <a:pt x="14113" y="7130"/>
                </a:lnTo>
                <a:lnTo>
                  <a:pt x="14016" y="6813"/>
                </a:lnTo>
                <a:lnTo>
                  <a:pt x="13943" y="6643"/>
                </a:lnTo>
                <a:lnTo>
                  <a:pt x="13870" y="6521"/>
                </a:lnTo>
                <a:lnTo>
                  <a:pt x="14186" y="6327"/>
                </a:lnTo>
                <a:lnTo>
                  <a:pt x="14478" y="6132"/>
                </a:lnTo>
                <a:lnTo>
                  <a:pt x="14794" y="5913"/>
                </a:lnTo>
                <a:lnTo>
                  <a:pt x="15062" y="5694"/>
                </a:lnTo>
                <a:lnTo>
                  <a:pt x="15330" y="5475"/>
                </a:lnTo>
                <a:lnTo>
                  <a:pt x="15597" y="5232"/>
                </a:lnTo>
                <a:lnTo>
                  <a:pt x="15865" y="4964"/>
                </a:lnTo>
                <a:lnTo>
                  <a:pt x="16108" y="4696"/>
                </a:lnTo>
                <a:lnTo>
                  <a:pt x="16157" y="4696"/>
                </a:lnTo>
                <a:lnTo>
                  <a:pt x="16181" y="4648"/>
                </a:lnTo>
                <a:lnTo>
                  <a:pt x="16181" y="4599"/>
                </a:lnTo>
                <a:lnTo>
                  <a:pt x="16449" y="4283"/>
                </a:lnTo>
                <a:lnTo>
                  <a:pt x="16692" y="3942"/>
                </a:lnTo>
                <a:lnTo>
                  <a:pt x="16911" y="3601"/>
                </a:lnTo>
                <a:lnTo>
                  <a:pt x="17130" y="3188"/>
                </a:lnTo>
                <a:lnTo>
                  <a:pt x="17325" y="2774"/>
                </a:lnTo>
                <a:lnTo>
                  <a:pt x="17422" y="2531"/>
                </a:lnTo>
                <a:lnTo>
                  <a:pt x="17495" y="2312"/>
                </a:lnTo>
                <a:lnTo>
                  <a:pt x="17544" y="2093"/>
                </a:lnTo>
                <a:lnTo>
                  <a:pt x="17568" y="1850"/>
                </a:lnTo>
                <a:lnTo>
                  <a:pt x="17593" y="1631"/>
                </a:lnTo>
                <a:lnTo>
                  <a:pt x="17568" y="1412"/>
                </a:lnTo>
                <a:lnTo>
                  <a:pt x="17544" y="1193"/>
                </a:lnTo>
                <a:lnTo>
                  <a:pt x="17471" y="998"/>
                </a:lnTo>
                <a:lnTo>
                  <a:pt x="17374" y="779"/>
                </a:lnTo>
                <a:lnTo>
                  <a:pt x="17228" y="609"/>
                </a:lnTo>
                <a:lnTo>
                  <a:pt x="17057" y="414"/>
                </a:lnTo>
                <a:lnTo>
                  <a:pt x="16863" y="268"/>
                </a:lnTo>
                <a:lnTo>
                  <a:pt x="16644" y="146"/>
                </a:lnTo>
                <a:lnTo>
                  <a:pt x="16425" y="73"/>
                </a:lnTo>
                <a:lnTo>
                  <a:pt x="16206" y="25"/>
                </a:lnTo>
                <a:lnTo>
                  <a:pt x="15987" y="0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32"/>
          <p:cNvSpPr/>
          <p:nvPr/>
        </p:nvSpPr>
        <p:spPr>
          <a:xfrm>
            <a:off x="1949139" y="2083193"/>
            <a:ext cx="374900" cy="211415"/>
          </a:xfrm>
          <a:custGeom>
            <a:rect b="b" l="l" r="r" t="t"/>
            <a:pathLst>
              <a:path extrusionOk="0" h="12240" w="21705">
                <a:moveTo>
                  <a:pt x="17544" y="4258"/>
                </a:moveTo>
                <a:lnTo>
                  <a:pt x="17811" y="4307"/>
                </a:lnTo>
                <a:lnTo>
                  <a:pt x="18055" y="4356"/>
                </a:lnTo>
                <a:lnTo>
                  <a:pt x="17957" y="4575"/>
                </a:lnTo>
                <a:lnTo>
                  <a:pt x="17860" y="4769"/>
                </a:lnTo>
                <a:lnTo>
                  <a:pt x="17714" y="5207"/>
                </a:lnTo>
                <a:lnTo>
                  <a:pt x="17617" y="5669"/>
                </a:lnTo>
                <a:lnTo>
                  <a:pt x="17495" y="6083"/>
                </a:lnTo>
                <a:lnTo>
                  <a:pt x="17373" y="6618"/>
                </a:lnTo>
                <a:lnTo>
                  <a:pt x="17276" y="7129"/>
                </a:lnTo>
                <a:lnTo>
                  <a:pt x="17130" y="7129"/>
                </a:lnTo>
                <a:lnTo>
                  <a:pt x="16570" y="5840"/>
                </a:lnTo>
                <a:lnTo>
                  <a:pt x="16011" y="4526"/>
                </a:lnTo>
                <a:lnTo>
                  <a:pt x="16278" y="4429"/>
                </a:lnTo>
                <a:lnTo>
                  <a:pt x="16522" y="4331"/>
                </a:lnTo>
                <a:lnTo>
                  <a:pt x="16789" y="4283"/>
                </a:lnTo>
                <a:lnTo>
                  <a:pt x="17033" y="4258"/>
                </a:lnTo>
                <a:close/>
                <a:moveTo>
                  <a:pt x="15451" y="4599"/>
                </a:moveTo>
                <a:lnTo>
                  <a:pt x="15962" y="5888"/>
                </a:lnTo>
                <a:lnTo>
                  <a:pt x="16497" y="7178"/>
                </a:lnTo>
                <a:lnTo>
                  <a:pt x="16205" y="6935"/>
                </a:lnTo>
                <a:lnTo>
                  <a:pt x="15938" y="6691"/>
                </a:lnTo>
                <a:lnTo>
                  <a:pt x="15597" y="6326"/>
                </a:lnTo>
                <a:lnTo>
                  <a:pt x="15281" y="5937"/>
                </a:lnTo>
                <a:lnTo>
                  <a:pt x="14940" y="5548"/>
                </a:lnTo>
                <a:lnTo>
                  <a:pt x="14745" y="5402"/>
                </a:lnTo>
                <a:lnTo>
                  <a:pt x="14551" y="5256"/>
                </a:lnTo>
                <a:lnTo>
                  <a:pt x="14770" y="5061"/>
                </a:lnTo>
                <a:lnTo>
                  <a:pt x="14989" y="4891"/>
                </a:lnTo>
                <a:lnTo>
                  <a:pt x="15208" y="4745"/>
                </a:lnTo>
                <a:lnTo>
                  <a:pt x="15451" y="4599"/>
                </a:lnTo>
                <a:close/>
                <a:moveTo>
                  <a:pt x="5012" y="4307"/>
                </a:moveTo>
                <a:lnTo>
                  <a:pt x="5353" y="4404"/>
                </a:lnTo>
                <a:lnTo>
                  <a:pt x="5669" y="4526"/>
                </a:lnTo>
                <a:lnTo>
                  <a:pt x="5986" y="4696"/>
                </a:lnTo>
                <a:lnTo>
                  <a:pt x="6302" y="4866"/>
                </a:lnTo>
                <a:lnTo>
                  <a:pt x="6059" y="5183"/>
                </a:lnTo>
                <a:lnTo>
                  <a:pt x="5304" y="6180"/>
                </a:lnTo>
                <a:lnTo>
                  <a:pt x="4550" y="7202"/>
                </a:lnTo>
                <a:lnTo>
                  <a:pt x="4501" y="7129"/>
                </a:lnTo>
                <a:lnTo>
                  <a:pt x="4453" y="7081"/>
                </a:lnTo>
                <a:lnTo>
                  <a:pt x="4599" y="6156"/>
                </a:lnTo>
                <a:lnTo>
                  <a:pt x="4793" y="5231"/>
                </a:lnTo>
                <a:lnTo>
                  <a:pt x="5012" y="4307"/>
                </a:lnTo>
                <a:close/>
                <a:moveTo>
                  <a:pt x="4234" y="4210"/>
                </a:moveTo>
                <a:lnTo>
                  <a:pt x="4720" y="4258"/>
                </a:lnTo>
                <a:lnTo>
                  <a:pt x="4477" y="5158"/>
                </a:lnTo>
                <a:lnTo>
                  <a:pt x="4282" y="6083"/>
                </a:lnTo>
                <a:lnTo>
                  <a:pt x="4185" y="6545"/>
                </a:lnTo>
                <a:lnTo>
                  <a:pt x="4112" y="7008"/>
                </a:lnTo>
                <a:lnTo>
                  <a:pt x="4088" y="7008"/>
                </a:lnTo>
                <a:lnTo>
                  <a:pt x="3991" y="6618"/>
                </a:lnTo>
                <a:lnTo>
                  <a:pt x="3869" y="6253"/>
                </a:lnTo>
                <a:lnTo>
                  <a:pt x="3747" y="5767"/>
                </a:lnTo>
                <a:lnTo>
                  <a:pt x="3577" y="5304"/>
                </a:lnTo>
                <a:lnTo>
                  <a:pt x="3358" y="4842"/>
                </a:lnTo>
                <a:lnTo>
                  <a:pt x="3139" y="4404"/>
                </a:lnTo>
                <a:lnTo>
                  <a:pt x="3090" y="4380"/>
                </a:lnTo>
                <a:lnTo>
                  <a:pt x="3066" y="4356"/>
                </a:lnTo>
                <a:lnTo>
                  <a:pt x="2993" y="4380"/>
                </a:lnTo>
                <a:lnTo>
                  <a:pt x="2944" y="4429"/>
                </a:lnTo>
                <a:lnTo>
                  <a:pt x="2920" y="4453"/>
                </a:lnTo>
                <a:lnTo>
                  <a:pt x="2920" y="4502"/>
                </a:lnTo>
                <a:lnTo>
                  <a:pt x="3261" y="5329"/>
                </a:lnTo>
                <a:lnTo>
                  <a:pt x="3407" y="5742"/>
                </a:lnTo>
                <a:lnTo>
                  <a:pt x="3553" y="6156"/>
                </a:lnTo>
                <a:lnTo>
                  <a:pt x="3674" y="6594"/>
                </a:lnTo>
                <a:lnTo>
                  <a:pt x="3796" y="7081"/>
                </a:lnTo>
                <a:lnTo>
                  <a:pt x="3601" y="7202"/>
                </a:lnTo>
                <a:lnTo>
                  <a:pt x="3431" y="7373"/>
                </a:lnTo>
                <a:lnTo>
                  <a:pt x="2944" y="7056"/>
                </a:lnTo>
                <a:lnTo>
                  <a:pt x="2701" y="6886"/>
                </a:lnTo>
                <a:lnTo>
                  <a:pt x="2482" y="6691"/>
                </a:lnTo>
                <a:lnTo>
                  <a:pt x="2190" y="6399"/>
                </a:lnTo>
                <a:lnTo>
                  <a:pt x="1922" y="6083"/>
                </a:lnTo>
                <a:lnTo>
                  <a:pt x="1630" y="5791"/>
                </a:lnTo>
                <a:lnTo>
                  <a:pt x="1484" y="5645"/>
                </a:lnTo>
                <a:lnTo>
                  <a:pt x="1314" y="5523"/>
                </a:lnTo>
                <a:lnTo>
                  <a:pt x="1484" y="5329"/>
                </a:lnTo>
                <a:lnTo>
                  <a:pt x="1655" y="5158"/>
                </a:lnTo>
                <a:lnTo>
                  <a:pt x="1849" y="4988"/>
                </a:lnTo>
                <a:lnTo>
                  <a:pt x="2044" y="4842"/>
                </a:lnTo>
                <a:lnTo>
                  <a:pt x="2239" y="4721"/>
                </a:lnTo>
                <a:lnTo>
                  <a:pt x="2433" y="4599"/>
                </a:lnTo>
                <a:lnTo>
                  <a:pt x="2652" y="4502"/>
                </a:lnTo>
                <a:lnTo>
                  <a:pt x="2871" y="4404"/>
                </a:lnTo>
                <a:lnTo>
                  <a:pt x="3090" y="4331"/>
                </a:lnTo>
                <a:lnTo>
                  <a:pt x="3309" y="4283"/>
                </a:lnTo>
                <a:lnTo>
                  <a:pt x="3553" y="4234"/>
                </a:lnTo>
                <a:lnTo>
                  <a:pt x="3772" y="4210"/>
                </a:lnTo>
                <a:close/>
                <a:moveTo>
                  <a:pt x="18152" y="4404"/>
                </a:moveTo>
                <a:lnTo>
                  <a:pt x="18395" y="4477"/>
                </a:lnTo>
                <a:lnTo>
                  <a:pt x="18639" y="4575"/>
                </a:lnTo>
                <a:lnTo>
                  <a:pt x="18858" y="4672"/>
                </a:lnTo>
                <a:lnTo>
                  <a:pt x="19077" y="4793"/>
                </a:lnTo>
                <a:lnTo>
                  <a:pt x="19515" y="5085"/>
                </a:lnTo>
                <a:lnTo>
                  <a:pt x="19904" y="5426"/>
                </a:lnTo>
                <a:lnTo>
                  <a:pt x="19588" y="5742"/>
                </a:lnTo>
                <a:lnTo>
                  <a:pt x="19247" y="6083"/>
                </a:lnTo>
                <a:lnTo>
                  <a:pt x="18931" y="6424"/>
                </a:lnTo>
                <a:lnTo>
                  <a:pt x="18614" y="6740"/>
                </a:lnTo>
                <a:lnTo>
                  <a:pt x="18201" y="7081"/>
                </a:lnTo>
                <a:lnTo>
                  <a:pt x="17787" y="7421"/>
                </a:lnTo>
                <a:lnTo>
                  <a:pt x="17665" y="7275"/>
                </a:lnTo>
                <a:lnTo>
                  <a:pt x="17495" y="7178"/>
                </a:lnTo>
                <a:lnTo>
                  <a:pt x="17592" y="6667"/>
                </a:lnTo>
                <a:lnTo>
                  <a:pt x="17690" y="6156"/>
                </a:lnTo>
                <a:lnTo>
                  <a:pt x="17811" y="5718"/>
                </a:lnTo>
                <a:lnTo>
                  <a:pt x="17933" y="5280"/>
                </a:lnTo>
                <a:lnTo>
                  <a:pt x="18055" y="4842"/>
                </a:lnTo>
                <a:lnTo>
                  <a:pt x="18152" y="4404"/>
                </a:lnTo>
                <a:close/>
                <a:moveTo>
                  <a:pt x="6691" y="5183"/>
                </a:moveTo>
                <a:lnTo>
                  <a:pt x="7056" y="5645"/>
                </a:lnTo>
                <a:lnTo>
                  <a:pt x="7227" y="5888"/>
                </a:lnTo>
                <a:lnTo>
                  <a:pt x="7373" y="6132"/>
                </a:lnTo>
                <a:lnTo>
                  <a:pt x="7227" y="6205"/>
                </a:lnTo>
                <a:lnTo>
                  <a:pt x="7056" y="6302"/>
                </a:lnTo>
                <a:lnTo>
                  <a:pt x="6764" y="6521"/>
                </a:lnTo>
                <a:lnTo>
                  <a:pt x="6326" y="6789"/>
                </a:lnTo>
                <a:lnTo>
                  <a:pt x="5864" y="7081"/>
                </a:lnTo>
                <a:lnTo>
                  <a:pt x="5621" y="7202"/>
                </a:lnTo>
                <a:lnTo>
                  <a:pt x="5377" y="7324"/>
                </a:lnTo>
                <a:lnTo>
                  <a:pt x="4891" y="7567"/>
                </a:lnTo>
                <a:lnTo>
                  <a:pt x="5645" y="6570"/>
                </a:lnTo>
                <a:lnTo>
                  <a:pt x="6375" y="5596"/>
                </a:lnTo>
                <a:lnTo>
                  <a:pt x="6691" y="5183"/>
                </a:lnTo>
                <a:close/>
                <a:moveTo>
                  <a:pt x="14526" y="5280"/>
                </a:moveTo>
                <a:lnTo>
                  <a:pt x="14599" y="5499"/>
                </a:lnTo>
                <a:lnTo>
                  <a:pt x="14721" y="5718"/>
                </a:lnTo>
                <a:lnTo>
                  <a:pt x="14867" y="5937"/>
                </a:lnTo>
                <a:lnTo>
                  <a:pt x="15037" y="6132"/>
                </a:lnTo>
                <a:lnTo>
                  <a:pt x="15402" y="6521"/>
                </a:lnTo>
                <a:lnTo>
                  <a:pt x="15743" y="6862"/>
                </a:lnTo>
                <a:lnTo>
                  <a:pt x="16084" y="7178"/>
                </a:lnTo>
                <a:lnTo>
                  <a:pt x="16424" y="7494"/>
                </a:lnTo>
                <a:lnTo>
                  <a:pt x="16327" y="7689"/>
                </a:lnTo>
                <a:lnTo>
                  <a:pt x="15719" y="7494"/>
                </a:lnTo>
                <a:lnTo>
                  <a:pt x="15402" y="7373"/>
                </a:lnTo>
                <a:lnTo>
                  <a:pt x="15110" y="7251"/>
                </a:lnTo>
                <a:lnTo>
                  <a:pt x="14745" y="7081"/>
                </a:lnTo>
                <a:lnTo>
                  <a:pt x="14380" y="6862"/>
                </a:lnTo>
                <a:lnTo>
                  <a:pt x="14015" y="6667"/>
                </a:lnTo>
                <a:lnTo>
                  <a:pt x="13821" y="6594"/>
                </a:lnTo>
                <a:lnTo>
                  <a:pt x="13626" y="6545"/>
                </a:lnTo>
                <a:lnTo>
                  <a:pt x="13796" y="6205"/>
                </a:lnTo>
                <a:lnTo>
                  <a:pt x="14015" y="5864"/>
                </a:lnTo>
                <a:lnTo>
                  <a:pt x="14259" y="5572"/>
                </a:lnTo>
                <a:lnTo>
                  <a:pt x="14526" y="5280"/>
                </a:lnTo>
                <a:close/>
                <a:moveTo>
                  <a:pt x="8395" y="3163"/>
                </a:moveTo>
                <a:lnTo>
                  <a:pt x="8735" y="3188"/>
                </a:lnTo>
                <a:lnTo>
                  <a:pt x="11461" y="3188"/>
                </a:lnTo>
                <a:lnTo>
                  <a:pt x="14332" y="3212"/>
                </a:lnTo>
                <a:lnTo>
                  <a:pt x="13407" y="4404"/>
                </a:lnTo>
                <a:lnTo>
                  <a:pt x="12434" y="5572"/>
                </a:lnTo>
                <a:lnTo>
                  <a:pt x="11363" y="6813"/>
                </a:lnTo>
                <a:lnTo>
                  <a:pt x="10925" y="7300"/>
                </a:lnTo>
                <a:lnTo>
                  <a:pt x="10706" y="7519"/>
                </a:lnTo>
                <a:lnTo>
                  <a:pt x="10512" y="7786"/>
                </a:lnTo>
                <a:lnTo>
                  <a:pt x="10098" y="6935"/>
                </a:lnTo>
                <a:lnTo>
                  <a:pt x="9684" y="6083"/>
                </a:lnTo>
                <a:lnTo>
                  <a:pt x="8930" y="4356"/>
                </a:lnTo>
                <a:lnTo>
                  <a:pt x="8395" y="3163"/>
                </a:lnTo>
                <a:close/>
                <a:moveTo>
                  <a:pt x="20171" y="5669"/>
                </a:moveTo>
                <a:lnTo>
                  <a:pt x="20366" y="5913"/>
                </a:lnTo>
                <a:lnTo>
                  <a:pt x="20561" y="6156"/>
                </a:lnTo>
                <a:lnTo>
                  <a:pt x="20755" y="6424"/>
                </a:lnTo>
                <a:lnTo>
                  <a:pt x="20901" y="6691"/>
                </a:lnTo>
                <a:lnTo>
                  <a:pt x="20999" y="6886"/>
                </a:lnTo>
                <a:lnTo>
                  <a:pt x="21096" y="7105"/>
                </a:lnTo>
                <a:lnTo>
                  <a:pt x="20658" y="7178"/>
                </a:lnTo>
                <a:lnTo>
                  <a:pt x="20244" y="7275"/>
                </a:lnTo>
                <a:lnTo>
                  <a:pt x="19393" y="7494"/>
                </a:lnTo>
                <a:lnTo>
                  <a:pt x="18687" y="7665"/>
                </a:lnTo>
                <a:lnTo>
                  <a:pt x="17982" y="7835"/>
                </a:lnTo>
                <a:lnTo>
                  <a:pt x="17957" y="7762"/>
                </a:lnTo>
                <a:lnTo>
                  <a:pt x="18420" y="7373"/>
                </a:lnTo>
                <a:lnTo>
                  <a:pt x="18858" y="6983"/>
                </a:lnTo>
                <a:lnTo>
                  <a:pt x="19198" y="6691"/>
                </a:lnTo>
                <a:lnTo>
                  <a:pt x="19539" y="6375"/>
                </a:lnTo>
                <a:lnTo>
                  <a:pt x="19880" y="6034"/>
                </a:lnTo>
                <a:lnTo>
                  <a:pt x="20171" y="5669"/>
                </a:lnTo>
                <a:close/>
                <a:moveTo>
                  <a:pt x="3942" y="7543"/>
                </a:moveTo>
                <a:lnTo>
                  <a:pt x="4015" y="7689"/>
                </a:lnTo>
                <a:lnTo>
                  <a:pt x="4088" y="7835"/>
                </a:lnTo>
                <a:lnTo>
                  <a:pt x="4088" y="7859"/>
                </a:lnTo>
                <a:lnTo>
                  <a:pt x="3820" y="7640"/>
                </a:lnTo>
                <a:lnTo>
                  <a:pt x="3942" y="7543"/>
                </a:lnTo>
                <a:close/>
                <a:moveTo>
                  <a:pt x="16741" y="7762"/>
                </a:moveTo>
                <a:lnTo>
                  <a:pt x="16765" y="7786"/>
                </a:lnTo>
                <a:lnTo>
                  <a:pt x="16814" y="7884"/>
                </a:lnTo>
                <a:lnTo>
                  <a:pt x="16692" y="7835"/>
                </a:lnTo>
                <a:lnTo>
                  <a:pt x="16741" y="7762"/>
                </a:lnTo>
                <a:close/>
                <a:moveTo>
                  <a:pt x="7957" y="3504"/>
                </a:moveTo>
                <a:lnTo>
                  <a:pt x="8297" y="4283"/>
                </a:lnTo>
                <a:lnTo>
                  <a:pt x="8711" y="5183"/>
                </a:lnTo>
                <a:lnTo>
                  <a:pt x="9125" y="6083"/>
                </a:lnTo>
                <a:lnTo>
                  <a:pt x="10001" y="7859"/>
                </a:lnTo>
                <a:lnTo>
                  <a:pt x="8443" y="7908"/>
                </a:lnTo>
                <a:lnTo>
                  <a:pt x="8443" y="7446"/>
                </a:lnTo>
                <a:lnTo>
                  <a:pt x="8395" y="6983"/>
                </a:lnTo>
                <a:lnTo>
                  <a:pt x="8297" y="6545"/>
                </a:lnTo>
                <a:lnTo>
                  <a:pt x="8151" y="6107"/>
                </a:lnTo>
                <a:lnTo>
                  <a:pt x="8054" y="5913"/>
                </a:lnTo>
                <a:lnTo>
                  <a:pt x="7957" y="5718"/>
                </a:lnTo>
                <a:lnTo>
                  <a:pt x="7835" y="5523"/>
                </a:lnTo>
                <a:lnTo>
                  <a:pt x="7689" y="5329"/>
                </a:lnTo>
                <a:lnTo>
                  <a:pt x="7567" y="5158"/>
                </a:lnTo>
                <a:lnTo>
                  <a:pt x="7397" y="5012"/>
                </a:lnTo>
                <a:lnTo>
                  <a:pt x="7227" y="4866"/>
                </a:lnTo>
                <a:lnTo>
                  <a:pt x="7056" y="4721"/>
                </a:lnTo>
                <a:lnTo>
                  <a:pt x="7324" y="4356"/>
                </a:lnTo>
                <a:lnTo>
                  <a:pt x="7665" y="3942"/>
                </a:lnTo>
                <a:lnTo>
                  <a:pt x="7835" y="3747"/>
                </a:lnTo>
                <a:lnTo>
                  <a:pt x="7957" y="3504"/>
                </a:lnTo>
                <a:close/>
                <a:moveTo>
                  <a:pt x="3699" y="7811"/>
                </a:moveTo>
                <a:lnTo>
                  <a:pt x="4063" y="7932"/>
                </a:lnTo>
                <a:lnTo>
                  <a:pt x="4063" y="7957"/>
                </a:lnTo>
                <a:lnTo>
                  <a:pt x="3869" y="7908"/>
                </a:lnTo>
                <a:lnTo>
                  <a:pt x="3650" y="7884"/>
                </a:lnTo>
                <a:lnTo>
                  <a:pt x="3699" y="7811"/>
                </a:lnTo>
                <a:close/>
                <a:moveTo>
                  <a:pt x="7543" y="6424"/>
                </a:moveTo>
                <a:lnTo>
                  <a:pt x="7640" y="6643"/>
                </a:lnTo>
                <a:lnTo>
                  <a:pt x="7713" y="6862"/>
                </a:lnTo>
                <a:lnTo>
                  <a:pt x="7786" y="7129"/>
                </a:lnTo>
                <a:lnTo>
                  <a:pt x="7835" y="7397"/>
                </a:lnTo>
                <a:lnTo>
                  <a:pt x="7884" y="7932"/>
                </a:lnTo>
                <a:lnTo>
                  <a:pt x="7300" y="7932"/>
                </a:lnTo>
                <a:lnTo>
                  <a:pt x="5742" y="7957"/>
                </a:lnTo>
                <a:lnTo>
                  <a:pt x="4988" y="7932"/>
                </a:lnTo>
                <a:lnTo>
                  <a:pt x="4988" y="7884"/>
                </a:lnTo>
                <a:lnTo>
                  <a:pt x="5256" y="7762"/>
                </a:lnTo>
                <a:lnTo>
                  <a:pt x="5523" y="7616"/>
                </a:lnTo>
                <a:lnTo>
                  <a:pt x="6034" y="7348"/>
                </a:lnTo>
                <a:lnTo>
                  <a:pt x="6399" y="7178"/>
                </a:lnTo>
                <a:lnTo>
                  <a:pt x="6813" y="6959"/>
                </a:lnTo>
                <a:lnTo>
                  <a:pt x="7202" y="6716"/>
                </a:lnTo>
                <a:lnTo>
                  <a:pt x="7373" y="6570"/>
                </a:lnTo>
                <a:lnTo>
                  <a:pt x="7543" y="6424"/>
                </a:lnTo>
                <a:close/>
                <a:moveTo>
                  <a:pt x="3845" y="8127"/>
                </a:moveTo>
                <a:lnTo>
                  <a:pt x="3674" y="8224"/>
                </a:lnTo>
                <a:lnTo>
                  <a:pt x="3650" y="8200"/>
                </a:lnTo>
                <a:lnTo>
                  <a:pt x="3845" y="8127"/>
                </a:lnTo>
                <a:close/>
                <a:moveTo>
                  <a:pt x="1144" y="5767"/>
                </a:moveTo>
                <a:lnTo>
                  <a:pt x="1338" y="5913"/>
                </a:lnTo>
                <a:lnTo>
                  <a:pt x="1509" y="6059"/>
                </a:lnTo>
                <a:lnTo>
                  <a:pt x="1849" y="6424"/>
                </a:lnTo>
                <a:lnTo>
                  <a:pt x="2166" y="6764"/>
                </a:lnTo>
                <a:lnTo>
                  <a:pt x="2336" y="6935"/>
                </a:lnTo>
                <a:lnTo>
                  <a:pt x="2506" y="7105"/>
                </a:lnTo>
                <a:lnTo>
                  <a:pt x="2871" y="7373"/>
                </a:lnTo>
                <a:lnTo>
                  <a:pt x="3261" y="7616"/>
                </a:lnTo>
                <a:lnTo>
                  <a:pt x="3188" y="7786"/>
                </a:lnTo>
                <a:lnTo>
                  <a:pt x="3163" y="7932"/>
                </a:lnTo>
                <a:lnTo>
                  <a:pt x="2725" y="8030"/>
                </a:lnTo>
                <a:lnTo>
                  <a:pt x="2312" y="8103"/>
                </a:lnTo>
                <a:lnTo>
                  <a:pt x="1411" y="8224"/>
                </a:lnTo>
                <a:lnTo>
                  <a:pt x="973" y="8273"/>
                </a:lnTo>
                <a:lnTo>
                  <a:pt x="535" y="8370"/>
                </a:lnTo>
                <a:lnTo>
                  <a:pt x="511" y="8030"/>
                </a:lnTo>
                <a:lnTo>
                  <a:pt x="535" y="7665"/>
                </a:lnTo>
                <a:lnTo>
                  <a:pt x="560" y="7324"/>
                </a:lnTo>
                <a:lnTo>
                  <a:pt x="633" y="7008"/>
                </a:lnTo>
                <a:lnTo>
                  <a:pt x="730" y="6667"/>
                </a:lnTo>
                <a:lnTo>
                  <a:pt x="852" y="6351"/>
                </a:lnTo>
                <a:lnTo>
                  <a:pt x="973" y="6034"/>
                </a:lnTo>
                <a:lnTo>
                  <a:pt x="1144" y="5767"/>
                </a:lnTo>
                <a:close/>
                <a:moveTo>
                  <a:pt x="4477" y="8273"/>
                </a:moveTo>
                <a:lnTo>
                  <a:pt x="4526" y="8322"/>
                </a:lnTo>
                <a:lnTo>
                  <a:pt x="4501" y="8370"/>
                </a:lnTo>
                <a:lnTo>
                  <a:pt x="4453" y="8273"/>
                </a:lnTo>
                <a:close/>
                <a:moveTo>
                  <a:pt x="3942" y="8176"/>
                </a:moveTo>
                <a:lnTo>
                  <a:pt x="3820" y="8395"/>
                </a:lnTo>
                <a:lnTo>
                  <a:pt x="3747" y="8346"/>
                </a:lnTo>
                <a:lnTo>
                  <a:pt x="3942" y="8176"/>
                </a:lnTo>
                <a:close/>
                <a:moveTo>
                  <a:pt x="4112" y="8151"/>
                </a:moveTo>
                <a:lnTo>
                  <a:pt x="4136" y="8176"/>
                </a:lnTo>
                <a:lnTo>
                  <a:pt x="4063" y="8492"/>
                </a:lnTo>
                <a:lnTo>
                  <a:pt x="4039" y="8492"/>
                </a:lnTo>
                <a:lnTo>
                  <a:pt x="4112" y="8151"/>
                </a:lnTo>
                <a:close/>
                <a:moveTo>
                  <a:pt x="4234" y="8224"/>
                </a:moveTo>
                <a:lnTo>
                  <a:pt x="4380" y="8249"/>
                </a:lnTo>
                <a:lnTo>
                  <a:pt x="4428" y="8443"/>
                </a:lnTo>
                <a:lnTo>
                  <a:pt x="4355" y="8468"/>
                </a:lnTo>
                <a:lnTo>
                  <a:pt x="4282" y="8492"/>
                </a:lnTo>
                <a:lnTo>
                  <a:pt x="4234" y="8224"/>
                </a:lnTo>
                <a:close/>
                <a:moveTo>
                  <a:pt x="17349" y="8370"/>
                </a:moveTo>
                <a:lnTo>
                  <a:pt x="17422" y="8395"/>
                </a:lnTo>
                <a:lnTo>
                  <a:pt x="17446" y="8443"/>
                </a:lnTo>
                <a:lnTo>
                  <a:pt x="17373" y="8492"/>
                </a:lnTo>
                <a:lnTo>
                  <a:pt x="17349" y="8370"/>
                </a:lnTo>
                <a:close/>
                <a:moveTo>
                  <a:pt x="16984" y="8273"/>
                </a:moveTo>
                <a:lnTo>
                  <a:pt x="17008" y="8322"/>
                </a:lnTo>
                <a:lnTo>
                  <a:pt x="16887" y="8516"/>
                </a:lnTo>
                <a:lnTo>
                  <a:pt x="16789" y="8443"/>
                </a:lnTo>
                <a:lnTo>
                  <a:pt x="16984" y="8273"/>
                </a:lnTo>
                <a:close/>
                <a:moveTo>
                  <a:pt x="13577" y="6667"/>
                </a:moveTo>
                <a:lnTo>
                  <a:pt x="13699" y="6813"/>
                </a:lnTo>
                <a:lnTo>
                  <a:pt x="13845" y="6935"/>
                </a:lnTo>
                <a:lnTo>
                  <a:pt x="14015" y="7056"/>
                </a:lnTo>
                <a:lnTo>
                  <a:pt x="14210" y="7178"/>
                </a:lnTo>
                <a:lnTo>
                  <a:pt x="14599" y="7348"/>
                </a:lnTo>
                <a:lnTo>
                  <a:pt x="14964" y="7519"/>
                </a:lnTo>
                <a:lnTo>
                  <a:pt x="15597" y="7786"/>
                </a:lnTo>
                <a:lnTo>
                  <a:pt x="15913" y="7932"/>
                </a:lnTo>
                <a:lnTo>
                  <a:pt x="16254" y="8030"/>
                </a:lnTo>
                <a:lnTo>
                  <a:pt x="16254" y="8054"/>
                </a:lnTo>
                <a:lnTo>
                  <a:pt x="15816" y="8151"/>
                </a:lnTo>
                <a:lnTo>
                  <a:pt x="15402" y="8224"/>
                </a:lnTo>
                <a:lnTo>
                  <a:pt x="14891" y="8297"/>
                </a:lnTo>
                <a:lnTo>
                  <a:pt x="14356" y="8346"/>
                </a:lnTo>
                <a:lnTo>
                  <a:pt x="13845" y="8419"/>
                </a:lnTo>
                <a:lnTo>
                  <a:pt x="13602" y="8468"/>
                </a:lnTo>
                <a:lnTo>
                  <a:pt x="13334" y="8541"/>
                </a:lnTo>
                <a:lnTo>
                  <a:pt x="13310" y="8297"/>
                </a:lnTo>
                <a:lnTo>
                  <a:pt x="13310" y="8054"/>
                </a:lnTo>
                <a:lnTo>
                  <a:pt x="13310" y="7811"/>
                </a:lnTo>
                <a:lnTo>
                  <a:pt x="13334" y="7567"/>
                </a:lnTo>
                <a:lnTo>
                  <a:pt x="13358" y="7348"/>
                </a:lnTo>
                <a:lnTo>
                  <a:pt x="13407" y="7105"/>
                </a:lnTo>
                <a:lnTo>
                  <a:pt x="13480" y="6886"/>
                </a:lnTo>
                <a:lnTo>
                  <a:pt x="13577" y="6667"/>
                </a:lnTo>
                <a:close/>
                <a:moveTo>
                  <a:pt x="21169" y="7324"/>
                </a:moveTo>
                <a:lnTo>
                  <a:pt x="21193" y="7543"/>
                </a:lnTo>
                <a:lnTo>
                  <a:pt x="21218" y="7762"/>
                </a:lnTo>
                <a:lnTo>
                  <a:pt x="21218" y="7981"/>
                </a:lnTo>
                <a:lnTo>
                  <a:pt x="21218" y="8200"/>
                </a:lnTo>
                <a:lnTo>
                  <a:pt x="21169" y="8419"/>
                </a:lnTo>
                <a:lnTo>
                  <a:pt x="21120" y="8638"/>
                </a:lnTo>
                <a:lnTo>
                  <a:pt x="21072" y="8857"/>
                </a:lnTo>
                <a:lnTo>
                  <a:pt x="20974" y="9052"/>
                </a:lnTo>
                <a:lnTo>
                  <a:pt x="20828" y="8979"/>
                </a:lnTo>
                <a:lnTo>
                  <a:pt x="20682" y="8906"/>
                </a:lnTo>
                <a:lnTo>
                  <a:pt x="20317" y="8833"/>
                </a:lnTo>
                <a:lnTo>
                  <a:pt x="19223" y="8565"/>
                </a:lnTo>
                <a:lnTo>
                  <a:pt x="18614" y="8395"/>
                </a:lnTo>
                <a:lnTo>
                  <a:pt x="17982" y="8224"/>
                </a:lnTo>
                <a:lnTo>
                  <a:pt x="17982" y="8103"/>
                </a:lnTo>
                <a:lnTo>
                  <a:pt x="19077" y="7835"/>
                </a:lnTo>
                <a:lnTo>
                  <a:pt x="20123" y="7616"/>
                </a:lnTo>
                <a:lnTo>
                  <a:pt x="20658" y="7494"/>
                </a:lnTo>
                <a:lnTo>
                  <a:pt x="21169" y="7324"/>
                </a:lnTo>
                <a:close/>
                <a:moveTo>
                  <a:pt x="16303" y="8419"/>
                </a:moveTo>
                <a:lnTo>
                  <a:pt x="15962" y="8662"/>
                </a:lnTo>
                <a:lnTo>
                  <a:pt x="15670" y="8906"/>
                </a:lnTo>
                <a:lnTo>
                  <a:pt x="14794" y="9465"/>
                </a:lnTo>
                <a:lnTo>
                  <a:pt x="13942" y="10049"/>
                </a:lnTo>
                <a:lnTo>
                  <a:pt x="13723" y="9684"/>
                </a:lnTo>
                <a:lnTo>
                  <a:pt x="13529" y="9271"/>
                </a:lnTo>
                <a:lnTo>
                  <a:pt x="13456" y="9003"/>
                </a:lnTo>
                <a:lnTo>
                  <a:pt x="13383" y="8735"/>
                </a:lnTo>
                <a:lnTo>
                  <a:pt x="13626" y="8760"/>
                </a:lnTo>
                <a:lnTo>
                  <a:pt x="13869" y="8760"/>
                </a:lnTo>
                <a:lnTo>
                  <a:pt x="14356" y="8711"/>
                </a:lnTo>
                <a:lnTo>
                  <a:pt x="14843" y="8638"/>
                </a:lnTo>
                <a:lnTo>
                  <a:pt x="15305" y="8565"/>
                </a:lnTo>
                <a:lnTo>
                  <a:pt x="16303" y="8419"/>
                </a:lnTo>
                <a:close/>
                <a:moveTo>
                  <a:pt x="4988" y="8370"/>
                </a:moveTo>
                <a:lnTo>
                  <a:pt x="5499" y="8395"/>
                </a:lnTo>
                <a:lnTo>
                  <a:pt x="6034" y="8419"/>
                </a:lnTo>
                <a:lnTo>
                  <a:pt x="7105" y="8395"/>
                </a:lnTo>
                <a:lnTo>
                  <a:pt x="7932" y="8395"/>
                </a:lnTo>
                <a:lnTo>
                  <a:pt x="7957" y="8589"/>
                </a:lnTo>
                <a:lnTo>
                  <a:pt x="7859" y="8930"/>
                </a:lnTo>
                <a:lnTo>
                  <a:pt x="7713" y="9246"/>
                </a:lnTo>
                <a:lnTo>
                  <a:pt x="7567" y="9563"/>
                </a:lnTo>
                <a:lnTo>
                  <a:pt x="7421" y="9855"/>
                </a:lnTo>
                <a:lnTo>
                  <a:pt x="7300" y="10074"/>
                </a:lnTo>
                <a:lnTo>
                  <a:pt x="7154" y="10268"/>
                </a:lnTo>
                <a:lnTo>
                  <a:pt x="7032" y="10122"/>
                </a:lnTo>
                <a:lnTo>
                  <a:pt x="6886" y="10001"/>
                </a:lnTo>
                <a:lnTo>
                  <a:pt x="6570" y="9757"/>
                </a:lnTo>
                <a:lnTo>
                  <a:pt x="5961" y="9319"/>
                </a:lnTo>
                <a:lnTo>
                  <a:pt x="4915" y="8541"/>
                </a:lnTo>
                <a:lnTo>
                  <a:pt x="4988" y="8370"/>
                </a:lnTo>
                <a:close/>
                <a:moveTo>
                  <a:pt x="3212" y="8297"/>
                </a:moveTo>
                <a:lnTo>
                  <a:pt x="3236" y="8395"/>
                </a:lnTo>
                <a:lnTo>
                  <a:pt x="3309" y="8516"/>
                </a:lnTo>
                <a:lnTo>
                  <a:pt x="2677" y="9003"/>
                </a:lnTo>
                <a:lnTo>
                  <a:pt x="1922" y="9611"/>
                </a:lnTo>
                <a:lnTo>
                  <a:pt x="1557" y="9952"/>
                </a:lnTo>
                <a:lnTo>
                  <a:pt x="1192" y="10317"/>
                </a:lnTo>
                <a:lnTo>
                  <a:pt x="973" y="9952"/>
                </a:lnTo>
                <a:lnTo>
                  <a:pt x="803" y="9538"/>
                </a:lnTo>
                <a:lnTo>
                  <a:pt x="657" y="9125"/>
                </a:lnTo>
                <a:lnTo>
                  <a:pt x="560" y="8687"/>
                </a:lnTo>
                <a:lnTo>
                  <a:pt x="973" y="8638"/>
                </a:lnTo>
                <a:lnTo>
                  <a:pt x="1387" y="8565"/>
                </a:lnTo>
                <a:lnTo>
                  <a:pt x="2190" y="8419"/>
                </a:lnTo>
                <a:lnTo>
                  <a:pt x="2677" y="8346"/>
                </a:lnTo>
                <a:lnTo>
                  <a:pt x="3212" y="8297"/>
                </a:lnTo>
                <a:close/>
                <a:moveTo>
                  <a:pt x="18006" y="8614"/>
                </a:moveTo>
                <a:lnTo>
                  <a:pt x="18590" y="8760"/>
                </a:lnTo>
                <a:lnTo>
                  <a:pt x="19125" y="8881"/>
                </a:lnTo>
                <a:lnTo>
                  <a:pt x="20220" y="9149"/>
                </a:lnTo>
                <a:lnTo>
                  <a:pt x="20585" y="9222"/>
                </a:lnTo>
                <a:lnTo>
                  <a:pt x="20731" y="9246"/>
                </a:lnTo>
                <a:lnTo>
                  <a:pt x="20901" y="9222"/>
                </a:lnTo>
                <a:lnTo>
                  <a:pt x="20682" y="9611"/>
                </a:lnTo>
                <a:lnTo>
                  <a:pt x="20439" y="9976"/>
                </a:lnTo>
                <a:lnTo>
                  <a:pt x="20123" y="10317"/>
                </a:lnTo>
                <a:lnTo>
                  <a:pt x="19807" y="10609"/>
                </a:lnTo>
                <a:lnTo>
                  <a:pt x="19320" y="10074"/>
                </a:lnTo>
                <a:lnTo>
                  <a:pt x="18809" y="9563"/>
                </a:lnTo>
                <a:lnTo>
                  <a:pt x="18079" y="8711"/>
                </a:lnTo>
                <a:lnTo>
                  <a:pt x="18006" y="8614"/>
                </a:lnTo>
                <a:close/>
                <a:moveTo>
                  <a:pt x="16449" y="8687"/>
                </a:moveTo>
                <a:lnTo>
                  <a:pt x="16570" y="8808"/>
                </a:lnTo>
                <a:lnTo>
                  <a:pt x="16692" y="8906"/>
                </a:lnTo>
                <a:lnTo>
                  <a:pt x="16546" y="9246"/>
                </a:lnTo>
                <a:lnTo>
                  <a:pt x="16400" y="9563"/>
                </a:lnTo>
                <a:lnTo>
                  <a:pt x="16157" y="10001"/>
                </a:lnTo>
                <a:lnTo>
                  <a:pt x="15865" y="10414"/>
                </a:lnTo>
                <a:lnTo>
                  <a:pt x="15597" y="10828"/>
                </a:lnTo>
                <a:lnTo>
                  <a:pt x="15354" y="11266"/>
                </a:lnTo>
                <a:lnTo>
                  <a:pt x="15329" y="11315"/>
                </a:lnTo>
                <a:lnTo>
                  <a:pt x="14989" y="11096"/>
                </a:lnTo>
                <a:lnTo>
                  <a:pt x="14648" y="10852"/>
                </a:lnTo>
                <a:lnTo>
                  <a:pt x="14332" y="10560"/>
                </a:lnTo>
                <a:lnTo>
                  <a:pt x="14064" y="10244"/>
                </a:lnTo>
                <a:lnTo>
                  <a:pt x="14916" y="9684"/>
                </a:lnTo>
                <a:lnTo>
                  <a:pt x="15767" y="9100"/>
                </a:lnTo>
                <a:lnTo>
                  <a:pt x="16108" y="8906"/>
                </a:lnTo>
                <a:lnTo>
                  <a:pt x="16449" y="8687"/>
                </a:lnTo>
                <a:close/>
                <a:moveTo>
                  <a:pt x="4842" y="8662"/>
                </a:moveTo>
                <a:lnTo>
                  <a:pt x="5329" y="9100"/>
                </a:lnTo>
                <a:lnTo>
                  <a:pt x="5791" y="9538"/>
                </a:lnTo>
                <a:lnTo>
                  <a:pt x="6375" y="10025"/>
                </a:lnTo>
                <a:lnTo>
                  <a:pt x="6691" y="10244"/>
                </a:lnTo>
                <a:lnTo>
                  <a:pt x="6862" y="10341"/>
                </a:lnTo>
                <a:lnTo>
                  <a:pt x="7032" y="10414"/>
                </a:lnTo>
                <a:lnTo>
                  <a:pt x="6886" y="10585"/>
                </a:lnTo>
                <a:lnTo>
                  <a:pt x="6716" y="10731"/>
                </a:lnTo>
                <a:lnTo>
                  <a:pt x="6375" y="10998"/>
                </a:lnTo>
                <a:lnTo>
                  <a:pt x="6010" y="11193"/>
                </a:lnTo>
                <a:lnTo>
                  <a:pt x="5621" y="11363"/>
                </a:lnTo>
                <a:lnTo>
                  <a:pt x="5450" y="10706"/>
                </a:lnTo>
                <a:lnTo>
                  <a:pt x="5231" y="10074"/>
                </a:lnTo>
                <a:lnTo>
                  <a:pt x="4964" y="9441"/>
                </a:lnTo>
                <a:lnTo>
                  <a:pt x="4696" y="8808"/>
                </a:lnTo>
                <a:lnTo>
                  <a:pt x="4720" y="8784"/>
                </a:lnTo>
                <a:lnTo>
                  <a:pt x="4842" y="8662"/>
                </a:lnTo>
                <a:close/>
                <a:moveTo>
                  <a:pt x="3382" y="8614"/>
                </a:moveTo>
                <a:lnTo>
                  <a:pt x="3480" y="8735"/>
                </a:lnTo>
                <a:lnTo>
                  <a:pt x="3626" y="8833"/>
                </a:lnTo>
                <a:lnTo>
                  <a:pt x="3334" y="9636"/>
                </a:lnTo>
                <a:lnTo>
                  <a:pt x="2993" y="10536"/>
                </a:lnTo>
                <a:lnTo>
                  <a:pt x="2871" y="11023"/>
                </a:lnTo>
                <a:lnTo>
                  <a:pt x="2823" y="11242"/>
                </a:lnTo>
                <a:lnTo>
                  <a:pt x="2798" y="11485"/>
                </a:lnTo>
                <a:lnTo>
                  <a:pt x="2531" y="11388"/>
                </a:lnTo>
                <a:lnTo>
                  <a:pt x="2263" y="11266"/>
                </a:lnTo>
                <a:lnTo>
                  <a:pt x="2020" y="11120"/>
                </a:lnTo>
                <a:lnTo>
                  <a:pt x="1776" y="10950"/>
                </a:lnTo>
                <a:lnTo>
                  <a:pt x="1509" y="10706"/>
                </a:lnTo>
                <a:lnTo>
                  <a:pt x="1265" y="10414"/>
                </a:lnTo>
                <a:lnTo>
                  <a:pt x="1606" y="10122"/>
                </a:lnTo>
                <a:lnTo>
                  <a:pt x="1971" y="9806"/>
                </a:lnTo>
                <a:lnTo>
                  <a:pt x="2652" y="9198"/>
                </a:lnTo>
                <a:lnTo>
                  <a:pt x="3017" y="8906"/>
                </a:lnTo>
                <a:lnTo>
                  <a:pt x="3382" y="8614"/>
                </a:lnTo>
                <a:close/>
                <a:moveTo>
                  <a:pt x="4574" y="8881"/>
                </a:moveTo>
                <a:lnTo>
                  <a:pt x="4939" y="10171"/>
                </a:lnTo>
                <a:lnTo>
                  <a:pt x="5280" y="11461"/>
                </a:lnTo>
                <a:lnTo>
                  <a:pt x="5012" y="11534"/>
                </a:lnTo>
                <a:lnTo>
                  <a:pt x="4623" y="11582"/>
                </a:lnTo>
                <a:lnTo>
                  <a:pt x="4234" y="11607"/>
                </a:lnTo>
                <a:lnTo>
                  <a:pt x="4234" y="11607"/>
                </a:lnTo>
                <a:lnTo>
                  <a:pt x="4258" y="11193"/>
                </a:lnTo>
                <a:lnTo>
                  <a:pt x="4258" y="10755"/>
                </a:lnTo>
                <a:lnTo>
                  <a:pt x="4258" y="9928"/>
                </a:lnTo>
                <a:lnTo>
                  <a:pt x="4307" y="8979"/>
                </a:lnTo>
                <a:lnTo>
                  <a:pt x="4428" y="8930"/>
                </a:lnTo>
                <a:lnTo>
                  <a:pt x="4574" y="8881"/>
                </a:lnTo>
                <a:close/>
                <a:moveTo>
                  <a:pt x="3918" y="8954"/>
                </a:moveTo>
                <a:lnTo>
                  <a:pt x="4039" y="8979"/>
                </a:lnTo>
                <a:lnTo>
                  <a:pt x="4039" y="9733"/>
                </a:lnTo>
                <a:lnTo>
                  <a:pt x="3991" y="10682"/>
                </a:lnTo>
                <a:lnTo>
                  <a:pt x="3991" y="11144"/>
                </a:lnTo>
                <a:lnTo>
                  <a:pt x="3991" y="11631"/>
                </a:lnTo>
                <a:lnTo>
                  <a:pt x="3480" y="11607"/>
                </a:lnTo>
                <a:lnTo>
                  <a:pt x="3212" y="11558"/>
                </a:lnTo>
                <a:lnTo>
                  <a:pt x="2969" y="11509"/>
                </a:lnTo>
                <a:lnTo>
                  <a:pt x="3066" y="11339"/>
                </a:lnTo>
                <a:lnTo>
                  <a:pt x="3139" y="11120"/>
                </a:lnTo>
                <a:lnTo>
                  <a:pt x="3261" y="10706"/>
                </a:lnTo>
                <a:lnTo>
                  <a:pt x="3382" y="10293"/>
                </a:lnTo>
                <a:lnTo>
                  <a:pt x="3504" y="9879"/>
                </a:lnTo>
                <a:lnTo>
                  <a:pt x="3699" y="9417"/>
                </a:lnTo>
                <a:lnTo>
                  <a:pt x="3893" y="8954"/>
                </a:lnTo>
                <a:close/>
                <a:moveTo>
                  <a:pt x="17690" y="8784"/>
                </a:moveTo>
                <a:lnTo>
                  <a:pt x="18079" y="9222"/>
                </a:lnTo>
                <a:lnTo>
                  <a:pt x="18468" y="9636"/>
                </a:lnTo>
                <a:lnTo>
                  <a:pt x="18979" y="10268"/>
                </a:lnTo>
                <a:lnTo>
                  <a:pt x="19247" y="10560"/>
                </a:lnTo>
                <a:lnTo>
                  <a:pt x="19539" y="10828"/>
                </a:lnTo>
                <a:lnTo>
                  <a:pt x="19247" y="11023"/>
                </a:lnTo>
                <a:lnTo>
                  <a:pt x="18955" y="11217"/>
                </a:lnTo>
                <a:lnTo>
                  <a:pt x="18663" y="11363"/>
                </a:lnTo>
                <a:lnTo>
                  <a:pt x="18371" y="11485"/>
                </a:lnTo>
                <a:lnTo>
                  <a:pt x="18103" y="11582"/>
                </a:lnTo>
                <a:lnTo>
                  <a:pt x="17860" y="11631"/>
                </a:lnTo>
                <a:lnTo>
                  <a:pt x="17811" y="11217"/>
                </a:lnTo>
                <a:lnTo>
                  <a:pt x="17738" y="10779"/>
                </a:lnTo>
                <a:lnTo>
                  <a:pt x="17592" y="9928"/>
                </a:lnTo>
                <a:lnTo>
                  <a:pt x="17519" y="9441"/>
                </a:lnTo>
                <a:lnTo>
                  <a:pt x="17471" y="8930"/>
                </a:lnTo>
                <a:lnTo>
                  <a:pt x="17519" y="8906"/>
                </a:lnTo>
                <a:lnTo>
                  <a:pt x="17617" y="8857"/>
                </a:lnTo>
                <a:lnTo>
                  <a:pt x="17690" y="8784"/>
                </a:lnTo>
                <a:close/>
                <a:moveTo>
                  <a:pt x="17154" y="9003"/>
                </a:moveTo>
                <a:lnTo>
                  <a:pt x="17227" y="9490"/>
                </a:lnTo>
                <a:lnTo>
                  <a:pt x="17300" y="9976"/>
                </a:lnTo>
                <a:lnTo>
                  <a:pt x="17422" y="10828"/>
                </a:lnTo>
                <a:lnTo>
                  <a:pt x="17471" y="11266"/>
                </a:lnTo>
                <a:lnTo>
                  <a:pt x="17544" y="11704"/>
                </a:lnTo>
                <a:lnTo>
                  <a:pt x="17300" y="11728"/>
                </a:lnTo>
                <a:lnTo>
                  <a:pt x="17033" y="11728"/>
                </a:lnTo>
                <a:lnTo>
                  <a:pt x="16765" y="11704"/>
                </a:lnTo>
                <a:lnTo>
                  <a:pt x="16522" y="11680"/>
                </a:lnTo>
                <a:lnTo>
                  <a:pt x="16254" y="11631"/>
                </a:lnTo>
                <a:lnTo>
                  <a:pt x="16011" y="11582"/>
                </a:lnTo>
                <a:lnTo>
                  <a:pt x="15767" y="11485"/>
                </a:lnTo>
                <a:lnTo>
                  <a:pt x="15524" y="11388"/>
                </a:lnTo>
                <a:lnTo>
                  <a:pt x="15694" y="11242"/>
                </a:lnTo>
                <a:lnTo>
                  <a:pt x="15840" y="11071"/>
                </a:lnTo>
                <a:lnTo>
                  <a:pt x="16108" y="10682"/>
                </a:lnTo>
                <a:lnTo>
                  <a:pt x="16351" y="10268"/>
                </a:lnTo>
                <a:lnTo>
                  <a:pt x="16570" y="9855"/>
                </a:lnTo>
                <a:lnTo>
                  <a:pt x="16789" y="9465"/>
                </a:lnTo>
                <a:lnTo>
                  <a:pt x="17008" y="9003"/>
                </a:lnTo>
                <a:close/>
                <a:moveTo>
                  <a:pt x="14624" y="0"/>
                </a:moveTo>
                <a:lnTo>
                  <a:pt x="14478" y="24"/>
                </a:lnTo>
                <a:lnTo>
                  <a:pt x="14332" y="73"/>
                </a:lnTo>
                <a:lnTo>
                  <a:pt x="14186" y="122"/>
                </a:lnTo>
                <a:lnTo>
                  <a:pt x="14064" y="219"/>
                </a:lnTo>
                <a:lnTo>
                  <a:pt x="14040" y="268"/>
                </a:lnTo>
                <a:lnTo>
                  <a:pt x="14015" y="292"/>
                </a:lnTo>
                <a:lnTo>
                  <a:pt x="14015" y="389"/>
                </a:lnTo>
                <a:lnTo>
                  <a:pt x="14064" y="487"/>
                </a:lnTo>
                <a:lnTo>
                  <a:pt x="14161" y="535"/>
                </a:lnTo>
                <a:lnTo>
                  <a:pt x="14161" y="779"/>
                </a:lnTo>
                <a:lnTo>
                  <a:pt x="14210" y="998"/>
                </a:lnTo>
                <a:lnTo>
                  <a:pt x="14259" y="1241"/>
                </a:lnTo>
                <a:lnTo>
                  <a:pt x="14332" y="1460"/>
                </a:lnTo>
                <a:lnTo>
                  <a:pt x="14648" y="2336"/>
                </a:lnTo>
                <a:lnTo>
                  <a:pt x="14745" y="2652"/>
                </a:lnTo>
                <a:lnTo>
                  <a:pt x="11655" y="2652"/>
                </a:lnTo>
                <a:lnTo>
                  <a:pt x="9928" y="2628"/>
                </a:lnTo>
                <a:lnTo>
                  <a:pt x="8614" y="2628"/>
                </a:lnTo>
                <a:lnTo>
                  <a:pt x="8419" y="2652"/>
                </a:lnTo>
                <a:lnTo>
                  <a:pt x="8200" y="2677"/>
                </a:lnTo>
                <a:lnTo>
                  <a:pt x="8054" y="2360"/>
                </a:lnTo>
                <a:lnTo>
                  <a:pt x="7665" y="1436"/>
                </a:lnTo>
                <a:lnTo>
                  <a:pt x="7567" y="1144"/>
                </a:lnTo>
                <a:lnTo>
                  <a:pt x="7494" y="1022"/>
                </a:lnTo>
                <a:lnTo>
                  <a:pt x="7397" y="900"/>
                </a:lnTo>
                <a:lnTo>
                  <a:pt x="7421" y="900"/>
                </a:lnTo>
                <a:lnTo>
                  <a:pt x="7835" y="973"/>
                </a:lnTo>
                <a:lnTo>
                  <a:pt x="8249" y="1071"/>
                </a:lnTo>
                <a:lnTo>
                  <a:pt x="8468" y="1095"/>
                </a:lnTo>
                <a:lnTo>
                  <a:pt x="8881" y="1095"/>
                </a:lnTo>
                <a:lnTo>
                  <a:pt x="9076" y="1046"/>
                </a:lnTo>
                <a:lnTo>
                  <a:pt x="9149" y="1022"/>
                </a:lnTo>
                <a:lnTo>
                  <a:pt x="9198" y="973"/>
                </a:lnTo>
                <a:lnTo>
                  <a:pt x="9246" y="925"/>
                </a:lnTo>
                <a:lnTo>
                  <a:pt x="9246" y="852"/>
                </a:lnTo>
                <a:lnTo>
                  <a:pt x="9246" y="779"/>
                </a:lnTo>
                <a:lnTo>
                  <a:pt x="9246" y="730"/>
                </a:lnTo>
                <a:lnTo>
                  <a:pt x="9198" y="657"/>
                </a:lnTo>
                <a:lnTo>
                  <a:pt x="9149" y="608"/>
                </a:lnTo>
                <a:lnTo>
                  <a:pt x="8954" y="535"/>
                </a:lnTo>
                <a:lnTo>
                  <a:pt x="8760" y="462"/>
                </a:lnTo>
                <a:lnTo>
                  <a:pt x="8541" y="389"/>
                </a:lnTo>
                <a:lnTo>
                  <a:pt x="8297" y="365"/>
                </a:lnTo>
                <a:lnTo>
                  <a:pt x="7835" y="316"/>
                </a:lnTo>
                <a:lnTo>
                  <a:pt x="7397" y="268"/>
                </a:lnTo>
                <a:lnTo>
                  <a:pt x="6570" y="146"/>
                </a:lnTo>
                <a:lnTo>
                  <a:pt x="6351" y="122"/>
                </a:lnTo>
                <a:lnTo>
                  <a:pt x="6132" y="97"/>
                </a:lnTo>
                <a:lnTo>
                  <a:pt x="5937" y="122"/>
                </a:lnTo>
                <a:lnTo>
                  <a:pt x="5742" y="146"/>
                </a:lnTo>
                <a:lnTo>
                  <a:pt x="5669" y="195"/>
                </a:lnTo>
                <a:lnTo>
                  <a:pt x="5621" y="219"/>
                </a:lnTo>
                <a:lnTo>
                  <a:pt x="5596" y="268"/>
                </a:lnTo>
                <a:lnTo>
                  <a:pt x="5572" y="341"/>
                </a:lnTo>
                <a:lnTo>
                  <a:pt x="5572" y="389"/>
                </a:lnTo>
                <a:lnTo>
                  <a:pt x="5596" y="438"/>
                </a:lnTo>
                <a:lnTo>
                  <a:pt x="5621" y="511"/>
                </a:lnTo>
                <a:lnTo>
                  <a:pt x="5694" y="535"/>
                </a:lnTo>
                <a:lnTo>
                  <a:pt x="5840" y="633"/>
                </a:lnTo>
                <a:lnTo>
                  <a:pt x="5986" y="681"/>
                </a:lnTo>
                <a:lnTo>
                  <a:pt x="6351" y="779"/>
                </a:lnTo>
                <a:lnTo>
                  <a:pt x="6716" y="827"/>
                </a:lnTo>
                <a:lnTo>
                  <a:pt x="7081" y="876"/>
                </a:lnTo>
                <a:lnTo>
                  <a:pt x="7056" y="1046"/>
                </a:lnTo>
                <a:lnTo>
                  <a:pt x="7056" y="1241"/>
                </a:lnTo>
                <a:lnTo>
                  <a:pt x="7105" y="1411"/>
                </a:lnTo>
                <a:lnTo>
                  <a:pt x="7154" y="1606"/>
                </a:lnTo>
                <a:lnTo>
                  <a:pt x="7324" y="1995"/>
                </a:lnTo>
                <a:lnTo>
                  <a:pt x="7470" y="2312"/>
                </a:lnTo>
                <a:lnTo>
                  <a:pt x="7762" y="3042"/>
                </a:lnTo>
                <a:lnTo>
                  <a:pt x="7665" y="3115"/>
                </a:lnTo>
                <a:lnTo>
                  <a:pt x="7567" y="3188"/>
                </a:lnTo>
                <a:lnTo>
                  <a:pt x="7397" y="3382"/>
                </a:lnTo>
                <a:lnTo>
                  <a:pt x="7105" y="3796"/>
                </a:lnTo>
                <a:lnTo>
                  <a:pt x="6594" y="4477"/>
                </a:lnTo>
                <a:lnTo>
                  <a:pt x="6521" y="4429"/>
                </a:lnTo>
                <a:lnTo>
                  <a:pt x="6448" y="4404"/>
                </a:lnTo>
                <a:lnTo>
                  <a:pt x="6375" y="4429"/>
                </a:lnTo>
                <a:lnTo>
                  <a:pt x="6059" y="4234"/>
                </a:lnTo>
                <a:lnTo>
                  <a:pt x="5718" y="4064"/>
                </a:lnTo>
                <a:lnTo>
                  <a:pt x="5353" y="3918"/>
                </a:lnTo>
                <a:lnTo>
                  <a:pt x="5012" y="3820"/>
                </a:lnTo>
                <a:lnTo>
                  <a:pt x="4647" y="3772"/>
                </a:lnTo>
                <a:lnTo>
                  <a:pt x="4282" y="3747"/>
                </a:lnTo>
                <a:lnTo>
                  <a:pt x="3893" y="3747"/>
                </a:lnTo>
                <a:lnTo>
                  <a:pt x="3528" y="3772"/>
                </a:lnTo>
                <a:lnTo>
                  <a:pt x="3188" y="3845"/>
                </a:lnTo>
                <a:lnTo>
                  <a:pt x="2823" y="3966"/>
                </a:lnTo>
                <a:lnTo>
                  <a:pt x="2482" y="4088"/>
                </a:lnTo>
                <a:lnTo>
                  <a:pt x="2141" y="4258"/>
                </a:lnTo>
                <a:lnTo>
                  <a:pt x="1825" y="4453"/>
                </a:lnTo>
                <a:lnTo>
                  <a:pt x="1509" y="4672"/>
                </a:lnTo>
                <a:lnTo>
                  <a:pt x="1241" y="4915"/>
                </a:lnTo>
                <a:lnTo>
                  <a:pt x="973" y="5207"/>
                </a:lnTo>
                <a:lnTo>
                  <a:pt x="706" y="5548"/>
                </a:lnTo>
                <a:lnTo>
                  <a:pt x="487" y="5913"/>
                </a:lnTo>
                <a:lnTo>
                  <a:pt x="316" y="6302"/>
                </a:lnTo>
                <a:lnTo>
                  <a:pt x="195" y="6716"/>
                </a:lnTo>
                <a:lnTo>
                  <a:pt x="73" y="7129"/>
                </a:lnTo>
                <a:lnTo>
                  <a:pt x="24" y="7567"/>
                </a:lnTo>
                <a:lnTo>
                  <a:pt x="0" y="8005"/>
                </a:lnTo>
                <a:lnTo>
                  <a:pt x="24" y="8443"/>
                </a:lnTo>
                <a:lnTo>
                  <a:pt x="73" y="8881"/>
                </a:lnTo>
                <a:lnTo>
                  <a:pt x="170" y="9295"/>
                </a:lnTo>
                <a:lnTo>
                  <a:pt x="292" y="9709"/>
                </a:lnTo>
                <a:lnTo>
                  <a:pt x="462" y="10122"/>
                </a:lnTo>
                <a:lnTo>
                  <a:pt x="657" y="10487"/>
                </a:lnTo>
                <a:lnTo>
                  <a:pt x="900" y="10852"/>
                </a:lnTo>
                <a:lnTo>
                  <a:pt x="1192" y="11169"/>
                </a:lnTo>
                <a:lnTo>
                  <a:pt x="1484" y="11461"/>
                </a:lnTo>
                <a:lnTo>
                  <a:pt x="1679" y="11607"/>
                </a:lnTo>
                <a:lnTo>
                  <a:pt x="1874" y="11728"/>
                </a:lnTo>
                <a:lnTo>
                  <a:pt x="2068" y="11826"/>
                </a:lnTo>
                <a:lnTo>
                  <a:pt x="2287" y="11923"/>
                </a:lnTo>
                <a:lnTo>
                  <a:pt x="2506" y="11996"/>
                </a:lnTo>
                <a:lnTo>
                  <a:pt x="2725" y="12045"/>
                </a:lnTo>
                <a:lnTo>
                  <a:pt x="3163" y="12142"/>
                </a:lnTo>
                <a:lnTo>
                  <a:pt x="3626" y="12166"/>
                </a:lnTo>
                <a:lnTo>
                  <a:pt x="4088" y="12166"/>
                </a:lnTo>
                <a:lnTo>
                  <a:pt x="4550" y="12142"/>
                </a:lnTo>
                <a:lnTo>
                  <a:pt x="4988" y="12093"/>
                </a:lnTo>
                <a:lnTo>
                  <a:pt x="5450" y="11996"/>
                </a:lnTo>
                <a:lnTo>
                  <a:pt x="5840" y="11874"/>
                </a:lnTo>
                <a:lnTo>
                  <a:pt x="6229" y="11704"/>
                </a:lnTo>
                <a:lnTo>
                  <a:pt x="6594" y="11485"/>
                </a:lnTo>
                <a:lnTo>
                  <a:pt x="6910" y="11217"/>
                </a:lnTo>
                <a:lnTo>
                  <a:pt x="7202" y="10925"/>
                </a:lnTo>
                <a:lnTo>
                  <a:pt x="7494" y="10585"/>
                </a:lnTo>
                <a:lnTo>
                  <a:pt x="7738" y="10220"/>
                </a:lnTo>
                <a:lnTo>
                  <a:pt x="7981" y="9806"/>
                </a:lnTo>
                <a:lnTo>
                  <a:pt x="8151" y="9368"/>
                </a:lnTo>
                <a:lnTo>
                  <a:pt x="8297" y="8881"/>
                </a:lnTo>
                <a:lnTo>
                  <a:pt x="8395" y="8395"/>
                </a:lnTo>
                <a:lnTo>
                  <a:pt x="10244" y="8346"/>
                </a:lnTo>
                <a:lnTo>
                  <a:pt x="10293" y="8419"/>
                </a:lnTo>
                <a:lnTo>
                  <a:pt x="10366" y="8443"/>
                </a:lnTo>
                <a:lnTo>
                  <a:pt x="10439" y="8468"/>
                </a:lnTo>
                <a:lnTo>
                  <a:pt x="10512" y="8443"/>
                </a:lnTo>
                <a:lnTo>
                  <a:pt x="10585" y="8395"/>
                </a:lnTo>
                <a:lnTo>
                  <a:pt x="10633" y="8346"/>
                </a:lnTo>
                <a:lnTo>
                  <a:pt x="10682" y="8273"/>
                </a:lnTo>
                <a:lnTo>
                  <a:pt x="10682" y="8200"/>
                </a:lnTo>
                <a:lnTo>
                  <a:pt x="10925" y="7981"/>
                </a:lnTo>
                <a:lnTo>
                  <a:pt x="11169" y="7762"/>
                </a:lnTo>
                <a:lnTo>
                  <a:pt x="11582" y="7300"/>
                </a:lnTo>
                <a:lnTo>
                  <a:pt x="12190" y="6618"/>
                </a:lnTo>
                <a:lnTo>
                  <a:pt x="12799" y="5913"/>
                </a:lnTo>
                <a:lnTo>
                  <a:pt x="13894" y="4623"/>
                </a:lnTo>
                <a:lnTo>
                  <a:pt x="14964" y="3285"/>
                </a:lnTo>
                <a:lnTo>
                  <a:pt x="15329" y="4258"/>
                </a:lnTo>
                <a:lnTo>
                  <a:pt x="14964" y="4429"/>
                </a:lnTo>
                <a:lnTo>
                  <a:pt x="14648" y="4623"/>
                </a:lnTo>
                <a:lnTo>
                  <a:pt x="14332" y="4866"/>
                </a:lnTo>
                <a:lnTo>
                  <a:pt x="14040" y="5110"/>
                </a:lnTo>
                <a:lnTo>
                  <a:pt x="13796" y="5402"/>
                </a:lnTo>
                <a:lnTo>
                  <a:pt x="13553" y="5718"/>
                </a:lnTo>
                <a:lnTo>
                  <a:pt x="13358" y="6034"/>
                </a:lnTo>
                <a:lnTo>
                  <a:pt x="13188" y="6375"/>
                </a:lnTo>
                <a:lnTo>
                  <a:pt x="13042" y="6740"/>
                </a:lnTo>
                <a:lnTo>
                  <a:pt x="12945" y="7105"/>
                </a:lnTo>
                <a:lnTo>
                  <a:pt x="12872" y="7494"/>
                </a:lnTo>
                <a:lnTo>
                  <a:pt x="12823" y="7859"/>
                </a:lnTo>
                <a:lnTo>
                  <a:pt x="12823" y="8249"/>
                </a:lnTo>
                <a:lnTo>
                  <a:pt x="12847" y="8638"/>
                </a:lnTo>
                <a:lnTo>
                  <a:pt x="12920" y="9027"/>
                </a:lnTo>
                <a:lnTo>
                  <a:pt x="13018" y="9417"/>
                </a:lnTo>
                <a:lnTo>
                  <a:pt x="13188" y="9830"/>
                </a:lnTo>
                <a:lnTo>
                  <a:pt x="13383" y="10244"/>
                </a:lnTo>
                <a:lnTo>
                  <a:pt x="13626" y="10585"/>
                </a:lnTo>
                <a:lnTo>
                  <a:pt x="13918" y="10925"/>
                </a:lnTo>
                <a:lnTo>
                  <a:pt x="14210" y="11217"/>
                </a:lnTo>
                <a:lnTo>
                  <a:pt x="14551" y="11485"/>
                </a:lnTo>
                <a:lnTo>
                  <a:pt x="14916" y="11704"/>
                </a:lnTo>
                <a:lnTo>
                  <a:pt x="15305" y="11874"/>
                </a:lnTo>
                <a:lnTo>
                  <a:pt x="15694" y="12020"/>
                </a:lnTo>
                <a:lnTo>
                  <a:pt x="16108" y="12142"/>
                </a:lnTo>
                <a:lnTo>
                  <a:pt x="16522" y="12215"/>
                </a:lnTo>
                <a:lnTo>
                  <a:pt x="16960" y="12239"/>
                </a:lnTo>
                <a:lnTo>
                  <a:pt x="17398" y="12239"/>
                </a:lnTo>
                <a:lnTo>
                  <a:pt x="17836" y="12191"/>
                </a:lnTo>
                <a:lnTo>
                  <a:pt x="18249" y="12093"/>
                </a:lnTo>
                <a:lnTo>
                  <a:pt x="18687" y="11947"/>
                </a:lnTo>
                <a:lnTo>
                  <a:pt x="19052" y="11777"/>
                </a:lnTo>
                <a:lnTo>
                  <a:pt x="19442" y="11582"/>
                </a:lnTo>
                <a:lnTo>
                  <a:pt x="19782" y="11339"/>
                </a:lnTo>
                <a:lnTo>
                  <a:pt x="20123" y="11096"/>
                </a:lnTo>
                <a:lnTo>
                  <a:pt x="20439" y="10804"/>
                </a:lnTo>
                <a:lnTo>
                  <a:pt x="20707" y="10487"/>
                </a:lnTo>
                <a:lnTo>
                  <a:pt x="20974" y="10147"/>
                </a:lnTo>
                <a:lnTo>
                  <a:pt x="21193" y="9782"/>
                </a:lnTo>
                <a:lnTo>
                  <a:pt x="21388" y="9417"/>
                </a:lnTo>
                <a:lnTo>
                  <a:pt x="21534" y="9027"/>
                </a:lnTo>
                <a:lnTo>
                  <a:pt x="21631" y="8614"/>
                </a:lnTo>
                <a:lnTo>
                  <a:pt x="21680" y="8224"/>
                </a:lnTo>
                <a:lnTo>
                  <a:pt x="21704" y="7811"/>
                </a:lnTo>
                <a:lnTo>
                  <a:pt x="21656" y="7397"/>
                </a:lnTo>
                <a:lnTo>
                  <a:pt x="21583" y="6983"/>
                </a:lnTo>
                <a:lnTo>
                  <a:pt x="21412" y="6570"/>
                </a:lnTo>
                <a:lnTo>
                  <a:pt x="21218" y="6180"/>
                </a:lnTo>
                <a:lnTo>
                  <a:pt x="20974" y="5791"/>
                </a:lnTo>
                <a:lnTo>
                  <a:pt x="20682" y="5450"/>
                </a:lnTo>
                <a:lnTo>
                  <a:pt x="20342" y="5110"/>
                </a:lnTo>
                <a:lnTo>
                  <a:pt x="20001" y="4818"/>
                </a:lnTo>
                <a:lnTo>
                  <a:pt x="19636" y="4526"/>
                </a:lnTo>
                <a:lnTo>
                  <a:pt x="19247" y="4307"/>
                </a:lnTo>
                <a:lnTo>
                  <a:pt x="18858" y="4088"/>
                </a:lnTo>
                <a:lnTo>
                  <a:pt x="18493" y="3942"/>
                </a:lnTo>
                <a:lnTo>
                  <a:pt x="18103" y="3845"/>
                </a:lnTo>
                <a:lnTo>
                  <a:pt x="17738" y="3772"/>
                </a:lnTo>
                <a:lnTo>
                  <a:pt x="17349" y="3747"/>
                </a:lnTo>
                <a:lnTo>
                  <a:pt x="16960" y="3747"/>
                </a:lnTo>
                <a:lnTo>
                  <a:pt x="16570" y="3820"/>
                </a:lnTo>
                <a:lnTo>
                  <a:pt x="16205" y="3918"/>
                </a:lnTo>
                <a:lnTo>
                  <a:pt x="15840" y="4039"/>
                </a:lnTo>
                <a:lnTo>
                  <a:pt x="15159" y="2214"/>
                </a:lnTo>
                <a:lnTo>
                  <a:pt x="15013" y="1801"/>
                </a:lnTo>
                <a:lnTo>
                  <a:pt x="14891" y="1387"/>
                </a:lnTo>
                <a:lnTo>
                  <a:pt x="14721" y="973"/>
                </a:lnTo>
                <a:lnTo>
                  <a:pt x="14648" y="779"/>
                </a:lnTo>
                <a:lnTo>
                  <a:pt x="14526" y="584"/>
                </a:lnTo>
                <a:lnTo>
                  <a:pt x="14794" y="560"/>
                </a:lnTo>
                <a:lnTo>
                  <a:pt x="15256" y="560"/>
                </a:lnTo>
                <a:lnTo>
                  <a:pt x="15475" y="584"/>
                </a:lnTo>
                <a:lnTo>
                  <a:pt x="15694" y="633"/>
                </a:lnTo>
                <a:lnTo>
                  <a:pt x="15816" y="657"/>
                </a:lnTo>
                <a:lnTo>
                  <a:pt x="15840" y="706"/>
                </a:lnTo>
                <a:lnTo>
                  <a:pt x="15865" y="730"/>
                </a:lnTo>
                <a:lnTo>
                  <a:pt x="15865" y="852"/>
                </a:lnTo>
                <a:lnTo>
                  <a:pt x="15840" y="1022"/>
                </a:lnTo>
                <a:lnTo>
                  <a:pt x="15743" y="1119"/>
                </a:lnTo>
                <a:lnTo>
                  <a:pt x="15646" y="1217"/>
                </a:lnTo>
                <a:lnTo>
                  <a:pt x="15621" y="1314"/>
                </a:lnTo>
                <a:lnTo>
                  <a:pt x="15621" y="1387"/>
                </a:lnTo>
                <a:lnTo>
                  <a:pt x="15646" y="1411"/>
                </a:lnTo>
                <a:lnTo>
                  <a:pt x="15670" y="1436"/>
                </a:lnTo>
                <a:lnTo>
                  <a:pt x="15743" y="1484"/>
                </a:lnTo>
                <a:lnTo>
                  <a:pt x="15840" y="1484"/>
                </a:lnTo>
                <a:lnTo>
                  <a:pt x="16011" y="1387"/>
                </a:lnTo>
                <a:lnTo>
                  <a:pt x="16157" y="1265"/>
                </a:lnTo>
                <a:lnTo>
                  <a:pt x="16278" y="1119"/>
                </a:lnTo>
                <a:lnTo>
                  <a:pt x="16376" y="949"/>
                </a:lnTo>
                <a:lnTo>
                  <a:pt x="16424" y="779"/>
                </a:lnTo>
                <a:lnTo>
                  <a:pt x="16424" y="681"/>
                </a:lnTo>
                <a:lnTo>
                  <a:pt x="16400" y="584"/>
                </a:lnTo>
                <a:lnTo>
                  <a:pt x="16376" y="511"/>
                </a:lnTo>
                <a:lnTo>
                  <a:pt x="16327" y="414"/>
                </a:lnTo>
                <a:lnTo>
                  <a:pt x="16254" y="341"/>
                </a:lnTo>
                <a:lnTo>
                  <a:pt x="16157" y="268"/>
                </a:lnTo>
                <a:lnTo>
                  <a:pt x="15938" y="170"/>
                </a:lnTo>
                <a:lnTo>
                  <a:pt x="15719" y="97"/>
                </a:lnTo>
                <a:lnTo>
                  <a:pt x="15475" y="49"/>
                </a:lnTo>
                <a:lnTo>
                  <a:pt x="15232" y="24"/>
                </a:lnTo>
                <a:lnTo>
                  <a:pt x="14940" y="0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32"/>
          <p:cNvSpPr/>
          <p:nvPr/>
        </p:nvSpPr>
        <p:spPr>
          <a:xfrm>
            <a:off x="1751605" y="2591382"/>
            <a:ext cx="333722" cy="282025"/>
          </a:xfrm>
          <a:custGeom>
            <a:rect b="b" l="l" r="r" t="t"/>
            <a:pathLst>
              <a:path extrusionOk="0" h="16328" w="19321">
                <a:moveTo>
                  <a:pt x="15403" y="1996"/>
                </a:moveTo>
                <a:lnTo>
                  <a:pt x="15573" y="2215"/>
                </a:lnTo>
                <a:lnTo>
                  <a:pt x="15695" y="2458"/>
                </a:lnTo>
                <a:lnTo>
                  <a:pt x="15500" y="2531"/>
                </a:lnTo>
                <a:lnTo>
                  <a:pt x="15306" y="2629"/>
                </a:lnTo>
                <a:lnTo>
                  <a:pt x="14916" y="2799"/>
                </a:lnTo>
                <a:lnTo>
                  <a:pt x="14819" y="2483"/>
                </a:lnTo>
                <a:lnTo>
                  <a:pt x="14673" y="2215"/>
                </a:lnTo>
                <a:lnTo>
                  <a:pt x="14965" y="2118"/>
                </a:lnTo>
                <a:lnTo>
                  <a:pt x="15403" y="1996"/>
                </a:lnTo>
                <a:close/>
                <a:moveTo>
                  <a:pt x="15817" y="2702"/>
                </a:moveTo>
                <a:lnTo>
                  <a:pt x="16011" y="3140"/>
                </a:lnTo>
                <a:lnTo>
                  <a:pt x="15646" y="3286"/>
                </a:lnTo>
                <a:lnTo>
                  <a:pt x="15379" y="3407"/>
                </a:lnTo>
                <a:lnTo>
                  <a:pt x="15111" y="3553"/>
                </a:lnTo>
                <a:lnTo>
                  <a:pt x="14989" y="3042"/>
                </a:lnTo>
                <a:lnTo>
                  <a:pt x="15306" y="2921"/>
                </a:lnTo>
                <a:lnTo>
                  <a:pt x="15573" y="2823"/>
                </a:lnTo>
                <a:lnTo>
                  <a:pt x="15817" y="2702"/>
                </a:lnTo>
                <a:close/>
                <a:moveTo>
                  <a:pt x="16084" y="3286"/>
                </a:moveTo>
                <a:lnTo>
                  <a:pt x="16206" y="3602"/>
                </a:lnTo>
                <a:lnTo>
                  <a:pt x="15817" y="3772"/>
                </a:lnTo>
                <a:lnTo>
                  <a:pt x="15500" y="3894"/>
                </a:lnTo>
                <a:lnTo>
                  <a:pt x="15354" y="3943"/>
                </a:lnTo>
                <a:lnTo>
                  <a:pt x="15208" y="4040"/>
                </a:lnTo>
                <a:lnTo>
                  <a:pt x="15135" y="3699"/>
                </a:lnTo>
                <a:lnTo>
                  <a:pt x="15427" y="3578"/>
                </a:lnTo>
                <a:lnTo>
                  <a:pt x="15719" y="3456"/>
                </a:lnTo>
                <a:lnTo>
                  <a:pt x="16084" y="3286"/>
                </a:lnTo>
                <a:close/>
                <a:moveTo>
                  <a:pt x="16303" y="3894"/>
                </a:moveTo>
                <a:lnTo>
                  <a:pt x="16449" y="4283"/>
                </a:lnTo>
                <a:lnTo>
                  <a:pt x="16376" y="4259"/>
                </a:lnTo>
                <a:lnTo>
                  <a:pt x="16279" y="4259"/>
                </a:lnTo>
                <a:lnTo>
                  <a:pt x="16133" y="4308"/>
                </a:lnTo>
                <a:lnTo>
                  <a:pt x="15841" y="4454"/>
                </a:lnTo>
                <a:lnTo>
                  <a:pt x="15598" y="4575"/>
                </a:lnTo>
                <a:lnTo>
                  <a:pt x="15379" y="4697"/>
                </a:lnTo>
                <a:lnTo>
                  <a:pt x="15257" y="4259"/>
                </a:lnTo>
                <a:lnTo>
                  <a:pt x="15427" y="4210"/>
                </a:lnTo>
                <a:lnTo>
                  <a:pt x="15573" y="4162"/>
                </a:lnTo>
                <a:lnTo>
                  <a:pt x="15890" y="4040"/>
                </a:lnTo>
                <a:lnTo>
                  <a:pt x="16303" y="3894"/>
                </a:lnTo>
                <a:close/>
                <a:moveTo>
                  <a:pt x="16498" y="4405"/>
                </a:moveTo>
                <a:lnTo>
                  <a:pt x="16498" y="4454"/>
                </a:lnTo>
                <a:lnTo>
                  <a:pt x="16595" y="4721"/>
                </a:lnTo>
                <a:lnTo>
                  <a:pt x="16449" y="4770"/>
                </a:lnTo>
                <a:lnTo>
                  <a:pt x="16303" y="4819"/>
                </a:lnTo>
                <a:lnTo>
                  <a:pt x="16011" y="4965"/>
                </a:lnTo>
                <a:lnTo>
                  <a:pt x="15768" y="5086"/>
                </a:lnTo>
                <a:lnTo>
                  <a:pt x="15622" y="5184"/>
                </a:lnTo>
                <a:lnTo>
                  <a:pt x="15549" y="5232"/>
                </a:lnTo>
                <a:lnTo>
                  <a:pt x="15525" y="5305"/>
                </a:lnTo>
                <a:lnTo>
                  <a:pt x="15427" y="4892"/>
                </a:lnTo>
                <a:lnTo>
                  <a:pt x="15695" y="4819"/>
                </a:lnTo>
                <a:lnTo>
                  <a:pt x="15938" y="4721"/>
                </a:lnTo>
                <a:lnTo>
                  <a:pt x="16255" y="4624"/>
                </a:lnTo>
                <a:lnTo>
                  <a:pt x="16401" y="4527"/>
                </a:lnTo>
                <a:lnTo>
                  <a:pt x="16449" y="4478"/>
                </a:lnTo>
                <a:lnTo>
                  <a:pt x="16498" y="4405"/>
                </a:lnTo>
                <a:close/>
                <a:moveTo>
                  <a:pt x="16717" y="5062"/>
                </a:moveTo>
                <a:lnTo>
                  <a:pt x="16814" y="5305"/>
                </a:lnTo>
                <a:lnTo>
                  <a:pt x="16547" y="5403"/>
                </a:lnTo>
                <a:lnTo>
                  <a:pt x="16303" y="5524"/>
                </a:lnTo>
                <a:lnTo>
                  <a:pt x="15987" y="5670"/>
                </a:lnTo>
                <a:lnTo>
                  <a:pt x="15817" y="5743"/>
                </a:lnTo>
                <a:lnTo>
                  <a:pt x="15671" y="5816"/>
                </a:lnTo>
                <a:lnTo>
                  <a:pt x="15549" y="5354"/>
                </a:lnTo>
                <a:lnTo>
                  <a:pt x="15622" y="5403"/>
                </a:lnTo>
                <a:lnTo>
                  <a:pt x="15719" y="5427"/>
                </a:lnTo>
                <a:lnTo>
                  <a:pt x="15792" y="5403"/>
                </a:lnTo>
                <a:lnTo>
                  <a:pt x="15890" y="5378"/>
                </a:lnTo>
                <a:lnTo>
                  <a:pt x="16084" y="5305"/>
                </a:lnTo>
                <a:lnTo>
                  <a:pt x="16255" y="5257"/>
                </a:lnTo>
                <a:lnTo>
                  <a:pt x="16498" y="5159"/>
                </a:lnTo>
                <a:lnTo>
                  <a:pt x="16620" y="5111"/>
                </a:lnTo>
                <a:lnTo>
                  <a:pt x="16717" y="5062"/>
                </a:lnTo>
                <a:close/>
                <a:moveTo>
                  <a:pt x="17082" y="4551"/>
                </a:moveTo>
                <a:lnTo>
                  <a:pt x="17106" y="4575"/>
                </a:lnTo>
                <a:lnTo>
                  <a:pt x="17228" y="4673"/>
                </a:lnTo>
                <a:lnTo>
                  <a:pt x="17350" y="4746"/>
                </a:lnTo>
                <a:lnTo>
                  <a:pt x="17496" y="4794"/>
                </a:lnTo>
                <a:lnTo>
                  <a:pt x="17666" y="4819"/>
                </a:lnTo>
                <a:lnTo>
                  <a:pt x="17885" y="4867"/>
                </a:lnTo>
                <a:lnTo>
                  <a:pt x="18128" y="4965"/>
                </a:lnTo>
                <a:lnTo>
                  <a:pt x="18323" y="5062"/>
                </a:lnTo>
                <a:lnTo>
                  <a:pt x="18518" y="5208"/>
                </a:lnTo>
                <a:lnTo>
                  <a:pt x="18591" y="5281"/>
                </a:lnTo>
                <a:lnTo>
                  <a:pt x="18664" y="5354"/>
                </a:lnTo>
                <a:lnTo>
                  <a:pt x="18785" y="5573"/>
                </a:lnTo>
                <a:lnTo>
                  <a:pt x="18810" y="5670"/>
                </a:lnTo>
                <a:lnTo>
                  <a:pt x="18834" y="5768"/>
                </a:lnTo>
                <a:lnTo>
                  <a:pt x="18834" y="5889"/>
                </a:lnTo>
                <a:lnTo>
                  <a:pt x="18810" y="6011"/>
                </a:lnTo>
                <a:lnTo>
                  <a:pt x="18761" y="6108"/>
                </a:lnTo>
                <a:lnTo>
                  <a:pt x="18664" y="6181"/>
                </a:lnTo>
                <a:lnTo>
                  <a:pt x="18542" y="6254"/>
                </a:lnTo>
                <a:lnTo>
                  <a:pt x="18396" y="6303"/>
                </a:lnTo>
                <a:lnTo>
                  <a:pt x="18080" y="6376"/>
                </a:lnTo>
                <a:lnTo>
                  <a:pt x="17812" y="6400"/>
                </a:lnTo>
                <a:lnTo>
                  <a:pt x="17447" y="5476"/>
                </a:lnTo>
                <a:lnTo>
                  <a:pt x="17082" y="4551"/>
                </a:lnTo>
                <a:close/>
                <a:moveTo>
                  <a:pt x="16936" y="5622"/>
                </a:moveTo>
                <a:lnTo>
                  <a:pt x="17033" y="5889"/>
                </a:lnTo>
                <a:lnTo>
                  <a:pt x="16863" y="5938"/>
                </a:lnTo>
                <a:lnTo>
                  <a:pt x="16717" y="6011"/>
                </a:lnTo>
                <a:lnTo>
                  <a:pt x="16401" y="6157"/>
                </a:lnTo>
                <a:lnTo>
                  <a:pt x="16084" y="6303"/>
                </a:lnTo>
                <a:lnTo>
                  <a:pt x="15768" y="6425"/>
                </a:lnTo>
                <a:lnTo>
                  <a:pt x="15768" y="6376"/>
                </a:lnTo>
                <a:lnTo>
                  <a:pt x="15719" y="6303"/>
                </a:lnTo>
                <a:lnTo>
                  <a:pt x="15719" y="6157"/>
                </a:lnTo>
                <a:lnTo>
                  <a:pt x="15719" y="6011"/>
                </a:lnTo>
                <a:lnTo>
                  <a:pt x="15890" y="5987"/>
                </a:lnTo>
                <a:lnTo>
                  <a:pt x="16084" y="5938"/>
                </a:lnTo>
                <a:lnTo>
                  <a:pt x="16425" y="5816"/>
                </a:lnTo>
                <a:lnTo>
                  <a:pt x="16668" y="5719"/>
                </a:lnTo>
                <a:lnTo>
                  <a:pt x="16936" y="5622"/>
                </a:lnTo>
                <a:close/>
                <a:moveTo>
                  <a:pt x="2142" y="4770"/>
                </a:moveTo>
                <a:lnTo>
                  <a:pt x="1607" y="6303"/>
                </a:lnTo>
                <a:lnTo>
                  <a:pt x="1534" y="6473"/>
                </a:lnTo>
                <a:lnTo>
                  <a:pt x="1436" y="6449"/>
                </a:lnTo>
                <a:lnTo>
                  <a:pt x="877" y="6449"/>
                </a:lnTo>
                <a:lnTo>
                  <a:pt x="779" y="6400"/>
                </a:lnTo>
                <a:lnTo>
                  <a:pt x="706" y="6327"/>
                </a:lnTo>
                <a:lnTo>
                  <a:pt x="609" y="6230"/>
                </a:lnTo>
                <a:lnTo>
                  <a:pt x="536" y="6084"/>
                </a:lnTo>
                <a:lnTo>
                  <a:pt x="512" y="5938"/>
                </a:lnTo>
                <a:lnTo>
                  <a:pt x="536" y="5816"/>
                </a:lnTo>
                <a:lnTo>
                  <a:pt x="560" y="5670"/>
                </a:lnTo>
                <a:lnTo>
                  <a:pt x="633" y="5524"/>
                </a:lnTo>
                <a:lnTo>
                  <a:pt x="706" y="5403"/>
                </a:lnTo>
                <a:lnTo>
                  <a:pt x="804" y="5305"/>
                </a:lnTo>
                <a:lnTo>
                  <a:pt x="901" y="5208"/>
                </a:lnTo>
                <a:lnTo>
                  <a:pt x="998" y="5111"/>
                </a:lnTo>
                <a:lnTo>
                  <a:pt x="1144" y="5038"/>
                </a:lnTo>
                <a:lnTo>
                  <a:pt x="1266" y="4965"/>
                </a:lnTo>
                <a:lnTo>
                  <a:pt x="1412" y="4916"/>
                </a:lnTo>
                <a:lnTo>
                  <a:pt x="1704" y="4867"/>
                </a:lnTo>
                <a:lnTo>
                  <a:pt x="1996" y="4819"/>
                </a:lnTo>
                <a:lnTo>
                  <a:pt x="2142" y="4770"/>
                </a:lnTo>
                <a:close/>
                <a:moveTo>
                  <a:pt x="10342" y="1899"/>
                </a:moveTo>
                <a:lnTo>
                  <a:pt x="10926" y="1923"/>
                </a:lnTo>
                <a:lnTo>
                  <a:pt x="11510" y="1972"/>
                </a:lnTo>
                <a:lnTo>
                  <a:pt x="12094" y="2045"/>
                </a:lnTo>
                <a:lnTo>
                  <a:pt x="12702" y="2118"/>
                </a:lnTo>
                <a:lnTo>
                  <a:pt x="13286" y="2239"/>
                </a:lnTo>
                <a:lnTo>
                  <a:pt x="13797" y="2361"/>
                </a:lnTo>
                <a:lnTo>
                  <a:pt x="14065" y="2410"/>
                </a:lnTo>
                <a:lnTo>
                  <a:pt x="14308" y="2434"/>
                </a:lnTo>
                <a:lnTo>
                  <a:pt x="14332" y="2653"/>
                </a:lnTo>
                <a:lnTo>
                  <a:pt x="14357" y="2872"/>
                </a:lnTo>
                <a:lnTo>
                  <a:pt x="14478" y="3334"/>
                </a:lnTo>
                <a:lnTo>
                  <a:pt x="14600" y="3772"/>
                </a:lnTo>
                <a:lnTo>
                  <a:pt x="14722" y="4186"/>
                </a:lnTo>
                <a:lnTo>
                  <a:pt x="14989" y="5305"/>
                </a:lnTo>
                <a:lnTo>
                  <a:pt x="15111" y="5816"/>
                </a:lnTo>
                <a:lnTo>
                  <a:pt x="15184" y="6084"/>
                </a:lnTo>
                <a:lnTo>
                  <a:pt x="15281" y="6327"/>
                </a:lnTo>
                <a:lnTo>
                  <a:pt x="15014" y="6449"/>
                </a:lnTo>
                <a:lnTo>
                  <a:pt x="14722" y="6571"/>
                </a:lnTo>
                <a:lnTo>
                  <a:pt x="14162" y="6814"/>
                </a:lnTo>
                <a:lnTo>
                  <a:pt x="13457" y="7033"/>
                </a:lnTo>
                <a:lnTo>
                  <a:pt x="12751" y="7228"/>
                </a:lnTo>
                <a:lnTo>
                  <a:pt x="11972" y="7398"/>
                </a:lnTo>
                <a:lnTo>
                  <a:pt x="11169" y="7520"/>
                </a:lnTo>
                <a:lnTo>
                  <a:pt x="10366" y="7593"/>
                </a:lnTo>
                <a:lnTo>
                  <a:pt x="9588" y="7617"/>
                </a:lnTo>
                <a:lnTo>
                  <a:pt x="8809" y="7617"/>
                </a:lnTo>
                <a:lnTo>
                  <a:pt x="8055" y="7568"/>
                </a:lnTo>
                <a:lnTo>
                  <a:pt x="7300" y="7471"/>
                </a:lnTo>
                <a:lnTo>
                  <a:pt x="6546" y="7325"/>
                </a:lnTo>
                <a:lnTo>
                  <a:pt x="5840" y="7155"/>
                </a:lnTo>
                <a:lnTo>
                  <a:pt x="5135" y="6960"/>
                </a:lnTo>
                <a:lnTo>
                  <a:pt x="4794" y="6838"/>
                </a:lnTo>
                <a:lnTo>
                  <a:pt x="4478" y="6717"/>
                </a:lnTo>
                <a:lnTo>
                  <a:pt x="4137" y="6595"/>
                </a:lnTo>
                <a:lnTo>
                  <a:pt x="3821" y="6498"/>
                </a:lnTo>
                <a:lnTo>
                  <a:pt x="3821" y="6449"/>
                </a:lnTo>
                <a:lnTo>
                  <a:pt x="3943" y="5914"/>
                </a:lnTo>
                <a:lnTo>
                  <a:pt x="4064" y="5378"/>
                </a:lnTo>
                <a:lnTo>
                  <a:pt x="4186" y="4867"/>
                </a:lnTo>
                <a:lnTo>
                  <a:pt x="4356" y="4332"/>
                </a:lnTo>
                <a:lnTo>
                  <a:pt x="4527" y="3821"/>
                </a:lnTo>
                <a:lnTo>
                  <a:pt x="4697" y="3310"/>
                </a:lnTo>
                <a:lnTo>
                  <a:pt x="4843" y="2896"/>
                </a:lnTo>
                <a:lnTo>
                  <a:pt x="4916" y="2702"/>
                </a:lnTo>
                <a:lnTo>
                  <a:pt x="4965" y="2483"/>
                </a:lnTo>
                <a:lnTo>
                  <a:pt x="5038" y="2507"/>
                </a:lnTo>
                <a:lnTo>
                  <a:pt x="5111" y="2507"/>
                </a:lnTo>
                <a:lnTo>
                  <a:pt x="6254" y="2264"/>
                </a:lnTo>
                <a:lnTo>
                  <a:pt x="6838" y="2142"/>
                </a:lnTo>
                <a:lnTo>
                  <a:pt x="7398" y="2069"/>
                </a:lnTo>
                <a:lnTo>
                  <a:pt x="7982" y="1996"/>
                </a:lnTo>
                <a:lnTo>
                  <a:pt x="8566" y="1947"/>
                </a:lnTo>
                <a:lnTo>
                  <a:pt x="9150" y="1923"/>
                </a:lnTo>
                <a:lnTo>
                  <a:pt x="9734" y="1899"/>
                </a:lnTo>
                <a:close/>
                <a:moveTo>
                  <a:pt x="16863" y="7933"/>
                </a:moveTo>
                <a:lnTo>
                  <a:pt x="16011" y="8177"/>
                </a:lnTo>
                <a:lnTo>
                  <a:pt x="15160" y="8371"/>
                </a:lnTo>
                <a:lnTo>
                  <a:pt x="14308" y="8566"/>
                </a:lnTo>
                <a:lnTo>
                  <a:pt x="13432" y="8736"/>
                </a:lnTo>
                <a:lnTo>
                  <a:pt x="12581" y="8882"/>
                </a:lnTo>
                <a:lnTo>
                  <a:pt x="11705" y="9004"/>
                </a:lnTo>
                <a:lnTo>
                  <a:pt x="10829" y="9077"/>
                </a:lnTo>
                <a:lnTo>
                  <a:pt x="9953" y="9126"/>
                </a:lnTo>
                <a:lnTo>
                  <a:pt x="9052" y="9126"/>
                </a:lnTo>
                <a:lnTo>
                  <a:pt x="8176" y="9101"/>
                </a:lnTo>
                <a:lnTo>
                  <a:pt x="7276" y="9053"/>
                </a:lnTo>
                <a:lnTo>
                  <a:pt x="6400" y="8955"/>
                </a:lnTo>
                <a:lnTo>
                  <a:pt x="5476" y="8834"/>
                </a:lnTo>
                <a:lnTo>
                  <a:pt x="4575" y="8663"/>
                </a:lnTo>
                <a:lnTo>
                  <a:pt x="3675" y="8469"/>
                </a:lnTo>
                <a:lnTo>
                  <a:pt x="2775" y="8323"/>
                </a:lnTo>
                <a:lnTo>
                  <a:pt x="2702" y="8347"/>
                </a:lnTo>
                <a:lnTo>
                  <a:pt x="2677" y="8371"/>
                </a:lnTo>
                <a:lnTo>
                  <a:pt x="2677" y="8420"/>
                </a:lnTo>
                <a:lnTo>
                  <a:pt x="2726" y="8469"/>
                </a:lnTo>
                <a:lnTo>
                  <a:pt x="3140" y="8615"/>
                </a:lnTo>
                <a:lnTo>
                  <a:pt x="3553" y="8761"/>
                </a:lnTo>
                <a:lnTo>
                  <a:pt x="3991" y="8882"/>
                </a:lnTo>
                <a:lnTo>
                  <a:pt x="4429" y="8980"/>
                </a:lnTo>
                <a:lnTo>
                  <a:pt x="5305" y="9126"/>
                </a:lnTo>
                <a:lnTo>
                  <a:pt x="6181" y="9272"/>
                </a:lnTo>
                <a:lnTo>
                  <a:pt x="7081" y="9369"/>
                </a:lnTo>
                <a:lnTo>
                  <a:pt x="7957" y="9442"/>
                </a:lnTo>
                <a:lnTo>
                  <a:pt x="8858" y="9466"/>
                </a:lnTo>
                <a:lnTo>
                  <a:pt x="9758" y="9466"/>
                </a:lnTo>
                <a:lnTo>
                  <a:pt x="10658" y="9442"/>
                </a:lnTo>
                <a:lnTo>
                  <a:pt x="11583" y="9393"/>
                </a:lnTo>
                <a:lnTo>
                  <a:pt x="12508" y="9296"/>
                </a:lnTo>
                <a:lnTo>
                  <a:pt x="13408" y="9174"/>
                </a:lnTo>
                <a:lnTo>
                  <a:pt x="14308" y="9004"/>
                </a:lnTo>
                <a:lnTo>
                  <a:pt x="15208" y="8785"/>
                </a:lnTo>
                <a:lnTo>
                  <a:pt x="16084" y="8542"/>
                </a:lnTo>
                <a:lnTo>
                  <a:pt x="16960" y="8250"/>
                </a:lnTo>
                <a:lnTo>
                  <a:pt x="17009" y="8225"/>
                </a:lnTo>
                <a:lnTo>
                  <a:pt x="17058" y="8177"/>
                </a:lnTo>
                <a:lnTo>
                  <a:pt x="17058" y="8104"/>
                </a:lnTo>
                <a:lnTo>
                  <a:pt x="17058" y="8055"/>
                </a:lnTo>
                <a:lnTo>
                  <a:pt x="17033" y="8006"/>
                </a:lnTo>
                <a:lnTo>
                  <a:pt x="16985" y="7958"/>
                </a:lnTo>
                <a:lnTo>
                  <a:pt x="16936" y="7933"/>
                </a:lnTo>
                <a:close/>
                <a:moveTo>
                  <a:pt x="9320" y="9953"/>
                </a:moveTo>
                <a:lnTo>
                  <a:pt x="8639" y="9977"/>
                </a:lnTo>
                <a:lnTo>
                  <a:pt x="7714" y="9977"/>
                </a:lnTo>
                <a:lnTo>
                  <a:pt x="7446" y="10001"/>
                </a:lnTo>
                <a:lnTo>
                  <a:pt x="7300" y="10026"/>
                </a:lnTo>
                <a:lnTo>
                  <a:pt x="7179" y="10050"/>
                </a:lnTo>
                <a:lnTo>
                  <a:pt x="7081" y="10123"/>
                </a:lnTo>
                <a:lnTo>
                  <a:pt x="6984" y="10220"/>
                </a:lnTo>
                <a:lnTo>
                  <a:pt x="6960" y="10269"/>
                </a:lnTo>
                <a:lnTo>
                  <a:pt x="6984" y="10293"/>
                </a:lnTo>
                <a:lnTo>
                  <a:pt x="7057" y="10366"/>
                </a:lnTo>
                <a:lnTo>
                  <a:pt x="7154" y="10415"/>
                </a:lnTo>
                <a:lnTo>
                  <a:pt x="7252" y="10464"/>
                </a:lnTo>
                <a:lnTo>
                  <a:pt x="7349" y="10488"/>
                </a:lnTo>
                <a:lnTo>
                  <a:pt x="7568" y="10512"/>
                </a:lnTo>
                <a:lnTo>
                  <a:pt x="10585" y="10512"/>
                </a:lnTo>
                <a:lnTo>
                  <a:pt x="12021" y="10561"/>
                </a:lnTo>
                <a:lnTo>
                  <a:pt x="12143" y="10537"/>
                </a:lnTo>
                <a:lnTo>
                  <a:pt x="12216" y="10488"/>
                </a:lnTo>
                <a:lnTo>
                  <a:pt x="12264" y="10391"/>
                </a:lnTo>
                <a:lnTo>
                  <a:pt x="12289" y="10293"/>
                </a:lnTo>
                <a:lnTo>
                  <a:pt x="12264" y="10196"/>
                </a:lnTo>
                <a:lnTo>
                  <a:pt x="12216" y="10099"/>
                </a:lnTo>
                <a:lnTo>
                  <a:pt x="12143" y="10050"/>
                </a:lnTo>
                <a:lnTo>
                  <a:pt x="12021" y="10001"/>
                </a:lnTo>
                <a:lnTo>
                  <a:pt x="10683" y="9977"/>
                </a:lnTo>
                <a:lnTo>
                  <a:pt x="9320" y="9953"/>
                </a:lnTo>
                <a:close/>
                <a:moveTo>
                  <a:pt x="10950" y="10975"/>
                </a:moveTo>
                <a:lnTo>
                  <a:pt x="10683" y="10999"/>
                </a:lnTo>
                <a:lnTo>
                  <a:pt x="10123" y="11023"/>
                </a:lnTo>
                <a:lnTo>
                  <a:pt x="9612" y="11048"/>
                </a:lnTo>
                <a:lnTo>
                  <a:pt x="9028" y="11023"/>
                </a:lnTo>
                <a:lnTo>
                  <a:pt x="8152" y="11023"/>
                </a:lnTo>
                <a:lnTo>
                  <a:pt x="7860" y="11048"/>
                </a:lnTo>
                <a:lnTo>
                  <a:pt x="7568" y="11096"/>
                </a:lnTo>
                <a:lnTo>
                  <a:pt x="7300" y="11169"/>
                </a:lnTo>
                <a:lnTo>
                  <a:pt x="7252" y="11194"/>
                </a:lnTo>
                <a:lnTo>
                  <a:pt x="7227" y="11218"/>
                </a:lnTo>
                <a:lnTo>
                  <a:pt x="7203" y="11315"/>
                </a:lnTo>
                <a:lnTo>
                  <a:pt x="7227" y="11413"/>
                </a:lnTo>
                <a:lnTo>
                  <a:pt x="7252" y="11437"/>
                </a:lnTo>
                <a:lnTo>
                  <a:pt x="7300" y="11461"/>
                </a:lnTo>
                <a:lnTo>
                  <a:pt x="7568" y="11534"/>
                </a:lnTo>
                <a:lnTo>
                  <a:pt x="7811" y="11559"/>
                </a:lnTo>
                <a:lnTo>
                  <a:pt x="8079" y="11583"/>
                </a:lnTo>
                <a:lnTo>
                  <a:pt x="8347" y="11607"/>
                </a:lnTo>
                <a:lnTo>
                  <a:pt x="9417" y="11559"/>
                </a:lnTo>
                <a:lnTo>
                  <a:pt x="10561" y="11559"/>
                </a:lnTo>
                <a:lnTo>
                  <a:pt x="11145" y="11583"/>
                </a:lnTo>
                <a:lnTo>
                  <a:pt x="11437" y="11559"/>
                </a:lnTo>
                <a:lnTo>
                  <a:pt x="11583" y="11534"/>
                </a:lnTo>
                <a:lnTo>
                  <a:pt x="11729" y="11486"/>
                </a:lnTo>
                <a:lnTo>
                  <a:pt x="11802" y="11461"/>
                </a:lnTo>
                <a:lnTo>
                  <a:pt x="11851" y="11413"/>
                </a:lnTo>
                <a:lnTo>
                  <a:pt x="11875" y="11364"/>
                </a:lnTo>
                <a:lnTo>
                  <a:pt x="11875" y="11291"/>
                </a:lnTo>
                <a:lnTo>
                  <a:pt x="11875" y="11218"/>
                </a:lnTo>
                <a:lnTo>
                  <a:pt x="11851" y="11169"/>
                </a:lnTo>
                <a:lnTo>
                  <a:pt x="11802" y="11121"/>
                </a:lnTo>
                <a:lnTo>
                  <a:pt x="11729" y="11096"/>
                </a:lnTo>
                <a:lnTo>
                  <a:pt x="11486" y="11023"/>
                </a:lnTo>
                <a:lnTo>
                  <a:pt x="11218" y="10999"/>
                </a:lnTo>
                <a:lnTo>
                  <a:pt x="10950" y="10975"/>
                </a:lnTo>
                <a:close/>
                <a:moveTo>
                  <a:pt x="4210" y="9734"/>
                </a:moveTo>
                <a:lnTo>
                  <a:pt x="4356" y="9758"/>
                </a:lnTo>
                <a:lnTo>
                  <a:pt x="4478" y="9783"/>
                </a:lnTo>
                <a:lnTo>
                  <a:pt x="4600" y="9807"/>
                </a:lnTo>
                <a:lnTo>
                  <a:pt x="4819" y="9928"/>
                </a:lnTo>
                <a:lnTo>
                  <a:pt x="5013" y="10074"/>
                </a:lnTo>
                <a:lnTo>
                  <a:pt x="5184" y="10269"/>
                </a:lnTo>
                <a:lnTo>
                  <a:pt x="5330" y="10488"/>
                </a:lnTo>
                <a:lnTo>
                  <a:pt x="5451" y="10756"/>
                </a:lnTo>
                <a:lnTo>
                  <a:pt x="5524" y="10902"/>
                </a:lnTo>
                <a:lnTo>
                  <a:pt x="5549" y="11048"/>
                </a:lnTo>
                <a:lnTo>
                  <a:pt x="5549" y="11194"/>
                </a:lnTo>
                <a:lnTo>
                  <a:pt x="5524" y="11315"/>
                </a:lnTo>
                <a:lnTo>
                  <a:pt x="5476" y="11437"/>
                </a:lnTo>
                <a:lnTo>
                  <a:pt x="5427" y="11534"/>
                </a:lnTo>
                <a:lnTo>
                  <a:pt x="5330" y="11607"/>
                </a:lnTo>
                <a:lnTo>
                  <a:pt x="5232" y="11680"/>
                </a:lnTo>
                <a:lnTo>
                  <a:pt x="5135" y="11753"/>
                </a:lnTo>
                <a:lnTo>
                  <a:pt x="5013" y="11802"/>
                </a:lnTo>
                <a:lnTo>
                  <a:pt x="4770" y="11875"/>
                </a:lnTo>
                <a:lnTo>
                  <a:pt x="4478" y="11924"/>
                </a:lnTo>
                <a:lnTo>
                  <a:pt x="4210" y="11924"/>
                </a:lnTo>
                <a:lnTo>
                  <a:pt x="3967" y="11899"/>
                </a:lnTo>
                <a:lnTo>
                  <a:pt x="3699" y="11851"/>
                </a:lnTo>
                <a:lnTo>
                  <a:pt x="3456" y="11753"/>
                </a:lnTo>
                <a:lnTo>
                  <a:pt x="3213" y="11656"/>
                </a:lnTo>
                <a:lnTo>
                  <a:pt x="3018" y="11510"/>
                </a:lnTo>
                <a:lnTo>
                  <a:pt x="2921" y="11413"/>
                </a:lnTo>
                <a:lnTo>
                  <a:pt x="2848" y="11315"/>
                </a:lnTo>
                <a:lnTo>
                  <a:pt x="2799" y="11194"/>
                </a:lnTo>
                <a:lnTo>
                  <a:pt x="2750" y="11096"/>
                </a:lnTo>
                <a:lnTo>
                  <a:pt x="2702" y="10950"/>
                </a:lnTo>
                <a:lnTo>
                  <a:pt x="2677" y="10829"/>
                </a:lnTo>
                <a:lnTo>
                  <a:pt x="2702" y="10707"/>
                </a:lnTo>
                <a:lnTo>
                  <a:pt x="2702" y="10610"/>
                </a:lnTo>
                <a:lnTo>
                  <a:pt x="2726" y="10512"/>
                </a:lnTo>
                <a:lnTo>
                  <a:pt x="2775" y="10415"/>
                </a:lnTo>
                <a:lnTo>
                  <a:pt x="2896" y="10269"/>
                </a:lnTo>
                <a:lnTo>
                  <a:pt x="3042" y="10147"/>
                </a:lnTo>
                <a:lnTo>
                  <a:pt x="3213" y="10050"/>
                </a:lnTo>
                <a:lnTo>
                  <a:pt x="3383" y="9977"/>
                </a:lnTo>
                <a:lnTo>
                  <a:pt x="3772" y="9807"/>
                </a:lnTo>
                <a:lnTo>
                  <a:pt x="3797" y="9807"/>
                </a:lnTo>
                <a:lnTo>
                  <a:pt x="3943" y="9758"/>
                </a:lnTo>
                <a:lnTo>
                  <a:pt x="4089" y="9758"/>
                </a:lnTo>
                <a:lnTo>
                  <a:pt x="4210" y="9734"/>
                </a:lnTo>
                <a:close/>
                <a:moveTo>
                  <a:pt x="15208" y="9612"/>
                </a:moveTo>
                <a:lnTo>
                  <a:pt x="15476" y="9637"/>
                </a:lnTo>
                <a:lnTo>
                  <a:pt x="15622" y="9685"/>
                </a:lnTo>
                <a:lnTo>
                  <a:pt x="15719" y="9734"/>
                </a:lnTo>
                <a:lnTo>
                  <a:pt x="15914" y="9880"/>
                </a:lnTo>
                <a:lnTo>
                  <a:pt x="16084" y="10050"/>
                </a:lnTo>
                <a:lnTo>
                  <a:pt x="16279" y="10220"/>
                </a:lnTo>
                <a:lnTo>
                  <a:pt x="16401" y="10342"/>
                </a:lnTo>
                <a:lnTo>
                  <a:pt x="16498" y="10464"/>
                </a:lnTo>
                <a:lnTo>
                  <a:pt x="16547" y="10585"/>
                </a:lnTo>
                <a:lnTo>
                  <a:pt x="16571" y="10731"/>
                </a:lnTo>
                <a:lnTo>
                  <a:pt x="16571" y="10877"/>
                </a:lnTo>
                <a:lnTo>
                  <a:pt x="16547" y="11023"/>
                </a:lnTo>
                <a:lnTo>
                  <a:pt x="16498" y="11169"/>
                </a:lnTo>
                <a:lnTo>
                  <a:pt x="16425" y="11315"/>
                </a:lnTo>
                <a:lnTo>
                  <a:pt x="16352" y="11437"/>
                </a:lnTo>
                <a:lnTo>
                  <a:pt x="16255" y="11534"/>
                </a:lnTo>
                <a:lnTo>
                  <a:pt x="16133" y="11632"/>
                </a:lnTo>
                <a:lnTo>
                  <a:pt x="16011" y="11705"/>
                </a:lnTo>
                <a:lnTo>
                  <a:pt x="15768" y="11826"/>
                </a:lnTo>
                <a:lnTo>
                  <a:pt x="15500" y="11899"/>
                </a:lnTo>
                <a:lnTo>
                  <a:pt x="15208" y="11948"/>
                </a:lnTo>
                <a:lnTo>
                  <a:pt x="14916" y="11972"/>
                </a:lnTo>
                <a:lnTo>
                  <a:pt x="14624" y="11972"/>
                </a:lnTo>
                <a:lnTo>
                  <a:pt x="14357" y="11924"/>
                </a:lnTo>
                <a:lnTo>
                  <a:pt x="14235" y="11875"/>
                </a:lnTo>
                <a:lnTo>
                  <a:pt x="14113" y="11802"/>
                </a:lnTo>
                <a:lnTo>
                  <a:pt x="14016" y="11729"/>
                </a:lnTo>
                <a:lnTo>
                  <a:pt x="13919" y="11632"/>
                </a:lnTo>
                <a:lnTo>
                  <a:pt x="13846" y="11534"/>
                </a:lnTo>
                <a:lnTo>
                  <a:pt x="13797" y="11413"/>
                </a:lnTo>
                <a:lnTo>
                  <a:pt x="13773" y="11267"/>
                </a:lnTo>
                <a:lnTo>
                  <a:pt x="13748" y="11096"/>
                </a:lnTo>
                <a:lnTo>
                  <a:pt x="13773" y="10902"/>
                </a:lnTo>
                <a:lnTo>
                  <a:pt x="13821" y="10707"/>
                </a:lnTo>
                <a:lnTo>
                  <a:pt x="13919" y="10537"/>
                </a:lnTo>
                <a:lnTo>
                  <a:pt x="14040" y="10391"/>
                </a:lnTo>
                <a:lnTo>
                  <a:pt x="14284" y="10074"/>
                </a:lnTo>
                <a:lnTo>
                  <a:pt x="14405" y="9928"/>
                </a:lnTo>
                <a:lnTo>
                  <a:pt x="14503" y="9758"/>
                </a:lnTo>
                <a:lnTo>
                  <a:pt x="14746" y="9685"/>
                </a:lnTo>
                <a:lnTo>
                  <a:pt x="14989" y="9637"/>
                </a:lnTo>
                <a:lnTo>
                  <a:pt x="15208" y="9612"/>
                </a:lnTo>
                <a:close/>
                <a:moveTo>
                  <a:pt x="4064" y="9247"/>
                </a:moveTo>
                <a:lnTo>
                  <a:pt x="3870" y="9296"/>
                </a:lnTo>
                <a:lnTo>
                  <a:pt x="3675" y="9345"/>
                </a:lnTo>
                <a:lnTo>
                  <a:pt x="3626" y="9393"/>
                </a:lnTo>
                <a:lnTo>
                  <a:pt x="3578" y="9418"/>
                </a:lnTo>
                <a:lnTo>
                  <a:pt x="3334" y="9491"/>
                </a:lnTo>
                <a:lnTo>
                  <a:pt x="3091" y="9612"/>
                </a:lnTo>
                <a:lnTo>
                  <a:pt x="2848" y="9758"/>
                </a:lnTo>
                <a:lnTo>
                  <a:pt x="2653" y="9928"/>
                </a:lnTo>
                <a:lnTo>
                  <a:pt x="2458" y="10123"/>
                </a:lnTo>
                <a:lnTo>
                  <a:pt x="2337" y="10342"/>
                </a:lnTo>
                <a:lnTo>
                  <a:pt x="2239" y="10585"/>
                </a:lnTo>
                <a:lnTo>
                  <a:pt x="2215" y="10707"/>
                </a:lnTo>
                <a:lnTo>
                  <a:pt x="2215" y="10829"/>
                </a:lnTo>
                <a:lnTo>
                  <a:pt x="2239" y="11023"/>
                </a:lnTo>
                <a:lnTo>
                  <a:pt x="2264" y="11218"/>
                </a:lnTo>
                <a:lnTo>
                  <a:pt x="2337" y="11388"/>
                </a:lnTo>
                <a:lnTo>
                  <a:pt x="2434" y="11559"/>
                </a:lnTo>
                <a:lnTo>
                  <a:pt x="2531" y="11705"/>
                </a:lnTo>
                <a:lnTo>
                  <a:pt x="2653" y="11826"/>
                </a:lnTo>
                <a:lnTo>
                  <a:pt x="2775" y="11948"/>
                </a:lnTo>
                <a:lnTo>
                  <a:pt x="2945" y="12045"/>
                </a:lnTo>
                <a:lnTo>
                  <a:pt x="3091" y="12118"/>
                </a:lnTo>
                <a:lnTo>
                  <a:pt x="3261" y="12216"/>
                </a:lnTo>
                <a:lnTo>
                  <a:pt x="3626" y="12313"/>
                </a:lnTo>
                <a:lnTo>
                  <a:pt x="4016" y="12386"/>
                </a:lnTo>
                <a:lnTo>
                  <a:pt x="4381" y="12435"/>
                </a:lnTo>
                <a:lnTo>
                  <a:pt x="4575" y="12435"/>
                </a:lnTo>
                <a:lnTo>
                  <a:pt x="4746" y="12410"/>
                </a:lnTo>
                <a:lnTo>
                  <a:pt x="4916" y="12386"/>
                </a:lnTo>
                <a:lnTo>
                  <a:pt x="5086" y="12337"/>
                </a:lnTo>
                <a:lnTo>
                  <a:pt x="5232" y="12264"/>
                </a:lnTo>
                <a:lnTo>
                  <a:pt x="5378" y="12191"/>
                </a:lnTo>
                <a:lnTo>
                  <a:pt x="5500" y="12118"/>
                </a:lnTo>
                <a:lnTo>
                  <a:pt x="5622" y="11997"/>
                </a:lnTo>
                <a:lnTo>
                  <a:pt x="5719" y="11875"/>
                </a:lnTo>
                <a:lnTo>
                  <a:pt x="5816" y="11753"/>
                </a:lnTo>
                <a:lnTo>
                  <a:pt x="5889" y="11607"/>
                </a:lnTo>
                <a:lnTo>
                  <a:pt x="5938" y="11461"/>
                </a:lnTo>
                <a:lnTo>
                  <a:pt x="5986" y="11315"/>
                </a:lnTo>
                <a:lnTo>
                  <a:pt x="5986" y="11145"/>
                </a:lnTo>
                <a:lnTo>
                  <a:pt x="5986" y="10950"/>
                </a:lnTo>
                <a:lnTo>
                  <a:pt x="5962" y="10780"/>
                </a:lnTo>
                <a:lnTo>
                  <a:pt x="5913" y="10585"/>
                </a:lnTo>
                <a:lnTo>
                  <a:pt x="5865" y="10415"/>
                </a:lnTo>
                <a:lnTo>
                  <a:pt x="5768" y="10245"/>
                </a:lnTo>
                <a:lnTo>
                  <a:pt x="5670" y="10074"/>
                </a:lnTo>
                <a:lnTo>
                  <a:pt x="5549" y="9928"/>
                </a:lnTo>
                <a:lnTo>
                  <a:pt x="5427" y="9783"/>
                </a:lnTo>
                <a:lnTo>
                  <a:pt x="5281" y="9661"/>
                </a:lnTo>
                <a:lnTo>
                  <a:pt x="5111" y="9539"/>
                </a:lnTo>
                <a:lnTo>
                  <a:pt x="4965" y="9442"/>
                </a:lnTo>
                <a:lnTo>
                  <a:pt x="4794" y="9369"/>
                </a:lnTo>
                <a:lnTo>
                  <a:pt x="4600" y="9296"/>
                </a:lnTo>
                <a:lnTo>
                  <a:pt x="4429" y="9272"/>
                </a:lnTo>
                <a:lnTo>
                  <a:pt x="4235" y="9247"/>
                </a:lnTo>
                <a:close/>
                <a:moveTo>
                  <a:pt x="14916" y="9150"/>
                </a:moveTo>
                <a:lnTo>
                  <a:pt x="14746" y="9199"/>
                </a:lnTo>
                <a:lnTo>
                  <a:pt x="14576" y="9247"/>
                </a:lnTo>
                <a:lnTo>
                  <a:pt x="14405" y="9320"/>
                </a:lnTo>
                <a:lnTo>
                  <a:pt x="14259" y="9418"/>
                </a:lnTo>
                <a:lnTo>
                  <a:pt x="14113" y="9539"/>
                </a:lnTo>
                <a:lnTo>
                  <a:pt x="14065" y="9612"/>
                </a:lnTo>
                <a:lnTo>
                  <a:pt x="14065" y="9710"/>
                </a:lnTo>
                <a:lnTo>
                  <a:pt x="13846" y="9904"/>
                </a:lnTo>
                <a:lnTo>
                  <a:pt x="13676" y="10123"/>
                </a:lnTo>
                <a:lnTo>
                  <a:pt x="13505" y="10366"/>
                </a:lnTo>
                <a:lnTo>
                  <a:pt x="13408" y="10634"/>
                </a:lnTo>
                <a:lnTo>
                  <a:pt x="13335" y="10926"/>
                </a:lnTo>
                <a:lnTo>
                  <a:pt x="13311" y="11194"/>
                </a:lnTo>
                <a:lnTo>
                  <a:pt x="13335" y="11461"/>
                </a:lnTo>
                <a:lnTo>
                  <a:pt x="13359" y="11583"/>
                </a:lnTo>
                <a:lnTo>
                  <a:pt x="13408" y="11705"/>
                </a:lnTo>
                <a:lnTo>
                  <a:pt x="13505" y="11875"/>
                </a:lnTo>
                <a:lnTo>
                  <a:pt x="13627" y="12021"/>
                </a:lnTo>
                <a:lnTo>
                  <a:pt x="13773" y="12143"/>
                </a:lnTo>
                <a:lnTo>
                  <a:pt x="13919" y="12240"/>
                </a:lnTo>
                <a:lnTo>
                  <a:pt x="14089" y="12337"/>
                </a:lnTo>
                <a:lnTo>
                  <a:pt x="14259" y="12386"/>
                </a:lnTo>
                <a:lnTo>
                  <a:pt x="14454" y="12410"/>
                </a:lnTo>
                <a:lnTo>
                  <a:pt x="14649" y="12435"/>
                </a:lnTo>
                <a:lnTo>
                  <a:pt x="14843" y="12459"/>
                </a:lnTo>
                <a:lnTo>
                  <a:pt x="15038" y="12435"/>
                </a:lnTo>
                <a:lnTo>
                  <a:pt x="15452" y="12386"/>
                </a:lnTo>
                <a:lnTo>
                  <a:pt x="15817" y="12289"/>
                </a:lnTo>
                <a:lnTo>
                  <a:pt x="16157" y="12143"/>
                </a:lnTo>
                <a:lnTo>
                  <a:pt x="16303" y="12070"/>
                </a:lnTo>
                <a:lnTo>
                  <a:pt x="16449" y="11972"/>
                </a:lnTo>
                <a:lnTo>
                  <a:pt x="16571" y="11875"/>
                </a:lnTo>
                <a:lnTo>
                  <a:pt x="16693" y="11753"/>
                </a:lnTo>
                <a:lnTo>
                  <a:pt x="16790" y="11607"/>
                </a:lnTo>
                <a:lnTo>
                  <a:pt x="16887" y="11461"/>
                </a:lnTo>
                <a:lnTo>
                  <a:pt x="16936" y="11315"/>
                </a:lnTo>
                <a:lnTo>
                  <a:pt x="16985" y="11169"/>
                </a:lnTo>
                <a:lnTo>
                  <a:pt x="17033" y="10999"/>
                </a:lnTo>
                <a:lnTo>
                  <a:pt x="17033" y="10853"/>
                </a:lnTo>
                <a:lnTo>
                  <a:pt x="17033" y="10683"/>
                </a:lnTo>
                <a:lnTo>
                  <a:pt x="17009" y="10512"/>
                </a:lnTo>
                <a:lnTo>
                  <a:pt x="16936" y="10366"/>
                </a:lnTo>
                <a:lnTo>
                  <a:pt x="16863" y="10220"/>
                </a:lnTo>
                <a:lnTo>
                  <a:pt x="16790" y="10074"/>
                </a:lnTo>
                <a:lnTo>
                  <a:pt x="16668" y="9953"/>
                </a:lnTo>
                <a:lnTo>
                  <a:pt x="16401" y="9685"/>
                </a:lnTo>
                <a:lnTo>
                  <a:pt x="16109" y="9466"/>
                </a:lnTo>
                <a:lnTo>
                  <a:pt x="15963" y="9369"/>
                </a:lnTo>
                <a:lnTo>
                  <a:pt x="15817" y="9296"/>
                </a:lnTo>
                <a:lnTo>
                  <a:pt x="15646" y="9223"/>
                </a:lnTo>
                <a:lnTo>
                  <a:pt x="15452" y="9174"/>
                </a:lnTo>
                <a:lnTo>
                  <a:pt x="15281" y="9150"/>
                </a:lnTo>
                <a:close/>
                <a:moveTo>
                  <a:pt x="12337" y="561"/>
                </a:moveTo>
                <a:lnTo>
                  <a:pt x="12751" y="585"/>
                </a:lnTo>
                <a:lnTo>
                  <a:pt x="13213" y="658"/>
                </a:lnTo>
                <a:lnTo>
                  <a:pt x="13676" y="780"/>
                </a:lnTo>
                <a:lnTo>
                  <a:pt x="14113" y="974"/>
                </a:lnTo>
                <a:lnTo>
                  <a:pt x="14527" y="1193"/>
                </a:lnTo>
                <a:lnTo>
                  <a:pt x="14478" y="1218"/>
                </a:lnTo>
                <a:lnTo>
                  <a:pt x="14211" y="1315"/>
                </a:lnTo>
                <a:lnTo>
                  <a:pt x="14089" y="1412"/>
                </a:lnTo>
                <a:lnTo>
                  <a:pt x="13992" y="1534"/>
                </a:lnTo>
                <a:lnTo>
                  <a:pt x="13967" y="1558"/>
                </a:lnTo>
                <a:lnTo>
                  <a:pt x="13992" y="1607"/>
                </a:lnTo>
                <a:lnTo>
                  <a:pt x="14016" y="1631"/>
                </a:lnTo>
                <a:lnTo>
                  <a:pt x="14211" y="1631"/>
                </a:lnTo>
                <a:lnTo>
                  <a:pt x="14357" y="1583"/>
                </a:lnTo>
                <a:lnTo>
                  <a:pt x="14649" y="1461"/>
                </a:lnTo>
                <a:lnTo>
                  <a:pt x="14819" y="1412"/>
                </a:lnTo>
                <a:lnTo>
                  <a:pt x="15014" y="1558"/>
                </a:lnTo>
                <a:lnTo>
                  <a:pt x="15184" y="1729"/>
                </a:lnTo>
                <a:lnTo>
                  <a:pt x="14892" y="1850"/>
                </a:lnTo>
                <a:lnTo>
                  <a:pt x="14527" y="1996"/>
                </a:lnTo>
                <a:lnTo>
                  <a:pt x="14454" y="1972"/>
                </a:lnTo>
                <a:lnTo>
                  <a:pt x="14381" y="2020"/>
                </a:lnTo>
                <a:lnTo>
                  <a:pt x="14138" y="1923"/>
                </a:lnTo>
                <a:lnTo>
                  <a:pt x="13894" y="1826"/>
                </a:lnTo>
                <a:lnTo>
                  <a:pt x="13651" y="1777"/>
                </a:lnTo>
                <a:lnTo>
                  <a:pt x="13384" y="1729"/>
                </a:lnTo>
                <a:lnTo>
                  <a:pt x="12848" y="1656"/>
                </a:lnTo>
                <a:lnTo>
                  <a:pt x="12337" y="1583"/>
                </a:lnTo>
                <a:lnTo>
                  <a:pt x="11753" y="1510"/>
                </a:lnTo>
                <a:lnTo>
                  <a:pt x="11145" y="1461"/>
                </a:lnTo>
                <a:lnTo>
                  <a:pt x="10537" y="1437"/>
                </a:lnTo>
                <a:lnTo>
                  <a:pt x="9928" y="1412"/>
                </a:lnTo>
                <a:lnTo>
                  <a:pt x="9296" y="1412"/>
                </a:lnTo>
                <a:lnTo>
                  <a:pt x="8663" y="1437"/>
                </a:lnTo>
                <a:lnTo>
                  <a:pt x="8055" y="1485"/>
                </a:lnTo>
                <a:lnTo>
                  <a:pt x="7422" y="1534"/>
                </a:lnTo>
                <a:lnTo>
                  <a:pt x="6814" y="1631"/>
                </a:lnTo>
                <a:lnTo>
                  <a:pt x="6205" y="1729"/>
                </a:lnTo>
                <a:lnTo>
                  <a:pt x="5597" y="1874"/>
                </a:lnTo>
                <a:lnTo>
                  <a:pt x="4989" y="2020"/>
                </a:lnTo>
                <a:lnTo>
                  <a:pt x="4916" y="2069"/>
                </a:lnTo>
                <a:lnTo>
                  <a:pt x="4867" y="2118"/>
                </a:lnTo>
                <a:lnTo>
                  <a:pt x="4819" y="2166"/>
                </a:lnTo>
                <a:lnTo>
                  <a:pt x="4819" y="2239"/>
                </a:lnTo>
                <a:lnTo>
                  <a:pt x="4648" y="2410"/>
                </a:lnTo>
                <a:lnTo>
                  <a:pt x="4527" y="2580"/>
                </a:lnTo>
                <a:lnTo>
                  <a:pt x="4405" y="2799"/>
                </a:lnTo>
                <a:lnTo>
                  <a:pt x="4308" y="2994"/>
                </a:lnTo>
                <a:lnTo>
                  <a:pt x="4162" y="3456"/>
                </a:lnTo>
                <a:lnTo>
                  <a:pt x="4016" y="3870"/>
                </a:lnTo>
                <a:lnTo>
                  <a:pt x="3821" y="4478"/>
                </a:lnTo>
                <a:lnTo>
                  <a:pt x="3651" y="5086"/>
                </a:lnTo>
                <a:lnTo>
                  <a:pt x="3505" y="5695"/>
                </a:lnTo>
                <a:lnTo>
                  <a:pt x="3383" y="6303"/>
                </a:lnTo>
                <a:lnTo>
                  <a:pt x="3383" y="6376"/>
                </a:lnTo>
                <a:lnTo>
                  <a:pt x="3383" y="6425"/>
                </a:lnTo>
                <a:lnTo>
                  <a:pt x="3432" y="6522"/>
                </a:lnTo>
                <a:lnTo>
                  <a:pt x="3432" y="6595"/>
                </a:lnTo>
                <a:lnTo>
                  <a:pt x="3480" y="6644"/>
                </a:lnTo>
                <a:lnTo>
                  <a:pt x="3772" y="6863"/>
                </a:lnTo>
                <a:lnTo>
                  <a:pt x="4089" y="7057"/>
                </a:lnTo>
                <a:lnTo>
                  <a:pt x="4454" y="7203"/>
                </a:lnTo>
                <a:lnTo>
                  <a:pt x="4819" y="7349"/>
                </a:lnTo>
                <a:lnTo>
                  <a:pt x="5184" y="7471"/>
                </a:lnTo>
                <a:lnTo>
                  <a:pt x="5549" y="7568"/>
                </a:lnTo>
                <a:lnTo>
                  <a:pt x="6278" y="7763"/>
                </a:lnTo>
                <a:lnTo>
                  <a:pt x="7057" y="7933"/>
                </a:lnTo>
                <a:lnTo>
                  <a:pt x="7836" y="8031"/>
                </a:lnTo>
                <a:lnTo>
                  <a:pt x="8614" y="8104"/>
                </a:lnTo>
                <a:lnTo>
                  <a:pt x="9417" y="8128"/>
                </a:lnTo>
                <a:lnTo>
                  <a:pt x="10196" y="8128"/>
                </a:lnTo>
                <a:lnTo>
                  <a:pt x="10999" y="8055"/>
                </a:lnTo>
                <a:lnTo>
                  <a:pt x="11778" y="7933"/>
                </a:lnTo>
                <a:lnTo>
                  <a:pt x="12556" y="7787"/>
                </a:lnTo>
                <a:lnTo>
                  <a:pt x="12970" y="7714"/>
                </a:lnTo>
                <a:lnTo>
                  <a:pt x="13359" y="7593"/>
                </a:lnTo>
                <a:lnTo>
                  <a:pt x="14138" y="7349"/>
                </a:lnTo>
                <a:lnTo>
                  <a:pt x="14795" y="7106"/>
                </a:lnTo>
                <a:lnTo>
                  <a:pt x="15135" y="6984"/>
                </a:lnTo>
                <a:lnTo>
                  <a:pt x="15452" y="6814"/>
                </a:lnTo>
                <a:lnTo>
                  <a:pt x="15695" y="6814"/>
                </a:lnTo>
                <a:lnTo>
                  <a:pt x="15914" y="6765"/>
                </a:lnTo>
                <a:lnTo>
                  <a:pt x="16133" y="6668"/>
                </a:lnTo>
                <a:lnTo>
                  <a:pt x="16352" y="6595"/>
                </a:lnTo>
                <a:lnTo>
                  <a:pt x="16766" y="6425"/>
                </a:lnTo>
                <a:lnTo>
                  <a:pt x="16960" y="6327"/>
                </a:lnTo>
                <a:lnTo>
                  <a:pt x="17131" y="6206"/>
                </a:lnTo>
                <a:lnTo>
                  <a:pt x="17301" y="6619"/>
                </a:lnTo>
                <a:lnTo>
                  <a:pt x="17082" y="6692"/>
                </a:lnTo>
                <a:lnTo>
                  <a:pt x="16863" y="6790"/>
                </a:lnTo>
                <a:lnTo>
                  <a:pt x="16425" y="6984"/>
                </a:lnTo>
                <a:lnTo>
                  <a:pt x="15719" y="7252"/>
                </a:lnTo>
                <a:lnTo>
                  <a:pt x="15354" y="7422"/>
                </a:lnTo>
                <a:lnTo>
                  <a:pt x="15038" y="7593"/>
                </a:lnTo>
                <a:lnTo>
                  <a:pt x="15014" y="7617"/>
                </a:lnTo>
                <a:lnTo>
                  <a:pt x="15014" y="7666"/>
                </a:lnTo>
                <a:lnTo>
                  <a:pt x="15014" y="7690"/>
                </a:lnTo>
                <a:lnTo>
                  <a:pt x="15062" y="7690"/>
                </a:lnTo>
                <a:lnTo>
                  <a:pt x="15427" y="7641"/>
                </a:lnTo>
                <a:lnTo>
                  <a:pt x="15792" y="7544"/>
                </a:lnTo>
                <a:lnTo>
                  <a:pt x="16157" y="7422"/>
                </a:lnTo>
                <a:lnTo>
                  <a:pt x="16498" y="7301"/>
                </a:lnTo>
                <a:lnTo>
                  <a:pt x="16960" y="7130"/>
                </a:lnTo>
                <a:lnTo>
                  <a:pt x="17204" y="7033"/>
                </a:lnTo>
                <a:lnTo>
                  <a:pt x="17423" y="6911"/>
                </a:lnTo>
                <a:lnTo>
                  <a:pt x="17569" y="7252"/>
                </a:lnTo>
                <a:lnTo>
                  <a:pt x="17325" y="7276"/>
                </a:lnTo>
                <a:lnTo>
                  <a:pt x="17082" y="7349"/>
                </a:lnTo>
                <a:lnTo>
                  <a:pt x="16595" y="7520"/>
                </a:lnTo>
                <a:lnTo>
                  <a:pt x="16084" y="7690"/>
                </a:lnTo>
                <a:lnTo>
                  <a:pt x="15841" y="7812"/>
                </a:lnTo>
                <a:lnTo>
                  <a:pt x="15719" y="7885"/>
                </a:lnTo>
                <a:lnTo>
                  <a:pt x="15622" y="7958"/>
                </a:lnTo>
                <a:lnTo>
                  <a:pt x="15622" y="7982"/>
                </a:lnTo>
                <a:lnTo>
                  <a:pt x="15622" y="8006"/>
                </a:lnTo>
                <a:lnTo>
                  <a:pt x="15768" y="8031"/>
                </a:lnTo>
                <a:lnTo>
                  <a:pt x="15890" y="8031"/>
                </a:lnTo>
                <a:lnTo>
                  <a:pt x="16182" y="8006"/>
                </a:lnTo>
                <a:lnTo>
                  <a:pt x="16449" y="7933"/>
                </a:lnTo>
                <a:lnTo>
                  <a:pt x="16693" y="7860"/>
                </a:lnTo>
                <a:lnTo>
                  <a:pt x="16960" y="7787"/>
                </a:lnTo>
                <a:lnTo>
                  <a:pt x="17204" y="7690"/>
                </a:lnTo>
                <a:lnTo>
                  <a:pt x="17447" y="7568"/>
                </a:lnTo>
                <a:lnTo>
                  <a:pt x="17642" y="7422"/>
                </a:lnTo>
                <a:lnTo>
                  <a:pt x="17666" y="7471"/>
                </a:lnTo>
                <a:lnTo>
                  <a:pt x="17715" y="7544"/>
                </a:lnTo>
                <a:lnTo>
                  <a:pt x="17788" y="7568"/>
                </a:lnTo>
                <a:lnTo>
                  <a:pt x="17812" y="7763"/>
                </a:lnTo>
                <a:lnTo>
                  <a:pt x="17836" y="7958"/>
                </a:lnTo>
                <a:lnTo>
                  <a:pt x="17934" y="8347"/>
                </a:lnTo>
                <a:lnTo>
                  <a:pt x="17763" y="8396"/>
                </a:lnTo>
                <a:lnTo>
                  <a:pt x="17593" y="8444"/>
                </a:lnTo>
                <a:lnTo>
                  <a:pt x="17252" y="8590"/>
                </a:lnTo>
                <a:lnTo>
                  <a:pt x="16790" y="8761"/>
                </a:lnTo>
                <a:lnTo>
                  <a:pt x="16547" y="8834"/>
                </a:lnTo>
                <a:lnTo>
                  <a:pt x="16328" y="8955"/>
                </a:lnTo>
                <a:lnTo>
                  <a:pt x="16303" y="8955"/>
                </a:lnTo>
                <a:lnTo>
                  <a:pt x="16303" y="8980"/>
                </a:lnTo>
                <a:lnTo>
                  <a:pt x="16328" y="9004"/>
                </a:lnTo>
                <a:lnTo>
                  <a:pt x="16328" y="9028"/>
                </a:lnTo>
                <a:lnTo>
                  <a:pt x="16595" y="9028"/>
                </a:lnTo>
                <a:lnTo>
                  <a:pt x="16839" y="9004"/>
                </a:lnTo>
                <a:lnTo>
                  <a:pt x="17106" y="8955"/>
                </a:lnTo>
                <a:lnTo>
                  <a:pt x="17350" y="8882"/>
                </a:lnTo>
                <a:lnTo>
                  <a:pt x="17666" y="8785"/>
                </a:lnTo>
                <a:lnTo>
                  <a:pt x="17836" y="8712"/>
                </a:lnTo>
                <a:lnTo>
                  <a:pt x="18007" y="8639"/>
                </a:lnTo>
                <a:lnTo>
                  <a:pt x="18031" y="8809"/>
                </a:lnTo>
                <a:lnTo>
                  <a:pt x="17812" y="8907"/>
                </a:lnTo>
                <a:lnTo>
                  <a:pt x="17617" y="9004"/>
                </a:lnTo>
                <a:lnTo>
                  <a:pt x="17398" y="9077"/>
                </a:lnTo>
                <a:lnTo>
                  <a:pt x="17155" y="9174"/>
                </a:lnTo>
                <a:lnTo>
                  <a:pt x="16936" y="9247"/>
                </a:lnTo>
                <a:lnTo>
                  <a:pt x="16741" y="9369"/>
                </a:lnTo>
                <a:lnTo>
                  <a:pt x="16717" y="9418"/>
                </a:lnTo>
                <a:lnTo>
                  <a:pt x="16717" y="9466"/>
                </a:lnTo>
                <a:lnTo>
                  <a:pt x="16741" y="9515"/>
                </a:lnTo>
                <a:lnTo>
                  <a:pt x="16790" y="9539"/>
                </a:lnTo>
                <a:lnTo>
                  <a:pt x="16887" y="9564"/>
                </a:lnTo>
                <a:lnTo>
                  <a:pt x="17228" y="9564"/>
                </a:lnTo>
                <a:lnTo>
                  <a:pt x="17471" y="9491"/>
                </a:lnTo>
                <a:lnTo>
                  <a:pt x="17690" y="9442"/>
                </a:lnTo>
                <a:lnTo>
                  <a:pt x="17885" y="9369"/>
                </a:lnTo>
                <a:lnTo>
                  <a:pt x="18080" y="9272"/>
                </a:lnTo>
                <a:lnTo>
                  <a:pt x="18128" y="9564"/>
                </a:lnTo>
                <a:lnTo>
                  <a:pt x="17958" y="9612"/>
                </a:lnTo>
                <a:lnTo>
                  <a:pt x="17812" y="9661"/>
                </a:lnTo>
                <a:lnTo>
                  <a:pt x="17301" y="9880"/>
                </a:lnTo>
                <a:lnTo>
                  <a:pt x="17228" y="9928"/>
                </a:lnTo>
                <a:lnTo>
                  <a:pt x="17155" y="10001"/>
                </a:lnTo>
                <a:lnTo>
                  <a:pt x="17106" y="10074"/>
                </a:lnTo>
                <a:lnTo>
                  <a:pt x="17033" y="10147"/>
                </a:lnTo>
                <a:lnTo>
                  <a:pt x="17009" y="10172"/>
                </a:lnTo>
                <a:lnTo>
                  <a:pt x="17033" y="10172"/>
                </a:lnTo>
                <a:lnTo>
                  <a:pt x="17106" y="10196"/>
                </a:lnTo>
                <a:lnTo>
                  <a:pt x="17204" y="10220"/>
                </a:lnTo>
                <a:lnTo>
                  <a:pt x="17277" y="10245"/>
                </a:lnTo>
                <a:lnTo>
                  <a:pt x="17471" y="10245"/>
                </a:lnTo>
                <a:lnTo>
                  <a:pt x="17593" y="10196"/>
                </a:lnTo>
                <a:lnTo>
                  <a:pt x="17812" y="10123"/>
                </a:lnTo>
                <a:lnTo>
                  <a:pt x="17982" y="10074"/>
                </a:lnTo>
                <a:lnTo>
                  <a:pt x="18153" y="9977"/>
                </a:lnTo>
                <a:lnTo>
                  <a:pt x="18153" y="10220"/>
                </a:lnTo>
                <a:lnTo>
                  <a:pt x="18031" y="10269"/>
                </a:lnTo>
                <a:lnTo>
                  <a:pt x="17909" y="10318"/>
                </a:lnTo>
                <a:lnTo>
                  <a:pt x="17690" y="10415"/>
                </a:lnTo>
                <a:lnTo>
                  <a:pt x="17471" y="10512"/>
                </a:lnTo>
                <a:lnTo>
                  <a:pt x="17301" y="10634"/>
                </a:lnTo>
                <a:lnTo>
                  <a:pt x="17204" y="10731"/>
                </a:lnTo>
                <a:lnTo>
                  <a:pt x="17131" y="10829"/>
                </a:lnTo>
                <a:lnTo>
                  <a:pt x="17131" y="10853"/>
                </a:lnTo>
                <a:lnTo>
                  <a:pt x="17155" y="10902"/>
                </a:lnTo>
                <a:lnTo>
                  <a:pt x="17374" y="10902"/>
                </a:lnTo>
                <a:lnTo>
                  <a:pt x="17593" y="10877"/>
                </a:lnTo>
                <a:lnTo>
                  <a:pt x="17788" y="10804"/>
                </a:lnTo>
                <a:lnTo>
                  <a:pt x="17982" y="10731"/>
                </a:lnTo>
                <a:lnTo>
                  <a:pt x="18153" y="10683"/>
                </a:lnTo>
                <a:lnTo>
                  <a:pt x="18128" y="11169"/>
                </a:lnTo>
                <a:lnTo>
                  <a:pt x="17861" y="11267"/>
                </a:lnTo>
                <a:lnTo>
                  <a:pt x="17617" y="11364"/>
                </a:lnTo>
                <a:lnTo>
                  <a:pt x="17447" y="11413"/>
                </a:lnTo>
                <a:lnTo>
                  <a:pt x="17277" y="11461"/>
                </a:lnTo>
                <a:lnTo>
                  <a:pt x="17106" y="11510"/>
                </a:lnTo>
                <a:lnTo>
                  <a:pt x="16960" y="11607"/>
                </a:lnTo>
                <a:lnTo>
                  <a:pt x="16936" y="11632"/>
                </a:lnTo>
                <a:lnTo>
                  <a:pt x="16936" y="11680"/>
                </a:lnTo>
                <a:lnTo>
                  <a:pt x="16960" y="11729"/>
                </a:lnTo>
                <a:lnTo>
                  <a:pt x="16985" y="11753"/>
                </a:lnTo>
                <a:lnTo>
                  <a:pt x="17106" y="11802"/>
                </a:lnTo>
                <a:lnTo>
                  <a:pt x="17228" y="11826"/>
                </a:lnTo>
                <a:lnTo>
                  <a:pt x="17374" y="11826"/>
                </a:lnTo>
                <a:lnTo>
                  <a:pt x="17544" y="11778"/>
                </a:lnTo>
                <a:lnTo>
                  <a:pt x="17690" y="11753"/>
                </a:lnTo>
                <a:lnTo>
                  <a:pt x="17836" y="11680"/>
                </a:lnTo>
                <a:lnTo>
                  <a:pt x="17982" y="11607"/>
                </a:lnTo>
                <a:lnTo>
                  <a:pt x="18104" y="11510"/>
                </a:lnTo>
                <a:lnTo>
                  <a:pt x="18080" y="11656"/>
                </a:lnTo>
                <a:lnTo>
                  <a:pt x="17934" y="11705"/>
                </a:lnTo>
                <a:lnTo>
                  <a:pt x="17763" y="11753"/>
                </a:lnTo>
                <a:lnTo>
                  <a:pt x="17471" y="11899"/>
                </a:lnTo>
                <a:lnTo>
                  <a:pt x="17301" y="11948"/>
                </a:lnTo>
                <a:lnTo>
                  <a:pt x="17106" y="11972"/>
                </a:lnTo>
                <a:lnTo>
                  <a:pt x="16936" y="12021"/>
                </a:lnTo>
                <a:lnTo>
                  <a:pt x="16839" y="12045"/>
                </a:lnTo>
                <a:lnTo>
                  <a:pt x="16766" y="12094"/>
                </a:lnTo>
                <a:lnTo>
                  <a:pt x="16741" y="12143"/>
                </a:lnTo>
                <a:lnTo>
                  <a:pt x="16741" y="12167"/>
                </a:lnTo>
                <a:lnTo>
                  <a:pt x="16766" y="12240"/>
                </a:lnTo>
                <a:lnTo>
                  <a:pt x="16863" y="12289"/>
                </a:lnTo>
                <a:lnTo>
                  <a:pt x="16960" y="12337"/>
                </a:lnTo>
                <a:lnTo>
                  <a:pt x="17058" y="12362"/>
                </a:lnTo>
                <a:lnTo>
                  <a:pt x="17155" y="12362"/>
                </a:lnTo>
                <a:lnTo>
                  <a:pt x="17374" y="12313"/>
                </a:lnTo>
                <a:lnTo>
                  <a:pt x="17569" y="12289"/>
                </a:lnTo>
                <a:lnTo>
                  <a:pt x="17812" y="12216"/>
                </a:lnTo>
                <a:lnTo>
                  <a:pt x="18007" y="12094"/>
                </a:lnTo>
                <a:lnTo>
                  <a:pt x="17934" y="12435"/>
                </a:lnTo>
                <a:lnTo>
                  <a:pt x="17788" y="12459"/>
                </a:lnTo>
                <a:lnTo>
                  <a:pt x="17642" y="12508"/>
                </a:lnTo>
                <a:lnTo>
                  <a:pt x="17325" y="12629"/>
                </a:lnTo>
                <a:lnTo>
                  <a:pt x="16839" y="12751"/>
                </a:lnTo>
                <a:lnTo>
                  <a:pt x="16328" y="12897"/>
                </a:lnTo>
                <a:lnTo>
                  <a:pt x="16303" y="12897"/>
                </a:lnTo>
                <a:lnTo>
                  <a:pt x="16303" y="12946"/>
                </a:lnTo>
                <a:lnTo>
                  <a:pt x="16303" y="12970"/>
                </a:lnTo>
                <a:lnTo>
                  <a:pt x="16328" y="12970"/>
                </a:lnTo>
                <a:lnTo>
                  <a:pt x="16571" y="13019"/>
                </a:lnTo>
                <a:lnTo>
                  <a:pt x="16814" y="13019"/>
                </a:lnTo>
                <a:lnTo>
                  <a:pt x="17058" y="12994"/>
                </a:lnTo>
                <a:lnTo>
                  <a:pt x="17277" y="12946"/>
                </a:lnTo>
                <a:lnTo>
                  <a:pt x="17569" y="12897"/>
                </a:lnTo>
                <a:lnTo>
                  <a:pt x="17861" y="12824"/>
                </a:lnTo>
                <a:lnTo>
                  <a:pt x="17739" y="13286"/>
                </a:lnTo>
                <a:lnTo>
                  <a:pt x="15671" y="13286"/>
                </a:lnTo>
                <a:lnTo>
                  <a:pt x="13627" y="13311"/>
                </a:lnTo>
                <a:lnTo>
                  <a:pt x="9515" y="13359"/>
                </a:lnTo>
                <a:lnTo>
                  <a:pt x="5232" y="13408"/>
                </a:lnTo>
                <a:lnTo>
                  <a:pt x="3115" y="13432"/>
                </a:lnTo>
                <a:lnTo>
                  <a:pt x="1509" y="13432"/>
                </a:lnTo>
                <a:lnTo>
                  <a:pt x="1388" y="12654"/>
                </a:lnTo>
                <a:lnTo>
                  <a:pt x="1290" y="11851"/>
                </a:lnTo>
                <a:lnTo>
                  <a:pt x="1266" y="11048"/>
                </a:lnTo>
                <a:lnTo>
                  <a:pt x="1266" y="10245"/>
                </a:lnTo>
                <a:lnTo>
                  <a:pt x="1290" y="9442"/>
                </a:lnTo>
                <a:lnTo>
                  <a:pt x="1363" y="8615"/>
                </a:lnTo>
                <a:lnTo>
                  <a:pt x="1436" y="8152"/>
                </a:lnTo>
                <a:lnTo>
                  <a:pt x="1485" y="7690"/>
                </a:lnTo>
                <a:lnTo>
                  <a:pt x="1777" y="6936"/>
                </a:lnTo>
                <a:lnTo>
                  <a:pt x="2385" y="5305"/>
                </a:lnTo>
                <a:lnTo>
                  <a:pt x="2653" y="4575"/>
                </a:lnTo>
                <a:lnTo>
                  <a:pt x="2921" y="3821"/>
                </a:lnTo>
                <a:lnTo>
                  <a:pt x="3067" y="3456"/>
                </a:lnTo>
                <a:lnTo>
                  <a:pt x="3237" y="3091"/>
                </a:lnTo>
                <a:lnTo>
                  <a:pt x="3407" y="2750"/>
                </a:lnTo>
                <a:lnTo>
                  <a:pt x="3602" y="2410"/>
                </a:lnTo>
                <a:lnTo>
                  <a:pt x="3748" y="2215"/>
                </a:lnTo>
                <a:lnTo>
                  <a:pt x="3894" y="2045"/>
                </a:lnTo>
                <a:lnTo>
                  <a:pt x="4064" y="1899"/>
                </a:lnTo>
                <a:lnTo>
                  <a:pt x="4283" y="1753"/>
                </a:lnTo>
                <a:lnTo>
                  <a:pt x="4502" y="1607"/>
                </a:lnTo>
                <a:lnTo>
                  <a:pt x="4721" y="1485"/>
                </a:lnTo>
                <a:lnTo>
                  <a:pt x="4989" y="1388"/>
                </a:lnTo>
                <a:lnTo>
                  <a:pt x="5232" y="1291"/>
                </a:lnTo>
                <a:lnTo>
                  <a:pt x="5816" y="1096"/>
                </a:lnTo>
                <a:lnTo>
                  <a:pt x="6400" y="950"/>
                </a:lnTo>
                <a:lnTo>
                  <a:pt x="7033" y="853"/>
                </a:lnTo>
                <a:lnTo>
                  <a:pt x="7641" y="755"/>
                </a:lnTo>
                <a:lnTo>
                  <a:pt x="8249" y="707"/>
                </a:lnTo>
                <a:lnTo>
                  <a:pt x="8858" y="658"/>
                </a:lnTo>
                <a:lnTo>
                  <a:pt x="9904" y="609"/>
                </a:lnTo>
                <a:lnTo>
                  <a:pt x="10707" y="609"/>
                </a:lnTo>
                <a:lnTo>
                  <a:pt x="11121" y="585"/>
                </a:lnTo>
                <a:lnTo>
                  <a:pt x="11534" y="561"/>
                </a:lnTo>
                <a:close/>
                <a:moveTo>
                  <a:pt x="2410" y="13919"/>
                </a:moveTo>
                <a:lnTo>
                  <a:pt x="2239" y="14089"/>
                </a:lnTo>
                <a:lnTo>
                  <a:pt x="2093" y="14260"/>
                </a:lnTo>
                <a:lnTo>
                  <a:pt x="1850" y="14649"/>
                </a:lnTo>
                <a:lnTo>
                  <a:pt x="1826" y="14479"/>
                </a:lnTo>
                <a:lnTo>
                  <a:pt x="1850" y="14308"/>
                </a:lnTo>
                <a:lnTo>
                  <a:pt x="1899" y="14114"/>
                </a:lnTo>
                <a:lnTo>
                  <a:pt x="1972" y="13919"/>
                </a:lnTo>
                <a:close/>
                <a:moveTo>
                  <a:pt x="14746" y="13846"/>
                </a:moveTo>
                <a:lnTo>
                  <a:pt x="14649" y="13992"/>
                </a:lnTo>
                <a:lnTo>
                  <a:pt x="14551" y="14138"/>
                </a:lnTo>
                <a:lnTo>
                  <a:pt x="14405" y="14430"/>
                </a:lnTo>
                <a:lnTo>
                  <a:pt x="14235" y="14771"/>
                </a:lnTo>
                <a:lnTo>
                  <a:pt x="14235" y="14527"/>
                </a:lnTo>
                <a:lnTo>
                  <a:pt x="14259" y="14284"/>
                </a:lnTo>
                <a:lnTo>
                  <a:pt x="14235" y="14065"/>
                </a:lnTo>
                <a:lnTo>
                  <a:pt x="14211" y="13943"/>
                </a:lnTo>
                <a:lnTo>
                  <a:pt x="14186" y="13846"/>
                </a:lnTo>
                <a:close/>
                <a:moveTo>
                  <a:pt x="2994" y="13919"/>
                </a:moveTo>
                <a:lnTo>
                  <a:pt x="2848" y="14065"/>
                </a:lnTo>
                <a:lnTo>
                  <a:pt x="2702" y="14211"/>
                </a:lnTo>
                <a:lnTo>
                  <a:pt x="2458" y="14552"/>
                </a:lnTo>
                <a:lnTo>
                  <a:pt x="2288" y="14819"/>
                </a:lnTo>
                <a:lnTo>
                  <a:pt x="2191" y="15014"/>
                </a:lnTo>
                <a:lnTo>
                  <a:pt x="2142" y="15184"/>
                </a:lnTo>
                <a:lnTo>
                  <a:pt x="2045" y="15087"/>
                </a:lnTo>
                <a:lnTo>
                  <a:pt x="2239" y="14771"/>
                </a:lnTo>
                <a:lnTo>
                  <a:pt x="2434" y="14479"/>
                </a:lnTo>
                <a:lnTo>
                  <a:pt x="2629" y="14211"/>
                </a:lnTo>
                <a:lnTo>
                  <a:pt x="2799" y="13919"/>
                </a:lnTo>
                <a:close/>
                <a:moveTo>
                  <a:pt x="4405" y="14381"/>
                </a:moveTo>
                <a:lnTo>
                  <a:pt x="4381" y="14649"/>
                </a:lnTo>
                <a:lnTo>
                  <a:pt x="4308" y="14941"/>
                </a:lnTo>
                <a:lnTo>
                  <a:pt x="4259" y="15087"/>
                </a:lnTo>
                <a:lnTo>
                  <a:pt x="4162" y="15209"/>
                </a:lnTo>
                <a:lnTo>
                  <a:pt x="4040" y="15330"/>
                </a:lnTo>
                <a:lnTo>
                  <a:pt x="3894" y="15403"/>
                </a:lnTo>
                <a:lnTo>
                  <a:pt x="3894" y="15403"/>
                </a:lnTo>
                <a:lnTo>
                  <a:pt x="4016" y="15160"/>
                </a:lnTo>
                <a:lnTo>
                  <a:pt x="4235" y="14771"/>
                </a:lnTo>
                <a:lnTo>
                  <a:pt x="4308" y="14576"/>
                </a:lnTo>
                <a:lnTo>
                  <a:pt x="4405" y="14381"/>
                </a:lnTo>
                <a:close/>
                <a:moveTo>
                  <a:pt x="3845" y="13895"/>
                </a:moveTo>
                <a:lnTo>
                  <a:pt x="3651" y="14041"/>
                </a:lnTo>
                <a:lnTo>
                  <a:pt x="3456" y="14211"/>
                </a:lnTo>
                <a:lnTo>
                  <a:pt x="3286" y="14406"/>
                </a:lnTo>
                <a:lnTo>
                  <a:pt x="3140" y="14625"/>
                </a:lnTo>
                <a:lnTo>
                  <a:pt x="2848" y="15038"/>
                </a:lnTo>
                <a:lnTo>
                  <a:pt x="2629" y="15476"/>
                </a:lnTo>
                <a:lnTo>
                  <a:pt x="2629" y="15501"/>
                </a:lnTo>
                <a:lnTo>
                  <a:pt x="2458" y="15428"/>
                </a:lnTo>
                <a:lnTo>
                  <a:pt x="2556" y="15306"/>
                </a:lnTo>
                <a:lnTo>
                  <a:pt x="2629" y="15160"/>
                </a:lnTo>
                <a:lnTo>
                  <a:pt x="2726" y="14941"/>
                </a:lnTo>
                <a:lnTo>
                  <a:pt x="2896" y="14673"/>
                </a:lnTo>
                <a:lnTo>
                  <a:pt x="3067" y="14406"/>
                </a:lnTo>
                <a:lnTo>
                  <a:pt x="3261" y="14162"/>
                </a:lnTo>
                <a:lnTo>
                  <a:pt x="3432" y="13919"/>
                </a:lnTo>
                <a:lnTo>
                  <a:pt x="3845" y="13895"/>
                </a:lnTo>
                <a:close/>
                <a:moveTo>
                  <a:pt x="4381" y="13895"/>
                </a:moveTo>
                <a:lnTo>
                  <a:pt x="4381" y="14065"/>
                </a:lnTo>
                <a:lnTo>
                  <a:pt x="4186" y="14260"/>
                </a:lnTo>
                <a:lnTo>
                  <a:pt x="4016" y="14503"/>
                </a:lnTo>
                <a:lnTo>
                  <a:pt x="3724" y="14990"/>
                </a:lnTo>
                <a:lnTo>
                  <a:pt x="3529" y="15257"/>
                </a:lnTo>
                <a:lnTo>
                  <a:pt x="3359" y="15549"/>
                </a:lnTo>
                <a:lnTo>
                  <a:pt x="3261" y="15574"/>
                </a:lnTo>
                <a:lnTo>
                  <a:pt x="2994" y="15574"/>
                </a:lnTo>
                <a:lnTo>
                  <a:pt x="3237" y="15160"/>
                </a:lnTo>
                <a:lnTo>
                  <a:pt x="3505" y="14746"/>
                </a:lnTo>
                <a:lnTo>
                  <a:pt x="3821" y="14333"/>
                </a:lnTo>
                <a:lnTo>
                  <a:pt x="3967" y="14114"/>
                </a:lnTo>
                <a:lnTo>
                  <a:pt x="4113" y="13895"/>
                </a:lnTo>
                <a:close/>
                <a:moveTo>
                  <a:pt x="15865" y="13846"/>
                </a:moveTo>
                <a:lnTo>
                  <a:pt x="15695" y="13968"/>
                </a:lnTo>
                <a:lnTo>
                  <a:pt x="15525" y="14089"/>
                </a:lnTo>
                <a:lnTo>
                  <a:pt x="15403" y="14211"/>
                </a:lnTo>
                <a:lnTo>
                  <a:pt x="15306" y="14333"/>
                </a:lnTo>
                <a:lnTo>
                  <a:pt x="15111" y="14625"/>
                </a:lnTo>
                <a:lnTo>
                  <a:pt x="14965" y="14844"/>
                </a:lnTo>
                <a:lnTo>
                  <a:pt x="14819" y="15063"/>
                </a:lnTo>
                <a:lnTo>
                  <a:pt x="14746" y="15184"/>
                </a:lnTo>
                <a:lnTo>
                  <a:pt x="14697" y="15306"/>
                </a:lnTo>
                <a:lnTo>
                  <a:pt x="14673" y="15452"/>
                </a:lnTo>
                <a:lnTo>
                  <a:pt x="14673" y="15574"/>
                </a:lnTo>
                <a:lnTo>
                  <a:pt x="14503" y="15428"/>
                </a:lnTo>
                <a:lnTo>
                  <a:pt x="14381" y="15257"/>
                </a:lnTo>
                <a:lnTo>
                  <a:pt x="14478" y="15111"/>
                </a:lnTo>
                <a:lnTo>
                  <a:pt x="14551" y="14965"/>
                </a:lnTo>
                <a:lnTo>
                  <a:pt x="14673" y="14673"/>
                </a:lnTo>
                <a:lnTo>
                  <a:pt x="14819" y="14284"/>
                </a:lnTo>
                <a:lnTo>
                  <a:pt x="14868" y="14065"/>
                </a:lnTo>
                <a:lnTo>
                  <a:pt x="14892" y="13870"/>
                </a:lnTo>
                <a:lnTo>
                  <a:pt x="14868" y="13846"/>
                </a:lnTo>
                <a:close/>
                <a:moveTo>
                  <a:pt x="16790" y="14625"/>
                </a:moveTo>
                <a:lnTo>
                  <a:pt x="16766" y="14917"/>
                </a:lnTo>
                <a:lnTo>
                  <a:pt x="16717" y="15184"/>
                </a:lnTo>
                <a:lnTo>
                  <a:pt x="16644" y="15330"/>
                </a:lnTo>
                <a:lnTo>
                  <a:pt x="16571" y="15452"/>
                </a:lnTo>
                <a:lnTo>
                  <a:pt x="16449" y="15574"/>
                </a:lnTo>
                <a:lnTo>
                  <a:pt x="16352" y="15647"/>
                </a:lnTo>
                <a:lnTo>
                  <a:pt x="16352" y="15647"/>
                </a:lnTo>
                <a:lnTo>
                  <a:pt x="16571" y="15111"/>
                </a:lnTo>
                <a:lnTo>
                  <a:pt x="16693" y="14868"/>
                </a:lnTo>
                <a:lnTo>
                  <a:pt x="16790" y="14625"/>
                </a:lnTo>
                <a:close/>
                <a:moveTo>
                  <a:pt x="16498" y="13846"/>
                </a:moveTo>
                <a:lnTo>
                  <a:pt x="16328" y="14041"/>
                </a:lnTo>
                <a:lnTo>
                  <a:pt x="16133" y="14260"/>
                </a:lnTo>
                <a:lnTo>
                  <a:pt x="15987" y="14479"/>
                </a:lnTo>
                <a:lnTo>
                  <a:pt x="15817" y="14746"/>
                </a:lnTo>
                <a:lnTo>
                  <a:pt x="15525" y="15257"/>
                </a:lnTo>
                <a:lnTo>
                  <a:pt x="15379" y="15549"/>
                </a:lnTo>
                <a:lnTo>
                  <a:pt x="15257" y="15817"/>
                </a:lnTo>
                <a:lnTo>
                  <a:pt x="15062" y="15768"/>
                </a:lnTo>
                <a:lnTo>
                  <a:pt x="14868" y="15695"/>
                </a:lnTo>
                <a:lnTo>
                  <a:pt x="14965" y="15622"/>
                </a:lnTo>
                <a:lnTo>
                  <a:pt x="15038" y="15549"/>
                </a:lnTo>
                <a:lnTo>
                  <a:pt x="15160" y="15355"/>
                </a:lnTo>
                <a:lnTo>
                  <a:pt x="15379" y="14941"/>
                </a:lnTo>
                <a:lnTo>
                  <a:pt x="15719" y="14381"/>
                </a:lnTo>
                <a:lnTo>
                  <a:pt x="15817" y="14260"/>
                </a:lnTo>
                <a:lnTo>
                  <a:pt x="15865" y="14114"/>
                </a:lnTo>
                <a:lnTo>
                  <a:pt x="16011" y="13846"/>
                </a:lnTo>
                <a:close/>
                <a:moveTo>
                  <a:pt x="16717" y="13846"/>
                </a:moveTo>
                <a:lnTo>
                  <a:pt x="16766" y="14235"/>
                </a:lnTo>
                <a:lnTo>
                  <a:pt x="16620" y="14430"/>
                </a:lnTo>
                <a:lnTo>
                  <a:pt x="16474" y="14625"/>
                </a:lnTo>
                <a:lnTo>
                  <a:pt x="16255" y="15063"/>
                </a:lnTo>
                <a:lnTo>
                  <a:pt x="16084" y="15428"/>
                </a:lnTo>
                <a:lnTo>
                  <a:pt x="15987" y="15622"/>
                </a:lnTo>
                <a:lnTo>
                  <a:pt x="15938" y="15817"/>
                </a:lnTo>
                <a:lnTo>
                  <a:pt x="15646" y="15841"/>
                </a:lnTo>
                <a:lnTo>
                  <a:pt x="15890" y="15379"/>
                </a:lnTo>
                <a:lnTo>
                  <a:pt x="16133" y="14917"/>
                </a:lnTo>
                <a:lnTo>
                  <a:pt x="16401" y="14381"/>
                </a:lnTo>
                <a:lnTo>
                  <a:pt x="16644" y="13846"/>
                </a:lnTo>
                <a:close/>
                <a:moveTo>
                  <a:pt x="8493" y="1"/>
                </a:moveTo>
                <a:lnTo>
                  <a:pt x="7884" y="25"/>
                </a:lnTo>
                <a:lnTo>
                  <a:pt x="7252" y="98"/>
                </a:lnTo>
                <a:lnTo>
                  <a:pt x="6619" y="171"/>
                </a:lnTo>
                <a:lnTo>
                  <a:pt x="6011" y="317"/>
                </a:lnTo>
                <a:lnTo>
                  <a:pt x="5427" y="488"/>
                </a:lnTo>
                <a:lnTo>
                  <a:pt x="5135" y="585"/>
                </a:lnTo>
                <a:lnTo>
                  <a:pt x="4867" y="707"/>
                </a:lnTo>
                <a:lnTo>
                  <a:pt x="4600" y="853"/>
                </a:lnTo>
                <a:lnTo>
                  <a:pt x="4356" y="999"/>
                </a:lnTo>
                <a:lnTo>
                  <a:pt x="4113" y="1169"/>
                </a:lnTo>
                <a:lnTo>
                  <a:pt x="3894" y="1339"/>
                </a:lnTo>
                <a:lnTo>
                  <a:pt x="3699" y="1534"/>
                </a:lnTo>
                <a:lnTo>
                  <a:pt x="3529" y="1753"/>
                </a:lnTo>
                <a:lnTo>
                  <a:pt x="3310" y="2045"/>
                </a:lnTo>
                <a:lnTo>
                  <a:pt x="3115" y="2385"/>
                </a:lnTo>
                <a:lnTo>
                  <a:pt x="2945" y="2702"/>
                </a:lnTo>
                <a:lnTo>
                  <a:pt x="2799" y="3042"/>
                </a:lnTo>
                <a:lnTo>
                  <a:pt x="2507" y="3748"/>
                </a:lnTo>
                <a:lnTo>
                  <a:pt x="2264" y="4454"/>
                </a:lnTo>
                <a:lnTo>
                  <a:pt x="2142" y="4405"/>
                </a:lnTo>
                <a:lnTo>
                  <a:pt x="2020" y="4356"/>
                </a:lnTo>
                <a:lnTo>
                  <a:pt x="1728" y="4356"/>
                </a:lnTo>
                <a:lnTo>
                  <a:pt x="1412" y="4405"/>
                </a:lnTo>
                <a:lnTo>
                  <a:pt x="1193" y="4478"/>
                </a:lnTo>
                <a:lnTo>
                  <a:pt x="998" y="4551"/>
                </a:lnTo>
                <a:lnTo>
                  <a:pt x="804" y="4624"/>
                </a:lnTo>
                <a:lnTo>
                  <a:pt x="633" y="4746"/>
                </a:lnTo>
                <a:lnTo>
                  <a:pt x="487" y="4867"/>
                </a:lnTo>
                <a:lnTo>
                  <a:pt x="366" y="5013"/>
                </a:lnTo>
                <a:lnTo>
                  <a:pt x="244" y="5159"/>
                </a:lnTo>
                <a:lnTo>
                  <a:pt x="147" y="5354"/>
                </a:lnTo>
                <a:lnTo>
                  <a:pt x="49" y="5524"/>
                </a:lnTo>
                <a:lnTo>
                  <a:pt x="25" y="5695"/>
                </a:lnTo>
                <a:lnTo>
                  <a:pt x="1" y="5865"/>
                </a:lnTo>
                <a:lnTo>
                  <a:pt x="25" y="6060"/>
                </a:lnTo>
                <a:lnTo>
                  <a:pt x="49" y="6230"/>
                </a:lnTo>
                <a:lnTo>
                  <a:pt x="122" y="6400"/>
                </a:lnTo>
                <a:lnTo>
                  <a:pt x="220" y="6571"/>
                </a:lnTo>
                <a:lnTo>
                  <a:pt x="317" y="6692"/>
                </a:lnTo>
                <a:lnTo>
                  <a:pt x="463" y="6814"/>
                </a:lnTo>
                <a:lnTo>
                  <a:pt x="658" y="6911"/>
                </a:lnTo>
                <a:lnTo>
                  <a:pt x="901" y="6984"/>
                </a:lnTo>
                <a:lnTo>
                  <a:pt x="1023" y="6984"/>
                </a:lnTo>
                <a:lnTo>
                  <a:pt x="1120" y="7009"/>
                </a:lnTo>
                <a:lnTo>
                  <a:pt x="1242" y="6984"/>
                </a:lnTo>
                <a:lnTo>
                  <a:pt x="1363" y="6960"/>
                </a:lnTo>
                <a:lnTo>
                  <a:pt x="1169" y="7495"/>
                </a:lnTo>
                <a:lnTo>
                  <a:pt x="1071" y="7739"/>
                </a:lnTo>
                <a:lnTo>
                  <a:pt x="998" y="8006"/>
                </a:lnTo>
                <a:lnTo>
                  <a:pt x="901" y="8542"/>
                </a:lnTo>
                <a:lnTo>
                  <a:pt x="779" y="9393"/>
                </a:lnTo>
                <a:lnTo>
                  <a:pt x="731" y="10245"/>
                </a:lnTo>
                <a:lnTo>
                  <a:pt x="731" y="11072"/>
                </a:lnTo>
                <a:lnTo>
                  <a:pt x="755" y="11875"/>
                </a:lnTo>
                <a:lnTo>
                  <a:pt x="852" y="12702"/>
                </a:lnTo>
                <a:lnTo>
                  <a:pt x="974" y="13505"/>
                </a:lnTo>
                <a:lnTo>
                  <a:pt x="925" y="13505"/>
                </a:lnTo>
                <a:lnTo>
                  <a:pt x="877" y="13530"/>
                </a:lnTo>
                <a:lnTo>
                  <a:pt x="828" y="13578"/>
                </a:lnTo>
                <a:lnTo>
                  <a:pt x="804" y="13627"/>
                </a:lnTo>
                <a:lnTo>
                  <a:pt x="804" y="13676"/>
                </a:lnTo>
                <a:lnTo>
                  <a:pt x="804" y="13749"/>
                </a:lnTo>
                <a:lnTo>
                  <a:pt x="828" y="13797"/>
                </a:lnTo>
                <a:lnTo>
                  <a:pt x="877" y="13846"/>
                </a:lnTo>
                <a:lnTo>
                  <a:pt x="925" y="13870"/>
                </a:lnTo>
                <a:lnTo>
                  <a:pt x="1193" y="13895"/>
                </a:lnTo>
                <a:lnTo>
                  <a:pt x="1461" y="13919"/>
                </a:lnTo>
                <a:lnTo>
                  <a:pt x="1412" y="14041"/>
                </a:lnTo>
                <a:lnTo>
                  <a:pt x="1363" y="14187"/>
                </a:lnTo>
                <a:lnTo>
                  <a:pt x="1315" y="14333"/>
                </a:lnTo>
                <a:lnTo>
                  <a:pt x="1315" y="14479"/>
                </a:lnTo>
                <a:lnTo>
                  <a:pt x="1315" y="14649"/>
                </a:lnTo>
                <a:lnTo>
                  <a:pt x="1339" y="14795"/>
                </a:lnTo>
                <a:lnTo>
                  <a:pt x="1363" y="14941"/>
                </a:lnTo>
                <a:lnTo>
                  <a:pt x="1412" y="15063"/>
                </a:lnTo>
                <a:lnTo>
                  <a:pt x="1534" y="15282"/>
                </a:lnTo>
                <a:lnTo>
                  <a:pt x="1680" y="15476"/>
                </a:lnTo>
                <a:lnTo>
                  <a:pt x="1850" y="15647"/>
                </a:lnTo>
                <a:lnTo>
                  <a:pt x="2020" y="15768"/>
                </a:lnTo>
                <a:lnTo>
                  <a:pt x="2215" y="15890"/>
                </a:lnTo>
                <a:lnTo>
                  <a:pt x="2434" y="15987"/>
                </a:lnTo>
                <a:lnTo>
                  <a:pt x="2677" y="16036"/>
                </a:lnTo>
                <a:lnTo>
                  <a:pt x="2921" y="16085"/>
                </a:lnTo>
                <a:lnTo>
                  <a:pt x="3115" y="16109"/>
                </a:lnTo>
                <a:lnTo>
                  <a:pt x="3334" y="16109"/>
                </a:lnTo>
                <a:lnTo>
                  <a:pt x="3529" y="16085"/>
                </a:lnTo>
                <a:lnTo>
                  <a:pt x="3748" y="16036"/>
                </a:lnTo>
                <a:lnTo>
                  <a:pt x="3943" y="15963"/>
                </a:lnTo>
                <a:lnTo>
                  <a:pt x="4137" y="15890"/>
                </a:lnTo>
                <a:lnTo>
                  <a:pt x="4308" y="15793"/>
                </a:lnTo>
                <a:lnTo>
                  <a:pt x="4478" y="15647"/>
                </a:lnTo>
                <a:lnTo>
                  <a:pt x="4648" y="15476"/>
                </a:lnTo>
                <a:lnTo>
                  <a:pt x="4770" y="15282"/>
                </a:lnTo>
                <a:lnTo>
                  <a:pt x="4843" y="15063"/>
                </a:lnTo>
                <a:lnTo>
                  <a:pt x="4892" y="14844"/>
                </a:lnTo>
                <a:lnTo>
                  <a:pt x="4940" y="14600"/>
                </a:lnTo>
                <a:lnTo>
                  <a:pt x="4940" y="14357"/>
                </a:lnTo>
                <a:lnTo>
                  <a:pt x="4916" y="13895"/>
                </a:lnTo>
                <a:lnTo>
                  <a:pt x="5062" y="13895"/>
                </a:lnTo>
                <a:lnTo>
                  <a:pt x="9515" y="13870"/>
                </a:lnTo>
                <a:lnTo>
                  <a:pt x="14040" y="13846"/>
                </a:lnTo>
                <a:lnTo>
                  <a:pt x="13967" y="13919"/>
                </a:lnTo>
                <a:lnTo>
                  <a:pt x="13919" y="13992"/>
                </a:lnTo>
                <a:lnTo>
                  <a:pt x="13846" y="14162"/>
                </a:lnTo>
                <a:lnTo>
                  <a:pt x="13797" y="14357"/>
                </a:lnTo>
                <a:lnTo>
                  <a:pt x="13797" y="14576"/>
                </a:lnTo>
                <a:lnTo>
                  <a:pt x="13821" y="14795"/>
                </a:lnTo>
                <a:lnTo>
                  <a:pt x="13846" y="14990"/>
                </a:lnTo>
                <a:lnTo>
                  <a:pt x="13943" y="15355"/>
                </a:lnTo>
                <a:lnTo>
                  <a:pt x="13967" y="15476"/>
                </a:lnTo>
                <a:lnTo>
                  <a:pt x="14016" y="15574"/>
                </a:lnTo>
                <a:lnTo>
                  <a:pt x="14162" y="15768"/>
                </a:lnTo>
                <a:lnTo>
                  <a:pt x="14357" y="15914"/>
                </a:lnTo>
                <a:lnTo>
                  <a:pt x="14551" y="16060"/>
                </a:lnTo>
                <a:lnTo>
                  <a:pt x="14795" y="16158"/>
                </a:lnTo>
                <a:lnTo>
                  <a:pt x="15038" y="16231"/>
                </a:lnTo>
                <a:lnTo>
                  <a:pt x="15281" y="16279"/>
                </a:lnTo>
                <a:lnTo>
                  <a:pt x="15500" y="16328"/>
                </a:lnTo>
                <a:lnTo>
                  <a:pt x="15744" y="16328"/>
                </a:lnTo>
                <a:lnTo>
                  <a:pt x="15963" y="16304"/>
                </a:lnTo>
                <a:lnTo>
                  <a:pt x="16157" y="16255"/>
                </a:lnTo>
                <a:lnTo>
                  <a:pt x="16352" y="16182"/>
                </a:lnTo>
                <a:lnTo>
                  <a:pt x="16547" y="16060"/>
                </a:lnTo>
                <a:lnTo>
                  <a:pt x="16717" y="15939"/>
                </a:lnTo>
                <a:lnTo>
                  <a:pt x="16887" y="15793"/>
                </a:lnTo>
                <a:lnTo>
                  <a:pt x="17033" y="15622"/>
                </a:lnTo>
                <a:lnTo>
                  <a:pt x="17131" y="15428"/>
                </a:lnTo>
                <a:lnTo>
                  <a:pt x="17204" y="15209"/>
                </a:lnTo>
                <a:lnTo>
                  <a:pt x="17252" y="14990"/>
                </a:lnTo>
                <a:lnTo>
                  <a:pt x="17277" y="14746"/>
                </a:lnTo>
                <a:lnTo>
                  <a:pt x="17277" y="14527"/>
                </a:lnTo>
                <a:lnTo>
                  <a:pt x="17277" y="14284"/>
                </a:lnTo>
                <a:lnTo>
                  <a:pt x="17204" y="13822"/>
                </a:lnTo>
                <a:lnTo>
                  <a:pt x="18250" y="13797"/>
                </a:lnTo>
                <a:lnTo>
                  <a:pt x="18372" y="13773"/>
                </a:lnTo>
                <a:lnTo>
                  <a:pt x="18445" y="13724"/>
                </a:lnTo>
                <a:lnTo>
                  <a:pt x="18493" y="13627"/>
                </a:lnTo>
                <a:lnTo>
                  <a:pt x="18493" y="13530"/>
                </a:lnTo>
                <a:lnTo>
                  <a:pt x="18493" y="13457"/>
                </a:lnTo>
                <a:lnTo>
                  <a:pt x="18445" y="13359"/>
                </a:lnTo>
                <a:lnTo>
                  <a:pt x="18372" y="13311"/>
                </a:lnTo>
                <a:lnTo>
                  <a:pt x="18250" y="13286"/>
                </a:lnTo>
                <a:lnTo>
                  <a:pt x="18445" y="12556"/>
                </a:lnTo>
                <a:lnTo>
                  <a:pt x="18566" y="11802"/>
                </a:lnTo>
                <a:lnTo>
                  <a:pt x="18639" y="11048"/>
                </a:lnTo>
                <a:lnTo>
                  <a:pt x="18664" y="10293"/>
                </a:lnTo>
                <a:lnTo>
                  <a:pt x="18639" y="9880"/>
                </a:lnTo>
                <a:lnTo>
                  <a:pt x="18615" y="9466"/>
                </a:lnTo>
                <a:lnTo>
                  <a:pt x="18493" y="8639"/>
                </a:lnTo>
                <a:lnTo>
                  <a:pt x="18445" y="8323"/>
                </a:lnTo>
                <a:lnTo>
                  <a:pt x="18372" y="7982"/>
                </a:lnTo>
                <a:lnTo>
                  <a:pt x="18250" y="7666"/>
                </a:lnTo>
                <a:lnTo>
                  <a:pt x="18177" y="7520"/>
                </a:lnTo>
                <a:lnTo>
                  <a:pt x="18104" y="7374"/>
                </a:lnTo>
                <a:lnTo>
                  <a:pt x="18080" y="7276"/>
                </a:lnTo>
                <a:lnTo>
                  <a:pt x="17982" y="6887"/>
                </a:lnTo>
                <a:lnTo>
                  <a:pt x="18274" y="6838"/>
                </a:lnTo>
                <a:lnTo>
                  <a:pt x="18542" y="6741"/>
                </a:lnTo>
                <a:lnTo>
                  <a:pt x="18834" y="6644"/>
                </a:lnTo>
                <a:lnTo>
                  <a:pt x="19102" y="6498"/>
                </a:lnTo>
                <a:lnTo>
                  <a:pt x="19199" y="6400"/>
                </a:lnTo>
                <a:lnTo>
                  <a:pt x="19272" y="6279"/>
                </a:lnTo>
                <a:lnTo>
                  <a:pt x="19321" y="6157"/>
                </a:lnTo>
                <a:lnTo>
                  <a:pt x="19321" y="6011"/>
                </a:lnTo>
                <a:lnTo>
                  <a:pt x="19321" y="5841"/>
                </a:lnTo>
                <a:lnTo>
                  <a:pt x="19321" y="5695"/>
                </a:lnTo>
                <a:lnTo>
                  <a:pt x="19272" y="5451"/>
                </a:lnTo>
                <a:lnTo>
                  <a:pt x="19199" y="5281"/>
                </a:lnTo>
                <a:lnTo>
                  <a:pt x="19126" y="5135"/>
                </a:lnTo>
                <a:lnTo>
                  <a:pt x="19029" y="5013"/>
                </a:lnTo>
                <a:lnTo>
                  <a:pt x="18907" y="4892"/>
                </a:lnTo>
                <a:lnTo>
                  <a:pt x="18785" y="4794"/>
                </a:lnTo>
                <a:lnTo>
                  <a:pt x="18664" y="4697"/>
                </a:lnTo>
                <a:lnTo>
                  <a:pt x="18372" y="4527"/>
                </a:lnTo>
                <a:lnTo>
                  <a:pt x="18080" y="4429"/>
                </a:lnTo>
                <a:lnTo>
                  <a:pt x="17934" y="4356"/>
                </a:lnTo>
                <a:lnTo>
                  <a:pt x="17763" y="4332"/>
                </a:lnTo>
                <a:lnTo>
                  <a:pt x="17593" y="4308"/>
                </a:lnTo>
                <a:lnTo>
                  <a:pt x="17423" y="4308"/>
                </a:lnTo>
                <a:lnTo>
                  <a:pt x="17252" y="4356"/>
                </a:lnTo>
                <a:lnTo>
                  <a:pt x="17131" y="4405"/>
                </a:lnTo>
                <a:lnTo>
                  <a:pt x="17082" y="4478"/>
                </a:lnTo>
                <a:lnTo>
                  <a:pt x="17082" y="4527"/>
                </a:lnTo>
                <a:lnTo>
                  <a:pt x="16863" y="3967"/>
                </a:lnTo>
                <a:lnTo>
                  <a:pt x="16595" y="3261"/>
                </a:lnTo>
                <a:lnTo>
                  <a:pt x="16303" y="2580"/>
                </a:lnTo>
                <a:lnTo>
                  <a:pt x="16133" y="2239"/>
                </a:lnTo>
                <a:lnTo>
                  <a:pt x="15938" y="1923"/>
                </a:lnTo>
                <a:lnTo>
                  <a:pt x="15719" y="1607"/>
                </a:lnTo>
                <a:lnTo>
                  <a:pt x="15476" y="1315"/>
                </a:lnTo>
                <a:lnTo>
                  <a:pt x="15354" y="1193"/>
                </a:lnTo>
                <a:lnTo>
                  <a:pt x="15379" y="1145"/>
                </a:lnTo>
                <a:lnTo>
                  <a:pt x="15403" y="1120"/>
                </a:lnTo>
                <a:lnTo>
                  <a:pt x="15379" y="1023"/>
                </a:lnTo>
                <a:lnTo>
                  <a:pt x="15306" y="974"/>
                </a:lnTo>
                <a:lnTo>
                  <a:pt x="15257" y="950"/>
                </a:lnTo>
                <a:lnTo>
                  <a:pt x="15208" y="950"/>
                </a:lnTo>
                <a:lnTo>
                  <a:pt x="15111" y="974"/>
                </a:lnTo>
                <a:lnTo>
                  <a:pt x="14892" y="804"/>
                </a:lnTo>
                <a:lnTo>
                  <a:pt x="14624" y="658"/>
                </a:lnTo>
                <a:lnTo>
                  <a:pt x="14381" y="536"/>
                </a:lnTo>
                <a:lnTo>
                  <a:pt x="14113" y="415"/>
                </a:lnTo>
                <a:lnTo>
                  <a:pt x="13821" y="317"/>
                </a:lnTo>
                <a:lnTo>
                  <a:pt x="13530" y="244"/>
                </a:lnTo>
                <a:lnTo>
                  <a:pt x="12970" y="123"/>
                </a:lnTo>
                <a:lnTo>
                  <a:pt x="12556" y="74"/>
                </a:lnTo>
                <a:lnTo>
                  <a:pt x="12143" y="50"/>
                </a:lnTo>
                <a:lnTo>
                  <a:pt x="11729" y="50"/>
                </a:lnTo>
                <a:lnTo>
                  <a:pt x="11291" y="74"/>
                </a:lnTo>
                <a:lnTo>
                  <a:pt x="10902" y="50"/>
                </a:lnTo>
                <a:lnTo>
                  <a:pt x="10123" y="25"/>
                </a:lnTo>
                <a:lnTo>
                  <a:pt x="9077" y="1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32"/>
          <p:cNvSpPr/>
          <p:nvPr/>
        </p:nvSpPr>
        <p:spPr>
          <a:xfrm>
            <a:off x="2382050" y="2591648"/>
            <a:ext cx="387526" cy="218566"/>
          </a:xfrm>
          <a:custGeom>
            <a:rect b="b" l="l" r="r" t="t"/>
            <a:pathLst>
              <a:path extrusionOk="0" h="12654" w="18640">
                <a:moveTo>
                  <a:pt x="11486" y="512"/>
                </a:moveTo>
                <a:lnTo>
                  <a:pt x="14089" y="536"/>
                </a:lnTo>
                <a:lnTo>
                  <a:pt x="16206" y="585"/>
                </a:lnTo>
                <a:lnTo>
                  <a:pt x="17106" y="585"/>
                </a:lnTo>
                <a:lnTo>
                  <a:pt x="17374" y="633"/>
                </a:lnTo>
                <a:lnTo>
                  <a:pt x="17617" y="706"/>
                </a:lnTo>
                <a:lnTo>
                  <a:pt x="17715" y="755"/>
                </a:lnTo>
                <a:lnTo>
                  <a:pt x="17812" y="828"/>
                </a:lnTo>
                <a:lnTo>
                  <a:pt x="17885" y="925"/>
                </a:lnTo>
                <a:lnTo>
                  <a:pt x="17958" y="1047"/>
                </a:lnTo>
                <a:lnTo>
                  <a:pt x="17982" y="1169"/>
                </a:lnTo>
                <a:lnTo>
                  <a:pt x="18007" y="1315"/>
                </a:lnTo>
                <a:lnTo>
                  <a:pt x="17982" y="1607"/>
                </a:lnTo>
                <a:lnTo>
                  <a:pt x="17958" y="1753"/>
                </a:lnTo>
                <a:lnTo>
                  <a:pt x="17958" y="1923"/>
                </a:lnTo>
                <a:lnTo>
                  <a:pt x="17958" y="2264"/>
                </a:lnTo>
                <a:lnTo>
                  <a:pt x="18007" y="2604"/>
                </a:lnTo>
                <a:lnTo>
                  <a:pt x="18031" y="2945"/>
                </a:lnTo>
                <a:lnTo>
                  <a:pt x="18031" y="3115"/>
                </a:lnTo>
                <a:lnTo>
                  <a:pt x="17520" y="3164"/>
                </a:lnTo>
                <a:lnTo>
                  <a:pt x="17009" y="3188"/>
                </a:lnTo>
                <a:lnTo>
                  <a:pt x="15963" y="3212"/>
                </a:lnTo>
                <a:lnTo>
                  <a:pt x="14917" y="3188"/>
                </a:lnTo>
                <a:lnTo>
                  <a:pt x="13870" y="3164"/>
                </a:lnTo>
                <a:lnTo>
                  <a:pt x="12751" y="3139"/>
                </a:lnTo>
                <a:lnTo>
                  <a:pt x="11607" y="3115"/>
                </a:lnTo>
                <a:lnTo>
                  <a:pt x="11023" y="3139"/>
                </a:lnTo>
                <a:lnTo>
                  <a:pt x="10439" y="3188"/>
                </a:lnTo>
                <a:lnTo>
                  <a:pt x="9855" y="3237"/>
                </a:lnTo>
                <a:lnTo>
                  <a:pt x="9271" y="3261"/>
                </a:lnTo>
                <a:lnTo>
                  <a:pt x="8712" y="3261"/>
                </a:lnTo>
                <a:lnTo>
                  <a:pt x="8152" y="3237"/>
                </a:lnTo>
                <a:lnTo>
                  <a:pt x="7057" y="3164"/>
                </a:lnTo>
                <a:lnTo>
                  <a:pt x="5938" y="3091"/>
                </a:lnTo>
                <a:lnTo>
                  <a:pt x="5403" y="3091"/>
                </a:lnTo>
                <a:lnTo>
                  <a:pt x="4843" y="3066"/>
                </a:lnTo>
                <a:lnTo>
                  <a:pt x="3651" y="3091"/>
                </a:lnTo>
                <a:lnTo>
                  <a:pt x="2483" y="3139"/>
                </a:lnTo>
                <a:lnTo>
                  <a:pt x="1412" y="3164"/>
                </a:lnTo>
                <a:lnTo>
                  <a:pt x="950" y="3164"/>
                </a:lnTo>
                <a:lnTo>
                  <a:pt x="731" y="3188"/>
                </a:lnTo>
                <a:lnTo>
                  <a:pt x="487" y="3212"/>
                </a:lnTo>
                <a:lnTo>
                  <a:pt x="487" y="3212"/>
                </a:lnTo>
                <a:lnTo>
                  <a:pt x="512" y="2799"/>
                </a:lnTo>
                <a:lnTo>
                  <a:pt x="560" y="2410"/>
                </a:lnTo>
                <a:lnTo>
                  <a:pt x="633" y="1996"/>
                </a:lnTo>
                <a:lnTo>
                  <a:pt x="731" y="1607"/>
                </a:lnTo>
                <a:lnTo>
                  <a:pt x="828" y="1363"/>
                </a:lnTo>
                <a:lnTo>
                  <a:pt x="925" y="1169"/>
                </a:lnTo>
                <a:lnTo>
                  <a:pt x="1071" y="998"/>
                </a:lnTo>
                <a:lnTo>
                  <a:pt x="1217" y="852"/>
                </a:lnTo>
                <a:lnTo>
                  <a:pt x="1388" y="731"/>
                </a:lnTo>
                <a:lnTo>
                  <a:pt x="1582" y="658"/>
                </a:lnTo>
                <a:lnTo>
                  <a:pt x="1777" y="585"/>
                </a:lnTo>
                <a:lnTo>
                  <a:pt x="1996" y="512"/>
                </a:lnTo>
                <a:lnTo>
                  <a:pt x="2118" y="560"/>
                </a:lnTo>
                <a:lnTo>
                  <a:pt x="2239" y="560"/>
                </a:lnTo>
                <a:lnTo>
                  <a:pt x="2483" y="585"/>
                </a:lnTo>
                <a:lnTo>
                  <a:pt x="2969" y="536"/>
                </a:lnTo>
                <a:lnTo>
                  <a:pt x="4016" y="512"/>
                </a:lnTo>
                <a:lnTo>
                  <a:pt x="5062" y="512"/>
                </a:lnTo>
                <a:lnTo>
                  <a:pt x="6084" y="536"/>
                </a:lnTo>
                <a:lnTo>
                  <a:pt x="7106" y="560"/>
                </a:lnTo>
                <a:lnTo>
                  <a:pt x="8128" y="585"/>
                </a:lnTo>
                <a:lnTo>
                  <a:pt x="8639" y="585"/>
                </a:lnTo>
                <a:lnTo>
                  <a:pt x="9150" y="560"/>
                </a:lnTo>
                <a:lnTo>
                  <a:pt x="10220" y="512"/>
                </a:lnTo>
                <a:close/>
                <a:moveTo>
                  <a:pt x="487" y="3650"/>
                </a:moveTo>
                <a:lnTo>
                  <a:pt x="560" y="3675"/>
                </a:lnTo>
                <a:lnTo>
                  <a:pt x="512" y="3748"/>
                </a:lnTo>
                <a:lnTo>
                  <a:pt x="487" y="3772"/>
                </a:lnTo>
                <a:lnTo>
                  <a:pt x="487" y="3650"/>
                </a:lnTo>
                <a:close/>
                <a:moveTo>
                  <a:pt x="10147" y="3748"/>
                </a:moveTo>
                <a:lnTo>
                  <a:pt x="9782" y="4137"/>
                </a:lnTo>
                <a:lnTo>
                  <a:pt x="9612" y="4356"/>
                </a:lnTo>
                <a:lnTo>
                  <a:pt x="9466" y="4575"/>
                </a:lnTo>
                <a:lnTo>
                  <a:pt x="9344" y="4745"/>
                </a:lnTo>
                <a:lnTo>
                  <a:pt x="9344" y="4745"/>
                </a:lnTo>
                <a:lnTo>
                  <a:pt x="9515" y="4356"/>
                </a:lnTo>
                <a:lnTo>
                  <a:pt x="9685" y="3967"/>
                </a:lnTo>
                <a:lnTo>
                  <a:pt x="9782" y="3796"/>
                </a:lnTo>
                <a:lnTo>
                  <a:pt x="9807" y="3772"/>
                </a:lnTo>
                <a:lnTo>
                  <a:pt x="10147" y="3748"/>
                </a:lnTo>
                <a:close/>
                <a:moveTo>
                  <a:pt x="1509" y="3699"/>
                </a:moveTo>
                <a:lnTo>
                  <a:pt x="1339" y="3845"/>
                </a:lnTo>
                <a:lnTo>
                  <a:pt x="1217" y="3991"/>
                </a:lnTo>
                <a:lnTo>
                  <a:pt x="950" y="4332"/>
                </a:lnTo>
                <a:lnTo>
                  <a:pt x="731" y="4648"/>
                </a:lnTo>
                <a:lnTo>
                  <a:pt x="512" y="4989"/>
                </a:lnTo>
                <a:lnTo>
                  <a:pt x="512" y="4697"/>
                </a:lnTo>
                <a:lnTo>
                  <a:pt x="633" y="4380"/>
                </a:lnTo>
                <a:lnTo>
                  <a:pt x="779" y="4040"/>
                </a:lnTo>
                <a:lnTo>
                  <a:pt x="877" y="3869"/>
                </a:lnTo>
                <a:lnTo>
                  <a:pt x="998" y="3723"/>
                </a:lnTo>
                <a:lnTo>
                  <a:pt x="1509" y="3699"/>
                </a:lnTo>
                <a:close/>
                <a:moveTo>
                  <a:pt x="15452" y="3723"/>
                </a:moveTo>
                <a:lnTo>
                  <a:pt x="15111" y="4186"/>
                </a:lnTo>
                <a:lnTo>
                  <a:pt x="14746" y="4648"/>
                </a:lnTo>
                <a:lnTo>
                  <a:pt x="14454" y="5013"/>
                </a:lnTo>
                <a:lnTo>
                  <a:pt x="14333" y="5208"/>
                </a:lnTo>
                <a:lnTo>
                  <a:pt x="14235" y="5402"/>
                </a:lnTo>
                <a:lnTo>
                  <a:pt x="13846" y="5402"/>
                </a:lnTo>
                <a:lnTo>
                  <a:pt x="13919" y="5305"/>
                </a:lnTo>
                <a:lnTo>
                  <a:pt x="13992" y="5159"/>
                </a:lnTo>
                <a:lnTo>
                  <a:pt x="14089" y="4964"/>
                </a:lnTo>
                <a:lnTo>
                  <a:pt x="14479" y="4356"/>
                </a:lnTo>
                <a:lnTo>
                  <a:pt x="14673" y="4040"/>
                </a:lnTo>
                <a:lnTo>
                  <a:pt x="14722" y="3869"/>
                </a:lnTo>
                <a:lnTo>
                  <a:pt x="14771" y="3723"/>
                </a:lnTo>
                <a:close/>
                <a:moveTo>
                  <a:pt x="14503" y="3699"/>
                </a:moveTo>
                <a:lnTo>
                  <a:pt x="14187" y="4161"/>
                </a:lnTo>
                <a:lnTo>
                  <a:pt x="13919" y="4599"/>
                </a:lnTo>
                <a:lnTo>
                  <a:pt x="13651" y="4989"/>
                </a:lnTo>
                <a:lnTo>
                  <a:pt x="13530" y="5183"/>
                </a:lnTo>
                <a:lnTo>
                  <a:pt x="13505" y="5281"/>
                </a:lnTo>
                <a:lnTo>
                  <a:pt x="13481" y="5402"/>
                </a:lnTo>
                <a:lnTo>
                  <a:pt x="13481" y="5427"/>
                </a:lnTo>
                <a:lnTo>
                  <a:pt x="13019" y="5427"/>
                </a:lnTo>
                <a:lnTo>
                  <a:pt x="13116" y="5183"/>
                </a:lnTo>
                <a:lnTo>
                  <a:pt x="13238" y="4940"/>
                </a:lnTo>
                <a:lnTo>
                  <a:pt x="13432" y="4648"/>
                </a:lnTo>
                <a:lnTo>
                  <a:pt x="13627" y="4332"/>
                </a:lnTo>
                <a:lnTo>
                  <a:pt x="13822" y="4015"/>
                </a:lnTo>
                <a:lnTo>
                  <a:pt x="13968" y="3699"/>
                </a:lnTo>
                <a:close/>
                <a:moveTo>
                  <a:pt x="16255" y="3723"/>
                </a:moveTo>
                <a:lnTo>
                  <a:pt x="15914" y="4210"/>
                </a:lnTo>
                <a:lnTo>
                  <a:pt x="15573" y="4672"/>
                </a:lnTo>
                <a:lnTo>
                  <a:pt x="15282" y="5037"/>
                </a:lnTo>
                <a:lnTo>
                  <a:pt x="15160" y="5208"/>
                </a:lnTo>
                <a:lnTo>
                  <a:pt x="15111" y="5329"/>
                </a:lnTo>
                <a:lnTo>
                  <a:pt x="15087" y="5427"/>
                </a:lnTo>
                <a:lnTo>
                  <a:pt x="14722" y="5427"/>
                </a:lnTo>
                <a:lnTo>
                  <a:pt x="14795" y="5329"/>
                </a:lnTo>
                <a:lnTo>
                  <a:pt x="15257" y="4697"/>
                </a:lnTo>
                <a:lnTo>
                  <a:pt x="15403" y="4478"/>
                </a:lnTo>
                <a:lnTo>
                  <a:pt x="15525" y="4234"/>
                </a:lnTo>
                <a:lnTo>
                  <a:pt x="15622" y="3991"/>
                </a:lnTo>
                <a:lnTo>
                  <a:pt x="15646" y="3845"/>
                </a:lnTo>
                <a:lnTo>
                  <a:pt x="15671" y="3723"/>
                </a:lnTo>
                <a:close/>
                <a:moveTo>
                  <a:pt x="3748" y="3626"/>
                </a:moveTo>
                <a:lnTo>
                  <a:pt x="3602" y="3772"/>
                </a:lnTo>
                <a:lnTo>
                  <a:pt x="3480" y="3967"/>
                </a:lnTo>
                <a:lnTo>
                  <a:pt x="3286" y="4307"/>
                </a:lnTo>
                <a:lnTo>
                  <a:pt x="3091" y="4599"/>
                </a:lnTo>
                <a:lnTo>
                  <a:pt x="2872" y="4867"/>
                </a:lnTo>
                <a:lnTo>
                  <a:pt x="2677" y="5159"/>
                </a:lnTo>
                <a:lnTo>
                  <a:pt x="2580" y="5305"/>
                </a:lnTo>
                <a:lnTo>
                  <a:pt x="2507" y="5451"/>
                </a:lnTo>
                <a:lnTo>
                  <a:pt x="2191" y="5451"/>
                </a:lnTo>
                <a:lnTo>
                  <a:pt x="2312" y="5305"/>
                </a:lnTo>
                <a:lnTo>
                  <a:pt x="2410" y="5135"/>
                </a:lnTo>
                <a:lnTo>
                  <a:pt x="2604" y="4867"/>
                </a:lnTo>
                <a:lnTo>
                  <a:pt x="2799" y="4599"/>
                </a:lnTo>
                <a:lnTo>
                  <a:pt x="2945" y="4307"/>
                </a:lnTo>
                <a:lnTo>
                  <a:pt x="3091" y="4040"/>
                </a:lnTo>
                <a:lnTo>
                  <a:pt x="3213" y="3748"/>
                </a:lnTo>
                <a:lnTo>
                  <a:pt x="3213" y="3699"/>
                </a:lnTo>
                <a:lnTo>
                  <a:pt x="3164" y="3675"/>
                </a:lnTo>
                <a:lnTo>
                  <a:pt x="3115" y="3650"/>
                </a:lnTo>
                <a:lnTo>
                  <a:pt x="3091" y="3699"/>
                </a:lnTo>
                <a:lnTo>
                  <a:pt x="2872" y="3942"/>
                </a:lnTo>
                <a:lnTo>
                  <a:pt x="2653" y="4210"/>
                </a:lnTo>
                <a:lnTo>
                  <a:pt x="2434" y="4453"/>
                </a:lnTo>
                <a:lnTo>
                  <a:pt x="2215" y="4721"/>
                </a:lnTo>
                <a:lnTo>
                  <a:pt x="1947" y="5062"/>
                </a:lnTo>
                <a:lnTo>
                  <a:pt x="1826" y="5232"/>
                </a:lnTo>
                <a:lnTo>
                  <a:pt x="1777" y="5329"/>
                </a:lnTo>
                <a:lnTo>
                  <a:pt x="1753" y="5427"/>
                </a:lnTo>
                <a:lnTo>
                  <a:pt x="1388" y="5427"/>
                </a:lnTo>
                <a:lnTo>
                  <a:pt x="1461" y="5305"/>
                </a:lnTo>
                <a:lnTo>
                  <a:pt x="1534" y="5159"/>
                </a:lnTo>
                <a:lnTo>
                  <a:pt x="1631" y="5013"/>
                </a:lnTo>
                <a:lnTo>
                  <a:pt x="1728" y="4867"/>
                </a:lnTo>
                <a:lnTo>
                  <a:pt x="1972" y="4575"/>
                </a:lnTo>
                <a:lnTo>
                  <a:pt x="2142" y="4356"/>
                </a:lnTo>
                <a:lnTo>
                  <a:pt x="2288" y="4137"/>
                </a:lnTo>
                <a:lnTo>
                  <a:pt x="2410" y="3894"/>
                </a:lnTo>
                <a:lnTo>
                  <a:pt x="2507" y="3650"/>
                </a:lnTo>
                <a:lnTo>
                  <a:pt x="3748" y="3626"/>
                </a:lnTo>
                <a:close/>
                <a:moveTo>
                  <a:pt x="4551" y="3602"/>
                </a:moveTo>
                <a:lnTo>
                  <a:pt x="4356" y="3796"/>
                </a:lnTo>
                <a:lnTo>
                  <a:pt x="4186" y="4015"/>
                </a:lnTo>
                <a:lnTo>
                  <a:pt x="3894" y="4478"/>
                </a:lnTo>
                <a:lnTo>
                  <a:pt x="3699" y="4697"/>
                </a:lnTo>
                <a:lnTo>
                  <a:pt x="3505" y="4940"/>
                </a:lnTo>
                <a:lnTo>
                  <a:pt x="3407" y="5062"/>
                </a:lnTo>
                <a:lnTo>
                  <a:pt x="3334" y="5183"/>
                </a:lnTo>
                <a:lnTo>
                  <a:pt x="3286" y="5329"/>
                </a:lnTo>
                <a:lnTo>
                  <a:pt x="3261" y="5451"/>
                </a:lnTo>
                <a:lnTo>
                  <a:pt x="2921" y="5451"/>
                </a:lnTo>
                <a:lnTo>
                  <a:pt x="3067" y="5281"/>
                </a:lnTo>
                <a:lnTo>
                  <a:pt x="3213" y="5062"/>
                </a:lnTo>
                <a:lnTo>
                  <a:pt x="3432" y="4672"/>
                </a:lnTo>
                <a:lnTo>
                  <a:pt x="3724" y="4161"/>
                </a:lnTo>
                <a:lnTo>
                  <a:pt x="4016" y="3602"/>
                </a:lnTo>
                <a:close/>
                <a:moveTo>
                  <a:pt x="13140" y="3675"/>
                </a:moveTo>
                <a:lnTo>
                  <a:pt x="13724" y="3699"/>
                </a:lnTo>
                <a:lnTo>
                  <a:pt x="13505" y="3894"/>
                </a:lnTo>
                <a:lnTo>
                  <a:pt x="13335" y="4137"/>
                </a:lnTo>
                <a:lnTo>
                  <a:pt x="12994" y="4624"/>
                </a:lnTo>
                <a:lnTo>
                  <a:pt x="12751" y="5013"/>
                </a:lnTo>
                <a:lnTo>
                  <a:pt x="12605" y="5232"/>
                </a:lnTo>
                <a:lnTo>
                  <a:pt x="12483" y="5451"/>
                </a:lnTo>
                <a:lnTo>
                  <a:pt x="12313" y="5451"/>
                </a:lnTo>
                <a:lnTo>
                  <a:pt x="12459" y="5256"/>
                </a:lnTo>
                <a:lnTo>
                  <a:pt x="12556" y="5037"/>
                </a:lnTo>
                <a:lnTo>
                  <a:pt x="12775" y="4624"/>
                </a:lnTo>
                <a:lnTo>
                  <a:pt x="12873" y="4405"/>
                </a:lnTo>
                <a:lnTo>
                  <a:pt x="12946" y="4161"/>
                </a:lnTo>
                <a:lnTo>
                  <a:pt x="13043" y="3918"/>
                </a:lnTo>
                <a:lnTo>
                  <a:pt x="13140" y="3675"/>
                </a:lnTo>
                <a:close/>
                <a:moveTo>
                  <a:pt x="16912" y="3723"/>
                </a:moveTo>
                <a:lnTo>
                  <a:pt x="16547" y="4283"/>
                </a:lnTo>
                <a:lnTo>
                  <a:pt x="16328" y="4575"/>
                </a:lnTo>
                <a:lnTo>
                  <a:pt x="16109" y="4818"/>
                </a:lnTo>
                <a:lnTo>
                  <a:pt x="15841" y="5086"/>
                </a:lnTo>
                <a:lnTo>
                  <a:pt x="15695" y="5281"/>
                </a:lnTo>
                <a:lnTo>
                  <a:pt x="15573" y="5451"/>
                </a:lnTo>
                <a:lnTo>
                  <a:pt x="15501" y="5451"/>
                </a:lnTo>
                <a:lnTo>
                  <a:pt x="15695" y="5135"/>
                </a:lnTo>
                <a:lnTo>
                  <a:pt x="15914" y="4843"/>
                </a:lnTo>
                <a:lnTo>
                  <a:pt x="16084" y="4575"/>
                </a:lnTo>
                <a:lnTo>
                  <a:pt x="16230" y="4307"/>
                </a:lnTo>
                <a:lnTo>
                  <a:pt x="16474" y="3723"/>
                </a:lnTo>
                <a:close/>
                <a:moveTo>
                  <a:pt x="12921" y="3650"/>
                </a:moveTo>
                <a:lnTo>
                  <a:pt x="12800" y="3821"/>
                </a:lnTo>
                <a:lnTo>
                  <a:pt x="12702" y="3991"/>
                </a:lnTo>
                <a:lnTo>
                  <a:pt x="12532" y="4332"/>
                </a:lnTo>
                <a:lnTo>
                  <a:pt x="12362" y="4599"/>
                </a:lnTo>
                <a:lnTo>
                  <a:pt x="12167" y="4891"/>
                </a:lnTo>
                <a:lnTo>
                  <a:pt x="11997" y="5159"/>
                </a:lnTo>
                <a:lnTo>
                  <a:pt x="11948" y="5305"/>
                </a:lnTo>
                <a:lnTo>
                  <a:pt x="11899" y="5451"/>
                </a:lnTo>
                <a:lnTo>
                  <a:pt x="11583" y="5475"/>
                </a:lnTo>
                <a:lnTo>
                  <a:pt x="11583" y="5475"/>
                </a:lnTo>
                <a:lnTo>
                  <a:pt x="11729" y="5232"/>
                </a:lnTo>
                <a:lnTo>
                  <a:pt x="11826" y="4964"/>
                </a:lnTo>
                <a:lnTo>
                  <a:pt x="12045" y="4453"/>
                </a:lnTo>
                <a:lnTo>
                  <a:pt x="12216" y="4064"/>
                </a:lnTo>
                <a:lnTo>
                  <a:pt x="12289" y="3869"/>
                </a:lnTo>
                <a:lnTo>
                  <a:pt x="12337" y="3650"/>
                </a:lnTo>
                <a:close/>
                <a:moveTo>
                  <a:pt x="4746" y="3602"/>
                </a:moveTo>
                <a:lnTo>
                  <a:pt x="5792" y="3626"/>
                </a:lnTo>
                <a:lnTo>
                  <a:pt x="6814" y="3675"/>
                </a:lnTo>
                <a:lnTo>
                  <a:pt x="6571" y="3845"/>
                </a:lnTo>
                <a:lnTo>
                  <a:pt x="6352" y="4064"/>
                </a:lnTo>
                <a:lnTo>
                  <a:pt x="6157" y="4283"/>
                </a:lnTo>
                <a:lnTo>
                  <a:pt x="5987" y="4526"/>
                </a:lnTo>
                <a:lnTo>
                  <a:pt x="5573" y="5135"/>
                </a:lnTo>
                <a:lnTo>
                  <a:pt x="5427" y="5305"/>
                </a:lnTo>
                <a:lnTo>
                  <a:pt x="5403" y="5402"/>
                </a:lnTo>
                <a:lnTo>
                  <a:pt x="5378" y="5500"/>
                </a:lnTo>
                <a:lnTo>
                  <a:pt x="5013" y="5500"/>
                </a:lnTo>
                <a:lnTo>
                  <a:pt x="5232" y="5232"/>
                </a:lnTo>
                <a:lnTo>
                  <a:pt x="5427" y="4940"/>
                </a:lnTo>
                <a:lnTo>
                  <a:pt x="6206" y="3748"/>
                </a:lnTo>
                <a:lnTo>
                  <a:pt x="6230" y="3699"/>
                </a:lnTo>
                <a:lnTo>
                  <a:pt x="6206" y="3675"/>
                </a:lnTo>
                <a:lnTo>
                  <a:pt x="6108" y="3675"/>
                </a:lnTo>
                <a:lnTo>
                  <a:pt x="5865" y="3894"/>
                </a:lnTo>
                <a:lnTo>
                  <a:pt x="5646" y="4113"/>
                </a:lnTo>
                <a:lnTo>
                  <a:pt x="5427" y="4356"/>
                </a:lnTo>
                <a:lnTo>
                  <a:pt x="5208" y="4599"/>
                </a:lnTo>
                <a:lnTo>
                  <a:pt x="4892" y="5013"/>
                </a:lnTo>
                <a:lnTo>
                  <a:pt x="4770" y="5256"/>
                </a:lnTo>
                <a:lnTo>
                  <a:pt x="4648" y="5500"/>
                </a:lnTo>
                <a:lnTo>
                  <a:pt x="4429" y="5475"/>
                </a:lnTo>
                <a:lnTo>
                  <a:pt x="4746" y="5037"/>
                </a:lnTo>
                <a:lnTo>
                  <a:pt x="4989" y="4745"/>
                </a:lnTo>
                <a:lnTo>
                  <a:pt x="5208" y="4405"/>
                </a:lnTo>
                <a:lnTo>
                  <a:pt x="5403" y="4088"/>
                </a:lnTo>
                <a:lnTo>
                  <a:pt x="5476" y="3894"/>
                </a:lnTo>
                <a:lnTo>
                  <a:pt x="5549" y="3723"/>
                </a:lnTo>
                <a:lnTo>
                  <a:pt x="5549" y="3675"/>
                </a:lnTo>
                <a:lnTo>
                  <a:pt x="5500" y="3650"/>
                </a:lnTo>
                <a:lnTo>
                  <a:pt x="5476" y="3626"/>
                </a:lnTo>
                <a:lnTo>
                  <a:pt x="5427" y="3650"/>
                </a:lnTo>
                <a:lnTo>
                  <a:pt x="5159" y="3918"/>
                </a:lnTo>
                <a:lnTo>
                  <a:pt x="4916" y="4210"/>
                </a:lnTo>
                <a:lnTo>
                  <a:pt x="4429" y="4794"/>
                </a:lnTo>
                <a:lnTo>
                  <a:pt x="4162" y="5110"/>
                </a:lnTo>
                <a:lnTo>
                  <a:pt x="4016" y="5281"/>
                </a:lnTo>
                <a:lnTo>
                  <a:pt x="3894" y="5475"/>
                </a:lnTo>
                <a:lnTo>
                  <a:pt x="3529" y="5451"/>
                </a:lnTo>
                <a:lnTo>
                  <a:pt x="3821" y="5086"/>
                </a:lnTo>
                <a:lnTo>
                  <a:pt x="4064" y="4721"/>
                </a:lnTo>
                <a:lnTo>
                  <a:pt x="4405" y="4161"/>
                </a:lnTo>
                <a:lnTo>
                  <a:pt x="4575" y="3869"/>
                </a:lnTo>
                <a:lnTo>
                  <a:pt x="4746" y="3602"/>
                </a:lnTo>
                <a:close/>
                <a:moveTo>
                  <a:pt x="11997" y="3650"/>
                </a:moveTo>
                <a:lnTo>
                  <a:pt x="11875" y="3869"/>
                </a:lnTo>
                <a:lnTo>
                  <a:pt x="11778" y="4088"/>
                </a:lnTo>
                <a:lnTo>
                  <a:pt x="11559" y="4551"/>
                </a:lnTo>
                <a:lnTo>
                  <a:pt x="11315" y="4989"/>
                </a:lnTo>
                <a:lnTo>
                  <a:pt x="11218" y="5232"/>
                </a:lnTo>
                <a:lnTo>
                  <a:pt x="11194" y="5378"/>
                </a:lnTo>
                <a:lnTo>
                  <a:pt x="11169" y="5500"/>
                </a:lnTo>
                <a:lnTo>
                  <a:pt x="10756" y="5500"/>
                </a:lnTo>
                <a:lnTo>
                  <a:pt x="10950" y="5256"/>
                </a:lnTo>
                <a:lnTo>
                  <a:pt x="11121" y="4989"/>
                </a:lnTo>
                <a:lnTo>
                  <a:pt x="11291" y="4672"/>
                </a:lnTo>
                <a:lnTo>
                  <a:pt x="11437" y="4332"/>
                </a:lnTo>
                <a:lnTo>
                  <a:pt x="11705" y="3650"/>
                </a:lnTo>
                <a:close/>
                <a:moveTo>
                  <a:pt x="17593" y="3699"/>
                </a:moveTo>
                <a:lnTo>
                  <a:pt x="17471" y="3894"/>
                </a:lnTo>
                <a:lnTo>
                  <a:pt x="17325" y="4088"/>
                </a:lnTo>
                <a:lnTo>
                  <a:pt x="17082" y="4502"/>
                </a:lnTo>
                <a:lnTo>
                  <a:pt x="16887" y="4745"/>
                </a:lnTo>
                <a:lnTo>
                  <a:pt x="16668" y="4989"/>
                </a:lnTo>
                <a:lnTo>
                  <a:pt x="16474" y="5232"/>
                </a:lnTo>
                <a:lnTo>
                  <a:pt x="16376" y="5378"/>
                </a:lnTo>
                <a:lnTo>
                  <a:pt x="16303" y="5500"/>
                </a:lnTo>
                <a:lnTo>
                  <a:pt x="16133" y="5475"/>
                </a:lnTo>
                <a:lnTo>
                  <a:pt x="16620" y="4867"/>
                </a:lnTo>
                <a:lnTo>
                  <a:pt x="16790" y="4599"/>
                </a:lnTo>
                <a:lnTo>
                  <a:pt x="16936" y="4307"/>
                </a:lnTo>
                <a:lnTo>
                  <a:pt x="17033" y="4015"/>
                </a:lnTo>
                <a:lnTo>
                  <a:pt x="17131" y="3723"/>
                </a:lnTo>
                <a:lnTo>
                  <a:pt x="17593" y="3699"/>
                </a:lnTo>
                <a:close/>
                <a:moveTo>
                  <a:pt x="2337" y="3650"/>
                </a:moveTo>
                <a:lnTo>
                  <a:pt x="1947" y="4064"/>
                </a:lnTo>
                <a:lnTo>
                  <a:pt x="1558" y="4478"/>
                </a:lnTo>
                <a:lnTo>
                  <a:pt x="1363" y="4697"/>
                </a:lnTo>
                <a:lnTo>
                  <a:pt x="1193" y="4940"/>
                </a:lnTo>
                <a:lnTo>
                  <a:pt x="1096" y="5062"/>
                </a:lnTo>
                <a:lnTo>
                  <a:pt x="1047" y="5183"/>
                </a:lnTo>
                <a:lnTo>
                  <a:pt x="1023" y="5329"/>
                </a:lnTo>
                <a:lnTo>
                  <a:pt x="1023" y="5451"/>
                </a:lnTo>
                <a:lnTo>
                  <a:pt x="804" y="5475"/>
                </a:lnTo>
                <a:lnTo>
                  <a:pt x="609" y="5524"/>
                </a:lnTo>
                <a:lnTo>
                  <a:pt x="609" y="5524"/>
                </a:lnTo>
                <a:lnTo>
                  <a:pt x="682" y="5451"/>
                </a:lnTo>
                <a:lnTo>
                  <a:pt x="755" y="5354"/>
                </a:lnTo>
                <a:lnTo>
                  <a:pt x="901" y="5135"/>
                </a:lnTo>
                <a:lnTo>
                  <a:pt x="1023" y="4891"/>
                </a:lnTo>
                <a:lnTo>
                  <a:pt x="1120" y="4697"/>
                </a:lnTo>
                <a:lnTo>
                  <a:pt x="1485" y="4186"/>
                </a:lnTo>
                <a:lnTo>
                  <a:pt x="1874" y="3675"/>
                </a:lnTo>
                <a:lnTo>
                  <a:pt x="2288" y="3650"/>
                </a:lnTo>
                <a:close/>
                <a:moveTo>
                  <a:pt x="11510" y="3650"/>
                </a:moveTo>
                <a:lnTo>
                  <a:pt x="11291" y="3967"/>
                </a:lnTo>
                <a:lnTo>
                  <a:pt x="11096" y="4283"/>
                </a:lnTo>
                <a:lnTo>
                  <a:pt x="10902" y="4599"/>
                </a:lnTo>
                <a:lnTo>
                  <a:pt x="10707" y="4891"/>
                </a:lnTo>
                <a:lnTo>
                  <a:pt x="10464" y="5208"/>
                </a:lnTo>
                <a:lnTo>
                  <a:pt x="10366" y="5354"/>
                </a:lnTo>
                <a:lnTo>
                  <a:pt x="10269" y="5524"/>
                </a:lnTo>
                <a:lnTo>
                  <a:pt x="10001" y="5524"/>
                </a:lnTo>
                <a:lnTo>
                  <a:pt x="10269" y="5208"/>
                </a:lnTo>
                <a:lnTo>
                  <a:pt x="10488" y="4891"/>
                </a:lnTo>
                <a:lnTo>
                  <a:pt x="10683" y="4599"/>
                </a:lnTo>
                <a:lnTo>
                  <a:pt x="10853" y="4307"/>
                </a:lnTo>
                <a:lnTo>
                  <a:pt x="11023" y="3991"/>
                </a:lnTo>
                <a:lnTo>
                  <a:pt x="11145" y="3675"/>
                </a:lnTo>
                <a:lnTo>
                  <a:pt x="11437" y="3650"/>
                </a:lnTo>
                <a:close/>
                <a:moveTo>
                  <a:pt x="6936" y="3699"/>
                </a:moveTo>
                <a:lnTo>
                  <a:pt x="7325" y="3723"/>
                </a:lnTo>
                <a:lnTo>
                  <a:pt x="7057" y="4015"/>
                </a:lnTo>
                <a:lnTo>
                  <a:pt x="6814" y="4356"/>
                </a:lnTo>
                <a:lnTo>
                  <a:pt x="6619" y="4599"/>
                </a:lnTo>
                <a:lnTo>
                  <a:pt x="6400" y="4867"/>
                </a:lnTo>
                <a:lnTo>
                  <a:pt x="6327" y="5013"/>
                </a:lnTo>
                <a:lnTo>
                  <a:pt x="6254" y="5159"/>
                </a:lnTo>
                <a:lnTo>
                  <a:pt x="6206" y="5329"/>
                </a:lnTo>
                <a:lnTo>
                  <a:pt x="6206" y="5475"/>
                </a:lnTo>
                <a:lnTo>
                  <a:pt x="6206" y="5500"/>
                </a:lnTo>
                <a:lnTo>
                  <a:pt x="6230" y="5548"/>
                </a:lnTo>
                <a:lnTo>
                  <a:pt x="5768" y="5524"/>
                </a:lnTo>
                <a:lnTo>
                  <a:pt x="5889" y="5378"/>
                </a:lnTo>
                <a:lnTo>
                  <a:pt x="5987" y="5208"/>
                </a:lnTo>
                <a:lnTo>
                  <a:pt x="6157" y="4916"/>
                </a:lnTo>
                <a:lnTo>
                  <a:pt x="6546" y="4332"/>
                </a:lnTo>
                <a:lnTo>
                  <a:pt x="6936" y="3723"/>
                </a:lnTo>
                <a:lnTo>
                  <a:pt x="6936" y="3699"/>
                </a:lnTo>
                <a:close/>
                <a:moveTo>
                  <a:pt x="7568" y="3723"/>
                </a:moveTo>
                <a:lnTo>
                  <a:pt x="8103" y="3748"/>
                </a:lnTo>
                <a:lnTo>
                  <a:pt x="7933" y="3991"/>
                </a:lnTo>
                <a:lnTo>
                  <a:pt x="7763" y="4234"/>
                </a:lnTo>
                <a:lnTo>
                  <a:pt x="7592" y="4478"/>
                </a:lnTo>
                <a:lnTo>
                  <a:pt x="7422" y="4721"/>
                </a:lnTo>
                <a:lnTo>
                  <a:pt x="7057" y="5110"/>
                </a:lnTo>
                <a:lnTo>
                  <a:pt x="6887" y="5329"/>
                </a:lnTo>
                <a:lnTo>
                  <a:pt x="6838" y="5427"/>
                </a:lnTo>
                <a:lnTo>
                  <a:pt x="6814" y="5548"/>
                </a:lnTo>
                <a:lnTo>
                  <a:pt x="6327" y="5548"/>
                </a:lnTo>
                <a:lnTo>
                  <a:pt x="6449" y="5451"/>
                </a:lnTo>
                <a:lnTo>
                  <a:pt x="6546" y="5354"/>
                </a:lnTo>
                <a:lnTo>
                  <a:pt x="6717" y="5110"/>
                </a:lnTo>
                <a:lnTo>
                  <a:pt x="7009" y="4624"/>
                </a:lnTo>
                <a:lnTo>
                  <a:pt x="7325" y="4186"/>
                </a:lnTo>
                <a:lnTo>
                  <a:pt x="7447" y="3967"/>
                </a:lnTo>
                <a:lnTo>
                  <a:pt x="7568" y="3723"/>
                </a:lnTo>
                <a:close/>
                <a:moveTo>
                  <a:pt x="10902" y="3675"/>
                </a:moveTo>
                <a:lnTo>
                  <a:pt x="10172" y="4721"/>
                </a:lnTo>
                <a:lnTo>
                  <a:pt x="10026" y="4916"/>
                </a:lnTo>
                <a:lnTo>
                  <a:pt x="9855" y="5110"/>
                </a:lnTo>
                <a:lnTo>
                  <a:pt x="9709" y="5329"/>
                </a:lnTo>
                <a:lnTo>
                  <a:pt x="9661" y="5427"/>
                </a:lnTo>
                <a:lnTo>
                  <a:pt x="9612" y="5548"/>
                </a:lnTo>
                <a:lnTo>
                  <a:pt x="9320" y="5548"/>
                </a:lnTo>
                <a:lnTo>
                  <a:pt x="9515" y="5208"/>
                </a:lnTo>
                <a:lnTo>
                  <a:pt x="9661" y="4867"/>
                </a:lnTo>
                <a:lnTo>
                  <a:pt x="10026" y="4307"/>
                </a:lnTo>
                <a:lnTo>
                  <a:pt x="10391" y="3723"/>
                </a:lnTo>
                <a:lnTo>
                  <a:pt x="10902" y="3675"/>
                </a:lnTo>
                <a:close/>
                <a:moveTo>
                  <a:pt x="9150" y="5062"/>
                </a:moveTo>
                <a:lnTo>
                  <a:pt x="9004" y="5305"/>
                </a:lnTo>
                <a:lnTo>
                  <a:pt x="8979" y="5427"/>
                </a:lnTo>
                <a:lnTo>
                  <a:pt x="8931" y="5548"/>
                </a:lnTo>
                <a:lnTo>
                  <a:pt x="8736" y="5573"/>
                </a:lnTo>
                <a:lnTo>
                  <a:pt x="8736" y="5573"/>
                </a:lnTo>
                <a:lnTo>
                  <a:pt x="8955" y="5281"/>
                </a:lnTo>
                <a:lnTo>
                  <a:pt x="9150" y="5062"/>
                </a:lnTo>
                <a:close/>
                <a:moveTo>
                  <a:pt x="8785" y="3772"/>
                </a:moveTo>
                <a:lnTo>
                  <a:pt x="8663" y="3918"/>
                </a:lnTo>
                <a:lnTo>
                  <a:pt x="8541" y="4064"/>
                </a:lnTo>
                <a:lnTo>
                  <a:pt x="8322" y="4380"/>
                </a:lnTo>
                <a:lnTo>
                  <a:pt x="8103" y="4672"/>
                </a:lnTo>
                <a:lnTo>
                  <a:pt x="7884" y="4940"/>
                </a:lnTo>
                <a:lnTo>
                  <a:pt x="7690" y="5256"/>
                </a:lnTo>
                <a:lnTo>
                  <a:pt x="7617" y="5402"/>
                </a:lnTo>
                <a:lnTo>
                  <a:pt x="7544" y="5573"/>
                </a:lnTo>
                <a:lnTo>
                  <a:pt x="7228" y="5573"/>
                </a:lnTo>
                <a:lnTo>
                  <a:pt x="7374" y="5402"/>
                </a:lnTo>
                <a:lnTo>
                  <a:pt x="7495" y="5256"/>
                </a:lnTo>
                <a:lnTo>
                  <a:pt x="7714" y="4940"/>
                </a:lnTo>
                <a:lnTo>
                  <a:pt x="7909" y="4672"/>
                </a:lnTo>
                <a:lnTo>
                  <a:pt x="8079" y="4380"/>
                </a:lnTo>
                <a:lnTo>
                  <a:pt x="8225" y="4088"/>
                </a:lnTo>
                <a:lnTo>
                  <a:pt x="8347" y="3772"/>
                </a:lnTo>
                <a:close/>
                <a:moveTo>
                  <a:pt x="9515" y="3772"/>
                </a:moveTo>
                <a:lnTo>
                  <a:pt x="9490" y="3821"/>
                </a:lnTo>
                <a:lnTo>
                  <a:pt x="9393" y="3918"/>
                </a:lnTo>
                <a:lnTo>
                  <a:pt x="9320" y="4040"/>
                </a:lnTo>
                <a:lnTo>
                  <a:pt x="9150" y="4332"/>
                </a:lnTo>
                <a:lnTo>
                  <a:pt x="9028" y="4624"/>
                </a:lnTo>
                <a:lnTo>
                  <a:pt x="8833" y="4843"/>
                </a:lnTo>
                <a:lnTo>
                  <a:pt x="8614" y="5086"/>
                </a:lnTo>
                <a:lnTo>
                  <a:pt x="8541" y="5183"/>
                </a:lnTo>
                <a:lnTo>
                  <a:pt x="8444" y="5305"/>
                </a:lnTo>
                <a:lnTo>
                  <a:pt x="8395" y="5427"/>
                </a:lnTo>
                <a:lnTo>
                  <a:pt x="8347" y="5573"/>
                </a:lnTo>
                <a:lnTo>
                  <a:pt x="7884" y="5573"/>
                </a:lnTo>
                <a:lnTo>
                  <a:pt x="8055" y="5378"/>
                </a:lnTo>
                <a:lnTo>
                  <a:pt x="8201" y="5183"/>
                </a:lnTo>
                <a:lnTo>
                  <a:pt x="8444" y="4794"/>
                </a:lnTo>
                <a:lnTo>
                  <a:pt x="8614" y="4551"/>
                </a:lnTo>
                <a:lnTo>
                  <a:pt x="8760" y="4307"/>
                </a:lnTo>
                <a:lnTo>
                  <a:pt x="9028" y="3796"/>
                </a:lnTo>
                <a:lnTo>
                  <a:pt x="9271" y="3796"/>
                </a:lnTo>
                <a:lnTo>
                  <a:pt x="9515" y="3772"/>
                </a:lnTo>
                <a:close/>
                <a:moveTo>
                  <a:pt x="18031" y="3650"/>
                </a:moveTo>
                <a:lnTo>
                  <a:pt x="18031" y="4015"/>
                </a:lnTo>
                <a:lnTo>
                  <a:pt x="17934" y="4186"/>
                </a:lnTo>
                <a:lnTo>
                  <a:pt x="17836" y="4380"/>
                </a:lnTo>
                <a:lnTo>
                  <a:pt x="17642" y="4745"/>
                </a:lnTo>
                <a:lnTo>
                  <a:pt x="17350" y="5159"/>
                </a:lnTo>
                <a:lnTo>
                  <a:pt x="17228" y="5354"/>
                </a:lnTo>
                <a:lnTo>
                  <a:pt x="17131" y="5573"/>
                </a:lnTo>
                <a:lnTo>
                  <a:pt x="16766" y="5548"/>
                </a:lnTo>
                <a:lnTo>
                  <a:pt x="16912" y="5378"/>
                </a:lnTo>
                <a:lnTo>
                  <a:pt x="17058" y="5183"/>
                </a:lnTo>
                <a:lnTo>
                  <a:pt x="17325" y="4818"/>
                </a:lnTo>
                <a:lnTo>
                  <a:pt x="17471" y="4551"/>
                </a:lnTo>
                <a:lnTo>
                  <a:pt x="17569" y="4259"/>
                </a:lnTo>
                <a:lnTo>
                  <a:pt x="17739" y="3699"/>
                </a:lnTo>
                <a:lnTo>
                  <a:pt x="18031" y="3650"/>
                </a:lnTo>
                <a:close/>
                <a:moveTo>
                  <a:pt x="18007" y="4818"/>
                </a:moveTo>
                <a:lnTo>
                  <a:pt x="18007" y="5597"/>
                </a:lnTo>
                <a:lnTo>
                  <a:pt x="17544" y="5597"/>
                </a:lnTo>
                <a:lnTo>
                  <a:pt x="17642" y="5378"/>
                </a:lnTo>
                <a:lnTo>
                  <a:pt x="17812" y="5110"/>
                </a:lnTo>
                <a:lnTo>
                  <a:pt x="18007" y="4818"/>
                </a:lnTo>
                <a:close/>
                <a:moveTo>
                  <a:pt x="560" y="5913"/>
                </a:moveTo>
                <a:lnTo>
                  <a:pt x="537" y="5960"/>
                </a:lnTo>
                <a:lnTo>
                  <a:pt x="537" y="5960"/>
                </a:lnTo>
                <a:lnTo>
                  <a:pt x="536" y="5938"/>
                </a:lnTo>
                <a:lnTo>
                  <a:pt x="560" y="5913"/>
                </a:lnTo>
                <a:close/>
                <a:moveTo>
                  <a:pt x="4673" y="6692"/>
                </a:moveTo>
                <a:lnTo>
                  <a:pt x="4600" y="6716"/>
                </a:lnTo>
                <a:lnTo>
                  <a:pt x="4527" y="6765"/>
                </a:lnTo>
                <a:lnTo>
                  <a:pt x="4405" y="6838"/>
                </a:lnTo>
                <a:lnTo>
                  <a:pt x="4283" y="6911"/>
                </a:lnTo>
                <a:lnTo>
                  <a:pt x="4089" y="6984"/>
                </a:lnTo>
                <a:lnTo>
                  <a:pt x="4016" y="7008"/>
                </a:lnTo>
                <a:lnTo>
                  <a:pt x="4016" y="6935"/>
                </a:lnTo>
                <a:lnTo>
                  <a:pt x="3991" y="6862"/>
                </a:lnTo>
                <a:lnTo>
                  <a:pt x="3967" y="6789"/>
                </a:lnTo>
                <a:lnTo>
                  <a:pt x="3918" y="6741"/>
                </a:lnTo>
                <a:lnTo>
                  <a:pt x="3870" y="6716"/>
                </a:lnTo>
                <a:lnTo>
                  <a:pt x="3797" y="6716"/>
                </a:lnTo>
                <a:lnTo>
                  <a:pt x="3724" y="6741"/>
                </a:lnTo>
                <a:lnTo>
                  <a:pt x="3675" y="6789"/>
                </a:lnTo>
                <a:lnTo>
                  <a:pt x="3578" y="6887"/>
                </a:lnTo>
                <a:lnTo>
                  <a:pt x="3456" y="6984"/>
                </a:lnTo>
                <a:lnTo>
                  <a:pt x="3213" y="7130"/>
                </a:lnTo>
                <a:lnTo>
                  <a:pt x="3042" y="7227"/>
                </a:lnTo>
                <a:lnTo>
                  <a:pt x="2848" y="7252"/>
                </a:lnTo>
                <a:lnTo>
                  <a:pt x="2799" y="7252"/>
                </a:lnTo>
                <a:lnTo>
                  <a:pt x="2799" y="7227"/>
                </a:lnTo>
                <a:lnTo>
                  <a:pt x="2799" y="7106"/>
                </a:lnTo>
                <a:lnTo>
                  <a:pt x="2848" y="6984"/>
                </a:lnTo>
                <a:lnTo>
                  <a:pt x="2896" y="6887"/>
                </a:lnTo>
                <a:lnTo>
                  <a:pt x="2896" y="6838"/>
                </a:lnTo>
                <a:lnTo>
                  <a:pt x="2872" y="6789"/>
                </a:lnTo>
                <a:lnTo>
                  <a:pt x="2823" y="6741"/>
                </a:lnTo>
                <a:lnTo>
                  <a:pt x="2775" y="6741"/>
                </a:lnTo>
                <a:lnTo>
                  <a:pt x="2702" y="6765"/>
                </a:lnTo>
                <a:lnTo>
                  <a:pt x="2629" y="6789"/>
                </a:lnTo>
                <a:lnTo>
                  <a:pt x="2531" y="6887"/>
                </a:lnTo>
                <a:lnTo>
                  <a:pt x="2458" y="7008"/>
                </a:lnTo>
                <a:lnTo>
                  <a:pt x="2434" y="7130"/>
                </a:lnTo>
                <a:lnTo>
                  <a:pt x="2434" y="7276"/>
                </a:lnTo>
                <a:lnTo>
                  <a:pt x="2483" y="7422"/>
                </a:lnTo>
                <a:lnTo>
                  <a:pt x="2556" y="7519"/>
                </a:lnTo>
                <a:lnTo>
                  <a:pt x="2677" y="7617"/>
                </a:lnTo>
                <a:lnTo>
                  <a:pt x="2799" y="7641"/>
                </a:lnTo>
                <a:lnTo>
                  <a:pt x="2921" y="7665"/>
                </a:lnTo>
                <a:lnTo>
                  <a:pt x="3042" y="7641"/>
                </a:lnTo>
                <a:lnTo>
                  <a:pt x="3188" y="7617"/>
                </a:lnTo>
                <a:lnTo>
                  <a:pt x="3432" y="7495"/>
                </a:lnTo>
                <a:lnTo>
                  <a:pt x="3675" y="7349"/>
                </a:lnTo>
                <a:lnTo>
                  <a:pt x="3748" y="7373"/>
                </a:lnTo>
                <a:lnTo>
                  <a:pt x="3845" y="7398"/>
                </a:lnTo>
                <a:lnTo>
                  <a:pt x="4040" y="7398"/>
                </a:lnTo>
                <a:lnTo>
                  <a:pt x="4259" y="7349"/>
                </a:lnTo>
                <a:lnTo>
                  <a:pt x="4478" y="7276"/>
                </a:lnTo>
                <a:lnTo>
                  <a:pt x="4551" y="7373"/>
                </a:lnTo>
                <a:lnTo>
                  <a:pt x="4673" y="7446"/>
                </a:lnTo>
                <a:lnTo>
                  <a:pt x="4819" y="7495"/>
                </a:lnTo>
                <a:lnTo>
                  <a:pt x="4989" y="7519"/>
                </a:lnTo>
                <a:lnTo>
                  <a:pt x="5159" y="7519"/>
                </a:lnTo>
                <a:lnTo>
                  <a:pt x="5354" y="7495"/>
                </a:lnTo>
                <a:lnTo>
                  <a:pt x="5524" y="7446"/>
                </a:lnTo>
                <a:lnTo>
                  <a:pt x="5695" y="7373"/>
                </a:lnTo>
                <a:lnTo>
                  <a:pt x="5792" y="7446"/>
                </a:lnTo>
                <a:lnTo>
                  <a:pt x="5914" y="7495"/>
                </a:lnTo>
                <a:lnTo>
                  <a:pt x="6060" y="7519"/>
                </a:lnTo>
                <a:lnTo>
                  <a:pt x="6230" y="7519"/>
                </a:lnTo>
                <a:lnTo>
                  <a:pt x="6400" y="7495"/>
                </a:lnTo>
                <a:lnTo>
                  <a:pt x="6571" y="7422"/>
                </a:lnTo>
                <a:lnTo>
                  <a:pt x="6741" y="7373"/>
                </a:lnTo>
                <a:lnTo>
                  <a:pt x="6911" y="7276"/>
                </a:lnTo>
                <a:lnTo>
                  <a:pt x="7009" y="7373"/>
                </a:lnTo>
                <a:lnTo>
                  <a:pt x="7106" y="7422"/>
                </a:lnTo>
                <a:lnTo>
                  <a:pt x="7252" y="7446"/>
                </a:lnTo>
                <a:lnTo>
                  <a:pt x="7544" y="7446"/>
                </a:lnTo>
                <a:lnTo>
                  <a:pt x="7690" y="7398"/>
                </a:lnTo>
                <a:lnTo>
                  <a:pt x="7982" y="7300"/>
                </a:lnTo>
                <a:lnTo>
                  <a:pt x="8055" y="7398"/>
                </a:lnTo>
                <a:lnTo>
                  <a:pt x="8152" y="7471"/>
                </a:lnTo>
                <a:lnTo>
                  <a:pt x="8249" y="7519"/>
                </a:lnTo>
                <a:lnTo>
                  <a:pt x="8347" y="7544"/>
                </a:lnTo>
                <a:lnTo>
                  <a:pt x="8468" y="7519"/>
                </a:lnTo>
                <a:lnTo>
                  <a:pt x="8566" y="7471"/>
                </a:lnTo>
                <a:lnTo>
                  <a:pt x="8687" y="7422"/>
                </a:lnTo>
                <a:lnTo>
                  <a:pt x="8785" y="7325"/>
                </a:lnTo>
                <a:lnTo>
                  <a:pt x="8906" y="7373"/>
                </a:lnTo>
                <a:lnTo>
                  <a:pt x="9077" y="7422"/>
                </a:lnTo>
                <a:lnTo>
                  <a:pt x="9223" y="7446"/>
                </a:lnTo>
                <a:lnTo>
                  <a:pt x="9369" y="7471"/>
                </a:lnTo>
                <a:lnTo>
                  <a:pt x="9539" y="7446"/>
                </a:lnTo>
                <a:lnTo>
                  <a:pt x="9685" y="7422"/>
                </a:lnTo>
                <a:lnTo>
                  <a:pt x="9807" y="7373"/>
                </a:lnTo>
                <a:lnTo>
                  <a:pt x="9928" y="7276"/>
                </a:lnTo>
                <a:lnTo>
                  <a:pt x="9977" y="7227"/>
                </a:lnTo>
                <a:lnTo>
                  <a:pt x="9977" y="7154"/>
                </a:lnTo>
                <a:lnTo>
                  <a:pt x="9928" y="7081"/>
                </a:lnTo>
                <a:lnTo>
                  <a:pt x="9880" y="7033"/>
                </a:lnTo>
                <a:lnTo>
                  <a:pt x="9734" y="7008"/>
                </a:lnTo>
                <a:lnTo>
                  <a:pt x="9101" y="7008"/>
                </a:lnTo>
                <a:lnTo>
                  <a:pt x="8979" y="6960"/>
                </a:lnTo>
                <a:lnTo>
                  <a:pt x="8858" y="6887"/>
                </a:lnTo>
                <a:lnTo>
                  <a:pt x="8785" y="6838"/>
                </a:lnTo>
                <a:lnTo>
                  <a:pt x="8687" y="6814"/>
                </a:lnTo>
                <a:lnTo>
                  <a:pt x="8590" y="6862"/>
                </a:lnTo>
                <a:lnTo>
                  <a:pt x="8541" y="6935"/>
                </a:lnTo>
                <a:lnTo>
                  <a:pt x="8493" y="7008"/>
                </a:lnTo>
                <a:lnTo>
                  <a:pt x="8468" y="7033"/>
                </a:lnTo>
                <a:lnTo>
                  <a:pt x="8395" y="7033"/>
                </a:lnTo>
                <a:lnTo>
                  <a:pt x="8322" y="6984"/>
                </a:lnTo>
                <a:lnTo>
                  <a:pt x="8274" y="6887"/>
                </a:lnTo>
                <a:lnTo>
                  <a:pt x="8201" y="6789"/>
                </a:lnTo>
                <a:lnTo>
                  <a:pt x="8152" y="6765"/>
                </a:lnTo>
                <a:lnTo>
                  <a:pt x="8055" y="6765"/>
                </a:lnTo>
                <a:lnTo>
                  <a:pt x="8006" y="6789"/>
                </a:lnTo>
                <a:lnTo>
                  <a:pt x="7836" y="6887"/>
                </a:lnTo>
                <a:lnTo>
                  <a:pt x="7568" y="7008"/>
                </a:lnTo>
                <a:lnTo>
                  <a:pt x="7447" y="7033"/>
                </a:lnTo>
                <a:lnTo>
                  <a:pt x="7349" y="7033"/>
                </a:lnTo>
                <a:lnTo>
                  <a:pt x="7301" y="7008"/>
                </a:lnTo>
                <a:lnTo>
                  <a:pt x="7276" y="6984"/>
                </a:lnTo>
                <a:lnTo>
                  <a:pt x="7252" y="6960"/>
                </a:lnTo>
                <a:lnTo>
                  <a:pt x="7252" y="6911"/>
                </a:lnTo>
                <a:lnTo>
                  <a:pt x="7228" y="6838"/>
                </a:lnTo>
                <a:lnTo>
                  <a:pt x="7203" y="6765"/>
                </a:lnTo>
                <a:lnTo>
                  <a:pt x="7155" y="6741"/>
                </a:lnTo>
                <a:lnTo>
                  <a:pt x="7106" y="6716"/>
                </a:lnTo>
                <a:lnTo>
                  <a:pt x="6960" y="6716"/>
                </a:lnTo>
                <a:lnTo>
                  <a:pt x="6887" y="6741"/>
                </a:lnTo>
                <a:lnTo>
                  <a:pt x="6838" y="6814"/>
                </a:lnTo>
                <a:lnTo>
                  <a:pt x="6790" y="6862"/>
                </a:lnTo>
                <a:lnTo>
                  <a:pt x="6668" y="6935"/>
                </a:lnTo>
                <a:lnTo>
                  <a:pt x="6522" y="7008"/>
                </a:lnTo>
                <a:lnTo>
                  <a:pt x="6376" y="7057"/>
                </a:lnTo>
                <a:lnTo>
                  <a:pt x="6254" y="7106"/>
                </a:lnTo>
                <a:lnTo>
                  <a:pt x="6133" y="7106"/>
                </a:lnTo>
                <a:lnTo>
                  <a:pt x="6108" y="7081"/>
                </a:lnTo>
                <a:lnTo>
                  <a:pt x="6084" y="7057"/>
                </a:lnTo>
                <a:lnTo>
                  <a:pt x="6060" y="7033"/>
                </a:lnTo>
                <a:lnTo>
                  <a:pt x="6084" y="6960"/>
                </a:lnTo>
                <a:lnTo>
                  <a:pt x="6084" y="6887"/>
                </a:lnTo>
                <a:lnTo>
                  <a:pt x="6060" y="6814"/>
                </a:lnTo>
                <a:lnTo>
                  <a:pt x="6011" y="6741"/>
                </a:lnTo>
                <a:lnTo>
                  <a:pt x="5938" y="6716"/>
                </a:lnTo>
                <a:lnTo>
                  <a:pt x="5865" y="6692"/>
                </a:lnTo>
                <a:lnTo>
                  <a:pt x="5792" y="6692"/>
                </a:lnTo>
                <a:lnTo>
                  <a:pt x="5719" y="6741"/>
                </a:lnTo>
                <a:lnTo>
                  <a:pt x="5670" y="6789"/>
                </a:lnTo>
                <a:lnTo>
                  <a:pt x="5597" y="6911"/>
                </a:lnTo>
                <a:lnTo>
                  <a:pt x="5500" y="6984"/>
                </a:lnTo>
                <a:lnTo>
                  <a:pt x="5403" y="7057"/>
                </a:lnTo>
                <a:lnTo>
                  <a:pt x="5281" y="7106"/>
                </a:lnTo>
                <a:lnTo>
                  <a:pt x="5038" y="7106"/>
                </a:lnTo>
                <a:lnTo>
                  <a:pt x="4892" y="7081"/>
                </a:lnTo>
                <a:lnTo>
                  <a:pt x="4867" y="7057"/>
                </a:lnTo>
                <a:lnTo>
                  <a:pt x="4867" y="7008"/>
                </a:lnTo>
                <a:lnTo>
                  <a:pt x="4892" y="6935"/>
                </a:lnTo>
                <a:lnTo>
                  <a:pt x="4867" y="6862"/>
                </a:lnTo>
                <a:lnTo>
                  <a:pt x="4843" y="6789"/>
                </a:lnTo>
                <a:lnTo>
                  <a:pt x="4794" y="6741"/>
                </a:lnTo>
                <a:lnTo>
                  <a:pt x="4746" y="6716"/>
                </a:lnTo>
                <a:lnTo>
                  <a:pt x="4673" y="6692"/>
                </a:lnTo>
                <a:close/>
                <a:moveTo>
                  <a:pt x="14649" y="7690"/>
                </a:moveTo>
                <a:lnTo>
                  <a:pt x="14941" y="7714"/>
                </a:lnTo>
                <a:lnTo>
                  <a:pt x="15233" y="7763"/>
                </a:lnTo>
                <a:lnTo>
                  <a:pt x="15501" y="7860"/>
                </a:lnTo>
                <a:lnTo>
                  <a:pt x="15598" y="7909"/>
                </a:lnTo>
                <a:lnTo>
                  <a:pt x="15695" y="8006"/>
                </a:lnTo>
                <a:lnTo>
                  <a:pt x="15768" y="8103"/>
                </a:lnTo>
                <a:lnTo>
                  <a:pt x="15817" y="8225"/>
                </a:lnTo>
                <a:lnTo>
                  <a:pt x="15865" y="8347"/>
                </a:lnTo>
                <a:lnTo>
                  <a:pt x="15865" y="8468"/>
                </a:lnTo>
                <a:lnTo>
                  <a:pt x="15841" y="8590"/>
                </a:lnTo>
                <a:lnTo>
                  <a:pt x="15792" y="8712"/>
                </a:lnTo>
                <a:lnTo>
                  <a:pt x="15719" y="8785"/>
                </a:lnTo>
                <a:lnTo>
                  <a:pt x="15622" y="8858"/>
                </a:lnTo>
                <a:lnTo>
                  <a:pt x="15428" y="8955"/>
                </a:lnTo>
                <a:lnTo>
                  <a:pt x="15209" y="9004"/>
                </a:lnTo>
                <a:lnTo>
                  <a:pt x="14990" y="9052"/>
                </a:lnTo>
                <a:lnTo>
                  <a:pt x="14600" y="9077"/>
                </a:lnTo>
                <a:lnTo>
                  <a:pt x="14406" y="9077"/>
                </a:lnTo>
                <a:lnTo>
                  <a:pt x="14211" y="9028"/>
                </a:lnTo>
                <a:lnTo>
                  <a:pt x="14041" y="8979"/>
                </a:lnTo>
                <a:lnTo>
                  <a:pt x="13870" y="8882"/>
                </a:lnTo>
                <a:lnTo>
                  <a:pt x="13822" y="8809"/>
                </a:lnTo>
                <a:lnTo>
                  <a:pt x="13773" y="8736"/>
                </a:lnTo>
                <a:lnTo>
                  <a:pt x="13724" y="8639"/>
                </a:lnTo>
                <a:lnTo>
                  <a:pt x="13700" y="8541"/>
                </a:lnTo>
                <a:lnTo>
                  <a:pt x="13651" y="8347"/>
                </a:lnTo>
                <a:lnTo>
                  <a:pt x="13651" y="8128"/>
                </a:lnTo>
                <a:lnTo>
                  <a:pt x="13676" y="8006"/>
                </a:lnTo>
                <a:lnTo>
                  <a:pt x="13700" y="7909"/>
                </a:lnTo>
                <a:lnTo>
                  <a:pt x="13749" y="7811"/>
                </a:lnTo>
                <a:lnTo>
                  <a:pt x="13822" y="7738"/>
                </a:lnTo>
                <a:lnTo>
                  <a:pt x="13870" y="7714"/>
                </a:lnTo>
                <a:lnTo>
                  <a:pt x="14381" y="7714"/>
                </a:lnTo>
                <a:lnTo>
                  <a:pt x="14649" y="7690"/>
                </a:lnTo>
                <a:close/>
                <a:moveTo>
                  <a:pt x="5451" y="8493"/>
                </a:moveTo>
                <a:lnTo>
                  <a:pt x="5403" y="8517"/>
                </a:lnTo>
                <a:lnTo>
                  <a:pt x="5354" y="8541"/>
                </a:lnTo>
                <a:lnTo>
                  <a:pt x="5232" y="8663"/>
                </a:lnTo>
                <a:lnTo>
                  <a:pt x="5062" y="8785"/>
                </a:lnTo>
                <a:lnTo>
                  <a:pt x="4965" y="8833"/>
                </a:lnTo>
                <a:lnTo>
                  <a:pt x="4892" y="8858"/>
                </a:lnTo>
                <a:lnTo>
                  <a:pt x="4843" y="8833"/>
                </a:lnTo>
                <a:lnTo>
                  <a:pt x="4843" y="8760"/>
                </a:lnTo>
                <a:lnTo>
                  <a:pt x="4819" y="8687"/>
                </a:lnTo>
                <a:lnTo>
                  <a:pt x="4794" y="8639"/>
                </a:lnTo>
                <a:lnTo>
                  <a:pt x="4746" y="8590"/>
                </a:lnTo>
                <a:lnTo>
                  <a:pt x="4697" y="8566"/>
                </a:lnTo>
                <a:lnTo>
                  <a:pt x="4600" y="8566"/>
                </a:lnTo>
                <a:lnTo>
                  <a:pt x="4527" y="8590"/>
                </a:lnTo>
                <a:lnTo>
                  <a:pt x="4478" y="8614"/>
                </a:lnTo>
                <a:lnTo>
                  <a:pt x="4332" y="8712"/>
                </a:lnTo>
                <a:lnTo>
                  <a:pt x="4162" y="8785"/>
                </a:lnTo>
                <a:lnTo>
                  <a:pt x="4064" y="8809"/>
                </a:lnTo>
                <a:lnTo>
                  <a:pt x="3967" y="8809"/>
                </a:lnTo>
                <a:lnTo>
                  <a:pt x="3894" y="8785"/>
                </a:lnTo>
                <a:lnTo>
                  <a:pt x="3845" y="8712"/>
                </a:lnTo>
                <a:lnTo>
                  <a:pt x="3797" y="8614"/>
                </a:lnTo>
                <a:lnTo>
                  <a:pt x="3724" y="8566"/>
                </a:lnTo>
                <a:lnTo>
                  <a:pt x="3651" y="8566"/>
                </a:lnTo>
                <a:lnTo>
                  <a:pt x="3553" y="8590"/>
                </a:lnTo>
                <a:lnTo>
                  <a:pt x="3359" y="8687"/>
                </a:lnTo>
                <a:lnTo>
                  <a:pt x="3140" y="8736"/>
                </a:lnTo>
                <a:lnTo>
                  <a:pt x="2896" y="8809"/>
                </a:lnTo>
                <a:lnTo>
                  <a:pt x="2775" y="8809"/>
                </a:lnTo>
                <a:lnTo>
                  <a:pt x="2799" y="8663"/>
                </a:lnTo>
                <a:lnTo>
                  <a:pt x="2799" y="8639"/>
                </a:lnTo>
                <a:lnTo>
                  <a:pt x="2775" y="8639"/>
                </a:lnTo>
                <a:lnTo>
                  <a:pt x="2677" y="8663"/>
                </a:lnTo>
                <a:lnTo>
                  <a:pt x="2604" y="8736"/>
                </a:lnTo>
                <a:lnTo>
                  <a:pt x="2556" y="8809"/>
                </a:lnTo>
                <a:lnTo>
                  <a:pt x="2507" y="8882"/>
                </a:lnTo>
                <a:lnTo>
                  <a:pt x="2483" y="8955"/>
                </a:lnTo>
                <a:lnTo>
                  <a:pt x="2507" y="9028"/>
                </a:lnTo>
                <a:lnTo>
                  <a:pt x="2556" y="9101"/>
                </a:lnTo>
                <a:lnTo>
                  <a:pt x="2653" y="9150"/>
                </a:lnTo>
                <a:lnTo>
                  <a:pt x="2750" y="9174"/>
                </a:lnTo>
                <a:lnTo>
                  <a:pt x="2872" y="9198"/>
                </a:lnTo>
                <a:lnTo>
                  <a:pt x="3115" y="9174"/>
                </a:lnTo>
                <a:lnTo>
                  <a:pt x="3359" y="9125"/>
                </a:lnTo>
                <a:lnTo>
                  <a:pt x="3578" y="9028"/>
                </a:lnTo>
                <a:lnTo>
                  <a:pt x="3675" y="9101"/>
                </a:lnTo>
                <a:lnTo>
                  <a:pt x="3772" y="9174"/>
                </a:lnTo>
                <a:lnTo>
                  <a:pt x="3894" y="9198"/>
                </a:lnTo>
                <a:lnTo>
                  <a:pt x="3991" y="9223"/>
                </a:lnTo>
                <a:lnTo>
                  <a:pt x="4113" y="9198"/>
                </a:lnTo>
                <a:lnTo>
                  <a:pt x="4235" y="9174"/>
                </a:lnTo>
                <a:lnTo>
                  <a:pt x="4502" y="9077"/>
                </a:lnTo>
                <a:lnTo>
                  <a:pt x="4575" y="9174"/>
                </a:lnTo>
                <a:lnTo>
                  <a:pt x="4673" y="9247"/>
                </a:lnTo>
                <a:lnTo>
                  <a:pt x="4770" y="9271"/>
                </a:lnTo>
                <a:lnTo>
                  <a:pt x="4916" y="9271"/>
                </a:lnTo>
                <a:lnTo>
                  <a:pt x="5038" y="9247"/>
                </a:lnTo>
                <a:lnTo>
                  <a:pt x="5184" y="9174"/>
                </a:lnTo>
                <a:lnTo>
                  <a:pt x="5305" y="9101"/>
                </a:lnTo>
                <a:lnTo>
                  <a:pt x="5427" y="9028"/>
                </a:lnTo>
                <a:lnTo>
                  <a:pt x="5524" y="9125"/>
                </a:lnTo>
                <a:lnTo>
                  <a:pt x="5646" y="9198"/>
                </a:lnTo>
                <a:lnTo>
                  <a:pt x="5768" y="9223"/>
                </a:lnTo>
                <a:lnTo>
                  <a:pt x="5914" y="9247"/>
                </a:lnTo>
                <a:lnTo>
                  <a:pt x="6060" y="9247"/>
                </a:lnTo>
                <a:lnTo>
                  <a:pt x="6181" y="9223"/>
                </a:lnTo>
                <a:lnTo>
                  <a:pt x="6327" y="9174"/>
                </a:lnTo>
                <a:lnTo>
                  <a:pt x="6473" y="9125"/>
                </a:lnTo>
                <a:lnTo>
                  <a:pt x="6546" y="9198"/>
                </a:lnTo>
                <a:lnTo>
                  <a:pt x="6644" y="9247"/>
                </a:lnTo>
                <a:lnTo>
                  <a:pt x="6741" y="9271"/>
                </a:lnTo>
                <a:lnTo>
                  <a:pt x="6838" y="9296"/>
                </a:lnTo>
                <a:lnTo>
                  <a:pt x="6960" y="9271"/>
                </a:lnTo>
                <a:lnTo>
                  <a:pt x="7057" y="9247"/>
                </a:lnTo>
                <a:lnTo>
                  <a:pt x="7155" y="9223"/>
                </a:lnTo>
                <a:lnTo>
                  <a:pt x="7252" y="9150"/>
                </a:lnTo>
                <a:lnTo>
                  <a:pt x="7325" y="9174"/>
                </a:lnTo>
                <a:lnTo>
                  <a:pt x="7398" y="9150"/>
                </a:lnTo>
                <a:lnTo>
                  <a:pt x="7447" y="9125"/>
                </a:lnTo>
                <a:lnTo>
                  <a:pt x="7471" y="9077"/>
                </a:lnTo>
                <a:lnTo>
                  <a:pt x="7520" y="9028"/>
                </a:lnTo>
                <a:lnTo>
                  <a:pt x="7520" y="8979"/>
                </a:lnTo>
                <a:lnTo>
                  <a:pt x="7495" y="8906"/>
                </a:lnTo>
                <a:lnTo>
                  <a:pt x="7471" y="8833"/>
                </a:lnTo>
                <a:lnTo>
                  <a:pt x="7398" y="8760"/>
                </a:lnTo>
                <a:lnTo>
                  <a:pt x="7325" y="8712"/>
                </a:lnTo>
                <a:lnTo>
                  <a:pt x="7179" y="8712"/>
                </a:lnTo>
                <a:lnTo>
                  <a:pt x="7106" y="8760"/>
                </a:lnTo>
                <a:lnTo>
                  <a:pt x="7009" y="8858"/>
                </a:lnTo>
                <a:lnTo>
                  <a:pt x="6960" y="8882"/>
                </a:lnTo>
                <a:lnTo>
                  <a:pt x="6911" y="8882"/>
                </a:lnTo>
                <a:lnTo>
                  <a:pt x="6814" y="8858"/>
                </a:lnTo>
                <a:lnTo>
                  <a:pt x="6692" y="8760"/>
                </a:lnTo>
                <a:lnTo>
                  <a:pt x="6619" y="8687"/>
                </a:lnTo>
                <a:lnTo>
                  <a:pt x="6546" y="8663"/>
                </a:lnTo>
                <a:lnTo>
                  <a:pt x="6473" y="8663"/>
                </a:lnTo>
                <a:lnTo>
                  <a:pt x="6376" y="8712"/>
                </a:lnTo>
                <a:lnTo>
                  <a:pt x="6303" y="8760"/>
                </a:lnTo>
                <a:lnTo>
                  <a:pt x="6206" y="8809"/>
                </a:lnTo>
                <a:lnTo>
                  <a:pt x="6084" y="8858"/>
                </a:lnTo>
                <a:lnTo>
                  <a:pt x="5889" y="8858"/>
                </a:lnTo>
                <a:lnTo>
                  <a:pt x="5792" y="8809"/>
                </a:lnTo>
                <a:lnTo>
                  <a:pt x="5743" y="8736"/>
                </a:lnTo>
                <a:lnTo>
                  <a:pt x="5695" y="8639"/>
                </a:lnTo>
                <a:lnTo>
                  <a:pt x="5670" y="8590"/>
                </a:lnTo>
                <a:lnTo>
                  <a:pt x="5646" y="8541"/>
                </a:lnTo>
                <a:lnTo>
                  <a:pt x="5549" y="8493"/>
                </a:lnTo>
                <a:close/>
                <a:moveTo>
                  <a:pt x="13943" y="7276"/>
                </a:moveTo>
                <a:lnTo>
                  <a:pt x="13773" y="7325"/>
                </a:lnTo>
                <a:lnTo>
                  <a:pt x="13603" y="7373"/>
                </a:lnTo>
                <a:lnTo>
                  <a:pt x="13578" y="7398"/>
                </a:lnTo>
                <a:lnTo>
                  <a:pt x="13554" y="7422"/>
                </a:lnTo>
                <a:lnTo>
                  <a:pt x="13432" y="7544"/>
                </a:lnTo>
                <a:lnTo>
                  <a:pt x="13359" y="7714"/>
                </a:lnTo>
                <a:lnTo>
                  <a:pt x="13286" y="7884"/>
                </a:lnTo>
                <a:lnTo>
                  <a:pt x="13262" y="8079"/>
                </a:lnTo>
                <a:lnTo>
                  <a:pt x="13262" y="8298"/>
                </a:lnTo>
                <a:lnTo>
                  <a:pt x="13262" y="8493"/>
                </a:lnTo>
                <a:lnTo>
                  <a:pt x="13286" y="8663"/>
                </a:lnTo>
                <a:lnTo>
                  <a:pt x="13311" y="8809"/>
                </a:lnTo>
                <a:lnTo>
                  <a:pt x="13359" y="8955"/>
                </a:lnTo>
                <a:lnTo>
                  <a:pt x="13432" y="9077"/>
                </a:lnTo>
                <a:lnTo>
                  <a:pt x="13530" y="9174"/>
                </a:lnTo>
                <a:lnTo>
                  <a:pt x="13627" y="9247"/>
                </a:lnTo>
                <a:lnTo>
                  <a:pt x="13724" y="9320"/>
                </a:lnTo>
                <a:lnTo>
                  <a:pt x="13846" y="9393"/>
                </a:lnTo>
                <a:lnTo>
                  <a:pt x="14114" y="9466"/>
                </a:lnTo>
                <a:lnTo>
                  <a:pt x="14406" y="9490"/>
                </a:lnTo>
                <a:lnTo>
                  <a:pt x="14698" y="9515"/>
                </a:lnTo>
                <a:lnTo>
                  <a:pt x="14965" y="9490"/>
                </a:lnTo>
                <a:lnTo>
                  <a:pt x="15233" y="9442"/>
                </a:lnTo>
                <a:lnTo>
                  <a:pt x="15501" y="9369"/>
                </a:lnTo>
                <a:lnTo>
                  <a:pt x="15744" y="9247"/>
                </a:lnTo>
                <a:lnTo>
                  <a:pt x="15938" y="9101"/>
                </a:lnTo>
                <a:lnTo>
                  <a:pt x="16036" y="9004"/>
                </a:lnTo>
                <a:lnTo>
                  <a:pt x="16109" y="8906"/>
                </a:lnTo>
                <a:lnTo>
                  <a:pt x="16157" y="8809"/>
                </a:lnTo>
                <a:lnTo>
                  <a:pt x="16206" y="8687"/>
                </a:lnTo>
                <a:lnTo>
                  <a:pt x="16230" y="8566"/>
                </a:lnTo>
                <a:lnTo>
                  <a:pt x="16230" y="8444"/>
                </a:lnTo>
                <a:lnTo>
                  <a:pt x="16230" y="8322"/>
                </a:lnTo>
                <a:lnTo>
                  <a:pt x="16206" y="8176"/>
                </a:lnTo>
                <a:lnTo>
                  <a:pt x="16157" y="8030"/>
                </a:lnTo>
                <a:lnTo>
                  <a:pt x="16109" y="7909"/>
                </a:lnTo>
                <a:lnTo>
                  <a:pt x="16011" y="7763"/>
                </a:lnTo>
                <a:lnTo>
                  <a:pt x="15890" y="7665"/>
                </a:lnTo>
                <a:lnTo>
                  <a:pt x="15768" y="7568"/>
                </a:lnTo>
                <a:lnTo>
                  <a:pt x="15622" y="7495"/>
                </a:lnTo>
                <a:lnTo>
                  <a:pt x="15476" y="7422"/>
                </a:lnTo>
                <a:lnTo>
                  <a:pt x="15330" y="7398"/>
                </a:lnTo>
                <a:lnTo>
                  <a:pt x="15014" y="7325"/>
                </a:lnTo>
                <a:lnTo>
                  <a:pt x="14673" y="7300"/>
                </a:lnTo>
                <a:lnTo>
                  <a:pt x="14308" y="7276"/>
                </a:lnTo>
                <a:close/>
                <a:moveTo>
                  <a:pt x="15038" y="5889"/>
                </a:moveTo>
                <a:lnTo>
                  <a:pt x="15549" y="5913"/>
                </a:lnTo>
                <a:lnTo>
                  <a:pt x="16084" y="5962"/>
                </a:lnTo>
                <a:lnTo>
                  <a:pt x="16620" y="6011"/>
                </a:lnTo>
                <a:lnTo>
                  <a:pt x="17131" y="6059"/>
                </a:lnTo>
                <a:lnTo>
                  <a:pt x="17179" y="6084"/>
                </a:lnTo>
                <a:lnTo>
                  <a:pt x="17301" y="6084"/>
                </a:lnTo>
                <a:lnTo>
                  <a:pt x="17350" y="6059"/>
                </a:lnTo>
                <a:lnTo>
                  <a:pt x="18031" y="6059"/>
                </a:lnTo>
                <a:lnTo>
                  <a:pt x="18080" y="7130"/>
                </a:lnTo>
                <a:lnTo>
                  <a:pt x="18080" y="7665"/>
                </a:lnTo>
                <a:lnTo>
                  <a:pt x="18055" y="8201"/>
                </a:lnTo>
                <a:lnTo>
                  <a:pt x="17958" y="9369"/>
                </a:lnTo>
                <a:lnTo>
                  <a:pt x="17885" y="9928"/>
                </a:lnTo>
                <a:lnTo>
                  <a:pt x="17788" y="10512"/>
                </a:lnTo>
                <a:lnTo>
                  <a:pt x="17715" y="10780"/>
                </a:lnTo>
                <a:lnTo>
                  <a:pt x="17617" y="11047"/>
                </a:lnTo>
                <a:lnTo>
                  <a:pt x="17496" y="11291"/>
                </a:lnTo>
                <a:lnTo>
                  <a:pt x="17350" y="11534"/>
                </a:lnTo>
                <a:lnTo>
                  <a:pt x="17204" y="11680"/>
                </a:lnTo>
                <a:lnTo>
                  <a:pt x="17058" y="11826"/>
                </a:lnTo>
                <a:lnTo>
                  <a:pt x="16912" y="11923"/>
                </a:lnTo>
                <a:lnTo>
                  <a:pt x="16741" y="12021"/>
                </a:lnTo>
                <a:lnTo>
                  <a:pt x="16644" y="11996"/>
                </a:lnTo>
                <a:lnTo>
                  <a:pt x="16547" y="12021"/>
                </a:lnTo>
                <a:lnTo>
                  <a:pt x="16352" y="12069"/>
                </a:lnTo>
                <a:lnTo>
                  <a:pt x="16133" y="12118"/>
                </a:lnTo>
                <a:lnTo>
                  <a:pt x="15914" y="12142"/>
                </a:lnTo>
                <a:lnTo>
                  <a:pt x="15282" y="12142"/>
                </a:lnTo>
                <a:lnTo>
                  <a:pt x="14844" y="12118"/>
                </a:lnTo>
                <a:lnTo>
                  <a:pt x="14333" y="12069"/>
                </a:lnTo>
                <a:lnTo>
                  <a:pt x="10366" y="12069"/>
                </a:lnTo>
                <a:lnTo>
                  <a:pt x="7982" y="12094"/>
                </a:lnTo>
                <a:lnTo>
                  <a:pt x="5695" y="12069"/>
                </a:lnTo>
                <a:lnTo>
                  <a:pt x="2896" y="12069"/>
                </a:lnTo>
                <a:lnTo>
                  <a:pt x="2337" y="12045"/>
                </a:lnTo>
                <a:lnTo>
                  <a:pt x="2069" y="11996"/>
                </a:lnTo>
                <a:lnTo>
                  <a:pt x="1801" y="11948"/>
                </a:lnTo>
                <a:lnTo>
                  <a:pt x="1558" y="11875"/>
                </a:lnTo>
                <a:lnTo>
                  <a:pt x="1315" y="11753"/>
                </a:lnTo>
                <a:lnTo>
                  <a:pt x="1193" y="11656"/>
                </a:lnTo>
                <a:lnTo>
                  <a:pt x="1071" y="11558"/>
                </a:lnTo>
                <a:lnTo>
                  <a:pt x="974" y="11437"/>
                </a:lnTo>
                <a:lnTo>
                  <a:pt x="877" y="11315"/>
                </a:lnTo>
                <a:lnTo>
                  <a:pt x="755" y="11023"/>
                </a:lnTo>
                <a:lnTo>
                  <a:pt x="658" y="10707"/>
                </a:lnTo>
                <a:lnTo>
                  <a:pt x="682" y="10634"/>
                </a:lnTo>
                <a:lnTo>
                  <a:pt x="658" y="10536"/>
                </a:lnTo>
                <a:lnTo>
                  <a:pt x="609" y="10342"/>
                </a:lnTo>
                <a:lnTo>
                  <a:pt x="585" y="10123"/>
                </a:lnTo>
                <a:lnTo>
                  <a:pt x="560" y="9709"/>
                </a:lnTo>
                <a:lnTo>
                  <a:pt x="560" y="9296"/>
                </a:lnTo>
                <a:lnTo>
                  <a:pt x="585" y="8882"/>
                </a:lnTo>
                <a:lnTo>
                  <a:pt x="609" y="8395"/>
                </a:lnTo>
                <a:lnTo>
                  <a:pt x="609" y="7909"/>
                </a:lnTo>
                <a:lnTo>
                  <a:pt x="585" y="6960"/>
                </a:lnTo>
                <a:lnTo>
                  <a:pt x="537" y="5963"/>
                </a:lnTo>
                <a:lnTo>
                  <a:pt x="537" y="5963"/>
                </a:lnTo>
                <a:lnTo>
                  <a:pt x="560" y="5986"/>
                </a:lnTo>
                <a:lnTo>
                  <a:pt x="731" y="5962"/>
                </a:lnTo>
                <a:lnTo>
                  <a:pt x="1315" y="5913"/>
                </a:lnTo>
                <a:lnTo>
                  <a:pt x="3067" y="5913"/>
                </a:lnTo>
                <a:lnTo>
                  <a:pt x="4892" y="5962"/>
                </a:lnTo>
                <a:lnTo>
                  <a:pt x="6741" y="6011"/>
                </a:lnTo>
                <a:lnTo>
                  <a:pt x="7909" y="6035"/>
                </a:lnTo>
                <a:lnTo>
                  <a:pt x="9101" y="6035"/>
                </a:lnTo>
                <a:lnTo>
                  <a:pt x="10269" y="5986"/>
                </a:lnTo>
                <a:lnTo>
                  <a:pt x="11437" y="5938"/>
                </a:lnTo>
                <a:lnTo>
                  <a:pt x="12410" y="5913"/>
                </a:lnTo>
                <a:lnTo>
                  <a:pt x="12435" y="5938"/>
                </a:lnTo>
                <a:lnTo>
                  <a:pt x="12459" y="5962"/>
                </a:lnTo>
                <a:lnTo>
                  <a:pt x="12508" y="5986"/>
                </a:lnTo>
                <a:lnTo>
                  <a:pt x="12532" y="5986"/>
                </a:lnTo>
                <a:lnTo>
                  <a:pt x="12654" y="5913"/>
                </a:lnTo>
                <a:lnTo>
                  <a:pt x="13846" y="5889"/>
                </a:lnTo>
                <a:close/>
                <a:moveTo>
                  <a:pt x="5062" y="1"/>
                </a:moveTo>
                <a:lnTo>
                  <a:pt x="4210" y="25"/>
                </a:lnTo>
                <a:lnTo>
                  <a:pt x="3359" y="49"/>
                </a:lnTo>
                <a:lnTo>
                  <a:pt x="2507" y="98"/>
                </a:lnTo>
                <a:lnTo>
                  <a:pt x="2458" y="74"/>
                </a:lnTo>
                <a:lnTo>
                  <a:pt x="2118" y="49"/>
                </a:lnTo>
                <a:lnTo>
                  <a:pt x="1801" y="49"/>
                </a:lnTo>
                <a:lnTo>
                  <a:pt x="1534" y="122"/>
                </a:lnTo>
                <a:lnTo>
                  <a:pt x="1290" y="220"/>
                </a:lnTo>
                <a:lnTo>
                  <a:pt x="1071" y="366"/>
                </a:lnTo>
                <a:lnTo>
                  <a:pt x="852" y="536"/>
                </a:lnTo>
                <a:lnTo>
                  <a:pt x="682" y="731"/>
                </a:lnTo>
                <a:lnTo>
                  <a:pt x="536" y="974"/>
                </a:lnTo>
                <a:lnTo>
                  <a:pt x="414" y="1217"/>
                </a:lnTo>
                <a:lnTo>
                  <a:pt x="317" y="1485"/>
                </a:lnTo>
                <a:lnTo>
                  <a:pt x="220" y="1777"/>
                </a:lnTo>
                <a:lnTo>
                  <a:pt x="147" y="2069"/>
                </a:lnTo>
                <a:lnTo>
                  <a:pt x="98" y="2361"/>
                </a:lnTo>
                <a:lnTo>
                  <a:pt x="49" y="2653"/>
                </a:lnTo>
                <a:lnTo>
                  <a:pt x="25" y="3212"/>
                </a:lnTo>
                <a:lnTo>
                  <a:pt x="1" y="3991"/>
                </a:lnTo>
                <a:lnTo>
                  <a:pt x="1" y="4794"/>
                </a:lnTo>
                <a:lnTo>
                  <a:pt x="1" y="4818"/>
                </a:lnTo>
                <a:lnTo>
                  <a:pt x="1" y="4891"/>
                </a:lnTo>
                <a:lnTo>
                  <a:pt x="25" y="4940"/>
                </a:lnTo>
                <a:lnTo>
                  <a:pt x="49" y="6376"/>
                </a:lnTo>
                <a:lnTo>
                  <a:pt x="98" y="7544"/>
                </a:lnTo>
                <a:lnTo>
                  <a:pt x="98" y="8128"/>
                </a:lnTo>
                <a:lnTo>
                  <a:pt x="98" y="8712"/>
                </a:lnTo>
                <a:lnTo>
                  <a:pt x="49" y="9198"/>
                </a:lnTo>
                <a:lnTo>
                  <a:pt x="49" y="9709"/>
                </a:lnTo>
                <a:lnTo>
                  <a:pt x="74" y="10196"/>
                </a:lnTo>
                <a:lnTo>
                  <a:pt x="98" y="10439"/>
                </a:lnTo>
                <a:lnTo>
                  <a:pt x="171" y="10682"/>
                </a:lnTo>
                <a:lnTo>
                  <a:pt x="171" y="10707"/>
                </a:lnTo>
                <a:lnTo>
                  <a:pt x="220" y="10999"/>
                </a:lnTo>
                <a:lnTo>
                  <a:pt x="293" y="11291"/>
                </a:lnTo>
                <a:lnTo>
                  <a:pt x="414" y="11558"/>
                </a:lnTo>
                <a:lnTo>
                  <a:pt x="487" y="11704"/>
                </a:lnTo>
                <a:lnTo>
                  <a:pt x="585" y="11826"/>
                </a:lnTo>
                <a:lnTo>
                  <a:pt x="731" y="11972"/>
                </a:lnTo>
                <a:lnTo>
                  <a:pt x="877" y="12094"/>
                </a:lnTo>
                <a:lnTo>
                  <a:pt x="1023" y="12191"/>
                </a:lnTo>
                <a:lnTo>
                  <a:pt x="1193" y="12288"/>
                </a:lnTo>
                <a:lnTo>
                  <a:pt x="1363" y="12337"/>
                </a:lnTo>
                <a:lnTo>
                  <a:pt x="1558" y="12386"/>
                </a:lnTo>
                <a:lnTo>
                  <a:pt x="1947" y="12459"/>
                </a:lnTo>
                <a:lnTo>
                  <a:pt x="2580" y="12507"/>
                </a:lnTo>
                <a:lnTo>
                  <a:pt x="3237" y="12532"/>
                </a:lnTo>
                <a:lnTo>
                  <a:pt x="4527" y="12507"/>
                </a:lnTo>
                <a:lnTo>
                  <a:pt x="5865" y="12532"/>
                </a:lnTo>
                <a:lnTo>
                  <a:pt x="7203" y="12556"/>
                </a:lnTo>
                <a:lnTo>
                  <a:pt x="13773" y="12556"/>
                </a:lnTo>
                <a:lnTo>
                  <a:pt x="14381" y="12580"/>
                </a:lnTo>
                <a:lnTo>
                  <a:pt x="14990" y="12605"/>
                </a:lnTo>
                <a:lnTo>
                  <a:pt x="15330" y="12629"/>
                </a:lnTo>
                <a:lnTo>
                  <a:pt x="15671" y="12653"/>
                </a:lnTo>
                <a:lnTo>
                  <a:pt x="16036" y="12653"/>
                </a:lnTo>
                <a:lnTo>
                  <a:pt x="16206" y="12629"/>
                </a:lnTo>
                <a:lnTo>
                  <a:pt x="16376" y="12580"/>
                </a:lnTo>
                <a:lnTo>
                  <a:pt x="16449" y="12605"/>
                </a:lnTo>
                <a:lnTo>
                  <a:pt x="16595" y="12605"/>
                </a:lnTo>
                <a:lnTo>
                  <a:pt x="16741" y="12580"/>
                </a:lnTo>
                <a:lnTo>
                  <a:pt x="16985" y="12507"/>
                </a:lnTo>
                <a:lnTo>
                  <a:pt x="17228" y="12386"/>
                </a:lnTo>
                <a:lnTo>
                  <a:pt x="17447" y="12215"/>
                </a:lnTo>
                <a:lnTo>
                  <a:pt x="17642" y="12021"/>
                </a:lnTo>
                <a:lnTo>
                  <a:pt x="17812" y="11802"/>
                </a:lnTo>
                <a:lnTo>
                  <a:pt x="17982" y="11583"/>
                </a:lnTo>
                <a:lnTo>
                  <a:pt x="18104" y="11364"/>
                </a:lnTo>
                <a:lnTo>
                  <a:pt x="18201" y="11096"/>
                </a:lnTo>
                <a:lnTo>
                  <a:pt x="18299" y="10804"/>
                </a:lnTo>
                <a:lnTo>
                  <a:pt x="18347" y="10512"/>
                </a:lnTo>
                <a:lnTo>
                  <a:pt x="18420" y="10245"/>
                </a:lnTo>
                <a:lnTo>
                  <a:pt x="18469" y="9661"/>
                </a:lnTo>
                <a:lnTo>
                  <a:pt x="18542" y="9077"/>
                </a:lnTo>
                <a:lnTo>
                  <a:pt x="18591" y="8371"/>
                </a:lnTo>
                <a:lnTo>
                  <a:pt x="18615" y="8030"/>
                </a:lnTo>
                <a:lnTo>
                  <a:pt x="18639" y="7665"/>
                </a:lnTo>
                <a:lnTo>
                  <a:pt x="18639" y="7179"/>
                </a:lnTo>
                <a:lnTo>
                  <a:pt x="18615" y="6692"/>
                </a:lnTo>
                <a:lnTo>
                  <a:pt x="18566" y="5719"/>
                </a:lnTo>
                <a:lnTo>
                  <a:pt x="18542" y="5208"/>
                </a:lnTo>
                <a:lnTo>
                  <a:pt x="18542" y="4697"/>
                </a:lnTo>
                <a:lnTo>
                  <a:pt x="18566" y="3675"/>
                </a:lnTo>
                <a:lnTo>
                  <a:pt x="18566" y="2750"/>
                </a:lnTo>
                <a:lnTo>
                  <a:pt x="18518" y="1680"/>
                </a:lnTo>
                <a:lnTo>
                  <a:pt x="18493" y="1582"/>
                </a:lnTo>
                <a:lnTo>
                  <a:pt x="18493" y="1436"/>
                </a:lnTo>
                <a:lnTo>
                  <a:pt x="18493" y="1242"/>
                </a:lnTo>
                <a:lnTo>
                  <a:pt x="18445" y="1047"/>
                </a:lnTo>
                <a:lnTo>
                  <a:pt x="18396" y="852"/>
                </a:lnTo>
                <a:lnTo>
                  <a:pt x="18299" y="682"/>
                </a:lnTo>
                <a:lnTo>
                  <a:pt x="18201" y="560"/>
                </a:lnTo>
                <a:lnTo>
                  <a:pt x="18080" y="439"/>
                </a:lnTo>
                <a:lnTo>
                  <a:pt x="17909" y="341"/>
                </a:lnTo>
                <a:lnTo>
                  <a:pt x="17739" y="268"/>
                </a:lnTo>
                <a:lnTo>
                  <a:pt x="17569" y="195"/>
                </a:lnTo>
                <a:lnTo>
                  <a:pt x="17398" y="171"/>
                </a:lnTo>
                <a:lnTo>
                  <a:pt x="17204" y="171"/>
                </a:lnTo>
                <a:lnTo>
                  <a:pt x="17033" y="195"/>
                </a:lnTo>
                <a:lnTo>
                  <a:pt x="16985" y="171"/>
                </a:lnTo>
                <a:lnTo>
                  <a:pt x="16912" y="171"/>
                </a:lnTo>
                <a:lnTo>
                  <a:pt x="15963" y="147"/>
                </a:lnTo>
                <a:lnTo>
                  <a:pt x="15014" y="122"/>
                </a:lnTo>
                <a:lnTo>
                  <a:pt x="13116" y="74"/>
                </a:lnTo>
                <a:lnTo>
                  <a:pt x="11218" y="25"/>
                </a:lnTo>
                <a:lnTo>
                  <a:pt x="10293" y="25"/>
                </a:lnTo>
                <a:lnTo>
                  <a:pt x="9344" y="49"/>
                </a:lnTo>
                <a:lnTo>
                  <a:pt x="8493" y="74"/>
                </a:lnTo>
                <a:lnTo>
                  <a:pt x="7641" y="74"/>
                </a:lnTo>
                <a:lnTo>
                  <a:pt x="5914" y="25"/>
                </a:lnTo>
                <a:lnTo>
                  <a:pt x="5062" y="1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32"/>
          <p:cNvSpPr/>
          <p:nvPr/>
        </p:nvSpPr>
        <p:spPr>
          <a:xfrm>
            <a:off x="2534605" y="2741318"/>
            <a:ext cx="377900" cy="231175"/>
          </a:xfrm>
          <a:custGeom>
            <a:rect b="b" l="l" r="r" t="t"/>
            <a:pathLst>
              <a:path extrusionOk="0" h="13384" w="18177">
                <a:moveTo>
                  <a:pt x="10877" y="4039"/>
                </a:moveTo>
                <a:lnTo>
                  <a:pt x="10755" y="4064"/>
                </a:lnTo>
                <a:lnTo>
                  <a:pt x="10707" y="4088"/>
                </a:lnTo>
                <a:lnTo>
                  <a:pt x="10634" y="4112"/>
                </a:lnTo>
                <a:lnTo>
                  <a:pt x="10609" y="4185"/>
                </a:lnTo>
                <a:lnTo>
                  <a:pt x="10561" y="4258"/>
                </a:lnTo>
                <a:lnTo>
                  <a:pt x="10536" y="4331"/>
                </a:lnTo>
                <a:lnTo>
                  <a:pt x="10536" y="4429"/>
                </a:lnTo>
                <a:lnTo>
                  <a:pt x="10561" y="4575"/>
                </a:lnTo>
                <a:lnTo>
                  <a:pt x="10585" y="4623"/>
                </a:lnTo>
                <a:lnTo>
                  <a:pt x="10634" y="4696"/>
                </a:lnTo>
                <a:lnTo>
                  <a:pt x="10707" y="4745"/>
                </a:lnTo>
                <a:lnTo>
                  <a:pt x="10780" y="4769"/>
                </a:lnTo>
                <a:lnTo>
                  <a:pt x="10828" y="4794"/>
                </a:lnTo>
                <a:lnTo>
                  <a:pt x="10999" y="4794"/>
                </a:lnTo>
                <a:lnTo>
                  <a:pt x="11047" y="4769"/>
                </a:lnTo>
                <a:lnTo>
                  <a:pt x="11169" y="4696"/>
                </a:lnTo>
                <a:lnTo>
                  <a:pt x="11266" y="4575"/>
                </a:lnTo>
                <a:lnTo>
                  <a:pt x="11291" y="4502"/>
                </a:lnTo>
                <a:lnTo>
                  <a:pt x="11291" y="4429"/>
                </a:lnTo>
                <a:lnTo>
                  <a:pt x="11291" y="4356"/>
                </a:lnTo>
                <a:lnTo>
                  <a:pt x="11266" y="4283"/>
                </a:lnTo>
                <a:lnTo>
                  <a:pt x="11169" y="4161"/>
                </a:lnTo>
                <a:lnTo>
                  <a:pt x="11120" y="4088"/>
                </a:lnTo>
                <a:lnTo>
                  <a:pt x="11047" y="4064"/>
                </a:lnTo>
                <a:lnTo>
                  <a:pt x="10950" y="4039"/>
                </a:lnTo>
                <a:close/>
                <a:moveTo>
                  <a:pt x="12361" y="3942"/>
                </a:moveTo>
                <a:lnTo>
                  <a:pt x="12288" y="3966"/>
                </a:lnTo>
                <a:lnTo>
                  <a:pt x="12215" y="4015"/>
                </a:lnTo>
                <a:lnTo>
                  <a:pt x="12142" y="4064"/>
                </a:lnTo>
                <a:lnTo>
                  <a:pt x="12093" y="4137"/>
                </a:lnTo>
                <a:lnTo>
                  <a:pt x="12045" y="4210"/>
                </a:lnTo>
                <a:lnTo>
                  <a:pt x="12020" y="4307"/>
                </a:lnTo>
                <a:lnTo>
                  <a:pt x="11996" y="4380"/>
                </a:lnTo>
                <a:lnTo>
                  <a:pt x="12020" y="4477"/>
                </a:lnTo>
                <a:lnTo>
                  <a:pt x="12045" y="4550"/>
                </a:lnTo>
                <a:lnTo>
                  <a:pt x="12093" y="4623"/>
                </a:lnTo>
                <a:lnTo>
                  <a:pt x="12142" y="4696"/>
                </a:lnTo>
                <a:lnTo>
                  <a:pt x="12215" y="4745"/>
                </a:lnTo>
                <a:lnTo>
                  <a:pt x="12288" y="4794"/>
                </a:lnTo>
                <a:lnTo>
                  <a:pt x="12361" y="4818"/>
                </a:lnTo>
                <a:lnTo>
                  <a:pt x="12531" y="4818"/>
                </a:lnTo>
                <a:lnTo>
                  <a:pt x="12629" y="4794"/>
                </a:lnTo>
                <a:lnTo>
                  <a:pt x="12702" y="4745"/>
                </a:lnTo>
                <a:lnTo>
                  <a:pt x="12750" y="4696"/>
                </a:lnTo>
                <a:lnTo>
                  <a:pt x="12823" y="4623"/>
                </a:lnTo>
                <a:lnTo>
                  <a:pt x="12848" y="4550"/>
                </a:lnTo>
                <a:lnTo>
                  <a:pt x="12872" y="4477"/>
                </a:lnTo>
                <a:lnTo>
                  <a:pt x="12896" y="4380"/>
                </a:lnTo>
                <a:lnTo>
                  <a:pt x="12872" y="4307"/>
                </a:lnTo>
                <a:lnTo>
                  <a:pt x="12848" y="4210"/>
                </a:lnTo>
                <a:lnTo>
                  <a:pt x="12823" y="4137"/>
                </a:lnTo>
                <a:lnTo>
                  <a:pt x="12750" y="4064"/>
                </a:lnTo>
                <a:lnTo>
                  <a:pt x="12702" y="4015"/>
                </a:lnTo>
                <a:lnTo>
                  <a:pt x="12629" y="3966"/>
                </a:lnTo>
                <a:lnTo>
                  <a:pt x="12531" y="3942"/>
                </a:lnTo>
                <a:close/>
                <a:moveTo>
                  <a:pt x="11534" y="5013"/>
                </a:moveTo>
                <a:lnTo>
                  <a:pt x="11412" y="5061"/>
                </a:lnTo>
                <a:lnTo>
                  <a:pt x="11315" y="5110"/>
                </a:lnTo>
                <a:lnTo>
                  <a:pt x="11242" y="5232"/>
                </a:lnTo>
                <a:lnTo>
                  <a:pt x="11218" y="5353"/>
                </a:lnTo>
                <a:lnTo>
                  <a:pt x="11242" y="5475"/>
                </a:lnTo>
                <a:lnTo>
                  <a:pt x="11315" y="5572"/>
                </a:lnTo>
                <a:lnTo>
                  <a:pt x="11412" y="5645"/>
                </a:lnTo>
                <a:lnTo>
                  <a:pt x="11534" y="5670"/>
                </a:lnTo>
                <a:lnTo>
                  <a:pt x="11655" y="5645"/>
                </a:lnTo>
                <a:lnTo>
                  <a:pt x="11753" y="5572"/>
                </a:lnTo>
                <a:lnTo>
                  <a:pt x="11826" y="5475"/>
                </a:lnTo>
                <a:lnTo>
                  <a:pt x="11850" y="5353"/>
                </a:lnTo>
                <a:lnTo>
                  <a:pt x="11826" y="5232"/>
                </a:lnTo>
                <a:lnTo>
                  <a:pt x="11753" y="5110"/>
                </a:lnTo>
                <a:lnTo>
                  <a:pt x="11655" y="5061"/>
                </a:lnTo>
                <a:lnTo>
                  <a:pt x="11534" y="5013"/>
                </a:lnTo>
                <a:close/>
                <a:moveTo>
                  <a:pt x="12312" y="5889"/>
                </a:moveTo>
                <a:lnTo>
                  <a:pt x="12239" y="5913"/>
                </a:lnTo>
                <a:lnTo>
                  <a:pt x="12166" y="5937"/>
                </a:lnTo>
                <a:lnTo>
                  <a:pt x="12093" y="5986"/>
                </a:lnTo>
                <a:lnTo>
                  <a:pt x="12045" y="6059"/>
                </a:lnTo>
                <a:lnTo>
                  <a:pt x="12020" y="6132"/>
                </a:lnTo>
                <a:lnTo>
                  <a:pt x="11996" y="6205"/>
                </a:lnTo>
                <a:lnTo>
                  <a:pt x="11996" y="6278"/>
                </a:lnTo>
                <a:lnTo>
                  <a:pt x="11996" y="6351"/>
                </a:lnTo>
                <a:lnTo>
                  <a:pt x="12020" y="6424"/>
                </a:lnTo>
                <a:lnTo>
                  <a:pt x="12045" y="6497"/>
                </a:lnTo>
                <a:lnTo>
                  <a:pt x="12093" y="6570"/>
                </a:lnTo>
                <a:lnTo>
                  <a:pt x="12166" y="6619"/>
                </a:lnTo>
                <a:lnTo>
                  <a:pt x="12239" y="6643"/>
                </a:lnTo>
                <a:lnTo>
                  <a:pt x="12312" y="6667"/>
                </a:lnTo>
                <a:lnTo>
                  <a:pt x="12458" y="6667"/>
                </a:lnTo>
                <a:lnTo>
                  <a:pt x="12531" y="6643"/>
                </a:lnTo>
                <a:lnTo>
                  <a:pt x="12604" y="6619"/>
                </a:lnTo>
                <a:lnTo>
                  <a:pt x="12677" y="6570"/>
                </a:lnTo>
                <a:lnTo>
                  <a:pt x="12726" y="6497"/>
                </a:lnTo>
                <a:lnTo>
                  <a:pt x="12750" y="6424"/>
                </a:lnTo>
                <a:lnTo>
                  <a:pt x="12775" y="6351"/>
                </a:lnTo>
                <a:lnTo>
                  <a:pt x="12799" y="6278"/>
                </a:lnTo>
                <a:lnTo>
                  <a:pt x="12775" y="6205"/>
                </a:lnTo>
                <a:lnTo>
                  <a:pt x="12750" y="6132"/>
                </a:lnTo>
                <a:lnTo>
                  <a:pt x="12726" y="6059"/>
                </a:lnTo>
                <a:lnTo>
                  <a:pt x="12677" y="5986"/>
                </a:lnTo>
                <a:lnTo>
                  <a:pt x="12604" y="5937"/>
                </a:lnTo>
                <a:lnTo>
                  <a:pt x="12531" y="5913"/>
                </a:lnTo>
                <a:lnTo>
                  <a:pt x="12458" y="5889"/>
                </a:lnTo>
                <a:close/>
                <a:moveTo>
                  <a:pt x="10950" y="5889"/>
                </a:moveTo>
                <a:lnTo>
                  <a:pt x="10853" y="5913"/>
                </a:lnTo>
                <a:lnTo>
                  <a:pt x="10780" y="5937"/>
                </a:lnTo>
                <a:lnTo>
                  <a:pt x="10707" y="5986"/>
                </a:lnTo>
                <a:lnTo>
                  <a:pt x="10634" y="6035"/>
                </a:lnTo>
                <a:lnTo>
                  <a:pt x="10585" y="6108"/>
                </a:lnTo>
                <a:lnTo>
                  <a:pt x="10536" y="6181"/>
                </a:lnTo>
                <a:lnTo>
                  <a:pt x="10512" y="6254"/>
                </a:lnTo>
                <a:lnTo>
                  <a:pt x="10488" y="6351"/>
                </a:lnTo>
                <a:lnTo>
                  <a:pt x="10512" y="6424"/>
                </a:lnTo>
                <a:lnTo>
                  <a:pt x="10536" y="6521"/>
                </a:lnTo>
                <a:lnTo>
                  <a:pt x="10585" y="6594"/>
                </a:lnTo>
                <a:lnTo>
                  <a:pt x="10634" y="6643"/>
                </a:lnTo>
                <a:lnTo>
                  <a:pt x="10707" y="6716"/>
                </a:lnTo>
                <a:lnTo>
                  <a:pt x="10780" y="6740"/>
                </a:lnTo>
                <a:lnTo>
                  <a:pt x="10853" y="6765"/>
                </a:lnTo>
                <a:lnTo>
                  <a:pt x="10950" y="6789"/>
                </a:lnTo>
                <a:lnTo>
                  <a:pt x="11023" y="6765"/>
                </a:lnTo>
                <a:lnTo>
                  <a:pt x="11120" y="6740"/>
                </a:lnTo>
                <a:lnTo>
                  <a:pt x="11193" y="6716"/>
                </a:lnTo>
                <a:lnTo>
                  <a:pt x="11242" y="6643"/>
                </a:lnTo>
                <a:lnTo>
                  <a:pt x="11315" y="6594"/>
                </a:lnTo>
                <a:lnTo>
                  <a:pt x="11339" y="6521"/>
                </a:lnTo>
                <a:lnTo>
                  <a:pt x="11364" y="6424"/>
                </a:lnTo>
                <a:lnTo>
                  <a:pt x="11388" y="6351"/>
                </a:lnTo>
                <a:lnTo>
                  <a:pt x="11364" y="6254"/>
                </a:lnTo>
                <a:lnTo>
                  <a:pt x="11339" y="6181"/>
                </a:lnTo>
                <a:lnTo>
                  <a:pt x="11315" y="6108"/>
                </a:lnTo>
                <a:lnTo>
                  <a:pt x="11242" y="6035"/>
                </a:lnTo>
                <a:lnTo>
                  <a:pt x="11193" y="5986"/>
                </a:lnTo>
                <a:lnTo>
                  <a:pt x="11120" y="5937"/>
                </a:lnTo>
                <a:lnTo>
                  <a:pt x="11023" y="5913"/>
                </a:lnTo>
                <a:lnTo>
                  <a:pt x="10950" y="5889"/>
                </a:lnTo>
                <a:close/>
                <a:moveTo>
                  <a:pt x="2799" y="6351"/>
                </a:moveTo>
                <a:lnTo>
                  <a:pt x="2628" y="6546"/>
                </a:lnTo>
                <a:lnTo>
                  <a:pt x="2507" y="6692"/>
                </a:lnTo>
                <a:lnTo>
                  <a:pt x="2166" y="7057"/>
                </a:lnTo>
                <a:lnTo>
                  <a:pt x="2117" y="6740"/>
                </a:lnTo>
                <a:lnTo>
                  <a:pt x="2093" y="6570"/>
                </a:lnTo>
                <a:lnTo>
                  <a:pt x="2044" y="6424"/>
                </a:lnTo>
                <a:lnTo>
                  <a:pt x="2799" y="6351"/>
                </a:lnTo>
                <a:close/>
                <a:moveTo>
                  <a:pt x="11558" y="6813"/>
                </a:moveTo>
                <a:lnTo>
                  <a:pt x="11461" y="6838"/>
                </a:lnTo>
                <a:lnTo>
                  <a:pt x="11388" y="6862"/>
                </a:lnTo>
                <a:lnTo>
                  <a:pt x="11315" y="6911"/>
                </a:lnTo>
                <a:lnTo>
                  <a:pt x="11242" y="6959"/>
                </a:lnTo>
                <a:lnTo>
                  <a:pt x="11169" y="7032"/>
                </a:lnTo>
                <a:lnTo>
                  <a:pt x="11145" y="7105"/>
                </a:lnTo>
                <a:lnTo>
                  <a:pt x="11120" y="7203"/>
                </a:lnTo>
                <a:lnTo>
                  <a:pt x="11096" y="7276"/>
                </a:lnTo>
                <a:lnTo>
                  <a:pt x="11120" y="7373"/>
                </a:lnTo>
                <a:lnTo>
                  <a:pt x="11145" y="7470"/>
                </a:lnTo>
                <a:lnTo>
                  <a:pt x="11169" y="7543"/>
                </a:lnTo>
                <a:lnTo>
                  <a:pt x="11242" y="7616"/>
                </a:lnTo>
                <a:lnTo>
                  <a:pt x="11315" y="7665"/>
                </a:lnTo>
                <a:lnTo>
                  <a:pt x="11388" y="7714"/>
                </a:lnTo>
                <a:lnTo>
                  <a:pt x="11461" y="7738"/>
                </a:lnTo>
                <a:lnTo>
                  <a:pt x="11655" y="7738"/>
                </a:lnTo>
                <a:lnTo>
                  <a:pt x="11728" y="7714"/>
                </a:lnTo>
                <a:lnTo>
                  <a:pt x="11801" y="7665"/>
                </a:lnTo>
                <a:lnTo>
                  <a:pt x="11874" y="7616"/>
                </a:lnTo>
                <a:lnTo>
                  <a:pt x="11947" y="7543"/>
                </a:lnTo>
                <a:lnTo>
                  <a:pt x="11972" y="7470"/>
                </a:lnTo>
                <a:lnTo>
                  <a:pt x="11996" y="7373"/>
                </a:lnTo>
                <a:lnTo>
                  <a:pt x="12020" y="7276"/>
                </a:lnTo>
                <a:lnTo>
                  <a:pt x="11996" y="7203"/>
                </a:lnTo>
                <a:lnTo>
                  <a:pt x="11972" y="7105"/>
                </a:lnTo>
                <a:lnTo>
                  <a:pt x="11947" y="7032"/>
                </a:lnTo>
                <a:lnTo>
                  <a:pt x="11874" y="6959"/>
                </a:lnTo>
                <a:lnTo>
                  <a:pt x="11801" y="6911"/>
                </a:lnTo>
                <a:lnTo>
                  <a:pt x="11728" y="6862"/>
                </a:lnTo>
                <a:lnTo>
                  <a:pt x="11655" y="6838"/>
                </a:lnTo>
                <a:lnTo>
                  <a:pt x="11558" y="6813"/>
                </a:lnTo>
                <a:close/>
                <a:moveTo>
                  <a:pt x="3918" y="6327"/>
                </a:moveTo>
                <a:lnTo>
                  <a:pt x="3845" y="6375"/>
                </a:lnTo>
                <a:lnTo>
                  <a:pt x="3553" y="6667"/>
                </a:lnTo>
                <a:lnTo>
                  <a:pt x="3285" y="6959"/>
                </a:lnTo>
                <a:lnTo>
                  <a:pt x="2726" y="7592"/>
                </a:lnTo>
                <a:lnTo>
                  <a:pt x="2434" y="7908"/>
                </a:lnTo>
                <a:lnTo>
                  <a:pt x="2263" y="8103"/>
                </a:lnTo>
                <a:lnTo>
                  <a:pt x="2117" y="8298"/>
                </a:lnTo>
                <a:lnTo>
                  <a:pt x="2166" y="7543"/>
                </a:lnTo>
                <a:lnTo>
                  <a:pt x="2239" y="7519"/>
                </a:lnTo>
                <a:lnTo>
                  <a:pt x="2312" y="7470"/>
                </a:lnTo>
                <a:lnTo>
                  <a:pt x="2482" y="7349"/>
                </a:lnTo>
                <a:lnTo>
                  <a:pt x="2726" y="7081"/>
                </a:lnTo>
                <a:lnTo>
                  <a:pt x="3066" y="6716"/>
                </a:lnTo>
                <a:lnTo>
                  <a:pt x="3212" y="6594"/>
                </a:lnTo>
                <a:lnTo>
                  <a:pt x="3310" y="6448"/>
                </a:lnTo>
                <a:lnTo>
                  <a:pt x="3358" y="6400"/>
                </a:lnTo>
                <a:lnTo>
                  <a:pt x="3358" y="6327"/>
                </a:lnTo>
                <a:close/>
                <a:moveTo>
                  <a:pt x="12312" y="7860"/>
                </a:moveTo>
                <a:lnTo>
                  <a:pt x="12239" y="7884"/>
                </a:lnTo>
                <a:lnTo>
                  <a:pt x="12166" y="7908"/>
                </a:lnTo>
                <a:lnTo>
                  <a:pt x="12093" y="7957"/>
                </a:lnTo>
                <a:lnTo>
                  <a:pt x="12045" y="8006"/>
                </a:lnTo>
                <a:lnTo>
                  <a:pt x="11996" y="8079"/>
                </a:lnTo>
                <a:lnTo>
                  <a:pt x="11972" y="8152"/>
                </a:lnTo>
                <a:lnTo>
                  <a:pt x="11947" y="8273"/>
                </a:lnTo>
                <a:lnTo>
                  <a:pt x="11972" y="8395"/>
                </a:lnTo>
                <a:lnTo>
                  <a:pt x="12045" y="8517"/>
                </a:lnTo>
                <a:lnTo>
                  <a:pt x="12142" y="8590"/>
                </a:lnTo>
                <a:lnTo>
                  <a:pt x="12215" y="8638"/>
                </a:lnTo>
                <a:lnTo>
                  <a:pt x="12458" y="8638"/>
                </a:lnTo>
                <a:lnTo>
                  <a:pt x="12556" y="8590"/>
                </a:lnTo>
                <a:lnTo>
                  <a:pt x="12629" y="8541"/>
                </a:lnTo>
                <a:lnTo>
                  <a:pt x="12653" y="8517"/>
                </a:lnTo>
                <a:lnTo>
                  <a:pt x="12726" y="8444"/>
                </a:lnTo>
                <a:lnTo>
                  <a:pt x="12750" y="8346"/>
                </a:lnTo>
                <a:lnTo>
                  <a:pt x="12775" y="8225"/>
                </a:lnTo>
                <a:lnTo>
                  <a:pt x="12726" y="8103"/>
                </a:lnTo>
                <a:lnTo>
                  <a:pt x="12653" y="7981"/>
                </a:lnTo>
                <a:lnTo>
                  <a:pt x="12556" y="7908"/>
                </a:lnTo>
                <a:lnTo>
                  <a:pt x="12483" y="7860"/>
                </a:lnTo>
                <a:close/>
                <a:moveTo>
                  <a:pt x="10974" y="7981"/>
                </a:moveTo>
                <a:lnTo>
                  <a:pt x="10877" y="8006"/>
                </a:lnTo>
                <a:lnTo>
                  <a:pt x="10804" y="8030"/>
                </a:lnTo>
                <a:lnTo>
                  <a:pt x="10682" y="8127"/>
                </a:lnTo>
                <a:lnTo>
                  <a:pt x="10609" y="8225"/>
                </a:lnTo>
                <a:lnTo>
                  <a:pt x="10561" y="8346"/>
                </a:lnTo>
                <a:lnTo>
                  <a:pt x="10585" y="8492"/>
                </a:lnTo>
                <a:lnTo>
                  <a:pt x="10609" y="8590"/>
                </a:lnTo>
                <a:lnTo>
                  <a:pt x="10682" y="8663"/>
                </a:lnTo>
                <a:lnTo>
                  <a:pt x="10755" y="8711"/>
                </a:lnTo>
                <a:lnTo>
                  <a:pt x="10853" y="8736"/>
                </a:lnTo>
                <a:lnTo>
                  <a:pt x="10853" y="8760"/>
                </a:lnTo>
                <a:lnTo>
                  <a:pt x="10999" y="8760"/>
                </a:lnTo>
                <a:lnTo>
                  <a:pt x="11145" y="8736"/>
                </a:lnTo>
                <a:lnTo>
                  <a:pt x="11218" y="8711"/>
                </a:lnTo>
                <a:lnTo>
                  <a:pt x="11266" y="8638"/>
                </a:lnTo>
                <a:lnTo>
                  <a:pt x="11339" y="8565"/>
                </a:lnTo>
                <a:lnTo>
                  <a:pt x="11364" y="8468"/>
                </a:lnTo>
                <a:lnTo>
                  <a:pt x="11388" y="8371"/>
                </a:lnTo>
                <a:lnTo>
                  <a:pt x="11364" y="8273"/>
                </a:lnTo>
                <a:lnTo>
                  <a:pt x="11339" y="8176"/>
                </a:lnTo>
                <a:lnTo>
                  <a:pt x="11291" y="8127"/>
                </a:lnTo>
                <a:lnTo>
                  <a:pt x="11218" y="8054"/>
                </a:lnTo>
                <a:lnTo>
                  <a:pt x="11145" y="8006"/>
                </a:lnTo>
                <a:lnTo>
                  <a:pt x="11047" y="7981"/>
                </a:lnTo>
                <a:close/>
                <a:moveTo>
                  <a:pt x="11704" y="8882"/>
                </a:moveTo>
                <a:lnTo>
                  <a:pt x="11631" y="8906"/>
                </a:lnTo>
                <a:lnTo>
                  <a:pt x="11558" y="8930"/>
                </a:lnTo>
                <a:lnTo>
                  <a:pt x="11485" y="8955"/>
                </a:lnTo>
                <a:lnTo>
                  <a:pt x="11437" y="9003"/>
                </a:lnTo>
                <a:lnTo>
                  <a:pt x="11364" y="9101"/>
                </a:lnTo>
                <a:lnTo>
                  <a:pt x="11339" y="9198"/>
                </a:lnTo>
                <a:lnTo>
                  <a:pt x="11315" y="9295"/>
                </a:lnTo>
                <a:lnTo>
                  <a:pt x="11315" y="9393"/>
                </a:lnTo>
                <a:lnTo>
                  <a:pt x="11364" y="9490"/>
                </a:lnTo>
                <a:lnTo>
                  <a:pt x="11437" y="9587"/>
                </a:lnTo>
                <a:lnTo>
                  <a:pt x="11510" y="9636"/>
                </a:lnTo>
                <a:lnTo>
                  <a:pt x="11607" y="9685"/>
                </a:lnTo>
                <a:lnTo>
                  <a:pt x="11850" y="9685"/>
                </a:lnTo>
                <a:lnTo>
                  <a:pt x="11899" y="9636"/>
                </a:lnTo>
                <a:lnTo>
                  <a:pt x="11996" y="9587"/>
                </a:lnTo>
                <a:lnTo>
                  <a:pt x="12045" y="9514"/>
                </a:lnTo>
                <a:lnTo>
                  <a:pt x="12093" y="9393"/>
                </a:lnTo>
                <a:lnTo>
                  <a:pt x="12093" y="9295"/>
                </a:lnTo>
                <a:lnTo>
                  <a:pt x="12093" y="9222"/>
                </a:lnTo>
                <a:lnTo>
                  <a:pt x="12069" y="9125"/>
                </a:lnTo>
                <a:lnTo>
                  <a:pt x="11996" y="9003"/>
                </a:lnTo>
                <a:lnTo>
                  <a:pt x="11923" y="8955"/>
                </a:lnTo>
                <a:lnTo>
                  <a:pt x="11850" y="8930"/>
                </a:lnTo>
                <a:lnTo>
                  <a:pt x="11777" y="8906"/>
                </a:lnTo>
                <a:lnTo>
                  <a:pt x="11704" y="8882"/>
                </a:lnTo>
                <a:close/>
                <a:moveTo>
                  <a:pt x="4112" y="6327"/>
                </a:moveTo>
                <a:lnTo>
                  <a:pt x="4745" y="6375"/>
                </a:lnTo>
                <a:lnTo>
                  <a:pt x="4721" y="6619"/>
                </a:lnTo>
                <a:lnTo>
                  <a:pt x="4721" y="6886"/>
                </a:lnTo>
                <a:lnTo>
                  <a:pt x="4648" y="6886"/>
                </a:lnTo>
                <a:lnTo>
                  <a:pt x="4477" y="6959"/>
                </a:lnTo>
                <a:lnTo>
                  <a:pt x="4380" y="7081"/>
                </a:lnTo>
                <a:lnTo>
                  <a:pt x="4161" y="7349"/>
                </a:lnTo>
                <a:lnTo>
                  <a:pt x="3431" y="8249"/>
                </a:lnTo>
                <a:lnTo>
                  <a:pt x="3091" y="8590"/>
                </a:lnTo>
                <a:lnTo>
                  <a:pt x="2750" y="8955"/>
                </a:lnTo>
                <a:lnTo>
                  <a:pt x="2409" y="9344"/>
                </a:lnTo>
                <a:lnTo>
                  <a:pt x="2239" y="9539"/>
                </a:lnTo>
                <a:lnTo>
                  <a:pt x="2117" y="9733"/>
                </a:lnTo>
                <a:lnTo>
                  <a:pt x="2117" y="8736"/>
                </a:lnTo>
                <a:lnTo>
                  <a:pt x="2239" y="8687"/>
                </a:lnTo>
                <a:lnTo>
                  <a:pt x="2385" y="8614"/>
                </a:lnTo>
                <a:lnTo>
                  <a:pt x="2507" y="8517"/>
                </a:lnTo>
                <a:lnTo>
                  <a:pt x="2628" y="8371"/>
                </a:lnTo>
                <a:lnTo>
                  <a:pt x="2823" y="8127"/>
                </a:lnTo>
                <a:lnTo>
                  <a:pt x="3018" y="7884"/>
                </a:lnTo>
                <a:lnTo>
                  <a:pt x="3577" y="7276"/>
                </a:lnTo>
                <a:lnTo>
                  <a:pt x="3869" y="6959"/>
                </a:lnTo>
                <a:lnTo>
                  <a:pt x="4161" y="6667"/>
                </a:lnTo>
                <a:lnTo>
                  <a:pt x="4210" y="6619"/>
                </a:lnTo>
                <a:lnTo>
                  <a:pt x="4234" y="6570"/>
                </a:lnTo>
                <a:lnTo>
                  <a:pt x="4234" y="6521"/>
                </a:lnTo>
                <a:lnTo>
                  <a:pt x="4210" y="6448"/>
                </a:lnTo>
                <a:lnTo>
                  <a:pt x="4185" y="6375"/>
                </a:lnTo>
                <a:lnTo>
                  <a:pt x="4112" y="6327"/>
                </a:lnTo>
                <a:close/>
                <a:moveTo>
                  <a:pt x="12239" y="9709"/>
                </a:moveTo>
                <a:lnTo>
                  <a:pt x="12166" y="9733"/>
                </a:lnTo>
                <a:lnTo>
                  <a:pt x="12093" y="9782"/>
                </a:lnTo>
                <a:lnTo>
                  <a:pt x="12020" y="9831"/>
                </a:lnTo>
                <a:lnTo>
                  <a:pt x="11972" y="9879"/>
                </a:lnTo>
                <a:lnTo>
                  <a:pt x="11947" y="9952"/>
                </a:lnTo>
                <a:lnTo>
                  <a:pt x="11923" y="10025"/>
                </a:lnTo>
                <a:lnTo>
                  <a:pt x="11923" y="10098"/>
                </a:lnTo>
                <a:lnTo>
                  <a:pt x="11923" y="10196"/>
                </a:lnTo>
                <a:lnTo>
                  <a:pt x="11947" y="10269"/>
                </a:lnTo>
                <a:lnTo>
                  <a:pt x="11972" y="10342"/>
                </a:lnTo>
                <a:lnTo>
                  <a:pt x="12020" y="10390"/>
                </a:lnTo>
                <a:lnTo>
                  <a:pt x="12093" y="10439"/>
                </a:lnTo>
                <a:lnTo>
                  <a:pt x="12166" y="10488"/>
                </a:lnTo>
                <a:lnTo>
                  <a:pt x="12239" y="10512"/>
                </a:lnTo>
                <a:lnTo>
                  <a:pt x="12385" y="10512"/>
                </a:lnTo>
                <a:lnTo>
                  <a:pt x="12483" y="10488"/>
                </a:lnTo>
                <a:lnTo>
                  <a:pt x="12531" y="10439"/>
                </a:lnTo>
                <a:lnTo>
                  <a:pt x="12604" y="10390"/>
                </a:lnTo>
                <a:lnTo>
                  <a:pt x="12653" y="10342"/>
                </a:lnTo>
                <a:lnTo>
                  <a:pt x="12677" y="10269"/>
                </a:lnTo>
                <a:lnTo>
                  <a:pt x="12702" y="10196"/>
                </a:lnTo>
                <a:lnTo>
                  <a:pt x="12726" y="10098"/>
                </a:lnTo>
                <a:lnTo>
                  <a:pt x="12702" y="10025"/>
                </a:lnTo>
                <a:lnTo>
                  <a:pt x="12677" y="9952"/>
                </a:lnTo>
                <a:lnTo>
                  <a:pt x="12653" y="9879"/>
                </a:lnTo>
                <a:lnTo>
                  <a:pt x="12604" y="9831"/>
                </a:lnTo>
                <a:lnTo>
                  <a:pt x="12531" y="9782"/>
                </a:lnTo>
                <a:lnTo>
                  <a:pt x="12483" y="9733"/>
                </a:lnTo>
                <a:lnTo>
                  <a:pt x="12385" y="9709"/>
                </a:lnTo>
                <a:close/>
                <a:moveTo>
                  <a:pt x="10950" y="9831"/>
                </a:moveTo>
                <a:lnTo>
                  <a:pt x="10853" y="9855"/>
                </a:lnTo>
                <a:lnTo>
                  <a:pt x="10755" y="9879"/>
                </a:lnTo>
                <a:lnTo>
                  <a:pt x="10658" y="9952"/>
                </a:lnTo>
                <a:lnTo>
                  <a:pt x="10609" y="10025"/>
                </a:lnTo>
                <a:lnTo>
                  <a:pt x="10561" y="10123"/>
                </a:lnTo>
                <a:lnTo>
                  <a:pt x="10561" y="10220"/>
                </a:lnTo>
                <a:lnTo>
                  <a:pt x="10561" y="10342"/>
                </a:lnTo>
                <a:lnTo>
                  <a:pt x="10585" y="10415"/>
                </a:lnTo>
                <a:lnTo>
                  <a:pt x="10634" y="10463"/>
                </a:lnTo>
                <a:lnTo>
                  <a:pt x="10755" y="10560"/>
                </a:lnTo>
                <a:lnTo>
                  <a:pt x="10828" y="10609"/>
                </a:lnTo>
                <a:lnTo>
                  <a:pt x="10950" y="10633"/>
                </a:lnTo>
                <a:lnTo>
                  <a:pt x="11047" y="10609"/>
                </a:lnTo>
                <a:lnTo>
                  <a:pt x="11145" y="10560"/>
                </a:lnTo>
                <a:lnTo>
                  <a:pt x="11266" y="10463"/>
                </a:lnTo>
                <a:lnTo>
                  <a:pt x="11291" y="10415"/>
                </a:lnTo>
                <a:lnTo>
                  <a:pt x="11315" y="10342"/>
                </a:lnTo>
                <a:lnTo>
                  <a:pt x="11339" y="10220"/>
                </a:lnTo>
                <a:lnTo>
                  <a:pt x="11315" y="10123"/>
                </a:lnTo>
                <a:lnTo>
                  <a:pt x="11291" y="10025"/>
                </a:lnTo>
                <a:lnTo>
                  <a:pt x="11218" y="9952"/>
                </a:lnTo>
                <a:lnTo>
                  <a:pt x="11145" y="9879"/>
                </a:lnTo>
                <a:lnTo>
                  <a:pt x="11047" y="9855"/>
                </a:lnTo>
                <a:lnTo>
                  <a:pt x="10950" y="9831"/>
                </a:lnTo>
                <a:close/>
                <a:moveTo>
                  <a:pt x="4696" y="7373"/>
                </a:moveTo>
                <a:lnTo>
                  <a:pt x="4672" y="8079"/>
                </a:lnTo>
                <a:lnTo>
                  <a:pt x="4575" y="8127"/>
                </a:lnTo>
                <a:lnTo>
                  <a:pt x="4477" y="8176"/>
                </a:lnTo>
                <a:lnTo>
                  <a:pt x="4404" y="8273"/>
                </a:lnTo>
                <a:lnTo>
                  <a:pt x="4331" y="8346"/>
                </a:lnTo>
                <a:lnTo>
                  <a:pt x="4088" y="8760"/>
                </a:lnTo>
                <a:lnTo>
                  <a:pt x="3723" y="9320"/>
                </a:lnTo>
                <a:lnTo>
                  <a:pt x="3529" y="9587"/>
                </a:lnTo>
                <a:lnTo>
                  <a:pt x="3310" y="9855"/>
                </a:lnTo>
                <a:lnTo>
                  <a:pt x="3139" y="9977"/>
                </a:lnTo>
                <a:lnTo>
                  <a:pt x="2969" y="10098"/>
                </a:lnTo>
                <a:lnTo>
                  <a:pt x="2604" y="10390"/>
                </a:lnTo>
                <a:lnTo>
                  <a:pt x="2434" y="10560"/>
                </a:lnTo>
                <a:lnTo>
                  <a:pt x="2263" y="10706"/>
                </a:lnTo>
                <a:lnTo>
                  <a:pt x="2142" y="10901"/>
                </a:lnTo>
                <a:lnTo>
                  <a:pt x="2069" y="11071"/>
                </a:lnTo>
                <a:lnTo>
                  <a:pt x="2117" y="10536"/>
                </a:lnTo>
                <a:lnTo>
                  <a:pt x="2117" y="10001"/>
                </a:lnTo>
                <a:lnTo>
                  <a:pt x="2336" y="9904"/>
                </a:lnTo>
                <a:lnTo>
                  <a:pt x="2555" y="9782"/>
                </a:lnTo>
                <a:lnTo>
                  <a:pt x="2750" y="9612"/>
                </a:lnTo>
                <a:lnTo>
                  <a:pt x="2945" y="9441"/>
                </a:lnTo>
                <a:lnTo>
                  <a:pt x="3310" y="9052"/>
                </a:lnTo>
                <a:lnTo>
                  <a:pt x="3626" y="8687"/>
                </a:lnTo>
                <a:lnTo>
                  <a:pt x="4015" y="8249"/>
                </a:lnTo>
                <a:lnTo>
                  <a:pt x="4380" y="7787"/>
                </a:lnTo>
                <a:lnTo>
                  <a:pt x="4550" y="7592"/>
                </a:lnTo>
                <a:lnTo>
                  <a:pt x="4696" y="7373"/>
                </a:lnTo>
                <a:close/>
                <a:moveTo>
                  <a:pt x="17033" y="6254"/>
                </a:moveTo>
                <a:lnTo>
                  <a:pt x="17009" y="6473"/>
                </a:lnTo>
                <a:lnTo>
                  <a:pt x="17009" y="6692"/>
                </a:lnTo>
                <a:lnTo>
                  <a:pt x="17033" y="7154"/>
                </a:lnTo>
                <a:lnTo>
                  <a:pt x="17009" y="7884"/>
                </a:lnTo>
                <a:lnTo>
                  <a:pt x="16984" y="8614"/>
                </a:lnTo>
                <a:lnTo>
                  <a:pt x="16936" y="9247"/>
                </a:lnTo>
                <a:lnTo>
                  <a:pt x="16911" y="9879"/>
                </a:lnTo>
                <a:lnTo>
                  <a:pt x="16911" y="10488"/>
                </a:lnTo>
                <a:lnTo>
                  <a:pt x="16936" y="11120"/>
                </a:lnTo>
                <a:lnTo>
                  <a:pt x="16376" y="11193"/>
                </a:lnTo>
                <a:lnTo>
                  <a:pt x="16425" y="10488"/>
                </a:lnTo>
                <a:lnTo>
                  <a:pt x="16449" y="9758"/>
                </a:lnTo>
                <a:lnTo>
                  <a:pt x="16473" y="8298"/>
                </a:lnTo>
                <a:lnTo>
                  <a:pt x="16473" y="7592"/>
                </a:lnTo>
                <a:lnTo>
                  <a:pt x="16449" y="6886"/>
                </a:lnTo>
                <a:lnTo>
                  <a:pt x="16449" y="6594"/>
                </a:lnTo>
                <a:lnTo>
                  <a:pt x="16425" y="6448"/>
                </a:lnTo>
                <a:lnTo>
                  <a:pt x="16400" y="6302"/>
                </a:lnTo>
                <a:lnTo>
                  <a:pt x="16717" y="6278"/>
                </a:lnTo>
                <a:lnTo>
                  <a:pt x="17033" y="6254"/>
                </a:lnTo>
                <a:close/>
                <a:moveTo>
                  <a:pt x="10147" y="3334"/>
                </a:moveTo>
                <a:lnTo>
                  <a:pt x="10415" y="3407"/>
                </a:lnTo>
                <a:lnTo>
                  <a:pt x="10682" y="3431"/>
                </a:lnTo>
                <a:lnTo>
                  <a:pt x="10950" y="3407"/>
                </a:lnTo>
                <a:lnTo>
                  <a:pt x="11242" y="3407"/>
                </a:lnTo>
                <a:lnTo>
                  <a:pt x="11218" y="3455"/>
                </a:lnTo>
                <a:lnTo>
                  <a:pt x="11218" y="3528"/>
                </a:lnTo>
                <a:lnTo>
                  <a:pt x="11242" y="3626"/>
                </a:lnTo>
                <a:lnTo>
                  <a:pt x="11266" y="3699"/>
                </a:lnTo>
                <a:lnTo>
                  <a:pt x="11315" y="3772"/>
                </a:lnTo>
                <a:lnTo>
                  <a:pt x="11388" y="3820"/>
                </a:lnTo>
                <a:lnTo>
                  <a:pt x="11485" y="3869"/>
                </a:lnTo>
                <a:lnTo>
                  <a:pt x="11607" y="3869"/>
                </a:lnTo>
                <a:lnTo>
                  <a:pt x="11704" y="3820"/>
                </a:lnTo>
                <a:lnTo>
                  <a:pt x="11801" y="3772"/>
                </a:lnTo>
                <a:lnTo>
                  <a:pt x="11850" y="3723"/>
                </a:lnTo>
                <a:lnTo>
                  <a:pt x="11874" y="3650"/>
                </a:lnTo>
                <a:lnTo>
                  <a:pt x="11899" y="3528"/>
                </a:lnTo>
                <a:lnTo>
                  <a:pt x="11874" y="3431"/>
                </a:lnTo>
                <a:lnTo>
                  <a:pt x="11874" y="3382"/>
                </a:lnTo>
                <a:lnTo>
                  <a:pt x="12823" y="3382"/>
                </a:lnTo>
                <a:lnTo>
                  <a:pt x="12823" y="3626"/>
                </a:lnTo>
                <a:lnTo>
                  <a:pt x="12848" y="3820"/>
                </a:lnTo>
                <a:lnTo>
                  <a:pt x="12896" y="4380"/>
                </a:lnTo>
                <a:lnTo>
                  <a:pt x="12969" y="4940"/>
                </a:lnTo>
                <a:lnTo>
                  <a:pt x="12994" y="5499"/>
                </a:lnTo>
                <a:lnTo>
                  <a:pt x="12994" y="6059"/>
                </a:lnTo>
                <a:lnTo>
                  <a:pt x="12945" y="7397"/>
                </a:lnTo>
                <a:lnTo>
                  <a:pt x="12896" y="8711"/>
                </a:lnTo>
                <a:lnTo>
                  <a:pt x="12896" y="9320"/>
                </a:lnTo>
                <a:lnTo>
                  <a:pt x="12896" y="9928"/>
                </a:lnTo>
                <a:lnTo>
                  <a:pt x="12896" y="11120"/>
                </a:lnTo>
                <a:lnTo>
                  <a:pt x="12458" y="11096"/>
                </a:lnTo>
                <a:lnTo>
                  <a:pt x="12020" y="11096"/>
                </a:lnTo>
                <a:lnTo>
                  <a:pt x="12020" y="11023"/>
                </a:lnTo>
                <a:lnTo>
                  <a:pt x="12020" y="10925"/>
                </a:lnTo>
                <a:lnTo>
                  <a:pt x="11996" y="10852"/>
                </a:lnTo>
                <a:lnTo>
                  <a:pt x="11947" y="10779"/>
                </a:lnTo>
                <a:lnTo>
                  <a:pt x="11899" y="10731"/>
                </a:lnTo>
                <a:lnTo>
                  <a:pt x="11850" y="10682"/>
                </a:lnTo>
                <a:lnTo>
                  <a:pt x="11777" y="10633"/>
                </a:lnTo>
                <a:lnTo>
                  <a:pt x="11704" y="10609"/>
                </a:lnTo>
                <a:lnTo>
                  <a:pt x="11534" y="10609"/>
                </a:lnTo>
                <a:lnTo>
                  <a:pt x="11461" y="10633"/>
                </a:lnTo>
                <a:lnTo>
                  <a:pt x="11388" y="10682"/>
                </a:lnTo>
                <a:lnTo>
                  <a:pt x="11339" y="10731"/>
                </a:lnTo>
                <a:lnTo>
                  <a:pt x="11291" y="10779"/>
                </a:lnTo>
                <a:lnTo>
                  <a:pt x="11242" y="10852"/>
                </a:lnTo>
                <a:lnTo>
                  <a:pt x="11218" y="10925"/>
                </a:lnTo>
                <a:lnTo>
                  <a:pt x="11218" y="11023"/>
                </a:lnTo>
                <a:lnTo>
                  <a:pt x="11242" y="11120"/>
                </a:lnTo>
                <a:lnTo>
                  <a:pt x="10853" y="11144"/>
                </a:lnTo>
                <a:lnTo>
                  <a:pt x="10463" y="11217"/>
                </a:lnTo>
                <a:lnTo>
                  <a:pt x="10415" y="10852"/>
                </a:lnTo>
                <a:lnTo>
                  <a:pt x="10366" y="10488"/>
                </a:lnTo>
                <a:lnTo>
                  <a:pt x="10342" y="9758"/>
                </a:lnTo>
                <a:lnTo>
                  <a:pt x="10317" y="8322"/>
                </a:lnTo>
                <a:lnTo>
                  <a:pt x="10317" y="7251"/>
                </a:lnTo>
                <a:lnTo>
                  <a:pt x="10293" y="6716"/>
                </a:lnTo>
                <a:lnTo>
                  <a:pt x="10269" y="6205"/>
                </a:lnTo>
                <a:lnTo>
                  <a:pt x="10171" y="4502"/>
                </a:lnTo>
                <a:lnTo>
                  <a:pt x="10147" y="3699"/>
                </a:lnTo>
                <a:lnTo>
                  <a:pt x="10147" y="3334"/>
                </a:lnTo>
                <a:close/>
                <a:moveTo>
                  <a:pt x="16035" y="6302"/>
                </a:moveTo>
                <a:lnTo>
                  <a:pt x="16035" y="6448"/>
                </a:lnTo>
                <a:lnTo>
                  <a:pt x="16035" y="6594"/>
                </a:lnTo>
                <a:lnTo>
                  <a:pt x="16060" y="6886"/>
                </a:lnTo>
                <a:lnTo>
                  <a:pt x="16060" y="7592"/>
                </a:lnTo>
                <a:lnTo>
                  <a:pt x="16035" y="8298"/>
                </a:lnTo>
                <a:lnTo>
                  <a:pt x="16011" y="9028"/>
                </a:lnTo>
                <a:lnTo>
                  <a:pt x="15962" y="9758"/>
                </a:lnTo>
                <a:lnTo>
                  <a:pt x="15938" y="10488"/>
                </a:lnTo>
                <a:lnTo>
                  <a:pt x="15938" y="10852"/>
                </a:lnTo>
                <a:lnTo>
                  <a:pt x="15962" y="11217"/>
                </a:lnTo>
                <a:lnTo>
                  <a:pt x="15719" y="11217"/>
                </a:lnTo>
                <a:lnTo>
                  <a:pt x="15743" y="11169"/>
                </a:lnTo>
                <a:lnTo>
                  <a:pt x="15768" y="10852"/>
                </a:lnTo>
                <a:lnTo>
                  <a:pt x="15768" y="10536"/>
                </a:lnTo>
                <a:lnTo>
                  <a:pt x="15743" y="10220"/>
                </a:lnTo>
                <a:lnTo>
                  <a:pt x="15743" y="9904"/>
                </a:lnTo>
                <a:lnTo>
                  <a:pt x="15743" y="9198"/>
                </a:lnTo>
                <a:lnTo>
                  <a:pt x="15743" y="8517"/>
                </a:lnTo>
                <a:lnTo>
                  <a:pt x="15695" y="7884"/>
                </a:lnTo>
                <a:lnTo>
                  <a:pt x="15622" y="7251"/>
                </a:lnTo>
                <a:lnTo>
                  <a:pt x="15622" y="7008"/>
                </a:lnTo>
                <a:lnTo>
                  <a:pt x="15622" y="6765"/>
                </a:lnTo>
                <a:lnTo>
                  <a:pt x="15670" y="6302"/>
                </a:lnTo>
                <a:close/>
                <a:moveTo>
                  <a:pt x="15354" y="6302"/>
                </a:moveTo>
                <a:lnTo>
                  <a:pt x="15281" y="6546"/>
                </a:lnTo>
                <a:lnTo>
                  <a:pt x="15257" y="6813"/>
                </a:lnTo>
                <a:lnTo>
                  <a:pt x="15232" y="7081"/>
                </a:lnTo>
                <a:lnTo>
                  <a:pt x="15232" y="7349"/>
                </a:lnTo>
                <a:lnTo>
                  <a:pt x="15305" y="7884"/>
                </a:lnTo>
                <a:lnTo>
                  <a:pt x="15354" y="8395"/>
                </a:lnTo>
                <a:lnTo>
                  <a:pt x="15354" y="8760"/>
                </a:lnTo>
                <a:lnTo>
                  <a:pt x="15354" y="9149"/>
                </a:lnTo>
                <a:lnTo>
                  <a:pt x="15330" y="9904"/>
                </a:lnTo>
                <a:lnTo>
                  <a:pt x="15305" y="10220"/>
                </a:lnTo>
                <a:lnTo>
                  <a:pt x="15305" y="10585"/>
                </a:lnTo>
                <a:lnTo>
                  <a:pt x="15330" y="10925"/>
                </a:lnTo>
                <a:lnTo>
                  <a:pt x="15378" y="11071"/>
                </a:lnTo>
                <a:lnTo>
                  <a:pt x="15427" y="11242"/>
                </a:lnTo>
                <a:lnTo>
                  <a:pt x="15208" y="11242"/>
                </a:lnTo>
                <a:lnTo>
                  <a:pt x="15232" y="11193"/>
                </a:lnTo>
                <a:lnTo>
                  <a:pt x="15232" y="11120"/>
                </a:lnTo>
                <a:lnTo>
                  <a:pt x="15184" y="10755"/>
                </a:lnTo>
                <a:lnTo>
                  <a:pt x="15135" y="10366"/>
                </a:lnTo>
                <a:lnTo>
                  <a:pt x="15086" y="9636"/>
                </a:lnTo>
                <a:lnTo>
                  <a:pt x="15062" y="8882"/>
                </a:lnTo>
                <a:lnTo>
                  <a:pt x="15013" y="8127"/>
                </a:lnTo>
                <a:lnTo>
                  <a:pt x="14989" y="7543"/>
                </a:lnTo>
                <a:lnTo>
                  <a:pt x="14989" y="6959"/>
                </a:lnTo>
                <a:lnTo>
                  <a:pt x="14989" y="6789"/>
                </a:lnTo>
                <a:lnTo>
                  <a:pt x="15013" y="6619"/>
                </a:lnTo>
                <a:lnTo>
                  <a:pt x="15038" y="6473"/>
                </a:lnTo>
                <a:lnTo>
                  <a:pt x="15038" y="6302"/>
                </a:lnTo>
                <a:close/>
                <a:moveTo>
                  <a:pt x="4575" y="10633"/>
                </a:moveTo>
                <a:lnTo>
                  <a:pt x="4575" y="10950"/>
                </a:lnTo>
                <a:lnTo>
                  <a:pt x="4599" y="11290"/>
                </a:lnTo>
                <a:lnTo>
                  <a:pt x="4429" y="11242"/>
                </a:lnTo>
                <a:lnTo>
                  <a:pt x="4258" y="11217"/>
                </a:lnTo>
                <a:lnTo>
                  <a:pt x="3893" y="11217"/>
                </a:lnTo>
                <a:lnTo>
                  <a:pt x="4088" y="11047"/>
                </a:lnTo>
                <a:lnTo>
                  <a:pt x="4283" y="10852"/>
                </a:lnTo>
                <a:lnTo>
                  <a:pt x="4575" y="10633"/>
                </a:lnTo>
                <a:close/>
                <a:moveTo>
                  <a:pt x="4648" y="8711"/>
                </a:moveTo>
                <a:lnTo>
                  <a:pt x="4648" y="8882"/>
                </a:lnTo>
                <a:lnTo>
                  <a:pt x="4599" y="9952"/>
                </a:lnTo>
                <a:lnTo>
                  <a:pt x="4550" y="9952"/>
                </a:lnTo>
                <a:lnTo>
                  <a:pt x="4477" y="10001"/>
                </a:lnTo>
                <a:lnTo>
                  <a:pt x="4404" y="10074"/>
                </a:lnTo>
                <a:lnTo>
                  <a:pt x="4283" y="10196"/>
                </a:lnTo>
                <a:lnTo>
                  <a:pt x="3942" y="10536"/>
                </a:lnTo>
                <a:lnTo>
                  <a:pt x="3626" y="10828"/>
                </a:lnTo>
                <a:lnTo>
                  <a:pt x="3480" y="10974"/>
                </a:lnTo>
                <a:lnTo>
                  <a:pt x="3358" y="11169"/>
                </a:lnTo>
                <a:lnTo>
                  <a:pt x="3334" y="11242"/>
                </a:lnTo>
                <a:lnTo>
                  <a:pt x="3237" y="11242"/>
                </a:lnTo>
                <a:lnTo>
                  <a:pt x="2653" y="11266"/>
                </a:lnTo>
                <a:lnTo>
                  <a:pt x="2044" y="11315"/>
                </a:lnTo>
                <a:lnTo>
                  <a:pt x="2044" y="11315"/>
                </a:lnTo>
                <a:lnTo>
                  <a:pt x="2069" y="11144"/>
                </a:lnTo>
                <a:lnTo>
                  <a:pt x="2093" y="11193"/>
                </a:lnTo>
                <a:lnTo>
                  <a:pt x="2142" y="11217"/>
                </a:lnTo>
                <a:lnTo>
                  <a:pt x="2190" y="11242"/>
                </a:lnTo>
                <a:lnTo>
                  <a:pt x="2239" y="11217"/>
                </a:lnTo>
                <a:lnTo>
                  <a:pt x="2409" y="11120"/>
                </a:lnTo>
                <a:lnTo>
                  <a:pt x="2555" y="11023"/>
                </a:lnTo>
                <a:lnTo>
                  <a:pt x="2823" y="10779"/>
                </a:lnTo>
                <a:lnTo>
                  <a:pt x="3261" y="10415"/>
                </a:lnTo>
                <a:lnTo>
                  <a:pt x="3650" y="10050"/>
                </a:lnTo>
                <a:lnTo>
                  <a:pt x="3845" y="9831"/>
                </a:lnTo>
                <a:lnTo>
                  <a:pt x="4039" y="9612"/>
                </a:lnTo>
                <a:lnTo>
                  <a:pt x="4356" y="9125"/>
                </a:lnTo>
                <a:lnTo>
                  <a:pt x="4648" y="8711"/>
                </a:lnTo>
                <a:close/>
                <a:moveTo>
                  <a:pt x="6035" y="536"/>
                </a:moveTo>
                <a:lnTo>
                  <a:pt x="6327" y="560"/>
                </a:lnTo>
                <a:lnTo>
                  <a:pt x="6619" y="584"/>
                </a:lnTo>
                <a:lnTo>
                  <a:pt x="7203" y="584"/>
                </a:lnTo>
                <a:lnTo>
                  <a:pt x="7592" y="609"/>
                </a:lnTo>
                <a:lnTo>
                  <a:pt x="8346" y="609"/>
                </a:lnTo>
                <a:lnTo>
                  <a:pt x="8736" y="560"/>
                </a:lnTo>
                <a:lnTo>
                  <a:pt x="8663" y="803"/>
                </a:lnTo>
                <a:lnTo>
                  <a:pt x="8638" y="1047"/>
                </a:lnTo>
                <a:lnTo>
                  <a:pt x="8638" y="1436"/>
                </a:lnTo>
                <a:lnTo>
                  <a:pt x="8638" y="1971"/>
                </a:lnTo>
                <a:lnTo>
                  <a:pt x="8687" y="2531"/>
                </a:lnTo>
                <a:lnTo>
                  <a:pt x="8711" y="3066"/>
                </a:lnTo>
                <a:lnTo>
                  <a:pt x="8711" y="3626"/>
                </a:lnTo>
                <a:lnTo>
                  <a:pt x="8687" y="4575"/>
                </a:lnTo>
                <a:lnTo>
                  <a:pt x="8711" y="5499"/>
                </a:lnTo>
                <a:lnTo>
                  <a:pt x="8760" y="7373"/>
                </a:lnTo>
                <a:lnTo>
                  <a:pt x="8833" y="9271"/>
                </a:lnTo>
                <a:lnTo>
                  <a:pt x="8857" y="11144"/>
                </a:lnTo>
                <a:lnTo>
                  <a:pt x="7178" y="11144"/>
                </a:lnTo>
                <a:lnTo>
                  <a:pt x="6911" y="11169"/>
                </a:lnTo>
                <a:lnTo>
                  <a:pt x="6643" y="11169"/>
                </a:lnTo>
                <a:lnTo>
                  <a:pt x="6400" y="11217"/>
                </a:lnTo>
                <a:lnTo>
                  <a:pt x="6156" y="11315"/>
                </a:lnTo>
                <a:lnTo>
                  <a:pt x="6132" y="11023"/>
                </a:lnTo>
                <a:lnTo>
                  <a:pt x="6132" y="10731"/>
                </a:lnTo>
                <a:lnTo>
                  <a:pt x="6132" y="10147"/>
                </a:lnTo>
                <a:lnTo>
                  <a:pt x="6059" y="8711"/>
                </a:lnTo>
                <a:lnTo>
                  <a:pt x="6035" y="7933"/>
                </a:lnTo>
                <a:lnTo>
                  <a:pt x="6035" y="7178"/>
                </a:lnTo>
                <a:lnTo>
                  <a:pt x="6083" y="6424"/>
                </a:lnTo>
                <a:lnTo>
                  <a:pt x="6132" y="5645"/>
                </a:lnTo>
                <a:lnTo>
                  <a:pt x="6229" y="4210"/>
                </a:lnTo>
                <a:lnTo>
                  <a:pt x="6254" y="3480"/>
                </a:lnTo>
                <a:lnTo>
                  <a:pt x="6254" y="3115"/>
                </a:lnTo>
                <a:lnTo>
                  <a:pt x="6229" y="2750"/>
                </a:lnTo>
                <a:lnTo>
                  <a:pt x="6035" y="1485"/>
                </a:lnTo>
                <a:lnTo>
                  <a:pt x="6035" y="1241"/>
                </a:lnTo>
                <a:lnTo>
                  <a:pt x="6035" y="1022"/>
                </a:lnTo>
                <a:lnTo>
                  <a:pt x="6035" y="536"/>
                </a:lnTo>
                <a:close/>
                <a:moveTo>
                  <a:pt x="14721" y="6327"/>
                </a:moveTo>
                <a:lnTo>
                  <a:pt x="14624" y="6497"/>
                </a:lnTo>
                <a:lnTo>
                  <a:pt x="14600" y="6716"/>
                </a:lnTo>
                <a:lnTo>
                  <a:pt x="14575" y="6959"/>
                </a:lnTo>
                <a:lnTo>
                  <a:pt x="14551" y="7203"/>
                </a:lnTo>
                <a:lnTo>
                  <a:pt x="14575" y="7665"/>
                </a:lnTo>
                <a:lnTo>
                  <a:pt x="14600" y="8006"/>
                </a:lnTo>
                <a:lnTo>
                  <a:pt x="14673" y="9612"/>
                </a:lnTo>
                <a:lnTo>
                  <a:pt x="14721" y="10439"/>
                </a:lnTo>
                <a:lnTo>
                  <a:pt x="14770" y="10828"/>
                </a:lnTo>
                <a:lnTo>
                  <a:pt x="14843" y="11242"/>
                </a:lnTo>
                <a:lnTo>
                  <a:pt x="14843" y="11266"/>
                </a:lnTo>
                <a:lnTo>
                  <a:pt x="14600" y="11290"/>
                </a:lnTo>
                <a:lnTo>
                  <a:pt x="14381" y="11339"/>
                </a:lnTo>
                <a:lnTo>
                  <a:pt x="14454" y="10755"/>
                </a:lnTo>
                <a:lnTo>
                  <a:pt x="14502" y="10171"/>
                </a:lnTo>
                <a:lnTo>
                  <a:pt x="14502" y="9587"/>
                </a:lnTo>
                <a:lnTo>
                  <a:pt x="14478" y="9003"/>
                </a:lnTo>
                <a:lnTo>
                  <a:pt x="14429" y="7689"/>
                </a:lnTo>
                <a:lnTo>
                  <a:pt x="14405" y="7008"/>
                </a:lnTo>
                <a:lnTo>
                  <a:pt x="14356" y="6375"/>
                </a:lnTo>
                <a:lnTo>
                  <a:pt x="14721" y="6327"/>
                </a:lnTo>
                <a:close/>
                <a:moveTo>
                  <a:pt x="12361" y="2871"/>
                </a:moveTo>
                <a:lnTo>
                  <a:pt x="11680" y="2920"/>
                </a:lnTo>
                <a:lnTo>
                  <a:pt x="10901" y="2944"/>
                </a:lnTo>
                <a:lnTo>
                  <a:pt x="10512" y="2944"/>
                </a:lnTo>
                <a:lnTo>
                  <a:pt x="10147" y="2993"/>
                </a:lnTo>
                <a:lnTo>
                  <a:pt x="10074" y="3042"/>
                </a:lnTo>
                <a:lnTo>
                  <a:pt x="10025" y="3090"/>
                </a:lnTo>
                <a:lnTo>
                  <a:pt x="10001" y="3090"/>
                </a:lnTo>
                <a:lnTo>
                  <a:pt x="9904" y="3139"/>
                </a:lnTo>
                <a:lnTo>
                  <a:pt x="9831" y="3212"/>
                </a:lnTo>
                <a:lnTo>
                  <a:pt x="9806" y="3334"/>
                </a:lnTo>
                <a:lnTo>
                  <a:pt x="9782" y="3455"/>
                </a:lnTo>
                <a:lnTo>
                  <a:pt x="9758" y="3723"/>
                </a:lnTo>
                <a:lnTo>
                  <a:pt x="9782" y="3918"/>
                </a:lnTo>
                <a:lnTo>
                  <a:pt x="9782" y="4429"/>
                </a:lnTo>
                <a:lnTo>
                  <a:pt x="9806" y="4940"/>
                </a:lnTo>
                <a:lnTo>
                  <a:pt x="9855" y="5937"/>
                </a:lnTo>
                <a:lnTo>
                  <a:pt x="9879" y="7032"/>
                </a:lnTo>
                <a:lnTo>
                  <a:pt x="9904" y="8127"/>
                </a:lnTo>
                <a:lnTo>
                  <a:pt x="9928" y="9758"/>
                </a:lnTo>
                <a:lnTo>
                  <a:pt x="9952" y="10560"/>
                </a:lnTo>
                <a:lnTo>
                  <a:pt x="10001" y="10974"/>
                </a:lnTo>
                <a:lnTo>
                  <a:pt x="10050" y="11363"/>
                </a:lnTo>
                <a:lnTo>
                  <a:pt x="10025" y="11388"/>
                </a:lnTo>
                <a:lnTo>
                  <a:pt x="10001" y="11436"/>
                </a:lnTo>
                <a:lnTo>
                  <a:pt x="10001" y="11534"/>
                </a:lnTo>
                <a:lnTo>
                  <a:pt x="10025" y="11631"/>
                </a:lnTo>
                <a:lnTo>
                  <a:pt x="10074" y="11655"/>
                </a:lnTo>
                <a:lnTo>
                  <a:pt x="10123" y="11680"/>
                </a:lnTo>
                <a:lnTo>
                  <a:pt x="10171" y="11680"/>
                </a:lnTo>
                <a:lnTo>
                  <a:pt x="10244" y="11704"/>
                </a:lnTo>
                <a:lnTo>
                  <a:pt x="10317" y="11704"/>
                </a:lnTo>
                <a:lnTo>
                  <a:pt x="10585" y="11728"/>
                </a:lnTo>
                <a:lnTo>
                  <a:pt x="10853" y="11704"/>
                </a:lnTo>
                <a:lnTo>
                  <a:pt x="11364" y="11655"/>
                </a:lnTo>
                <a:lnTo>
                  <a:pt x="12142" y="11631"/>
                </a:lnTo>
                <a:lnTo>
                  <a:pt x="12921" y="11607"/>
                </a:lnTo>
                <a:lnTo>
                  <a:pt x="12969" y="11655"/>
                </a:lnTo>
                <a:lnTo>
                  <a:pt x="13042" y="11680"/>
                </a:lnTo>
                <a:lnTo>
                  <a:pt x="13091" y="11704"/>
                </a:lnTo>
                <a:lnTo>
                  <a:pt x="13164" y="11680"/>
                </a:lnTo>
                <a:lnTo>
                  <a:pt x="13237" y="11655"/>
                </a:lnTo>
                <a:lnTo>
                  <a:pt x="13286" y="11607"/>
                </a:lnTo>
                <a:lnTo>
                  <a:pt x="13334" y="11558"/>
                </a:lnTo>
                <a:lnTo>
                  <a:pt x="13359" y="11461"/>
                </a:lnTo>
                <a:lnTo>
                  <a:pt x="13383" y="10877"/>
                </a:lnTo>
                <a:lnTo>
                  <a:pt x="13383" y="10293"/>
                </a:lnTo>
                <a:lnTo>
                  <a:pt x="13359" y="9685"/>
                </a:lnTo>
                <a:lnTo>
                  <a:pt x="13359" y="9101"/>
                </a:lnTo>
                <a:lnTo>
                  <a:pt x="13432" y="6619"/>
                </a:lnTo>
                <a:lnTo>
                  <a:pt x="13432" y="6059"/>
                </a:lnTo>
                <a:lnTo>
                  <a:pt x="13432" y="5524"/>
                </a:lnTo>
                <a:lnTo>
                  <a:pt x="13407" y="4964"/>
                </a:lnTo>
                <a:lnTo>
                  <a:pt x="13334" y="4404"/>
                </a:lnTo>
                <a:lnTo>
                  <a:pt x="13213" y="3723"/>
                </a:lnTo>
                <a:lnTo>
                  <a:pt x="13188" y="3480"/>
                </a:lnTo>
                <a:lnTo>
                  <a:pt x="13188" y="3212"/>
                </a:lnTo>
                <a:lnTo>
                  <a:pt x="13213" y="3139"/>
                </a:lnTo>
                <a:lnTo>
                  <a:pt x="13188" y="3042"/>
                </a:lnTo>
                <a:lnTo>
                  <a:pt x="13140" y="2969"/>
                </a:lnTo>
                <a:lnTo>
                  <a:pt x="13042" y="2920"/>
                </a:lnTo>
                <a:lnTo>
                  <a:pt x="12896" y="2871"/>
                </a:lnTo>
                <a:close/>
                <a:moveTo>
                  <a:pt x="3188" y="5816"/>
                </a:moveTo>
                <a:lnTo>
                  <a:pt x="2823" y="5840"/>
                </a:lnTo>
                <a:lnTo>
                  <a:pt x="2458" y="5864"/>
                </a:lnTo>
                <a:lnTo>
                  <a:pt x="2093" y="5937"/>
                </a:lnTo>
                <a:lnTo>
                  <a:pt x="1923" y="5986"/>
                </a:lnTo>
                <a:lnTo>
                  <a:pt x="1752" y="6035"/>
                </a:lnTo>
                <a:lnTo>
                  <a:pt x="1679" y="6059"/>
                </a:lnTo>
                <a:lnTo>
                  <a:pt x="1631" y="6083"/>
                </a:lnTo>
                <a:lnTo>
                  <a:pt x="1631" y="6108"/>
                </a:lnTo>
                <a:lnTo>
                  <a:pt x="1582" y="6181"/>
                </a:lnTo>
                <a:lnTo>
                  <a:pt x="1582" y="6278"/>
                </a:lnTo>
                <a:lnTo>
                  <a:pt x="1606" y="6351"/>
                </a:lnTo>
                <a:lnTo>
                  <a:pt x="1655" y="6400"/>
                </a:lnTo>
                <a:lnTo>
                  <a:pt x="1704" y="7032"/>
                </a:lnTo>
                <a:lnTo>
                  <a:pt x="1704" y="7665"/>
                </a:lnTo>
                <a:lnTo>
                  <a:pt x="1704" y="8930"/>
                </a:lnTo>
                <a:lnTo>
                  <a:pt x="1606" y="11461"/>
                </a:lnTo>
                <a:lnTo>
                  <a:pt x="1631" y="11558"/>
                </a:lnTo>
                <a:lnTo>
                  <a:pt x="1655" y="11631"/>
                </a:lnTo>
                <a:lnTo>
                  <a:pt x="1728" y="11655"/>
                </a:lnTo>
                <a:lnTo>
                  <a:pt x="1801" y="11680"/>
                </a:lnTo>
                <a:lnTo>
                  <a:pt x="1947" y="11728"/>
                </a:lnTo>
                <a:lnTo>
                  <a:pt x="2117" y="11753"/>
                </a:lnTo>
                <a:lnTo>
                  <a:pt x="2434" y="11753"/>
                </a:lnTo>
                <a:lnTo>
                  <a:pt x="2750" y="11728"/>
                </a:lnTo>
                <a:lnTo>
                  <a:pt x="3066" y="11704"/>
                </a:lnTo>
                <a:lnTo>
                  <a:pt x="3942" y="11704"/>
                </a:lnTo>
                <a:lnTo>
                  <a:pt x="4356" y="11728"/>
                </a:lnTo>
                <a:lnTo>
                  <a:pt x="4575" y="11728"/>
                </a:lnTo>
                <a:lnTo>
                  <a:pt x="4794" y="11704"/>
                </a:lnTo>
                <a:lnTo>
                  <a:pt x="4891" y="11680"/>
                </a:lnTo>
                <a:lnTo>
                  <a:pt x="4964" y="11655"/>
                </a:lnTo>
                <a:lnTo>
                  <a:pt x="5013" y="11582"/>
                </a:lnTo>
                <a:lnTo>
                  <a:pt x="5013" y="11509"/>
                </a:lnTo>
                <a:lnTo>
                  <a:pt x="4988" y="11169"/>
                </a:lnTo>
                <a:lnTo>
                  <a:pt x="4964" y="10852"/>
                </a:lnTo>
                <a:lnTo>
                  <a:pt x="4988" y="10196"/>
                </a:lnTo>
                <a:lnTo>
                  <a:pt x="5037" y="8882"/>
                </a:lnTo>
                <a:lnTo>
                  <a:pt x="5086" y="7178"/>
                </a:lnTo>
                <a:lnTo>
                  <a:pt x="5110" y="6692"/>
                </a:lnTo>
                <a:lnTo>
                  <a:pt x="5110" y="6448"/>
                </a:lnTo>
                <a:lnTo>
                  <a:pt x="5086" y="6205"/>
                </a:lnTo>
                <a:lnTo>
                  <a:pt x="5061" y="6132"/>
                </a:lnTo>
                <a:lnTo>
                  <a:pt x="5037" y="6035"/>
                </a:lnTo>
                <a:lnTo>
                  <a:pt x="4988" y="5962"/>
                </a:lnTo>
                <a:lnTo>
                  <a:pt x="4915" y="5889"/>
                </a:lnTo>
                <a:lnTo>
                  <a:pt x="4818" y="5864"/>
                </a:lnTo>
                <a:lnTo>
                  <a:pt x="3991" y="5816"/>
                </a:lnTo>
                <a:close/>
                <a:moveTo>
                  <a:pt x="5889" y="25"/>
                </a:moveTo>
                <a:lnTo>
                  <a:pt x="5816" y="49"/>
                </a:lnTo>
                <a:lnTo>
                  <a:pt x="5743" y="98"/>
                </a:lnTo>
                <a:lnTo>
                  <a:pt x="5670" y="219"/>
                </a:lnTo>
                <a:lnTo>
                  <a:pt x="5621" y="341"/>
                </a:lnTo>
                <a:lnTo>
                  <a:pt x="5548" y="609"/>
                </a:lnTo>
                <a:lnTo>
                  <a:pt x="5524" y="901"/>
                </a:lnTo>
                <a:lnTo>
                  <a:pt x="5524" y="1193"/>
                </a:lnTo>
                <a:lnTo>
                  <a:pt x="5548" y="1509"/>
                </a:lnTo>
                <a:lnTo>
                  <a:pt x="5572" y="1801"/>
                </a:lnTo>
                <a:lnTo>
                  <a:pt x="5670" y="2361"/>
                </a:lnTo>
                <a:lnTo>
                  <a:pt x="5718" y="2750"/>
                </a:lnTo>
                <a:lnTo>
                  <a:pt x="5743" y="3139"/>
                </a:lnTo>
                <a:lnTo>
                  <a:pt x="5743" y="3528"/>
                </a:lnTo>
                <a:lnTo>
                  <a:pt x="5718" y="3918"/>
                </a:lnTo>
                <a:lnTo>
                  <a:pt x="5694" y="4672"/>
                </a:lnTo>
                <a:lnTo>
                  <a:pt x="5621" y="5475"/>
                </a:lnTo>
                <a:lnTo>
                  <a:pt x="5572" y="6278"/>
                </a:lnTo>
                <a:lnTo>
                  <a:pt x="5548" y="7081"/>
                </a:lnTo>
                <a:lnTo>
                  <a:pt x="5524" y="7908"/>
                </a:lnTo>
                <a:lnTo>
                  <a:pt x="5548" y="8711"/>
                </a:lnTo>
                <a:lnTo>
                  <a:pt x="5645" y="10293"/>
                </a:lnTo>
                <a:lnTo>
                  <a:pt x="5645" y="10925"/>
                </a:lnTo>
                <a:lnTo>
                  <a:pt x="5670" y="11242"/>
                </a:lnTo>
                <a:lnTo>
                  <a:pt x="5718" y="11558"/>
                </a:lnTo>
                <a:lnTo>
                  <a:pt x="5743" y="11631"/>
                </a:lnTo>
                <a:lnTo>
                  <a:pt x="5767" y="11680"/>
                </a:lnTo>
                <a:lnTo>
                  <a:pt x="5816" y="11728"/>
                </a:lnTo>
                <a:lnTo>
                  <a:pt x="5986" y="11728"/>
                </a:lnTo>
                <a:lnTo>
                  <a:pt x="6108" y="11680"/>
                </a:lnTo>
                <a:lnTo>
                  <a:pt x="6351" y="11728"/>
                </a:lnTo>
                <a:lnTo>
                  <a:pt x="6619" y="11753"/>
                </a:lnTo>
                <a:lnTo>
                  <a:pt x="8030" y="11753"/>
                </a:lnTo>
                <a:lnTo>
                  <a:pt x="8857" y="11728"/>
                </a:lnTo>
                <a:lnTo>
                  <a:pt x="8955" y="11704"/>
                </a:lnTo>
                <a:lnTo>
                  <a:pt x="9028" y="11680"/>
                </a:lnTo>
                <a:lnTo>
                  <a:pt x="9149" y="11680"/>
                </a:lnTo>
                <a:lnTo>
                  <a:pt x="9271" y="11655"/>
                </a:lnTo>
                <a:lnTo>
                  <a:pt x="9320" y="11607"/>
                </a:lnTo>
                <a:lnTo>
                  <a:pt x="9344" y="11582"/>
                </a:lnTo>
                <a:lnTo>
                  <a:pt x="9368" y="11509"/>
                </a:lnTo>
                <a:lnTo>
                  <a:pt x="9393" y="11436"/>
                </a:lnTo>
                <a:lnTo>
                  <a:pt x="9368" y="9563"/>
                </a:lnTo>
                <a:lnTo>
                  <a:pt x="9295" y="7714"/>
                </a:lnTo>
                <a:lnTo>
                  <a:pt x="9222" y="5840"/>
                </a:lnTo>
                <a:lnTo>
                  <a:pt x="9198" y="4915"/>
                </a:lnTo>
                <a:lnTo>
                  <a:pt x="9198" y="3991"/>
                </a:lnTo>
                <a:lnTo>
                  <a:pt x="9198" y="3431"/>
                </a:lnTo>
                <a:lnTo>
                  <a:pt x="9174" y="2871"/>
                </a:lnTo>
                <a:lnTo>
                  <a:pt x="9125" y="2312"/>
                </a:lnTo>
                <a:lnTo>
                  <a:pt x="9076" y="1752"/>
                </a:lnTo>
                <a:lnTo>
                  <a:pt x="9052" y="1266"/>
                </a:lnTo>
                <a:lnTo>
                  <a:pt x="9052" y="803"/>
                </a:lnTo>
                <a:lnTo>
                  <a:pt x="9076" y="609"/>
                </a:lnTo>
                <a:lnTo>
                  <a:pt x="9076" y="487"/>
                </a:lnTo>
                <a:lnTo>
                  <a:pt x="9076" y="463"/>
                </a:lnTo>
                <a:lnTo>
                  <a:pt x="9052" y="414"/>
                </a:lnTo>
                <a:lnTo>
                  <a:pt x="9076" y="341"/>
                </a:lnTo>
                <a:lnTo>
                  <a:pt x="9076" y="268"/>
                </a:lnTo>
                <a:lnTo>
                  <a:pt x="9052" y="195"/>
                </a:lnTo>
                <a:lnTo>
                  <a:pt x="9003" y="146"/>
                </a:lnTo>
                <a:lnTo>
                  <a:pt x="8955" y="73"/>
                </a:lnTo>
                <a:lnTo>
                  <a:pt x="8906" y="25"/>
                </a:lnTo>
                <a:lnTo>
                  <a:pt x="8736" y="25"/>
                </a:lnTo>
                <a:lnTo>
                  <a:pt x="8298" y="73"/>
                </a:lnTo>
                <a:lnTo>
                  <a:pt x="7884" y="73"/>
                </a:lnTo>
                <a:lnTo>
                  <a:pt x="7032" y="49"/>
                </a:lnTo>
                <a:lnTo>
                  <a:pt x="6521" y="49"/>
                </a:lnTo>
                <a:lnTo>
                  <a:pt x="6278" y="73"/>
                </a:lnTo>
                <a:lnTo>
                  <a:pt x="6010" y="98"/>
                </a:lnTo>
                <a:lnTo>
                  <a:pt x="5962" y="49"/>
                </a:lnTo>
                <a:lnTo>
                  <a:pt x="5889" y="25"/>
                </a:lnTo>
                <a:close/>
                <a:moveTo>
                  <a:pt x="16619" y="5791"/>
                </a:moveTo>
                <a:lnTo>
                  <a:pt x="16108" y="5816"/>
                </a:lnTo>
                <a:lnTo>
                  <a:pt x="15622" y="5864"/>
                </a:lnTo>
                <a:lnTo>
                  <a:pt x="15111" y="5889"/>
                </a:lnTo>
                <a:lnTo>
                  <a:pt x="14697" y="5889"/>
                </a:lnTo>
                <a:lnTo>
                  <a:pt x="14478" y="5937"/>
                </a:lnTo>
                <a:lnTo>
                  <a:pt x="14283" y="6010"/>
                </a:lnTo>
                <a:lnTo>
                  <a:pt x="14210" y="5937"/>
                </a:lnTo>
                <a:lnTo>
                  <a:pt x="14113" y="5913"/>
                </a:lnTo>
                <a:lnTo>
                  <a:pt x="14089" y="5913"/>
                </a:lnTo>
                <a:lnTo>
                  <a:pt x="14040" y="5937"/>
                </a:lnTo>
                <a:lnTo>
                  <a:pt x="14016" y="5986"/>
                </a:lnTo>
                <a:lnTo>
                  <a:pt x="13991" y="6035"/>
                </a:lnTo>
                <a:lnTo>
                  <a:pt x="13943" y="6351"/>
                </a:lnTo>
                <a:lnTo>
                  <a:pt x="13918" y="6667"/>
                </a:lnTo>
                <a:lnTo>
                  <a:pt x="13918" y="7008"/>
                </a:lnTo>
                <a:lnTo>
                  <a:pt x="13918" y="7324"/>
                </a:lnTo>
                <a:lnTo>
                  <a:pt x="13967" y="7981"/>
                </a:lnTo>
                <a:lnTo>
                  <a:pt x="14016" y="8614"/>
                </a:lnTo>
                <a:lnTo>
                  <a:pt x="14040" y="9344"/>
                </a:lnTo>
                <a:lnTo>
                  <a:pt x="14040" y="10050"/>
                </a:lnTo>
                <a:lnTo>
                  <a:pt x="14016" y="10755"/>
                </a:lnTo>
                <a:lnTo>
                  <a:pt x="13967" y="11120"/>
                </a:lnTo>
                <a:lnTo>
                  <a:pt x="13894" y="11461"/>
                </a:lnTo>
                <a:lnTo>
                  <a:pt x="13894" y="11558"/>
                </a:lnTo>
                <a:lnTo>
                  <a:pt x="13918" y="11631"/>
                </a:lnTo>
                <a:lnTo>
                  <a:pt x="13967" y="11704"/>
                </a:lnTo>
                <a:lnTo>
                  <a:pt x="14040" y="11728"/>
                </a:lnTo>
                <a:lnTo>
                  <a:pt x="14089" y="11753"/>
                </a:lnTo>
                <a:lnTo>
                  <a:pt x="14235" y="11753"/>
                </a:lnTo>
                <a:lnTo>
                  <a:pt x="14308" y="11704"/>
                </a:lnTo>
                <a:lnTo>
                  <a:pt x="14624" y="11728"/>
                </a:lnTo>
                <a:lnTo>
                  <a:pt x="15597" y="11728"/>
                </a:lnTo>
                <a:lnTo>
                  <a:pt x="16327" y="11704"/>
                </a:lnTo>
                <a:lnTo>
                  <a:pt x="16668" y="11655"/>
                </a:lnTo>
                <a:lnTo>
                  <a:pt x="17033" y="11607"/>
                </a:lnTo>
                <a:lnTo>
                  <a:pt x="17082" y="11655"/>
                </a:lnTo>
                <a:lnTo>
                  <a:pt x="17130" y="11680"/>
                </a:lnTo>
                <a:lnTo>
                  <a:pt x="17203" y="11704"/>
                </a:lnTo>
                <a:lnTo>
                  <a:pt x="17276" y="11704"/>
                </a:lnTo>
                <a:lnTo>
                  <a:pt x="17349" y="11680"/>
                </a:lnTo>
                <a:lnTo>
                  <a:pt x="17398" y="11631"/>
                </a:lnTo>
                <a:lnTo>
                  <a:pt x="17422" y="11582"/>
                </a:lnTo>
                <a:lnTo>
                  <a:pt x="17422" y="11509"/>
                </a:lnTo>
                <a:lnTo>
                  <a:pt x="17374" y="11144"/>
                </a:lnTo>
                <a:lnTo>
                  <a:pt x="17349" y="10779"/>
                </a:lnTo>
                <a:lnTo>
                  <a:pt x="17349" y="10050"/>
                </a:lnTo>
                <a:lnTo>
                  <a:pt x="17349" y="9344"/>
                </a:lnTo>
                <a:lnTo>
                  <a:pt x="17398" y="8614"/>
                </a:lnTo>
                <a:lnTo>
                  <a:pt x="17422" y="7884"/>
                </a:lnTo>
                <a:lnTo>
                  <a:pt x="17447" y="7154"/>
                </a:lnTo>
                <a:lnTo>
                  <a:pt x="17447" y="6911"/>
                </a:lnTo>
                <a:lnTo>
                  <a:pt x="17422" y="6643"/>
                </a:lnTo>
                <a:lnTo>
                  <a:pt x="17398" y="6375"/>
                </a:lnTo>
                <a:lnTo>
                  <a:pt x="17349" y="6254"/>
                </a:lnTo>
                <a:lnTo>
                  <a:pt x="17301" y="6156"/>
                </a:lnTo>
                <a:lnTo>
                  <a:pt x="17325" y="6083"/>
                </a:lnTo>
                <a:lnTo>
                  <a:pt x="17325" y="6035"/>
                </a:lnTo>
                <a:lnTo>
                  <a:pt x="17301" y="5937"/>
                </a:lnTo>
                <a:lnTo>
                  <a:pt x="17228" y="5840"/>
                </a:lnTo>
                <a:lnTo>
                  <a:pt x="17179" y="5816"/>
                </a:lnTo>
                <a:lnTo>
                  <a:pt x="17106" y="5791"/>
                </a:lnTo>
                <a:close/>
                <a:moveTo>
                  <a:pt x="195" y="0"/>
                </a:moveTo>
                <a:lnTo>
                  <a:pt x="146" y="49"/>
                </a:lnTo>
                <a:lnTo>
                  <a:pt x="98" y="73"/>
                </a:lnTo>
                <a:lnTo>
                  <a:pt x="49" y="195"/>
                </a:lnTo>
                <a:lnTo>
                  <a:pt x="25" y="317"/>
                </a:lnTo>
                <a:lnTo>
                  <a:pt x="0" y="438"/>
                </a:lnTo>
                <a:lnTo>
                  <a:pt x="0" y="584"/>
                </a:lnTo>
                <a:lnTo>
                  <a:pt x="49" y="876"/>
                </a:lnTo>
                <a:lnTo>
                  <a:pt x="73" y="1120"/>
                </a:lnTo>
                <a:lnTo>
                  <a:pt x="49" y="1947"/>
                </a:lnTo>
                <a:lnTo>
                  <a:pt x="49" y="2774"/>
                </a:lnTo>
                <a:lnTo>
                  <a:pt x="49" y="3601"/>
                </a:lnTo>
                <a:lnTo>
                  <a:pt x="49" y="4429"/>
                </a:lnTo>
                <a:lnTo>
                  <a:pt x="0" y="6108"/>
                </a:lnTo>
                <a:lnTo>
                  <a:pt x="0" y="6984"/>
                </a:lnTo>
                <a:lnTo>
                  <a:pt x="25" y="7860"/>
                </a:lnTo>
                <a:lnTo>
                  <a:pt x="73" y="9587"/>
                </a:lnTo>
                <a:lnTo>
                  <a:pt x="146" y="11315"/>
                </a:lnTo>
                <a:lnTo>
                  <a:pt x="171" y="12191"/>
                </a:lnTo>
                <a:lnTo>
                  <a:pt x="195" y="13067"/>
                </a:lnTo>
                <a:lnTo>
                  <a:pt x="219" y="13188"/>
                </a:lnTo>
                <a:lnTo>
                  <a:pt x="292" y="13261"/>
                </a:lnTo>
                <a:lnTo>
                  <a:pt x="341" y="13310"/>
                </a:lnTo>
                <a:lnTo>
                  <a:pt x="390" y="13310"/>
                </a:lnTo>
                <a:lnTo>
                  <a:pt x="901" y="13383"/>
                </a:lnTo>
                <a:lnTo>
                  <a:pt x="1923" y="13383"/>
                </a:lnTo>
                <a:lnTo>
                  <a:pt x="2409" y="13334"/>
                </a:lnTo>
                <a:lnTo>
                  <a:pt x="3431" y="13261"/>
                </a:lnTo>
                <a:lnTo>
                  <a:pt x="3942" y="13213"/>
                </a:lnTo>
                <a:lnTo>
                  <a:pt x="4453" y="13188"/>
                </a:lnTo>
                <a:lnTo>
                  <a:pt x="10050" y="13188"/>
                </a:lnTo>
                <a:lnTo>
                  <a:pt x="11169" y="13164"/>
                </a:lnTo>
                <a:lnTo>
                  <a:pt x="13432" y="13091"/>
                </a:lnTo>
                <a:lnTo>
                  <a:pt x="14575" y="13067"/>
                </a:lnTo>
                <a:lnTo>
                  <a:pt x="16765" y="13067"/>
                </a:lnTo>
                <a:lnTo>
                  <a:pt x="17301" y="13091"/>
                </a:lnTo>
                <a:lnTo>
                  <a:pt x="17544" y="13140"/>
                </a:lnTo>
                <a:lnTo>
                  <a:pt x="17812" y="13164"/>
                </a:lnTo>
                <a:lnTo>
                  <a:pt x="17933" y="13164"/>
                </a:lnTo>
                <a:lnTo>
                  <a:pt x="18031" y="13115"/>
                </a:lnTo>
                <a:lnTo>
                  <a:pt x="18104" y="13042"/>
                </a:lnTo>
                <a:lnTo>
                  <a:pt x="18152" y="12945"/>
                </a:lnTo>
                <a:lnTo>
                  <a:pt x="18177" y="12848"/>
                </a:lnTo>
                <a:lnTo>
                  <a:pt x="18152" y="12750"/>
                </a:lnTo>
                <a:lnTo>
                  <a:pt x="18079" y="12677"/>
                </a:lnTo>
                <a:lnTo>
                  <a:pt x="17958" y="12629"/>
                </a:lnTo>
                <a:lnTo>
                  <a:pt x="17495" y="12556"/>
                </a:lnTo>
                <a:lnTo>
                  <a:pt x="17033" y="12531"/>
                </a:lnTo>
                <a:lnTo>
                  <a:pt x="16084" y="12507"/>
                </a:lnTo>
                <a:lnTo>
                  <a:pt x="14940" y="12483"/>
                </a:lnTo>
                <a:lnTo>
                  <a:pt x="13821" y="12507"/>
                </a:lnTo>
                <a:lnTo>
                  <a:pt x="11558" y="12580"/>
                </a:lnTo>
                <a:lnTo>
                  <a:pt x="10415" y="12604"/>
                </a:lnTo>
                <a:lnTo>
                  <a:pt x="9271" y="12629"/>
                </a:lnTo>
                <a:lnTo>
                  <a:pt x="7057" y="12604"/>
                </a:lnTo>
                <a:lnTo>
                  <a:pt x="5937" y="12604"/>
                </a:lnTo>
                <a:lnTo>
                  <a:pt x="4818" y="12629"/>
                </a:lnTo>
                <a:lnTo>
                  <a:pt x="3796" y="12677"/>
                </a:lnTo>
                <a:lnTo>
                  <a:pt x="2774" y="12726"/>
                </a:lnTo>
                <a:lnTo>
                  <a:pt x="1752" y="12799"/>
                </a:lnTo>
                <a:lnTo>
                  <a:pt x="730" y="12848"/>
                </a:lnTo>
                <a:lnTo>
                  <a:pt x="682" y="11169"/>
                </a:lnTo>
                <a:lnTo>
                  <a:pt x="609" y="9490"/>
                </a:lnTo>
                <a:lnTo>
                  <a:pt x="560" y="7787"/>
                </a:lnTo>
                <a:lnTo>
                  <a:pt x="536" y="6959"/>
                </a:lnTo>
                <a:lnTo>
                  <a:pt x="560" y="6108"/>
                </a:lnTo>
                <a:lnTo>
                  <a:pt x="584" y="4356"/>
                </a:lnTo>
                <a:lnTo>
                  <a:pt x="560" y="2579"/>
                </a:lnTo>
                <a:lnTo>
                  <a:pt x="584" y="1752"/>
                </a:lnTo>
                <a:lnTo>
                  <a:pt x="584" y="1363"/>
                </a:lnTo>
                <a:lnTo>
                  <a:pt x="584" y="949"/>
                </a:lnTo>
                <a:lnTo>
                  <a:pt x="560" y="706"/>
                </a:lnTo>
                <a:lnTo>
                  <a:pt x="536" y="438"/>
                </a:lnTo>
                <a:lnTo>
                  <a:pt x="511" y="317"/>
                </a:lnTo>
                <a:lnTo>
                  <a:pt x="463" y="219"/>
                </a:lnTo>
                <a:lnTo>
                  <a:pt x="390" y="98"/>
                </a:lnTo>
                <a:lnTo>
                  <a:pt x="317" y="25"/>
                </a:lnTo>
                <a:lnTo>
                  <a:pt x="268" y="0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32"/>
          <p:cNvSpPr/>
          <p:nvPr/>
        </p:nvSpPr>
        <p:spPr>
          <a:xfrm>
            <a:off x="4556381" y="2552090"/>
            <a:ext cx="273631" cy="275289"/>
          </a:xfrm>
          <a:custGeom>
            <a:rect b="b" l="l" r="r" t="t"/>
            <a:pathLst>
              <a:path extrusionOk="0" h="15938" w="15842">
                <a:moveTo>
                  <a:pt x="4794" y="7470"/>
                </a:moveTo>
                <a:lnTo>
                  <a:pt x="4867" y="7495"/>
                </a:lnTo>
                <a:lnTo>
                  <a:pt x="4940" y="7543"/>
                </a:lnTo>
                <a:lnTo>
                  <a:pt x="4989" y="7616"/>
                </a:lnTo>
                <a:lnTo>
                  <a:pt x="5013" y="7714"/>
                </a:lnTo>
                <a:lnTo>
                  <a:pt x="5013" y="7787"/>
                </a:lnTo>
                <a:lnTo>
                  <a:pt x="4989" y="7908"/>
                </a:lnTo>
                <a:lnTo>
                  <a:pt x="4916" y="7981"/>
                </a:lnTo>
                <a:lnTo>
                  <a:pt x="4843" y="8054"/>
                </a:lnTo>
                <a:lnTo>
                  <a:pt x="4721" y="8079"/>
                </a:lnTo>
                <a:lnTo>
                  <a:pt x="4600" y="8054"/>
                </a:lnTo>
                <a:lnTo>
                  <a:pt x="4527" y="7981"/>
                </a:lnTo>
                <a:lnTo>
                  <a:pt x="4454" y="7908"/>
                </a:lnTo>
                <a:lnTo>
                  <a:pt x="4429" y="7787"/>
                </a:lnTo>
                <a:lnTo>
                  <a:pt x="4454" y="7665"/>
                </a:lnTo>
                <a:lnTo>
                  <a:pt x="4527" y="7543"/>
                </a:lnTo>
                <a:lnTo>
                  <a:pt x="4600" y="7495"/>
                </a:lnTo>
                <a:lnTo>
                  <a:pt x="4697" y="7470"/>
                </a:lnTo>
                <a:close/>
                <a:moveTo>
                  <a:pt x="11169" y="7470"/>
                </a:moveTo>
                <a:lnTo>
                  <a:pt x="11242" y="7495"/>
                </a:lnTo>
                <a:lnTo>
                  <a:pt x="11315" y="7543"/>
                </a:lnTo>
                <a:lnTo>
                  <a:pt x="11364" y="7616"/>
                </a:lnTo>
                <a:lnTo>
                  <a:pt x="11388" y="7714"/>
                </a:lnTo>
                <a:lnTo>
                  <a:pt x="11388" y="7787"/>
                </a:lnTo>
                <a:lnTo>
                  <a:pt x="11364" y="7908"/>
                </a:lnTo>
                <a:lnTo>
                  <a:pt x="11291" y="7981"/>
                </a:lnTo>
                <a:lnTo>
                  <a:pt x="11218" y="8054"/>
                </a:lnTo>
                <a:lnTo>
                  <a:pt x="11096" y="8079"/>
                </a:lnTo>
                <a:lnTo>
                  <a:pt x="10975" y="8054"/>
                </a:lnTo>
                <a:lnTo>
                  <a:pt x="10902" y="7981"/>
                </a:lnTo>
                <a:lnTo>
                  <a:pt x="10829" y="7908"/>
                </a:lnTo>
                <a:lnTo>
                  <a:pt x="10804" y="7787"/>
                </a:lnTo>
                <a:lnTo>
                  <a:pt x="10829" y="7665"/>
                </a:lnTo>
                <a:lnTo>
                  <a:pt x="10902" y="7543"/>
                </a:lnTo>
                <a:lnTo>
                  <a:pt x="10975" y="7495"/>
                </a:lnTo>
                <a:lnTo>
                  <a:pt x="11072" y="7470"/>
                </a:lnTo>
                <a:close/>
                <a:moveTo>
                  <a:pt x="4770" y="7081"/>
                </a:moveTo>
                <a:lnTo>
                  <a:pt x="4600" y="7105"/>
                </a:lnTo>
                <a:lnTo>
                  <a:pt x="4429" y="7178"/>
                </a:lnTo>
                <a:lnTo>
                  <a:pt x="4308" y="7300"/>
                </a:lnTo>
                <a:lnTo>
                  <a:pt x="4186" y="7446"/>
                </a:lnTo>
                <a:lnTo>
                  <a:pt x="4113" y="7568"/>
                </a:lnTo>
                <a:lnTo>
                  <a:pt x="4064" y="7714"/>
                </a:lnTo>
                <a:lnTo>
                  <a:pt x="4016" y="7835"/>
                </a:lnTo>
                <a:lnTo>
                  <a:pt x="4016" y="7981"/>
                </a:lnTo>
                <a:lnTo>
                  <a:pt x="3967" y="8225"/>
                </a:lnTo>
                <a:lnTo>
                  <a:pt x="3967" y="8395"/>
                </a:lnTo>
                <a:lnTo>
                  <a:pt x="4016" y="8565"/>
                </a:lnTo>
                <a:lnTo>
                  <a:pt x="4064" y="8711"/>
                </a:lnTo>
                <a:lnTo>
                  <a:pt x="4162" y="8833"/>
                </a:lnTo>
                <a:lnTo>
                  <a:pt x="4259" y="8955"/>
                </a:lnTo>
                <a:lnTo>
                  <a:pt x="4381" y="9028"/>
                </a:lnTo>
                <a:lnTo>
                  <a:pt x="4527" y="9101"/>
                </a:lnTo>
                <a:lnTo>
                  <a:pt x="4697" y="9149"/>
                </a:lnTo>
                <a:lnTo>
                  <a:pt x="4892" y="9174"/>
                </a:lnTo>
                <a:lnTo>
                  <a:pt x="5062" y="9149"/>
                </a:lnTo>
                <a:lnTo>
                  <a:pt x="5232" y="9101"/>
                </a:lnTo>
                <a:lnTo>
                  <a:pt x="5378" y="9028"/>
                </a:lnTo>
                <a:lnTo>
                  <a:pt x="5500" y="8930"/>
                </a:lnTo>
                <a:lnTo>
                  <a:pt x="5622" y="8809"/>
                </a:lnTo>
                <a:lnTo>
                  <a:pt x="5719" y="8663"/>
                </a:lnTo>
                <a:lnTo>
                  <a:pt x="5792" y="8517"/>
                </a:lnTo>
                <a:lnTo>
                  <a:pt x="5841" y="8346"/>
                </a:lnTo>
                <a:lnTo>
                  <a:pt x="5865" y="8176"/>
                </a:lnTo>
                <a:lnTo>
                  <a:pt x="5841" y="8006"/>
                </a:lnTo>
                <a:lnTo>
                  <a:pt x="5816" y="7835"/>
                </a:lnTo>
                <a:lnTo>
                  <a:pt x="5768" y="7689"/>
                </a:lnTo>
                <a:lnTo>
                  <a:pt x="5695" y="7519"/>
                </a:lnTo>
                <a:lnTo>
                  <a:pt x="5573" y="7397"/>
                </a:lnTo>
                <a:lnTo>
                  <a:pt x="5427" y="7251"/>
                </a:lnTo>
                <a:lnTo>
                  <a:pt x="5281" y="7154"/>
                </a:lnTo>
                <a:lnTo>
                  <a:pt x="5111" y="7105"/>
                </a:lnTo>
                <a:lnTo>
                  <a:pt x="4940" y="7081"/>
                </a:lnTo>
                <a:close/>
                <a:moveTo>
                  <a:pt x="11145" y="7081"/>
                </a:moveTo>
                <a:lnTo>
                  <a:pt x="10975" y="7105"/>
                </a:lnTo>
                <a:lnTo>
                  <a:pt x="10804" y="7178"/>
                </a:lnTo>
                <a:lnTo>
                  <a:pt x="10683" y="7300"/>
                </a:lnTo>
                <a:lnTo>
                  <a:pt x="10561" y="7446"/>
                </a:lnTo>
                <a:lnTo>
                  <a:pt x="10488" y="7568"/>
                </a:lnTo>
                <a:lnTo>
                  <a:pt x="10439" y="7714"/>
                </a:lnTo>
                <a:lnTo>
                  <a:pt x="10391" y="7835"/>
                </a:lnTo>
                <a:lnTo>
                  <a:pt x="10391" y="7981"/>
                </a:lnTo>
                <a:lnTo>
                  <a:pt x="10342" y="8225"/>
                </a:lnTo>
                <a:lnTo>
                  <a:pt x="10342" y="8395"/>
                </a:lnTo>
                <a:lnTo>
                  <a:pt x="10391" y="8565"/>
                </a:lnTo>
                <a:lnTo>
                  <a:pt x="10439" y="8711"/>
                </a:lnTo>
                <a:lnTo>
                  <a:pt x="10537" y="8833"/>
                </a:lnTo>
                <a:lnTo>
                  <a:pt x="10634" y="8955"/>
                </a:lnTo>
                <a:lnTo>
                  <a:pt x="10756" y="9028"/>
                </a:lnTo>
                <a:lnTo>
                  <a:pt x="10902" y="9101"/>
                </a:lnTo>
                <a:lnTo>
                  <a:pt x="11072" y="9149"/>
                </a:lnTo>
                <a:lnTo>
                  <a:pt x="11267" y="9174"/>
                </a:lnTo>
                <a:lnTo>
                  <a:pt x="11437" y="9149"/>
                </a:lnTo>
                <a:lnTo>
                  <a:pt x="11607" y="9101"/>
                </a:lnTo>
                <a:lnTo>
                  <a:pt x="11753" y="9028"/>
                </a:lnTo>
                <a:lnTo>
                  <a:pt x="11875" y="8930"/>
                </a:lnTo>
                <a:lnTo>
                  <a:pt x="11997" y="8809"/>
                </a:lnTo>
                <a:lnTo>
                  <a:pt x="12094" y="8663"/>
                </a:lnTo>
                <a:lnTo>
                  <a:pt x="12167" y="8517"/>
                </a:lnTo>
                <a:lnTo>
                  <a:pt x="12216" y="8346"/>
                </a:lnTo>
                <a:lnTo>
                  <a:pt x="12240" y="8176"/>
                </a:lnTo>
                <a:lnTo>
                  <a:pt x="12216" y="8006"/>
                </a:lnTo>
                <a:lnTo>
                  <a:pt x="12191" y="7835"/>
                </a:lnTo>
                <a:lnTo>
                  <a:pt x="12143" y="7689"/>
                </a:lnTo>
                <a:lnTo>
                  <a:pt x="12070" y="7519"/>
                </a:lnTo>
                <a:lnTo>
                  <a:pt x="11948" y="7397"/>
                </a:lnTo>
                <a:lnTo>
                  <a:pt x="11802" y="7251"/>
                </a:lnTo>
                <a:lnTo>
                  <a:pt x="11656" y="7154"/>
                </a:lnTo>
                <a:lnTo>
                  <a:pt x="11486" y="7105"/>
                </a:lnTo>
                <a:lnTo>
                  <a:pt x="11315" y="7081"/>
                </a:lnTo>
                <a:close/>
                <a:moveTo>
                  <a:pt x="11972" y="10925"/>
                </a:moveTo>
                <a:lnTo>
                  <a:pt x="11875" y="10974"/>
                </a:lnTo>
                <a:lnTo>
                  <a:pt x="11778" y="11047"/>
                </a:lnTo>
                <a:lnTo>
                  <a:pt x="11607" y="11290"/>
                </a:lnTo>
                <a:lnTo>
                  <a:pt x="11413" y="11485"/>
                </a:lnTo>
                <a:lnTo>
                  <a:pt x="11194" y="11680"/>
                </a:lnTo>
                <a:lnTo>
                  <a:pt x="10950" y="11850"/>
                </a:lnTo>
                <a:lnTo>
                  <a:pt x="10707" y="11996"/>
                </a:lnTo>
                <a:lnTo>
                  <a:pt x="10439" y="12118"/>
                </a:lnTo>
                <a:lnTo>
                  <a:pt x="10172" y="12215"/>
                </a:lnTo>
                <a:lnTo>
                  <a:pt x="9880" y="12312"/>
                </a:lnTo>
                <a:lnTo>
                  <a:pt x="9588" y="12385"/>
                </a:lnTo>
                <a:lnTo>
                  <a:pt x="9296" y="12434"/>
                </a:lnTo>
                <a:lnTo>
                  <a:pt x="8712" y="12507"/>
                </a:lnTo>
                <a:lnTo>
                  <a:pt x="8128" y="12531"/>
                </a:lnTo>
                <a:lnTo>
                  <a:pt x="7568" y="12507"/>
                </a:lnTo>
                <a:lnTo>
                  <a:pt x="7325" y="12483"/>
                </a:lnTo>
                <a:lnTo>
                  <a:pt x="7106" y="12434"/>
                </a:lnTo>
                <a:lnTo>
                  <a:pt x="6668" y="12312"/>
                </a:lnTo>
                <a:lnTo>
                  <a:pt x="6230" y="12166"/>
                </a:lnTo>
                <a:lnTo>
                  <a:pt x="5816" y="11996"/>
                </a:lnTo>
                <a:lnTo>
                  <a:pt x="5427" y="11826"/>
                </a:lnTo>
                <a:lnTo>
                  <a:pt x="5013" y="11631"/>
                </a:lnTo>
                <a:lnTo>
                  <a:pt x="4794" y="11509"/>
                </a:lnTo>
                <a:lnTo>
                  <a:pt x="4600" y="11388"/>
                </a:lnTo>
                <a:lnTo>
                  <a:pt x="4454" y="11242"/>
                </a:lnTo>
                <a:lnTo>
                  <a:pt x="4308" y="11096"/>
                </a:lnTo>
                <a:lnTo>
                  <a:pt x="4259" y="11047"/>
                </a:lnTo>
                <a:lnTo>
                  <a:pt x="4210" y="11023"/>
                </a:lnTo>
                <a:lnTo>
                  <a:pt x="4089" y="11023"/>
                </a:lnTo>
                <a:lnTo>
                  <a:pt x="4040" y="11071"/>
                </a:lnTo>
                <a:lnTo>
                  <a:pt x="3991" y="11096"/>
                </a:lnTo>
                <a:lnTo>
                  <a:pt x="3991" y="11169"/>
                </a:lnTo>
                <a:lnTo>
                  <a:pt x="3991" y="11242"/>
                </a:lnTo>
                <a:lnTo>
                  <a:pt x="4016" y="11339"/>
                </a:lnTo>
                <a:lnTo>
                  <a:pt x="4064" y="11436"/>
                </a:lnTo>
                <a:lnTo>
                  <a:pt x="4210" y="11631"/>
                </a:lnTo>
                <a:lnTo>
                  <a:pt x="4381" y="11801"/>
                </a:lnTo>
                <a:lnTo>
                  <a:pt x="4575" y="11947"/>
                </a:lnTo>
                <a:lnTo>
                  <a:pt x="4794" y="12069"/>
                </a:lnTo>
                <a:lnTo>
                  <a:pt x="5038" y="12191"/>
                </a:lnTo>
                <a:lnTo>
                  <a:pt x="5451" y="12385"/>
                </a:lnTo>
                <a:lnTo>
                  <a:pt x="5938" y="12604"/>
                </a:lnTo>
                <a:lnTo>
                  <a:pt x="6424" y="12799"/>
                </a:lnTo>
                <a:lnTo>
                  <a:pt x="6935" y="12945"/>
                </a:lnTo>
                <a:lnTo>
                  <a:pt x="7446" y="13042"/>
                </a:lnTo>
                <a:lnTo>
                  <a:pt x="7763" y="13067"/>
                </a:lnTo>
                <a:lnTo>
                  <a:pt x="8079" y="13091"/>
                </a:lnTo>
                <a:lnTo>
                  <a:pt x="8420" y="13091"/>
                </a:lnTo>
                <a:lnTo>
                  <a:pt x="8760" y="13067"/>
                </a:lnTo>
                <a:lnTo>
                  <a:pt x="9101" y="13042"/>
                </a:lnTo>
                <a:lnTo>
                  <a:pt x="9442" y="12969"/>
                </a:lnTo>
                <a:lnTo>
                  <a:pt x="9758" y="12896"/>
                </a:lnTo>
                <a:lnTo>
                  <a:pt x="10099" y="12799"/>
                </a:lnTo>
                <a:lnTo>
                  <a:pt x="10415" y="12702"/>
                </a:lnTo>
                <a:lnTo>
                  <a:pt x="10731" y="12556"/>
                </a:lnTo>
                <a:lnTo>
                  <a:pt x="11023" y="12410"/>
                </a:lnTo>
                <a:lnTo>
                  <a:pt x="11315" y="12239"/>
                </a:lnTo>
                <a:lnTo>
                  <a:pt x="11583" y="12045"/>
                </a:lnTo>
                <a:lnTo>
                  <a:pt x="11826" y="11826"/>
                </a:lnTo>
                <a:lnTo>
                  <a:pt x="12045" y="11582"/>
                </a:lnTo>
                <a:lnTo>
                  <a:pt x="12264" y="11339"/>
                </a:lnTo>
                <a:lnTo>
                  <a:pt x="12313" y="11217"/>
                </a:lnTo>
                <a:lnTo>
                  <a:pt x="12289" y="11120"/>
                </a:lnTo>
                <a:lnTo>
                  <a:pt x="12240" y="11047"/>
                </a:lnTo>
                <a:lnTo>
                  <a:pt x="12167" y="10974"/>
                </a:lnTo>
                <a:lnTo>
                  <a:pt x="12070" y="10950"/>
                </a:lnTo>
                <a:lnTo>
                  <a:pt x="11972" y="10925"/>
                </a:lnTo>
                <a:close/>
                <a:moveTo>
                  <a:pt x="8493" y="682"/>
                </a:moveTo>
                <a:lnTo>
                  <a:pt x="8663" y="706"/>
                </a:lnTo>
                <a:lnTo>
                  <a:pt x="9101" y="755"/>
                </a:lnTo>
                <a:lnTo>
                  <a:pt x="9539" y="803"/>
                </a:lnTo>
                <a:lnTo>
                  <a:pt x="10001" y="901"/>
                </a:lnTo>
                <a:lnTo>
                  <a:pt x="10439" y="1022"/>
                </a:lnTo>
                <a:lnTo>
                  <a:pt x="10780" y="1120"/>
                </a:lnTo>
                <a:lnTo>
                  <a:pt x="11121" y="1241"/>
                </a:lnTo>
                <a:lnTo>
                  <a:pt x="11437" y="1411"/>
                </a:lnTo>
                <a:lnTo>
                  <a:pt x="11753" y="1557"/>
                </a:lnTo>
                <a:lnTo>
                  <a:pt x="11753" y="1582"/>
                </a:lnTo>
                <a:lnTo>
                  <a:pt x="11729" y="1655"/>
                </a:lnTo>
                <a:lnTo>
                  <a:pt x="11729" y="1752"/>
                </a:lnTo>
                <a:lnTo>
                  <a:pt x="11753" y="1801"/>
                </a:lnTo>
                <a:lnTo>
                  <a:pt x="11826" y="1825"/>
                </a:lnTo>
                <a:lnTo>
                  <a:pt x="11899" y="1825"/>
                </a:lnTo>
                <a:lnTo>
                  <a:pt x="11948" y="1776"/>
                </a:lnTo>
                <a:lnTo>
                  <a:pt x="11972" y="1752"/>
                </a:lnTo>
                <a:lnTo>
                  <a:pt x="11997" y="1752"/>
                </a:lnTo>
                <a:lnTo>
                  <a:pt x="11997" y="1728"/>
                </a:lnTo>
                <a:lnTo>
                  <a:pt x="12021" y="1728"/>
                </a:lnTo>
                <a:lnTo>
                  <a:pt x="12143" y="1801"/>
                </a:lnTo>
                <a:lnTo>
                  <a:pt x="12094" y="1874"/>
                </a:lnTo>
                <a:lnTo>
                  <a:pt x="12094" y="1947"/>
                </a:lnTo>
                <a:lnTo>
                  <a:pt x="12094" y="1995"/>
                </a:lnTo>
                <a:lnTo>
                  <a:pt x="12143" y="2020"/>
                </a:lnTo>
                <a:lnTo>
                  <a:pt x="12167" y="2044"/>
                </a:lnTo>
                <a:lnTo>
                  <a:pt x="12216" y="2020"/>
                </a:lnTo>
                <a:lnTo>
                  <a:pt x="12240" y="1995"/>
                </a:lnTo>
                <a:lnTo>
                  <a:pt x="12313" y="1922"/>
                </a:lnTo>
                <a:lnTo>
                  <a:pt x="12337" y="1922"/>
                </a:lnTo>
                <a:lnTo>
                  <a:pt x="12532" y="2068"/>
                </a:lnTo>
                <a:lnTo>
                  <a:pt x="12483" y="2190"/>
                </a:lnTo>
                <a:lnTo>
                  <a:pt x="12483" y="2239"/>
                </a:lnTo>
                <a:lnTo>
                  <a:pt x="12508" y="2336"/>
                </a:lnTo>
                <a:lnTo>
                  <a:pt x="12532" y="2385"/>
                </a:lnTo>
                <a:lnTo>
                  <a:pt x="12556" y="2409"/>
                </a:lnTo>
                <a:lnTo>
                  <a:pt x="12581" y="2409"/>
                </a:lnTo>
                <a:lnTo>
                  <a:pt x="12629" y="2385"/>
                </a:lnTo>
                <a:lnTo>
                  <a:pt x="12678" y="2360"/>
                </a:lnTo>
                <a:lnTo>
                  <a:pt x="12751" y="2287"/>
                </a:lnTo>
                <a:lnTo>
                  <a:pt x="12775" y="2239"/>
                </a:lnTo>
                <a:lnTo>
                  <a:pt x="12970" y="2409"/>
                </a:lnTo>
                <a:lnTo>
                  <a:pt x="12873" y="2531"/>
                </a:lnTo>
                <a:lnTo>
                  <a:pt x="12848" y="2604"/>
                </a:lnTo>
                <a:lnTo>
                  <a:pt x="12824" y="2677"/>
                </a:lnTo>
                <a:lnTo>
                  <a:pt x="12824" y="2725"/>
                </a:lnTo>
                <a:lnTo>
                  <a:pt x="12873" y="2750"/>
                </a:lnTo>
                <a:lnTo>
                  <a:pt x="12921" y="2774"/>
                </a:lnTo>
                <a:lnTo>
                  <a:pt x="12946" y="2774"/>
                </a:lnTo>
                <a:lnTo>
                  <a:pt x="13067" y="2701"/>
                </a:lnTo>
                <a:lnTo>
                  <a:pt x="13189" y="2604"/>
                </a:lnTo>
                <a:lnTo>
                  <a:pt x="13311" y="2725"/>
                </a:lnTo>
                <a:lnTo>
                  <a:pt x="13384" y="2823"/>
                </a:lnTo>
                <a:lnTo>
                  <a:pt x="13262" y="3017"/>
                </a:lnTo>
                <a:lnTo>
                  <a:pt x="13213" y="3066"/>
                </a:lnTo>
                <a:lnTo>
                  <a:pt x="13189" y="3163"/>
                </a:lnTo>
                <a:lnTo>
                  <a:pt x="13165" y="3236"/>
                </a:lnTo>
                <a:lnTo>
                  <a:pt x="13189" y="3285"/>
                </a:lnTo>
                <a:lnTo>
                  <a:pt x="13238" y="3309"/>
                </a:lnTo>
                <a:lnTo>
                  <a:pt x="13335" y="3285"/>
                </a:lnTo>
                <a:lnTo>
                  <a:pt x="13408" y="3236"/>
                </a:lnTo>
                <a:lnTo>
                  <a:pt x="13554" y="3115"/>
                </a:lnTo>
                <a:lnTo>
                  <a:pt x="13578" y="3042"/>
                </a:lnTo>
                <a:lnTo>
                  <a:pt x="13773" y="3309"/>
                </a:lnTo>
                <a:lnTo>
                  <a:pt x="13676" y="3407"/>
                </a:lnTo>
                <a:lnTo>
                  <a:pt x="13554" y="3504"/>
                </a:lnTo>
                <a:lnTo>
                  <a:pt x="13505" y="3577"/>
                </a:lnTo>
                <a:lnTo>
                  <a:pt x="13481" y="3650"/>
                </a:lnTo>
                <a:lnTo>
                  <a:pt x="13481" y="3699"/>
                </a:lnTo>
                <a:lnTo>
                  <a:pt x="13505" y="3723"/>
                </a:lnTo>
                <a:lnTo>
                  <a:pt x="13603" y="3747"/>
                </a:lnTo>
                <a:lnTo>
                  <a:pt x="13700" y="3723"/>
                </a:lnTo>
                <a:lnTo>
                  <a:pt x="13773" y="3674"/>
                </a:lnTo>
                <a:lnTo>
                  <a:pt x="13870" y="3626"/>
                </a:lnTo>
                <a:lnTo>
                  <a:pt x="13968" y="3577"/>
                </a:lnTo>
                <a:lnTo>
                  <a:pt x="14162" y="3918"/>
                </a:lnTo>
                <a:lnTo>
                  <a:pt x="14065" y="3991"/>
                </a:lnTo>
                <a:lnTo>
                  <a:pt x="13870" y="4161"/>
                </a:lnTo>
                <a:lnTo>
                  <a:pt x="13773" y="4234"/>
                </a:lnTo>
                <a:lnTo>
                  <a:pt x="13700" y="4331"/>
                </a:lnTo>
                <a:lnTo>
                  <a:pt x="13700" y="4356"/>
                </a:lnTo>
                <a:lnTo>
                  <a:pt x="13724" y="4380"/>
                </a:lnTo>
                <a:lnTo>
                  <a:pt x="13846" y="4380"/>
                </a:lnTo>
                <a:lnTo>
                  <a:pt x="13943" y="4356"/>
                </a:lnTo>
                <a:lnTo>
                  <a:pt x="14065" y="4307"/>
                </a:lnTo>
                <a:lnTo>
                  <a:pt x="14162" y="4234"/>
                </a:lnTo>
                <a:lnTo>
                  <a:pt x="14284" y="4161"/>
                </a:lnTo>
                <a:lnTo>
                  <a:pt x="14503" y="4696"/>
                </a:lnTo>
                <a:lnTo>
                  <a:pt x="14332" y="4769"/>
                </a:lnTo>
                <a:lnTo>
                  <a:pt x="14211" y="4842"/>
                </a:lnTo>
                <a:lnTo>
                  <a:pt x="14065" y="4940"/>
                </a:lnTo>
                <a:lnTo>
                  <a:pt x="13968" y="5061"/>
                </a:lnTo>
                <a:lnTo>
                  <a:pt x="13919" y="5134"/>
                </a:lnTo>
                <a:lnTo>
                  <a:pt x="13895" y="5207"/>
                </a:lnTo>
                <a:lnTo>
                  <a:pt x="13895" y="5256"/>
                </a:lnTo>
                <a:lnTo>
                  <a:pt x="13919" y="5280"/>
                </a:lnTo>
                <a:lnTo>
                  <a:pt x="13968" y="5305"/>
                </a:lnTo>
                <a:lnTo>
                  <a:pt x="14016" y="5305"/>
                </a:lnTo>
                <a:lnTo>
                  <a:pt x="14114" y="5256"/>
                </a:lnTo>
                <a:lnTo>
                  <a:pt x="14235" y="5183"/>
                </a:lnTo>
                <a:lnTo>
                  <a:pt x="14551" y="5037"/>
                </a:lnTo>
                <a:lnTo>
                  <a:pt x="14600" y="5013"/>
                </a:lnTo>
                <a:lnTo>
                  <a:pt x="14770" y="5524"/>
                </a:lnTo>
                <a:lnTo>
                  <a:pt x="14430" y="5670"/>
                </a:lnTo>
                <a:lnTo>
                  <a:pt x="14162" y="5791"/>
                </a:lnTo>
                <a:lnTo>
                  <a:pt x="13919" y="5937"/>
                </a:lnTo>
                <a:lnTo>
                  <a:pt x="13919" y="5986"/>
                </a:lnTo>
                <a:lnTo>
                  <a:pt x="13943" y="6010"/>
                </a:lnTo>
                <a:lnTo>
                  <a:pt x="14089" y="6035"/>
                </a:lnTo>
                <a:lnTo>
                  <a:pt x="14235" y="6059"/>
                </a:lnTo>
                <a:lnTo>
                  <a:pt x="14381" y="6035"/>
                </a:lnTo>
                <a:lnTo>
                  <a:pt x="14527" y="6010"/>
                </a:lnTo>
                <a:lnTo>
                  <a:pt x="14843" y="5889"/>
                </a:lnTo>
                <a:lnTo>
                  <a:pt x="14965" y="6424"/>
                </a:lnTo>
                <a:lnTo>
                  <a:pt x="14795" y="6497"/>
                </a:lnTo>
                <a:lnTo>
                  <a:pt x="14405" y="6619"/>
                </a:lnTo>
                <a:lnTo>
                  <a:pt x="14041" y="6740"/>
                </a:lnTo>
                <a:lnTo>
                  <a:pt x="13992" y="6789"/>
                </a:lnTo>
                <a:lnTo>
                  <a:pt x="13992" y="6813"/>
                </a:lnTo>
                <a:lnTo>
                  <a:pt x="13992" y="6862"/>
                </a:lnTo>
                <a:lnTo>
                  <a:pt x="14041" y="6886"/>
                </a:lnTo>
                <a:lnTo>
                  <a:pt x="14235" y="6886"/>
                </a:lnTo>
                <a:lnTo>
                  <a:pt x="14430" y="6862"/>
                </a:lnTo>
                <a:lnTo>
                  <a:pt x="14795" y="6813"/>
                </a:lnTo>
                <a:lnTo>
                  <a:pt x="15038" y="6740"/>
                </a:lnTo>
                <a:lnTo>
                  <a:pt x="15111" y="7178"/>
                </a:lnTo>
                <a:lnTo>
                  <a:pt x="14843" y="7227"/>
                </a:lnTo>
                <a:lnTo>
                  <a:pt x="14430" y="7349"/>
                </a:lnTo>
                <a:lnTo>
                  <a:pt x="14235" y="7422"/>
                </a:lnTo>
                <a:lnTo>
                  <a:pt x="14065" y="7543"/>
                </a:lnTo>
                <a:lnTo>
                  <a:pt x="14041" y="7592"/>
                </a:lnTo>
                <a:lnTo>
                  <a:pt x="14041" y="7665"/>
                </a:lnTo>
                <a:lnTo>
                  <a:pt x="14089" y="7714"/>
                </a:lnTo>
                <a:lnTo>
                  <a:pt x="14138" y="7738"/>
                </a:lnTo>
                <a:lnTo>
                  <a:pt x="14357" y="7714"/>
                </a:lnTo>
                <a:lnTo>
                  <a:pt x="14551" y="7665"/>
                </a:lnTo>
                <a:lnTo>
                  <a:pt x="14941" y="7568"/>
                </a:lnTo>
                <a:lnTo>
                  <a:pt x="15135" y="7519"/>
                </a:lnTo>
                <a:lnTo>
                  <a:pt x="15184" y="7981"/>
                </a:lnTo>
                <a:lnTo>
                  <a:pt x="14868" y="8030"/>
                </a:lnTo>
                <a:lnTo>
                  <a:pt x="14624" y="8054"/>
                </a:lnTo>
                <a:lnTo>
                  <a:pt x="14381" y="8079"/>
                </a:lnTo>
                <a:lnTo>
                  <a:pt x="14235" y="8103"/>
                </a:lnTo>
                <a:lnTo>
                  <a:pt x="14138" y="8152"/>
                </a:lnTo>
                <a:lnTo>
                  <a:pt x="14016" y="8200"/>
                </a:lnTo>
                <a:lnTo>
                  <a:pt x="13943" y="8298"/>
                </a:lnTo>
                <a:lnTo>
                  <a:pt x="13919" y="8322"/>
                </a:lnTo>
                <a:lnTo>
                  <a:pt x="13919" y="8346"/>
                </a:lnTo>
                <a:lnTo>
                  <a:pt x="13943" y="8395"/>
                </a:lnTo>
                <a:lnTo>
                  <a:pt x="13968" y="8395"/>
                </a:lnTo>
                <a:lnTo>
                  <a:pt x="14089" y="8419"/>
                </a:lnTo>
                <a:lnTo>
                  <a:pt x="14211" y="8444"/>
                </a:lnTo>
                <a:lnTo>
                  <a:pt x="14478" y="8444"/>
                </a:lnTo>
                <a:lnTo>
                  <a:pt x="14989" y="8395"/>
                </a:lnTo>
                <a:lnTo>
                  <a:pt x="15208" y="8395"/>
                </a:lnTo>
                <a:lnTo>
                  <a:pt x="15208" y="8857"/>
                </a:lnTo>
                <a:lnTo>
                  <a:pt x="14722" y="8882"/>
                </a:lnTo>
                <a:lnTo>
                  <a:pt x="14503" y="8882"/>
                </a:lnTo>
                <a:lnTo>
                  <a:pt x="14284" y="8906"/>
                </a:lnTo>
                <a:lnTo>
                  <a:pt x="14065" y="8955"/>
                </a:lnTo>
                <a:lnTo>
                  <a:pt x="13968" y="8979"/>
                </a:lnTo>
                <a:lnTo>
                  <a:pt x="13870" y="9028"/>
                </a:lnTo>
                <a:lnTo>
                  <a:pt x="13870" y="9052"/>
                </a:lnTo>
                <a:lnTo>
                  <a:pt x="13870" y="9076"/>
                </a:lnTo>
                <a:lnTo>
                  <a:pt x="13968" y="9125"/>
                </a:lnTo>
                <a:lnTo>
                  <a:pt x="14065" y="9174"/>
                </a:lnTo>
                <a:lnTo>
                  <a:pt x="14284" y="9222"/>
                </a:lnTo>
                <a:lnTo>
                  <a:pt x="14722" y="9222"/>
                </a:lnTo>
                <a:lnTo>
                  <a:pt x="14941" y="9247"/>
                </a:lnTo>
                <a:lnTo>
                  <a:pt x="15184" y="9247"/>
                </a:lnTo>
                <a:lnTo>
                  <a:pt x="15160" y="9465"/>
                </a:lnTo>
                <a:lnTo>
                  <a:pt x="14965" y="9514"/>
                </a:lnTo>
                <a:lnTo>
                  <a:pt x="14722" y="9563"/>
                </a:lnTo>
                <a:lnTo>
                  <a:pt x="14503" y="9660"/>
                </a:lnTo>
                <a:lnTo>
                  <a:pt x="14260" y="9757"/>
                </a:lnTo>
                <a:lnTo>
                  <a:pt x="14041" y="9879"/>
                </a:lnTo>
                <a:lnTo>
                  <a:pt x="14016" y="9903"/>
                </a:lnTo>
                <a:lnTo>
                  <a:pt x="14016" y="9952"/>
                </a:lnTo>
                <a:lnTo>
                  <a:pt x="14041" y="9976"/>
                </a:lnTo>
                <a:lnTo>
                  <a:pt x="14089" y="9976"/>
                </a:lnTo>
                <a:lnTo>
                  <a:pt x="14308" y="10001"/>
                </a:lnTo>
                <a:lnTo>
                  <a:pt x="14527" y="9976"/>
                </a:lnTo>
                <a:lnTo>
                  <a:pt x="14965" y="9903"/>
                </a:lnTo>
                <a:lnTo>
                  <a:pt x="15087" y="9879"/>
                </a:lnTo>
                <a:lnTo>
                  <a:pt x="14989" y="10390"/>
                </a:lnTo>
                <a:lnTo>
                  <a:pt x="14527" y="10463"/>
                </a:lnTo>
                <a:lnTo>
                  <a:pt x="14357" y="10487"/>
                </a:lnTo>
                <a:lnTo>
                  <a:pt x="14162" y="10512"/>
                </a:lnTo>
                <a:lnTo>
                  <a:pt x="13992" y="10560"/>
                </a:lnTo>
                <a:lnTo>
                  <a:pt x="13919" y="10609"/>
                </a:lnTo>
                <a:lnTo>
                  <a:pt x="13870" y="10682"/>
                </a:lnTo>
                <a:lnTo>
                  <a:pt x="13846" y="10731"/>
                </a:lnTo>
                <a:lnTo>
                  <a:pt x="13846" y="10804"/>
                </a:lnTo>
                <a:lnTo>
                  <a:pt x="13870" y="10852"/>
                </a:lnTo>
                <a:lnTo>
                  <a:pt x="13919" y="10901"/>
                </a:lnTo>
                <a:lnTo>
                  <a:pt x="13992" y="10925"/>
                </a:lnTo>
                <a:lnTo>
                  <a:pt x="14065" y="10950"/>
                </a:lnTo>
                <a:lnTo>
                  <a:pt x="14235" y="10950"/>
                </a:lnTo>
                <a:lnTo>
                  <a:pt x="14600" y="10901"/>
                </a:lnTo>
                <a:lnTo>
                  <a:pt x="14819" y="10877"/>
                </a:lnTo>
                <a:lnTo>
                  <a:pt x="14819" y="10877"/>
                </a:lnTo>
                <a:lnTo>
                  <a:pt x="14624" y="11339"/>
                </a:lnTo>
                <a:lnTo>
                  <a:pt x="14478" y="11339"/>
                </a:lnTo>
                <a:lnTo>
                  <a:pt x="14308" y="11315"/>
                </a:lnTo>
                <a:lnTo>
                  <a:pt x="14114" y="11339"/>
                </a:lnTo>
                <a:lnTo>
                  <a:pt x="13919" y="11363"/>
                </a:lnTo>
                <a:lnTo>
                  <a:pt x="13749" y="11436"/>
                </a:lnTo>
                <a:lnTo>
                  <a:pt x="13724" y="11461"/>
                </a:lnTo>
                <a:lnTo>
                  <a:pt x="13749" y="11485"/>
                </a:lnTo>
                <a:lnTo>
                  <a:pt x="13919" y="11558"/>
                </a:lnTo>
                <a:lnTo>
                  <a:pt x="14089" y="11607"/>
                </a:lnTo>
                <a:lnTo>
                  <a:pt x="14430" y="11655"/>
                </a:lnTo>
                <a:lnTo>
                  <a:pt x="14454" y="11655"/>
                </a:lnTo>
                <a:lnTo>
                  <a:pt x="14211" y="12069"/>
                </a:lnTo>
                <a:lnTo>
                  <a:pt x="13968" y="12069"/>
                </a:lnTo>
                <a:lnTo>
                  <a:pt x="13724" y="12093"/>
                </a:lnTo>
                <a:lnTo>
                  <a:pt x="13603" y="12069"/>
                </a:lnTo>
                <a:lnTo>
                  <a:pt x="13481" y="12045"/>
                </a:lnTo>
                <a:lnTo>
                  <a:pt x="13335" y="12020"/>
                </a:lnTo>
                <a:lnTo>
                  <a:pt x="13213" y="12020"/>
                </a:lnTo>
                <a:lnTo>
                  <a:pt x="13189" y="12045"/>
                </a:lnTo>
                <a:lnTo>
                  <a:pt x="13189" y="12069"/>
                </a:lnTo>
                <a:lnTo>
                  <a:pt x="13189" y="12166"/>
                </a:lnTo>
                <a:lnTo>
                  <a:pt x="13238" y="12239"/>
                </a:lnTo>
                <a:lnTo>
                  <a:pt x="13311" y="12312"/>
                </a:lnTo>
                <a:lnTo>
                  <a:pt x="13408" y="12361"/>
                </a:lnTo>
                <a:lnTo>
                  <a:pt x="13530" y="12385"/>
                </a:lnTo>
                <a:lnTo>
                  <a:pt x="13651" y="12410"/>
                </a:lnTo>
                <a:lnTo>
                  <a:pt x="13943" y="12434"/>
                </a:lnTo>
                <a:lnTo>
                  <a:pt x="13603" y="12823"/>
                </a:lnTo>
                <a:lnTo>
                  <a:pt x="13067" y="12726"/>
                </a:lnTo>
                <a:lnTo>
                  <a:pt x="12848" y="12677"/>
                </a:lnTo>
                <a:lnTo>
                  <a:pt x="12727" y="12677"/>
                </a:lnTo>
                <a:lnTo>
                  <a:pt x="12629" y="12702"/>
                </a:lnTo>
                <a:lnTo>
                  <a:pt x="12605" y="12726"/>
                </a:lnTo>
                <a:lnTo>
                  <a:pt x="12605" y="12775"/>
                </a:lnTo>
                <a:lnTo>
                  <a:pt x="12629" y="12848"/>
                </a:lnTo>
                <a:lnTo>
                  <a:pt x="12678" y="12921"/>
                </a:lnTo>
                <a:lnTo>
                  <a:pt x="12751" y="12969"/>
                </a:lnTo>
                <a:lnTo>
                  <a:pt x="12824" y="13018"/>
                </a:lnTo>
                <a:lnTo>
                  <a:pt x="13043" y="13115"/>
                </a:lnTo>
                <a:lnTo>
                  <a:pt x="13262" y="13164"/>
                </a:lnTo>
                <a:lnTo>
                  <a:pt x="13116" y="13286"/>
                </a:lnTo>
                <a:lnTo>
                  <a:pt x="13067" y="13286"/>
                </a:lnTo>
                <a:lnTo>
                  <a:pt x="12605" y="13261"/>
                </a:lnTo>
                <a:lnTo>
                  <a:pt x="12362" y="13213"/>
                </a:lnTo>
                <a:lnTo>
                  <a:pt x="12240" y="13188"/>
                </a:lnTo>
                <a:lnTo>
                  <a:pt x="12094" y="13188"/>
                </a:lnTo>
                <a:lnTo>
                  <a:pt x="12021" y="13213"/>
                </a:lnTo>
                <a:lnTo>
                  <a:pt x="11997" y="13261"/>
                </a:lnTo>
                <a:lnTo>
                  <a:pt x="11972" y="13334"/>
                </a:lnTo>
                <a:lnTo>
                  <a:pt x="12021" y="13383"/>
                </a:lnTo>
                <a:lnTo>
                  <a:pt x="12143" y="13505"/>
                </a:lnTo>
                <a:lnTo>
                  <a:pt x="12289" y="13578"/>
                </a:lnTo>
                <a:lnTo>
                  <a:pt x="12483" y="13626"/>
                </a:lnTo>
                <a:lnTo>
                  <a:pt x="12654" y="13651"/>
                </a:lnTo>
                <a:lnTo>
                  <a:pt x="12240" y="13943"/>
                </a:lnTo>
                <a:lnTo>
                  <a:pt x="12143" y="13918"/>
                </a:lnTo>
                <a:lnTo>
                  <a:pt x="11680" y="13821"/>
                </a:lnTo>
                <a:lnTo>
                  <a:pt x="11461" y="13772"/>
                </a:lnTo>
                <a:lnTo>
                  <a:pt x="11267" y="13724"/>
                </a:lnTo>
                <a:lnTo>
                  <a:pt x="11218" y="13748"/>
                </a:lnTo>
                <a:lnTo>
                  <a:pt x="11218" y="13821"/>
                </a:lnTo>
                <a:lnTo>
                  <a:pt x="11242" y="13894"/>
                </a:lnTo>
                <a:lnTo>
                  <a:pt x="11315" y="13967"/>
                </a:lnTo>
                <a:lnTo>
                  <a:pt x="11437" y="14064"/>
                </a:lnTo>
                <a:lnTo>
                  <a:pt x="11607" y="14137"/>
                </a:lnTo>
                <a:lnTo>
                  <a:pt x="11802" y="14210"/>
                </a:lnTo>
                <a:lnTo>
                  <a:pt x="11437" y="14381"/>
                </a:lnTo>
                <a:lnTo>
                  <a:pt x="11388" y="14332"/>
                </a:lnTo>
                <a:lnTo>
                  <a:pt x="11315" y="14308"/>
                </a:lnTo>
                <a:lnTo>
                  <a:pt x="11194" y="14259"/>
                </a:lnTo>
                <a:lnTo>
                  <a:pt x="10902" y="14235"/>
                </a:lnTo>
                <a:lnTo>
                  <a:pt x="10634" y="14210"/>
                </a:lnTo>
                <a:lnTo>
                  <a:pt x="10512" y="14210"/>
                </a:lnTo>
                <a:lnTo>
                  <a:pt x="10391" y="14235"/>
                </a:lnTo>
                <a:lnTo>
                  <a:pt x="10366" y="14235"/>
                </a:lnTo>
                <a:lnTo>
                  <a:pt x="10366" y="14283"/>
                </a:lnTo>
                <a:lnTo>
                  <a:pt x="10366" y="14332"/>
                </a:lnTo>
                <a:lnTo>
                  <a:pt x="10391" y="14381"/>
                </a:lnTo>
                <a:lnTo>
                  <a:pt x="10488" y="14478"/>
                </a:lnTo>
                <a:lnTo>
                  <a:pt x="10610" y="14551"/>
                </a:lnTo>
                <a:lnTo>
                  <a:pt x="10731" y="14575"/>
                </a:lnTo>
                <a:lnTo>
                  <a:pt x="10877" y="14624"/>
                </a:lnTo>
                <a:lnTo>
                  <a:pt x="10512" y="14746"/>
                </a:lnTo>
                <a:lnTo>
                  <a:pt x="10318" y="14673"/>
                </a:lnTo>
                <a:lnTo>
                  <a:pt x="10123" y="14624"/>
                </a:lnTo>
                <a:lnTo>
                  <a:pt x="9904" y="14600"/>
                </a:lnTo>
                <a:lnTo>
                  <a:pt x="9807" y="14600"/>
                </a:lnTo>
                <a:lnTo>
                  <a:pt x="9709" y="14648"/>
                </a:lnTo>
                <a:lnTo>
                  <a:pt x="9661" y="14673"/>
                </a:lnTo>
                <a:lnTo>
                  <a:pt x="9685" y="14721"/>
                </a:lnTo>
                <a:lnTo>
                  <a:pt x="9734" y="14794"/>
                </a:lnTo>
                <a:lnTo>
                  <a:pt x="9807" y="14843"/>
                </a:lnTo>
                <a:lnTo>
                  <a:pt x="9928" y="14916"/>
                </a:lnTo>
                <a:lnTo>
                  <a:pt x="9612" y="14989"/>
                </a:lnTo>
                <a:lnTo>
                  <a:pt x="9588" y="14940"/>
                </a:lnTo>
                <a:lnTo>
                  <a:pt x="9539" y="14916"/>
                </a:lnTo>
                <a:lnTo>
                  <a:pt x="9417" y="14867"/>
                </a:lnTo>
                <a:lnTo>
                  <a:pt x="9223" y="14843"/>
                </a:lnTo>
                <a:lnTo>
                  <a:pt x="9150" y="14843"/>
                </a:lnTo>
                <a:lnTo>
                  <a:pt x="9052" y="14867"/>
                </a:lnTo>
                <a:lnTo>
                  <a:pt x="9004" y="14916"/>
                </a:lnTo>
                <a:lnTo>
                  <a:pt x="8979" y="14965"/>
                </a:lnTo>
                <a:lnTo>
                  <a:pt x="8979" y="15013"/>
                </a:lnTo>
                <a:lnTo>
                  <a:pt x="9004" y="15062"/>
                </a:lnTo>
                <a:lnTo>
                  <a:pt x="9004" y="15086"/>
                </a:lnTo>
                <a:lnTo>
                  <a:pt x="8663" y="15135"/>
                </a:lnTo>
                <a:lnTo>
                  <a:pt x="8298" y="15159"/>
                </a:lnTo>
                <a:lnTo>
                  <a:pt x="7227" y="15159"/>
                </a:lnTo>
                <a:lnTo>
                  <a:pt x="6862" y="15111"/>
                </a:lnTo>
                <a:lnTo>
                  <a:pt x="6497" y="15062"/>
                </a:lnTo>
                <a:lnTo>
                  <a:pt x="6157" y="14989"/>
                </a:lnTo>
                <a:lnTo>
                  <a:pt x="5816" y="14916"/>
                </a:lnTo>
                <a:lnTo>
                  <a:pt x="5451" y="14819"/>
                </a:lnTo>
                <a:lnTo>
                  <a:pt x="5135" y="14697"/>
                </a:lnTo>
                <a:lnTo>
                  <a:pt x="4794" y="14575"/>
                </a:lnTo>
                <a:lnTo>
                  <a:pt x="4478" y="14405"/>
                </a:lnTo>
                <a:lnTo>
                  <a:pt x="4162" y="14259"/>
                </a:lnTo>
                <a:lnTo>
                  <a:pt x="3845" y="14064"/>
                </a:lnTo>
                <a:lnTo>
                  <a:pt x="3553" y="13870"/>
                </a:lnTo>
                <a:lnTo>
                  <a:pt x="3286" y="13675"/>
                </a:lnTo>
                <a:lnTo>
                  <a:pt x="3018" y="13456"/>
                </a:lnTo>
                <a:lnTo>
                  <a:pt x="2775" y="13237"/>
                </a:lnTo>
                <a:lnTo>
                  <a:pt x="2531" y="12994"/>
                </a:lnTo>
                <a:lnTo>
                  <a:pt x="2312" y="12775"/>
                </a:lnTo>
                <a:lnTo>
                  <a:pt x="2118" y="12507"/>
                </a:lnTo>
                <a:lnTo>
                  <a:pt x="1899" y="12239"/>
                </a:lnTo>
                <a:lnTo>
                  <a:pt x="1728" y="11972"/>
                </a:lnTo>
                <a:lnTo>
                  <a:pt x="1558" y="11704"/>
                </a:lnTo>
                <a:lnTo>
                  <a:pt x="1412" y="11412"/>
                </a:lnTo>
                <a:lnTo>
                  <a:pt x="1266" y="11120"/>
                </a:lnTo>
                <a:lnTo>
                  <a:pt x="1144" y="10828"/>
                </a:lnTo>
                <a:lnTo>
                  <a:pt x="1047" y="10512"/>
                </a:lnTo>
                <a:lnTo>
                  <a:pt x="950" y="10195"/>
                </a:lnTo>
                <a:lnTo>
                  <a:pt x="877" y="9879"/>
                </a:lnTo>
                <a:lnTo>
                  <a:pt x="828" y="9538"/>
                </a:lnTo>
                <a:lnTo>
                  <a:pt x="779" y="9003"/>
                </a:lnTo>
                <a:lnTo>
                  <a:pt x="755" y="8468"/>
                </a:lnTo>
                <a:lnTo>
                  <a:pt x="755" y="7933"/>
                </a:lnTo>
                <a:lnTo>
                  <a:pt x="779" y="7397"/>
                </a:lnTo>
                <a:lnTo>
                  <a:pt x="852" y="6862"/>
                </a:lnTo>
                <a:lnTo>
                  <a:pt x="950" y="6351"/>
                </a:lnTo>
                <a:lnTo>
                  <a:pt x="1096" y="5840"/>
                </a:lnTo>
                <a:lnTo>
                  <a:pt x="1266" y="5353"/>
                </a:lnTo>
                <a:lnTo>
                  <a:pt x="1388" y="5061"/>
                </a:lnTo>
                <a:lnTo>
                  <a:pt x="1558" y="4745"/>
                </a:lnTo>
                <a:lnTo>
                  <a:pt x="1753" y="4404"/>
                </a:lnTo>
                <a:lnTo>
                  <a:pt x="1996" y="4064"/>
                </a:lnTo>
                <a:lnTo>
                  <a:pt x="2264" y="3699"/>
                </a:lnTo>
                <a:lnTo>
                  <a:pt x="2556" y="3334"/>
                </a:lnTo>
                <a:lnTo>
                  <a:pt x="2896" y="2944"/>
                </a:lnTo>
                <a:lnTo>
                  <a:pt x="3261" y="2604"/>
                </a:lnTo>
                <a:lnTo>
                  <a:pt x="3651" y="2263"/>
                </a:lnTo>
                <a:lnTo>
                  <a:pt x="4089" y="1922"/>
                </a:lnTo>
                <a:lnTo>
                  <a:pt x="4527" y="1630"/>
                </a:lnTo>
                <a:lnTo>
                  <a:pt x="5013" y="1363"/>
                </a:lnTo>
                <a:lnTo>
                  <a:pt x="5524" y="1144"/>
                </a:lnTo>
                <a:lnTo>
                  <a:pt x="6035" y="974"/>
                </a:lnTo>
                <a:lnTo>
                  <a:pt x="6327" y="925"/>
                </a:lnTo>
                <a:lnTo>
                  <a:pt x="6595" y="876"/>
                </a:lnTo>
                <a:lnTo>
                  <a:pt x="6887" y="828"/>
                </a:lnTo>
                <a:lnTo>
                  <a:pt x="7179" y="803"/>
                </a:lnTo>
                <a:lnTo>
                  <a:pt x="7544" y="779"/>
                </a:lnTo>
                <a:lnTo>
                  <a:pt x="7933" y="730"/>
                </a:lnTo>
                <a:lnTo>
                  <a:pt x="8322" y="682"/>
                </a:lnTo>
                <a:close/>
                <a:moveTo>
                  <a:pt x="8152" y="0"/>
                </a:moveTo>
                <a:lnTo>
                  <a:pt x="7763" y="25"/>
                </a:lnTo>
                <a:lnTo>
                  <a:pt x="7373" y="73"/>
                </a:lnTo>
                <a:lnTo>
                  <a:pt x="7081" y="49"/>
                </a:lnTo>
                <a:lnTo>
                  <a:pt x="6789" y="49"/>
                </a:lnTo>
                <a:lnTo>
                  <a:pt x="6473" y="73"/>
                </a:lnTo>
                <a:lnTo>
                  <a:pt x="6157" y="146"/>
                </a:lnTo>
                <a:lnTo>
                  <a:pt x="5841" y="219"/>
                </a:lnTo>
                <a:lnTo>
                  <a:pt x="5549" y="317"/>
                </a:lnTo>
                <a:lnTo>
                  <a:pt x="5232" y="438"/>
                </a:lnTo>
                <a:lnTo>
                  <a:pt x="4916" y="560"/>
                </a:lnTo>
                <a:lnTo>
                  <a:pt x="4332" y="876"/>
                </a:lnTo>
                <a:lnTo>
                  <a:pt x="3748" y="1217"/>
                </a:lnTo>
                <a:lnTo>
                  <a:pt x="3237" y="1606"/>
                </a:lnTo>
                <a:lnTo>
                  <a:pt x="2775" y="1995"/>
                </a:lnTo>
                <a:lnTo>
                  <a:pt x="2507" y="2239"/>
                </a:lnTo>
                <a:lnTo>
                  <a:pt x="2264" y="2482"/>
                </a:lnTo>
                <a:lnTo>
                  <a:pt x="2045" y="2725"/>
                </a:lnTo>
                <a:lnTo>
                  <a:pt x="1826" y="2993"/>
                </a:lnTo>
                <a:lnTo>
                  <a:pt x="1631" y="3261"/>
                </a:lnTo>
                <a:lnTo>
                  <a:pt x="1461" y="3528"/>
                </a:lnTo>
                <a:lnTo>
                  <a:pt x="1120" y="4088"/>
                </a:lnTo>
                <a:lnTo>
                  <a:pt x="852" y="4696"/>
                </a:lnTo>
                <a:lnTo>
                  <a:pt x="609" y="5305"/>
                </a:lnTo>
                <a:lnTo>
                  <a:pt x="414" y="5962"/>
                </a:lnTo>
                <a:lnTo>
                  <a:pt x="220" y="6643"/>
                </a:lnTo>
                <a:lnTo>
                  <a:pt x="122" y="7008"/>
                </a:lnTo>
                <a:lnTo>
                  <a:pt x="74" y="7373"/>
                </a:lnTo>
                <a:lnTo>
                  <a:pt x="25" y="7738"/>
                </a:lnTo>
                <a:lnTo>
                  <a:pt x="1" y="8103"/>
                </a:lnTo>
                <a:lnTo>
                  <a:pt x="1" y="8468"/>
                </a:lnTo>
                <a:lnTo>
                  <a:pt x="25" y="8809"/>
                </a:lnTo>
                <a:lnTo>
                  <a:pt x="49" y="9174"/>
                </a:lnTo>
                <a:lnTo>
                  <a:pt x="98" y="9514"/>
                </a:lnTo>
                <a:lnTo>
                  <a:pt x="195" y="9879"/>
                </a:lnTo>
                <a:lnTo>
                  <a:pt x="268" y="10220"/>
                </a:lnTo>
                <a:lnTo>
                  <a:pt x="390" y="10560"/>
                </a:lnTo>
                <a:lnTo>
                  <a:pt x="512" y="10901"/>
                </a:lnTo>
                <a:lnTo>
                  <a:pt x="658" y="11242"/>
                </a:lnTo>
                <a:lnTo>
                  <a:pt x="804" y="11582"/>
                </a:lnTo>
                <a:lnTo>
                  <a:pt x="1169" y="12264"/>
                </a:lnTo>
                <a:lnTo>
                  <a:pt x="1388" y="12629"/>
                </a:lnTo>
                <a:lnTo>
                  <a:pt x="1631" y="12994"/>
                </a:lnTo>
                <a:lnTo>
                  <a:pt x="1899" y="13334"/>
                </a:lnTo>
                <a:lnTo>
                  <a:pt x="2166" y="13651"/>
                </a:lnTo>
                <a:lnTo>
                  <a:pt x="2434" y="13943"/>
                </a:lnTo>
                <a:lnTo>
                  <a:pt x="2750" y="14235"/>
                </a:lnTo>
                <a:lnTo>
                  <a:pt x="3042" y="14502"/>
                </a:lnTo>
                <a:lnTo>
                  <a:pt x="3383" y="14746"/>
                </a:lnTo>
                <a:lnTo>
                  <a:pt x="3699" y="14965"/>
                </a:lnTo>
                <a:lnTo>
                  <a:pt x="4064" y="15159"/>
                </a:lnTo>
                <a:lnTo>
                  <a:pt x="4429" y="15354"/>
                </a:lnTo>
                <a:lnTo>
                  <a:pt x="4794" y="15500"/>
                </a:lnTo>
                <a:lnTo>
                  <a:pt x="5184" y="15622"/>
                </a:lnTo>
                <a:lnTo>
                  <a:pt x="5597" y="15743"/>
                </a:lnTo>
                <a:lnTo>
                  <a:pt x="6011" y="15816"/>
                </a:lnTo>
                <a:lnTo>
                  <a:pt x="6424" y="15889"/>
                </a:lnTo>
                <a:lnTo>
                  <a:pt x="6862" y="15914"/>
                </a:lnTo>
                <a:lnTo>
                  <a:pt x="7300" y="15938"/>
                </a:lnTo>
                <a:lnTo>
                  <a:pt x="7738" y="15938"/>
                </a:lnTo>
                <a:lnTo>
                  <a:pt x="8152" y="15914"/>
                </a:lnTo>
                <a:lnTo>
                  <a:pt x="8590" y="15889"/>
                </a:lnTo>
                <a:lnTo>
                  <a:pt x="9004" y="15841"/>
                </a:lnTo>
                <a:lnTo>
                  <a:pt x="9442" y="15768"/>
                </a:lnTo>
                <a:lnTo>
                  <a:pt x="9855" y="15670"/>
                </a:lnTo>
                <a:lnTo>
                  <a:pt x="10245" y="15573"/>
                </a:lnTo>
                <a:lnTo>
                  <a:pt x="10658" y="15451"/>
                </a:lnTo>
                <a:lnTo>
                  <a:pt x="11048" y="15305"/>
                </a:lnTo>
                <a:lnTo>
                  <a:pt x="11461" y="15135"/>
                </a:lnTo>
                <a:lnTo>
                  <a:pt x="11826" y="14940"/>
                </a:lnTo>
                <a:lnTo>
                  <a:pt x="12216" y="14721"/>
                </a:lnTo>
                <a:lnTo>
                  <a:pt x="12581" y="14478"/>
                </a:lnTo>
                <a:lnTo>
                  <a:pt x="12921" y="14235"/>
                </a:lnTo>
                <a:lnTo>
                  <a:pt x="13286" y="13943"/>
                </a:lnTo>
                <a:lnTo>
                  <a:pt x="13603" y="13651"/>
                </a:lnTo>
                <a:lnTo>
                  <a:pt x="13895" y="13334"/>
                </a:lnTo>
                <a:lnTo>
                  <a:pt x="14187" y="13018"/>
                </a:lnTo>
                <a:lnTo>
                  <a:pt x="14454" y="12702"/>
                </a:lnTo>
                <a:lnTo>
                  <a:pt x="14697" y="12361"/>
                </a:lnTo>
                <a:lnTo>
                  <a:pt x="14916" y="11996"/>
                </a:lnTo>
                <a:lnTo>
                  <a:pt x="15111" y="11631"/>
                </a:lnTo>
                <a:lnTo>
                  <a:pt x="15135" y="11631"/>
                </a:lnTo>
                <a:lnTo>
                  <a:pt x="15160" y="11582"/>
                </a:lnTo>
                <a:lnTo>
                  <a:pt x="15160" y="11534"/>
                </a:lnTo>
                <a:lnTo>
                  <a:pt x="15330" y="11096"/>
                </a:lnTo>
                <a:lnTo>
                  <a:pt x="15500" y="10658"/>
                </a:lnTo>
                <a:lnTo>
                  <a:pt x="15622" y="10195"/>
                </a:lnTo>
                <a:lnTo>
                  <a:pt x="15719" y="9733"/>
                </a:lnTo>
                <a:lnTo>
                  <a:pt x="15744" y="9709"/>
                </a:lnTo>
                <a:lnTo>
                  <a:pt x="15768" y="9684"/>
                </a:lnTo>
                <a:lnTo>
                  <a:pt x="15792" y="9636"/>
                </a:lnTo>
                <a:lnTo>
                  <a:pt x="15768" y="9611"/>
                </a:lnTo>
                <a:lnTo>
                  <a:pt x="15744" y="9563"/>
                </a:lnTo>
                <a:lnTo>
                  <a:pt x="15792" y="9174"/>
                </a:lnTo>
                <a:lnTo>
                  <a:pt x="15841" y="8760"/>
                </a:lnTo>
                <a:lnTo>
                  <a:pt x="15841" y="8371"/>
                </a:lnTo>
                <a:lnTo>
                  <a:pt x="15817" y="7957"/>
                </a:lnTo>
                <a:lnTo>
                  <a:pt x="15744" y="7105"/>
                </a:lnTo>
                <a:lnTo>
                  <a:pt x="15671" y="6667"/>
                </a:lnTo>
                <a:lnTo>
                  <a:pt x="15598" y="6254"/>
                </a:lnTo>
                <a:lnTo>
                  <a:pt x="15525" y="5840"/>
                </a:lnTo>
                <a:lnTo>
                  <a:pt x="15403" y="5426"/>
                </a:lnTo>
                <a:lnTo>
                  <a:pt x="15281" y="5013"/>
                </a:lnTo>
                <a:lnTo>
                  <a:pt x="15160" y="4623"/>
                </a:lnTo>
                <a:lnTo>
                  <a:pt x="14989" y="4234"/>
                </a:lnTo>
                <a:lnTo>
                  <a:pt x="14819" y="3845"/>
                </a:lnTo>
                <a:lnTo>
                  <a:pt x="14624" y="3480"/>
                </a:lnTo>
                <a:lnTo>
                  <a:pt x="14405" y="3115"/>
                </a:lnTo>
                <a:lnTo>
                  <a:pt x="14162" y="2774"/>
                </a:lnTo>
                <a:lnTo>
                  <a:pt x="13895" y="2458"/>
                </a:lnTo>
                <a:lnTo>
                  <a:pt x="13603" y="2141"/>
                </a:lnTo>
                <a:lnTo>
                  <a:pt x="13286" y="1849"/>
                </a:lnTo>
                <a:lnTo>
                  <a:pt x="12970" y="1582"/>
                </a:lnTo>
                <a:lnTo>
                  <a:pt x="12654" y="1363"/>
                </a:lnTo>
                <a:lnTo>
                  <a:pt x="12313" y="1144"/>
                </a:lnTo>
                <a:lnTo>
                  <a:pt x="11948" y="949"/>
                </a:lnTo>
                <a:lnTo>
                  <a:pt x="11607" y="779"/>
                </a:lnTo>
                <a:lnTo>
                  <a:pt x="11218" y="609"/>
                </a:lnTo>
                <a:lnTo>
                  <a:pt x="10853" y="487"/>
                </a:lnTo>
                <a:lnTo>
                  <a:pt x="10464" y="365"/>
                </a:lnTo>
                <a:lnTo>
                  <a:pt x="10099" y="268"/>
                </a:lnTo>
                <a:lnTo>
                  <a:pt x="9709" y="171"/>
                </a:lnTo>
                <a:lnTo>
                  <a:pt x="9320" y="98"/>
                </a:lnTo>
                <a:lnTo>
                  <a:pt x="8931" y="49"/>
                </a:lnTo>
                <a:lnTo>
                  <a:pt x="8541" y="25"/>
                </a:lnTo>
                <a:lnTo>
                  <a:pt x="8152" y="0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04" name="Google Shape;70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62795" y="2009634"/>
            <a:ext cx="226075" cy="449084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p32"/>
          <p:cNvSpPr/>
          <p:nvPr/>
        </p:nvSpPr>
        <p:spPr>
          <a:xfrm>
            <a:off x="7128062" y="2000225"/>
            <a:ext cx="118928" cy="136275"/>
          </a:xfrm>
          <a:custGeom>
            <a:rect b="b" l="l" r="r" t="t"/>
            <a:pathLst>
              <a:path extrusionOk="0" h="4109" w="2676">
                <a:moveTo>
                  <a:pt x="1028" y="835"/>
                </a:moveTo>
                <a:lnTo>
                  <a:pt x="1049" y="856"/>
                </a:lnTo>
                <a:lnTo>
                  <a:pt x="1092" y="942"/>
                </a:lnTo>
                <a:lnTo>
                  <a:pt x="1156" y="1156"/>
                </a:lnTo>
                <a:lnTo>
                  <a:pt x="1199" y="1412"/>
                </a:lnTo>
                <a:lnTo>
                  <a:pt x="1221" y="1562"/>
                </a:lnTo>
                <a:lnTo>
                  <a:pt x="1114" y="1562"/>
                </a:lnTo>
                <a:lnTo>
                  <a:pt x="1049" y="1519"/>
                </a:lnTo>
                <a:lnTo>
                  <a:pt x="1028" y="1455"/>
                </a:lnTo>
                <a:lnTo>
                  <a:pt x="1007" y="1348"/>
                </a:lnTo>
                <a:lnTo>
                  <a:pt x="942" y="1198"/>
                </a:lnTo>
                <a:lnTo>
                  <a:pt x="921" y="1113"/>
                </a:lnTo>
                <a:lnTo>
                  <a:pt x="900" y="1027"/>
                </a:lnTo>
                <a:lnTo>
                  <a:pt x="921" y="942"/>
                </a:lnTo>
                <a:lnTo>
                  <a:pt x="942" y="920"/>
                </a:lnTo>
                <a:lnTo>
                  <a:pt x="964" y="899"/>
                </a:lnTo>
                <a:lnTo>
                  <a:pt x="1028" y="835"/>
                </a:lnTo>
                <a:close/>
                <a:moveTo>
                  <a:pt x="1798" y="2140"/>
                </a:moveTo>
                <a:lnTo>
                  <a:pt x="1948" y="2183"/>
                </a:lnTo>
                <a:lnTo>
                  <a:pt x="2076" y="2225"/>
                </a:lnTo>
                <a:lnTo>
                  <a:pt x="2141" y="2247"/>
                </a:lnTo>
                <a:lnTo>
                  <a:pt x="2205" y="2290"/>
                </a:lnTo>
                <a:lnTo>
                  <a:pt x="2248" y="2354"/>
                </a:lnTo>
                <a:lnTo>
                  <a:pt x="2269" y="2418"/>
                </a:lnTo>
                <a:lnTo>
                  <a:pt x="2248" y="2525"/>
                </a:lnTo>
                <a:lnTo>
                  <a:pt x="2226" y="2675"/>
                </a:lnTo>
                <a:lnTo>
                  <a:pt x="2162" y="2803"/>
                </a:lnTo>
                <a:lnTo>
                  <a:pt x="2119" y="2825"/>
                </a:lnTo>
                <a:lnTo>
                  <a:pt x="2076" y="2846"/>
                </a:lnTo>
                <a:lnTo>
                  <a:pt x="2012" y="2803"/>
                </a:lnTo>
                <a:lnTo>
                  <a:pt x="1969" y="2718"/>
                </a:lnTo>
                <a:lnTo>
                  <a:pt x="1884" y="2482"/>
                </a:lnTo>
                <a:lnTo>
                  <a:pt x="1820" y="2247"/>
                </a:lnTo>
                <a:lnTo>
                  <a:pt x="1798" y="2140"/>
                </a:lnTo>
                <a:close/>
                <a:moveTo>
                  <a:pt x="1221" y="2033"/>
                </a:moveTo>
                <a:lnTo>
                  <a:pt x="1306" y="2054"/>
                </a:lnTo>
                <a:lnTo>
                  <a:pt x="1392" y="2076"/>
                </a:lnTo>
                <a:lnTo>
                  <a:pt x="1563" y="2546"/>
                </a:lnTo>
                <a:lnTo>
                  <a:pt x="1713" y="3017"/>
                </a:lnTo>
                <a:lnTo>
                  <a:pt x="1627" y="3039"/>
                </a:lnTo>
                <a:lnTo>
                  <a:pt x="1584" y="3039"/>
                </a:lnTo>
                <a:lnTo>
                  <a:pt x="1541" y="2996"/>
                </a:lnTo>
                <a:lnTo>
                  <a:pt x="1499" y="2910"/>
                </a:lnTo>
                <a:lnTo>
                  <a:pt x="1434" y="2760"/>
                </a:lnTo>
                <a:lnTo>
                  <a:pt x="1392" y="2611"/>
                </a:lnTo>
                <a:lnTo>
                  <a:pt x="1285" y="2332"/>
                </a:lnTo>
                <a:lnTo>
                  <a:pt x="1242" y="2183"/>
                </a:lnTo>
                <a:lnTo>
                  <a:pt x="1221" y="2033"/>
                </a:lnTo>
                <a:close/>
                <a:moveTo>
                  <a:pt x="1007" y="0"/>
                </a:moveTo>
                <a:lnTo>
                  <a:pt x="964" y="22"/>
                </a:lnTo>
                <a:lnTo>
                  <a:pt x="942" y="43"/>
                </a:lnTo>
                <a:lnTo>
                  <a:pt x="942" y="86"/>
                </a:lnTo>
                <a:lnTo>
                  <a:pt x="921" y="171"/>
                </a:lnTo>
                <a:lnTo>
                  <a:pt x="921" y="278"/>
                </a:lnTo>
                <a:lnTo>
                  <a:pt x="921" y="343"/>
                </a:lnTo>
                <a:lnTo>
                  <a:pt x="942" y="385"/>
                </a:lnTo>
                <a:lnTo>
                  <a:pt x="921" y="407"/>
                </a:lnTo>
                <a:lnTo>
                  <a:pt x="857" y="450"/>
                </a:lnTo>
                <a:lnTo>
                  <a:pt x="771" y="450"/>
                </a:lnTo>
                <a:lnTo>
                  <a:pt x="728" y="364"/>
                </a:lnTo>
                <a:lnTo>
                  <a:pt x="707" y="278"/>
                </a:lnTo>
                <a:lnTo>
                  <a:pt x="686" y="193"/>
                </a:lnTo>
                <a:lnTo>
                  <a:pt x="643" y="107"/>
                </a:lnTo>
                <a:lnTo>
                  <a:pt x="621" y="86"/>
                </a:lnTo>
                <a:lnTo>
                  <a:pt x="579" y="65"/>
                </a:lnTo>
                <a:lnTo>
                  <a:pt x="514" y="65"/>
                </a:lnTo>
                <a:lnTo>
                  <a:pt x="472" y="107"/>
                </a:lnTo>
                <a:lnTo>
                  <a:pt x="450" y="150"/>
                </a:lnTo>
                <a:lnTo>
                  <a:pt x="429" y="193"/>
                </a:lnTo>
                <a:lnTo>
                  <a:pt x="429" y="300"/>
                </a:lnTo>
                <a:lnTo>
                  <a:pt x="450" y="407"/>
                </a:lnTo>
                <a:lnTo>
                  <a:pt x="450" y="535"/>
                </a:lnTo>
                <a:lnTo>
                  <a:pt x="450" y="578"/>
                </a:lnTo>
                <a:lnTo>
                  <a:pt x="407" y="642"/>
                </a:lnTo>
                <a:lnTo>
                  <a:pt x="365" y="685"/>
                </a:lnTo>
                <a:lnTo>
                  <a:pt x="301" y="728"/>
                </a:lnTo>
                <a:lnTo>
                  <a:pt x="215" y="813"/>
                </a:lnTo>
                <a:lnTo>
                  <a:pt x="108" y="985"/>
                </a:lnTo>
                <a:lnTo>
                  <a:pt x="22" y="1156"/>
                </a:lnTo>
                <a:lnTo>
                  <a:pt x="1" y="1391"/>
                </a:lnTo>
                <a:lnTo>
                  <a:pt x="22" y="1498"/>
                </a:lnTo>
                <a:lnTo>
                  <a:pt x="65" y="1605"/>
                </a:lnTo>
                <a:lnTo>
                  <a:pt x="108" y="1691"/>
                </a:lnTo>
                <a:lnTo>
                  <a:pt x="172" y="1733"/>
                </a:lnTo>
                <a:lnTo>
                  <a:pt x="236" y="1798"/>
                </a:lnTo>
                <a:lnTo>
                  <a:pt x="322" y="1819"/>
                </a:lnTo>
                <a:lnTo>
                  <a:pt x="450" y="1862"/>
                </a:lnTo>
                <a:lnTo>
                  <a:pt x="600" y="1883"/>
                </a:lnTo>
                <a:lnTo>
                  <a:pt x="750" y="1905"/>
                </a:lnTo>
                <a:lnTo>
                  <a:pt x="793" y="1926"/>
                </a:lnTo>
                <a:lnTo>
                  <a:pt x="835" y="1947"/>
                </a:lnTo>
                <a:lnTo>
                  <a:pt x="900" y="2033"/>
                </a:lnTo>
                <a:lnTo>
                  <a:pt x="942" y="2161"/>
                </a:lnTo>
                <a:lnTo>
                  <a:pt x="1007" y="2418"/>
                </a:lnTo>
                <a:lnTo>
                  <a:pt x="1178" y="2910"/>
                </a:lnTo>
                <a:lnTo>
                  <a:pt x="1221" y="3039"/>
                </a:lnTo>
                <a:lnTo>
                  <a:pt x="1221" y="3103"/>
                </a:lnTo>
                <a:lnTo>
                  <a:pt x="1221" y="3145"/>
                </a:lnTo>
                <a:lnTo>
                  <a:pt x="1199" y="3167"/>
                </a:lnTo>
                <a:lnTo>
                  <a:pt x="1156" y="3188"/>
                </a:lnTo>
                <a:lnTo>
                  <a:pt x="1007" y="3210"/>
                </a:lnTo>
                <a:lnTo>
                  <a:pt x="878" y="3188"/>
                </a:lnTo>
                <a:lnTo>
                  <a:pt x="707" y="3167"/>
                </a:lnTo>
                <a:lnTo>
                  <a:pt x="514" y="3145"/>
                </a:lnTo>
                <a:lnTo>
                  <a:pt x="407" y="3145"/>
                </a:lnTo>
                <a:lnTo>
                  <a:pt x="386" y="3167"/>
                </a:lnTo>
                <a:lnTo>
                  <a:pt x="386" y="3210"/>
                </a:lnTo>
                <a:lnTo>
                  <a:pt x="365" y="3317"/>
                </a:lnTo>
                <a:lnTo>
                  <a:pt x="386" y="3424"/>
                </a:lnTo>
                <a:lnTo>
                  <a:pt x="407" y="3488"/>
                </a:lnTo>
                <a:lnTo>
                  <a:pt x="472" y="3552"/>
                </a:lnTo>
                <a:lnTo>
                  <a:pt x="536" y="3595"/>
                </a:lnTo>
                <a:lnTo>
                  <a:pt x="686" y="3659"/>
                </a:lnTo>
                <a:lnTo>
                  <a:pt x="878" y="3680"/>
                </a:lnTo>
                <a:lnTo>
                  <a:pt x="1049" y="3680"/>
                </a:lnTo>
                <a:lnTo>
                  <a:pt x="1242" y="3638"/>
                </a:lnTo>
                <a:lnTo>
                  <a:pt x="1413" y="3638"/>
                </a:lnTo>
                <a:lnTo>
                  <a:pt x="1456" y="3680"/>
                </a:lnTo>
                <a:lnTo>
                  <a:pt x="1499" y="3723"/>
                </a:lnTo>
                <a:lnTo>
                  <a:pt x="1541" y="3787"/>
                </a:lnTo>
                <a:lnTo>
                  <a:pt x="1584" y="3809"/>
                </a:lnTo>
                <a:lnTo>
                  <a:pt x="1648" y="3787"/>
                </a:lnTo>
                <a:lnTo>
                  <a:pt x="1670" y="3787"/>
                </a:lnTo>
                <a:lnTo>
                  <a:pt x="1691" y="3723"/>
                </a:lnTo>
                <a:lnTo>
                  <a:pt x="1691" y="3659"/>
                </a:lnTo>
                <a:lnTo>
                  <a:pt x="1713" y="3595"/>
                </a:lnTo>
                <a:lnTo>
                  <a:pt x="1777" y="3509"/>
                </a:lnTo>
                <a:lnTo>
                  <a:pt x="1820" y="3488"/>
                </a:lnTo>
                <a:lnTo>
                  <a:pt x="1841" y="3488"/>
                </a:lnTo>
                <a:lnTo>
                  <a:pt x="1884" y="3509"/>
                </a:lnTo>
                <a:lnTo>
                  <a:pt x="1927" y="3595"/>
                </a:lnTo>
                <a:lnTo>
                  <a:pt x="2012" y="3787"/>
                </a:lnTo>
                <a:lnTo>
                  <a:pt x="2055" y="3937"/>
                </a:lnTo>
                <a:lnTo>
                  <a:pt x="2098" y="4044"/>
                </a:lnTo>
                <a:lnTo>
                  <a:pt x="2162" y="4108"/>
                </a:lnTo>
                <a:lnTo>
                  <a:pt x="2226" y="4108"/>
                </a:lnTo>
                <a:lnTo>
                  <a:pt x="2248" y="4087"/>
                </a:lnTo>
                <a:lnTo>
                  <a:pt x="2290" y="4023"/>
                </a:lnTo>
                <a:lnTo>
                  <a:pt x="2312" y="3916"/>
                </a:lnTo>
                <a:lnTo>
                  <a:pt x="2290" y="3809"/>
                </a:lnTo>
                <a:lnTo>
                  <a:pt x="2248" y="3595"/>
                </a:lnTo>
                <a:lnTo>
                  <a:pt x="2205" y="3509"/>
                </a:lnTo>
                <a:lnTo>
                  <a:pt x="2183" y="3402"/>
                </a:lnTo>
                <a:lnTo>
                  <a:pt x="2205" y="3295"/>
                </a:lnTo>
                <a:lnTo>
                  <a:pt x="2226" y="3274"/>
                </a:lnTo>
                <a:lnTo>
                  <a:pt x="2269" y="3231"/>
                </a:lnTo>
                <a:lnTo>
                  <a:pt x="2354" y="3124"/>
                </a:lnTo>
                <a:lnTo>
                  <a:pt x="2461" y="3039"/>
                </a:lnTo>
                <a:lnTo>
                  <a:pt x="2547" y="2953"/>
                </a:lnTo>
                <a:lnTo>
                  <a:pt x="2633" y="2825"/>
                </a:lnTo>
                <a:lnTo>
                  <a:pt x="2654" y="2718"/>
                </a:lnTo>
                <a:lnTo>
                  <a:pt x="2675" y="2611"/>
                </a:lnTo>
                <a:lnTo>
                  <a:pt x="2654" y="2418"/>
                </a:lnTo>
                <a:lnTo>
                  <a:pt x="2611" y="2225"/>
                </a:lnTo>
                <a:lnTo>
                  <a:pt x="2526" y="2054"/>
                </a:lnTo>
                <a:lnTo>
                  <a:pt x="2397" y="1905"/>
                </a:lnTo>
                <a:lnTo>
                  <a:pt x="2248" y="1755"/>
                </a:lnTo>
                <a:lnTo>
                  <a:pt x="2076" y="1669"/>
                </a:lnTo>
                <a:lnTo>
                  <a:pt x="1884" y="1584"/>
                </a:lnTo>
                <a:lnTo>
                  <a:pt x="1713" y="1562"/>
                </a:lnTo>
                <a:lnTo>
                  <a:pt x="1627" y="1562"/>
                </a:lnTo>
                <a:lnTo>
                  <a:pt x="1563" y="1541"/>
                </a:lnTo>
                <a:lnTo>
                  <a:pt x="1541" y="1477"/>
                </a:lnTo>
                <a:lnTo>
                  <a:pt x="1520" y="1370"/>
                </a:lnTo>
                <a:lnTo>
                  <a:pt x="1477" y="1156"/>
                </a:lnTo>
                <a:lnTo>
                  <a:pt x="1392" y="942"/>
                </a:lnTo>
                <a:lnTo>
                  <a:pt x="1349" y="813"/>
                </a:lnTo>
                <a:lnTo>
                  <a:pt x="1349" y="771"/>
                </a:lnTo>
                <a:lnTo>
                  <a:pt x="1392" y="728"/>
                </a:lnTo>
                <a:lnTo>
                  <a:pt x="1499" y="685"/>
                </a:lnTo>
                <a:lnTo>
                  <a:pt x="1648" y="685"/>
                </a:lnTo>
                <a:lnTo>
                  <a:pt x="1798" y="664"/>
                </a:lnTo>
                <a:lnTo>
                  <a:pt x="1884" y="664"/>
                </a:lnTo>
                <a:lnTo>
                  <a:pt x="1948" y="621"/>
                </a:lnTo>
                <a:lnTo>
                  <a:pt x="2012" y="578"/>
                </a:lnTo>
                <a:lnTo>
                  <a:pt x="2055" y="514"/>
                </a:lnTo>
                <a:lnTo>
                  <a:pt x="2076" y="428"/>
                </a:lnTo>
                <a:lnTo>
                  <a:pt x="2055" y="364"/>
                </a:lnTo>
                <a:lnTo>
                  <a:pt x="2012" y="300"/>
                </a:lnTo>
                <a:lnTo>
                  <a:pt x="1927" y="278"/>
                </a:lnTo>
                <a:lnTo>
                  <a:pt x="1777" y="236"/>
                </a:lnTo>
                <a:lnTo>
                  <a:pt x="1606" y="236"/>
                </a:lnTo>
                <a:lnTo>
                  <a:pt x="1413" y="257"/>
                </a:lnTo>
                <a:lnTo>
                  <a:pt x="1306" y="278"/>
                </a:lnTo>
                <a:lnTo>
                  <a:pt x="1221" y="278"/>
                </a:lnTo>
                <a:lnTo>
                  <a:pt x="1199" y="257"/>
                </a:lnTo>
                <a:lnTo>
                  <a:pt x="1178" y="236"/>
                </a:lnTo>
                <a:lnTo>
                  <a:pt x="1156" y="150"/>
                </a:lnTo>
                <a:lnTo>
                  <a:pt x="1135" y="86"/>
                </a:lnTo>
                <a:lnTo>
                  <a:pt x="1114" y="43"/>
                </a:lnTo>
                <a:lnTo>
                  <a:pt x="1071" y="22"/>
                </a:lnTo>
                <a:lnTo>
                  <a:pt x="1007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32"/>
          <p:cNvSpPr/>
          <p:nvPr/>
        </p:nvSpPr>
        <p:spPr>
          <a:xfrm>
            <a:off x="6731900" y="2446725"/>
            <a:ext cx="486900" cy="4377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32"/>
          <p:cNvSpPr/>
          <p:nvPr/>
        </p:nvSpPr>
        <p:spPr>
          <a:xfrm>
            <a:off x="6814267" y="2514570"/>
            <a:ext cx="333307" cy="315240"/>
          </a:xfrm>
          <a:custGeom>
            <a:rect b="b" l="l" r="r" t="t"/>
            <a:pathLst>
              <a:path extrusionOk="0" h="18251" w="19297">
                <a:moveTo>
                  <a:pt x="18396" y="828"/>
                </a:moveTo>
                <a:lnTo>
                  <a:pt x="18761" y="877"/>
                </a:lnTo>
                <a:lnTo>
                  <a:pt x="18737" y="1242"/>
                </a:lnTo>
                <a:lnTo>
                  <a:pt x="18615" y="1266"/>
                </a:lnTo>
                <a:lnTo>
                  <a:pt x="18493" y="1315"/>
                </a:lnTo>
                <a:lnTo>
                  <a:pt x="18274" y="1436"/>
                </a:lnTo>
                <a:lnTo>
                  <a:pt x="18007" y="1582"/>
                </a:lnTo>
                <a:lnTo>
                  <a:pt x="17739" y="1777"/>
                </a:lnTo>
                <a:lnTo>
                  <a:pt x="17642" y="1850"/>
                </a:lnTo>
                <a:lnTo>
                  <a:pt x="17618" y="1801"/>
                </a:lnTo>
                <a:lnTo>
                  <a:pt x="17545" y="1704"/>
                </a:lnTo>
                <a:lnTo>
                  <a:pt x="17496" y="1680"/>
                </a:lnTo>
                <a:lnTo>
                  <a:pt x="17423" y="1655"/>
                </a:lnTo>
                <a:lnTo>
                  <a:pt x="17131" y="1631"/>
                </a:lnTo>
                <a:lnTo>
                  <a:pt x="17301" y="1509"/>
                </a:lnTo>
                <a:lnTo>
                  <a:pt x="17472" y="1388"/>
                </a:lnTo>
                <a:lnTo>
                  <a:pt x="17837" y="1144"/>
                </a:lnTo>
                <a:lnTo>
                  <a:pt x="18104" y="974"/>
                </a:lnTo>
                <a:lnTo>
                  <a:pt x="18250" y="901"/>
                </a:lnTo>
                <a:lnTo>
                  <a:pt x="18396" y="828"/>
                </a:lnTo>
                <a:close/>
                <a:moveTo>
                  <a:pt x="18712" y="1582"/>
                </a:moveTo>
                <a:lnTo>
                  <a:pt x="18688" y="2385"/>
                </a:lnTo>
                <a:lnTo>
                  <a:pt x="18688" y="3164"/>
                </a:lnTo>
                <a:lnTo>
                  <a:pt x="18469" y="3334"/>
                </a:lnTo>
                <a:lnTo>
                  <a:pt x="18250" y="3529"/>
                </a:lnTo>
                <a:lnTo>
                  <a:pt x="17982" y="3748"/>
                </a:lnTo>
                <a:lnTo>
                  <a:pt x="17861" y="3870"/>
                </a:lnTo>
                <a:lnTo>
                  <a:pt x="17764" y="4016"/>
                </a:lnTo>
                <a:lnTo>
                  <a:pt x="17739" y="3407"/>
                </a:lnTo>
                <a:lnTo>
                  <a:pt x="17739" y="3334"/>
                </a:lnTo>
                <a:lnTo>
                  <a:pt x="17958" y="3140"/>
                </a:lnTo>
                <a:lnTo>
                  <a:pt x="18177" y="2945"/>
                </a:lnTo>
                <a:lnTo>
                  <a:pt x="18493" y="2653"/>
                </a:lnTo>
                <a:lnTo>
                  <a:pt x="18615" y="2531"/>
                </a:lnTo>
                <a:lnTo>
                  <a:pt x="18664" y="2458"/>
                </a:lnTo>
                <a:lnTo>
                  <a:pt x="18688" y="2361"/>
                </a:lnTo>
                <a:lnTo>
                  <a:pt x="18664" y="2312"/>
                </a:lnTo>
                <a:lnTo>
                  <a:pt x="18615" y="2288"/>
                </a:lnTo>
                <a:lnTo>
                  <a:pt x="18518" y="2264"/>
                </a:lnTo>
                <a:lnTo>
                  <a:pt x="18445" y="2288"/>
                </a:lnTo>
                <a:lnTo>
                  <a:pt x="18347" y="2312"/>
                </a:lnTo>
                <a:lnTo>
                  <a:pt x="18274" y="2385"/>
                </a:lnTo>
                <a:lnTo>
                  <a:pt x="18128" y="2531"/>
                </a:lnTo>
                <a:lnTo>
                  <a:pt x="18007" y="2653"/>
                </a:lnTo>
                <a:lnTo>
                  <a:pt x="17739" y="2945"/>
                </a:lnTo>
                <a:lnTo>
                  <a:pt x="17739" y="2531"/>
                </a:lnTo>
                <a:lnTo>
                  <a:pt x="17691" y="2118"/>
                </a:lnTo>
                <a:lnTo>
                  <a:pt x="17788" y="2069"/>
                </a:lnTo>
                <a:lnTo>
                  <a:pt x="18055" y="1947"/>
                </a:lnTo>
                <a:lnTo>
                  <a:pt x="18323" y="1777"/>
                </a:lnTo>
                <a:lnTo>
                  <a:pt x="18518" y="1680"/>
                </a:lnTo>
                <a:lnTo>
                  <a:pt x="18712" y="1582"/>
                </a:lnTo>
                <a:close/>
                <a:moveTo>
                  <a:pt x="18688" y="3529"/>
                </a:moveTo>
                <a:lnTo>
                  <a:pt x="18688" y="3894"/>
                </a:lnTo>
                <a:lnTo>
                  <a:pt x="18664" y="4843"/>
                </a:lnTo>
                <a:lnTo>
                  <a:pt x="18639" y="4843"/>
                </a:lnTo>
                <a:lnTo>
                  <a:pt x="18518" y="4916"/>
                </a:lnTo>
                <a:lnTo>
                  <a:pt x="18396" y="5038"/>
                </a:lnTo>
                <a:lnTo>
                  <a:pt x="18177" y="5305"/>
                </a:lnTo>
                <a:lnTo>
                  <a:pt x="17982" y="5451"/>
                </a:lnTo>
                <a:lnTo>
                  <a:pt x="17788" y="5597"/>
                </a:lnTo>
                <a:lnTo>
                  <a:pt x="17788" y="5013"/>
                </a:lnTo>
                <a:lnTo>
                  <a:pt x="18128" y="4819"/>
                </a:lnTo>
                <a:lnTo>
                  <a:pt x="18274" y="4746"/>
                </a:lnTo>
                <a:lnTo>
                  <a:pt x="18445" y="4673"/>
                </a:lnTo>
                <a:lnTo>
                  <a:pt x="18591" y="4575"/>
                </a:lnTo>
                <a:lnTo>
                  <a:pt x="18639" y="4527"/>
                </a:lnTo>
                <a:lnTo>
                  <a:pt x="18664" y="4454"/>
                </a:lnTo>
                <a:lnTo>
                  <a:pt x="18664" y="4429"/>
                </a:lnTo>
                <a:lnTo>
                  <a:pt x="18639" y="4381"/>
                </a:lnTo>
                <a:lnTo>
                  <a:pt x="18566" y="4332"/>
                </a:lnTo>
                <a:lnTo>
                  <a:pt x="18420" y="4332"/>
                </a:lnTo>
                <a:lnTo>
                  <a:pt x="18347" y="4356"/>
                </a:lnTo>
                <a:lnTo>
                  <a:pt x="18177" y="4429"/>
                </a:lnTo>
                <a:lnTo>
                  <a:pt x="18031" y="4502"/>
                </a:lnTo>
                <a:lnTo>
                  <a:pt x="17788" y="4673"/>
                </a:lnTo>
                <a:lnTo>
                  <a:pt x="17764" y="4137"/>
                </a:lnTo>
                <a:lnTo>
                  <a:pt x="17958" y="4040"/>
                </a:lnTo>
                <a:lnTo>
                  <a:pt x="18128" y="3943"/>
                </a:lnTo>
                <a:lnTo>
                  <a:pt x="18445" y="3699"/>
                </a:lnTo>
                <a:lnTo>
                  <a:pt x="18688" y="3529"/>
                </a:lnTo>
                <a:close/>
                <a:moveTo>
                  <a:pt x="18664" y="5305"/>
                </a:moveTo>
                <a:lnTo>
                  <a:pt x="18639" y="6011"/>
                </a:lnTo>
                <a:lnTo>
                  <a:pt x="18396" y="6108"/>
                </a:lnTo>
                <a:lnTo>
                  <a:pt x="18177" y="6230"/>
                </a:lnTo>
                <a:lnTo>
                  <a:pt x="17982" y="6376"/>
                </a:lnTo>
                <a:lnTo>
                  <a:pt x="17764" y="6522"/>
                </a:lnTo>
                <a:lnTo>
                  <a:pt x="17764" y="6522"/>
                </a:lnTo>
                <a:lnTo>
                  <a:pt x="17788" y="5865"/>
                </a:lnTo>
                <a:lnTo>
                  <a:pt x="17934" y="5816"/>
                </a:lnTo>
                <a:lnTo>
                  <a:pt x="18080" y="5743"/>
                </a:lnTo>
                <a:lnTo>
                  <a:pt x="18201" y="5670"/>
                </a:lnTo>
                <a:lnTo>
                  <a:pt x="18323" y="5597"/>
                </a:lnTo>
                <a:lnTo>
                  <a:pt x="18493" y="5476"/>
                </a:lnTo>
                <a:lnTo>
                  <a:pt x="18664" y="5305"/>
                </a:lnTo>
                <a:close/>
                <a:moveTo>
                  <a:pt x="18615" y="6425"/>
                </a:moveTo>
                <a:lnTo>
                  <a:pt x="18615" y="6473"/>
                </a:lnTo>
                <a:lnTo>
                  <a:pt x="18518" y="6498"/>
                </a:lnTo>
                <a:lnTo>
                  <a:pt x="18420" y="6546"/>
                </a:lnTo>
                <a:lnTo>
                  <a:pt x="18250" y="6668"/>
                </a:lnTo>
                <a:lnTo>
                  <a:pt x="18104" y="6765"/>
                </a:lnTo>
                <a:lnTo>
                  <a:pt x="17982" y="6887"/>
                </a:lnTo>
                <a:lnTo>
                  <a:pt x="17739" y="7155"/>
                </a:lnTo>
                <a:lnTo>
                  <a:pt x="17764" y="6717"/>
                </a:lnTo>
                <a:lnTo>
                  <a:pt x="17982" y="6668"/>
                </a:lnTo>
                <a:lnTo>
                  <a:pt x="18201" y="6595"/>
                </a:lnTo>
                <a:lnTo>
                  <a:pt x="18615" y="6425"/>
                </a:lnTo>
                <a:close/>
                <a:moveTo>
                  <a:pt x="18615" y="6838"/>
                </a:moveTo>
                <a:lnTo>
                  <a:pt x="18591" y="7349"/>
                </a:lnTo>
                <a:lnTo>
                  <a:pt x="18591" y="7666"/>
                </a:lnTo>
                <a:lnTo>
                  <a:pt x="18420" y="7787"/>
                </a:lnTo>
                <a:lnTo>
                  <a:pt x="18250" y="7909"/>
                </a:lnTo>
                <a:lnTo>
                  <a:pt x="17958" y="8103"/>
                </a:lnTo>
                <a:lnTo>
                  <a:pt x="17666" y="8322"/>
                </a:lnTo>
                <a:lnTo>
                  <a:pt x="17715" y="7739"/>
                </a:lnTo>
                <a:lnTo>
                  <a:pt x="17739" y="7349"/>
                </a:lnTo>
                <a:lnTo>
                  <a:pt x="18080" y="7155"/>
                </a:lnTo>
                <a:lnTo>
                  <a:pt x="18420" y="6960"/>
                </a:lnTo>
                <a:lnTo>
                  <a:pt x="18615" y="6838"/>
                </a:lnTo>
                <a:close/>
                <a:moveTo>
                  <a:pt x="18566" y="8103"/>
                </a:moveTo>
                <a:lnTo>
                  <a:pt x="18542" y="8420"/>
                </a:lnTo>
                <a:lnTo>
                  <a:pt x="18420" y="8493"/>
                </a:lnTo>
                <a:lnTo>
                  <a:pt x="18274" y="8566"/>
                </a:lnTo>
                <a:lnTo>
                  <a:pt x="18055" y="8785"/>
                </a:lnTo>
                <a:lnTo>
                  <a:pt x="17812" y="9004"/>
                </a:lnTo>
                <a:lnTo>
                  <a:pt x="17593" y="9247"/>
                </a:lnTo>
                <a:lnTo>
                  <a:pt x="17642" y="8566"/>
                </a:lnTo>
                <a:lnTo>
                  <a:pt x="18031" y="8395"/>
                </a:lnTo>
                <a:lnTo>
                  <a:pt x="18420" y="8201"/>
                </a:lnTo>
                <a:lnTo>
                  <a:pt x="18566" y="8103"/>
                </a:lnTo>
                <a:close/>
                <a:moveTo>
                  <a:pt x="18542" y="8809"/>
                </a:moveTo>
                <a:lnTo>
                  <a:pt x="18542" y="9077"/>
                </a:lnTo>
                <a:lnTo>
                  <a:pt x="18299" y="9271"/>
                </a:lnTo>
                <a:lnTo>
                  <a:pt x="17934" y="9588"/>
                </a:lnTo>
                <a:lnTo>
                  <a:pt x="17593" y="9928"/>
                </a:lnTo>
                <a:lnTo>
                  <a:pt x="17569" y="9953"/>
                </a:lnTo>
                <a:lnTo>
                  <a:pt x="17569" y="9977"/>
                </a:lnTo>
                <a:lnTo>
                  <a:pt x="17593" y="10001"/>
                </a:lnTo>
                <a:lnTo>
                  <a:pt x="17642" y="10001"/>
                </a:lnTo>
                <a:lnTo>
                  <a:pt x="18080" y="9831"/>
                </a:lnTo>
                <a:lnTo>
                  <a:pt x="18274" y="9709"/>
                </a:lnTo>
                <a:lnTo>
                  <a:pt x="18493" y="9588"/>
                </a:lnTo>
                <a:lnTo>
                  <a:pt x="18518" y="9563"/>
                </a:lnTo>
                <a:lnTo>
                  <a:pt x="18518" y="9977"/>
                </a:lnTo>
                <a:lnTo>
                  <a:pt x="18396" y="10026"/>
                </a:lnTo>
                <a:lnTo>
                  <a:pt x="18274" y="10074"/>
                </a:lnTo>
                <a:lnTo>
                  <a:pt x="18080" y="10220"/>
                </a:lnTo>
                <a:lnTo>
                  <a:pt x="17788" y="10464"/>
                </a:lnTo>
                <a:lnTo>
                  <a:pt x="17520" y="10731"/>
                </a:lnTo>
                <a:lnTo>
                  <a:pt x="17520" y="10245"/>
                </a:lnTo>
                <a:lnTo>
                  <a:pt x="17569" y="9490"/>
                </a:lnTo>
                <a:lnTo>
                  <a:pt x="17837" y="9344"/>
                </a:lnTo>
                <a:lnTo>
                  <a:pt x="18104" y="9150"/>
                </a:lnTo>
                <a:lnTo>
                  <a:pt x="18274" y="8979"/>
                </a:lnTo>
                <a:lnTo>
                  <a:pt x="18469" y="8833"/>
                </a:lnTo>
                <a:lnTo>
                  <a:pt x="18542" y="8809"/>
                </a:lnTo>
                <a:close/>
                <a:moveTo>
                  <a:pt x="18518" y="10342"/>
                </a:moveTo>
                <a:lnTo>
                  <a:pt x="18518" y="10975"/>
                </a:lnTo>
                <a:lnTo>
                  <a:pt x="18347" y="11096"/>
                </a:lnTo>
                <a:lnTo>
                  <a:pt x="18201" y="11194"/>
                </a:lnTo>
                <a:lnTo>
                  <a:pt x="17861" y="11486"/>
                </a:lnTo>
                <a:lnTo>
                  <a:pt x="17715" y="11632"/>
                </a:lnTo>
                <a:lnTo>
                  <a:pt x="17569" y="11802"/>
                </a:lnTo>
                <a:lnTo>
                  <a:pt x="17545" y="11559"/>
                </a:lnTo>
                <a:lnTo>
                  <a:pt x="17520" y="11048"/>
                </a:lnTo>
                <a:lnTo>
                  <a:pt x="17691" y="10975"/>
                </a:lnTo>
                <a:lnTo>
                  <a:pt x="17837" y="10877"/>
                </a:lnTo>
                <a:lnTo>
                  <a:pt x="18128" y="10634"/>
                </a:lnTo>
                <a:lnTo>
                  <a:pt x="18518" y="10342"/>
                </a:lnTo>
                <a:close/>
                <a:moveTo>
                  <a:pt x="18518" y="11413"/>
                </a:moveTo>
                <a:lnTo>
                  <a:pt x="18542" y="11802"/>
                </a:lnTo>
                <a:lnTo>
                  <a:pt x="18347" y="11899"/>
                </a:lnTo>
                <a:lnTo>
                  <a:pt x="18177" y="12021"/>
                </a:lnTo>
                <a:lnTo>
                  <a:pt x="17837" y="12289"/>
                </a:lnTo>
                <a:lnTo>
                  <a:pt x="17764" y="12240"/>
                </a:lnTo>
                <a:lnTo>
                  <a:pt x="17642" y="12240"/>
                </a:lnTo>
                <a:lnTo>
                  <a:pt x="17593" y="12021"/>
                </a:lnTo>
                <a:lnTo>
                  <a:pt x="18299" y="11559"/>
                </a:lnTo>
                <a:lnTo>
                  <a:pt x="18518" y="11413"/>
                </a:lnTo>
                <a:close/>
                <a:moveTo>
                  <a:pt x="2093" y="1899"/>
                </a:moveTo>
                <a:lnTo>
                  <a:pt x="2385" y="1972"/>
                </a:lnTo>
                <a:lnTo>
                  <a:pt x="2702" y="1996"/>
                </a:lnTo>
                <a:lnTo>
                  <a:pt x="3334" y="2045"/>
                </a:lnTo>
                <a:lnTo>
                  <a:pt x="4356" y="2093"/>
                </a:lnTo>
                <a:lnTo>
                  <a:pt x="5354" y="2118"/>
                </a:lnTo>
                <a:lnTo>
                  <a:pt x="6376" y="2118"/>
                </a:lnTo>
                <a:lnTo>
                  <a:pt x="7398" y="2093"/>
                </a:lnTo>
                <a:lnTo>
                  <a:pt x="9466" y="2020"/>
                </a:lnTo>
                <a:lnTo>
                  <a:pt x="11413" y="1972"/>
                </a:lnTo>
                <a:lnTo>
                  <a:pt x="13359" y="1947"/>
                </a:lnTo>
                <a:lnTo>
                  <a:pt x="14357" y="1947"/>
                </a:lnTo>
                <a:lnTo>
                  <a:pt x="15330" y="1996"/>
                </a:lnTo>
                <a:lnTo>
                  <a:pt x="16304" y="2045"/>
                </a:lnTo>
                <a:lnTo>
                  <a:pt x="17277" y="2142"/>
                </a:lnTo>
                <a:lnTo>
                  <a:pt x="17253" y="2483"/>
                </a:lnTo>
                <a:lnTo>
                  <a:pt x="17228" y="2823"/>
                </a:lnTo>
                <a:lnTo>
                  <a:pt x="17228" y="3529"/>
                </a:lnTo>
                <a:lnTo>
                  <a:pt x="17277" y="4210"/>
                </a:lnTo>
                <a:lnTo>
                  <a:pt x="17301" y="4892"/>
                </a:lnTo>
                <a:lnTo>
                  <a:pt x="17301" y="5646"/>
                </a:lnTo>
                <a:lnTo>
                  <a:pt x="17277" y="6376"/>
                </a:lnTo>
                <a:lnTo>
                  <a:pt x="17180" y="7885"/>
                </a:lnTo>
                <a:lnTo>
                  <a:pt x="17082" y="9125"/>
                </a:lnTo>
                <a:lnTo>
                  <a:pt x="17034" y="9758"/>
                </a:lnTo>
                <a:lnTo>
                  <a:pt x="17009" y="10391"/>
                </a:lnTo>
                <a:lnTo>
                  <a:pt x="16985" y="10829"/>
                </a:lnTo>
                <a:lnTo>
                  <a:pt x="16961" y="11291"/>
                </a:lnTo>
                <a:lnTo>
                  <a:pt x="16985" y="11778"/>
                </a:lnTo>
                <a:lnTo>
                  <a:pt x="17009" y="12021"/>
                </a:lnTo>
                <a:lnTo>
                  <a:pt x="17058" y="12240"/>
                </a:lnTo>
                <a:lnTo>
                  <a:pt x="9539" y="12240"/>
                </a:lnTo>
                <a:lnTo>
                  <a:pt x="8566" y="12264"/>
                </a:lnTo>
                <a:lnTo>
                  <a:pt x="7568" y="12289"/>
                </a:lnTo>
                <a:lnTo>
                  <a:pt x="5622" y="12386"/>
                </a:lnTo>
                <a:lnTo>
                  <a:pt x="5086" y="12410"/>
                </a:lnTo>
                <a:lnTo>
                  <a:pt x="4551" y="12410"/>
                </a:lnTo>
                <a:lnTo>
                  <a:pt x="4040" y="12362"/>
                </a:lnTo>
                <a:lnTo>
                  <a:pt x="3529" y="12313"/>
                </a:lnTo>
                <a:lnTo>
                  <a:pt x="2994" y="12216"/>
                </a:lnTo>
                <a:lnTo>
                  <a:pt x="2702" y="12191"/>
                </a:lnTo>
                <a:lnTo>
                  <a:pt x="2434" y="12216"/>
                </a:lnTo>
                <a:lnTo>
                  <a:pt x="2385" y="11997"/>
                </a:lnTo>
                <a:lnTo>
                  <a:pt x="2361" y="11753"/>
                </a:lnTo>
                <a:lnTo>
                  <a:pt x="2337" y="11267"/>
                </a:lnTo>
                <a:lnTo>
                  <a:pt x="2361" y="10318"/>
                </a:lnTo>
                <a:lnTo>
                  <a:pt x="2361" y="9661"/>
                </a:lnTo>
                <a:lnTo>
                  <a:pt x="2337" y="8979"/>
                </a:lnTo>
                <a:lnTo>
                  <a:pt x="2312" y="7666"/>
                </a:lnTo>
                <a:lnTo>
                  <a:pt x="2312" y="6887"/>
                </a:lnTo>
                <a:lnTo>
                  <a:pt x="2288" y="6084"/>
                </a:lnTo>
                <a:lnTo>
                  <a:pt x="2239" y="4527"/>
                </a:lnTo>
                <a:lnTo>
                  <a:pt x="2215" y="2896"/>
                </a:lnTo>
                <a:lnTo>
                  <a:pt x="2215" y="2385"/>
                </a:lnTo>
                <a:lnTo>
                  <a:pt x="2166" y="2118"/>
                </a:lnTo>
                <a:lnTo>
                  <a:pt x="2142" y="2020"/>
                </a:lnTo>
                <a:lnTo>
                  <a:pt x="2093" y="1899"/>
                </a:lnTo>
                <a:close/>
                <a:moveTo>
                  <a:pt x="18566" y="12118"/>
                </a:moveTo>
                <a:lnTo>
                  <a:pt x="18591" y="12264"/>
                </a:lnTo>
                <a:lnTo>
                  <a:pt x="18420" y="12313"/>
                </a:lnTo>
                <a:lnTo>
                  <a:pt x="18274" y="12410"/>
                </a:lnTo>
                <a:lnTo>
                  <a:pt x="17958" y="12581"/>
                </a:lnTo>
                <a:lnTo>
                  <a:pt x="17885" y="12629"/>
                </a:lnTo>
                <a:lnTo>
                  <a:pt x="17909" y="12532"/>
                </a:lnTo>
                <a:lnTo>
                  <a:pt x="17909" y="12435"/>
                </a:lnTo>
                <a:lnTo>
                  <a:pt x="18250" y="12264"/>
                </a:lnTo>
                <a:lnTo>
                  <a:pt x="18566" y="12118"/>
                </a:lnTo>
                <a:close/>
                <a:moveTo>
                  <a:pt x="8761" y="512"/>
                </a:moveTo>
                <a:lnTo>
                  <a:pt x="10318" y="585"/>
                </a:lnTo>
                <a:lnTo>
                  <a:pt x="13432" y="755"/>
                </a:lnTo>
                <a:lnTo>
                  <a:pt x="14138" y="779"/>
                </a:lnTo>
                <a:lnTo>
                  <a:pt x="14844" y="804"/>
                </a:lnTo>
                <a:lnTo>
                  <a:pt x="16279" y="779"/>
                </a:lnTo>
                <a:lnTo>
                  <a:pt x="17034" y="755"/>
                </a:lnTo>
                <a:lnTo>
                  <a:pt x="17034" y="755"/>
                </a:lnTo>
                <a:lnTo>
                  <a:pt x="16912" y="852"/>
                </a:lnTo>
                <a:lnTo>
                  <a:pt x="16790" y="950"/>
                </a:lnTo>
                <a:lnTo>
                  <a:pt x="16790" y="998"/>
                </a:lnTo>
                <a:lnTo>
                  <a:pt x="16790" y="1023"/>
                </a:lnTo>
                <a:lnTo>
                  <a:pt x="16815" y="1047"/>
                </a:lnTo>
                <a:lnTo>
                  <a:pt x="16863" y="1047"/>
                </a:lnTo>
                <a:lnTo>
                  <a:pt x="17131" y="901"/>
                </a:lnTo>
                <a:lnTo>
                  <a:pt x="17399" y="755"/>
                </a:lnTo>
                <a:lnTo>
                  <a:pt x="17837" y="779"/>
                </a:lnTo>
                <a:lnTo>
                  <a:pt x="17593" y="925"/>
                </a:lnTo>
                <a:lnTo>
                  <a:pt x="17399" y="1071"/>
                </a:lnTo>
                <a:lnTo>
                  <a:pt x="17228" y="1217"/>
                </a:lnTo>
                <a:lnTo>
                  <a:pt x="17082" y="1412"/>
                </a:lnTo>
                <a:lnTo>
                  <a:pt x="17034" y="1509"/>
                </a:lnTo>
                <a:lnTo>
                  <a:pt x="17009" y="1631"/>
                </a:lnTo>
                <a:lnTo>
                  <a:pt x="16060" y="1558"/>
                </a:lnTo>
                <a:lnTo>
                  <a:pt x="15111" y="1509"/>
                </a:lnTo>
                <a:lnTo>
                  <a:pt x="14162" y="1461"/>
                </a:lnTo>
                <a:lnTo>
                  <a:pt x="13238" y="1461"/>
                </a:lnTo>
                <a:lnTo>
                  <a:pt x="11340" y="1485"/>
                </a:lnTo>
                <a:lnTo>
                  <a:pt x="9466" y="1558"/>
                </a:lnTo>
                <a:lnTo>
                  <a:pt x="7495" y="1631"/>
                </a:lnTo>
                <a:lnTo>
                  <a:pt x="5549" y="1655"/>
                </a:lnTo>
                <a:lnTo>
                  <a:pt x="4527" y="1631"/>
                </a:lnTo>
                <a:lnTo>
                  <a:pt x="3505" y="1607"/>
                </a:lnTo>
                <a:lnTo>
                  <a:pt x="3140" y="1558"/>
                </a:lnTo>
                <a:lnTo>
                  <a:pt x="2726" y="1509"/>
                </a:lnTo>
                <a:lnTo>
                  <a:pt x="2312" y="1509"/>
                </a:lnTo>
                <a:lnTo>
                  <a:pt x="2118" y="1534"/>
                </a:lnTo>
                <a:lnTo>
                  <a:pt x="1948" y="1582"/>
                </a:lnTo>
                <a:lnTo>
                  <a:pt x="1899" y="1607"/>
                </a:lnTo>
                <a:lnTo>
                  <a:pt x="1850" y="1631"/>
                </a:lnTo>
                <a:lnTo>
                  <a:pt x="1850" y="1704"/>
                </a:lnTo>
                <a:lnTo>
                  <a:pt x="1850" y="1777"/>
                </a:lnTo>
                <a:lnTo>
                  <a:pt x="1899" y="1826"/>
                </a:lnTo>
                <a:lnTo>
                  <a:pt x="1850" y="1947"/>
                </a:lnTo>
                <a:lnTo>
                  <a:pt x="1802" y="2069"/>
                </a:lnTo>
                <a:lnTo>
                  <a:pt x="1777" y="2215"/>
                </a:lnTo>
                <a:lnTo>
                  <a:pt x="1753" y="2337"/>
                </a:lnTo>
                <a:lnTo>
                  <a:pt x="1753" y="2604"/>
                </a:lnTo>
                <a:lnTo>
                  <a:pt x="1753" y="2896"/>
                </a:lnTo>
                <a:lnTo>
                  <a:pt x="1753" y="4527"/>
                </a:lnTo>
                <a:lnTo>
                  <a:pt x="1802" y="6181"/>
                </a:lnTo>
                <a:lnTo>
                  <a:pt x="1826" y="7009"/>
                </a:lnTo>
                <a:lnTo>
                  <a:pt x="1826" y="7836"/>
                </a:lnTo>
                <a:lnTo>
                  <a:pt x="1875" y="9223"/>
                </a:lnTo>
                <a:lnTo>
                  <a:pt x="1875" y="9904"/>
                </a:lnTo>
                <a:lnTo>
                  <a:pt x="1875" y="10585"/>
                </a:lnTo>
                <a:lnTo>
                  <a:pt x="1850" y="11048"/>
                </a:lnTo>
                <a:lnTo>
                  <a:pt x="1826" y="11583"/>
                </a:lnTo>
                <a:lnTo>
                  <a:pt x="1826" y="11851"/>
                </a:lnTo>
                <a:lnTo>
                  <a:pt x="1875" y="12094"/>
                </a:lnTo>
                <a:lnTo>
                  <a:pt x="1948" y="12337"/>
                </a:lnTo>
                <a:lnTo>
                  <a:pt x="2045" y="12532"/>
                </a:lnTo>
                <a:lnTo>
                  <a:pt x="2118" y="12605"/>
                </a:lnTo>
                <a:lnTo>
                  <a:pt x="2215" y="12654"/>
                </a:lnTo>
                <a:lnTo>
                  <a:pt x="2312" y="12629"/>
                </a:lnTo>
                <a:lnTo>
                  <a:pt x="2385" y="12581"/>
                </a:lnTo>
                <a:lnTo>
                  <a:pt x="2677" y="12654"/>
                </a:lnTo>
                <a:lnTo>
                  <a:pt x="2969" y="12678"/>
                </a:lnTo>
                <a:lnTo>
                  <a:pt x="3553" y="12775"/>
                </a:lnTo>
                <a:lnTo>
                  <a:pt x="4040" y="12824"/>
                </a:lnTo>
                <a:lnTo>
                  <a:pt x="4502" y="12873"/>
                </a:lnTo>
                <a:lnTo>
                  <a:pt x="5427" y="12873"/>
                </a:lnTo>
                <a:lnTo>
                  <a:pt x="6449" y="12848"/>
                </a:lnTo>
                <a:lnTo>
                  <a:pt x="7495" y="12800"/>
                </a:lnTo>
                <a:lnTo>
                  <a:pt x="8517" y="12751"/>
                </a:lnTo>
                <a:lnTo>
                  <a:pt x="9539" y="12727"/>
                </a:lnTo>
                <a:lnTo>
                  <a:pt x="17277" y="12727"/>
                </a:lnTo>
                <a:lnTo>
                  <a:pt x="17350" y="12775"/>
                </a:lnTo>
                <a:lnTo>
                  <a:pt x="17496" y="12775"/>
                </a:lnTo>
                <a:lnTo>
                  <a:pt x="17569" y="12727"/>
                </a:lnTo>
                <a:lnTo>
                  <a:pt x="17715" y="12727"/>
                </a:lnTo>
                <a:lnTo>
                  <a:pt x="17569" y="12824"/>
                </a:lnTo>
                <a:lnTo>
                  <a:pt x="17423" y="12946"/>
                </a:lnTo>
                <a:lnTo>
                  <a:pt x="17301" y="13092"/>
                </a:lnTo>
                <a:lnTo>
                  <a:pt x="17180" y="13238"/>
                </a:lnTo>
                <a:lnTo>
                  <a:pt x="17180" y="13262"/>
                </a:lnTo>
                <a:lnTo>
                  <a:pt x="17180" y="13286"/>
                </a:lnTo>
                <a:lnTo>
                  <a:pt x="17204" y="13311"/>
                </a:lnTo>
                <a:lnTo>
                  <a:pt x="17253" y="13311"/>
                </a:lnTo>
                <a:lnTo>
                  <a:pt x="17472" y="13262"/>
                </a:lnTo>
                <a:lnTo>
                  <a:pt x="17666" y="13189"/>
                </a:lnTo>
                <a:lnTo>
                  <a:pt x="18055" y="12994"/>
                </a:lnTo>
                <a:lnTo>
                  <a:pt x="18347" y="12848"/>
                </a:lnTo>
                <a:lnTo>
                  <a:pt x="18615" y="12727"/>
                </a:lnTo>
                <a:lnTo>
                  <a:pt x="18664" y="12946"/>
                </a:lnTo>
                <a:lnTo>
                  <a:pt x="18396" y="13092"/>
                </a:lnTo>
                <a:lnTo>
                  <a:pt x="17982" y="13335"/>
                </a:lnTo>
                <a:lnTo>
                  <a:pt x="17593" y="13603"/>
                </a:lnTo>
                <a:lnTo>
                  <a:pt x="17545" y="13627"/>
                </a:lnTo>
                <a:lnTo>
                  <a:pt x="17545" y="13676"/>
                </a:lnTo>
                <a:lnTo>
                  <a:pt x="17569" y="13700"/>
                </a:lnTo>
                <a:lnTo>
                  <a:pt x="17618" y="13724"/>
                </a:lnTo>
                <a:lnTo>
                  <a:pt x="17861" y="13700"/>
                </a:lnTo>
                <a:lnTo>
                  <a:pt x="18080" y="13651"/>
                </a:lnTo>
                <a:lnTo>
                  <a:pt x="18274" y="13578"/>
                </a:lnTo>
                <a:lnTo>
                  <a:pt x="18493" y="13457"/>
                </a:lnTo>
                <a:lnTo>
                  <a:pt x="18712" y="13335"/>
                </a:lnTo>
                <a:lnTo>
                  <a:pt x="18785" y="13724"/>
                </a:lnTo>
                <a:lnTo>
                  <a:pt x="18250" y="13773"/>
                </a:lnTo>
                <a:lnTo>
                  <a:pt x="17739" y="13797"/>
                </a:lnTo>
                <a:lnTo>
                  <a:pt x="17204" y="13773"/>
                </a:lnTo>
                <a:lnTo>
                  <a:pt x="16669" y="13724"/>
                </a:lnTo>
                <a:lnTo>
                  <a:pt x="15622" y="13603"/>
                </a:lnTo>
                <a:lnTo>
                  <a:pt x="15087" y="13554"/>
                </a:lnTo>
                <a:lnTo>
                  <a:pt x="14576" y="13530"/>
                </a:lnTo>
                <a:lnTo>
                  <a:pt x="12118" y="13530"/>
                </a:lnTo>
                <a:lnTo>
                  <a:pt x="9661" y="13554"/>
                </a:lnTo>
                <a:lnTo>
                  <a:pt x="8469" y="13578"/>
                </a:lnTo>
                <a:lnTo>
                  <a:pt x="7301" y="13627"/>
                </a:lnTo>
                <a:lnTo>
                  <a:pt x="4916" y="13773"/>
                </a:lnTo>
                <a:lnTo>
                  <a:pt x="3772" y="13822"/>
                </a:lnTo>
                <a:lnTo>
                  <a:pt x="2629" y="13846"/>
                </a:lnTo>
                <a:lnTo>
                  <a:pt x="2020" y="13822"/>
                </a:lnTo>
                <a:lnTo>
                  <a:pt x="1412" y="13797"/>
                </a:lnTo>
                <a:lnTo>
                  <a:pt x="1145" y="13773"/>
                </a:lnTo>
                <a:lnTo>
                  <a:pt x="853" y="13749"/>
                </a:lnTo>
                <a:lnTo>
                  <a:pt x="853" y="13724"/>
                </a:lnTo>
                <a:lnTo>
                  <a:pt x="731" y="13408"/>
                </a:lnTo>
                <a:lnTo>
                  <a:pt x="658" y="13092"/>
                </a:lnTo>
                <a:lnTo>
                  <a:pt x="585" y="12775"/>
                </a:lnTo>
                <a:lnTo>
                  <a:pt x="561" y="12435"/>
                </a:lnTo>
                <a:lnTo>
                  <a:pt x="561" y="11753"/>
                </a:lnTo>
                <a:lnTo>
                  <a:pt x="561" y="11121"/>
                </a:lnTo>
                <a:lnTo>
                  <a:pt x="561" y="9320"/>
                </a:lnTo>
                <a:lnTo>
                  <a:pt x="561" y="8420"/>
                </a:lnTo>
                <a:lnTo>
                  <a:pt x="585" y="7495"/>
                </a:lnTo>
                <a:lnTo>
                  <a:pt x="658" y="5792"/>
                </a:lnTo>
                <a:lnTo>
                  <a:pt x="731" y="4064"/>
                </a:lnTo>
                <a:lnTo>
                  <a:pt x="755" y="3188"/>
                </a:lnTo>
                <a:lnTo>
                  <a:pt x="755" y="2337"/>
                </a:lnTo>
                <a:lnTo>
                  <a:pt x="731" y="1485"/>
                </a:lnTo>
                <a:lnTo>
                  <a:pt x="707" y="609"/>
                </a:lnTo>
                <a:lnTo>
                  <a:pt x="804" y="682"/>
                </a:lnTo>
                <a:lnTo>
                  <a:pt x="950" y="755"/>
                </a:lnTo>
                <a:lnTo>
                  <a:pt x="1072" y="804"/>
                </a:lnTo>
                <a:lnTo>
                  <a:pt x="1242" y="852"/>
                </a:lnTo>
                <a:lnTo>
                  <a:pt x="1583" y="901"/>
                </a:lnTo>
                <a:lnTo>
                  <a:pt x="1948" y="925"/>
                </a:lnTo>
                <a:lnTo>
                  <a:pt x="2312" y="901"/>
                </a:lnTo>
                <a:lnTo>
                  <a:pt x="2653" y="901"/>
                </a:lnTo>
                <a:lnTo>
                  <a:pt x="3164" y="852"/>
                </a:lnTo>
                <a:lnTo>
                  <a:pt x="4162" y="755"/>
                </a:lnTo>
                <a:lnTo>
                  <a:pt x="5184" y="633"/>
                </a:lnTo>
                <a:lnTo>
                  <a:pt x="6181" y="560"/>
                </a:lnTo>
                <a:lnTo>
                  <a:pt x="6692" y="512"/>
                </a:lnTo>
                <a:close/>
                <a:moveTo>
                  <a:pt x="11096" y="14016"/>
                </a:moveTo>
                <a:lnTo>
                  <a:pt x="11096" y="14187"/>
                </a:lnTo>
                <a:lnTo>
                  <a:pt x="10926" y="14260"/>
                </a:lnTo>
                <a:lnTo>
                  <a:pt x="10780" y="14357"/>
                </a:lnTo>
                <a:lnTo>
                  <a:pt x="10488" y="14552"/>
                </a:lnTo>
                <a:lnTo>
                  <a:pt x="10293" y="14698"/>
                </a:lnTo>
                <a:lnTo>
                  <a:pt x="10123" y="14868"/>
                </a:lnTo>
                <a:lnTo>
                  <a:pt x="9953" y="15038"/>
                </a:lnTo>
                <a:lnTo>
                  <a:pt x="9807" y="15233"/>
                </a:lnTo>
                <a:lnTo>
                  <a:pt x="9807" y="15282"/>
                </a:lnTo>
                <a:lnTo>
                  <a:pt x="9831" y="15330"/>
                </a:lnTo>
                <a:lnTo>
                  <a:pt x="9856" y="15379"/>
                </a:lnTo>
                <a:lnTo>
                  <a:pt x="9929" y="15379"/>
                </a:lnTo>
                <a:lnTo>
                  <a:pt x="10099" y="15282"/>
                </a:lnTo>
                <a:lnTo>
                  <a:pt x="10245" y="15184"/>
                </a:lnTo>
                <a:lnTo>
                  <a:pt x="10537" y="14941"/>
                </a:lnTo>
                <a:lnTo>
                  <a:pt x="10804" y="14771"/>
                </a:lnTo>
                <a:lnTo>
                  <a:pt x="11072" y="14600"/>
                </a:lnTo>
                <a:lnTo>
                  <a:pt x="11072" y="14600"/>
                </a:lnTo>
                <a:lnTo>
                  <a:pt x="11048" y="15087"/>
                </a:lnTo>
                <a:lnTo>
                  <a:pt x="10926" y="15136"/>
                </a:lnTo>
                <a:lnTo>
                  <a:pt x="10804" y="15209"/>
                </a:lnTo>
                <a:lnTo>
                  <a:pt x="10585" y="15330"/>
                </a:lnTo>
                <a:lnTo>
                  <a:pt x="10439" y="15403"/>
                </a:lnTo>
                <a:lnTo>
                  <a:pt x="10269" y="15525"/>
                </a:lnTo>
                <a:lnTo>
                  <a:pt x="10123" y="15647"/>
                </a:lnTo>
                <a:lnTo>
                  <a:pt x="10074" y="15695"/>
                </a:lnTo>
                <a:lnTo>
                  <a:pt x="10050" y="15793"/>
                </a:lnTo>
                <a:lnTo>
                  <a:pt x="10050" y="15817"/>
                </a:lnTo>
                <a:lnTo>
                  <a:pt x="10074" y="15841"/>
                </a:lnTo>
                <a:lnTo>
                  <a:pt x="10245" y="15841"/>
                </a:lnTo>
                <a:lnTo>
                  <a:pt x="10391" y="15817"/>
                </a:lnTo>
                <a:lnTo>
                  <a:pt x="10683" y="15671"/>
                </a:lnTo>
                <a:lnTo>
                  <a:pt x="11023" y="15501"/>
                </a:lnTo>
                <a:lnTo>
                  <a:pt x="10999" y="15841"/>
                </a:lnTo>
                <a:lnTo>
                  <a:pt x="10756" y="15987"/>
                </a:lnTo>
                <a:lnTo>
                  <a:pt x="10610" y="16085"/>
                </a:lnTo>
                <a:lnTo>
                  <a:pt x="10464" y="16206"/>
                </a:lnTo>
                <a:lnTo>
                  <a:pt x="10342" y="16352"/>
                </a:lnTo>
                <a:lnTo>
                  <a:pt x="10196" y="16474"/>
                </a:lnTo>
                <a:lnTo>
                  <a:pt x="10172" y="16498"/>
                </a:lnTo>
                <a:lnTo>
                  <a:pt x="10172" y="16522"/>
                </a:lnTo>
                <a:lnTo>
                  <a:pt x="10196" y="16547"/>
                </a:lnTo>
                <a:lnTo>
                  <a:pt x="10245" y="16547"/>
                </a:lnTo>
                <a:lnTo>
                  <a:pt x="10537" y="16425"/>
                </a:lnTo>
                <a:lnTo>
                  <a:pt x="10804" y="16303"/>
                </a:lnTo>
                <a:lnTo>
                  <a:pt x="10975" y="16230"/>
                </a:lnTo>
                <a:lnTo>
                  <a:pt x="10975" y="16449"/>
                </a:lnTo>
                <a:lnTo>
                  <a:pt x="10902" y="16474"/>
                </a:lnTo>
                <a:lnTo>
                  <a:pt x="10756" y="16547"/>
                </a:lnTo>
                <a:lnTo>
                  <a:pt x="10634" y="16620"/>
                </a:lnTo>
                <a:lnTo>
                  <a:pt x="10415" y="16814"/>
                </a:lnTo>
                <a:lnTo>
                  <a:pt x="10391" y="16863"/>
                </a:lnTo>
                <a:lnTo>
                  <a:pt x="10391" y="16887"/>
                </a:lnTo>
                <a:lnTo>
                  <a:pt x="10391" y="16960"/>
                </a:lnTo>
                <a:lnTo>
                  <a:pt x="10464" y="16985"/>
                </a:lnTo>
                <a:lnTo>
                  <a:pt x="10537" y="16985"/>
                </a:lnTo>
                <a:lnTo>
                  <a:pt x="10780" y="16887"/>
                </a:lnTo>
                <a:lnTo>
                  <a:pt x="11023" y="16790"/>
                </a:lnTo>
                <a:lnTo>
                  <a:pt x="11048" y="16887"/>
                </a:lnTo>
                <a:lnTo>
                  <a:pt x="10926" y="16960"/>
                </a:lnTo>
                <a:lnTo>
                  <a:pt x="10829" y="17058"/>
                </a:lnTo>
                <a:lnTo>
                  <a:pt x="10585" y="17252"/>
                </a:lnTo>
                <a:lnTo>
                  <a:pt x="10561" y="17277"/>
                </a:lnTo>
                <a:lnTo>
                  <a:pt x="10561" y="17301"/>
                </a:lnTo>
                <a:lnTo>
                  <a:pt x="10585" y="17325"/>
                </a:lnTo>
                <a:lnTo>
                  <a:pt x="10610" y="17325"/>
                </a:lnTo>
                <a:lnTo>
                  <a:pt x="10780" y="17301"/>
                </a:lnTo>
                <a:lnTo>
                  <a:pt x="10950" y="17252"/>
                </a:lnTo>
                <a:lnTo>
                  <a:pt x="11096" y="17179"/>
                </a:lnTo>
                <a:lnTo>
                  <a:pt x="11242" y="17082"/>
                </a:lnTo>
                <a:lnTo>
                  <a:pt x="11388" y="17155"/>
                </a:lnTo>
                <a:lnTo>
                  <a:pt x="11534" y="17179"/>
                </a:lnTo>
                <a:lnTo>
                  <a:pt x="11705" y="17204"/>
                </a:lnTo>
                <a:lnTo>
                  <a:pt x="11875" y="17204"/>
                </a:lnTo>
                <a:lnTo>
                  <a:pt x="12216" y="17179"/>
                </a:lnTo>
                <a:lnTo>
                  <a:pt x="12508" y="17155"/>
                </a:lnTo>
                <a:lnTo>
                  <a:pt x="12897" y="17179"/>
                </a:lnTo>
                <a:lnTo>
                  <a:pt x="13067" y="17179"/>
                </a:lnTo>
                <a:lnTo>
                  <a:pt x="13262" y="17228"/>
                </a:lnTo>
                <a:lnTo>
                  <a:pt x="13432" y="17277"/>
                </a:lnTo>
                <a:lnTo>
                  <a:pt x="13554" y="17374"/>
                </a:lnTo>
                <a:lnTo>
                  <a:pt x="13676" y="17496"/>
                </a:lnTo>
                <a:lnTo>
                  <a:pt x="13773" y="17617"/>
                </a:lnTo>
                <a:lnTo>
                  <a:pt x="13530" y="17593"/>
                </a:lnTo>
                <a:lnTo>
                  <a:pt x="12556" y="17593"/>
                </a:lnTo>
                <a:lnTo>
                  <a:pt x="11826" y="17642"/>
                </a:lnTo>
                <a:lnTo>
                  <a:pt x="10366" y="17715"/>
                </a:lnTo>
                <a:lnTo>
                  <a:pt x="9637" y="17739"/>
                </a:lnTo>
                <a:lnTo>
                  <a:pt x="8907" y="17763"/>
                </a:lnTo>
                <a:lnTo>
                  <a:pt x="7763" y="17788"/>
                </a:lnTo>
                <a:lnTo>
                  <a:pt x="6644" y="17788"/>
                </a:lnTo>
                <a:lnTo>
                  <a:pt x="6181" y="17739"/>
                </a:lnTo>
                <a:lnTo>
                  <a:pt x="5816" y="17715"/>
                </a:lnTo>
                <a:lnTo>
                  <a:pt x="5500" y="17690"/>
                </a:lnTo>
                <a:lnTo>
                  <a:pt x="5597" y="17544"/>
                </a:lnTo>
                <a:lnTo>
                  <a:pt x="5743" y="17447"/>
                </a:lnTo>
                <a:lnTo>
                  <a:pt x="5865" y="17350"/>
                </a:lnTo>
                <a:lnTo>
                  <a:pt x="6035" y="17277"/>
                </a:lnTo>
                <a:lnTo>
                  <a:pt x="6206" y="17228"/>
                </a:lnTo>
                <a:lnTo>
                  <a:pt x="6376" y="17179"/>
                </a:lnTo>
                <a:lnTo>
                  <a:pt x="6765" y="17155"/>
                </a:lnTo>
                <a:lnTo>
                  <a:pt x="7057" y="17179"/>
                </a:lnTo>
                <a:lnTo>
                  <a:pt x="7374" y="17204"/>
                </a:lnTo>
                <a:lnTo>
                  <a:pt x="7544" y="17179"/>
                </a:lnTo>
                <a:lnTo>
                  <a:pt x="7690" y="17179"/>
                </a:lnTo>
                <a:lnTo>
                  <a:pt x="7836" y="17131"/>
                </a:lnTo>
                <a:lnTo>
                  <a:pt x="7958" y="17058"/>
                </a:lnTo>
                <a:lnTo>
                  <a:pt x="7982" y="17009"/>
                </a:lnTo>
                <a:lnTo>
                  <a:pt x="8055" y="17033"/>
                </a:lnTo>
                <a:lnTo>
                  <a:pt x="8128" y="17033"/>
                </a:lnTo>
                <a:lnTo>
                  <a:pt x="8177" y="17009"/>
                </a:lnTo>
                <a:lnTo>
                  <a:pt x="8225" y="16960"/>
                </a:lnTo>
                <a:lnTo>
                  <a:pt x="8274" y="16887"/>
                </a:lnTo>
                <a:lnTo>
                  <a:pt x="8298" y="16766"/>
                </a:lnTo>
                <a:lnTo>
                  <a:pt x="8298" y="16668"/>
                </a:lnTo>
                <a:lnTo>
                  <a:pt x="8298" y="16620"/>
                </a:lnTo>
                <a:lnTo>
                  <a:pt x="8274" y="16595"/>
                </a:lnTo>
                <a:lnTo>
                  <a:pt x="8298" y="16303"/>
                </a:lnTo>
                <a:lnTo>
                  <a:pt x="8298" y="15768"/>
                </a:lnTo>
                <a:lnTo>
                  <a:pt x="8298" y="15233"/>
                </a:lnTo>
                <a:lnTo>
                  <a:pt x="8298" y="14965"/>
                </a:lnTo>
                <a:lnTo>
                  <a:pt x="8323" y="14649"/>
                </a:lnTo>
                <a:lnTo>
                  <a:pt x="8323" y="14333"/>
                </a:lnTo>
                <a:lnTo>
                  <a:pt x="8323" y="14187"/>
                </a:lnTo>
                <a:lnTo>
                  <a:pt x="8298" y="14065"/>
                </a:lnTo>
                <a:lnTo>
                  <a:pt x="9101" y="14041"/>
                </a:lnTo>
                <a:lnTo>
                  <a:pt x="9101" y="14041"/>
                </a:lnTo>
                <a:lnTo>
                  <a:pt x="8980" y="14138"/>
                </a:lnTo>
                <a:lnTo>
                  <a:pt x="8834" y="14260"/>
                </a:lnTo>
                <a:lnTo>
                  <a:pt x="8688" y="14406"/>
                </a:lnTo>
                <a:lnTo>
                  <a:pt x="8663" y="14454"/>
                </a:lnTo>
                <a:lnTo>
                  <a:pt x="8639" y="14503"/>
                </a:lnTo>
                <a:lnTo>
                  <a:pt x="8615" y="14600"/>
                </a:lnTo>
                <a:lnTo>
                  <a:pt x="8615" y="14649"/>
                </a:lnTo>
                <a:lnTo>
                  <a:pt x="8639" y="14673"/>
                </a:lnTo>
                <a:lnTo>
                  <a:pt x="8761" y="14673"/>
                </a:lnTo>
                <a:lnTo>
                  <a:pt x="8858" y="14649"/>
                </a:lnTo>
                <a:lnTo>
                  <a:pt x="9028" y="14527"/>
                </a:lnTo>
                <a:lnTo>
                  <a:pt x="9199" y="14406"/>
                </a:lnTo>
                <a:lnTo>
                  <a:pt x="9466" y="14235"/>
                </a:lnTo>
                <a:lnTo>
                  <a:pt x="9710" y="14016"/>
                </a:lnTo>
                <a:lnTo>
                  <a:pt x="9953" y="14016"/>
                </a:lnTo>
                <a:lnTo>
                  <a:pt x="9734" y="14211"/>
                </a:lnTo>
                <a:lnTo>
                  <a:pt x="9539" y="14406"/>
                </a:lnTo>
                <a:lnTo>
                  <a:pt x="9345" y="14625"/>
                </a:lnTo>
                <a:lnTo>
                  <a:pt x="9199" y="14868"/>
                </a:lnTo>
                <a:lnTo>
                  <a:pt x="9199" y="14892"/>
                </a:lnTo>
                <a:lnTo>
                  <a:pt x="9199" y="14917"/>
                </a:lnTo>
                <a:lnTo>
                  <a:pt x="9223" y="14941"/>
                </a:lnTo>
                <a:lnTo>
                  <a:pt x="9272" y="14941"/>
                </a:lnTo>
                <a:lnTo>
                  <a:pt x="9393" y="14892"/>
                </a:lnTo>
                <a:lnTo>
                  <a:pt x="9515" y="14844"/>
                </a:lnTo>
                <a:lnTo>
                  <a:pt x="9758" y="14698"/>
                </a:lnTo>
                <a:lnTo>
                  <a:pt x="10196" y="14357"/>
                </a:lnTo>
                <a:lnTo>
                  <a:pt x="10464" y="14235"/>
                </a:lnTo>
                <a:lnTo>
                  <a:pt x="10658" y="14138"/>
                </a:lnTo>
                <a:lnTo>
                  <a:pt x="10804" y="14016"/>
                </a:lnTo>
                <a:close/>
                <a:moveTo>
                  <a:pt x="6936" y="1"/>
                </a:moveTo>
                <a:lnTo>
                  <a:pt x="5914" y="74"/>
                </a:lnTo>
                <a:lnTo>
                  <a:pt x="4892" y="147"/>
                </a:lnTo>
                <a:lnTo>
                  <a:pt x="3870" y="268"/>
                </a:lnTo>
                <a:lnTo>
                  <a:pt x="2945" y="366"/>
                </a:lnTo>
                <a:lnTo>
                  <a:pt x="2483" y="390"/>
                </a:lnTo>
                <a:lnTo>
                  <a:pt x="1680" y="390"/>
                </a:lnTo>
                <a:lnTo>
                  <a:pt x="1339" y="317"/>
                </a:lnTo>
                <a:lnTo>
                  <a:pt x="658" y="195"/>
                </a:lnTo>
                <a:lnTo>
                  <a:pt x="634" y="147"/>
                </a:lnTo>
                <a:lnTo>
                  <a:pt x="585" y="122"/>
                </a:lnTo>
                <a:lnTo>
                  <a:pt x="512" y="98"/>
                </a:lnTo>
                <a:lnTo>
                  <a:pt x="463" y="98"/>
                </a:lnTo>
                <a:lnTo>
                  <a:pt x="390" y="122"/>
                </a:lnTo>
                <a:lnTo>
                  <a:pt x="342" y="147"/>
                </a:lnTo>
                <a:lnTo>
                  <a:pt x="317" y="220"/>
                </a:lnTo>
                <a:lnTo>
                  <a:pt x="293" y="293"/>
                </a:lnTo>
                <a:lnTo>
                  <a:pt x="244" y="1169"/>
                </a:lnTo>
                <a:lnTo>
                  <a:pt x="220" y="2069"/>
                </a:lnTo>
                <a:lnTo>
                  <a:pt x="196" y="3821"/>
                </a:lnTo>
                <a:lnTo>
                  <a:pt x="171" y="4794"/>
                </a:lnTo>
                <a:lnTo>
                  <a:pt x="123" y="5768"/>
                </a:lnTo>
                <a:lnTo>
                  <a:pt x="25" y="7690"/>
                </a:lnTo>
                <a:lnTo>
                  <a:pt x="1" y="8614"/>
                </a:lnTo>
                <a:lnTo>
                  <a:pt x="1" y="9539"/>
                </a:lnTo>
                <a:lnTo>
                  <a:pt x="25" y="11364"/>
                </a:lnTo>
                <a:lnTo>
                  <a:pt x="1" y="11997"/>
                </a:lnTo>
                <a:lnTo>
                  <a:pt x="1" y="12362"/>
                </a:lnTo>
                <a:lnTo>
                  <a:pt x="25" y="12702"/>
                </a:lnTo>
                <a:lnTo>
                  <a:pt x="50" y="13067"/>
                </a:lnTo>
                <a:lnTo>
                  <a:pt x="123" y="13408"/>
                </a:lnTo>
                <a:lnTo>
                  <a:pt x="244" y="13700"/>
                </a:lnTo>
                <a:lnTo>
                  <a:pt x="317" y="13846"/>
                </a:lnTo>
                <a:lnTo>
                  <a:pt x="390" y="13968"/>
                </a:lnTo>
                <a:lnTo>
                  <a:pt x="463" y="14065"/>
                </a:lnTo>
                <a:lnTo>
                  <a:pt x="561" y="14089"/>
                </a:lnTo>
                <a:lnTo>
                  <a:pt x="634" y="14089"/>
                </a:lnTo>
                <a:lnTo>
                  <a:pt x="731" y="14065"/>
                </a:lnTo>
                <a:lnTo>
                  <a:pt x="901" y="14138"/>
                </a:lnTo>
                <a:lnTo>
                  <a:pt x="1072" y="14162"/>
                </a:lnTo>
                <a:lnTo>
                  <a:pt x="1412" y="14211"/>
                </a:lnTo>
                <a:lnTo>
                  <a:pt x="2093" y="14260"/>
                </a:lnTo>
                <a:lnTo>
                  <a:pt x="2726" y="14308"/>
                </a:lnTo>
                <a:lnTo>
                  <a:pt x="3334" y="14308"/>
                </a:lnTo>
                <a:lnTo>
                  <a:pt x="3943" y="14284"/>
                </a:lnTo>
                <a:lnTo>
                  <a:pt x="4551" y="14260"/>
                </a:lnTo>
                <a:lnTo>
                  <a:pt x="7958" y="14089"/>
                </a:lnTo>
                <a:lnTo>
                  <a:pt x="7958" y="14089"/>
                </a:lnTo>
                <a:lnTo>
                  <a:pt x="7909" y="14211"/>
                </a:lnTo>
                <a:lnTo>
                  <a:pt x="7885" y="14357"/>
                </a:lnTo>
                <a:lnTo>
                  <a:pt x="7860" y="14673"/>
                </a:lnTo>
                <a:lnTo>
                  <a:pt x="7860" y="15233"/>
                </a:lnTo>
                <a:lnTo>
                  <a:pt x="7860" y="15768"/>
                </a:lnTo>
                <a:lnTo>
                  <a:pt x="7836" y="16303"/>
                </a:lnTo>
                <a:lnTo>
                  <a:pt x="7812" y="16547"/>
                </a:lnTo>
                <a:lnTo>
                  <a:pt x="7812" y="16668"/>
                </a:lnTo>
                <a:lnTo>
                  <a:pt x="7812" y="16790"/>
                </a:lnTo>
                <a:lnTo>
                  <a:pt x="7666" y="16741"/>
                </a:lnTo>
                <a:lnTo>
                  <a:pt x="7471" y="16693"/>
                </a:lnTo>
                <a:lnTo>
                  <a:pt x="7276" y="16693"/>
                </a:lnTo>
                <a:lnTo>
                  <a:pt x="7057" y="16668"/>
                </a:lnTo>
                <a:lnTo>
                  <a:pt x="6644" y="16693"/>
                </a:lnTo>
                <a:lnTo>
                  <a:pt x="6303" y="16741"/>
                </a:lnTo>
                <a:lnTo>
                  <a:pt x="6060" y="16790"/>
                </a:lnTo>
                <a:lnTo>
                  <a:pt x="5841" y="16863"/>
                </a:lnTo>
                <a:lnTo>
                  <a:pt x="5646" y="16936"/>
                </a:lnTo>
                <a:lnTo>
                  <a:pt x="5451" y="17058"/>
                </a:lnTo>
                <a:lnTo>
                  <a:pt x="5281" y="17204"/>
                </a:lnTo>
                <a:lnTo>
                  <a:pt x="5135" y="17374"/>
                </a:lnTo>
                <a:lnTo>
                  <a:pt x="5038" y="17569"/>
                </a:lnTo>
                <a:lnTo>
                  <a:pt x="4940" y="17812"/>
                </a:lnTo>
                <a:lnTo>
                  <a:pt x="4940" y="17885"/>
                </a:lnTo>
                <a:lnTo>
                  <a:pt x="4940" y="17958"/>
                </a:lnTo>
                <a:lnTo>
                  <a:pt x="4989" y="18031"/>
                </a:lnTo>
                <a:lnTo>
                  <a:pt x="5038" y="18055"/>
                </a:lnTo>
                <a:lnTo>
                  <a:pt x="5111" y="18080"/>
                </a:lnTo>
                <a:lnTo>
                  <a:pt x="5184" y="18080"/>
                </a:lnTo>
                <a:lnTo>
                  <a:pt x="5257" y="18055"/>
                </a:lnTo>
                <a:lnTo>
                  <a:pt x="5330" y="18007"/>
                </a:lnTo>
                <a:lnTo>
                  <a:pt x="5451" y="18080"/>
                </a:lnTo>
                <a:lnTo>
                  <a:pt x="5597" y="18128"/>
                </a:lnTo>
                <a:lnTo>
                  <a:pt x="5743" y="18177"/>
                </a:lnTo>
                <a:lnTo>
                  <a:pt x="5914" y="18201"/>
                </a:lnTo>
                <a:lnTo>
                  <a:pt x="6254" y="18226"/>
                </a:lnTo>
                <a:lnTo>
                  <a:pt x="6498" y="18226"/>
                </a:lnTo>
                <a:lnTo>
                  <a:pt x="7082" y="18250"/>
                </a:lnTo>
                <a:lnTo>
                  <a:pt x="7641" y="18250"/>
                </a:lnTo>
                <a:lnTo>
                  <a:pt x="8785" y="18226"/>
                </a:lnTo>
                <a:lnTo>
                  <a:pt x="10147" y="18201"/>
                </a:lnTo>
                <a:lnTo>
                  <a:pt x="11486" y="18128"/>
                </a:lnTo>
                <a:lnTo>
                  <a:pt x="12994" y="18080"/>
                </a:lnTo>
                <a:lnTo>
                  <a:pt x="13238" y="18080"/>
                </a:lnTo>
                <a:lnTo>
                  <a:pt x="13505" y="18104"/>
                </a:lnTo>
                <a:lnTo>
                  <a:pt x="13773" y="18080"/>
                </a:lnTo>
                <a:lnTo>
                  <a:pt x="13919" y="18080"/>
                </a:lnTo>
                <a:lnTo>
                  <a:pt x="14016" y="18031"/>
                </a:lnTo>
                <a:lnTo>
                  <a:pt x="14089" y="18080"/>
                </a:lnTo>
                <a:lnTo>
                  <a:pt x="14235" y="18080"/>
                </a:lnTo>
                <a:lnTo>
                  <a:pt x="14284" y="18055"/>
                </a:lnTo>
                <a:lnTo>
                  <a:pt x="14333" y="18007"/>
                </a:lnTo>
                <a:lnTo>
                  <a:pt x="14381" y="17958"/>
                </a:lnTo>
                <a:lnTo>
                  <a:pt x="14406" y="17885"/>
                </a:lnTo>
                <a:lnTo>
                  <a:pt x="14381" y="17812"/>
                </a:lnTo>
                <a:lnTo>
                  <a:pt x="14308" y="17569"/>
                </a:lnTo>
                <a:lnTo>
                  <a:pt x="14211" y="17374"/>
                </a:lnTo>
                <a:lnTo>
                  <a:pt x="14065" y="17179"/>
                </a:lnTo>
                <a:lnTo>
                  <a:pt x="13895" y="17033"/>
                </a:lnTo>
                <a:lnTo>
                  <a:pt x="13700" y="16912"/>
                </a:lnTo>
                <a:lnTo>
                  <a:pt x="13505" y="16814"/>
                </a:lnTo>
                <a:lnTo>
                  <a:pt x="13262" y="16741"/>
                </a:lnTo>
                <a:lnTo>
                  <a:pt x="13043" y="16693"/>
                </a:lnTo>
                <a:lnTo>
                  <a:pt x="12581" y="16693"/>
                </a:lnTo>
                <a:lnTo>
                  <a:pt x="12118" y="16766"/>
                </a:lnTo>
                <a:lnTo>
                  <a:pt x="11802" y="16790"/>
                </a:lnTo>
                <a:lnTo>
                  <a:pt x="11486" y="16814"/>
                </a:lnTo>
                <a:lnTo>
                  <a:pt x="11461" y="16620"/>
                </a:lnTo>
                <a:lnTo>
                  <a:pt x="11510" y="16571"/>
                </a:lnTo>
                <a:lnTo>
                  <a:pt x="11534" y="16498"/>
                </a:lnTo>
                <a:lnTo>
                  <a:pt x="11534" y="16449"/>
                </a:lnTo>
                <a:lnTo>
                  <a:pt x="11486" y="16425"/>
                </a:lnTo>
                <a:lnTo>
                  <a:pt x="11437" y="16401"/>
                </a:lnTo>
                <a:lnTo>
                  <a:pt x="11437" y="15939"/>
                </a:lnTo>
                <a:lnTo>
                  <a:pt x="11461" y="15501"/>
                </a:lnTo>
                <a:lnTo>
                  <a:pt x="11534" y="14746"/>
                </a:lnTo>
                <a:lnTo>
                  <a:pt x="11534" y="14381"/>
                </a:lnTo>
                <a:lnTo>
                  <a:pt x="11510" y="14187"/>
                </a:lnTo>
                <a:lnTo>
                  <a:pt x="11461" y="14016"/>
                </a:lnTo>
                <a:lnTo>
                  <a:pt x="14576" y="14016"/>
                </a:lnTo>
                <a:lnTo>
                  <a:pt x="15136" y="14041"/>
                </a:lnTo>
                <a:lnTo>
                  <a:pt x="15720" y="14089"/>
                </a:lnTo>
                <a:lnTo>
                  <a:pt x="16839" y="14211"/>
                </a:lnTo>
                <a:lnTo>
                  <a:pt x="17423" y="14260"/>
                </a:lnTo>
                <a:lnTo>
                  <a:pt x="17982" y="14260"/>
                </a:lnTo>
                <a:lnTo>
                  <a:pt x="18542" y="14235"/>
                </a:lnTo>
                <a:lnTo>
                  <a:pt x="18834" y="14211"/>
                </a:lnTo>
                <a:lnTo>
                  <a:pt x="19102" y="14138"/>
                </a:lnTo>
                <a:lnTo>
                  <a:pt x="19199" y="14114"/>
                </a:lnTo>
                <a:lnTo>
                  <a:pt x="19272" y="14041"/>
                </a:lnTo>
                <a:lnTo>
                  <a:pt x="19296" y="13968"/>
                </a:lnTo>
                <a:lnTo>
                  <a:pt x="19272" y="13870"/>
                </a:lnTo>
                <a:lnTo>
                  <a:pt x="19272" y="13773"/>
                </a:lnTo>
                <a:lnTo>
                  <a:pt x="19150" y="13043"/>
                </a:lnTo>
                <a:lnTo>
                  <a:pt x="19248" y="12921"/>
                </a:lnTo>
                <a:lnTo>
                  <a:pt x="19248" y="12873"/>
                </a:lnTo>
                <a:lnTo>
                  <a:pt x="19248" y="12824"/>
                </a:lnTo>
                <a:lnTo>
                  <a:pt x="19223" y="12800"/>
                </a:lnTo>
                <a:lnTo>
                  <a:pt x="19102" y="12800"/>
                </a:lnTo>
                <a:lnTo>
                  <a:pt x="19053" y="12337"/>
                </a:lnTo>
                <a:lnTo>
                  <a:pt x="19029" y="11875"/>
                </a:lnTo>
                <a:lnTo>
                  <a:pt x="18980" y="10926"/>
                </a:lnTo>
                <a:lnTo>
                  <a:pt x="18980" y="10001"/>
                </a:lnTo>
                <a:lnTo>
                  <a:pt x="19004" y="9052"/>
                </a:lnTo>
                <a:lnTo>
                  <a:pt x="19004" y="8955"/>
                </a:lnTo>
                <a:lnTo>
                  <a:pt x="19077" y="7203"/>
                </a:lnTo>
                <a:lnTo>
                  <a:pt x="19150" y="5549"/>
                </a:lnTo>
                <a:lnTo>
                  <a:pt x="19175" y="3894"/>
                </a:lnTo>
                <a:lnTo>
                  <a:pt x="19223" y="2385"/>
                </a:lnTo>
                <a:lnTo>
                  <a:pt x="19248" y="1607"/>
                </a:lnTo>
                <a:lnTo>
                  <a:pt x="19223" y="1242"/>
                </a:lnTo>
                <a:lnTo>
                  <a:pt x="19199" y="852"/>
                </a:lnTo>
                <a:lnTo>
                  <a:pt x="19248" y="804"/>
                </a:lnTo>
                <a:lnTo>
                  <a:pt x="19272" y="755"/>
                </a:lnTo>
                <a:lnTo>
                  <a:pt x="19296" y="682"/>
                </a:lnTo>
                <a:lnTo>
                  <a:pt x="19296" y="609"/>
                </a:lnTo>
                <a:lnTo>
                  <a:pt x="19272" y="560"/>
                </a:lnTo>
                <a:lnTo>
                  <a:pt x="19223" y="512"/>
                </a:lnTo>
                <a:lnTo>
                  <a:pt x="19175" y="463"/>
                </a:lnTo>
                <a:lnTo>
                  <a:pt x="19102" y="439"/>
                </a:lnTo>
                <a:lnTo>
                  <a:pt x="18493" y="317"/>
                </a:lnTo>
                <a:lnTo>
                  <a:pt x="17885" y="268"/>
                </a:lnTo>
                <a:lnTo>
                  <a:pt x="17277" y="244"/>
                </a:lnTo>
                <a:lnTo>
                  <a:pt x="16644" y="244"/>
                </a:lnTo>
                <a:lnTo>
                  <a:pt x="15403" y="293"/>
                </a:lnTo>
                <a:lnTo>
                  <a:pt x="14187" y="293"/>
                </a:lnTo>
                <a:lnTo>
                  <a:pt x="12629" y="220"/>
                </a:lnTo>
                <a:lnTo>
                  <a:pt x="11072" y="122"/>
                </a:lnTo>
                <a:lnTo>
                  <a:pt x="9515" y="49"/>
                </a:lnTo>
                <a:lnTo>
                  <a:pt x="7958" y="1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32"/>
          <p:cNvSpPr/>
          <p:nvPr/>
        </p:nvSpPr>
        <p:spPr>
          <a:xfrm>
            <a:off x="6882769" y="2564325"/>
            <a:ext cx="182738" cy="136250"/>
          </a:xfrm>
          <a:custGeom>
            <a:rect b="b" l="l" r="r" t="t"/>
            <a:pathLst>
              <a:path extrusionOk="0" h="13822" w="17690">
                <a:moveTo>
                  <a:pt x="4867" y="2166"/>
                </a:moveTo>
                <a:lnTo>
                  <a:pt x="5694" y="2215"/>
                </a:lnTo>
                <a:lnTo>
                  <a:pt x="6497" y="2263"/>
                </a:lnTo>
                <a:lnTo>
                  <a:pt x="7568" y="2288"/>
                </a:lnTo>
                <a:lnTo>
                  <a:pt x="8638" y="2312"/>
                </a:lnTo>
                <a:lnTo>
                  <a:pt x="10755" y="2312"/>
                </a:lnTo>
                <a:lnTo>
                  <a:pt x="11826" y="2361"/>
                </a:lnTo>
                <a:lnTo>
                  <a:pt x="12896" y="2434"/>
                </a:lnTo>
                <a:lnTo>
                  <a:pt x="13967" y="2507"/>
                </a:lnTo>
                <a:lnTo>
                  <a:pt x="15013" y="2555"/>
                </a:lnTo>
                <a:lnTo>
                  <a:pt x="15841" y="2531"/>
                </a:lnTo>
                <a:lnTo>
                  <a:pt x="16644" y="2531"/>
                </a:lnTo>
                <a:lnTo>
                  <a:pt x="16838" y="2555"/>
                </a:lnTo>
                <a:lnTo>
                  <a:pt x="17033" y="2604"/>
                </a:lnTo>
                <a:lnTo>
                  <a:pt x="17106" y="2628"/>
                </a:lnTo>
                <a:lnTo>
                  <a:pt x="17179" y="2701"/>
                </a:lnTo>
                <a:lnTo>
                  <a:pt x="17228" y="2774"/>
                </a:lnTo>
                <a:lnTo>
                  <a:pt x="17252" y="2872"/>
                </a:lnTo>
                <a:lnTo>
                  <a:pt x="17252" y="2872"/>
                </a:lnTo>
                <a:lnTo>
                  <a:pt x="16863" y="2799"/>
                </a:lnTo>
                <a:lnTo>
                  <a:pt x="16473" y="2774"/>
                </a:lnTo>
                <a:lnTo>
                  <a:pt x="16084" y="2750"/>
                </a:lnTo>
                <a:lnTo>
                  <a:pt x="15695" y="2726"/>
                </a:lnTo>
                <a:lnTo>
                  <a:pt x="14892" y="2726"/>
                </a:lnTo>
                <a:lnTo>
                  <a:pt x="14113" y="2750"/>
                </a:lnTo>
                <a:lnTo>
                  <a:pt x="12239" y="2750"/>
                </a:lnTo>
                <a:lnTo>
                  <a:pt x="10390" y="2726"/>
                </a:lnTo>
                <a:lnTo>
                  <a:pt x="9466" y="2677"/>
                </a:lnTo>
                <a:lnTo>
                  <a:pt x="8541" y="2653"/>
                </a:lnTo>
                <a:lnTo>
                  <a:pt x="7641" y="2604"/>
                </a:lnTo>
                <a:lnTo>
                  <a:pt x="6716" y="2580"/>
                </a:lnTo>
                <a:lnTo>
                  <a:pt x="5207" y="2555"/>
                </a:lnTo>
                <a:lnTo>
                  <a:pt x="5013" y="2555"/>
                </a:lnTo>
                <a:lnTo>
                  <a:pt x="4818" y="2580"/>
                </a:lnTo>
                <a:lnTo>
                  <a:pt x="4648" y="2628"/>
                </a:lnTo>
                <a:lnTo>
                  <a:pt x="4477" y="2701"/>
                </a:lnTo>
                <a:lnTo>
                  <a:pt x="4356" y="2239"/>
                </a:lnTo>
                <a:lnTo>
                  <a:pt x="4380" y="2215"/>
                </a:lnTo>
                <a:lnTo>
                  <a:pt x="4404" y="2215"/>
                </a:lnTo>
                <a:lnTo>
                  <a:pt x="4550" y="2166"/>
                </a:lnTo>
                <a:close/>
                <a:moveTo>
                  <a:pt x="15330" y="3163"/>
                </a:moveTo>
                <a:lnTo>
                  <a:pt x="16230" y="3188"/>
                </a:lnTo>
                <a:lnTo>
                  <a:pt x="16035" y="3577"/>
                </a:lnTo>
                <a:lnTo>
                  <a:pt x="15524" y="3577"/>
                </a:lnTo>
                <a:lnTo>
                  <a:pt x="15135" y="3601"/>
                </a:lnTo>
                <a:lnTo>
                  <a:pt x="15232" y="3334"/>
                </a:lnTo>
                <a:lnTo>
                  <a:pt x="15330" y="3163"/>
                </a:lnTo>
                <a:close/>
                <a:moveTo>
                  <a:pt x="16425" y="3212"/>
                </a:moveTo>
                <a:lnTo>
                  <a:pt x="17179" y="3261"/>
                </a:lnTo>
                <a:lnTo>
                  <a:pt x="17155" y="3285"/>
                </a:lnTo>
                <a:lnTo>
                  <a:pt x="17106" y="3382"/>
                </a:lnTo>
                <a:lnTo>
                  <a:pt x="16984" y="3577"/>
                </a:lnTo>
                <a:lnTo>
                  <a:pt x="16522" y="3601"/>
                </a:lnTo>
                <a:lnTo>
                  <a:pt x="16352" y="3577"/>
                </a:lnTo>
                <a:lnTo>
                  <a:pt x="16400" y="3382"/>
                </a:lnTo>
                <a:lnTo>
                  <a:pt x="16425" y="3212"/>
                </a:lnTo>
                <a:close/>
                <a:moveTo>
                  <a:pt x="15038" y="3139"/>
                </a:moveTo>
                <a:lnTo>
                  <a:pt x="14940" y="3334"/>
                </a:lnTo>
                <a:lnTo>
                  <a:pt x="14843" y="3504"/>
                </a:lnTo>
                <a:lnTo>
                  <a:pt x="14794" y="3601"/>
                </a:lnTo>
                <a:lnTo>
                  <a:pt x="13894" y="3650"/>
                </a:lnTo>
                <a:lnTo>
                  <a:pt x="13943" y="3407"/>
                </a:lnTo>
                <a:lnTo>
                  <a:pt x="13943" y="3139"/>
                </a:lnTo>
                <a:close/>
                <a:moveTo>
                  <a:pt x="14575" y="4064"/>
                </a:moveTo>
                <a:lnTo>
                  <a:pt x="14308" y="4623"/>
                </a:lnTo>
                <a:lnTo>
                  <a:pt x="13602" y="4623"/>
                </a:lnTo>
                <a:lnTo>
                  <a:pt x="13724" y="4356"/>
                </a:lnTo>
                <a:lnTo>
                  <a:pt x="13797" y="4064"/>
                </a:lnTo>
                <a:close/>
                <a:moveTo>
                  <a:pt x="15524" y="3991"/>
                </a:moveTo>
                <a:lnTo>
                  <a:pt x="15816" y="4015"/>
                </a:lnTo>
                <a:lnTo>
                  <a:pt x="15670" y="4283"/>
                </a:lnTo>
                <a:lnTo>
                  <a:pt x="15451" y="4648"/>
                </a:lnTo>
                <a:lnTo>
                  <a:pt x="14916" y="4648"/>
                </a:lnTo>
                <a:lnTo>
                  <a:pt x="14673" y="4623"/>
                </a:lnTo>
                <a:lnTo>
                  <a:pt x="14965" y="4039"/>
                </a:lnTo>
                <a:lnTo>
                  <a:pt x="15524" y="3991"/>
                </a:lnTo>
                <a:close/>
                <a:moveTo>
                  <a:pt x="16741" y="4039"/>
                </a:moveTo>
                <a:lnTo>
                  <a:pt x="16425" y="4648"/>
                </a:lnTo>
                <a:lnTo>
                  <a:pt x="15816" y="4648"/>
                </a:lnTo>
                <a:lnTo>
                  <a:pt x="16011" y="4307"/>
                </a:lnTo>
                <a:lnTo>
                  <a:pt x="16157" y="4039"/>
                </a:lnTo>
                <a:lnTo>
                  <a:pt x="16449" y="4064"/>
                </a:lnTo>
                <a:lnTo>
                  <a:pt x="16741" y="4039"/>
                </a:lnTo>
                <a:close/>
                <a:moveTo>
                  <a:pt x="14916" y="4988"/>
                </a:moveTo>
                <a:lnTo>
                  <a:pt x="15208" y="5013"/>
                </a:lnTo>
                <a:lnTo>
                  <a:pt x="14965" y="5426"/>
                </a:lnTo>
                <a:lnTo>
                  <a:pt x="14259" y="5426"/>
                </a:lnTo>
                <a:lnTo>
                  <a:pt x="14502" y="4988"/>
                </a:lnTo>
                <a:close/>
                <a:moveTo>
                  <a:pt x="13480" y="4964"/>
                </a:moveTo>
                <a:lnTo>
                  <a:pt x="14113" y="4988"/>
                </a:lnTo>
                <a:lnTo>
                  <a:pt x="13918" y="5378"/>
                </a:lnTo>
                <a:lnTo>
                  <a:pt x="13894" y="5426"/>
                </a:lnTo>
                <a:lnTo>
                  <a:pt x="13578" y="5426"/>
                </a:lnTo>
                <a:lnTo>
                  <a:pt x="13261" y="5451"/>
                </a:lnTo>
                <a:lnTo>
                  <a:pt x="13261" y="5451"/>
                </a:lnTo>
                <a:lnTo>
                  <a:pt x="13480" y="4964"/>
                </a:lnTo>
                <a:close/>
                <a:moveTo>
                  <a:pt x="16206" y="5037"/>
                </a:moveTo>
                <a:lnTo>
                  <a:pt x="15987" y="5451"/>
                </a:lnTo>
                <a:lnTo>
                  <a:pt x="15670" y="5402"/>
                </a:lnTo>
                <a:lnTo>
                  <a:pt x="15354" y="5402"/>
                </a:lnTo>
                <a:lnTo>
                  <a:pt x="15573" y="5037"/>
                </a:lnTo>
                <a:close/>
                <a:moveTo>
                  <a:pt x="15135" y="5816"/>
                </a:moveTo>
                <a:lnTo>
                  <a:pt x="15768" y="5840"/>
                </a:lnTo>
                <a:lnTo>
                  <a:pt x="15549" y="6278"/>
                </a:lnTo>
                <a:lnTo>
                  <a:pt x="15208" y="6278"/>
                </a:lnTo>
                <a:lnTo>
                  <a:pt x="14892" y="6327"/>
                </a:lnTo>
                <a:lnTo>
                  <a:pt x="15135" y="5816"/>
                </a:lnTo>
                <a:close/>
                <a:moveTo>
                  <a:pt x="14259" y="5791"/>
                </a:moveTo>
                <a:lnTo>
                  <a:pt x="14770" y="5816"/>
                </a:lnTo>
                <a:lnTo>
                  <a:pt x="14478" y="6351"/>
                </a:lnTo>
                <a:lnTo>
                  <a:pt x="13845" y="6351"/>
                </a:lnTo>
                <a:lnTo>
                  <a:pt x="13943" y="6083"/>
                </a:lnTo>
                <a:lnTo>
                  <a:pt x="14064" y="5840"/>
                </a:lnTo>
                <a:lnTo>
                  <a:pt x="14089" y="5791"/>
                </a:lnTo>
                <a:close/>
                <a:moveTo>
                  <a:pt x="13164" y="5694"/>
                </a:moveTo>
                <a:lnTo>
                  <a:pt x="13432" y="5743"/>
                </a:lnTo>
                <a:lnTo>
                  <a:pt x="13724" y="5767"/>
                </a:lnTo>
                <a:lnTo>
                  <a:pt x="13456" y="6327"/>
                </a:lnTo>
                <a:lnTo>
                  <a:pt x="13188" y="6351"/>
                </a:lnTo>
                <a:lnTo>
                  <a:pt x="12896" y="6400"/>
                </a:lnTo>
                <a:lnTo>
                  <a:pt x="13164" y="5694"/>
                </a:lnTo>
                <a:close/>
                <a:moveTo>
                  <a:pt x="15378" y="6594"/>
                </a:moveTo>
                <a:lnTo>
                  <a:pt x="15257" y="6838"/>
                </a:lnTo>
                <a:lnTo>
                  <a:pt x="15159" y="6862"/>
                </a:lnTo>
                <a:lnTo>
                  <a:pt x="14892" y="6911"/>
                </a:lnTo>
                <a:lnTo>
                  <a:pt x="14624" y="6935"/>
                </a:lnTo>
                <a:lnTo>
                  <a:pt x="14600" y="6935"/>
                </a:lnTo>
                <a:lnTo>
                  <a:pt x="14746" y="6643"/>
                </a:lnTo>
                <a:lnTo>
                  <a:pt x="15208" y="6594"/>
                </a:lnTo>
                <a:close/>
                <a:moveTo>
                  <a:pt x="15038" y="7349"/>
                </a:moveTo>
                <a:lnTo>
                  <a:pt x="14916" y="7592"/>
                </a:lnTo>
                <a:lnTo>
                  <a:pt x="14794" y="7811"/>
                </a:lnTo>
                <a:lnTo>
                  <a:pt x="14162" y="7811"/>
                </a:lnTo>
                <a:lnTo>
                  <a:pt x="14356" y="7397"/>
                </a:lnTo>
                <a:lnTo>
                  <a:pt x="14697" y="7397"/>
                </a:lnTo>
                <a:lnTo>
                  <a:pt x="15038" y="7349"/>
                </a:lnTo>
                <a:close/>
                <a:moveTo>
                  <a:pt x="14040" y="8030"/>
                </a:moveTo>
                <a:lnTo>
                  <a:pt x="14283" y="8079"/>
                </a:lnTo>
                <a:lnTo>
                  <a:pt x="14575" y="8103"/>
                </a:lnTo>
                <a:lnTo>
                  <a:pt x="14405" y="8273"/>
                </a:lnTo>
                <a:lnTo>
                  <a:pt x="14210" y="8395"/>
                </a:lnTo>
                <a:lnTo>
                  <a:pt x="14016" y="8492"/>
                </a:lnTo>
                <a:lnTo>
                  <a:pt x="13772" y="8565"/>
                </a:lnTo>
                <a:lnTo>
                  <a:pt x="14040" y="8030"/>
                </a:lnTo>
                <a:close/>
                <a:moveTo>
                  <a:pt x="13748" y="6619"/>
                </a:moveTo>
                <a:lnTo>
                  <a:pt x="14332" y="6643"/>
                </a:lnTo>
                <a:lnTo>
                  <a:pt x="14162" y="6935"/>
                </a:lnTo>
                <a:lnTo>
                  <a:pt x="13967" y="6935"/>
                </a:lnTo>
                <a:lnTo>
                  <a:pt x="13772" y="6959"/>
                </a:lnTo>
                <a:lnTo>
                  <a:pt x="13724" y="6984"/>
                </a:lnTo>
                <a:lnTo>
                  <a:pt x="13699" y="7008"/>
                </a:lnTo>
                <a:lnTo>
                  <a:pt x="13675" y="7057"/>
                </a:lnTo>
                <a:lnTo>
                  <a:pt x="13675" y="7130"/>
                </a:lnTo>
                <a:lnTo>
                  <a:pt x="13724" y="7203"/>
                </a:lnTo>
                <a:lnTo>
                  <a:pt x="13845" y="7276"/>
                </a:lnTo>
                <a:lnTo>
                  <a:pt x="13967" y="7324"/>
                </a:lnTo>
                <a:lnTo>
                  <a:pt x="13724" y="7811"/>
                </a:lnTo>
                <a:lnTo>
                  <a:pt x="13456" y="7811"/>
                </a:lnTo>
                <a:lnTo>
                  <a:pt x="13432" y="7835"/>
                </a:lnTo>
                <a:lnTo>
                  <a:pt x="13456" y="7860"/>
                </a:lnTo>
                <a:lnTo>
                  <a:pt x="13480" y="7884"/>
                </a:lnTo>
                <a:lnTo>
                  <a:pt x="13651" y="7933"/>
                </a:lnTo>
                <a:lnTo>
                  <a:pt x="13310" y="8614"/>
                </a:lnTo>
                <a:lnTo>
                  <a:pt x="12896" y="8638"/>
                </a:lnTo>
                <a:lnTo>
                  <a:pt x="12872" y="8638"/>
                </a:lnTo>
                <a:lnTo>
                  <a:pt x="13018" y="8419"/>
                </a:lnTo>
                <a:lnTo>
                  <a:pt x="13140" y="8176"/>
                </a:lnTo>
                <a:lnTo>
                  <a:pt x="13359" y="7665"/>
                </a:lnTo>
                <a:lnTo>
                  <a:pt x="13553" y="7130"/>
                </a:lnTo>
                <a:lnTo>
                  <a:pt x="13748" y="6619"/>
                </a:lnTo>
                <a:close/>
                <a:moveTo>
                  <a:pt x="12872" y="6473"/>
                </a:moveTo>
                <a:lnTo>
                  <a:pt x="13359" y="6570"/>
                </a:lnTo>
                <a:lnTo>
                  <a:pt x="12945" y="7616"/>
                </a:lnTo>
                <a:lnTo>
                  <a:pt x="12702" y="8152"/>
                </a:lnTo>
                <a:lnTo>
                  <a:pt x="12434" y="8638"/>
                </a:lnTo>
                <a:lnTo>
                  <a:pt x="12434" y="8687"/>
                </a:lnTo>
                <a:lnTo>
                  <a:pt x="12166" y="8687"/>
                </a:lnTo>
                <a:lnTo>
                  <a:pt x="12264" y="8395"/>
                </a:lnTo>
                <a:lnTo>
                  <a:pt x="12507" y="7641"/>
                </a:lnTo>
                <a:lnTo>
                  <a:pt x="12750" y="6886"/>
                </a:lnTo>
                <a:lnTo>
                  <a:pt x="12872" y="6473"/>
                </a:lnTo>
                <a:close/>
                <a:moveTo>
                  <a:pt x="13821" y="3115"/>
                </a:moveTo>
                <a:lnTo>
                  <a:pt x="13578" y="3674"/>
                </a:lnTo>
                <a:lnTo>
                  <a:pt x="12921" y="3650"/>
                </a:lnTo>
                <a:lnTo>
                  <a:pt x="12872" y="3674"/>
                </a:lnTo>
                <a:lnTo>
                  <a:pt x="12823" y="3723"/>
                </a:lnTo>
                <a:lnTo>
                  <a:pt x="12823" y="3796"/>
                </a:lnTo>
                <a:lnTo>
                  <a:pt x="12872" y="3820"/>
                </a:lnTo>
                <a:lnTo>
                  <a:pt x="13140" y="3942"/>
                </a:lnTo>
                <a:lnTo>
                  <a:pt x="13432" y="4015"/>
                </a:lnTo>
                <a:lnTo>
                  <a:pt x="13164" y="4672"/>
                </a:lnTo>
                <a:lnTo>
                  <a:pt x="12872" y="4696"/>
                </a:lnTo>
                <a:lnTo>
                  <a:pt x="12823" y="4745"/>
                </a:lnTo>
                <a:lnTo>
                  <a:pt x="12799" y="4794"/>
                </a:lnTo>
                <a:lnTo>
                  <a:pt x="12823" y="4842"/>
                </a:lnTo>
                <a:lnTo>
                  <a:pt x="12872" y="4867"/>
                </a:lnTo>
                <a:lnTo>
                  <a:pt x="13042" y="4891"/>
                </a:lnTo>
                <a:lnTo>
                  <a:pt x="12750" y="5670"/>
                </a:lnTo>
                <a:lnTo>
                  <a:pt x="12483" y="6448"/>
                </a:lnTo>
                <a:lnTo>
                  <a:pt x="12045" y="7860"/>
                </a:lnTo>
                <a:lnTo>
                  <a:pt x="11826" y="8444"/>
                </a:lnTo>
                <a:lnTo>
                  <a:pt x="11753" y="8638"/>
                </a:lnTo>
                <a:lnTo>
                  <a:pt x="11704" y="8711"/>
                </a:lnTo>
                <a:lnTo>
                  <a:pt x="11777" y="8663"/>
                </a:lnTo>
                <a:lnTo>
                  <a:pt x="11729" y="8736"/>
                </a:lnTo>
                <a:lnTo>
                  <a:pt x="10999" y="8784"/>
                </a:lnTo>
                <a:lnTo>
                  <a:pt x="11120" y="8517"/>
                </a:lnTo>
                <a:lnTo>
                  <a:pt x="11218" y="8225"/>
                </a:lnTo>
                <a:lnTo>
                  <a:pt x="11364" y="7689"/>
                </a:lnTo>
                <a:lnTo>
                  <a:pt x="11607" y="6789"/>
                </a:lnTo>
                <a:lnTo>
                  <a:pt x="11753" y="6351"/>
                </a:lnTo>
                <a:lnTo>
                  <a:pt x="11899" y="5889"/>
                </a:lnTo>
                <a:lnTo>
                  <a:pt x="12118" y="5207"/>
                </a:lnTo>
                <a:lnTo>
                  <a:pt x="12337" y="4502"/>
                </a:lnTo>
                <a:lnTo>
                  <a:pt x="12556" y="3820"/>
                </a:lnTo>
                <a:lnTo>
                  <a:pt x="12799" y="3115"/>
                </a:lnTo>
                <a:close/>
                <a:moveTo>
                  <a:pt x="12434" y="3115"/>
                </a:moveTo>
                <a:lnTo>
                  <a:pt x="12288" y="3382"/>
                </a:lnTo>
                <a:lnTo>
                  <a:pt x="12142" y="3674"/>
                </a:lnTo>
                <a:lnTo>
                  <a:pt x="12045" y="3991"/>
                </a:lnTo>
                <a:lnTo>
                  <a:pt x="11948" y="4307"/>
                </a:lnTo>
                <a:lnTo>
                  <a:pt x="11777" y="4964"/>
                </a:lnTo>
                <a:lnTo>
                  <a:pt x="11607" y="5572"/>
                </a:lnTo>
                <a:lnTo>
                  <a:pt x="10536" y="8809"/>
                </a:lnTo>
                <a:lnTo>
                  <a:pt x="10342" y="8833"/>
                </a:lnTo>
                <a:lnTo>
                  <a:pt x="10488" y="8249"/>
                </a:lnTo>
                <a:lnTo>
                  <a:pt x="10585" y="7665"/>
                </a:lnTo>
                <a:lnTo>
                  <a:pt x="10950" y="6132"/>
                </a:lnTo>
                <a:lnTo>
                  <a:pt x="11120" y="5402"/>
                </a:lnTo>
                <a:lnTo>
                  <a:pt x="11315" y="4648"/>
                </a:lnTo>
                <a:lnTo>
                  <a:pt x="11388" y="4258"/>
                </a:lnTo>
                <a:lnTo>
                  <a:pt x="11437" y="3869"/>
                </a:lnTo>
                <a:lnTo>
                  <a:pt x="11485" y="3480"/>
                </a:lnTo>
                <a:lnTo>
                  <a:pt x="11485" y="3115"/>
                </a:lnTo>
                <a:close/>
                <a:moveTo>
                  <a:pt x="11169" y="3090"/>
                </a:moveTo>
                <a:lnTo>
                  <a:pt x="11072" y="3455"/>
                </a:lnTo>
                <a:lnTo>
                  <a:pt x="10974" y="3820"/>
                </a:lnTo>
                <a:lnTo>
                  <a:pt x="10804" y="4550"/>
                </a:lnTo>
                <a:lnTo>
                  <a:pt x="10658" y="5305"/>
                </a:lnTo>
                <a:lnTo>
                  <a:pt x="10512" y="6035"/>
                </a:lnTo>
                <a:lnTo>
                  <a:pt x="10342" y="6716"/>
                </a:lnTo>
                <a:lnTo>
                  <a:pt x="10147" y="7422"/>
                </a:lnTo>
                <a:lnTo>
                  <a:pt x="9977" y="8152"/>
                </a:lnTo>
                <a:lnTo>
                  <a:pt x="9904" y="8517"/>
                </a:lnTo>
                <a:lnTo>
                  <a:pt x="9855" y="8857"/>
                </a:lnTo>
                <a:lnTo>
                  <a:pt x="9490" y="8906"/>
                </a:lnTo>
                <a:lnTo>
                  <a:pt x="9539" y="8687"/>
                </a:lnTo>
                <a:lnTo>
                  <a:pt x="9539" y="8468"/>
                </a:lnTo>
                <a:lnTo>
                  <a:pt x="9514" y="8054"/>
                </a:lnTo>
                <a:lnTo>
                  <a:pt x="9539" y="7616"/>
                </a:lnTo>
                <a:lnTo>
                  <a:pt x="9563" y="7178"/>
                </a:lnTo>
                <a:lnTo>
                  <a:pt x="9685" y="6327"/>
                </a:lnTo>
                <a:lnTo>
                  <a:pt x="9758" y="5816"/>
                </a:lnTo>
                <a:lnTo>
                  <a:pt x="9855" y="5353"/>
                </a:lnTo>
                <a:lnTo>
                  <a:pt x="9977" y="4867"/>
                </a:lnTo>
                <a:lnTo>
                  <a:pt x="10098" y="4380"/>
                </a:lnTo>
                <a:lnTo>
                  <a:pt x="10171" y="4088"/>
                </a:lnTo>
                <a:lnTo>
                  <a:pt x="10244" y="3747"/>
                </a:lnTo>
                <a:lnTo>
                  <a:pt x="10293" y="3407"/>
                </a:lnTo>
                <a:lnTo>
                  <a:pt x="10293" y="3236"/>
                </a:lnTo>
                <a:lnTo>
                  <a:pt x="10269" y="3090"/>
                </a:lnTo>
                <a:close/>
                <a:moveTo>
                  <a:pt x="9149" y="3042"/>
                </a:moveTo>
                <a:lnTo>
                  <a:pt x="9952" y="3066"/>
                </a:lnTo>
                <a:lnTo>
                  <a:pt x="9879" y="3382"/>
                </a:lnTo>
                <a:lnTo>
                  <a:pt x="9831" y="3674"/>
                </a:lnTo>
                <a:lnTo>
                  <a:pt x="9782" y="3991"/>
                </a:lnTo>
                <a:lnTo>
                  <a:pt x="9709" y="4283"/>
                </a:lnTo>
                <a:lnTo>
                  <a:pt x="9490" y="5110"/>
                </a:lnTo>
                <a:lnTo>
                  <a:pt x="9393" y="5548"/>
                </a:lnTo>
                <a:lnTo>
                  <a:pt x="9320" y="5962"/>
                </a:lnTo>
                <a:lnTo>
                  <a:pt x="9222" y="6789"/>
                </a:lnTo>
                <a:lnTo>
                  <a:pt x="9125" y="7592"/>
                </a:lnTo>
                <a:lnTo>
                  <a:pt x="9125" y="7738"/>
                </a:lnTo>
                <a:lnTo>
                  <a:pt x="9125" y="7908"/>
                </a:lnTo>
                <a:lnTo>
                  <a:pt x="9149" y="8273"/>
                </a:lnTo>
                <a:lnTo>
                  <a:pt x="9149" y="8614"/>
                </a:lnTo>
                <a:lnTo>
                  <a:pt x="9125" y="8784"/>
                </a:lnTo>
                <a:lnTo>
                  <a:pt x="9076" y="8930"/>
                </a:lnTo>
                <a:lnTo>
                  <a:pt x="9052" y="8955"/>
                </a:lnTo>
                <a:lnTo>
                  <a:pt x="8906" y="8955"/>
                </a:lnTo>
                <a:lnTo>
                  <a:pt x="8517" y="9003"/>
                </a:lnTo>
                <a:lnTo>
                  <a:pt x="8638" y="8273"/>
                </a:lnTo>
                <a:lnTo>
                  <a:pt x="8736" y="7519"/>
                </a:lnTo>
                <a:lnTo>
                  <a:pt x="8857" y="6035"/>
                </a:lnTo>
                <a:lnTo>
                  <a:pt x="8955" y="5280"/>
                </a:lnTo>
                <a:lnTo>
                  <a:pt x="9052" y="4550"/>
                </a:lnTo>
                <a:lnTo>
                  <a:pt x="9149" y="3796"/>
                </a:lnTo>
                <a:lnTo>
                  <a:pt x="9149" y="3407"/>
                </a:lnTo>
                <a:lnTo>
                  <a:pt x="9149" y="3042"/>
                </a:lnTo>
                <a:close/>
                <a:moveTo>
                  <a:pt x="8006" y="2993"/>
                </a:moveTo>
                <a:lnTo>
                  <a:pt x="8809" y="3017"/>
                </a:lnTo>
                <a:lnTo>
                  <a:pt x="8784" y="3139"/>
                </a:lnTo>
                <a:lnTo>
                  <a:pt x="8784" y="3261"/>
                </a:lnTo>
                <a:lnTo>
                  <a:pt x="8784" y="3504"/>
                </a:lnTo>
                <a:lnTo>
                  <a:pt x="8784" y="3747"/>
                </a:lnTo>
                <a:lnTo>
                  <a:pt x="8760" y="3991"/>
                </a:lnTo>
                <a:lnTo>
                  <a:pt x="8687" y="4502"/>
                </a:lnTo>
                <a:lnTo>
                  <a:pt x="8590" y="4988"/>
                </a:lnTo>
                <a:lnTo>
                  <a:pt x="8517" y="5475"/>
                </a:lnTo>
                <a:lnTo>
                  <a:pt x="8395" y="6375"/>
                </a:lnTo>
                <a:lnTo>
                  <a:pt x="8298" y="7251"/>
                </a:lnTo>
                <a:lnTo>
                  <a:pt x="8200" y="8152"/>
                </a:lnTo>
                <a:lnTo>
                  <a:pt x="8079" y="9028"/>
                </a:lnTo>
                <a:lnTo>
                  <a:pt x="7957" y="9028"/>
                </a:lnTo>
                <a:lnTo>
                  <a:pt x="7981" y="8273"/>
                </a:lnTo>
                <a:lnTo>
                  <a:pt x="8006" y="7495"/>
                </a:lnTo>
                <a:lnTo>
                  <a:pt x="8103" y="5962"/>
                </a:lnTo>
                <a:lnTo>
                  <a:pt x="8127" y="5572"/>
                </a:lnTo>
                <a:lnTo>
                  <a:pt x="8103" y="5159"/>
                </a:lnTo>
                <a:lnTo>
                  <a:pt x="8054" y="4380"/>
                </a:lnTo>
                <a:lnTo>
                  <a:pt x="8030" y="3674"/>
                </a:lnTo>
                <a:lnTo>
                  <a:pt x="8030" y="3334"/>
                </a:lnTo>
                <a:lnTo>
                  <a:pt x="8006" y="2993"/>
                </a:lnTo>
                <a:close/>
                <a:moveTo>
                  <a:pt x="6959" y="2945"/>
                </a:moveTo>
                <a:lnTo>
                  <a:pt x="7081" y="2969"/>
                </a:lnTo>
                <a:lnTo>
                  <a:pt x="7714" y="2969"/>
                </a:lnTo>
                <a:lnTo>
                  <a:pt x="7641" y="3285"/>
                </a:lnTo>
                <a:lnTo>
                  <a:pt x="7592" y="3626"/>
                </a:lnTo>
                <a:lnTo>
                  <a:pt x="7592" y="3966"/>
                </a:lnTo>
                <a:lnTo>
                  <a:pt x="7616" y="4307"/>
                </a:lnTo>
                <a:lnTo>
                  <a:pt x="7665" y="5013"/>
                </a:lnTo>
                <a:lnTo>
                  <a:pt x="7689" y="5329"/>
                </a:lnTo>
                <a:lnTo>
                  <a:pt x="7689" y="5670"/>
                </a:lnTo>
                <a:lnTo>
                  <a:pt x="7665" y="6497"/>
                </a:lnTo>
                <a:lnTo>
                  <a:pt x="7592" y="7349"/>
                </a:lnTo>
                <a:lnTo>
                  <a:pt x="7543" y="8200"/>
                </a:lnTo>
                <a:lnTo>
                  <a:pt x="7543" y="8638"/>
                </a:lnTo>
                <a:lnTo>
                  <a:pt x="7543" y="9052"/>
                </a:lnTo>
                <a:lnTo>
                  <a:pt x="7081" y="9052"/>
                </a:lnTo>
                <a:lnTo>
                  <a:pt x="7130" y="8614"/>
                </a:lnTo>
                <a:lnTo>
                  <a:pt x="7178" y="8152"/>
                </a:lnTo>
                <a:lnTo>
                  <a:pt x="7178" y="7689"/>
                </a:lnTo>
                <a:lnTo>
                  <a:pt x="7178" y="7227"/>
                </a:lnTo>
                <a:lnTo>
                  <a:pt x="7154" y="6302"/>
                </a:lnTo>
                <a:lnTo>
                  <a:pt x="7081" y="5402"/>
                </a:lnTo>
                <a:lnTo>
                  <a:pt x="7008" y="4648"/>
                </a:lnTo>
                <a:lnTo>
                  <a:pt x="6935" y="3893"/>
                </a:lnTo>
                <a:lnTo>
                  <a:pt x="6935" y="3674"/>
                </a:lnTo>
                <a:lnTo>
                  <a:pt x="6959" y="3431"/>
                </a:lnTo>
                <a:lnTo>
                  <a:pt x="6959" y="3188"/>
                </a:lnTo>
                <a:lnTo>
                  <a:pt x="6959" y="2945"/>
                </a:lnTo>
                <a:close/>
                <a:moveTo>
                  <a:pt x="6570" y="2945"/>
                </a:moveTo>
                <a:lnTo>
                  <a:pt x="6546" y="3163"/>
                </a:lnTo>
                <a:lnTo>
                  <a:pt x="6521" y="3382"/>
                </a:lnTo>
                <a:lnTo>
                  <a:pt x="6497" y="3796"/>
                </a:lnTo>
                <a:lnTo>
                  <a:pt x="6521" y="4210"/>
                </a:lnTo>
                <a:lnTo>
                  <a:pt x="6619" y="5061"/>
                </a:lnTo>
                <a:lnTo>
                  <a:pt x="6716" y="6059"/>
                </a:lnTo>
                <a:lnTo>
                  <a:pt x="6740" y="6546"/>
                </a:lnTo>
                <a:lnTo>
                  <a:pt x="6765" y="7057"/>
                </a:lnTo>
                <a:lnTo>
                  <a:pt x="6765" y="7568"/>
                </a:lnTo>
                <a:lnTo>
                  <a:pt x="6765" y="8079"/>
                </a:lnTo>
                <a:lnTo>
                  <a:pt x="6716" y="8590"/>
                </a:lnTo>
                <a:lnTo>
                  <a:pt x="6643" y="9076"/>
                </a:lnTo>
                <a:lnTo>
                  <a:pt x="6473" y="9076"/>
                </a:lnTo>
                <a:lnTo>
                  <a:pt x="6473" y="8979"/>
                </a:lnTo>
                <a:lnTo>
                  <a:pt x="6448" y="8882"/>
                </a:lnTo>
                <a:lnTo>
                  <a:pt x="6400" y="8711"/>
                </a:lnTo>
                <a:lnTo>
                  <a:pt x="6351" y="8298"/>
                </a:lnTo>
                <a:lnTo>
                  <a:pt x="6302" y="7884"/>
                </a:lnTo>
                <a:lnTo>
                  <a:pt x="6229" y="7081"/>
                </a:lnTo>
                <a:lnTo>
                  <a:pt x="6181" y="6424"/>
                </a:lnTo>
                <a:lnTo>
                  <a:pt x="6108" y="5767"/>
                </a:lnTo>
                <a:lnTo>
                  <a:pt x="5913" y="4137"/>
                </a:lnTo>
                <a:lnTo>
                  <a:pt x="5864" y="3820"/>
                </a:lnTo>
                <a:lnTo>
                  <a:pt x="5816" y="3528"/>
                </a:lnTo>
                <a:lnTo>
                  <a:pt x="5743" y="3212"/>
                </a:lnTo>
                <a:lnTo>
                  <a:pt x="5645" y="2945"/>
                </a:lnTo>
                <a:close/>
                <a:moveTo>
                  <a:pt x="5013" y="2920"/>
                </a:moveTo>
                <a:lnTo>
                  <a:pt x="5475" y="2945"/>
                </a:lnTo>
                <a:lnTo>
                  <a:pt x="5451" y="3236"/>
                </a:lnTo>
                <a:lnTo>
                  <a:pt x="5475" y="3528"/>
                </a:lnTo>
                <a:lnTo>
                  <a:pt x="5524" y="4137"/>
                </a:lnTo>
                <a:lnTo>
                  <a:pt x="5718" y="5767"/>
                </a:lnTo>
                <a:lnTo>
                  <a:pt x="5791" y="6424"/>
                </a:lnTo>
                <a:lnTo>
                  <a:pt x="5840" y="7081"/>
                </a:lnTo>
                <a:lnTo>
                  <a:pt x="5889" y="7860"/>
                </a:lnTo>
                <a:lnTo>
                  <a:pt x="5986" y="8663"/>
                </a:lnTo>
                <a:lnTo>
                  <a:pt x="6010" y="8857"/>
                </a:lnTo>
                <a:lnTo>
                  <a:pt x="6035" y="9003"/>
                </a:lnTo>
                <a:lnTo>
                  <a:pt x="6083" y="9125"/>
                </a:lnTo>
                <a:lnTo>
                  <a:pt x="5913" y="9149"/>
                </a:lnTo>
                <a:lnTo>
                  <a:pt x="5962" y="9052"/>
                </a:lnTo>
                <a:lnTo>
                  <a:pt x="5962" y="8906"/>
                </a:lnTo>
                <a:lnTo>
                  <a:pt x="5864" y="8395"/>
                </a:lnTo>
                <a:lnTo>
                  <a:pt x="5718" y="7860"/>
                </a:lnTo>
                <a:lnTo>
                  <a:pt x="5572" y="7349"/>
                </a:lnTo>
                <a:lnTo>
                  <a:pt x="5451" y="6838"/>
                </a:lnTo>
                <a:lnTo>
                  <a:pt x="5207" y="5670"/>
                </a:lnTo>
                <a:lnTo>
                  <a:pt x="5086" y="5110"/>
                </a:lnTo>
                <a:lnTo>
                  <a:pt x="4940" y="4550"/>
                </a:lnTo>
                <a:lnTo>
                  <a:pt x="4721" y="3723"/>
                </a:lnTo>
                <a:lnTo>
                  <a:pt x="4526" y="2920"/>
                </a:lnTo>
                <a:close/>
                <a:moveTo>
                  <a:pt x="5572" y="9612"/>
                </a:moveTo>
                <a:lnTo>
                  <a:pt x="5791" y="9660"/>
                </a:lnTo>
                <a:lnTo>
                  <a:pt x="5621" y="9904"/>
                </a:lnTo>
                <a:lnTo>
                  <a:pt x="5499" y="10147"/>
                </a:lnTo>
                <a:lnTo>
                  <a:pt x="5426" y="10293"/>
                </a:lnTo>
                <a:lnTo>
                  <a:pt x="5378" y="10439"/>
                </a:lnTo>
                <a:lnTo>
                  <a:pt x="5329" y="10609"/>
                </a:lnTo>
                <a:lnTo>
                  <a:pt x="5353" y="10755"/>
                </a:lnTo>
                <a:lnTo>
                  <a:pt x="5378" y="10804"/>
                </a:lnTo>
                <a:lnTo>
                  <a:pt x="5402" y="10853"/>
                </a:lnTo>
                <a:lnTo>
                  <a:pt x="5402" y="10926"/>
                </a:lnTo>
                <a:lnTo>
                  <a:pt x="5426" y="10999"/>
                </a:lnTo>
                <a:lnTo>
                  <a:pt x="5451" y="11120"/>
                </a:lnTo>
                <a:lnTo>
                  <a:pt x="5499" y="11217"/>
                </a:lnTo>
                <a:lnTo>
                  <a:pt x="5305" y="11242"/>
                </a:lnTo>
                <a:lnTo>
                  <a:pt x="5110" y="11290"/>
                </a:lnTo>
                <a:lnTo>
                  <a:pt x="4988" y="11193"/>
                </a:lnTo>
                <a:lnTo>
                  <a:pt x="4940" y="11144"/>
                </a:lnTo>
                <a:lnTo>
                  <a:pt x="4867" y="11071"/>
                </a:lnTo>
                <a:lnTo>
                  <a:pt x="5037" y="10853"/>
                </a:lnTo>
                <a:lnTo>
                  <a:pt x="5159" y="10585"/>
                </a:lnTo>
                <a:lnTo>
                  <a:pt x="5353" y="10074"/>
                </a:lnTo>
                <a:lnTo>
                  <a:pt x="5451" y="9831"/>
                </a:lnTo>
                <a:lnTo>
                  <a:pt x="5572" y="9612"/>
                </a:lnTo>
                <a:close/>
                <a:moveTo>
                  <a:pt x="14016" y="11193"/>
                </a:moveTo>
                <a:lnTo>
                  <a:pt x="14040" y="11290"/>
                </a:lnTo>
                <a:lnTo>
                  <a:pt x="13845" y="11290"/>
                </a:lnTo>
                <a:lnTo>
                  <a:pt x="13724" y="11315"/>
                </a:lnTo>
                <a:lnTo>
                  <a:pt x="13651" y="11217"/>
                </a:lnTo>
                <a:lnTo>
                  <a:pt x="13772" y="11217"/>
                </a:lnTo>
                <a:lnTo>
                  <a:pt x="14016" y="11193"/>
                </a:lnTo>
                <a:close/>
                <a:moveTo>
                  <a:pt x="5864" y="10950"/>
                </a:moveTo>
                <a:lnTo>
                  <a:pt x="6083" y="11023"/>
                </a:lnTo>
                <a:lnTo>
                  <a:pt x="6302" y="11047"/>
                </a:lnTo>
                <a:lnTo>
                  <a:pt x="6692" y="11071"/>
                </a:lnTo>
                <a:lnTo>
                  <a:pt x="7397" y="11096"/>
                </a:lnTo>
                <a:lnTo>
                  <a:pt x="8079" y="11120"/>
                </a:lnTo>
                <a:lnTo>
                  <a:pt x="9490" y="11120"/>
                </a:lnTo>
                <a:lnTo>
                  <a:pt x="10877" y="11169"/>
                </a:lnTo>
                <a:lnTo>
                  <a:pt x="12288" y="11217"/>
                </a:lnTo>
                <a:lnTo>
                  <a:pt x="13188" y="11217"/>
                </a:lnTo>
                <a:lnTo>
                  <a:pt x="13261" y="11315"/>
                </a:lnTo>
                <a:lnTo>
                  <a:pt x="13310" y="11388"/>
                </a:lnTo>
                <a:lnTo>
                  <a:pt x="12872" y="11339"/>
                </a:lnTo>
                <a:lnTo>
                  <a:pt x="12434" y="11315"/>
                </a:lnTo>
                <a:lnTo>
                  <a:pt x="11534" y="11315"/>
                </a:lnTo>
                <a:lnTo>
                  <a:pt x="10634" y="11363"/>
                </a:lnTo>
                <a:lnTo>
                  <a:pt x="9733" y="11363"/>
                </a:lnTo>
                <a:lnTo>
                  <a:pt x="9247" y="11339"/>
                </a:lnTo>
                <a:lnTo>
                  <a:pt x="8736" y="11290"/>
                </a:lnTo>
                <a:lnTo>
                  <a:pt x="8225" y="11242"/>
                </a:lnTo>
                <a:lnTo>
                  <a:pt x="7738" y="11193"/>
                </a:lnTo>
                <a:lnTo>
                  <a:pt x="6862" y="11120"/>
                </a:lnTo>
                <a:lnTo>
                  <a:pt x="6424" y="11120"/>
                </a:lnTo>
                <a:lnTo>
                  <a:pt x="6205" y="11144"/>
                </a:lnTo>
                <a:lnTo>
                  <a:pt x="6010" y="11193"/>
                </a:lnTo>
                <a:lnTo>
                  <a:pt x="5986" y="11169"/>
                </a:lnTo>
                <a:lnTo>
                  <a:pt x="5864" y="10950"/>
                </a:lnTo>
                <a:close/>
                <a:moveTo>
                  <a:pt x="5572" y="12191"/>
                </a:moveTo>
                <a:lnTo>
                  <a:pt x="5499" y="12215"/>
                </a:lnTo>
                <a:lnTo>
                  <a:pt x="5402" y="12264"/>
                </a:lnTo>
                <a:lnTo>
                  <a:pt x="5329" y="12312"/>
                </a:lnTo>
                <a:lnTo>
                  <a:pt x="5256" y="12361"/>
                </a:lnTo>
                <a:lnTo>
                  <a:pt x="5232" y="12434"/>
                </a:lnTo>
                <a:lnTo>
                  <a:pt x="5183" y="12507"/>
                </a:lnTo>
                <a:lnTo>
                  <a:pt x="5183" y="12580"/>
                </a:lnTo>
                <a:lnTo>
                  <a:pt x="5207" y="12629"/>
                </a:lnTo>
                <a:lnTo>
                  <a:pt x="5232" y="12726"/>
                </a:lnTo>
                <a:lnTo>
                  <a:pt x="5305" y="12799"/>
                </a:lnTo>
                <a:lnTo>
                  <a:pt x="5378" y="12823"/>
                </a:lnTo>
                <a:lnTo>
                  <a:pt x="5475" y="12848"/>
                </a:lnTo>
                <a:lnTo>
                  <a:pt x="5572" y="12823"/>
                </a:lnTo>
                <a:lnTo>
                  <a:pt x="5670" y="12799"/>
                </a:lnTo>
                <a:lnTo>
                  <a:pt x="5767" y="12750"/>
                </a:lnTo>
                <a:lnTo>
                  <a:pt x="5840" y="12653"/>
                </a:lnTo>
                <a:lnTo>
                  <a:pt x="5864" y="12580"/>
                </a:lnTo>
                <a:lnTo>
                  <a:pt x="5889" y="12483"/>
                </a:lnTo>
                <a:lnTo>
                  <a:pt x="5864" y="12410"/>
                </a:lnTo>
                <a:lnTo>
                  <a:pt x="5816" y="12312"/>
                </a:lnTo>
                <a:lnTo>
                  <a:pt x="5743" y="12264"/>
                </a:lnTo>
                <a:lnTo>
                  <a:pt x="5670" y="12215"/>
                </a:lnTo>
                <a:lnTo>
                  <a:pt x="5572" y="12191"/>
                </a:lnTo>
                <a:close/>
                <a:moveTo>
                  <a:pt x="14040" y="12239"/>
                </a:moveTo>
                <a:lnTo>
                  <a:pt x="13967" y="12264"/>
                </a:lnTo>
                <a:lnTo>
                  <a:pt x="13918" y="12288"/>
                </a:lnTo>
                <a:lnTo>
                  <a:pt x="13797" y="12361"/>
                </a:lnTo>
                <a:lnTo>
                  <a:pt x="13724" y="12458"/>
                </a:lnTo>
                <a:lnTo>
                  <a:pt x="13699" y="12531"/>
                </a:lnTo>
                <a:lnTo>
                  <a:pt x="13675" y="12604"/>
                </a:lnTo>
                <a:lnTo>
                  <a:pt x="13699" y="12677"/>
                </a:lnTo>
                <a:lnTo>
                  <a:pt x="13724" y="12750"/>
                </a:lnTo>
                <a:lnTo>
                  <a:pt x="13797" y="12872"/>
                </a:lnTo>
                <a:lnTo>
                  <a:pt x="13918" y="12945"/>
                </a:lnTo>
                <a:lnTo>
                  <a:pt x="13967" y="12969"/>
                </a:lnTo>
                <a:lnTo>
                  <a:pt x="14113" y="12969"/>
                </a:lnTo>
                <a:lnTo>
                  <a:pt x="14186" y="12945"/>
                </a:lnTo>
                <a:lnTo>
                  <a:pt x="14308" y="12872"/>
                </a:lnTo>
                <a:lnTo>
                  <a:pt x="14381" y="12750"/>
                </a:lnTo>
                <a:lnTo>
                  <a:pt x="14405" y="12677"/>
                </a:lnTo>
                <a:lnTo>
                  <a:pt x="14405" y="12604"/>
                </a:lnTo>
                <a:lnTo>
                  <a:pt x="14405" y="12531"/>
                </a:lnTo>
                <a:lnTo>
                  <a:pt x="14381" y="12458"/>
                </a:lnTo>
                <a:lnTo>
                  <a:pt x="14308" y="12361"/>
                </a:lnTo>
                <a:lnTo>
                  <a:pt x="14186" y="12288"/>
                </a:lnTo>
                <a:lnTo>
                  <a:pt x="14113" y="12264"/>
                </a:lnTo>
                <a:lnTo>
                  <a:pt x="14040" y="12239"/>
                </a:lnTo>
                <a:close/>
                <a:moveTo>
                  <a:pt x="14089" y="11753"/>
                </a:moveTo>
                <a:lnTo>
                  <a:pt x="14235" y="11777"/>
                </a:lnTo>
                <a:lnTo>
                  <a:pt x="14381" y="11801"/>
                </a:lnTo>
                <a:lnTo>
                  <a:pt x="14502" y="11874"/>
                </a:lnTo>
                <a:lnTo>
                  <a:pt x="14600" y="11972"/>
                </a:lnTo>
                <a:lnTo>
                  <a:pt x="14673" y="12093"/>
                </a:lnTo>
                <a:lnTo>
                  <a:pt x="14746" y="12215"/>
                </a:lnTo>
                <a:lnTo>
                  <a:pt x="14770" y="12385"/>
                </a:lnTo>
                <a:lnTo>
                  <a:pt x="14794" y="12580"/>
                </a:lnTo>
                <a:lnTo>
                  <a:pt x="14770" y="12750"/>
                </a:lnTo>
                <a:lnTo>
                  <a:pt x="14721" y="12896"/>
                </a:lnTo>
                <a:lnTo>
                  <a:pt x="14648" y="13042"/>
                </a:lnTo>
                <a:lnTo>
                  <a:pt x="14551" y="13164"/>
                </a:lnTo>
                <a:lnTo>
                  <a:pt x="14405" y="13261"/>
                </a:lnTo>
                <a:lnTo>
                  <a:pt x="14259" y="13334"/>
                </a:lnTo>
                <a:lnTo>
                  <a:pt x="14089" y="13383"/>
                </a:lnTo>
                <a:lnTo>
                  <a:pt x="13870" y="13383"/>
                </a:lnTo>
                <a:lnTo>
                  <a:pt x="13651" y="13334"/>
                </a:lnTo>
                <a:lnTo>
                  <a:pt x="13480" y="13261"/>
                </a:lnTo>
                <a:lnTo>
                  <a:pt x="13334" y="13164"/>
                </a:lnTo>
                <a:lnTo>
                  <a:pt x="13237" y="13018"/>
                </a:lnTo>
                <a:lnTo>
                  <a:pt x="13164" y="12848"/>
                </a:lnTo>
                <a:lnTo>
                  <a:pt x="13164" y="12653"/>
                </a:lnTo>
                <a:lnTo>
                  <a:pt x="13213" y="12434"/>
                </a:lnTo>
                <a:lnTo>
                  <a:pt x="13286" y="12264"/>
                </a:lnTo>
                <a:lnTo>
                  <a:pt x="13359" y="12118"/>
                </a:lnTo>
                <a:lnTo>
                  <a:pt x="13480" y="11972"/>
                </a:lnTo>
                <a:lnTo>
                  <a:pt x="13602" y="11850"/>
                </a:lnTo>
                <a:lnTo>
                  <a:pt x="13602" y="11826"/>
                </a:lnTo>
                <a:lnTo>
                  <a:pt x="13675" y="11850"/>
                </a:lnTo>
                <a:lnTo>
                  <a:pt x="13748" y="11850"/>
                </a:lnTo>
                <a:lnTo>
                  <a:pt x="13797" y="11826"/>
                </a:lnTo>
                <a:lnTo>
                  <a:pt x="13845" y="11777"/>
                </a:lnTo>
                <a:lnTo>
                  <a:pt x="13918" y="11777"/>
                </a:lnTo>
                <a:lnTo>
                  <a:pt x="14089" y="11753"/>
                </a:lnTo>
                <a:close/>
                <a:moveTo>
                  <a:pt x="5475" y="11631"/>
                </a:moveTo>
                <a:lnTo>
                  <a:pt x="5524" y="11704"/>
                </a:lnTo>
                <a:lnTo>
                  <a:pt x="5597" y="11728"/>
                </a:lnTo>
                <a:lnTo>
                  <a:pt x="5645" y="11753"/>
                </a:lnTo>
                <a:lnTo>
                  <a:pt x="5743" y="11753"/>
                </a:lnTo>
                <a:lnTo>
                  <a:pt x="5840" y="11728"/>
                </a:lnTo>
                <a:lnTo>
                  <a:pt x="5937" y="11753"/>
                </a:lnTo>
                <a:lnTo>
                  <a:pt x="6010" y="11801"/>
                </a:lnTo>
                <a:lnTo>
                  <a:pt x="6083" y="11874"/>
                </a:lnTo>
                <a:lnTo>
                  <a:pt x="6132" y="11972"/>
                </a:lnTo>
                <a:lnTo>
                  <a:pt x="6181" y="12093"/>
                </a:lnTo>
                <a:lnTo>
                  <a:pt x="6229" y="12361"/>
                </a:lnTo>
                <a:lnTo>
                  <a:pt x="6229" y="12653"/>
                </a:lnTo>
                <a:lnTo>
                  <a:pt x="6181" y="12945"/>
                </a:lnTo>
                <a:lnTo>
                  <a:pt x="6132" y="13067"/>
                </a:lnTo>
                <a:lnTo>
                  <a:pt x="6083" y="13164"/>
                </a:lnTo>
                <a:lnTo>
                  <a:pt x="6010" y="13261"/>
                </a:lnTo>
                <a:lnTo>
                  <a:pt x="5937" y="13310"/>
                </a:lnTo>
                <a:lnTo>
                  <a:pt x="5840" y="13359"/>
                </a:lnTo>
                <a:lnTo>
                  <a:pt x="5743" y="13383"/>
                </a:lnTo>
                <a:lnTo>
                  <a:pt x="5645" y="13407"/>
                </a:lnTo>
                <a:lnTo>
                  <a:pt x="5548" y="13407"/>
                </a:lnTo>
                <a:lnTo>
                  <a:pt x="5353" y="13359"/>
                </a:lnTo>
                <a:lnTo>
                  <a:pt x="5159" y="13286"/>
                </a:lnTo>
                <a:lnTo>
                  <a:pt x="5013" y="13140"/>
                </a:lnTo>
                <a:lnTo>
                  <a:pt x="4867" y="12994"/>
                </a:lnTo>
                <a:lnTo>
                  <a:pt x="4769" y="12823"/>
                </a:lnTo>
                <a:lnTo>
                  <a:pt x="4721" y="12629"/>
                </a:lnTo>
                <a:lnTo>
                  <a:pt x="4721" y="12434"/>
                </a:lnTo>
                <a:lnTo>
                  <a:pt x="4745" y="12264"/>
                </a:lnTo>
                <a:lnTo>
                  <a:pt x="4818" y="12118"/>
                </a:lnTo>
                <a:lnTo>
                  <a:pt x="4915" y="11972"/>
                </a:lnTo>
                <a:lnTo>
                  <a:pt x="5037" y="11850"/>
                </a:lnTo>
                <a:lnTo>
                  <a:pt x="5159" y="11753"/>
                </a:lnTo>
                <a:lnTo>
                  <a:pt x="5329" y="11680"/>
                </a:lnTo>
                <a:lnTo>
                  <a:pt x="5475" y="11631"/>
                </a:lnTo>
                <a:close/>
                <a:moveTo>
                  <a:pt x="706" y="0"/>
                </a:moveTo>
                <a:lnTo>
                  <a:pt x="511" y="25"/>
                </a:lnTo>
                <a:lnTo>
                  <a:pt x="317" y="49"/>
                </a:lnTo>
                <a:lnTo>
                  <a:pt x="146" y="122"/>
                </a:lnTo>
                <a:lnTo>
                  <a:pt x="73" y="171"/>
                </a:lnTo>
                <a:lnTo>
                  <a:pt x="25" y="268"/>
                </a:lnTo>
                <a:lnTo>
                  <a:pt x="0" y="341"/>
                </a:lnTo>
                <a:lnTo>
                  <a:pt x="25" y="438"/>
                </a:lnTo>
                <a:lnTo>
                  <a:pt x="49" y="536"/>
                </a:lnTo>
                <a:lnTo>
                  <a:pt x="122" y="609"/>
                </a:lnTo>
                <a:lnTo>
                  <a:pt x="195" y="633"/>
                </a:lnTo>
                <a:lnTo>
                  <a:pt x="292" y="657"/>
                </a:lnTo>
                <a:lnTo>
                  <a:pt x="657" y="657"/>
                </a:lnTo>
                <a:lnTo>
                  <a:pt x="1047" y="682"/>
                </a:lnTo>
                <a:lnTo>
                  <a:pt x="1412" y="730"/>
                </a:lnTo>
                <a:lnTo>
                  <a:pt x="1777" y="755"/>
                </a:lnTo>
                <a:lnTo>
                  <a:pt x="3188" y="828"/>
                </a:lnTo>
                <a:lnTo>
                  <a:pt x="3212" y="998"/>
                </a:lnTo>
                <a:lnTo>
                  <a:pt x="3237" y="1144"/>
                </a:lnTo>
                <a:lnTo>
                  <a:pt x="3358" y="1460"/>
                </a:lnTo>
                <a:lnTo>
                  <a:pt x="3480" y="1777"/>
                </a:lnTo>
                <a:lnTo>
                  <a:pt x="3602" y="2069"/>
                </a:lnTo>
                <a:lnTo>
                  <a:pt x="3772" y="2701"/>
                </a:lnTo>
                <a:lnTo>
                  <a:pt x="3918" y="3309"/>
                </a:lnTo>
                <a:lnTo>
                  <a:pt x="4210" y="4550"/>
                </a:lnTo>
                <a:lnTo>
                  <a:pt x="5329" y="9076"/>
                </a:lnTo>
                <a:lnTo>
                  <a:pt x="5329" y="9101"/>
                </a:lnTo>
                <a:lnTo>
                  <a:pt x="5159" y="9344"/>
                </a:lnTo>
                <a:lnTo>
                  <a:pt x="5037" y="9563"/>
                </a:lnTo>
                <a:lnTo>
                  <a:pt x="4842" y="9928"/>
                </a:lnTo>
                <a:lnTo>
                  <a:pt x="4696" y="10317"/>
                </a:lnTo>
                <a:lnTo>
                  <a:pt x="4526" y="10634"/>
                </a:lnTo>
                <a:lnTo>
                  <a:pt x="4453" y="10780"/>
                </a:lnTo>
                <a:lnTo>
                  <a:pt x="4380" y="10950"/>
                </a:lnTo>
                <a:lnTo>
                  <a:pt x="4356" y="10999"/>
                </a:lnTo>
                <a:lnTo>
                  <a:pt x="4380" y="11047"/>
                </a:lnTo>
                <a:lnTo>
                  <a:pt x="4404" y="11144"/>
                </a:lnTo>
                <a:lnTo>
                  <a:pt x="4429" y="11217"/>
                </a:lnTo>
                <a:lnTo>
                  <a:pt x="4453" y="11315"/>
                </a:lnTo>
                <a:lnTo>
                  <a:pt x="4526" y="11412"/>
                </a:lnTo>
                <a:lnTo>
                  <a:pt x="4672" y="11607"/>
                </a:lnTo>
                <a:lnTo>
                  <a:pt x="4502" y="11801"/>
                </a:lnTo>
                <a:lnTo>
                  <a:pt x="4380" y="12045"/>
                </a:lnTo>
                <a:lnTo>
                  <a:pt x="4307" y="12288"/>
                </a:lnTo>
                <a:lnTo>
                  <a:pt x="4283" y="12556"/>
                </a:lnTo>
                <a:lnTo>
                  <a:pt x="4283" y="12726"/>
                </a:lnTo>
                <a:lnTo>
                  <a:pt x="4307" y="12872"/>
                </a:lnTo>
                <a:lnTo>
                  <a:pt x="4356" y="13018"/>
                </a:lnTo>
                <a:lnTo>
                  <a:pt x="4429" y="13140"/>
                </a:lnTo>
                <a:lnTo>
                  <a:pt x="4502" y="13261"/>
                </a:lnTo>
                <a:lnTo>
                  <a:pt x="4575" y="13383"/>
                </a:lnTo>
                <a:lnTo>
                  <a:pt x="4696" y="13480"/>
                </a:lnTo>
                <a:lnTo>
                  <a:pt x="4818" y="13578"/>
                </a:lnTo>
                <a:lnTo>
                  <a:pt x="4940" y="13651"/>
                </a:lnTo>
                <a:lnTo>
                  <a:pt x="5061" y="13724"/>
                </a:lnTo>
                <a:lnTo>
                  <a:pt x="5207" y="13772"/>
                </a:lnTo>
                <a:lnTo>
                  <a:pt x="5353" y="13797"/>
                </a:lnTo>
                <a:lnTo>
                  <a:pt x="5499" y="13821"/>
                </a:lnTo>
                <a:lnTo>
                  <a:pt x="5791" y="13821"/>
                </a:lnTo>
                <a:lnTo>
                  <a:pt x="5937" y="13797"/>
                </a:lnTo>
                <a:lnTo>
                  <a:pt x="6108" y="13748"/>
                </a:lnTo>
                <a:lnTo>
                  <a:pt x="6254" y="13675"/>
                </a:lnTo>
                <a:lnTo>
                  <a:pt x="6375" y="13553"/>
                </a:lnTo>
                <a:lnTo>
                  <a:pt x="6473" y="13432"/>
                </a:lnTo>
                <a:lnTo>
                  <a:pt x="6570" y="13286"/>
                </a:lnTo>
                <a:lnTo>
                  <a:pt x="6619" y="13140"/>
                </a:lnTo>
                <a:lnTo>
                  <a:pt x="6667" y="12969"/>
                </a:lnTo>
                <a:lnTo>
                  <a:pt x="6692" y="12799"/>
                </a:lnTo>
                <a:lnTo>
                  <a:pt x="6692" y="12629"/>
                </a:lnTo>
                <a:lnTo>
                  <a:pt x="6692" y="12434"/>
                </a:lnTo>
                <a:lnTo>
                  <a:pt x="6667" y="12264"/>
                </a:lnTo>
                <a:lnTo>
                  <a:pt x="6619" y="12093"/>
                </a:lnTo>
                <a:lnTo>
                  <a:pt x="6570" y="11923"/>
                </a:lnTo>
                <a:lnTo>
                  <a:pt x="6497" y="11777"/>
                </a:lnTo>
                <a:lnTo>
                  <a:pt x="6424" y="11631"/>
                </a:lnTo>
                <a:lnTo>
                  <a:pt x="6327" y="11509"/>
                </a:lnTo>
                <a:lnTo>
                  <a:pt x="6862" y="11534"/>
                </a:lnTo>
                <a:lnTo>
                  <a:pt x="7373" y="11534"/>
                </a:lnTo>
                <a:lnTo>
                  <a:pt x="8371" y="11631"/>
                </a:lnTo>
                <a:lnTo>
                  <a:pt x="9368" y="11728"/>
                </a:lnTo>
                <a:lnTo>
                  <a:pt x="9831" y="11753"/>
                </a:lnTo>
                <a:lnTo>
                  <a:pt x="10293" y="11753"/>
                </a:lnTo>
                <a:lnTo>
                  <a:pt x="11218" y="11704"/>
                </a:lnTo>
                <a:lnTo>
                  <a:pt x="11704" y="11680"/>
                </a:lnTo>
                <a:lnTo>
                  <a:pt x="12166" y="11680"/>
                </a:lnTo>
                <a:lnTo>
                  <a:pt x="12629" y="11704"/>
                </a:lnTo>
                <a:lnTo>
                  <a:pt x="13091" y="11753"/>
                </a:lnTo>
                <a:lnTo>
                  <a:pt x="12921" y="11996"/>
                </a:lnTo>
                <a:lnTo>
                  <a:pt x="12799" y="12264"/>
                </a:lnTo>
                <a:lnTo>
                  <a:pt x="12750" y="12434"/>
                </a:lnTo>
                <a:lnTo>
                  <a:pt x="12702" y="12580"/>
                </a:lnTo>
                <a:lnTo>
                  <a:pt x="12702" y="12726"/>
                </a:lnTo>
                <a:lnTo>
                  <a:pt x="12702" y="12872"/>
                </a:lnTo>
                <a:lnTo>
                  <a:pt x="12750" y="13018"/>
                </a:lnTo>
                <a:lnTo>
                  <a:pt x="12799" y="13140"/>
                </a:lnTo>
                <a:lnTo>
                  <a:pt x="12848" y="13261"/>
                </a:lnTo>
                <a:lnTo>
                  <a:pt x="12945" y="13383"/>
                </a:lnTo>
                <a:lnTo>
                  <a:pt x="13042" y="13480"/>
                </a:lnTo>
                <a:lnTo>
                  <a:pt x="13140" y="13553"/>
                </a:lnTo>
                <a:lnTo>
                  <a:pt x="13261" y="13626"/>
                </a:lnTo>
                <a:lnTo>
                  <a:pt x="13407" y="13699"/>
                </a:lnTo>
                <a:lnTo>
                  <a:pt x="13553" y="13748"/>
                </a:lnTo>
                <a:lnTo>
                  <a:pt x="13699" y="13797"/>
                </a:lnTo>
                <a:lnTo>
                  <a:pt x="13845" y="13821"/>
                </a:lnTo>
                <a:lnTo>
                  <a:pt x="14016" y="13821"/>
                </a:lnTo>
                <a:lnTo>
                  <a:pt x="14283" y="13797"/>
                </a:lnTo>
                <a:lnTo>
                  <a:pt x="14502" y="13748"/>
                </a:lnTo>
                <a:lnTo>
                  <a:pt x="14697" y="13651"/>
                </a:lnTo>
                <a:lnTo>
                  <a:pt x="14867" y="13505"/>
                </a:lnTo>
                <a:lnTo>
                  <a:pt x="14989" y="13359"/>
                </a:lnTo>
                <a:lnTo>
                  <a:pt x="15086" y="13164"/>
                </a:lnTo>
                <a:lnTo>
                  <a:pt x="15159" y="12969"/>
                </a:lnTo>
                <a:lnTo>
                  <a:pt x="15208" y="12750"/>
                </a:lnTo>
                <a:lnTo>
                  <a:pt x="15208" y="12531"/>
                </a:lnTo>
                <a:lnTo>
                  <a:pt x="15184" y="12337"/>
                </a:lnTo>
                <a:lnTo>
                  <a:pt x="15159" y="12118"/>
                </a:lnTo>
                <a:lnTo>
                  <a:pt x="15086" y="11923"/>
                </a:lnTo>
                <a:lnTo>
                  <a:pt x="14989" y="11728"/>
                </a:lnTo>
                <a:lnTo>
                  <a:pt x="14867" y="11582"/>
                </a:lnTo>
                <a:lnTo>
                  <a:pt x="14721" y="11436"/>
                </a:lnTo>
                <a:lnTo>
                  <a:pt x="14551" y="11339"/>
                </a:lnTo>
                <a:lnTo>
                  <a:pt x="14405" y="11144"/>
                </a:lnTo>
                <a:lnTo>
                  <a:pt x="14648" y="11120"/>
                </a:lnTo>
                <a:lnTo>
                  <a:pt x="14989" y="11120"/>
                </a:lnTo>
                <a:lnTo>
                  <a:pt x="15062" y="11071"/>
                </a:lnTo>
                <a:lnTo>
                  <a:pt x="15086" y="10999"/>
                </a:lnTo>
                <a:lnTo>
                  <a:pt x="15111" y="10926"/>
                </a:lnTo>
                <a:lnTo>
                  <a:pt x="15086" y="10853"/>
                </a:lnTo>
                <a:lnTo>
                  <a:pt x="15062" y="10780"/>
                </a:lnTo>
                <a:lnTo>
                  <a:pt x="14989" y="10707"/>
                </a:lnTo>
                <a:lnTo>
                  <a:pt x="14892" y="10682"/>
                </a:lnTo>
                <a:lnTo>
                  <a:pt x="14648" y="10682"/>
                </a:lnTo>
                <a:lnTo>
                  <a:pt x="14429" y="10707"/>
                </a:lnTo>
                <a:lnTo>
                  <a:pt x="13967" y="10780"/>
                </a:lnTo>
                <a:lnTo>
                  <a:pt x="12653" y="10780"/>
                </a:lnTo>
                <a:lnTo>
                  <a:pt x="11339" y="10755"/>
                </a:lnTo>
                <a:lnTo>
                  <a:pt x="10050" y="10707"/>
                </a:lnTo>
                <a:lnTo>
                  <a:pt x="8760" y="10707"/>
                </a:lnTo>
                <a:lnTo>
                  <a:pt x="7495" y="10731"/>
                </a:lnTo>
                <a:lnTo>
                  <a:pt x="7081" y="10707"/>
                </a:lnTo>
                <a:lnTo>
                  <a:pt x="6643" y="10682"/>
                </a:lnTo>
                <a:lnTo>
                  <a:pt x="6229" y="10634"/>
                </a:lnTo>
                <a:lnTo>
                  <a:pt x="5816" y="10634"/>
                </a:lnTo>
                <a:lnTo>
                  <a:pt x="5864" y="10439"/>
                </a:lnTo>
                <a:lnTo>
                  <a:pt x="5913" y="10269"/>
                </a:lnTo>
                <a:lnTo>
                  <a:pt x="6035" y="9977"/>
                </a:lnTo>
                <a:lnTo>
                  <a:pt x="6059" y="9831"/>
                </a:lnTo>
                <a:lnTo>
                  <a:pt x="6083" y="9709"/>
                </a:lnTo>
                <a:lnTo>
                  <a:pt x="6400" y="9709"/>
                </a:lnTo>
                <a:lnTo>
                  <a:pt x="6716" y="9685"/>
                </a:lnTo>
                <a:lnTo>
                  <a:pt x="7300" y="9660"/>
                </a:lnTo>
                <a:lnTo>
                  <a:pt x="7860" y="9636"/>
                </a:lnTo>
                <a:lnTo>
                  <a:pt x="8395" y="9612"/>
                </a:lnTo>
                <a:lnTo>
                  <a:pt x="9466" y="9514"/>
                </a:lnTo>
                <a:lnTo>
                  <a:pt x="10512" y="9417"/>
                </a:lnTo>
                <a:lnTo>
                  <a:pt x="11558" y="9368"/>
                </a:lnTo>
                <a:lnTo>
                  <a:pt x="12604" y="9295"/>
                </a:lnTo>
                <a:lnTo>
                  <a:pt x="13140" y="9247"/>
                </a:lnTo>
                <a:lnTo>
                  <a:pt x="13651" y="9174"/>
                </a:lnTo>
                <a:lnTo>
                  <a:pt x="13991" y="9125"/>
                </a:lnTo>
                <a:lnTo>
                  <a:pt x="14332" y="9003"/>
                </a:lnTo>
                <a:lnTo>
                  <a:pt x="14624" y="8833"/>
                </a:lnTo>
                <a:lnTo>
                  <a:pt x="14916" y="8614"/>
                </a:lnTo>
                <a:lnTo>
                  <a:pt x="15062" y="8492"/>
                </a:lnTo>
                <a:lnTo>
                  <a:pt x="15159" y="8322"/>
                </a:lnTo>
                <a:lnTo>
                  <a:pt x="15257" y="8152"/>
                </a:lnTo>
                <a:lnTo>
                  <a:pt x="15354" y="7957"/>
                </a:lnTo>
                <a:lnTo>
                  <a:pt x="15500" y="7592"/>
                </a:lnTo>
                <a:lnTo>
                  <a:pt x="15646" y="7227"/>
                </a:lnTo>
                <a:lnTo>
                  <a:pt x="15914" y="6546"/>
                </a:lnTo>
                <a:lnTo>
                  <a:pt x="15987" y="6546"/>
                </a:lnTo>
                <a:lnTo>
                  <a:pt x="16011" y="6521"/>
                </a:lnTo>
                <a:lnTo>
                  <a:pt x="16035" y="6497"/>
                </a:lnTo>
                <a:lnTo>
                  <a:pt x="16035" y="6473"/>
                </a:lnTo>
                <a:lnTo>
                  <a:pt x="16011" y="6424"/>
                </a:lnTo>
                <a:lnTo>
                  <a:pt x="15987" y="6424"/>
                </a:lnTo>
                <a:lnTo>
                  <a:pt x="16303" y="5816"/>
                </a:lnTo>
                <a:lnTo>
                  <a:pt x="16327" y="5767"/>
                </a:lnTo>
                <a:lnTo>
                  <a:pt x="16352" y="5743"/>
                </a:lnTo>
                <a:lnTo>
                  <a:pt x="16376" y="5670"/>
                </a:lnTo>
                <a:lnTo>
                  <a:pt x="17009" y="4550"/>
                </a:lnTo>
                <a:lnTo>
                  <a:pt x="17325" y="3991"/>
                </a:lnTo>
                <a:lnTo>
                  <a:pt x="17641" y="3431"/>
                </a:lnTo>
                <a:lnTo>
                  <a:pt x="17666" y="3334"/>
                </a:lnTo>
                <a:lnTo>
                  <a:pt x="17641" y="3236"/>
                </a:lnTo>
                <a:lnTo>
                  <a:pt x="17690" y="2945"/>
                </a:lnTo>
                <a:lnTo>
                  <a:pt x="17690" y="2799"/>
                </a:lnTo>
                <a:lnTo>
                  <a:pt x="17690" y="2677"/>
                </a:lnTo>
                <a:lnTo>
                  <a:pt x="17641" y="2555"/>
                </a:lnTo>
                <a:lnTo>
                  <a:pt x="17568" y="2458"/>
                </a:lnTo>
                <a:lnTo>
                  <a:pt x="17495" y="2361"/>
                </a:lnTo>
                <a:lnTo>
                  <a:pt x="17398" y="2288"/>
                </a:lnTo>
                <a:lnTo>
                  <a:pt x="17301" y="2215"/>
                </a:lnTo>
                <a:lnTo>
                  <a:pt x="17155" y="2166"/>
                </a:lnTo>
                <a:lnTo>
                  <a:pt x="16984" y="2117"/>
                </a:lnTo>
                <a:lnTo>
                  <a:pt x="16790" y="2069"/>
                </a:lnTo>
                <a:lnTo>
                  <a:pt x="16376" y="2069"/>
                </a:lnTo>
                <a:lnTo>
                  <a:pt x="15597" y="2093"/>
                </a:lnTo>
                <a:lnTo>
                  <a:pt x="14283" y="2093"/>
                </a:lnTo>
                <a:lnTo>
                  <a:pt x="13651" y="2069"/>
                </a:lnTo>
                <a:lnTo>
                  <a:pt x="12994" y="2020"/>
                </a:lnTo>
                <a:lnTo>
                  <a:pt x="11753" y="1923"/>
                </a:lnTo>
                <a:lnTo>
                  <a:pt x="10488" y="1898"/>
                </a:lnTo>
                <a:lnTo>
                  <a:pt x="9222" y="1874"/>
                </a:lnTo>
                <a:lnTo>
                  <a:pt x="7981" y="1874"/>
                </a:lnTo>
                <a:lnTo>
                  <a:pt x="7032" y="1850"/>
                </a:lnTo>
                <a:lnTo>
                  <a:pt x="6083" y="1825"/>
                </a:lnTo>
                <a:lnTo>
                  <a:pt x="5159" y="1801"/>
                </a:lnTo>
                <a:lnTo>
                  <a:pt x="4210" y="1801"/>
                </a:lnTo>
                <a:lnTo>
                  <a:pt x="4112" y="1509"/>
                </a:lnTo>
                <a:lnTo>
                  <a:pt x="3991" y="1241"/>
                </a:lnTo>
                <a:lnTo>
                  <a:pt x="3942" y="998"/>
                </a:lnTo>
                <a:lnTo>
                  <a:pt x="3845" y="633"/>
                </a:lnTo>
                <a:lnTo>
                  <a:pt x="3796" y="463"/>
                </a:lnTo>
                <a:lnTo>
                  <a:pt x="3723" y="292"/>
                </a:lnTo>
                <a:lnTo>
                  <a:pt x="3650" y="195"/>
                </a:lnTo>
                <a:lnTo>
                  <a:pt x="3577" y="146"/>
                </a:lnTo>
                <a:lnTo>
                  <a:pt x="3529" y="146"/>
                </a:lnTo>
                <a:lnTo>
                  <a:pt x="2604" y="122"/>
                </a:lnTo>
                <a:lnTo>
                  <a:pt x="1655" y="73"/>
                </a:lnTo>
                <a:lnTo>
                  <a:pt x="901" y="0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32"/>
          <p:cNvSpPr/>
          <p:nvPr/>
        </p:nvSpPr>
        <p:spPr>
          <a:xfrm>
            <a:off x="7599857" y="2569837"/>
            <a:ext cx="302200" cy="318177"/>
          </a:xfrm>
          <a:custGeom>
            <a:rect b="b" l="l" r="r" t="t"/>
            <a:pathLst>
              <a:path extrusionOk="0" h="18421" w="17496">
                <a:moveTo>
                  <a:pt x="7421" y="1047"/>
                </a:moveTo>
                <a:lnTo>
                  <a:pt x="7373" y="1071"/>
                </a:lnTo>
                <a:lnTo>
                  <a:pt x="7348" y="1120"/>
                </a:lnTo>
                <a:lnTo>
                  <a:pt x="7324" y="1169"/>
                </a:lnTo>
                <a:lnTo>
                  <a:pt x="7348" y="1315"/>
                </a:lnTo>
                <a:lnTo>
                  <a:pt x="7348" y="1461"/>
                </a:lnTo>
                <a:lnTo>
                  <a:pt x="7324" y="1582"/>
                </a:lnTo>
                <a:lnTo>
                  <a:pt x="7300" y="1704"/>
                </a:lnTo>
                <a:lnTo>
                  <a:pt x="7178" y="1923"/>
                </a:lnTo>
                <a:lnTo>
                  <a:pt x="7008" y="2142"/>
                </a:lnTo>
                <a:lnTo>
                  <a:pt x="6862" y="2385"/>
                </a:lnTo>
                <a:lnTo>
                  <a:pt x="6813" y="2483"/>
                </a:lnTo>
                <a:lnTo>
                  <a:pt x="6765" y="2604"/>
                </a:lnTo>
                <a:lnTo>
                  <a:pt x="6740" y="2750"/>
                </a:lnTo>
                <a:lnTo>
                  <a:pt x="6740" y="2872"/>
                </a:lnTo>
                <a:lnTo>
                  <a:pt x="6740" y="3018"/>
                </a:lnTo>
                <a:lnTo>
                  <a:pt x="6789" y="3164"/>
                </a:lnTo>
                <a:lnTo>
                  <a:pt x="6862" y="3286"/>
                </a:lnTo>
                <a:lnTo>
                  <a:pt x="6959" y="3432"/>
                </a:lnTo>
                <a:lnTo>
                  <a:pt x="7154" y="3699"/>
                </a:lnTo>
                <a:lnTo>
                  <a:pt x="7251" y="3845"/>
                </a:lnTo>
                <a:lnTo>
                  <a:pt x="7275" y="3991"/>
                </a:lnTo>
                <a:lnTo>
                  <a:pt x="7275" y="4064"/>
                </a:lnTo>
                <a:lnTo>
                  <a:pt x="7275" y="4137"/>
                </a:lnTo>
                <a:lnTo>
                  <a:pt x="7251" y="4186"/>
                </a:lnTo>
                <a:lnTo>
                  <a:pt x="7178" y="4259"/>
                </a:lnTo>
                <a:lnTo>
                  <a:pt x="7154" y="4332"/>
                </a:lnTo>
                <a:lnTo>
                  <a:pt x="7129" y="4405"/>
                </a:lnTo>
                <a:lnTo>
                  <a:pt x="7129" y="4478"/>
                </a:lnTo>
                <a:lnTo>
                  <a:pt x="7178" y="4527"/>
                </a:lnTo>
                <a:lnTo>
                  <a:pt x="7251" y="4575"/>
                </a:lnTo>
                <a:lnTo>
                  <a:pt x="7324" y="4600"/>
                </a:lnTo>
                <a:lnTo>
                  <a:pt x="7397" y="4575"/>
                </a:lnTo>
                <a:lnTo>
                  <a:pt x="7470" y="4527"/>
                </a:lnTo>
                <a:lnTo>
                  <a:pt x="7567" y="4429"/>
                </a:lnTo>
                <a:lnTo>
                  <a:pt x="7616" y="4332"/>
                </a:lnTo>
                <a:lnTo>
                  <a:pt x="7665" y="4235"/>
                </a:lnTo>
                <a:lnTo>
                  <a:pt x="7689" y="4113"/>
                </a:lnTo>
                <a:lnTo>
                  <a:pt x="7689" y="4016"/>
                </a:lnTo>
                <a:lnTo>
                  <a:pt x="7665" y="3918"/>
                </a:lnTo>
                <a:lnTo>
                  <a:pt x="7592" y="3724"/>
                </a:lnTo>
                <a:lnTo>
                  <a:pt x="7470" y="3505"/>
                </a:lnTo>
                <a:lnTo>
                  <a:pt x="7324" y="3310"/>
                </a:lnTo>
                <a:lnTo>
                  <a:pt x="7202" y="3115"/>
                </a:lnTo>
                <a:lnTo>
                  <a:pt x="7105" y="2921"/>
                </a:lnTo>
                <a:lnTo>
                  <a:pt x="7081" y="2823"/>
                </a:lnTo>
                <a:lnTo>
                  <a:pt x="7105" y="2726"/>
                </a:lnTo>
                <a:lnTo>
                  <a:pt x="7154" y="2604"/>
                </a:lnTo>
                <a:lnTo>
                  <a:pt x="7202" y="2483"/>
                </a:lnTo>
                <a:lnTo>
                  <a:pt x="7373" y="2239"/>
                </a:lnTo>
                <a:lnTo>
                  <a:pt x="7543" y="1972"/>
                </a:lnTo>
                <a:lnTo>
                  <a:pt x="7689" y="1728"/>
                </a:lnTo>
                <a:lnTo>
                  <a:pt x="7738" y="1607"/>
                </a:lnTo>
                <a:lnTo>
                  <a:pt x="7762" y="1485"/>
                </a:lnTo>
                <a:lnTo>
                  <a:pt x="7762" y="1363"/>
                </a:lnTo>
                <a:lnTo>
                  <a:pt x="7713" y="1242"/>
                </a:lnTo>
                <a:lnTo>
                  <a:pt x="7616" y="1144"/>
                </a:lnTo>
                <a:lnTo>
                  <a:pt x="7494" y="1071"/>
                </a:lnTo>
                <a:lnTo>
                  <a:pt x="7421" y="1047"/>
                </a:lnTo>
                <a:close/>
                <a:moveTo>
                  <a:pt x="10293" y="1242"/>
                </a:moveTo>
                <a:lnTo>
                  <a:pt x="10268" y="1266"/>
                </a:lnTo>
                <a:lnTo>
                  <a:pt x="10244" y="1363"/>
                </a:lnTo>
                <a:lnTo>
                  <a:pt x="10220" y="1485"/>
                </a:lnTo>
                <a:lnTo>
                  <a:pt x="10195" y="1607"/>
                </a:lnTo>
                <a:lnTo>
                  <a:pt x="10171" y="1680"/>
                </a:lnTo>
                <a:lnTo>
                  <a:pt x="10098" y="1826"/>
                </a:lnTo>
                <a:lnTo>
                  <a:pt x="10001" y="1923"/>
                </a:lnTo>
                <a:lnTo>
                  <a:pt x="9782" y="2166"/>
                </a:lnTo>
                <a:lnTo>
                  <a:pt x="9684" y="2288"/>
                </a:lnTo>
                <a:lnTo>
                  <a:pt x="9611" y="2434"/>
                </a:lnTo>
                <a:lnTo>
                  <a:pt x="9587" y="2604"/>
                </a:lnTo>
                <a:lnTo>
                  <a:pt x="9587" y="2775"/>
                </a:lnTo>
                <a:lnTo>
                  <a:pt x="9636" y="2921"/>
                </a:lnTo>
                <a:lnTo>
                  <a:pt x="9709" y="3042"/>
                </a:lnTo>
                <a:lnTo>
                  <a:pt x="9879" y="3286"/>
                </a:lnTo>
                <a:lnTo>
                  <a:pt x="10001" y="3456"/>
                </a:lnTo>
                <a:lnTo>
                  <a:pt x="10074" y="3626"/>
                </a:lnTo>
                <a:lnTo>
                  <a:pt x="10098" y="3724"/>
                </a:lnTo>
                <a:lnTo>
                  <a:pt x="10098" y="3821"/>
                </a:lnTo>
                <a:lnTo>
                  <a:pt x="10074" y="3918"/>
                </a:lnTo>
                <a:lnTo>
                  <a:pt x="10025" y="4016"/>
                </a:lnTo>
                <a:lnTo>
                  <a:pt x="9952" y="4137"/>
                </a:lnTo>
                <a:lnTo>
                  <a:pt x="9855" y="4235"/>
                </a:lnTo>
                <a:lnTo>
                  <a:pt x="9782" y="4332"/>
                </a:lnTo>
                <a:lnTo>
                  <a:pt x="9709" y="4454"/>
                </a:lnTo>
                <a:lnTo>
                  <a:pt x="9684" y="4502"/>
                </a:lnTo>
                <a:lnTo>
                  <a:pt x="9684" y="4575"/>
                </a:lnTo>
                <a:lnTo>
                  <a:pt x="9733" y="4673"/>
                </a:lnTo>
                <a:lnTo>
                  <a:pt x="9757" y="4721"/>
                </a:lnTo>
                <a:lnTo>
                  <a:pt x="9806" y="4746"/>
                </a:lnTo>
                <a:lnTo>
                  <a:pt x="9855" y="4770"/>
                </a:lnTo>
                <a:lnTo>
                  <a:pt x="9928" y="4746"/>
                </a:lnTo>
                <a:lnTo>
                  <a:pt x="10122" y="4648"/>
                </a:lnTo>
                <a:lnTo>
                  <a:pt x="10268" y="4502"/>
                </a:lnTo>
                <a:lnTo>
                  <a:pt x="10414" y="4332"/>
                </a:lnTo>
                <a:lnTo>
                  <a:pt x="10487" y="4137"/>
                </a:lnTo>
                <a:lnTo>
                  <a:pt x="10536" y="3943"/>
                </a:lnTo>
                <a:lnTo>
                  <a:pt x="10536" y="3724"/>
                </a:lnTo>
                <a:lnTo>
                  <a:pt x="10487" y="3505"/>
                </a:lnTo>
                <a:lnTo>
                  <a:pt x="10414" y="3310"/>
                </a:lnTo>
                <a:lnTo>
                  <a:pt x="10293" y="3140"/>
                </a:lnTo>
                <a:lnTo>
                  <a:pt x="10171" y="2994"/>
                </a:lnTo>
                <a:lnTo>
                  <a:pt x="10074" y="2872"/>
                </a:lnTo>
                <a:lnTo>
                  <a:pt x="10025" y="2775"/>
                </a:lnTo>
                <a:lnTo>
                  <a:pt x="10001" y="2653"/>
                </a:lnTo>
                <a:lnTo>
                  <a:pt x="10025" y="2556"/>
                </a:lnTo>
                <a:lnTo>
                  <a:pt x="10074" y="2434"/>
                </a:lnTo>
                <a:lnTo>
                  <a:pt x="10122" y="2337"/>
                </a:lnTo>
                <a:lnTo>
                  <a:pt x="10293" y="2118"/>
                </a:lnTo>
                <a:lnTo>
                  <a:pt x="10414" y="1947"/>
                </a:lnTo>
                <a:lnTo>
                  <a:pt x="10512" y="1753"/>
                </a:lnTo>
                <a:lnTo>
                  <a:pt x="10512" y="1655"/>
                </a:lnTo>
                <a:lnTo>
                  <a:pt x="10536" y="1558"/>
                </a:lnTo>
                <a:lnTo>
                  <a:pt x="10512" y="1461"/>
                </a:lnTo>
                <a:lnTo>
                  <a:pt x="10487" y="1363"/>
                </a:lnTo>
                <a:lnTo>
                  <a:pt x="10463" y="1290"/>
                </a:lnTo>
                <a:lnTo>
                  <a:pt x="10390" y="1266"/>
                </a:lnTo>
                <a:lnTo>
                  <a:pt x="10317" y="1242"/>
                </a:lnTo>
                <a:close/>
                <a:moveTo>
                  <a:pt x="8322" y="1"/>
                </a:moveTo>
                <a:lnTo>
                  <a:pt x="8273" y="49"/>
                </a:lnTo>
                <a:lnTo>
                  <a:pt x="8249" y="98"/>
                </a:lnTo>
                <a:lnTo>
                  <a:pt x="8273" y="171"/>
                </a:lnTo>
                <a:lnTo>
                  <a:pt x="8492" y="512"/>
                </a:lnTo>
                <a:lnTo>
                  <a:pt x="8614" y="682"/>
                </a:lnTo>
                <a:lnTo>
                  <a:pt x="8687" y="877"/>
                </a:lnTo>
                <a:lnTo>
                  <a:pt x="8711" y="1023"/>
                </a:lnTo>
                <a:lnTo>
                  <a:pt x="8735" y="1144"/>
                </a:lnTo>
                <a:lnTo>
                  <a:pt x="8711" y="1266"/>
                </a:lnTo>
                <a:lnTo>
                  <a:pt x="8687" y="1388"/>
                </a:lnTo>
                <a:lnTo>
                  <a:pt x="8614" y="1631"/>
                </a:lnTo>
                <a:lnTo>
                  <a:pt x="8492" y="1850"/>
                </a:lnTo>
                <a:lnTo>
                  <a:pt x="8322" y="2166"/>
                </a:lnTo>
                <a:lnTo>
                  <a:pt x="8249" y="2312"/>
                </a:lnTo>
                <a:lnTo>
                  <a:pt x="8200" y="2458"/>
                </a:lnTo>
                <a:lnTo>
                  <a:pt x="8200" y="2604"/>
                </a:lnTo>
                <a:lnTo>
                  <a:pt x="8200" y="2775"/>
                </a:lnTo>
                <a:lnTo>
                  <a:pt x="8249" y="2921"/>
                </a:lnTo>
                <a:lnTo>
                  <a:pt x="8322" y="3091"/>
                </a:lnTo>
                <a:lnTo>
                  <a:pt x="8419" y="3213"/>
                </a:lnTo>
                <a:lnTo>
                  <a:pt x="8516" y="3334"/>
                </a:lnTo>
                <a:lnTo>
                  <a:pt x="8589" y="3432"/>
                </a:lnTo>
                <a:lnTo>
                  <a:pt x="8638" y="3529"/>
                </a:lnTo>
                <a:lnTo>
                  <a:pt x="8662" y="3651"/>
                </a:lnTo>
                <a:lnTo>
                  <a:pt x="8662" y="3748"/>
                </a:lnTo>
                <a:lnTo>
                  <a:pt x="8638" y="3845"/>
                </a:lnTo>
                <a:lnTo>
                  <a:pt x="8614" y="3967"/>
                </a:lnTo>
                <a:lnTo>
                  <a:pt x="8516" y="4162"/>
                </a:lnTo>
                <a:lnTo>
                  <a:pt x="8297" y="4551"/>
                </a:lnTo>
                <a:lnTo>
                  <a:pt x="8200" y="4746"/>
                </a:lnTo>
                <a:lnTo>
                  <a:pt x="8103" y="4940"/>
                </a:lnTo>
                <a:lnTo>
                  <a:pt x="8054" y="5062"/>
                </a:lnTo>
                <a:lnTo>
                  <a:pt x="8054" y="5208"/>
                </a:lnTo>
                <a:lnTo>
                  <a:pt x="8054" y="5354"/>
                </a:lnTo>
                <a:lnTo>
                  <a:pt x="8078" y="5476"/>
                </a:lnTo>
                <a:lnTo>
                  <a:pt x="8127" y="5622"/>
                </a:lnTo>
                <a:lnTo>
                  <a:pt x="8224" y="5719"/>
                </a:lnTo>
                <a:lnTo>
                  <a:pt x="8297" y="5816"/>
                </a:lnTo>
                <a:lnTo>
                  <a:pt x="8419" y="5889"/>
                </a:lnTo>
                <a:lnTo>
                  <a:pt x="8492" y="5914"/>
                </a:lnTo>
                <a:lnTo>
                  <a:pt x="8565" y="5914"/>
                </a:lnTo>
                <a:lnTo>
                  <a:pt x="8614" y="5889"/>
                </a:lnTo>
                <a:lnTo>
                  <a:pt x="8662" y="5841"/>
                </a:lnTo>
                <a:lnTo>
                  <a:pt x="8711" y="5792"/>
                </a:lnTo>
                <a:lnTo>
                  <a:pt x="8711" y="5719"/>
                </a:lnTo>
                <a:lnTo>
                  <a:pt x="8687" y="5670"/>
                </a:lnTo>
                <a:lnTo>
                  <a:pt x="8662" y="5597"/>
                </a:lnTo>
                <a:lnTo>
                  <a:pt x="8589" y="5476"/>
                </a:lnTo>
                <a:lnTo>
                  <a:pt x="8541" y="5378"/>
                </a:lnTo>
                <a:lnTo>
                  <a:pt x="8516" y="5257"/>
                </a:lnTo>
                <a:lnTo>
                  <a:pt x="8516" y="5159"/>
                </a:lnTo>
                <a:lnTo>
                  <a:pt x="8541" y="5038"/>
                </a:lnTo>
                <a:lnTo>
                  <a:pt x="8565" y="4940"/>
                </a:lnTo>
                <a:lnTo>
                  <a:pt x="8687" y="4721"/>
                </a:lnTo>
                <a:lnTo>
                  <a:pt x="8954" y="4283"/>
                </a:lnTo>
                <a:lnTo>
                  <a:pt x="9076" y="4040"/>
                </a:lnTo>
                <a:lnTo>
                  <a:pt x="9100" y="3943"/>
                </a:lnTo>
                <a:lnTo>
                  <a:pt x="9125" y="3821"/>
                </a:lnTo>
                <a:lnTo>
                  <a:pt x="9125" y="3626"/>
                </a:lnTo>
                <a:lnTo>
                  <a:pt x="9076" y="3480"/>
                </a:lnTo>
                <a:lnTo>
                  <a:pt x="9027" y="3310"/>
                </a:lnTo>
                <a:lnTo>
                  <a:pt x="8930" y="3164"/>
                </a:lnTo>
                <a:lnTo>
                  <a:pt x="8784" y="2921"/>
                </a:lnTo>
                <a:lnTo>
                  <a:pt x="8711" y="2823"/>
                </a:lnTo>
                <a:lnTo>
                  <a:pt x="8662" y="2726"/>
                </a:lnTo>
                <a:lnTo>
                  <a:pt x="8662" y="2604"/>
                </a:lnTo>
                <a:lnTo>
                  <a:pt x="8662" y="2507"/>
                </a:lnTo>
                <a:lnTo>
                  <a:pt x="8711" y="2361"/>
                </a:lnTo>
                <a:lnTo>
                  <a:pt x="8784" y="2215"/>
                </a:lnTo>
                <a:lnTo>
                  <a:pt x="8954" y="1899"/>
                </a:lnTo>
                <a:lnTo>
                  <a:pt x="9076" y="1582"/>
                </a:lnTo>
                <a:lnTo>
                  <a:pt x="9125" y="1436"/>
                </a:lnTo>
                <a:lnTo>
                  <a:pt x="9149" y="1266"/>
                </a:lnTo>
                <a:lnTo>
                  <a:pt x="9149" y="1096"/>
                </a:lnTo>
                <a:lnTo>
                  <a:pt x="9125" y="901"/>
                </a:lnTo>
                <a:lnTo>
                  <a:pt x="9100" y="755"/>
                </a:lnTo>
                <a:lnTo>
                  <a:pt x="9052" y="609"/>
                </a:lnTo>
                <a:lnTo>
                  <a:pt x="8979" y="463"/>
                </a:lnTo>
                <a:lnTo>
                  <a:pt x="8881" y="341"/>
                </a:lnTo>
                <a:lnTo>
                  <a:pt x="8784" y="220"/>
                </a:lnTo>
                <a:lnTo>
                  <a:pt x="8662" y="122"/>
                </a:lnTo>
                <a:lnTo>
                  <a:pt x="8541" y="49"/>
                </a:lnTo>
                <a:lnTo>
                  <a:pt x="8395" y="1"/>
                </a:lnTo>
                <a:close/>
                <a:moveTo>
                  <a:pt x="6497" y="7982"/>
                </a:moveTo>
                <a:lnTo>
                  <a:pt x="6424" y="8079"/>
                </a:lnTo>
                <a:lnTo>
                  <a:pt x="6229" y="8055"/>
                </a:lnTo>
                <a:lnTo>
                  <a:pt x="5791" y="8030"/>
                </a:lnTo>
                <a:lnTo>
                  <a:pt x="6156" y="8006"/>
                </a:lnTo>
                <a:lnTo>
                  <a:pt x="6497" y="7982"/>
                </a:lnTo>
                <a:close/>
                <a:moveTo>
                  <a:pt x="10512" y="6911"/>
                </a:moveTo>
                <a:lnTo>
                  <a:pt x="11242" y="6960"/>
                </a:lnTo>
                <a:lnTo>
                  <a:pt x="11972" y="7009"/>
                </a:lnTo>
                <a:lnTo>
                  <a:pt x="12677" y="7106"/>
                </a:lnTo>
                <a:lnTo>
                  <a:pt x="13407" y="7228"/>
                </a:lnTo>
                <a:lnTo>
                  <a:pt x="14089" y="7374"/>
                </a:lnTo>
                <a:lnTo>
                  <a:pt x="14186" y="7422"/>
                </a:lnTo>
                <a:lnTo>
                  <a:pt x="14259" y="7471"/>
                </a:lnTo>
                <a:lnTo>
                  <a:pt x="14283" y="7520"/>
                </a:lnTo>
                <a:lnTo>
                  <a:pt x="14283" y="7593"/>
                </a:lnTo>
                <a:lnTo>
                  <a:pt x="14259" y="7666"/>
                </a:lnTo>
                <a:lnTo>
                  <a:pt x="14210" y="7714"/>
                </a:lnTo>
                <a:lnTo>
                  <a:pt x="14162" y="7787"/>
                </a:lnTo>
                <a:lnTo>
                  <a:pt x="14089" y="7836"/>
                </a:lnTo>
                <a:lnTo>
                  <a:pt x="13894" y="7909"/>
                </a:lnTo>
                <a:lnTo>
                  <a:pt x="13699" y="7958"/>
                </a:lnTo>
                <a:lnTo>
                  <a:pt x="13310" y="8030"/>
                </a:lnTo>
                <a:lnTo>
                  <a:pt x="12775" y="8079"/>
                </a:lnTo>
                <a:lnTo>
                  <a:pt x="12750" y="8006"/>
                </a:lnTo>
                <a:lnTo>
                  <a:pt x="12677" y="7982"/>
                </a:lnTo>
                <a:lnTo>
                  <a:pt x="12215" y="7860"/>
                </a:lnTo>
                <a:lnTo>
                  <a:pt x="11753" y="7787"/>
                </a:lnTo>
                <a:lnTo>
                  <a:pt x="11290" y="7714"/>
                </a:lnTo>
                <a:lnTo>
                  <a:pt x="10804" y="7666"/>
                </a:lnTo>
                <a:lnTo>
                  <a:pt x="9855" y="7617"/>
                </a:lnTo>
                <a:lnTo>
                  <a:pt x="8906" y="7593"/>
                </a:lnTo>
                <a:lnTo>
                  <a:pt x="7884" y="7593"/>
                </a:lnTo>
                <a:lnTo>
                  <a:pt x="6862" y="7641"/>
                </a:lnTo>
                <a:lnTo>
                  <a:pt x="6424" y="7666"/>
                </a:lnTo>
                <a:lnTo>
                  <a:pt x="5986" y="7714"/>
                </a:lnTo>
                <a:lnTo>
                  <a:pt x="5767" y="7739"/>
                </a:lnTo>
                <a:lnTo>
                  <a:pt x="5548" y="7787"/>
                </a:lnTo>
                <a:lnTo>
                  <a:pt x="5353" y="7860"/>
                </a:lnTo>
                <a:lnTo>
                  <a:pt x="5159" y="7933"/>
                </a:lnTo>
                <a:lnTo>
                  <a:pt x="5159" y="7958"/>
                </a:lnTo>
                <a:lnTo>
                  <a:pt x="5159" y="7982"/>
                </a:lnTo>
                <a:lnTo>
                  <a:pt x="5207" y="8006"/>
                </a:lnTo>
                <a:lnTo>
                  <a:pt x="5207" y="8006"/>
                </a:lnTo>
                <a:lnTo>
                  <a:pt x="4696" y="7958"/>
                </a:lnTo>
                <a:lnTo>
                  <a:pt x="4331" y="7933"/>
                </a:lnTo>
                <a:lnTo>
                  <a:pt x="3869" y="7909"/>
                </a:lnTo>
                <a:lnTo>
                  <a:pt x="3626" y="7860"/>
                </a:lnTo>
                <a:lnTo>
                  <a:pt x="3431" y="7787"/>
                </a:lnTo>
                <a:lnTo>
                  <a:pt x="3334" y="7739"/>
                </a:lnTo>
                <a:lnTo>
                  <a:pt x="3261" y="7666"/>
                </a:lnTo>
                <a:lnTo>
                  <a:pt x="3212" y="7617"/>
                </a:lnTo>
                <a:lnTo>
                  <a:pt x="3163" y="7520"/>
                </a:lnTo>
                <a:lnTo>
                  <a:pt x="3261" y="7471"/>
                </a:lnTo>
                <a:lnTo>
                  <a:pt x="3358" y="7398"/>
                </a:lnTo>
                <a:lnTo>
                  <a:pt x="3577" y="7325"/>
                </a:lnTo>
                <a:lnTo>
                  <a:pt x="3820" y="7301"/>
                </a:lnTo>
                <a:lnTo>
                  <a:pt x="4064" y="7276"/>
                </a:lnTo>
                <a:lnTo>
                  <a:pt x="5548" y="7130"/>
                </a:lnTo>
                <a:lnTo>
                  <a:pt x="6935" y="7009"/>
                </a:lnTo>
                <a:lnTo>
                  <a:pt x="8322" y="6936"/>
                </a:lnTo>
                <a:lnTo>
                  <a:pt x="9052" y="6911"/>
                </a:lnTo>
                <a:close/>
                <a:moveTo>
                  <a:pt x="7032" y="7933"/>
                </a:moveTo>
                <a:lnTo>
                  <a:pt x="6935" y="8079"/>
                </a:lnTo>
                <a:lnTo>
                  <a:pt x="6935" y="8103"/>
                </a:lnTo>
                <a:lnTo>
                  <a:pt x="6765" y="8079"/>
                </a:lnTo>
                <a:lnTo>
                  <a:pt x="6789" y="8030"/>
                </a:lnTo>
                <a:lnTo>
                  <a:pt x="6862" y="7958"/>
                </a:lnTo>
                <a:lnTo>
                  <a:pt x="6862" y="7933"/>
                </a:lnTo>
                <a:close/>
                <a:moveTo>
                  <a:pt x="7519" y="7909"/>
                </a:moveTo>
                <a:lnTo>
                  <a:pt x="7470" y="8006"/>
                </a:lnTo>
                <a:lnTo>
                  <a:pt x="7421" y="8103"/>
                </a:lnTo>
                <a:lnTo>
                  <a:pt x="7275" y="8103"/>
                </a:lnTo>
                <a:lnTo>
                  <a:pt x="7348" y="8006"/>
                </a:lnTo>
                <a:lnTo>
                  <a:pt x="7421" y="7909"/>
                </a:lnTo>
                <a:close/>
                <a:moveTo>
                  <a:pt x="8054" y="7909"/>
                </a:moveTo>
                <a:lnTo>
                  <a:pt x="7981" y="8006"/>
                </a:lnTo>
                <a:lnTo>
                  <a:pt x="7908" y="8103"/>
                </a:lnTo>
                <a:lnTo>
                  <a:pt x="7908" y="8128"/>
                </a:lnTo>
                <a:lnTo>
                  <a:pt x="7665" y="8128"/>
                </a:lnTo>
                <a:lnTo>
                  <a:pt x="7689" y="8030"/>
                </a:lnTo>
                <a:lnTo>
                  <a:pt x="7786" y="7909"/>
                </a:lnTo>
                <a:close/>
                <a:moveTo>
                  <a:pt x="8468" y="7909"/>
                </a:moveTo>
                <a:lnTo>
                  <a:pt x="8395" y="8006"/>
                </a:lnTo>
                <a:lnTo>
                  <a:pt x="8322" y="8128"/>
                </a:lnTo>
                <a:lnTo>
                  <a:pt x="8224" y="8128"/>
                </a:lnTo>
                <a:lnTo>
                  <a:pt x="8322" y="7909"/>
                </a:lnTo>
                <a:close/>
                <a:moveTo>
                  <a:pt x="8784" y="7909"/>
                </a:moveTo>
                <a:lnTo>
                  <a:pt x="8662" y="8128"/>
                </a:lnTo>
                <a:lnTo>
                  <a:pt x="8541" y="8128"/>
                </a:lnTo>
                <a:lnTo>
                  <a:pt x="8589" y="7909"/>
                </a:lnTo>
                <a:close/>
                <a:moveTo>
                  <a:pt x="10171" y="7958"/>
                </a:moveTo>
                <a:lnTo>
                  <a:pt x="10122" y="8006"/>
                </a:lnTo>
                <a:lnTo>
                  <a:pt x="10001" y="8128"/>
                </a:lnTo>
                <a:lnTo>
                  <a:pt x="9976" y="8128"/>
                </a:lnTo>
                <a:lnTo>
                  <a:pt x="10049" y="7958"/>
                </a:lnTo>
                <a:close/>
                <a:moveTo>
                  <a:pt x="10414" y="7982"/>
                </a:moveTo>
                <a:lnTo>
                  <a:pt x="10585" y="8006"/>
                </a:lnTo>
                <a:lnTo>
                  <a:pt x="10585" y="8055"/>
                </a:lnTo>
                <a:lnTo>
                  <a:pt x="10560" y="8128"/>
                </a:lnTo>
                <a:lnTo>
                  <a:pt x="10341" y="8128"/>
                </a:lnTo>
                <a:lnTo>
                  <a:pt x="10414" y="7982"/>
                </a:lnTo>
                <a:close/>
                <a:moveTo>
                  <a:pt x="10779" y="8006"/>
                </a:moveTo>
                <a:lnTo>
                  <a:pt x="11485" y="8103"/>
                </a:lnTo>
                <a:lnTo>
                  <a:pt x="10804" y="8128"/>
                </a:lnTo>
                <a:lnTo>
                  <a:pt x="10779" y="8055"/>
                </a:lnTo>
                <a:lnTo>
                  <a:pt x="10779" y="8006"/>
                </a:lnTo>
                <a:close/>
                <a:moveTo>
                  <a:pt x="9319" y="7909"/>
                </a:moveTo>
                <a:lnTo>
                  <a:pt x="9222" y="8030"/>
                </a:lnTo>
                <a:lnTo>
                  <a:pt x="9125" y="8152"/>
                </a:lnTo>
                <a:lnTo>
                  <a:pt x="8979" y="8152"/>
                </a:lnTo>
                <a:lnTo>
                  <a:pt x="9027" y="7909"/>
                </a:lnTo>
                <a:close/>
                <a:moveTo>
                  <a:pt x="9417" y="7909"/>
                </a:moveTo>
                <a:lnTo>
                  <a:pt x="9952" y="7958"/>
                </a:lnTo>
                <a:lnTo>
                  <a:pt x="9855" y="8103"/>
                </a:lnTo>
                <a:lnTo>
                  <a:pt x="9855" y="8128"/>
                </a:lnTo>
                <a:lnTo>
                  <a:pt x="9611" y="8128"/>
                </a:lnTo>
                <a:lnTo>
                  <a:pt x="9660" y="8030"/>
                </a:lnTo>
                <a:lnTo>
                  <a:pt x="9660" y="7982"/>
                </a:lnTo>
                <a:lnTo>
                  <a:pt x="9636" y="7958"/>
                </a:lnTo>
                <a:lnTo>
                  <a:pt x="9611" y="7933"/>
                </a:lnTo>
                <a:lnTo>
                  <a:pt x="9563" y="7958"/>
                </a:lnTo>
                <a:lnTo>
                  <a:pt x="9441" y="8103"/>
                </a:lnTo>
                <a:lnTo>
                  <a:pt x="9417" y="8152"/>
                </a:lnTo>
                <a:lnTo>
                  <a:pt x="9344" y="8152"/>
                </a:lnTo>
                <a:lnTo>
                  <a:pt x="9417" y="7933"/>
                </a:lnTo>
                <a:lnTo>
                  <a:pt x="9417" y="7909"/>
                </a:lnTo>
                <a:close/>
                <a:moveTo>
                  <a:pt x="1874" y="8955"/>
                </a:moveTo>
                <a:lnTo>
                  <a:pt x="2117" y="9004"/>
                </a:lnTo>
                <a:lnTo>
                  <a:pt x="2360" y="9052"/>
                </a:lnTo>
                <a:lnTo>
                  <a:pt x="2604" y="9052"/>
                </a:lnTo>
                <a:lnTo>
                  <a:pt x="2823" y="10342"/>
                </a:lnTo>
                <a:lnTo>
                  <a:pt x="3115" y="11607"/>
                </a:lnTo>
                <a:lnTo>
                  <a:pt x="3309" y="12362"/>
                </a:lnTo>
                <a:lnTo>
                  <a:pt x="3309" y="12362"/>
                </a:lnTo>
                <a:lnTo>
                  <a:pt x="3163" y="12167"/>
                </a:lnTo>
                <a:lnTo>
                  <a:pt x="2993" y="11997"/>
                </a:lnTo>
                <a:lnTo>
                  <a:pt x="2823" y="11826"/>
                </a:lnTo>
                <a:lnTo>
                  <a:pt x="2628" y="11656"/>
                </a:lnTo>
                <a:lnTo>
                  <a:pt x="2385" y="11486"/>
                </a:lnTo>
                <a:lnTo>
                  <a:pt x="2117" y="11315"/>
                </a:lnTo>
                <a:lnTo>
                  <a:pt x="1825" y="11145"/>
                </a:lnTo>
                <a:lnTo>
                  <a:pt x="1557" y="10950"/>
                </a:lnTo>
                <a:lnTo>
                  <a:pt x="1338" y="10731"/>
                </a:lnTo>
                <a:lnTo>
                  <a:pt x="1217" y="10610"/>
                </a:lnTo>
                <a:lnTo>
                  <a:pt x="1144" y="10464"/>
                </a:lnTo>
                <a:lnTo>
                  <a:pt x="1071" y="10342"/>
                </a:lnTo>
                <a:lnTo>
                  <a:pt x="998" y="10196"/>
                </a:lnTo>
                <a:lnTo>
                  <a:pt x="973" y="10050"/>
                </a:lnTo>
                <a:lnTo>
                  <a:pt x="949" y="9880"/>
                </a:lnTo>
                <a:lnTo>
                  <a:pt x="949" y="9734"/>
                </a:lnTo>
                <a:lnTo>
                  <a:pt x="998" y="9563"/>
                </a:lnTo>
                <a:lnTo>
                  <a:pt x="1046" y="9442"/>
                </a:lnTo>
                <a:lnTo>
                  <a:pt x="1119" y="9320"/>
                </a:lnTo>
                <a:lnTo>
                  <a:pt x="1241" y="9198"/>
                </a:lnTo>
                <a:lnTo>
                  <a:pt x="1338" y="9101"/>
                </a:lnTo>
                <a:lnTo>
                  <a:pt x="1484" y="9028"/>
                </a:lnTo>
                <a:lnTo>
                  <a:pt x="1630" y="8979"/>
                </a:lnTo>
                <a:lnTo>
                  <a:pt x="1752" y="8955"/>
                </a:lnTo>
                <a:close/>
                <a:moveTo>
                  <a:pt x="14137" y="15525"/>
                </a:moveTo>
                <a:lnTo>
                  <a:pt x="14405" y="15598"/>
                </a:lnTo>
                <a:lnTo>
                  <a:pt x="14405" y="15720"/>
                </a:lnTo>
                <a:lnTo>
                  <a:pt x="14405" y="15841"/>
                </a:lnTo>
                <a:lnTo>
                  <a:pt x="14381" y="15939"/>
                </a:lnTo>
                <a:lnTo>
                  <a:pt x="14356" y="16012"/>
                </a:lnTo>
                <a:lnTo>
                  <a:pt x="14283" y="16060"/>
                </a:lnTo>
                <a:lnTo>
                  <a:pt x="14235" y="16085"/>
                </a:lnTo>
                <a:lnTo>
                  <a:pt x="14137" y="16109"/>
                </a:lnTo>
                <a:lnTo>
                  <a:pt x="14040" y="16109"/>
                </a:lnTo>
                <a:lnTo>
                  <a:pt x="13529" y="16133"/>
                </a:lnTo>
                <a:lnTo>
                  <a:pt x="13018" y="16133"/>
                </a:lnTo>
                <a:lnTo>
                  <a:pt x="13213" y="15866"/>
                </a:lnTo>
                <a:lnTo>
                  <a:pt x="13383" y="15549"/>
                </a:lnTo>
                <a:lnTo>
                  <a:pt x="13797" y="15549"/>
                </a:lnTo>
                <a:lnTo>
                  <a:pt x="14137" y="15525"/>
                </a:lnTo>
                <a:close/>
                <a:moveTo>
                  <a:pt x="4623" y="15379"/>
                </a:moveTo>
                <a:lnTo>
                  <a:pt x="4891" y="15768"/>
                </a:lnTo>
                <a:lnTo>
                  <a:pt x="5183" y="16157"/>
                </a:lnTo>
                <a:lnTo>
                  <a:pt x="5183" y="16157"/>
                </a:lnTo>
                <a:lnTo>
                  <a:pt x="3796" y="16085"/>
                </a:lnTo>
                <a:lnTo>
                  <a:pt x="3674" y="16109"/>
                </a:lnTo>
                <a:lnTo>
                  <a:pt x="3577" y="16060"/>
                </a:lnTo>
                <a:lnTo>
                  <a:pt x="3504" y="15987"/>
                </a:lnTo>
                <a:lnTo>
                  <a:pt x="3455" y="15841"/>
                </a:lnTo>
                <a:lnTo>
                  <a:pt x="3772" y="15695"/>
                </a:lnTo>
                <a:lnTo>
                  <a:pt x="4185" y="15525"/>
                </a:lnTo>
                <a:lnTo>
                  <a:pt x="4623" y="15379"/>
                </a:lnTo>
                <a:close/>
                <a:moveTo>
                  <a:pt x="3017" y="7982"/>
                </a:moveTo>
                <a:lnTo>
                  <a:pt x="3163" y="8079"/>
                </a:lnTo>
                <a:lnTo>
                  <a:pt x="3309" y="8152"/>
                </a:lnTo>
                <a:lnTo>
                  <a:pt x="3480" y="8201"/>
                </a:lnTo>
                <a:lnTo>
                  <a:pt x="3650" y="8249"/>
                </a:lnTo>
                <a:lnTo>
                  <a:pt x="3991" y="8298"/>
                </a:lnTo>
                <a:lnTo>
                  <a:pt x="4331" y="8322"/>
                </a:lnTo>
                <a:lnTo>
                  <a:pt x="5329" y="8420"/>
                </a:lnTo>
                <a:lnTo>
                  <a:pt x="6302" y="8493"/>
                </a:lnTo>
                <a:lnTo>
                  <a:pt x="7300" y="8541"/>
                </a:lnTo>
                <a:lnTo>
                  <a:pt x="8297" y="8566"/>
                </a:lnTo>
                <a:lnTo>
                  <a:pt x="10293" y="8566"/>
                </a:lnTo>
                <a:lnTo>
                  <a:pt x="12288" y="8517"/>
                </a:lnTo>
                <a:lnTo>
                  <a:pt x="13067" y="8493"/>
                </a:lnTo>
                <a:lnTo>
                  <a:pt x="13432" y="8468"/>
                </a:lnTo>
                <a:lnTo>
                  <a:pt x="13821" y="8395"/>
                </a:lnTo>
                <a:lnTo>
                  <a:pt x="14016" y="8347"/>
                </a:lnTo>
                <a:lnTo>
                  <a:pt x="14235" y="8249"/>
                </a:lnTo>
                <a:lnTo>
                  <a:pt x="14454" y="8152"/>
                </a:lnTo>
                <a:lnTo>
                  <a:pt x="14648" y="8006"/>
                </a:lnTo>
                <a:lnTo>
                  <a:pt x="14648" y="8931"/>
                </a:lnTo>
                <a:lnTo>
                  <a:pt x="14478" y="8931"/>
                </a:lnTo>
                <a:lnTo>
                  <a:pt x="14308" y="8955"/>
                </a:lnTo>
                <a:lnTo>
                  <a:pt x="13943" y="9052"/>
                </a:lnTo>
                <a:lnTo>
                  <a:pt x="13334" y="9174"/>
                </a:lnTo>
                <a:lnTo>
                  <a:pt x="12726" y="9247"/>
                </a:lnTo>
                <a:lnTo>
                  <a:pt x="12458" y="9271"/>
                </a:lnTo>
                <a:lnTo>
                  <a:pt x="12191" y="9271"/>
                </a:lnTo>
                <a:lnTo>
                  <a:pt x="11655" y="9247"/>
                </a:lnTo>
                <a:lnTo>
                  <a:pt x="10585" y="9247"/>
                </a:lnTo>
                <a:lnTo>
                  <a:pt x="10536" y="9271"/>
                </a:lnTo>
                <a:lnTo>
                  <a:pt x="10536" y="9296"/>
                </a:lnTo>
                <a:lnTo>
                  <a:pt x="10536" y="9344"/>
                </a:lnTo>
                <a:lnTo>
                  <a:pt x="10560" y="9369"/>
                </a:lnTo>
                <a:lnTo>
                  <a:pt x="10828" y="9442"/>
                </a:lnTo>
                <a:lnTo>
                  <a:pt x="11096" y="9490"/>
                </a:lnTo>
                <a:lnTo>
                  <a:pt x="11363" y="9539"/>
                </a:lnTo>
                <a:lnTo>
                  <a:pt x="11631" y="9563"/>
                </a:lnTo>
                <a:lnTo>
                  <a:pt x="12191" y="9539"/>
                </a:lnTo>
                <a:lnTo>
                  <a:pt x="12726" y="9515"/>
                </a:lnTo>
                <a:lnTo>
                  <a:pt x="13213" y="9490"/>
                </a:lnTo>
                <a:lnTo>
                  <a:pt x="13724" y="9417"/>
                </a:lnTo>
                <a:lnTo>
                  <a:pt x="13967" y="9369"/>
                </a:lnTo>
                <a:lnTo>
                  <a:pt x="14210" y="9320"/>
                </a:lnTo>
                <a:lnTo>
                  <a:pt x="14429" y="9223"/>
                </a:lnTo>
                <a:lnTo>
                  <a:pt x="14648" y="9125"/>
                </a:lnTo>
                <a:lnTo>
                  <a:pt x="14648" y="9125"/>
                </a:lnTo>
                <a:lnTo>
                  <a:pt x="14600" y="9612"/>
                </a:lnTo>
                <a:lnTo>
                  <a:pt x="13748" y="9855"/>
                </a:lnTo>
                <a:lnTo>
                  <a:pt x="13310" y="9977"/>
                </a:lnTo>
                <a:lnTo>
                  <a:pt x="12872" y="10050"/>
                </a:lnTo>
                <a:lnTo>
                  <a:pt x="12410" y="10050"/>
                </a:lnTo>
                <a:lnTo>
                  <a:pt x="11947" y="10026"/>
                </a:lnTo>
                <a:lnTo>
                  <a:pt x="11485" y="9977"/>
                </a:lnTo>
                <a:lnTo>
                  <a:pt x="11266" y="9977"/>
                </a:lnTo>
                <a:lnTo>
                  <a:pt x="11047" y="10001"/>
                </a:lnTo>
                <a:lnTo>
                  <a:pt x="10974" y="10026"/>
                </a:lnTo>
                <a:lnTo>
                  <a:pt x="10950" y="10074"/>
                </a:lnTo>
                <a:lnTo>
                  <a:pt x="10950" y="10123"/>
                </a:lnTo>
                <a:lnTo>
                  <a:pt x="10998" y="10172"/>
                </a:lnTo>
                <a:lnTo>
                  <a:pt x="11217" y="10293"/>
                </a:lnTo>
                <a:lnTo>
                  <a:pt x="11461" y="10366"/>
                </a:lnTo>
                <a:lnTo>
                  <a:pt x="11704" y="10439"/>
                </a:lnTo>
                <a:lnTo>
                  <a:pt x="11996" y="10464"/>
                </a:lnTo>
                <a:lnTo>
                  <a:pt x="12264" y="10464"/>
                </a:lnTo>
                <a:lnTo>
                  <a:pt x="12531" y="10439"/>
                </a:lnTo>
                <a:lnTo>
                  <a:pt x="13042" y="10415"/>
                </a:lnTo>
                <a:lnTo>
                  <a:pt x="13432" y="10342"/>
                </a:lnTo>
                <a:lnTo>
                  <a:pt x="13821" y="10269"/>
                </a:lnTo>
                <a:lnTo>
                  <a:pt x="14210" y="10123"/>
                </a:lnTo>
                <a:lnTo>
                  <a:pt x="14551" y="9953"/>
                </a:lnTo>
                <a:lnTo>
                  <a:pt x="14551" y="10074"/>
                </a:lnTo>
                <a:lnTo>
                  <a:pt x="14454" y="10537"/>
                </a:lnTo>
                <a:lnTo>
                  <a:pt x="14113" y="10585"/>
                </a:lnTo>
                <a:lnTo>
                  <a:pt x="13772" y="10658"/>
                </a:lnTo>
                <a:lnTo>
                  <a:pt x="13456" y="10756"/>
                </a:lnTo>
                <a:lnTo>
                  <a:pt x="13140" y="10829"/>
                </a:lnTo>
                <a:lnTo>
                  <a:pt x="12702" y="10853"/>
                </a:lnTo>
                <a:lnTo>
                  <a:pt x="12264" y="10902"/>
                </a:lnTo>
                <a:lnTo>
                  <a:pt x="11826" y="10950"/>
                </a:lnTo>
                <a:lnTo>
                  <a:pt x="11607" y="10999"/>
                </a:lnTo>
                <a:lnTo>
                  <a:pt x="11412" y="11072"/>
                </a:lnTo>
                <a:lnTo>
                  <a:pt x="11388" y="11096"/>
                </a:lnTo>
                <a:lnTo>
                  <a:pt x="11412" y="11121"/>
                </a:lnTo>
                <a:lnTo>
                  <a:pt x="11607" y="11218"/>
                </a:lnTo>
                <a:lnTo>
                  <a:pt x="11826" y="11267"/>
                </a:lnTo>
                <a:lnTo>
                  <a:pt x="12045" y="11291"/>
                </a:lnTo>
                <a:lnTo>
                  <a:pt x="12288" y="11291"/>
                </a:lnTo>
                <a:lnTo>
                  <a:pt x="12750" y="11242"/>
                </a:lnTo>
                <a:lnTo>
                  <a:pt x="13188" y="11194"/>
                </a:lnTo>
                <a:lnTo>
                  <a:pt x="13748" y="11121"/>
                </a:lnTo>
                <a:lnTo>
                  <a:pt x="14064" y="11048"/>
                </a:lnTo>
                <a:lnTo>
                  <a:pt x="14356" y="10950"/>
                </a:lnTo>
                <a:lnTo>
                  <a:pt x="14162" y="11729"/>
                </a:lnTo>
                <a:lnTo>
                  <a:pt x="13845" y="11753"/>
                </a:lnTo>
                <a:lnTo>
                  <a:pt x="13553" y="11778"/>
                </a:lnTo>
                <a:lnTo>
                  <a:pt x="12921" y="11875"/>
                </a:lnTo>
                <a:lnTo>
                  <a:pt x="12653" y="11875"/>
                </a:lnTo>
                <a:lnTo>
                  <a:pt x="12337" y="11899"/>
                </a:lnTo>
                <a:lnTo>
                  <a:pt x="12191" y="11899"/>
                </a:lnTo>
                <a:lnTo>
                  <a:pt x="12069" y="11948"/>
                </a:lnTo>
                <a:lnTo>
                  <a:pt x="11923" y="11997"/>
                </a:lnTo>
                <a:lnTo>
                  <a:pt x="11801" y="12070"/>
                </a:lnTo>
                <a:lnTo>
                  <a:pt x="11801" y="12094"/>
                </a:lnTo>
                <a:lnTo>
                  <a:pt x="11801" y="12118"/>
                </a:lnTo>
                <a:lnTo>
                  <a:pt x="11923" y="12191"/>
                </a:lnTo>
                <a:lnTo>
                  <a:pt x="12069" y="12240"/>
                </a:lnTo>
                <a:lnTo>
                  <a:pt x="12191" y="12264"/>
                </a:lnTo>
                <a:lnTo>
                  <a:pt x="12653" y="12264"/>
                </a:lnTo>
                <a:lnTo>
                  <a:pt x="12921" y="12216"/>
                </a:lnTo>
                <a:lnTo>
                  <a:pt x="13505" y="12167"/>
                </a:lnTo>
                <a:lnTo>
                  <a:pt x="13772" y="12143"/>
                </a:lnTo>
                <a:lnTo>
                  <a:pt x="14064" y="12070"/>
                </a:lnTo>
                <a:lnTo>
                  <a:pt x="14064" y="12070"/>
                </a:lnTo>
                <a:lnTo>
                  <a:pt x="13943" y="12483"/>
                </a:lnTo>
                <a:lnTo>
                  <a:pt x="13845" y="12848"/>
                </a:lnTo>
                <a:lnTo>
                  <a:pt x="13724" y="12800"/>
                </a:lnTo>
                <a:lnTo>
                  <a:pt x="13626" y="12775"/>
                </a:lnTo>
                <a:lnTo>
                  <a:pt x="13383" y="12775"/>
                </a:lnTo>
                <a:lnTo>
                  <a:pt x="12896" y="12848"/>
                </a:lnTo>
                <a:lnTo>
                  <a:pt x="12337" y="12897"/>
                </a:lnTo>
                <a:lnTo>
                  <a:pt x="12069" y="12946"/>
                </a:lnTo>
                <a:lnTo>
                  <a:pt x="11777" y="13043"/>
                </a:lnTo>
                <a:lnTo>
                  <a:pt x="11753" y="13067"/>
                </a:lnTo>
                <a:lnTo>
                  <a:pt x="11753" y="13116"/>
                </a:lnTo>
                <a:lnTo>
                  <a:pt x="11777" y="13165"/>
                </a:lnTo>
                <a:lnTo>
                  <a:pt x="11801" y="13189"/>
                </a:lnTo>
                <a:lnTo>
                  <a:pt x="12069" y="13238"/>
                </a:lnTo>
                <a:lnTo>
                  <a:pt x="12361" y="13238"/>
                </a:lnTo>
                <a:lnTo>
                  <a:pt x="12896" y="13213"/>
                </a:lnTo>
                <a:lnTo>
                  <a:pt x="13334" y="13189"/>
                </a:lnTo>
                <a:lnTo>
                  <a:pt x="13578" y="13165"/>
                </a:lnTo>
                <a:lnTo>
                  <a:pt x="13675" y="13140"/>
                </a:lnTo>
                <a:lnTo>
                  <a:pt x="13772" y="13092"/>
                </a:lnTo>
                <a:lnTo>
                  <a:pt x="13772" y="13092"/>
                </a:lnTo>
                <a:lnTo>
                  <a:pt x="13505" y="13870"/>
                </a:lnTo>
                <a:lnTo>
                  <a:pt x="13310" y="13870"/>
                </a:lnTo>
                <a:lnTo>
                  <a:pt x="13115" y="13895"/>
                </a:lnTo>
                <a:lnTo>
                  <a:pt x="12896" y="13919"/>
                </a:lnTo>
                <a:lnTo>
                  <a:pt x="12702" y="13943"/>
                </a:lnTo>
                <a:lnTo>
                  <a:pt x="12483" y="13943"/>
                </a:lnTo>
                <a:lnTo>
                  <a:pt x="12239" y="13919"/>
                </a:lnTo>
                <a:lnTo>
                  <a:pt x="11777" y="13870"/>
                </a:lnTo>
                <a:lnTo>
                  <a:pt x="11753" y="13895"/>
                </a:lnTo>
                <a:lnTo>
                  <a:pt x="11753" y="13919"/>
                </a:lnTo>
                <a:lnTo>
                  <a:pt x="11947" y="14041"/>
                </a:lnTo>
                <a:lnTo>
                  <a:pt x="12142" y="14138"/>
                </a:lnTo>
                <a:lnTo>
                  <a:pt x="12361" y="14187"/>
                </a:lnTo>
                <a:lnTo>
                  <a:pt x="12604" y="14211"/>
                </a:lnTo>
                <a:lnTo>
                  <a:pt x="12775" y="14235"/>
                </a:lnTo>
                <a:lnTo>
                  <a:pt x="13188" y="14235"/>
                </a:lnTo>
                <a:lnTo>
                  <a:pt x="13383" y="14187"/>
                </a:lnTo>
                <a:lnTo>
                  <a:pt x="13383" y="14187"/>
                </a:lnTo>
                <a:lnTo>
                  <a:pt x="13286" y="14430"/>
                </a:lnTo>
                <a:lnTo>
                  <a:pt x="13261" y="14454"/>
                </a:lnTo>
                <a:lnTo>
                  <a:pt x="13237" y="14479"/>
                </a:lnTo>
                <a:lnTo>
                  <a:pt x="13213" y="14576"/>
                </a:lnTo>
                <a:lnTo>
                  <a:pt x="13140" y="14527"/>
                </a:lnTo>
                <a:lnTo>
                  <a:pt x="12872" y="14527"/>
                </a:lnTo>
                <a:lnTo>
                  <a:pt x="12507" y="14552"/>
                </a:lnTo>
                <a:lnTo>
                  <a:pt x="12288" y="14552"/>
                </a:lnTo>
                <a:lnTo>
                  <a:pt x="12069" y="14503"/>
                </a:lnTo>
                <a:lnTo>
                  <a:pt x="11850" y="14479"/>
                </a:lnTo>
                <a:lnTo>
                  <a:pt x="11631" y="14454"/>
                </a:lnTo>
                <a:lnTo>
                  <a:pt x="11582" y="14479"/>
                </a:lnTo>
                <a:lnTo>
                  <a:pt x="11558" y="14503"/>
                </a:lnTo>
                <a:lnTo>
                  <a:pt x="11558" y="14552"/>
                </a:lnTo>
                <a:lnTo>
                  <a:pt x="11582" y="14600"/>
                </a:lnTo>
                <a:lnTo>
                  <a:pt x="11655" y="14673"/>
                </a:lnTo>
                <a:lnTo>
                  <a:pt x="11753" y="14746"/>
                </a:lnTo>
                <a:lnTo>
                  <a:pt x="11947" y="14844"/>
                </a:lnTo>
                <a:lnTo>
                  <a:pt x="12166" y="14917"/>
                </a:lnTo>
                <a:lnTo>
                  <a:pt x="12410" y="14941"/>
                </a:lnTo>
                <a:lnTo>
                  <a:pt x="12750" y="14941"/>
                </a:lnTo>
                <a:lnTo>
                  <a:pt x="12945" y="14892"/>
                </a:lnTo>
                <a:lnTo>
                  <a:pt x="13115" y="14819"/>
                </a:lnTo>
                <a:lnTo>
                  <a:pt x="12872" y="15257"/>
                </a:lnTo>
                <a:lnTo>
                  <a:pt x="12750" y="15233"/>
                </a:lnTo>
                <a:lnTo>
                  <a:pt x="12629" y="15257"/>
                </a:lnTo>
                <a:lnTo>
                  <a:pt x="12385" y="15257"/>
                </a:lnTo>
                <a:lnTo>
                  <a:pt x="12191" y="15233"/>
                </a:lnTo>
                <a:lnTo>
                  <a:pt x="11996" y="15209"/>
                </a:lnTo>
                <a:lnTo>
                  <a:pt x="11801" y="15184"/>
                </a:lnTo>
                <a:lnTo>
                  <a:pt x="11631" y="15184"/>
                </a:lnTo>
                <a:lnTo>
                  <a:pt x="11582" y="15209"/>
                </a:lnTo>
                <a:lnTo>
                  <a:pt x="11607" y="15257"/>
                </a:lnTo>
                <a:lnTo>
                  <a:pt x="11655" y="15330"/>
                </a:lnTo>
                <a:lnTo>
                  <a:pt x="11728" y="15403"/>
                </a:lnTo>
                <a:lnTo>
                  <a:pt x="11801" y="15476"/>
                </a:lnTo>
                <a:lnTo>
                  <a:pt x="11899" y="15525"/>
                </a:lnTo>
                <a:lnTo>
                  <a:pt x="12093" y="15574"/>
                </a:lnTo>
                <a:lnTo>
                  <a:pt x="12288" y="15598"/>
                </a:lnTo>
                <a:lnTo>
                  <a:pt x="12458" y="15622"/>
                </a:lnTo>
                <a:lnTo>
                  <a:pt x="12653" y="15622"/>
                </a:lnTo>
                <a:lnTo>
                  <a:pt x="12458" y="15890"/>
                </a:lnTo>
                <a:lnTo>
                  <a:pt x="12264" y="15866"/>
                </a:lnTo>
                <a:lnTo>
                  <a:pt x="12045" y="15890"/>
                </a:lnTo>
                <a:lnTo>
                  <a:pt x="11826" y="15866"/>
                </a:lnTo>
                <a:lnTo>
                  <a:pt x="11631" y="15841"/>
                </a:lnTo>
                <a:lnTo>
                  <a:pt x="11558" y="15841"/>
                </a:lnTo>
                <a:lnTo>
                  <a:pt x="11461" y="15890"/>
                </a:lnTo>
                <a:lnTo>
                  <a:pt x="11509" y="15987"/>
                </a:lnTo>
                <a:lnTo>
                  <a:pt x="11607" y="16060"/>
                </a:lnTo>
                <a:lnTo>
                  <a:pt x="11728" y="16133"/>
                </a:lnTo>
                <a:lnTo>
                  <a:pt x="11850" y="16157"/>
                </a:lnTo>
                <a:lnTo>
                  <a:pt x="8930" y="16206"/>
                </a:lnTo>
                <a:lnTo>
                  <a:pt x="7324" y="16206"/>
                </a:lnTo>
                <a:lnTo>
                  <a:pt x="5694" y="16182"/>
                </a:lnTo>
                <a:lnTo>
                  <a:pt x="5718" y="16109"/>
                </a:lnTo>
                <a:lnTo>
                  <a:pt x="5718" y="16036"/>
                </a:lnTo>
                <a:lnTo>
                  <a:pt x="5694" y="15963"/>
                </a:lnTo>
                <a:lnTo>
                  <a:pt x="5645" y="15890"/>
                </a:lnTo>
                <a:lnTo>
                  <a:pt x="5305" y="15428"/>
                </a:lnTo>
                <a:lnTo>
                  <a:pt x="5013" y="14965"/>
                </a:lnTo>
                <a:lnTo>
                  <a:pt x="4721" y="14454"/>
                </a:lnTo>
                <a:lnTo>
                  <a:pt x="4477" y="13968"/>
                </a:lnTo>
                <a:lnTo>
                  <a:pt x="4258" y="13432"/>
                </a:lnTo>
                <a:lnTo>
                  <a:pt x="4064" y="12897"/>
                </a:lnTo>
                <a:lnTo>
                  <a:pt x="3869" y="12362"/>
                </a:lnTo>
                <a:lnTo>
                  <a:pt x="3723" y="11826"/>
                </a:lnTo>
                <a:lnTo>
                  <a:pt x="3553" y="11267"/>
                </a:lnTo>
                <a:lnTo>
                  <a:pt x="3431" y="10683"/>
                </a:lnTo>
                <a:lnTo>
                  <a:pt x="3163" y="9539"/>
                </a:lnTo>
                <a:lnTo>
                  <a:pt x="3090" y="9125"/>
                </a:lnTo>
                <a:lnTo>
                  <a:pt x="3042" y="8736"/>
                </a:lnTo>
                <a:lnTo>
                  <a:pt x="3017" y="8371"/>
                </a:lnTo>
                <a:lnTo>
                  <a:pt x="3017" y="7982"/>
                </a:lnTo>
                <a:close/>
                <a:moveTo>
                  <a:pt x="4258" y="14746"/>
                </a:moveTo>
                <a:lnTo>
                  <a:pt x="4502" y="15209"/>
                </a:lnTo>
                <a:lnTo>
                  <a:pt x="4064" y="15257"/>
                </a:lnTo>
                <a:lnTo>
                  <a:pt x="3626" y="15379"/>
                </a:lnTo>
                <a:lnTo>
                  <a:pt x="3455" y="15428"/>
                </a:lnTo>
                <a:lnTo>
                  <a:pt x="3285" y="15501"/>
                </a:lnTo>
                <a:lnTo>
                  <a:pt x="3115" y="15622"/>
                </a:lnTo>
                <a:lnTo>
                  <a:pt x="3042" y="15671"/>
                </a:lnTo>
                <a:lnTo>
                  <a:pt x="2993" y="15744"/>
                </a:lnTo>
                <a:lnTo>
                  <a:pt x="2944" y="15914"/>
                </a:lnTo>
                <a:lnTo>
                  <a:pt x="2944" y="16060"/>
                </a:lnTo>
                <a:lnTo>
                  <a:pt x="2993" y="16182"/>
                </a:lnTo>
                <a:lnTo>
                  <a:pt x="3066" y="16279"/>
                </a:lnTo>
                <a:lnTo>
                  <a:pt x="3163" y="16352"/>
                </a:lnTo>
                <a:lnTo>
                  <a:pt x="3309" y="16401"/>
                </a:lnTo>
                <a:lnTo>
                  <a:pt x="3455" y="16449"/>
                </a:lnTo>
                <a:lnTo>
                  <a:pt x="3601" y="16474"/>
                </a:lnTo>
                <a:lnTo>
                  <a:pt x="4283" y="16547"/>
                </a:lnTo>
                <a:lnTo>
                  <a:pt x="4988" y="16571"/>
                </a:lnTo>
                <a:lnTo>
                  <a:pt x="6375" y="16620"/>
                </a:lnTo>
                <a:lnTo>
                  <a:pt x="9125" y="16620"/>
                </a:lnTo>
                <a:lnTo>
                  <a:pt x="11801" y="16571"/>
                </a:lnTo>
                <a:lnTo>
                  <a:pt x="13018" y="16571"/>
                </a:lnTo>
                <a:lnTo>
                  <a:pt x="13626" y="16547"/>
                </a:lnTo>
                <a:lnTo>
                  <a:pt x="13943" y="16522"/>
                </a:lnTo>
                <a:lnTo>
                  <a:pt x="14235" y="16498"/>
                </a:lnTo>
                <a:lnTo>
                  <a:pt x="14381" y="16449"/>
                </a:lnTo>
                <a:lnTo>
                  <a:pt x="14527" y="16376"/>
                </a:lnTo>
                <a:lnTo>
                  <a:pt x="14673" y="16303"/>
                </a:lnTo>
                <a:lnTo>
                  <a:pt x="14819" y="16182"/>
                </a:lnTo>
                <a:lnTo>
                  <a:pt x="14916" y="16060"/>
                </a:lnTo>
                <a:lnTo>
                  <a:pt x="14965" y="15914"/>
                </a:lnTo>
                <a:lnTo>
                  <a:pt x="14965" y="15841"/>
                </a:lnTo>
                <a:lnTo>
                  <a:pt x="14965" y="15744"/>
                </a:lnTo>
                <a:lnTo>
                  <a:pt x="14940" y="15671"/>
                </a:lnTo>
                <a:lnTo>
                  <a:pt x="14916" y="15574"/>
                </a:lnTo>
                <a:lnTo>
                  <a:pt x="14794" y="15403"/>
                </a:lnTo>
                <a:lnTo>
                  <a:pt x="14648" y="15282"/>
                </a:lnTo>
                <a:lnTo>
                  <a:pt x="14478" y="15209"/>
                </a:lnTo>
                <a:lnTo>
                  <a:pt x="14308" y="15184"/>
                </a:lnTo>
                <a:lnTo>
                  <a:pt x="14137" y="15160"/>
                </a:lnTo>
                <a:lnTo>
                  <a:pt x="13553" y="15160"/>
                </a:lnTo>
                <a:lnTo>
                  <a:pt x="13699" y="14819"/>
                </a:lnTo>
                <a:lnTo>
                  <a:pt x="13724" y="14771"/>
                </a:lnTo>
                <a:lnTo>
                  <a:pt x="14454" y="14844"/>
                </a:lnTo>
                <a:lnTo>
                  <a:pt x="14794" y="14917"/>
                </a:lnTo>
                <a:lnTo>
                  <a:pt x="15135" y="14990"/>
                </a:lnTo>
                <a:lnTo>
                  <a:pt x="15500" y="15087"/>
                </a:lnTo>
                <a:lnTo>
                  <a:pt x="15816" y="15184"/>
                </a:lnTo>
                <a:lnTo>
                  <a:pt x="16157" y="15330"/>
                </a:lnTo>
                <a:lnTo>
                  <a:pt x="16497" y="15452"/>
                </a:lnTo>
                <a:lnTo>
                  <a:pt x="16741" y="15598"/>
                </a:lnTo>
                <a:lnTo>
                  <a:pt x="16911" y="15744"/>
                </a:lnTo>
                <a:lnTo>
                  <a:pt x="17033" y="15914"/>
                </a:lnTo>
                <a:lnTo>
                  <a:pt x="17081" y="16060"/>
                </a:lnTo>
                <a:lnTo>
                  <a:pt x="17081" y="16230"/>
                </a:lnTo>
                <a:lnTo>
                  <a:pt x="17008" y="16401"/>
                </a:lnTo>
                <a:lnTo>
                  <a:pt x="16911" y="16547"/>
                </a:lnTo>
                <a:lnTo>
                  <a:pt x="16789" y="16717"/>
                </a:lnTo>
                <a:lnTo>
                  <a:pt x="16643" y="16863"/>
                </a:lnTo>
                <a:lnTo>
                  <a:pt x="16449" y="17009"/>
                </a:lnTo>
                <a:lnTo>
                  <a:pt x="16059" y="17277"/>
                </a:lnTo>
                <a:lnTo>
                  <a:pt x="15670" y="17496"/>
                </a:lnTo>
                <a:lnTo>
                  <a:pt x="15305" y="17642"/>
                </a:lnTo>
                <a:lnTo>
                  <a:pt x="14965" y="17763"/>
                </a:lnTo>
                <a:lnTo>
                  <a:pt x="14600" y="17836"/>
                </a:lnTo>
                <a:lnTo>
                  <a:pt x="14259" y="17909"/>
                </a:lnTo>
                <a:lnTo>
                  <a:pt x="13894" y="17958"/>
                </a:lnTo>
                <a:lnTo>
                  <a:pt x="13140" y="18007"/>
                </a:lnTo>
                <a:lnTo>
                  <a:pt x="12410" y="18055"/>
                </a:lnTo>
                <a:lnTo>
                  <a:pt x="11558" y="18080"/>
                </a:lnTo>
                <a:lnTo>
                  <a:pt x="10706" y="18080"/>
                </a:lnTo>
                <a:lnTo>
                  <a:pt x="9027" y="18055"/>
                </a:lnTo>
                <a:lnTo>
                  <a:pt x="7324" y="18031"/>
                </a:lnTo>
                <a:lnTo>
                  <a:pt x="6473" y="18007"/>
                </a:lnTo>
                <a:lnTo>
                  <a:pt x="5645" y="17982"/>
                </a:lnTo>
                <a:lnTo>
                  <a:pt x="4794" y="17934"/>
                </a:lnTo>
                <a:lnTo>
                  <a:pt x="3942" y="17861"/>
                </a:lnTo>
                <a:lnTo>
                  <a:pt x="3115" y="17739"/>
                </a:lnTo>
                <a:lnTo>
                  <a:pt x="2287" y="17593"/>
                </a:lnTo>
                <a:lnTo>
                  <a:pt x="1898" y="17496"/>
                </a:lnTo>
                <a:lnTo>
                  <a:pt x="1509" y="17350"/>
                </a:lnTo>
                <a:lnTo>
                  <a:pt x="1168" y="17179"/>
                </a:lnTo>
                <a:lnTo>
                  <a:pt x="827" y="16985"/>
                </a:lnTo>
                <a:lnTo>
                  <a:pt x="633" y="16839"/>
                </a:lnTo>
                <a:lnTo>
                  <a:pt x="487" y="16668"/>
                </a:lnTo>
                <a:lnTo>
                  <a:pt x="365" y="16449"/>
                </a:lnTo>
                <a:lnTo>
                  <a:pt x="316" y="16328"/>
                </a:lnTo>
                <a:lnTo>
                  <a:pt x="316" y="16230"/>
                </a:lnTo>
                <a:lnTo>
                  <a:pt x="316" y="16085"/>
                </a:lnTo>
                <a:lnTo>
                  <a:pt x="341" y="15963"/>
                </a:lnTo>
                <a:lnTo>
                  <a:pt x="414" y="15866"/>
                </a:lnTo>
                <a:lnTo>
                  <a:pt x="511" y="15768"/>
                </a:lnTo>
                <a:lnTo>
                  <a:pt x="730" y="15622"/>
                </a:lnTo>
                <a:lnTo>
                  <a:pt x="949" y="15501"/>
                </a:lnTo>
                <a:lnTo>
                  <a:pt x="1314" y="15330"/>
                </a:lnTo>
                <a:lnTo>
                  <a:pt x="1728" y="15184"/>
                </a:lnTo>
                <a:lnTo>
                  <a:pt x="2141" y="15063"/>
                </a:lnTo>
                <a:lnTo>
                  <a:pt x="2555" y="14965"/>
                </a:lnTo>
                <a:lnTo>
                  <a:pt x="2993" y="14892"/>
                </a:lnTo>
                <a:lnTo>
                  <a:pt x="3407" y="14844"/>
                </a:lnTo>
                <a:lnTo>
                  <a:pt x="4258" y="14746"/>
                </a:lnTo>
                <a:close/>
                <a:moveTo>
                  <a:pt x="9076" y="6498"/>
                </a:moveTo>
                <a:lnTo>
                  <a:pt x="8103" y="6522"/>
                </a:lnTo>
                <a:lnTo>
                  <a:pt x="7129" y="6571"/>
                </a:lnTo>
                <a:lnTo>
                  <a:pt x="6156" y="6644"/>
                </a:lnTo>
                <a:lnTo>
                  <a:pt x="5183" y="6717"/>
                </a:lnTo>
                <a:lnTo>
                  <a:pt x="4526" y="6765"/>
                </a:lnTo>
                <a:lnTo>
                  <a:pt x="4161" y="6790"/>
                </a:lnTo>
                <a:lnTo>
                  <a:pt x="3796" y="6838"/>
                </a:lnTo>
                <a:lnTo>
                  <a:pt x="3431" y="6911"/>
                </a:lnTo>
                <a:lnTo>
                  <a:pt x="3285" y="6960"/>
                </a:lnTo>
                <a:lnTo>
                  <a:pt x="3115" y="7033"/>
                </a:lnTo>
                <a:lnTo>
                  <a:pt x="2993" y="7106"/>
                </a:lnTo>
                <a:lnTo>
                  <a:pt x="2847" y="7228"/>
                </a:lnTo>
                <a:lnTo>
                  <a:pt x="2750" y="7325"/>
                </a:lnTo>
                <a:lnTo>
                  <a:pt x="2652" y="7471"/>
                </a:lnTo>
                <a:lnTo>
                  <a:pt x="2628" y="7520"/>
                </a:lnTo>
                <a:lnTo>
                  <a:pt x="2628" y="7593"/>
                </a:lnTo>
                <a:lnTo>
                  <a:pt x="2652" y="7666"/>
                </a:lnTo>
                <a:lnTo>
                  <a:pt x="2579" y="7812"/>
                </a:lnTo>
                <a:lnTo>
                  <a:pt x="2555" y="7982"/>
                </a:lnTo>
                <a:lnTo>
                  <a:pt x="2531" y="8152"/>
                </a:lnTo>
                <a:lnTo>
                  <a:pt x="2506" y="8298"/>
                </a:lnTo>
                <a:lnTo>
                  <a:pt x="2360" y="8249"/>
                </a:lnTo>
                <a:lnTo>
                  <a:pt x="2214" y="8201"/>
                </a:lnTo>
                <a:lnTo>
                  <a:pt x="2044" y="8176"/>
                </a:lnTo>
                <a:lnTo>
                  <a:pt x="1874" y="8176"/>
                </a:lnTo>
                <a:lnTo>
                  <a:pt x="1557" y="8201"/>
                </a:lnTo>
                <a:lnTo>
                  <a:pt x="1265" y="8249"/>
                </a:lnTo>
                <a:lnTo>
                  <a:pt x="1046" y="8347"/>
                </a:lnTo>
                <a:lnTo>
                  <a:pt x="827" y="8468"/>
                </a:lnTo>
                <a:lnTo>
                  <a:pt x="657" y="8639"/>
                </a:lnTo>
                <a:lnTo>
                  <a:pt x="487" y="8833"/>
                </a:lnTo>
                <a:lnTo>
                  <a:pt x="365" y="9052"/>
                </a:lnTo>
                <a:lnTo>
                  <a:pt x="268" y="9271"/>
                </a:lnTo>
                <a:lnTo>
                  <a:pt x="195" y="9515"/>
                </a:lnTo>
                <a:lnTo>
                  <a:pt x="170" y="9758"/>
                </a:lnTo>
                <a:lnTo>
                  <a:pt x="170" y="10026"/>
                </a:lnTo>
                <a:lnTo>
                  <a:pt x="219" y="10293"/>
                </a:lnTo>
                <a:lnTo>
                  <a:pt x="292" y="10537"/>
                </a:lnTo>
                <a:lnTo>
                  <a:pt x="389" y="10780"/>
                </a:lnTo>
                <a:lnTo>
                  <a:pt x="535" y="10999"/>
                </a:lnTo>
                <a:lnTo>
                  <a:pt x="706" y="11194"/>
                </a:lnTo>
                <a:lnTo>
                  <a:pt x="900" y="11388"/>
                </a:lnTo>
                <a:lnTo>
                  <a:pt x="1095" y="11559"/>
                </a:lnTo>
                <a:lnTo>
                  <a:pt x="1363" y="11729"/>
                </a:lnTo>
                <a:lnTo>
                  <a:pt x="1606" y="11899"/>
                </a:lnTo>
                <a:lnTo>
                  <a:pt x="2117" y="12240"/>
                </a:lnTo>
                <a:lnTo>
                  <a:pt x="2409" y="12459"/>
                </a:lnTo>
                <a:lnTo>
                  <a:pt x="2531" y="12581"/>
                </a:lnTo>
                <a:lnTo>
                  <a:pt x="2652" y="12727"/>
                </a:lnTo>
                <a:lnTo>
                  <a:pt x="2725" y="12873"/>
                </a:lnTo>
                <a:lnTo>
                  <a:pt x="2774" y="13043"/>
                </a:lnTo>
                <a:lnTo>
                  <a:pt x="2750" y="13165"/>
                </a:lnTo>
                <a:lnTo>
                  <a:pt x="2725" y="13238"/>
                </a:lnTo>
                <a:lnTo>
                  <a:pt x="2677" y="13262"/>
                </a:lnTo>
                <a:lnTo>
                  <a:pt x="2604" y="13262"/>
                </a:lnTo>
                <a:lnTo>
                  <a:pt x="2531" y="13213"/>
                </a:lnTo>
                <a:lnTo>
                  <a:pt x="2458" y="13189"/>
                </a:lnTo>
                <a:lnTo>
                  <a:pt x="2312" y="13165"/>
                </a:lnTo>
                <a:lnTo>
                  <a:pt x="2190" y="13213"/>
                </a:lnTo>
                <a:lnTo>
                  <a:pt x="2068" y="13286"/>
                </a:lnTo>
                <a:lnTo>
                  <a:pt x="1995" y="13408"/>
                </a:lnTo>
                <a:lnTo>
                  <a:pt x="1971" y="13530"/>
                </a:lnTo>
                <a:lnTo>
                  <a:pt x="1971" y="13603"/>
                </a:lnTo>
                <a:lnTo>
                  <a:pt x="1995" y="13651"/>
                </a:lnTo>
                <a:lnTo>
                  <a:pt x="2020" y="13724"/>
                </a:lnTo>
                <a:lnTo>
                  <a:pt x="2093" y="13773"/>
                </a:lnTo>
                <a:lnTo>
                  <a:pt x="2263" y="13895"/>
                </a:lnTo>
                <a:lnTo>
                  <a:pt x="2458" y="13968"/>
                </a:lnTo>
                <a:lnTo>
                  <a:pt x="2677" y="13992"/>
                </a:lnTo>
                <a:lnTo>
                  <a:pt x="2871" y="13968"/>
                </a:lnTo>
                <a:lnTo>
                  <a:pt x="3066" y="13895"/>
                </a:lnTo>
                <a:lnTo>
                  <a:pt x="3236" y="13773"/>
                </a:lnTo>
                <a:lnTo>
                  <a:pt x="3309" y="13700"/>
                </a:lnTo>
                <a:lnTo>
                  <a:pt x="3358" y="13603"/>
                </a:lnTo>
                <a:lnTo>
                  <a:pt x="3431" y="13505"/>
                </a:lnTo>
                <a:lnTo>
                  <a:pt x="3455" y="13408"/>
                </a:lnTo>
                <a:lnTo>
                  <a:pt x="3504" y="13213"/>
                </a:lnTo>
                <a:lnTo>
                  <a:pt x="3504" y="13019"/>
                </a:lnTo>
                <a:lnTo>
                  <a:pt x="3650" y="13432"/>
                </a:lnTo>
                <a:lnTo>
                  <a:pt x="3820" y="13822"/>
                </a:lnTo>
                <a:lnTo>
                  <a:pt x="3991" y="14211"/>
                </a:lnTo>
                <a:lnTo>
                  <a:pt x="4185" y="14600"/>
                </a:lnTo>
                <a:lnTo>
                  <a:pt x="3723" y="14600"/>
                </a:lnTo>
                <a:lnTo>
                  <a:pt x="3285" y="14625"/>
                </a:lnTo>
                <a:lnTo>
                  <a:pt x="2823" y="14673"/>
                </a:lnTo>
                <a:lnTo>
                  <a:pt x="2385" y="14746"/>
                </a:lnTo>
                <a:lnTo>
                  <a:pt x="1922" y="14819"/>
                </a:lnTo>
                <a:lnTo>
                  <a:pt x="1484" y="14941"/>
                </a:lnTo>
                <a:lnTo>
                  <a:pt x="1071" y="15087"/>
                </a:lnTo>
                <a:lnTo>
                  <a:pt x="657" y="15282"/>
                </a:lnTo>
                <a:lnTo>
                  <a:pt x="487" y="15379"/>
                </a:lnTo>
                <a:lnTo>
                  <a:pt x="341" y="15476"/>
                </a:lnTo>
                <a:lnTo>
                  <a:pt x="219" y="15574"/>
                </a:lnTo>
                <a:lnTo>
                  <a:pt x="122" y="15695"/>
                </a:lnTo>
                <a:lnTo>
                  <a:pt x="49" y="15841"/>
                </a:lnTo>
                <a:lnTo>
                  <a:pt x="24" y="15963"/>
                </a:lnTo>
                <a:lnTo>
                  <a:pt x="0" y="16109"/>
                </a:lnTo>
                <a:lnTo>
                  <a:pt x="0" y="16255"/>
                </a:lnTo>
                <a:lnTo>
                  <a:pt x="24" y="16376"/>
                </a:lnTo>
                <a:lnTo>
                  <a:pt x="49" y="16522"/>
                </a:lnTo>
                <a:lnTo>
                  <a:pt x="122" y="16668"/>
                </a:lnTo>
                <a:lnTo>
                  <a:pt x="195" y="16790"/>
                </a:lnTo>
                <a:lnTo>
                  <a:pt x="292" y="16936"/>
                </a:lnTo>
                <a:lnTo>
                  <a:pt x="389" y="17058"/>
                </a:lnTo>
                <a:lnTo>
                  <a:pt x="511" y="17179"/>
                </a:lnTo>
                <a:lnTo>
                  <a:pt x="633" y="17301"/>
                </a:lnTo>
                <a:lnTo>
                  <a:pt x="827" y="17423"/>
                </a:lnTo>
                <a:lnTo>
                  <a:pt x="1046" y="17544"/>
                </a:lnTo>
                <a:lnTo>
                  <a:pt x="1241" y="17642"/>
                </a:lnTo>
                <a:lnTo>
                  <a:pt x="1460" y="17739"/>
                </a:lnTo>
                <a:lnTo>
                  <a:pt x="1922" y="17885"/>
                </a:lnTo>
                <a:lnTo>
                  <a:pt x="2409" y="18007"/>
                </a:lnTo>
                <a:lnTo>
                  <a:pt x="2896" y="18080"/>
                </a:lnTo>
                <a:lnTo>
                  <a:pt x="3382" y="18128"/>
                </a:lnTo>
                <a:lnTo>
                  <a:pt x="4331" y="18226"/>
                </a:lnTo>
                <a:lnTo>
                  <a:pt x="5451" y="18299"/>
                </a:lnTo>
                <a:lnTo>
                  <a:pt x="6570" y="18347"/>
                </a:lnTo>
                <a:lnTo>
                  <a:pt x="8833" y="18396"/>
                </a:lnTo>
                <a:lnTo>
                  <a:pt x="9928" y="18420"/>
                </a:lnTo>
                <a:lnTo>
                  <a:pt x="11047" y="18420"/>
                </a:lnTo>
                <a:lnTo>
                  <a:pt x="12142" y="18396"/>
                </a:lnTo>
                <a:lnTo>
                  <a:pt x="13261" y="18347"/>
                </a:lnTo>
                <a:lnTo>
                  <a:pt x="13675" y="18323"/>
                </a:lnTo>
                <a:lnTo>
                  <a:pt x="14113" y="18274"/>
                </a:lnTo>
                <a:lnTo>
                  <a:pt x="14527" y="18201"/>
                </a:lnTo>
                <a:lnTo>
                  <a:pt x="14965" y="18128"/>
                </a:lnTo>
                <a:lnTo>
                  <a:pt x="15378" y="18007"/>
                </a:lnTo>
                <a:lnTo>
                  <a:pt x="15767" y="17861"/>
                </a:lnTo>
                <a:lnTo>
                  <a:pt x="16157" y="17690"/>
                </a:lnTo>
                <a:lnTo>
                  <a:pt x="16546" y="17471"/>
                </a:lnTo>
                <a:lnTo>
                  <a:pt x="16814" y="17277"/>
                </a:lnTo>
                <a:lnTo>
                  <a:pt x="17057" y="17033"/>
                </a:lnTo>
                <a:lnTo>
                  <a:pt x="17276" y="16766"/>
                </a:lnTo>
                <a:lnTo>
                  <a:pt x="17349" y="16620"/>
                </a:lnTo>
                <a:lnTo>
                  <a:pt x="17422" y="16474"/>
                </a:lnTo>
                <a:lnTo>
                  <a:pt x="17471" y="16328"/>
                </a:lnTo>
                <a:lnTo>
                  <a:pt x="17495" y="16157"/>
                </a:lnTo>
                <a:lnTo>
                  <a:pt x="17495" y="16012"/>
                </a:lnTo>
                <a:lnTo>
                  <a:pt x="17471" y="15866"/>
                </a:lnTo>
                <a:lnTo>
                  <a:pt x="17398" y="15720"/>
                </a:lnTo>
                <a:lnTo>
                  <a:pt x="17325" y="15598"/>
                </a:lnTo>
                <a:lnTo>
                  <a:pt x="17179" y="15452"/>
                </a:lnTo>
                <a:lnTo>
                  <a:pt x="17033" y="15330"/>
                </a:lnTo>
                <a:lnTo>
                  <a:pt x="16692" y="15111"/>
                </a:lnTo>
                <a:lnTo>
                  <a:pt x="16327" y="14941"/>
                </a:lnTo>
                <a:lnTo>
                  <a:pt x="15938" y="14795"/>
                </a:lnTo>
                <a:lnTo>
                  <a:pt x="15524" y="14673"/>
                </a:lnTo>
                <a:lnTo>
                  <a:pt x="15110" y="14576"/>
                </a:lnTo>
                <a:lnTo>
                  <a:pt x="14697" y="14503"/>
                </a:lnTo>
                <a:lnTo>
                  <a:pt x="14283" y="14454"/>
                </a:lnTo>
                <a:lnTo>
                  <a:pt x="13870" y="14406"/>
                </a:lnTo>
                <a:lnTo>
                  <a:pt x="14040" y="13968"/>
                </a:lnTo>
                <a:lnTo>
                  <a:pt x="14186" y="13530"/>
                </a:lnTo>
                <a:lnTo>
                  <a:pt x="14454" y="12629"/>
                </a:lnTo>
                <a:lnTo>
                  <a:pt x="14794" y="11340"/>
                </a:lnTo>
                <a:lnTo>
                  <a:pt x="14916" y="10683"/>
                </a:lnTo>
                <a:lnTo>
                  <a:pt x="15038" y="10026"/>
                </a:lnTo>
                <a:lnTo>
                  <a:pt x="15135" y="9417"/>
                </a:lnTo>
                <a:lnTo>
                  <a:pt x="15159" y="9077"/>
                </a:lnTo>
                <a:lnTo>
                  <a:pt x="15159" y="8760"/>
                </a:lnTo>
                <a:lnTo>
                  <a:pt x="15159" y="8444"/>
                </a:lnTo>
                <a:lnTo>
                  <a:pt x="15110" y="8128"/>
                </a:lnTo>
                <a:lnTo>
                  <a:pt x="15038" y="7836"/>
                </a:lnTo>
                <a:lnTo>
                  <a:pt x="14940" y="7544"/>
                </a:lnTo>
                <a:lnTo>
                  <a:pt x="14916" y="7495"/>
                </a:lnTo>
                <a:lnTo>
                  <a:pt x="14892" y="7471"/>
                </a:lnTo>
                <a:lnTo>
                  <a:pt x="14794" y="7447"/>
                </a:lnTo>
                <a:lnTo>
                  <a:pt x="14746" y="7325"/>
                </a:lnTo>
                <a:lnTo>
                  <a:pt x="14673" y="7228"/>
                </a:lnTo>
                <a:lnTo>
                  <a:pt x="14600" y="7130"/>
                </a:lnTo>
                <a:lnTo>
                  <a:pt x="14478" y="7057"/>
                </a:lnTo>
                <a:lnTo>
                  <a:pt x="14235" y="6936"/>
                </a:lnTo>
                <a:lnTo>
                  <a:pt x="13943" y="6863"/>
                </a:lnTo>
                <a:lnTo>
                  <a:pt x="13626" y="6790"/>
                </a:lnTo>
                <a:lnTo>
                  <a:pt x="13310" y="6765"/>
                </a:lnTo>
                <a:lnTo>
                  <a:pt x="12823" y="6717"/>
                </a:lnTo>
                <a:lnTo>
                  <a:pt x="11899" y="6595"/>
                </a:lnTo>
                <a:lnTo>
                  <a:pt x="10950" y="6522"/>
                </a:lnTo>
                <a:lnTo>
                  <a:pt x="10025" y="6498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32"/>
          <p:cNvSpPr/>
          <p:nvPr/>
        </p:nvSpPr>
        <p:spPr>
          <a:xfrm>
            <a:off x="7356123" y="2736319"/>
            <a:ext cx="293373" cy="297156"/>
          </a:xfrm>
          <a:custGeom>
            <a:rect b="b" l="l" r="r" t="t"/>
            <a:pathLst>
              <a:path extrusionOk="0" h="17204" w="16985">
                <a:moveTo>
                  <a:pt x="8906" y="7252"/>
                </a:moveTo>
                <a:lnTo>
                  <a:pt x="8833" y="7349"/>
                </a:lnTo>
                <a:lnTo>
                  <a:pt x="8784" y="7446"/>
                </a:lnTo>
                <a:lnTo>
                  <a:pt x="8760" y="7616"/>
                </a:lnTo>
                <a:lnTo>
                  <a:pt x="8784" y="7689"/>
                </a:lnTo>
                <a:lnTo>
                  <a:pt x="8809" y="7762"/>
                </a:lnTo>
                <a:lnTo>
                  <a:pt x="8833" y="7787"/>
                </a:lnTo>
                <a:lnTo>
                  <a:pt x="8882" y="7811"/>
                </a:lnTo>
                <a:lnTo>
                  <a:pt x="8955" y="7811"/>
                </a:lnTo>
                <a:lnTo>
                  <a:pt x="9028" y="7738"/>
                </a:lnTo>
                <a:lnTo>
                  <a:pt x="9052" y="7714"/>
                </a:lnTo>
                <a:lnTo>
                  <a:pt x="9028" y="7665"/>
                </a:lnTo>
                <a:lnTo>
                  <a:pt x="8979" y="7470"/>
                </a:lnTo>
                <a:lnTo>
                  <a:pt x="8979" y="7397"/>
                </a:lnTo>
                <a:lnTo>
                  <a:pt x="8979" y="7300"/>
                </a:lnTo>
                <a:lnTo>
                  <a:pt x="8979" y="7276"/>
                </a:lnTo>
                <a:lnTo>
                  <a:pt x="8955" y="7252"/>
                </a:lnTo>
                <a:close/>
                <a:moveTo>
                  <a:pt x="1363" y="414"/>
                </a:moveTo>
                <a:lnTo>
                  <a:pt x="1533" y="463"/>
                </a:lnTo>
                <a:lnTo>
                  <a:pt x="1728" y="560"/>
                </a:lnTo>
                <a:lnTo>
                  <a:pt x="1898" y="657"/>
                </a:lnTo>
                <a:lnTo>
                  <a:pt x="2190" y="876"/>
                </a:lnTo>
                <a:lnTo>
                  <a:pt x="2750" y="1363"/>
                </a:lnTo>
                <a:lnTo>
                  <a:pt x="3261" y="1874"/>
                </a:lnTo>
                <a:lnTo>
                  <a:pt x="4283" y="2945"/>
                </a:lnTo>
                <a:lnTo>
                  <a:pt x="6327" y="5013"/>
                </a:lnTo>
                <a:lnTo>
                  <a:pt x="8395" y="7106"/>
                </a:lnTo>
                <a:lnTo>
                  <a:pt x="6984" y="8395"/>
                </a:lnTo>
                <a:lnTo>
                  <a:pt x="6887" y="8298"/>
                </a:lnTo>
                <a:lnTo>
                  <a:pt x="6765" y="8225"/>
                </a:lnTo>
                <a:lnTo>
                  <a:pt x="6668" y="8176"/>
                </a:lnTo>
                <a:lnTo>
                  <a:pt x="6570" y="8152"/>
                </a:lnTo>
                <a:lnTo>
                  <a:pt x="6497" y="8127"/>
                </a:lnTo>
                <a:lnTo>
                  <a:pt x="6424" y="8054"/>
                </a:lnTo>
                <a:lnTo>
                  <a:pt x="6351" y="8030"/>
                </a:lnTo>
                <a:lnTo>
                  <a:pt x="6303" y="8030"/>
                </a:lnTo>
                <a:lnTo>
                  <a:pt x="6230" y="8054"/>
                </a:lnTo>
                <a:lnTo>
                  <a:pt x="6181" y="8103"/>
                </a:lnTo>
                <a:lnTo>
                  <a:pt x="6084" y="8200"/>
                </a:lnTo>
                <a:lnTo>
                  <a:pt x="6011" y="8249"/>
                </a:lnTo>
                <a:lnTo>
                  <a:pt x="5938" y="8225"/>
                </a:lnTo>
                <a:lnTo>
                  <a:pt x="5889" y="8152"/>
                </a:lnTo>
                <a:lnTo>
                  <a:pt x="5816" y="7981"/>
                </a:lnTo>
                <a:lnTo>
                  <a:pt x="5767" y="7835"/>
                </a:lnTo>
                <a:lnTo>
                  <a:pt x="5694" y="7787"/>
                </a:lnTo>
                <a:lnTo>
                  <a:pt x="5646" y="7787"/>
                </a:lnTo>
                <a:lnTo>
                  <a:pt x="5500" y="7860"/>
                </a:lnTo>
                <a:lnTo>
                  <a:pt x="5402" y="7981"/>
                </a:lnTo>
                <a:lnTo>
                  <a:pt x="5305" y="7787"/>
                </a:lnTo>
                <a:lnTo>
                  <a:pt x="5232" y="7616"/>
                </a:lnTo>
                <a:lnTo>
                  <a:pt x="5208" y="7568"/>
                </a:lnTo>
                <a:lnTo>
                  <a:pt x="5159" y="7543"/>
                </a:lnTo>
                <a:lnTo>
                  <a:pt x="5086" y="7543"/>
                </a:lnTo>
                <a:lnTo>
                  <a:pt x="5013" y="7568"/>
                </a:lnTo>
                <a:lnTo>
                  <a:pt x="4964" y="7641"/>
                </a:lnTo>
                <a:lnTo>
                  <a:pt x="4672" y="7616"/>
                </a:lnTo>
                <a:lnTo>
                  <a:pt x="4672" y="7495"/>
                </a:lnTo>
                <a:lnTo>
                  <a:pt x="4648" y="7422"/>
                </a:lnTo>
                <a:lnTo>
                  <a:pt x="4575" y="7373"/>
                </a:lnTo>
                <a:lnTo>
                  <a:pt x="4526" y="7349"/>
                </a:lnTo>
                <a:lnTo>
                  <a:pt x="4453" y="7373"/>
                </a:lnTo>
                <a:lnTo>
                  <a:pt x="4332" y="7446"/>
                </a:lnTo>
                <a:lnTo>
                  <a:pt x="4283" y="7470"/>
                </a:lnTo>
                <a:lnTo>
                  <a:pt x="4210" y="7495"/>
                </a:lnTo>
                <a:lnTo>
                  <a:pt x="4161" y="7470"/>
                </a:lnTo>
                <a:lnTo>
                  <a:pt x="4161" y="7422"/>
                </a:lnTo>
                <a:lnTo>
                  <a:pt x="4161" y="7276"/>
                </a:lnTo>
                <a:lnTo>
                  <a:pt x="4210" y="7081"/>
                </a:lnTo>
                <a:lnTo>
                  <a:pt x="4210" y="7008"/>
                </a:lnTo>
                <a:lnTo>
                  <a:pt x="4161" y="6960"/>
                </a:lnTo>
                <a:lnTo>
                  <a:pt x="4113" y="6935"/>
                </a:lnTo>
                <a:lnTo>
                  <a:pt x="4064" y="6960"/>
                </a:lnTo>
                <a:lnTo>
                  <a:pt x="3967" y="7008"/>
                </a:lnTo>
                <a:lnTo>
                  <a:pt x="3845" y="7081"/>
                </a:lnTo>
                <a:lnTo>
                  <a:pt x="3748" y="7081"/>
                </a:lnTo>
                <a:lnTo>
                  <a:pt x="3699" y="7033"/>
                </a:lnTo>
                <a:lnTo>
                  <a:pt x="3699" y="6960"/>
                </a:lnTo>
                <a:lnTo>
                  <a:pt x="3723" y="6838"/>
                </a:lnTo>
                <a:lnTo>
                  <a:pt x="3675" y="6741"/>
                </a:lnTo>
                <a:lnTo>
                  <a:pt x="3650" y="6716"/>
                </a:lnTo>
                <a:lnTo>
                  <a:pt x="3602" y="6716"/>
                </a:lnTo>
                <a:lnTo>
                  <a:pt x="3456" y="6765"/>
                </a:lnTo>
                <a:lnTo>
                  <a:pt x="3334" y="6741"/>
                </a:lnTo>
                <a:lnTo>
                  <a:pt x="3237" y="6692"/>
                </a:lnTo>
                <a:lnTo>
                  <a:pt x="3164" y="6619"/>
                </a:lnTo>
                <a:lnTo>
                  <a:pt x="3115" y="6522"/>
                </a:lnTo>
                <a:lnTo>
                  <a:pt x="3091" y="6424"/>
                </a:lnTo>
                <a:lnTo>
                  <a:pt x="3091" y="6303"/>
                </a:lnTo>
                <a:lnTo>
                  <a:pt x="3115" y="6205"/>
                </a:lnTo>
                <a:lnTo>
                  <a:pt x="3139" y="6132"/>
                </a:lnTo>
                <a:lnTo>
                  <a:pt x="3091" y="6059"/>
                </a:lnTo>
                <a:lnTo>
                  <a:pt x="3018" y="6035"/>
                </a:lnTo>
                <a:lnTo>
                  <a:pt x="2945" y="6035"/>
                </a:lnTo>
                <a:lnTo>
                  <a:pt x="2823" y="6084"/>
                </a:lnTo>
                <a:lnTo>
                  <a:pt x="2701" y="6132"/>
                </a:lnTo>
                <a:lnTo>
                  <a:pt x="2653" y="6059"/>
                </a:lnTo>
                <a:lnTo>
                  <a:pt x="2604" y="5962"/>
                </a:lnTo>
                <a:lnTo>
                  <a:pt x="2604" y="5767"/>
                </a:lnTo>
                <a:lnTo>
                  <a:pt x="2580" y="5573"/>
                </a:lnTo>
                <a:lnTo>
                  <a:pt x="2531" y="5524"/>
                </a:lnTo>
                <a:lnTo>
                  <a:pt x="2482" y="5500"/>
                </a:lnTo>
                <a:lnTo>
                  <a:pt x="2409" y="5500"/>
                </a:lnTo>
                <a:lnTo>
                  <a:pt x="2361" y="5524"/>
                </a:lnTo>
                <a:lnTo>
                  <a:pt x="2263" y="5427"/>
                </a:lnTo>
                <a:lnTo>
                  <a:pt x="2190" y="5305"/>
                </a:lnTo>
                <a:lnTo>
                  <a:pt x="2190" y="5183"/>
                </a:lnTo>
                <a:lnTo>
                  <a:pt x="2215" y="5062"/>
                </a:lnTo>
                <a:lnTo>
                  <a:pt x="2215" y="4989"/>
                </a:lnTo>
                <a:lnTo>
                  <a:pt x="2190" y="4916"/>
                </a:lnTo>
                <a:lnTo>
                  <a:pt x="2117" y="4867"/>
                </a:lnTo>
                <a:lnTo>
                  <a:pt x="2020" y="4867"/>
                </a:lnTo>
                <a:lnTo>
                  <a:pt x="1898" y="4891"/>
                </a:lnTo>
                <a:lnTo>
                  <a:pt x="1801" y="4867"/>
                </a:lnTo>
                <a:lnTo>
                  <a:pt x="1752" y="4794"/>
                </a:lnTo>
                <a:lnTo>
                  <a:pt x="1704" y="4697"/>
                </a:lnTo>
                <a:lnTo>
                  <a:pt x="1655" y="4575"/>
                </a:lnTo>
                <a:lnTo>
                  <a:pt x="1655" y="4453"/>
                </a:lnTo>
                <a:lnTo>
                  <a:pt x="1655" y="4234"/>
                </a:lnTo>
                <a:lnTo>
                  <a:pt x="1655" y="4186"/>
                </a:lnTo>
                <a:lnTo>
                  <a:pt x="1631" y="4137"/>
                </a:lnTo>
                <a:lnTo>
                  <a:pt x="1582" y="4088"/>
                </a:lnTo>
                <a:lnTo>
                  <a:pt x="1558" y="4088"/>
                </a:lnTo>
                <a:lnTo>
                  <a:pt x="1460" y="4064"/>
                </a:lnTo>
                <a:lnTo>
                  <a:pt x="1363" y="4113"/>
                </a:lnTo>
                <a:lnTo>
                  <a:pt x="1266" y="4186"/>
                </a:lnTo>
                <a:lnTo>
                  <a:pt x="1217" y="3942"/>
                </a:lnTo>
                <a:lnTo>
                  <a:pt x="1193" y="3699"/>
                </a:lnTo>
                <a:lnTo>
                  <a:pt x="1193" y="3650"/>
                </a:lnTo>
                <a:lnTo>
                  <a:pt x="1144" y="3626"/>
                </a:lnTo>
                <a:lnTo>
                  <a:pt x="1095" y="3602"/>
                </a:lnTo>
                <a:lnTo>
                  <a:pt x="974" y="3602"/>
                </a:lnTo>
                <a:lnTo>
                  <a:pt x="925" y="3529"/>
                </a:lnTo>
                <a:lnTo>
                  <a:pt x="925" y="3431"/>
                </a:lnTo>
                <a:lnTo>
                  <a:pt x="925" y="3310"/>
                </a:lnTo>
                <a:lnTo>
                  <a:pt x="949" y="3042"/>
                </a:lnTo>
                <a:lnTo>
                  <a:pt x="974" y="2896"/>
                </a:lnTo>
                <a:lnTo>
                  <a:pt x="974" y="2823"/>
                </a:lnTo>
                <a:lnTo>
                  <a:pt x="949" y="2774"/>
                </a:lnTo>
                <a:lnTo>
                  <a:pt x="925" y="2726"/>
                </a:lnTo>
                <a:lnTo>
                  <a:pt x="852" y="2701"/>
                </a:lnTo>
                <a:lnTo>
                  <a:pt x="658" y="2701"/>
                </a:lnTo>
                <a:lnTo>
                  <a:pt x="682" y="2044"/>
                </a:lnTo>
                <a:lnTo>
                  <a:pt x="658" y="1971"/>
                </a:lnTo>
                <a:lnTo>
                  <a:pt x="633" y="1923"/>
                </a:lnTo>
                <a:lnTo>
                  <a:pt x="585" y="1898"/>
                </a:lnTo>
                <a:lnTo>
                  <a:pt x="512" y="1874"/>
                </a:lnTo>
                <a:lnTo>
                  <a:pt x="317" y="1898"/>
                </a:lnTo>
                <a:lnTo>
                  <a:pt x="317" y="1704"/>
                </a:lnTo>
                <a:lnTo>
                  <a:pt x="293" y="1509"/>
                </a:lnTo>
                <a:lnTo>
                  <a:pt x="317" y="1460"/>
                </a:lnTo>
                <a:lnTo>
                  <a:pt x="366" y="1193"/>
                </a:lnTo>
                <a:lnTo>
                  <a:pt x="463" y="949"/>
                </a:lnTo>
                <a:lnTo>
                  <a:pt x="536" y="828"/>
                </a:lnTo>
                <a:lnTo>
                  <a:pt x="609" y="730"/>
                </a:lnTo>
                <a:lnTo>
                  <a:pt x="706" y="633"/>
                </a:lnTo>
                <a:lnTo>
                  <a:pt x="828" y="536"/>
                </a:lnTo>
                <a:lnTo>
                  <a:pt x="998" y="463"/>
                </a:lnTo>
                <a:lnTo>
                  <a:pt x="1168" y="414"/>
                </a:lnTo>
                <a:close/>
                <a:moveTo>
                  <a:pt x="1241" y="14357"/>
                </a:moveTo>
                <a:lnTo>
                  <a:pt x="1266" y="14527"/>
                </a:lnTo>
                <a:lnTo>
                  <a:pt x="1339" y="14770"/>
                </a:lnTo>
                <a:lnTo>
                  <a:pt x="1266" y="14795"/>
                </a:lnTo>
                <a:lnTo>
                  <a:pt x="1193" y="14843"/>
                </a:lnTo>
                <a:lnTo>
                  <a:pt x="1071" y="14624"/>
                </a:lnTo>
                <a:lnTo>
                  <a:pt x="1047" y="14576"/>
                </a:lnTo>
                <a:lnTo>
                  <a:pt x="1241" y="14357"/>
                </a:lnTo>
                <a:close/>
                <a:moveTo>
                  <a:pt x="12970" y="1631"/>
                </a:moveTo>
                <a:lnTo>
                  <a:pt x="12629" y="2093"/>
                </a:lnTo>
                <a:lnTo>
                  <a:pt x="12313" y="2580"/>
                </a:lnTo>
                <a:lnTo>
                  <a:pt x="11996" y="3066"/>
                </a:lnTo>
                <a:lnTo>
                  <a:pt x="11729" y="3577"/>
                </a:lnTo>
                <a:lnTo>
                  <a:pt x="11680" y="3650"/>
                </a:lnTo>
                <a:lnTo>
                  <a:pt x="11680" y="3723"/>
                </a:lnTo>
                <a:lnTo>
                  <a:pt x="11680" y="3772"/>
                </a:lnTo>
                <a:lnTo>
                  <a:pt x="11704" y="3821"/>
                </a:lnTo>
                <a:lnTo>
                  <a:pt x="11802" y="3918"/>
                </a:lnTo>
                <a:lnTo>
                  <a:pt x="11899" y="3967"/>
                </a:lnTo>
                <a:lnTo>
                  <a:pt x="11875" y="4015"/>
                </a:lnTo>
                <a:lnTo>
                  <a:pt x="11899" y="4040"/>
                </a:lnTo>
                <a:lnTo>
                  <a:pt x="11899" y="4064"/>
                </a:lnTo>
                <a:lnTo>
                  <a:pt x="11948" y="4064"/>
                </a:lnTo>
                <a:lnTo>
                  <a:pt x="12215" y="4015"/>
                </a:lnTo>
                <a:lnTo>
                  <a:pt x="12483" y="3918"/>
                </a:lnTo>
                <a:lnTo>
                  <a:pt x="12751" y="3796"/>
                </a:lnTo>
                <a:lnTo>
                  <a:pt x="13018" y="3626"/>
                </a:lnTo>
                <a:lnTo>
                  <a:pt x="13505" y="3261"/>
                </a:lnTo>
                <a:lnTo>
                  <a:pt x="13943" y="2920"/>
                </a:lnTo>
                <a:lnTo>
                  <a:pt x="14722" y="2288"/>
                </a:lnTo>
                <a:lnTo>
                  <a:pt x="14722" y="2288"/>
                </a:lnTo>
                <a:lnTo>
                  <a:pt x="14430" y="2726"/>
                </a:lnTo>
                <a:lnTo>
                  <a:pt x="13675" y="3796"/>
                </a:lnTo>
                <a:lnTo>
                  <a:pt x="12945" y="4891"/>
                </a:lnTo>
                <a:lnTo>
                  <a:pt x="12897" y="4989"/>
                </a:lnTo>
                <a:lnTo>
                  <a:pt x="12921" y="5062"/>
                </a:lnTo>
                <a:lnTo>
                  <a:pt x="12945" y="5135"/>
                </a:lnTo>
                <a:lnTo>
                  <a:pt x="13018" y="5208"/>
                </a:lnTo>
                <a:lnTo>
                  <a:pt x="13091" y="5232"/>
                </a:lnTo>
                <a:lnTo>
                  <a:pt x="13164" y="5256"/>
                </a:lnTo>
                <a:lnTo>
                  <a:pt x="13262" y="5232"/>
                </a:lnTo>
                <a:lnTo>
                  <a:pt x="13335" y="5183"/>
                </a:lnTo>
                <a:lnTo>
                  <a:pt x="13481" y="5135"/>
                </a:lnTo>
                <a:lnTo>
                  <a:pt x="13602" y="5086"/>
                </a:lnTo>
                <a:lnTo>
                  <a:pt x="13846" y="4916"/>
                </a:lnTo>
                <a:lnTo>
                  <a:pt x="14381" y="4575"/>
                </a:lnTo>
                <a:lnTo>
                  <a:pt x="14892" y="4234"/>
                </a:lnTo>
                <a:lnTo>
                  <a:pt x="15476" y="3796"/>
                </a:lnTo>
                <a:lnTo>
                  <a:pt x="16084" y="3358"/>
                </a:lnTo>
                <a:lnTo>
                  <a:pt x="16084" y="3358"/>
                </a:lnTo>
                <a:lnTo>
                  <a:pt x="15646" y="4161"/>
                </a:lnTo>
                <a:lnTo>
                  <a:pt x="15208" y="4964"/>
                </a:lnTo>
                <a:lnTo>
                  <a:pt x="14965" y="5329"/>
                </a:lnTo>
                <a:lnTo>
                  <a:pt x="14697" y="5719"/>
                </a:lnTo>
                <a:lnTo>
                  <a:pt x="14430" y="6084"/>
                </a:lnTo>
                <a:lnTo>
                  <a:pt x="14138" y="6424"/>
                </a:lnTo>
                <a:lnTo>
                  <a:pt x="13967" y="6619"/>
                </a:lnTo>
                <a:lnTo>
                  <a:pt x="13797" y="6814"/>
                </a:lnTo>
                <a:lnTo>
                  <a:pt x="13602" y="6984"/>
                </a:lnTo>
                <a:lnTo>
                  <a:pt x="13383" y="7130"/>
                </a:lnTo>
                <a:lnTo>
                  <a:pt x="13164" y="7276"/>
                </a:lnTo>
                <a:lnTo>
                  <a:pt x="12945" y="7397"/>
                </a:lnTo>
                <a:lnTo>
                  <a:pt x="12702" y="7495"/>
                </a:lnTo>
                <a:lnTo>
                  <a:pt x="12459" y="7568"/>
                </a:lnTo>
                <a:lnTo>
                  <a:pt x="12240" y="7592"/>
                </a:lnTo>
                <a:lnTo>
                  <a:pt x="12021" y="7616"/>
                </a:lnTo>
                <a:lnTo>
                  <a:pt x="11826" y="7592"/>
                </a:lnTo>
                <a:lnTo>
                  <a:pt x="11607" y="7543"/>
                </a:lnTo>
                <a:lnTo>
                  <a:pt x="11242" y="7422"/>
                </a:lnTo>
                <a:lnTo>
                  <a:pt x="10828" y="7276"/>
                </a:lnTo>
                <a:lnTo>
                  <a:pt x="10780" y="7179"/>
                </a:lnTo>
                <a:lnTo>
                  <a:pt x="10682" y="7106"/>
                </a:lnTo>
                <a:lnTo>
                  <a:pt x="10561" y="7106"/>
                </a:lnTo>
                <a:lnTo>
                  <a:pt x="10512" y="7130"/>
                </a:lnTo>
                <a:lnTo>
                  <a:pt x="10463" y="7179"/>
                </a:lnTo>
                <a:lnTo>
                  <a:pt x="9393" y="8492"/>
                </a:lnTo>
                <a:lnTo>
                  <a:pt x="8322" y="9782"/>
                </a:lnTo>
                <a:lnTo>
                  <a:pt x="7227" y="11047"/>
                </a:lnTo>
                <a:lnTo>
                  <a:pt x="6108" y="12313"/>
                </a:lnTo>
                <a:lnTo>
                  <a:pt x="4916" y="13578"/>
                </a:lnTo>
                <a:lnTo>
                  <a:pt x="3723" y="14819"/>
                </a:lnTo>
                <a:lnTo>
                  <a:pt x="3139" y="15427"/>
                </a:lnTo>
                <a:lnTo>
                  <a:pt x="2823" y="15743"/>
                </a:lnTo>
                <a:lnTo>
                  <a:pt x="2507" y="16011"/>
                </a:lnTo>
                <a:lnTo>
                  <a:pt x="2312" y="16133"/>
                </a:lnTo>
                <a:lnTo>
                  <a:pt x="2142" y="16230"/>
                </a:lnTo>
                <a:lnTo>
                  <a:pt x="1947" y="16303"/>
                </a:lnTo>
                <a:lnTo>
                  <a:pt x="1752" y="16352"/>
                </a:lnTo>
                <a:lnTo>
                  <a:pt x="1558" y="16376"/>
                </a:lnTo>
                <a:lnTo>
                  <a:pt x="1363" y="16376"/>
                </a:lnTo>
                <a:lnTo>
                  <a:pt x="1168" y="16303"/>
                </a:lnTo>
                <a:lnTo>
                  <a:pt x="949" y="16230"/>
                </a:lnTo>
                <a:lnTo>
                  <a:pt x="876" y="16206"/>
                </a:lnTo>
                <a:lnTo>
                  <a:pt x="828" y="16206"/>
                </a:lnTo>
                <a:lnTo>
                  <a:pt x="779" y="16011"/>
                </a:lnTo>
                <a:lnTo>
                  <a:pt x="828" y="16060"/>
                </a:lnTo>
                <a:lnTo>
                  <a:pt x="901" y="16084"/>
                </a:lnTo>
                <a:lnTo>
                  <a:pt x="949" y="16084"/>
                </a:lnTo>
                <a:lnTo>
                  <a:pt x="998" y="16035"/>
                </a:lnTo>
                <a:lnTo>
                  <a:pt x="998" y="15962"/>
                </a:lnTo>
                <a:lnTo>
                  <a:pt x="925" y="15792"/>
                </a:lnTo>
                <a:lnTo>
                  <a:pt x="852" y="15646"/>
                </a:lnTo>
                <a:lnTo>
                  <a:pt x="779" y="15476"/>
                </a:lnTo>
                <a:lnTo>
                  <a:pt x="706" y="15330"/>
                </a:lnTo>
                <a:lnTo>
                  <a:pt x="779" y="15087"/>
                </a:lnTo>
                <a:lnTo>
                  <a:pt x="852" y="14892"/>
                </a:lnTo>
                <a:lnTo>
                  <a:pt x="876" y="14989"/>
                </a:lnTo>
                <a:lnTo>
                  <a:pt x="974" y="15257"/>
                </a:lnTo>
                <a:lnTo>
                  <a:pt x="1120" y="15500"/>
                </a:lnTo>
                <a:lnTo>
                  <a:pt x="1168" y="15549"/>
                </a:lnTo>
                <a:lnTo>
                  <a:pt x="1266" y="15646"/>
                </a:lnTo>
                <a:lnTo>
                  <a:pt x="1363" y="15719"/>
                </a:lnTo>
                <a:lnTo>
                  <a:pt x="1509" y="15743"/>
                </a:lnTo>
                <a:lnTo>
                  <a:pt x="1655" y="15768"/>
                </a:lnTo>
                <a:lnTo>
                  <a:pt x="1801" y="15743"/>
                </a:lnTo>
                <a:lnTo>
                  <a:pt x="1947" y="15719"/>
                </a:lnTo>
                <a:lnTo>
                  <a:pt x="2215" y="15646"/>
                </a:lnTo>
                <a:lnTo>
                  <a:pt x="2458" y="15500"/>
                </a:lnTo>
                <a:lnTo>
                  <a:pt x="2677" y="15354"/>
                </a:lnTo>
                <a:lnTo>
                  <a:pt x="2896" y="15184"/>
                </a:lnTo>
                <a:lnTo>
                  <a:pt x="3115" y="15014"/>
                </a:lnTo>
                <a:lnTo>
                  <a:pt x="3553" y="14624"/>
                </a:lnTo>
                <a:lnTo>
                  <a:pt x="3918" y="14259"/>
                </a:lnTo>
                <a:lnTo>
                  <a:pt x="4259" y="13870"/>
                </a:lnTo>
                <a:lnTo>
                  <a:pt x="4599" y="13481"/>
                </a:lnTo>
                <a:lnTo>
                  <a:pt x="4745" y="13262"/>
                </a:lnTo>
                <a:lnTo>
                  <a:pt x="4916" y="13067"/>
                </a:lnTo>
                <a:lnTo>
                  <a:pt x="4989" y="12945"/>
                </a:lnTo>
                <a:lnTo>
                  <a:pt x="5037" y="12824"/>
                </a:lnTo>
                <a:lnTo>
                  <a:pt x="5086" y="12702"/>
                </a:lnTo>
                <a:lnTo>
                  <a:pt x="5086" y="12580"/>
                </a:lnTo>
                <a:lnTo>
                  <a:pt x="5086" y="12532"/>
                </a:lnTo>
                <a:lnTo>
                  <a:pt x="5037" y="12507"/>
                </a:lnTo>
                <a:lnTo>
                  <a:pt x="4964" y="12507"/>
                </a:lnTo>
                <a:lnTo>
                  <a:pt x="4867" y="12580"/>
                </a:lnTo>
                <a:lnTo>
                  <a:pt x="4770" y="12653"/>
                </a:lnTo>
                <a:lnTo>
                  <a:pt x="4599" y="12848"/>
                </a:lnTo>
                <a:lnTo>
                  <a:pt x="4453" y="13067"/>
                </a:lnTo>
                <a:lnTo>
                  <a:pt x="4307" y="13262"/>
                </a:lnTo>
                <a:lnTo>
                  <a:pt x="3942" y="13700"/>
                </a:lnTo>
                <a:lnTo>
                  <a:pt x="3529" y="14089"/>
                </a:lnTo>
                <a:lnTo>
                  <a:pt x="3066" y="14503"/>
                </a:lnTo>
                <a:lnTo>
                  <a:pt x="2604" y="14892"/>
                </a:lnTo>
                <a:lnTo>
                  <a:pt x="2312" y="15111"/>
                </a:lnTo>
                <a:lnTo>
                  <a:pt x="2020" y="15306"/>
                </a:lnTo>
                <a:lnTo>
                  <a:pt x="1898" y="15354"/>
                </a:lnTo>
                <a:lnTo>
                  <a:pt x="1777" y="15379"/>
                </a:lnTo>
                <a:lnTo>
                  <a:pt x="1655" y="15379"/>
                </a:lnTo>
                <a:lnTo>
                  <a:pt x="1558" y="15330"/>
                </a:lnTo>
                <a:lnTo>
                  <a:pt x="1485" y="15281"/>
                </a:lnTo>
                <a:lnTo>
                  <a:pt x="1436" y="15184"/>
                </a:lnTo>
                <a:lnTo>
                  <a:pt x="1460" y="15087"/>
                </a:lnTo>
                <a:lnTo>
                  <a:pt x="1533" y="14941"/>
                </a:lnTo>
                <a:lnTo>
                  <a:pt x="1631" y="14941"/>
                </a:lnTo>
                <a:lnTo>
                  <a:pt x="1704" y="14892"/>
                </a:lnTo>
                <a:lnTo>
                  <a:pt x="1728" y="14819"/>
                </a:lnTo>
                <a:lnTo>
                  <a:pt x="1728" y="14770"/>
                </a:lnTo>
                <a:lnTo>
                  <a:pt x="1704" y="14673"/>
                </a:lnTo>
                <a:lnTo>
                  <a:pt x="1655" y="14551"/>
                </a:lnTo>
                <a:lnTo>
                  <a:pt x="1606" y="14454"/>
                </a:lnTo>
                <a:lnTo>
                  <a:pt x="1509" y="14308"/>
                </a:lnTo>
                <a:lnTo>
                  <a:pt x="1412" y="14162"/>
                </a:lnTo>
                <a:lnTo>
                  <a:pt x="1679" y="13919"/>
                </a:lnTo>
                <a:lnTo>
                  <a:pt x="1801" y="14405"/>
                </a:lnTo>
                <a:lnTo>
                  <a:pt x="1825" y="14478"/>
                </a:lnTo>
                <a:lnTo>
                  <a:pt x="1898" y="14527"/>
                </a:lnTo>
                <a:lnTo>
                  <a:pt x="2020" y="14527"/>
                </a:lnTo>
                <a:lnTo>
                  <a:pt x="2069" y="14503"/>
                </a:lnTo>
                <a:lnTo>
                  <a:pt x="2117" y="14454"/>
                </a:lnTo>
                <a:lnTo>
                  <a:pt x="2142" y="14381"/>
                </a:lnTo>
                <a:lnTo>
                  <a:pt x="2142" y="14308"/>
                </a:lnTo>
                <a:lnTo>
                  <a:pt x="2044" y="13992"/>
                </a:lnTo>
                <a:lnTo>
                  <a:pt x="1923" y="13675"/>
                </a:lnTo>
                <a:lnTo>
                  <a:pt x="2093" y="13529"/>
                </a:lnTo>
                <a:lnTo>
                  <a:pt x="2117" y="13748"/>
                </a:lnTo>
                <a:lnTo>
                  <a:pt x="2117" y="13870"/>
                </a:lnTo>
                <a:lnTo>
                  <a:pt x="2142" y="13967"/>
                </a:lnTo>
                <a:lnTo>
                  <a:pt x="2190" y="14065"/>
                </a:lnTo>
                <a:lnTo>
                  <a:pt x="2239" y="14089"/>
                </a:lnTo>
                <a:lnTo>
                  <a:pt x="2288" y="14113"/>
                </a:lnTo>
                <a:lnTo>
                  <a:pt x="2336" y="14113"/>
                </a:lnTo>
                <a:lnTo>
                  <a:pt x="2385" y="14089"/>
                </a:lnTo>
                <a:lnTo>
                  <a:pt x="2434" y="14016"/>
                </a:lnTo>
                <a:lnTo>
                  <a:pt x="2434" y="13919"/>
                </a:lnTo>
                <a:lnTo>
                  <a:pt x="2385" y="13724"/>
                </a:lnTo>
                <a:lnTo>
                  <a:pt x="2263" y="13359"/>
                </a:lnTo>
                <a:lnTo>
                  <a:pt x="2385" y="13262"/>
                </a:lnTo>
                <a:lnTo>
                  <a:pt x="2458" y="13554"/>
                </a:lnTo>
                <a:lnTo>
                  <a:pt x="2531" y="13846"/>
                </a:lnTo>
                <a:lnTo>
                  <a:pt x="2555" y="13894"/>
                </a:lnTo>
                <a:lnTo>
                  <a:pt x="2580" y="13943"/>
                </a:lnTo>
                <a:lnTo>
                  <a:pt x="2628" y="13967"/>
                </a:lnTo>
                <a:lnTo>
                  <a:pt x="2677" y="13967"/>
                </a:lnTo>
                <a:lnTo>
                  <a:pt x="2774" y="13943"/>
                </a:lnTo>
                <a:lnTo>
                  <a:pt x="2823" y="13919"/>
                </a:lnTo>
                <a:lnTo>
                  <a:pt x="2847" y="13870"/>
                </a:lnTo>
                <a:lnTo>
                  <a:pt x="2872" y="13797"/>
                </a:lnTo>
                <a:lnTo>
                  <a:pt x="2847" y="13748"/>
                </a:lnTo>
                <a:lnTo>
                  <a:pt x="2750" y="13408"/>
                </a:lnTo>
                <a:lnTo>
                  <a:pt x="2604" y="13067"/>
                </a:lnTo>
                <a:lnTo>
                  <a:pt x="2823" y="12848"/>
                </a:lnTo>
                <a:lnTo>
                  <a:pt x="2920" y="13164"/>
                </a:lnTo>
                <a:lnTo>
                  <a:pt x="2969" y="13286"/>
                </a:lnTo>
                <a:lnTo>
                  <a:pt x="3018" y="13383"/>
                </a:lnTo>
                <a:lnTo>
                  <a:pt x="3066" y="13481"/>
                </a:lnTo>
                <a:lnTo>
                  <a:pt x="3115" y="13529"/>
                </a:lnTo>
                <a:lnTo>
                  <a:pt x="3212" y="13529"/>
                </a:lnTo>
                <a:lnTo>
                  <a:pt x="3237" y="13505"/>
                </a:lnTo>
                <a:lnTo>
                  <a:pt x="3261" y="13456"/>
                </a:lnTo>
                <a:lnTo>
                  <a:pt x="3285" y="13408"/>
                </a:lnTo>
                <a:lnTo>
                  <a:pt x="3261" y="13310"/>
                </a:lnTo>
                <a:lnTo>
                  <a:pt x="3188" y="13116"/>
                </a:lnTo>
                <a:lnTo>
                  <a:pt x="3091" y="12921"/>
                </a:lnTo>
                <a:lnTo>
                  <a:pt x="2969" y="12726"/>
                </a:lnTo>
                <a:lnTo>
                  <a:pt x="3261" y="12459"/>
                </a:lnTo>
                <a:lnTo>
                  <a:pt x="3285" y="12678"/>
                </a:lnTo>
                <a:lnTo>
                  <a:pt x="3334" y="12897"/>
                </a:lnTo>
                <a:lnTo>
                  <a:pt x="3383" y="12994"/>
                </a:lnTo>
                <a:lnTo>
                  <a:pt x="3480" y="13067"/>
                </a:lnTo>
                <a:lnTo>
                  <a:pt x="3529" y="13067"/>
                </a:lnTo>
                <a:lnTo>
                  <a:pt x="3577" y="13043"/>
                </a:lnTo>
                <a:lnTo>
                  <a:pt x="3626" y="12945"/>
                </a:lnTo>
                <a:lnTo>
                  <a:pt x="3626" y="12848"/>
                </a:lnTo>
                <a:lnTo>
                  <a:pt x="3577" y="12678"/>
                </a:lnTo>
                <a:lnTo>
                  <a:pt x="3529" y="12483"/>
                </a:lnTo>
                <a:lnTo>
                  <a:pt x="3431" y="12288"/>
                </a:lnTo>
                <a:lnTo>
                  <a:pt x="3650" y="12094"/>
                </a:lnTo>
                <a:lnTo>
                  <a:pt x="3699" y="12313"/>
                </a:lnTo>
                <a:lnTo>
                  <a:pt x="3748" y="12483"/>
                </a:lnTo>
                <a:lnTo>
                  <a:pt x="3796" y="12556"/>
                </a:lnTo>
                <a:lnTo>
                  <a:pt x="3845" y="12605"/>
                </a:lnTo>
                <a:lnTo>
                  <a:pt x="3942" y="12605"/>
                </a:lnTo>
                <a:lnTo>
                  <a:pt x="4015" y="12580"/>
                </a:lnTo>
                <a:lnTo>
                  <a:pt x="4040" y="12532"/>
                </a:lnTo>
                <a:lnTo>
                  <a:pt x="4064" y="12483"/>
                </a:lnTo>
                <a:lnTo>
                  <a:pt x="4064" y="12410"/>
                </a:lnTo>
                <a:lnTo>
                  <a:pt x="4015" y="12142"/>
                </a:lnTo>
                <a:lnTo>
                  <a:pt x="3967" y="11996"/>
                </a:lnTo>
                <a:lnTo>
                  <a:pt x="3894" y="11875"/>
                </a:lnTo>
                <a:lnTo>
                  <a:pt x="4161" y="11607"/>
                </a:lnTo>
                <a:lnTo>
                  <a:pt x="4210" y="11729"/>
                </a:lnTo>
                <a:lnTo>
                  <a:pt x="4283" y="11923"/>
                </a:lnTo>
                <a:lnTo>
                  <a:pt x="4332" y="11996"/>
                </a:lnTo>
                <a:lnTo>
                  <a:pt x="4380" y="12021"/>
                </a:lnTo>
                <a:lnTo>
                  <a:pt x="4429" y="12045"/>
                </a:lnTo>
                <a:lnTo>
                  <a:pt x="4478" y="12045"/>
                </a:lnTo>
                <a:lnTo>
                  <a:pt x="4526" y="11996"/>
                </a:lnTo>
                <a:lnTo>
                  <a:pt x="4551" y="11923"/>
                </a:lnTo>
                <a:lnTo>
                  <a:pt x="4551" y="11826"/>
                </a:lnTo>
                <a:lnTo>
                  <a:pt x="4478" y="11680"/>
                </a:lnTo>
                <a:lnTo>
                  <a:pt x="4356" y="11437"/>
                </a:lnTo>
                <a:lnTo>
                  <a:pt x="4405" y="11388"/>
                </a:lnTo>
                <a:lnTo>
                  <a:pt x="4672" y="11169"/>
                </a:lnTo>
                <a:lnTo>
                  <a:pt x="4745" y="11364"/>
                </a:lnTo>
                <a:lnTo>
                  <a:pt x="4818" y="11607"/>
                </a:lnTo>
                <a:lnTo>
                  <a:pt x="4867" y="11729"/>
                </a:lnTo>
                <a:lnTo>
                  <a:pt x="4916" y="11777"/>
                </a:lnTo>
                <a:lnTo>
                  <a:pt x="4964" y="11826"/>
                </a:lnTo>
                <a:lnTo>
                  <a:pt x="5013" y="11826"/>
                </a:lnTo>
                <a:lnTo>
                  <a:pt x="5037" y="11802"/>
                </a:lnTo>
                <a:lnTo>
                  <a:pt x="5062" y="11729"/>
                </a:lnTo>
                <a:lnTo>
                  <a:pt x="5086" y="11680"/>
                </a:lnTo>
                <a:lnTo>
                  <a:pt x="5062" y="11558"/>
                </a:lnTo>
                <a:lnTo>
                  <a:pt x="4964" y="11339"/>
                </a:lnTo>
                <a:lnTo>
                  <a:pt x="4794" y="11023"/>
                </a:lnTo>
                <a:lnTo>
                  <a:pt x="5135" y="10731"/>
                </a:lnTo>
                <a:lnTo>
                  <a:pt x="5135" y="10755"/>
                </a:lnTo>
                <a:lnTo>
                  <a:pt x="5208" y="10950"/>
                </a:lnTo>
                <a:lnTo>
                  <a:pt x="5281" y="11145"/>
                </a:lnTo>
                <a:lnTo>
                  <a:pt x="5329" y="11218"/>
                </a:lnTo>
                <a:lnTo>
                  <a:pt x="5378" y="11242"/>
                </a:lnTo>
                <a:lnTo>
                  <a:pt x="5427" y="11242"/>
                </a:lnTo>
                <a:lnTo>
                  <a:pt x="5475" y="11218"/>
                </a:lnTo>
                <a:lnTo>
                  <a:pt x="5524" y="11193"/>
                </a:lnTo>
                <a:lnTo>
                  <a:pt x="5573" y="11145"/>
                </a:lnTo>
                <a:lnTo>
                  <a:pt x="5597" y="11096"/>
                </a:lnTo>
                <a:lnTo>
                  <a:pt x="5597" y="11023"/>
                </a:lnTo>
                <a:lnTo>
                  <a:pt x="5524" y="10828"/>
                </a:lnTo>
                <a:lnTo>
                  <a:pt x="5475" y="10658"/>
                </a:lnTo>
                <a:lnTo>
                  <a:pt x="5378" y="10488"/>
                </a:lnTo>
                <a:lnTo>
                  <a:pt x="5670" y="10244"/>
                </a:lnTo>
                <a:lnTo>
                  <a:pt x="5670" y="10366"/>
                </a:lnTo>
                <a:lnTo>
                  <a:pt x="5694" y="10512"/>
                </a:lnTo>
                <a:lnTo>
                  <a:pt x="5743" y="10707"/>
                </a:lnTo>
                <a:lnTo>
                  <a:pt x="5792" y="10780"/>
                </a:lnTo>
                <a:lnTo>
                  <a:pt x="5816" y="10804"/>
                </a:lnTo>
                <a:lnTo>
                  <a:pt x="5865" y="10828"/>
                </a:lnTo>
                <a:lnTo>
                  <a:pt x="5913" y="10828"/>
                </a:lnTo>
                <a:lnTo>
                  <a:pt x="5938" y="10804"/>
                </a:lnTo>
                <a:lnTo>
                  <a:pt x="5986" y="10731"/>
                </a:lnTo>
                <a:lnTo>
                  <a:pt x="5986" y="10658"/>
                </a:lnTo>
                <a:lnTo>
                  <a:pt x="5938" y="10488"/>
                </a:lnTo>
                <a:lnTo>
                  <a:pt x="5865" y="10293"/>
                </a:lnTo>
                <a:lnTo>
                  <a:pt x="5767" y="10123"/>
                </a:lnTo>
                <a:lnTo>
                  <a:pt x="5986" y="9928"/>
                </a:lnTo>
                <a:lnTo>
                  <a:pt x="6011" y="10050"/>
                </a:lnTo>
                <a:lnTo>
                  <a:pt x="6035" y="10147"/>
                </a:lnTo>
                <a:lnTo>
                  <a:pt x="6108" y="10244"/>
                </a:lnTo>
                <a:lnTo>
                  <a:pt x="6181" y="10317"/>
                </a:lnTo>
                <a:lnTo>
                  <a:pt x="6230" y="10366"/>
                </a:lnTo>
                <a:lnTo>
                  <a:pt x="6303" y="10366"/>
                </a:lnTo>
                <a:lnTo>
                  <a:pt x="6376" y="10317"/>
                </a:lnTo>
                <a:lnTo>
                  <a:pt x="6400" y="10269"/>
                </a:lnTo>
                <a:lnTo>
                  <a:pt x="6400" y="10220"/>
                </a:lnTo>
                <a:lnTo>
                  <a:pt x="6376" y="10171"/>
                </a:lnTo>
                <a:lnTo>
                  <a:pt x="6327" y="10074"/>
                </a:lnTo>
                <a:lnTo>
                  <a:pt x="6205" y="9952"/>
                </a:lnTo>
                <a:lnTo>
                  <a:pt x="6084" y="9855"/>
                </a:lnTo>
                <a:lnTo>
                  <a:pt x="6376" y="9587"/>
                </a:lnTo>
                <a:lnTo>
                  <a:pt x="6400" y="9758"/>
                </a:lnTo>
                <a:lnTo>
                  <a:pt x="6449" y="9952"/>
                </a:lnTo>
                <a:lnTo>
                  <a:pt x="6473" y="10025"/>
                </a:lnTo>
                <a:lnTo>
                  <a:pt x="6522" y="10050"/>
                </a:lnTo>
                <a:lnTo>
                  <a:pt x="6595" y="10074"/>
                </a:lnTo>
                <a:lnTo>
                  <a:pt x="6643" y="10074"/>
                </a:lnTo>
                <a:lnTo>
                  <a:pt x="6716" y="10025"/>
                </a:lnTo>
                <a:lnTo>
                  <a:pt x="6741" y="10001"/>
                </a:lnTo>
                <a:lnTo>
                  <a:pt x="6765" y="9928"/>
                </a:lnTo>
                <a:lnTo>
                  <a:pt x="6765" y="9855"/>
                </a:lnTo>
                <a:lnTo>
                  <a:pt x="6692" y="9612"/>
                </a:lnTo>
                <a:lnTo>
                  <a:pt x="6643" y="9490"/>
                </a:lnTo>
                <a:lnTo>
                  <a:pt x="6595" y="9393"/>
                </a:lnTo>
                <a:lnTo>
                  <a:pt x="6765" y="9222"/>
                </a:lnTo>
                <a:lnTo>
                  <a:pt x="6814" y="9417"/>
                </a:lnTo>
                <a:lnTo>
                  <a:pt x="6887" y="9587"/>
                </a:lnTo>
                <a:lnTo>
                  <a:pt x="6911" y="9636"/>
                </a:lnTo>
                <a:lnTo>
                  <a:pt x="6960" y="9660"/>
                </a:lnTo>
                <a:lnTo>
                  <a:pt x="7033" y="9660"/>
                </a:lnTo>
                <a:lnTo>
                  <a:pt x="7081" y="9636"/>
                </a:lnTo>
                <a:lnTo>
                  <a:pt x="7130" y="9612"/>
                </a:lnTo>
                <a:lnTo>
                  <a:pt x="7179" y="9563"/>
                </a:lnTo>
                <a:lnTo>
                  <a:pt x="7179" y="9514"/>
                </a:lnTo>
                <a:lnTo>
                  <a:pt x="7179" y="9441"/>
                </a:lnTo>
                <a:lnTo>
                  <a:pt x="7057" y="9174"/>
                </a:lnTo>
                <a:lnTo>
                  <a:pt x="6984" y="9003"/>
                </a:lnTo>
                <a:lnTo>
                  <a:pt x="7106" y="8906"/>
                </a:lnTo>
                <a:lnTo>
                  <a:pt x="7106" y="8955"/>
                </a:lnTo>
                <a:lnTo>
                  <a:pt x="7106" y="9125"/>
                </a:lnTo>
                <a:lnTo>
                  <a:pt x="7130" y="9198"/>
                </a:lnTo>
                <a:lnTo>
                  <a:pt x="7179" y="9271"/>
                </a:lnTo>
                <a:lnTo>
                  <a:pt x="7227" y="9271"/>
                </a:lnTo>
                <a:lnTo>
                  <a:pt x="7276" y="9247"/>
                </a:lnTo>
                <a:lnTo>
                  <a:pt x="7325" y="9198"/>
                </a:lnTo>
                <a:lnTo>
                  <a:pt x="7349" y="9125"/>
                </a:lnTo>
                <a:lnTo>
                  <a:pt x="7325" y="8955"/>
                </a:lnTo>
                <a:lnTo>
                  <a:pt x="7276" y="8736"/>
                </a:lnTo>
                <a:lnTo>
                  <a:pt x="7519" y="8517"/>
                </a:lnTo>
                <a:lnTo>
                  <a:pt x="7544" y="8638"/>
                </a:lnTo>
                <a:lnTo>
                  <a:pt x="7617" y="8760"/>
                </a:lnTo>
                <a:lnTo>
                  <a:pt x="7665" y="8784"/>
                </a:lnTo>
                <a:lnTo>
                  <a:pt x="7714" y="8784"/>
                </a:lnTo>
                <a:lnTo>
                  <a:pt x="7763" y="8736"/>
                </a:lnTo>
                <a:lnTo>
                  <a:pt x="7787" y="8687"/>
                </a:lnTo>
                <a:lnTo>
                  <a:pt x="7763" y="8638"/>
                </a:lnTo>
                <a:lnTo>
                  <a:pt x="7738" y="8590"/>
                </a:lnTo>
                <a:lnTo>
                  <a:pt x="7690" y="8492"/>
                </a:lnTo>
                <a:lnTo>
                  <a:pt x="7641" y="8419"/>
                </a:lnTo>
                <a:lnTo>
                  <a:pt x="7884" y="8176"/>
                </a:lnTo>
                <a:lnTo>
                  <a:pt x="7909" y="8298"/>
                </a:lnTo>
                <a:lnTo>
                  <a:pt x="7933" y="8419"/>
                </a:lnTo>
                <a:lnTo>
                  <a:pt x="7957" y="8468"/>
                </a:lnTo>
                <a:lnTo>
                  <a:pt x="8006" y="8517"/>
                </a:lnTo>
                <a:lnTo>
                  <a:pt x="8152" y="8517"/>
                </a:lnTo>
                <a:lnTo>
                  <a:pt x="8201" y="8492"/>
                </a:lnTo>
                <a:lnTo>
                  <a:pt x="8225" y="8444"/>
                </a:lnTo>
                <a:lnTo>
                  <a:pt x="8249" y="8371"/>
                </a:lnTo>
                <a:lnTo>
                  <a:pt x="8201" y="8152"/>
                </a:lnTo>
                <a:lnTo>
                  <a:pt x="8128" y="7957"/>
                </a:lnTo>
                <a:lnTo>
                  <a:pt x="8468" y="7641"/>
                </a:lnTo>
                <a:lnTo>
                  <a:pt x="8444" y="7762"/>
                </a:lnTo>
                <a:lnTo>
                  <a:pt x="8444" y="7884"/>
                </a:lnTo>
                <a:lnTo>
                  <a:pt x="8493" y="7981"/>
                </a:lnTo>
                <a:lnTo>
                  <a:pt x="8517" y="8030"/>
                </a:lnTo>
                <a:lnTo>
                  <a:pt x="8566" y="8054"/>
                </a:lnTo>
                <a:lnTo>
                  <a:pt x="8590" y="8054"/>
                </a:lnTo>
                <a:lnTo>
                  <a:pt x="8614" y="8030"/>
                </a:lnTo>
                <a:lnTo>
                  <a:pt x="8639" y="7981"/>
                </a:lnTo>
                <a:lnTo>
                  <a:pt x="8639" y="7933"/>
                </a:lnTo>
                <a:lnTo>
                  <a:pt x="8614" y="7835"/>
                </a:lnTo>
                <a:lnTo>
                  <a:pt x="8566" y="7714"/>
                </a:lnTo>
                <a:lnTo>
                  <a:pt x="8541" y="7568"/>
                </a:lnTo>
                <a:lnTo>
                  <a:pt x="9125" y="7033"/>
                </a:lnTo>
                <a:lnTo>
                  <a:pt x="9125" y="7179"/>
                </a:lnTo>
                <a:lnTo>
                  <a:pt x="9149" y="7325"/>
                </a:lnTo>
                <a:lnTo>
                  <a:pt x="9198" y="7373"/>
                </a:lnTo>
                <a:lnTo>
                  <a:pt x="9222" y="7397"/>
                </a:lnTo>
                <a:lnTo>
                  <a:pt x="9271" y="7422"/>
                </a:lnTo>
                <a:lnTo>
                  <a:pt x="9320" y="7397"/>
                </a:lnTo>
                <a:lnTo>
                  <a:pt x="9368" y="7397"/>
                </a:lnTo>
                <a:lnTo>
                  <a:pt x="9393" y="7349"/>
                </a:lnTo>
                <a:lnTo>
                  <a:pt x="9417" y="7300"/>
                </a:lnTo>
                <a:lnTo>
                  <a:pt x="9417" y="7252"/>
                </a:lnTo>
                <a:lnTo>
                  <a:pt x="9393" y="7154"/>
                </a:lnTo>
                <a:lnTo>
                  <a:pt x="9393" y="7033"/>
                </a:lnTo>
                <a:lnTo>
                  <a:pt x="9417" y="6935"/>
                </a:lnTo>
                <a:lnTo>
                  <a:pt x="9417" y="6838"/>
                </a:lnTo>
                <a:lnTo>
                  <a:pt x="9393" y="6789"/>
                </a:lnTo>
                <a:lnTo>
                  <a:pt x="9466" y="6716"/>
                </a:lnTo>
                <a:lnTo>
                  <a:pt x="9490" y="6838"/>
                </a:lnTo>
                <a:lnTo>
                  <a:pt x="9514" y="6960"/>
                </a:lnTo>
                <a:lnTo>
                  <a:pt x="9539" y="7008"/>
                </a:lnTo>
                <a:lnTo>
                  <a:pt x="9587" y="7033"/>
                </a:lnTo>
                <a:lnTo>
                  <a:pt x="9636" y="7057"/>
                </a:lnTo>
                <a:lnTo>
                  <a:pt x="9660" y="7057"/>
                </a:lnTo>
                <a:lnTo>
                  <a:pt x="9709" y="7033"/>
                </a:lnTo>
                <a:lnTo>
                  <a:pt x="9733" y="7008"/>
                </a:lnTo>
                <a:lnTo>
                  <a:pt x="9782" y="6984"/>
                </a:lnTo>
                <a:lnTo>
                  <a:pt x="9782" y="6935"/>
                </a:lnTo>
                <a:lnTo>
                  <a:pt x="9782" y="6741"/>
                </a:lnTo>
                <a:lnTo>
                  <a:pt x="9733" y="6619"/>
                </a:lnTo>
                <a:lnTo>
                  <a:pt x="9709" y="6522"/>
                </a:lnTo>
                <a:lnTo>
                  <a:pt x="9831" y="6376"/>
                </a:lnTo>
                <a:lnTo>
                  <a:pt x="9879" y="6327"/>
                </a:lnTo>
                <a:lnTo>
                  <a:pt x="9904" y="6278"/>
                </a:lnTo>
                <a:lnTo>
                  <a:pt x="9904" y="6205"/>
                </a:lnTo>
                <a:lnTo>
                  <a:pt x="9928" y="6132"/>
                </a:lnTo>
                <a:lnTo>
                  <a:pt x="9952" y="6059"/>
                </a:lnTo>
                <a:lnTo>
                  <a:pt x="9855" y="5670"/>
                </a:lnTo>
                <a:lnTo>
                  <a:pt x="9831" y="5475"/>
                </a:lnTo>
                <a:lnTo>
                  <a:pt x="9806" y="5281"/>
                </a:lnTo>
                <a:lnTo>
                  <a:pt x="9806" y="5037"/>
                </a:lnTo>
                <a:lnTo>
                  <a:pt x="9855" y="4794"/>
                </a:lnTo>
                <a:lnTo>
                  <a:pt x="9904" y="4575"/>
                </a:lnTo>
                <a:lnTo>
                  <a:pt x="9977" y="4332"/>
                </a:lnTo>
                <a:lnTo>
                  <a:pt x="10074" y="4088"/>
                </a:lnTo>
                <a:lnTo>
                  <a:pt x="10196" y="3869"/>
                </a:lnTo>
                <a:lnTo>
                  <a:pt x="10317" y="3650"/>
                </a:lnTo>
                <a:lnTo>
                  <a:pt x="10488" y="3456"/>
                </a:lnTo>
                <a:lnTo>
                  <a:pt x="10658" y="3261"/>
                </a:lnTo>
                <a:lnTo>
                  <a:pt x="10853" y="3091"/>
                </a:lnTo>
                <a:lnTo>
                  <a:pt x="11242" y="2750"/>
                </a:lnTo>
                <a:lnTo>
                  <a:pt x="11680" y="2458"/>
                </a:lnTo>
                <a:lnTo>
                  <a:pt x="12094" y="2166"/>
                </a:lnTo>
                <a:lnTo>
                  <a:pt x="12970" y="1631"/>
                </a:lnTo>
                <a:close/>
                <a:moveTo>
                  <a:pt x="10755" y="11631"/>
                </a:moveTo>
                <a:lnTo>
                  <a:pt x="10755" y="11680"/>
                </a:lnTo>
                <a:lnTo>
                  <a:pt x="10853" y="11850"/>
                </a:lnTo>
                <a:lnTo>
                  <a:pt x="10974" y="12021"/>
                </a:lnTo>
                <a:lnTo>
                  <a:pt x="11266" y="12361"/>
                </a:lnTo>
                <a:lnTo>
                  <a:pt x="11875" y="12970"/>
                </a:lnTo>
                <a:lnTo>
                  <a:pt x="13286" y="14503"/>
                </a:lnTo>
                <a:lnTo>
                  <a:pt x="13943" y="15184"/>
                </a:lnTo>
                <a:lnTo>
                  <a:pt x="14259" y="15549"/>
                </a:lnTo>
                <a:lnTo>
                  <a:pt x="14430" y="15719"/>
                </a:lnTo>
                <a:lnTo>
                  <a:pt x="14503" y="15792"/>
                </a:lnTo>
                <a:lnTo>
                  <a:pt x="14600" y="15841"/>
                </a:lnTo>
                <a:lnTo>
                  <a:pt x="14916" y="16035"/>
                </a:lnTo>
                <a:lnTo>
                  <a:pt x="15208" y="16206"/>
                </a:lnTo>
                <a:lnTo>
                  <a:pt x="15354" y="16279"/>
                </a:lnTo>
                <a:lnTo>
                  <a:pt x="15500" y="16352"/>
                </a:lnTo>
                <a:lnTo>
                  <a:pt x="15671" y="16376"/>
                </a:lnTo>
                <a:lnTo>
                  <a:pt x="15890" y="16376"/>
                </a:lnTo>
                <a:lnTo>
                  <a:pt x="15914" y="16352"/>
                </a:lnTo>
                <a:lnTo>
                  <a:pt x="15938" y="16279"/>
                </a:lnTo>
                <a:lnTo>
                  <a:pt x="15914" y="16230"/>
                </a:lnTo>
                <a:lnTo>
                  <a:pt x="15890" y="16206"/>
                </a:lnTo>
                <a:lnTo>
                  <a:pt x="15865" y="16206"/>
                </a:lnTo>
                <a:lnTo>
                  <a:pt x="15622" y="16157"/>
                </a:lnTo>
                <a:lnTo>
                  <a:pt x="15403" y="16084"/>
                </a:lnTo>
                <a:lnTo>
                  <a:pt x="15233" y="15987"/>
                </a:lnTo>
                <a:lnTo>
                  <a:pt x="15062" y="15865"/>
                </a:lnTo>
                <a:lnTo>
                  <a:pt x="14892" y="15743"/>
                </a:lnTo>
                <a:lnTo>
                  <a:pt x="14746" y="15573"/>
                </a:lnTo>
                <a:lnTo>
                  <a:pt x="14454" y="15233"/>
                </a:lnTo>
                <a:lnTo>
                  <a:pt x="13846" y="14624"/>
                </a:lnTo>
                <a:lnTo>
                  <a:pt x="13262" y="14016"/>
                </a:lnTo>
                <a:lnTo>
                  <a:pt x="12045" y="12799"/>
                </a:lnTo>
                <a:lnTo>
                  <a:pt x="11461" y="12167"/>
                </a:lnTo>
                <a:lnTo>
                  <a:pt x="11145" y="11875"/>
                </a:lnTo>
                <a:lnTo>
                  <a:pt x="10974" y="11729"/>
                </a:lnTo>
                <a:lnTo>
                  <a:pt x="10804" y="11631"/>
                </a:lnTo>
                <a:close/>
                <a:moveTo>
                  <a:pt x="9904" y="8638"/>
                </a:moveTo>
                <a:lnTo>
                  <a:pt x="10123" y="8882"/>
                </a:lnTo>
                <a:lnTo>
                  <a:pt x="9977" y="9003"/>
                </a:lnTo>
                <a:lnTo>
                  <a:pt x="9709" y="9271"/>
                </a:lnTo>
                <a:lnTo>
                  <a:pt x="9587" y="9417"/>
                </a:lnTo>
                <a:lnTo>
                  <a:pt x="9466" y="9587"/>
                </a:lnTo>
                <a:lnTo>
                  <a:pt x="9466" y="9612"/>
                </a:lnTo>
                <a:lnTo>
                  <a:pt x="9490" y="9660"/>
                </a:lnTo>
                <a:lnTo>
                  <a:pt x="9539" y="9660"/>
                </a:lnTo>
                <a:lnTo>
                  <a:pt x="9685" y="9612"/>
                </a:lnTo>
                <a:lnTo>
                  <a:pt x="9831" y="9539"/>
                </a:lnTo>
                <a:lnTo>
                  <a:pt x="10098" y="9320"/>
                </a:lnTo>
                <a:lnTo>
                  <a:pt x="10366" y="9101"/>
                </a:lnTo>
                <a:lnTo>
                  <a:pt x="10536" y="9247"/>
                </a:lnTo>
                <a:lnTo>
                  <a:pt x="10244" y="9466"/>
                </a:lnTo>
                <a:lnTo>
                  <a:pt x="10025" y="9636"/>
                </a:lnTo>
                <a:lnTo>
                  <a:pt x="9928" y="9733"/>
                </a:lnTo>
                <a:lnTo>
                  <a:pt x="9831" y="9855"/>
                </a:lnTo>
                <a:lnTo>
                  <a:pt x="9831" y="9928"/>
                </a:lnTo>
                <a:lnTo>
                  <a:pt x="9855" y="9977"/>
                </a:lnTo>
                <a:lnTo>
                  <a:pt x="9904" y="10025"/>
                </a:lnTo>
                <a:lnTo>
                  <a:pt x="9977" y="10025"/>
                </a:lnTo>
                <a:lnTo>
                  <a:pt x="10098" y="9977"/>
                </a:lnTo>
                <a:lnTo>
                  <a:pt x="10196" y="9904"/>
                </a:lnTo>
                <a:lnTo>
                  <a:pt x="10390" y="9758"/>
                </a:lnTo>
                <a:lnTo>
                  <a:pt x="10780" y="9490"/>
                </a:lnTo>
                <a:lnTo>
                  <a:pt x="10950" y="9660"/>
                </a:lnTo>
                <a:lnTo>
                  <a:pt x="10780" y="9733"/>
                </a:lnTo>
                <a:lnTo>
                  <a:pt x="10609" y="9855"/>
                </a:lnTo>
                <a:lnTo>
                  <a:pt x="10390" y="10001"/>
                </a:lnTo>
                <a:lnTo>
                  <a:pt x="10293" y="10098"/>
                </a:lnTo>
                <a:lnTo>
                  <a:pt x="10220" y="10220"/>
                </a:lnTo>
                <a:lnTo>
                  <a:pt x="10220" y="10269"/>
                </a:lnTo>
                <a:lnTo>
                  <a:pt x="10244" y="10293"/>
                </a:lnTo>
                <a:lnTo>
                  <a:pt x="10293" y="10317"/>
                </a:lnTo>
                <a:lnTo>
                  <a:pt x="10439" y="10317"/>
                </a:lnTo>
                <a:lnTo>
                  <a:pt x="10585" y="10244"/>
                </a:lnTo>
                <a:lnTo>
                  <a:pt x="10828" y="10074"/>
                </a:lnTo>
                <a:lnTo>
                  <a:pt x="10999" y="9977"/>
                </a:lnTo>
                <a:lnTo>
                  <a:pt x="11072" y="9904"/>
                </a:lnTo>
                <a:lnTo>
                  <a:pt x="11145" y="9831"/>
                </a:lnTo>
                <a:lnTo>
                  <a:pt x="11364" y="10025"/>
                </a:lnTo>
                <a:lnTo>
                  <a:pt x="11193" y="10123"/>
                </a:lnTo>
                <a:lnTo>
                  <a:pt x="11072" y="10244"/>
                </a:lnTo>
                <a:lnTo>
                  <a:pt x="10974" y="10342"/>
                </a:lnTo>
                <a:lnTo>
                  <a:pt x="10901" y="10439"/>
                </a:lnTo>
                <a:lnTo>
                  <a:pt x="10853" y="10561"/>
                </a:lnTo>
                <a:lnTo>
                  <a:pt x="10853" y="10634"/>
                </a:lnTo>
                <a:lnTo>
                  <a:pt x="10853" y="10682"/>
                </a:lnTo>
                <a:lnTo>
                  <a:pt x="10877" y="10707"/>
                </a:lnTo>
                <a:lnTo>
                  <a:pt x="10974" y="10682"/>
                </a:lnTo>
                <a:lnTo>
                  <a:pt x="11072" y="10634"/>
                </a:lnTo>
                <a:lnTo>
                  <a:pt x="11218" y="10536"/>
                </a:lnTo>
                <a:lnTo>
                  <a:pt x="11437" y="10366"/>
                </a:lnTo>
                <a:lnTo>
                  <a:pt x="11607" y="10269"/>
                </a:lnTo>
                <a:lnTo>
                  <a:pt x="11753" y="10415"/>
                </a:lnTo>
                <a:lnTo>
                  <a:pt x="11656" y="10488"/>
                </a:lnTo>
                <a:lnTo>
                  <a:pt x="11364" y="10731"/>
                </a:lnTo>
                <a:lnTo>
                  <a:pt x="11242" y="10877"/>
                </a:lnTo>
                <a:lnTo>
                  <a:pt x="11218" y="10950"/>
                </a:lnTo>
                <a:lnTo>
                  <a:pt x="11169" y="11023"/>
                </a:lnTo>
                <a:lnTo>
                  <a:pt x="11193" y="11072"/>
                </a:lnTo>
                <a:lnTo>
                  <a:pt x="11242" y="11096"/>
                </a:lnTo>
                <a:lnTo>
                  <a:pt x="11388" y="11047"/>
                </a:lnTo>
                <a:lnTo>
                  <a:pt x="11510" y="10974"/>
                </a:lnTo>
                <a:lnTo>
                  <a:pt x="11777" y="10780"/>
                </a:lnTo>
                <a:lnTo>
                  <a:pt x="11972" y="10634"/>
                </a:lnTo>
                <a:lnTo>
                  <a:pt x="12191" y="10828"/>
                </a:lnTo>
                <a:lnTo>
                  <a:pt x="12069" y="10926"/>
                </a:lnTo>
                <a:lnTo>
                  <a:pt x="11923" y="11023"/>
                </a:lnTo>
                <a:lnTo>
                  <a:pt x="11777" y="11169"/>
                </a:lnTo>
                <a:lnTo>
                  <a:pt x="11729" y="11242"/>
                </a:lnTo>
                <a:lnTo>
                  <a:pt x="11680" y="11315"/>
                </a:lnTo>
                <a:lnTo>
                  <a:pt x="11656" y="11388"/>
                </a:lnTo>
                <a:lnTo>
                  <a:pt x="11656" y="11485"/>
                </a:lnTo>
                <a:lnTo>
                  <a:pt x="11680" y="11534"/>
                </a:lnTo>
                <a:lnTo>
                  <a:pt x="11704" y="11558"/>
                </a:lnTo>
                <a:lnTo>
                  <a:pt x="11729" y="11558"/>
                </a:lnTo>
                <a:lnTo>
                  <a:pt x="11826" y="11534"/>
                </a:lnTo>
                <a:lnTo>
                  <a:pt x="11899" y="11510"/>
                </a:lnTo>
                <a:lnTo>
                  <a:pt x="12021" y="11412"/>
                </a:lnTo>
                <a:lnTo>
                  <a:pt x="12288" y="11193"/>
                </a:lnTo>
                <a:lnTo>
                  <a:pt x="12459" y="11072"/>
                </a:lnTo>
                <a:lnTo>
                  <a:pt x="12726" y="11315"/>
                </a:lnTo>
                <a:lnTo>
                  <a:pt x="12483" y="11534"/>
                </a:lnTo>
                <a:lnTo>
                  <a:pt x="12361" y="11656"/>
                </a:lnTo>
                <a:lnTo>
                  <a:pt x="12264" y="11777"/>
                </a:lnTo>
                <a:lnTo>
                  <a:pt x="12264" y="11826"/>
                </a:lnTo>
                <a:lnTo>
                  <a:pt x="12264" y="11850"/>
                </a:lnTo>
                <a:lnTo>
                  <a:pt x="12288" y="11948"/>
                </a:lnTo>
                <a:lnTo>
                  <a:pt x="12361" y="11972"/>
                </a:lnTo>
                <a:lnTo>
                  <a:pt x="12459" y="11972"/>
                </a:lnTo>
                <a:lnTo>
                  <a:pt x="12605" y="11875"/>
                </a:lnTo>
                <a:lnTo>
                  <a:pt x="12726" y="11777"/>
                </a:lnTo>
                <a:lnTo>
                  <a:pt x="12970" y="11558"/>
                </a:lnTo>
                <a:lnTo>
                  <a:pt x="12970" y="11534"/>
                </a:lnTo>
                <a:lnTo>
                  <a:pt x="13262" y="11802"/>
                </a:lnTo>
                <a:lnTo>
                  <a:pt x="13116" y="11923"/>
                </a:lnTo>
                <a:lnTo>
                  <a:pt x="12994" y="12021"/>
                </a:lnTo>
                <a:lnTo>
                  <a:pt x="12872" y="12142"/>
                </a:lnTo>
                <a:lnTo>
                  <a:pt x="12799" y="12288"/>
                </a:lnTo>
                <a:lnTo>
                  <a:pt x="12775" y="12361"/>
                </a:lnTo>
                <a:lnTo>
                  <a:pt x="12775" y="12434"/>
                </a:lnTo>
                <a:lnTo>
                  <a:pt x="12799" y="12507"/>
                </a:lnTo>
                <a:lnTo>
                  <a:pt x="12824" y="12532"/>
                </a:lnTo>
                <a:lnTo>
                  <a:pt x="12872" y="12532"/>
                </a:lnTo>
                <a:lnTo>
                  <a:pt x="12994" y="12483"/>
                </a:lnTo>
                <a:lnTo>
                  <a:pt x="13116" y="12434"/>
                </a:lnTo>
                <a:lnTo>
                  <a:pt x="13310" y="12264"/>
                </a:lnTo>
                <a:lnTo>
                  <a:pt x="13554" y="12094"/>
                </a:lnTo>
                <a:lnTo>
                  <a:pt x="13700" y="12215"/>
                </a:lnTo>
                <a:lnTo>
                  <a:pt x="13627" y="12264"/>
                </a:lnTo>
                <a:lnTo>
                  <a:pt x="13432" y="12434"/>
                </a:lnTo>
                <a:lnTo>
                  <a:pt x="13262" y="12653"/>
                </a:lnTo>
                <a:lnTo>
                  <a:pt x="13237" y="12702"/>
                </a:lnTo>
                <a:lnTo>
                  <a:pt x="13262" y="12751"/>
                </a:lnTo>
                <a:lnTo>
                  <a:pt x="13310" y="12799"/>
                </a:lnTo>
                <a:lnTo>
                  <a:pt x="13383" y="12799"/>
                </a:lnTo>
                <a:lnTo>
                  <a:pt x="13602" y="12702"/>
                </a:lnTo>
                <a:lnTo>
                  <a:pt x="13797" y="12556"/>
                </a:lnTo>
                <a:lnTo>
                  <a:pt x="13919" y="12459"/>
                </a:lnTo>
                <a:lnTo>
                  <a:pt x="14162" y="12702"/>
                </a:lnTo>
                <a:lnTo>
                  <a:pt x="13992" y="12848"/>
                </a:lnTo>
                <a:lnTo>
                  <a:pt x="13894" y="12945"/>
                </a:lnTo>
                <a:lnTo>
                  <a:pt x="13797" y="13043"/>
                </a:lnTo>
                <a:lnTo>
                  <a:pt x="13724" y="13164"/>
                </a:lnTo>
                <a:lnTo>
                  <a:pt x="13700" y="13237"/>
                </a:lnTo>
                <a:lnTo>
                  <a:pt x="13700" y="13310"/>
                </a:lnTo>
                <a:lnTo>
                  <a:pt x="13700" y="13359"/>
                </a:lnTo>
                <a:lnTo>
                  <a:pt x="13748" y="13359"/>
                </a:lnTo>
                <a:lnTo>
                  <a:pt x="13870" y="13335"/>
                </a:lnTo>
                <a:lnTo>
                  <a:pt x="13992" y="13286"/>
                </a:lnTo>
                <a:lnTo>
                  <a:pt x="14089" y="13189"/>
                </a:lnTo>
                <a:lnTo>
                  <a:pt x="14186" y="13116"/>
                </a:lnTo>
                <a:lnTo>
                  <a:pt x="14381" y="12921"/>
                </a:lnTo>
                <a:lnTo>
                  <a:pt x="14746" y="13335"/>
                </a:lnTo>
                <a:lnTo>
                  <a:pt x="14624" y="13408"/>
                </a:lnTo>
                <a:lnTo>
                  <a:pt x="14503" y="13505"/>
                </a:lnTo>
                <a:lnTo>
                  <a:pt x="14284" y="13651"/>
                </a:lnTo>
                <a:lnTo>
                  <a:pt x="14186" y="13748"/>
                </a:lnTo>
                <a:lnTo>
                  <a:pt x="14138" y="13870"/>
                </a:lnTo>
                <a:lnTo>
                  <a:pt x="14138" y="13919"/>
                </a:lnTo>
                <a:lnTo>
                  <a:pt x="14162" y="13992"/>
                </a:lnTo>
                <a:lnTo>
                  <a:pt x="14211" y="14016"/>
                </a:lnTo>
                <a:lnTo>
                  <a:pt x="14259" y="14040"/>
                </a:lnTo>
                <a:lnTo>
                  <a:pt x="14381" y="14016"/>
                </a:lnTo>
                <a:lnTo>
                  <a:pt x="14503" y="13943"/>
                </a:lnTo>
                <a:lnTo>
                  <a:pt x="14697" y="13773"/>
                </a:lnTo>
                <a:lnTo>
                  <a:pt x="14819" y="13651"/>
                </a:lnTo>
                <a:lnTo>
                  <a:pt x="14941" y="13529"/>
                </a:lnTo>
                <a:lnTo>
                  <a:pt x="15160" y="13748"/>
                </a:lnTo>
                <a:lnTo>
                  <a:pt x="14989" y="13919"/>
                </a:lnTo>
                <a:lnTo>
                  <a:pt x="14795" y="14065"/>
                </a:lnTo>
                <a:lnTo>
                  <a:pt x="14722" y="14138"/>
                </a:lnTo>
                <a:lnTo>
                  <a:pt x="14673" y="14259"/>
                </a:lnTo>
                <a:lnTo>
                  <a:pt x="14673" y="14284"/>
                </a:lnTo>
                <a:lnTo>
                  <a:pt x="14697" y="14284"/>
                </a:lnTo>
                <a:lnTo>
                  <a:pt x="14770" y="14308"/>
                </a:lnTo>
                <a:lnTo>
                  <a:pt x="14819" y="14308"/>
                </a:lnTo>
                <a:lnTo>
                  <a:pt x="14941" y="14284"/>
                </a:lnTo>
                <a:lnTo>
                  <a:pt x="15062" y="14235"/>
                </a:lnTo>
                <a:lnTo>
                  <a:pt x="15184" y="14162"/>
                </a:lnTo>
                <a:lnTo>
                  <a:pt x="15281" y="14089"/>
                </a:lnTo>
                <a:lnTo>
                  <a:pt x="15379" y="13992"/>
                </a:lnTo>
                <a:lnTo>
                  <a:pt x="15573" y="14186"/>
                </a:lnTo>
                <a:lnTo>
                  <a:pt x="15452" y="14284"/>
                </a:lnTo>
                <a:lnTo>
                  <a:pt x="15330" y="14381"/>
                </a:lnTo>
                <a:lnTo>
                  <a:pt x="15184" y="14503"/>
                </a:lnTo>
                <a:lnTo>
                  <a:pt x="15111" y="14576"/>
                </a:lnTo>
                <a:lnTo>
                  <a:pt x="15038" y="14673"/>
                </a:lnTo>
                <a:lnTo>
                  <a:pt x="15038" y="14746"/>
                </a:lnTo>
                <a:lnTo>
                  <a:pt x="15062" y="14795"/>
                </a:lnTo>
                <a:lnTo>
                  <a:pt x="15111" y="14843"/>
                </a:lnTo>
                <a:lnTo>
                  <a:pt x="15184" y="14843"/>
                </a:lnTo>
                <a:lnTo>
                  <a:pt x="15257" y="14819"/>
                </a:lnTo>
                <a:lnTo>
                  <a:pt x="15354" y="14770"/>
                </a:lnTo>
                <a:lnTo>
                  <a:pt x="15500" y="14649"/>
                </a:lnTo>
                <a:lnTo>
                  <a:pt x="15646" y="14527"/>
                </a:lnTo>
                <a:lnTo>
                  <a:pt x="15792" y="14405"/>
                </a:lnTo>
                <a:lnTo>
                  <a:pt x="15987" y="14649"/>
                </a:lnTo>
                <a:lnTo>
                  <a:pt x="15890" y="14722"/>
                </a:lnTo>
                <a:lnTo>
                  <a:pt x="15744" y="14892"/>
                </a:lnTo>
                <a:lnTo>
                  <a:pt x="15598" y="15087"/>
                </a:lnTo>
                <a:lnTo>
                  <a:pt x="15573" y="15111"/>
                </a:lnTo>
                <a:lnTo>
                  <a:pt x="15598" y="15135"/>
                </a:lnTo>
                <a:lnTo>
                  <a:pt x="15622" y="15160"/>
                </a:lnTo>
                <a:lnTo>
                  <a:pt x="15646" y="15160"/>
                </a:lnTo>
                <a:lnTo>
                  <a:pt x="15865" y="15038"/>
                </a:lnTo>
                <a:lnTo>
                  <a:pt x="16036" y="14916"/>
                </a:lnTo>
                <a:lnTo>
                  <a:pt x="16133" y="14868"/>
                </a:lnTo>
                <a:lnTo>
                  <a:pt x="16230" y="15014"/>
                </a:lnTo>
                <a:lnTo>
                  <a:pt x="16084" y="15135"/>
                </a:lnTo>
                <a:lnTo>
                  <a:pt x="15914" y="15306"/>
                </a:lnTo>
                <a:lnTo>
                  <a:pt x="15768" y="15476"/>
                </a:lnTo>
                <a:lnTo>
                  <a:pt x="15744" y="15524"/>
                </a:lnTo>
                <a:lnTo>
                  <a:pt x="15744" y="15573"/>
                </a:lnTo>
                <a:lnTo>
                  <a:pt x="15792" y="15622"/>
                </a:lnTo>
                <a:lnTo>
                  <a:pt x="15865" y="15670"/>
                </a:lnTo>
                <a:lnTo>
                  <a:pt x="15938" y="15646"/>
                </a:lnTo>
                <a:lnTo>
                  <a:pt x="16109" y="15524"/>
                </a:lnTo>
                <a:lnTo>
                  <a:pt x="16303" y="15403"/>
                </a:lnTo>
                <a:lnTo>
                  <a:pt x="16376" y="15330"/>
                </a:lnTo>
                <a:lnTo>
                  <a:pt x="16425" y="15500"/>
                </a:lnTo>
                <a:lnTo>
                  <a:pt x="16449" y="15695"/>
                </a:lnTo>
                <a:lnTo>
                  <a:pt x="16376" y="15719"/>
                </a:lnTo>
                <a:lnTo>
                  <a:pt x="16255" y="15841"/>
                </a:lnTo>
                <a:lnTo>
                  <a:pt x="16206" y="15938"/>
                </a:lnTo>
                <a:lnTo>
                  <a:pt x="16182" y="16011"/>
                </a:lnTo>
                <a:lnTo>
                  <a:pt x="16157" y="16060"/>
                </a:lnTo>
                <a:lnTo>
                  <a:pt x="16206" y="16108"/>
                </a:lnTo>
                <a:lnTo>
                  <a:pt x="16255" y="16133"/>
                </a:lnTo>
                <a:lnTo>
                  <a:pt x="16303" y="16133"/>
                </a:lnTo>
                <a:lnTo>
                  <a:pt x="16401" y="16108"/>
                </a:lnTo>
                <a:lnTo>
                  <a:pt x="16401" y="16108"/>
                </a:lnTo>
                <a:lnTo>
                  <a:pt x="16328" y="16327"/>
                </a:lnTo>
                <a:lnTo>
                  <a:pt x="16255" y="16449"/>
                </a:lnTo>
                <a:lnTo>
                  <a:pt x="16157" y="16546"/>
                </a:lnTo>
                <a:lnTo>
                  <a:pt x="16060" y="16619"/>
                </a:lnTo>
                <a:lnTo>
                  <a:pt x="15963" y="16668"/>
                </a:lnTo>
                <a:lnTo>
                  <a:pt x="15841" y="16692"/>
                </a:lnTo>
                <a:lnTo>
                  <a:pt x="15719" y="16692"/>
                </a:lnTo>
                <a:lnTo>
                  <a:pt x="15598" y="16668"/>
                </a:lnTo>
                <a:lnTo>
                  <a:pt x="15452" y="16644"/>
                </a:lnTo>
                <a:lnTo>
                  <a:pt x="15160" y="16522"/>
                </a:lnTo>
                <a:lnTo>
                  <a:pt x="14843" y="16327"/>
                </a:lnTo>
                <a:lnTo>
                  <a:pt x="14527" y="16108"/>
                </a:lnTo>
                <a:lnTo>
                  <a:pt x="14186" y="15841"/>
                </a:lnTo>
                <a:lnTo>
                  <a:pt x="13870" y="15549"/>
                </a:lnTo>
                <a:lnTo>
                  <a:pt x="13554" y="15257"/>
                </a:lnTo>
                <a:lnTo>
                  <a:pt x="12970" y="14649"/>
                </a:lnTo>
                <a:lnTo>
                  <a:pt x="12167" y="13797"/>
                </a:lnTo>
                <a:lnTo>
                  <a:pt x="11291" y="12897"/>
                </a:lnTo>
                <a:lnTo>
                  <a:pt x="10439" y="11972"/>
                </a:lnTo>
                <a:lnTo>
                  <a:pt x="10001" y="11534"/>
                </a:lnTo>
                <a:lnTo>
                  <a:pt x="9539" y="11096"/>
                </a:lnTo>
                <a:lnTo>
                  <a:pt x="9076" y="10658"/>
                </a:lnTo>
                <a:lnTo>
                  <a:pt x="8614" y="10269"/>
                </a:lnTo>
                <a:lnTo>
                  <a:pt x="8566" y="10244"/>
                </a:lnTo>
                <a:lnTo>
                  <a:pt x="9904" y="8638"/>
                </a:lnTo>
                <a:close/>
                <a:moveTo>
                  <a:pt x="1071" y="0"/>
                </a:moveTo>
                <a:lnTo>
                  <a:pt x="828" y="73"/>
                </a:lnTo>
                <a:lnTo>
                  <a:pt x="609" y="171"/>
                </a:lnTo>
                <a:lnTo>
                  <a:pt x="414" y="317"/>
                </a:lnTo>
                <a:lnTo>
                  <a:pt x="244" y="511"/>
                </a:lnTo>
                <a:lnTo>
                  <a:pt x="122" y="730"/>
                </a:lnTo>
                <a:lnTo>
                  <a:pt x="25" y="949"/>
                </a:lnTo>
                <a:lnTo>
                  <a:pt x="25" y="1071"/>
                </a:lnTo>
                <a:lnTo>
                  <a:pt x="25" y="1193"/>
                </a:lnTo>
                <a:lnTo>
                  <a:pt x="25" y="1314"/>
                </a:lnTo>
                <a:lnTo>
                  <a:pt x="49" y="1436"/>
                </a:lnTo>
                <a:lnTo>
                  <a:pt x="25" y="1777"/>
                </a:lnTo>
                <a:lnTo>
                  <a:pt x="1" y="2117"/>
                </a:lnTo>
                <a:lnTo>
                  <a:pt x="25" y="2215"/>
                </a:lnTo>
                <a:lnTo>
                  <a:pt x="74" y="2263"/>
                </a:lnTo>
                <a:lnTo>
                  <a:pt x="147" y="2288"/>
                </a:lnTo>
                <a:lnTo>
                  <a:pt x="244" y="2263"/>
                </a:lnTo>
                <a:lnTo>
                  <a:pt x="341" y="2239"/>
                </a:lnTo>
                <a:lnTo>
                  <a:pt x="317" y="2896"/>
                </a:lnTo>
                <a:lnTo>
                  <a:pt x="341" y="2993"/>
                </a:lnTo>
                <a:lnTo>
                  <a:pt x="414" y="3042"/>
                </a:lnTo>
                <a:lnTo>
                  <a:pt x="560" y="3042"/>
                </a:lnTo>
                <a:lnTo>
                  <a:pt x="658" y="3018"/>
                </a:lnTo>
                <a:lnTo>
                  <a:pt x="658" y="3285"/>
                </a:lnTo>
                <a:lnTo>
                  <a:pt x="658" y="3431"/>
                </a:lnTo>
                <a:lnTo>
                  <a:pt x="682" y="3529"/>
                </a:lnTo>
                <a:lnTo>
                  <a:pt x="731" y="3650"/>
                </a:lnTo>
                <a:lnTo>
                  <a:pt x="779" y="3723"/>
                </a:lnTo>
                <a:lnTo>
                  <a:pt x="876" y="3748"/>
                </a:lnTo>
                <a:lnTo>
                  <a:pt x="998" y="3772"/>
                </a:lnTo>
                <a:lnTo>
                  <a:pt x="949" y="3942"/>
                </a:lnTo>
                <a:lnTo>
                  <a:pt x="949" y="4137"/>
                </a:lnTo>
                <a:lnTo>
                  <a:pt x="949" y="4332"/>
                </a:lnTo>
                <a:lnTo>
                  <a:pt x="998" y="4526"/>
                </a:lnTo>
                <a:lnTo>
                  <a:pt x="1047" y="4575"/>
                </a:lnTo>
                <a:lnTo>
                  <a:pt x="1095" y="4624"/>
                </a:lnTo>
                <a:lnTo>
                  <a:pt x="1168" y="4648"/>
                </a:lnTo>
                <a:lnTo>
                  <a:pt x="1241" y="4624"/>
                </a:lnTo>
                <a:lnTo>
                  <a:pt x="1339" y="4551"/>
                </a:lnTo>
                <a:lnTo>
                  <a:pt x="1363" y="4745"/>
                </a:lnTo>
                <a:lnTo>
                  <a:pt x="1436" y="4916"/>
                </a:lnTo>
                <a:lnTo>
                  <a:pt x="1533" y="5086"/>
                </a:lnTo>
                <a:lnTo>
                  <a:pt x="1655" y="5232"/>
                </a:lnTo>
                <a:lnTo>
                  <a:pt x="1728" y="5281"/>
                </a:lnTo>
                <a:lnTo>
                  <a:pt x="1801" y="5281"/>
                </a:lnTo>
                <a:lnTo>
                  <a:pt x="1874" y="5256"/>
                </a:lnTo>
                <a:lnTo>
                  <a:pt x="1850" y="5378"/>
                </a:lnTo>
                <a:lnTo>
                  <a:pt x="1874" y="5500"/>
                </a:lnTo>
                <a:lnTo>
                  <a:pt x="1923" y="5621"/>
                </a:lnTo>
                <a:lnTo>
                  <a:pt x="1996" y="5719"/>
                </a:lnTo>
                <a:lnTo>
                  <a:pt x="2093" y="5792"/>
                </a:lnTo>
                <a:lnTo>
                  <a:pt x="2190" y="5840"/>
                </a:lnTo>
                <a:lnTo>
                  <a:pt x="2263" y="5840"/>
                </a:lnTo>
                <a:lnTo>
                  <a:pt x="2361" y="5816"/>
                </a:lnTo>
                <a:lnTo>
                  <a:pt x="2458" y="5986"/>
                </a:lnTo>
                <a:lnTo>
                  <a:pt x="2434" y="6084"/>
                </a:lnTo>
                <a:lnTo>
                  <a:pt x="2434" y="6181"/>
                </a:lnTo>
                <a:lnTo>
                  <a:pt x="2482" y="6424"/>
                </a:lnTo>
                <a:lnTo>
                  <a:pt x="2531" y="6473"/>
                </a:lnTo>
                <a:lnTo>
                  <a:pt x="2580" y="6522"/>
                </a:lnTo>
                <a:lnTo>
                  <a:pt x="2653" y="6522"/>
                </a:lnTo>
                <a:lnTo>
                  <a:pt x="2726" y="6473"/>
                </a:lnTo>
                <a:lnTo>
                  <a:pt x="2823" y="6424"/>
                </a:lnTo>
                <a:lnTo>
                  <a:pt x="2847" y="6546"/>
                </a:lnTo>
                <a:lnTo>
                  <a:pt x="2896" y="6643"/>
                </a:lnTo>
                <a:lnTo>
                  <a:pt x="2969" y="6741"/>
                </a:lnTo>
                <a:lnTo>
                  <a:pt x="3042" y="6838"/>
                </a:lnTo>
                <a:lnTo>
                  <a:pt x="3139" y="6887"/>
                </a:lnTo>
                <a:lnTo>
                  <a:pt x="3261" y="6911"/>
                </a:lnTo>
                <a:lnTo>
                  <a:pt x="3383" y="6911"/>
                </a:lnTo>
                <a:lnTo>
                  <a:pt x="3529" y="6887"/>
                </a:lnTo>
                <a:lnTo>
                  <a:pt x="3553" y="6887"/>
                </a:lnTo>
                <a:lnTo>
                  <a:pt x="3553" y="6911"/>
                </a:lnTo>
                <a:lnTo>
                  <a:pt x="3529" y="6984"/>
                </a:lnTo>
                <a:lnTo>
                  <a:pt x="3504" y="7130"/>
                </a:lnTo>
                <a:lnTo>
                  <a:pt x="3504" y="7252"/>
                </a:lnTo>
                <a:lnTo>
                  <a:pt x="3529" y="7276"/>
                </a:lnTo>
                <a:lnTo>
                  <a:pt x="3553" y="7325"/>
                </a:lnTo>
                <a:lnTo>
                  <a:pt x="3626" y="7349"/>
                </a:lnTo>
                <a:lnTo>
                  <a:pt x="3723" y="7349"/>
                </a:lnTo>
                <a:lnTo>
                  <a:pt x="3845" y="7300"/>
                </a:lnTo>
                <a:lnTo>
                  <a:pt x="3942" y="7252"/>
                </a:lnTo>
                <a:lnTo>
                  <a:pt x="3942" y="7373"/>
                </a:lnTo>
                <a:lnTo>
                  <a:pt x="3967" y="7470"/>
                </a:lnTo>
                <a:lnTo>
                  <a:pt x="3991" y="7568"/>
                </a:lnTo>
                <a:lnTo>
                  <a:pt x="4088" y="7641"/>
                </a:lnTo>
                <a:lnTo>
                  <a:pt x="4210" y="7689"/>
                </a:lnTo>
                <a:lnTo>
                  <a:pt x="4283" y="7714"/>
                </a:lnTo>
                <a:lnTo>
                  <a:pt x="4356" y="7689"/>
                </a:lnTo>
                <a:lnTo>
                  <a:pt x="4453" y="7641"/>
                </a:lnTo>
                <a:lnTo>
                  <a:pt x="4453" y="7762"/>
                </a:lnTo>
                <a:lnTo>
                  <a:pt x="4453" y="7884"/>
                </a:lnTo>
                <a:lnTo>
                  <a:pt x="4478" y="7933"/>
                </a:lnTo>
                <a:lnTo>
                  <a:pt x="4526" y="7981"/>
                </a:lnTo>
                <a:lnTo>
                  <a:pt x="4575" y="8030"/>
                </a:lnTo>
                <a:lnTo>
                  <a:pt x="4648" y="8054"/>
                </a:lnTo>
                <a:lnTo>
                  <a:pt x="4770" y="8103"/>
                </a:lnTo>
                <a:lnTo>
                  <a:pt x="4891" y="8079"/>
                </a:lnTo>
                <a:lnTo>
                  <a:pt x="5013" y="8054"/>
                </a:lnTo>
                <a:lnTo>
                  <a:pt x="5110" y="7981"/>
                </a:lnTo>
                <a:lnTo>
                  <a:pt x="5159" y="8079"/>
                </a:lnTo>
                <a:lnTo>
                  <a:pt x="5208" y="8103"/>
                </a:lnTo>
                <a:lnTo>
                  <a:pt x="5232" y="8127"/>
                </a:lnTo>
                <a:lnTo>
                  <a:pt x="5329" y="8103"/>
                </a:lnTo>
                <a:lnTo>
                  <a:pt x="5329" y="8127"/>
                </a:lnTo>
                <a:lnTo>
                  <a:pt x="5329" y="8152"/>
                </a:lnTo>
                <a:lnTo>
                  <a:pt x="5354" y="8152"/>
                </a:lnTo>
                <a:lnTo>
                  <a:pt x="5475" y="8103"/>
                </a:lnTo>
                <a:lnTo>
                  <a:pt x="5597" y="8054"/>
                </a:lnTo>
                <a:lnTo>
                  <a:pt x="5597" y="8225"/>
                </a:lnTo>
                <a:lnTo>
                  <a:pt x="5646" y="8298"/>
                </a:lnTo>
                <a:lnTo>
                  <a:pt x="5694" y="8346"/>
                </a:lnTo>
                <a:lnTo>
                  <a:pt x="5840" y="8444"/>
                </a:lnTo>
                <a:lnTo>
                  <a:pt x="5938" y="8492"/>
                </a:lnTo>
                <a:lnTo>
                  <a:pt x="6059" y="8492"/>
                </a:lnTo>
                <a:lnTo>
                  <a:pt x="6181" y="8468"/>
                </a:lnTo>
                <a:lnTo>
                  <a:pt x="6278" y="8419"/>
                </a:lnTo>
                <a:lnTo>
                  <a:pt x="6400" y="8492"/>
                </a:lnTo>
                <a:lnTo>
                  <a:pt x="6546" y="8565"/>
                </a:lnTo>
                <a:lnTo>
                  <a:pt x="6668" y="8687"/>
                </a:lnTo>
                <a:lnTo>
                  <a:pt x="3383" y="11729"/>
                </a:lnTo>
                <a:lnTo>
                  <a:pt x="1947" y="13067"/>
                </a:lnTo>
                <a:lnTo>
                  <a:pt x="1314" y="13627"/>
                </a:lnTo>
                <a:lnTo>
                  <a:pt x="1022" y="13943"/>
                </a:lnTo>
                <a:lnTo>
                  <a:pt x="731" y="14259"/>
                </a:lnTo>
                <a:lnTo>
                  <a:pt x="585" y="14503"/>
                </a:lnTo>
                <a:lnTo>
                  <a:pt x="463" y="14770"/>
                </a:lnTo>
                <a:lnTo>
                  <a:pt x="341" y="15087"/>
                </a:lnTo>
                <a:lnTo>
                  <a:pt x="268" y="15403"/>
                </a:lnTo>
                <a:lnTo>
                  <a:pt x="268" y="15573"/>
                </a:lnTo>
                <a:lnTo>
                  <a:pt x="268" y="15719"/>
                </a:lnTo>
                <a:lnTo>
                  <a:pt x="268" y="15865"/>
                </a:lnTo>
                <a:lnTo>
                  <a:pt x="317" y="16011"/>
                </a:lnTo>
                <a:lnTo>
                  <a:pt x="366" y="16157"/>
                </a:lnTo>
                <a:lnTo>
                  <a:pt x="463" y="16279"/>
                </a:lnTo>
                <a:lnTo>
                  <a:pt x="560" y="16376"/>
                </a:lnTo>
                <a:lnTo>
                  <a:pt x="682" y="16473"/>
                </a:lnTo>
                <a:lnTo>
                  <a:pt x="731" y="16522"/>
                </a:lnTo>
                <a:lnTo>
                  <a:pt x="852" y="16644"/>
                </a:lnTo>
                <a:lnTo>
                  <a:pt x="974" y="16741"/>
                </a:lnTo>
                <a:lnTo>
                  <a:pt x="1095" y="16790"/>
                </a:lnTo>
                <a:lnTo>
                  <a:pt x="1241" y="16838"/>
                </a:lnTo>
                <a:lnTo>
                  <a:pt x="1387" y="16863"/>
                </a:lnTo>
                <a:lnTo>
                  <a:pt x="1679" y="16863"/>
                </a:lnTo>
                <a:lnTo>
                  <a:pt x="1850" y="16838"/>
                </a:lnTo>
                <a:lnTo>
                  <a:pt x="2142" y="16741"/>
                </a:lnTo>
                <a:lnTo>
                  <a:pt x="2434" y="16595"/>
                </a:lnTo>
                <a:lnTo>
                  <a:pt x="2701" y="16425"/>
                </a:lnTo>
                <a:lnTo>
                  <a:pt x="2920" y="16254"/>
                </a:lnTo>
                <a:lnTo>
                  <a:pt x="3285" y="15938"/>
                </a:lnTo>
                <a:lnTo>
                  <a:pt x="3650" y="15597"/>
                </a:lnTo>
                <a:lnTo>
                  <a:pt x="4356" y="14892"/>
                </a:lnTo>
                <a:lnTo>
                  <a:pt x="5694" y="13432"/>
                </a:lnTo>
                <a:lnTo>
                  <a:pt x="7057" y="11972"/>
                </a:lnTo>
                <a:lnTo>
                  <a:pt x="8371" y="10463"/>
                </a:lnTo>
                <a:lnTo>
                  <a:pt x="8833" y="11047"/>
                </a:lnTo>
                <a:lnTo>
                  <a:pt x="9320" y="11583"/>
                </a:lnTo>
                <a:lnTo>
                  <a:pt x="10342" y="12629"/>
                </a:lnTo>
                <a:lnTo>
                  <a:pt x="12386" y="14770"/>
                </a:lnTo>
                <a:lnTo>
                  <a:pt x="12775" y="15160"/>
                </a:lnTo>
                <a:lnTo>
                  <a:pt x="13237" y="15622"/>
                </a:lnTo>
                <a:lnTo>
                  <a:pt x="13773" y="16133"/>
                </a:lnTo>
                <a:lnTo>
                  <a:pt x="14065" y="16376"/>
                </a:lnTo>
                <a:lnTo>
                  <a:pt x="14357" y="16595"/>
                </a:lnTo>
                <a:lnTo>
                  <a:pt x="14649" y="16814"/>
                </a:lnTo>
                <a:lnTo>
                  <a:pt x="14965" y="16960"/>
                </a:lnTo>
                <a:lnTo>
                  <a:pt x="15257" y="17106"/>
                </a:lnTo>
                <a:lnTo>
                  <a:pt x="15549" y="17179"/>
                </a:lnTo>
                <a:lnTo>
                  <a:pt x="15695" y="17203"/>
                </a:lnTo>
                <a:lnTo>
                  <a:pt x="15963" y="17203"/>
                </a:lnTo>
                <a:lnTo>
                  <a:pt x="16084" y="17179"/>
                </a:lnTo>
                <a:lnTo>
                  <a:pt x="16230" y="17130"/>
                </a:lnTo>
                <a:lnTo>
                  <a:pt x="16352" y="17057"/>
                </a:lnTo>
                <a:lnTo>
                  <a:pt x="16474" y="16984"/>
                </a:lnTo>
                <a:lnTo>
                  <a:pt x="16595" y="16863"/>
                </a:lnTo>
                <a:lnTo>
                  <a:pt x="16741" y="16692"/>
                </a:lnTo>
                <a:lnTo>
                  <a:pt x="16863" y="16473"/>
                </a:lnTo>
                <a:lnTo>
                  <a:pt x="16936" y="16230"/>
                </a:lnTo>
                <a:lnTo>
                  <a:pt x="16984" y="15987"/>
                </a:lnTo>
                <a:lnTo>
                  <a:pt x="16984" y="15743"/>
                </a:lnTo>
                <a:lnTo>
                  <a:pt x="16960" y="15500"/>
                </a:lnTo>
                <a:lnTo>
                  <a:pt x="16911" y="15257"/>
                </a:lnTo>
                <a:lnTo>
                  <a:pt x="16838" y="15038"/>
                </a:lnTo>
                <a:lnTo>
                  <a:pt x="16668" y="14722"/>
                </a:lnTo>
                <a:lnTo>
                  <a:pt x="16425" y="14381"/>
                </a:lnTo>
                <a:lnTo>
                  <a:pt x="16157" y="14016"/>
                </a:lnTo>
                <a:lnTo>
                  <a:pt x="15865" y="13651"/>
                </a:lnTo>
                <a:lnTo>
                  <a:pt x="15549" y="13310"/>
                </a:lnTo>
                <a:lnTo>
                  <a:pt x="15233" y="12970"/>
                </a:lnTo>
                <a:lnTo>
                  <a:pt x="14673" y="12459"/>
                </a:lnTo>
                <a:lnTo>
                  <a:pt x="13967" y="11826"/>
                </a:lnTo>
                <a:lnTo>
                  <a:pt x="13262" y="11193"/>
                </a:lnTo>
                <a:lnTo>
                  <a:pt x="13286" y="11120"/>
                </a:lnTo>
                <a:lnTo>
                  <a:pt x="13286" y="11072"/>
                </a:lnTo>
                <a:lnTo>
                  <a:pt x="13262" y="11047"/>
                </a:lnTo>
                <a:lnTo>
                  <a:pt x="13189" y="11023"/>
                </a:lnTo>
                <a:lnTo>
                  <a:pt x="13091" y="11047"/>
                </a:lnTo>
                <a:lnTo>
                  <a:pt x="11631" y="9660"/>
                </a:lnTo>
                <a:lnTo>
                  <a:pt x="10196" y="8273"/>
                </a:lnTo>
                <a:lnTo>
                  <a:pt x="10707" y="7641"/>
                </a:lnTo>
                <a:lnTo>
                  <a:pt x="10828" y="7762"/>
                </a:lnTo>
                <a:lnTo>
                  <a:pt x="10974" y="7860"/>
                </a:lnTo>
                <a:lnTo>
                  <a:pt x="11120" y="7933"/>
                </a:lnTo>
                <a:lnTo>
                  <a:pt x="11291" y="8006"/>
                </a:lnTo>
                <a:lnTo>
                  <a:pt x="11461" y="8054"/>
                </a:lnTo>
                <a:lnTo>
                  <a:pt x="11631" y="8103"/>
                </a:lnTo>
                <a:lnTo>
                  <a:pt x="11996" y="8127"/>
                </a:lnTo>
                <a:lnTo>
                  <a:pt x="12264" y="8127"/>
                </a:lnTo>
                <a:lnTo>
                  <a:pt x="12532" y="8103"/>
                </a:lnTo>
                <a:lnTo>
                  <a:pt x="12799" y="8030"/>
                </a:lnTo>
                <a:lnTo>
                  <a:pt x="13067" y="7933"/>
                </a:lnTo>
                <a:lnTo>
                  <a:pt x="13310" y="7811"/>
                </a:lnTo>
                <a:lnTo>
                  <a:pt x="13554" y="7665"/>
                </a:lnTo>
                <a:lnTo>
                  <a:pt x="13773" y="7519"/>
                </a:lnTo>
                <a:lnTo>
                  <a:pt x="13992" y="7349"/>
                </a:lnTo>
                <a:lnTo>
                  <a:pt x="14235" y="7130"/>
                </a:lnTo>
                <a:lnTo>
                  <a:pt x="14478" y="6911"/>
                </a:lnTo>
                <a:lnTo>
                  <a:pt x="14697" y="6668"/>
                </a:lnTo>
                <a:lnTo>
                  <a:pt x="14892" y="6400"/>
                </a:lnTo>
                <a:lnTo>
                  <a:pt x="15281" y="5865"/>
                </a:lnTo>
                <a:lnTo>
                  <a:pt x="15622" y="5305"/>
                </a:lnTo>
                <a:lnTo>
                  <a:pt x="16011" y="4697"/>
                </a:lnTo>
                <a:lnTo>
                  <a:pt x="16376" y="4064"/>
                </a:lnTo>
                <a:lnTo>
                  <a:pt x="16692" y="3407"/>
                </a:lnTo>
                <a:lnTo>
                  <a:pt x="16960" y="2726"/>
                </a:lnTo>
                <a:lnTo>
                  <a:pt x="16984" y="2628"/>
                </a:lnTo>
                <a:lnTo>
                  <a:pt x="16960" y="2555"/>
                </a:lnTo>
                <a:lnTo>
                  <a:pt x="16960" y="2507"/>
                </a:lnTo>
                <a:lnTo>
                  <a:pt x="16960" y="2434"/>
                </a:lnTo>
                <a:lnTo>
                  <a:pt x="16911" y="2385"/>
                </a:lnTo>
                <a:lnTo>
                  <a:pt x="16863" y="2336"/>
                </a:lnTo>
                <a:lnTo>
                  <a:pt x="16814" y="2288"/>
                </a:lnTo>
                <a:lnTo>
                  <a:pt x="16692" y="2288"/>
                </a:lnTo>
                <a:lnTo>
                  <a:pt x="16644" y="2312"/>
                </a:lnTo>
                <a:lnTo>
                  <a:pt x="15646" y="3066"/>
                </a:lnTo>
                <a:lnTo>
                  <a:pt x="15160" y="3456"/>
                </a:lnTo>
                <a:lnTo>
                  <a:pt x="14649" y="3821"/>
                </a:lnTo>
                <a:lnTo>
                  <a:pt x="13919" y="4332"/>
                </a:lnTo>
                <a:lnTo>
                  <a:pt x="13919" y="4332"/>
                </a:lnTo>
                <a:lnTo>
                  <a:pt x="14746" y="3115"/>
                </a:lnTo>
                <a:lnTo>
                  <a:pt x="15476" y="2020"/>
                </a:lnTo>
                <a:lnTo>
                  <a:pt x="15671" y="1704"/>
                </a:lnTo>
                <a:lnTo>
                  <a:pt x="15768" y="1533"/>
                </a:lnTo>
                <a:lnTo>
                  <a:pt x="15817" y="1363"/>
                </a:lnTo>
                <a:lnTo>
                  <a:pt x="15890" y="1290"/>
                </a:lnTo>
                <a:lnTo>
                  <a:pt x="15963" y="1217"/>
                </a:lnTo>
                <a:lnTo>
                  <a:pt x="15987" y="1120"/>
                </a:lnTo>
                <a:lnTo>
                  <a:pt x="15963" y="1022"/>
                </a:lnTo>
                <a:lnTo>
                  <a:pt x="15890" y="949"/>
                </a:lnTo>
                <a:lnTo>
                  <a:pt x="15817" y="901"/>
                </a:lnTo>
                <a:lnTo>
                  <a:pt x="15744" y="876"/>
                </a:lnTo>
                <a:lnTo>
                  <a:pt x="15622" y="876"/>
                </a:lnTo>
                <a:lnTo>
                  <a:pt x="15549" y="949"/>
                </a:lnTo>
                <a:lnTo>
                  <a:pt x="14551" y="1777"/>
                </a:lnTo>
                <a:lnTo>
                  <a:pt x="13554" y="2580"/>
                </a:lnTo>
                <a:lnTo>
                  <a:pt x="13043" y="2920"/>
                </a:lnTo>
                <a:lnTo>
                  <a:pt x="12532" y="3310"/>
                </a:lnTo>
                <a:lnTo>
                  <a:pt x="12532" y="3310"/>
                </a:lnTo>
                <a:lnTo>
                  <a:pt x="12945" y="2653"/>
                </a:lnTo>
                <a:lnTo>
                  <a:pt x="13359" y="1996"/>
                </a:lnTo>
                <a:lnTo>
                  <a:pt x="13554" y="1752"/>
                </a:lnTo>
                <a:lnTo>
                  <a:pt x="13821" y="1436"/>
                </a:lnTo>
                <a:lnTo>
                  <a:pt x="13919" y="1290"/>
                </a:lnTo>
                <a:lnTo>
                  <a:pt x="14040" y="1120"/>
                </a:lnTo>
                <a:lnTo>
                  <a:pt x="14113" y="949"/>
                </a:lnTo>
                <a:lnTo>
                  <a:pt x="14162" y="779"/>
                </a:lnTo>
                <a:lnTo>
                  <a:pt x="14357" y="584"/>
                </a:lnTo>
                <a:lnTo>
                  <a:pt x="14430" y="487"/>
                </a:lnTo>
                <a:lnTo>
                  <a:pt x="14454" y="390"/>
                </a:lnTo>
                <a:lnTo>
                  <a:pt x="14430" y="292"/>
                </a:lnTo>
                <a:lnTo>
                  <a:pt x="14357" y="195"/>
                </a:lnTo>
                <a:lnTo>
                  <a:pt x="14284" y="146"/>
                </a:lnTo>
                <a:lnTo>
                  <a:pt x="14186" y="122"/>
                </a:lnTo>
                <a:lnTo>
                  <a:pt x="14065" y="122"/>
                </a:lnTo>
                <a:lnTo>
                  <a:pt x="13967" y="195"/>
                </a:lnTo>
                <a:lnTo>
                  <a:pt x="13554" y="560"/>
                </a:lnTo>
                <a:lnTo>
                  <a:pt x="13091" y="901"/>
                </a:lnTo>
                <a:lnTo>
                  <a:pt x="12629" y="1217"/>
                </a:lnTo>
                <a:lnTo>
                  <a:pt x="12142" y="1509"/>
                </a:lnTo>
                <a:lnTo>
                  <a:pt x="11680" y="1801"/>
                </a:lnTo>
                <a:lnTo>
                  <a:pt x="11193" y="2117"/>
                </a:lnTo>
                <a:lnTo>
                  <a:pt x="10755" y="2434"/>
                </a:lnTo>
                <a:lnTo>
                  <a:pt x="10317" y="2823"/>
                </a:lnTo>
                <a:lnTo>
                  <a:pt x="10147" y="2993"/>
                </a:lnTo>
                <a:lnTo>
                  <a:pt x="10001" y="3164"/>
                </a:lnTo>
                <a:lnTo>
                  <a:pt x="9855" y="3383"/>
                </a:lnTo>
                <a:lnTo>
                  <a:pt x="9733" y="3577"/>
                </a:lnTo>
                <a:lnTo>
                  <a:pt x="9612" y="3796"/>
                </a:lnTo>
                <a:lnTo>
                  <a:pt x="9514" y="4015"/>
                </a:lnTo>
                <a:lnTo>
                  <a:pt x="9417" y="4234"/>
                </a:lnTo>
                <a:lnTo>
                  <a:pt x="9368" y="4478"/>
                </a:lnTo>
                <a:lnTo>
                  <a:pt x="9320" y="4672"/>
                </a:lnTo>
                <a:lnTo>
                  <a:pt x="9295" y="4867"/>
                </a:lnTo>
                <a:lnTo>
                  <a:pt x="9295" y="5062"/>
                </a:lnTo>
                <a:lnTo>
                  <a:pt x="9295" y="5281"/>
                </a:lnTo>
                <a:lnTo>
                  <a:pt x="9344" y="5475"/>
                </a:lnTo>
                <a:lnTo>
                  <a:pt x="9393" y="5670"/>
                </a:lnTo>
                <a:lnTo>
                  <a:pt x="9441" y="5865"/>
                </a:lnTo>
                <a:lnTo>
                  <a:pt x="9539" y="6035"/>
                </a:lnTo>
                <a:lnTo>
                  <a:pt x="9514" y="6059"/>
                </a:lnTo>
                <a:lnTo>
                  <a:pt x="8760" y="6765"/>
                </a:lnTo>
                <a:lnTo>
                  <a:pt x="7422" y="5402"/>
                </a:lnTo>
                <a:lnTo>
                  <a:pt x="6059" y="4088"/>
                </a:lnTo>
                <a:lnTo>
                  <a:pt x="3358" y="1412"/>
                </a:lnTo>
                <a:lnTo>
                  <a:pt x="2872" y="925"/>
                </a:lnTo>
                <a:lnTo>
                  <a:pt x="2604" y="682"/>
                </a:lnTo>
                <a:lnTo>
                  <a:pt x="2336" y="438"/>
                </a:lnTo>
                <a:lnTo>
                  <a:pt x="2044" y="244"/>
                </a:lnTo>
                <a:lnTo>
                  <a:pt x="1898" y="171"/>
                </a:lnTo>
                <a:lnTo>
                  <a:pt x="1728" y="98"/>
                </a:lnTo>
                <a:lnTo>
                  <a:pt x="1582" y="49"/>
                </a:lnTo>
                <a:lnTo>
                  <a:pt x="1412" y="0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1" name="Google Shape;711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830920">
            <a:off x="3300500" y="2068325"/>
            <a:ext cx="660300" cy="24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2" name="Google Shape;712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2">
            <a:off x="3178225" y="2349487"/>
            <a:ext cx="660300" cy="24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3" name="Google Shape;71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1030222">
            <a:off x="3299175" y="2680525"/>
            <a:ext cx="660300" cy="24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4" name="Google Shape;71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 rot="2">
            <a:off x="5850150" y="2358777"/>
            <a:ext cx="660300" cy="22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5" name="Google Shape;715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 rot="-856966">
            <a:off x="5722325" y="2033277"/>
            <a:ext cx="660300" cy="22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6" name="Google Shape;716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 rot="589626">
            <a:off x="5809262" y="2661002"/>
            <a:ext cx="660300" cy="22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7" name="Google Shape;71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337334">
            <a:off x="3308256" y="1883311"/>
            <a:ext cx="1078889" cy="272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8" name="Google Shape;71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53">
            <a:off x="3909481" y="1660665"/>
            <a:ext cx="726616" cy="272098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9">
            <a:off x="4780175" y="1635945"/>
            <a:ext cx="272250" cy="272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0" name="Google Shape;72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9356858">
            <a:off x="5401554" y="1826809"/>
            <a:ext cx="1127519" cy="272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721" name="Google Shape;72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1693124">
            <a:off x="3314731" y="2923386"/>
            <a:ext cx="1078889" cy="272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2" name="Google Shape;72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3479483">
            <a:off x="4271115" y="3102076"/>
            <a:ext cx="466970" cy="272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23" name="Google Shape;72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6982072">
            <a:off x="5041215" y="3046848"/>
            <a:ext cx="394095" cy="272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724" name="Google Shape;72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8873667">
            <a:off x="5330807" y="2982387"/>
            <a:ext cx="987032" cy="27209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32"/>
          <p:cNvSpPr/>
          <p:nvPr/>
        </p:nvSpPr>
        <p:spPr>
          <a:xfrm>
            <a:off x="4931063" y="3379800"/>
            <a:ext cx="1118400" cy="10500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32"/>
          <p:cNvSpPr/>
          <p:nvPr/>
        </p:nvSpPr>
        <p:spPr>
          <a:xfrm>
            <a:off x="4973525" y="2567275"/>
            <a:ext cx="273615" cy="231173"/>
          </a:xfrm>
          <a:custGeom>
            <a:rect b="b" l="l" r="r" t="t"/>
            <a:pathLst>
              <a:path extrusionOk="0" h="8045" w="8709">
                <a:moveTo>
                  <a:pt x="8665" y="4793"/>
                </a:moveTo>
                <a:lnTo>
                  <a:pt x="8665" y="4793"/>
                </a:lnTo>
                <a:lnTo>
                  <a:pt x="8687" y="3916"/>
                </a:lnTo>
                <a:lnTo>
                  <a:pt x="8708" y="3038"/>
                </a:lnTo>
                <a:lnTo>
                  <a:pt x="8708" y="3038"/>
                </a:lnTo>
                <a:lnTo>
                  <a:pt x="8687" y="2717"/>
                </a:lnTo>
                <a:lnTo>
                  <a:pt x="8665" y="2396"/>
                </a:lnTo>
                <a:lnTo>
                  <a:pt x="8622" y="2225"/>
                </a:lnTo>
                <a:lnTo>
                  <a:pt x="8580" y="2076"/>
                </a:lnTo>
                <a:lnTo>
                  <a:pt x="8516" y="1926"/>
                </a:lnTo>
                <a:lnTo>
                  <a:pt x="8409" y="1797"/>
                </a:lnTo>
                <a:lnTo>
                  <a:pt x="8409" y="1797"/>
                </a:lnTo>
                <a:lnTo>
                  <a:pt x="8366" y="1733"/>
                </a:lnTo>
                <a:lnTo>
                  <a:pt x="8302" y="1690"/>
                </a:lnTo>
                <a:lnTo>
                  <a:pt x="8130" y="1626"/>
                </a:lnTo>
                <a:lnTo>
                  <a:pt x="7959" y="1583"/>
                </a:lnTo>
                <a:lnTo>
                  <a:pt x="7767" y="1541"/>
                </a:lnTo>
                <a:lnTo>
                  <a:pt x="7360" y="1541"/>
                </a:lnTo>
                <a:lnTo>
                  <a:pt x="7018" y="1541"/>
                </a:lnTo>
                <a:lnTo>
                  <a:pt x="7018" y="1541"/>
                </a:lnTo>
                <a:lnTo>
                  <a:pt x="6633" y="1541"/>
                </a:lnTo>
                <a:lnTo>
                  <a:pt x="6226" y="1562"/>
                </a:lnTo>
                <a:lnTo>
                  <a:pt x="6226" y="1562"/>
                </a:lnTo>
                <a:lnTo>
                  <a:pt x="6141" y="1562"/>
                </a:lnTo>
                <a:lnTo>
                  <a:pt x="6076" y="1541"/>
                </a:lnTo>
                <a:lnTo>
                  <a:pt x="6034" y="1519"/>
                </a:lnTo>
                <a:lnTo>
                  <a:pt x="6012" y="1476"/>
                </a:lnTo>
                <a:lnTo>
                  <a:pt x="6012" y="1348"/>
                </a:lnTo>
                <a:lnTo>
                  <a:pt x="6012" y="1177"/>
                </a:lnTo>
                <a:lnTo>
                  <a:pt x="6012" y="1177"/>
                </a:lnTo>
                <a:lnTo>
                  <a:pt x="6012" y="1006"/>
                </a:lnTo>
                <a:lnTo>
                  <a:pt x="6012" y="856"/>
                </a:lnTo>
                <a:lnTo>
                  <a:pt x="5991" y="770"/>
                </a:lnTo>
                <a:lnTo>
                  <a:pt x="5948" y="706"/>
                </a:lnTo>
                <a:lnTo>
                  <a:pt x="5905" y="663"/>
                </a:lnTo>
                <a:lnTo>
                  <a:pt x="5841" y="599"/>
                </a:lnTo>
                <a:lnTo>
                  <a:pt x="5841" y="599"/>
                </a:lnTo>
                <a:lnTo>
                  <a:pt x="5691" y="514"/>
                </a:lnTo>
                <a:lnTo>
                  <a:pt x="5520" y="428"/>
                </a:lnTo>
                <a:lnTo>
                  <a:pt x="5199" y="278"/>
                </a:lnTo>
                <a:lnTo>
                  <a:pt x="5199" y="278"/>
                </a:lnTo>
                <a:lnTo>
                  <a:pt x="4921" y="150"/>
                </a:lnTo>
                <a:lnTo>
                  <a:pt x="4793" y="86"/>
                </a:lnTo>
                <a:lnTo>
                  <a:pt x="4664" y="43"/>
                </a:lnTo>
                <a:lnTo>
                  <a:pt x="4515" y="22"/>
                </a:lnTo>
                <a:lnTo>
                  <a:pt x="4365" y="0"/>
                </a:lnTo>
                <a:lnTo>
                  <a:pt x="4236" y="22"/>
                </a:lnTo>
                <a:lnTo>
                  <a:pt x="4087" y="64"/>
                </a:lnTo>
                <a:lnTo>
                  <a:pt x="4087" y="64"/>
                </a:lnTo>
                <a:lnTo>
                  <a:pt x="3701" y="257"/>
                </a:lnTo>
                <a:lnTo>
                  <a:pt x="3316" y="428"/>
                </a:lnTo>
                <a:lnTo>
                  <a:pt x="3316" y="428"/>
                </a:lnTo>
                <a:lnTo>
                  <a:pt x="2995" y="599"/>
                </a:lnTo>
                <a:lnTo>
                  <a:pt x="2846" y="685"/>
                </a:lnTo>
                <a:lnTo>
                  <a:pt x="2717" y="792"/>
                </a:lnTo>
                <a:lnTo>
                  <a:pt x="2717" y="792"/>
                </a:lnTo>
                <a:lnTo>
                  <a:pt x="2674" y="856"/>
                </a:lnTo>
                <a:lnTo>
                  <a:pt x="2653" y="920"/>
                </a:lnTo>
                <a:lnTo>
                  <a:pt x="2632" y="984"/>
                </a:lnTo>
                <a:lnTo>
                  <a:pt x="2632" y="1049"/>
                </a:lnTo>
                <a:lnTo>
                  <a:pt x="2653" y="1177"/>
                </a:lnTo>
                <a:lnTo>
                  <a:pt x="2674" y="1327"/>
                </a:lnTo>
                <a:lnTo>
                  <a:pt x="2674" y="1327"/>
                </a:lnTo>
                <a:lnTo>
                  <a:pt x="2653" y="1391"/>
                </a:lnTo>
                <a:lnTo>
                  <a:pt x="2632" y="1455"/>
                </a:lnTo>
                <a:lnTo>
                  <a:pt x="2610" y="1476"/>
                </a:lnTo>
                <a:lnTo>
                  <a:pt x="2546" y="1498"/>
                </a:lnTo>
                <a:lnTo>
                  <a:pt x="2439" y="1498"/>
                </a:lnTo>
                <a:lnTo>
                  <a:pt x="2289" y="1498"/>
                </a:lnTo>
                <a:lnTo>
                  <a:pt x="2289" y="1498"/>
                </a:lnTo>
                <a:lnTo>
                  <a:pt x="1562" y="1519"/>
                </a:lnTo>
                <a:lnTo>
                  <a:pt x="1198" y="1562"/>
                </a:lnTo>
                <a:lnTo>
                  <a:pt x="856" y="1605"/>
                </a:lnTo>
                <a:lnTo>
                  <a:pt x="856" y="1605"/>
                </a:lnTo>
                <a:lnTo>
                  <a:pt x="706" y="1626"/>
                </a:lnTo>
                <a:lnTo>
                  <a:pt x="556" y="1669"/>
                </a:lnTo>
                <a:lnTo>
                  <a:pt x="407" y="1712"/>
                </a:lnTo>
                <a:lnTo>
                  <a:pt x="278" y="1797"/>
                </a:lnTo>
                <a:lnTo>
                  <a:pt x="278" y="1797"/>
                </a:lnTo>
                <a:lnTo>
                  <a:pt x="235" y="1862"/>
                </a:lnTo>
                <a:lnTo>
                  <a:pt x="193" y="1926"/>
                </a:lnTo>
                <a:lnTo>
                  <a:pt x="150" y="2097"/>
                </a:lnTo>
                <a:lnTo>
                  <a:pt x="86" y="2418"/>
                </a:lnTo>
                <a:lnTo>
                  <a:pt x="86" y="2418"/>
                </a:lnTo>
                <a:lnTo>
                  <a:pt x="43" y="2824"/>
                </a:lnTo>
                <a:lnTo>
                  <a:pt x="0" y="3231"/>
                </a:lnTo>
                <a:lnTo>
                  <a:pt x="0" y="3659"/>
                </a:lnTo>
                <a:lnTo>
                  <a:pt x="0" y="4065"/>
                </a:lnTo>
                <a:lnTo>
                  <a:pt x="43" y="4900"/>
                </a:lnTo>
                <a:lnTo>
                  <a:pt x="64" y="5734"/>
                </a:lnTo>
                <a:lnTo>
                  <a:pt x="64" y="5734"/>
                </a:lnTo>
                <a:lnTo>
                  <a:pt x="43" y="5798"/>
                </a:lnTo>
                <a:lnTo>
                  <a:pt x="43" y="5970"/>
                </a:lnTo>
                <a:lnTo>
                  <a:pt x="43" y="6483"/>
                </a:lnTo>
                <a:lnTo>
                  <a:pt x="86" y="7039"/>
                </a:lnTo>
                <a:lnTo>
                  <a:pt x="107" y="7253"/>
                </a:lnTo>
                <a:lnTo>
                  <a:pt x="128" y="7360"/>
                </a:lnTo>
                <a:lnTo>
                  <a:pt x="128" y="7360"/>
                </a:lnTo>
                <a:lnTo>
                  <a:pt x="214" y="7510"/>
                </a:lnTo>
                <a:lnTo>
                  <a:pt x="342" y="7617"/>
                </a:lnTo>
                <a:lnTo>
                  <a:pt x="514" y="7724"/>
                </a:lnTo>
                <a:lnTo>
                  <a:pt x="685" y="7810"/>
                </a:lnTo>
                <a:lnTo>
                  <a:pt x="877" y="7874"/>
                </a:lnTo>
                <a:lnTo>
                  <a:pt x="1070" y="7938"/>
                </a:lnTo>
                <a:lnTo>
                  <a:pt x="1412" y="8002"/>
                </a:lnTo>
                <a:lnTo>
                  <a:pt x="1412" y="8002"/>
                </a:lnTo>
                <a:lnTo>
                  <a:pt x="1861" y="8045"/>
                </a:lnTo>
                <a:lnTo>
                  <a:pt x="2332" y="8045"/>
                </a:lnTo>
                <a:lnTo>
                  <a:pt x="2803" y="8045"/>
                </a:lnTo>
                <a:lnTo>
                  <a:pt x="3252" y="8024"/>
                </a:lnTo>
                <a:lnTo>
                  <a:pt x="4194" y="7959"/>
                </a:lnTo>
                <a:lnTo>
                  <a:pt x="4664" y="7959"/>
                </a:lnTo>
                <a:lnTo>
                  <a:pt x="5114" y="7959"/>
                </a:lnTo>
                <a:lnTo>
                  <a:pt x="5114" y="7959"/>
                </a:lnTo>
                <a:lnTo>
                  <a:pt x="5969" y="7981"/>
                </a:lnTo>
                <a:lnTo>
                  <a:pt x="6397" y="7981"/>
                </a:lnTo>
                <a:lnTo>
                  <a:pt x="6825" y="7959"/>
                </a:lnTo>
                <a:lnTo>
                  <a:pt x="6825" y="7959"/>
                </a:lnTo>
                <a:lnTo>
                  <a:pt x="7210" y="7938"/>
                </a:lnTo>
                <a:lnTo>
                  <a:pt x="7617" y="7917"/>
                </a:lnTo>
                <a:lnTo>
                  <a:pt x="7809" y="7874"/>
                </a:lnTo>
                <a:lnTo>
                  <a:pt x="8023" y="7852"/>
                </a:lnTo>
                <a:lnTo>
                  <a:pt x="8195" y="7788"/>
                </a:lnTo>
                <a:lnTo>
                  <a:pt x="8366" y="7703"/>
                </a:lnTo>
                <a:lnTo>
                  <a:pt x="8366" y="7703"/>
                </a:lnTo>
                <a:lnTo>
                  <a:pt x="8430" y="7660"/>
                </a:lnTo>
                <a:lnTo>
                  <a:pt x="8494" y="7617"/>
                </a:lnTo>
                <a:lnTo>
                  <a:pt x="8580" y="7467"/>
                </a:lnTo>
                <a:lnTo>
                  <a:pt x="8622" y="7318"/>
                </a:lnTo>
                <a:lnTo>
                  <a:pt x="8665" y="7146"/>
                </a:lnTo>
                <a:lnTo>
                  <a:pt x="8665" y="6954"/>
                </a:lnTo>
                <a:lnTo>
                  <a:pt x="8665" y="6783"/>
                </a:lnTo>
                <a:lnTo>
                  <a:pt x="8644" y="6462"/>
                </a:lnTo>
                <a:lnTo>
                  <a:pt x="8644" y="6462"/>
                </a:lnTo>
                <a:lnTo>
                  <a:pt x="8665" y="4793"/>
                </a:lnTo>
                <a:lnTo>
                  <a:pt x="8665" y="4793"/>
                </a:lnTo>
                <a:close/>
                <a:moveTo>
                  <a:pt x="3124" y="1049"/>
                </a:moveTo>
                <a:lnTo>
                  <a:pt x="3124" y="1049"/>
                </a:lnTo>
                <a:lnTo>
                  <a:pt x="3167" y="963"/>
                </a:lnTo>
                <a:lnTo>
                  <a:pt x="3252" y="920"/>
                </a:lnTo>
                <a:lnTo>
                  <a:pt x="3252" y="920"/>
                </a:lnTo>
                <a:lnTo>
                  <a:pt x="3445" y="856"/>
                </a:lnTo>
                <a:lnTo>
                  <a:pt x="3637" y="792"/>
                </a:lnTo>
                <a:lnTo>
                  <a:pt x="3830" y="728"/>
                </a:lnTo>
                <a:lnTo>
                  <a:pt x="4022" y="642"/>
                </a:lnTo>
                <a:lnTo>
                  <a:pt x="4022" y="642"/>
                </a:lnTo>
                <a:lnTo>
                  <a:pt x="4236" y="535"/>
                </a:lnTo>
                <a:lnTo>
                  <a:pt x="4408" y="471"/>
                </a:lnTo>
                <a:lnTo>
                  <a:pt x="4493" y="471"/>
                </a:lnTo>
                <a:lnTo>
                  <a:pt x="4579" y="471"/>
                </a:lnTo>
                <a:lnTo>
                  <a:pt x="4664" y="492"/>
                </a:lnTo>
                <a:lnTo>
                  <a:pt x="4793" y="535"/>
                </a:lnTo>
                <a:lnTo>
                  <a:pt x="4793" y="535"/>
                </a:lnTo>
                <a:lnTo>
                  <a:pt x="5178" y="663"/>
                </a:lnTo>
                <a:lnTo>
                  <a:pt x="5370" y="749"/>
                </a:lnTo>
                <a:lnTo>
                  <a:pt x="5456" y="792"/>
                </a:lnTo>
                <a:lnTo>
                  <a:pt x="5499" y="856"/>
                </a:lnTo>
                <a:lnTo>
                  <a:pt x="5499" y="856"/>
                </a:lnTo>
                <a:lnTo>
                  <a:pt x="5542" y="920"/>
                </a:lnTo>
                <a:lnTo>
                  <a:pt x="5584" y="1006"/>
                </a:lnTo>
                <a:lnTo>
                  <a:pt x="5627" y="1198"/>
                </a:lnTo>
                <a:lnTo>
                  <a:pt x="5627" y="1412"/>
                </a:lnTo>
                <a:lnTo>
                  <a:pt x="5606" y="1498"/>
                </a:lnTo>
                <a:lnTo>
                  <a:pt x="5584" y="1583"/>
                </a:lnTo>
                <a:lnTo>
                  <a:pt x="5584" y="1583"/>
                </a:lnTo>
                <a:lnTo>
                  <a:pt x="5542" y="1626"/>
                </a:lnTo>
                <a:lnTo>
                  <a:pt x="5456" y="1669"/>
                </a:lnTo>
                <a:lnTo>
                  <a:pt x="5242" y="1755"/>
                </a:lnTo>
                <a:lnTo>
                  <a:pt x="5049" y="1797"/>
                </a:lnTo>
                <a:lnTo>
                  <a:pt x="4985" y="1797"/>
                </a:lnTo>
                <a:lnTo>
                  <a:pt x="4964" y="1776"/>
                </a:lnTo>
                <a:lnTo>
                  <a:pt x="4964" y="1776"/>
                </a:lnTo>
                <a:lnTo>
                  <a:pt x="3851" y="1755"/>
                </a:lnTo>
                <a:lnTo>
                  <a:pt x="3851" y="1755"/>
                </a:lnTo>
                <a:lnTo>
                  <a:pt x="3680" y="1755"/>
                </a:lnTo>
                <a:lnTo>
                  <a:pt x="3488" y="1755"/>
                </a:lnTo>
                <a:lnTo>
                  <a:pt x="3381" y="1733"/>
                </a:lnTo>
                <a:lnTo>
                  <a:pt x="3295" y="1712"/>
                </a:lnTo>
                <a:lnTo>
                  <a:pt x="3231" y="1669"/>
                </a:lnTo>
                <a:lnTo>
                  <a:pt x="3167" y="1605"/>
                </a:lnTo>
                <a:lnTo>
                  <a:pt x="3167" y="1605"/>
                </a:lnTo>
                <a:lnTo>
                  <a:pt x="3145" y="1519"/>
                </a:lnTo>
                <a:lnTo>
                  <a:pt x="3124" y="1327"/>
                </a:lnTo>
                <a:lnTo>
                  <a:pt x="3102" y="1156"/>
                </a:lnTo>
                <a:lnTo>
                  <a:pt x="3124" y="1049"/>
                </a:lnTo>
                <a:lnTo>
                  <a:pt x="3124" y="1049"/>
                </a:lnTo>
                <a:close/>
                <a:moveTo>
                  <a:pt x="8216" y="4108"/>
                </a:moveTo>
                <a:lnTo>
                  <a:pt x="8216" y="4108"/>
                </a:lnTo>
                <a:lnTo>
                  <a:pt x="8195" y="4429"/>
                </a:lnTo>
                <a:lnTo>
                  <a:pt x="8152" y="4750"/>
                </a:lnTo>
                <a:lnTo>
                  <a:pt x="8109" y="5092"/>
                </a:lnTo>
                <a:lnTo>
                  <a:pt x="8088" y="5413"/>
                </a:lnTo>
                <a:lnTo>
                  <a:pt x="8088" y="5413"/>
                </a:lnTo>
                <a:lnTo>
                  <a:pt x="8088" y="6077"/>
                </a:lnTo>
                <a:lnTo>
                  <a:pt x="8088" y="6419"/>
                </a:lnTo>
                <a:lnTo>
                  <a:pt x="8066" y="6740"/>
                </a:lnTo>
                <a:lnTo>
                  <a:pt x="8066" y="6740"/>
                </a:lnTo>
                <a:lnTo>
                  <a:pt x="8045" y="6868"/>
                </a:lnTo>
                <a:lnTo>
                  <a:pt x="8023" y="6997"/>
                </a:lnTo>
                <a:lnTo>
                  <a:pt x="7959" y="7104"/>
                </a:lnTo>
                <a:lnTo>
                  <a:pt x="7916" y="7146"/>
                </a:lnTo>
                <a:lnTo>
                  <a:pt x="7852" y="7189"/>
                </a:lnTo>
                <a:lnTo>
                  <a:pt x="7852" y="7189"/>
                </a:lnTo>
                <a:lnTo>
                  <a:pt x="7745" y="7253"/>
                </a:lnTo>
                <a:lnTo>
                  <a:pt x="7595" y="7296"/>
                </a:lnTo>
                <a:lnTo>
                  <a:pt x="7339" y="7360"/>
                </a:lnTo>
                <a:lnTo>
                  <a:pt x="7339" y="7360"/>
                </a:lnTo>
                <a:lnTo>
                  <a:pt x="6697" y="7382"/>
                </a:lnTo>
                <a:lnTo>
                  <a:pt x="6312" y="7382"/>
                </a:lnTo>
                <a:lnTo>
                  <a:pt x="6183" y="7360"/>
                </a:lnTo>
                <a:lnTo>
                  <a:pt x="6141" y="7360"/>
                </a:lnTo>
                <a:lnTo>
                  <a:pt x="6141" y="7360"/>
                </a:lnTo>
                <a:lnTo>
                  <a:pt x="4621" y="7403"/>
                </a:lnTo>
                <a:lnTo>
                  <a:pt x="3102" y="7424"/>
                </a:lnTo>
                <a:lnTo>
                  <a:pt x="3102" y="7424"/>
                </a:lnTo>
                <a:lnTo>
                  <a:pt x="2781" y="7424"/>
                </a:lnTo>
                <a:lnTo>
                  <a:pt x="2461" y="7403"/>
                </a:lnTo>
                <a:lnTo>
                  <a:pt x="1797" y="7382"/>
                </a:lnTo>
                <a:lnTo>
                  <a:pt x="1797" y="7382"/>
                </a:lnTo>
                <a:lnTo>
                  <a:pt x="1519" y="7360"/>
                </a:lnTo>
                <a:lnTo>
                  <a:pt x="1348" y="7339"/>
                </a:lnTo>
                <a:lnTo>
                  <a:pt x="1198" y="7318"/>
                </a:lnTo>
                <a:lnTo>
                  <a:pt x="1070" y="7275"/>
                </a:lnTo>
                <a:lnTo>
                  <a:pt x="941" y="7189"/>
                </a:lnTo>
                <a:lnTo>
                  <a:pt x="834" y="7104"/>
                </a:lnTo>
                <a:lnTo>
                  <a:pt x="749" y="6975"/>
                </a:lnTo>
                <a:lnTo>
                  <a:pt x="749" y="6975"/>
                </a:lnTo>
                <a:lnTo>
                  <a:pt x="685" y="6847"/>
                </a:lnTo>
                <a:lnTo>
                  <a:pt x="663" y="6718"/>
                </a:lnTo>
                <a:lnTo>
                  <a:pt x="642" y="6397"/>
                </a:lnTo>
                <a:lnTo>
                  <a:pt x="642" y="5820"/>
                </a:lnTo>
                <a:lnTo>
                  <a:pt x="642" y="5820"/>
                </a:lnTo>
                <a:lnTo>
                  <a:pt x="599" y="4536"/>
                </a:lnTo>
                <a:lnTo>
                  <a:pt x="599" y="4536"/>
                </a:lnTo>
                <a:lnTo>
                  <a:pt x="578" y="3830"/>
                </a:lnTo>
                <a:lnTo>
                  <a:pt x="578" y="3124"/>
                </a:lnTo>
                <a:lnTo>
                  <a:pt x="578" y="3124"/>
                </a:lnTo>
                <a:lnTo>
                  <a:pt x="599" y="2889"/>
                </a:lnTo>
                <a:lnTo>
                  <a:pt x="620" y="2653"/>
                </a:lnTo>
                <a:lnTo>
                  <a:pt x="663" y="2546"/>
                </a:lnTo>
                <a:lnTo>
                  <a:pt x="706" y="2439"/>
                </a:lnTo>
                <a:lnTo>
                  <a:pt x="770" y="2354"/>
                </a:lnTo>
                <a:lnTo>
                  <a:pt x="856" y="2268"/>
                </a:lnTo>
                <a:lnTo>
                  <a:pt x="856" y="2268"/>
                </a:lnTo>
                <a:lnTo>
                  <a:pt x="984" y="2183"/>
                </a:lnTo>
                <a:lnTo>
                  <a:pt x="1134" y="2118"/>
                </a:lnTo>
                <a:lnTo>
                  <a:pt x="1262" y="2097"/>
                </a:lnTo>
                <a:lnTo>
                  <a:pt x="1434" y="2076"/>
                </a:lnTo>
                <a:lnTo>
                  <a:pt x="1733" y="2054"/>
                </a:lnTo>
                <a:lnTo>
                  <a:pt x="2033" y="2054"/>
                </a:lnTo>
                <a:lnTo>
                  <a:pt x="2033" y="2054"/>
                </a:lnTo>
                <a:lnTo>
                  <a:pt x="2289" y="2033"/>
                </a:lnTo>
                <a:lnTo>
                  <a:pt x="2546" y="1990"/>
                </a:lnTo>
                <a:lnTo>
                  <a:pt x="2546" y="1990"/>
                </a:lnTo>
                <a:lnTo>
                  <a:pt x="2674" y="2011"/>
                </a:lnTo>
                <a:lnTo>
                  <a:pt x="2717" y="2033"/>
                </a:lnTo>
                <a:lnTo>
                  <a:pt x="2739" y="2054"/>
                </a:lnTo>
                <a:lnTo>
                  <a:pt x="2781" y="2140"/>
                </a:lnTo>
                <a:lnTo>
                  <a:pt x="2867" y="2247"/>
                </a:lnTo>
                <a:lnTo>
                  <a:pt x="2867" y="2247"/>
                </a:lnTo>
                <a:lnTo>
                  <a:pt x="2974" y="2311"/>
                </a:lnTo>
                <a:lnTo>
                  <a:pt x="3102" y="2354"/>
                </a:lnTo>
                <a:lnTo>
                  <a:pt x="3252" y="2375"/>
                </a:lnTo>
                <a:lnTo>
                  <a:pt x="3402" y="2375"/>
                </a:lnTo>
                <a:lnTo>
                  <a:pt x="3723" y="2354"/>
                </a:lnTo>
                <a:lnTo>
                  <a:pt x="4001" y="2332"/>
                </a:lnTo>
                <a:lnTo>
                  <a:pt x="4001" y="2332"/>
                </a:lnTo>
                <a:lnTo>
                  <a:pt x="4686" y="2354"/>
                </a:lnTo>
                <a:lnTo>
                  <a:pt x="5370" y="2354"/>
                </a:lnTo>
                <a:lnTo>
                  <a:pt x="5370" y="2354"/>
                </a:lnTo>
                <a:lnTo>
                  <a:pt x="5542" y="2354"/>
                </a:lnTo>
                <a:lnTo>
                  <a:pt x="5670" y="2332"/>
                </a:lnTo>
                <a:lnTo>
                  <a:pt x="5777" y="2290"/>
                </a:lnTo>
                <a:lnTo>
                  <a:pt x="5927" y="2225"/>
                </a:lnTo>
                <a:lnTo>
                  <a:pt x="5927" y="2225"/>
                </a:lnTo>
                <a:lnTo>
                  <a:pt x="6055" y="2161"/>
                </a:lnTo>
                <a:lnTo>
                  <a:pt x="6205" y="2140"/>
                </a:lnTo>
                <a:lnTo>
                  <a:pt x="6504" y="2118"/>
                </a:lnTo>
                <a:lnTo>
                  <a:pt x="6504" y="2118"/>
                </a:lnTo>
                <a:lnTo>
                  <a:pt x="7146" y="2076"/>
                </a:lnTo>
                <a:lnTo>
                  <a:pt x="7489" y="2076"/>
                </a:lnTo>
                <a:lnTo>
                  <a:pt x="7809" y="2097"/>
                </a:lnTo>
                <a:lnTo>
                  <a:pt x="7809" y="2097"/>
                </a:lnTo>
                <a:lnTo>
                  <a:pt x="7938" y="2140"/>
                </a:lnTo>
                <a:lnTo>
                  <a:pt x="8023" y="2183"/>
                </a:lnTo>
                <a:lnTo>
                  <a:pt x="8109" y="2268"/>
                </a:lnTo>
                <a:lnTo>
                  <a:pt x="8152" y="2375"/>
                </a:lnTo>
                <a:lnTo>
                  <a:pt x="8195" y="2482"/>
                </a:lnTo>
                <a:lnTo>
                  <a:pt x="8216" y="2610"/>
                </a:lnTo>
                <a:lnTo>
                  <a:pt x="8216" y="2846"/>
                </a:lnTo>
                <a:lnTo>
                  <a:pt x="8216" y="2846"/>
                </a:lnTo>
                <a:lnTo>
                  <a:pt x="8237" y="3488"/>
                </a:lnTo>
                <a:lnTo>
                  <a:pt x="8237" y="3787"/>
                </a:lnTo>
                <a:lnTo>
                  <a:pt x="8216" y="4108"/>
                </a:lnTo>
                <a:lnTo>
                  <a:pt x="8216" y="4108"/>
                </a:lnTo>
                <a:close/>
                <a:moveTo>
                  <a:pt x="3209" y="4557"/>
                </a:moveTo>
                <a:lnTo>
                  <a:pt x="3209" y="4557"/>
                </a:lnTo>
                <a:lnTo>
                  <a:pt x="3102" y="4515"/>
                </a:lnTo>
                <a:lnTo>
                  <a:pt x="2995" y="4472"/>
                </a:lnTo>
                <a:lnTo>
                  <a:pt x="2953" y="4450"/>
                </a:lnTo>
                <a:lnTo>
                  <a:pt x="2931" y="4429"/>
                </a:lnTo>
                <a:lnTo>
                  <a:pt x="2910" y="4386"/>
                </a:lnTo>
                <a:lnTo>
                  <a:pt x="2888" y="4322"/>
                </a:lnTo>
                <a:lnTo>
                  <a:pt x="2888" y="4322"/>
                </a:lnTo>
                <a:lnTo>
                  <a:pt x="2910" y="4194"/>
                </a:lnTo>
                <a:lnTo>
                  <a:pt x="2931" y="4044"/>
                </a:lnTo>
                <a:lnTo>
                  <a:pt x="2974" y="3787"/>
                </a:lnTo>
                <a:lnTo>
                  <a:pt x="2974" y="3637"/>
                </a:lnTo>
                <a:lnTo>
                  <a:pt x="2974" y="3509"/>
                </a:lnTo>
                <a:lnTo>
                  <a:pt x="2931" y="3381"/>
                </a:lnTo>
                <a:lnTo>
                  <a:pt x="2846" y="3274"/>
                </a:lnTo>
                <a:lnTo>
                  <a:pt x="2846" y="3274"/>
                </a:lnTo>
                <a:lnTo>
                  <a:pt x="2781" y="3231"/>
                </a:lnTo>
                <a:lnTo>
                  <a:pt x="2717" y="3188"/>
                </a:lnTo>
                <a:lnTo>
                  <a:pt x="2589" y="3145"/>
                </a:lnTo>
                <a:lnTo>
                  <a:pt x="2439" y="3167"/>
                </a:lnTo>
                <a:lnTo>
                  <a:pt x="2311" y="3210"/>
                </a:lnTo>
                <a:lnTo>
                  <a:pt x="2161" y="3274"/>
                </a:lnTo>
                <a:lnTo>
                  <a:pt x="2033" y="3359"/>
                </a:lnTo>
                <a:lnTo>
                  <a:pt x="1947" y="3466"/>
                </a:lnTo>
                <a:lnTo>
                  <a:pt x="1883" y="3595"/>
                </a:lnTo>
                <a:lnTo>
                  <a:pt x="1883" y="3595"/>
                </a:lnTo>
                <a:lnTo>
                  <a:pt x="1861" y="3702"/>
                </a:lnTo>
                <a:lnTo>
                  <a:pt x="1840" y="3830"/>
                </a:lnTo>
                <a:lnTo>
                  <a:pt x="1840" y="3958"/>
                </a:lnTo>
                <a:lnTo>
                  <a:pt x="1861" y="4065"/>
                </a:lnTo>
                <a:lnTo>
                  <a:pt x="1861" y="4065"/>
                </a:lnTo>
                <a:lnTo>
                  <a:pt x="1904" y="4172"/>
                </a:lnTo>
                <a:lnTo>
                  <a:pt x="1990" y="4279"/>
                </a:lnTo>
                <a:lnTo>
                  <a:pt x="2054" y="4408"/>
                </a:lnTo>
                <a:lnTo>
                  <a:pt x="2054" y="4450"/>
                </a:lnTo>
                <a:lnTo>
                  <a:pt x="2054" y="4515"/>
                </a:lnTo>
                <a:lnTo>
                  <a:pt x="2054" y="4515"/>
                </a:lnTo>
                <a:lnTo>
                  <a:pt x="2011" y="4557"/>
                </a:lnTo>
                <a:lnTo>
                  <a:pt x="1968" y="4600"/>
                </a:lnTo>
                <a:lnTo>
                  <a:pt x="1819" y="4664"/>
                </a:lnTo>
                <a:lnTo>
                  <a:pt x="1669" y="4729"/>
                </a:lnTo>
                <a:lnTo>
                  <a:pt x="1605" y="4771"/>
                </a:lnTo>
                <a:lnTo>
                  <a:pt x="1562" y="4814"/>
                </a:lnTo>
                <a:lnTo>
                  <a:pt x="1562" y="4814"/>
                </a:lnTo>
                <a:lnTo>
                  <a:pt x="1498" y="4943"/>
                </a:lnTo>
                <a:lnTo>
                  <a:pt x="1455" y="5071"/>
                </a:lnTo>
                <a:lnTo>
                  <a:pt x="1412" y="5371"/>
                </a:lnTo>
                <a:lnTo>
                  <a:pt x="1412" y="5371"/>
                </a:lnTo>
                <a:lnTo>
                  <a:pt x="1391" y="5520"/>
                </a:lnTo>
                <a:lnTo>
                  <a:pt x="1369" y="5691"/>
                </a:lnTo>
                <a:lnTo>
                  <a:pt x="1369" y="5863"/>
                </a:lnTo>
                <a:lnTo>
                  <a:pt x="1391" y="5927"/>
                </a:lnTo>
                <a:lnTo>
                  <a:pt x="1412" y="6012"/>
                </a:lnTo>
                <a:lnTo>
                  <a:pt x="1412" y="6012"/>
                </a:lnTo>
                <a:lnTo>
                  <a:pt x="1455" y="6055"/>
                </a:lnTo>
                <a:lnTo>
                  <a:pt x="1519" y="6098"/>
                </a:lnTo>
                <a:lnTo>
                  <a:pt x="1647" y="6162"/>
                </a:lnTo>
                <a:lnTo>
                  <a:pt x="1776" y="6184"/>
                </a:lnTo>
                <a:lnTo>
                  <a:pt x="1904" y="6184"/>
                </a:lnTo>
                <a:lnTo>
                  <a:pt x="1904" y="6184"/>
                </a:lnTo>
                <a:lnTo>
                  <a:pt x="2311" y="6162"/>
                </a:lnTo>
                <a:lnTo>
                  <a:pt x="2717" y="6119"/>
                </a:lnTo>
                <a:lnTo>
                  <a:pt x="2717" y="6119"/>
                </a:lnTo>
                <a:lnTo>
                  <a:pt x="3081" y="6098"/>
                </a:lnTo>
                <a:lnTo>
                  <a:pt x="3252" y="6055"/>
                </a:lnTo>
                <a:lnTo>
                  <a:pt x="3338" y="6034"/>
                </a:lnTo>
                <a:lnTo>
                  <a:pt x="3423" y="5991"/>
                </a:lnTo>
                <a:lnTo>
                  <a:pt x="3423" y="5991"/>
                </a:lnTo>
                <a:lnTo>
                  <a:pt x="3509" y="5905"/>
                </a:lnTo>
                <a:lnTo>
                  <a:pt x="3573" y="5777"/>
                </a:lnTo>
                <a:lnTo>
                  <a:pt x="3616" y="5649"/>
                </a:lnTo>
                <a:lnTo>
                  <a:pt x="3637" y="5499"/>
                </a:lnTo>
                <a:lnTo>
                  <a:pt x="3659" y="5349"/>
                </a:lnTo>
                <a:lnTo>
                  <a:pt x="3637" y="5199"/>
                </a:lnTo>
                <a:lnTo>
                  <a:pt x="3616" y="5071"/>
                </a:lnTo>
                <a:lnTo>
                  <a:pt x="3573" y="4943"/>
                </a:lnTo>
                <a:lnTo>
                  <a:pt x="3573" y="4943"/>
                </a:lnTo>
                <a:lnTo>
                  <a:pt x="3509" y="4836"/>
                </a:lnTo>
                <a:lnTo>
                  <a:pt x="3423" y="4729"/>
                </a:lnTo>
                <a:lnTo>
                  <a:pt x="3338" y="4643"/>
                </a:lnTo>
                <a:lnTo>
                  <a:pt x="3209" y="4557"/>
                </a:lnTo>
                <a:lnTo>
                  <a:pt x="3209" y="4557"/>
                </a:lnTo>
                <a:close/>
                <a:moveTo>
                  <a:pt x="3167" y="5349"/>
                </a:moveTo>
                <a:lnTo>
                  <a:pt x="3167" y="5349"/>
                </a:lnTo>
                <a:lnTo>
                  <a:pt x="3167" y="5477"/>
                </a:lnTo>
                <a:lnTo>
                  <a:pt x="3167" y="5542"/>
                </a:lnTo>
                <a:lnTo>
                  <a:pt x="3102" y="5606"/>
                </a:lnTo>
                <a:lnTo>
                  <a:pt x="2995" y="5649"/>
                </a:lnTo>
                <a:lnTo>
                  <a:pt x="2995" y="5649"/>
                </a:lnTo>
                <a:lnTo>
                  <a:pt x="2846" y="5691"/>
                </a:lnTo>
                <a:lnTo>
                  <a:pt x="2781" y="5691"/>
                </a:lnTo>
                <a:lnTo>
                  <a:pt x="2739" y="5691"/>
                </a:lnTo>
                <a:lnTo>
                  <a:pt x="2696" y="5649"/>
                </a:lnTo>
                <a:lnTo>
                  <a:pt x="2674" y="5627"/>
                </a:lnTo>
                <a:lnTo>
                  <a:pt x="2632" y="5477"/>
                </a:lnTo>
                <a:lnTo>
                  <a:pt x="2632" y="5477"/>
                </a:lnTo>
                <a:lnTo>
                  <a:pt x="2589" y="5221"/>
                </a:lnTo>
                <a:lnTo>
                  <a:pt x="2568" y="5092"/>
                </a:lnTo>
                <a:lnTo>
                  <a:pt x="2525" y="4985"/>
                </a:lnTo>
                <a:lnTo>
                  <a:pt x="2525" y="4985"/>
                </a:lnTo>
                <a:lnTo>
                  <a:pt x="2525" y="4921"/>
                </a:lnTo>
                <a:lnTo>
                  <a:pt x="2525" y="4857"/>
                </a:lnTo>
                <a:lnTo>
                  <a:pt x="2503" y="4814"/>
                </a:lnTo>
                <a:lnTo>
                  <a:pt x="2439" y="4793"/>
                </a:lnTo>
                <a:lnTo>
                  <a:pt x="2439" y="4793"/>
                </a:lnTo>
                <a:lnTo>
                  <a:pt x="2375" y="4793"/>
                </a:lnTo>
                <a:lnTo>
                  <a:pt x="2311" y="4814"/>
                </a:lnTo>
                <a:lnTo>
                  <a:pt x="2289" y="4878"/>
                </a:lnTo>
                <a:lnTo>
                  <a:pt x="2268" y="4943"/>
                </a:lnTo>
                <a:lnTo>
                  <a:pt x="2268" y="4943"/>
                </a:lnTo>
                <a:lnTo>
                  <a:pt x="2289" y="4985"/>
                </a:lnTo>
                <a:lnTo>
                  <a:pt x="2311" y="5028"/>
                </a:lnTo>
                <a:lnTo>
                  <a:pt x="2332" y="5114"/>
                </a:lnTo>
                <a:lnTo>
                  <a:pt x="2332" y="5114"/>
                </a:lnTo>
                <a:lnTo>
                  <a:pt x="2332" y="5242"/>
                </a:lnTo>
                <a:lnTo>
                  <a:pt x="2311" y="5371"/>
                </a:lnTo>
                <a:lnTo>
                  <a:pt x="2311" y="5371"/>
                </a:lnTo>
                <a:lnTo>
                  <a:pt x="2311" y="5520"/>
                </a:lnTo>
                <a:lnTo>
                  <a:pt x="2289" y="5649"/>
                </a:lnTo>
                <a:lnTo>
                  <a:pt x="2268" y="5691"/>
                </a:lnTo>
                <a:lnTo>
                  <a:pt x="2225" y="5734"/>
                </a:lnTo>
                <a:lnTo>
                  <a:pt x="2161" y="5756"/>
                </a:lnTo>
                <a:lnTo>
                  <a:pt x="2097" y="5777"/>
                </a:lnTo>
                <a:lnTo>
                  <a:pt x="2097" y="5777"/>
                </a:lnTo>
                <a:lnTo>
                  <a:pt x="1968" y="5777"/>
                </a:lnTo>
                <a:lnTo>
                  <a:pt x="1926" y="5756"/>
                </a:lnTo>
                <a:lnTo>
                  <a:pt x="1904" y="5713"/>
                </a:lnTo>
                <a:lnTo>
                  <a:pt x="1861" y="5627"/>
                </a:lnTo>
                <a:lnTo>
                  <a:pt x="1861" y="5627"/>
                </a:lnTo>
                <a:lnTo>
                  <a:pt x="1840" y="5499"/>
                </a:lnTo>
                <a:lnTo>
                  <a:pt x="1819" y="5328"/>
                </a:lnTo>
                <a:lnTo>
                  <a:pt x="1819" y="5157"/>
                </a:lnTo>
                <a:lnTo>
                  <a:pt x="1840" y="5050"/>
                </a:lnTo>
                <a:lnTo>
                  <a:pt x="1840" y="5050"/>
                </a:lnTo>
                <a:lnTo>
                  <a:pt x="1861" y="4985"/>
                </a:lnTo>
                <a:lnTo>
                  <a:pt x="1904" y="4964"/>
                </a:lnTo>
                <a:lnTo>
                  <a:pt x="2011" y="4900"/>
                </a:lnTo>
                <a:lnTo>
                  <a:pt x="2118" y="4836"/>
                </a:lnTo>
                <a:lnTo>
                  <a:pt x="2204" y="4771"/>
                </a:lnTo>
                <a:lnTo>
                  <a:pt x="2204" y="4771"/>
                </a:lnTo>
                <a:lnTo>
                  <a:pt x="2247" y="4707"/>
                </a:lnTo>
                <a:lnTo>
                  <a:pt x="2268" y="4643"/>
                </a:lnTo>
                <a:lnTo>
                  <a:pt x="2289" y="4515"/>
                </a:lnTo>
                <a:lnTo>
                  <a:pt x="2268" y="4386"/>
                </a:lnTo>
                <a:lnTo>
                  <a:pt x="2225" y="4237"/>
                </a:lnTo>
                <a:lnTo>
                  <a:pt x="2225" y="4237"/>
                </a:lnTo>
                <a:lnTo>
                  <a:pt x="2204" y="4108"/>
                </a:lnTo>
                <a:lnTo>
                  <a:pt x="2182" y="3980"/>
                </a:lnTo>
                <a:lnTo>
                  <a:pt x="2182" y="3830"/>
                </a:lnTo>
                <a:lnTo>
                  <a:pt x="2204" y="3766"/>
                </a:lnTo>
                <a:lnTo>
                  <a:pt x="2225" y="3702"/>
                </a:lnTo>
                <a:lnTo>
                  <a:pt x="2225" y="3702"/>
                </a:lnTo>
                <a:lnTo>
                  <a:pt x="2311" y="3616"/>
                </a:lnTo>
                <a:lnTo>
                  <a:pt x="2418" y="3573"/>
                </a:lnTo>
                <a:lnTo>
                  <a:pt x="2461" y="3573"/>
                </a:lnTo>
                <a:lnTo>
                  <a:pt x="2503" y="3595"/>
                </a:lnTo>
                <a:lnTo>
                  <a:pt x="2546" y="3616"/>
                </a:lnTo>
                <a:lnTo>
                  <a:pt x="2568" y="3680"/>
                </a:lnTo>
                <a:lnTo>
                  <a:pt x="2568" y="3680"/>
                </a:lnTo>
                <a:lnTo>
                  <a:pt x="2589" y="3744"/>
                </a:lnTo>
                <a:lnTo>
                  <a:pt x="2589" y="3809"/>
                </a:lnTo>
                <a:lnTo>
                  <a:pt x="2568" y="3958"/>
                </a:lnTo>
                <a:lnTo>
                  <a:pt x="2503" y="4237"/>
                </a:lnTo>
                <a:lnTo>
                  <a:pt x="2503" y="4237"/>
                </a:lnTo>
                <a:lnTo>
                  <a:pt x="2461" y="4386"/>
                </a:lnTo>
                <a:lnTo>
                  <a:pt x="2461" y="4493"/>
                </a:lnTo>
                <a:lnTo>
                  <a:pt x="2503" y="4557"/>
                </a:lnTo>
                <a:lnTo>
                  <a:pt x="2610" y="4664"/>
                </a:lnTo>
                <a:lnTo>
                  <a:pt x="2610" y="4664"/>
                </a:lnTo>
                <a:lnTo>
                  <a:pt x="2739" y="4729"/>
                </a:lnTo>
                <a:lnTo>
                  <a:pt x="2867" y="4793"/>
                </a:lnTo>
                <a:lnTo>
                  <a:pt x="2995" y="4878"/>
                </a:lnTo>
                <a:lnTo>
                  <a:pt x="3102" y="4964"/>
                </a:lnTo>
                <a:lnTo>
                  <a:pt x="3102" y="4964"/>
                </a:lnTo>
                <a:lnTo>
                  <a:pt x="3124" y="5028"/>
                </a:lnTo>
                <a:lnTo>
                  <a:pt x="3167" y="5157"/>
                </a:lnTo>
                <a:lnTo>
                  <a:pt x="3188" y="5285"/>
                </a:lnTo>
                <a:lnTo>
                  <a:pt x="3188" y="5328"/>
                </a:lnTo>
                <a:lnTo>
                  <a:pt x="3167" y="5349"/>
                </a:lnTo>
                <a:lnTo>
                  <a:pt x="3167" y="5349"/>
                </a:lnTo>
                <a:close/>
                <a:moveTo>
                  <a:pt x="4279" y="3787"/>
                </a:moveTo>
                <a:lnTo>
                  <a:pt x="4279" y="3787"/>
                </a:lnTo>
                <a:lnTo>
                  <a:pt x="4322" y="3744"/>
                </a:lnTo>
                <a:lnTo>
                  <a:pt x="4365" y="3702"/>
                </a:lnTo>
                <a:lnTo>
                  <a:pt x="4429" y="3595"/>
                </a:lnTo>
                <a:lnTo>
                  <a:pt x="4450" y="3552"/>
                </a:lnTo>
                <a:lnTo>
                  <a:pt x="4493" y="3530"/>
                </a:lnTo>
                <a:lnTo>
                  <a:pt x="4557" y="3530"/>
                </a:lnTo>
                <a:lnTo>
                  <a:pt x="4621" y="3573"/>
                </a:lnTo>
                <a:lnTo>
                  <a:pt x="4621" y="3573"/>
                </a:lnTo>
                <a:lnTo>
                  <a:pt x="4686" y="3616"/>
                </a:lnTo>
                <a:lnTo>
                  <a:pt x="4728" y="3680"/>
                </a:lnTo>
                <a:lnTo>
                  <a:pt x="4814" y="3809"/>
                </a:lnTo>
                <a:lnTo>
                  <a:pt x="4857" y="3873"/>
                </a:lnTo>
                <a:lnTo>
                  <a:pt x="4921" y="3894"/>
                </a:lnTo>
                <a:lnTo>
                  <a:pt x="5007" y="3916"/>
                </a:lnTo>
                <a:lnTo>
                  <a:pt x="5114" y="3894"/>
                </a:lnTo>
                <a:lnTo>
                  <a:pt x="5114" y="3894"/>
                </a:lnTo>
                <a:lnTo>
                  <a:pt x="5199" y="3851"/>
                </a:lnTo>
                <a:lnTo>
                  <a:pt x="5242" y="3809"/>
                </a:lnTo>
                <a:lnTo>
                  <a:pt x="5349" y="3702"/>
                </a:lnTo>
                <a:lnTo>
                  <a:pt x="5456" y="3637"/>
                </a:lnTo>
                <a:lnTo>
                  <a:pt x="5499" y="3616"/>
                </a:lnTo>
                <a:lnTo>
                  <a:pt x="5563" y="3637"/>
                </a:lnTo>
                <a:lnTo>
                  <a:pt x="5563" y="3637"/>
                </a:lnTo>
                <a:lnTo>
                  <a:pt x="5606" y="3680"/>
                </a:lnTo>
                <a:lnTo>
                  <a:pt x="5670" y="3766"/>
                </a:lnTo>
                <a:lnTo>
                  <a:pt x="5713" y="3851"/>
                </a:lnTo>
                <a:lnTo>
                  <a:pt x="5777" y="3916"/>
                </a:lnTo>
                <a:lnTo>
                  <a:pt x="5777" y="3916"/>
                </a:lnTo>
                <a:lnTo>
                  <a:pt x="5841" y="3958"/>
                </a:lnTo>
                <a:lnTo>
                  <a:pt x="5905" y="4001"/>
                </a:lnTo>
                <a:lnTo>
                  <a:pt x="5969" y="4023"/>
                </a:lnTo>
                <a:lnTo>
                  <a:pt x="6055" y="4023"/>
                </a:lnTo>
                <a:lnTo>
                  <a:pt x="6055" y="4023"/>
                </a:lnTo>
                <a:lnTo>
                  <a:pt x="6119" y="3980"/>
                </a:lnTo>
                <a:lnTo>
                  <a:pt x="6162" y="3937"/>
                </a:lnTo>
                <a:lnTo>
                  <a:pt x="6248" y="3809"/>
                </a:lnTo>
                <a:lnTo>
                  <a:pt x="6333" y="3702"/>
                </a:lnTo>
                <a:lnTo>
                  <a:pt x="6376" y="3637"/>
                </a:lnTo>
                <a:lnTo>
                  <a:pt x="6419" y="3616"/>
                </a:lnTo>
                <a:lnTo>
                  <a:pt x="6419" y="3616"/>
                </a:lnTo>
                <a:lnTo>
                  <a:pt x="6483" y="3595"/>
                </a:lnTo>
                <a:lnTo>
                  <a:pt x="6547" y="3616"/>
                </a:lnTo>
                <a:lnTo>
                  <a:pt x="6697" y="3723"/>
                </a:lnTo>
                <a:lnTo>
                  <a:pt x="6847" y="3830"/>
                </a:lnTo>
                <a:lnTo>
                  <a:pt x="6911" y="3873"/>
                </a:lnTo>
                <a:lnTo>
                  <a:pt x="6996" y="3873"/>
                </a:lnTo>
                <a:lnTo>
                  <a:pt x="6996" y="3873"/>
                </a:lnTo>
                <a:lnTo>
                  <a:pt x="7103" y="3873"/>
                </a:lnTo>
                <a:lnTo>
                  <a:pt x="7168" y="3851"/>
                </a:lnTo>
                <a:lnTo>
                  <a:pt x="7210" y="3809"/>
                </a:lnTo>
                <a:lnTo>
                  <a:pt x="7253" y="3766"/>
                </a:lnTo>
                <a:lnTo>
                  <a:pt x="7339" y="3637"/>
                </a:lnTo>
                <a:lnTo>
                  <a:pt x="7424" y="3509"/>
                </a:lnTo>
                <a:lnTo>
                  <a:pt x="7424" y="3509"/>
                </a:lnTo>
                <a:lnTo>
                  <a:pt x="7510" y="3423"/>
                </a:lnTo>
                <a:lnTo>
                  <a:pt x="7574" y="3317"/>
                </a:lnTo>
                <a:lnTo>
                  <a:pt x="7595" y="3274"/>
                </a:lnTo>
                <a:lnTo>
                  <a:pt x="7595" y="3210"/>
                </a:lnTo>
                <a:lnTo>
                  <a:pt x="7574" y="3167"/>
                </a:lnTo>
                <a:lnTo>
                  <a:pt x="7489" y="3103"/>
                </a:lnTo>
                <a:lnTo>
                  <a:pt x="7489" y="3103"/>
                </a:lnTo>
                <a:lnTo>
                  <a:pt x="7403" y="3081"/>
                </a:lnTo>
                <a:lnTo>
                  <a:pt x="7339" y="3103"/>
                </a:lnTo>
                <a:lnTo>
                  <a:pt x="7275" y="3124"/>
                </a:lnTo>
                <a:lnTo>
                  <a:pt x="7232" y="3167"/>
                </a:lnTo>
                <a:lnTo>
                  <a:pt x="7125" y="3295"/>
                </a:lnTo>
                <a:lnTo>
                  <a:pt x="7082" y="3338"/>
                </a:lnTo>
                <a:lnTo>
                  <a:pt x="7018" y="3359"/>
                </a:lnTo>
                <a:lnTo>
                  <a:pt x="7018" y="3359"/>
                </a:lnTo>
                <a:lnTo>
                  <a:pt x="6975" y="3359"/>
                </a:lnTo>
                <a:lnTo>
                  <a:pt x="6911" y="3338"/>
                </a:lnTo>
                <a:lnTo>
                  <a:pt x="6825" y="3252"/>
                </a:lnTo>
                <a:lnTo>
                  <a:pt x="6740" y="3167"/>
                </a:lnTo>
                <a:lnTo>
                  <a:pt x="6697" y="3145"/>
                </a:lnTo>
                <a:lnTo>
                  <a:pt x="6633" y="3124"/>
                </a:lnTo>
                <a:lnTo>
                  <a:pt x="6633" y="3124"/>
                </a:lnTo>
                <a:lnTo>
                  <a:pt x="6547" y="3103"/>
                </a:lnTo>
                <a:lnTo>
                  <a:pt x="6462" y="3124"/>
                </a:lnTo>
                <a:lnTo>
                  <a:pt x="6376" y="3167"/>
                </a:lnTo>
                <a:lnTo>
                  <a:pt x="6312" y="3210"/>
                </a:lnTo>
                <a:lnTo>
                  <a:pt x="6183" y="3317"/>
                </a:lnTo>
                <a:lnTo>
                  <a:pt x="6119" y="3359"/>
                </a:lnTo>
                <a:lnTo>
                  <a:pt x="6055" y="3381"/>
                </a:lnTo>
                <a:lnTo>
                  <a:pt x="6055" y="3381"/>
                </a:lnTo>
                <a:lnTo>
                  <a:pt x="5991" y="3359"/>
                </a:lnTo>
                <a:lnTo>
                  <a:pt x="5948" y="3338"/>
                </a:lnTo>
                <a:lnTo>
                  <a:pt x="5841" y="3252"/>
                </a:lnTo>
                <a:lnTo>
                  <a:pt x="5755" y="3145"/>
                </a:lnTo>
                <a:lnTo>
                  <a:pt x="5691" y="3124"/>
                </a:lnTo>
                <a:lnTo>
                  <a:pt x="5627" y="3103"/>
                </a:lnTo>
                <a:lnTo>
                  <a:pt x="5627" y="3103"/>
                </a:lnTo>
                <a:lnTo>
                  <a:pt x="5542" y="3103"/>
                </a:lnTo>
                <a:lnTo>
                  <a:pt x="5456" y="3124"/>
                </a:lnTo>
                <a:lnTo>
                  <a:pt x="5392" y="3167"/>
                </a:lnTo>
                <a:lnTo>
                  <a:pt x="5328" y="3231"/>
                </a:lnTo>
                <a:lnTo>
                  <a:pt x="5199" y="3359"/>
                </a:lnTo>
                <a:lnTo>
                  <a:pt x="5135" y="3423"/>
                </a:lnTo>
                <a:lnTo>
                  <a:pt x="5071" y="3466"/>
                </a:lnTo>
                <a:lnTo>
                  <a:pt x="5071" y="3466"/>
                </a:lnTo>
                <a:lnTo>
                  <a:pt x="5007" y="3466"/>
                </a:lnTo>
                <a:lnTo>
                  <a:pt x="4964" y="3466"/>
                </a:lnTo>
                <a:lnTo>
                  <a:pt x="4921" y="3423"/>
                </a:lnTo>
                <a:lnTo>
                  <a:pt x="4878" y="3381"/>
                </a:lnTo>
                <a:lnTo>
                  <a:pt x="4793" y="3295"/>
                </a:lnTo>
                <a:lnTo>
                  <a:pt x="4728" y="3252"/>
                </a:lnTo>
                <a:lnTo>
                  <a:pt x="4664" y="3210"/>
                </a:lnTo>
                <a:lnTo>
                  <a:pt x="4664" y="3210"/>
                </a:lnTo>
                <a:lnTo>
                  <a:pt x="4600" y="3188"/>
                </a:lnTo>
                <a:lnTo>
                  <a:pt x="4515" y="3188"/>
                </a:lnTo>
                <a:lnTo>
                  <a:pt x="4429" y="3210"/>
                </a:lnTo>
                <a:lnTo>
                  <a:pt x="4365" y="3231"/>
                </a:lnTo>
                <a:lnTo>
                  <a:pt x="4236" y="3338"/>
                </a:lnTo>
                <a:lnTo>
                  <a:pt x="4151" y="3466"/>
                </a:lnTo>
                <a:lnTo>
                  <a:pt x="4151" y="3466"/>
                </a:lnTo>
                <a:lnTo>
                  <a:pt x="4087" y="3595"/>
                </a:lnTo>
                <a:lnTo>
                  <a:pt x="4087" y="3659"/>
                </a:lnTo>
                <a:lnTo>
                  <a:pt x="4087" y="3723"/>
                </a:lnTo>
                <a:lnTo>
                  <a:pt x="4087" y="3787"/>
                </a:lnTo>
                <a:lnTo>
                  <a:pt x="4129" y="3830"/>
                </a:lnTo>
                <a:lnTo>
                  <a:pt x="4194" y="3830"/>
                </a:lnTo>
                <a:lnTo>
                  <a:pt x="4279" y="3787"/>
                </a:lnTo>
                <a:lnTo>
                  <a:pt x="4279" y="3787"/>
                </a:lnTo>
                <a:close/>
                <a:moveTo>
                  <a:pt x="4921" y="4643"/>
                </a:moveTo>
                <a:lnTo>
                  <a:pt x="4921" y="4643"/>
                </a:lnTo>
                <a:lnTo>
                  <a:pt x="6996" y="4557"/>
                </a:lnTo>
                <a:lnTo>
                  <a:pt x="6996" y="4557"/>
                </a:lnTo>
                <a:lnTo>
                  <a:pt x="7168" y="4557"/>
                </a:lnTo>
                <a:lnTo>
                  <a:pt x="7424" y="4536"/>
                </a:lnTo>
                <a:lnTo>
                  <a:pt x="7553" y="4493"/>
                </a:lnTo>
                <a:lnTo>
                  <a:pt x="7638" y="4450"/>
                </a:lnTo>
                <a:lnTo>
                  <a:pt x="7660" y="4429"/>
                </a:lnTo>
                <a:lnTo>
                  <a:pt x="7681" y="4386"/>
                </a:lnTo>
                <a:lnTo>
                  <a:pt x="7681" y="4344"/>
                </a:lnTo>
                <a:lnTo>
                  <a:pt x="7660" y="4279"/>
                </a:lnTo>
                <a:lnTo>
                  <a:pt x="7660" y="4279"/>
                </a:lnTo>
                <a:lnTo>
                  <a:pt x="7638" y="4237"/>
                </a:lnTo>
                <a:lnTo>
                  <a:pt x="7595" y="4215"/>
                </a:lnTo>
                <a:lnTo>
                  <a:pt x="7510" y="4172"/>
                </a:lnTo>
                <a:lnTo>
                  <a:pt x="7403" y="4151"/>
                </a:lnTo>
                <a:lnTo>
                  <a:pt x="7253" y="4151"/>
                </a:lnTo>
                <a:lnTo>
                  <a:pt x="6996" y="4194"/>
                </a:lnTo>
                <a:lnTo>
                  <a:pt x="6804" y="4215"/>
                </a:lnTo>
                <a:lnTo>
                  <a:pt x="6804" y="4215"/>
                </a:lnTo>
                <a:lnTo>
                  <a:pt x="5734" y="4258"/>
                </a:lnTo>
                <a:lnTo>
                  <a:pt x="4664" y="4301"/>
                </a:lnTo>
                <a:lnTo>
                  <a:pt x="4664" y="4301"/>
                </a:lnTo>
                <a:lnTo>
                  <a:pt x="4515" y="4301"/>
                </a:lnTo>
                <a:lnTo>
                  <a:pt x="4279" y="4322"/>
                </a:lnTo>
                <a:lnTo>
                  <a:pt x="4172" y="4344"/>
                </a:lnTo>
                <a:lnTo>
                  <a:pt x="4087" y="4386"/>
                </a:lnTo>
                <a:lnTo>
                  <a:pt x="4065" y="4408"/>
                </a:lnTo>
                <a:lnTo>
                  <a:pt x="4044" y="4450"/>
                </a:lnTo>
                <a:lnTo>
                  <a:pt x="4044" y="4493"/>
                </a:lnTo>
                <a:lnTo>
                  <a:pt x="4065" y="4536"/>
                </a:lnTo>
                <a:lnTo>
                  <a:pt x="4065" y="4536"/>
                </a:lnTo>
                <a:lnTo>
                  <a:pt x="4108" y="4600"/>
                </a:lnTo>
                <a:lnTo>
                  <a:pt x="4215" y="4643"/>
                </a:lnTo>
                <a:lnTo>
                  <a:pt x="4322" y="4664"/>
                </a:lnTo>
                <a:lnTo>
                  <a:pt x="4450" y="4664"/>
                </a:lnTo>
                <a:lnTo>
                  <a:pt x="4728" y="4643"/>
                </a:lnTo>
                <a:lnTo>
                  <a:pt x="4921" y="4643"/>
                </a:lnTo>
                <a:lnTo>
                  <a:pt x="4921" y="4643"/>
                </a:lnTo>
                <a:close/>
                <a:moveTo>
                  <a:pt x="6419" y="5477"/>
                </a:moveTo>
                <a:lnTo>
                  <a:pt x="6419" y="5477"/>
                </a:lnTo>
                <a:lnTo>
                  <a:pt x="6141" y="5456"/>
                </a:lnTo>
                <a:lnTo>
                  <a:pt x="5884" y="5477"/>
                </a:lnTo>
                <a:lnTo>
                  <a:pt x="5349" y="5499"/>
                </a:lnTo>
                <a:lnTo>
                  <a:pt x="5349" y="5499"/>
                </a:lnTo>
                <a:lnTo>
                  <a:pt x="4878" y="5520"/>
                </a:lnTo>
                <a:lnTo>
                  <a:pt x="4643" y="5542"/>
                </a:lnTo>
                <a:lnTo>
                  <a:pt x="4408" y="5606"/>
                </a:lnTo>
                <a:lnTo>
                  <a:pt x="4408" y="5606"/>
                </a:lnTo>
                <a:lnTo>
                  <a:pt x="4279" y="5649"/>
                </a:lnTo>
                <a:lnTo>
                  <a:pt x="4194" y="5713"/>
                </a:lnTo>
                <a:lnTo>
                  <a:pt x="4172" y="5756"/>
                </a:lnTo>
                <a:lnTo>
                  <a:pt x="4172" y="5798"/>
                </a:lnTo>
                <a:lnTo>
                  <a:pt x="4194" y="5841"/>
                </a:lnTo>
                <a:lnTo>
                  <a:pt x="4258" y="5884"/>
                </a:lnTo>
                <a:lnTo>
                  <a:pt x="4258" y="5884"/>
                </a:lnTo>
                <a:lnTo>
                  <a:pt x="4343" y="5905"/>
                </a:lnTo>
                <a:lnTo>
                  <a:pt x="4472" y="5884"/>
                </a:lnTo>
                <a:lnTo>
                  <a:pt x="4707" y="5841"/>
                </a:lnTo>
                <a:lnTo>
                  <a:pt x="4707" y="5841"/>
                </a:lnTo>
                <a:lnTo>
                  <a:pt x="4985" y="5841"/>
                </a:lnTo>
                <a:lnTo>
                  <a:pt x="5263" y="5820"/>
                </a:lnTo>
                <a:lnTo>
                  <a:pt x="5263" y="5820"/>
                </a:lnTo>
                <a:lnTo>
                  <a:pt x="6162" y="5798"/>
                </a:lnTo>
                <a:lnTo>
                  <a:pt x="7061" y="5777"/>
                </a:lnTo>
                <a:lnTo>
                  <a:pt x="7061" y="5777"/>
                </a:lnTo>
                <a:lnTo>
                  <a:pt x="7210" y="5777"/>
                </a:lnTo>
                <a:lnTo>
                  <a:pt x="7382" y="5734"/>
                </a:lnTo>
                <a:lnTo>
                  <a:pt x="7446" y="5691"/>
                </a:lnTo>
                <a:lnTo>
                  <a:pt x="7489" y="5649"/>
                </a:lnTo>
                <a:lnTo>
                  <a:pt x="7489" y="5584"/>
                </a:lnTo>
                <a:lnTo>
                  <a:pt x="7403" y="5499"/>
                </a:lnTo>
                <a:lnTo>
                  <a:pt x="7403" y="5499"/>
                </a:lnTo>
                <a:lnTo>
                  <a:pt x="7339" y="5456"/>
                </a:lnTo>
                <a:lnTo>
                  <a:pt x="7210" y="5413"/>
                </a:lnTo>
                <a:lnTo>
                  <a:pt x="7082" y="5413"/>
                </a:lnTo>
                <a:lnTo>
                  <a:pt x="6932" y="5413"/>
                </a:lnTo>
                <a:lnTo>
                  <a:pt x="6419" y="5477"/>
                </a:lnTo>
                <a:lnTo>
                  <a:pt x="6419" y="5477"/>
                </a:lnTo>
                <a:close/>
                <a:moveTo>
                  <a:pt x="6911" y="4857"/>
                </a:moveTo>
                <a:lnTo>
                  <a:pt x="6911" y="4857"/>
                </a:lnTo>
                <a:lnTo>
                  <a:pt x="5884" y="4921"/>
                </a:lnTo>
                <a:lnTo>
                  <a:pt x="5370" y="4964"/>
                </a:lnTo>
                <a:lnTo>
                  <a:pt x="4835" y="4985"/>
                </a:lnTo>
                <a:lnTo>
                  <a:pt x="4835" y="4985"/>
                </a:lnTo>
                <a:lnTo>
                  <a:pt x="4707" y="4985"/>
                </a:lnTo>
                <a:lnTo>
                  <a:pt x="4515" y="4985"/>
                </a:lnTo>
                <a:lnTo>
                  <a:pt x="4408" y="5007"/>
                </a:lnTo>
                <a:lnTo>
                  <a:pt x="4322" y="5028"/>
                </a:lnTo>
                <a:lnTo>
                  <a:pt x="4258" y="5071"/>
                </a:lnTo>
                <a:lnTo>
                  <a:pt x="4258" y="5092"/>
                </a:lnTo>
                <a:lnTo>
                  <a:pt x="4258" y="5135"/>
                </a:lnTo>
                <a:lnTo>
                  <a:pt x="4258" y="5135"/>
                </a:lnTo>
                <a:lnTo>
                  <a:pt x="4258" y="5157"/>
                </a:lnTo>
                <a:lnTo>
                  <a:pt x="4301" y="5178"/>
                </a:lnTo>
                <a:lnTo>
                  <a:pt x="4386" y="5199"/>
                </a:lnTo>
                <a:lnTo>
                  <a:pt x="4664" y="5221"/>
                </a:lnTo>
                <a:lnTo>
                  <a:pt x="5156" y="5199"/>
                </a:lnTo>
                <a:lnTo>
                  <a:pt x="5156" y="5199"/>
                </a:lnTo>
                <a:lnTo>
                  <a:pt x="5413" y="5199"/>
                </a:lnTo>
                <a:lnTo>
                  <a:pt x="6012" y="5178"/>
                </a:lnTo>
                <a:lnTo>
                  <a:pt x="7018" y="5135"/>
                </a:lnTo>
                <a:lnTo>
                  <a:pt x="7018" y="5135"/>
                </a:lnTo>
                <a:lnTo>
                  <a:pt x="7189" y="5135"/>
                </a:lnTo>
                <a:lnTo>
                  <a:pt x="7467" y="5135"/>
                </a:lnTo>
                <a:lnTo>
                  <a:pt x="7595" y="5114"/>
                </a:lnTo>
                <a:lnTo>
                  <a:pt x="7681" y="5071"/>
                </a:lnTo>
                <a:lnTo>
                  <a:pt x="7724" y="5050"/>
                </a:lnTo>
                <a:lnTo>
                  <a:pt x="7724" y="5007"/>
                </a:lnTo>
                <a:lnTo>
                  <a:pt x="7745" y="4985"/>
                </a:lnTo>
                <a:lnTo>
                  <a:pt x="7724" y="4943"/>
                </a:lnTo>
                <a:lnTo>
                  <a:pt x="7724" y="4943"/>
                </a:lnTo>
                <a:lnTo>
                  <a:pt x="7660" y="4878"/>
                </a:lnTo>
                <a:lnTo>
                  <a:pt x="7574" y="4836"/>
                </a:lnTo>
                <a:lnTo>
                  <a:pt x="7467" y="4814"/>
                </a:lnTo>
                <a:lnTo>
                  <a:pt x="7339" y="4814"/>
                </a:lnTo>
                <a:lnTo>
                  <a:pt x="7082" y="4836"/>
                </a:lnTo>
                <a:lnTo>
                  <a:pt x="6911" y="4857"/>
                </a:lnTo>
                <a:lnTo>
                  <a:pt x="6911" y="4857"/>
                </a:lnTo>
                <a:close/>
                <a:moveTo>
                  <a:pt x="6697" y="6141"/>
                </a:moveTo>
                <a:lnTo>
                  <a:pt x="6697" y="6141"/>
                </a:lnTo>
                <a:lnTo>
                  <a:pt x="6526" y="6184"/>
                </a:lnTo>
                <a:lnTo>
                  <a:pt x="6376" y="6269"/>
                </a:lnTo>
                <a:lnTo>
                  <a:pt x="6312" y="6312"/>
                </a:lnTo>
                <a:lnTo>
                  <a:pt x="6269" y="6376"/>
                </a:lnTo>
                <a:lnTo>
                  <a:pt x="6226" y="6462"/>
                </a:lnTo>
                <a:lnTo>
                  <a:pt x="6226" y="6547"/>
                </a:lnTo>
                <a:lnTo>
                  <a:pt x="6226" y="6547"/>
                </a:lnTo>
                <a:lnTo>
                  <a:pt x="6226" y="6611"/>
                </a:lnTo>
                <a:lnTo>
                  <a:pt x="6248" y="6697"/>
                </a:lnTo>
                <a:lnTo>
                  <a:pt x="6290" y="6740"/>
                </a:lnTo>
                <a:lnTo>
                  <a:pt x="6355" y="6783"/>
                </a:lnTo>
                <a:lnTo>
                  <a:pt x="6483" y="6847"/>
                </a:lnTo>
                <a:lnTo>
                  <a:pt x="6633" y="6868"/>
                </a:lnTo>
                <a:lnTo>
                  <a:pt x="6633" y="6868"/>
                </a:lnTo>
                <a:lnTo>
                  <a:pt x="6740" y="6847"/>
                </a:lnTo>
                <a:lnTo>
                  <a:pt x="6825" y="6825"/>
                </a:lnTo>
                <a:lnTo>
                  <a:pt x="6889" y="6804"/>
                </a:lnTo>
                <a:lnTo>
                  <a:pt x="6954" y="6761"/>
                </a:lnTo>
                <a:lnTo>
                  <a:pt x="7018" y="6697"/>
                </a:lnTo>
                <a:lnTo>
                  <a:pt x="7039" y="6654"/>
                </a:lnTo>
                <a:lnTo>
                  <a:pt x="7082" y="6590"/>
                </a:lnTo>
                <a:lnTo>
                  <a:pt x="7082" y="6526"/>
                </a:lnTo>
                <a:lnTo>
                  <a:pt x="7082" y="6462"/>
                </a:lnTo>
                <a:lnTo>
                  <a:pt x="7082" y="6397"/>
                </a:lnTo>
                <a:lnTo>
                  <a:pt x="7061" y="6333"/>
                </a:lnTo>
                <a:lnTo>
                  <a:pt x="7018" y="6291"/>
                </a:lnTo>
                <a:lnTo>
                  <a:pt x="6954" y="6248"/>
                </a:lnTo>
                <a:lnTo>
                  <a:pt x="6889" y="6205"/>
                </a:lnTo>
                <a:lnTo>
                  <a:pt x="6804" y="6162"/>
                </a:lnTo>
                <a:lnTo>
                  <a:pt x="6697" y="6141"/>
                </a:lnTo>
                <a:lnTo>
                  <a:pt x="6697" y="6141"/>
                </a:lnTo>
                <a:close/>
                <a:moveTo>
                  <a:pt x="4686" y="1134"/>
                </a:moveTo>
                <a:lnTo>
                  <a:pt x="4686" y="1134"/>
                </a:lnTo>
                <a:lnTo>
                  <a:pt x="4686" y="1070"/>
                </a:lnTo>
                <a:lnTo>
                  <a:pt x="4664" y="1027"/>
                </a:lnTo>
                <a:lnTo>
                  <a:pt x="4643" y="984"/>
                </a:lnTo>
                <a:lnTo>
                  <a:pt x="4600" y="942"/>
                </a:lnTo>
                <a:lnTo>
                  <a:pt x="4493" y="899"/>
                </a:lnTo>
                <a:lnTo>
                  <a:pt x="4386" y="899"/>
                </a:lnTo>
                <a:lnTo>
                  <a:pt x="4279" y="920"/>
                </a:lnTo>
                <a:lnTo>
                  <a:pt x="4194" y="963"/>
                </a:lnTo>
                <a:lnTo>
                  <a:pt x="4108" y="1049"/>
                </a:lnTo>
                <a:lnTo>
                  <a:pt x="4108" y="1113"/>
                </a:lnTo>
                <a:lnTo>
                  <a:pt x="4087" y="1177"/>
                </a:lnTo>
                <a:lnTo>
                  <a:pt x="4087" y="1177"/>
                </a:lnTo>
                <a:lnTo>
                  <a:pt x="4087" y="1241"/>
                </a:lnTo>
                <a:lnTo>
                  <a:pt x="4108" y="1284"/>
                </a:lnTo>
                <a:lnTo>
                  <a:pt x="4151" y="1327"/>
                </a:lnTo>
                <a:lnTo>
                  <a:pt x="4172" y="1369"/>
                </a:lnTo>
                <a:lnTo>
                  <a:pt x="4279" y="1412"/>
                </a:lnTo>
                <a:lnTo>
                  <a:pt x="4386" y="1412"/>
                </a:lnTo>
                <a:lnTo>
                  <a:pt x="4493" y="1391"/>
                </a:lnTo>
                <a:lnTo>
                  <a:pt x="4579" y="1327"/>
                </a:lnTo>
                <a:lnTo>
                  <a:pt x="4664" y="1241"/>
                </a:lnTo>
                <a:lnTo>
                  <a:pt x="4686" y="1198"/>
                </a:lnTo>
                <a:lnTo>
                  <a:pt x="4686" y="1134"/>
                </a:lnTo>
                <a:lnTo>
                  <a:pt x="4686" y="1134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32"/>
          <p:cNvSpPr/>
          <p:nvPr/>
        </p:nvSpPr>
        <p:spPr>
          <a:xfrm>
            <a:off x="4977579" y="2564721"/>
            <a:ext cx="273615" cy="231173"/>
          </a:xfrm>
          <a:custGeom>
            <a:rect b="b" l="l" r="r" t="t"/>
            <a:pathLst>
              <a:path extrusionOk="0" h="8045" w="8709">
                <a:moveTo>
                  <a:pt x="8665" y="4793"/>
                </a:moveTo>
                <a:lnTo>
                  <a:pt x="8665" y="4793"/>
                </a:lnTo>
                <a:lnTo>
                  <a:pt x="8687" y="3916"/>
                </a:lnTo>
                <a:lnTo>
                  <a:pt x="8708" y="3038"/>
                </a:lnTo>
                <a:lnTo>
                  <a:pt x="8708" y="3038"/>
                </a:lnTo>
                <a:lnTo>
                  <a:pt x="8687" y="2717"/>
                </a:lnTo>
                <a:lnTo>
                  <a:pt x="8665" y="2396"/>
                </a:lnTo>
                <a:lnTo>
                  <a:pt x="8622" y="2225"/>
                </a:lnTo>
                <a:lnTo>
                  <a:pt x="8580" y="2076"/>
                </a:lnTo>
                <a:lnTo>
                  <a:pt x="8516" y="1926"/>
                </a:lnTo>
                <a:lnTo>
                  <a:pt x="8409" y="1797"/>
                </a:lnTo>
                <a:lnTo>
                  <a:pt x="8409" y="1797"/>
                </a:lnTo>
                <a:lnTo>
                  <a:pt x="8366" y="1733"/>
                </a:lnTo>
                <a:lnTo>
                  <a:pt x="8302" y="1690"/>
                </a:lnTo>
                <a:lnTo>
                  <a:pt x="8130" y="1626"/>
                </a:lnTo>
                <a:lnTo>
                  <a:pt x="7959" y="1583"/>
                </a:lnTo>
                <a:lnTo>
                  <a:pt x="7767" y="1541"/>
                </a:lnTo>
                <a:lnTo>
                  <a:pt x="7360" y="1541"/>
                </a:lnTo>
                <a:lnTo>
                  <a:pt x="7018" y="1541"/>
                </a:lnTo>
                <a:lnTo>
                  <a:pt x="7018" y="1541"/>
                </a:lnTo>
                <a:lnTo>
                  <a:pt x="6633" y="1541"/>
                </a:lnTo>
                <a:lnTo>
                  <a:pt x="6226" y="1562"/>
                </a:lnTo>
                <a:lnTo>
                  <a:pt x="6226" y="1562"/>
                </a:lnTo>
                <a:lnTo>
                  <a:pt x="6141" y="1562"/>
                </a:lnTo>
                <a:lnTo>
                  <a:pt x="6076" y="1541"/>
                </a:lnTo>
                <a:lnTo>
                  <a:pt x="6034" y="1519"/>
                </a:lnTo>
                <a:lnTo>
                  <a:pt x="6012" y="1476"/>
                </a:lnTo>
                <a:lnTo>
                  <a:pt x="6012" y="1348"/>
                </a:lnTo>
                <a:lnTo>
                  <a:pt x="6012" y="1177"/>
                </a:lnTo>
                <a:lnTo>
                  <a:pt x="6012" y="1177"/>
                </a:lnTo>
                <a:lnTo>
                  <a:pt x="6012" y="1006"/>
                </a:lnTo>
                <a:lnTo>
                  <a:pt x="6012" y="856"/>
                </a:lnTo>
                <a:lnTo>
                  <a:pt x="5991" y="770"/>
                </a:lnTo>
                <a:lnTo>
                  <a:pt x="5948" y="706"/>
                </a:lnTo>
                <a:lnTo>
                  <a:pt x="5905" y="663"/>
                </a:lnTo>
                <a:lnTo>
                  <a:pt x="5841" y="599"/>
                </a:lnTo>
                <a:lnTo>
                  <a:pt x="5841" y="599"/>
                </a:lnTo>
                <a:lnTo>
                  <a:pt x="5691" y="514"/>
                </a:lnTo>
                <a:lnTo>
                  <a:pt x="5520" y="428"/>
                </a:lnTo>
                <a:lnTo>
                  <a:pt x="5199" y="278"/>
                </a:lnTo>
                <a:lnTo>
                  <a:pt x="5199" y="278"/>
                </a:lnTo>
                <a:lnTo>
                  <a:pt x="4921" y="150"/>
                </a:lnTo>
                <a:lnTo>
                  <a:pt x="4793" y="86"/>
                </a:lnTo>
                <a:lnTo>
                  <a:pt x="4664" y="43"/>
                </a:lnTo>
                <a:lnTo>
                  <a:pt x="4515" y="22"/>
                </a:lnTo>
                <a:lnTo>
                  <a:pt x="4365" y="0"/>
                </a:lnTo>
                <a:lnTo>
                  <a:pt x="4236" y="22"/>
                </a:lnTo>
                <a:lnTo>
                  <a:pt x="4087" y="64"/>
                </a:lnTo>
                <a:lnTo>
                  <a:pt x="4087" y="64"/>
                </a:lnTo>
                <a:lnTo>
                  <a:pt x="3701" y="257"/>
                </a:lnTo>
                <a:lnTo>
                  <a:pt x="3316" y="428"/>
                </a:lnTo>
                <a:lnTo>
                  <a:pt x="3316" y="428"/>
                </a:lnTo>
                <a:lnTo>
                  <a:pt x="2995" y="599"/>
                </a:lnTo>
                <a:lnTo>
                  <a:pt x="2846" y="685"/>
                </a:lnTo>
                <a:lnTo>
                  <a:pt x="2717" y="792"/>
                </a:lnTo>
                <a:lnTo>
                  <a:pt x="2717" y="792"/>
                </a:lnTo>
                <a:lnTo>
                  <a:pt x="2674" y="856"/>
                </a:lnTo>
                <a:lnTo>
                  <a:pt x="2653" y="920"/>
                </a:lnTo>
                <a:lnTo>
                  <a:pt x="2632" y="984"/>
                </a:lnTo>
                <a:lnTo>
                  <a:pt x="2632" y="1049"/>
                </a:lnTo>
                <a:lnTo>
                  <a:pt x="2653" y="1177"/>
                </a:lnTo>
                <a:lnTo>
                  <a:pt x="2674" y="1327"/>
                </a:lnTo>
                <a:lnTo>
                  <a:pt x="2674" y="1327"/>
                </a:lnTo>
                <a:lnTo>
                  <a:pt x="2653" y="1391"/>
                </a:lnTo>
                <a:lnTo>
                  <a:pt x="2632" y="1455"/>
                </a:lnTo>
                <a:lnTo>
                  <a:pt x="2610" y="1476"/>
                </a:lnTo>
                <a:lnTo>
                  <a:pt x="2546" y="1498"/>
                </a:lnTo>
                <a:lnTo>
                  <a:pt x="2439" y="1498"/>
                </a:lnTo>
                <a:lnTo>
                  <a:pt x="2289" y="1498"/>
                </a:lnTo>
                <a:lnTo>
                  <a:pt x="2289" y="1498"/>
                </a:lnTo>
                <a:lnTo>
                  <a:pt x="1562" y="1519"/>
                </a:lnTo>
                <a:lnTo>
                  <a:pt x="1198" y="1562"/>
                </a:lnTo>
                <a:lnTo>
                  <a:pt x="856" y="1605"/>
                </a:lnTo>
                <a:lnTo>
                  <a:pt x="856" y="1605"/>
                </a:lnTo>
                <a:lnTo>
                  <a:pt x="706" y="1626"/>
                </a:lnTo>
                <a:lnTo>
                  <a:pt x="556" y="1669"/>
                </a:lnTo>
                <a:lnTo>
                  <a:pt x="407" y="1712"/>
                </a:lnTo>
                <a:lnTo>
                  <a:pt x="278" y="1797"/>
                </a:lnTo>
                <a:lnTo>
                  <a:pt x="278" y="1797"/>
                </a:lnTo>
                <a:lnTo>
                  <a:pt x="235" y="1862"/>
                </a:lnTo>
                <a:lnTo>
                  <a:pt x="193" y="1926"/>
                </a:lnTo>
                <a:lnTo>
                  <a:pt x="150" y="2097"/>
                </a:lnTo>
                <a:lnTo>
                  <a:pt x="86" y="2418"/>
                </a:lnTo>
                <a:lnTo>
                  <a:pt x="86" y="2418"/>
                </a:lnTo>
                <a:lnTo>
                  <a:pt x="43" y="2824"/>
                </a:lnTo>
                <a:lnTo>
                  <a:pt x="0" y="3231"/>
                </a:lnTo>
                <a:lnTo>
                  <a:pt x="0" y="3659"/>
                </a:lnTo>
                <a:lnTo>
                  <a:pt x="0" y="4065"/>
                </a:lnTo>
                <a:lnTo>
                  <a:pt x="43" y="4900"/>
                </a:lnTo>
                <a:lnTo>
                  <a:pt x="64" y="5734"/>
                </a:lnTo>
                <a:lnTo>
                  <a:pt x="64" y="5734"/>
                </a:lnTo>
                <a:lnTo>
                  <a:pt x="43" y="5798"/>
                </a:lnTo>
                <a:lnTo>
                  <a:pt x="43" y="5970"/>
                </a:lnTo>
                <a:lnTo>
                  <a:pt x="43" y="6483"/>
                </a:lnTo>
                <a:lnTo>
                  <a:pt x="86" y="7039"/>
                </a:lnTo>
                <a:lnTo>
                  <a:pt x="107" y="7253"/>
                </a:lnTo>
                <a:lnTo>
                  <a:pt x="128" y="7360"/>
                </a:lnTo>
                <a:lnTo>
                  <a:pt x="128" y="7360"/>
                </a:lnTo>
                <a:lnTo>
                  <a:pt x="214" y="7510"/>
                </a:lnTo>
                <a:lnTo>
                  <a:pt x="342" y="7617"/>
                </a:lnTo>
                <a:lnTo>
                  <a:pt x="514" y="7724"/>
                </a:lnTo>
                <a:lnTo>
                  <a:pt x="685" y="7810"/>
                </a:lnTo>
                <a:lnTo>
                  <a:pt x="877" y="7874"/>
                </a:lnTo>
                <a:lnTo>
                  <a:pt x="1070" y="7938"/>
                </a:lnTo>
                <a:lnTo>
                  <a:pt x="1412" y="8002"/>
                </a:lnTo>
                <a:lnTo>
                  <a:pt x="1412" y="8002"/>
                </a:lnTo>
                <a:lnTo>
                  <a:pt x="1861" y="8045"/>
                </a:lnTo>
                <a:lnTo>
                  <a:pt x="2332" y="8045"/>
                </a:lnTo>
                <a:lnTo>
                  <a:pt x="2803" y="8045"/>
                </a:lnTo>
                <a:lnTo>
                  <a:pt x="3252" y="8024"/>
                </a:lnTo>
                <a:lnTo>
                  <a:pt x="4194" y="7959"/>
                </a:lnTo>
                <a:lnTo>
                  <a:pt x="4664" y="7959"/>
                </a:lnTo>
                <a:lnTo>
                  <a:pt x="5114" y="7959"/>
                </a:lnTo>
                <a:lnTo>
                  <a:pt x="5114" y="7959"/>
                </a:lnTo>
                <a:lnTo>
                  <a:pt x="5969" y="7981"/>
                </a:lnTo>
                <a:lnTo>
                  <a:pt x="6397" y="7981"/>
                </a:lnTo>
                <a:lnTo>
                  <a:pt x="6825" y="7959"/>
                </a:lnTo>
                <a:lnTo>
                  <a:pt x="6825" y="7959"/>
                </a:lnTo>
                <a:lnTo>
                  <a:pt x="7210" y="7938"/>
                </a:lnTo>
                <a:lnTo>
                  <a:pt x="7617" y="7917"/>
                </a:lnTo>
                <a:lnTo>
                  <a:pt x="7809" y="7874"/>
                </a:lnTo>
                <a:lnTo>
                  <a:pt x="8023" y="7852"/>
                </a:lnTo>
                <a:lnTo>
                  <a:pt x="8195" y="7788"/>
                </a:lnTo>
                <a:lnTo>
                  <a:pt x="8366" y="7703"/>
                </a:lnTo>
                <a:lnTo>
                  <a:pt x="8366" y="7703"/>
                </a:lnTo>
                <a:lnTo>
                  <a:pt x="8430" y="7660"/>
                </a:lnTo>
                <a:lnTo>
                  <a:pt x="8494" y="7617"/>
                </a:lnTo>
                <a:lnTo>
                  <a:pt x="8580" y="7467"/>
                </a:lnTo>
                <a:lnTo>
                  <a:pt x="8622" y="7318"/>
                </a:lnTo>
                <a:lnTo>
                  <a:pt x="8665" y="7146"/>
                </a:lnTo>
                <a:lnTo>
                  <a:pt x="8665" y="6954"/>
                </a:lnTo>
                <a:lnTo>
                  <a:pt x="8665" y="6783"/>
                </a:lnTo>
                <a:lnTo>
                  <a:pt x="8644" y="6462"/>
                </a:lnTo>
                <a:lnTo>
                  <a:pt x="8644" y="6462"/>
                </a:lnTo>
                <a:lnTo>
                  <a:pt x="8665" y="4793"/>
                </a:lnTo>
                <a:lnTo>
                  <a:pt x="8665" y="4793"/>
                </a:lnTo>
                <a:close/>
                <a:moveTo>
                  <a:pt x="3124" y="1049"/>
                </a:moveTo>
                <a:lnTo>
                  <a:pt x="3124" y="1049"/>
                </a:lnTo>
                <a:lnTo>
                  <a:pt x="3167" y="963"/>
                </a:lnTo>
                <a:lnTo>
                  <a:pt x="3252" y="920"/>
                </a:lnTo>
                <a:lnTo>
                  <a:pt x="3252" y="920"/>
                </a:lnTo>
                <a:lnTo>
                  <a:pt x="3445" y="856"/>
                </a:lnTo>
                <a:lnTo>
                  <a:pt x="3637" y="792"/>
                </a:lnTo>
                <a:lnTo>
                  <a:pt x="3830" y="728"/>
                </a:lnTo>
                <a:lnTo>
                  <a:pt x="4022" y="642"/>
                </a:lnTo>
                <a:lnTo>
                  <a:pt x="4022" y="642"/>
                </a:lnTo>
                <a:lnTo>
                  <a:pt x="4236" y="535"/>
                </a:lnTo>
                <a:lnTo>
                  <a:pt x="4408" y="471"/>
                </a:lnTo>
                <a:lnTo>
                  <a:pt x="4493" y="471"/>
                </a:lnTo>
                <a:lnTo>
                  <a:pt x="4579" y="471"/>
                </a:lnTo>
                <a:lnTo>
                  <a:pt x="4664" y="492"/>
                </a:lnTo>
                <a:lnTo>
                  <a:pt x="4793" y="535"/>
                </a:lnTo>
                <a:lnTo>
                  <a:pt x="4793" y="535"/>
                </a:lnTo>
                <a:lnTo>
                  <a:pt x="5178" y="663"/>
                </a:lnTo>
                <a:lnTo>
                  <a:pt x="5370" y="749"/>
                </a:lnTo>
                <a:lnTo>
                  <a:pt x="5456" y="792"/>
                </a:lnTo>
                <a:lnTo>
                  <a:pt x="5499" y="856"/>
                </a:lnTo>
                <a:lnTo>
                  <a:pt x="5499" y="856"/>
                </a:lnTo>
                <a:lnTo>
                  <a:pt x="5542" y="920"/>
                </a:lnTo>
                <a:lnTo>
                  <a:pt x="5584" y="1006"/>
                </a:lnTo>
                <a:lnTo>
                  <a:pt x="5627" y="1198"/>
                </a:lnTo>
                <a:lnTo>
                  <a:pt x="5627" y="1412"/>
                </a:lnTo>
                <a:lnTo>
                  <a:pt x="5606" y="1498"/>
                </a:lnTo>
                <a:lnTo>
                  <a:pt x="5584" y="1583"/>
                </a:lnTo>
                <a:lnTo>
                  <a:pt x="5584" y="1583"/>
                </a:lnTo>
                <a:lnTo>
                  <a:pt x="5542" y="1626"/>
                </a:lnTo>
                <a:lnTo>
                  <a:pt x="5456" y="1669"/>
                </a:lnTo>
                <a:lnTo>
                  <a:pt x="5242" y="1755"/>
                </a:lnTo>
                <a:lnTo>
                  <a:pt x="5049" y="1797"/>
                </a:lnTo>
                <a:lnTo>
                  <a:pt x="4985" y="1797"/>
                </a:lnTo>
                <a:lnTo>
                  <a:pt x="4964" y="1776"/>
                </a:lnTo>
                <a:lnTo>
                  <a:pt x="4964" y="1776"/>
                </a:lnTo>
                <a:lnTo>
                  <a:pt x="3851" y="1755"/>
                </a:lnTo>
                <a:lnTo>
                  <a:pt x="3851" y="1755"/>
                </a:lnTo>
                <a:lnTo>
                  <a:pt x="3680" y="1755"/>
                </a:lnTo>
                <a:lnTo>
                  <a:pt x="3488" y="1755"/>
                </a:lnTo>
                <a:lnTo>
                  <a:pt x="3381" y="1733"/>
                </a:lnTo>
                <a:lnTo>
                  <a:pt x="3295" y="1712"/>
                </a:lnTo>
                <a:lnTo>
                  <a:pt x="3231" y="1669"/>
                </a:lnTo>
                <a:lnTo>
                  <a:pt x="3167" y="1605"/>
                </a:lnTo>
                <a:lnTo>
                  <a:pt x="3167" y="1605"/>
                </a:lnTo>
                <a:lnTo>
                  <a:pt x="3145" y="1519"/>
                </a:lnTo>
                <a:lnTo>
                  <a:pt x="3124" y="1327"/>
                </a:lnTo>
                <a:lnTo>
                  <a:pt x="3102" y="1156"/>
                </a:lnTo>
                <a:lnTo>
                  <a:pt x="3124" y="1049"/>
                </a:lnTo>
                <a:lnTo>
                  <a:pt x="3124" y="1049"/>
                </a:lnTo>
                <a:close/>
                <a:moveTo>
                  <a:pt x="8216" y="4108"/>
                </a:moveTo>
                <a:lnTo>
                  <a:pt x="8216" y="4108"/>
                </a:lnTo>
                <a:lnTo>
                  <a:pt x="8195" y="4429"/>
                </a:lnTo>
                <a:lnTo>
                  <a:pt x="8152" y="4750"/>
                </a:lnTo>
                <a:lnTo>
                  <a:pt x="8109" y="5092"/>
                </a:lnTo>
                <a:lnTo>
                  <a:pt x="8088" y="5413"/>
                </a:lnTo>
                <a:lnTo>
                  <a:pt x="8088" y="5413"/>
                </a:lnTo>
                <a:lnTo>
                  <a:pt x="8088" y="6077"/>
                </a:lnTo>
                <a:lnTo>
                  <a:pt x="8088" y="6419"/>
                </a:lnTo>
                <a:lnTo>
                  <a:pt x="8066" y="6740"/>
                </a:lnTo>
                <a:lnTo>
                  <a:pt x="8066" y="6740"/>
                </a:lnTo>
                <a:lnTo>
                  <a:pt x="8045" y="6868"/>
                </a:lnTo>
                <a:lnTo>
                  <a:pt x="8023" y="6997"/>
                </a:lnTo>
                <a:lnTo>
                  <a:pt x="7959" y="7104"/>
                </a:lnTo>
                <a:lnTo>
                  <a:pt x="7916" y="7146"/>
                </a:lnTo>
                <a:lnTo>
                  <a:pt x="7852" y="7189"/>
                </a:lnTo>
                <a:lnTo>
                  <a:pt x="7852" y="7189"/>
                </a:lnTo>
                <a:lnTo>
                  <a:pt x="7745" y="7253"/>
                </a:lnTo>
                <a:lnTo>
                  <a:pt x="7595" y="7296"/>
                </a:lnTo>
                <a:lnTo>
                  <a:pt x="7339" y="7360"/>
                </a:lnTo>
                <a:lnTo>
                  <a:pt x="7339" y="7360"/>
                </a:lnTo>
                <a:lnTo>
                  <a:pt x="6697" y="7382"/>
                </a:lnTo>
                <a:lnTo>
                  <a:pt x="6312" y="7382"/>
                </a:lnTo>
                <a:lnTo>
                  <a:pt x="6183" y="7360"/>
                </a:lnTo>
                <a:lnTo>
                  <a:pt x="6141" y="7360"/>
                </a:lnTo>
                <a:lnTo>
                  <a:pt x="6141" y="7360"/>
                </a:lnTo>
                <a:lnTo>
                  <a:pt x="4621" y="7403"/>
                </a:lnTo>
                <a:lnTo>
                  <a:pt x="3102" y="7424"/>
                </a:lnTo>
                <a:lnTo>
                  <a:pt x="3102" y="7424"/>
                </a:lnTo>
                <a:lnTo>
                  <a:pt x="2781" y="7424"/>
                </a:lnTo>
                <a:lnTo>
                  <a:pt x="2461" y="7403"/>
                </a:lnTo>
                <a:lnTo>
                  <a:pt x="1797" y="7382"/>
                </a:lnTo>
                <a:lnTo>
                  <a:pt x="1797" y="7382"/>
                </a:lnTo>
                <a:lnTo>
                  <a:pt x="1519" y="7360"/>
                </a:lnTo>
                <a:lnTo>
                  <a:pt x="1348" y="7339"/>
                </a:lnTo>
                <a:lnTo>
                  <a:pt x="1198" y="7318"/>
                </a:lnTo>
                <a:lnTo>
                  <a:pt x="1070" y="7275"/>
                </a:lnTo>
                <a:lnTo>
                  <a:pt x="941" y="7189"/>
                </a:lnTo>
                <a:lnTo>
                  <a:pt x="834" y="7104"/>
                </a:lnTo>
                <a:lnTo>
                  <a:pt x="749" y="6975"/>
                </a:lnTo>
                <a:lnTo>
                  <a:pt x="749" y="6975"/>
                </a:lnTo>
                <a:lnTo>
                  <a:pt x="685" y="6847"/>
                </a:lnTo>
                <a:lnTo>
                  <a:pt x="663" y="6718"/>
                </a:lnTo>
                <a:lnTo>
                  <a:pt x="642" y="6397"/>
                </a:lnTo>
                <a:lnTo>
                  <a:pt x="642" y="5820"/>
                </a:lnTo>
                <a:lnTo>
                  <a:pt x="642" y="5820"/>
                </a:lnTo>
                <a:lnTo>
                  <a:pt x="599" y="4536"/>
                </a:lnTo>
                <a:lnTo>
                  <a:pt x="599" y="4536"/>
                </a:lnTo>
                <a:lnTo>
                  <a:pt x="578" y="3830"/>
                </a:lnTo>
                <a:lnTo>
                  <a:pt x="578" y="3124"/>
                </a:lnTo>
                <a:lnTo>
                  <a:pt x="578" y="3124"/>
                </a:lnTo>
                <a:lnTo>
                  <a:pt x="599" y="2889"/>
                </a:lnTo>
                <a:lnTo>
                  <a:pt x="620" y="2653"/>
                </a:lnTo>
                <a:lnTo>
                  <a:pt x="663" y="2546"/>
                </a:lnTo>
                <a:lnTo>
                  <a:pt x="706" y="2439"/>
                </a:lnTo>
                <a:lnTo>
                  <a:pt x="770" y="2354"/>
                </a:lnTo>
                <a:lnTo>
                  <a:pt x="856" y="2268"/>
                </a:lnTo>
                <a:lnTo>
                  <a:pt x="856" y="2268"/>
                </a:lnTo>
                <a:lnTo>
                  <a:pt x="984" y="2183"/>
                </a:lnTo>
                <a:lnTo>
                  <a:pt x="1134" y="2118"/>
                </a:lnTo>
                <a:lnTo>
                  <a:pt x="1262" y="2097"/>
                </a:lnTo>
                <a:lnTo>
                  <a:pt x="1434" y="2076"/>
                </a:lnTo>
                <a:lnTo>
                  <a:pt x="1733" y="2054"/>
                </a:lnTo>
                <a:lnTo>
                  <a:pt x="2033" y="2054"/>
                </a:lnTo>
                <a:lnTo>
                  <a:pt x="2033" y="2054"/>
                </a:lnTo>
                <a:lnTo>
                  <a:pt x="2289" y="2033"/>
                </a:lnTo>
                <a:lnTo>
                  <a:pt x="2546" y="1990"/>
                </a:lnTo>
                <a:lnTo>
                  <a:pt x="2546" y="1990"/>
                </a:lnTo>
                <a:lnTo>
                  <a:pt x="2674" y="2011"/>
                </a:lnTo>
                <a:lnTo>
                  <a:pt x="2717" y="2033"/>
                </a:lnTo>
                <a:lnTo>
                  <a:pt x="2739" y="2054"/>
                </a:lnTo>
                <a:lnTo>
                  <a:pt x="2781" y="2140"/>
                </a:lnTo>
                <a:lnTo>
                  <a:pt x="2867" y="2247"/>
                </a:lnTo>
                <a:lnTo>
                  <a:pt x="2867" y="2247"/>
                </a:lnTo>
                <a:lnTo>
                  <a:pt x="2974" y="2311"/>
                </a:lnTo>
                <a:lnTo>
                  <a:pt x="3102" y="2354"/>
                </a:lnTo>
                <a:lnTo>
                  <a:pt x="3252" y="2375"/>
                </a:lnTo>
                <a:lnTo>
                  <a:pt x="3402" y="2375"/>
                </a:lnTo>
                <a:lnTo>
                  <a:pt x="3723" y="2354"/>
                </a:lnTo>
                <a:lnTo>
                  <a:pt x="4001" y="2332"/>
                </a:lnTo>
                <a:lnTo>
                  <a:pt x="4001" y="2332"/>
                </a:lnTo>
                <a:lnTo>
                  <a:pt x="4686" y="2354"/>
                </a:lnTo>
                <a:lnTo>
                  <a:pt x="5370" y="2354"/>
                </a:lnTo>
                <a:lnTo>
                  <a:pt x="5370" y="2354"/>
                </a:lnTo>
                <a:lnTo>
                  <a:pt x="5542" y="2354"/>
                </a:lnTo>
                <a:lnTo>
                  <a:pt x="5670" y="2332"/>
                </a:lnTo>
                <a:lnTo>
                  <a:pt x="5777" y="2290"/>
                </a:lnTo>
                <a:lnTo>
                  <a:pt x="5927" y="2225"/>
                </a:lnTo>
                <a:lnTo>
                  <a:pt x="5927" y="2225"/>
                </a:lnTo>
                <a:lnTo>
                  <a:pt x="6055" y="2161"/>
                </a:lnTo>
                <a:lnTo>
                  <a:pt x="6205" y="2140"/>
                </a:lnTo>
                <a:lnTo>
                  <a:pt x="6504" y="2118"/>
                </a:lnTo>
                <a:lnTo>
                  <a:pt x="6504" y="2118"/>
                </a:lnTo>
                <a:lnTo>
                  <a:pt x="7146" y="2076"/>
                </a:lnTo>
                <a:lnTo>
                  <a:pt x="7489" y="2076"/>
                </a:lnTo>
                <a:lnTo>
                  <a:pt x="7809" y="2097"/>
                </a:lnTo>
                <a:lnTo>
                  <a:pt x="7809" y="2097"/>
                </a:lnTo>
                <a:lnTo>
                  <a:pt x="7938" y="2140"/>
                </a:lnTo>
                <a:lnTo>
                  <a:pt x="8023" y="2183"/>
                </a:lnTo>
                <a:lnTo>
                  <a:pt x="8109" y="2268"/>
                </a:lnTo>
                <a:lnTo>
                  <a:pt x="8152" y="2375"/>
                </a:lnTo>
                <a:lnTo>
                  <a:pt x="8195" y="2482"/>
                </a:lnTo>
                <a:lnTo>
                  <a:pt x="8216" y="2610"/>
                </a:lnTo>
                <a:lnTo>
                  <a:pt x="8216" y="2846"/>
                </a:lnTo>
                <a:lnTo>
                  <a:pt x="8216" y="2846"/>
                </a:lnTo>
                <a:lnTo>
                  <a:pt x="8237" y="3488"/>
                </a:lnTo>
                <a:lnTo>
                  <a:pt x="8237" y="3787"/>
                </a:lnTo>
                <a:lnTo>
                  <a:pt x="8216" y="4108"/>
                </a:lnTo>
                <a:lnTo>
                  <a:pt x="8216" y="4108"/>
                </a:lnTo>
                <a:close/>
                <a:moveTo>
                  <a:pt x="3209" y="4557"/>
                </a:moveTo>
                <a:lnTo>
                  <a:pt x="3209" y="4557"/>
                </a:lnTo>
                <a:lnTo>
                  <a:pt x="3102" y="4515"/>
                </a:lnTo>
                <a:lnTo>
                  <a:pt x="2995" y="4472"/>
                </a:lnTo>
                <a:lnTo>
                  <a:pt x="2953" y="4450"/>
                </a:lnTo>
                <a:lnTo>
                  <a:pt x="2931" y="4429"/>
                </a:lnTo>
                <a:lnTo>
                  <a:pt x="2910" y="4386"/>
                </a:lnTo>
                <a:lnTo>
                  <a:pt x="2888" y="4322"/>
                </a:lnTo>
                <a:lnTo>
                  <a:pt x="2888" y="4322"/>
                </a:lnTo>
                <a:lnTo>
                  <a:pt x="2910" y="4194"/>
                </a:lnTo>
                <a:lnTo>
                  <a:pt x="2931" y="4044"/>
                </a:lnTo>
                <a:lnTo>
                  <a:pt x="2974" y="3787"/>
                </a:lnTo>
                <a:lnTo>
                  <a:pt x="2974" y="3637"/>
                </a:lnTo>
                <a:lnTo>
                  <a:pt x="2974" y="3509"/>
                </a:lnTo>
                <a:lnTo>
                  <a:pt x="2931" y="3381"/>
                </a:lnTo>
                <a:lnTo>
                  <a:pt x="2846" y="3274"/>
                </a:lnTo>
                <a:lnTo>
                  <a:pt x="2846" y="3274"/>
                </a:lnTo>
                <a:lnTo>
                  <a:pt x="2781" y="3231"/>
                </a:lnTo>
                <a:lnTo>
                  <a:pt x="2717" y="3188"/>
                </a:lnTo>
                <a:lnTo>
                  <a:pt x="2589" y="3145"/>
                </a:lnTo>
                <a:lnTo>
                  <a:pt x="2439" y="3167"/>
                </a:lnTo>
                <a:lnTo>
                  <a:pt x="2311" y="3210"/>
                </a:lnTo>
                <a:lnTo>
                  <a:pt x="2161" y="3274"/>
                </a:lnTo>
                <a:lnTo>
                  <a:pt x="2033" y="3359"/>
                </a:lnTo>
                <a:lnTo>
                  <a:pt x="1947" y="3466"/>
                </a:lnTo>
                <a:lnTo>
                  <a:pt x="1883" y="3595"/>
                </a:lnTo>
                <a:lnTo>
                  <a:pt x="1883" y="3595"/>
                </a:lnTo>
                <a:lnTo>
                  <a:pt x="1861" y="3702"/>
                </a:lnTo>
                <a:lnTo>
                  <a:pt x="1840" y="3830"/>
                </a:lnTo>
                <a:lnTo>
                  <a:pt x="1840" y="3958"/>
                </a:lnTo>
                <a:lnTo>
                  <a:pt x="1861" y="4065"/>
                </a:lnTo>
                <a:lnTo>
                  <a:pt x="1861" y="4065"/>
                </a:lnTo>
                <a:lnTo>
                  <a:pt x="1904" y="4172"/>
                </a:lnTo>
                <a:lnTo>
                  <a:pt x="1990" y="4279"/>
                </a:lnTo>
                <a:lnTo>
                  <a:pt x="2054" y="4408"/>
                </a:lnTo>
                <a:lnTo>
                  <a:pt x="2054" y="4450"/>
                </a:lnTo>
                <a:lnTo>
                  <a:pt x="2054" y="4515"/>
                </a:lnTo>
                <a:lnTo>
                  <a:pt x="2054" y="4515"/>
                </a:lnTo>
                <a:lnTo>
                  <a:pt x="2011" y="4557"/>
                </a:lnTo>
                <a:lnTo>
                  <a:pt x="1968" y="4600"/>
                </a:lnTo>
                <a:lnTo>
                  <a:pt x="1819" y="4664"/>
                </a:lnTo>
                <a:lnTo>
                  <a:pt x="1669" y="4729"/>
                </a:lnTo>
                <a:lnTo>
                  <a:pt x="1605" y="4771"/>
                </a:lnTo>
                <a:lnTo>
                  <a:pt x="1562" y="4814"/>
                </a:lnTo>
                <a:lnTo>
                  <a:pt x="1562" y="4814"/>
                </a:lnTo>
                <a:lnTo>
                  <a:pt x="1498" y="4943"/>
                </a:lnTo>
                <a:lnTo>
                  <a:pt x="1455" y="5071"/>
                </a:lnTo>
                <a:lnTo>
                  <a:pt x="1412" y="5371"/>
                </a:lnTo>
                <a:lnTo>
                  <a:pt x="1412" y="5371"/>
                </a:lnTo>
                <a:lnTo>
                  <a:pt x="1391" y="5520"/>
                </a:lnTo>
                <a:lnTo>
                  <a:pt x="1369" y="5691"/>
                </a:lnTo>
                <a:lnTo>
                  <a:pt x="1369" y="5863"/>
                </a:lnTo>
                <a:lnTo>
                  <a:pt x="1391" y="5927"/>
                </a:lnTo>
                <a:lnTo>
                  <a:pt x="1412" y="6012"/>
                </a:lnTo>
                <a:lnTo>
                  <a:pt x="1412" y="6012"/>
                </a:lnTo>
                <a:lnTo>
                  <a:pt x="1455" y="6055"/>
                </a:lnTo>
                <a:lnTo>
                  <a:pt x="1519" y="6098"/>
                </a:lnTo>
                <a:lnTo>
                  <a:pt x="1647" y="6162"/>
                </a:lnTo>
                <a:lnTo>
                  <a:pt x="1776" y="6184"/>
                </a:lnTo>
                <a:lnTo>
                  <a:pt x="1904" y="6184"/>
                </a:lnTo>
                <a:lnTo>
                  <a:pt x="1904" y="6184"/>
                </a:lnTo>
                <a:lnTo>
                  <a:pt x="2311" y="6162"/>
                </a:lnTo>
                <a:lnTo>
                  <a:pt x="2717" y="6119"/>
                </a:lnTo>
                <a:lnTo>
                  <a:pt x="2717" y="6119"/>
                </a:lnTo>
                <a:lnTo>
                  <a:pt x="3081" y="6098"/>
                </a:lnTo>
                <a:lnTo>
                  <a:pt x="3252" y="6055"/>
                </a:lnTo>
                <a:lnTo>
                  <a:pt x="3338" y="6034"/>
                </a:lnTo>
                <a:lnTo>
                  <a:pt x="3423" y="5991"/>
                </a:lnTo>
                <a:lnTo>
                  <a:pt x="3423" y="5991"/>
                </a:lnTo>
                <a:lnTo>
                  <a:pt x="3509" y="5905"/>
                </a:lnTo>
                <a:lnTo>
                  <a:pt x="3573" y="5777"/>
                </a:lnTo>
                <a:lnTo>
                  <a:pt x="3616" y="5649"/>
                </a:lnTo>
                <a:lnTo>
                  <a:pt x="3637" y="5499"/>
                </a:lnTo>
                <a:lnTo>
                  <a:pt x="3659" y="5349"/>
                </a:lnTo>
                <a:lnTo>
                  <a:pt x="3637" y="5199"/>
                </a:lnTo>
                <a:lnTo>
                  <a:pt x="3616" y="5071"/>
                </a:lnTo>
                <a:lnTo>
                  <a:pt x="3573" y="4943"/>
                </a:lnTo>
                <a:lnTo>
                  <a:pt x="3573" y="4943"/>
                </a:lnTo>
                <a:lnTo>
                  <a:pt x="3509" y="4836"/>
                </a:lnTo>
                <a:lnTo>
                  <a:pt x="3423" y="4729"/>
                </a:lnTo>
                <a:lnTo>
                  <a:pt x="3338" y="4643"/>
                </a:lnTo>
                <a:lnTo>
                  <a:pt x="3209" y="4557"/>
                </a:lnTo>
                <a:lnTo>
                  <a:pt x="3209" y="4557"/>
                </a:lnTo>
                <a:close/>
                <a:moveTo>
                  <a:pt x="3167" y="5349"/>
                </a:moveTo>
                <a:lnTo>
                  <a:pt x="3167" y="5349"/>
                </a:lnTo>
                <a:lnTo>
                  <a:pt x="3167" y="5477"/>
                </a:lnTo>
                <a:lnTo>
                  <a:pt x="3167" y="5542"/>
                </a:lnTo>
                <a:lnTo>
                  <a:pt x="3102" y="5606"/>
                </a:lnTo>
                <a:lnTo>
                  <a:pt x="2995" y="5649"/>
                </a:lnTo>
                <a:lnTo>
                  <a:pt x="2995" y="5649"/>
                </a:lnTo>
                <a:lnTo>
                  <a:pt x="2846" y="5691"/>
                </a:lnTo>
                <a:lnTo>
                  <a:pt x="2781" y="5691"/>
                </a:lnTo>
                <a:lnTo>
                  <a:pt x="2739" y="5691"/>
                </a:lnTo>
                <a:lnTo>
                  <a:pt x="2696" y="5649"/>
                </a:lnTo>
                <a:lnTo>
                  <a:pt x="2674" y="5627"/>
                </a:lnTo>
                <a:lnTo>
                  <a:pt x="2632" y="5477"/>
                </a:lnTo>
                <a:lnTo>
                  <a:pt x="2632" y="5477"/>
                </a:lnTo>
                <a:lnTo>
                  <a:pt x="2589" y="5221"/>
                </a:lnTo>
                <a:lnTo>
                  <a:pt x="2568" y="5092"/>
                </a:lnTo>
                <a:lnTo>
                  <a:pt x="2525" y="4985"/>
                </a:lnTo>
                <a:lnTo>
                  <a:pt x="2525" y="4985"/>
                </a:lnTo>
                <a:lnTo>
                  <a:pt x="2525" y="4921"/>
                </a:lnTo>
                <a:lnTo>
                  <a:pt x="2525" y="4857"/>
                </a:lnTo>
                <a:lnTo>
                  <a:pt x="2503" y="4814"/>
                </a:lnTo>
                <a:lnTo>
                  <a:pt x="2439" y="4793"/>
                </a:lnTo>
                <a:lnTo>
                  <a:pt x="2439" y="4793"/>
                </a:lnTo>
                <a:lnTo>
                  <a:pt x="2375" y="4793"/>
                </a:lnTo>
                <a:lnTo>
                  <a:pt x="2311" y="4814"/>
                </a:lnTo>
                <a:lnTo>
                  <a:pt x="2289" y="4878"/>
                </a:lnTo>
                <a:lnTo>
                  <a:pt x="2268" y="4943"/>
                </a:lnTo>
                <a:lnTo>
                  <a:pt x="2268" y="4943"/>
                </a:lnTo>
                <a:lnTo>
                  <a:pt x="2289" y="4985"/>
                </a:lnTo>
                <a:lnTo>
                  <a:pt x="2311" y="5028"/>
                </a:lnTo>
                <a:lnTo>
                  <a:pt x="2332" y="5114"/>
                </a:lnTo>
                <a:lnTo>
                  <a:pt x="2332" y="5114"/>
                </a:lnTo>
                <a:lnTo>
                  <a:pt x="2332" y="5242"/>
                </a:lnTo>
                <a:lnTo>
                  <a:pt x="2311" y="5371"/>
                </a:lnTo>
                <a:lnTo>
                  <a:pt x="2311" y="5371"/>
                </a:lnTo>
                <a:lnTo>
                  <a:pt x="2311" y="5520"/>
                </a:lnTo>
                <a:lnTo>
                  <a:pt x="2289" y="5649"/>
                </a:lnTo>
                <a:lnTo>
                  <a:pt x="2268" y="5691"/>
                </a:lnTo>
                <a:lnTo>
                  <a:pt x="2225" y="5734"/>
                </a:lnTo>
                <a:lnTo>
                  <a:pt x="2161" y="5756"/>
                </a:lnTo>
                <a:lnTo>
                  <a:pt x="2097" y="5777"/>
                </a:lnTo>
                <a:lnTo>
                  <a:pt x="2097" y="5777"/>
                </a:lnTo>
                <a:lnTo>
                  <a:pt x="1968" y="5777"/>
                </a:lnTo>
                <a:lnTo>
                  <a:pt x="1926" y="5756"/>
                </a:lnTo>
                <a:lnTo>
                  <a:pt x="1904" y="5713"/>
                </a:lnTo>
                <a:lnTo>
                  <a:pt x="1861" y="5627"/>
                </a:lnTo>
                <a:lnTo>
                  <a:pt x="1861" y="5627"/>
                </a:lnTo>
                <a:lnTo>
                  <a:pt x="1840" y="5499"/>
                </a:lnTo>
                <a:lnTo>
                  <a:pt x="1819" y="5328"/>
                </a:lnTo>
                <a:lnTo>
                  <a:pt x="1819" y="5157"/>
                </a:lnTo>
                <a:lnTo>
                  <a:pt x="1840" y="5050"/>
                </a:lnTo>
                <a:lnTo>
                  <a:pt x="1840" y="5050"/>
                </a:lnTo>
                <a:lnTo>
                  <a:pt x="1861" y="4985"/>
                </a:lnTo>
                <a:lnTo>
                  <a:pt x="1904" y="4964"/>
                </a:lnTo>
                <a:lnTo>
                  <a:pt x="2011" y="4900"/>
                </a:lnTo>
                <a:lnTo>
                  <a:pt x="2118" y="4836"/>
                </a:lnTo>
                <a:lnTo>
                  <a:pt x="2204" y="4771"/>
                </a:lnTo>
                <a:lnTo>
                  <a:pt x="2204" y="4771"/>
                </a:lnTo>
                <a:lnTo>
                  <a:pt x="2247" y="4707"/>
                </a:lnTo>
                <a:lnTo>
                  <a:pt x="2268" y="4643"/>
                </a:lnTo>
                <a:lnTo>
                  <a:pt x="2289" y="4515"/>
                </a:lnTo>
                <a:lnTo>
                  <a:pt x="2268" y="4386"/>
                </a:lnTo>
                <a:lnTo>
                  <a:pt x="2225" y="4237"/>
                </a:lnTo>
                <a:lnTo>
                  <a:pt x="2225" y="4237"/>
                </a:lnTo>
                <a:lnTo>
                  <a:pt x="2204" y="4108"/>
                </a:lnTo>
                <a:lnTo>
                  <a:pt x="2182" y="3980"/>
                </a:lnTo>
                <a:lnTo>
                  <a:pt x="2182" y="3830"/>
                </a:lnTo>
                <a:lnTo>
                  <a:pt x="2204" y="3766"/>
                </a:lnTo>
                <a:lnTo>
                  <a:pt x="2225" y="3702"/>
                </a:lnTo>
                <a:lnTo>
                  <a:pt x="2225" y="3702"/>
                </a:lnTo>
                <a:lnTo>
                  <a:pt x="2311" y="3616"/>
                </a:lnTo>
                <a:lnTo>
                  <a:pt x="2418" y="3573"/>
                </a:lnTo>
                <a:lnTo>
                  <a:pt x="2461" y="3573"/>
                </a:lnTo>
                <a:lnTo>
                  <a:pt x="2503" y="3595"/>
                </a:lnTo>
                <a:lnTo>
                  <a:pt x="2546" y="3616"/>
                </a:lnTo>
                <a:lnTo>
                  <a:pt x="2568" y="3680"/>
                </a:lnTo>
                <a:lnTo>
                  <a:pt x="2568" y="3680"/>
                </a:lnTo>
                <a:lnTo>
                  <a:pt x="2589" y="3744"/>
                </a:lnTo>
                <a:lnTo>
                  <a:pt x="2589" y="3809"/>
                </a:lnTo>
                <a:lnTo>
                  <a:pt x="2568" y="3958"/>
                </a:lnTo>
                <a:lnTo>
                  <a:pt x="2503" y="4237"/>
                </a:lnTo>
                <a:lnTo>
                  <a:pt x="2503" y="4237"/>
                </a:lnTo>
                <a:lnTo>
                  <a:pt x="2461" y="4386"/>
                </a:lnTo>
                <a:lnTo>
                  <a:pt x="2461" y="4493"/>
                </a:lnTo>
                <a:lnTo>
                  <a:pt x="2503" y="4557"/>
                </a:lnTo>
                <a:lnTo>
                  <a:pt x="2610" y="4664"/>
                </a:lnTo>
                <a:lnTo>
                  <a:pt x="2610" y="4664"/>
                </a:lnTo>
                <a:lnTo>
                  <a:pt x="2739" y="4729"/>
                </a:lnTo>
                <a:lnTo>
                  <a:pt x="2867" y="4793"/>
                </a:lnTo>
                <a:lnTo>
                  <a:pt x="2995" y="4878"/>
                </a:lnTo>
                <a:lnTo>
                  <a:pt x="3102" y="4964"/>
                </a:lnTo>
                <a:lnTo>
                  <a:pt x="3102" y="4964"/>
                </a:lnTo>
                <a:lnTo>
                  <a:pt x="3124" y="5028"/>
                </a:lnTo>
                <a:lnTo>
                  <a:pt x="3167" y="5157"/>
                </a:lnTo>
                <a:lnTo>
                  <a:pt x="3188" y="5285"/>
                </a:lnTo>
                <a:lnTo>
                  <a:pt x="3188" y="5328"/>
                </a:lnTo>
                <a:lnTo>
                  <a:pt x="3167" y="5349"/>
                </a:lnTo>
                <a:lnTo>
                  <a:pt x="3167" y="5349"/>
                </a:lnTo>
                <a:close/>
                <a:moveTo>
                  <a:pt x="4279" y="3787"/>
                </a:moveTo>
                <a:lnTo>
                  <a:pt x="4279" y="3787"/>
                </a:lnTo>
                <a:lnTo>
                  <a:pt x="4322" y="3744"/>
                </a:lnTo>
                <a:lnTo>
                  <a:pt x="4365" y="3702"/>
                </a:lnTo>
                <a:lnTo>
                  <a:pt x="4429" y="3595"/>
                </a:lnTo>
                <a:lnTo>
                  <a:pt x="4450" y="3552"/>
                </a:lnTo>
                <a:lnTo>
                  <a:pt x="4493" y="3530"/>
                </a:lnTo>
                <a:lnTo>
                  <a:pt x="4557" y="3530"/>
                </a:lnTo>
                <a:lnTo>
                  <a:pt x="4621" y="3573"/>
                </a:lnTo>
                <a:lnTo>
                  <a:pt x="4621" y="3573"/>
                </a:lnTo>
                <a:lnTo>
                  <a:pt x="4686" y="3616"/>
                </a:lnTo>
                <a:lnTo>
                  <a:pt x="4728" y="3680"/>
                </a:lnTo>
                <a:lnTo>
                  <a:pt x="4814" y="3809"/>
                </a:lnTo>
                <a:lnTo>
                  <a:pt x="4857" y="3873"/>
                </a:lnTo>
                <a:lnTo>
                  <a:pt x="4921" y="3894"/>
                </a:lnTo>
                <a:lnTo>
                  <a:pt x="5007" y="3916"/>
                </a:lnTo>
                <a:lnTo>
                  <a:pt x="5114" y="3894"/>
                </a:lnTo>
                <a:lnTo>
                  <a:pt x="5114" y="3894"/>
                </a:lnTo>
                <a:lnTo>
                  <a:pt x="5199" y="3851"/>
                </a:lnTo>
                <a:lnTo>
                  <a:pt x="5242" y="3809"/>
                </a:lnTo>
                <a:lnTo>
                  <a:pt x="5349" y="3702"/>
                </a:lnTo>
                <a:lnTo>
                  <a:pt x="5456" y="3637"/>
                </a:lnTo>
                <a:lnTo>
                  <a:pt x="5499" y="3616"/>
                </a:lnTo>
                <a:lnTo>
                  <a:pt x="5563" y="3637"/>
                </a:lnTo>
                <a:lnTo>
                  <a:pt x="5563" y="3637"/>
                </a:lnTo>
                <a:lnTo>
                  <a:pt x="5606" y="3680"/>
                </a:lnTo>
                <a:lnTo>
                  <a:pt x="5670" y="3766"/>
                </a:lnTo>
                <a:lnTo>
                  <a:pt x="5713" y="3851"/>
                </a:lnTo>
                <a:lnTo>
                  <a:pt x="5777" y="3916"/>
                </a:lnTo>
                <a:lnTo>
                  <a:pt x="5777" y="3916"/>
                </a:lnTo>
                <a:lnTo>
                  <a:pt x="5841" y="3958"/>
                </a:lnTo>
                <a:lnTo>
                  <a:pt x="5905" y="4001"/>
                </a:lnTo>
                <a:lnTo>
                  <a:pt x="5969" y="4023"/>
                </a:lnTo>
                <a:lnTo>
                  <a:pt x="6055" y="4023"/>
                </a:lnTo>
                <a:lnTo>
                  <a:pt x="6055" y="4023"/>
                </a:lnTo>
                <a:lnTo>
                  <a:pt x="6119" y="3980"/>
                </a:lnTo>
                <a:lnTo>
                  <a:pt x="6162" y="3937"/>
                </a:lnTo>
                <a:lnTo>
                  <a:pt x="6248" y="3809"/>
                </a:lnTo>
                <a:lnTo>
                  <a:pt x="6333" y="3702"/>
                </a:lnTo>
                <a:lnTo>
                  <a:pt x="6376" y="3637"/>
                </a:lnTo>
                <a:lnTo>
                  <a:pt x="6419" y="3616"/>
                </a:lnTo>
                <a:lnTo>
                  <a:pt x="6419" y="3616"/>
                </a:lnTo>
                <a:lnTo>
                  <a:pt x="6483" y="3595"/>
                </a:lnTo>
                <a:lnTo>
                  <a:pt x="6547" y="3616"/>
                </a:lnTo>
                <a:lnTo>
                  <a:pt x="6697" y="3723"/>
                </a:lnTo>
                <a:lnTo>
                  <a:pt x="6847" y="3830"/>
                </a:lnTo>
                <a:lnTo>
                  <a:pt x="6911" y="3873"/>
                </a:lnTo>
                <a:lnTo>
                  <a:pt x="6996" y="3873"/>
                </a:lnTo>
                <a:lnTo>
                  <a:pt x="6996" y="3873"/>
                </a:lnTo>
                <a:lnTo>
                  <a:pt x="7103" y="3873"/>
                </a:lnTo>
                <a:lnTo>
                  <a:pt x="7168" y="3851"/>
                </a:lnTo>
                <a:lnTo>
                  <a:pt x="7210" y="3809"/>
                </a:lnTo>
                <a:lnTo>
                  <a:pt x="7253" y="3766"/>
                </a:lnTo>
                <a:lnTo>
                  <a:pt x="7339" y="3637"/>
                </a:lnTo>
                <a:lnTo>
                  <a:pt x="7424" y="3509"/>
                </a:lnTo>
                <a:lnTo>
                  <a:pt x="7424" y="3509"/>
                </a:lnTo>
                <a:lnTo>
                  <a:pt x="7510" y="3423"/>
                </a:lnTo>
                <a:lnTo>
                  <a:pt x="7574" y="3317"/>
                </a:lnTo>
                <a:lnTo>
                  <a:pt x="7595" y="3274"/>
                </a:lnTo>
                <a:lnTo>
                  <a:pt x="7595" y="3210"/>
                </a:lnTo>
                <a:lnTo>
                  <a:pt x="7574" y="3167"/>
                </a:lnTo>
                <a:lnTo>
                  <a:pt x="7489" y="3103"/>
                </a:lnTo>
                <a:lnTo>
                  <a:pt x="7489" y="3103"/>
                </a:lnTo>
                <a:lnTo>
                  <a:pt x="7403" y="3081"/>
                </a:lnTo>
                <a:lnTo>
                  <a:pt x="7339" y="3103"/>
                </a:lnTo>
                <a:lnTo>
                  <a:pt x="7275" y="3124"/>
                </a:lnTo>
                <a:lnTo>
                  <a:pt x="7232" y="3167"/>
                </a:lnTo>
                <a:lnTo>
                  <a:pt x="7125" y="3295"/>
                </a:lnTo>
                <a:lnTo>
                  <a:pt x="7082" y="3338"/>
                </a:lnTo>
                <a:lnTo>
                  <a:pt x="7018" y="3359"/>
                </a:lnTo>
                <a:lnTo>
                  <a:pt x="7018" y="3359"/>
                </a:lnTo>
                <a:lnTo>
                  <a:pt x="6975" y="3359"/>
                </a:lnTo>
                <a:lnTo>
                  <a:pt x="6911" y="3338"/>
                </a:lnTo>
                <a:lnTo>
                  <a:pt x="6825" y="3252"/>
                </a:lnTo>
                <a:lnTo>
                  <a:pt x="6740" y="3167"/>
                </a:lnTo>
                <a:lnTo>
                  <a:pt x="6697" y="3145"/>
                </a:lnTo>
                <a:lnTo>
                  <a:pt x="6633" y="3124"/>
                </a:lnTo>
                <a:lnTo>
                  <a:pt x="6633" y="3124"/>
                </a:lnTo>
                <a:lnTo>
                  <a:pt x="6547" y="3103"/>
                </a:lnTo>
                <a:lnTo>
                  <a:pt x="6462" y="3124"/>
                </a:lnTo>
                <a:lnTo>
                  <a:pt x="6376" y="3167"/>
                </a:lnTo>
                <a:lnTo>
                  <a:pt x="6312" y="3210"/>
                </a:lnTo>
                <a:lnTo>
                  <a:pt x="6183" y="3317"/>
                </a:lnTo>
                <a:lnTo>
                  <a:pt x="6119" y="3359"/>
                </a:lnTo>
                <a:lnTo>
                  <a:pt x="6055" y="3381"/>
                </a:lnTo>
                <a:lnTo>
                  <a:pt x="6055" y="3381"/>
                </a:lnTo>
                <a:lnTo>
                  <a:pt x="5991" y="3359"/>
                </a:lnTo>
                <a:lnTo>
                  <a:pt x="5948" y="3338"/>
                </a:lnTo>
                <a:lnTo>
                  <a:pt x="5841" y="3252"/>
                </a:lnTo>
                <a:lnTo>
                  <a:pt x="5755" y="3145"/>
                </a:lnTo>
                <a:lnTo>
                  <a:pt x="5691" y="3124"/>
                </a:lnTo>
                <a:lnTo>
                  <a:pt x="5627" y="3103"/>
                </a:lnTo>
                <a:lnTo>
                  <a:pt x="5627" y="3103"/>
                </a:lnTo>
                <a:lnTo>
                  <a:pt x="5542" y="3103"/>
                </a:lnTo>
                <a:lnTo>
                  <a:pt x="5456" y="3124"/>
                </a:lnTo>
                <a:lnTo>
                  <a:pt x="5392" y="3167"/>
                </a:lnTo>
                <a:lnTo>
                  <a:pt x="5328" y="3231"/>
                </a:lnTo>
                <a:lnTo>
                  <a:pt x="5199" y="3359"/>
                </a:lnTo>
                <a:lnTo>
                  <a:pt x="5135" y="3423"/>
                </a:lnTo>
                <a:lnTo>
                  <a:pt x="5071" y="3466"/>
                </a:lnTo>
                <a:lnTo>
                  <a:pt x="5071" y="3466"/>
                </a:lnTo>
                <a:lnTo>
                  <a:pt x="5007" y="3466"/>
                </a:lnTo>
                <a:lnTo>
                  <a:pt x="4964" y="3466"/>
                </a:lnTo>
                <a:lnTo>
                  <a:pt x="4921" y="3423"/>
                </a:lnTo>
                <a:lnTo>
                  <a:pt x="4878" y="3381"/>
                </a:lnTo>
                <a:lnTo>
                  <a:pt x="4793" y="3295"/>
                </a:lnTo>
                <a:lnTo>
                  <a:pt x="4728" y="3252"/>
                </a:lnTo>
                <a:lnTo>
                  <a:pt x="4664" y="3210"/>
                </a:lnTo>
                <a:lnTo>
                  <a:pt x="4664" y="3210"/>
                </a:lnTo>
                <a:lnTo>
                  <a:pt x="4600" y="3188"/>
                </a:lnTo>
                <a:lnTo>
                  <a:pt x="4515" y="3188"/>
                </a:lnTo>
                <a:lnTo>
                  <a:pt x="4429" y="3210"/>
                </a:lnTo>
                <a:lnTo>
                  <a:pt x="4365" y="3231"/>
                </a:lnTo>
                <a:lnTo>
                  <a:pt x="4236" y="3338"/>
                </a:lnTo>
                <a:lnTo>
                  <a:pt x="4151" y="3466"/>
                </a:lnTo>
                <a:lnTo>
                  <a:pt x="4151" y="3466"/>
                </a:lnTo>
                <a:lnTo>
                  <a:pt x="4087" y="3595"/>
                </a:lnTo>
                <a:lnTo>
                  <a:pt x="4087" y="3659"/>
                </a:lnTo>
                <a:lnTo>
                  <a:pt x="4087" y="3723"/>
                </a:lnTo>
                <a:lnTo>
                  <a:pt x="4087" y="3787"/>
                </a:lnTo>
                <a:lnTo>
                  <a:pt x="4129" y="3830"/>
                </a:lnTo>
                <a:lnTo>
                  <a:pt x="4194" y="3830"/>
                </a:lnTo>
                <a:lnTo>
                  <a:pt x="4279" y="3787"/>
                </a:lnTo>
                <a:lnTo>
                  <a:pt x="4279" y="3787"/>
                </a:lnTo>
                <a:close/>
                <a:moveTo>
                  <a:pt x="4921" y="4643"/>
                </a:moveTo>
                <a:lnTo>
                  <a:pt x="4921" y="4643"/>
                </a:lnTo>
                <a:lnTo>
                  <a:pt x="6996" y="4557"/>
                </a:lnTo>
                <a:lnTo>
                  <a:pt x="6996" y="4557"/>
                </a:lnTo>
                <a:lnTo>
                  <a:pt x="7168" y="4557"/>
                </a:lnTo>
                <a:lnTo>
                  <a:pt x="7424" y="4536"/>
                </a:lnTo>
                <a:lnTo>
                  <a:pt x="7553" y="4493"/>
                </a:lnTo>
                <a:lnTo>
                  <a:pt x="7638" y="4450"/>
                </a:lnTo>
                <a:lnTo>
                  <a:pt x="7660" y="4429"/>
                </a:lnTo>
                <a:lnTo>
                  <a:pt x="7681" y="4386"/>
                </a:lnTo>
                <a:lnTo>
                  <a:pt x="7681" y="4344"/>
                </a:lnTo>
                <a:lnTo>
                  <a:pt x="7660" y="4279"/>
                </a:lnTo>
                <a:lnTo>
                  <a:pt x="7660" y="4279"/>
                </a:lnTo>
                <a:lnTo>
                  <a:pt x="7638" y="4237"/>
                </a:lnTo>
                <a:lnTo>
                  <a:pt x="7595" y="4215"/>
                </a:lnTo>
                <a:lnTo>
                  <a:pt x="7510" y="4172"/>
                </a:lnTo>
                <a:lnTo>
                  <a:pt x="7403" y="4151"/>
                </a:lnTo>
                <a:lnTo>
                  <a:pt x="7253" y="4151"/>
                </a:lnTo>
                <a:lnTo>
                  <a:pt x="6996" y="4194"/>
                </a:lnTo>
                <a:lnTo>
                  <a:pt x="6804" y="4215"/>
                </a:lnTo>
                <a:lnTo>
                  <a:pt x="6804" y="4215"/>
                </a:lnTo>
                <a:lnTo>
                  <a:pt x="5734" y="4258"/>
                </a:lnTo>
                <a:lnTo>
                  <a:pt x="4664" y="4301"/>
                </a:lnTo>
                <a:lnTo>
                  <a:pt x="4664" y="4301"/>
                </a:lnTo>
                <a:lnTo>
                  <a:pt x="4515" y="4301"/>
                </a:lnTo>
                <a:lnTo>
                  <a:pt x="4279" y="4322"/>
                </a:lnTo>
                <a:lnTo>
                  <a:pt x="4172" y="4344"/>
                </a:lnTo>
                <a:lnTo>
                  <a:pt x="4087" y="4386"/>
                </a:lnTo>
                <a:lnTo>
                  <a:pt x="4065" y="4408"/>
                </a:lnTo>
                <a:lnTo>
                  <a:pt x="4044" y="4450"/>
                </a:lnTo>
                <a:lnTo>
                  <a:pt x="4044" y="4493"/>
                </a:lnTo>
                <a:lnTo>
                  <a:pt x="4065" y="4536"/>
                </a:lnTo>
                <a:lnTo>
                  <a:pt x="4065" y="4536"/>
                </a:lnTo>
                <a:lnTo>
                  <a:pt x="4108" y="4600"/>
                </a:lnTo>
                <a:lnTo>
                  <a:pt x="4215" y="4643"/>
                </a:lnTo>
                <a:lnTo>
                  <a:pt x="4322" y="4664"/>
                </a:lnTo>
                <a:lnTo>
                  <a:pt x="4450" y="4664"/>
                </a:lnTo>
                <a:lnTo>
                  <a:pt x="4728" y="4643"/>
                </a:lnTo>
                <a:lnTo>
                  <a:pt x="4921" y="4643"/>
                </a:lnTo>
                <a:lnTo>
                  <a:pt x="4921" y="4643"/>
                </a:lnTo>
                <a:close/>
                <a:moveTo>
                  <a:pt x="6419" y="5477"/>
                </a:moveTo>
                <a:lnTo>
                  <a:pt x="6419" y="5477"/>
                </a:lnTo>
                <a:lnTo>
                  <a:pt x="6141" y="5456"/>
                </a:lnTo>
                <a:lnTo>
                  <a:pt x="5884" y="5477"/>
                </a:lnTo>
                <a:lnTo>
                  <a:pt x="5349" y="5499"/>
                </a:lnTo>
                <a:lnTo>
                  <a:pt x="5349" y="5499"/>
                </a:lnTo>
                <a:lnTo>
                  <a:pt x="4878" y="5520"/>
                </a:lnTo>
                <a:lnTo>
                  <a:pt x="4643" y="5542"/>
                </a:lnTo>
                <a:lnTo>
                  <a:pt x="4408" y="5606"/>
                </a:lnTo>
                <a:lnTo>
                  <a:pt x="4408" y="5606"/>
                </a:lnTo>
                <a:lnTo>
                  <a:pt x="4279" y="5649"/>
                </a:lnTo>
                <a:lnTo>
                  <a:pt x="4194" y="5713"/>
                </a:lnTo>
                <a:lnTo>
                  <a:pt x="4172" y="5756"/>
                </a:lnTo>
                <a:lnTo>
                  <a:pt x="4172" y="5798"/>
                </a:lnTo>
                <a:lnTo>
                  <a:pt x="4194" y="5841"/>
                </a:lnTo>
                <a:lnTo>
                  <a:pt x="4258" y="5884"/>
                </a:lnTo>
                <a:lnTo>
                  <a:pt x="4258" y="5884"/>
                </a:lnTo>
                <a:lnTo>
                  <a:pt x="4343" y="5905"/>
                </a:lnTo>
                <a:lnTo>
                  <a:pt x="4472" y="5884"/>
                </a:lnTo>
                <a:lnTo>
                  <a:pt x="4707" y="5841"/>
                </a:lnTo>
                <a:lnTo>
                  <a:pt x="4707" y="5841"/>
                </a:lnTo>
                <a:lnTo>
                  <a:pt x="4985" y="5841"/>
                </a:lnTo>
                <a:lnTo>
                  <a:pt x="5263" y="5820"/>
                </a:lnTo>
                <a:lnTo>
                  <a:pt x="5263" y="5820"/>
                </a:lnTo>
                <a:lnTo>
                  <a:pt x="6162" y="5798"/>
                </a:lnTo>
                <a:lnTo>
                  <a:pt x="7061" y="5777"/>
                </a:lnTo>
                <a:lnTo>
                  <a:pt x="7061" y="5777"/>
                </a:lnTo>
                <a:lnTo>
                  <a:pt x="7210" y="5777"/>
                </a:lnTo>
                <a:lnTo>
                  <a:pt x="7382" y="5734"/>
                </a:lnTo>
                <a:lnTo>
                  <a:pt x="7446" y="5691"/>
                </a:lnTo>
                <a:lnTo>
                  <a:pt x="7489" y="5649"/>
                </a:lnTo>
                <a:lnTo>
                  <a:pt x="7489" y="5584"/>
                </a:lnTo>
                <a:lnTo>
                  <a:pt x="7403" y="5499"/>
                </a:lnTo>
                <a:lnTo>
                  <a:pt x="7403" y="5499"/>
                </a:lnTo>
                <a:lnTo>
                  <a:pt x="7339" y="5456"/>
                </a:lnTo>
                <a:lnTo>
                  <a:pt x="7210" y="5413"/>
                </a:lnTo>
                <a:lnTo>
                  <a:pt x="7082" y="5413"/>
                </a:lnTo>
                <a:lnTo>
                  <a:pt x="6932" y="5413"/>
                </a:lnTo>
                <a:lnTo>
                  <a:pt x="6419" y="5477"/>
                </a:lnTo>
                <a:lnTo>
                  <a:pt x="6419" y="5477"/>
                </a:lnTo>
                <a:close/>
                <a:moveTo>
                  <a:pt x="6911" y="4857"/>
                </a:moveTo>
                <a:lnTo>
                  <a:pt x="6911" y="4857"/>
                </a:lnTo>
                <a:lnTo>
                  <a:pt x="5884" y="4921"/>
                </a:lnTo>
                <a:lnTo>
                  <a:pt x="5370" y="4964"/>
                </a:lnTo>
                <a:lnTo>
                  <a:pt x="4835" y="4985"/>
                </a:lnTo>
                <a:lnTo>
                  <a:pt x="4835" y="4985"/>
                </a:lnTo>
                <a:lnTo>
                  <a:pt x="4707" y="4985"/>
                </a:lnTo>
                <a:lnTo>
                  <a:pt x="4515" y="4985"/>
                </a:lnTo>
                <a:lnTo>
                  <a:pt x="4408" y="5007"/>
                </a:lnTo>
                <a:lnTo>
                  <a:pt x="4322" y="5028"/>
                </a:lnTo>
                <a:lnTo>
                  <a:pt x="4258" y="5071"/>
                </a:lnTo>
                <a:lnTo>
                  <a:pt x="4258" y="5092"/>
                </a:lnTo>
                <a:lnTo>
                  <a:pt x="4258" y="5135"/>
                </a:lnTo>
                <a:lnTo>
                  <a:pt x="4258" y="5135"/>
                </a:lnTo>
                <a:lnTo>
                  <a:pt x="4258" y="5157"/>
                </a:lnTo>
                <a:lnTo>
                  <a:pt x="4301" y="5178"/>
                </a:lnTo>
                <a:lnTo>
                  <a:pt x="4386" y="5199"/>
                </a:lnTo>
                <a:lnTo>
                  <a:pt x="4664" y="5221"/>
                </a:lnTo>
                <a:lnTo>
                  <a:pt x="5156" y="5199"/>
                </a:lnTo>
                <a:lnTo>
                  <a:pt x="5156" y="5199"/>
                </a:lnTo>
                <a:lnTo>
                  <a:pt x="5413" y="5199"/>
                </a:lnTo>
                <a:lnTo>
                  <a:pt x="6012" y="5178"/>
                </a:lnTo>
                <a:lnTo>
                  <a:pt x="7018" y="5135"/>
                </a:lnTo>
                <a:lnTo>
                  <a:pt x="7018" y="5135"/>
                </a:lnTo>
                <a:lnTo>
                  <a:pt x="7189" y="5135"/>
                </a:lnTo>
                <a:lnTo>
                  <a:pt x="7467" y="5135"/>
                </a:lnTo>
                <a:lnTo>
                  <a:pt x="7595" y="5114"/>
                </a:lnTo>
                <a:lnTo>
                  <a:pt x="7681" y="5071"/>
                </a:lnTo>
                <a:lnTo>
                  <a:pt x="7724" y="5050"/>
                </a:lnTo>
                <a:lnTo>
                  <a:pt x="7724" y="5007"/>
                </a:lnTo>
                <a:lnTo>
                  <a:pt x="7745" y="4985"/>
                </a:lnTo>
                <a:lnTo>
                  <a:pt x="7724" y="4943"/>
                </a:lnTo>
                <a:lnTo>
                  <a:pt x="7724" y="4943"/>
                </a:lnTo>
                <a:lnTo>
                  <a:pt x="7660" y="4878"/>
                </a:lnTo>
                <a:lnTo>
                  <a:pt x="7574" y="4836"/>
                </a:lnTo>
                <a:lnTo>
                  <a:pt x="7467" y="4814"/>
                </a:lnTo>
                <a:lnTo>
                  <a:pt x="7339" y="4814"/>
                </a:lnTo>
                <a:lnTo>
                  <a:pt x="7082" y="4836"/>
                </a:lnTo>
                <a:lnTo>
                  <a:pt x="6911" y="4857"/>
                </a:lnTo>
                <a:lnTo>
                  <a:pt x="6911" y="4857"/>
                </a:lnTo>
                <a:close/>
                <a:moveTo>
                  <a:pt x="6697" y="6141"/>
                </a:moveTo>
                <a:lnTo>
                  <a:pt x="6697" y="6141"/>
                </a:lnTo>
                <a:lnTo>
                  <a:pt x="6526" y="6184"/>
                </a:lnTo>
                <a:lnTo>
                  <a:pt x="6376" y="6269"/>
                </a:lnTo>
                <a:lnTo>
                  <a:pt x="6312" y="6312"/>
                </a:lnTo>
                <a:lnTo>
                  <a:pt x="6269" y="6376"/>
                </a:lnTo>
                <a:lnTo>
                  <a:pt x="6226" y="6462"/>
                </a:lnTo>
                <a:lnTo>
                  <a:pt x="6226" y="6547"/>
                </a:lnTo>
                <a:lnTo>
                  <a:pt x="6226" y="6547"/>
                </a:lnTo>
                <a:lnTo>
                  <a:pt x="6226" y="6611"/>
                </a:lnTo>
                <a:lnTo>
                  <a:pt x="6248" y="6697"/>
                </a:lnTo>
                <a:lnTo>
                  <a:pt x="6290" y="6740"/>
                </a:lnTo>
                <a:lnTo>
                  <a:pt x="6355" y="6783"/>
                </a:lnTo>
                <a:lnTo>
                  <a:pt x="6483" y="6847"/>
                </a:lnTo>
                <a:lnTo>
                  <a:pt x="6633" y="6868"/>
                </a:lnTo>
                <a:lnTo>
                  <a:pt x="6633" y="6868"/>
                </a:lnTo>
                <a:lnTo>
                  <a:pt x="6740" y="6847"/>
                </a:lnTo>
                <a:lnTo>
                  <a:pt x="6825" y="6825"/>
                </a:lnTo>
                <a:lnTo>
                  <a:pt x="6889" y="6804"/>
                </a:lnTo>
                <a:lnTo>
                  <a:pt x="6954" y="6761"/>
                </a:lnTo>
                <a:lnTo>
                  <a:pt x="7018" y="6697"/>
                </a:lnTo>
                <a:lnTo>
                  <a:pt x="7039" y="6654"/>
                </a:lnTo>
                <a:lnTo>
                  <a:pt x="7082" y="6590"/>
                </a:lnTo>
                <a:lnTo>
                  <a:pt x="7082" y="6526"/>
                </a:lnTo>
                <a:lnTo>
                  <a:pt x="7082" y="6462"/>
                </a:lnTo>
                <a:lnTo>
                  <a:pt x="7082" y="6397"/>
                </a:lnTo>
                <a:lnTo>
                  <a:pt x="7061" y="6333"/>
                </a:lnTo>
                <a:lnTo>
                  <a:pt x="7018" y="6291"/>
                </a:lnTo>
                <a:lnTo>
                  <a:pt x="6954" y="6248"/>
                </a:lnTo>
                <a:lnTo>
                  <a:pt x="6889" y="6205"/>
                </a:lnTo>
                <a:lnTo>
                  <a:pt x="6804" y="6162"/>
                </a:lnTo>
                <a:lnTo>
                  <a:pt x="6697" y="6141"/>
                </a:lnTo>
                <a:lnTo>
                  <a:pt x="6697" y="6141"/>
                </a:lnTo>
                <a:close/>
                <a:moveTo>
                  <a:pt x="4686" y="1134"/>
                </a:moveTo>
                <a:lnTo>
                  <a:pt x="4686" y="1134"/>
                </a:lnTo>
                <a:lnTo>
                  <a:pt x="4686" y="1070"/>
                </a:lnTo>
                <a:lnTo>
                  <a:pt x="4664" y="1027"/>
                </a:lnTo>
                <a:lnTo>
                  <a:pt x="4643" y="984"/>
                </a:lnTo>
                <a:lnTo>
                  <a:pt x="4600" y="942"/>
                </a:lnTo>
                <a:lnTo>
                  <a:pt x="4493" y="899"/>
                </a:lnTo>
                <a:lnTo>
                  <a:pt x="4386" y="899"/>
                </a:lnTo>
                <a:lnTo>
                  <a:pt x="4279" y="920"/>
                </a:lnTo>
                <a:lnTo>
                  <a:pt x="4194" y="963"/>
                </a:lnTo>
                <a:lnTo>
                  <a:pt x="4108" y="1049"/>
                </a:lnTo>
                <a:lnTo>
                  <a:pt x="4108" y="1113"/>
                </a:lnTo>
                <a:lnTo>
                  <a:pt x="4087" y="1177"/>
                </a:lnTo>
                <a:lnTo>
                  <a:pt x="4087" y="1177"/>
                </a:lnTo>
                <a:lnTo>
                  <a:pt x="4087" y="1241"/>
                </a:lnTo>
                <a:lnTo>
                  <a:pt x="4108" y="1284"/>
                </a:lnTo>
                <a:lnTo>
                  <a:pt x="4151" y="1327"/>
                </a:lnTo>
                <a:lnTo>
                  <a:pt x="4172" y="1369"/>
                </a:lnTo>
                <a:lnTo>
                  <a:pt x="4279" y="1412"/>
                </a:lnTo>
                <a:lnTo>
                  <a:pt x="4386" y="1412"/>
                </a:lnTo>
                <a:lnTo>
                  <a:pt x="4493" y="1391"/>
                </a:lnTo>
                <a:lnTo>
                  <a:pt x="4579" y="1327"/>
                </a:lnTo>
                <a:lnTo>
                  <a:pt x="4664" y="1241"/>
                </a:lnTo>
                <a:lnTo>
                  <a:pt x="4686" y="1198"/>
                </a:lnTo>
                <a:lnTo>
                  <a:pt x="4686" y="1134"/>
                </a:lnTo>
                <a:lnTo>
                  <a:pt x="4686" y="1134"/>
                </a:lnTo>
                <a:close/>
              </a:path>
            </a:pathLst>
          </a:cu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32"/>
          <p:cNvSpPr/>
          <p:nvPr/>
        </p:nvSpPr>
        <p:spPr>
          <a:xfrm>
            <a:off x="4556515" y="2559464"/>
            <a:ext cx="273631" cy="275289"/>
          </a:xfrm>
          <a:custGeom>
            <a:rect b="b" l="l" r="r" t="t"/>
            <a:pathLst>
              <a:path extrusionOk="0" h="15938" w="15842">
                <a:moveTo>
                  <a:pt x="4794" y="7470"/>
                </a:moveTo>
                <a:lnTo>
                  <a:pt x="4867" y="7495"/>
                </a:lnTo>
                <a:lnTo>
                  <a:pt x="4940" y="7543"/>
                </a:lnTo>
                <a:lnTo>
                  <a:pt x="4989" y="7616"/>
                </a:lnTo>
                <a:lnTo>
                  <a:pt x="5013" y="7714"/>
                </a:lnTo>
                <a:lnTo>
                  <a:pt x="5013" y="7787"/>
                </a:lnTo>
                <a:lnTo>
                  <a:pt x="4989" y="7908"/>
                </a:lnTo>
                <a:lnTo>
                  <a:pt x="4916" y="7981"/>
                </a:lnTo>
                <a:lnTo>
                  <a:pt x="4843" y="8054"/>
                </a:lnTo>
                <a:lnTo>
                  <a:pt x="4721" y="8079"/>
                </a:lnTo>
                <a:lnTo>
                  <a:pt x="4600" y="8054"/>
                </a:lnTo>
                <a:lnTo>
                  <a:pt x="4527" y="7981"/>
                </a:lnTo>
                <a:lnTo>
                  <a:pt x="4454" y="7908"/>
                </a:lnTo>
                <a:lnTo>
                  <a:pt x="4429" y="7787"/>
                </a:lnTo>
                <a:lnTo>
                  <a:pt x="4454" y="7665"/>
                </a:lnTo>
                <a:lnTo>
                  <a:pt x="4527" y="7543"/>
                </a:lnTo>
                <a:lnTo>
                  <a:pt x="4600" y="7495"/>
                </a:lnTo>
                <a:lnTo>
                  <a:pt x="4697" y="7470"/>
                </a:lnTo>
                <a:close/>
                <a:moveTo>
                  <a:pt x="11169" y="7470"/>
                </a:moveTo>
                <a:lnTo>
                  <a:pt x="11242" y="7495"/>
                </a:lnTo>
                <a:lnTo>
                  <a:pt x="11315" y="7543"/>
                </a:lnTo>
                <a:lnTo>
                  <a:pt x="11364" y="7616"/>
                </a:lnTo>
                <a:lnTo>
                  <a:pt x="11388" y="7714"/>
                </a:lnTo>
                <a:lnTo>
                  <a:pt x="11388" y="7787"/>
                </a:lnTo>
                <a:lnTo>
                  <a:pt x="11364" y="7908"/>
                </a:lnTo>
                <a:lnTo>
                  <a:pt x="11291" y="7981"/>
                </a:lnTo>
                <a:lnTo>
                  <a:pt x="11218" y="8054"/>
                </a:lnTo>
                <a:lnTo>
                  <a:pt x="11096" y="8079"/>
                </a:lnTo>
                <a:lnTo>
                  <a:pt x="10975" y="8054"/>
                </a:lnTo>
                <a:lnTo>
                  <a:pt x="10902" y="7981"/>
                </a:lnTo>
                <a:lnTo>
                  <a:pt x="10829" y="7908"/>
                </a:lnTo>
                <a:lnTo>
                  <a:pt x="10804" y="7787"/>
                </a:lnTo>
                <a:lnTo>
                  <a:pt x="10829" y="7665"/>
                </a:lnTo>
                <a:lnTo>
                  <a:pt x="10902" y="7543"/>
                </a:lnTo>
                <a:lnTo>
                  <a:pt x="10975" y="7495"/>
                </a:lnTo>
                <a:lnTo>
                  <a:pt x="11072" y="7470"/>
                </a:lnTo>
                <a:close/>
                <a:moveTo>
                  <a:pt x="4770" y="7081"/>
                </a:moveTo>
                <a:lnTo>
                  <a:pt x="4600" y="7105"/>
                </a:lnTo>
                <a:lnTo>
                  <a:pt x="4429" y="7178"/>
                </a:lnTo>
                <a:lnTo>
                  <a:pt x="4308" y="7300"/>
                </a:lnTo>
                <a:lnTo>
                  <a:pt x="4186" y="7446"/>
                </a:lnTo>
                <a:lnTo>
                  <a:pt x="4113" y="7568"/>
                </a:lnTo>
                <a:lnTo>
                  <a:pt x="4064" y="7714"/>
                </a:lnTo>
                <a:lnTo>
                  <a:pt x="4016" y="7835"/>
                </a:lnTo>
                <a:lnTo>
                  <a:pt x="4016" y="7981"/>
                </a:lnTo>
                <a:lnTo>
                  <a:pt x="3967" y="8225"/>
                </a:lnTo>
                <a:lnTo>
                  <a:pt x="3967" y="8395"/>
                </a:lnTo>
                <a:lnTo>
                  <a:pt x="4016" y="8565"/>
                </a:lnTo>
                <a:lnTo>
                  <a:pt x="4064" y="8711"/>
                </a:lnTo>
                <a:lnTo>
                  <a:pt x="4162" y="8833"/>
                </a:lnTo>
                <a:lnTo>
                  <a:pt x="4259" y="8955"/>
                </a:lnTo>
                <a:lnTo>
                  <a:pt x="4381" y="9028"/>
                </a:lnTo>
                <a:lnTo>
                  <a:pt x="4527" y="9101"/>
                </a:lnTo>
                <a:lnTo>
                  <a:pt x="4697" y="9149"/>
                </a:lnTo>
                <a:lnTo>
                  <a:pt x="4892" y="9174"/>
                </a:lnTo>
                <a:lnTo>
                  <a:pt x="5062" y="9149"/>
                </a:lnTo>
                <a:lnTo>
                  <a:pt x="5232" y="9101"/>
                </a:lnTo>
                <a:lnTo>
                  <a:pt x="5378" y="9028"/>
                </a:lnTo>
                <a:lnTo>
                  <a:pt x="5500" y="8930"/>
                </a:lnTo>
                <a:lnTo>
                  <a:pt x="5622" y="8809"/>
                </a:lnTo>
                <a:lnTo>
                  <a:pt x="5719" y="8663"/>
                </a:lnTo>
                <a:lnTo>
                  <a:pt x="5792" y="8517"/>
                </a:lnTo>
                <a:lnTo>
                  <a:pt x="5841" y="8346"/>
                </a:lnTo>
                <a:lnTo>
                  <a:pt x="5865" y="8176"/>
                </a:lnTo>
                <a:lnTo>
                  <a:pt x="5841" y="8006"/>
                </a:lnTo>
                <a:lnTo>
                  <a:pt x="5816" y="7835"/>
                </a:lnTo>
                <a:lnTo>
                  <a:pt x="5768" y="7689"/>
                </a:lnTo>
                <a:lnTo>
                  <a:pt x="5695" y="7519"/>
                </a:lnTo>
                <a:lnTo>
                  <a:pt x="5573" y="7397"/>
                </a:lnTo>
                <a:lnTo>
                  <a:pt x="5427" y="7251"/>
                </a:lnTo>
                <a:lnTo>
                  <a:pt x="5281" y="7154"/>
                </a:lnTo>
                <a:lnTo>
                  <a:pt x="5111" y="7105"/>
                </a:lnTo>
                <a:lnTo>
                  <a:pt x="4940" y="7081"/>
                </a:lnTo>
                <a:close/>
                <a:moveTo>
                  <a:pt x="11145" y="7081"/>
                </a:moveTo>
                <a:lnTo>
                  <a:pt x="10975" y="7105"/>
                </a:lnTo>
                <a:lnTo>
                  <a:pt x="10804" y="7178"/>
                </a:lnTo>
                <a:lnTo>
                  <a:pt x="10683" y="7300"/>
                </a:lnTo>
                <a:lnTo>
                  <a:pt x="10561" y="7446"/>
                </a:lnTo>
                <a:lnTo>
                  <a:pt x="10488" y="7568"/>
                </a:lnTo>
                <a:lnTo>
                  <a:pt x="10439" y="7714"/>
                </a:lnTo>
                <a:lnTo>
                  <a:pt x="10391" y="7835"/>
                </a:lnTo>
                <a:lnTo>
                  <a:pt x="10391" y="7981"/>
                </a:lnTo>
                <a:lnTo>
                  <a:pt x="10342" y="8225"/>
                </a:lnTo>
                <a:lnTo>
                  <a:pt x="10342" y="8395"/>
                </a:lnTo>
                <a:lnTo>
                  <a:pt x="10391" y="8565"/>
                </a:lnTo>
                <a:lnTo>
                  <a:pt x="10439" y="8711"/>
                </a:lnTo>
                <a:lnTo>
                  <a:pt x="10537" y="8833"/>
                </a:lnTo>
                <a:lnTo>
                  <a:pt x="10634" y="8955"/>
                </a:lnTo>
                <a:lnTo>
                  <a:pt x="10756" y="9028"/>
                </a:lnTo>
                <a:lnTo>
                  <a:pt x="10902" y="9101"/>
                </a:lnTo>
                <a:lnTo>
                  <a:pt x="11072" y="9149"/>
                </a:lnTo>
                <a:lnTo>
                  <a:pt x="11267" y="9174"/>
                </a:lnTo>
                <a:lnTo>
                  <a:pt x="11437" y="9149"/>
                </a:lnTo>
                <a:lnTo>
                  <a:pt x="11607" y="9101"/>
                </a:lnTo>
                <a:lnTo>
                  <a:pt x="11753" y="9028"/>
                </a:lnTo>
                <a:lnTo>
                  <a:pt x="11875" y="8930"/>
                </a:lnTo>
                <a:lnTo>
                  <a:pt x="11997" y="8809"/>
                </a:lnTo>
                <a:lnTo>
                  <a:pt x="12094" y="8663"/>
                </a:lnTo>
                <a:lnTo>
                  <a:pt x="12167" y="8517"/>
                </a:lnTo>
                <a:lnTo>
                  <a:pt x="12216" y="8346"/>
                </a:lnTo>
                <a:lnTo>
                  <a:pt x="12240" y="8176"/>
                </a:lnTo>
                <a:lnTo>
                  <a:pt x="12216" y="8006"/>
                </a:lnTo>
                <a:lnTo>
                  <a:pt x="12191" y="7835"/>
                </a:lnTo>
                <a:lnTo>
                  <a:pt x="12143" y="7689"/>
                </a:lnTo>
                <a:lnTo>
                  <a:pt x="12070" y="7519"/>
                </a:lnTo>
                <a:lnTo>
                  <a:pt x="11948" y="7397"/>
                </a:lnTo>
                <a:lnTo>
                  <a:pt x="11802" y="7251"/>
                </a:lnTo>
                <a:lnTo>
                  <a:pt x="11656" y="7154"/>
                </a:lnTo>
                <a:lnTo>
                  <a:pt x="11486" y="7105"/>
                </a:lnTo>
                <a:lnTo>
                  <a:pt x="11315" y="7081"/>
                </a:lnTo>
                <a:close/>
                <a:moveTo>
                  <a:pt x="11972" y="10925"/>
                </a:moveTo>
                <a:lnTo>
                  <a:pt x="11875" y="10974"/>
                </a:lnTo>
                <a:lnTo>
                  <a:pt x="11778" y="11047"/>
                </a:lnTo>
                <a:lnTo>
                  <a:pt x="11607" y="11290"/>
                </a:lnTo>
                <a:lnTo>
                  <a:pt x="11413" y="11485"/>
                </a:lnTo>
                <a:lnTo>
                  <a:pt x="11194" y="11680"/>
                </a:lnTo>
                <a:lnTo>
                  <a:pt x="10950" y="11850"/>
                </a:lnTo>
                <a:lnTo>
                  <a:pt x="10707" y="11996"/>
                </a:lnTo>
                <a:lnTo>
                  <a:pt x="10439" y="12118"/>
                </a:lnTo>
                <a:lnTo>
                  <a:pt x="10172" y="12215"/>
                </a:lnTo>
                <a:lnTo>
                  <a:pt x="9880" y="12312"/>
                </a:lnTo>
                <a:lnTo>
                  <a:pt x="9588" y="12385"/>
                </a:lnTo>
                <a:lnTo>
                  <a:pt x="9296" y="12434"/>
                </a:lnTo>
                <a:lnTo>
                  <a:pt x="8712" y="12507"/>
                </a:lnTo>
                <a:lnTo>
                  <a:pt x="8128" y="12531"/>
                </a:lnTo>
                <a:lnTo>
                  <a:pt x="7568" y="12507"/>
                </a:lnTo>
                <a:lnTo>
                  <a:pt x="7325" y="12483"/>
                </a:lnTo>
                <a:lnTo>
                  <a:pt x="7106" y="12434"/>
                </a:lnTo>
                <a:lnTo>
                  <a:pt x="6668" y="12312"/>
                </a:lnTo>
                <a:lnTo>
                  <a:pt x="6230" y="12166"/>
                </a:lnTo>
                <a:lnTo>
                  <a:pt x="5816" y="11996"/>
                </a:lnTo>
                <a:lnTo>
                  <a:pt x="5427" y="11826"/>
                </a:lnTo>
                <a:lnTo>
                  <a:pt x="5013" y="11631"/>
                </a:lnTo>
                <a:lnTo>
                  <a:pt x="4794" y="11509"/>
                </a:lnTo>
                <a:lnTo>
                  <a:pt x="4600" y="11388"/>
                </a:lnTo>
                <a:lnTo>
                  <a:pt x="4454" y="11242"/>
                </a:lnTo>
                <a:lnTo>
                  <a:pt x="4308" y="11096"/>
                </a:lnTo>
                <a:lnTo>
                  <a:pt x="4259" y="11047"/>
                </a:lnTo>
                <a:lnTo>
                  <a:pt x="4210" y="11023"/>
                </a:lnTo>
                <a:lnTo>
                  <a:pt x="4089" y="11023"/>
                </a:lnTo>
                <a:lnTo>
                  <a:pt x="4040" y="11071"/>
                </a:lnTo>
                <a:lnTo>
                  <a:pt x="3991" y="11096"/>
                </a:lnTo>
                <a:lnTo>
                  <a:pt x="3991" y="11169"/>
                </a:lnTo>
                <a:lnTo>
                  <a:pt x="3991" y="11242"/>
                </a:lnTo>
                <a:lnTo>
                  <a:pt x="4016" y="11339"/>
                </a:lnTo>
                <a:lnTo>
                  <a:pt x="4064" y="11436"/>
                </a:lnTo>
                <a:lnTo>
                  <a:pt x="4210" y="11631"/>
                </a:lnTo>
                <a:lnTo>
                  <a:pt x="4381" y="11801"/>
                </a:lnTo>
                <a:lnTo>
                  <a:pt x="4575" y="11947"/>
                </a:lnTo>
                <a:lnTo>
                  <a:pt x="4794" y="12069"/>
                </a:lnTo>
                <a:lnTo>
                  <a:pt x="5038" y="12191"/>
                </a:lnTo>
                <a:lnTo>
                  <a:pt x="5451" y="12385"/>
                </a:lnTo>
                <a:lnTo>
                  <a:pt x="5938" y="12604"/>
                </a:lnTo>
                <a:lnTo>
                  <a:pt x="6424" y="12799"/>
                </a:lnTo>
                <a:lnTo>
                  <a:pt x="6935" y="12945"/>
                </a:lnTo>
                <a:lnTo>
                  <a:pt x="7446" y="13042"/>
                </a:lnTo>
                <a:lnTo>
                  <a:pt x="7763" y="13067"/>
                </a:lnTo>
                <a:lnTo>
                  <a:pt x="8079" y="13091"/>
                </a:lnTo>
                <a:lnTo>
                  <a:pt x="8420" y="13091"/>
                </a:lnTo>
                <a:lnTo>
                  <a:pt x="8760" y="13067"/>
                </a:lnTo>
                <a:lnTo>
                  <a:pt x="9101" y="13042"/>
                </a:lnTo>
                <a:lnTo>
                  <a:pt x="9442" y="12969"/>
                </a:lnTo>
                <a:lnTo>
                  <a:pt x="9758" y="12896"/>
                </a:lnTo>
                <a:lnTo>
                  <a:pt x="10099" y="12799"/>
                </a:lnTo>
                <a:lnTo>
                  <a:pt x="10415" y="12702"/>
                </a:lnTo>
                <a:lnTo>
                  <a:pt x="10731" y="12556"/>
                </a:lnTo>
                <a:lnTo>
                  <a:pt x="11023" y="12410"/>
                </a:lnTo>
                <a:lnTo>
                  <a:pt x="11315" y="12239"/>
                </a:lnTo>
                <a:lnTo>
                  <a:pt x="11583" y="12045"/>
                </a:lnTo>
                <a:lnTo>
                  <a:pt x="11826" y="11826"/>
                </a:lnTo>
                <a:lnTo>
                  <a:pt x="12045" y="11582"/>
                </a:lnTo>
                <a:lnTo>
                  <a:pt x="12264" y="11339"/>
                </a:lnTo>
                <a:lnTo>
                  <a:pt x="12313" y="11217"/>
                </a:lnTo>
                <a:lnTo>
                  <a:pt x="12289" y="11120"/>
                </a:lnTo>
                <a:lnTo>
                  <a:pt x="12240" y="11047"/>
                </a:lnTo>
                <a:lnTo>
                  <a:pt x="12167" y="10974"/>
                </a:lnTo>
                <a:lnTo>
                  <a:pt x="12070" y="10950"/>
                </a:lnTo>
                <a:lnTo>
                  <a:pt x="11972" y="10925"/>
                </a:lnTo>
                <a:close/>
                <a:moveTo>
                  <a:pt x="8493" y="682"/>
                </a:moveTo>
                <a:lnTo>
                  <a:pt x="8663" y="706"/>
                </a:lnTo>
                <a:lnTo>
                  <a:pt x="9101" y="755"/>
                </a:lnTo>
                <a:lnTo>
                  <a:pt x="9539" y="803"/>
                </a:lnTo>
                <a:lnTo>
                  <a:pt x="10001" y="901"/>
                </a:lnTo>
                <a:lnTo>
                  <a:pt x="10439" y="1022"/>
                </a:lnTo>
                <a:lnTo>
                  <a:pt x="10780" y="1120"/>
                </a:lnTo>
                <a:lnTo>
                  <a:pt x="11121" y="1241"/>
                </a:lnTo>
                <a:lnTo>
                  <a:pt x="11437" y="1411"/>
                </a:lnTo>
                <a:lnTo>
                  <a:pt x="11753" y="1557"/>
                </a:lnTo>
                <a:lnTo>
                  <a:pt x="11753" y="1582"/>
                </a:lnTo>
                <a:lnTo>
                  <a:pt x="11729" y="1655"/>
                </a:lnTo>
                <a:lnTo>
                  <a:pt x="11729" y="1752"/>
                </a:lnTo>
                <a:lnTo>
                  <a:pt x="11753" y="1801"/>
                </a:lnTo>
                <a:lnTo>
                  <a:pt x="11826" y="1825"/>
                </a:lnTo>
                <a:lnTo>
                  <a:pt x="11899" y="1825"/>
                </a:lnTo>
                <a:lnTo>
                  <a:pt x="11948" y="1776"/>
                </a:lnTo>
                <a:lnTo>
                  <a:pt x="11972" y="1752"/>
                </a:lnTo>
                <a:lnTo>
                  <a:pt x="11997" y="1752"/>
                </a:lnTo>
                <a:lnTo>
                  <a:pt x="11997" y="1728"/>
                </a:lnTo>
                <a:lnTo>
                  <a:pt x="12021" y="1728"/>
                </a:lnTo>
                <a:lnTo>
                  <a:pt x="12143" y="1801"/>
                </a:lnTo>
                <a:lnTo>
                  <a:pt x="12094" y="1874"/>
                </a:lnTo>
                <a:lnTo>
                  <a:pt x="12094" y="1947"/>
                </a:lnTo>
                <a:lnTo>
                  <a:pt x="12094" y="1995"/>
                </a:lnTo>
                <a:lnTo>
                  <a:pt x="12143" y="2020"/>
                </a:lnTo>
                <a:lnTo>
                  <a:pt x="12167" y="2044"/>
                </a:lnTo>
                <a:lnTo>
                  <a:pt x="12216" y="2020"/>
                </a:lnTo>
                <a:lnTo>
                  <a:pt x="12240" y="1995"/>
                </a:lnTo>
                <a:lnTo>
                  <a:pt x="12313" y="1922"/>
                </a:lnTo>
                <a:lnTo>
                  <a:pt x="12337" y="1922"/>
                </a:lnTo>
                <a:lnTo>
                  <a:pt x="12532" y="2068"/>
                </a:lnTo>
                <a:lnTo>
                  <a:pt x="12483" y="2190"/>
                </a:lnTo>
                <a:lnTo>
                  <a:pt x="12483" y="2239"/>
                </a:lnTo>
                <a:lnTo>
                  <a:pt x="12508" y="2336"/>
                </a:lnTo>
                <a:lnTo>
                  <a:pt x="12532" y="2385"/>
                </a:lnTo>
                <a:lnTo>
                  <a:pt x="12556" y="2409"/>
                </a:lnTo>
                <a:lnTo>
                  <a:pt x="12581" y="2409"/>
                </a:lnTo>
                <a:lnTo>
                  <a:pt x="12629" y="2385"/>
                </a:lnTo>
                <a:lnTo>
                  <a:pt x="12678" y="2360"/>
                </a:lnTo>
                <a:lnTo>
                  <a:pt x="12751" y="2287"/>
                </a:lnTo>
                <a:lnTo>
                  <a:pt x="12775" y="2239"/>
                </a:lnTo>
                <a:lnTo>
                  <a:pt x="12970" y="2409"/>
                </a:lnTo>
                <a:lnTo>
                  <a:pt x="12873" y="2531"/>
                </a:lnTo>
                <a:lnTo>
                  <a:pt x="12848" y="2604"/>
                </a:lnTo>
                <a:lnTo>
                  <a:pt x="12824" y="2677"/>
                </a:lnTo>
                <a:lnTo>
                  <a:pt x="12824" y="2725"/>
                </a:lnTo>
                <a:lnTo>
                  <a:pt x="12873" y="2750"/>
                </a:lnTo>
                <a:lnTo>
                  <a:pt x="12921" y="2774"/>
                </a:lnTo>
                <a:lnTo>
                  <a:pt x="12946" y="2774"/>
                </a:lnTo>
                <a:lnTo>
                  <a:pt x="13067" y="2701"/>
                </a:lnTo>
                <a:lnTo>
                  <a:pt x="13189" y="2604"/>
                </a:lnTo>
                <a:lnTo>
                  <a:pt x="13311" y="2725"/>
                </a:lnTo>
                <a:lnTo>
                  <a:pt x="13384" y="2823"/>
                </a:lnTo>
                <a:lnTo>
                  <a:pt x="13262" y="3017"/>
                </a:lnTo>
                <a:lnTo>
                  <a:pt x="13213" y="3066"/>
                </a:lnTo>
                <a:lnTo>
                  <a:pt x="13189" y="3163"/>
                </a:lnTo>
                <a:lnTo>
                  <a:pt x="13165" y="3236"/>
                </a:lnTo>
                <a:lnTo>
                  <a:pt x="13189" y="3285"/>
                </a:lnTo>
                <a:lnTo>
                  <a:pt x="13238" y="3309"/>
                </a:lnTo>
                <a:lnTo>
                  <a:pt x="13335" y="3285"/>
                </a:lnTo>
                <a:lnTo>
                  <a:pt x="13408" y="3236"/>
                </a:lnTo>
                <a:lnTo>
                  <a:pt x="13554" y="3115"/>
                </a:lnTo>
                <a:lnTo>
                  <a:pt x="13578" y="3042"/>
                </a:lnTo>
                <a:lnTo>
                  <a:pt x="13773" y="3309"/>
                </a:lnTo>
                <a:lnTo>
                  <a:pt x="13676" y="3407"/>
                </a:lnTo>
                <a:lnTo>
                  <a:pt x="13554" y="3504"/>
                </a:lnTo>
                <a:lnTo>
                  <a:pt x="13505" y="3577"/>
                </a:lnTo>
                <a:lnTo>
                  <a:pt x="13481" y="3650"/>
                </a:lnTo>
                <a:lnTo>
                  <a:pt x="13481" y="3699"/>
                </a:lnTo>
                <a:lnTo>
                  <a:pt x="13505" y="3723"/>
                </a:lnTo>
                <a:lnTo>
                  <a:pt x="13603" y="3747"/>
                </a:lnTo>
                <a:lnTo>
                  <a:pt x="13700" y="3723"/>
                </a:lnTo>
                <a:lnTo>
                  <a:pt x="13773" y="3674"/>
                </a:lnTo>
                <a:lnTo>
                  <a:pt x="13870" y="3626"/>
                </a:lnTo>
                <a:lnTo>
                  <a:pt x="13968" y="3577"/>
                </a:lnTo>
                <a:lnTo>
                  <a:pt x="14162" y="3918"/>
                </a:lnTo>
                <a:lnTo>
                  <a:pt x="14065" y="3991"/>
                </a:lnTo>
                <a:lnTo>
                  <a:pt x="13870" y="4161"/>
                </a:lnTo>
                <a:lnTo>
                  <a:pt x="13773" y="4234"/>
                </a:lnTo>
                <a:lnTo>
                  <a:pt x="13700" y="4331"/>
                </a:lnTo>
                <a:lnTo>
                  <a:pt x="13700" y="4356"/>
                </a:lnTo>
                <a:lnTo>
                  <a:pt x="13724" y="4380"/>
                </a:lnTo>
                <a:lnTo>
                  <a:pt x="13846" y="4380"/>
                </a:lnTo>
                <a:lnTo>
                  <a:pt x="13943" y="4356"/>
                </a:lnTo>
                <a:lnTo>
                  <a:pt x="14065" y="4307"/>
                </a:lnTo>
                <a:lnTo>
                  <a:pt x="14162" y="4234"/>
                </a:lnTo>
                <a:lnTo>
                  <a:pt x="14284" y="4161"/>
                </a:lnTo>
                <a:lnTo>
                  <a:pt x="14503" y="4696"/>
                </a:lnTo>
                <a:lnTo>
                  <a:pt x="14332" y="4769"/>
                </a:lnTo>
                <a:lnTo>
                  <a:pt x="14211" y="4842"/>
                </a:lnTo>
                <a:lnTo>
                  <a:pt x="14065" y="4940"/>
                </a:lnTo>
                <a:lnTo>
                  <a:pt x="13968" y="5061"/>
                </a:lnTo>
                <a:lnTo>
                  <a:pt x="13919" y="5134"/>
                </a:lnTo>
                <a:lnTo>
                  <a:pt x="13895" y="5207"/>
                </a:lnTo>
                <a:lnTo>
                  <a:pt x="13895" y="5256"/>
                </a:lnTo>
                <a:lnTo>
                  <a:pt x="13919" y="5280"/>
                </a:lnTo>
                <a:lnTo>
                  <a:pt x="13968" y="5305"/>
                </a:lnTo>
                <a:lnTo>
                  <a:pt x="14016" y="5305"/>
                </a:lnTo>
                <a:lnTo>
                  <a:pt x="14114" y="5256"/>
                </a:lnTo>
                <a:lnTo>
                  <a:pt x="14235" y="5183"/>
                </a:lnTo>
                <a:lnTo>
                  <a:pt x="14551" y="5037"/>
                </a:lnTo>
                <a:lnTo>
                  <a:pt x="14600" y="5013"/>
                </a:lnTo>
                <a:lnTo>
                  <a:pt x="14770" y="5524"/>
                </a:lnTo>
                <a:lnTo>
                  <a:pt x="14430" y="5670"/>
                </a:lnTo>
                <a:lnTo>
                  <a:pt x="14162" y="5791"/>
                </a:lnTo>
                <a:lnTo>
                  <a:pt x="13919" y="5937"/>
                </a:lnTo>
                <a:lnTo>
                  <a:pt x="13919" y="5986"/>
                </a:lnTo>
                <a:lnTo>
                  <a:pt x="13943" y="6010"/>
                </a:lnTo>
                <a:lnTo>
                  <a:pt x="14089" y="6035"/>
                </a:lnTo>
                <a:lnTo>
                  <a:pt x="14235" y="6059"/>
                </a:lnTo>
                <a:lnTo>
                  <a:pt x="14381" y="6035"/>
                </a:lnTo>
                <a:lnTo>
                  <a:pt x="14527" y="6010"/>
                </a:lnTo>
                <a:lnTo>
                  <a:pt x="14843" y="5889"/>
                </a:lnTo>
                <a:lnTo>
                  <a:pt x="14965" y="6424"/>
                </a:lnTo>
                <a:lnTo>
                  <a:pt x="14795" y="6497"/>
                </a:lnTo>
                <a:lnTo>
                  <a:pt x="14405" y="6619"/>
                </a:lnTo>
                <a:lnTo>
                  <a:pt x="14041" y="6740"/>
                </a:lnTo>
                <a:lnTo>
                  <a:pt x="13992" y="6789"/>
                </a:lnTo>
                <a:lnTo>
                  <a:pt x="13992" y="6813"/>
                </a:lnTo>
                <a:lnTo>
                  <a:pt x="13992" y="6862"/>
                </a:lnTo>
                <a:lnTo>
                  <a:pt x="14041" y="6886"/>
                </a:lnTo>
                <a:lnTo>
                  <a:pt x="14235" y="6886"/>
                </a:lnTo>
                <a:lnTo>
                  <a:pt x="14430" y="6862"/>
                </a:lnTo>
                <a:lnTo>
                  <a:pt x="14795" y="6813"/>
                </a:lnTo>
                <a:lnTo>
                  <a:pt x="15038" y="6740"/>
                </a:lnTo>
                <a:lnTo>
                  <a:pt x="15111" y="7178"/>
                </a:lnTo>
                <a:lnTo>
                  <a:pt x="14843" y="7227"/>
                </a:lnTo>
                <a:lnTo>
                  <a:pt x="14430" y="7349"/>
                </a:lnTo>
                <a:lnTo>
                  <a:pt x="14235" y="7422"/>
                </a:lnTo>
                <a:lnTo>
                  <a:pt x="14065" y="7543"/>
                </a:lnTo>
                <a:lnTo>
                  <a:pt x="14041" y="7592"/>
                </a:lnTo>
                <a:lnTo>
                  <a:pt x="14041" y="7665"/>
                </a:lnTo>
                <a:lnTo>
                  <a:pt x="14089" y="7714"/>
                </a:lnTo>
                <a:lnTo>
                  <a:pt x="14138" y="7738"/>
                </a:lnTo>
                <a:lnTo>
                  <a:pt x="14357" y="7714"/>
                </a:lnTo>
                <a:lnTo>
                  <a:pt x="14551" y="7665"/>
                </a:lnTo>
                <a:lnTo>
                  <a:pt x="14941" y="7568"/>
                </a:lnTo>
                <a:lnTo>
                  <a:pt x="15135" y="7519"/>
                </a:lnTo>
                <a:lnTo>
                  <a:pt x="15184" y="7981"/>
                </a:lnTo>
                <a:lnTo>
                  <a:pt x="14868" y="8030"/>
                </a:lnTo>
                <a:lnTo>
                  <a:pt x="14624" y="8054"/>
                </a:lnTo>
                <a:lnTo>
                  <a:pt x="14381" y="8079"/>
                </a:lnTo>
                <a:lnTo>
                  <a:pt x="14235" y="8103"/>
                </a:lnTo>
                <a:lnTo>
                  <a:pt x="14138" y="8152"/>
                </a:lnTo>
                <a:lnTo>
                  <a:pt x="14016" y="8200"/>
                </a:lnTo>
                <a:lnTo>
                  <a:pt x="13943" y="8298"/>
                </a:lnTo>
                <a:lnTo>
                  <a:pt x="13919" y="8322"/>
                </a:lnTo>
                <a:lnTo>
                  <a:pt x="13919" y="8346"/>
                </a:lnTo>
                <a:lnTo>
                  <a:pt x="13943" y="8395"/>
                </a:lnTo>
                <a:lnTo>
                  <a:pt x="13968" y="8395"/>
                </a:lnTo>
                <a:lnTo>
                  <a:pt x="14089" y="8419"/>
                </a:lnTo>
                <a:lnTo>
                  <a:pt x="14211" y="8444"/>
                </a:lnTo>
                <a:lnTo>
                  <a:pt x="14478" y="8444"/>
                </a:lnTo>
                <a:lnTo>
                  <a:pt x="14989" y="8395"/>
                </a:lnTo>
                <a:lnTo>
                  <a:pt x="15208" y="8395"/>
                </a:lnTo>
                <a:lnTo>
                  <a:pt x="15208" y="8857"/>
                </a:lnTo>
                <a:lnTo>
                  <a:pt x="14722" y="8882"/>
                </a:lnTo>
                <a:lnTo>
                  <a:pt x="14503" y="8882"/>
                </a:lnTo>
                <a:lnTo>
                  <a:pt x="14284" y="8906"/>
                </a:lnTo>
                <a:lnTo>
                  <a:pt x="14065" y="8955"/>
                </a:lnTo>
                <a:lnTo>
                  <a:pt x="13968" y="8979"/>
                </a:lnTo>
                <a:lnTo>
                  <a:pt x="13870" y="9028"/>
                </a:lnTo>
                <a:lnTo>
                  <a:pt x="13870" y="9052"/>
                </a:lnTo>
                <a:lnTo>
                  <a:pt x="13870" y="9076"/>
                </a:lnTo>
                <a:lnTo>
                  <a:pt x="13968" y="9125"/>
                </a:lnTo>
                <a:lnTo>
                  <a:pt x="14065" y="9174"/>
                </a:lnTo>
                <a:lnTo>
                  <a:pt x="14284" y="9222"/>
                </a:lnTo>
                <a:lnTo>
                  <a:pt x="14722" y="9222"/>
                </a:lnTo>
                <a:lnTo>
                  <a:pt x="14941" y="9247"/>
                </a:lnTo>
                <a:lnTo>
                  <a:pt x="15184" y="9247"/>
                </a:lnTo>
                <a:lnTo>
                  <a:pt x="15160" y="9465"/>
                </a:lnTo>
                <a:lnTo>
                  <a:pt x="14965" y="9514"/>
                </a:lnTo>
                <a:lnTo>
                  <a:pt x="14722" y="9563"/>
                </a:lnTo>
                <a:lnTo>
                  <a:pt x="14503" y="9660"/>
                </a:lnTo>
                <a:lnTo>
                  <a:pt x="14260" y="9757"/>
                </a:lnTo>
                <a:lnTo>
                  <a:pt x="14041" y="9879"/>
                </a:lnTo>
                <a:lnTo>
                  <a:pt x="14016" y="9903"/>
                </a:lnTo>
                <a:lnTo>
                  <a:pt x="14016" y="9952"/>
                </a:lnTo>
                <a:lnTo>
                  <a:pt x="14041" y="9976"/>
                </a:lnTo>
                <a:lnTo>
                  <a:pt x="14089" y="9976"/>
                </a:lnTo>
                <a:lnTo>
                  <a:pt x="14308" y="10001"/>
                </a:lnTo>
                <a:lnTo>
                  <a:pt x="14527" y="9976"/>
                </a:lnTo>
                <a:lnTo>
                  <a:pt x="14965" y="9903"/>
                </a:lnTo>
                <a:lnTo>
                  <a:pt x="15087" y="9879"/>
                </a:lnTo>
                <a:lnTo>
                  <a:pt x="14989" y="10390"/>
                </a:lnTo>
                <a:lnTo>
                  <a:pt x="14527" y="10463"/>
                </a:lnTo>
                <a:lnTo>
                  <a:pt x="14357" y="10487"/>
                </a:lnTo>
                <a:lnTo>
                  <a:pt x="14162" y="10512"/>
                </a:lnTo>
                <a:lnTo>
                  <a:pt x="13992" y="10560"/>
                </a:lnTo>
                <a:lnTo>
                  <a:pt x="13919" y="10609"/>
                </a:lnTo>
                <a:lnTo>
                  <a:pt x="13870" y="10682"/>
                </a:lnTo>
                <a:lnTo>
                  <a:pt x="13846" y="10731"/>
                </a:lnTo>
                <a:lnTo>
                  <a:pt x="13846" y="10804"/>
                </a:lnTo>
                <a:lnTo>
                  <a:pt x="13870" y="10852"/>
                </a:lnTo>
                <a:lnTo>
                  <a:pt x="13919" y="10901"/>
                </a:lnTo>
                <a:lnTo>
                  <a:pt x="13992" y="10925"/>
                </a:lnTo>
                <a:lnTo>
                  <a:pt x="14065" y="10950"/>
                </a:lnTo>
                <a:lnTo>
                  <a:pt x="14235" y="10950"/>
                </a:lnTo>
                <a:lnTo>
                  <a:pt x="14600" y="10901"/>
                </a:lnTo>
                <a:lnTo>
                  <a:pt x="14819" y="10877"/>
                </a:lnTo>
                <a:lnTo>
                  <a:pt x="14819" y="10877"/>
                </a:lnTo>
                <a:lnTo>
                  <a:pt x="14624" y="11339"/>
                </a:lnTo>
                <a:lnTo>
                  <a:pt x="14478" y="11339"/>
                </a:lnTo>
                <a:lnTo>
                  <a:pt x="14308" y="11315"/>
                </a:lnTo>
                <a:lnTo>
                  <a:pt x="14114" y="11339"/>
                </a:lnTo>
                <a:lnTo>
                  <a:pt x="13919" y="11363"/>
                </a:lnTo>
                <a:lnTo>
                  <a:pt x="13749" y="11436"/>
                </a:lnTo>
                <a:lnTo>
                  <a:pt x="13724" y="11461"/>
                </a:lnTo>
                <a:lnTo>
                  <a:pt x="13749" y="11485"/>
                </a:lnTo>
                <a:lnTo>
                  <a:pt x="13919" y="11558"/>
                </a:lnTo>
                <a:lnTo>
                  <a:pt x="14089" y="11607"/>
                </a:lnTo>
                <a:lnTo>
                  <a:pt x="14430" y="11655"/>
                </a:lnTo>
                <a:lnTo>
                  <a:pt x="14454" y="11655"/>
                </a:lnTo>
                <a:lnTo>
                  <a:pt x="14211" y="12069"/>
                </a:lnTo>
                <a:lnTo>
                  <a:pt x="13968" y="12069"/>
                </a:lnTo>
                <a:lnTo>
                  <a:pt x="13724" y="12093"/>
                </a:lnTo>
                <a:lnTo>
                  <a:pt x="13603" y="12069"/>
                </a:lnTo>
                <a:lnTo>
                  <a:pt x="13481" y="12045"/>
                </a:lnTo>
                <a:lnTo>
                  <a:pt x="13335" y="12020"/>
                </a:lnTo>
                <a:lnTo>
                  <a:pt x="13213" y="12020"/>
                </a:lnTo>
                <a:lnTo>
                  <a:pt x="13189" y="12045"/>
                </a:lnTo>
                <a:lnTo>
                  <a:pt x="13189" y="12069"/>
                </a:lnTo>
                <a:lnTo>
                  <a:pt x="13189" y="12166"/>
                </a:lnTo>
                <a:lnTo>
                  <a:pt x="13238" y="12239"/>
                </a:lnTo>
                <a:lnTo>
                  <a:pt x="13311" y="12312"/>
                </a:lnTo>
                <a:lnTo>
                  <a:pt x="13408" y="12361"/>
                </a:lnTo>
                <a:lnTo>
                  <a:pt x="13530" y="12385"/>
                </a:lnTo>
                <a:lnTo>
                  <a:pt x="13651" y="12410"/>
                </a:lnTo>
                <a:lnTo>
                  <a:pt x="13943" y="12434"/>
                </a:lnTo>
                <a:lnTo>
                  <a:pt x="13603" y="12823"/>
                </a:lnTo>
                <a:lnTo>
                  <a:pt x="13067" y="12726"/>
                </a:lnTo>
                <a:lnTo>
                  <a:pt x="12848" y="12677"/>
                </a:lnTo>
                <a:lnTo>
                  <a:pt x="12727" y="12677"/>
                </a:lnTo>
                <a:lnTo>
                  <a:pt x="12629" y="12702"/>
                </a:lnTo>
                <a:lnTo>
                  <a:pt x="12605" y="12726"/>
                </a:lnTo>
                <a:lnTo>
                  <a:pt x="12605" y="12775"/>
                </a:lnTo>
                <a:lnTo>
                  <a:pt x="12629" y="12848"/>
                </a:lnTo>
                <a:lnTo>
                  <a:pt x="12678" y="12921"/>
                </a:lnTo>
                <a:lnTo>
                  <a:pt x="12751" y="12969"/>
                </a:lnTo>
                <a:lnTo>
                  <a:pt x="12824" y="13018"/>
                </a:lnTo>
                <a:lnTo>
                  <a:pt x="13043" y="13115"/>
                </a:lnTo>
                <a:lnTo>
                  <a:pt x="13262" y="13164"/>
                </a:lnTo>
                <a:lnTo>
                  <a:pt x="13116" y="13286"/>
                </a:lnTo>
                <a:lnTo>
                  <a:pt x="13067" y="13286"/>
                </a:lnTo>
                <a:lnTo>
                  <a:pt x="12605" y="13261"/>
                </a:lnTo>
                <a:lnTo>
                  <a:pt x="12362" y="13213"/>
                </a:lnTo>
                <a:lnTo>
                  <a:pt x="12240" y="13188"/>
                </a:lnTo>
                <a:lnTo>
                  <a:pt x="12094" y="13188"/>
                </a:lnTo>
                <a:lnTo>
                  <a:pt x="12021" y="13213"/>
                </a:lnTo>
                <a:lnTo>
                  <a:pt x="11997" y="13261"/>
                </a:lnTo>
                <a:lnTo>
                  <a:pt x="11972" y="13334"/>
                </a:lnTo>
                <a:lnTo>
                  <a:pt x="12021" y="13383"/>
                </a:lnTo>
                <a:lnTo>
                  <a:pt x="12143" y="13505"/>
                </a:lnTo>
                <a:lnTo>
                  <a:pt x="12289" y="13578"/>
                </a:lnTo>
                <a:lnTo>
                  <a:pt x="12483" y="13626"/>
                </a:lnTo>
                <a:lnTo>
                  <a:pt x="12654" y="13651"/>
                </a:lnTo>
                <a:lnTo>
                  <a:pt x="12240" y="13943"/>
                </a:lnTo>
                <a:lnTo>
                  <a:pt x="12143" y="13918"/>
                </a:lnTo>
                <a:lnTo>
                  <a:pt x="11680" y="13821"/>
                </a:lnTo>
                <a:lnTo>
                  <a:pt x="11461" y="13772"/>
                </a:lnTo>
                <a:lnTo>
                  <a:pt x="11267" y="13724"/>
                </a:lnTo>
                <a:lnTo>
                  <a:pt x="11218" y="13748"/>
                </a:lnTo>
                <a:lnTo>
                  <a:pt x="11218" y="13821"/>
                </a:lnTo>
                <a:lnTo>
                  <a:pt x="11242" y="13894"/>
                </a:lnTo>
                <a:lnTo>
                  <a:pt x="11315" y="13967"/>
                </a:lnTo>
                <a:lnTo>
                  <a:pt x="11437" y="14064"/>
                </a:lnTo>
                <a:lnTo>
                  <a:pt x="11607" y="14137"/>
                </a:lnTo>
                <a:lnTo>
                  <a:pt x="11802" y="14210"/>
                </a:lnTo>
                <a:lnTo>
                  <a:pt x="11437" y="14381"/>
                </a:lnTo>
                <a:lnTo>
                  <a:pt x="11388" y="14332"/>
                </a:lnTo>
                <a:lnTo>
                  <a:pt x="11315" y="14308"/>
                </a:lnTo>
                <a:lnTo>
                  <a:pt x="11194" y="14259"/>
                </a:lnTo>
                <a:lnTo>
                  <a:pt x="10902" y="14235"/>
                </a:lnTo>
                <a:lnTo>
                  <a:pt x="10634" y="14210"/>
                </a:lnTo>
                <a:lnTo>
                  <a:pt x="10512" y="14210"/>
                </a:lnTo>
                <a:lnTo>
                  <a:pt x="10391" y="14235"/>
                </a:lnTo>
                <a:lnTo>
                  <a:pt x="10366" y="14235"/>
                </a:lnTo>
                <a:lnTo>
                  <a:pt x="10366" y="14283"/>
                </a:lnTo>
                <a:lnTo>
                  <a:pt x="10366" y="14332"/>
                </a:lnTo>
                <a:lnTo>
                  <a:pt x="10391" y="14381"/>
                </a:lnTo>
                <a:lnTo>
                  <a:pt x="10488" y="14478"/>
                </a:lnTo>
                <a:lnTo>
                  <a:pt x="10610" y="14551"/>
                </a:lnTo>
                <a:lnTo>
                  <a:pt x="10731" y="14575"/>
                </a:lnTo>
                <a:lnTo>
                  <a:pt x="10877" y="14624"/>
                </a:lnTo>
                <a:lnTo>
                  <a:pt x="10512" y="14746"/>
                </a:lnTo>
                <a:lnTo>
                  <a:pt x="10318" y="14673"/>
                </a:lnTo>
                <a:lnTo>
                  <a:pt x="10123" y="14624"/>
                </a:lnTo>
                <a:lnTo>
                  <a:pt x="9904" y="14600"/>
                </a:lnTo>
                <a:lnTo>
                  <a:pt x="9807" y="14600"/>
                </a:lnTo>
                <a:lnTo>
                  <a:pt x="9709" y="14648"/>
                </a:lnTo>
                <a:lnTo>
                  <a:pt x="9661" y="14673"/>
                </a:lnTo>
                <a:lnTo>
                  <a:pt x="9685" y="14721"/>
                </a:lnTo>
                <a:lnTo>
                  <a:pt x="9734" y="14794"/>
                </a:lnTo>
                <a:lnTo>
                  <a:pt x="9807" y="14843"/>
                </a:lnTo>
                <a:lnTo>
                  <a:pt x="9928" y="14916"/>
                </a:lnTo>
                <a:lnTo>
                  <a:pt x="9612" y="14989"/>
                </a:lnTo>
                <a:lnTo>
                  <a:pt x="9588" y="14940"/>
                </a:lnTo>
                <a:lnTo>
                  <a:pt x="9539" y="14916"/>
                </a:lnTo>
                <a:lnTo>
                  <a:pt x="9417" y="14867"/>
                </a:lnTo>
                <a:lnTo>
                  <a:pt x="9223" y="14843"/>
                </a:lnTo>
                <a:lnTo>
                  <a:pt x="9150" y="14843"/>
                </a:lnTo>
                <a:lnTo>
                  <a:pt x="9052" y="14867"/>
                </a:lnTo>
                <a:lnTo>
                  <a:pt x="9004" y="14916"/>
                </a:lnTo>
                <a:lnTo>
                  <a:pt x="8979" y="14965"/>
                </a:lnTo>
                <a:lnTo>
                  <a:pt x="8979" y="15013"/>
                </a:lnTo>
                <a:lnTo>
                  <a:pt x="9004" y="15062"/>
                </a:lnTo>
                <a:lnTo>
                  <a:pt x="9004" y="15086"/>
                </a:lnTo>
                <a:lnTo>
                  <a:pt x="8663" y="15135"/>
                </a:lnTo>
                <a:lnTo>
                  <a:pt x="8298" y="15159"/>
                </a:lnTo>
                <a:lnTo>
                  <a:pt x="7227" y="15159"/>
                </a:lnTo>
                <a:lnTo>
                  <a:pt x="6862" y="15111"/>
                </a:lnTo>
                <a:lnTo>
                  <a:pt x="6497" y="15062"/>
                </a:lnTo>
                <a:lnTo>
                  <a:pt x="6157" y="14989"/>
                </a:lnTo>
                <a:lnTo>
                  <a:pt x="5816" y="14916"/>
                </a:lnTo>
                <a:lnTo>
                  <a:pt x="5451" y="14819"/>
                </a:lnTo>
                <a:lnTo>
                  <a:pt x="5135" y="14697"/>
                </a:lnTo>
                <a:lnTo>
                  <a:pt x="4794" y="14575"/>
                </a:lnTo>
                <a:lnTo>
                  <a:pt x="4478" y="14405"/>
                </a:lnTo>
                <a:lnTo>
                  <a:pt x="4162" y="14259"/>
                </a:lnTo>
                <a:lnTo>
                  <a:pt x="3845" y="14064"/>
                </a:lnTo>
                <a:lnTo>
                  <a:pt x="3553" y="13870"/>
                </a:lnTo>
                <a:lnTo>
                  <a:pt x="3286" y="13675"/>
                </a:lnTo>
                <a:lnTo>
                  <a:pt x="3018" y="13456"/>
                </a:lnTo>
                <a:lnTo>
                  <a:pt x="2775" y="13237"/>
                </a:lnTo>
                <a:lnTo>
                  <a:pt x="2531" y="12994"/>
                </a:lnTo>
                <a:lnTo>
                  <a:pt x="2312" y="12775"/>
                </a:lnTo>
                <a:lnTo>
                  <a:pt x="2118" y="12507"/>
                </a:lnTo>
                <a:lnTo>
                  <a:pt x="1899" y="12239"/>
                </a:lnTo>
                <a:lnTo>
                  <a:pt x="1728" y="11972"/>
                </a:lnTo>
                <a:lnTo>
                  <a:pt x="1558" y="11704"/>
                </a:lnTo>
                <a:lnTo>
                  <a:pt x="1412" y="11412"/>
                </a:lnTo>
                <a:lnTo>
                  <a:pt x="1266" y="11120"/>
                </a:lnTo>
                <a:lnTo>
                  <a:pt x="1144" y="10828"/>
                </a:lnTo>
                <a:lnTo>
                  <a:pt x="1047" y="10512"/>
                </a:lnTo>
                <a:lnTo>
                  <a:pt x="950" y="10195"/>
                </a:lnTo>
                <a:lnTo>
                  <a:pt x="877" y="9879"/>
                </a:lnTo>
                <a:lnTo>
                  <a:pt x="828" y="9538"/>
                </a:lnTo>
                <a:lnTo>
                  <a:pt x="779" y="9003"/>
                </a:lnTo>
                <a:lnTo>
                  <a:pt x="755" y="8468"/>
                </a:lnTo>
                <a:lnTo>
                  <a:pt x="755" y="7933"/>
                </a:lnTo>
                <a:lnTo>
                  <a:pt x="779" y="7397"/>
                </a:lnTo>
                <a:lnTo>
                  <a:pt x="852" y="6862"/>
                </a:lnTo>
                <a:lnTo>
                  <a:pt x="950" y="6351"/>
                </a:lnTo>
                <a:lnTo>
                  <a:pt x="1096" y="5840"/>
                </a:lnTo>
                <a:lnTo>
                  <a:pt x="1266" y="5353"/>
                </a:lnTo>
                <a:lnTo>
                  <a:pt x="1388" y="5061"/>
                </a:lnTo>
                <a:lnTo>
                  <a:pt x="1558" y="4745"/>
                </a:lnTo>
                <a:lnTo>
                  <a:pt x="1753" y="4404"/>
                </a:lnTo>
                <a:lnTo>
                  <a:pt x="1996" y="4064"/>
                </a:lnTo>
                <a:lnTo>
                  <a:pt x="2264" y="3699"/>
                </a:lnTo>
                <a:lnTo>
                  <a:pt x="2556" y="3334"/>
                </a:lnTo>
                <a:lnTo>
                  <a:pt x="2896" y="2944"/>
                </a:lnTo>
                <a:lnTo>
                  <a:pt x="3261" y="2604"/>
                </a:lnTo>
                <a:lnTo>
                  <a:pt x="3651" y="2263"/>
                </a:lnTo>
                <a:lnTo>
                  <a:pt x="4089" y="1922"/>
                </a:lnTo>
                <a:lnTo>
                  <a:pt x="4527" y="1630"/>
                </a:lnTo>
                <a:lnTo>
                  <a:pt x="5013" y="1363"/>
                </a:lnTo>
                <a:lnTo>
                  <a:pt x="5524" y="1144"/>
                </a:lnTo>
                <a:lnTo>
                  <a:pt x="6035" y="974"/>
                </a:lnTo>
                <a:lnTo>
                  <a:pt x="6327" y="925"/>
                </a:lnTo>
                <a:lnTo>
                  <a:pt x="6595" y="876"/>
                </a:lnTo>
                <a:lnTo>
                  <a:pt x="6887" y="828"/>
                </a:lnTo>
                <a:lnTo>
                  <a:pt x="7179" y="803"/>
                </a:lnTo>
                <a:lnTo>
                  <a:pt x="7544" y="779"/>
                </a:lnTo>
                <a:lnTo>
                  <a:pt x="7933" y="730"/>
                </a:lnTo>
                <a:lnTo>
                  <a:pt x="8322" y="682"/>
                </a:lnTo>
                <a:close/>
                <a:moveTo>
                  <a:pt x="8152" y="0"/>
                </a:moveTo>
                <a:lnTo>
                  <a:pt x="7763" y="25"/>
                </a:lnTo>
                <a:lnTo>
                  <a:pt x="7373" y="73"/>
                </a:lnTo>
                <a:lnTo>
                  <a:pt x="7081" y="49"/>
                </a:lnTo>
                <a:lnTo>
                  <a:pt x="6789" y="49"/>
                </a:lnTo>
                <a:lnTo>
                  <a:pt x="6473" y="73"/>
                </a:lnTo>
                <a:lnTo>
                  <a:pt x="6157" y="146"/>
                </a:lnTo>
                <a:lnTo>
                  <a:pt x="5841" y="219"/>
                </a:lnTo>
                <a:lnTo>
                  <a:pt x="5549" y="317"/>
                </a:lnTo>
                <a:lnTo>
                  <a:pt x="5232" y="438"/>
                </a:lnTo>
                <a:lnTo>
                  <a:pt x="4916" y="560"/>
                </a:lnTo>
                <a:lnTo>
                  <a:pt x="4332" y="876"/>
                </a:lnTo>
                <a:lnTo>
                  <a:pt x="3748" y="1217"/>
                </a:lnTo>
                <a:lnTo>
                  <a:pt x="3237" y="1606"/>
                </a:lnTo>
                <a:lnTo>
                  <a:pt x="2775" y="1995"/>
                </a:lnTo>
                <a:lnTo>
                  <a:pt x="2507" y="2239"/>
                </a:lnTo>
                <a:lnTo>
                  <a:pt x="2264" y="2482"/>
                </a:lnTo>
                <a:lnTo>
                  <a:pt x="2045" y="2725"/>
                </a:lnTo>
                <a:lnTo>
                  <a:pt x="1826" y="2993"/>
                </a:lnTo>
                <a:lnTo>
                  <a:pt x="1631" y="3261"/>
                </a:lnTo>
                <a:lnTo>
                  <a:pt x="1461" y="3528"/>
                </a:lnTo>
                <a:lnTo>
                  <a:pt x="1120" y="4088"/>
                </a:lnTo>
                <a:lnTo>
                  <a:pt x="852" y="4696"/>
                </a:lnTo>
                <a:lnTo>
                  <a:pt x="609" y="5305"/>
                </a:lnTo>
                <a:lnTo>
                  <a:pt x="414" y="5962"/>
                </a:lnTo>
                <a:lnTo>
                  <a:pt x="220" y="6643"/>
                </a:lnTo>
                <a:lnTo>
                  <a:pt x="122" y="7008"/>
                </a:lnTo>
                <a:lnTo>
                  <a:pt x="74" y="7373"/>
                </a:lnTo>
                <a:lnTo>
                  <a:pt x="25" y="7738"/>
                </a:lnTo>
                <a:lnTo>
                  <a:pt x="1" y="8103"/>
                </a:lnTo>
                <a:lnTo>
                  <a:pt x="1" y="8468"/>
                </a:lnTo>
                <a:lnTo>
                  <a:pt x="25" y="8809"/>
                </a:lnTo>
                <a:lnTo>
                  <a:pt x="49" y="9174"/>
                </a:lnTo>
                <a:lnTo>
                  <a:pt x="98" y="9514"/>
                </a:lnTo>
                <a:lnTo>
                  <a:pt x="195" y="9879"/>
                </a:lnTo>
                <a:lnTo>
                  <a:pt x="268" y="10220"/>
                </a:lnTo>
                <a:lnTo>
                  <a:pt x="390" y="10560"/>
                </a:lnTo>
                <a:lnTo>
                  <a:pt x="512" y="10901"/>
                </a:lnTo>
                <a:lnTo>
                  <a:pt x="658" y="11242"/>
                </a:lnTo>
                <a:lnTo>
                  <a:pt x="804" y="11582"/>
                </a:lnTo>
                <a:lnTo>
                  <a:pt x="1169" y="12264"/>
                </a:lnTo>
                <a:lnTo>
                  <a:pt x="1388" y="12629"/>
                </a:lnTo>
                <a:lnTo>
                  <a:pt x="1631" y="12994"/>
                </a:lnTo>
                <a:lnTo>
                  <a:pt x="1899" y="13334"/>
                </a:lnTo>
                <a:lnTo>
                  <a:pt x="2166" y="13651"/>
                </a:lnTo>
                <a:lnTo>
                  <a:pt x="2434" y="13943"/>
                </a:lnTo>
                <a:lnTo>
                  <a:pt x="2750" y="14235"/>
                </a:lnTo>
                <a:lnTo>
                  <a:pt x="3042" y="14502"/>
                </a:lnTo>
                <a:lnTo>
                  <a:pt x="3383" y="14746"/>
                </a:lnTo>
                <a:lnTo>
                  <a:pt x="3699" y="14965"/>
                </a:lnTo>
                <a:lnTo>
                  <a:pt x="4064" y="15159"/>
                </a:lnTo>
                <a:lnTo>
                  <a:pt x="4429" y="15354"/>
                </a:lnTo>
                <a:lnTo>
                  <a:pt x="4794" y="15500"/>
                </a:lnTo>
                <a:lnTo>
                  <a:pt x="5184" y="15622"/>
                </a:lnTo>
                <a:lnTo>
                  <a:pt x="5597" y="15743"/>
                </a:lnTo>
                <a:lnTo>
                  <a:pt x="6011" y="15816"/>
                </a:lnTo>
                <a:lnTo>
                  <a:pt x="6424" y="15889"/>
                </a:lnTo>
                <a:lnTo>
                  <a:pt x="6862" y="15914"/>
                </a:lnTo>
                <a:lnTo>
                  <a:pt x="7300" y="15938"/>
                </a:lnTo>
                <a:lnTo>
                  <a:pt x="7738" y="15938"/>
                </a:lnTo>
                <a:lnTo>
                  <a:pt x="8152" y="15914"/>
                </a:lnTo>
                <a:lnTo>
                  <a:pt x="8590" y="15889"/>
                </a:lnTo>
                <a:lnTo>
                  <a:pt x="9004" y="15841"/>
                </a:lnTo>
                <a:lnTo>
                  <a:pt x="9442" y="15768"/>
                </a:lnTo>
                <a:lnTo>
                  <a:pt x="9855" y="15670"/>
                </a:lnTo>
                <a:lnTo>
                  <a:pt x="10245" y="15573"/>
                </a:lnTo>
                <a:lnTo>
                  <a:pt x="10658" y="15451"/>
                </a:lnTo>
                <a:lnTo>
                  <a:pt x="11048" y="15305"/>
                </a:lnTo>
                <a:lnTo>
                  <a:pt x="11461" y="15135"/>
                </a:lnTo>
                <a:lnTo>
                  <a:pt x="11826" y="14940"/>
                </a:lnTo>
                <a:lnTo>
                  <a:pt x="12216" y="14721"/>
                </a:lnTo>
                <a:lnTo>
                  <a:pt x="12581" y="14478"/>
                </a:lnTo>
                <a:lnTo>
                  <a:pt x="12921" y="14235"/>
                </a:lnTo>
                <a:lnTo>
                  <a:pt x="13286" y="13943"/>
                </a:lnTo>
                <a:lnTo>
                  <a:pt x="13603" y="13651"/>
                </a:lnTo>
                <a:lnTo>
                  <a:pt x="13895" y="13334"/>
                </a:lnTo>
                <a:lnTo>
                  <a:pt x="14187" y="13018"/>
                </a:lnTo>
                <a:lnTo>
                  <a:pt x="14454" y="12702"/>
                </a:lnTo>
                <a:lnTo>
                  <a:pt x="14697" y="12361"/>
                </a:lnTo>
                <a:lnTo>
                  <a:pt x="14916" y="11996"/>
                </a:lnTo>
                <a:lnTo>
                  <a:pt x="15111" y="11631"/>
                </a:lnTo>
                <a:lnTo>
                  <a:pt x="15135" y="11631"/>
                </a:lnTo>
                <a:lnTo>
                  <a:pt x="15160" y="11582"/>
                </a:lnTo>
                <a:lnTo>
                  <a:pt x="15160" y="11534"/>
                </a:lnTo>
                <a:lnTo>
                  <a:pt x="15330" y="11096"/>
                </a:lnTo>
                <a:lnTo>
                  <a:pt x="15500" y="10658"/>
                </a:lnTo>
                <a:lnTo>
                  <a:pt x="15622" y="10195"/>
                </a:lnTo>
                <a:lnTo>
                  <a:pt x="15719" y="9733"/>
                </a:lnTo>
                <a:lnTo>
                  <a:pt x="15744" y="9709"/>
                </a:lnTo>
                <a:lnTo>
                  <a:pt x="15768" y="9684"/>
                </a:lnTo>
                <a:lnTo>
                  <a:pt x="15792" y="9636"/>
                </a:lnTo>
                <a:lnTo>
                  <a:pt x="15768" y="9611"/>
                </a:lnTo>
                <a:lnTo>
                  <a:pt x="15744" y="9563"/>
                </a:lnTo>
                <a:lnTo>
                  <a:pt x="15792" y="9174"/>
                </a:lnTo>
                <a:lnTo>
                  <a:pt x="15841" y="8760"/>
                </a:lnTo>
                <a:lnTo>
                  <a:pt x="15841" y="8371"/>
                </a:lnTo>
                <a:lnTo>
                  <a:pt x="15817" y="7957"/>
                </a:lnTo>
                <a:lnTo>
                  <a:pt x="15744" y="7105"/>
                </a:lnTo>
                <a:lnTo>
                  <a:pt x="15671" y="6667"/>
                </a:lnTo>
                <a:lnTo>
                  <a:pt x="15598" y="6254"/>
                </a:lnTo>
                <a:lnTo>
                  <a:pt x="15525" y="5840"/>
                </a:lnTo>
                <a:lnTo>
                  <a:pt x="15403" y="5426"/>
                </a:lnTo>
                <a:lnTo>
                  <a:pt x="15281" y="5013"/>
                </a:lnTo>
                <a:lnTo>
                  <a:pt x="15160" y="4623"/>
                </a:lnTo>
                <a:lnTo>
                  <a:pt x="14989" y="4234"/>
                </a:lnTo>
                <a:lnTo>
                  <a:pt x="14819" y="3845"/>
                </a:lnTo>
                <a:lnTo>
                  <a:pt x="14624" y="3480"/>
                </a:lnTo>
                <a:lnTo>
                  <a:pt x="14405" y="3115"/>
                </a:lnTo>
                <a:lnTo>
                  <a:pt x="14162" y="2774"/>
                </a:lnTo>
                <a:lnTo>
                  <a:pt x="13895" y="2458"/>
                </a:lnTo>
                <a:lnTo>
                  <a:pt x="13603" y="2141"/>
                </a:lnTo>
                <a:lnTo>
                  <a:pt x="13286" y="1849"/>
                </a:lnTo>
                <a:lnTo>
                  <a:pt x="12970" y="1582"/>
                </a:lnTo>
                <a:lnTo>
                  <a:pt x="12654" y="1363"/>
                </a:lnTo>
                <a:lnTo>
                  <a:pt x="12313" y="1144"/>
                </a:lnTo>
                <a:lnTo>
                  <a:pt x="11948" y="949"/>
                </a:lnTo>
                <a:lnTo>
                  <a:pt x="11607" y="779"/>
                </a:lnTo>
                <a:lnTo>
                  <a:pt x="11218" y="609"/>
                </a:lnTo>
                <a:lnTo>
                  <a:pt x="10853" y="487"/>
                </a:lnTo>
                <a:lnTo>
                  <a:pt x="10464" y="365"/>
                </a:lnTo>
                <a:lnTo>
                  <a:pt x="10099" y="268"/>
                </a:lnTo>
                <a:lnTo>
                  <a:pt x="9709" y="171"/>
                </a:lnTo>
                <a:lnTo>
                  <a:pt x="9320" y="98"/>
                </a:lnTo>
                <a:lnTo>
                  <a:pt x="8931" y="49"/>
                </a:lnTo>
                <a:lnTo>
                  <a:pt x="8541" y="25"/>
                </a:lnTo>
                <a:lnTo>
                  <a:pt x="8152" y="0"/>
                </a:lnTo>
                <a:close/>
              </a:path>
            </a:pathLst>
          </a:cu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32"/>
          <p:cNvSpPr/>
          <p:nvPr/>
        </p:nvSpPr>
        <p:spPr>
          <a:xfrm>
            <a:off x="2316843" y="2552100"/>
            <a:ext cx="660300" cy="49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32"/>
          <p:cNvSpPr/>
          <p:nvPr/>
        </p:nvSpPr>
        <p:spPr>
          <a:xfrm>
            <a:off x="2428485" y="2011643"/>
            <a:ext cx="486900" cy="49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32"/>
          <p:cNvSpPr/>
          <p:nvPr/>
        </p:nvSpPr>
        <p:spPr>
          <a:xfrm>
            <a:off x="1800173" y="1913723"/>
            <a:ext cx="548700" cy="49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32"/>
          <p:cNvSpPr/>
          <p:nvPr/>
        </p:nvSpPr>
        <p:spPr>
          <a:xfrm>
            <a:off x="1644113" y="2491475"/>
            <a:ext cx="548700" cy="49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32"/>
          <p:cNvSpPr/>
          <p:nvPr/>
        </p:nvSpPr>
        <p:spPr>
          <a:xfrm>
            <a:off x="4601832" y="2124932"/>
            <a:ext cx="182743" cy="240577"/>
          </a:xfrm>
          <a:custGeom>
            <a:rect b="b" l="l" r="r" t="t"/>
            <a:pathLst>
              <a:path extrusionOk="0" h="8902" w="6762">
                <a:moveTo>
                  <a:pt x="1305" y="1092"/>
                </a:moveTo>
                <a:lnTo>
                  <a:pt x="1348" y="1135"/>
                </a:lnTo>
                <a:lnTo>
                  <a:pt x="1477" y="1263"/>
                </a:lnTo>
                <a:lnTo>
                  <a:pt x="1562" y="1434"/>
                </a:lnTo>
                <a:lnTo>
                  <a:pt x="1584" y="1499"/>
                </a:lnTo>
                <a:lnTo>
                  <a:pt x="1562" y="1541"/>
                </a:lnTo>
                <a:lnTo>
                  <a:pt x="1541" y="1541"/>
                </a:lnTo>
                <a:lnTo>
                  <a:pt x="1477" y="1520"/>
                </a:lnTo>
                <a:lnTo>
                  <a:pt x="1348" y="1370"/>
                </a:lnTo>
                <a:lnTo>
                  <a:pt x="1284" y="1306"/>
                </a:lnTo>
                <a:lnTo>
                  <a:pt x="1241" y="1220"/>
                </a:lnTo>
                <a:lnTo>
                  <a:pt x="1241" y="1156"/>
                </a:lnTo>
                <a:lnTo>
                  <a:pt x="1241" y="1113"/>
                </a:lnTo>
                <a:lnTo>
                  <a:pt x="1263" y="1092"/>
                </a:lnTo>
                <a:close/>
                <a:moveTo>
                  <a:pt x="792" y="1734"/>
                </a:moveTo>
                <a:lnTo>
                  <a:pt x="856" y="1755"/>
                </a:lnTo>
                <a:lnTo>
                  <a:pt x="878" y="1798"/>
                </a:lnTo>
                <a:lnTo>
                  <a:pt x="899" y="1841"/>
                </a:lnTo>
                <a:lnTo>
                  <a:pt x="878" y="1862"/>
                </a:lnTo>
                <a:lnTo>
                  <a:pt x="856" y="1905"/>
                </a:lnTo>
                <a:lnTo>
                  <a:pt x="813" y="1905"/>
                </a:lnTo>
                <a:lnTo>
                  <a:pt x="749" y="1926"/>
                </a:lnTo>
                <a:lnTo>
                  <a:pt x="706" y="1905"/>
                </a:lnTo>
                <a:lnTo>
                  <a:pt x="685" y="1884"/>
                </a:lnTo>
                <a:lnTo>
                  <a:pt x="685" y="1841"/>
                </a:lnTo>
                <a:lnTo>
                  <a:pt x="728" y="1777"/>
                </a:lnTo>
                <a:lnTo>
                  <a:pt x="749" y="1755"/>
                </a:lnTo>
                <a:lnTo>
                  <a:pt x="792" y="1734"/>
                </a:lnTo>
                <a:close/>
                <a:moveTo>
                  <a:pt x="2910" y="1670"/>
                </a:moveTo>
                <a:lnTo>
                  <a:pt x="2846" y="1712"/>
                </a:lnTo>
                <a:lnTo>
                  <a:pt x="2760" y="1755"/>
                </a:lnTo>
                <a:lnTo>
                  <a:pt x="2718" y="1819"/>
                </a:lnTo>
                <a:lnTo>
                  <a:pt x="2675" y="1884"/>
                </a:lnTo>
                <a:lnTo>
                  <a:pt x="2675" y="1926"/>
                </a:lnTo>
                <a:lnTo>
                  <a:pt x="2696" y="1969"/>
                </a:lnTo>
                <a:lnTo>
                  <a:pt x="2932" y="1969"/>
                </a:lnTo>
                <a:lnTo>
                  <a:pt x="3081" y="1991"/>
                </a:lnTo>
                <a:lnTo>
                  <a:pt x="3231" y="2033"/>
                </a:lnTo>
                <a:lnTo>
                  <a:pt x="3317" y="2033"/>
                </a:lnTo>
                <a:lnTo>
                  <a:pt x="3381" y="2012"/>
                </a:lnTo>
                <a:lnTo>
                  <a:pt x="3702" y="1969"/>
                </a:lnTo>
                <a:lnTo>
                  <a:pt x="4023" y="1948"/>
                </a:lnTo>
                <a:lnTo>
                  <a:pt x="4237" y="1948"/>
                </a:lnTo>
                <a:lnTo>
                  <a:pt x="4451" y="1926"/>
                </a:lnTo>
                <a:lnTo>
                  <a:pt x="4879" y="1905"/>
                </a:lnTo>
                <a:lnTo>
                  <a:pt x="5135" y="1905"/>
                </a:lnTo>
                <a:lnTo>
                  <a:pt x="5199" y="1884"/>
                </a:lnTo>
                <a:lnTo>
                  <a:pt x="5242" y="1862"/>
                </a:lnTo>
                <a:lnTo>
                  <a:pt x="5242" y="1819"/>
                </a:lnTo>
                <a:lnTo>
                  <a:pt x="5199" y="1755"/>
                </a:lnTo>
                <a:lnTo>
                  <a:pt x="5135" y="1712"/>
                </a:lnTo>
                <a:lnTo>
                  <a:pt x="5050" y="1691"/>
                </a:lnTo>
                <a:lnTo>
                  <a:pt x="4836" y="1691"/>
                </a:lnTo>
                <a:lnTo>
                  <a:pt x="4451" y="1734"/>
                </a:lnTo>
                <a:lnTo>
                  <a:pt x="4237" y="1755"/>
                </a:lnTo>
                <a:lnTo>
                  <a:pt x="4044" y="1755"/>
                </a:lnTo>
                <a:lnTo>
                  <a:pt x="3616" y="1734"/>
                </a:lnTo>
                <a:lnTo>
                  <a:pt x="3531" y="1755"/>
                </a:lnTo>
                <a:lnTo>
                  <a:pt x="3424" y="1777"/>
                </a:lnTo>
                <a:lnTo>
                  <a:pt x="3317" y="1798"/>
                </a:lnTo>
                <a:lnTo>
                  <a:pt x="3231" y="1798"/>
                </a:lnTo>
                <a:lnTo>
                  <a:pt x="3167" y="1777"/>
                </a:lnTo>
                <a:lnTo>
                  <a:pt x="3103" y="1734"/>
                </a:lnTo>
                <a:lnTo>
                  <a:pt x="3060" y="1691"/>
                </a:lnTo>
                <a:lnTo>
                  <a:pt x="2996" y="1670"/>
                </a:lnTo>
                <a:close/>
                <a:moveTo>
                  <a:pt x="4707" y="2654"/>
                </a:moveTo>
                <a:lnTo>
                  <a:pt x="4451" y="2675"/>
                </a:lnTo>
                <a:lnTo>
                  <a:pt x="4279" y="2697"/>
                </a:lnTo>
                <a:lnTo>
                  <a:pt x="3809" y="2739"/>
                </a:lnTo>
                <a:lnTo>
                  <a:pt x="3573" y="2761"/>
                </a:lnTo>
                <a:lnTo>
                  <a:pt x="3359" y="2761"/>
                </a:lnTo>
                <a:lnTo>
                  <a:pt x="3124" y="2739"/>
                </a:lnTo>
                <a:lnTo>
                  <a:pt x="2910" y="2697"/>
                </a:lnTo>
                <a:lnTo>
                  <a:pt x="2803" y="2675"/>
                </a:lnTo>
                <a:lnTo>
                  <a:pt x="2696" y="2697"/>
                </a:lnTo>
                <a:lnTo>
                  <a:pt x="2482" y="2718"/>
                </a:lnTo>
                <a:lnTo>
                  <a:pt x="2397" y="2697"/>
                </a:lnTo>
                <a:lnTo>
                  <a:pt x="2290" y="2675"/>
                </a:lnTo>
                <a:lnTo>
                  <a:pt x="2097" y="2675"/>
                </a:lnTo>
                <a:lnTo>
                  <a:pt x="2033" y="2718"/>
                </a:lnTo>
                <a:lnTo>
                  <a:pt x="1990" y="2761"/>
                </a:lnTo>
                <a:lnTo>
                  <a:pt x="1969" y="2825"/>
                </a:lnTo>
                <a:lnTo>
                  <a:pt x="1990" y="2846"/>
                </a:lnTo>
                <a:lnTo>
                  <a:pt x="2012" y="2868"/>
                </a:lnTo>
                <a:lnTo>
                  <a:pt x="2140" y="2889"/>
                </a:lnTo>
                <a:lnTo>
                  <a:pt x="2247" y="2911"/>
                </a:lnTo>
                <a:lnTo>
                  <a:pt x="2504" y="2932"/>
                </a:lnTo>
                <a:lnTo>
                  <a:pt x="2974" y="2932"/>
                </a:lnTo>
                <a:lnTo>
                  <a:pt x="3210" y="2953"/>
                </a:lnTo>
                <a:lnTo>
                  <a:pt x="3424" y="2953"/>
                </a:lnTo>
                <a:lnTo>
                  <a:pt x="3873" y="2932"/>
                </a:lnTo>
                <a:lnTo>
                  <a:pt x="4322" y="2889"/>
                </a:lnTo>
                <a:lnTo>
                  <a:pt x="5028" y="2889"/>
                </a:lnTo>
                <a:lnTo>
                  <a:pt x="5093" y="2868"/>
                </a:lnTo>
                <a:lnTo>
                  <a:pt x="5135" y="2846"/>
                </a:lnTo>
                <a:lnTo>
                  <a:pt x="5135" y="2804"/>
                </a:lnTo>
                <a:lnTo>
                  <a:pt x="5114" y="2739"/>
                </a:lnTo>
                <a:lnTo>
                  <a:pt x="5050" y="2697"/>
                </a:lnTo>
                <a:lnTo>
                  <a:pt x="4943" y="2675"/>
                </a:lnTo>
                <a:lnTo>
                  <a:pt x="4707" y="2654"/>
                </a:lnTo>
                <a:close/>
                <a:moveTo>
                  <a:pt x="3295" y="3424"/>
                </a:moveTo>
                <a:lnTo>
                  <a:pt x="3060" y="3467"/>
                </a:lnTo>
                <a:lnTo>
                  <a:pt x="2825" y="3531"/>
                </a:lnTo>
                <a:lnTo>
                  <a:pt x="2568" y="3574"/>
                </a:lnTo>
                <a:lnTo>
                  <a:pt x="2461" y="3595"/>
                </a:lnTo>
                <a:lnTo>
                  <a:pt x="2332" y="3574"/>
                </a:lnTo>
                <a:lnTo>
                  <a:pt x="2119" y="3531"/>
                </a:lnTo>
                <a:lnTo>
                  <a:pt x="1905" y="3531"/>
                </a:lnTo>
                <a:lnTo>
                  <a:pt x="1840" y="3553"/>
                </a:lnTo>
                <a:lnTo>
                  <a:pt x="1776" y="3595"/>
                </a:lnTo>
                <a:lnTo>
                  <a:pt x="1755" y="3617"/>
                </a:lnTo>
                <a:lnTo>
                  <a:pt x="1755" y="3638"/>
                </a:lnTo>
                <a:lnTo>
                  <a:pt x="1776" y="3681"/>
                </a:lnTo>
                <a:lnTo>
                  <a:pt x="1819" y="3702"/>
                </a:lnTo>
                <a:lnTo>
                  <a:pt x="1926" y="3766"/>
                </a:lnTo>
                <a:lnTo>
                  <a:pt x="2033" y="3788"/>
                </a:lnTo>
                <a:lnTo>
                  <a:pt x="2140" y="3831"/>
                </a:lnTo>
                <a:lnTo>
                  <a:pt x="2482" y="3831"/>
                </a:lnTo>
                <a:lnTo>
                  <a:pt x="2718" y="3788"/>
                </a:lnTo>
                <a:lnTo>
                  <a:pt x="3167" y="3681"/>
                </a:lnTo>
                <a:lnTo>
                  <a:pt x="3402" y="3659"/>
                </a:lnTo>
                <a:lnTo>
                  <a:pt x="3638" y="3638"/>
                </a:lnTo>
                <a:lnTo>
                  <a:pt x="3894" y="3659"/>
                </a:lnTo>
                <a:lnTo>
                  <a:pt x="4001" y="3681"/>
                </a:lnTo>
                <a:lnTo>
                  <a:pt x="4130" y="3681"/>
                </a:lnTo>
                <a:lnTo>
                  <a:pt x="4365" y="3638"/>
                </a:lnTo>
                <a:lnTo>
                  <a:pt x="4472" y="3638"/>
                </a:lnTo>
                <a:lnTo>
                  <a:pt x="4579" y="3659"/>
                </a:lnTo>
                <a:lnTo>
                  <a:pt x="4814" y="3745"/>
                </a:lnTo>
                <a:lnTo>
                  <a:pt x="4986" y="3745"/>
                </a:lnTo>
                <a:lnTo>
                  <a:pt x="5050" y="3702"/>
                </a:lnTo>
                <a:lnTo>
                  <a:pt x="5093" y="3659"/>
                </a:lnTo>
                <a:lnTo>
                  <a:pt x="5114" y="3595"/>
                </a:lnTo>
                <a:lnTo>
                  <a:pt x="5114" y="3553"/>
                </a:lnTo>
                <a:lnTo>
                  <a:pt x="5071" y="3488"/>
                </a:lnTo>
                <a:lnTo>
                  <a:pt x="4986" y="3467"/>
                </a:lnTo>
                <a:lnTo>
                  <a:pt x="4729" y="3467"/>
                </a:lnTo>
                <a:lnTo>
                  <a:pt x="4515" y="3424"/>
                </a:lnTo>
                <a:lnTo>
                  <a:pt x="4301" y="3424"/>
                </a:lnTo>
                <a:lnTo>
                  <a:pt x="4044" y="3446"/>
                </a:lnTo>
                <a:lnTo>
                  <a:pt x="3809" y="3424"/>
                </a:lnTo>
                <a:close/>
                <a:moveTo>
                  <a:pt x="2632" y="4237"/>
                </a:moveTo>
                <a:lnTo>
                  <a:pt x="2397" y="4259"/>
                </a:lnTo>
                <a:lnTo>
                  <a:pt x="1947" y="4366"/>
                </a:lnTo>
                <a:lnTo>
                  <a:pt x="1776" y="4430"/>
                </a:lnTo>
                <a:lnTo>
                  <a:pt x="1648" y="4515"/>
                </a:lnTo>
                <a:lnTo>
                  <a:pt x="1626" y="4558"/>
                </a:lnTo>
                <a:lnTo>
                  <a:pt x="1626" y="4580"/>
                </a:lnTo>
                <a:lnTo>
                  <a:pt x="1712" y="4601"/>
                </a:lnTo>
                <a:lnTo>
                  <a:pt x="1840" y="4601"/>
                </a:lnTo>
                <a:lnTo>
                  <a:pt x="2119" y="4580"/>
                </a:lnTo>
                <a:lnTo>
                  <a:pt x="2375" y="4537"/>
                </a:lnTo>
                <a:lnTo>
                  <a:pt x="2653" y="4494"/>
                </a:lnTo>
                <a:lnTo>
                  <a:pt x="2932" y="4494"/>
                </a:lnTo>
                <a:lnTo>
                  <a:pt x="3188" y="4537"/>
                </a:lnTo>
                <a:lnTo>
                  <a:pt x="3295" y="4558"/>
                </a:lnTo>
                <a:lnTo>
                  <a:pt x="3424" y="4558"/>
                </a:lnTo>
                <a:lnTo>
                  <a:pt x="3680" y="4494"/>
                </a:lnTo>
                <a:lnTo>
                  <a:pt x="3809" y="4473"/>
                </a:lnTo>
                <a:lnTo>
                  <a:pt x="3937" y="4515"/>
                </a:lnTo>
                <a:lnTo>
                  <a:pt x="4108" y="4558"/>
                </a:lnTo>
                <a:lnTo>
                  <a:pt x="4536" y="4558"/>
                </a:lnTo>
                <a:lnTo>
                  <a:pt x="4729" y="4537"/>
                </a:lnTo>
                <a:lnTo>
                  <a:pt x="4814" y="4515"/>
                </a:lnTo>
                <a:lnTo>
                  <a:pt x="4921" y="4494"/>
                </a:lnTo>
                <a:lnTo>
                  <a:pt x="4964" y="4473"/>
                </a:lnTo>
                <a:lnTo>
                  <a:pt x="5007" y="4451"/>
                </a:lnTo>
                <a:lnTo>
                  <a:pt x="5007" y="4408"/>
                </a:lnTo>
                <a:lnTo>
                  <a:pt x="5007" y="4366"/>
                </a:lnTo>
                <a:lnTo>
                  <a:pt x="4986" y="4323"/>
                </a:lnTo>
                <a:lnTo>
                  <a:pt x="4943" y="4301"/>
                </a:lnTo>
                <a:lnTo>
                  <a:pt x="4836" y="4280"/>
                </a:lnTo>
                <a:lnTo>
                  <a:pt x="4386" y="4280"/>
                </a:lnTo>
                <a:lnTo>
                  <a:pt x="4151" y="4259"/>
                </a:lnTo>
                <a:lnTo>
                  <a:pt x="3937" y="4237"/>
                </a:lnTo>
                <a:lnTo>
                  <a:pt x="3702" y="4237"/>
                </a:lnTo>
                <a:lnTo>
                  <a:pt x="3488" y="4280"/>
                </a:lnTo>
                <a:lnTo>
                  <a:pt x="3402" y="4323"/>
                </a:lnTo>
                <a:lnTo>
                  <a:pt x="3188" y="4323"/>
                </a:lnTo>
                <a:lnTo>
                  <a:pt x="3081" y="4301"/>
                </a:lnTo>
                <a:lnTo>
                  <a:pt x="2867" y="4237"/>
                </a:lnTo>
                <a:close/>
                <a:moveTo>
                  <a:pt x="2268" y="5050"/>
                </a:moveTo>
                <a:lnTo>
                  <a:pt x="2140" y="5072"/>
                </a:lnTo>
                <a:lnTo>
                  <a:pt x="2033" y="5114"/>
                </a:lnTo>
                <a:lnTo>
                  <a:pt x="1926" y="5157"/>
                </a:lnTo>
                <a:lnTo>
                  <a:pt x="1819" y="5200"/>
                </a:lnTo>
                <a:lnTo>
                  <a:pt x="1584" y="5200"/>
                </a:lnTo>
                <a:lnTo>
                  <a:pt x="1562" y="5221"/>
                </a:lnTo>
                <a:lnTo>
                  <a:pt x="1562" y="5243"/>
                </a:lnTo>
                <a:lnTo>
                  <a:pt x="1584" y="5264"/>
                </a:lnTo>
                <a:lnTo>
                  <a:pt x="1605" y="5307"/>
                </a:lnTo>
                <a:lnTo>
                  <a:pt x="1691" y="5328"/>
                </a:lnTo>
                <a:lnTo>
                  <a:pt x="1798" y="5328"/>
                </a:lnTo>
                <a:lnTo>
                  <a:pt x="1926" y="5307"/>
                </a:lnTo>
                <a:lnTo>
                  <a:pt x="2161" y="5243"/>
                </a:lnTo>
                <a:lnTo>
                  <a:pt x="2268" y="5221"/>
                </a:lnTo>
                <a:lnTo>
                  <a:pt x="2332" y="5221"/>
                </a:lnTo>
                <a:lnTo>
                  <a:pt x="2546" y="5264"/>
                </a:lnTo>
                <a:lnTo>
                  <a:pt x="2653" y="5286"/>
                </a:lnTo>
                <a:lnTo>
                  <a:pt x="2760" y="5286"/>
                </a:lnTo>
                <a:lnTo>
                  <a:pt x="2974" y="5243"/>
                </a:lnTo>
                <a:lnTo>
                  <a:pt x="3124" y="5200"/>
                </a:lnTo>
                <a:lnTo>
                  <a:pt x="3188" y="5179"/>
                </a:lnTo>
                <a:lnTo>
                  <a:pt x="3146" y="5136"/>
                </a:lnTo>
                <a:lnTo>
                  <a:pt x="3081" y="5093"/>
                </a:lnTo>
                <a:lnTo>
                  <a:pt x="2910" y="5093"/>
                </a:lnTo>
                <a:lnTo>
                  <a:pt x="2782" y="5114"/>
                </a:lnTo>
                <a:lnTo>
                  <a:pt x="2653" y="5136"/>
                </a:lnTo>
                <a:lnTo>
                  <a:pt x="2568" y="5114"/>
                </a:lnTo>
                <a:lnTo>
                  <a:pt x="2461" y="5093"/>
                </a:lnTo>
                <a:lnTo>
                  <a:pt x="2375" y="5072"/>
                </a:lnTo>
                <a:lnTo>
                  <a:pt x="2268" y="5050"/>
                </a:lnTo>
                <a:close/>
                <a:moveTo>
                  <a:pt x="4515" y="6034"/>
                </a:moveTo>
                <a:lnTo>
                  <a:pt x="4558" y="6120"/>
                </a:lnTo>
                <a:lnTo>
                  <a:pt x="4579" y="6270"/>
                </a:lnTo>
                <a:lnTo>
                  <a:pt x="4579" y="6313"/>
                </a:lnTo>
                <a:lnTo>
                  <a:pt x="4558" y="6377"/>
                </a:lnTo>
                <a:lnTo>
                  <a:pt x="4536" y="6398"/>
                </a:lnTo>
                <a:lnTo>
                  <a:pt x="4451" y="6398"/>
                </a:lnTo>
                <a:lnTo>
                  <a:pt x="4429" y="6377"/>
                </a:lnTo>
                <a:lnTo>
                  <a:pt x="4408" y="6334"/>
                </a:lnTo>
                <a:lnTo>
                  <a:pt x="4451" y="6206"/>
                </a:lnTo>
                <a:lnTo>
                  <a:pt x="4493" y="6077"/>
                </a:lnTo>
                <a:lnTo>
                  <a:pt x="4515" y="6034"/>
                </a:lnTo>
                <a:close/>
                <a:moveTo>
                  <a:pt x="5627" y="5478"/>
                </a:moveTo>
                <a:lnTo>
                  <a:pt x="5585" y="5500"/>
                </a:lnTo>
                <a:lnTo>
                  <a:pt x="5520" y="5542"/>
                </a:lnTo>
                <a:lnTo>
                  <a:pt x="5478" y="5606"/>
                </a:lnTo>
                <a:lnTo>
                  <a:pt x="5478" y="5692"/>
                </a:lnTo>
                <a:lnTo>
                  <a:pt x="5478" y="5756"/>
                </a:lnTo>
                <a:lnTo>
                  <a:pt x="5478" y="5842"/>
                </a:lnTo>
                <a:lnTo>
                  <a:pt x="5499" y="5992"/>
                </a:lnTo>
                <a:lnTo>
                  <a:pt x="5499" y="6077"/>
                </a:lnTo>
                <a:lnTo>
                  <a:pt x="5478" y="6141"/>
                </a:lnTo>
                <a:lnTo>
                  <a:pt x="5435" y="6184"/>
                </a:lnTo>
                <a:lnTo>
                  <a:pt x="5392" y="6227"/>
                </a:lnTo>
                <a:lnTo>
                  <a:pt x="5306" y="6291"/>
                </a:lnTo>
                <a:lnTo>
                  <a:pt x="5264" y="6313"/>
                </a:lnTo>
                <a:lnTo>
                  <a:pt x="5242" y="6355"/>
                </a:lnTo>
                <a:lnTo>
                  <a:pt x="5242" y="6420"/>
                </a:lnTo>
                <a:lnTo>
                  <a:pt x="5264" y="6484"/>
                </a:lnTo>
                <a:lnTo>
                  <a:pt x="5306" y="6527"/>
                </a:lnTo>
                <a:lnTo>
                  <a:pt x="5371" y="6548"/>
                </a:lnTo>
                <a:lnTo>
                  <a:pt x="5435" y="6569"/>
                </a:lnTo>
                <a:lnTo>
                  <a:pt x="5499" y="6591"/>
                </a:lnTo>
                <a:lnTo>
                  <a:pt x="5542" y="6655"/>
                </a:lnTo>
                <a:lnTo>
                  <a:pt x="5563" y="6698"/>
                </a:lnTo>
                <a:lnTo>
                  <a:pt x="5563" y="6762"/>
                </a:lnTo>
                <a:lnTo>
                  <a:pt x="5606" y="6826"/>
                </a:lnTo>
                <a:lnTo>
                  <a:pt x="5649" y="6869"/>
                </a:lnTo>
                <a:lnTo>
                  <a:pt x="5692" y="6890"/>
                </a:lnTo>
                <a:lnTo>
                  <a:pt x="5734" y="6912"/>
                </a:lnTo>
                <a:lnTo>
                  <a:pt x="5820" y="6912"/>
                </a:lnTo>
                <a:lnTo>
                  <a:pt x="5863" y="6869"/>
                </a:lnTo>
                <a:lnTo>
                  <a:pt x="5906" y="6826"/>
                </a:lnTo>
                <a:lnTo>
                  <a:pt x="5927" y="6783"/>
                </a:lnTo>
                <a:lnTo>
                  <a:pt x="5948" y="6698"/>
                </a:lnTo>
                <a:lnTo>
                  <a:pt x="5927" y="6633"/>
                </a:lnTo>
                <a:lnTo>
                  <a:pt x="5927" y="6548"/>
                </a:lnTo>
                <a:lnTo>
                  <a:pt x="5927" y="6462"/>
                </a:lnTo>
                <a:lnTo>
                  <a:pt x="5970" y="6441"/>
                </a:lnTo>
                <a:lnTo>
                  <a:pt x="5991" y="6398"/>
                </a:lnTo>
                <a:lnTo>
                  <a:pt x="6077" y="6355"/>
                </a:lnTo>
                <a:lnTo>
                  <a:pt x="6141" y="6248"/>
                </a:lnTo>
                <a:lnTo>
                  <a:pt x="6162" y="6206"/>
                </a:lnTo>
                <a:lnTo>
                  <a:pt x="6162" y="6141"/>
                </a:lnTo>
                <a:lnTo>
                  <a:pt x="6141" y="6099"/>
                </a:lnTo>
                <a:lnTo>
                  <a:pt x="6120" y="6056"/>
                </a:lnTo>
                <a:lnTo>
                  <a:pt x="6055" y="6034"/>
                </a:lnTo>
                <a:lnTo>
                  <a:pt x="5991" y="6013"/>
                </a:lnTo>
                <a:lnTo>
                  <a:pt x="5884" y="5970"/>
                </a:lnTo>
                <a:lnTo>
                  <a:pt x="5863" y="5949"/>
                </a:lnTo>
                <a:lnTo>
                  <a:pt x="5841" y="5927"/>
                </a:lnTo>
                <a:lnTo>
                  <a:pt x="5820" y="5713"/>
                </a:lnTo>
                <a:lnTo>
                  <a:pt x="5777" y="5585"/>
                </a:lnTo>
                <a:lnTo>
                  <a:pt x="5713" y="5500"/>
                </a:lnTo>
                <a:lnTo>
                  <a:pt x="5670" y="5478"/>
                </a:lnTo>
                <a:close/>
                <a:moveTo>
                  <a:pt x="4408" y="5307"/>
                </a:moveTo>
                <a:lnTo>
                  <a:pt x="4344" y="5328"/>
                </a:lnTo>
                <a:lnTo>
                  <a:pt x="4301" y="5371"/>
                </a:lnTo>
                <a:lnTo>
                  <a:pt x="4258" y="5435"/>
                </a:lnTo>
                <a:lnTo>
                  <a:pt x="4194" y="5564"/>
                </a:lnTo>
                <a:lnTo>
                  <a:pt x="4151" y="5735"/>
                </a:lnTo>
                <a:lnTo>
                  <a:pt x="4108" y="6120"/>
                </a:lnTo>
                <a:lnTo>
                  <a:pt x="4087" y="6270"/>
                </a:lnTo>
                <a:lnTo>
                  <a:pt x="4066" y="6398"/>
                </a:lnTo>
                <a:lnTo>
                  <a:pt x="4023" y="6462"/>
                </a:lnTo>
                <a:lnTo>
                  <a:pt x="3980" y="6527"/>
                </a:lnTo>
                <a:lnTo>
                  <a:pt x="3894" y="6591"/>
                </a:lnTo>
                <a:lnTo>
                  <a:pt x="3787" y="6633"/>
                </a:lnTo>
                <a:lnTo>
                  <a:pt x="3723" y="6676"/>
                </a:lnTo>
                <a:lnTo>
                  <a:pt x="3680" y="6740"/>
                </a:lnTo>
                <a:lnTo>
                  <a:pt x="3659" y="6783"/>
                </a:lnTo>
                <a:lnTo>
                  <a:pt x="3638" y="6826"/>
                </a:lnTo>
                <a:lnTo>
                  <a:pt x="3638" y="6869"/>
                </a:lnTo>
                <a:lnTo>
                  <a:pt x="3659" y="6890"/>
                </a:lnTo>
                <a:lnTo>
                  <a:pt x="3723" y="6933"/>
                </a:lnTo>
                <a:lnTo>
                  <a:pt x="3787" y="6976"/>
                </a:lnTo>
                <a:lnTo>
                  <a:pt x="3852" y="7061"/>
                </a:lnTo>
                <a:lnTo>
                  <a:pt x="3873" y="7126"/>
                </a:lnTo>
                <a:lnTo>
                  <a:pt x="3873" y="7190"/>
                </a:lnTo>
                <a:lnTo>
                  <a:pt x="3830" y="7318"/>
                </a:lnTo>
                <a:lnTo>
                  <a:pt x="3809" y="7425"/>
                </a:lnTo>
                <a:lnTo>
                  <a:pt x="3787" y="7554"/>
                </a:lnTo>
                <a:lnTo>
                  <a:pt x="3787" y="7618"/>
                </a:lnTo>
                <a:lnTo>
                  <a:pt x="3787" y="7682"/>
                </a:lnTo>
                <a:lnTo>
                  <a:pt x="3830" y="7725"/>
                </a:lnTo>
                <a:lnTo>
                  <a:pt x="3873" y="7746"/>
                </a:lnTo>
                <a:lnTo>
                  <a:pt x="3980" y="7746"/>
                </a:lnTo>
                <a:lnTo>
                  <a:pt x="4087" y="7682"/>
                </a:lnTo>
                <a:lnTo>
                  <a:pt x="4172" y="7596"/>
                </a:lnTo>
                <a:lnTo>
                  <a:pt x="4237" y="7532"/>
                </a:lnTo>
                <a:lnTo>
                  <a:pt x="4279" y="7468"/>
                </a:lnTo>
                <a:lnTo>
                  <a:pt x="4279" y="7382"/>
                </a:lnTo>
                <a:lnTo>
                  <a:pt x="4301" y="7233"/>
                </a:lnTo>
                <a:lnTo>
                  <a:pt x="4301" y="7061"/>
                </a:lnTo>
                <a:lnTo>
                  <a:pt x="4322" y="6976"/>
                </a:lnTo>
                <a:lnTo>
                  <a:pt x="4365" y="6912"/>
                </a:lnTo>
                <a:lnTo>
                  <a:pt x="4451" y="6826"/>
                </a:lnTo>
                <a:lnTo>
                  <a:pt x="4558" y="6762"/>
                </a:lnTo>
                <a:lnTo>
                  <a:pt x="4600" y="6740"/>
                </a:lnTo>
                <a:lnTo>
                  <a:pt x="4665" y="6740"/>
                </a:lnTo>
                <a:lnTo>
                  <a:pt x="4707" y="6762"/>
                </a:lnTo>
                <a:lnTo>
                  <a:pt x="4772" y="6805"/>
                </a:lnTo>
                <a:lnTo>
                  <a:pt x="4793" y="6847"/>
                </a:lnTo>
                <a:lnTo>
                  <a:pt x="4836" y="6912"/>
                </a:lnTo>
                <a:lnTo>
                  <a:pt x="4857" y="7083"/>
                </a:lnTo>
                <a:lnTo>
                  <a:pt x="4900" y="7233"/>
                </a:lnTo>
                <a:lnTo>
                  <a:pt x="4943" y="7382"/>
                </a:lnTo>
                <a:lnTo>
                  <a:pt x="5007" y="7489"/>
                </a:lnTo>
                <a:lnTo>
                  <a:pt x="5028" y="7511"/>
                </a:lnTo>
                <a:lnTo>
                  <a:pt x="5071" y="7532"/>
                </a:lnTo>
                <a:lnTo>
                  <a:pt x="5135" y="7532"/>
                </a:lnTo>
                <a:lnTo>
                  <a:pt x="5264" y="7447"/>
                </a:lnTo>
                <a:lnTo>
                  <a:pt x="5328" y="7361"/>
                </a:lnTo>
                <a:lnTo>
                  <a:pt x="5371" y="7275"/>
                </a:lnTo>
                <a:lnTo>
                  <a:pt x="5371" y="7168"/>
                </a:lnTo>
                <a:lnTo>
                  <a:pt x="5328" y="7040"/>
                </a:lnTo>
                <a:lnTo>
                  <a:pt x="5285" y="6912"/>
                </a:lnTo>
                <a:lnTo>
                  <a:pt x="5242" y="6783"/>
                </a:lnTo>
                <a:lnTo>
                  <a:pt x="5178" y="6676"/>
                </a:lnTo>
                <a:lnTo>
                  <a:pt x="5135" y="6548"/>
                </a:lnTo>
                <a:lnTo>
                  <a:pt x="5135" y="6398"/>
                </a:lnTo>
                <a:lnTo>
                  <a:pt x="5114" y="6334"/>
                </a:lnTo>
                <a:lnTo>
                  <a:pt x="5093" y="6248"/>
                </a:lnTo>
                <a:lnTo>
                  <a:pt x="5050" y="6206"/>
                </a:lnTo>
                <a:lnTo>
                  <a:pt x="4986" y="6141"/>
                </a:lnTo>
                <a:lnTo>
                  <a:pt x="4943" y="6034"/>
                </a:lnTo>
                <a:lnTo>
                  <a:pt x="4900" y="5927"/>
                </a:lnTo>
                <a:lnTo>
                  <a:pt x="4793" y="5649"/>
                </a:lnTo>
                <a:lnTo>
                  <a:pt x="4750" y="5521"/>
                </a:lnTo>
                <a:lnTo>
                  <a:pt x="4665" y="5414"/>
                </a:lnTo>
                <a:lnTo>
                  <a:pt x="4579" y="5328"/>
                </a:lnTo>
                <a:lnTo>
                  <a:pt x="4536" y="5307"/>
                </a:lnTo>
                <a:close/>
                <a:moveTo>
                  <a:pt x="2632" y="429"/>
                </a:moveTo>
                <a:lnTo>
                  <a:pt x="2889" y="450"/>
                </a:lnTo>
                <a:lnTo>
                  <a:pt x="3124" y="472"/>
                </a:lnTo>
                <a:lnTo>
                  <a:pt x="3702" y="472"/>
                </a:lnTo>
                <a:lnTo>
                  <a:pt x="4258" y="514"/>
                </a:lnTo>
                <a:lnTo>
                  <a:pt x="4793" y="536"/>
                </a:lnTo>
                <a:lnTo>
                  <a:pt x="5306" y="557"/>
                </a:lnTo>
                <a:lnTo>
                  <a:pt x="5820" y="600"/>
                </a:lnTo>
                <a:lnTo>
                  <a:pt x="5970" y="600"/>
                </a:lnTo>
                <a:lnTo>
                  <a:pt x="6077" y="621"/>
                </a:lnTo>
                <a:lnTo>
                  <a:pt x="6098" y="621"/>
                </a:lnTo>
                <a:lnTo>
                  <a:pt x="6141" y="664"/>
                </a:lnTo>
                <a:lnTo>
                  <a:pt x="6162" y="707"/>
                </a:lnTo>
                <a:lnTo>
                  <a:pt x="6184" y="771"/>
                </a:lnTo>
                <a:lnTo>
                  <a:pt x="6205" y="1006"/>
                </a:lnTo>
                <a:lnTo>
                  <a:pt x="6226" y="1263"/>
                </a:lnTo>
                <a:lnTo>
                  <a:pt x="6205" y="1777"/>
                </a:lnTo>
                <a:lnTo>
                  <a:pt x="6226" y="2354"/>
                </a:lnTo>
                <a:lnTo>
                  <a:pt x="6248" y="2932"/>
                </a:lnTo>
                <a:lnTo>
                  <a:pt x="6248" y="5542"/>
                </a:lnTo>
                <a:lnTo>
                  <a:pt x="6269" y="6869"/>
                </a:lnTo>
                <a:lnTo>
                  <a:pt x="6291" y="7511"/>
                </a:lnTo>
                <a:lnTo>
                  <a:pt x="6269" y="7832"/>
                </a:lnTo>
                <a:lnTo>
                  <a:pt x="6248" y="7981"/>
                </a:lnTo>
                <a:lnTo>
                  <a:pt x="6205" y="8153"/>
                </a:lnTo>
                <a:lnTo>
                  <a:pt x="6184" y="8174"/>
                </a:lnTo>
                <a:lnTo>
                  <a:pt x="6141" y="8195"/>
                </a:lnTo>
                <a:lnTo>
                  <a:pt x="6055" y="8238"/>
                </a:lnTo>
                <a:lnTo>
                  <a:pt x="5906" y="8260"/>
                </a:lnTo>
                <a:lnTo>
                  <a:pt x="5413" y="8260"/>
                </a:lnTo>
                <a:lnTo>
                  <a:pt x="5199" y="8238"/>
                </a:lnTo>
                <a:lnTo>
                  <a:pt x="4857" y="8217"/>
                </a:lnTo>
                <a:lnTo>
                  <a:pt x="4515" y="8217"/>
                </a:lnTo>
                <a:lnTo>
                  <a:pt x="3830" y="8260"/>
                </a:lnTo>
                <a:lnTo>
                  <a:pt x="3167" y="8281"/>
                </a:lnTo>
                <a:lnTo>
                  <a:pt x="2504" y="8302"/>
                </a:lnTo>
                <a:lnTo>
                  <a:pt x="2268" y="8324"/>
                </a:lnTo>
                <a:lnTo>
                  <a:pt x="2119" y="8324"/>
                </a:lnTo>
                <a:lnTo>
                  <a:pt x="2076" y="8302"/>
                </a:lnTo>
                <a:lnTo>
                  <a:pt x="2033" y="8281"/>
                </a:lnTo>
                <a:lnTo>
                  <a:pt x="2012" y="8217"/>
                </a:lnTo>
                <a:lnTo>
                  <a:pt x="2012" y="8153"/>
                </a:lnTo>
                <a:lnTo>
                  <a:pt x="1990" y="8110"/>
                </a:lnTo>
                <a:lnTo>
                  <a:pt x="1969" y="8088"/>
                </a:lnTo>
                <a:lnTo>
                  <a:pt x="1883" y="8088"/>
                </a:lnTo>
                <a:lnTo>
                  <a:pt x="1798" y="8153"/>
                </a:lnTo>
                <a:lnTo>
                  <a:pt x="1626" y="8302"/>
                </a:lnTo>
                <a:lnTo>
                  <a:pt x="1541" y="8367"/>
                </a:lnTo>
                <a:lnTo>
                  <a:pt x="1455" y="8388"/>
                </a:lnTo>
                <a:lnTo>
                  <a:pt x="1412" y="8388"/>
                </a:lnTo>
                <a:lnTo>
                  <a:pt x="1391" y="8367"/>
                </a:lnTo>
                <a:lnTo>
                  <a:pt x="1348" y="8345"/>
                </a:lnTo>
                <a:lnTo>
                  <a:pt x="1327" y="8281"/>
                </a:lnTo>
                <a:lnTo>
                  <a:pt x="1327" y="8217"/>
                </a:lnTo>
                <a:lnTo>
                  <a:pt x="1348" y="8131"/>
                </a:lnTo>
                <a:lnTo>
                  <a:pt x="1348" y="8110"/>
                </a:lnTo>
                <a:lnTo>
                  <a:pt x="1348" y="8067"/>
                </a:lnTo>
                <a:lnTo>
                  <a:pt x="1327" y="8067"/>
                </a:lnTo>
                <a:lnTo>
                  <a:pt x="1263" y="8046"/>
                </a:lnTo>
                <a:lnTo>
                  <a:pt x="1220" y="8067"/>
                </a:lnTo>
                <a:lnTo>
                  <a:pt x="1177" y="8110"/>
                </a:lnTo>
                <a:lnTo>
                  <a:pt x="1092" y="8217"/>
                </a:lnTo>
                <a:lnTo>
                  <a:pt x="1006" y="8324"/>
                </a:lnTo>
                <a:lnTo>
                  <a:pt x="963" y="8367"/>
                </a:lnTo>
                <a:lnTo>
                  <a:pt x="920" y="8409"/>
                </a:lnTo>
                <a:lnTo>
                  <a:pt x="856" y="8431"/>
                </a:lnTo>
                <a:lnTo>
                  <a:pt x="792" y="8431"/>
                </a:lnTo>
                <a:lnTo>
                  <a:pt x="771" y="8409"/>
                </a:lnTo>
                <a:lnTo>
                  <a:pt x="771" y="8367"/>
                </a:lnTo>
                <a:lnTo>
                  <a:pt x="792" y="8281"/>
                </a:lnTo>
                <a:lnTo>
                  <a:pt x="856" y="8153"/>
                </a:lnTo>
                <a:lnTo>
                  <a:pt x="1049" y="7917"/>
                </a:lnTo>
                <a:lnTo>
                  <a:pt x="1156" y="7767"/>
                </a:lnTo>
                <a:lnTo>
                  <a:pt x="1156" y="7682"/>
                </a:lnTo>
                <a:lnTo>
                  <a:pt x="1134" y="7639"/>
                </a:lnTo>
                <a:lnTo>
                  <a:pt x="1070" y="7618"/>
                </a:lnTo>
                <a:lnTo>
                  <a:pt x="942" y="7618"/>
                </a:lnTo>
                <a:lnTo>
                  <a:pt x="856" y="7660"/>
                </a:lnTo>
                <a:lnTo>
                  <a:pt x="792" y="7703"/>
                </a:lnTo>
                <a:lnTo>
                  <a:pt x="749" y="7746"/>
                </a:lnTo>
                <a:lnTo>
                  <a:pt x="835" y="7575"/>
                </a:lnTo>
                <a:lnTo>
                  <a:pt x="878" y="7468"/>
                </a:lnTo>
                <a:lnTo>
                  <a:pt x="899" y="7404"/>
                </a:lnTo>
                <a:lnTo>
                  <a:pt x="899" y="7297"/>
                </a:lnTo>
                <a:lnTo>
                  <a:pt x="856" y="7275"/>
                </a:lnTo>
                <a:lnTo>
                  <a:pt x="835" y="7254"/>
                </a:lnTo>
                <a:lnTo>
                  <a:pt x="792" y="7297"/>
                </a:lnTo>
                <a:lnTo>
                  <a:pt x="685" y="7382"/>
                </a:lnTo>
                <a:lnTo>
                  <a:pt x="578" y="7468"/>
                </a:lnTo>
                <a:lnTo>
                  <a:pt x="557" y="7361"/>
                </a:lnTo>
                <a:lnTo>
                  <a:pt x="578" y="7254"/>
                </a:lnTo>
                <a:lnTo>
                  <a:pt x="621" y="7147"/>
                </a:lnTo>
                <a:lnTo>
                  <a:pt x="685" y="7040"/>
                </a:lnTo>
                <a:lnTo>
                  <a:pt x="835" y="6826"/>
                </a:lnTo>
                <a:lnTo>
                  <a:pt x="899" y="6719"/>
                </a:lnTo>
                <a:lnTo>
                  <a:pt x="942" y="6633"/>
                </a:lnTo>
                <a:lnTo>
                  <a:pt x="963" y="6484"/>
                </a:lnTo>
                <a:lnTo>
                  <a:pt x="942" y="6441"/>
                </a:lnTo>
                <a:lnTo>
                  <a:pt x="920" y="6420"/>
                </a:lnTo>
                <a:lnTo>
                  <a:pt x="899" y="6441"/>
                </a:lnTo>
                <a:lnTo>
                  <a:pt x="835" y="6462"/>
                </a:lnTo>
                <a:lnTo>
                  <a:pt x="706" y="6591"/>
                </a:lnTo>
                <a:lnTo>
                  <a:pt x="599" y="6655"/>
                </a:lnTo>
                <a:lnTo>
                  <a:pt x="599" y="6633"/>
                </a:lnTo>
                <a:lnTo>
                  <a:pt x="578" y="6591"/>
                </a:lnTo>
                <a:lnTo>
                  <a:pt x="557" y="6377"/>
                </a:lnTo>
                <a:lnTo>
                  <a:pt x="535" y="5713"/>
                </a:lnTo>
                <a:lnTo>
                  <a:pt x="578" y="4601"/>
                </a:lnTo>
                <a:lnTo>
                  <a:pt x="599" y="3446"/>
                </a:lnTo>
                <a:lnTo>
                  <a:pt x="599" y="2889"/>
                </a:lnTo>
                <a:lnTo>
                  <a:pt x="578" y="2632"/>
                </a:lnTo>
                <a:lnTo>
                  <a:pt x="557" y="2504"/>
                </a:lnTo>
                <a:lnTo>
                  <a:pt x="578" y="2397"/>
                </a:lnTo>
                <a:lnTo>
                  <a:pt x="599" y="2333"/>
                </a:lnTo>
                <a:lnTo>
                  <a:pt x="642" y="2290"/>
                </a:lnTo>
                <a:lnTo>
                  <a:pt x="728" y="2269"/>
                </a:lnTo>
                <a:lnTo>
                  <a:pt x="792" y="2269"/>
                </a:lnTo>
                <a:lnTo>
                  <a:pt x="1134" y="2247"/>
                </a:lnTo>
                <a:lnTo>
                  <a:pt x="1370" y="2226"/>
                </a:lnTo>
                <a:lnTo>
                  <a:pt x="1648" y="2226"/>
                </a:lnTo>
                <a:lnTo>
                  <a:pt x="1776" y="2205"/>
                </a:lnTo>
                <a:lnTo>
                  <a:pt x="1905" y="2162"/>
                </a:lnTo>
                <a:lnTo>
                  <a:pt x="2012" y="2119"/>
                </a:lnTo>
                <a:lnTo>
                  <a:pt x="2076" y="2033"/>
                </a:lnTo>
                <a:lnTo>
                  <a:pt x="2119" y="1948"/>
                </a:lnTo>
                <a:lnTo>
                  <a:pt x="2140" y="1819"/>
                </a:lnTo>
                <a:lnTo>
                  <a:pt x="2119" y="1691"/>
                </a:lnTo>
                <a:lnTo>
                  <a:pt x="2119" y="1563"/>
                </a:lnTo>
                <a:lnTo>
                  <a:pt x="2054" y="1285"/>
                </a:lnTo>
                <a:lnTo>
                  <a:pt x="2012" y="1071"/>
                </a:lnTo>
                <a:lnTo>
                  <a:pt x="1947" y="857"/>
                </a:lnTo>
                <a:lnTo>
                  <a:pt x="1926" y="750"/>
                </a:lnTo>
                <a:lnTo>
                  <a:pt x="1905" y="664"/>
                </a:lnTo>
                <a:lnTo>
                  <a:pt x="1926" y="600"/>
                </a:lnTo>
                <a:lnTo>
                  <a:pt x="1947" y="536"/>
                </a:lnTo>
                <a:lnTo>
                  <a:pt x="2033" y="472"/>
                </a:lnTo>
                <a:lnTo>
                  <a:pt x="2140" y="450"/>
                </a:lnTo>
                <a:lnTo>
                  <a:pt x="2397" y="429"/>
                </a:lnTo>
                <a:close/>
                <a:moveTo>
                  <a:pt x="6120" y="1"/>
                </a:moveTo>
                <a:lnTo>
                  <a:pt x="5863" y="44"/>
                </a:lnTo>
                <a:lnTo>
                  <a:pt x="5627" y="86"/>
                </a:lnTo>
                <a:lnTo>
                  <a:pt x="5413" y="108"/>
                </a:lnTo>
                <a:lnTo>
                  <a:pt x="5221" y="129"/>
                </a:lnTo>
                <a:lnTo>
                  <a:pt x="4814" y="129"/>
                </a:lnTo>
                <a:lnTo>
                  <a:pt x="4408" y="86"/>
                </a:lnTo>
                <a:lnTo>
                  <a:pt x="2589" y="86"/>
                </a:lnTo>
                <a:lnTo>
                  <a:pt x="2225" y="65"/>
                </a:lnTo>
                <a:lnTo>
                  <a:pt x="1691" y="65"/>
                </a:lnTo>
                <a:lnTo>
                  <a:pt x="1541" y="108"/>
                </a:lnTo>
                <a:lnTo>
                  <a:pt x="1391" y="193"/>
                </a:lnTo>
                <a:lnTo>
                  <a:pt x="1348" y="258"/>
                </a:lnTo>
                <a:lnTo>
                  <a:pt x="1284" y="322"/>
                </a:lnTo>
                <a:lnTo>
                  <a:pt x="878" y="857"/>
                </a:lnTo>
                <a:lnTo>
                  <a:pt x="664" y="1135"/>
                </a:lnTo>
                <a:lnTo>
                  <a:pt x="492" y="1413"/>
                </a:lnTo>
                <a:lnTo>
                  <a:pt x="343" y="1670"/>
                </a:lnTo>
                <a:lnTo>
                  <a:pt x="171" y="1926"/>
                </a:lnTo>
                <a:lnTo>
                  <a:pt x="65" y="2076"/>
                </a:lnTo>
                <a:lnTo>
                  <a:pt x="43" y="2162"/>
                </a:lnTo>
                <a:lnTo>
                  <a:pt x="22" y="2247"/>
                </a:lnTo>
                <a:lnTo>
                  <a:pt x="0" y="2376"/>
                </a:lnTo>
                <a:lnTo>
                  <a:pt x="0" y="2504"/>
                </a:lnTo>
                <a:lnTo>
                  <a:pt x="22" y="2739"/>
                </a:lnTo>
                <a:lnTo>
                  <a:pt x="43" y="3403"/>
                </a:lnTo>
                <a:lnTo>
                  <a:pt x="65" y="3724"/>
                </a:lnTo>
                <a:lnTo>
                  <a:pt x="65" y="4066"/>
                </a:lnTo>
                <a:lnTo>
                  <a:pt x="22" y="4900"/>
                </a:lnTo>
                <a:lnTo>
                  <a:pt x="22" y="5735"/>
                </a:lnTo>
                <a:lnTo>
                  <a:pt x="22" y="7254"/>
                </a:lnTo>
                <a:lnTo>
                  <a:pt x="22" y="7939"/>
                </a:lnTo>
                <a:lnTo>
                  <a:pt x="22" y="8367"/>
                </a:lnTo>
                <a:lnTo>
                  <a:pt x="0" y="8559"/>
                </a:lnTo>
                <a:lnTo>
                  <a:pt x="0" y="8666"/>
                </a:lnTo>
                <a:lnTo>
                  <a:pt x="0" y="8730"/>
                </a:lnTo>
                <a:lnTo>
                  <a:pt x="22" y="8794"/>
                </a:lnTo>
                <a:lnTo>
                  <a:pt x="65" y="8837"/>
                </a:lnTo>
                <a:lnTo>
                  <a:pt x="107" y="8859"/>
                </a:lnTo>
                <a:lnTo>
                  <a:pt x="171" y="8880"/>
                </a:lnTo>
                <a:lnTo>
                  <a:pt x="321" y="8901"/>
                </a:lnTo>
                <a:lnTo>
                  <a:pt x="471" y="8901"/>
                </a:lnTo>
                <a:lnTo>
                  <a:pt x="792" y="8837"/>
                </a:lnTo>
                <a:lnTo>
                  <a:pt x="1027" y="8794"/>
                </a:lnTo>
                <a:lnTo>
                  <a:pt x="1434" y="8773"/>
                </a:lnTo>
                <a:lnTo>
                  <a:pt x="1840" y="8773"/>
                </a:lnTo>
                <a:lnTo>
                  <a:pt x="2653" y="8794"/>
                </a:lnTo>
                <a:lnTo>
                  <a:pt x="3081" y="8773"/>
                </a:lnTo>
                <a:lnTo>
                  <a:pt x="3509" y="8752"/>
                </a:lnTo>
                <a:lnTo>
                  <a:pt x="3937" y="8709"/>
                </a:lnTo>
                <a:lnTo>
                  <a:pt x="4344" y="8687"/>
                </a:lnTo>
                <a:lnTo>
                  <a:pt x="4750" y="8687"/>
                </a:lnTo>
                <a:lnTo>
                  <a:pt x="5178" y="8709"/>
                </a:lnTo>
                <a:lnTo>
                  <a:pt x="5991" y="8773"/>
                </a:lnTo>
                <a:lnTo>
                  <a:pt x="6162" y="8794"/>
                </a:lnTo>
                <a:lnTo>
                  <a:pt x="6398" y="8794"/>
                </a:lnTo>
                <a:lnTo>
                  <a:pt x="6483" y="8773"/>
                </a:lnTo>
                <a:lnTo>
                  <a:pt x="6547" y="8730"/>
                </a:lnTo>
                <a:lnTo>
                  <a:pt x="6612" y="8666"/>
                </a:lnTo>
                <a:lnTo>
                  <a:pt x="6654" y="8581"/>
                </a:lnTo>
                <a:lnTo>
                  <a:pt x="6697" y="8495"/>
                </a:lnTo>
                <a:lnTo>
                  <a:pt x="6740" y="8260"/>
                </a:lnTo>
                <a:lnTo>
                  <a:pt x="6761" y="8046"/>
                </a:lnTo>
                <a:lnTo>
                  <a:pt x="6740" y="7832"/>
                </a:lnTo>
                <a:lnTo>
                  <a:pt x="6740" y="6013"/>
                </a:lnTo>
                <a:lnTo>
                  <a:pt x="6719" y="5264"/>
                </a:lnTo>
                <a:lnTo>
                  <a:pt x="6676" y="4494"/>
                </a:lnTo>
                <a:lnTo>
                  <a:pt x="6654" y="4109"/>
                </a:lnTo>
                <a:lnTo>
                  <a:pt x="6654" y="3702"/>
                </a:lnTo>
                <a:lnTo>
                  <a:pt x="6676" y="2932"/>
                </a:lnTo>
                <a:lnTo>
                  <a:pt x="6697" y="2183"/>
                </a:lnTo>
                <a:lnTo>
                  <a:pt x="6697" y="1456"/>
                </a:lnTo>
                <a:lnTo>
                  <a:pt x="6676" y="792"/>
                </a:lnTo>
                <a:lnTo>
                  <a:pt x="6697" y="472"/>
                </a:lnTo>
                <a:lnTo>
                  <a:pt x="6654" y="300"/>
                </a:lnTo>
                <a:lnTo>
                  <a:pt x="6633" y="236"/>
                </a:lnTo>
                <a:lnTo>
                  <a:pt x="6590" y="172"/>
                </a:lnTo>
                <a:lnTo>
                  <a:pt x="6483" y="65"/>
                </a:lnTo>
                <a:lnTo>
                  <a:pt x="6376" y="22"/>
                </a:lnTo>
                <a:lnTo>
                  <a:pt x="6248" y="1"/>
                </a:lnTo>
                <a:close/>
              </a:path>
            </a:pathLst>
          </a:cu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32"/>
          <p:cNvSpPr/>
          <p:nvPr/>
        </p:nvSpPr>
        <p:spPr>
          <a:xfrm>
            <a:off x="6335738" y="3379125"/>
            <a:ext cx="1118400" cy="10500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32"/>
          <p:cNvSpPr/>
          <p:nvPr/>
        </p:nvSpPr>
        <p:spPr>
          <a:xfrm>
            <a:off x="6731911" y="3685915"/>
            <a:ext cx="326044" cy="437745"/>
          </a:xfrm>
          <a:custGeom>
            <a:rect b="b" l="l" r="r" t="t"/>
            <a:pathLst>
              <a:path extrusionOk="0" h="8859" w="5308">
                <a:moveTo>
                  <a:pt x="4152" y="942"/>
                </a:moveTo>
                <a:lnTo>
                  <a:pt x="4237" y="964"/>
                </a:lnTo>
                <a:lnTo>
                  <a:pt x="4344" y="985"/>
                </a:lnTo>
                <a:lnTo>
                  <a:pt x="4366" y="1071"/>
                </a:lnTo>
                <a:lnTo>
                  <a:pt x="4387" y="1156"/>
                </a:lnTo>
                <a:lnTo>
                  <a:pt x="4408" y="1242"/>
                </a:lnTo>
                <a:lnTo>
                  <a:pt x="4387" y="1413"/>
                </a:lnTo>
                <a:lnTo>
                  <a:pt x="4387" y="2376"/>
                </a:lnTo>
                <a:lnTo>
                  <a:pt x="4408" y="2804"/>
                </a:lnTo>
                <a:lnTo>
                  <a:pt x="4451" y="3232"/>
                </a:lnTo>
                <a:lnTo>
                  <a:pt x="4494" y="3660"/>
                </a:lnTo>
                <a:lnTo>
                  <a:pt x="4494" y="3874"/>
                </a:lnTo>
                <a:lnTo>
                  <a:pt x="4473" y="4088"/>
                </a:lnTo>
                <a:lnTo>
                  <a:pt x="4430" y="4601"/>
                </a:lnTo>
                <a:lnTo>
                  <a:pt x="4430" y="5136"/>
                </a:lnTo>
                <a:lnTo>
                  <a:pt x="4408" y="5649"/>
                </a:lnTo>
                <a:lnTo>
                  <a:pt x="4387" y="6184"/>
                </a:lnTo>
                <a:lnTo>
                  <a:pt x="4366" y="6291"/>
                </a:lnTo>
                <a:lnTo>
                  <a:pt x="4344" y="6377"/>
                </a:lnTo>
                <a:lnTo>
                  <a:pt x="4280" y="6462"/>
                </a:lnTo>
                <a:lnTo>
                  <a:pt x="4194" y="6527"/>
                </a:lnTo>
                <a:lnTo>
                  <a:pt x="4087" y="6569"/>
                </a:lnTo>
                <a:lnTo>
                  <a:pt x="4002" y="6591"/>
                </a:lnTo>
                <a:lnTo>
                  <a:pt x="3274" y="6591"/>
                </a:lnTo>
                <a:lnTo>
                  <a:pt x="2761" y="6612"/>
                </a:lnTo>
                <a:lnTo>
                  <a:pt x="1884" y="6655"/>
                </a:lnTo>
                <a:lnTo>
                  <a:pt x="1456" y="6698"/>
                </a:lnTo>
                <a:lnTo>
                  <a:pt x="1349" y="6676"/>
                </a:lnTo>
                <a:lnTo>
                  <a:pt x="1242" y="6676"/>
                </a:lnTo>
                <a:lnTo>
                  <a:pt x="1156" y="6655"/>
                </a:lnTo>
                <a:lnTo>
                  <a:pt x="1071" y="6591"/>
                </a:lnTo>
                <a:lnTo>
                  <a:pt x="985" y="6527"/>
                </a:lnTo>
                <a:lnTo>
                  <a:pt x="921" y="6420"/>
                </a:lnTo>
                <a:lnTo>
                  <a:pt x="878" y="6313"/>
                </a:lnTo>
                <a:lnTo>
                  <a:pt x="857" y="6206"/>
                </a:lnTo>
                <a:lnTo>
                  <a:pt x="835" y="5949"/>
                </a:lnTo>
                <a:lnTo>
                  <a:pt x="835" y="5735"/>
                </a:lnTo>
                <a:lnTo>
                  <a:pt x="814" y="5371"/>
                </a:lnTo>
                <a:lnTo>
                  <a:pt x="814" y="5008"/>
                </a:lnTo>
                <a:lnTo>
                  <a:pt x="793" y="4408"/>
                </a:lnTo>
                <a:lnTo>
                  <a:pt x="814" y="3788"/>
                </a:lnTo>
                <a:lnTo>
                  <a:pt x="814" y="3168"/>
                </a:lnTo>
                <a:lnTo>
                  <a:pt x="814" y="2547"/>
                </a:lnTo>
                <a:lnTo>
                  <a:pt x="835" y="2354"/>
                </a:lnTo>
                <a:lnTo>
                  <a:pt x="857" y="2183"/>
                </a:lnTo>
                <a:lnTo>
                  <a:pt x="900" y="2012"/>
                </a:lnTo>
                <a:lnTo>
                  <a:pt x="900" y="1820"/>
                </a:lnTo>
                <a:lnTo>
                  <a:pt x="921" y="1627"/>
                </a:lnTo>
                <a:lnTo>
                  <a:pt x="921" y="1413"/>
                </a:lnTo>
                <a:lnTo>
                  <a:pt x="921" y="1306"/>
                </a:lnTo>
                <a:lnTo>
                  <a:pt x="942" y="1199"/>
                </a:lnTo>
                <a:lnTo>
                  <a:pt x="985" y="1135"/>
                </a:lnTo>
                <a:lnTo>
                  <a:pt x="1006" y="1092"/>
                </a:lnTo>
                <a:lnTo>
                  <a:pt x="1113" y="1049"/>
                </a:lnTo>
                <a:lnTo>
                  <a:pt x="1242" y="1028"/>
                </a:lnTo>
                <a:lnTo>
                  <a:pt x="1370" y="1007"/>
                </a:lnTo>
                <a:lnTo>
                  <a:pt x="1627" y="985"/>
                </a:lnTo>
                <a:lnTo>
                  <a:pt x="2140" y="985"/>
                </a:lnTo>
                <a:lnTo>
                  <a:pt x="2376" y="964"/>
                </a:lnTo>
                <a:lnTo>
                  <a:pt x="3060" y="964"/>
                </a:lnTo>
                <a:lnTo>
                  <a:pt x="3467" y="942"/>
                </a:lnTo>
                <a:close/>
                <a:moveTo>
                  <a:pt x="1220" y="7147"/>
                </a:moveTo>
                <a:lnTo>
                  <a:pt x="1220" y="7169"/>
                </a:lnTo>
                <a:lnTo>
                  <a:pt x="1220" y="7190"/>
                </a:lnTo>
                <a:lnTo>
                  <a:pt x="1220" y="7233"/>
                </a:lnTo>
                <a:lnTo>
                  <a:pt x="1199" y="7211"/>
                </a:lnTo>
                <a:lnTo>
                  <a:pt x="1199" y="7190"/>
                </a:lnTo>
                <a:lnTo>
                  <a:pt x="1220" y="7147"/>
                </a:lnTo>
                <a:close/>
                <a:moveTo>
                  <a:pt x="343" y="7233"/>
                </a:moveTo>
                <a:lnTo>
                  <a:pt x="322" y="7254"/>
                </a:lnTo>
                <a:lnTo>
                  <a:pt x="300" y="7254"/>
                </a:lnTo>
                <a:lnTo>
                  <a:pt x="322" y="7233"/>
                </a:lnTo>
                <a:close/>
                <a:moveTo>
                  <a:pt x="1777" y="7169"/>
                </a:moveTo>
                <a:lnTo>
                  <a:pt x="1905" y="7190"/>
                </a:lnTo>
                <a:lnTo>
                  <a:pt x="1862" y="7233"/>
                </a:lnTo>
                <a:lnTo>
                  <a:pt x="1798" y="7254"/>
                </a:lnTo>
                <a:lnTo>
                  <a:pt x="1691" y="7275"/>
                </a:lnTo>
                <a:lnTo>
                  <a:pt x="1477" y="7340"/>
                </a:lnTo>
                <a:lnTo>
                  <a:pt x="1499" y="7275"/>
                </a:lnTo>
                <a:lnTo>
                  <a:pt x="1520" y="7233"/>
                </a:lnTo>
                <a:lnTo>
                  <a:pt x="1563" y="7190"/>
                </a:lnTo>
                <a:lnTo>
                  <a:pt x="1627" y="7169"/>
                </a:lnTo>
                <a:close/>
                <a:moveTo>
                  <a:pt x="4430" y="7297"/>
                </a:moveTo>
                <a:lnTo>
                  <a:pt x="4451" y="7318"/>
                </a:lnTo>
                <a:lnTo>
                  <a:pt x="4473" y="7340"/>
                </a:lnTo>
                <a:lnTo>
                  <a:pt x="4451" y="7382"/>
                </a:lnTo>
                <a:lnTo>
                  <a:pt x="4408" y="7382"/>
                </a:lnTo>
                <a:lnTo>
                  <a:pt x="4430" y="7297"/>
                </a:lnTo>
                <a:close/>
                <a:moveTo>
                  <a:pt x="1820" y="7425"/>
                </a:moveTo>
                <a:lnTo>
                  <a:pt x="1798" y="7447"/>
                </a:lnTo>
                <a:lnTo>
                  <a:pt x="1755" y="7447"/>
                </a:lnTo>
                <a:lnTo>
                  <a:pt x="1777" y="7425"/>
                </a:lnTo>
                <a:close/>
                <a:moveTo>
                  <a:pt x="258" y="7318"/>
                </a:moveTo>
                <a:lnTo>
                  <a:pt x="279" y="7404"/>
                </a:lnTo>
                <a:lnTo>
                  <a:pt x="279" y="7489"/>
                </a:lnTo>
                <a:lnTo>
                  <a:pt x="279" y="7596"/>
                </a:lnTo>
                <a:lnTo>
                  <a:pt x="279" y="7703"/>
                </a:lnTo>
                <a:lnTo>
                  <a:pt x="236" y="7682"/>
                </a:lnTo>
                <a:lnTo>
                  <a:pt x="193" y="7639"/>
                </a:lnTo>
                <a:lnTo>
                  <a:pt x="193" y="7596"/>
                </a:lnTo>
                <a:lnTo>
                  <a:pt x="193" y="7532"/>
                </a:lnTo>
                <a:lnTo>
                  <a:pt x="215" y="7425"/>
                </a:lnTo>
                <a:lnTo>
                  <a:pt x="258" y="7318"/>
                </a:lnTo>
                <a:close/>
                <a:moveTo>
                  <a:pt x="1541" y="7425"/>
                </a:moveTo>
                <a:lnTo>
                  <a:pt x="1499" y="7511"/>
                </a:lnTo>
                <a:lnTo>
                  <a:pt x="1434" y="7575"/>
                </a:lnTo>
                <a:lnTo>
                  <a:pt x="1392" y="7639"/>
                </a:lnTo>
                <a:lnTo>
                  <a:pt x="1370" y="7725"/>
                </a:lnTo>
                <a:lnTo>
                  <a:pt x="1349" y="7682"/>
                </a:lnTo>
                <a:lnTo>
                  <a:pt x="1349" y="7639"/>
                </a:lnTo>
                <a:lnTo>
                  <a:pt x="1392" y="7532"/>
                </a:lnTo>
                <a:lnTo>
                  <a:pt x="1456" y="7447"/>
                </a:lnTo>
                <a:lnTo>
                  <a:pt x="1499" y="7425"/>
                </a:lnTo>
                <a:close/>
                <a:moveTo>
                  <a:pt x="4002" y="7447"/>
                </a:moveTo>
                <a:lnTo>
                  <a:pt x="4066" y="7468"/>
                </a:lnTo>
                <a:lnTo>
                  <a:pt x="4045" y="7575"/>
                </a:lnTo>
                <a:lnTo>
                  <a:pt x="4002" y="7661"/>
                </a:lnTo>
                <a:lnTo>
                  <a:pt x="3959" y="7725"/>
                </a:lnTo>
                <a:lnTo>
                  <a:pt x="3916" y="7746"/>
                </a:lnTo>
                <a:lnTo>
                  <a:pt x="3852" y="7746"/>
                </a:lnTo>
                <a:lnTo>
                  <a:pt x="3852" y="7639"/>
                </a:lnTo>
                <a:lnTo>
                  <a:pt x="3874" y="7532"/>
                </a:lnTo>
                <a:lnTo>
                  <a:pt x="3916" y="7489"/>
                </a:lnTo>
                <a:lnTo>
                  <a:pt x="3959" y="7468"/>
                </a:lnTo>
                <a:lnTo>
                  <a:pt x="4002" y="7447"/>
                </a:lnTo>
                <a:close/>
                <a:moveTo>
                  <a:pt x="386" y="7746"/>
                </a:moveTo>
                <a:lnTo>
                  <a:pt x="429" y="7768"/>
                </a:lnTo>
                <a:lnTo>
                  <a:pt x="407" y="7789"/>
                </a:lnTo>
                <a:lnTo>
                  <a:pt x="386" y="7789"/>
                </a:lnTo>
                <a:lnTo>
                  <a:pt x="343" y="7746"/>
                </a:lnTo>
                <a:close/>
                <a:moveTo>
                  <a:pt x="1755" y="8024"/>
                </a:moveTo>
                <a:lnTo>
                  <a:pt x="1798" y="8046"/>
                </a:lnTo>
                <a:lnTo>
                  <a:pt x="1820" y="8089"/>
                </a:lnTo>
                <a:lnTo>
                  <a:pt x="1841" y="8110"/>
                </a:lnTo>
                <a:lnTo>
                  <a:pt x="1820" y="8153"/>
                </a:lnTo>
                <a:lnTo>
                  <a:pt x="1755" y="8217"/>
                </a:lnTo>
                <a:lnTo>
                  <a:pt x="1713" y="8238"/>
                </a:lnTo>
                <a:lnTo>
                  <a:pt x="1670" y="8260"/>
                </a:lnTo>
                <a:lnTo>
                  <a:pt x="1627" y="8174"/>
                </a:lnTo>
                <a:lnTo>
                  <a:pt x="1627" y="8110"/>
                </a:lnTo>
                <a:lnTo>
                  <a:pt x="1648" y="8067"/>
                </a:lnTo>
                <a:lnTo>
                  <a:pt x="1670" y="8046"/>
                </a:lnTo>
                <a:lnTo>
                  <a:pt x="1691" y="8024"/>
                </a:lnTo>
                <a:close/>
                <a:moveTo>
                  <a:pt x="2675" y="7233"/>
                </a:moveTo>
                <a:lnTo>
                  <a:pt x="2782" y="7254"/>
                </a:lnTo>
                <a:lnTo>
                  <a:pt x="2868" y="7318"/>
                </a:lnTo>
                <a:lnTo>
                  <a:pt x="2932" y="7404"/>
                </a:lnTo>
                <a:lnTo>
                  <a:pt x="2996" y="7511"/>
                </a:lnTo>
                <a:lnTo>
                  <a:pt x="3039" y="7639"/>
                </a:lnTo>
                <a:lnTo>
                  <a:pt x="3060" y="7746"/>
                </a:lnTo>
                <a:lnTo>
                  <a:pt x="3060" y="7875"/>
                </a:lnTo>
                <a:lnTo>
                  <a:pt x="3039" y="8003"/>
                </a:lnTo>
                <a:lnTo>
                  <a:pt x="2975" y="8089"/>
                </a:lnTo>
                <a:lnTo>
                  <a:pt x="2889" y="8174"/>
                </a:lnTo>
                <a:lnTo>
                  <a:pt x="2782" y="8217"/>
                </a:lnTo>
                <a:lnTo>
                  <a:pt x="2675" y="8238"/>
                </a:lnTo>
                <a:lnTo>
                  <a:pt x="2568" y="8260"/>
                </a:lnTo>
                <a:lnTo>
                  <a:pt x="2333" y="8260"/>
                </a:lnTo>
                <a:lnTo>
                  <a:pt x="2183" y="8131"/>
                </a:lnTo>
                <a:lnTo>
                  <a:pt x="2076" y="8024"/>
                </a:lnTo>
                <a:lnTo>
                  <a:pt x="2033" y="7960"/>
                </a:lnTo>
                <a:lnTo>
                  <a:pt x="2012" y="7875"/>
                </a:lnTo>
                <a:lnTo>
                  <a:pt x="2012" y="7789"/>
                </a:lnTo>
                <a:lnTo>
                  <a:pt x="2012" y="7682"/>
                </a:lnTo>
                <a:lnTo>
                  <a:pt x="2033" y="7596"/>
                </a:lnTo>
                <a:lnTo>
                  <a:pt x="2076" y="7511"/>
                </a:lnTo>
                <a:lnTo>
                  <a:pt x="2119" y="7425"/>
                </a:lnTo>
                <a:lnTo>
                  <a:pt x="2183" y="7382"/>
                </a:lnTo>
                <a:lnTo>
                  <a:pt x="2269" y="7340"/>
                </a:lnTo>
                <a:lnTo>
                  <a:pt x="2354" y="7297"/>
                </a:lnTo>
                <a:lnTo>
                  <a:pt x="2547" y="7233"/>
                </a:lnTo>
                <a:close/>
                <a:moveTo>
                  <a:pt x="835" y="8345"/>
                </a:moveTo>
                <a:lnTo>
                  <a:pt x="857" y="8367"/>
                </a:lnTo>
                <a:lnTo>
                  <a:pt x="857" y="8388"/>
                </a:lnTo>
                <a:lnTo>
                  <a:pt x="814" y="8474"/>
                </a:lnTo>
                <a:lnTo>
                  <a:pt x="793" y="8474"/>
                </a:lnTo>
                <a:lnTo>
                  <a:pt x="750" y="8452"/>
                </a:lnTo>
                <a:lnTo>
                  <a:pt x="728" y="8452"/>
                </a:lnTo>
                <a:lnTo>
                  <a:pt x="728" y="8409"/>
                </a:lnTo>
                <a:lnTo>
                  <a:pt x="728" y="8388"/>
                </a:lnTo>
                <a:lnTo>
                  <a:pt x="750" y="8345"/>
                </a:lnTo>
                <a:close/>
                <a:moveTo>
                  <a:pt x="2012" y="1"/>
                </a:moveTo>
                <a:lnTo>
                  <a:pt x="1413" y="44"/>
                </a:lnTo>
                <a:lnTo>
                  <a:pt x="1092" y="44"/>
                </a:lnTo>
                <a:lnTo>
                  <a:pt x="793" y="87"/>
                </a:lnTo>
                <a:lnTo>
                  <a:pt x="664" y="108"/>
                </a:lnTo>
                <a:lnTo>
                  <a:pt x="514" y="172"/>
                </a:lnTo>
                <a:lnTo>
                  <a:pt x="407" y="258"/>
                </a:lnTo>
                <a:lnTo>
                  <a:pt x="279" y="386"/>
                </a:lnTo>
                <a:lnTo>
                  <a:pt x="193" y="536"/>
                </a:lnTo>
                <a:lnTo>
                  <a:pt x="129" y="707"/>
                </a:lnTo>
                <a:lnTo>
                  <a:pt x="86" y="878"/>
                </a:lnTo>
                <a:lnTo>
                  <a:pt x="65" y="1049"/>
                </a:lnTo>
                <a:lnTo>
                  <a:pt x="44" y="1413"/>
                </a:lnTo>
                <a:lnTo>
                  <a:pt x="44" y="1777"/>
                </a:lnTo>
                <a:lnTo>
                  <a:pt x="1" y="2633"/>
                </a:lnTo>
                <a:lnTo>
                  <a:pt x="1" y="3488"/>
                </a:lnTo>
                <a:lnTo>
                  <a:pt x="22" y="4323"/>
                </a:lnTo>
                <a:lnTo>
                  <a:pt x="65" y="5179"/>
                </a:lnTo>
                <a:lnTo>
                  <a:pt x="22" y="5542"/>
                </a:lnTo>
                <a:lnTo>
                  <a:pt x="22" y="5928"/>
                </a:lnTo>
                <a:lnTo>
                  <a:pt x="22" y="6676"/>
                </a:lnTo>
                <a:lnTo>
                  <a:pt x="22" y="7361"/>
                </a:lnTo>
                <a:lnTo>
                  <a:pt x="44" y="7703"/>
                </a:lnTo>
                <a:lnTo>
                  <a:pt x="65" y="7875"/>
                </a:lnTo>
                <a:lnTo>
                  <a:pt x="108" y="8024"/>
                </a:lnTo>
                <a:lnTo>
                  <a:pt x="172" y="8174"/>
                </a:lnTo>
                <a:lnTo>
                  <a:pt x="236" y="8281"/>
                </a:lnTo>
                <a:lnTo>
                  <a:pt x="322" y="8388"/>
                </a:lnTo>
                <a:lnTo>
                  <a:pt x="429" y="8495"/>
                </a:lnTo>
                <a:lnTo>
                  <a:pt x="557" y="8559"/>
                </a:lnTo>
                <a:lnTo>
                  <a:pt x="664" y="8623"/>
                </a:lnTo>
                <a:lnTo>
                  <a:pt x="942" y="8709"/>
                </a:lnTo>
                <a:lnTo>
                  <a:pt x="1242" y="8773"/>
                </a:lnTo>
                <a:lnTo>
                  <a:pt x="1541" y="8816"/>
                </a:lnTo>
                <a:lnTo>
                  <a:pt x="2098" y="8837"/>
                </a:lnTo>
                <a:lnTo>
                  <a:pt x="2440" y="8859"/>
                </a:lnTo>
                <a:lnTo>
                  <a:pt x="2782" y="8859"/>
                </a:lnTo>
                <a:lnTo>
                  <a:pt x="3446" y="8816"/>
                </a:lnTo>
                <a:lnTo>
                  <a:pt x="3874" y="8816"/>
                </a:lnTo>
                <a:lnTo>
                  <a:pt x="4002" y="8795"/>
                </a:lnTo>
                <a:lnTo>
                  <a:pt x="4087" y="8773"/>
                </a:lnTo>
                <a:lnTo>
                  <a:pt x="4152" y="8730"/>
                </a:lnTo>
                <a:lnTo>
                  <a:pt x="4280" y="8645"/>
                </a:lnTo>
                <a:lnTo>
                  <a:pt x="4387" y="8623"/>
                </a:lnTo>
                <a:lnTo>
                  <a:pt x="4473" y="8581"/>
                </a:lnTo>
                <a:lnTo>
                  <a:pt x="4580" y="8559"/>
                </a:lnTo>
                <a:lnTo>
                  <a:pt x="4665" y="8516"/>
                </a:lnTo>
                <a:lnTo>
                  <a:pt x="4751" y="8452"/>
                </a:lnTo>
                <a:lnTo>
                  <a:pt x="4836" y="8345"/>
                </a:lnTo>
                <a:lnTo>
                  <a:pt x="5008" y="8153"/>
                </a:lnTo>
                <a:lnTo>
                  <a:pt x="5072" y="8024"/>
                </a:lnTo>
                <a:lnTo>
                  <a:pt x="5136" y="7875"/>
                </a:lnTo>
                <a:lnTo>
                  <a:pt x="5157" y="7725"/>
                </a:lnTo>
                <a:lnTo>
                  <a:pt x="5179" y="7532"/>
                </a:lnTo>
                <a:lnTo>
                  <a:pt x="5179" y="7190"/>
                </a:lnTo>
                <a:lnTo>
                  <a:pt x="5179" y="6869"/>
                </a:lnTo>
                <a:lnTo>
                  <a:pt x="5221" y="5435"/>
                </a:lnTo>
                <a:lnTo>
                  <a:pt x="5286" y="4002"/>
                </a:lnTo>
                <a:lnTo>
                  <a:pt x="5307" y="3660"/>
                </a:lnTo>
                <a:lnTo>
                  <a:pt x="5286" y="3296"/>
                </a:lnTo>
                <a:lnTo>
                  <a:pt x="5264" y="2590"/>
                </a:lnTo>
                <a:lnTo>
                  <a:pt x="5243" y="1905"/>
                </a:lnTo>
                <a:lnTo>
                  <a:pt x="5264" y="1541"/>
                </a:lnTo>
                <a:lnTo>
                  <a:pt x="5286" y="1199"/>
                </a:lnTo>
                <a:lnTo>
                  <a:pt x="5286" y="1071"/>
                </a:lnTo>
                <a:lnTo>
                  <a:pt x="5286" y="942"/>
                </a:lnTo>
                <a:lnTo>
                  <a:pt x="5264" y="793"/>
                </a:lnTo>
                <a:lnTo>
                  <a:pt x="5221" y="686"/>
                </a:lnTo>
                <a:lnTo>
                  <a:pt x="5157" y="557"/>
                </a:lnTo>
                <a:lnTo>
                  <a:pt x="5093" y="450"/>
                </a:lnTo>
                <a:lnTo>
                  <a:pt x="5008" y="343"/>
                </a:lnTo>
                <a:lnTo>
                  <a:pt x="4922" y="236"/>
                </a:lnTo>
                <a:lnTo>
                  <a:pt x="4794" y="151"/>
                </a:lnTo>
                <a:lnTo>
                  <a:pt x="4644" y="108"/>
                </a:lnTo>
                <a:lnTo>
                  <a:pt x="4494" y="65"/>
                </a:lnTo>
                <a:lnTo>
                  <a:pt x="3745" y="65"/>
                </a:lnTo>
                <a:lnTo>
                  <a:pt x="3167" y="22"/>
                </a:lnTo>
                <a:lnTo>
                  <a:pt x="2590" y="1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32"/>
          <p:cNvSpPr/>
          <p:nvPr/>
        </p:nvSpPr>
        <p:spPr>
          <a:xfrm>
            <a:off x="6325489" y="3379800"/>
            <a:ext cx="1118400" cy="10500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32"/>
          <p:cNvSpPr/>
          <p:nvPr/>
        </p:nvSpPr>
        <p:spPr>
          <a:xfrm>
            <a:off x="6731900" y="2446725"/>
            <a:ext cx="486900" cy="437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32"/>
          <p:cNvSpPr/>
          <p:nvPr/>
        </p:nvSpPr>
        <p:spPr>
          <a:xfrm>
            <a:off x="1540106" y="583226"/>
            <a:ext cx="1118400" cy="10500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32"/>
          <p:cNvSpPr/>
          <p:nvPr/>
        </p:nvSpPr>
        <p:spPr>
          <a:xfrm>
            <a:off x="3544245" y="3379800"/>
            <a:ext cx="1118400" cy="10500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32"/>
          <p:cNvSpPr/>
          <p:nvPr/>
        </p:nvSpPr>
        <p:spPr>
          <a:xfrm>
            <a:off x="2157426" y="3379790"/>
            <a:ext cx="1118400" cy="10500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32"/>
          <p:cNvSpPr/>
          <p:nvPr/>
        </p:nvSpPr>
        <p:spPr>
          <a:xfrm>
            <a:off x="2943113" y="594125"/>
            <a:ext cx="1118400" cy="10500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32"/>
          <p:cNvSpPr/>
          <p:nvPr/>
        </p:nvSpPr>
        <p:spPr>
          <a:xfrm>
            <a:off x="4354075" y="586342"/>
            <a:ext cx="1118400" cy="10500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32"/>
          <p:cNvSpPr/>
          <p:nvPr/>
        </p:nvSpPr>
        <p:spPr>
          <a:xfrm>
            <a:off x="5765013" y="595225"/>
            <a:ext cx="1118400" cy="10500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32"/>
          <p:cNvSpPr/>
          <p:nvPr/>
        </p:nvSpPr>
        <p:spPr>
          <a:xfrm>
            <a:off x="7155938" y="586350"/>
            <a:ext cx="1118400" cy="10500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32"/>
          <p:cNvSpPr/>
          <p:nvPr/>
        </p:nvSpPr>
        <p:spPr>
          <a:xfrm>
            <a:off x="2440388" y="1355500"/>
            <a:ext cx="427621" cy="393585"/>
          </a:xfrm>
          <a:custGeom>
            <a:rect b="b" l="l" r="r" t="t"/>
            <a:pathLst>
              <a:path extrusionOk="0" h="15403" w="16717">
                <a:moveTo>
                  <a:pt x="9149" y="511"/>
                </a:moveTo>
                <a:lnTo>
                  <a:pt x="9587" y="560"/>
                </a:lnTo>
                <a:lnTo>
                  <a:pt x="10025" y="608"/>
                </a:lnTo>
                <a:lnTo>
                  <a:pt x="10439" y="681"/>
                </a:lnTo>
                <a:lnTo>
                  <a:pt x="10877" y="779"/>
                </a:lnTo>
                <a:lnTo>
                  <a:pt x="11290" y="900"/>
                </a:lnTo>
                <a:lnTo>
                  <a:pt x="11704" y="1046"/>
                </a:lnTo>
                <a:lnTo>
                  <a:pt x="12093" y="1217"/>
                </a:lnTo>
                <a:lnTo>
                  <a:pt x="12483" y="1411"/>
                </a:lnTo>
                <a:lnTo>
                  <a:pt x="12994" y="1703"/>
                </a:lnTo>
                <a:lnTo>
                  <a:pt x="13505" y="2020"/>
                </a:lnTo>
                <a:lnTo>
                  <a:pt x="13967" y="2360"/>
                </a:lnTo>
                <a:lnTo>
                  <a:pt x="14210" y="2555"/>
                </a:lnTo>
                <a:lnTo>
                  <a:pt x="14405" y="2750"/>
                </a:lnTo>
                <a:lnTo>
                  <a:pt x="14332" y="2871"/>
                </a:lnTo>
                <a:lnTo>
                  <a:pt x="14308" y="3017"/>
                </a:lnTo>
                <a:lnTo>
                  <a:pt x="14308" y="3066"/>
                </a:lnTo>
                <a:lnTo>
                  <a:pt x="14332" y="3090"/>
                </a:lnTo>
                <a:lnTo>
                  <a:pt x="14405" y="3139"/>
                </a:lnTo>
                <a:lnTo>
                  <a:pt x="14478" y="3139"/>
                </a:lnTo>
                <a:lnTo>
                  <a:pt x="14551" y="3090"/>
                </a:lnTo>
                <a:lnTo>
                  <a:pt x="14624" y="2993"/>
                </a:lnTo>
                <a:lnTo>
                  <a:pt x="14867" y="3285"/>
                </a:lnTo>
                <a:lnTo>
                  <a:pt x="14770" y="3358"/>
                </a:lnTo>
                <a:lnTo>
                  <a:pt x="14697" y="3431"/>
                </a:lnTo>
                <a:lnTo>
                  <a:pt x="14600" y="3601"/>
                </a:lnTo>
                <a:lnTo>
                  <a:pt x="14575" y="3674"/>
                </a:lnTo>
                <a:lnTo>
                  <a:pt x="14575" y="3723"/>
                </a:lnTo>
                <a:lnTo>
                  <a:pt x="14575" y="3772"/>
                </a:lnTo>
                <a:lnTo>
                  <a:pt x="14600" y="3796"/>
                </a:lnTo>
                <a:lnTo>
                  <a:pt x="14648" y="3796"/>
                </a:lnTo>
                <a:lnTo>
                  <a:pt x="14721" y="3772"/>
                </a:lnTo>
                <a:lnTo>
                  <a:pt x="14867" y="3699"/>
                </a:lnTo>
                <a:lnTo>
                  <a:pt x="15086" y="3601"/>
                </a:lnTo>
                <a:lnTo>
                  <a:pt x="15208" y="3820"/>
                </a:lnTo>
                <a:lnTo>
                  <a:pt x="15305" y="4064"/>
                </a:lnTo>
                <a:lnTo>
                  <a:pt x="15111" y="4137"/>
                </a:lnTo>
                <a:lnTo>
                  <a:pt x="15013" y="4185"/>
                </a:lnTo>
                <a:lnTo>
                  <a:pt x="14916" y="4234"/>
                </a:lnTo>
                <a:lnTo>
                  <a:pt x="14892" y="4307"/>
                </a:lnTo>
                <a:lnTo>
                  <a:pt x="14892" y="4380"/>
                </a:lnTo>
                <a:lnTo>
                  <a:pt x="14940" y="4429"/>
                </a:lnTo>
                <a:lnTo>
                  <a:pt x="15013" y="4453"/>
                </a:lnTo>
                <a:lnTo>
                  <a:pt x="15135" y="4453"/>
                </a:lnTo>
                <a:lnTo>
                  <a:pt x="15232" y="4429"/>
                </a:lnTo>
                <a:lnTo>
                  <a:pt x="15427" y="4380"/>
                </a:lnTo>
                <a:lnTo>
                  <a:pt x="15573" y="4915"/>
                </a:lnTo>
                <a:lnTo>
                  <a:pt x="15403" y="4964"/>
                </a:lnTo>
                <a:lnTo>
                  <a:pt x="15232" y="5061"/>
                </a:lnTo>
                <a:lnTo>
                  <a:pt x="15086" y="5183"/>
                </a:lnTo>
                <a:lnTo>
                  <a:pt x="15038" y="5256"/>
                </a:lnTo>
                <a:lnTo>
                  <a:pt x="15013" y="5329"/>
                </a:lnTo>
                <a:lnTo>
                  <a:pt x="15013" y="5378"/>
                </a:lnTo>
                <a:lnTo>
                  <a:pt x="15038" y="5402"/>
                </a:lnTo>
                <a:lnTo>
                  <a:pt x="15062" y="5426"/>
                </a:lnTo>
                <a:lnTo>
                  <a:pt x="15111" y="5451"/>
                </a:lnTo>
                <a:lnTo>
                  <a:pt x="15208" y="5451"/>
                </a:lnTo>
                <a:lnTo>
                  <a:pt x="15305" y="5426"/>
                </a:lnTo>
                <a:lnTo>
                  <a:pt x="15476" y="5353"/>
                </a:lnTo>
                <a:lnTo>
                  <a:pt x="15695" y="5305"/>
                </a:lnTo>
                <a:lnTo>
                  <a:pt x="15792" y="5743"/>
                </a:lnTo>
                <a:lnTo>
                  <a:pt x="15622" y="5816"/>
                </a:lnTo>
                <a:lnTo>
                  <a:pt x="15451" y="5864"/>
                </a:lnTo>
                <a:lnTo>
                  <a:pt x="15305" y="5937"/>
                </a:lnTo>
                <a:lnTo>
                  <a:pt x="15159" y="6035"/>
                </a:lnTo>
                <a:lnTo>
                  <a:pt x="15013" y="6132"/>
                </a:lnTo>
                <a:lnTo>
                  <a:pt x="15013" y="6181"/>
                </a:lnTo>
                <a:lnTo>
                  <a:pt x="15013" y="6205"/>
                </a:lnTo>
                <a:lnTo>
                  <a:pt x="15038" y="6229"/>
                </a:lnTo>
                <a:lnTo>
                  <a:pt x="15403" y="6229"/>
                </a:lnTo>
                <a:lnTo>
                  <a:pt x="15719" y="6181"/>
                </a:lnTo>
                <a:lnTo>
                  <a:pt x="15914" y="6156"/>
                </a:lnTo>
                <a:lnTo>
                  <a:pt x="16035" y="6594"/>
                </a:lnTo>
                <a:lnTo>
                  <a:pt x="15768" y="6691"/>
                </a:lnTo>
                <a:lnTo>
                  <a:pt x="15549" y="6764"/>
                </a:lnTo>
                <a:lnTo>
                  <a:pt x="15184" y="6910"/>
                </a:lnTo>
                <a:lnTo>
                  <a:pt x="15135" y="6935"/>
                </a:lnTo>
                <a:lnTo>
                  <a:pt x="15062" y="6983"/>
                </a:lnTo>
                <a:lnTo>
                  <a:pt x="15038" y="7032"/>
                </a:lnTo>
                <a:lnTo>
                  <a:pt x="15013" y="7081"/>
                </a:lnTo>
                <a:lnTo>
                  <a:pt x="15038" y="7056"/>
                </a:lnTo>
                <a:lnTo>
                  <a:pt x="15013" y="7105"/>
                </a:lnTo>
                <a:lnTo>
                  <a:pt x="15013" y="7129"/>
                </a:lnTo>
                <a:lnTo>
                  <a:pt x="15038" y="7154"/>
                </a:lnTo>
                <a:lnTo>
                  <a:pt x="15086" y="7202"/>
                </a:lnTo>
                <a:lnTo>
                  <a:pt x="15208" y="7227"/>
                </a:lnTo>
                <a:lnTo>
                  <a:pt x="15403" y="7227"/>
                </a:lnTo>
                <a:lnTo>
                  <a:pt x="15622" y="7178"/>
                </a:lnTo>
                <a:lnTo>
                  <a:pt x="15841" y="7129"/>
                </a:lnTo>
                <a:lnTo>
                  <a:pt x="16108" y="7056"/>
                </a:lnTo>
                <a:lnTo>
                  <a:pt x="16108" y="7397"/>
                </a:lnTo>
                <a:lnTo>
                  <a:pt x="16108" y="7713"/>
                </a:lnTo>
                <a:lnTo>
                  <a:pt x="16035" y="7713"/>
                </a:lnTo>
                <a:lnTo>
                  <a:pt x="15670" y="7762"/>
                </a:lnTo>
                <a:lnTo>
                  <a:pt x="15330" y="7786"/>
                </a:lnTo>
                <a:lnTo>
                  <a:pt x="14965" y="7835"/>
                </a:lnTo>
                <a:lnTo>
                  <a:pt x="14600" y="7932"/>
                </a:lnTo>
                <a:lnTo>
                  <a:pt x="14575" y="7957"/>
                </a:lnTo>
                <a:lnTo>
                  <a:pt x="14575" y="7981"/>
                </a:lnTo>
                <a:lnTo>
                  <a:pt x="14575" y="8005"/>
                </a:lnTo>
                <a:lnTo>
                  <a:pt x="14600" y="8030"/>
                </a:lnTo>
                <a:lnTo>
                  <a:pt x="15330" y="8151"/>
                </a:lnTo>
                <a:lnTo>
                  <a:pt x="15500" y="8176"/>
                </a:lnTo>
                <a:lnTo>
                  <a:pt x="15695" y="8200"/>
                </a:lnTo>
                <a:lnTo>
                  <a:pt x="15865" y="8176"/>
                </a:lnTo>
                <a:lnTo>
                  <a:pt x="16035" y="8127"/>
                </a:lnTo>
                <a:lnTo>
                  <a:pt x="16035" y="8176"/>
                </a:lnTo>
                <a:lnTo>
                  <a:pt x="15938" y="8565"/>
                </a:lnTo>
                <a:lnTo>
                  <a:pt x="15816" y="8930"/>
                </a:lnTo>
                <a:lnTo>
                  <a:pt x="15524" y="8881"/>
                </a:lnTo>
                <a:lnTo>
                  <a:pt x="15232" y="8833"/>
                </a:lnTo>
                <a:lnTo>
                  <a:pt x="15013" y="8784"/>
                </a:lnTo>
                <a:lnTo>
                  <a:pt x="14794" y="8760"/>
                </a:lnTo>
                <a:lnTo>
                  <a:pt x="14332" y="8784"/>
                </a:lnTo>
                <a:lnTo>
                  <a:pt x="14308" y="8784"/>
                </a:lnTo>
                <a:lnTo>
                  <a:pt x="14308" y="8808"/>
                </a:lnTo>
                <a:lnTo>
                  <a:pt x="14308" y="8833"/>
                </a:lnTo>
                <a:lnTo>
                  <a:pt x="14332" y="8833"/>
                </a:lnTo>
                <a:lnTo>
                  <a:pt x="14478" y="8881"/>
                </a:lnTo>
                <a:lnTo>
                  <a:pt x="14624" y="8954"/>
                </a:lnTo>
                <a:lnTo>
                  <a:pt x="14965" y="9125"/>
                </a:lnTo>
                <a:lnTo>
                  <a:pt x="15281" y="9271"/>
                </a:lnTo>
                <a:lnTo>
                  <a:pt x="15451" y="9319"/>
                </a:lnTo>
                <a:lnTo>
                  <a:pt x="15622" y="9368"/>
                </a:lnTo>
                <a:lnTo>
                  <a:pt x="15500" y="9636"/>
                </a:lnTo>
                <a:lnTo>
                  <a:pt x="15354" y="9903"/>
                </a:lnTo>
                <a:lnTo>
                  <a:pt x="15135" y="9782"/>
                </a:lnTo>
                <a:lnTo>
                  <a:pt x="14916" y="9684"/>
                </a:lnTo>
                <a:lnTo>
                  <a:pt x="14429" y="9563"/>
                </a:lnTo>
                <a:lnTo>
                  <a:pt x="14210" y="9490"/>
                </a:lnTo>
                <a:lnTo>
                  <a:pt x="13943" y="9441"/>
                </a:lnTo>
                <a:lnTo>
                  <a:pt x="13699" y="9417"/>
                </a:lnTo>
                <a:lnTo>
                  <a:pt x="13553" y="9417"/>
                </a:lnTo>
                <a:lnTo>
                  <a:pt x="13456" y="9465"/>
                </a:lnTo>
                <a:lnTo>
                  <a:pt x="13432" y="9490"/>
                </a:lnTo>
                <a:lnTo>
                  <a:pt x="13432" y="9514"/>
                </a:lnTo>
                <a:lnTo>
                  <a:pt x="13578" y="9636"/>
                </a:lnTo>
                <a:lnTo>
                  <a:pt x="13772" y="9733"/>
                </a:lnTo>
                <a:lnTo>
                  <a:pt x="14137" y="9855"/>
                </a:lnTo>
                <a:lnTo>
                  <a:pt x="14648" y="10049"/>
                </a:lnTo>
                <a:lnTo>
                  <a:pt x="14892" y="10147"/>
                </a:lnTo>
                <a:lnTo>
                  <a:pt x="15135" y="10244"/>
                </a:lnTo>
                <a:lnTo>
                  <a:pt x="14794" y="10706"/>
                </a:lnTo>
                <a:lnTo>
                  <a:pt x="14721" y="10658"/>
                </a:lnTo>
                <a:lnTo>
                  <a:pt x="14624" y="10633"/>
                </a:lnTo>
                <a:lnTo>
                  <a:pt x="14405" y="10560"/>
                </a:lnTo>
                <a:lnTo>
                  <a:pt x="13991" y="10512"/>
                </a:lnTo>
                <a:lnTo>
                  <a:pt x="13772" y="10439"/>
                </a:lnTo>
                <a:lnTo>
                  <a:pt x="13505" y="10366"/>
                </a:lnTo>
                <a:lnTo>
                  <a:pt x="13359" y="10341"/>
                </a:lnTo>
                <a:lnTo>
                  <a:pt x="13213" y="10317"/>
                </a:lnTo>
                <a:lnTo>
                  <a:pt x="13115" y="10341"/>
                </a:lnTo>
                <a:lnTo>
                  <a:pt x="12994" y="10390"/>
                </a:lnTo>
                <a:lnTo>
                  <a:pt x="12994" y="10414"/>
                </a:lnTo>
                <a:lnTo>
                  <a:pt x="13018" y="10536"/>
                </a:lnTo>
                <a:lnTo>
                  <a:pt x="13091" y="10609"/>
                </a:lnTo>
                <a:lnTo>
                  <a:pt x="13188" y="10682"/>
                </a:lnTo>
                <a:lnTo>
                  <a:pt x="13310" y="10731"/>
                </a:lnTo>
                <a:lnTo>
                  <a:pt x="13553" y="10828"/>
                </a:lnTo>
                <a:lnTo>
                  <a:pt x="13772" y="10877"/>
                </a:lnTo>
                <a:lnTo>
                  <a:pt x="14113" y="10998"/>
                </a:lnTo>
                <a:lnTo>
                  <a:pt x="14308" y="11047"/>
                </a:lnTo>
                <a:lnTo>
                  <a:pt x="14502" y="11071"/>
                </a:lnTo>
                <a:lnTo>
                  <a:pt x="14089" y="11509"/>
                </a:lnTo>
                <a:lnTo>
                  <a:pt x="13943" y="11412"/>
                </a:lnTo>
                <a:lnTo>
                  <a:pt x="13772" y="11339"/>
                </a:lnTo>
                <a:lnTo>
                  <a:pt x="13432" y="11242"/>
                </a:lnTo>
                <a:lnTo>
                  <a:pt x="13067" y="11144"/>
                </a:lnTo>
                <a:lnTo>
                  <a:pt x="12702" y="11071"/>
                </a:lnTo>
                <a:lnTo>
                  <a:pt x="12337" y="11047"/>
                </a:lnTo>
                <a:lnTo>
                  <a:pt x="11972" y="11096"/>
                </a:lnTo>
                <a:lnTo>
                  <a:pt x="11947" y="11096"/>
                </a:lnTo>
                <a:lnTo>
                  <a:pt x="11899" y="11120"/>
                </a:lnTo>
                <a:lnTo>
                  <a:pt x="11874" y="11193"/>
                </a:lnTo>
                <a:lnTo>
                  <a:pt x="11850" y="11266"/>
                </a:lnTo>
                <a:lnTo>
                  <a:pt x="11874" y="11290"/>
                </a:lnTo>
                <a:lnTo>
                  <a:pt x="11899" y="11363"/>
                </a:lnTo>
                <a:lnTo>
                  <a:pt x="11972" y="11412"/>
                </a:lnTo>
                <a:lnTo>
                  <a:pt x="12580" y="11509"/>
                </a:lnTo>
                <a:lnTo>
                  <a:pt x="12872" y="11582"/>
                </a:lnTo>
                <a:lnTo>
                  <a:pt x="13164" y="11655"/>
                </a:lnTo>
                <a:lnTo>
                  <a:pt x="13432" y="11753"/>
                </a:lnTo>
                <a:lnTo>
                  <a:pt x="13675" y="11850"/>
                </a:lnTo>
                <a:lnTo>
                  <a:pt x="13359" y="12118"/>
                </a:lnTo>
                <a:lnTo>
                  <a:pt x="13018" y="12337"/>
                </a:lnTo>
                <a:lnTo>
                  <a:pt x="12994" y="12288"/>
                </a:lnTo>
                <a:lnTo>
                  <a:pt x="12945" y="12239"/>
                </a:lnTo>
                <a:lnTo>
                  <a:pt x="12775" y="12166"/>
                </a:lnTo>
                <a:lnTo>
                  <a:pt x="12604" y="12142"/>
                </a:lnTo>
                <a:lnTo>
                  <a:pt x="12410" y="12118"/>
                </a:lnTo>
                <a:lnTo>
                  <a:pt x="12215" y="12069"/>
                </a:lnTo>
                <a:lnTo>
                  <a:pt x="11850" y="11947"/>
                </a:lnTo>
                <a:lnTo>
                  <a:pt x="11558" y="11826"/>
                </a:lnTo>
                <a:lnTo>
                  <a:pt x="11242" y="11704"/>
                </a:lnTo>
                <a:lnTo>
                  <a:pt x="11096" y="11655"/>
                </a:lnTo>
                <a:lnTo>
                  <a:pt x="10950" y="11607"/>
                </a:lnTo>
                <a:lnTo>
                  <a:pt x="10779" y="11582"/>
                </a:lnTo>
                <a:lnTo>
                  <a:pt x="10633" y="11582"/>
                </a:lnTo>
                <a:lnTo>
                  <a:pt x="10609" y="11607"/>
                </a:lnTo>
                <a:lnTo>
                  <a:pt x="10609" y="11655"/>
                </a:lnTo>
                <a:lnTo>
                  <a:pt x="10682" y="11753"/>
                </a:lnTo>
                <a:lnTo>
                  <a:pt x="10804" y="11874"/>
                </a:lnTo>
                <a:lnTo>
                  <a:pt x="10925" y="11947"/>
                </a:lnTo>
                <a:lnTo>
                  <a:pt x="11047" y="12045"/>
                </a:lnTo>
                <a:lnTo>
                  <a:pt x="11315" y="12166"/>
                </a:lnTo>
                <a:lnTo>
                  <a:pt x="11582" y="12288"/>
                </a:lnTo>
                <a:lnTo>
                  <a:pt x="11826" y="12385"/>
                </a:lnTo>
                <a:lnTo>
                  <a:pt x="12093" y="12483"/>
                </a:lnTo>
                <a:lnTo>
                  <a:pt x="12361" y="12556"/>
                </a:lnTo>
                <a:lnTo>
                  <a:pt x="12507" y="12580"/>
                </a:lnTo>
                <a:lnTo>
                  <a:pt x="12629" y="12580"/>
                </a:lnTo>
                <a:lnTo>
                  <a:pt x="12239" y="12799"/>
                </a:lnTo>
                <a:lnTo>
                  <a:pt x="11850" y="12969"/>
                </a:lnTo>
                <a:lnTo>
                  <a:pt x="11801" y="12921"/>
                </a:lnTo>
                <a:lnTo>
                  <a:pt x="11680" y="12823"/>
                </a:lnTo>
                <a:lnTo>
                  <a:pt x="11558" y="12775"/>
                </a:lnTo>
                <a:lnTo>
                  <a:pt x="11266" y="12677"/>
                </a:lnTo>
                <a:lnTo>
                  <a:pt x="10998" y="12604"/>
                </a:lnTo>
                <a:lnTo>
                  <a:pt x="10731" y="12531"/>
                </a:lnTo>
                <a:lnTo>
                  <a:pt x="10585" y="12458"/>
                </a:lnTo>
                <a:lnTo>
                  <a:pt x="10439" y="12385"/>
                </a:lnTo>
                <a:lnTo>
                  <a:pt x="10171" y="12239"/>
                </a:lnTo>
                <a:lnTo>
                  <a:pt x="10025" y="12166"/>
                </a:lnTo>
                <a:lnTo>
                  <a:pt x="9879" y="12118"/>
                </a:lnTo>
                <a:lnTo>
                  <a:pt x="9733" y="12093"/>
                </a:lnTo>
                <a:lnTo>
                  <a:pt x="9563" y="12093"/>
                </a:lnTo>
                <a:lnTo>
                  <a:pt x="9514" y="12118"/>
                </a:lnTo>
                <a:lnTo>
                  <a:pt x="9490" y="12142"/>
                </a:lnTo>
                <a:lnTo>
                  <a:pt x="9490" y="12191"/>
                </a:lnTo>
                <a:lnTo>
                  <a:pt x="9514" y="12215"/>
                </a:lnTo>
                <a:lnTo>
                  <a:pt x="9733" y="12410"/>
                </a:lnTo>
                <a:lnTo>
                  <a:pt x="9952" y="12580"/>
                </a:lnTo>
                <a:lnTo>
                  <a:pt x="10220" y="12750"/>
                </a:lnTo>
                <a:lnTo>
                  <a:pt x="10463" y="12872"/>
                </a:lnTo>
                <a:lnTo>
                  <a:pt x="10682" y="12969"/>
                </a:lnTo>
                <a:lnTo>
                  <a:pt x="10901" y="13042"/>
                </a:lnTo>
                <a:lnTo>
                  <a:pt x="11363" y="13188"/>
                </a:lnTo>
                <a:lnTo>
                  <a:pt x="10852" y="13359"/>
                </a:lnTo>
                <a:lnTo>
                  <a:pt x="10317" y="13505"/>
                </a:lnTo>
                <a:lnTo>
                  <a:pt x="10317" y="13480"/>
                </a:lnTo>
                <a:lnTo>
                  <a:pt x="10366" y="13359"/>
                </a:lnTo>
                <a:lnTo>
                  <a:pt x="10366" y="13310"/>
                </a:lnTo>
                <a:lnTo>
                  <a:pt x="10342" y="13261"/>
                </a:lnTo>
                <a:lnTo>
                  <a:pt x="10293" y="13213"/>
                </a:lnTo>
                <a:lnTo>
                  <a:pt x="10244" y="13164"/>
                </a:lnTo>
                <a:lnTo>
                  <a:pt x="9198" y="12604"/>
                </a:lnTo>
                <a:lnTo>
                  <a:pt x="9028" y="12507"/>
                </a:lnTo>
                <a:lnTo>
                  <a:pt x="8809" y="12410"/>
                </a:lnTo>
                <a:lnTo>
                  <a:pt x="8711" y="12385"/>
                </a:lnTo>
                <a:lnTo>
                  <a:pt x="8590" y="12361"/>
                </a:lnTo>
                <a:lnTo>
                  <a:pt x="8492" y="12385"/>
                </a:lnTo>
                <a:lnTo>
                  <a:pt x="8419" y="12434"/>
                </a:lnTo>
                <a:lnTo>
                  <a:pt x="8419" y="12458"/>
                </a:lnTo>
                <a:lnTo>
                  <a:pt x="8444" y="12556"/>
                </a:lnTo>
                <a:lnTo>
                  <a:pt x="8517" y="12629"/>
                </a:lnTo>
                <a:lnTo>
                  <a:pt x="8687" y="12799"/>
                </a:lnTo>
                <a:lnTo>
                  <a:pt x="9028" y="13042"/>
                </a:lnTo>
                <a:lnTo>
                  <a:pt x="9490" y="13334"/>
                </a:lnTo>
                <a:lnTo>
                  <a:pt x="9733" y="13456"/>
                </a:lnTo>
                <a:lnTo>
                  <a:pt x="10001" y="13553"/>
                </a:lnTo>
                <a:lnTo>
                  <a:pt x="9539" y="13651"/>
                </a:lnTo>
                <a:lnTo>
                  <a:pt x="9076" y="13699"/>
                </a:lnTo>
                <a:lnTo>
                  <a:pt x="9052" y="13651"/>
                </a:lnTo>
                <a:lnTo>
                  <a:pt x="8857" y="13480"/>
                </a:lnTo>
                <a:lnTo>
                  <a:pt x="8638" y="13334"/>
                </a:lnTo>
                <a:lnTo>
                  <a:pt x="8176" y="13067"/>
                </a:lnTo>
                <a:lnTo>
                  <a:pt x="7762" y="12799"/>
                </a:lnTo>
                <a:lnTo>
                  <a:pt x="7568" y="12677"/>
                </a:lnTo>
                <a:lnTo>
                  <a:pt x="7349" y="12604"/>
                </a:lnTo>
                <a:lnTo>
                  <a:pt x="7300" y="12604"/>
                </a:lnTo>
                <a:lnTo>
                  <a:pt x="7276" y="12653"/>
                </a:lnTo>
                <a:lnTo>
                  <a:pt x="7276" y="12775"/>
                </a:lnTo>
                <a:lnTo>
                  <a:pt x="7300" y="12872"/>
                </a:lnTo>
                <a:lnTo>
                  <a:pt x="7373" y="12969"/>
                </a:lnTo>
                <a:lnTo>
                  <a:pt x="7446" y="13042"/>
                </a:lnTo>
                <a:lnTo>
                  <a:pt x="7616" y="13213"/>
                </a:lnTo>
                <a:lnTo>
                  <a:pt x="7787" y="13334"/>
                </a:lnTo>
                <a:lnTo>
                  <a:pt x="8103" y="13553"/>
                </a:lnTo>
                <a:lnTo>
                  <a:pt x="8444" y="13748"/>
                </a:lnTo>
                <a:lnTo>
                  <a:pt x="8346" y="13748"/>
                </a:lnTo>
                <a:lnTo>
                  <a:pt x="7835" y="13772"/>
                </a:lnTo>
                <a:lnTo>
                  <a:pt x="7349" y="13724"/>
                </a:lnTo>
                <a:lnTo>
                  <a:pt x="7373" y="13699"/>
                </a:lnTo>
                <a:lnTo>
                  <a:pt x="7397" y="13651"/>
                </a:lnTo>
                <a:lnTo>
                  <a:pt x="7422" y="13578"/>
                </a:lnTo>
                <a:lnTo>
                  <a:pt x="7397" y="13529"/>
                </a:lnTo>
                <a:lnTo>
                  <a:pt x="7373" y="13456"/>
                </a:lnTo>
                <a:lnTo>
                  <a:pt x="7324" y="13383"/>
                </a:lnTo>
                <a:lnTo>
                  <a:pt x="7203" y="13286"/>
                </a:lnTo>
                <a:lnTo>
                  <a:pt x="6911" y="13091"/>
                </a:lnTo>
                <a:lnTo>
                  <a:pt x="6643" y="12872"/>
                </a:lnTo>
                <a:lnTo>
                  <a:pt x="6521" y="12799"/>
                </a:lnTo>
                <a:lnTo>
                  <a:pt x="6448" y="12750"/>
                </a:lnTo>
                <a:lnTo>
                  <a:pt x="6424" y="12702"/>
                </a:lnTo>
                <a:lnTo>
                  <a:pt x="6424" y="12677"/>
                </a:lnTo>
                <a:lnTo>
                  <a:pt x="6400" y="12677"/>
                </a:lnTo>
                <a:lnTo>
                  <a:pt x="6375" y="12702"/>
                </a:lnTo>
                <a:lnTo>
                  <a:pt x="6351" y="12775"/>
                </a:lnTo>
                <a:lnTo>
                  <a:pt x="6327" y="12823"/>
                </a:lnTo>
                <a:lnTo>
                  <a:pt x="6351" y="12969"/>
                </a:lnTo>
                <a:lnTo>
                  <a:pt x="6400" y="13042"/>
                </a:lnTo>
                <a:lnTo>
                  <a:pt x="6448" y="13140"/>
                </a:lnTo>
                <a:lnTo>
                  <a:pt x="6570" y="13286"/>
                </a:lnTo>
                <a:lnTo>
                  <a:pt x="6716" y="13432"/>
                </a:lnTo>
                <a:lnTo>
                  <a:pt x="6862" y="13553"/>
                </a:lnTo>
                <a:lnTo>
                  <a:pt x="7032" y="13675"/>
                </a:lnTo>
                <a:lnTo>
                  <a:pt x="7032" y="13675"/>
                </a:lnTo>
                <a:lnTo>
                  <a:pt x="6619" y="13578"/>
                </a:lnTo>
                <a:lnTo>
                  <a:pt x="6229" y="13456"/>
                </a:lnTo>
                <a:lnTo>
                  <a:pt x="5864" y="13334"/>
                </a:lnTo>
                <a:lnTo>
                  <a:pt x="5670" y="13286"/>
                </a:lnTo>
                <a:lnTo>
                  <a:pt x="5475" y="13261"/>
                </a:lnTo>
                <a:lnTo>
                  <a:pt x="5280" y="13237"/>
                </a:lnTo>
                <a:lnTo>
                  <a:pt x="5086" y="13261"/>
                </a:lnTo>
                <a:lnTo>
                  <a:pt x="4988" y="13286"/>
                </a:lnTo>
                <a:lnTo>
                  <a:pt x="4915" y="13334"/>
                </a:lnTo>
                <a:lnTo>
                  <a:pt x="4842" y="13407"/>
                </a:lnTo>
                <a:lnTo>
                  <a:pt x="4818" y="13505"/>
                </a:lnTo>
                <a:lnTo>
                  <a:pt x="4672" y="13651"/>
                </a:lnTo>
                <a:lnTo>
                  <a:pt x="4502" y="13797"/>
                </a:lnTo>
                <a:lnTo>
                  <a:pt x="4331" y="13943"/>
                </a:lnTo>
                <a:lnTo>
                  <a:pt x="4161" y="14064"/>
                </a:lnTo>
                <a:lnTo>
                  <a:pt x="3869" y="14259"/>
                </a:lnTo>
                <a:lnTo>
                  <a:pt x="3553" y="14405"/>
                </a:lnTo>
                <a:lnTo>
                  <a:pt x="3212" y="14551"/>
                </a:lnTo>
                <a:lnTo>
                  <a:pt x="2896" y="14648"/>
                </a:lnTo>
                <a:lnTo>
                  <a:pt x="2555" y="14745"/>
                </a:lnTo>
                <a:lnTo>
                  <a:pt x="2190" y="14818"/>
                </a:lnTo>
                <a:lnTo>
                  <a:pt x="1825" y="14867"/>
                </a:lnTo>
                <a:lnTo>
                  <a:pt x="1485" y="14891"/>
                </a:lnTo>
                <a:lnTo>
                  <a:pt x="1314" y="14891"/>
                </a:lnTo>
                <a:lnTo>
                  <a:pt x="1144" y="14867"/>
                </a:lnTo>
                <a:lnTo>
                  <a:pt x="1436" y="14672"/>
                </a:lnTo>
                <a:lnTo>
                  <a:pt x="1728" y="14453"/>
                </a:lnTo>
                <a:lnTo>
                  <a:pt x="1996" y="14210"/>
                </a:lnTo>
                <a:lnTo>
                  <a:pt x="2239" y="13991"/>
                </a:lnTo>
                <a:lnTo>
                  <a:pt x="2604" y="13626"/>
                </a:lnTo>
                <a:lnTo>
                  <a:pt x="2774" y="13432"/>
                </a:lnTo>
                <a:lnTo>
                  <a:pt x="2944" y="13188"/>
                </a:lnTo>
                <a:lnTo>
                  <a:pt x="3066" y="12945"/>
                </a:lnTo>
                <a:lnTo>
                  <a:pt x="3163" y="12702"/>
                </a:lnTo>
                <a:lnTo>
                  <a:pt x="3212" y="12458"/>
                </a:lnTo>
                <a:lnTo>
                  <a:pt x="3212" y="12337"/>
                </a:lnTo>
                <a:lnTo>
                  <a:pt x="3212" y="12215"/>
                </a:lnTo>
                <a:lnTo>
                  <a:pt x="3236" y="12118"/>
                </a:lnTo>
                <a:lnTo>
                  <a:pt x="3212" y="12045"/>
                </a:lnTo>
                <a:lnTo>
                  <a:pt x="3188" y="11972"/>
                </a:lnTo>
                <a:lnTo>
                  <a:pt x="3115" y="11923"/>
                </a:lnTo>
                <a:lnTo>
                  <a:pt x="2920" y="11826"/>
                </a:lnTo>
                <a:lnTo>
                  <a:pt x="2750" y="11704"/>
                </a:lnTo>
                <a:lnTo>
                  <a:pt x="2409" y="11461"/>
                </a:lnTo>
                <a:lnTo>
                  <a:pt x="2117" y="11169"/>
                </a:lnTo>
                <a:lnTo>
                  <a:pt x="1850" y="10852"/>
                </a:lnTo>
                <a:lnTo>
                  <a:pt x="1631" y="10512"/>
                </a:lnTo>
                <a:lnTo>
                  <a:pt x="1412" y="10147"/>
                </a:lnTo>
                <a:lnTo>
                  <a:pt x="1241" y="9757"/>
                </a:lnTo>
                <a:lnTo>
                  <a:pt x="1095" y="9368"/>
                </a:lnTo>
                <a:lnTo>
                  <a:pt x="949" y="8979"/>
                </a:lnTo>
                <a:lnTo>
                  <a:pt x="828" y="8565"/>
                </a:lnTo>
                <a:lnTo>
                  <a:pt x="755" y="8127"/>
                </a:lnTo>
                <a:lnTo>
                  <a:pt x="682" y="7689"/>
                </a:lnTo>
                <a:lnTo>
                  <a:pt x="657" y="7251"/>
                </a:lnTo>
                <a:lnTo>
                  <a:pt x="657" y="6837"/>
                </a:lnTo>
                <a:lnTo>
                  <a:pt x="706" y="6399"/>
                </a:lnTo>
                <a:lnTo>
                  <a:pt x="803" y="5986"/>
                </a:lnTo>
                <a:lnTo>
                  <a:pt x="925" y="5548"/>
                </a:lnTo>
                <a:lnTo>
                  <a:pt x="1120" y="5110"/>
                </a:lnTo>
                <a:lnTo>
                  <a:pt x="1339" y="4696"/>
                </a:lnTo>
                <a:lnTo>
                  <a:pt x="1606" y="4307"/>
                </a:lnTo>
                <a:lnTo>
                  <a:pt x="1898" y="3869"/>
                </a:lnTo>
                <a:lnTo>
                  <a:pt x="2166" y="3431"/>
                </a:lnTo>
                <a:lnTo>
                  <a:pt x="2434" y="3017"/>
                </a:lnTo>
                <a:lnTo>
                  <a:pt x="2604" y="2823"/>
                </a:lnTo>
                <a:lnTo>
                  <a:pt x="2774" y="2628"/>
                </a:lnTo>
                <a:lnTo>
                  <a:pt x="3115" y="2336"/>
                </a:lnTo>
                <a:lnTo>
                  <a:pt x="3431" y="2068"/>
                </a:lnTo>
                <a:lnTo>
                  <a:pt x="3772" y="1825"/>
                </a:lnTo>
                <a:lnTo>
                  <a:pt x="4137" y="1582"/>
                </a:lnTo>
                <a:lnTo>
                  <a:pt x="4502" y="1387"/>
                </a:lnTo>
                <a:lnTo>
                  <a:pt x="4867" y="1192"/>
                </a:lnTo>
                <a:lnTo>
                  <a:pt x="5256" y="1046"/>
                </a:lnTo>
                <a:lnTo>
                  <a:pt x="5670" y="900"/>
                </a:lnTo>
                <a:lnTo>
                  <a:pt x="6083" y="803"/>
                </a:lnTo>
                <a:lnTo>
                  <a:pt x="6497" y="706"/>
                </a:lnTo>
                <a:lnTo>
                  <a:pt x="6935" y="633"/>
                </a:lnTo>
                <a:lnTo>
                  <a:pt x="7373" y="584"/>
                </a:lnTo>
                <a:lnTo>
                  <a:pt x="7811" y="535"/>
                </a:lnTo>
                <a:lnTo>
                  <a:pt x="8249" y="511"/>
                </a:lnTo>
                <a:close/>
                <a:moveTo>
                  <a:pt x="8444" y="0"/>
                </a:moveTo>
                <a:lnTo>
                  <a:pt x="7641" y="24"/>
                </a:lnTo>
                <a:lnTo>
                  <a:pt x="6838" y="122"/>
                </a:lnTo>
                <a:lnTo>
                  <a:pt x="6351" y="195"/>
                </a:lnTo>
                <a:lnTo>
                  <a:pt x="5889" y="292"/>
                </a:lnTo>
                <a:lnTo>
                  <a:pt x="5426" y="414"/>
                </a:lnTo>
                <a:lnTo>
                  <a:pt x="4964" y="560"/>
                </a:lnTo>
                <a:lnTo>
                  <a:pt x="4502" y="730"/>
                </a:lnTo>
                <a:lnTo>
                  <a:pt x="4088" y="949"/>
                </a:lnTo>
                <a:lnTo>
                  <a:pt x="3674" y="1217"/>
                </a:lnTo>
                <a:lnTo>
                  <a:pt x="3285" y="1509"/>
                </a:lnTo>
                <a:lnTo>
                  <a:pt x="2823" y="1922"/>
                </a:lnTo>
                <a:lnTo>
                  <a:pt x="2385" y="2312"/>
                </a:lnTo>
                <a:lnTo>
                  <a:pt x="2166" y="2531"/>
                </a:lnTo>
                <a:lnTo>
                  <a:pt x="1947" y="2725"/>
                </a:lnTo>
                <a:lnTo>
                  <a:pt x="1752" y="2969"/>
                </a:lnTo>
                <a:lnTo>
                  <a:pt x="1582" y="3212"/>
                </a:lnTo>
                <a:lnTo>
                  <a:pt x="1266" y="3723"/>
                </a:lnTo>
                <a:lnTo>
                  <a:pt x="974" y="4283"/>
                </a:lnTo>
                <a:lnTo>
                  <a:pt x="682" y="4842"/>
                </a:lnTo>
                <a:lnTo>
                  <a:pt x="438" y="5402"/>
                </a:lnTo>
                <a:lnTo>
                  <a:pt x="341" y="5645"/>
                </a:lnTo>
                <a:lnTo>
                  <a:pt x="268" y="5889"/>
                </a:lnTo>
                <a:lnTo>
                  <a:pt x="195" y="6132"/>
                </a:lnTo>
                <a:lnTo>
                  <a:pt x="146" y="6375"/>
                </a:lnTo>
                <a:lnTo>
                  <a:pt x="122" y="6886"/>
                </a:lnTo>
                <a:lnTo>
                  <a:pt x="122" y="7397"/>
                </a:lnTo>
                <a:lnTo>
                  <a:pt x="171" y="7908"/>
                </a:lnTo>
                <a:lnTo>
                  <a:pt x="268" y="8419"/>
                </a:lnTo>
                <a:lnTo>
                  <a:pt x="390" y="8906"/>
                </a:lnTo>
                <a:lnTo>
                  <a:pt x="536" y="9392"/>
                </a:lnTo>
                <a:lnTo>
                  <a:pt x="682" y="9830"/>
                </a:lnTo>
                <a:lnTo>
                  <a:pt x="876" y="10244"/>
                </a:lnTo>
                <a:lnTo>
                  <a:pt x="1095" y="10658"/>
                </a:lnTo>
                <a:lnTo>
                  <a:pt x="1339" y="11047"/>
                </a:lnTo>
                <a:lnTo>
                  <a:pt x="1631" y="11412"/>
                </a:lnTo>
                <a:lnTo>
                  <a:pt x="1947" y="11728"/>
                </a:lnTo>
                <a:lnTo>
                  <a:pt x="2117" y="11874"/>
                </a:lnTo>
                <a:lnTo>
                  <a:pt x="2312" y="12020"/>
                </a:lnTo>
                <a:lnTo>
                  <a:pt x="2507" y="12142"/>
                </a:lnTo>
                <a:lnTo>
                  <a:pt x="2701" y="12239"/>
                </a:lnTo>
                <a:lnTo>
                  <a:pt x="2677" y="12458"/>
                </a:lnTo>
                <a:lnTo>
                  <a:pt x="2604" y="12653"/>
                </a:lnTo>
                <a:lnTo>
                  <a:pt x="2482" y="12848"/>
                </a:lnTo>
                <a:lnTo>
                  <a:pt x="2361" y="13042"/>
                </a:lnTo>
                <a:lnTo>
                  <a:pt x="2215" y="13213"/>
                </a:lnTo>
                <a:lnTo>
                  <a:pt x="2069" y="13359"/>
                </a:lnTo>
                <a:lnTo>
                  <a:pt x="1752" y="13675"/>
                </a:lnTo>
                <a:lnTo>
                  <a:pt x="1412" y="13967"/>
                </a:lnTo>
                <a:lnTo>
                  <a:pt x="1047" y="14259"/>
                </a:lnTo>
                <a:lnTo>
                  <a:pt x="828" y="14381"/>
                </a:lnTo>
                <a:lnTo>
                  <a:pt x="633" y="14478"/>
                </a:lnTo>
                <a:lnTo>
                  <a:pt x="414" y="14575"/>
                </a:lnTo>
                <a:lnTo>
                  <a:pt x="195" y="14648"/>
                </a:lnTo>
                <a:lnTo>
                  <a:pt x="98" y="14697"/>
                </a:lnTo>
                <a:lnTo>
                  <a:pt x="25" y="14794"/>
                </a:lnTo>
                <a:lnTo>
                  <a:pt x="0" y="14891"/>
                </a:lnTo>
                <a:lnTo>
                  <a:pt x="25" y="14989"/>
                </a:lnTo>
                <a:lnTo>
                  <a:pt x="49" y="15086"/>
                </a:lnTo>
                <a:lnTo>
                  <a:pt x="146" y="15159"/>
                </a:lnTo>
                <a:lnTo>
                  <a:pt x="244" y="15208"/>
                </a:lnTo>
                <a:lnTo>
                  <a:pt x="365" y="15208"/>
                </a:lnTo>
                <a:lnTo>
                  <a:pt x="414" y="15183"/>
                </a:lnTo>
                <a:lnTo>
                  <a:pt x="560" y="15256"/>
                </a:lnTo>
                <a:lnTo>
                  <a:pt x="682" y="15305"/>
                </a:lnTo>
                <a:lnTo>
                  <a:pt x="998" y="15378"/>
                </a:lnTo>
                <a:lnTo>
                  <a:pt x="1314" y="15402"/>
                </a:lnTo>
                <a:lnTo>
                  <a:pt x="1679" y="15402"/>
                </a:lnTo>
                <a:lnTo>
                  <a:pt x="2020" y="15354"/>
                </a:lnTo>
                <a:lnTo>
                  <a:pt x="2336" y="15305"/>
                </a:lnTo>
                <a:lnTo>
                  <a:pt x="2896" y="15183"/>
                </a:lnTo>
                <a:lnTo>
                  <a:pt x="3261" y="15062"/>
                </a:lnTo>
                <a:lnTo>
                  <a:pt x="3626" y="14916"/>
                </a:lnTo>
                <a:lnTo>
                  <a:pt x="3991" y="14770"/>
                </a:lnTo>
                <a:lnTo>
                  <a:pt x="4331" y="14575"/>
                </a:lnTo>
                <a:lnTo>
                  <a:pt x="4575" y="14429"/>
                </a:lnTo>
                <a:lnTo>
                  <a:pt x="4818" y="14259"/>
                </a:lnTo>
                <a:lnTo>
                  <a:pt x="5037" y="14040"/>
                </a:lnTo>
                <a:lnTo>
                  <a:pt x="5134" y="13918"/>
                </a:lnTo>
                <a:lnTo>
                  <a:pt x="5207" y="13797"/>
                </a:lnTo>
                <a:lnTo>
                  <a:pt x="5426" y="13821"/>
                </a:lnTo>
                <a:lnTo>
                  <a:pt x="5645" y="13845"/>
                </a:lnTo>
                <a:lnTo>
                  <a:pt x="6059" y="13967"/>
                </a:lnTo>
                <a:lnTo>
                  <a:pt x="6497" y="14113"/>
                </a:lnTo>
                <a:lnTo>
                  <a:pt x="6692" y="14186"/>
                </a:lnTo>
                <a:lnTo>
                  <a:pt x="6911" y="14235"/>
                </a:lnTo>
                <a:lnTo>
                  <a:pt x="7178" y="14283"/>
                </a:lnTo>
                <a:lnTo>
                  <a:pt x="7446" y="14308"/>
                </a:lnTo>
                <a:lnTo>
                  <a:pt x="7981" y="14332"/>
                </a:lnTo>
                <a:lnTo>
                  <a:pt x="8517" y="14308"/>
                </a:lnTo>
                <a:lnTo>
                  <a:pt x="9052" y="14259"/>
                </a:lnTo>
                <a:lnTo>
                  <a:pt x="9490" y="14210"/>
                </a:lnTo>
                <a:lnTo>
                  <a:pt x="9952" y="14137"/>
                </a:lnTo>
                <a:lnTo>
                  <a:pt x="10390" y="14040"/>
                </a:lnTo>
                <a:lnTo>
                  <a:pt x="10828" y="13918"/>
                </a:lnTo>
                <a:lnTo>
                  <a:pt x="11266" y="13797"/>
                </a:lnTo>
                <a:lnTo>
                  <a:pt x="11680" y="13651"/>
                </a:lnTo>
                <a:lnTo>
                  <a:pt x="12093" y="13480"/>
                </a:lnTo>
                <a:lnTo>
                  <a:pt x="12507" y="13286"/>
                </a:lnTo>
                <a:lnTo>
                  <a:pt x="12921" y="13067"/>
                </a:lnTo>
                <a:lnTo>
                  <a:pt x="13310" y="12823"/>
                </a:lnTo>
                <a:lnTo>
                  <a:pt x="13699" y="12556"/>
                </a:lnTo>
                <a:lnTo>
                  <a:pt x="14089" y="12264"/>
                </a:lnTo>
                <a:lnTo>
                  <a:pt x="14429" y="11947"/>
                </a:lnTo>
                <a:lnTo>
                  <a:pt x="14770" y="11607"/>
                </a:lnTo>
                <a:lnTo>
                  <a:pt x="15111" y="11266"/>
                </a:lnTo>
                <a:lnTo>
                  <a:pt x="15403" y="10901"/>
                </a:lnTo>
                <a:lnTo>
                  <a:pt x="15670" y="10512"/>
                </a:lnTo>
                <a:lnTo>
                  <a:pt x="15914" y="10098"/>
                </a:lnTo>
                <a:lnTo>
                  <a:pt x="16133" y="9684"/>
                </a:lnTo>
                <a:lnTo>
                  <a:pt x="16327" y="9246"/>
                </a:lnTo>
                <a:lnTo>
                  <a:pt x="16473" y="8808"/>
                </a:lnTo>
                <a:lnTo>
                  <a:pt x="16595" y="8346"/>
                </a:lnTo>
                <a:lnTo>
                  <a:pt x="16668" y="7884"/>
                </a:lnTo>
                <a:lnTo>
                  <a:pt x="16717" y="7421"/>
                </a:lnTo>
                <a:lnTo>
                  <a:pt x="16717" y="7178"/>
                </a:lnTo>
                <a:lnTo>
                  <a:pt x="16692" y="6959"/>
                </a:lnTo>
                <a:lnTo>
                  <a:pt x="16595" y="6497"/>
                </a:lnTo>
                <a:lnTo>
                  <a:pt x="16473" y="6035"/>
                </a:lnTo>
                <a:lnTo>
                  <a:pt x="16352" y="5597"/>
                </a:lnTo>
                <a:lnTo>
                  <a:pt x="16206" y="5134"/>
                </a:lnTo>
                <a:lnTo>
                  <a:pt x="16084" y="4672"/>
                </a:lnTo>
                <a:lnTo>
                  <a:pt x="15962" y="4210"/>
                </a:lnTo>
                <a:lnTo>
                  <a:pt x="15792" y="3772"/>
                </a:lnTo>
                <a:lnTo>
                  <a:pt x="15597" y="3358"/>
                </a:lnTo>
                <a:lnTo>
                  <a:pt x="15354" y="2993"/>
                </a:lnTo>
                <a:lnTo>
                  <a:pt x="15062" y="2652"/>
                </a:lnTo>
                <a:lnTo>
                  <a:pt x="14770" y="2336"/>
                </a:lnTo>
                <a:lnTo>
                  <a:pt x="14429" y="2044"/>
                </a:lnTo>
                <a:lnTo>
                  <a:pt x="14089" y="1776"/>
                </a:lnTo>
                <a:lnTo>
                  <a:pt x="13724" y="1509"/>
                </a:lnTo>
                <a:lnTo>
                  <a:pt x="13334" y="1265"/>
                </a:lnTo>
                <a:lnTo>
                  <a:pt x="12969" y="1046"/>
                </a:lnTo>
                <a:lnTo>
                  <a:pt x="12580" y="827"/>
                </a:lnTo>
                <a:lnTo>
                  <a:pt x="12166" y="633"/>
                </a:lnTo>
                <a:lnTo>
                  <a:pt x="11777" y="487"/>
                </a:lnTo>
                <a:lnTo>
                  <a:pt x="11363" y="341"/>
                </a:lnTo>
                <a:lnTo>
                  <a:pt x="10950" y="219"/>
                </a:lnTo>
                <a:lnTo>
                  <a:pt x="10512" y="146"/>
                </a:lnTo>
                <a:lnTo>
                  <a:pt x="10074" y="73"/>
                </a:lnTo>
                <a:lnTo>
                  <a:pt x="9271" y="0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32"/>
          <p:cNvSpPr txBox="1"/>
          <p:nvPr/>
        </p:nvSpPr>
        <p:spPr>
          <a:xfrm>
            <a:off x="2502763" y="1339525"/>
            <a:ext cx="2940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Gloria Hallelujah"/>
                <a:ea typeface="Gloria Hallelujah"/>
                <a:cs typeface="Gloria Hallelujah"/>
                <a:sym typeface="Gloria Hallelujah"/>
              </a:rPr>
              <a:t>?</a:t>
            </a:r>
            <a:endParaRPr sz="1800">
              <a:latin typeface="Gloria Hallelujah"/>
              <a:ea typeface="Gloria Hallelujah"/>
              <a:cs typeface="Gloria Hallelujah"/>
              <a:sym typeface="Gloria Hallelujah"/>
            </a:endParaRPr>
          </a:p>
        </p:txBody>
      </p:sp>
      <p:sp>
        <p:nvSpPr>
          <p:cNvPr id="747" name="Google Shape;747;p32"/>
          <p:cNvSpPr/>
          <p:nvPr/>
        </p:nvSpPr>
        <p:spPr>
          <a:xfrm>
            <a:off x="3691263" y="1459575"/>
            <a:ext cx="427621" cy="393585"/>
          </a:xfrm>
          <a:custGeom>
            <a:rect b="b" l="l" r="r" t="t"/>
            <a:pathLst>
              <a:path extrusionOk="0" h="15403" w="16717">
                <a:moveTo>
                  <a:pt x="9149" y="511"/>
                </a:moveTo>
                <a:lnTo>
                  <a:pt x="9587" y="560"/>
                </a:lnTo>
                <a:lnTo>
                  <a:pt x="10025" y="608"/>
                </a:lnTo>
                <a:lnTo>
                  <a:pt x="10439" y="681"/>
                </a:lnTo>
                <a:lnTo>
                  <a:pt x="10877" y="779"/>
                </a:lnTo>
                <a:lnTo>
                  <a:pt x="11290" y="900"/>
                </a:lnTo>
                <a:lnTo>
                  <a:pt x="11704" y="1046"/>
                </a:lnTo>
                <a:lnTo>
                  <a:pt x="12093" y="1217"/>
                </a:lnTo>
                <a:lnTo>
                  <a:pt x="12483" y="1411"/>
                </a:lnTo>
                <a:lnTo>
                  <a:pt x="12994" y="1703"/>
                </a:lnTo>
                <a:lnTo>
                  <a:pt x="13505" y="2020"/>
                </a:lnTo>
                <a:lnTo>
                  <a:pt x="13967" y="2360"/>
                </a:lnTo>
                <a:lnTo>
                  <a:pt x="14210" y="2555"/>
                </a:lnTo>
                <a:lnTo>
                  <a:pt x="14405" y="2750"/>
                </a:lnTo>
                <a:lnTo>
                  <a:pt x="14332" y="2871"/>
                </a:lnTo>
                <a:lnTo>
                  <a:pt x="14308" y="3017"/>
                </a:lnTo>
                <a:lnTo>
                  <a:pt x="14308" y="3066"/>
                </a:lnTo>
                <a:lnTo>
                  <a:pt x="14332" y="3090"/>
                </a:lnTo>
                <a:lnTo>
                  <a:pt x="14405" y="3139"/>
                </a:lnTo>
                <a:lnTo>
                  <a:pt x="14478" y="3139"/>
                </a:lnTo>
                <a:lnTo>
                  <a:pt x="14551" y="3090"/>
                </a:lnTo>
                <a:lnTo>
                  <a:pt x="14624" y="2993"/>
                </a:lnTo>
                <a:lnTo>
                  <a:pt x="14867" y="3285"/>
                </a:lnTo>
                <a:lnTo>
                  <a:pt x="14770" y="3358"/>
                </a:lnTo>
                <a:lnTo>
                  <a:pt x="14697" y="3431"/>
                </a:lnTo>
                <a:lnTo>
                  <a:pt x="14600" y="3601"/>
                </a:lnTo>
                <a:lnTo>
                  <a:pt x="14575" y="3674"/>
                </a:lnTo>
                <a:lnTo>
                  <a:pt x="14575" y="3723"/>
                </a:lnTo>
                <a:lnTo>
                  <a:pt x="14575" y="3772"/>
                </a:lnTo>
                <a:lnTo>
                  <a:pt x="14600" y="3796"/>
                </a:lnTo>
                <a:lnTo>
                  <a:pt x="14648" y="3796"/>
                </a:lnTo>
                <a:lnTo>
                  <a:pt x="14721" y="3772"/>
                </a:lnTo>
                <a:lnTo>
                  <a:pt x="14867" y="3699"/>
                </a:lnTo>
                <a:lnTo>
                  <a:pt x="15086" y="3601"/>
                </a:lnTo>
                <a:lnTo>
                  <a:pt x="15208" y="3820"/>
                </a:lnTo>
                <a:lnTo>
                  <a:pt x="15305" y="4064"/>
                </a:lnTo>
                <a:lnTo>
                  <a:pt x="15111" y="4137"/>
                </a:lnTo>
                <a:lnTo>
                  <a:pt x="15013" y="4185"/>
                </a:lnTo>
                <a:lnTo>
                  <a:pt x="14916" y="4234"/>
                </a:lnTo>
                <a:lnTo>
                  <a:pt x="14892" y="4307"/>
                </a:lnTo>
                <a:lnTo>
                  <a:pt x="14892" y="4380"/>
                </a:lnTo>
                <a:lnTo>
                  <a:pt x="14940" y="4429"/>
                </a:lnTo>
                <a:lnTo>
                  <a:pt x="15013" y="4453"/>
                </a:lnTo>
                <a:lnTo>
                  <a:pt x="15135" y="4453"/>
                </a:lnTo>
                <a:lnTo>
                  <a:pt x="15232" y="4429"/>
                </a:lnTo>
                <a:lnTo>
                  <a:pt x="15427" y="4380"/>
                </a:lnTo>
                <a:lnTo>
                  <a:pt x="15573" y="4915"/>
                </a:lnTo>
                <a:lnTo>
                  <a:pt x="15403" y="4964"/>
                </a:lnTo>
                <a:lnTo>
                  <a:pt x="15232" y="5061"/>
                </a:lnTo>
                <a:lnTo>
                  <a:pt x="15086" y="5183"/>
                </a:lnTo>
                <a:lnTo>
                  <a:pt x="15038" y="5256"/>
                </a:lnTo>
                <a:lnTo>
                  <a:pt x="15013" y="5329"/>
                </a:lnTo>
                <a:lnTo>
                  <a:pt x="15013" y="5378"/>
                </a:lnTo>
                <a:lnTo>
                  <a:pt x="15038" y="5402"/>
                </a:lnTo>
                <a:lnTo>
                  <a:pt x="15062" y="5426"/>
                </a:lnTo>
                <a:lnTo>
                  <a:pt x="15111" y="5451"/>
                </a:lnTo>
                <a:lnTo>
                  <a:pt x="15208" y="5451"/>
                </a:lnTo>
                <a:lnTo>
                  <a:pt x="15305" y="5426"/>
                </a:lnTo>
                <a:lnTo>
                  <a:pt x="15476" y="5353"/>
                </a:lnTo>
                <a:lnTo>
                  <a:pt x="15695" y="5305"/>
                </a:lnTo>
                <a:lnTo>
                  <a:pt x="15792" y="5743"/>
                </a:lnTo>
                <a:lnTo>
                  <a:pt x="15622" y="5816"/>
                </a:lnTo>
                <a:lnTo>
                  <a:pt x="15451" y="5864"/>
                </a:lnTo>
                <a:lnTo>
                  <a:pt x="15305" y="5937"/>
                </a:lnTo>
                <a:lnTo>
                  <a:pt x="15159" y="6035"/>
                </a:lnTo>
                <a:lnTo>
                  <a:pt x="15013" y="6132"/>
                </a:lnTo>
                <a:lnTo>
                  <a:pt x="15013" y="6181"/>
                </a:lnTo>
                <a:lnTo>
                  <a:pt x="15013" y="6205"/>
                </a:lnTo>
                <a:lnTo>
                  <a:pt x="15038" y="6229"/>
                </a:lnTo>
                <a:lnTo>
                  <a:pt x="15403" y="6229"/>
                </a:lnTo>
                <a:lnTo>
                  <a:pt x="15719" y="6181"/>
                </a:lnTo>
                <a:lnTo>
                  <a:pt x="15914" y="6156"/>
                </a:lnTo>
                <a:lnTo>
                  <a:pt x="16035" y="6594"/>
                </a:lnTo>
                <a:lnTo>
                  <a:pt x="15768" y="6691"/>
                </a:lnTo>
                <a:lnTo>
                  <a:pt x="15549" y="6764"/>
                </a:lnTo>
                <a:lnTo>
                  <a:pt x="15184" y="6910"/>
                </a:lnTo>
                <a:lnTo>
                  <a:pt x="15135" y="6935"/>
                </a:lnTo>
                <a:lnTo>
                  <a:pt x="15062" y="6983"/>
                </a:lnTo>
                <a:lnTo>
                  <a:pt x="15038" y="7032"/>
                </a:lnTo>
                <a:lnTo>
                  <a:pt x="15013" y="7081"/>
                </a:lnTo>
                <a:lnTo>
                  <a:pt x="15038" y="7056"/>
                </a:lnTo>
                <a:lnTo>
                  <a:pt x="15013" y="7105"/>
                </a:lnTo>
                <a:lnTo>
                  <a:pt x="15013" y="7129"/>
                </a:lnTo>
                <a:lnTo>
                  <a:pt x="15038" y="7154"/>
                </a:lnTo>
                <a:lnTo>
                  <a:pt x="15086" y="7202"/>
                </a:lnTo>
                <a:lnTo>
                  <a:pt x="15208" y="7227"/>
                </a:lnTo>
                <a:lnTo>
                  <a:pt x="15403" y="7227"/>
                </a:lnTo>
                <a:lnTo>
                  <a:pt x="15622" y="7178"/>
                </a:lnTo>
                <a:lnTo>
                  <a:pt x="15841" y="7129"/>
                </a:lnTo>
                <a:lnTo>
                  <a:pt x="16108" y="7056"/>
                </a:lnTo>
                <a:lnTo>
                  <a:pt x="16108" y="7397"/>
                </a:lnTo>
                <a:lnTo>
                  <a:pt x="16108" y="7713"/>
                </a:lnTo>
                <a:lnTo>
                  <a:pt x="16035" y="7713"/>
                </a:lnTo>
                <a:lnTo>
                  <a:pt x="15670" y="7762"/>
                </a:lnTo>
                <a:lnTo>
                  <a:pt x="15330" y="7786"/>
                </a:lnTo>
                <a:lnTo>
                  <a:pt x="14965" y="7835"/>
                </a:lnTo>
                <a:lnTo>
                  <a:pt x="14600" y="7932"/>
                </a:lnTo>
                <a:lnTo>
                  <a:pt x="14575" y="7957"/>
                </a:lnTo>
                <a:lnTo>
                  <a:pt x="14575" y="7981"/>
                </a:lnTo>
                <a:lnTo>
                  <a:pt x="14575" y="8005"/>
                </a:lnTo>
                <a:lnTo>
                  <a:pt x="14600" y="8030"/>
                </a:lnTo>
                <a:lnTo>
                  <a:pt x="15330" y="8151"/>
                </a:lnTo>
                <a:lnTo>
                  <a:pt x="15500" y="8176"/>
                </a:lnTo>
                <a:lnTo>
                  <a:pt x="15695" y="8200"/>
                </a:lnTo>
                <a:lnTo>
                  <a:pt x="15865" y="8176"/>
                </a:lnTo>
                <a:lnTo>
                  <a:pt x="16035" y="8127"/>
                </a:lnTo>
                <a:lnTo>
                  <a:pt x="16035" y="8176"/>
                </a:lnTo>
                <a:lnTo>
                  <a:pt x="15938" y="8565"/>
                </a:lnTo>
                <a:lnTo>
                  <a:pt x="15816" y="8930"/>
                </a:lnTo>
                <a:lnTo>
                  <a:pt x="15524" y="8881"/>
                </a:lnTo>
                <a:lnTo>
                  <a:pt x="15232" y="8833"/>
                </a:lnTo>
                <a:lnTo>
                  <a:pt x="15013" y="8784"/>
                </a:lnTo>
                <a:lnTo>
                  <a:pt x="14794" y="8760"/>
                </a:lnTo>
                <a:lnTo>
                  <a:pt x="14332" y="8784"/>
                </a:lnTo>
                <a:lnTo>
                  <a:pt x="14308" y="8784"/>
                </a:lnTo>
                <a:lnTo>
                  <a:pt x="14308" y="8808"/>
                </a:lnTo>
                <a:lnTo>
                  <a:pt x="14308" y="8833"/>
                </a:lnTo>
                <a:lnTo>
                  <a:pt x="14332" y="8833"/>
                </a:lnTo>
                <a:lnTo>
                  <a:pt x="14478" y="8881"/>
                </a:lnTo>
                <a:lnTo>
                  <a:pt x="14624" y="8954"/>
                </a:lnTo>
                <a:lnTo>
                  <a:pt x="14965" y="9125"/>
                </a:lnTo>
                <a:lnTo>
                  <a:pt x="15281" y="9271"/>
                </a:lnTo>
                <a:lnTo>
                  <a:pt x="15451" y="9319"/>
                </a:lnTo>
                <a:lnTo>
                  <a:pt x="15622" y="9368"/>
                </a:lnTo>
                <a:lnTo>
                  <a:pt x="15500" y="9636"/>
                </a:lnTo>
                <a:lnTo>
                  <a:pt x="15354" y="9903"/>
                </a:lnTo>
                <a:lnTo>
                  <a:pt x="15135" y="9782"/>
                </a:lnTo>
                <a:lnTo>
                  <a:pt x="14916" y="9684"/>
                </a:lnTo>
                <a:lnTo>
                  <a:pt x="14429" y="9563"/>
                </a:lnTo>
                <a:lnTo>
                  <a:pt x="14210" y="9490"/>
                </a:lnTo>
                <a:lnTo>
                  <a:pt x="13943" y="9441"/>
                </a:lnTo>
                <a:lnTo>
                  <a:pt x="13699" y="9417"/>
                </a:lnTo>
                <a:lnTo>
                  <a:pt x="13553" y="9417"/>
                </a:lnTo>
                <a:lnTo>
                  <a:pt x="13456" y="9465"/>
                </a:lnTo>
                <a:lnTo>
                  <a:pt x="13432" y="9490"/>
                </a:lnTo>
                <a:lnTo>
                  <a:pt x="13432" y="9514"/>
                </a:lnTo>
                <a:lnTo>
                  <a:pt x="13578" y="9636"/>
                </a:lnTo>
                <a:lnTo>
                  <a:pt x="13772" y="9733"/>
                </a:lnTo>
                <a:lnTo>
                  <a:pt x="14137" y="9855"/>
                </a:lnTo>
                <a:lnTo>
                  <a:pt x="14648" y="10049"/>
                </a:lnTo>
                <a:lnTo>
                  <a:pt x="14892" y="10147"/>
                </a:lnTo>
                <a:lnTo>
                  <a:pt x="15135" y="10244"/>
                </a:lnTo>
                <a:lnTo>
                  <a:pt x="14794" y="10706"/>
                </a:lnTo>
                <a:lnTo>
                  <a:pt x="14721" y="10658"/>
                </a:lnTo>
                <a:lnTo>
                  <a:pt x="14624" y="10633"/>
                </a:lnTo>
                <a:lnTo>
                  <a:pt x="14405" y="10560"/>
                </a:lnTo>
                <a:lnTo>
                  <a:pt x="13991" y="10512"/>
                </a:lnTo>
                <a:lnTo>
                  <a:pt x="13772" y="10439"/>
                </a:lnTo>
                <a:lnTo>
                  <a:pt x="13505" y="10366"/>
                </a:lnTo>
                <a:lnTo>
                  <a:pt x="13359" y="10341"/>
                </a:lnTo>
                <a:lnTo>
                  <a:pt x="13213" y="10317"/>
                </a:lnTo>
                <a:lnTo>
                  <a:pt x="13115" y="10341"/>
                </a:lnTo>
                <a:lnTo>
                  <a:pt x="12994" y="10390"/>
                </a:lnTo>
                <a:lnTo>
                  <a:pt x="12994" y="10414"/>
                </a:lnTo>
                <a:lnTo>
                  <a:pt x="13018" y="10536"/>
                </a:lnTo>
                <a:lnTo>
                  <a:pt x="13091" y="10609"/>
                </a:lnTo>
                <a:lnTo>
                  <a:pt x="13188" y="10682"/>
                </a:lnTo>
                <a:lnTo>
                  <a:pt x="13310" y="10731"/>
                </a:lnTo>
                <a:lnTo>
                  <a:pt x="13553" y="10828"/>
                </a:lnTo>
                <a:lnTo>
                  <a:pt x="13772" y="10877"/>
                </a:lnTo>
                <a:lnTo>
                  <a:pt x="14113" y="10998"/>
                </a:lnTo>
                <a:lnTo>
                  <a:pt x="14308" y="11047"/>
                </a:lnTo>
                <a:lnTo>
                  <a:pt x="14502" y="11071"/>
                </a:lnTo>
                <a:lnTo>
                  <a:pt x="14089" y="11509"/>
                </a:lnTo>
                <a:lnTo>
                  <a:pt x="13943" y="11412"/>
                </a:lnTo>
                <a:lnTo>
                  <a:pt x="13772" y="11339"/>
                </a:lnTo>
                <a:lnTo>
                  <a:pt x="13432" y="11242"/>
                </a:lnTo>
                <a:lnTo>
                  <a:pt x="13067" y="11144"/>
                </a:lnTo>
                <a:lnTo>
                  <a:pt x="12702" y="11071"/>
                </a:lnTo>
                <a:lnTo>
                  <a:pt x="12337" y="11047"/>
                </a:lnTo>
                <a:lnTo>
                  <a:pt x="11972" y="11096"/>
                </a:lnTo>
                <a:lnTo>
                  <a:pt x="11947" y="11096"/>
                </a:lnTo>
                <a:lnTo>
                  <a:pt x="11899" y="11120"/>
                </a:lnTo>
                <a:lnTo>
                  <a:pt x="11874" y="11193"/>
                </a:lnTo>
                <a:lnTo>
                  <a:pt x="11850" y="11266"/>
                </a:lnTo>
                <a:lnTo>
                  <a:pt x="11874" y="11290"/>
                </a:lnTo>
                <a:lnTo>
                  <a:pt x="11899" y="11363"/>
                </a:lnTo>
                <a:lnTo>
                  <a:pt x="11972" y="11412"/>
                </a:lnTo>
                <a:lnTo>
                  <a:pt x="12580" y="11509"/>
                </a:lnTo>
                <a:lnTo>
                  <a:pt x="12872" y="11582"/>
                </a:lnTo>
                <a:lnTo>
                  <a:pt x="13164" y="11655"/>
                </a:lnTo>
                <a:lnTo>
                  <a:pt x="13432" y="11753"/>
                </a:lnTo>
                <a:lnTo>
                  <a:pt x="13675" y="11850"/>
                </a:lnTo>
                <a:lnTo>
                  <a:pt x="13359" y="12118"/>
                </a:lnTo>
                <a:lnTo>
                  <a:pt x="13018" y="12337"/>
                </a:lnTo>
                <a:lnTo>
                  <a:pt x="12994" y="12288"/>
                </a:lnTo>
                <a:lnTo>
                  <a:pt x="12945" y="12239"/>
                </a:lnTo>
                <a:lnTo>
                  <a:pt x="12775" y="12166"/>
                </a:lnTo>
                <a:lnTo>
                  <a:pt x="12604" y="12142"/>
                </a:lnTo>
                <a:lnTo>
                  <a:pt x="12410" y="12118"/>
                </a:lnTo>
                <a:lnTo>
                  <a:pt x="12215" y="12069"/>
                </a:lnTo>
                <a:lnTo>
                  <a:pt x="11850" y="11947"/>
                </a:lnTo>
                <a:lnTo>
                  <a:pt x="11558" y="11826"/>
                </a:lnTo>
                <a:lnTo>
                  <a:pt x="11242" y="11704"/>
                </a:lnTo>
                <a:lnTo>
                  <a:pt x="11096" y="11655"/>
                </a:lnTo>
                <a:lnTo>
                  <a:pt x="10950" y="11607"/>
                </a:lnTo>
                <a:lnTo>
                  <a:pt x="10779" y="11582"/>
                </a:lnTo>
                <a:lnTo>
                  <a:pt x="10633" y="11582"/>
                </a:lnTo>
                <a:lnTo>
                  <a:pt x="10609" y="11607"/>
                </a:lnTo>
                <a:lnTo>
                  <a:pt x="10609" y="11655"/>
                </a:lnTo>
                <a:lnTo>
                  <a:pt x="10682" y="11753"/>
                </a:lnTo>
                <a:lnTo>
                  <a:pt x="10804" y="11874"/>
                </a:lnTo>
                <a:lnTo>
                  <a:pt x="10925" y="11947"/>
                </a:lnTo>
                <a:lnTo>
                  <a:pt x="11047" y="12045"/>
                </a:lnTo>
                <a:lnTo>
                  <a:pt x="11315" y="12166"/>
                </a:lnTo>
                <a:lnTo>
                  <a:pt x="11582" y="12288"/>
                </a:lnTo>
                <a:lnTo>
                  <a:pt x="11826" y="12385"/>
                </a:lnTo>
                <a:lnTo>
                  <a:pt x="12093" y="12483"/>
                </a:lnTo>
                <a:lnTo>
                  <a:pt x="12361" y="12556"/>
                </a:lnTo>
                <a:lnTo>
                  <a:pt x="12507" y="12580"/>
                </a:lnTo>
                <a:lnTo>
                  <a:pt x="12629" y="12580"/>
                </a:lnTo>
                <a:lnTo>
                  <a:pt x="12239" y="12799"/>
                </a:lnTo>
                <a:lnTo>
                  <a:pt x="11850" y="12969"/>
                </a:lnTo>
                <a:lnTo>
                  <a:pt x="11801" y="12921"/>
                </a:lnTo>
                <a:lnTo>
                  <a:pt x="11680" y="12823"/>
                </a:lnTo>
                <a:lnTo>
                  <a:pt x="11558" y="12775"/>
                </a:lnTo>
                <a:lnTo>
                  <a:pt x="11266" y="12677"/>
                </a:lnTo>
                <a:lnTo>
                  <a:pt x="10998" y="12604"/>
                </a:lnTo>
                <a:lnTo>
                  <a:pt x="10731" y="12531"/>
                </a:lnTo>
                <a:lnTo>
                  <a:pt x="10585" y="12458"/>
                </a:lnTo>
                <a:lnTo>
                  <a:pt x="10439" y="12385"/>
                </a:lnTo>
                <a:lnTo>
                  <a:pt x="10171" y="12239"/>
                </a:lnTo>
                <a:lnTo>
                  <a:pt x="10025" y="12166"/>
                </a:lnTo>
                <a:lnTo>
                  <a:pt x="9879" y="12118"/>
                </a:lnTo>
                <a:lnTo>
                  <a:pt x="9733" y="12093"/>
                </a:lnTo>
                <a:lnTo>
                  <a:pt x="9563" y="12093"/>
                </a:lnTo>
                <a:lnTo>
                  <a:pt x="9514" y="12118"/>
                </a:lnTo>
                <a:lnTo>
                  <a:pt x="9490" y="12142"/>
                </a:lnTo>
                <a:lnTo>
                  <a:pt x="9490" y="12191"/>
                </a:lnTo>
                <a:lnTo>
                  <a:pt x="9514" y="12215"/>
                </a:lnTo>
                <a:lnTo>
                  <a:pt x="9733" y="12410"/>
                </a:lnTo>
                <a:lnTo>
                  <a:pt x="9952" y="12580"/>
                </a:lnTo>
                <a:lnTo>
                  <a:pt x="10220" y="12750"/>
                </a:lnTo>
                <a:lnTo>
                  <a:pt x="10463" y="12872"/>
                </a:lnTo>
                <a:lnTo>
                  <a:pt x="10682" y="12969"/>
                </a:lnTo>
                <a:lnTo>
                  <a:pt x="10901" y="13042"/>
                </a:lnTo>
                <a:lnTo>
                  <a:pt x="11363" y="13188"/>
                </a:lnTo>
                <a:lnTo>
                  <a:pt x="10852" y="13359"/>
                </a:lnTo>
                <a:lnTo>
                  <a:pt x="10317" y="13505"/>
                </a:lnTo>
                <a:lnTo>
                  <a:pt x="10317" y="13480"/>
                </a:lnTo>
                <a:lnTo>
                  <a:pt x="10366" y="13359"/>
                </a:lnTo>
                <a:lnTo>
                  <a:pt x="10366" y="13310"/>
                </a:lnTo>
                <a:lnTo>
                  <a:pt x="10342" y="13261"/>
                </a:lnTo>
                <a:lnTo>
                  <a:pt x="10293" y="13213"/>
                </a:lnTo>
                <a:lnTo>
                  <a:pt x="10244" y="13164"/>
                </a:lnTo>
                <a:lnTo>
                  <a:pt x="9198" y="12604"/>
                </a:lnTo>
                <a:lnTo>
                  <a:pt x="9028" y="12507"/>
                </a:lnTo>
                <a:lnTo>
                  <a:pt x="8809" y="12410"/>
                </a:lnTo>
                <a:lnTo>
                  <a:pt x="8711" y="12385"/>
                </a:lnTo>
                <a:lnTo>
                  <a:pt x="8590" y="12361"/>
                </a:lnTo>
                <a:lnTo>
                  <a:pt x="8492" y="12385"/>
                </a:lnTo>
                <a:lnTo>
                  <a:pt x="8419" y="12434"/>
                </a:lnTo>
                <a:lnTo>
                  <a:pt x="8419" y="12458"/>
                </a:lnTo>
                <a:lnTo>
                  <a:pt x="8444" y="12556"/>
                </a:lnTo>
                <a:lnTo>
                  <a:pt x="8517" y="12629"/>
                </a:lnTo>
                <a:lnTo>
                  <a:pt x="8687" y="12799"/>
                </a:lnTo>
                <a:lnTo>
                  <a:pt x="9028" y="13042"/>
                </a:lnTo>
                <a:lnTo>
                  <a:pt x="9490" y="13334"/>
                </a:lnTo>
                <a:lnTo>
                  <a:pt x="9733" y="13456"/>
                </a:lnTo>
                <a:lnTo>
                  <a:pt x="10001" y="13553"/>
                </a:lnTo>
                <a:lnTo>
                  <a:pt x="9539" y="13651"/>
                </a:lnTo>
                <a:lnTo>
                  <a:pt x="9076" y="13699"/>
                </a:lnTo>
                <a:lnTo>
                  <a:pt x="9052" y="13651"/>
                </a:lnTo>
                <a:lnTo>
                  <a:pt x="8857" y="13480"/>
                </a:lnTo>
                <a:lnTo>
                  <a:pt x="8638" y="13334"/>
                </a:lnTo>
                <a:lnTo>
                  <a:pt x="8176" y="13067"/>
                </a:lnTo>
                <a:lnTo>
                  <a:pt x="7762" y="12799"/>
                </a:lnTo>
                <a:lnTo>
                  <a:pt x="7568" y="12677"/>
                </a:lnTo>
                <a:lnTo>
                  <a:pt x="7349" y="12604"/>
                </a:lnTo>
                <a:lnTo>
                  <a:pt x="7300" y="12604"/>
                </a:lnTo>
                <a:lnTo>
                  <a:pt x="7276" y="12653"/>
                </a:lnTo>
                <a:lnTo>
                  <a:pt x="7276" y="12775"/>
                </a:lnTo>
                <a:lnTo>
                  <a:pt x="7300" y="12872"/>
                </a:lnTo>
                <a:lnTo>
                  <a:pt x="7373" y="12969"/>
                </a:lnTo>
                <a:lnTo>
                  <a:pt x="7446" y="13042"/>
                </a:lnTo>
                <a:lnTo>
                  <a:pt x="7616" y="13213"/>
                </a:lnTo>
                <a:lnTo>
                  <a:pt x="7787" y="13334"/>
                </a:lnTo>
                <a:lnTo>
                  <a:pt x="8103" y="13553"/>
                </a:lnTo>
                <a:lnTo>
                  <a:pt x="8444" y="13748"/>
                </a:lnTo>
                <a:lnTo>
                  <a:pt x="8346" y="13748"/>
                </a:lnTo>
                <a:lnTo>
                  <a:pt x="7835" y="13772"/>
                </a:lnTo>
                <a:lnTo>
                  <a:pt x="7349" y="13724"/>
                </a:lnTo>
                <a:lnTo>
                  <a:pt x="7373" y="13699"/>
                </a:lnTo>
                <a:lnTo>
                  <a:pt x="7397" y="13651"/>
                </a:lnTo>
                <a:lnTo>
                  <a:pt x="7422" y="13578"/>
                </a:lnTo>
                <a:lnTo>
                  <a:pt x="7397" y="13529"/>
                </a:lnTo>
                <a:lnTo>
                  <a:pt x="7373" y="13456"/>
                </a:lnTo>
                <a:lnTo>
                  <a:pt x="7324" y="13383"/>
                </a:lnTo>
                <a:lnTo>
                  <a:pt x="7203" y="13286"/>
                </a:lnTo>
                <a:lnTo>
                  <a:pt x="6911" y="13091"/>
                </a:lnTo>
                <a:lnTo>
                  <a:pt x="6643" y="12872"/>
                </a:lnTo>
                <a:lnTo>
                  <a:pt x="6521" y="12799"/>
                </a:lnTo>
                <a:lnTo>
                  <a:pt x="6448" y="12750"/>
                </a:lnTo>
                <a:lnTo>
                  <a:pt x="6424" y="12702"/>
                </a:lnTo>
                <a:lnTo>
                  <a:pt x="6424" y="12677"/>
                </a:lnTo>
                <a:lnTo>
                  <a:pt x="6400" y="12677"/>
                </a:lnTo>
                <a:lnTo>
                  <a:pt x="6375" y="12702"/>
                </a:lnTo>
                <a:lnTo>
                  <a:pt x="6351" y="12775"/>
                </a:lnTo>
                <a:lnTo>
                  <a:pt x="6327" y="12823"/>
                </a:lnTo>
                <a:lnTo>
                  <a:pt x="6351" y="12969"/>
                </a:lnTo>
                <a:lnTo>
                  <a:pt x="6400" y="13042"/>
                </a:lnTo>
                <a:lnTo>
                  <a:pt x="6448" y="13140"/>
                </a:lnTo>
                <a:lnTo>
                  <a:pt x="6570" y="13286"/>
                </a:lnTo>
                <a:lnTo>
                  <a:pt x="6716" y="13432"/>
                </a:lnTo>
                <a:lnTo>
                  <a:pt x="6862" y="13553"/>
                </a:lnTo>
                <a:lnTo>
                  <a:pt x="7032" y="13675"/>
                </a:lnTo>
                <a:lnTo>
                  <a:pt x="7032" y="13675"/>
                </a:lnTo>
                <a:lnTo>
                  <a:pt x="6619" y="13578"/>
                </a:lnTo>
                <a:lnTo>
                  <a:pt x="6229" y="13456"/>
                </a:lnTo>
                <a:lnTo>
                  <a:pt x="5864" y="13334"/>
                </a:lnTo>
                <a:lnTo>
                  <a:pt x="5670" y="13286"/>
                </a:lnTo>
                <a:lnTo>
                  <a:pt x="5475" y="13261"/>
                </a:lnTo>
                <a:lnTo>
                  <a:pt x="5280" y="13237"/>
                </a:lnTo>
                <a:lnTo>
                  <a:pt x="5086" y="13261"/>
                </a:lnTo>
                <a:lnTo>
                  <a:pt x="4988" y="13286"/>
                </a:lnTo>
                <a:lnTo>
                  <a:pt x="4915" y="13334"/>
                </a:lnTo>
                <a:lnTo>
                  <a:pt x="4842" y="13407"/>
                </a:lnTo>
                <a:lnTo>
                  <a:pt x="4818" y="13505"/>
                </a:lnTo>
                <a:lnTo>
                  <a:pt x="4672" y="13651"/>
                </a:lnTo>
                <a:lnTo>
                  <a:pt x="4502" y="13797"/>
                </a:lnTo>
                <a:lnTo>
                  <a:pt x="4331" y="13943"/>
                </a:lnTo>
                <a:lnTo>
                  <a:pt x="4161" y="14064"/>
                </a:lnTo>
                <a:lnTo>
                  <a:pt x="3869" y="14259"/>
                </a:lnTo>
                <a:lnTo>
                  <a:pt x="3553" y="14405"/>
                </a:lnTo>
                <a:lnTo>
                  <a:pt x="3212" y="14551"/>
                </a:lnTo>
                <a:lnTo>
                  <a:pt x="2896" y="14648"/>
                </a:lnTo>
                <a:lnTo>
                  <a:pt x="2555" y="14745"/>
                </a:lnTo>
                <a:lnTo>
                  <a:pt x="2190" y="14818"/>
                </a:lnTo>
                <a:lnTo>
                  <a:pt x="1825" y="14867"/>
                </a:lnTo>
                <a:lnTo>
                  <a:pt x="1485" y="14891"/>
                </a:lnTo>
                <a:lnTo>
                  <a:pt x="1314" y="14891"/>
                </a:lnTo>
                <a:lnTo>
                  <a:pt x="1144" y="14867"/>
                </a:lnTo>
                <a:lnTo>
                  <a:pt x="1436" y="14672"/>
                </a:lnTo>
                <a:lnTo>
                  <a:pt x="1728" y="14453"/>
                </a:lnTo>
                <a:lnTo>
                  <a:pt x="1996" y="14210"/>
                </a:lnTo>
                <a:lnTo>
                  <a:pt x="2239" y="13991"/>
                </a:lnTo>
                <a:lnTo>
                  <a:pt x="2604" y="13626"/>
                </a:lnTo>
                <a:lnTo>
                  <a:pt x="2774" y="13432"/>
                </a:lnTo>
                <a:lnTo>
                  <a:pt x="2944" y="13188"/>
                </a:lnTo>
                <a:lnTo>
                  <a:pt x="3066" y="12945"/>
                </a:lnTo>
                <a:lnTo>
                  <a:pt x="3163" y="12702"/>
                </a:lnTo>
                <a:lnTo>
                  <a:pt x="3212" y="12458"/>
                </a:lnTo>
                <a:lnTo>
                  <a:pt x="3212" y="12337"/>
                </a:lnTo>
                <a:lnTo>
                  <a:pt x="3212" y="12215"/>
                </a:lnTo>
                <a:lnTo>
                  <a:pt x="3236" y="12118"/>
                </a:lnTo>
                <a:lnTo>
                  <a:pt x="3212" y="12045"/>
                </a:lnTo>
                <a:lnTo>
                  <a:pt x="3188" y="11972"/>
                </a:lnTo>
                <a:lnTo>
                  <a:pt x="3115" y="11923"/>
                </a:lnTo>
                <a:lnTo>
                  <a:pt x="2920" y="11826"/>
                </a:lnTo>
                <a:lnTo>
                  <a:pt x="2750" y="11704"/>
                </a:lnTo>
                <a:lnTo>
                  <a:pt x="2409" y="11461"/>
                </a:lnTo>
                <a:lnTo>
                  <a:pt x="2117" y="11169"/>
                </a:lnTo>
                <a:lnTo>
                  <a:pt x="1850" y="10852"/>
                </a:lnTo>
                <a:lnTo>
                  <a:pt x="1631" y="10512"/>
                </a:lnTo>
                <a:lnTo>
                  <a:pt x="1412" y="10147"/>
                </a:lnTo>
                <a:lnTo>
                  <a:pt x="1241" y="9757"/>
                </a:lnTo>
                <a:lnTo>
                  <a:pt x="1095" y="9368"/>
                </a:lnTo>
                <a:lnTo>
                  <a:pt x="949" y="8979"/>
                </a:lnTo>
                <a:lnTo>
                  <a:pt x="828" y="8565"/>
                </a:lnTo>
                <a:lnTo>
                  <a:pt x="755" y="8127"/>
                </a:lnTo>
                <a:lnTo>
                  <a:pt x="682" y="7689"/>
                </a:lnTo>
                <a:lnTo>
                  <a:pt x="657" y="7251"/>
                </a:lnTo>
                <a:lnTo>
                  <a:pt x="657" y="6837"/>
                </a:lnTo>
                <a:lnTo>
                  <a:pt x="706" y="6399"/>
                </a:lnTo>
                <a:lnTo>
                  <a:pt x="803" y="5986"/>
                </a:lnTo>
                <a:lnTo>
                  <a:pt x="925" y="5548"/>
                </a:lnTo>
                <a:lnTo>
                  <a:pt x="1120" y="5110"/>
                </a:lnTo>
                <a:lnTo>
                  <a:pt x="1339" y="4696"/>
                </a:lnTo>
                <a:lnTo>
                  <a:pt x="1606" y="4307"/>
                </a:lnTo>
                <a:lnTo>
                  <a:pt x="1898" y="3869"/>
                </a:lnTo>
                <a:lnTo>
                  <a:pt x="2166" y="3431"/>
                </a:lnTo>
                <a:lnTo>
                  <a:pt x="2434" y="3017"/>
                </a:lnTo>
                <a:lnTo>
                  <a:pt x="2604" y="2823"/>
                </a:lnTo>
                <a:lnTo>
                  <a:pt x="2774" y="2628"/>
                </a:lnTo>
                <a:lnTo>
                  <a:pt x="3115" y="2336"/>
                </a:lnTo>
                <a:lnTo>
                  <a:pt x="3431" y="2068"/>
                </a:lnTo>
                <a:lnTo>
                  <a:pt x="3772" y="1825"/>
                </a:lnTo>
                <a:lnTo>
                  <a:pt x="4137" y="1582"/>
                </a:lnTo>
                <a:lnTo>
                  <a:pt x="4502" y="1387"/>
                </a:lnTo>
                <a:lnTo>
                  <a:pt x="4867" y="1192"/>
                </a:lnTo>
                <a:lnTo>
                  <a:pt x="5256" y="1046"/>
                </a:lnTo>
                <a:lnTo>
                  <a:pt x="5670" y="900"/>
                </a:lnTo>
                <a:lnTo>
                  <a:pt x="6083" y="803"/>
                </a:lnTo>
                <a:lnTo>
                  <a:pt x="6497" y="706"/>
                </a:lnTo>
                <a:lnTo>
                  <a:pt x="6935" y="633"/>
                </a:lnTo>
                <a:lnTo>
                  <a:pt x="7373" y="584"/>
                </a:lnTo>
                <a:lnTo>
                  <a:pt x="7811" y="535"/>
                </a:lnTo>
                <a:lnTo>
                  <a:pt x="8249" y="511"/>
                </a:lnTo>
                <a:close/>
                <a:moveTo>
                  <a:pt x="8444" y="0"/>
                </a:moveTo>
                <a:lnTo>
                  <a:pt x="7641" y="24"/>
                </a:lnTo>
                <a:lnTo>
                  <a:pt x="6838" y="122"/>
                </a:lnTo>
                <a:lnTo>
                  <a:pt x="6351" y="195"/>
                </a:lnTo>
                <a:lnTo>
                  <a:pt x="5889" y="292"/>
                </a:lnTo>
                <a:lnTo>
                  <a:pt x="5426" y="414"/>
                </a:lnTo>
                <a:lnTo>
                  <a:pt x="4964" y="560"/>
                </a:lnTo>
                <a:lnTo>
                  <a:pt x="4502" y="730"/>
                </a:lnTo>
                <a:lnTo>
                  <a:pt x="4088" y="949"/>
                </a:lnTo>
                <a:lnTo>
                  <a:pt x="3674" y="1217"/>
                </a:lnTo>
                <a:lnTo>
                  <a:pt x="3285" y="1509"/>
                </a:lnTo>
                <a:lnTo>
                  <a:pt x="2823" y="1922"/>
                </a:lnTo>
                <a:lnTo>
                  <a:pt x="2385" y="2312"/>
                </a:lnTo>
                <a:lnTo>
                  <a:pt x="2166" y="2531"/>
                </a:lnTo>
                <a:lnTo>
                  <a:pt x="1947" y="2725"/>
                </a:lnTo>
                <a:lnTo>
                  <a:pt x="1752" y="2969"/>
                </a:lnTo>
                <a:lnTo>
                  <a:pt x="1582" y="3212"/>
                </a:lnTo>
                <a:lnTo>
                  <a:pt x="1266" y="3723"/>
                </a:lnTo>
                <a:lnTo>
                  <a:pt x="974" y="4283"/>
                </a:lnTo>
                <a:lnTo>
                  <a:pt x="682" y="4842"/>
                </a:lnTo>
                <a:lnTo>
                  <a:pt x="438" y="5402"/>
                </a:lnTo>
                <a:lnTo>
                  <a:pt x="341" y="5645"/>
                </a:lnTo>
                <a:lnTo>
                  <a:pt x="268" y="5889"/>
                </a:lnTo>
                <a:lnTo>
                  <a:pt x="195" y="6132"/>
                </a:lnTo>
                <a:lnTo>
                  <a:pt x="146" y="6375"/>
                </a:lnTo>
                <a:lnTo>
                  <a:pt x="122" y="6886"/>
                </a:lnTo>
                <a:lnTo>
                  <a:pt x="122" y="7397"/>
                </a:lnTo>
                <a:lnTo>
                  <a:pt x="171" y="7908"/>
                </a:lnTo>
                <a:lnTo>
                  <a:pt x="268" y="8419"/>
                </a:lnTo>
                <a:lnTo>
                  <a:pt x="390" y="8906"/>
                </a:lnTo>
                <a:lnTo>
                  <a:pt x="536" y="9392"/>
                </a:lnTo>
                <a:lnTo>
                  <a:pt x="682" y="9830"/>
                </a:lnTo>
                <a:lnTo>
                  <a:pt x="876" y="10244"/>
                </a:lnTo>
                <a:lnTo>
                  <a:pt x="1095" y="10658"/>
                </a:lnTo>
                <a:lnTo>
                  <a:pt x="1339" y="11047"/>
                </a:lnTo>
                <a:lnTo>
                  <a:pt x="1631" y="11412"/>
                </a:lnTo>
                <a:lnTo>
                  <a:pt x="1947" y="11728"/>
                </a:lnTo>
                <a:lnTo>
                  <a:pt x="2117" y="11874"/>
                </a:lnTo>
                <a:lnTo>
                  <a:pt x="2312" y="12020"/>
                </a:lnTo>
                <a:lnTo>
                  <a:pt x="2507" y="12142"/>
                </a:lnTo>
                <a:lnTo>
                  <a:pt x="2701" y="12239"/>
                </a:lnTo>
                <a:lnTo>
                  <a:pt x="2677" y="12458"/>
                </a:lnTo>
                <a:lnTo>
                  <a:pt x="2604" y="12653"/>
                </a:lnTo>
                <a:lnTo>
                  <a:pt x="2482" y="12848"/>
                </a:lnTo>
                <a:lnTo>
                  <a:pt x="2361" y="13042"/>
                </a:lnTo>
                <a:lnTo>
                  <a:pt x="2215" y="13213"/>
                </a:lnTo>
                <a:lnTo>
                  <a:pt x="2069" y="13359"/>
                </a:lnTo>
                <a:lnTo>
                  <a:pt x="1752" y="13675"/>
                </a:lnTo>
                <a:lnTo>
                  <a:pt x="1412" y="13967"/>
                </a:lnTo>
                <a:lnTo>
                  <a:pt x="1047" y="14259"/>
                </a:lnTo>
                <a:lnTo>
                  <a:pt x="828" y="14381"/>
                </a:lnTo>
                <a:lnTo>
                  <a:pt x="633" y="14478"/>
                </a:lnTo>
                <a:lnTo>
                  <a:pt x="414" y="14575"/>
                </a:lnTo>
                <a:lnTo>
                  <a:pt x="195" y="14648"/>
                </a:lnTo>
                <a:lnTo>
                  <a:pt x="98" y="14697"/>
                </a:lnTo>
                <a:lnTo>
                  <a:pt x="25" y="14794"/>
                </a:lnTo>
                <a:lnTo>
                  <a:pt x="0" y="14891"/>
                </a:lnTo>
                <a:lnTo>
                  <a:pt x="25" y="14989"/>
                </a:lnTo>
                <a:lnTo>
                  <a:pt x="49" y="15086"/>
                </a:lnTo>
                <a:lnTo>
                  <a:pt x="146" y="15159"/>
                </a:lnTo>
                <a:lnTo>
                  <a:pt x="244" y="15208"/>
                </a:lnTo>
                <a:lnTo>
                  <a:pt x="365" y="15208"/>
                </a:lnTo>
                <a:lnTo>
                  <a:pt x="414" y="15183"/>
                </a:lnTo>
                <a:lnTo>
                  <a:pt x="560" y="15256"/>
                </a:lnTo>
                <a:lnTo>
                  <a:pt x="682" y="15305"/>
                </a:lnTo>
                <a:lnTo>
                  <a:pt x="998" y="15378"/>
                </a:lnTo>
                <a:lnTo>
                  <a:pt x="1314" y="15402"/>
                </a:lnTo>
                <a:lnTo>
                  <a:pt x="1679" y="15402"/>
                </a:lnTo>
                <a:lnTo>
                  <a:pt x="2020" y="15354"/>
                </a:lnTo>
                <a:lnTo>
                  <a:pt x="2336" y="15305"/>
                </a:lnTo>
                <a:lnTo>
                  <a:pt x="2896" y="15183"/>
                </a:lnTo>
                <a:lnTo>
                  <a:pt x="3261" y="15062"/>
                </a:lnTo>
                <a:lnTo>
                  <a:pt x="3626" y="14916"/>
                </a:lnTo>
                <a:lnTo>
                  <a:pt x="3991" y="14770"/>
                </a:lnTo>
                <a:lnTo>
                  <a:pt x="4331" y="14575"/>
                </a:lnTo>
                <a:lnTo>
                  <a:pt x="4575" y="14429"/>
                </a:lnTo>
                <a:lnTo>
                  <a:pt x="4818" y="14259"/>
                </a:lnTo>
                <a:lnTo>
                  <a:pt x="5037" y="14040"/>
                </a:lnTo>
                <a:lnTo>
                  <a:pt x="5134" y="13918"/>
                </a:lnTo>
                <a:lnTo>
                  <a:pt x="5207" y="13797"/>
                </a:lnTo>
                <a:lnTo>
                  <a:pt x="5426" y="13821"/>
                </a:lnTo>
                <a:lnTo>
                  <a:pt x="5645" y="13845"/>
                </a:lnTo>
                <a:lnTo>
                  <a:pt x="6059" y="13967"/>
                </a:lnTo>
                <a:lnTo>
                  <a:pt x="6497" y="14113"/>
                </a:lnTo>
                <a:lnTo>
                  <a:pt x="6692" y="14186"/>
                </a:lnTo>
                <a:lnTo>
                  <a:pt x="6911" y="14235"/>
                </a:lnTo>
                <a:lnTo>
                  <a:pt x="7178" y="14283"/>
                </a:lnTo>
                <a:lnTo>
                  <a:pt x="7446" y="14308"/>
                </a:lnTo>
                <a:lnTo>
                  <a:pt x="7981" y="14332"/>
                </a:lnTo>
                <a:lnTo>
                  <a:pt x="8517" y="14308"/>
                </a:lnTo>
                <a:lnTo>
                  <a:pt x="9052" y="14259"/>
                </a:lnTo>
                <a:lnTo>
                  <a:pt x="9490" y="14210"/>
                </a:lnTo>
                <a:lnTo>
                  <a:pt x="9952" y="14137"/>
                </a:lnTo>
                <a:lnTo>
                  <a:pt x="10390" y="14040"/>
                </a:lnTo>
                <a:lnTo>
                  <a:pt x="10828" y="13918"/>
                </a:lnTo>
                <a:lnTo>
                  <a:pt x="11266" y="13797"/>
                </a:lnTo>
                <a:lnTo>
                  <a:pt x="11680" y="13651"/>
                </a:lnTo>
                <a:lnTo>
                  <a:pt x="12093" y="13480"/>
                </a:lnTo>
                <a:lnTo>
                  <a:pt x="12507" y="13286"/>
                </a:lnTo>
                <a:lnTo>
                  <a:pt x="12921" y="13067"/>
                </a:lnTo>
                <a:lnTo>
                  <a:pt x="13310" y="12823"/>
                </a:lnTo>
                <a:lnTo>
                  <a:pt x="13699" y="12556"/>
                </a:lnTo>
                <a:lnTo>
                  <a:pt x="14089" y="12264"/>
                </a:lnTo>
                <a:lnTo>
                  <a:pt x="14429" y="11947"/>
                </a:lnTo>
                <a:lnTo>
                  <a:pt x="14770" y="11607"/>
                </a:lnTo>
                <a:lnTo>
                  <a:pt x="15111" y="11266"/>
                </a:lnTo>
                <a:lnTo>
                  <a:pt x="15403" y="10901"/>
                </a:lnTo>
                <a:lnTo>
                  <a:pt x="15670" y="10512"/>
                </a:lnTo>
                <a:lnTo>
                  <a:pt x="15914" y="10098"/>
                </a:lnTo>
                <a:lnTo>
                  <a:pt x="16133" y="9684"/>
                </a:lnTo>
                <a:lnTo>
                  <a:pt x="16327" y="9246"/>
                </a:lnTo>
                <a:lnTo>
                  <a:pt x="16473" y="8808"/>
                </a:lnTo>
                <a:lnTo>
                  <a:pt x="16595" y="8346"/>
                </a:lnTo>
                <a:lnTo>
                  <a:pt x="16668" y="7884"/>
                </a:lnTo>
                <a:lnTo>
                  <a:pt x="16717" y="7421"/>
                </a:lnTo>
                <a:lnTo>
                  <a:pt x="16717" y="7178"/>
                </a:lnTo>
                <a:lnTo>
                  <a:pt x="16692" y="6959"/>
                </a:lnTo>
                <a:lnTo>
                  <a:pt x="16595" y="6497"/>
                </a:lnTo>
                <a:lnTo>
                  <a:pt x="16473" y="6035"/>
                </a:lnTo>
                <a:lnTo>
                  <a:pt x="16352" y="5597"/>
                </a:lnTo>
                <a:lnTo>
                  <a:pt x="16206" y="5134"/>
                </a:lnTo>
                <a:lnTo>
                  <a:pt x="16084" y="4672"/>
                </a:lnTo>
                <a:lnTo>
                  <a:pt x="15962" y="4210"/>
                </a:lnTo>
                <a:lnTo>
                  <a:pt x="15792" y="3772"/>
                </a:lnTo>
                <a:lnTo>
                  <a:pt x="15597" y="3358"/>
                </a:lnTo>
                <a:lnTo>
                  <a:pt x="15354" y="2993"/>
                </a:lnTo>
                <a:lnTo>
                  <a:pt x="15062" y="2652"/>
                </a:lnTo>
                <a:lnTo>
                  <a:pt x="14770" y="2336"/>
                </a:lnTo>
                <a:lnTo>
                  <a:pt x="14429" y="2044"/>
                </a:lnTo>
                <a:lnTo>
                  <a:pt x="14089" y="1776"/>
                </a:lnTo>
                <a:lnTo>
                  <a:pt x="13724" y="1509"/>
                </a:lnTo>
                <a:lnTo>
                  <a:pt x="13334" y="1265"/>
                </a:lnTo>
                <a:lnTo>
                  <a:pt x="12969" y="1046"/>
                </a:lnTo>
                <a:lnTo>
                  <a:pt x="12580" y="827"/>
                </a:lnTo>
                <a:lnTo>
                  <a:pt x="12166" y="633"/>
                </a:lnTo>
                <a:lnTo>
                  <a:pt x="11777" y="487"/>
                </a:lnTo>
                <a:lnTo>
                  <a:pt x="11363" y="341"/>
                </a:lnTo>
                <a:lnTo>
                  <a:pt x="10950" y="219"/>
                </a:lnTo>
                <a:lnTo>
                  <a:pt x="10512" y="146"/>
                </a:lnTo>
                <a:lnTo>
                  <a:pt x="10074" y="73"/>
                </a:lnTo>
                <a:lnTo>
                  <a:pt x="9271" y="0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32"/>
          <p:cNvSpPr txBox="1"/>
          <p:nvPr/>
        </p:nvSpPr>
        <p:spPr>
          <a:xfrm>
            <a:off x="3753638" y="1443600"/>
            <a:ext cx="2940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Gloria Hallelujah"/>
                <a:ea typeface="Gloria Hallelujah"/>
                <a:cs typeface="Gloria Hallelujah"/>
                <a:sym typeface="Gloria Hallelujah"/>
              </a:rPr>
              <a:t>?</a:t>
            </a:r>
            <a:endParaRPr sz="1800">
              <a:latin typeface="Gloria Hallelujah"/>
              <a:ea typeface="Gloria Hallelujah"/>
              <a:cs typeface="Gloria Hallelujah"/>
              <a:sym typeface="Gloria Hallelujah"/>
            </a:endParaRPr>
          </a:p>
        </p:txBody>
      </p:sp>
      <p:sp>
        <p:nvSpPr>
          <p:cNvPr id="749" name="Google Shape;749;p32"/>
          <p:cNvSpPr/>
          <p:nvPr/>
        </p:nvSpPr>
        <p:spPr>
          <a:xfrm>
            <a:off x="5247150" y="1390100"/>
            <a:ext cx="427621" cy="393585"/>
          </a:xfrm>
          <a:custGeom>
            <a:rect b="b" l="l" r="r" t="t"/>
            <a:pathLst>
              <a:path extrusionOk="0" h="15403" w="16717">
                <a:moveTo>
                  <a:pt x="9149" y="511"/>
                </a:moveTo>
                <a:lnTo>
                  <a:pt x="9587" y="560"/>
                </a:lnTo>
                <a:lnTo>
                  <a:pt x="10025" y="608"/>
                </a:lnTo>
                <a:lnTo>
                  <a:pt x="10439" y="681"/>
                </a:lnTo>
                <a:lnTo>
                  <a:pt x="10877" y="779"/>
                </a:lnTo>
                <a:lnTo>
                  <a:pt x="11290" y="900"/>
                </a:lnTo>
                <a:lnTo>
                  <a:pt x="11704" y="1046"/>
                </a:lnTo>
                <a:lnTo>
                  <a:pt x="12093" y="1217"/>
                </a:lnTo>
                <a:lnTo>
                  <a:pt x="12483" y="1411"/>
                </a:lnTo>
                <a:lnTo>
                  <a:pt x="12994" y="1703"/>
                </a:lnTo>
                <a:lnTo>
                  <a:pt x="13505" y="2020"/>
                </a:lnTo>
                <a:lnTo>
                  <a:pt x="13967" y="2360"/>
                </a:lnTo>
                <a:lnTo>
                  <a:pt x="14210" y="2555"/>
                </a:lnTo>
                <a:lnTo>
                  <a:pt x="14405" y="2750"/>
                </a:lnTo>
                <a:lnTo>
                  <a:pt x="14332" y="2871"/>
                </a:lnTo>
                <a:lnTo>
                  <a:pt x="14308" y="3017"/>
                </a:lnTo>
                <a:lnTo>
                  <a:pt x="14308" y="3066"/>
                </a:lnTo>
                <a:lnTo>
                  <a:pt x="14332" y="3090"/>
                </a:lnTo>
                <a:lnTo>
                  <a:pt x="14405" y="3139"/>
                </a:lnTo>
                <a:lnTo>
                  <a:pt x="14478" y="3139"/>
                </a:lnTo>
                <a:lnTo>
                  <a:pt x="14551" y="3090"/>
                </a:lnTo>
                <a:lnTo>
                  <a:pt x="14624" y="2993"/>
                </a:lnTo>
                <a:lnTo>
                  <a:pt x="14867" y="3285"/>
                </a:lnTo>
                <a:lnTo>
                  <a:pt x="14770" y="3358"/>
                </a:lnTo>
                <a:lnTo>
                  <a:pt x="14697" y="3431"/>
                </a:lnTo>
                <a:lnTo>
                  <a:pt x="14600" y="3601"/>
                </a:lnTo>
                <a:lnTo>
                  <a:pt x="14575" y="3674"/>
                </a:lnTo>
                <a:lnTo>
                  <a:pt x="14575" y="3723"/>
                </a:lnTo>
                <a:lnTo>
                  <a:pt x="14575" y="3772"/>
                </a:lnTo>
                <a:lnTo>
                  <a:pt x="14600" y="3796"/>
                </a:lnTo>
                <a:lnTo>
                  <a:pt x="14648" y="3796"/>
                </a:lnTo>
                <a:lnTo>
                  <a:pt x="14721" y="3772"/>
                </a:lnTo>
                <a:lnTo>
                  <a:pt x="14867" y="3699"/>
                </a:lnTo>
                <a:lnTo>
                  <a:pt x="15086" y="3601"/>
                </a:lnTo>
                <a:lnTo>
                  <a:pt x="15208" y="3820"/>
                </a:lnTo>
                <a:lnTo>
                  <a:pt x="15305" y="4064"/>
                </a:lnTo>
                <a:lnTo>
                  <a:pt x="15111" y="4137"/>
                </a:lnTo>
                <a:lnTo>
                  <a:pt x="15013" y="4185"/>
                </a:lnTo>
                <a:lnTo>
                  <a:pt x="14916" y="4234"/>
                </a:lnTo>
                <a:lnTo>
                  <a:pt x="14892" y="4307"/>
                </a:lnTo>
                <a:lnTo>
                  <a:pt x="14892" y="4380"/>
                </a:lnTo>
                <a:lnTo>
                  <a:pt x="14940" y="4429"/>
                </a:lnTo>
                <a:lnTo>
                  <a:pt x="15013" y="4453"/>
                </a:lnTo>
                <a:lnTo>
                  <a:pt x="15135" y="4453"/>
                </a:lnTo>
                <a:lnTo>
                  <a:pt x="15232" y="4429"/>
                </a:lnTo>
                <a:lnTo>
                  <a:pt x="15427" y="4380"/>
                </a:lnTo>
                <a:lnTo>
                  <a:pt x="15573" y="4915"/>
                </a:lnTo>
                <a:lnTo>
                  <a:pt x="15403" y="4964"/>
                </a:lnTo>
                <a:lnTo>
                  <a:pt x="15232" y="5061"/>
                </a:lnTo>
                <a:lnTo>
                  <a:pt x="15086" y="5183"/>
                </a:lnTo>
                <a:lnTo>
                  <a:pt x="15038" y="5256"/>
                </a:lnTo>
                <a:lnTo>
                  <a:pt x="15013" y="5329"/>
                </a:lnTo>
                <a:lnTo>
                  <a:pt x="15013" y="5378"/>
                </a:lnTo>
                <a:lnTo>
                  <a:pt x="15038" y="5402"/>
                </a:lnTo>
                <a:lnTo>
                  <a:pt x="15062" y="5426"/>
                </a:lnTo>
                <a:lnTo>
                  <a:pt x="15111" y="5451"/>
                </a:lnTo>
                <a:lnTo>
                  <a:pt x="15208" y="5451"/>
                </a:lnTo>
                <a:lnTo>
                  <a:pt x="15305" y="5426"/>
                </a:lnTo>
                <a:lnTo>
                  <a:pt x="15476" y="5353"/>
                </a:lnTo>
                <a:lnTo>
                  <a:pt x="15695" y="5305"/>
                </a:lnTo>
                <a:lnTo>
                  <a:pt x="15792" y="5743"/>
                </a:lnTo>
                <a:lnTo>
                  <a:pt x="15622" y="5816"/>
                </a:lnTo>
                <a:lnTo>
                  <a:pt x="15451" y="5864"/>
                </a:lnTo>
                <a:lnTo>
                  <a:pt x="15305" y="5937"/>
                </a:lnTo>
                <a:lnTo>
                  <a:pt x="15159" y="6035"/>
                </a:lnTo>
                <a:lnTo>
                  <a:pt x="15013" y="6132"/>
                </a:lnTo>
                <a:lnTo>
                  <a:pt x="15013" y="6181"/>
                </a:lnTo>
                <a:lnTo>
                  <a:pt x="15013" y="6205"/>
                </a:lnTo>
                <a:lnTo>
                  <a:pt x="15038" y="6229"/>
                </a:lnTo>
                <a:lnTo>
                  <a:pt x="15403" y="6229"/>
                </a:lnTo>
                <a:lnTo>
                  <a:pt x="15719" y="6181"/>
                </a:lnTo>
                <a:lnTo>
                  <a:pt x="15914" y="6156"/>
                </a:lnTo>
                <a:lnTo>
                  <a:pt x="16035" y="6594"/>
                </a:lnTo>
                <a:lnTo>
                  <a:pt x="15768" y="6691"/>
                </a:lnTo>
                <a:lnTo>
                  <a:pt x="15549" y="6764"/>
                </a:lnTo>
                <a:lnTo>
                  <a:pt x="15184" y="6910"/>
                </a:lnTo>
                <a:lnTo>
                  <a:pt x="15135" y="6935"/>
                </a:lnTo>
                <a:lnTo>
                  <a:pt x="15062" y="6983"/>
                </a:lnTo>
                <a:lnTo>
                  <a:pt x="15038" y="7032"/>
                </a:lnTo>
                <a:lnTo>
                  <a:pt x="15013" y="7081"/>
                </a:lnTo>
                <a:lnTo>
                  <a:pt x="15038" y="7056"/>
                </a:lnTo>
                <a:lnTo>
                  <a:pt x="15013" y="7105"/>
                </a:lnTo>
                <a:lnTo>
                  <a:pt x="15013" y="7129"/>
                </a:lnTo>
                <a:lnTo>
                  <a:pt x="15038" y="7154"/>
                </a:lnTo>
                <a:lnTo>
                  <a:pt x="15086" y="7202"/>
                </a:lnTo>
                <a:lnTo>
                  <a:pt x="15208" y="7227"/>
                </a:lnTo>
                <a:lnTo>
                  <a:pt x="15403" y="7227"/>
                </a:lnTo>
                <a:lnTo>
                  <a:pt x="15622" y="7178"/>
                </a:lnTo>
                <a:lnTo>
                  <a:pt x="15841" y="7129"/>
                </a:lnTo>
                <a:lnTo>
                  <a:pt x="16108" y="7056"/>
                </a:lnTo>
                <a:lnTo>
                  <a:pt x="16108" y="7397"/>
                </a:lnTo>
                <a:lnTo>
                  <a:pt x="16108" y="7713"/>
                </a:lnTo>
                <a:lnTo>
                  <a:pt x="16035" y="7713"/>
                </a:lnTo>
                <a:lnTo>
                  <a:pt x="15670" y="7762"/>
                </a:lnTo>
                <a:lnTo>
                  <a:pt x="15330" y="7786"/>
                </a:lnTo>
                <a:lnTo>
                  <a:pt x="14965" y="7835"/>
                </a:lnTo>
                <a:lnTo>
                  <a:pt x="14600" y="7932"/>
                </a:lnTo>
                <a:lnTo>
                  <a:pt x="14575" y="7957"/>
                </a:lnTo>
                <a:lnTo>
                  <a:pt x="14575" y="7981"/>
                </a:lnTo>
                <a:lnTo>
                  <a:pt x="14575" y="8005"/>
                </a:lnTo>
                <a:lnTo>
                  <a:pt x="14600" y="8030"/>
                </a:lnTo>
                <a:lnTo>
                  <a:pt x="15330" y="8151"/>
                </a:lnTo>
                <a:lnTo>
                  <a:pt x="15500" y="8176"/>
                </a:lnTo>
                <a:lnTo>
                  <a:pt x="15695" y="8200"/>
                </a:lnTo>
                <a:lnTo>
                  <a:pt x="15865" y="8176"/>
                </a:lnTo>
                <a:lnTo>
                  <a:pt x="16035" y="8127"/>
                </a:lnTo>
                <a:lnTo>
                  <a:pt x="16035" y="8176"/>
                </a:lnTo>
                <a:lnTo>
                  <a:pt x="15938" y="8565"/>
                </a:lnTo>
                <a:lnTo>
                  <a:pt x="15816" y="8930"/>
                </a:lnTo>
                <a:lnTo>
                  <a:pt x="15524" y="8881"/>
                </a:lnTo>
                <a:lnTo>
                  <a:pt x="15232" y="8833"/>
                </a:lnTo>
                <a:lnTo>
                  <a:pt x="15013" y="8784"/>
                </a:lnTo>
                <a:lnTo>
                  <a:pt x="14794" y="8760"/>
                </a:lnTo>
                <a:lnTo>
                  <a:pt x="14332" y="8784"/>
                </a:lnTo>
                <a:lnTo>
                  <a:pt x="14308" y="8784"/>
                </a:lnTo>
                <a:lnTo>
                  <a:pt x="14308" y="8808"/>
                </a:lnTo>
                <a:lnTo>
                  <a:pt x="14308" y="8833"/>
                </a:lnTo>
                <a:lnTo>
                  <a:pt x="14332" y="8833"/>
                </a:lnTo>
                <a:lnTo>
                  <a:pt x="14478" y="8881"/>
                </a:lnTo>
                <a:lnTo>
                  <a:pt x="14624" y="8954"/>
                </a:lnTo>
                <a:lnTo>
                  <a:pt x="14965" y="9125"/>
                </a:lnTo>
                <a:lnTo>
                  <a:pt x="15281" y="9271"/>
                </a:lnTo>
                <a:lnTo>
                  <a:pt x="15451" y="9319"/>
                </a:lnTo>
                <a:lnTo>
                  <a:pt x="15622" y="9368"/>
                </a:lnTo>
                <a:lnTo>
                  <a:pt x="15500" y="9636"/>
                </a:lnTo>
                <a:lnTo>
                  <a:pt x="15354" y="9903"/>
                </a:lnTo>
                <a:lnTo>
                  <a:pt x="15135" y="9782"/>
                </a:lnTo>
                <a:lnTo>
                  <a:pt x="14916" y="9684"/>
                </a:lnTo>
                <a:lnTo>
                  <a:pt x="14429" y="9563"/>
                </a:lnTo>
                <a:lnTo>
                  <a:pt x="14210" y="9490"/>
                </a:lnTo>
                <a:lnTo>
                  <a:pt x="13943" y="9441"/>
                </a:lnTo>
                <a:lnTo>
                  <a:pt x="13699" y="9417"/>
                </a:lnTo>
                <a:lnTo>
                  <a:pt x="13553" y="9417"/>
                </a:lnTo>
                <a:lnTo>
                  <a:pt x="13456" y="9465"/>
                </a:lnTo>
                <a:lnTo>
                  <a:pt x="13432" y="9490"/>
                </a:lnTo>
                <a:lnTo>
                  <a:pt x="13432" y="9514"/>
                </a:lnTo>
                <a:lnTo>
                  <a:pt x="13578" y="9636"/>
                </a:lnTo>
                <a:lnTo>
                  <a:pt x="13772" y="9733"/>
                </a:lnTo>
                <a:lnTo>
                  <a:pt x="14137" y="9855"/>
                </a:lnTo>
                <a:lnTo>
                  <a:pt x="14648" y="10049"/>
                </a:lnTo>
                <a:lnTo>
                  <a:pt x="14892" y="10147"/>
                </a:lnTo>
                <a:lnTo>
                  <a:pt x="15135" y="10244"/>
                </a:lnTo>
                <a:lnTo>
                  <a:pt x="14794" y="10706"/>
                </a:lnTo>
                <a:lnTo>
                  <a:pt x="14721" y="10658"/>
                </a:lnTo>
                <a:lnTo>
                  <a:pt x="14624" y="10633"/>
                </a:lnTo>
                <a:lnTo>
                  <a:pt x="14405" y="10560"/>
                </a:lnTo>
                <a:lnTo>
                  <a:pt x="13991" y="10512"/>
                </a:lnTo>
                <a:lnTo>
                  <a:pt x="13772" y="10439"/>
                </a:lnTo>
                <a:lnTo>
                  <a:pt x="13505" y="10366"/>
                </a:lnTo>
                <a:lnTo>
                  <a:pt x="13359" y="10341"/>
                </a:lnTo>
                <a:lnTo>
                  <a:pt x="13213" y="10317"/>
                </a:lnTo>
                <a:lnTo>
                  <a:pt x="13115" y="10341"/>
                </a:lnTo>
                <a:lnTo>
                  <a:pt x="12994" y="10390"/>
                </a:lnTo>
                <a:lnTo>
                  <a:pt x="12994" y="10414"/>
                </a:lnTo>
                <a:lnTo>
                  <a:pt x="13018" y="10536"/>
                </a:lnTo>
                <a:lnTo>
                  <a:pt x="13091" y="10609"/>
                </a:lnTo>
                <a:lnTo>
                  <a:pt x="13188" y="10682"/>
                </a:lnTo>
                <a:lnTo>
                  <a:pt x="13310" y="10731"/>
                </a:lnTo>
                <a:lnTo>
                  <a:pt x="13553" y="10828"/>
                </a:lnTo>
                <a:lnTo>
                  <a:pt x="13772" y="10877"/>
                </a:lnTo>
                <a:lnTo>
                  <a:pt x="14113" y="10998"/>
                </a:lnTo>
                <a:lnTo>
                  <a:pt x="14308" y="11047"/>
                </a:lnTo>
                <a:lnTo>
                  <a:pt x="14502" y="11071"/>
                </a:lnTo>
                <a:lnTo>
                  <a:pt x="14089" y="11509"/>
                </a:lnTo>
                <a:lnTo>
                  <a:pt x="13943" y="11412"/>
                </a:lnTo>
                <a:lnTo>
                  <a:pt x="13772" y="11339"/>
                </a:lnTo>
                <a:lnTo>
                  <a:pt x="13432" y="11242"/>
                </a:lnTo>
                <a:lnTo>
                  <a:pt x="13067" y="11144"/>
                </a:lnTo>
                <a:lnTo>
                  <a:pt x="12702" y="11071"/>
                </a:lnTo>
                <a:lnTo>
                  <a:pt x="12337" y="11047"/>
                </a:lnTo>
                <a:lnTo>
                  <a:pt x="11972" y="11096"/>
                </a:lnTo>
                <a:lnTo>
                  <a:pt x="11947" y="11096"/>
                </a:lnTo>
                <a:lnTo>
                  <a:pt x="11899" y="11120"/>
                </a:lnTo>
                <a:lnTo>
                  <a:pt x="11874" y="11193"/>
                </a:lnTo>
                <a:lnTo>
                  <a:pt x="11850" y="11266"/>
                </a:lnTo>
                <a:lnTo>
                  <a:pt x="11874" y="11290"/>
                </a:lnTo>
                <a:lnTo>
                  <a:pt x="11899" y="11363"/>
                </a:lnTo>
                <a:lnTo>
                  <a:pt x="11972" y="11412"/>
                </a:lnTo>
                <a:lnTo>
                  <a:pt x="12580" y="11509"/>
                </a:lnTo>
                <a:lnTo>
                  <a:pt x="12872" y="11582"/>
                </a:lnTo>
                <a:lnTo>
                  <a:pt x="13164" y="11655"/>
                </a:lnTo>
                <a:lnTo>
                  <a:pt x="13432" y="11753"/>
                </a:lnTo>
                <a:lnTo>
                  <a:pt x="13675" y="11850"/>
                </a:lnTo>
                <a:lnTo>
                  <a:pt x="13359" y="12118"/>
                </a:lnTo>
                <a:lnTo>
                  <a:pt x="13018" y="12337"/>
                </a:lnTo>
                <a:lnTo>
                  <a:pt x="12994" y="12288"/>
                </a:lnTo>
                <a:lnTo>
                  <a:pt x="12945" y="12239"/>
                </a:lnTo>
                <a:lnTo>
                  <a:pt x="12775" y="12166"/>
                </a:lnTo>
                <a:lnTo>
                  <a:pt x="12604" y="12142"/>
                </a:lnTo>
                <a:lnTo>
                  <a:pt x="12410" y="12118"/>
                </a:lnTo>
                <a:lnTo>
                  <a:pt x="12215" y="12069"/>
                </a:lnTo>
                <a:lnTo>
                  <a:pt x="11850" y="11947"/>
                </a:lnTo>
                <a:lnTo>
                  <a:pt x="11558" y="11826"/>
                </a:lnTo>
                <a:lnTo>
                  <a:pt x="11242" y="11704"/>
                </a:lnTo>
                <a:lnTo>
                  <a:pt x="11096" y="11655"/>
                </a:lnTo>
                <a:lnTo>
                  <a:pt x="10950" y="11607"/>
                </a:lnTo>
                <a:lnTo>
                  <a:pt x="10779" y="11582"/>
                </a:lnTo>
                <a:lnTo>
                  <a:pt x="10633" y="11582"/>
                </a:lnTo>
                <a:lnTo>
                  <a:pt x="10609" y="11607"/>
                </a:lnTo>
                <a:lnTo>
                  <a:pt x="10609" y="11655"/>
                </a:lnTo>
                <a:lnTo>
                  <a:pt x="10682" y="11753"/>
                </a:lnTo>
                <a:lnTo>
                  <a:pt x="10804" y="11874"/>
                </a:lnTo>
                <a:lnTo>
                  <a:pt x="10925" y="11947"/>
                </a:lnTo>
                <a:lnTo>
                  <a:pt x="11047" y="12045"/>
                </a:lnTo>
                <a:lnTo>
                  <a:pt x="11315" y="12166"/>
                </a:lnTo>
                <a:lnTo>
                  <a:pt x="11582" y="12288"/>
                </a:lnTo>
                <a:lnTo>
                  <a:pt x="11826" y="12385"/>
                </a:lnTo>
                <a:lnTo>
                  <a:pt x="12093" y="12483"/>
                </a:lnTo>
                <a:lnTo>
                  <a:pt x="12361" y="12556"/>
                </a:lnTo>
                <a:lnTo>
                  <a:pt x="12507" y="12580"/>
                </a:lnTo>
                <a:lnTo>
                  <a:pt x="12629" y="12580"/>
                </a:lnTo>
                <a:lnTo>
                  <a:pt x="12239" y="12799"/>
                </a:lnTo>
                <a:lnTo>
                  <a:pt x="11850" y="12969"/>
                </a:lnTo>
                <a:lnTo>
                  <a:pt x="11801" y="12921"/>
                </a:lnTo>
                <a:lnTo>
                  <a:pt x="11680" y="12823"/>
                </a:lnTo>
                <a:lnTo>
                  <a:pt x="11558" y="12775"/>
                </a:lnTo>
                <a:lnTo>
                  <a:pt x="11266" y="12677"/>
                </a:lnTo>
                <a:lnTo>
                  <a:pt x="10998" y="12604"/>
                </a:lnTo>
                <a:lnTo>
                  <a:pt x="10731" y="12531"/>
                </a:lnTo>
                <a:lnTo>
                  <a:pt x="10585" y="12458"/>
                </a:lnTo>
                <a:lnTo>
                  <a:pt x="10439" y="12385"/>
                </a:lnTo>
                <a:lnTo>
                  <a:pt x="10171" y="12239"/>
                </a:lnTo>
                <a:lnTo>
                  <a:pt x="10025" y="12166"/>
                </a:lnTo>
                <a:lnTo>
                  <a:pt x="9879" y="12118"/>
                </a:lnTo>
                <a:lnTo>
                  <a:pt x="9733" y="12093"/>
                </a:lnTo>
                <a:lnTo>
                  <a:pt x="9563" y="12093"/>
                </a:lnTo>
                <a:lnTo>
                  <a:pt x="9514" y="12118"/>
                </a:lnTo>
                <a:lnTo>
                  <a:pt x="9490" y="12142"/>
                </a:lnTo>
                <a:lnTo>
                  <a:pt x="9490" y="12191"/>
                </a:lnTo>
                <a:lnTo>
                  <a:pt x="9514" y="12215"/>
                </a:lnTo>
                <a:lnTo>
                  <a:pt x="9733" y="12410"/>
                </a:lnTo>
                <a:lnTo>
                  <a:pt x="9952" y="12580"/>
                </a:lnTo>
                <a:lnTo>
                  <a:pt x="10220" y="12750"/>
                </a:lnTo>
                <a:lnTo>
                  <a:pt x="10463" y="12872"/>
                </a:lnTo>
                <a:lnTo>
                  <a:pt x="10682" y="12969"/>
                </a:lnTo>
                <a:lnTo>
                  <a:pt x="10901" y="13042"/>
                </a:lnTo>
                <a:lnTo>
                  <a:pt x="11363" y="13188"/>
                </a:lnTo>
                <a:lnTo>
                  <a:pt x="10852" y="13359"/>
                </a:lnTo>
                <a:lnTo>
                  <a:pt x="10317" y="13505"/>
                </a:lnTo>
                <a:lnTo>
                  <a:pt x="10317" y="13480"/>
                </a:lnTo>
                <a:lnTo>
                  <a:pt x="10366" y="13359"/>
                </a:lnTo>
                <a:lnTo>
                  <a:pt x="10366" y="13310"/>
                </a:lnTo>
                <a:lnTo>
                  <a:pt x="10342" y="13261"/>
                </a:lnTo>
                <a:lnTo>
                  <a:pt x="10293" y="13213"/>
                </a:lnTo>
                <a:lnTo>
                  <a:pt x="10244" y="13164"/>
                </a:lnTo>
                <a:lnTo>
                  <a:pt x="9198" y="12604"/>
                </a:lnTo>
                <a:lnTo>
                  <a:pt x="9028" y="12507"/>
                </a:lnTo>
                <a:lnTo>
                  <a:pt x="8809" y="12410"/>
                </a:lnTo>
                <a:lnTo>
                  <a:pt x="8711" y="12385"/>
                </a:lnTo>
                <a:lnTo>
                  <a:pt x="8590" y="12361"/>
                </a:lnTo>
                <a:lnTo>
                  <a:pt x="8492" y="12385"/>
                </a:lnTo>
                <a:lnTo>
                  <a:pt x="8419" y="12434"/>
                </a:lnTo>
                <a:lnTo>
                  <a:pt x="8419" y="12458"/>
                </a:lnTo>
                <a:lnTo>
                  <a:pt x="8444" y="12556"/>
                </a:lnTo>
                <a:lnTo>
                  <a:pt x="8517" y="12629"/>
                </a:lnTo>
                <a:lnTo>
                  <a:pt x="8687" y="12799"/>
                </a:lnTo>
                <a:lnTo>
                  <a:pt x="9028" y="13042"/>
                </a:lnTo>
                <a:lnTo>
                  <a:pt x="9490" y="13334"/>
                </a:lnTo>
                <a:lnTo>
                  <a:pt x="9733" y="13456"/>
                </a:lnTo>
                <a:lnTo>
                  <a:pt x="10001" y="13553"/>
                </a:lnTo>
                <a:lnTo>
                  <a:pt x="9539" y="13651"/>
                </a:lnTo>
                <a:lnTo>
                  <a:pt x="9076" y="13699"/>
                </a:lnTo>
                <a:lnTo>
                  <a:pt x="9052" y="13651"/>
                </a:lnTo>
                <a:lnTo>
                  <a:pt x="8857" y="13480"/>
                </a:lnTo>
                <a:lnTo>
                  <a:pt x="8638" y="13334"/>
                </a:lnTo>
                <a:lnTo>
                  <a:pt x="8176" y="13067"/>
                </a:lnTo>
                <a:lnTo>
                  <a:pt x="7762" y="12799"/>
                </a:lnTo>
                <a:lnTo>
                  <a:pt x="7568" y="12677"/>
                </a:lnTo>
                <a:lnTo>
                  <a:pt x="7349" y="12604"/>
                </a:lnTo>
                <a:lnTo>
                  <a:pt x="7300" y="12604"/>
                </a:lnTo>
                <a:lnTo>
                  <a:pt x="7276" y="12653"/>
                </a:lnTo>
                <a:lnTo>
                  <a:pt x="7276" y="12775"/>
                </a:lnTo>
                <a:lnTo>
                  <a:pt x="7300" y="12872"/>
                </a:lnTo>
                <a:lnTo>
                  <a:pt x="7373" y="12969"/>
                </a:lnTo>
                <a:lnTo>
                  <a:pt x="7446" y="13042"/>
                </a:lnTo>
                <a:lnTo>
                  <a:pt x="7616" y="13213"/>
                </a:lnTo>
                <a:lnTo>
                  <a:pt x="7787" y="13334"/>
                </a:lnTo>
                <a:lnTo>
                  <a:pt x="8103" y="13553"/>
                </a:lnTo>
                <a:lnTo>
                  <a:pt x="8444" y="13748"/>
                </a:lnTo>
                <a:lnTo>
                  <a:pt x="8346" y="13748"/>
                </a:lnTo>
                <a:lnTo>
                  <a:pt x="7835" y="13772"/>
                </a:lnTo>
                <a:lnTo>
                  <a:pt x="7349" y="13724"/>
                </a:lnTo>
                <a:lnTo>
                  <a:pt x="7373" y="13699"/>
                </a:lnTo>
                <a:lnTo>
                  <a:pt x="7397" y="13651"/>
                </a:lnTo>
                <a:lnTo>
                  <a:pt x="7422" y="13578"/>
                </a:lnTo>
                <a:lnTo>
                  <a:pt x="7397" y="13529"/>
                </a:lnTo>
                <a:lnTo>
                  <a:pt x="7373" y="13456"/>
                </a:lnTo>
                <a:lnTo>
                  <a:pt x="7324" y="13383"/>
                </a:lnTo>
                <a:lnTo>
                  <a:pt x="7203" y="13286"/>
                </a:lnTo>
                <a:lnTo>
                  <a:pt x="6911" y="13091"/>
                </a:lnTo>
                <a:lnTo>
                  <a:pt x="6643" y="12872"/>
                </a:lnTo>
                <a:lnTo>
                  <a:pt x="6521" y="12799"/>
                </a:lnTo>
                <a:lnTo>
                  <a:pt x="6448" y="12750"/>
                </a:lnTo>
                <a:lnTo>
                  <a:pt x="6424" y="12702"/>
                </a:lnTo>
                <a:lnTo>
                  <a:pt x="6424" y="12677"/>
                </a:lnTo>
                <a:lnTo>
                  <a:pt x="6400" y="12677"/>
                </a:lnTo>
                <a:lnTo>
                  <a:pt x="6375" y="12702"/>
                </a:lnTo>
                <a:lnTo>
                  <a:pt x="6351" y="12775"/>
                </a:lnTo>
                <a:lnTo>
                  <a:pt x="6327" y="12823"/>
                </a:lnTo>
                <a:lnTo>
                  <a:pt x="6351" y="12969"/>
                </a:lnTo>
                <a:lnTo>
                  <a:pt x="6400" y="13042"/>
                </a:lnTo>
                <a:lnTo>
                  <a:pt x="6448" y="13140"/>
                </a:lnTo>
                <a:lnTo>
                  <a:pt x="6570" y="13286"/>
                </a:lnTo>
                <a:lnTo>
                  <a:pt x="6716" y="13432"/>
                </a:lnTo>
                <a:lnTo>
                  <a:pt x="6862" y="13553"/>
                </a:lnTo>
                <a:lnTo>
                  <a:pt x="7032" y="13675"/>
                </a:lnTo>
                <a:lnTo>
                  <a:pt x="7032" y="13675"/>
                </a:lnTo>
                <a:lnTo>
                  <a:pt x="6619" y="13578"/>
                </a:lnTo>
                <a:lnTo>
                  <a:pt x="6229" y="13456"/>
                </a:lnTo>
                <a:lnTo>
                  <a:pt x="5864" y="13334"/>
                </a:lnTo>
                <a:lnTo>
                  <a:pt x="5670" y="13286"/>
                </a:lnTo>
                <a:lnTo>
                  <a:pt x="5475" y="13261"/>
                </a:lnTo>
                <a:lnTo>
                  <a:pt x="5280" y="13237"/>
                </a:lnTo>
                <a:lnTo>
                  <a:pt x="5086" y="13261"/>
                </a:lnTo>
                <a:lnTo>
                  <a:pt x="4988" y="13286"/>
                </a:lnTo>
                <a:lnTo>
                  <a:pt x="4915" y="13334"/>
                </a:lnTo>
                <a:lnTo>
                  <a:pt x="4842" y="13407"/>
                </a:lnTo>
                <a:lnTo>
                  <a:pt x="4818" y="13505"/>
                </a:lnTo>
                <a:lnTo>
                  <a:pt x="4672" y="13651"/>
                </a:lnTo>
                <a:lnTo>
                  <a:pt x="4502" y="13797"/>
                </a:lnTo>
                <a:lnTo>
                  <a:pt x="4331" y="13943"/>
                </a:lnTo>
                <a:lnTo>
                  <a:pt x="4161" y="14064"/>
                </a:lnTo>
                <a:lnTo>
                  <a:pt x="3869" y="14259"/>
                </a:lnTo>
                <a:lnTo>
                  <a:pt x="3553" y="14405"/>
                </a:lnTo>
                <a:lnTo>
                  <a:pt x="3212" y="14551"/>
                </a:lnTo>
                <a:lnTo>
                  <a:pt x="2896" y="14648"/>
                </a:lnTo>
                <a:lnTo>
                  <a:pt x="2555" y="14745"/>
                </a:lnTo>
                <a:lnTo>
                  <a:pt x="2190" y="14818"/>
                </a:lnTo>
                <a:lnTo>
                  <a:pt x="1825" y="14867"/>
                </a:lnTo>
                <a:lnTo>
                  <a:pt x="1485" y="14891"/>
                </a:lnTo>
                <a:lnTo>
                  <a:pt x="1314" y="14891"/>
                </a:lnTo>
                <a:lnTo>
                  <a:pt x="1144" y="14867"/>
                </a:lnTo>
                <a:lnTo>
                  <a:pt x="1436" y="14672"/>
                </a:lnTo>
                <a:lnTo>
                  <a:pt x="1728" y="14453"/>
                </a:lnTo>
                <a:lnTo>
                  <a:pt x="1996" y="14210"/>
                </a:lnTo>
                <a:lnTo>
                  <a:pt x="2239" y="13991"/>
                </a:lnTo>
                <a:lnTo>
                  <a:pt x="2604" y="13626"/>
                </a:lnTo>
                <a:lnTo>
                  <a:pt x="2774" y="13432"/>
                </a:lnTo>
                <a:lnTo>
                  <a:pt x="2944" y="13188"/>
                </a:lnTo>
                <a:lnTo>
                  <a:pt x="3066" y="12945"/>
                </a:lnTo>
                <a:lnTo>
                  <a:pt x="3163" y="12702"/>
                </a:lnTo>
                <a:lnTo>
                  <a:pt x="3212" y="12458"/>
                </a:lnTo>
                <a:lnTo>
                  <a:pt x="3212" y="12337"/>
                </a:lnTo>
                <a:lnTo>
                  <a:pt x="3212" y="12215"/>
                </a:lnTo>
                <a:lnTo>
                  <a:pt x="3236" y="12118"/>
                </a:lnTo>
                <a:lnTo>
                  <a:pt x="3212" y="12045"/>
                </a:lnTo>
                <a:lnTo>
                  <a:pt x="3188" y="11972"/>
                </a:lnTo>
                <a:lnTo>
                  <a:pt x="3115" y="11923"/>
                </a:lnTo>
                <a:lnTo>
                  <a:pt x="2920" y="11826"/>
                </a:lnTo>
                <a:lnTo>
                  <a:pt x="2750" y="11704"/>
                </a:lnTo>
                <a:lnTo>
                  <a:pt x="2409" y="11461"/>
                </a:lnTo>
                <a:lnTo>
                  <a:pt x="2117" y="11169"/>
                </a:lnTo>
                <a:lnTo>
                  <a:pt x="1850" y="10852"/>
                </a:lnTo>
                <a:lnTo>
                  <a:pt x="1631" y="10512"/>
                </a:lnTo>
                <a:lnTo>
                  <a:pt x="1412" y="10147"/>
                </a:lnTo>
                <a:lnTo>
                  <a:pt x="1241" y="9757"/>
                </a:lnTo>
                <a:lnTo>
                  <a:pt x="1095" y="9368"/>
                </a:lnTo>
                <a:lnTo>
                  <a:pt x="949" y="8979"/>
                </a:lnTo>
                <a:lnTo>
                  <a:pt x="828" y="8565"/>
                </a:lnTo>
                <a:lnTo>
                  <a:pt x="755" y="8127"/>
                </a:lnTo>
                <a:lnTo>
                  <a:pt x="682" y="7689"/>
                </a:lnTo>
                <a:lnTo>
                  <a:pt x="657" y="7251"/>
                </a:lnTo>
                <a:lnTo>
                  <a:pt x="657" y="6837"/>
                </a:lnTo>
                <a:lnTo>
                  <a:pt x="706" y="6399"/>
                </a:lnTo>
                <a:lnTo>
                  <a:pt x="803" y="5986"/>
                </a:lnTo>
                <a:lnTo>
                  <a:pt x="925" y="5548"/>
                </a:lnTo>
                <a:lnTo>
                  <a:pt x="1120" y="5110"/>
                </a:lnTo>
                <a:lnTo>
                  <a:pt x="1339" y="4696"/>
                </a:lnTo>
                <a:lnTo>
                  <a:pt x="1606" y="4307"/>
                </a:lnTo>
                <a:lnTo>
                  <a:pt x="1898" y="3869"/>
                </a:lnTo>
                <a:lnTo>
                  <a:pt x="2166" y="3431"/>
                </a:lnTo>
                <a:lnTo>
                  <a:pt x="2434" y="3017"/>
                </a:lnTo>
                <a:lnTo>
                  <a:pt x="2604" y="2823"/>
                </a:lnTo>
                <a:lnTo>
                  <a:pt x="2774" y="2628"/>
                </a:lnTo>
                <a:lnTo>
                  <a:pt x="3115" y="2336"/>
                </a:lnTo>
                <a:lnTo>
                  <a:pt x="3431" y="2068"/>
                </a:lnTo>
                <a:lnTo>
                  <a:pt x="3772" y="1825"/>
                </a:lnTo>
                <a:lnTo>
                  <a:pt x="4137" y="1582"/>
                </a:lnTo>
                <a:lnTo>
                  <a:pt x="4502" y="1387"/>
                </a:lnTo>
                <a:lnTo>
                  <a:pt x="4867" y="1192"/>
                </a:lnTo>
                <a:lnTo>
                  <a:pt x="5256" y="1046"/>
                </a:lnTo>
                <a:lnTo>
                  <a:pt x="5670" y="900"/>
                </a:lnTo>
                <a:lnTo>
                  <a:pt x="6083" y="803"/>
                </a:lnTo>
                <a:lnTo>
                  <a:pt x="6497" y="706"/>
                </a:lnTo>
                <a:lnTo>
                  <a:pt x="6935" y="633"/>
                </a:lnTo>
                <a:lnTo>
                  <a:pt x="7373" y="584"/>
                </a:lnTo>
                <a:lnTo>
                  <a:pt x="7811" y="535"/>
                </a:lnTo>
                <a:lnTo>
                  <a:pt x="8249" y="511"/>
                </a:lnTo>
                <a:close/>
                <a:moveTo>
                  <a:pt x="8444" y="0"/>
                </a:moveTo>
                <a:lnTo>
                  <a:pt x="7641" y="24"/>
                </a:lnTo>
                <a:lnTo>
                  <a:pt x="6838" y="122"/>
                </a:lnTo>
                <a:lnTo>
                  <a:pt x="6351" y="195"/>
                </a:lnTo>
                <a:lnTo>
                  <a:pt x="5889" y="292"/>
                </a:lnTo>
                <a:lnTo>
                  <a:pt x="5426" y="414"/>
                </a:lnTo>
                <a:lnTo>
                  <a:pt x="4964" y="560"/>
                </a:lnTo>
                <a:lnTo>
                  <a:pt x="4502" y="730"/>
                </a:lnTo>
                <a:lnTo>
                  <a:pt x="4088" y="949"/>
                </a:lnTo>
                <a:lnTo>
                  <a:pt x="3674" y="1217"/>
                </a:lnTo>
                <a:lnTo>
                  <a:pt x="3285" y="1509"/>
                </a:lnTo>
                <a:lnTo>
                  <a:pt x="2823" y="1922"/>
                </a:lnTo>
                <a:lnTo>
                  <a:pt x="2385" y="2312"/>
                </a:lnTo>
                <a:lnTo>
                  <a:pt x="2166" y="2531"/>
                </a:lnTo>
                <a:lnTo>
                  <a:pt x="1947" y="2725"/>
                </a:lnTo>
                <a:lnTo>
                  <a:pt x="1752" y="2969"/>
                </a:lnTo>
                <a:lnTo>
                  <a:pt x="1582" y="3212"/>
                </a:lnTo>
                <a:lnTo>
                  <a:pt x="1266" y="3723"/>
                </a:lnTo>
                <a:lnTo>
                  <a:pt x="974" y="4283"/>
                </a:lnTo>
                <a:lnTo>
                  <a:pt x="682" y="4842"/>
                </a:lnTo>
                <a:lnTo>
                  <a:pt x="438" y="5402"/>
                </a:lnTo>
                <a:lnTo>
                  <a:pt x="341" y="5645"/>
                </a:lnTo>
                <a:lnTo>
                  <a:pt x="268" y="5889"/>
                </a:lnTo>
                <a:lnTo>
                  <a:pt x="195" y="6132"/>
                </a:lnTo>
                <a:lnTo>
                  <a:pt x="146" y="6375"/>
                </a:lnTo>
                <a:lnTo>
                  <a:pt x="122" y="6886"/>
                </a:lnTo>
                <a:lnTo>
                  <a:pt x="122" y="7397"/>
                </a:lnTo>
                <a:lnTo>
                  <a:pt x="171" y="7908"/>
                </a:lnTo>
                <a:lnTo>
                  <a:pt x="268" y="8419"/>
                </a:lnTo>
                <a:lnTo>
                  <a:pt x="390" y="8906"/>
                </a:lnTo>
                <a:lnTo>
                  <a:pt x="536" y="9392"/>
                </a:lnTo>
                <a:lnTo>
                  <a:pt x="682" y="9830"/>
                </a:lnTo>
                <a:lnTo>
                  <a:pt x="876" y="10244"/>
                </a:lnTo>
                <a:lnTo>
                  <a:pt x="1095" y="10658"/>
                </a:lnTo>
                <a:lnTo>
                  <a:pt x="1339" y="11047"/>
                </a:lnTo>
                <a:lnTo>
                  <a:pt x="1631" y="11412"/>
                </a:lnTo>
                <a:lnTo>
                  <a:pt x="1947" y="11728"/>
                </a:lnTo>
                <a:lnTo>
                  <a:pt x="2117" y="11874"/>
                </a:lnTo>
                <a:lnTo>
                  <a:pt x="2312" y="12020"/>
                </a:lnTo>
                <a:lnTo>
                  <a:pt x="2507" y="12142"/>
                </a:lnTo>
                <a:lnTo>
                  <a:pt x="2701" y="12239"/>
                </a:lnTo>
                <a:lnTo>
                  <a:pt x="2677" y="12458"/>
                </a:lnTo>
                <a:lnTo>
                  <a:pt x="2604" y="12653"/>
                </a:lnTo>
                <a:lnTo>
                  <a:pt x="2482" y="12848"/>
                </a:lnTo>
                <a:lnTo>
                  <a:pt x="2361" y="13042"/>
                </a:lnTo>
                <a:lnTo>
                  <a:pt x="2215" y="13213"/>
                </a:lnTo>
                <a:lnTo>
                  <a:pt x="2069" y="13359"/>
                </a:lnTo>
                <a:lnTo>
                  <a:pt x="1752" y="13675"/>
                </a:lnTo>
                <a:lnTo>
                  <a:pt x="1412" y="13967"/>
                </a:lnTo>
                <a:lnTo>
                  <a:pt x="1047" y="14259"/>
                </a:lnTo>
                <a:lnTo>
                  <a:pt x="828" y="14381"/>
                </a:lnTo>
                <a:lnTo>
                  <a:pt x="633" y="14478"/>
                </a:lnTo>
                <a:lnTo>
                  <a:pt x="414" y="14575"/>
                </a:lnTo>
                <a:lnTo>
                  <a:pt x="195" y="14648"/>
                </a:lnTo>
                <a:lnTo>
                  <a:pt x="98" y="14697"/>
                </a:lnTo>
                <a:lnTo>
                  <a:pt x="25" y="14794"/>
                </a:lnTo>
                <a:lnTo>
                  <a:pt x="0" y="14891"/>
                </a:lnTo>
                <a:lnTo>
                  <a:pt x="25" y="14989"/>
                </a:lnTo>
                <a:lnTo>
                  <a:pt x="49" y="15086"/>
                </a:lnTo>
                <a:lnTo>
                  <a:pt x="146" y="15159"/>
                </a:lnTo>
                <a:lnTo>
                  <a:pt x="244" y="15208"/>
                </a:lnTo>
                <a:lnTo>
                  <a:pt x="365" y="15208"/>
                </a:lnTo>
                <a:lnTo>
                  <a:pt x="414" y="15183"/>
                </a:lnTo>
                <a:lnTo>
                  <a:pt x="560" y="15256"/>
                </a:lnTo>
                <a:lnTo>
                  <a:pt x="682" y="15305"/>
                </a:lnTo>
                <a:lnTo>
                  <a:pt x="998" y="15378"/>
                </a:lnTo>
                <a:lnTo>
                  <a:pt x="1314" y="15402"/>
                </a:lnTo>
                <a:lnTo>
                  <a:pt x="1679" y="15402"/>
                </a:lnTo>
                <a:lnTo>
                  <a:pt x="2020" y="15354"/>
                </a:lnTo>
                <a:lnTo>
                  <a:pt x="2336" y="15305"/>
                </a:lnTo>
                <a:lnTo>
                  <a:pt x="2896" y="15183"/>
                </a:lnTo>
                <a:lnTo>
                  <a:pt x="3261" y="15062"/>
                </a:lnTo>
                <a:lnTo>
                  <a:pt x="3626" y="14916"/>
                </a:lnTo>
                <a:lnTo>
                  <a:pt x="3991" y="14770"/>
                </a:lnTo>
                <a:lnTo>
                  <a:pt x="4331" y="14575"/>
                </a:lnTo>
                <a:lnTo>
                  <a:pt x="4575" y="14429"/>
                </a:lnTo>
                <a:lnTo>
                  <a:pt x="4818" y="14259"/>
                </a:lnTo>
                <a:lnTo>
                  <a:pt x="5037" y="14040"/>
                </a:lnTo>
                <a:lnTo>
                  <a:pt x="5134" y="13918"/>
                </a:lnTo>
                <a:lnTo>
                  <a:pt x="5207" y="13797"/>
                </a:lnTo>
                <a:lnTo>
                  <a:pt x="5426" y="13821"/>
                </a:lnTo>
                <a:lnTo>
                  <a:pt x="5645" y="13845"/>
                </a:lnTo>
                <a:lnTo>
                  <a:pt x="6059" y="13967"/>
                </a:lnTo>
                <a:lnTo>
                  <a:pt x="6497" y="14113"/>
                </a:lnTo>
                <a:lnTo>
                  <a:pt x="6692" y="14186"/>
                </a:lnTo>
                <a:lnTo>
                  <a:pt x="6911" y="14235"/>
                </a:lnTo>
                <a:lnTo>
                  <a:pt x="7178" y="14283"/>
                </a:lnTo>
                <a:lnTo>
                  <a:pt x="7446" y="14308"/>
                </a:lnTo>
                <a:lnTo>
                  <a:pt x="7981" y="14332"/>
                </a:lnTo>
                <a:lnTo>
                  <a:pt x="8517" y="14308"/>
                </a:lnTo>
                <a:lnTo>
                  <a:pt x="9052" y="14259"/>
                </a:lnTo>
                <a:lnTo>
                  <a:pt x="9490" y="14210"/>
                </a:lnTo>
                <a:lnTo>
                  <a:pt x="9952" y="14137"/>
                </a:lnTo>
                <a:lnTo>
                  <a:pt x="10390" y="14040"/>
                </a:lnTo>
                <a:lnTo>
                  <a:pt x="10828" y="13918"/>
                </a:lnTo>
                <a:lnTo>
                  <a:pt x="11266" y="13797"/>
                </a:lnTo>
                <a:lnTo>
                  <a:pt x="11680" y="13651"/>
                </a:lnTo>
                <a:lnTo>
                  <a:pt x="12093" y="13480"/>
                </a:lnTo>
                <a:lnTo>
                  <a:pt x="12507" y="13286"/>
                </a:lnTo>
                <a:lnTo>
                  <a:pt x="12921" y="13067"/>
                </a:lnTo>
                <a:lnTo>
                  <a:pt x="13310" y="12823"/>
                </a:lnTo>
                <a:lnTo>
                  <a:pt x="13699" y="12556"/>
                </a:lnTo>
                <a:lnTo>
                  <a:pt x="14089" y="12264"/>
                </a:lnTo>
                <a:lnTo>
                  <a:pt x="14429" y="11947"/>
                </a:lnTo>
                <a:lnTo>
                  <a:pt x="14770" y="11607"/>
                </a:lnTo>
                <a:lnTo>
                  <a:pt x="15111" y="11266"/>
                </a:lnTo>
                <a:lnTo>
                  <a:pt x="15403" y="10901"/>
                </a:lnTo>
                <a:lnTo>
                  <a:pt x="15670" y="10512"/>
                </a:lnTo>
                <a:lnTo>
                  <a:pt x="15914" y="10098"/>
                </a:lnTo>
                <a:lnTo>
                  <a:pt x="16133" y="9684"/>
                </a:lnTo>
                <a:lnTo>
                  <a:pt x="16327" y="9246"/>
                </a:lnTo>
                <a:lnTo>
                  <a:pt x="16473" y="8808"/>
                </a:lnTo>
                <a:lnTo>
                  <a:pt x="16595" y="8346"/>
                </a:lnTo>
                <a:lnTo>
                  <a:pt x="16668" y="7884"/>
                </a:lnTo>
                <a:lnTo>
                  <a:pt x="16717" y="7421"/>
                </a:lnTo>
                <a:lnTo>
                  <a:pt x="16717" y="7178"/>
                </a:lnTo>
                <a:lnTo>
                  <a:pt x="16692" y="6959"/>
                </a:lnTo>
                <a:lnTo>
                  <a:pt x="16595" y="6497"/>
                </a:lnTo>
                <a:lnTo>
                  <a:pt x="16473" y="6035"/>
                </a:lnTo>
                <a:lnTo>
                  <a:pt x="16352" y="5597"/>
                </a:lnTo>
                <a:lnTo>
                  <a:pt x="16206" y="5134"/>
                </a:lnTo>
                <a:lnTo>
                  <a:pt x="16084" y="4672"/>
                </a:lnTo>
                <a:lnTo>
                  <a:pt x="15962" y="4210"/>
                </a:lnTo>
                <a:lnTo>
                  <a:pt x="15792" y="3772"/>
                </a:lnTo>
                <a:lnTo>
                  <a:pt x="15597" y="3358"/>
                </a:lnTo>
                <a:lnTo>
                  <a:pt x="15354" y="2993"/>
                </a:lnTo>
                <a:lnTo>
                  <a:pt x="15062" y="2652"/>
                </a:lnTo>
                <a:lnTo>
                  <a:pt x="14770" y="2336"/>
                </a:lnTo>
                <a:lnTo>
                  <a:pt x="14429" y="2044"/>
                </a:lnTo>
                <a:lnTo>
                  <a:pt x="14089" y="1776"/>
                </a:lnTo>
                <a:lnTo>
                  <a:pt x="13724" y="1509"/>
                </a:lnTo>
                <a:lnTo>
                  <a:pt x="13334" y="1265"/>
                </a:lnTo>
                <a:lnTo>
                  <a:pt x="12969" y="1046"/>
                </a:lnTo>
                <a:lnTo>
                  <a:pt x="12580" y="827"/>
                </a:lnTo>
                <a:lnTo>
                  <a:pt x="12166" y="633"/>
                </a:lnTo>
                <a:lnTo>
                  <a:pt x="11777" y="487"/>
                </a:lnTo>
                <a:lnTo>
                  <a:pt x="11363" y="341"/>
                </a:lnTo>
                <a:lnTo>
                  <a:pt x="10950" y="219"/>
                </a:lnTo>
                <a:lnTo>
                  <a:pt x="10512" y="146"/>
                </a:lnTo>
                <a:lnTo>
                  <a:pt x="10074" y="73"/>
                </a:lnTo>
                <a:lnTo>
                  <a:pt x="9271" y="0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32"/>
          <p:cNvSpPr txBox="1"/>
          <p:nvPr/>
        </p:nvSpPr>
        <p:spPr>
          <a:xfrm>
            <a:off x="5309525" y="1374125"/>
            <a:ext cx="2940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Gloria Hallelujah"/>
                <a:ea typeface="Gloria Hallelujah"/>
                <a:cs typeface="Gloria Hallelujah"/>
                <a:sym typeface="Gloria Hallelujah"/>
              </a:rPr>
              <a:t>?</a:t>
            </a:r>
            <a:endParaRPr sz="1800">
              <a:latin typeface="Gloria Hallelujah"/>
              <a:ea typeface="Gloria Hallelujah"/>
              <a:cs typeface="Gloria Hallelujah"/>
              <a:sym typeface="Gloria Hallelujah"/>
            </a:endParaRPr>
          </a:p>
        </p:txBody>
      </p:sp>
      <p:sp>
        <p:nvSpPr>
          <p:cNvPr id="751" name="Google Shape;751;p32"/>
          <p:cNvSpPr/>
          <p:nvPr/>
        </p:nvSpPr>
        <p:spPr>
          <a:xfrm>
            <a:off x="6560488" y="1558450"/>
            <a:ext cx="427621" cy="393585"/>
          </a:xfrm>
          <a:custGeom>
            <a:rect b="b" l="l" r="r" t="t"/>
            <a:pathLst>
              <a:path extrusionOk="0" h="15403" w="16717">
                <a:moveTo>
                  <a:pt x="9149" y="511"/>
                </a:moveTo>
                <a:lnTo>
                  <a:pt x="9587" y="560"/>
                </a:lnTo>
                <a:lnTo>
                  <a:pt x="10025" y="608"/>
                </a:lnTo>
                <a:lnTo>
                  <a:pt x="10439" y="681"/>
                </a:lnTo>
                <a:lnTo>
                  <a:pt x="10877" y="779"/>
                </a:lnTo>
                <a:lnTo>
                  <a:pt x="11290" y="900"/>
                </a:lnTo>
                <a:lnTo>
                  <a:pt x="11704" y="1046"/>
                </a:lnTo>
                <a:lnTo>
                  <a:pt x="12093" y="1217"/>
                </a:lnTo>
                <a:lnTo>
                  <a:pt x="12483" y="1411"/>
                </a:lnTo>
                <a:lnTo>
                  <a:pt x="12994" y="1703"/>
                </a:lnTo>
                <a:lnTo>
                  <a:pt x="13505" y="2020"/>
                </a:lnTo>
                <a:lnTo>
                  <a:pt x="13967" y="2360"/>
                </a:lnTo>
                <a:lnTo>
                  <a:pt x="14210" y="2555"/>
                </a:lnTo>
                <a:lnTo>
                  <a:pt x="14405" y="2750"/>
                </a:lnTo>
                <a:lnTo>
                  <a:pt x="14332" y="2871"/>
                </a:lnTo>
                <a:lnTo>
                  <a:pt x="14308" y="3017"/>
                </a:lnTo>
                <a:lnTo>
                  <a:pt x="14308" y="3066"/>
                </a:lnTo>
                <a:lnTo>
                  <a:pt x="14332" y="3090"/>
                </a:lnTo>
                <a:lnTo>
                  <a:pt x="14405" y="3139"/>
                </a:lnTo>
                <a:lnTo>
                  <a:pt x="14478" y="3139"/>
                </a:lnTo>
                <a:lnTo>
                  <a:pt x="14551" y="3090"/>
                </a:lnTo>
                <a:lnTo>
                  <a:pt x="14624" y="2993"/>
                </a:lnTo>
                <a:lnTo>
                  <a:pt x="14867" y="3285"/>
                </a:lnTo>
                <a:lnTo>
                  <a:pt x="14770" y="3358"/>
                </a:lnTo>
                <a:lnTo>
                  <a:pt x="14697" y="3431"/>
                </a:lnTo>
                <a:lnTo>
                  <a:pt x="14600" y="3601"/>
                </a:lnTo>
                <a:lnTo>
                  <a:pt x="14575" y="3674"/>
                </a:lnTo>
                <a:lnTo>
                  <a:pt x="14575" y="3723"/>
                </a:lnTo>
                <a:lnTo>
                  <a:pt x="14575" y="3772"/>
                </a:lnTo>
                <a:lnTo>
                  <a:pt x="14600" y="3796"/>
                </a:lnTo>
                <a:lnTo>
                  <a:pt x="14648" y="3796"/>
                </a:lnTo>
                <a:lnTo>
                  <a:pt x="14721" y="3772"/>
                </a:lnTo>
                <a:lnTo>
                  <a:pt x="14867" y="3699"/>
                </a:lnTo>
                <a:lnTo>
                  <a:pt x="15086" y="3601"/>
                </a:lnTo>
                <a:lnTo>
                  <a:pt x="15208" y="3820"/>
                </a:lnTo>
                <a:lnTo>
                  <a:pt x="15305" y="4064"/>
                </a:lnTo>
                <a:lnTo>
                  <a:pt x="15111" y="4137"/>
                </a:lnTo>
                <a:lnTo>
                  <a:pt x="15013" y="4185"/>
                </a:lnTo>
                <a:lnTo>
                  <a:pt x="14916" y="4234"/>
                </a:lnTo>
                <a:lnTo>
                  <a:pt x="14892" y="4307"/>
                </a:lnTo>
                <a:lnTo>
                  <a:pt x="14892" y="4380"/>
                </a:lnTo>
                <a:lnTo>
                  <a:pt x="14940" y="4429"/>
                </a:lnTo>
                <a:lnTo>
                  <a:pt x="15013" y="4453"/>
                </a:lnTo>
                <a:lnTo>
                  <a:pt x="15135" y="4453"/>
                </a:lnTo>
                <a:lnTo>
                  <a:pt x="15232" y="4429"/>
                </a:lnTo>
                <a:lnTo>
                  <a:pt x="15427" y="4380"/>
                </a:lnTo>
                <a:lnTo>
                  <a:pt x="15573" y="4915"/>
                </a:lnTo>
                <a:lnTo>
                  <a:pt x="15403" y="4964"/>
                </a:lnTo>
                <a:lnTo>
                  <a:pt x="15232" y="5061"/>
                </a:lnTo>
                <a:lnTo>
                  <a:pt x="15086" y="5183"/>
                </a:lnTo>
                <a:lnTo>
                  <a:pt x="15038" y="5256"/>
                </a:lnTo>
                <a:lnTo>
                  <a:pt x="15013" y="5329"/>
                </a:lnTo>
                <a:lnTo>
                  <a:pt x="15013" y="5378"/>
                </a:lnTo>
                <a:lnTo>
                  <a:pt x="15038" y="5402"/>
                </a:lnTo>
                <a:lnTo>
                  <a:pt x="15062" y="5426"/>
                </a:lnTo>
                <a:lnTo>
                  <a:pt x="15111" y="5451"/>
                </a:lnTo>
                <a:lnTo>
                  <a:pt x="15208" y="5451"/>
                </a:lnTo>
                <a:lnTo>
                  <a:pt x="15305" y="5426"/>
                </a:lnTo>
                <a:lnTo>
                  <a:pt x="15476" y="5353"/>
                </a:lnTo>
                <a:lnTo>
                  <a:pt x="15695" y="5305"/>
                </a:lnTo>
                <a:lnTo>
                  <a:pt x="15792" y="5743"/>
                </a:lnTo>
                <a:lnTo>
                  <a:pt x="15622" y="5816"/>
                </a:lnTo>
                <a:lnTo>
                  <a:pt x="15451" y="5864"/>
                </a:lnTo>
                <a:lnTo>
                  <a:pt x="15305" y="5937"/>
                </a:lnTo>
                <a:lnTo>
                  <a:pt x="15159" y="6035"/>
                </a:lnTo>
                <a:lnTo>
                  <a:pt x="15013" y="6132"/>
                </a:lnTo>
                <a:lnTo>
                  <a:pt x="15013" y="6181"/>
                </a:lnTo>
                <a:lnTo>
                  <a:pt x="15013" y="6205"/>
                </a:lnTo>
                <a:lnTo>
                  <a:pt x="15038" y="6229"/>
                </a:lnTo>
                <a:lnTo>
                  <a:pt x="15403" y="6229"/>
                </a:lnTo>
                <a:lnTo>
                  <a:pt x="15719" y="6181"/>
                </a:lnTo>
                <a:lnTo>
                  <a:pt x="15914" y="6156"/>
                </a:lnTo>
                <a:lnTo>
                  <a:pt x="16035" y="6594"/>
                </a:lnTo>
                <a:lnTo>
                  <a:pt x="15768" y="6691"/>
                </a:lnTo>
                <a:lnTo>
                  <a:pt x="15549" y="6764"/>
                </a:lnTo>
                <a:lnTo>
                  <a:pt x="15184" y="6910"/>
                </a:lnTo>
                <a:lnTo>
                  <a:pt x="15135" y="6935"/>
                </a:lnTo>
                <a:lnTo>
                  <a:pt x="15062" y="6983"/>
                </a:lnTo>
                <a:lnTo>
                  <a:pt x="15038" y="7032"/>
                </a:lnTo>
                <a:lnTo>
                  <a:pt x="15013" y="7081"/>
                </a:lnTo>
                <a:lnTo>
                  <a:pt x="15038" y="7056"/>
                </a:lnTo>
                <a:lnTo>
                  <a:pt x="15013" y="7105"/>
                </a:lnTo>
                <a:lnTo>
                  <a:pt x="15013" y="7129"/>
                </a:lnTo>
                <a:lnTo>
                  <a:pt x="15038" y="7154"/>
                </a:lnTo>
                <a:lnTo>
                  <a:pt x="15086" y="7202"/>
                </a:lnTo>
                <a:lnTo>
                  <a:pt x="15208" y="7227"/>
                </a:lnTo>
                <a:lnTo>
                  <a:pt x="15403" y="7227"/>
                </a:lnTo>
                <a:lnTo>
                  <a:pt x="15622" y="7178"/>
                </a:lnTo>
                <a:lnTo>
                  <a:pt x="15841" y="7129"/>
                </a:lnTo>
                <a:lnTo>
                  <a:pt x="16108" y="7056"/>
                </a:lnTo>
                <a:lnTo>
                  <a:pt x="16108" y="7397"/>
                </a:lnTo>
                <a:lnTo>
                  <a:pt x="16108" y="7713"/>
                </a:lnTo>
                <a:lnTo>
                  <a:pt x="16035" y="7713"/>
                </a:lnTo>
                <a:lnTo>
                  <a:pt x="15670" y="7762"/>
                </a:lnTo>
                <a:lnTo>
                  <a:pt x="15330" y="7786"/>
                </a:lnTo>
                <a:lnTo>
                  <a:pt x="14965" y="7835"/>
                </a:lnTo>
                <a:lnTo>
                  <a:pt x="14600" y="7932"/>
                </a:lnTo>
                <a:lnTo>
                  <a:pt x="14575" y="7957"/>
                </a:lnTo>
                <a:lnTo>
                  <a:pt x="14575" y="7981"/>
                </a:lnTo>
                <a:lnTo>
                  <a:pt x="14575" y="8005"/>
                </a:lnTo>
                <a:lnTo>
                  <a:pt x="14600" y="8030"/>
                </a:lnTo>
                <a:lnTo>
                  <a:pt x="15330" y="8151"/>
                </a:lnTo>
                <a:lnTo>
                  <a:pt x="15500" y="8176"/>
                </a:lnTo>
                <a:lnTo>
                  <a:pt x="15695" y="8200"/>
                </a:lnTo>
                <a:lnTo>
                  <a:pt x="15865" y="8176"/>
                </a:lnTo>
                <a:lnTo>
                  <a:pt x="16035" y="8127"/>
                </a:lnTo>
                <a:lnTo>
                  <a:pt x="16035" y="8176"/>
                </a:lnTo>
                <a:lnTo>
                  <a:pt x="15938" y="8565"/>
                </a:lnTo>
                <a:lnTo>
                  <a:pt x="15816" y="8930"/>
                </a:lnTo>
                <a:lnTo>
                  <a:pt x="15524" y="8881"/>
                </a:lnTo>
                <a:lnTo>
                  <a:pt x="15232" y="8833"/>
                </a:lnTo>
                <a:lnTo>
                  <a:pt x="15013" y="8784"/>
                </a:lnTo>
                <a:lnTo>
                  <a:pt x="14794" y="8760"/>
                </a:lnTo>
                <a:lnTo>
                  <a:pt x="14332" y="8784"/>
                </a:lnTo>
                <a:lnTo>
                  <a:pt x="14308" y="8784"/>
                </a:lnTo>
                <a:lnTo>
                  <a:pt x="14308" y="8808"/>
                </a:lnTo>
                <a:lnTo>
                  <a:pt x="14308" y="8833"/>
                </a:lnTo>
                <a:lnTo>
                  <a:pt x="14332" y="8833"/>
                </a:lnTo>
                <a:lnTo>
                  <a:pt x="14478" y="8881"/>
                </a:lnTo>
                <a:lnTo>
                  <a:pt x="14624" y="8954"/>
                </a:lnTo>
                <a:lnTo>
                  <a:pt x="14965" y="9125"/>
                </a:lnTo>
                <a:lnTo>
                  <a:pt x="15281" y="9271"/>
                </a:lnTo>
                <a:lnTo>
                  <a:pt x="15451" y="9319"/>
                </a:lnTo>
                <a:lnTo>
                  <a:pt x="15622" y="9368"/>
                </a:lnTo>
                <a:lnTo>
                  <a:pt x="15500" y="9636"/>
                </a:lnTo>
                <a:lnTo>
                  <a:pt x="15354" y="9903"/>
                </a:lnTo>
                <a:lnTo>
                  <a:pt x="15135" y="9782"/>
                </a:lnTo>
                <a:lnTo>
                  <a:pt x="14916" y="9684"/>
                </a:lnTo>
                <a:lnTo>
                  <a:pt x="14429" y="9563"/>
                </a:lnTo>
                <a:lnTo>
                  <a:pt x="14210" y="9490"/>
                </a:lnTo>
                <a:lnTo>
                  <a:pt x="13943" y="9441"/>
                </a:lnTo>
                <a:lnTo>
                  <a:pt x="13699" y="9417"/>
                </a:lnTo>
                <a:lnTo>
                  <a:pt x="13553" y="9417"/>
                </a:lnTo>
                <a:lnTo>
                  <a:pt x="13456" y="9465"/>
                </a:lnTo>
                <a:lnTo>
                  <a:pt x="13432" y="9490"/>
                </a:lnTo>
                <a:lnTo>
                  <a:pt x="13432" y="9514"/>
                </a:lnTo>
                <a:lnTo>
                  <a:pt x="13578" y="9636"/>
                </a:lnTo>
                <a:lnTo>
                  <a:pt x="13772" y="9733"/>
                </a:lnTo>
                <a:lnTo>
                  <a:pt x="14137" y="9855"/>
                </a:lnTo>
                <a:lnTo>
                  <a:pt x="14648" y="10049"/>
                </a:lnTo>
                <a:lnTo>
                  <a:pt x="14892" y="10147"/>
                </a:lnTo>
                <a:lnTo>
                  <a:pt x="15135" y="10244"/>
                </a:lnTo>
                <a:lnTo>
                  <a:pt x="14794" y="10706"/>
                </a:lnTo>
                <a:lnTo>
                  <a:pt x="14721" y="10658"/>
                </a:lnTo>
                <a:lnTo>
                  <a:pt x="14624" y="10633"/>
                </a:lnTo>
                <a:lnTo>
                  <a:pt x="14405" y="10560"/>
                </a:lnTo>
                <a:lnTo>
                  <a:pt x="13991" y="10512"/>
                </a:lnTo>
                <a:lnTo>
                  <a:pt x="13772" y="10439"/>
                </a:lnTo>
                <a:lnTo>
                  <a:pt x="13505" y="10366"/>
                </a:lnTo>
                <a:lnTo>
                  <a:pt x="13359" y="10341"/>
                </a:lnTo>
                <a:lnTo>
                  <a:pt x="13213" y="10317"/>
                </a:lnTo>
                <a:lnTo>
                  <a:pt x="13115" y="10341"/>
                </a:lnTo>
                <a:lnTo>
                  <a:pt x="12994" y="10390"/>
                </a:lnTo>
                <a:lnTo>
                  <a:pt x="12994" y="10414"/>
                </a:lnTo>
                <a:lnTo>
                  <a:pt x="13018" y="10536"/>
                </a:lnTo>
                <a:lnTo>
                  <a:pt x="13091" y="10609"/>
                </a:lnTo>
                <a:lnTo>
                  <a:pt x="13188" y="10682"/>
                </a:lnTo>
                <a:lnTo>
                  <a:pt x="13310" y="10731"/>
                </a:lnTo>
                <a:lnTo>
                  <a:pt x="13553" y="10828"/>
                </a:lnTo>
                <a:lnTo>
                  <a:pt x="13772" y="10877"/>
                </a:lnTo>
                <a:lnTo>
                  <a:pt x="14113" y="10998"/>
                </a:lnTo>
                <a:lnTo>
                  <a:pt x="14308" y="11047"/>
                </a:lnTo>
                <a:lnTo>
                  <a:pt x="14502" y="11071"/>
                </a:lnTo>
                <a:lnTo>
                  <a:pt x="14089" y="11509"/>
                </a:lnTo>
                <a:lnTo>
                  <a:pt x="13943" y="11412"/>
                </a:lnTo>
                <a:lnTo>
                  <a:pt x="13772" y="11339"/>
                </a:lnTo>
                <a:lnTo>
                  <a:pt x="13432" y="11242"/>
                </a:lnTo>
                <a:lnTo>
                  <a:pt x="13067" y="11144"/>
                </a:lnTo>
                <a:lnTo>
                  <a:pt x="12702" y="11071"/>
                </a:lnTo>
                <a:lnTo>
                  <a:pt x="12337" y="11047"/>
                </a:lnTo>
                <a:lnTo>
                  <a:pt x="11972" y="11096"/>
                </a:lnTo>
                <a:lnTo>
                  <a:pt x="11947" y="11096"/>
                </a:lnTo>
                <a:lnTo>
                  <a:pt x="11899" y="11120"/>
                </a:lnTo>
                <a:lnTo>
                  <a:pt x="11874" y="11193"/>
                </a:lnTo>
                <a:lnTo>
                  <a:pt x="11850" y="11266"/>
                </a:lnTo>
                <a:lnTo>
                  <a:pt x="11874" y="11290"/>
                </a:lnTo>
                <a:lnTo>
                  <a:pt x="11899" y="11363"/>
                </a:lnTo>
                <a:lnTo>
                  <a:pt x="11972" y="11412"/>
                </a:lnTo>
                <a:lnTo>
                  <a:pt x="12580" y="11509"/>
                </a:lnTo>
                <a:lnTo>
                  <a:pt x="12872" y="11582"/>
                </a:lnTo>
                <a:lnTo>
                  <a:pt x="13164" y="11655"/>
                </a:lnTo>
                <a:lnTo>
                  <a:pt x="13432" y="11753"/>
                </a:lnTo>
                <a:lnTo>
                  <a:pt x="13675" y="11850"/>
                </a:lnTo>
                <a:lnTo>
                  <a:pt x="13359" y="12118"/>
                </a:lnTo>
                <a:lnTo>
                  <a:pt x="13018" y="12337"/>
                </a:lnTo>
                <a:lnTo>
                  <a:pt x="12994" y="12288"/>
                </a:lnTo>
                <a:lnTo>
                  <a:pt x="12945" y="12239"/>
                </a:lnTo>
                <a:lnTo>
                  <a:pt x="12775" y="12166"/>
                </a:lnTo>
                <a:lnTo>
                  <a:pt x="12604" y="12142"/>
                </a:lnTo>
                <a:lnTo>
                  <a:pt x="12410" y="12118"/>
                </a:lnTo>
                <a:lnTo>
                  <a:pt x="12215" y="12069"/>
                </a:lnTo>
                <a:lnTo>
                  <a:pt x="11850" y="11947"/>
                </a:lnTo>
                <a:lnTo>
                  <a:pt x="11558" y="11826"/>
                </a:lnTo>
                <a:lnTo>
                  <a:pt x="11242" y="11704"/>
                </a:lnTo>
                <a:lnTo>
                  <a:pt x="11096" y="11655"/>
                </a:lnTo>
                <a:lnTo>
                  <a:pt x="10950" y="11607"/>
                </a:lnTo>
                <a:lnTo>
                  <a:pt x="10779" y="11582"/>
                </a:lnTo>
                <a:lnTo>
                  <a:pt x="10633" y="11582"/>
                </a:lnTo>
                <a:lnTo>
                  <a:pt x="10609" y="11607"/>
                </a:lnTo>
                <a:lnTo>
                  <a:pt x="10609" y="11655"/>
                </a:lnTo>
                <a:lnTo>
                  <a:pt x="10682" y="11753"/>
                </a:lnTo>
                <a:lnTo>
                  <a:pt x="10804" y="11874"/>
                </a:lnTo>
                <a:lnTo>
                  <a:pt x="10925" y="11947"/>
                </a:lnTo>
                <a:lnTo>
                  <a:pt x="11047" y="12045"/>
                </a:lnTo>
                <a:lnTo>
                  <a:pt x="11315" y="12166"/>
                </a:lnTo>
                <a:lnTo>
                  <a:pt x="11582" y="12288"/>
                </a:lnTo>
                <a:lnTo>
                  <a:pt x="11826" y="12385"/>
                </a:lnTo>
                <a:lnTo>
                  <a:pt x="12093" y="12483"/>
                </a:lnTo>
                <a:lnTo>
                  <a:pt x="12361" y="12556"/>
                </a:lnTo>
                <a:lnTo>
                  <a:pt x="12507" y="12580"/>
                </a:lnTo>
                <a:lnTo>
                  <a:pt x="12629" y="12580"/>
                </a:lnTo>
                <a:lnTo>
                  <a:pt x="12239" y="12799"/>
                </a:lnTo>
                <a:lnTo>
                  <a:pt x="11850" y="12969"/>
                </a:lnTo>
                <a:lnTo>
                  <a:pt x="11801" y="12921"/>
                </a:lnTo>
                <a:lnTo>
                  <a:pt x="11680" y="12823"/>
                </a:lnTo>
                <a:lnTo>
                  <a:pt x="11558" y="12775"/>
                </a:lnTo>
                <a:lnTo>
                  <a:pt x="11266" y="12677"/>
                </a:lnTo>
                <a:lnTo>
                  <a:pt x="10998" y="12604"/>
                </a:lnTo>
                <a:lnTo>
                  <a:pt x="10731" y="12531"/>
                </a:lnTo>
                <a:lnTo>
                  <a:pt x="10585" y="12458"/>
                </a:lnTo>
                <a:lnTo>
                  <a:pt x="10439" y="12385"/>
                </a:lnTo>
                <a:lnTo>
                  <a:pt x="10171" y="12239"/>
                </a:lnTo>
                <a:lnTo>
                  <a:pt x="10025" y="12166"/>
                </a:lnTo>
                <a:lnTo>
                  <a:pt x="9879" y="12118"/>
                </a:lnTo>
                <a:lnTo>
                  <a:pt x="9733" y="12093"/>
                </a:lnTo>
                <a:lnTo>
                  <a:pt x="9563" y="12093"/>
                </a:lnTo>
                <a:lnTo>
                  <a:pt x="9514" y="12118"/>
                </a:lnTo>
                <a:lnTo>
                  <a:pt x="9490" y="12142"/>
                </a:lnTo>
                <a:lnTo>
                  <a:pt x="9490" y="12191"/>
                </a:lnTo>
                <a:lnTo>
                  <a:pt x="9514" y="12215"/>
                </a:lnTo>
                <a:lnTo>
                  <a:pt x="9733" y="12410"/>
                </a:lnTo>
                <a:lnTo>
                  <a:pt x="9952" y="12580"/>
                </a:lnTo>
                <a:lnTo>
                  <a:pt x="10220" y="12750"/>
                </a:lnTo>
                <a:lnTo>
                  <a:pt x="10463" y="12872"/>
                </a:lnTo>
                <a:lnTo>
                  <a:pt x="10682" y="12969"/>
                </a:lnTo>
                <a:lnTo>
                  <a:pt x="10901" y="13042"/>
                </a:lnTo>
                <a:lnTo>
                  <a:pt x="11363" y="13188"/>
                </a:lnTo>
                <a:lnTo>
                  <a:pt x="10852" y="13359"/>
                </a:lnTo>
                <a:lnTo>
                  <a:pt x="10317" y="13505"/>
                </a:lnTo>
                <a:lnTo>
                  <a:pt x="10317" y="13480"/>
                </a:lnTo>
                <a:lnTo>
                  <a:pt x="10366" y="13359"/>
                </a:lnTo>
                <a:lnTo>
                  <a:pt x="10366" y="13310"/>
                </a:lnTo>
                <a:lnTo>
                  <a:pt x="10342" y="13261"/>
                </a:lnTo>
                <a:lnTo>
                  <a:pt x="10293" y="13213"/>
                </a:lnTo>
                <a:lnTo>
                  <a:pt x="10244" y="13164"/>
                </a:lnTo>
                <a:lnTo>
                  <a:pt x="9198" y="12604"/>
                </a:lnTo>
                <a:lnTo>
                  <a:pt x="9028" y="12507"/>
                </a:lnTo>
                <a:lnTo>
                  <a:pt x="8809" y="12410"/>
                </a:lnTo>
                <a:lnTo>
                  <a:pt x="8711" y="12385"/>
                </a:lnTo>
                <a:lnTo>
                  <a:pt x="8590" y="12361"/>
                </a:lnTo>
                <a:lnTo>
                  <a:pt x="8492" y="12385"/>
                </a:lnTo>
                <a:lnTo>
                  <a:pt x="8419" y="12434"/>
                </a:lnTo>
                <a:lnTo>
                  <a:pt x="8419" y="12458"/>
                </a:lnTo>
                <a:lnTo>
                  <a:pt x="8444" y="12556"/>
                </a:lnTo>
                <a:lnTo>
                  <a:pt x="8517" y="12629"/>
                </a:lnTo>
                <a:lnTo>
                  <a:pt x="8687" y="12799"/>
                </a:lnTo>
                <a:lnTo>
                  <a:pt x="9028" y="13042"/>
                </a:lnTo>
                <a:lnTo>
                  <a:pt x="9490" y="13334"/>
                </a:lnTo>
                <a:lnTo>
                  <a:pt x="9733" y="13456"/>
                </a:lnTo>
                <a:lnTo>
                  <a:pt x="10001" y="13553"/>
                </a:lnTo>
                <a:lnTo>
                  <a:pt x="9539" y="13651"/>
                </a:lnTo>
                <a:lnTo>
                  <a:pt x="9076" y="13699"/>
                </a:lnTo>
                <a:lnTo>
                  <a:pt x="9052" y="13651"/>
                </a:lnTo>
                <a:lnTo>
                  <a:pt x="8857" y="13480"/>
                </a:lnTo>
                <a:lnTo>
                  <a:pt x="8638" y="13334"/>
                </a:lnTo>
                <a:lnTo>
                  <a:pt x="8176" y="13067"/>
                </a:lnTo>
                <a:lnTo>
                  <a:pt x="7762" y="12799"/>
                </a:lnTo>
                <a:lnTo>
                  <a:pt x="7568" y="12677"/>
                </a:lnTo>
                <a:lnTo>
                  <a:pt x="7349" y="12604"/>
                </a:lnTo>
                <a:lnTo>
                  <a:pt x="7300" y="12604"/>
                </a:lnTo>
                <a:lnTo>
                  <a:pt x="7276" y="12653"/>
                </a:lnTo>
                <a:lnTo>
                  <a:pt x="7276" y="12775"/>
                </a:lnTo>
                <a:lnTo>
                  <a:pt x="7300" y="12872"/>
                </a:lnTo>
                <a:lnTo>
                  <a:pt x="7373" y="12969"/>
                </a:lnTo>
                <a:lnTo>
                  <a:pt x="7446" y="13042"/>
                </a:lnTo>
                <a:lnTo>
                  <a:pt x="7616" y="13213"/>
                </a:lnTo>
                <a:lnTo>
                  <a:pt x="7787" y="13334"/>
                </a:lnTo>
                <a:lnTo>
                  <a:pt x="8103" y="13553"/>
                </a:lnTo>
                <a:lnTo>
                  <a:pt x="8444" y="13748"/>
                </a:lnTo>
                <a:lnTo>
                  <a:pt x="8346" y="13748"/>
                </a:lnTo>
                <a:lnTo>
                  <a:pt x="7835" y="13772"/>
                </a:lnTo>
                <a:lnTo>
                  <a:pt x="7349" y="13724"/>
                </a:lnTo>
                <a:lnTo>
                  <a:pt x="7373" y="13699"/>
                </a:lnTo>
                <a:lnTo>
                  <a:pt x="7397" y="13651"/>
                </a:lnTo>
                <a:lnTo>
                  <a:pt x="7422" y="13578"/>
                </a:lnTo>
                <a:lnTo>
                  <a:pt x="7397" y="13529"/>
                </a:lnTo>
                <a:lnTo>
                  <a:pt x="7373" y="13456"/>
                </a:lnTo>
                <a:lnTo>
                  <a:pt x="7324" y="13383"/>
                </a:lnTo>
                <a:lnTo>
                  <a:pt x="7203" y="13286"/>
                </a:lnTo>
                <a:lnTo>
                  <a:pt x="6911" y="13091"/>
                </a:lnTo>
                <a:lnTo>
                  <a:pt x="6643" y="12872"/>
                </a:lnTo>
                <a:lnTo>
                  <a:pt x="6521" y="12799"/>
                </a:lnTo>
                <a:lnTo>
                  <a:pt x="6448" y="12750"/>
                </a:lnTo>
                <a:lnTo>
                  <a:pt x="6424" y="12702"/>
                </a:lnTo>
                <a:lnTo>
                  <a:pt x="6424" y="12677"/>
                </a:lnTo>
                <a:lnTo>
                  <a:pt x="6400" y="12677"/>
                </a:lnTo>
                <a:lnTo>
                  <a:pt x="6375" y="12702"/>
                </a:lnTo>
                <a:lnTo>
                  <a:pt x="6351" y="12775"/>
                </a:lnTo>
                <a:lnTo>
                  <a:pt x="6327" y="12823"/>
                </a:lnTo>
                <a:lnTo>
                  <a:pt x="6351" y="12969"/>
                </a:lnTo>
                <a:lnTo>
                  <a:pt x="6400" y="13042"/>
                </a:lnTo>
                <a:lnTo>
                  <a:pt x="6448" y="13140"/>
                </a:lnTo>
                <a:lnTo>
                  <a:pt x="6570" y="13286"/>
                </a:lnTo>
                <a:lnTo>
                  <a:pt x="6716" y="13432"/>
                </a:lnTo>
                <a:lnTo>
                  <a:pt x="6862" y="13553"/>
                </a:lnTo>
                <a:lnTo>
                  <a:pt x="7032" y="13675"/>
                </a:lnTo>
                <a:lnTo>
                  <a:pt x="7032" y="13675"/>
                </a:lnTo>
                <a:lnTo>
                  <a:pt x="6619" y="13578"/>
                </a:lnTo>
                <a:lnTo>
                  <a:pt x="6229" y="13456"/>
                </a:lnTo>
                <a:lnTo>
                  <a:pt x="5864" y="13334"/>
                </a:lnTo>
                <a:lnTo>
                  <a:pt x="5670" y="13286"/>
                </a:lnTo>
                <a:lnTo>
                  <a:pt x="5475" y="13261"/>
                </a:lnTo>
                <a:lnTo>
                  <a:pt x="5280" y="13237"/>
                </a:lnTo>
                <a:lnTo>
                  <a:pt x="5086" y="13261"/>
                </a:lnTo>
                <a:lnTo>
                  <a:pt x="4988" y="13286"/>
                </a:lnTo>
                <a:lnTo>
                  <a:pt x="4915" y="13334"/>
                </a:lnTo>
                <a:lnTo>
                  <a:pt x="4842" y="13407"/>
                </a:lnTo>
                <a:lnTo>
                  <a:pt x="4818" y="13505"/>
                </a:lnTo>
                <a:lnTo>
                  <a:pt x="4672" y="13651"/>
                </a:lnTo>
                <a:lnTo>
                  <a:pt x="4502" y="13797"/>
                </a:lnTo>
                <a:lnTo>
                  <a:pt x="4331" y="13943"/>
                </a:lnTo>
                <a:lnTo>
                  <a:pt x="4161" y="14064"/>
                </a:lnTo>
                <a:lnTo>
                  <a:pt x="3869" y="14259"/>
                </a:lnTo>
                <a:lnTo>
                  <a:pt x="3553" y="14405"/>
                </a:lnTo>
                <a:lnTo>
                  <a:pt x="3212" y="14551"/>
                </a:lnTo>
                <a:lnTo>
                  <a:pt x="2896" y="14648"/>
                </a:lnTo>
                <a:lnTo>
                  <a:pt x="2555" y="14745"/>
                </a:lnTo>
                <a:lnTo>
                  <a:pt x="2190" y="14818"/>
                </a:lnTo>
                <a:lnTo>
                  <a:pt x="1825" y="14867"/>
                </a:lnTo>
                <a:lnTo>
                  <a:pt x="1485" y="14891"/>
                </a:lnTo>
                <a:lnTo>
                  <a:pt x="1314" y="14891"/>
                </a:lnTo>
                <a:lnTo>
                  <a:pt x="1144" y="14867"/>
                </a:lnTo>
                <a:lnTo>
                  <a:pt x="1436" y="14672"/>
                </a:lnTo>
                <a:lnTo>
                  <a:pt x="1728" y="14453"/>
                </a:lnTo>
                <a:lnTo>
                  <a:pt x="1996" y="14210"/>
                </a:lnTo>
                <a:lnTo>
                  <a:pt x="2239" y="13991"/>
                </a:lnTo>
                <a:lnTo>
                  <a:pt x="2604" y="13626"/>
                </a:lnTo>
                <a:lnTo>
                  <a:pt x="2774" y="13432"/>
                </a:lnTo>
                <a:lnTo>
                  <a:pt x="2944" y="13188"/>
                </a:lnTo>
                <a:lnTo>
                  <a:pt x="3066" y="12945"/>
                </a:lnTo>
                <a:lnTo>
                  <a:pt x="3163" y="12702"/>
                </a:lnTo>
                <a:lnTo>
                  <a:pt x="3212" y="12458"/>
                </a:lnTo>
                <a:lnTo>
                  <a:pt x="3212" y="12337"/>
                </a:lnTo>
                <a:lnTo>
                  <a:pt x="3212" y="12215"/>
                </a:lnTo>
                <a:lnTo>
                  <a:pt x="3236" y="12118"/>
                </a:lnTo>
                <a:lnTo>
                  <a:pt x="3212" y="12045"/>
                </a:lnTo>
                <a:lnTo>
                  <a:pt x="3188" y="11972"/>
                </a:lnTo>
                <a:lnTo>
                  <a:pt x="3115" y="11923"/>
                </a:lnTo>
                <a:lnTo>
                  <a:pt x="2920" y="11826"/>
                </a:lnTo>
                <a:lnTo>
                  <a:pt x="2750" y="11704"/>
                </a:lnTo>
                <a:lnTo>
                  <a:pt x="2409" y="11461"/>
                </a:lnTo>
                <a:lnTo>
                  <a:pt x="2117" y="11169"/>
                </a:lnTo>
                <a:lnTo>
                  <a:pt x="1850" y="10852"/>
                </a:lnTo>
                <a:lnTo>
                  <a:pt x="1631" y="10512"/>
                </a:lnTo>
                <a:lnTo>
                  <a:pt x="1412" y="10147"/>
                </a:lnTo>
                <a:lnTo>
                  <a:pt x="1241" y="9757"/>
                </a:lnTo>
                <a:lnTo>
                  <a:pt x="1095" y="9368"/>
                </a:lnTo>
                <a:lnTo>
                  <a:pt x="949" y="8979"/>
                </a:lnTo>
                <a:lnTo>
                  <a:pt x="828" y="8565"/>
                </a:lnTo>
                <a:lnTo>
                  <a:pt x="755" y="8127"/>
                </a:lnTo>
                <a:lnTo>
                  <a:pt x="682" y="7689"/>
                </a:lnTo>
                <a:lnTo>
                  <a:pt x="657" y="7251"/>
                </a:lnTo>
                <a:lnTo>
                  <a:pt x="657" y="6837"/>
                </a:lnTo>
                <a:lnTo>
                  <a:pt x="706" y="6399"/>
                </a:lnTo>
                <a:lnTo>
                  <a:pt x="803" y="5986"/>
                </a:lnTo>
                <a:lnTo>
                  <a:pt x="925" y="5548"/>
                </a:lnTo>
                <a:lnTo>
                  <a:pt x="1120" y="5110"/>
                </a:lnTo>
                <a:lnTo>
                  <a:pt x="1339" y="4696"/>
                </a:lnTo>
                <a:lnTo>
                  <a:pt x="1606" y="4307"/>
                </a:lnTo>
                <a:lnTo>
                  <a:pt x="1898" y="3869"/>
                </a:lnTo>
                <a:lnTo>
                  <a:pt x="2166" y="3431"/>
                </a:lnTo>
                <a:lnTo>
                  <a:pt x="2434" y="3017"/>
                </a:lnTo>
                <a:lnTo>
                  <a:pt x="2604" y="2823"/>
                </a:lnTo>
                <a:lnTo>
                  <a:pt x="2774" y="2628"/>
                </a:lnTo>
                <a:lnTo>
                  <a:pt x="3115" y="2336"/>
                </a:lnTo>
                <a:lnTo>
                  <a:pt x="3431" y="2068"/>
                </a:lnTo>
                <a:lnTo>
                  <a:pt x="3772" y="1825"/>
                </a:lnTo>
                <a:lnTo>
                  <a:pt x="4137" y="1582"/>
                </a:lnTo>
                <a:lnTo>
                  <a:pt x="4502" y="1387"/>
                </a:lnTo>
                <a:lnTo>
                  <a:pt x="4867" y="1192"/>
                </a:lnTo>
                <a:lnTo>
                  <a:pt x="5256" y="1046"/>
                </a:lnTo>
                <a:lnTo>
                  <a:pt x="5670" y="900"/>
                </a:lnTo>
                <a:lnTo>
                  <a:pt x="6083" y="803"/>
                </a:lnTo>
                <a:lnTo>
                  <a:pt x="6497" y="706"/>
                </a:lnTo>
                <a:lnTo>
                  <a:pt x="6935" y="633"/>
                </a:lnTo>
                <a:lnTo>
                  <a:pt x="7373" y="584"/>
                </a:lnTo>
                <a:lnTo>
                  <a:pt x="7811" y="535"/>
                </a:lnTo>
                <a:lnTo>
                  <a:pt x="8249" y="511"/>
                </a:lnTo>
                <a:close/>
                <a:moveTo>
                  <a:pt x="8444" y="0"/>
                </a:moveTo>
                <a:lnTo>
                  <a:pt x="7641" y="24"/>
                </a:lnTo>
                <a:lnTo>
                  <a:pt x="6838" y="122"/>
                </a:lnTo>
                <a:lnTo>
                  <a:pt x="6351" y="195"/>
                </a:lnTo>
                <a:lnTo>
                  <a:pt x="5889" y="292"/>
                </a:lnTo>
                <a:lnTo>
                  <a:pt x="5426" y="414"/>
                </a:lnTo>
                <a:lnTo>
                  <a:pt x="4964" y="560"/>
                </a:lnTo>
                <a:lnTo>
                  <a:pt x="4502" y="730"/>
                </a:lnTo>
                <a:lnTo>
                  <a:pt x="4088" y="949"/>
                </a:lnTo>
                <a:lnTo>
                  <a:pt x="3674" y="1217"/>
                </a:lnTo>
                <a:lnTo>
                  <a:pt x="3285" y="1509"/>
                </a:lnTo>
                <a:lnTo>
                  <a:pt x="2823" y="1922"/>
                </a:lnTo>
                <a:lnTo>
                  <a:pt x="2385" y="2312"/>
                </a:lnTo>
                <a:lnTo>
                  <a:pt x="2166" y="2531"/>
                </a:lnTo>
                <a:lnTo>
                  <a:pt x="1947" y="2725"/>
                </a:lnTo>
                <a:lnTo>
                  <a:pt x="1752" y="2969"/>
                </a:lnTo>
                <a:lnTo>
                  <a:pt x="1582" y="3212"/>
                </a:lnTo>
                <a:lnTo>
                  <a:pt x="1266" y="3723"/>
                </a:lnTo>
                <a:lnTo>
                  <a:pt x="974" y="4283"/>
                </a:lnTo>
                <a:lnTo>
                  <a:pt x="682" y="4842"/>
                </a:lnTo>
                <a:lnTo>
                  <a:pt x="438" y="5402"/>
                </a:lnTo>
                <a:lnTo>
                  <a:pt x="341" y="5645"/>
                </a:lnTo>
                <a:lnTo>
                  <a:pt x="268" y="5889"/>
                </a:lnTo>
                <a:lnTo>
                  <a:pt x="195" y="6132"/>
                </a:lnTo>
                <a:lnTo>
                  <a:pt x="146" y="6375"/>
                </a:lnTo>
                <a:lnTo>
                  <a:pt x="122" y="6886"/>
                </a:lnTo>
                <a:lnTo>
                  <a:pt x="122" y="7397"/>
                </a:lnTo>
                <a:lnTo>
                  <a:pt x="171" y="7908"/>
                </a:lnTo>
                <a:lnTo>
                  <a:pt x="268" y="8419"/>
                </a:lnTo>
                <a:lnTo>
                  <a:pt x="390" y="8906"/>
                </a:lnTo>
                <a:lnTo>
                  <a:pt x="536" y="9392"/>
                </a:lnTo>
                <a:lnTo>
                  <a:pt x="682" y="9830"/>
                </a:lnTo>
                <a:lnTo>
                  <a:pt x="876" y="10244"/>
                </a:lnTo>
                <a:lnTo>
                  <a:pt x="1095" y="10658"/>
                </a:lnTo>
                <a:lnTo>
                  <a:pt x="1339" y="11047"/>
                </a:lnTo>
                <a:lnTo>
                  <a:pt x="1631" y="11412"/>
                </a:lnTo>
                <a:lnTo>
                  <a:pt x="1947" y="11728"/>
                </a:lnTo>
                <a:lnTo>
                  <a:pt x="2117" y="11874"/>
                </a:lnTo>
                <a:lnTo>
                  <a:pt x="2312" y="12020"/>
                </a:lnTo>
                <a:lnTo>
                  <a:pt x="2507" y="12142"/>
                </a:lnTo>
                <a:lnTo>
                  <a:pt x="2701" y="12239"/>
                </a:lnTo>
                <a:lnTo>
                  <a:pt x="2677" y="12458"/>
                </a:lnTo>
                <a:lnTo>
                  <a:pt x="2604" y="12653"/>
                </a:lnTo>
                <a:lnTo>
                  <a:pt x="2482" y="12848"/>
                </a:lnTo>
                <a:lnTo>
                  <a:pt x="2361" y="13042"/>
                </a:lnTo>
                <a:lnTo>
                  <a:pt x="2215" y="13213"/>
                </a:lnTo>
                <a:lnTo>
                  <a:pt x="2069" y="13359"/>
                </a:lnTo>
                <a:lnTo>
                  <a:pt x="1752" y="13675"/>
                </a:lnTo>
                <a:lnTo>
                  <a:pt x="1412" y="13967"/>
                </a:lnTo>
                <a:lnTo>
                  <a:pt x="1047" y="14259"/>
                </a:lnTo>
                <a:lnTo>
                  <a:pt x="828" y="14381"/>
                </a:lnTo>
                <a:lnTo>
                  <a:pt x="633" y="14478"/>
                </a:lnTo>
                <a:lnTo>
                  <a:pt x="414" y="14575"/>
                </a:lnTo>
                <a:lnTo>
                  <a:pt x="195" y="14648"/>
                </a:lnTo>
                <a:lnTo>
                  <a:pt x="98" y="14697"/>
                </a:lnTo>
                <a:lnTo>
                  <a:pt x="25" y="14794"/>
                </a:lnTo>
                <a:lnTo>
                  <a:pt x="0" y="14891"/>
                </a:lnTo>
                <a:lnTo>
                  <a:pt x="25" y="14989"/>
                </a:lnTo>
                <a:lnTo>
                  <a:pt x="49" y="15086"/>
                </a:lnTo>
                <a:lnTo>
                  <a:pt x="146" y="15159"/>
                </a:lnTo>
                <a:lnTo>
                  <a:pt x="244" y="15208"/>
                </a:lnTo>
                <a:lnTo>
                  <a:pt x="365" y="15208"/>
                </a:lnTo>
                <a:lnTo>
                  <a:pt x="414" y="15183"/>
                </a:lnTo>
                <a:lnTo>
                  <a:pt x="560" y="15256"/>
                </a:lnTo>
                <a:lnTo>
                  <a:pt x="682" y="15305"/>
                </a:lnTo>
                <a:lnTo>
                  <a:pt x="998" y="15378"/>
                </a:lnTo>
                <a:lnTo>
                  <a:pt x="1314" y="15402"/>
                </a:lnTo>
                <a:lnTo>
                  <a:pt x="1679" y="15402"/>
                </a:lnTo>
                <a:lnTo>
                  <a:pt x="2020" y="15354"/>
                </a:lnTo>
                <a:lnTo>
                  <a:pt x="2336" y="15305"/>
                </a:lnTo>
                <a:lnTo>
                  <a:pt x="2896" y="15183"/>
                </a:lnTo>
                <a:lnTo>
                  <a:pt x="3261" y="15062"/>
                </a:lnTo>
                <a:lnTo>
                  <a:pt x="3626" y="14916"/>
                </a:lnTo>
                <a:lnTo>
                  <a:pt x="3991" y="14770"/>
                </a:lnTo>
                <a:lnTo>
                  <a:pt x="4331" y="14575"/>
                </a:lnTo>
                <a:lnTo>
                  <a:pt x="4575" y="14429"/>
                </a:lnTo>
                <a:lnTo>
                  <a:pt x="4818" y="14259"/>
                </a:lnTo>
                <a:lnTo>
                  <a:pt x="5037" y="14040"/>
                </a:lnTo>
                <a:lnTo>
                  <a:pt x="5134" y="13918"/>
                </a:lnTo>
                <a:lnTo>
                  <a:pt x="5207" y="13797"/>
                </a:lnTo>
                <a:lnTo>
                  <a:pt x="5426" y="13821"/>
                </a:lnTo>
                <a:lnTo>
                  <a:pt x="5645" y="13845"/>
                </a:lnTo>
                <a:lnTo>
                  <a:pt x="6059" y="13967"/>
                </a:lnTo>
                <a:lnTo>
                  <a:pt x="6497" y="14113"/>
                </a:lnTo>
                <a:lnTo>
                  <a:pt x="6692" y="14186"/>
                </a:lnTo>
                <a:lnTo>
                  <a:pt x="6911" y="14235"/>
                </a:lnTo>
                <a:lnTo>
                  <a:pt x="7178" y="14283"/>
                </a:lnTo>
                <a:lnTo>
                  <a:pt x="7446" y="14308"/>
                </a:lnTo>
                <a:lnTo>
                  <a:pt x="7981" y="14332"/>
                </a:lnTo>
                <a:lnTo>
                  <a:pt x="8517" y="14308"/>
                </a:lnTo>
                <a:lnTo>
                  <a:pt x="9052" y="14259"/>
                </a:lnTo>
                <a:lnTo>
                  <a:pt x="9490" y="14210"/>
                </a:lnTo>
                <a:lnTo>
                  <a:pt x="9952" y="14137"/>
                </a:lnTo>
                <a:lnTo>
                  <a:pt x="10390" y="14040"/>
                </a:lnTo>
                <a:lnTo>
                  <a:pt x="10828" y="13918"/>
                </a:lnTo>
                <a:lnTo>
                  <a:pt x="11266" y="13797"/>
                </a:lnTo>
                <a:lnTo>
                  <a:pt x="11680" y="13651"/>
                </a:lnTo>
                <a:lnTo>
                  <a:pt x="12093" y="13480"/>
                </a:lnTo>
                <a:lnTo>
                  <a:pt x="12507" y="13286"/>
                </a:lnTo>
                <a:lnTo>
                  <a:pt x="12921" y="13067"/>
                </a:lnTo>
                <a:lnTo>
                  <a:pt x="13310" y="12823"/>
                </a:lnTo>
                <a:lnTo>
                  <a:pt x="13699" y="12556"/>
                </a:lnTo>
                <a:lnTo>
                  <a:pt x="14089" y="12264"/>
                </a:lnTo>
                <a:lnTo>
                  <a:pt x="14429" y="11947"/>
                </a:lnTo>
                <a:lnTo>
                  <a:pt x="14770" y="11607"/>
                </a:lnTo>
                <a:lnTo>
                  <a:pt x="15111" y="11266"/>
                </a:lnTo>
                <a:lnTo>
                  <a:pt x="15403" y="10901"/>
                </a:lnTo>
                <a:lnTo>
                  <a:pt x="15670" y="10512"/>
                </a:lnTo>
                <a:lnTo>
                  <a:pt x="15914" y="10098"/>
                </a:lnTo>
                <a:lnTo>
                  <a:pt x="16133" y="9684"/>
                </a:lnTo>
                <a:lnTo>
                  <a:pt x="16327" y="9246"/>
                </a:lnTo>
                <a:lnTo>
                  <a:pt x="16473" y="8808"/>
                </a:lnTo>
                <a:lnTo>
                  <a:pt x="16595" y="8346"/>
                </a:lnTo>
                <a:lnTo>
                  <a:pt x="16668" y="7884"/>
                </a:lnTo>
                <a:lnTo>
                  <a:pt x="16717" y="7421"/>
                </a:lnTo>
                <a:lnTo>
                  <a:pt x="16717" y="7178"/>
                </a:lnTo>
                <a:lnTo>
                  <a:pt x="16692" y="6959"/>
                </a:lnTo>
                <a:lnTo>
                  <a:pt x="16595" y="6497"/>
                </a:lnTo>
                <a:lnTo>
                  <a:pt x="16473" y="6035"/>
                </a:lnTo>
                <a:lnTo>
                  <a:pt x="16352" y="5597"/>
                </a:lnTo>
                <a:lnTo>
                  <a:pt x="16206" y="5134"/>
                </a:lnTo>
                <a:lnTo>
                  <a:pt x="16084" y="4672"/>
                </a:lnTo>
                <a:lnTo>
                  <a:pt x="15962" y="4210"/>
                </a:lnTo>
                <a:lnTo>
                  <a:pt x="15792" y="3772"/>
                </a:lnTo>
                <a:lnTo>
                  <a:pt x="15597" y="3358"/>
                </a:lnTo>
                <a:lnTo>
                  <a:pt x="15354" y="2993"/>
                </a:lnTo>
                <a:lnTo>
                  <a:pt x="15062" y="2652"/>
                </a:lnTo>
                <a:lnTo>
                  <a:pt x="14770" y="2336"/>
                </a:lnTo>
                <a:lnTo>
                  <a:pt x="14429" y="2044"/>
                </a:lnTo>
                <a:lnTo>
                  <a:pt x="14089" y="1776"/>
                </a:lnTo>
                <a:lnTo>
                  <a:pt x="13724" y="1509"/>
                </a:lnTo>
                <a:lnTo>
                  <a:pt x="13334" y="1265"/>
                </a:lnTo>
                <a:lnTo>
                  <a:pt x="12969" y="1046"/>
                </a:lnTo>
                <a:lnTo>
                  <a:pt x="12580" y="827"/>
                </a:lnTo>
                <a:lnTo>
                  <a:pt x="12166" y="633"/>
                </a:lnTo>
                <a:lnTo>
                  <a:pt x="11777" y="487"/>
                </a:lnTo>
                <a:lnTo>
                  <a:pt x="11363" y="341"/>
                </a:lnTo>
                <a:lnTo>
                  <a:pt x="10950" y="219"/>
                </a:lnTo>
                <a:lnTo>
                  <a:pt x="10512" y="146"/>
                </a:lnTo>
                <a:lnTo>
                  <a:pt x="10074" y="73"/>
                </a:lnTo>
                <a:lnTo>
                  <a:pt x="9271" y="0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32"/>
          <p:cNvSpPr txBox="1"/>
          <p:nvPr/>
        </p:nvSpPr>
        <p:spPr>
          <a:xfrm>
            <a:off x="6622863" y="1542475"/>
            <a:ext cx="2940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Gloria Hallelujah"/>
                <a:ea typeface="Gloria Hallelujah"/>
                <a:cs typeface="Gloria Hallelujah"/>
                <a:sym typeface="Gloria Hallelujah"/>
              </a:rPr>
              <a:t>?</a:t>
            </a:r>
            <a:endParaRPr sz="1800">
              <a:latin typeface="Gloria Hallelujah"/>
              <a:ea typeface="Gloria Hallelujah"/>
              <a:cs typeface="Gloria Hallelujah"/>
              <a:sym typeface="Gloria Hallelujah"/>
            </a:endParaRPr>
          </a:p>
        </p:txBody>
      </p:sp>
      <p:sp>
        <p:nvSpPr>
          <p:cNvPr id="753" name="Google Shape;753;p32"/>
          <p:cNvSpPr/>
          <p:nvPr/>
        </p:nvSpPr>
        <p:spPr>
          <a:xfrm>
            <a:off x="7945075" y="1528388"/>
            <a:ext cx="427621" cy="393585"/>
          </a:xfrm>
          <a:custGeom>
            <a:rect b="b" l="l" r="r" t="t"/>
            <a:pathLst>
              <a:path extrusionOk="0" h="15403" w="16717">
                <a:moveTo>
                  <a:pt x="9149" y="511"/>
                </a:moveTo>
                <a:lnTo>
                  <a:pt x="9587" y="560"/>
                </a:lnTo>
                <a:lnTo>
                  <a:pt x="10025" y="608"/>
                </a:lnTo>
                <a:lnTo>
                  <a:pt x="10439" y="681"/>
                </a:lnTo>
                <a:lnTo>
                  <a:pt x="10877" y="779"/>
                </a:lnTo>
                <a:lnTo>
                  <a:pt x="11290" y="900"/>
                </a:lnTo>
                <a:lnTo>
                  <a:pt x="11704" y="1046"/>
                </a:lnTo>
                <a:lnTo>
                  <a:pt x="12093" y="1217"/>
                </a:lnTo>
                <a:lnTo>
                  <a:pt x="12483" y="1411"/>
                </a:lnTo>
                <a:lnTo>
                  <a:pt x="12994" y="1703"/>
                </a:lnTo>
                <a:lnTo>
                  <a:pt x="13505" y="2020"/>
                </a:lnTo>
                <a:lnTo>
                  <a:pt x="13967" y="2360"/>
                </a:lnTo>
                <a:lnTo>
                  <a:pt x="14210" y="2555"/>
                </a:lnTo>
                <a:lnTo>
                  <a:pt x="14405" y="2750"/>
                </a:lnTo>
                <a:lnTo>
                  <a:pt x="14332" y="2871"/>
                </a:lnTo>
                <a:lnTo>
                  <a:pt x="14308" y="3017"/>
                </a:lnTo>
                <a:lnTo>
                  <a:pt x="14308" y="3066"/>
                </a:lnTo>
                <a:lnTo>
                  <a:pt x="14332" y="3090"/>
                </a:lnTo>
                <a:lnTo>
                  <a:pt x="14405" y="3139"/>
                </a:lnTo>
                <a:lnTo>
                  <a:pt x="14478" y="3139"/>
                </a:lnTo>
                <a:lnTo>
                  <a:pt x="14551" y="3090"/>
                </a:lnTo>
                <a:lnTo>
                  <a:pt x="14624" y="2993"/>
                </a:lnTo>
                <a:lnTo>
                  <a:pt x="14867" y="3285"/>
                </a:lnTo>
                <a:lnTo>
                  <a:pt x="14770" y="3358"/>
                </a:lnTo>
                <a:lnTo>
                  <a:pt x="14697" y="3431"/>
                </a:lnTo>
                <a:lnTo>
                  <a:pt x="14600" y="3601"/>
                </a:lnTo>
                <a:lnTo>
                  <a:pt x="14575" y="3674"/>
                </a:lnTo>
                <a:lnTo>
                  <a:pt x="14575" y="3723"/>
                </a:lnTo>
                <a:lnTo>
                  <a:pt x="14575" y="3772"/>
                </a:lnTo>
                <a:lnTo>
                  <a:pt x="14600" y="3796"/>
                </a:lnTo>
                <a:lnTo>
                  <a:pt x="14648" y="3796"/>
                </a:lnTo>
                <a:lnTo>
                  <a:pt x="14721" y="3772"/>
                </a:lnTo>
                <a:lnTo>
                  <a:pt x="14867" y="3699"/>
                </a:lnTo>
                <a:lnTo>
                  <a:pt x="15086" y="3601"/>
                </a:lnTo>
                <a:lnTo>
                  <a:pt x="15208" y="3820"/>
                </a:lnTo>
                <a:lnTo>
                  <a:pt x="15305" y="4064"/>
                </a:lnTo>
                <a:lnTo>
                  <a:pt x="15111" y="4137"/>
                </a:lnTo>
                <a:lnTo>
                  <a:pt x="15013" y="4185"/>
                </a:lnTo>
                <a:lnTo>
                  <a:pt x="14916" y="4234"/>
                </a:lnTo>
                <a:lnTo>
                  <a:pt x="14892" y="4307"/>
                </a:lnTo>
                <a:lnTo>
                  <a:pt x="14892" y="4380"/>
                </a:lnTo>
                <a:lnTo>
                  <a:pt x="14940" y="4429"/>
                </a:lnTo>
                <a:lnTo>
                  <a:pt x="15013" y="4453"/>
                </a:lnTo>
                <a:lnTo>
                  <a:pt x="15135" y="4453"/>
                </a:lnTo>
                <a:lnTo>
                  <a:pt x="15232" y="4429"/>
                </a:lnTo>
                <a:lnTo>
                  <a:pt x="15427" y="4380"/>
                </a:lnTo>
                <a:lnTo>
                  <a:pt x="15573" y="4915"/>
                </a:lnTo>
                <a:lnTo>
                  <a:pt x="15403" y="4964"/>
                </a:lnTo>
                <a:lnTo>
                  <a:pt x="15232" y="5061"/>
                </a:lnTo>
                <a:lnTo>
                  <a:pt x="15086" y="5183"/>
                </a:lnTo>
                <a:lnTo>
                  <a:pt x="15038" y="5256"/>
                </a:lnTo>
                <a:lnTo>
                  <a:pt x="15013" y="5329"/>
                </a:lnTo>
                <a:lnTo>
                  <a:pt x="15013" y="5378"/>
                </a:lnTo>
                <a:lnTo>
                  <a:pt x="15038" y="5402"/>
                </a:lnTo>
                <a:lnTo>
                  <a:pt x="15062" y="5426"/>
                </a:lnTo>
                <a:lnTo>
                  <a:pt x="15111" y="5451"/>
                </a:lnTo>
                <a:lnTo>
                  <a:pt x="15208" y="5451"/>
                </a:lnTo>
                <a:lnTo>
                  <a:pt x="15305" y="5426"/>
                </a:lnTo>
                <a:lnTo>
                  <a:pt x="15476" y="5353"/>
                </a:lnTo>
                <a:lnTo>
                  <a:pt x="15695" y="5305"/>
                </a:lnTo>
                <a:lnTo>
                  <a:pt x="15792" y="5743"/>
                </a:lnTo>
                <a:lnTo>
                  <a:pt x="15622" y="5816"/>
                </a:lnTo>
                <a:lnTo>
                  <a:pt x="15451" y="5864"/>
                </a:lnTo>
                <a:lnTo>
                  <a:pt x="15305" y="5937"/>
                </a:lnTo>
                <a:lnTo>
                  <a:pt x="15159" y="6035"/>
                </a:lnTo>
                <a:lnTo>
                  <a:pt x="15013" y="6132"/>
                </a:lnTo>
                <a:lnTo>
                  <a:pt x="15013" y="6181"/>
                </a:lnTo>
                <a:lnTo>
                  <a:pt x="15013" y="6205"/>
                </a:lnTo>
                <a:lnTo>
                  <a:pt x="15038" y="6229"/>
                </a:lnTo>
                <a:lnTo>
                  <a:pt x="15403" y="6229"/>
                </a:lnTo>
                <a:lnTo>
                  <a:pt x="15719" y="6181"/>
                </a:lnTo>
                <a:lnTo>
                  <a:pt x="15914" y="6156"/>
                </a:lnTo>
                <a:lnTo>
                  <a:pt x="16035" y="6594"/>
                </a:lnTo>
                <a:lnTo>
                  <a:pt x="15768" y="6691"/>
                </a:lnTo>
                <a:lnTo>
                  <a:pt x="15549" y="6764"/>
                </a:lnTo>
                <a:lnTo>
                  <a:pt x="15184" y="6910"/>
                </a:lnTo>
                <a:lnTo>
                  <a:pt x="15135" y="6935"/>
                </a:lnTo>
                <a:lnTo>
                  <a:pt x="15062" y="6983"/>
                </a:lnTo>
                <a:lnTo>
                  <a:pt x="15038" y="7032"/>
                </a:lnTo>
                <a:lnTo>
                  <a:pt x="15013" y="7081"/>
                </a:lnTo>
                <a:lnTo>
                  <a:pt x="15038" y="7056"/>
                </a:lnTo>
                <a:lnTo>
                  <a:pt x="15013" y="7105"/>
                </a:lnTo>
                <a:lnTo>
                  <a:pt x="15013" y="7129"/>
                </a:lnTo>
                <a:lnTo>
                  <a:pt x="15038" y="7154"/>
                </a:lnTo>
                <a:lnTo>
                  <a:pt x="15086" y="7202"/>
                </a:lnTo>
                <a:lnTo>
                  <a:pt x="15208" y="7227"/>
                </a:lnTo>
                <a:lnTo>
                  <a:pt x="15403" y="7227"/>
                </a:lnTo>
                <a:lnTo>
                  <a:pt x="15622" y="7178"/>
                </a:lnTo>
                <a:lnTo>
                  <a:pt x="15841" y="7129"/>
                </a:lnTo>
                <a:lnTo>
                  <a:pt x="16108" y="7056"/>
                </a:lnTo>
                <a:lnTo>
                  <a:pt x="16108" y="7397"/>
                </a:lnTo>
                <a:lnTo>
                  <a:pt x="16108" y="7713"/>
                </a:lnTo>
                <a:lnTo>
                  <a:pt x="16035" y="7713"/>
                </a:lnTo>
                <a:lnTo>
                  <a:pt x="15670" y="7762"/>
                </a:lnTo>
                <a:lnTo>
                  <a:pt x="15330" y="7786"/>
                </a:lnTo>
                <a:lnTo>
                  <a:pt x="14965" y="7835"/>
                </a:lnTo>
                <a:lnTo>
                  <a:pt x="14600" y="7932"/>
                </a:lnTo>
                <a:lnTo>
                  <a:pt x="14575" y="7957"/>
                </a:lnTo>
                <a:lnTo>
                  <a:pt x="14575" y="7981"/>
                </a:lnTo>
                <a:lnTo>
                  <a:pt x="14575" y="8005"/>
                </a:lnTo>
                <a:lnTo>
                  <a:pt x="14600" y="8030"/>
                </a:lnTo>
                <a:lnTo>
                  <a:pt x="15330" y="8151"/>
                </a:lnTo>
                <a:lnTo>
                  <a:pt x="15500" y="8176"/>
                </a:lnTo>
                <a:lnTo>
                  <a:pt x="15695" y="8200"/>
                </a:lnTo>
                <a:lnTo>
                  <a:pt x="15865" y="8176"/>
                </a:lnTo>
                <a:lnTo>
                  <a:pt x="16035" y="8127"/>
                </a:lnTo>
                <a:lnTo>
                  <a:pt x="16035" y="8176"/>
                </a:lnTo>
                <a:lnTo>
                  <a:pt x="15938" y="8565"/>
                </a:lnTo>
                <a:lnTo>
                  <a:pt x="15816" y="8930"/>
                </a:lnTo>
                <a:lnTo>
                  <a:pt x="15524" y="8881"/>
                </a:lnTo>
                <a:lnTo>
                  <a:pt x="15232" y="8833"/>
                </a:lnTo>
                <a:lnTo>
                  <a:pt x="15013" y="8784"/>
                </a:lnTo>
                <a:lnTo>
                  <a:pt x="14794" y="8760"/>
                </a:lnTo>
                <a:lnTo>
                  <a:pt x="14332" y="8784"/>
                </a:lnTo>
                <a:lnTo>
                  <a:pt x="14308" y="8784"/>
                </a:lnTo>
                <a:lnTo>
                  <a:pt x="14308" y="8808"/>
                </a:lnTo>
                <a:lnTo>
                  <a:pt x="14308" y="8833"/>
                </a:lnTo>
                <a:lnTo>
                  <a:pt x="14332" y="8833"/>
                </a:lnTo>
                <a:lnTo>
                  <a:pt x="14478" y="8881"/>
                </a:lnTo>
                <a:lnTo>
                  <a:pt x="14624" y="8954"/>
                </a:lnTo>
                <a:lnTo>
                  <a:pt x="14965" y="9125"/>
                </a:lnTo>
                <a:lnTo>
                  <a:pt x="15281" y="9271"/>
                </a:lnTo>
                <a:lnTo>
                  <a:pt x="15451" y="9319"/>
                </a:lnTo>
                <a:lnTo>
                  <a:pt x="15622" y="9368"/>
                </a:lnTo>
                <a:lnTo>
                  <a:pt x="15500" y="9636"/>
                </a:lnTo>
                <a:lnTo>
                  <a:pt x="15354" y="9903"/>
                </a:lnTo>
                <a:lnTo>
                  <a:pt x="15135" y="9782"/>
                </a:lnTo>
                <a:lnTo>
                  <a:pt x="14916" y="9684"/>
                </a:lnTo>
                <a:lnTo>
                  <a:pt x="14429" y="9563"/>
                </a:lnTo>
                <a:lnTo>
                  <a:pt x="14210" y="9490"/>
                </a:lnTo>
                <a:lnTo>
                  <a:pt x="13943" y="9441"/>
                </a:lnTo>
                <a:lnTo>
                  <a:pt x="13699" y="9417"/>
                </a:lnTo>
                <a:lnTo>
                  <a:pt x="13553" y="9417"/>
                </a:lnTo>
                <a:lnTo>
                  <a:pt x="13456" y="9465"/>
                </a:lnTo>
                <a:lnTo>
                  <a:pt x="13432" y="9490"/>
                </a:lnTo>
                <a:lnTo>
                  <a:pt x="13432" y="9514"/>
                </a:lnTo>
                <a:lnTo>
                  <a:pt x="13578" y="9636"/>
                </a:lnTo>
                <a:lnTo>
                  <a:pt x="13772" y="9733"/>
                </a:lnTo>
                <a:lnTo>
                  <a:pt x="14137" y="9855"/>
                </a:lnTo>
                <a:lnTo>
                  <a:pt x="14648" y="10049"/>
                </a:lnTo>
                <a:lnTo>
                  <a:pt x="14892" y="10147"/>
                </a:lnTo>
                <a:lnTo>
                  <a:pt x="15135" y="10244"/>
                </a:lnTo>
                <a:lnTo>
                  <a:pt x="14794" y="10706"/>
                </a:lnTo>
                <a:lnTo>
                  <a:pt x="14721" y="10658"/>
                </a:lnTo>
                <a:lnTo>
                  <a:pt x="14624" y="10633"/>
                </a:lnTo>
                <a:lnTo>
                  <a:pt x="14405" y="10560"/>
                </a:lnTo>
                <a:lnTo>
                  <a:pt x="13991" y="10512"/>
                </a:lnTo>
                <a:lnTo>
                  <a:pt x="13772" y="10439"/>
                </a:lnTo>
                <a:lnTo>
                  <a:pt x="13505" y="10366"/>
                </a:lnTo>
                <a:lnTo>
                  <a:pt x="13359" y="10341"/>
                </a:lnTo>
                <a:lnTo>
                  <a:pt x="13213" y="10317"/>
                </a:lnTo>
                <a:lnTo>
                  <a:pt x="13115" y="10341"/>
                </a:lnTo>
                <a:lnTo>
                  <a:pt x="12994" y="10390"/>
                </a:lnTo>
                <a:lnTo>
                  <a:pt x="12994" y="10414"/>
                </a:lnTo>
                <a:lnTo>
                  <a:pt x="13018" y="10536"/>
                </a:lnTo>
                <a:lnTo>
                  <a:pt x="13091" y="10609"/>
                </a:lnTo>
                <a:lnTo>
                  <a:pt x="13188" y="10682"/>
                </a:lnTo>
                <a:lnTo>
                  <a:pt x="13310" y="10731"/>
                </a:lnTo>
                <a:lnTo>
                  <a:pt x="13553" y="10828"/>
                </a:lnTo>
                <a:lnTo>
                  <a:pt x="13772" y="10877"/>
                </a:lnTo>
                <a:lnTo>
                  <a:pt x="14113" y="10998"/>
                </a:lnTo>
                <a:lnTo>
                  <a:pt x="14308" y="11047"/>
                </a:lnTo>
                <a:lnTo>
                  <a:pt x="14502" y="11071"/>
                </a:lnTo>
                <a:lnTo>
                  <a:pt x="14089" y="11509"/>
                </a:lnTo>
                <a:lnTo>
                  <a:pt x="13943" y="11412"/>
                </a:lnTo>
                <a:lnTo>
                  <a:pt x="13772" y="11339"/>
                </a:lnTo>
                <a:lnTo>
                  <a:pt x="13432" y="11242"/>
                </a:lnTo>
                <a:lnTo>
                  <a:pt x="13067" y="11144"/>
                </a:lnTo>
                <a:lnTo>
                  <a:pt x="12702" y="11071"/>
                </a:lnTo>
                <a:lnTo>
                  <a:pt x="12337" y="11047"/>
                </a:lnTo>
                <a:lnTo>
                  <a:pt x="11972" y="11096"/>
                </a:lnTo>
                <a:lnTo>
                  <a:pt x="11947" y="11096"/>
                </a:lnTo>
                <a:lnTo>
                  <a:pt x="11899" y="11120"/>
                </a:lnTo>
                <a:lnTo>
                  <a:pt x="11874" y="11193"/>
                </a:lnTo>
                <a:lnTo>
                  <a:pt x="11850" y="11266"/>
                </a:lnTo>
                <a:lnTo>
                  <a:pt x="11874" y="11290"/>
                </a:lnTo>
                <a:lnTo>
                  <a:pt x="11899" y="11363"/>
                </a:lnTo>
                <a:lnTo>
                  <a:pt x="11972" y="11412"/>
                </a:lnTo>
                <a:lnTo>
                  <a:pt x="12580" y="11509"/>
                </a:lnTo>
                <a:lnTo>
                  <a:pt x="12872" y="11582"/>
                </a:lnTo>
                <a:lnTo>
                  <a:pt x="13164" y="11655"/>
                </a:lnTo>
                <a:lnTo>
                  <a:pt x="13432" y="11753"/>
                </a:lnTo>
                <a:lnTo>
                  <a:pt x="13675" y="11850"/>
                </a:lnTo>
                <a:lnTo>
                  <a:pt x="13359" y="12118"/>
                </a:lnTo>
                <a:lnTo>
                  <a:pt x="13018" y="12337"/>
                </a:lnTo>
                <a:lnTo>
                  <a:pt x="12994" y="12288"/>
                </a:lnTo>
                <a:lnTo>
                  <a:pt x="12945" y="12239"/>
                </a:lnTo>
                <a:lnTo>
                  <a:pt x="12775" y="12166"/>
                </a:lnTo>
                <a:lnTo>
                  <a:pt x="12604" y="12142"/>
                </a:lnTo>
                <a:lnTo>
                  <a:pt x="12410" y="12118"/>
                </a:lnTo>
                <a:lnTo>
                  <a:pt x="12215" y="12069"/>
                </a:lnTo>
                <a:lnTo>
                  <a:pt x="11850" y="11947"/>
                </a:lnTo>
                <a:lnTo>
                  <a:pt x="11558" y="11826"/>
                </a:lnTo>
                <a:lnTo>
                  <a:pt x="11242" y="11704"/>
                </a:lnTo>
                <a:lnTo>
                  <a:pt x="11096" y="11655"/>
                </a:lnTo>
                <a:lnTo>
                  <a:pt x="10950" y="11607"/>
                </a:lnTo>
                <a:lnTo>
                  <a:pt x="10779" y="11582"/>
                </a:lnTo>
                <a:lnTo>
                  <a:pt x="10633" y="11582"/>
                </a:lnTo>
                <a:lnTo>
                  <a:pt x="10609" y="11607"/>
                </a:lnTo>
                <a:lnTo>
                  <a:pt x="10609" y="11655"/>
                </a:lnTo>
                <a:lnTo>
                  <a:pt x="10682" y="11753"/>
                </a:lnTo>
                <a:lnTo>
                  <a:pt x="10804" y="11874"/>
                </a:lnTo>
                <a:lnTo>
                  <a:pt x="10925" y="11947"/>
                </a:lnTo>
                <a:lnTo>
                  <a:pt x="11047" y="12045"/>
                </a:lnTo>
                <a:lnTo>
                  <a:pt x="11315" y="12166"/>
                </a:lnTo>
                <a:lnTo>
                  <a:pt x="11582" y="12288"/>
                </a:lnTo>
                <a:lnTo>
                  <a:pt x="11826" y="12385"/>
                </a:lnTo>
                <a:lnTo>
                  <a:pt x="12093" y="12483"/>
                </a:lnTo>
                <a:lnTo>
                  <a:pt x="12361" y="12556"/>
                </a:lnTo>
                <a:lnTo>
                  <a:pt x="12507" y="12580"/>
                </a:lnTo>
                <a:lnTo>
                  <a:pt x="12629" y="12580"/>
                </a:lnTo>
                <a:lnTo>
                  <a:pt x="12239" y="12799"/>
                </a:lnTo>
                <a:lnTo>
                  <a:pt x="11850" y="12969"/>
                </a:lnTo>
                <a:lnTo>
                  <a:pt x="11801" y="12921"/>
                </a:lnTo>
                <a:lnTo>
                  <a:pt x="11680" y="12823"/>
                </a:lnTo>
                <a:lnTo>
                  <a:pt x="11558" y="12775"/>
                </a:lnTo>
                <a:lnTo>
                  <a:pt x="11266" y="12677"/>
                </a:lnTo>
                <a:lnTo>
                  <a:pt x="10998" y="12604"/>
                </a:lnTo>
                <a:lnTo>
                  <a:pt x="10731" y="12531"/>
                </a:lnTo>
                <a:lnTo>
                  <a:pt x="10585" y="12458"/>
                </a:lnTo>
                <a:lnTo>
                  <a:pt x="10439" y="12385"/>
                </a:lnTo>
                <a:lnTo>
                  <a:pt x="10171" y="12239"/>
                </a:lnTo>
                <a:lnTo>
                  <a:pt x="10025" y="12166"/>
                </a:lnTo>
                <a:lnTo>
                  <a:pt x="9879" y="12118"/>
                </a:lnTo>
                <a:lnTo>
                  <a:pt x="9733" y="12093"/>
                </a:lnTo>
                <a:lnTo>
                  <a:pt x="9563" y="12093"/>
                </a:lnTo>
                <a:lnTo>
                  <a:pt x="9514" y="12118"/>
                </a:lnTo>
                <a:lnTo>
                  <a:pt x="9490" y="12142"/>
                </a:lnTo>
                <a:lnTo>
                  <a:pt x="9490" y="12191"/>
                </a:lnTo>
                <a:lnTo>
                  <a:pt x="9514" y="12215"/>
                </a:lnTo>
                <a:lnTo>
                  <a:pt x="9733" y="12410"/>
                </a:lnTo>
                <a:lnTo>
                  <a:pt x="9952" y="12580"/>
                </a:lnTo>
                <a:lnTo>
                  <a:pt x="10220" y="12750"/>
                </a:lnTo>
                <a:lnTo>
                  <a:pt x="10463" y="12872"/>
                </a:lnTo>
                <a:lnTo>
                  <a:pt x="10682" y="12969"/>
                </a:lnTo>
                <a:lnTo>
                  <a:pt x="10901" y="13042"/>
                </a:lnTo>
                <a:lnTo>
                  <a:pt x="11363" y="13188"/>
                </a:lnTo>
                <a:lnTo>
                  <a:pt x="10852" y="13359"/>
                </a:lnTo>
                <a:lnTo>
                  <a:pt x="10317" y="13505"/>
                </a:lnTo>
                <a:lnTo>
                  <a:pt x="10317" y="13480"/>
                </a:lnTo>
                <a:lnTo>
                  <a:pt x="10366" y="13359"/>
                </a:lnTo>
                <a:lnTo>
                  <a:pt x="10366" y="13310"/>
                </a:lnTo>
                <a:lnTo>
                  <a:pt x="10342" y="13261"/>
                </a:lnTo>
                <a:lnTo>
                  <a:pt x="10293" y="13213"/>
                </a:lnTo>
                <a:lnTo>
                  <a:pt x="10244" y="13164"/>
                </a:lnTo>
                <a:lnTo>
                  <a:pt x="9198" y="12604"/>
                </a:lnTo>
                <a:lnTo>
                  <a:pt x="9028" y="12507"/>
                </a:lnTo>
                <a:lnTo>
                  <a:pt x="8809" y="12410"/>
                </a:lnTo>
                <a:lnTo>
                  <a:pt x="8711" y="12385"/>
                </a:lnTo>
                <a:lnTo>
                  <a:pt x="8590" y="12361"/>
                </a:lnTo>
                <a:lnTo>
                  <a:pt x="8492" y="12385"/>
                </a:lnTo>
                <a:lnTo>
                  <a:pt x="8419" y="12434"/>
                </a:lnTo>
                <a:lnTo>
                  <a:pt x="8419" y="12458"/>
                </a:lnTo>
                <a:lnTo>
                  <a:pt x="8444" y="12556"/>
                </a:lnTo>
                <a:lnTo>
                  <a:pt x="8517" y="12629"/>
                </a:lnTo>
                <a:lnTo>
                  <a:pt x="8687" y="12799"/>
                </a:lnTo>
                <a:lnTo>
                  <a:pt x="9028" y="13042"/>
                </a:lnTo>
                <a:lnTo>
                  <a:pt x="9490" y="13334"/>
                </a:lnTo>
                <a:lnTo>
                  <a:pt x="9733" y="13456"/>
                </a:lnTo>
                <a:lnTo>
                  <a:pt x="10001" y="13553"/>
                </a:lnTo>
                <a:lnTo>
                  <a:pt x="9539" y="13651"/>
                </a:lnTo>
                <a:lnTo>
                  <a:pt x="9076" y="13699"/>
                </a:lnTo>
                <a:lnTo>
                  <a:pt x="9052" y="13651"/>
                </a:lnTo>
                <a:lnTo>
                  <a:pt x="8857" y="13480"/>
                </a:lnTo>
                <a:lnTo>
                  <a:pt x="8638" y="13334"/>
                </a:lnTo>
                <a:lnTo>
                  <a:pt x="8176" y="13067"/>
                </a:lnTo>
                <a:lnTo>
                  <a:pt x="7762" y="12799"/>
                </a:lnTo>
                <a:lnTo>
                  <a:pt x="7568" y="12677"/>
                </a:lnTo>
                <a:lnTo>
                  <a:pt x="7349" y="12604"/>
                </a:lnTo>
                <a:lnTo>
                  <a:pt x="7300" y="12604"/>
                </a:lnTo>
                <a:lnTo>
                  <a:pt x="7276" y="12653"/>
                </a:lnTo>
                <a:lnTo>
                  <a:pt x="7276" y="12775"/>
                </a:lnTo>
                <a:lnTo>
                  <a:pt x="7300" y="12872"/>
                </a:lnTo>
                <a:lnTo>
                  <a:pt x="7373" y="12969"/>
                </a:lnTo>
                <a:lnTo>
                  <a:pt x="7446" y="13042"/>
                </a:lnTo>
                <a:lnTo>
                  <a:pt x="7616" y="13213"/>
                </a:lnTo>
                <a:lnTo>
                  <a:pt x="7787" y="13334"/>
                </a:lnTo>
                <a:lnTo>
                  <a:pt x="8103" y="13553"/>
                </a:lnTo>
                <a:lnTo>
                  <a:pt x="8444" y="13748"/>
                </a:lnTo>
                <a:lnTo>
                  <a:pt x="8346" y="13748"/>
                </a:lnTo>
                <a:lnTo>
                  <a:pt x="7835" y="13772"/>
                </a:lnTo>
                <a:lnTo>
                  <a:pt x="7349" y="13724"/>
                </a:lnTo>
                <a:lnTo>
                  <a:pt x="7373" y="13699"/>
                </a:lnTo>
                <a:lnTo>
                  <a:pt x="7397" y="13651"/>
                </a:lnTo>
                <a:lnTo>
                  <a:pt x="7422" y="13578"/>
                </a:lnTo>
                <a:lnTo>
                  <a:pt x="7397" y="13529"/>
                </a:lnTo>
                <a:lnTo>
                  <a:pt x="7373" y="13456"/>
                </a:lnTo>
                <a:lnTo>
                  <a:pt x="7324" y="13383"/>
                </a:lnTo>
                <a:lnTo>
                  <a:pt x="7203" y="13286"/>
                </a:lnTo>
                <a:lnTo>
                  <a:pt x="6911" y="13091"/>
                </a:lnTo>
                <a:lnTo>
                  <a:pt x="6643" y="12872"/>
                </a:lnTo>
                <a:lnTo>
                  <a:pt x="6521" y="12799"/>
                </a:lnTo>
                <a:lnTo>
                  <a:pt x="6448" y="12750"/>
                </a:lnTo>
                <a:lnTo>
                  <a:pt x="6424" y="12702"/>
                </a:lnTo>
                <a:lnTo>
                  <a:pt x="6424" y="12677"/>
                </a:lnTo>
                <a:lnTo>
                  <a:pt x="6400" y="12677"/>
                </a:lnTo>
                <a:lnTo>
                  <a:pt x="6375" y="12702"/>
                </a:lnTo>
                <a:lnTo>
                  <a:pt x="6351" y="12775"/>
                </a:lnTo>
                <a:lnTo>
                  <a:pt x="6327" y="12823"/>
                </a:lnTo>
                <a:lnTo>
                  <a:pt x="6351" y="12969"/>
                </a:lnTo>
                <a:lnTo>
                  <a:pt x="6400" y="13042"/>
                </a:lnTo>
                <a:lnTo>
                  <a:pt x="6448" y="13140"/>
                </a:lnTo>
                <a:lnTo>
                  <a:pt x="6570" y="13286"/>
                </a:lnTo>
                <a:lnTo>
                  <a:pt x="6716" y="13432"/>
                </a:lnTo>
                <a:lnTo>
                  <a:pt x="6862" y="13553"/>
                </a:lnTo>
                <a:lnTo>
                  <a:pt x="7032" y="13675"/>
                </a:lnTo>
                <a:lnTo>
                  <a:pt x="7032" y="13675"/>
                </a:lnTo>
                <a:lnTo>
                  <a:pt x="6619" y="13578"/>
                </a:lnTo>
                <a:lnTo>
                  <a:pt x="6229" y="13456"/>
                </a:lnTo>
                <a:lnTo>
                  <a:pt x="5864" y="13334"/>
                </a:lnTo>
                <a:lnTo>
                  <a:pt x="5670" y="13286"/>
                </a:lnTo>
                <a:lnTo>
                  <a:pt x="5475" y="13261"/>
                </a:lnTo>
                <a:lnTo>
                  <a:pt x="5280" y="13237"/>
                </a:lnTo>
                <a:lnTo>
                  <a:pt x="5086" y="13261"/>
                </a:lnTo>
                <a:lnTo>
                  <a:pt x="4988" y="13286"/>
                </a:lnTo>
                <a:lnTo>
                  <a:pt x="4915" y="13334"/>
                </a:lnTo>
                <a:lnTo>
                  <a:pt x="4842" y="13407"/>
                </a:lnTo>
                <a:lnTo>
                  <a:pt x="4818" y="13505"/>
                </a:lnTo>
                <a:lnTo>
                  <a:pt x="4672" y="13651"/>
                </a:lnTo>
                <a:lnTo>
                  <a:pt x="4502" y="13797"/>
                </a:lnTo>
                <a:lnTo>
                  <a:pt x="4331" y="13943"/>
                </a:lnTo>
                <a:lnTo>
                  <a:pt x="4161" y="14064"/>
                </a:lnTo>
                <a:lnTo>
                  <a:pt x="3869" y="14259"/>
                </a:lnTo>
                <a:lnTo>
                  <a:pt x="3553" y="14405"/>
                </a:lnTo>
                <a:lnTo>
                  <a:pt x="3212" y="14551"/>
                </a:lnTo>
                <a:lnTo>
                  <a:pt x="2896" y="14648"/>
                </a:lnTo>
                <a:lnTo>
                  <a:pt x="2555" y="14745"/>
                </a:lnTo>
                <a:lnTo>
                  <a:pt x="2190" y="14818"/>
                </a:lnTo>
                <a:lnTo>
                  <a:pt x="1825" y="14867"/>
                </a:lnTo>
                <a:lnTo>
                  <a:pt x="1485" y="14891"/>
                </a:lnTo>
                <a:lnTo>
                  <a:pt x="1314" y="14891"/>
                </a:lnTo>
                <a:lnTo>
                  <a:pt x="1144" y="14867"/>
                </a:lnTo>
                <a:lnTo>
                  <a:pt x="1436" y="14672"/>
                </a:lnTo>
                <a:lnTo>
                  <a:pt x="1728" y="14453"/>
                </a:lnTo>
                <a:lnTo>
                  <a:pt x="1996" y="14210"/>
                </a:lnTo>
                <a:lnTo>
                  <a:pt x="2239" y="13991"/>
                </a:lnTo>
                <a:lnTo>
                  <a:pt x="2604" y="13626"/>
                </a:lnTo>
                <a:lnTo>
                  <a:pt x="2774" y="13432"/>
                </a:lnTo>
                <a:lnTo>
                  <a:pt x="2944" y="13188"/>
                </a:lnTo>
                <a:lnTo>
                  <a:pt x="3066" y="12945"/>
                </a:lnTo>
                <a:lnTo>
                  <a:pt x="3163" y="12702"/>
                </a:lnTo>
                <a:lnTo>
                  <a:pt x="3212" y="12458"/>
                </a:lnTo>
                <a:lnTo>
                  <a:pt x="3212" y="12337"/>
                </a:lnTo>
                <a:lnTo>
                  <a:pt x="3212" y="12215"/>
                </a:lnTo>
                <a:lnTo>
                  <a:pt x="3236" y="12118"/>
                </a:lnTo>
                <a:lnTo>
                  <a:pt x="3212" y="12045"/>
                </a:lnTo>
                <a:lnTo>
                  <a:pt x="3188" y="11972"/>
                </a:lnTo>
                <a:lnTo>
                  <a:pt x="3115" y="11923"/>
                </a:lnTo>
                <a:lnTo>
                  <a:pt x="2920" y="11826"/>
                </a:lnTo>
                <a:lnTo>
                  <a:pt x="2750" y="11704"/>
                </a:lnTo>
                <a:lnTo>
                  <a:pt x="2409" y="11461"/>
                </a:lnTo>
                <a:lnTo>
                  <a:pt x="2117" y="11169"/>
                </a:lnTo>
                <a:lnTo>
                  <a:pt x="1850" y="10852"/>
                </a:lnTo>
                <a:lnTo>
                  <a:pt x="1631" y="10512"/>
                </a:lnTo>
                <a:lnTo>
                  <a:pt x="1412" y="10147"/>
                </a:lnTo>
                <a:lnTo>
                  <a:pt x="1241" y="9757"/>
                </a:lnTo>
                <a:lnTo>
                  <a:pt x="1095" y="9368"/>
                </a:lnTo>
                <a:lnTo>
                  <a:pt x="949" y="8979"/>
                </a:lnTo>
                <a:lnTo>
                  <a:pt x="828" y="8565"/>
                </a:lnTo>
                <a:lnTo>
                  <a:pt x="755" y="8127"/>
                </a:lnTo>
                <a:lnTo>
                  <a:pt x="682" y="7689"/>
                </a:lnTo>
                <a:lnTo>
                  <a:pt x="657" y="7251"/>
                </a:lnTo>
                <a:lnTo>
                  <a:pt x="657" y="6837"/>
                </a:lnTo>
                <a:lnTo>
                  <a:pt x="706" y="6399"/>
                </a:lnTo>
                <a:lnTo>
                  <a:pt x="803" y="5986"/>
                </a:lnTo>
                <a:lnTo>
                  <a:pt x="925" y="5548"/>
                </a:lnTo>
                <a:lnTo>
                  <a:pt x="1120" y="5110"/>
                </a:lnTo>
                <a:lnTo>
                  <a:pt x="1339" y="4696"/>
                </a:lnTo>
                <a:lnTo>
                  <a:pt x="1606" y="4307"/>
                </a:lnTo>
                <a:lnTo>
                  <a:pt x="1898" y="3869"/>
                </a:lnTo>
                <a:lnTo>
                  <a:pt x="2166" y="3431"/>
                </a:lnTo>
                <a:lnTo>
                  <a:pt x="2434" y="3017"/>
                </a:lnTo>
                <a:lnTo>
                  <a:pt x="2604" y="2823"/>
                </a:lnTo>
                <a:lnTo>
                  <a:pt x="2774" y="2628"/>
                </a:lnTo>
                <a:lnTo>
                  <a:pt x="3115" y="2336"/>
                </a:lnTo>
                <a:lnTo>
                  <a:pt x="3431" y="2068"/>
                </a:lnTo>
                <a:lnTo>
                  <a:pt x="3772" y="1825"/>
                </a:lnTo>
                <a:lnTo>
                  <a:pt x="4137" y="1582"/>
                </a:lnTo>
                <a:lnTo>
                  <a:pt x="4502" y="1387"/>
                </a:lnTo>
                <a:lnTo>
                  <a:pt x="4867" y="1192"/>
                </a:lnTo>
                <a:lnTo>
                  <a:pt x="5256" y="1046"/>
                </a:lnTo>
                <a:lnTo>
                  <a:pt x="5670" y="900"/>
                </a:lnTo>
                <a:lnTo>
                  <a:pt x="6083" y="803"/>
                </a:lnTo>
                <a:lnTo>
                  <a:pt x="6497" y="706"/>
                </a:lnTo>
                <a:lnTo>
                  <a:pt x="6935" y="633"/>
                </a:lnTo>
                <a:lnTo>
                  <a:pt x="7373" y="584"/>
                </a:lnTo>
                <a:lnTo>
                  <a:pt x="7811" y="535"/>
                </a:lnTo>
                <a:lnTo>
                  <a:pt x="8249" y="511"/>
                </a:lnTo>
                <a:close/>
                <a:moveTo>
                  <a:pt x="8444" y="0"/>
                </a:moveTo>
                <a:lnTo>
                  <a:pt x="7641" y="24"/>
                </a:lnTo>
                <a:lnTo>
                  <a:pt x="6838" y="122"/>
                </a:lnTo>
                <a:lnTo>
                  <a:pt x="6351" y="195"/>
                </a:lnTo>
                <a:lnTo>
                  <a:pt x="5889" y="292"/>
                </a:lnTo>
                <a:lnTo>
                  <a:pt x="5426" y="414"/>
                </a:lnTo>
                <a:lnTo>
                  <a:pt x="4964" y="560"/>
                </a:lnTo>
                <a:lnTo>
                  <a:pt x="4502" y="730"/>
                </a:lnTo>
                <a:lnTo>
                  <a:pt x="4088" y="949"/>
                </a:lnTo>
                <a:lnTo>
                  <a:pt x="3674" y="1217"/>
                </a:lnTo>
                <a:lnTo>
                  <a:pt x="3285" y="1509"/>
                </a:lnTo>
                <a:lnTo>
                  <a:pt x="2823" y="1922"/>
                </a:lnTo>
                <a:lnTo>
                  <a:pt x="2385" y="2312"/>
                </a:lnTo>
                <a:lnTo>
                  <a:pt x="2166" y="2531"/>
                </a:lnTo>
                <a:lnTo>
                  <a:pt x="1947" y="2725"/>
                </a:lnTo>
                <a:lnTo>
                  <a:pt x="1752" y="2969"/>
                </a:lnTo>
                <a:lnTo>
                  <a:pt x="1582" y="3212"/>
                </a:lnTo>
                <a:lnTo>
                  <a:pt x="1266" y="3723"/>
                </a:lnTo>
                <a:lnTo>
                  <a:pt x="974" y="4283"/>
                </a:lnTo>
                <a:lnTo>
                  <a:pt x="682" y="4842"/>
                </a:lnTo>
                <a:lnTo>
                  <a:pt x="438" y="5402"/>
                </a:lnTo>
                <a:lnTo>
                  <a:pt x="341" y="5645"/>
                </a:lnTo>
                <a:lnTo>
                  <a:pt x="268" y="5889"/>
                </a:lnTo>
                <a:lnTo>
                  <a:pt x="195" y="6132"/>
                </a:lnTo>
                <a:lnTo>
                  <a:pt x="146" y="6375"/>
                </a:lnTo>
                <a:lnTo>
                  <a:pt x="122" y="6886"/>
                </a:lnTo>
                <a:lnTo>
                  <a:pt x="122" y="7397"/>
                </a:lnTo>
                <a:lnTo>
                  <a:pt x="171" y="7908"/>
                </a:lnTo>
                <a:lnTo>
                  <a:pt x="268" y="8419"/>
                </a:lnTo>
                <a:lnTo>
                  <a:pt x="390" y="8906"/>
                </a:lnTo>
                <a:lnTo>
                  <a:pt x="536" y="9392"/>
                </a:lnTo>
                <a:lnTo>
                  <a:pt x="682" y="9830"/>
                </a:lnTo>
                <a:lnTo>
                  <a:pt x="876" y="10244"/>
                </a:lnTo>
                <a:lnTo>
                  <a:pt x="1095" y="10658"/>
                </a:lnTo>
                <a:lnTo>
                  <a:pt x="1339" y="11047"/>
                </a:lnTo>
                <a:lnTo>
                  <a:pt x="1631" y="11412"/>
                </a:lnTo>
                <a:lnTo>
                  <a:pt x="1947" y="11728"/>
                </a:lnTo>
                <a:lnTo>
                  <a:pt x="2117" y="11874"/>
                </a:lnTo>
                <a:lnTo>
                  <a:pt x="2312" y="12020"/>
                </a:lnTo>
                <a:lnTo>
                  <a:pt x="2507" y="12142"/>
                </a:lnTo>
                <a:lnTo>
                  <a:pt x="2701" y="12239"/>
                </a:lnTo>
                <a:lnTo>
                  <a:pt x="2677" y="12458"/>
                </a:lnTo>
                <a:lnTo>
                  <a:pt x="2604" y="12653"/>
                </a:lnTo>
                <a:lnTo>
                  <a:pt x="2482" y="12848"/>
                </a:lnTo>
                <a:lnTo>
                  <a:pt x="2361" y="13042"/>
                </a:lnTo>
                <a:lnTo>
                  <a:pt x="2215" y="13213"/>
                </a:lnTo>
                <a:lnTo>
                  <a:pt x="2069" y="13359"/>
                </a:lnTo>
                <a:lnTo>
                  <a:pt x="1752" y="13675"/>
                </a:lnTo>
                <a:lnTo>
                  <a:pt x="1412" y="13967"/>
                </a:lnTo>
                <a:lnTo>
                  <a:pt x="1047" y="14259"/>
                </a:lnTo>
                <a:lnTo>
                  <a:pt x="828" y="14381"/>
                </a:lnTo>
                <a:lnTo>
                  <a:pt x="633" y="14478"/>
                </a:lnTo>
                <a:lnTo>
                  <a:pt x="414" y="14575"/>
                </a:lnTo>
                <a:lnTo>
                  <a:pt x="195" y="14648"/>
                </a:lnTo>
                <a:lnTo>
                  <a:pt x="98" y="14697"/>
                </a:lnTo>
                <a:lnTo>
                  <a:pt x="25" y="14794"/>
                </a:lnTo>
                <a:lnTo>
                  <a:pt x="0" y="14891"/>
                </a:lnTo>
                <a:lnTo>
                  <a:pt x="25" y="14989"/>
                </a:lnTo>
                <a:lnTo>
                  <a:pt x="49" y="15086"/>
                </a:lnTo>
                <a:lnTo>
                  <a:pt x="146" y="15159"/>
                </a:lnTo>
                <a:lnTo>
                  <a:pt x="244" y="15208"/>
                </a:lnTo>
                <a:lnTo>
                  <a:pt x="365" y="15208"/>
                </a:lnTo>
                <a:lnTo>
                  <a:pt x="414" y="15183"/>
                </a:lnTo>
                <a:lnTo>
                  <a:pt x="560" y="15256"/>
                </a:lnTo>
                <a:lnTo>
                  <a:pt x="682" y="15305"/>
                </a:lnTo>
                <a:lnTo>
                  <a:pt x="998" y="15378"/>
                </a:lnTo>
                <a:lnTo>
                  <a:pt x="1314" y="15402"/>
                </a:lnTo>
                <a:lnTo>
                  <a:pt x="1679" y="15402"/>
                </a:lnTo>
                <a:lnTo>
                  <a:pt x="2020" y="15354"/>
                </a:lnTo>
                <a:lnTo>
                  <a:pt x="2336" y="15305"/>
                </a:lnTo>
                <a:lnTo>
                  <a:pt x="2896" y="15183"/>
                </a:lnTo>
                <a:lnTo>
                  <a:pt x="3261" y="15062"/>
                </a:lnTo>
                <a:lnTo>
                  <a:pt x="3626" y="14916"/>
                </a:lnTo>
                <a:lnTo>
                  <a:pt x="3991" y="14770"/>
                </a:lnTo>
                <a:lnTo>
                  <a:pt x="4331" y="14575"/>
                </a:lnTo>
                <a:lnTo>
                  <a:pt x="4575" y="14429"/>
                </a:lnTo>
                <a:lnTo>
                  <a:pt x="4818" y="14259"/>
                </a:lnTo>
                <a:lnTo>
                  <a:pt x="5037" y="14040"/>
                </a:lnTo>
                <a:lnTo>
                  <a:pt x="5134" y="13918"/>
                </a:lnTo>
                <a:lnTo>
                  <a:pt x="5207" y="13797"/>
                </a:lnTo>
                <a:lnTo>
                  <a:pt x="5426" y="13821"/>
                </a:lnTo>
                <a:lnTo>
                  <a:pt x="5645" y="13845"/>
                </a:lnTo>
                <a:lnTo>
                  <a:pt x="6059" y="13967"/>
                </a:lnTo>
                <a:lnTo>
                  <a:pt x="6497" y="14113"/>
                </a:lnTo>
                <a:lnTo>
                  <a:pt x="6692" y="14186"/>
                </a:lnTo>
                <a:lnTo>
                  <a:pt x="6911" y="14235"/>
                </a:lnTo>
                <a:lnTo>
                  <a:pt x="7178" y="14283"/>
                </a:lnTo>
                <a:lnTo>
                  <a:pt x="7446" y="14308"/>
                </a:lnTo>
                <a:lnTo>
                  <a:pt x="7981" y="14332"/>
                </a:lnTo>
                <a:lnTo>
                  <a:pt x="8517" y="14308"/>
                </a:lnTo>
                <a:lnTo>
                  <a:pt x="9052" y="14259"/>
                </a:lnTo>
                <a:lnTo>
                  <a:pt x="9490" y="14210"/>
                </a:lnTo>
                <a:lnTo>
                  <a:pt x="9952" y="14137"/>
                </a:lnTo>
                <a:lnTo>
                  <a:pt x="10390" y="14040"/>
                </a:lnTo>
                <a:lnTo>
                  <a:pt x="10828" y="13918"/>
                </a:lnTo>
                <a:lnTo>
                  <a:pt x="11266" y="13797"/>
                </a:lnTo>
                <a:lnTo>
                  <a:pt x="11680" y="13651"/>
                </a:lnTo>
                <a:lnTo>
                  <a:pt x="12093" y="13480"/>
                </a:lnTo>
                <a:lnTo>
                  <a:pt x="12507" y="13286"/>
                </a:lnTo>
                <a:lnTo>
                  <a:pt x="12921" y="13067"/>
                </a:lnTo>
                <a:lnTo>
                  <a:pt x="13310" y="12823"/>
                </a:lnTo>
                <a:lnTo>
                  <a:pt x="13699" y="12556"/>
                </a:lnTo>
                <a:lnTo>
                  <a:pt x="14089" y="12264"/>
                </a:lnTo>
                <a:lnTo>
                  <a:pt x="14429" y="11947"/>
                </a:lnTo>
                <a:lnTo>
                  <a:pt x="14770" y="11607"/>
                </a:lnTo>
                <a:lnTo>
                  <a:pt x="15111" y="11266"/>
                </a:lnTo>
                <a:lnTo>
                  <a:pt x="15403" y="10901"/>
                </a:lnTo>
                <a:lnTo>
                  <a:pt x="15670" y="10512"/>
                </a:lnTo>
                <a:lnTo>
                  <a:pt x="15914" y="10098"/>
                </a:lnTo>
                <a:lnTo>
                  <a:pt x="16133" y="9684"/>
                </a:lnTo>
                <a:lnTo>
                  <a:pt x="16327" y="9246"/>
                </a:lnTo>
                <a:lnTo>
                  <a:pt x="16473" y="8808"/>
                </a:lnTo>
                <a:lnTo>
                  <a:pt x="16595" y="8346"/>
                </a:lnTo>
                <a:lnTo>
                  <a:pt x="16668" y="7884"/>
                </a:lnTo>
                <a:lnTo>
                  <a:pt x="16717" y="7421"/>
                </a:lnTo>
                <a:lnTo>
                  <a:pt x="16717" y="7178"/>
                </a:lnTo>
                <a:lnTo>
                  <a:pt x="16692" y="6959"/>
                </a:lnTo>
                <a:lnTo>
                  <a:pt x="16595" y="6497"/>
                </a:lnTo>
                <a:lnTo>
                  <a:pt x="16473" y="6035"/>
                </a:lnTo>
                <a:lnTo>
                  <a:pt x="16352" y="5597"/>
                </a:lnTo>
                <a:lnTo>
                  <a:pt x="16206" y="5134"/>
                </a:lnTo>
                <a:lnTo>
                  <a:pt x="16084" y="4672"/>
                </a:lnTo>
                <a:lnTo>
                  <a:pt x="15962" y="4210"/>
                </a:lnTo>
                <a:lnTo>
                  <a:pt x="15792" y="3772"/>
                </a:lnTo>
                <a:lnTo>
                  <a:pt x="15597" y="3358"/>
                </a:lnTo>
                <a:lnTo>
                  <a:pt x="15354" y="2993"/>
                </a:lnTo>
                <a:lnTo>
                  <a:pt x="15062" y="2652"/>
                </a:lnTo>
                <a:lnTo>
                  <a:pt x="14770" y="2336"/>
                </a:lnTo>
                <a:lnTo>
                  <a:pt x="14429" y="2044"/>
                </a:lnTo>
                <a:lnTo>
                  <a:pt x="14089" y="1776"/>
                </a:lnTo>
                <a:lnTo>
                  <a:pt x="13724" y="1509"/>
                </a:lnTo>
                <a:lnTo>
                  <a:pt x="13334" y="1265"/>
                </a:lnTo>
                <a:lnTo>
                  <a:pt x="12969" y="1046"/>
                </a:lnTo>
                <a:lnTo>
                  <a:pt x="12580" y="827"/>
                </a:lnTo>
                <a:lnTo>
                  <a:pt x="12166" y="633"/>
                </a:lnTo>
                <a:lnTo>
                  <a:pt x="11777" y="487"/>
                </a:lnTo>
                <a:lnTo>
                  <a:pt x="11363" y="341"/>
                </a:lnTo>
                <a:lnTo>
                  <a:pt x="10950" y="219"/>
                </a:lnTo>
                <a:lnTo>
                  <a:pt x="10512" y="146"/>
                </a:lnTo>
                <a:lnTo>
                  <a:pt x="10074" y="73"/>
                </a:lnTo>
                <a:lnTo>
                  <a:pt x="9271" y="0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32"/>
          <p:cNvSpPr txBox="1"/>
          <p:nvPr/>
        </p:nvSpPr>
        <p:spPr>
          <a:xfrm>
            <a:off x="8007450" y="1512413"/>
            <a:ext cx="2940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Gloria Hallelujah"/>
                <a:ea typeface="Gloria Hallelujah"/>
                <a:cs typeface="Gloria Hallelujah"/>
                <a:sym typeface="Gloria Hallelujah"/>
              </a:rPr>
              <a:t>?</a:t>
            </a:r>
            <a:endParaRPr sz="1800">
              <a:latin typeface="Gloria Hallelujah"/>
              <a:ea typeface="Gloria Hallelujah"/>
              <a:cs typeface="Gloria Hallelujah"/>
              <a:sym typeface="Gloria Hallelujah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33"/>
          <p:cNvSpPr txBox="1"/>
          <p:nvPr>
            <p:ph type="ctrTitle"/>
          </p:nvPr>
        </p:nvSpPr>
        <p:spPr>
          <a:xfrm>
            <a:off x="1912025" y="2116750"/>
            <a:ext cx="58026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Drawing board</a:t>
            </a:r>
            <a:endParaRPr/>
          </a:p>
        </p:txBody>
      </p:sp>
      <p:sp>
        <p:nvSpPr>
          <p:cNvPr id="760" name="Google Shape;760;p33"/>
          <p:cNvSpPr txBox="1"/>
          <p:nvPr>
            <p:ph idx="1" type="subTitle"/>
          </p:nvPr>
        </p:nvSpPr>
        <p:spPr>
          <a:xfrm>
            <a:off x="1912025" y="3144851"/>
            <a:ext cx="58026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Surely someone else have these issues ?</a:t>
            </a:r>
            <a:endParaRPr/>
          </a:p>
        </p:txBody>
      </p:sp>
      <p:sp>
        <p:nvSpPr>
          <p:cNvPr id="761" name="Google Shape;761;p33"/>
          <p:cNvSpPr txBox="1"/>
          <p:nvPr>
            <p:ph idx="12" type="sldNum"/>
          </p:nvPr>
        </p:nvSpPr>
        <p:spPr>
          <a:xfrm>
            <a:off x="7899350" y="409842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2" name="Google Shape;762;p33"/>
          <p:cNvSpPr/>
          <p:nvPr/>
        </p:nvSpPr>
        <p:spPr>
          <a:xfrm>
            <a:off x="7418793" y="688592"/>
            <a:ext cx="889944" cy="974912"/>
          </a:xfrm>
          <a:custGeom>
            <a:rect b="b" l="l" r="r" t="t"/>
            <a:pathLst>
              <a:path extrusionOk="0" h="18981" w="15817">
                <a:moveTo>
                  <a:pt x="11364" y="1"/>
                </a:moveTo>
                <a:lnTo>
                  <a:pt x="11242" y="25"/>
                </a:lnTo>
                <a:lnTo>
                  <a:pt x="11169" y="74"/>
                </a:lnTo>
                <a:lnTo>
                  <a:pt x="11096" y="171"/>
                </a:lnTo>
                <a:lnTo>
                  <a:pt x="10780" y="731"/>
                </a:lnTo>
                <a:lnTo>
                  <a:pt x="10634" y="999"/>
                </a:lnTo>
                <a:lnTo>
                  <a:pt x="10537" y="1315"/>
                </a:lnTo>
                <a:lnTo>
                  <a:pt x="10512" y="1388"/>
                </a:lnTo>
                <a:lnTo>
                  <a:pt x="10537" y="1461"/>
                </a:lnTo>
                <a:lnTo>
                  <a:pt x="10585" y="1534"/>
                </a:lnTo>
                <a:lnTo>
                  <a:pt x="10634" y="1583"/>
                </a:lnTo>
                <a:lnTo>
                  <a:pt x="10707" y="1607"/>
                </a:lnTo>
                <a:lnTo>
                  <a:pt x="10804" y="1631"/>
                </a:lnTo>
                <a:lnTo>
                  <a:pt x="10877" y="1607"/>
                </a:lnTo>
                <a:lnTo>
                  <a:pt x="10950" y="1558"/>
                </a:lnTo>
                <a:lnTo>
                  <a:pt x="11145" y="1315"/>
                </a:lnTo>
                <a:lnTo>
                  <a:pt x="11291" y="1047"/>
                </a:lnTo>
                <a:lnTo>
                  <a:pt x="11510" y="731"/>
                </a:lnTo>
                <a:lnTo>
                  <a:pt x="11583" y="682"/>
                </a:lnTo>
                <a:lnTo>
                  <a:pt x="11656" y="609"/>
                </a:lnTo>
                <a:lnTo>
                  <a:pt x="11705" y="463"/>
                </a:lnTo>
                <a:lnTo>
                  <a:pt x="11729" y="342"/>
                </a:lnTo>
                <a:lnTo>
                  <a:pt x="11705" y="220"/>
                </a:lnTo>
                <a:lnTo>
                  <a:pt x="11656" y="123"/>
                </a:lnTo>
                <a:lnTo>
                  <a:pt x="11583" y="50"/>
                </a:lnTo>
                <a:lnTo>
                  <a:pt x="11486" y="25"/>
                </a:lnTo>
                <a:lnTo>
                  <a:pt x="11461" y="1"/>
                </a:lnTo>
                <a:close/>
                <a:moveTo>
                  <a:pt x="3821" y="171"/>
                </a:moveTo>
                <a:lnTo>
                  <a:pt x="3748" y="196"/>
                </a:lnTo>
                <a:lnTo>
                  <a:pt x="3699" y="244"/>
                </a:lnTo>
                <a:lnTo>
                  <a:pt x="3651" y="317"/>
                </a:lnTo>
                <a:lnTo>
                  <a:pt x="3651" y="390"/>
                </a:lnTo>
                <a:lnTo>
                  <a:pt x="3651" y="463"/>
                </a:lnTo>
                <a:lnTo>
                  <a:pt x="3699" y="634"/>
                </a:lnTo>
                <a:lnTo>
                  <a:pt x="3772" y="804"/>
                </a:lnTo>
                <a:lnTo>
                  <a:pt x="3943" y="1120"/>
                </a:lnTo>
                <a:lnTo>
                  <a:pt x="4113" y="1461"/>
                </a:lnTo>
                <a:lnTo>
                  <a:pt x="4259" y="1802"/>
                </a:lnTo>
                <a:lnTo>
                  <a:pt x="4332" y="1923"/>
                </a:lnTo>
                <a:lnTo>
                  <a:pt x="4429" y="1996"/>
                </a:lnTo>
                <a:lnTo>
                  <a:pt x="4527" y="2021"/>
                </a:lnTo>
                <a:lnTo>
                  <a:pt x="4624" y="1996"/>
                </a:lnTo>
                <a:lnTo>
                  <a:pt x="4721" y="1972"/>
                </a:lnTo>
                <a:lnTo>
                  <a:pt x="4794" y="1899"/>
                </a:lnTo>
                <a:lnTo>
                  <a:pt x="4843" y="1777"/>
                </a:lnTo>
                <a:lnTo>
                  <a:pt x="4843" y="1656"/>
                </a:lnTo>
                <a:lnTo>
                  <a:pt x="4794" y="1461"/>
                </a:lnTo>
                <a:lnTo>
                  <a:pt x="4697" y="1266"/>
                </a:lnTo>
                <a:lnTo>
                  <a:pt x="4502" y="901"/>
                </a:lnTo>
                <a:lnTo>
                  <a:pt x="4283" y="536"/>
                </a:lnTo>
                <a:lnTo>
                  <a:pt x="4162" y="390"/>
                </a:lnTo>
                <a:lnTo>
                  <a:pt x="4040" y="244"/>
                </a:lnTo>
                <a:lnTo>
                  <a:pt x="3967" y="196"/>
                </a:lnTo>
                <a:lnTo>
                  <a:pt x="3894" y="171"/>
                </a:lnTo>
                <a:close/>
                <a:moveTo>
                  <a:pt x="15452" y="4405"/>
                </a:moveTo>
                <a:lnTo>
                  <a:pt x="15379" y="4429"/>
                </a:lnTo>
                <a:lnTo>
                  <a:pt x="15306" y="4454"/>
                </a:lnTo>
                <a:lnTo>
                  <a:pt x="15135" y="4551"/>
                </a:lnTo>
                <a:lnTo>
                  <a:pt x="14941" y="4600"/>
                </a:lnTo>
                <a:lnTo>
                  <a:pt x="14551" y="4697"/>
                </a:lnTo>
                <a:lnTo>
                  <a:pt x="14357" y="4746"/>
                </a:lnTo>
                <a:lnTo>
                  <a:pt x="14162" y="4819"/>
                </a:lnTo>
                <a:lnTo>
                  <a:pt x="14016" y="4916"/>
                </a:lnTo>
                <a:lnTo>
                  <a:pt x="13870" y="5062"/>
                </a:lnTo>
                <a:lnTo>
                  <a:pt x="13822" y="5135"/>
                </a:lnTo>
                <a:lnTo>
                  <a:pt x="13822" y="5232"/>
                </a:lnTo>
                <a:lnTo>
                  <a:pt x="13846" y="5330"/>
                </a:lnTo>
                <a:lnTo>
                  <a:pt x="13895" y="5354"/>
                </a:lnTo>
                <a:lnTo>
                  <a:pt x="13943" y="5354"/>
                </a:lnTo>
                <a:lnTo>
                  <a:pt x="14138" y="5378"/>
                </a:lnTo>
                <a:lnTo>
                  <a:pt x="14357" y="5378"/>
                </a:lnTo>
                <a:lnTo>
                  <a:pt x="14600" y="5354"/>
                </a:lnTo>
                <a:lnTo>
                  <a:pt x="14819" y="5330"/>
                </a:lnTo>
                <a:lnTo>
                  <a:pt x="15038" y="5257"/>
                </a:lnTo>
                <a:lnTo>
                  <a:pt x="15257" y="5208"/>
                </a:lnTo>
                <a:lnTo>
                  <a:pt x="15452" y="5111"/>
                </a:lnTo>
                <a:lnTo>
                  <a:pt x="15646" y="5038"/>
                </a:lnTo>
                <a:lnTo>
                  <a:pt x="15719" y="4989"/>
                </a:lnTo>
                <a:lnTo>
                  <a:pt x="15768" y="4940"/>
                </a:lnTo>
                <a:lnTo>
                  <a:pt x="15817" y="4819"/>
                </a:lnTo>
                <a:lnTo>
                  <a:pt x="15792" y="4697"/>
                </a:lnTo>
                <a:lnTo>
                  <a:pt x="15768" y="4575"/>
                </a:lnTo>
                <a:lnTo>
                  <a:pt x="15671" y="4478"/>
                </a:lnTo>
                <a:lnTo>
                  <a:pt x="15573" y="4429"/>
                </a:lnTo>
                <a:lnTo>
                  <a:pt x="15452" y="4405"/>
                </a:lnTo>
                <a:close/>
                <a:moveTo>
                  <a:pt x="317" y="4697"/>
                </a:moveTo>
                <a:lnTo>
                  <a:pt x="220" y="4721"/>
                </a:lnTo>
                <a:lnTo>
                  <a:pt x="122" y="4746"/>
                </a:lnTo>
                <a:lnTo>
                  <a:pt x="25" y="4794"/>
                </a:lnTo>
                <a:lnTo>
                  <a:pt x="1" y="4867"/>
                </a:lnTo>
                <a:lnTo>
                  <a:pt x="1" y="4965"/>
                </a:lnTo>
                <a:lnTo>
                  <a:pt x="49" y="5038"/>
                </a:lnTo>
                <a:lnTo>
                  <a:pt x="195" y="5184"/>
                </a:lnTo>
                <a:lnTo>
                  <a:pt x="390" y="5305"/>
                </a:lnTo>
                <a:lnTo>
                  <a:pt x="779" y="5524"/>
                </a:lnTo>
                <a:lnTo>
                  <a:pt x="1169" y="5743"/>
                </a:lnTo>
                <a:lnTo>
                  <a:pt x="1388" y="5841"/>
                </a:lnTo>
                <a:lnTo>
                  <a:pt x="1582" y="5938"/>
                </a:lnTo>
                <a:lnTo>
                  <a:pt x="1655" y="5962"/>
                </a:lnTo>
                <a:lnTo>
                  <a:pt x="1801" y="5962"/>
                </a:lnTo>
                <a:lnTo>
                  <a:pt x="1850" y="5938"/>
                </a:lnTo>
                <a:lnTo>
                  <a:pt x="1923" y="5841"/>
                </a:lnTo>
                <a:lnTo>
                  <a:pt x="1972" y="5743"/>
                </a:lnTo>
                <a:lnTo>
                  <a:pt x="1996" y="5622"/>
                </a:lnTo>
                <a:lnTo>
                  <a:pt x="1972" y="5476"/>
                </a:lnTo>
                <a:lnTo>
                  <a:pt x="1899" y="5378"/>
                </a:lnTo>
                <a:lnTo>
                  <a:pt x="1826" y="5330"/>
                </a:lnTo>
                <a:lnTo>
                  <a:pt x="1777" y="5305"/>
                </a:lnTo>
                <a:lnTo>
                  <a:pt x="1582" y="5208"/>
                </a:lnTo>
                <a:lnTo>
                  <a:pt x="1388" y="5111"/>
                </a:lnTo>
                <a:lnTo>
                  <a:pt x="974" y="4892"/>
                </a:lnTo>
                <a:lnTo>
                  <a:pt x="755" y="4794"/>
                </a:lnTo>
                <a:lnTo>
                  <a:pt x="536" y="4721"/>
                </a:lnTo>
                <a:lnTo>
                  <a:pt x="317" y="4697"/>
                </a:lnTo>
                <a:close/>
                <a:moveTo>
                  <a:pt x="8809" y="6936"/>
                </a:moveTo>
                <a:lnTo>
                  <a:pt x="8736" y="6984"/>
                </a:lnTo>
                <a:lnTo>
                  <a:pt x="8663" y="7057"/>
                </a:lnTo>
                <a:lnTo>
                  <a:pt x="8566" y="7252"/>
                </a:lnTo>
                <a:lnTo>
                  <a:pt x="8468" y="7495"/>
                </a:lnTo>
                <a:lnTo>
                  <a:pt x="8420" y="7739"/>
                </a:lnTo>
                <a:lnTo>
                  <a:pt x="8395" y="7958"/>
                </a:lnTo>
                <a:lnTo>
                  <a:pt x="8395" y="8128"/>
                </a:lnTo>
                <a:lnTo>
                  <a:pt x="8322" y="8177"/>
                </a:lnTo>
                <a:lnTo>
                  <a:pt x="8201" y="8225"/>
                </a:lnTo>
                <a:lnTo>
                  <a:pt x="8079" y="8250"/>
                </a:lnTo>
                <a:lnTo>
                  <a:pt x="7982" y="8225"/>
                </a:lnTo>
                <a:lnTo>
                  <a:pt x="7909" y="8201"/>
                </a:lnTo>
                <a:lnTo>
                  <a:pt x="7982" y="8079"/>
                </a:lnTo>
                <a:lnTo>
                  <a:pt x="8055" y="7933"/>
                </a:lnTo>
                <a:lnTo>
                  <a:pt x="8103" y="7812"/>
                </a:lnTo>
                <a:lnTo>
                  <a:pt x="8103" y="7666"/>
                </a:lnTo>
                <a:lnTo>
                  <a:pt x="8103" y="7520"/>
                </a:lnTo>
                <a:lnTo>
                  <a:pt x="8055" y="7398"/>
                </a:lnTo>
                <a:lnTo>
                  <a:pt x="7957" y="7252"/>
                </a:lnTo>
                <a:lnTo>
                  <a:pt x="7836" y="7130"/>
                </a:lnTo>
                <a:lnTo>
                  <a:pt x="7763" y="7082"/>
                </a:lnTo>
                <a:lnTo>
                  <a:pt x="7617" y="7082"/>
                </a:lnTo>
                <a:lnTo>
                  <a:pt x="7544" y="7130"/>
                </a:lnTo>
                <a:lnTo>
                  <a:pt x="7446" y="7252"/>
                </a:lnTo>
                <a:lnTo>
                  <a:pt x="7373" y="7374"/>
                </a:lnTo>
                <a:lnTo>
                  <a:pt x="7325" y="7495"/>
                </a:lnTo>
                <a:lnTo>
                  <a:pt x="7300" y="7641"/>
                </a:lnTo>
                <a:lnTo>
                  <a:pt x="7300" y="7787"/>
                </a:lnTo>
                <a:lnTo>
                  <a:pt x="7300" y="7909"/>
                </a:lnTo>
                <a:lnTo>
                  <a:pt x="7325" y="8055"/>
                </a:lnTo>
                <a:lnTo>
                  <a:pt x="7373" y="8177"/>
                </a:lnTo>
                <a:lnTo>
                  <a:pt x="7179" y="8298"/>
                </a:lnTo>
                <a:lnTo>
                  <a:pt x="7081" y="8323"/>
                </a:lnTo>
                <a:lnTo>
                  <a:pt x="6984" y="8347"/>
                </a:lnTo>
                <a:lnTo>
                  <a:pt x="6911" y="8371"/>
                </a:lnTo>
                <a:lnTo>
                  <a:pt x="6814" y="8347"/>
                </a:lnTo>
                <a:lnTo>
                  <a:pt x="6692" y="8298"/>
                </a:lnTo>
                <a:lnTo>
                  <a:pt x="6570" y="8201"/>
                </a:lnTo>
                <a:lnTo>
                  <a:pt x="6497" y="8055"/>
                </a:lnTo>
                <a:lnTo>
                  <a:pt x="6449" y="7909"/>
                </a:lnTo>
                <a:lnTo>
                  <a:pt x="6449" y="7739"/>
                </a:lnTo>
                <a:lnTo>
                  <a:pt x="6497" y="7544"/>
                </a:lnTo>
                <a:lnTo>
                  <a:pt x="6497" y="7520"/>
                </a:lnTo>
                <a:lnTo>
                  <a:pt x="6473" y="7520"/>
                </a:lnTo>
                <a:lnTo>
                  <a:pt x="6449" y="7495"/>
                </a:lnTo>
                <a:lnTo>
                  <a:pt x="6424" y="7520"/>
                </a:lnTo>
                <a:lnTo>
                  <a:pt x="6327" y="7617"/>
                </a:lnTo>
                <a:lnTo>
                  <a:pt x="6254" y="7739"/>
                </a:lnTo>
                <a:lnTo>
                  <a:pt x="6230" y="7836"/>
                </a:lnTo>
                <a:lnTo>
                  <a:pt x="6206" y="7958"/>
                </a:lnTo>
                <a:lnTo>
                  <a:pt x="6206" y="8055"/>
                </a:lnTo>
                <a:lnTo>
                  <a:pt x="6206" y="8177"/>
                </a:lnTo>
                <a:lnTo>
                  <a:pt x="6254" y="8274"/>
                </a:lnTo>
                <a:lnTo>
                  <a:pt x="6303" y="8371"/>
                </a:lnTo>
                <a:lnTo>
                  <a:pt x="6376" y="8469"/>
                </a:lnTo>
                <a:lnTo>
                  <a:pt x="6449" y="8542"/>
                </a:lnTo>
                <a:lnTo>
                  <a:pt x="6546" y="8615"/>
                </a:lnTo>
                <a:lnTo>
                  <a:pt x="6643" y="8663"/>
                </a:lnTo>
                <a:lnTo>
                  <a:pt x="6765" y="8712"/>
                </a:lnTo>
                <a:lnTo>
                  <a:pt x="6862" y="8736"/>
                </a:lnTo>
                <a:lnTo>
                  <a:pt x="7008" y="8736"/>
                </a:lnTo>
                <a:lnTo>
                  <a:pt x="7130" y="8712"/>
                </a:lnTo>
                <a:lnTo>
                  <a:pt x="7349" y="8615"/>
                </a:lnTo>
                <a:lnTo>
                  <a:pt x="7592" y="8493"/>
                </a:lnTo>
                <a:lnTo>
                  <a:pt x="7690" y="8566"/>
                </a:lnTo>
                <a:lnTo>
                  <a:pt x="7836" y="8639"/>
                </a:lnTo>
                <a:lnTo>
                  <a:pt x="7982" y="8663"/>
                </a:lnTo>
                <a:lnTo>
                  <a:pt x="8128" y="8688"/>
                </a:lnTo>
                <a:lnTo>
                  <a:pt x="8225" y="8688"/>
                </a:lnTo>
                <a:lnTo>
                  <a:pt x="8347" y="8663"/>
                </a:lnTo>
                <a:lnTo>
                  <a:pt x="8566" y="8566"/>
                </a:lnTo>
                <a:lnTo>
                  <a:pt x="8639" y="8663"/>
                </a:lnTo>
                <a:lnTo>
                  <a:pt x="8736" y="8736"/>
                </a:lnTo>
                <a:lnTo>
                  <a:pt x="8833" y="8809"/>
                </a:lnTo>
                <a:lnTo>
                  <a:pt x="8931" y="8858"/>
                </a:lnTo>
                <a:lnTo>
                  <a:pt x="9174" y="8907"/>
                </a:lnTo>
                <a:lnTo>
                  <a:pt x="9417" y="8931"/>
                </a:lnTo>
                <a:lnTo>
                  <a:pt x="9661" y="8882"/>
                </a:lnTo>
                <a:lnTo>
                  <a:pt x="9880" y="8809"/>
                </a:lnTo>
                <a:lnTo>
                  <a:pt x="9977" y="8736"/>
                </a:lnTo>
                <a:lnTo>
                  <a:pt x="10074" y="8663"/>
                </a:lnTo>
                <a:lnTo>
                  <a:pt x="10172" y="8566"/>
                </a:lnTo>
                <a:lnTo>
                  <a:pt x="10269" y="8469"/>
                </a:lnTo>
                <a:lnTo>
                  <a:pt x="10293" y="8396"/>
                </a:lnTo>
                <a:lnTo>
                  <a:pt x="10293" y="8347"/>
                </a:lnTo>
                <a:lnTo>
                  <a:pt x="10269" y="8298"/>
                </a:lnTo>
                <a:lnTo>
                  <a:pt x="10245" y="8250"/>
                </a:lnTo>
                <a:lnTo>
                  <a:pt x="10172" y="8225"/>
                </a:lnTo>
                <a:lnTo>
                  <a:pt x="10123" y="8201"/>
                </a:lnTo>
                <a:lnTo>
                  <a:pt x="10001" y="8201"/>
                </a:lnTo>
                <a:lnTo>
                  <a:pt x="9782" y="8323"/>
                </a:lnTo>
                <a:lnTo>
                  <a:pt x="9563" y="8420"/>
                </a:lnTo>
                <a:lnTo>
                  <a:pt x="9442" y="8444"/>
                </a:lnTo>
                <a:lnTo>
                  <a:pt x="9344" y="8469"/>
                </a:lnTo>
                <a:lnTo>
                  <a:pt x="9223" y="8469"/>
                </a:lnTo>
                <a:lnTo>
                  <a:pt x="9101" y="8420"/>
                </a:lnTo>
                <a:lnTo>
                  <a:pt x="9004" y="8347"/>
                </a:lnTo>
                <a:lnTo>
                  <a:pt x="8931" y="8274"/>
                </a:lnTo>
                <a:lnTo>
                  <a:pt x="9052" y="8128"/>
                </a:lnTo>
                <a:lnTo>
                  <a:pt x="9150" y="7982"/>
                </a:lnTo>
                <a:lnTo>
                  <a:pt x="9247" y="7836"/>
                </a:lnTo>
                <a:lnTo>
                  <a:pt x="9296" y="7666"/>
                </a:lnTo>
                <a:lnTo>
                  <a:pt x="9320" y="7495"/>
                </a:lnTo>
                <a:lnTo>
                  <a:pt x="9296" y="7349"/>
                </a:lnTo>
                <a:lnTo>
                  <a:pt x="9247" y="7203"/>
                </a:lnTo>
                <a:lnTo>
                  <a:pt x="9150" y="7057"/>
                </a:lnTo>
                <a:lnTo>
                  <a:pt x="9052" y="6984"/>
                </a:lnTo>
                <a:lnTo>
                  <a:pt x="8955" y="6936"/>
                </a:lnTo>
                <a:close/>
                <a:moveTo>
                  <a:pt x="1947" y="9710"/>
                </a:moveTo>
                <a:lnTo>
                  <a:pt x="1801" y="9758"/>
                </a:lnTo>
                <a:lnTo>
                  <a:pt x="1582" y="9856"/>
                </a:lnTo>
                <a:lnTo>
                  <a:pt x="1363" y="10002"/>
                </a:lnTo>
                <a:lnTo>
                  <a:pt x="925" y="10294"/>
                </a:lnTo>
                <a:lnTo>
                  <a:pt x="706" y="10415"/>
                </a:lnTo>
                <a:lnTo>
                  <a:pt x="585" y="10513"/>
                </a:lnTo>
                <a:lnTo>
                  <a:pt x="463" y="10610"/>
                </a:lnTo>
                <a:lnTo>
                  <a:pt x="366" y="10707"/>
                </a:lnTo>
                <a:lnTo>
                  <a:pt x="317" y="10829"/>
                </a:lnTo>
                <a:lnTo>
                  <a:pt x="317" y="10878"/>
                </a:lnTo>
                <a:lnTo>
                  <a:pt x="341" y="10926"/>
                </a:lnTo>
                <a:lnTo>
                  <a:pt x="366" y="10999"/>
                </a:lnTo>
                <a:lnTo>
                  <a:pt x="439" y="11048"/>
                </a:lnTo>
                <a:lnTo>
                  <a:pt x="536" y="11097"/>
                </a:lnTo>
                <a:lnTo>
                  <a:pt x="633" y="11097"/>
                </a:lnTo>
                <a:lnTo>
                  <a:pt x="755" y="11072"/>
                </a:lnTo>
                <a:lnTo>
                  <a:pt x="877" y="11048"/>
                </a:lnTo>
                <a:lnTo>
                  <a:pt x="1120" y="10926"/>
                </a:lnTo>
                <a:lnTo>
                  <a:pt x="1315" y="10829"/>
                </a:lnTo>
                <a:lnTo>
                  <a:pt x="1728" y="10610"/>
                </a:lnTo>
                <a:lnTo>
                  <a:pt x="1947" y="10488"/>
                </a:lnTo>
                <a:lnTo>
                  <a:pt x="2142" y="10342"/>
                </a:lnTo>
                <a:lnTo>
                  <a:pt x="2264" y="10245"/>
                </a:lnTo>
                <a:lnTo>
                  <a:pt x="2312" y="10123"/>
                </a:lnTo>
                <a:lnTo>
                  <a:pt x="2312" y="10002"/>
                </a:lnTo>
                <a:lnTo>
                  <a:pt x="2264" y="9880"/>
                </a:lnTo>
                <a:lnTo>
                  <a:pt x="2191" y="9783"/>
                </a:lnTo>
                <a:lnTo>
                  <a:pt x="2069" y="9734"/>
                </a:lnTo>
                <a:lnTo>
                  <a:pt x="1947" y="9710"/>
                </a:lnTo>
                <a:close/>
                <a:moveTo>
                  <a:pt x="14065" y="10026"/>
                </a:moveTo>
                <a:lnTo>
                  <a:pt x="13895" y="10050"/>
                </a:lnTo>
                <a:lnTo>
                  <a:pt x="13846" y="10075"/>
                </a:lnTo>
                <a:lnTo>
                  <a:pt x="13797" y="10123"/>
                </a:lnTo>
                <a:lnTo>
                  <a:pt x="13773" y="10172"/>
                </a:lnTo>
                <a:lnTo>
                  <a:pt x="13749" y="10221"/>
                </a:lnTo>
                <a:lnTo>
                  <a:pt x="13773" y="10318"/>
                </a:lnTo>
                <a:lnTo>
                  <a:pt x="13797" y="10367"/>
                </a:lnTo>
                <a:lnTo>
                  <a:pt x="13846" y="10415"/>
                </a:lnTo>
                <a:lnTo>
                  <a:pt x="14138" y="10586"/>
                </a:lnTo>
                <a:lnTo>
                  <a:pt x="14454" y="10756"/>
                </a:lnTo>
                <a:lnTo>
                  <a:pt x="14624" y="10878"/>
                </a:lnTo>
                <a:lnTo>
                  <a:pt x="14819" y="10975"/>
                </a:lnTo>
                <a:lnTo>
                  <a:pt x="15014" y="11048"/>
                </a:lnTo>
                <a:lnTo>
                  <a:pt x="15208" y="11097"/>
                </a:lnTo>
                <a:lnTo>
                  <a:pt x="15379" y="11097"/>
                </a:lnTo>
                <a:lnTo>
                  <a:pt x="15427" y="11072"/>
                </a:lnTo>
                <a:lnTo>
                  <a:pt x="15500" y="11024"/>
                </a:lnTo>
                <a:lnTo>
                  <a:pt x="15573" y="10951"/>
                </a:lnTo>
                <a:lnTo>
                  <a:pt x="15598" y="10829"/>
                </a:lnTo>
                <a:lnTo>
                  <a:pt x="15598" y="10707"/>
                </a:lnTo>
                <a:lnTo>
                  <a:pt x="15549" y="10586"/>
                </a:lnTo>
                <a:lnTo>
                  <a:pt x="15500" y="10537"/>
                </a:lnTo>
                <a:lnTo>
                  <a:pt x="15452" y="10513"/>
                </a:lnTo>
                <a:lnTo>
                  <a:pt x="15379" y="10464"/>
                </a:lnTo>
                <a:lnTo>
                  <a:pt x="15306" y="10464"/>
                </a:lnTo>
                <a:lnTo>
                  <a:pt x="15135" y="10415"/>
                </a:lnTo>
                <a:lnTo>
                  <a:pt x="14965" y="10367"/>
                </a:lnTo>
                <a:lnTo>
                  <a:pt x="14600" y="10196"/>
                </a:lnTo>
                <a:lnTo>
                  <a:pt x="14430" y="10099"/>
                </a:lnTo>
                <a:lnTo>
                  <a:pt x="14260" y="10050"/>
                </a:lnTo>
                <a:lnTo>
                  <a:pt x="14065" y="10026"/>
                </a:lnTo>
                <a:close/>
                <a:moveTo>
                  <a:pt x="8468" y="2605"/>
                </a:moveTo>
                <a:lnTo>
                  <a:pt x="8760" y="2629"/>
                </a:lnTo>
                <a:lnTo>
                  <a:pt x="9052" y="2678"/>
                </a:lnTo>
                <a:lnTo>
                  <a:pt x="9344" y="2726"/>
                </a:lnTo>
                <a:lnTo>
                  <a:pt x="9125" y="2799"/>
                </a:lnTo>
                <a:lnTo>
                  <a:pt x="9101" y="2824"/>
                </a:lnTo>
                <a:lnTo>
                  <a:pt x="9101" y="2848"/>
                </a:lnTo>
                <a:lnTo>
                  <a:pt x="9101" y="2872"/>
                </a:lnTo>
                <a:lnTo>
                  <a:pt x="9125" y="2897"/>
                </a:lnTo>
                <a:lnTo>
                  <a:pt x="9223" y="2945"/>
                </a:lnTo>
                <a:lnTo>
                  <a:pt x="9320" y="2970"/>
                </a:lnTo>
                <a:lnTo>
                  <a:pt x="9442" y="2945"/>
                </a:lnTo>
                <a:lnTo>
                  <a:pt x="9563" y="2921"/>
                </a:lnTo>
                <a:lnTo>
                  <a:pt x="9855" y="2872"/>
                </a:lnTo>
                <a:lnTo>
                  <a:pt x="10269" y="3043"/>
                </a:lnTo>
                <a:lnTo>
                  <a:pt x="10074" y="3067"/>
                </a:lnTo>
                <a:lnTo>
                  <a:pt x="9855" y="3116"/>
                </a:lnTo>
                <a:lnTo>
                  <a:pt x="9685" y="3189"/>
                </a:lnTo>
                <a:lnTo>
                  <a:pt x="9515" y="3262"/>
                </a:lnTo>
                <a:lnTo>
                  <a:pt x="9515" y="3286"/>
                </a:lnTo>
                <a:lnTo>
                  <a:pt x="9490" y="3310"/>
                </a:lnTo>
                <a:lnTo>
                  <a:pt x="9515" y="3335"/>
                </a:lnTo>
                <a:lnTo>
                  <a:pt x="9539" y="3359"/>
                </a:lnTo>
                <a:lnTo>
                  <a:pt x="9953" y="3335"/>
                </a:lnTo>
                <a:lnTo>
                  <a:pt x="10342" y="3310"/>
                </a:lnTo>
                <a:lnTo>
                  <a:pt x="10780" y="3310"/>
                </a:lnTo>
                <a:lnTo>
                  <a:pt x="11048" y="3505"/>
                </a:lnTo>
                <a:lnTo>
                  <a:pt x="10756" y="3578"/>
                </a:lnTo>
                <a:lnTo>
                  <a:pt x="10464" y="3675"/>
                </a:lnTo>
                <a:lnTo>
                  <a:pt x="10245" y="3797"/>
                </a:lnTo>
                <a:lnTo>
                  <a:pt x="10099" y="3918"/>
                </a:lnTo>
                <a:lnTo>
                  <a:pt x="10074" y="3943"/>
                </a:lnTo>
                <a:lnTo>
                  <a:pt x="10099" y="3943"/>
                </a:lnTo>
                <a:lnTo>
                  <a:pt x="10391" y="3918"/>
                </a:lnTo>
                <a:lnTo>
                  <a:pt x="10683" y="3870"/>
                </a:lnTo>
                <a:lnTo>
                  <a:pt x="10975" y="3821"/>
                </a:lnTo>
                <a:lnTo>
                  <a:pt x="11291" y="3773"/>
                </a:lnTo>
                <a:lnTo>
                  <a:pt x="11364" y="3773"/>
                </a:lnTo>
                <a:lnTo>
                  <a:pt x="11583" y="3967"/>
                </a:lnTo>
                <a:lnTo>
                  <a:pt x="11778" y="4186"/>
                </a:lnTo>
                <a:lnTo>
                  <a:pt x="11388" y="4210"/>
                </a:lnTo>
                <a:lnTo>
                  <a:pt x="10829" y="4259"/>
                </a:lnTo>
                <a:lnTo>
                  <a:pt x="10561" y="4283"/>
                </a:lnTo>
                <a:lnTo>
                  <a:pt x="10318" y="4381"/>
                </a:lnTo>
                <a:lnTo>
                  <a:pt x="10293" y="4405"/>
                </a:lnTo>
                <a:lnTo>
                  <a:pt x="10293" y="4429"/>
                </a:lnTo>
                <a:lnTo>
                  <a:pt x="10318" y="4454"/>
                </a:lnTo>
                <a:lnTo>
                  <a:pt x="10585" y="4527"/>
                </a:lnTo>
                <a:lnTo>
                  <a:pt x="11705" y="4527"/>
                </a:lnTo>
                <a:lnTo>
                  <a:pt x="11997" y="4502"/>
                </a:lnTo>
                <a:lnTo>
                  <a:pt x="12216" y="4867"/>
                </a:lnTo>
                <a:lnTo>
                  <a:pt x="11851" y="4867"/>
                </a:lnTo>
                <a:lnTo>
                  <a:pt x="11267" y="4892"/>
                </a:lnTo>
                <a:lnTo>
                  <a:pt x="10658" y="4940"/>
                </a:lnTo>
                <a:lnTo>
                  <a:pt x="10634" y="4940"/>
                </a:lnTo>
                <a:lnTo>
                  <a:pt x="10634" y="4965"/>
                </a:lnTo>
                <a:lnTo>
                  <a:pt x="10634" y="4989"/>
                </a:lnTo>
                <a:lnTo>
                  <a:pt x="10658" y="5013"/>
                </a:lnTo>
                <a:lnTo>
                  <a:pt x="10902" y="5086"/>
                </a:lnTo>
                <a:lnTo>
                  <a:pt x="11169" y="5111"/>
                </a:lnTo>
                <a:lnTo>
                  <a:pt x="12021" y="5111"/>
                </a:lnTo>
                <a:lnTo>
                  <a:pt x="12362" y="5135"/>
                </a:lnTo>
                <a:lnTo>
                  <a:pt x="12556" y="5622"/>
                </a:lnTo>
                <a:lnTo>
                  <a:pt x="11461" y="5622"/>
                </a:lnTo>
                <a:lnTo>
                  <a:pt x="11291" y="5646"/>
                </a:lnTo>
                <a:lnTo>
                  <a:pt x="11145" y="5695"/>
                </a:lnTo>
                <a:lnTo>
                  <a:pt x="10999" y="5768"/>
                </a:lnTo>
                <a:lnTo>
                  <a:pt x="10975" y="5792"/>
                </a:lnTo>
                <a:lnTo>
                  <a:pt x="10999" y="5841"/>
                </a:lnTo>
                <a:lnTo>
                  <a:pt x="11267" y="5889"/>
                </a:lnTo>
                <a:lnTo>
                  <a:pt x="11534" y="5889"/>
                </a:lnTo>
                <a:lnTo>
                  <a:pt x="12070" y="5914"/>
                </a:lnTo>
                <a:lnTo>
                  <a:pt x="12654" y="5938"/>
                </a:lnTo>
                <a:lnTo>
                  <a:pt x="12702" y="6060"/>
                </a:lnTo>
                <a:lnTo>
                  <a:pt x="12727" y="6181"/>
                </a:lnTo>
                <a:lnTo>
                  <a:pt x="12386" y="6181"/>
                </a:lnTo>
                <a:lnTo>
                  <a:pt x="11729" y="6254"/>
                </a:lnTo>
                <a:lnTo>
                  <a:pt x="11413" y="6279"/>
                </a:lnTo>
                <a:lnTo>
                  <a:pt x="11121" y="6352"/>
                </a:lnTo>
                <a:lnTo>
                  <a:pt x="11096" y="6352"/>
                </a:lnTo>
                <a:lnTo>
                  <a:pt x="11096" y="6376"/>
                </a:lnTo>
                <a:lnTo>
                  <a:pt x="11096" y="6400"/>
                </a:lnTo>
                <a:lnTo>
                  <a:pt x="11121" y="6425"/>
                </a:lnTo>
                <a:lnTo>
                  <a:pt x="11388" y="6473"/>
                </a:lnTo>
                <a:lnTo>
                  <a:pt x="11656" y="6498"/>
                </a:lnTo>
                <a:lnTo>
                  <a:pt x="12508" y="6498"/>
                </a:lnTo>
                <a:lnTo>
                  <a:pt x="12824" y="6522"/>
                </a:lnTo>
                <a:lnTo>
                  <a:pt x="12873" y="6838"/>
                </a:lnTo>
                <a:lnTo>
                  <a:pt x="12556" y="6838"/>
                </a:lnTo>
                <a:lnTo>
                  <a:pt x="12240" y="6863"/>
                </a:lnTo>
                <a:lnTo>
                  <a:pt x="11753" y="6887"/>
                </a:lnTo>
                <a:lnTo>
                  <a:pt x="11510" y="6911"/>
                </a:lnTo>
                <a:lnTo>
                  <a:pt x="11267" y="6936"/>
                </a:lnTo>
                <a:lnTo>
                  <a:pt x="11242" y="6936"/>
                </a:lnTo>
                <a:lnTo>
                  <a:pt x="11242" y="6960"/>
                </a:lnTo>
                <a:lnTo>
                  <a:pt x="11242" y="7009"/>
                </a:lnTo>
                <a:lnTo>
                  <a:pt x="11267" y="7009"/>
                </a:lnTo>
                <a:lnTo>
                  <a:pt x="11461" y="7082"/>
                </a:lnTo>
                <a:lnTo>
                  <a:pt x="11680" y="7130"/>
                </a:lnTo>
                <a:lnTo>
                  <a:pt x="12727" y="7130"/>
                </a:lnTo>
                <a:lnTo>
                  <a:pt x="12921" y="7106"/>
                </a:lnTo>
                <a:lnTo>
                  <a:pt x="12994" y="7593"/>
                </a:lnTo>
                <a:lnTo>
                  <a:pt x="12994" y="7593"/>
                </a:lnTo>
                <a:lnTo>
                  <a:pt x="12848" y="7568"/>
                </a:lnTo>
                <a:lnTo>
                  <a:pt x="12702" y="7568"/>
                </a:lnTo>
                <a:lnTo>
                  <a:pt x="12435" y="7593"/>
                </a:lnTo>
                <a:lnTo>
                  <a:pt x="11997" y="7593"/>
                </a:lnTo>
                <a:lnTo>
                  <a:pt x="11778" y="7617"/>
                </a:lnTo>
                <a:lnTo>
                  <a:pt x="11559" y="7690"/>
                </a:lnTo>
                <a:lnTo>
                  <a:pt x="11534" y="7690"/>
                </a:lnTo>
                <a:lnTo>
                  <a:pt x="11534" y="7739"/>
                </a:lnTo>
                <a:lnTo>
                  <a:pt x="11534" y="7763"/>
                </a:lnTo>
                <a:lnTo>
                  <a:pt x="11559" y="7787"/>
                </a:lnTo>
                <a:lnTo>
                  <a:pt x="11778" y="7836"/>
                </a:lnTo>
                <a:lnTo>
                  <a:pt x="11997" y="7860"/>
                </a:lnTo>
                <a:lnTo>
                  <a:pt x="12435" y="7860"/>
                </a:lnTo>
                <a:lnTo>
                  <a:pt x="12702" y="7885"/>
                </a:lnTo>
                <a:lnTo>
                  <a:pt x="12848" y="7885"/>
                </a:lnTo>
                <a:lnTo>
                  <a:pt x="12994" y="7860"/>
                </a:lnTo>
                <a:lnTo>
                  <a:pt x="12994" y="7909"/>
                </a:lnTo>
                <a:lnTo>
                  <a:pt x="12994" y="8250"/>
                </a:lnTo>
                <a:lnTo>
                  <a:pt x="12873" y="8201"/>
                </a:lnTo>
                <a:lnTo>
                  <a:pt x="12775" y="8201"/>
                </a:lnTo>
                <a:lnTo>
                  <a:pt x="12532" y="8177"/>
                </a:lnTo>
                <a:lnTo>
                  <a:pt x="12094" y="8177"/>
                </a:lnTo>
                <a:lnTo>
                  <a:pt x="11875" y="8201"/>
                </a:lnTo>
                <a:lnTo>
                  <a:pt x="11656" y="8250"/>
                </a:lnTo>
                <a:lnTo>
                  <a:pt x="11656" y="8274"/>
                </a:lnTo>
                <a:lnTo>
                  <a:pt x="11632" y="8298"/>
                </a:lnTo>
                <a:lnTo>
                  <a:pt x="11656" y="8298"/>
                </a:lnTo>
                <a:lnTo>
                  <a:pt x="11656" y="8323"/>
                </a:lnTo>
                <a:lnTo>
                  <a:pt x="12045" y="8396"/>
                </a:lnTo>
                <a:lnTo>
                  <a:pt x="12410" y="8444"/>
                </a:lnTo>
                <a:lnTo>
                  <a:pt x="12702" y="8469"/>
                </a:lnTo>
                <a:lnTo>
                  <a:pt x="12824" y="8493"/>
                </a:lnTo>
                <a:lnTo>
                  <a:pt x="12970" y="8469"/>
                </a:lnTo>
                <a:lnTo>
                  <a:pt x="12873" y="8858"/>
                </a:lnTo>
                <a:lnTo>
                  <a:pt x="12654" y="8809"/>
                </a:lnTo>
                <a:lnTo>
                  <a:pt x="12483" y="8785"/>
                </a:lnTo>
                <a:lnTo>
                  <a:pt x="12264" y="8736"/>
                </a:lnTo>
                <a:lnTo>
                  <a:pt x="11826" y="8736"/>
                </a:lnTo>
                <a:lnTo>
                  <a:pt x="11607" y="8809"/>
                </a:lnTo>
                <a:lnTo>
                  <a:pt x="11583" y="8834"/>
                </a:lnTo>
                <a:lnTo>
                  <a:pt x="11583" y="8858"/>
                </a:lnTo>
                <a:lnTo>
                  <a:pt x="11583" y="8882"/>
                </a:lnTo>
                <a:lnTo>
                  <a:pt x="11851" y="8882"/>
                </a:lnTo>
                <a:lnTo>
                  <a:pt x="12094" y="8931"/>
                </a:lnTo>
                <a:lnTo>
                  <a:pt x="12556" y="9053"/>
                </a:lnTo>
                <a:lnTo>
                  <a:pt x="12775" y="9126"/>
                </a:lnTo>
                <a:lnTo>
                  <a:pt x="12654" y="9345"/>
                </a:lnTo>
                <a:lnTo>
                  <a:pt x="12508" y="9296"/>
                </a:lnTo>
                <a:lnTo>
                  <a:pt x="12313" y="9272"/>
                </a:lnTo>
                <a:lnTo>
                  <a:pt x="12143" y="9223"/>
                </a:lnTo>
                <a:lnTo>
                  <a:pt x="11972" y="9199"/>
                </a:lnTo>
                <a:lnTo>
                  <a:pt x="11607" y="9199"/>
                </a:lnTo>
                <a:lnTo>
                  <a:pt x="11583" y="9223"/>
                </a:lnTo>
                <a:lnTo>
                  <a:pt x="11583" y="9247"/>
                </a:lnTo>
                <a:lnTo>
                  <a:pt x="11583" y="9272"/>
                </a:lnTo>
                <a:lnTo>
                  <a:pt x="11924" y="9418"/>
                </a:lnTo>
                <a:lnTo>
                  <a:pt x="12240" y="9564"/>
                </a:lnTo>
                <a:lnTo>
                  <a:pt x="12532" y="9637"/>
                </a:lnTo>
                <a:lnTo>
                  <a:pt x="12337" y="9929"/>
                </a:lnTo>
                <a:lnTo>
                  <a:pt x="12337" y="9977"/>
                </a:lnTo>
                <a:lnTo>
                  <a:pt x="12167" y="9904"/>
                </a:lnTo>
                <a:lnTo>
                  <a:pt x="11997" y="9880"/>
                </a:lnTo>
                <a:lnTo>
                  <a:pt x="11802" y="9831"/>
                </a:lnTo>
                <a:lnTo>
                  <a:pt x="11242" y="9831"/>
                </a:lnTo>
                <a:lnTo>
                  <a:pt x="11218" y="9856"/>
                </a:lnTo>
                <a:lnTo>
                  <a:pt x="11218" y="9880"/>
                </a:lnTo>
                <a:lnTo>
                  <a:pt x="11242" y="9880"/>
                </a:lnTo>
                <a:lnTo>
                  <a:pt x="11534" y="10002"/>
                </a:lnTo>
                <a:lnTo>
                  <a:pt x="11851" y="10123"/>
                </a:lnTo>
                <a:lnTo>
                  <a:pt x="12167" y="10245"/>
                </a:lnTo>
                <a:lnTo>
                  <a:pt x="11972" y="10513"/>
                </a:lnTo>
                <a:lnTo>
                  <a:pt x="11826" y="10488"/>
                </a:lnTo>
                <a:lnTo>
                  <a:pt x="11413" y="10391"/>
                </a:lnTo>
                <a:lnTo>
                  <a:pt x="11023" y="10342"/>
                </a:lnTo>
                <a:lnTo>
                  <a:pt x="10975" y="10342"/>
                </a:lnTo>
                <a:lnTo>
                  <a:pt x="10975" y="10367"/>
                </a:lnTo>
                <a:lnTo>
                  <a:pt x="10975" y="10391"/>
                </a:lnTo>
                <a:lnTo>
                  <a:pt x="10999" y="10440"/>
                </a:lnTo>
                <a:lnTo>
                  <a:pt x="11145" y="10537"/>
                </a:lnTo>
                <a:lnTo>
                  <a:pt x="11315" y="10610"/>
                </a:lnTo>
                <a:lnTo>
                  <a:pt x="11632" y="10732"/>
                </a:lnTo>
                <a:lnTo>
                  <a:pt x="11802" y="10780"/>
                </a:lnTo>
                <a:lnTo>
                  <a:pt x="11656" y="10999"/>
                </a:lnTo>
                <a:lnTo>
                  <a:pt x="11510" y="10951"/>
                </a:lnTo>
                <a:lnTo>
                  <a:pt x="11364" y="10926"/>
                </a:lnTo>
                <a:lnTo>
                  <a:pt x="11072" y="10853"/>
                </a:lnTo>
                <a:lnTo>
                  <a:pt x="10950" y="10853"/>
                </a:lnTo>
                <a:lnTo>
                  <a:pt x="10804" y="10902"/>
                </a:lnTo>
                <a:lnTo>
                  <a:pt x="10780" y="10926"/>
                </a:lnTo>
                <a:lnTo>
                  <a:pt x="10756" y="10951"/>
                </a:lnTo>
                <a:lnTo>
                  <a:pt x="10756" y="10999"/>
                </a:lnTo>
                <a:lnTo>
                  <a:pt x="10780" y="11048"/>
                </a:lnTo>
                <a:lnTo>
                  <a:pt x="10902" y="11121"/>
                </a:lnTo>
                <a:lnTo>
                  <a:pt x="11023" y="11170"/>
                </a:lnTo>
                <a:lnTo>
                  <a:pt x="11267" y="11243"/>
                </a:lnTo>
                <a:lnTo>
                  <a:pt x="11461" y="11291"/>
                </a:lnTo>
                <a:lnTo>
                  <a:pt x="11242" y="11583"/>
                </a:lnTo>
                <a:lnTo>
                  <a:pt x="11072" y="11535"/>
                </a:lnTo>
                <a:lnTo>
                  <a:pt x="10877" y="11535"/>
                </a:lnTo>
                <a:lnTo>
                  <a:pt x="10683" y="11583"/>
                </a:lnTo>
                <a:lnTo>
                  <a:pt x="10658" y="11608"/>
                </a:lnTo>
                <a:lnTo>
                  <a:pt x="10683" y="11632"/>
                </a:lnTo>
                <a:lnTo>
                  <a:pt x="10829" y="11681"/>
                </a:lnTo>
                <a:lnTo>
                  <a:pt x="10975" y="11729"/>
                </a:lnTo>
                <a:lnTo>
                  <a:pt x="11096" y="11778"/>
                </a:lnTo>
                <a:lnTo>
                  <a:pt x="10877" y="12143"/>
                </a:lnTo>
                <a:lnTo>
                  <a:pt x="10829" y="12118"/>
                </a:lnTo>
                <a:lnTo>
                  <a:pt x="10658" y="12045"/>
                </a:lnTo>
                <a:lnTo>
                  <a:pt x="10561" y="11997"/>
                </a:lnTo>
                <a:lnTo>
                  <a:pt x="10464" y="11972"/>
                </a:lnTo>
                <a:lnTo>
                  <a:pt x="10439" y="11997"/>
                </a:lnTo>
                <a:lnTo>
                  <a:pt x="10439" y="12045"/>
                </a:lnTo>
                <a:lnTo>
                  <a:pt x="10488" y="12118"/>
                </a:lnTo>
                <a:lnTo>
                  <a:pt x="10585" y="12191"/>
                </a:lnTo>
                <a:lnTo>
                  <a:pt x="10756" y="12313"/>
                </a:lnTo>
                <a:lnTo>
                  <a:pt x="10561" y="12654"/>
                </a:lnTo>
                <a:lnTo>
                  <a:pt x="10415" y="12629"/>
                </a:lnTo>
                <a:lnTo>
                  <a:pt x="10172" y="12629"/>
                </a:lnTo>
                <a:lnTo>
                  <a:pt x="10026" y="12654"/>
                </a:lnTo>
                <a:lnTo>
                  <a:pt x="10026" y="12678"/>
                </a:lnTo>
                <a:lnTo>
                  <a:pt x="10026" y="12702"/>
                </a:lnTo>
                <a:lnTo>
                  <a:pt x="10245" y="12800"/>
                </a:lnTo>
                <a:lnTo>
                  <a:pt x="10439" y="12897"/>
                </a:lnTo>
                <a:lnTo>
                  <a:pt x="10196" y="13384"/>
                </a:lnTo>
                <a:lnTo>
                  <a:pt x="9880" y="13384"/>
                </a:lnTo>
                <a:lnTo>
                  <a:pt x="9904" y="13432"/>
                </a:lnTo>
                <a:lnTo>
                  <a:pt x="10147" y="13505"/>
                </a:lnTo>
                <a:lnTo>
                  <a:pt x="10074" y="13700"/>
                </a:lnTo>
                <a:lnTo>
                  <a:pt x="10026" y="13895"/>
                </a:lnTo>
                <a:lnTo>
                  <a:pt x="9953" y="14284"/>
                </a:lnTo>
                <a:lnTo>
                  <a:pt x="9880" y="14673"/>
                </a:lnTo>
                <a:lnTo>
                  <a:pt x="9807" y="15087"/>
                </a:lnTo>
                <a:lnTo>
                  <a:pt x="9101" y="15111"/>
                </a:lnTo>
                <a:lnTo>
                  <a:pt x="9247" y="14673"/>
                </a:lnTo>
                <a:lnTo>
                  <a:pt x="9344" y="14235"/>
                </a:lnTo>
                <a:lnTo>
                  <a:pt x="9539" y="13359"/>
                </a:lnTo>
                <a:lnTo>
                  <a:pt x="9734" y="12459"/>
                </a:lnTo>
                <a:lnTo>
                  <a:pt x="9855" y="12021"/>
                </a:lnTo>
                <a:lnTo>
                  <a:pt x="9977" y="11583"/>
                </a:lnTo>
                <a:lnTo>
                  <a:pt x="10269" y="10659"/>
                </a:lnTo>
                <a:lnTo>
                  <a:pt x="10537" y="9734"/>
                </a:lnTo>
                <a:lnTo>
                  <a:pt x="10658" y="9320"/>
                </a:lnTo>
                <a:lnTo>
                  <a:pt x="10756" y="8858"/>
                </a:lnTo>
                <a:lnTo>
                  <a:pt x="10780" y="8639"/>
                </a:lnTo>
                <a:lnTo>
                  <a:pt x="10780" y="8396"/>
                </a:lnTo>
                <a:lnTo>
                  <a:pt x="10756" y="8177"/>
                </a:lnTo>
                <a:lnTo>
                  <a:pt x="10707" y="7958"/>
                </a:lnTo>
                <a:lnTo>
                  <a:pt x="10683" y="7933"/>
                </a:lnTo>
                <a:lnTo>
                  <a:pt x="10634" y="7933"/>
                </a:lnTo>
                <a:lnTo>
                  <a:pt x="10610" y="7958"/>
                </a:lnTo>
                <a:lnTo>
                  <a:pt x="10537" y="8177"/>
                </a:lnTo>
                <a:lnTo>
                  <a:pt x="10464" y="8420"/>
                </a:lnTo>
                <a:lnTo>
                  <a:pt x="10366" y="8882"/>
                </a:lnTo>
                <a:lnTo>
                  <a:pt x="10293" y="9369"/>
                </a:lnTo>
                <a:lnTo>
                  <a:pt x="10172" y="9831"/>
                </a:lnTo>
                <a:lnTo>
                  <a:pt x="9904" y="10756"/>
                </a:lnTo>
                <a:lnTo>
                  <a:pt x="9588" y="11656"/>
                </a:lnTo>
                <a:lnTo>
                  <a:pt x="9466" y="12094"/>
                </a:lnTo>
                <a:lnTo>
                  <a:pt x="9369" y="12532"/>
                </a:lnTo>
                <a:lnTo>
                  <a:pt x="9174" y="13384"/>
                </a:lnTo>
                <a:lnTo>
                  <a:pt x="8979" y="14260"/>
                </a:lnTo>
                <a:lnTo>
                  <a:pt x="8858" y="14698"/>
                </a:lnTo>
                <a:lnTo>
                  <a:pt x="8736" y="15111"/>
                </a:lnTo>
                <a:lnTo>
                  <a:pt x="8128" y="15136"/>
                </a:lnTo>
                <a:lnTo>
                  <a:pt x="7519" y="15087"/>
                </a:lnTo>
                <a:lnTo>
                  <a:pt x="7179" y="15063"/>
                </a:lnTo>
                <a:lnTo>
                  <a:pt x="7154" y="15038"/>
                </a:lnTo>
                <a:lnTo>
                  <a:pt x="7081" y="14698"/>
                </a:lnTo>
                <a:lnTo>
                  <a:pt x="7033" y="14357"/>
                </a:lnTo>
                <a:lnTo>
                  <a:pt x="6935" y="13651"/>
                </a:lnTo>
                <a:lnTo>
                  <a:pt x="6765" y="12605"/>
                </a:lnTo>
                <a:lnTo>
                  <a:pt x="6570" y="11583"/>
                </a:lnTo>
                <a:lnTo>
                  <a:pt x="6230" y="9880"/>
                </a:lnTo>
                <a:lnTo>
                  <a:pt x="6060" y="9028"/>
                </a:lnTo>
                <a:lnTo>
                  <a:pt x="5841" y="8177"/>
                </a:lnTo>
                <a:lnTo>
                  <a:pt x="5816" y="8152"/>
                </a:lnTo>
                <a:lnTo>
                  <a:pt x="5768" y="8128"/>
                </a:lnTo>
                <a:lnTo>
                  <a:pt x="5743" y="8128"/>
                </a:lnTo>
                <a:lnTo>
                  <a:pt x="5695" y="8152"/>
                </a:lnTo>
                <a:lnTo>
                  <a:pt x="5646" y="8298"/>
                </a:lnTo>
                <a:lnTo>
                  <a:pt x="5646" y="8420"/>
                </a:lnTo>
                <a:lnTo>
                  <a:pt x="5646" y="8542"/>
                </a:lnTo>
                <a:lnTo>
                  <a:pt x="5646" y="8663"/>
                </a:lnTo>
                <a:lnTo>
                  <a:pt x="5719" y="8931"/>
                </a:lnTo>
                <a:lnTo>
                  <a:pt x="5768" y="9199"/>
                </a:lnTo>
                <a:lnTo>
                  <a:pt x="5865" y="9734"/>
                </a:lnTo>
                <a:lnTo>
                  <a:pt x="5962" y="10245"/>
                </a:lnTo>
                <a:lnTo>
                  <a:pt x="6035" y="10780"/>
                </a:lnTo>
                <a:lnTo>
                  <a:pt x="6133" y="11316"/>
                </a:lnTo>
                <a:lnTo>
                  <a:pt x="6327" y="12337"/>
                </a:lnTo>
                <a:lnTo>
                  <a:pt x="6522" y="13384"/>
                </a:lnTo>
                <a:lnTo>
                  <a:pt x="6570" y="13773"/>
                </a:lnTo>
                <a:lnTo>
                  <a:pt x="6619" y="14211"/>
                </a:lnTo>
                <a:lnTo>
                  <a:pt x="6668" y="14625"/>
                </a:lnTo>
                <a:lnTo>
                  <a:pt x="6716" y="14819"/>
                </a:lnTo>
                <a:lnTo>
                  <a:pt x="6765" y="15014"/>
                </a:lnTo>
                <a:lnTo>
                  <a:pt x="6497" y="15038"/>
                </a:lnTo>
                <a:lnTo>
                  <a:pt x="6473" y="14625"/>
                </a:lnTo>
                <a:lnTo>
                  <a:pt x="6400" y="14235"/>
                </a:lnTo>
                <a:lnTo>
                  <a:pt x="6279" y="13846"/>
                </a:lnTo>
                <a:lnTo>
                  <a:pt x="6133" y="13481"/>
                </a:lnTo>
                <a:lnTo>
                  <a:pt x="5938" y="13116"/>
                </a:lnTo>
                <a:lnTo>
                  <a:pt x="5743" y="12775"/>
                </a:lnTo>
                <a:lnTo>
                  <a:pt x="5281" y="12070"/>
                </a:lnTo>
                <a:lnTo>
                  <a:pt x="4746" y="11267"/>
                </a:lnTo>
                <a:lnTo>
                  <a:pt x="4210" y="10415"/>
                </a:lnTo>
                <a:lnTo>
                  <a:pt x="3967" y="9977"/>
                </a:lnTo>
                <a:lnTo>
                  <a:pt x="3724" y="9539"/>
                </a:lnTo>
                <a:lnTo>
                  <a:pt x="3529" y="9077"/>
                </a:lnTo>
                <a:lnTo>
                  <a:pt x="3359" y="8615"/>
                </a:lnTo>
                <a:lnTo>
                  <a:pt x="3286" y="8396"/>
                </a:lnTo>
                <a:lnTo>
                  <a:pt x="3261" y="8152"/>
                </a:lnTo>
                <a:lnTo>
                  <a:pt x="3237" y="7909"/>
                </a:lnTo>
                <a:lnTo>
                  <a:pt x="3237" y="7666"/>
                </a:lnTo>
                <a:lnTo>
                  <a:pt x="3261" y="7155"/>
                </a:lnTo>
                <a:lnTo>
                  <a:pt x="3310" y="6668"/>
                </a:lnTo>
                <a:lnTo>
                  <a:pt x="3334" y="6376"/>
                </a:lnTo>
                <a:lnTo>
                  <a:pt x="3407" y="6108"/>
                </a:lnTo>
                <a:lnTo>
                  <a:pt x="3480" y="5841"/>
                </a:lnTo>
                <a:lnTo>
                  <a:pt x="3578" y="5597"/>
                </a:lnTo>
                <a:lnTo>
                  <a:pt x="3699" y="5354"/>
                </a:lnTo>
                <a:lnTo>
                  <a:pt x="3845" y="5111"/>
                </a:lnTo>
                <a:lnTo>
                  <a:pt x="4016" y="4892"/>
                </a:lnTo>
                <a:lnTo>
                  <a:pt x="4186" y="4673"/>
                </a:lnTo>
                <a:lnTo>
                  <a:pt x="4648" y="4162"/>
                </a:lnTo>
                <a:lnTo>
                  <a:pt x="5062" y="3748"/>
                </a:lnTo>
                <a:lnTo>
                  <a:pt x="5403" y="3432"/>
                </a:lnTo>
                <a:lnTo>
                  <a:pt x="5743" y="3189"/>
                </a:lnTo>
                <a:lnTo>
                  <a:pt x="6060" y="3018"/>
                </a:lnTo>
                <a:lnTo>
                  <a:pt x="6352" y="2872"/>
                </a:lnTo>
                <a:lnTo>
                  <a:pt x="6668" y="2775"/>
                </a:lnTo>
                <a:lnTo>
                  <a:pt x="6984" y="2702"/>
                </a:lnTo>
                <a:lnTo>
                  <a:pt x="7276" y="2653"/>
                </a:lnTo>
                <a:lnTo>
                  <a:pt x="7568" y="2629"/>
                </a:lnTo>
                <a:lnTo>
                  <a:pt x="7860" y="2605"/>
                </a:lnTo>
                <a:close/>
                <a:moveTo>
                  <a:pt x="6716" y="15525"/>
                </a:moveTo>
                <a:lnTo>
                  <a:pt x="6619" y="15720"/>
                </a:lnTo>
                <a:lnTo>
                  <a:pt x="6352" y="16158"/>
                </a:lnTo>
                <a:lnTo>
                  <a:pt x="6279" y="16109"/>
                </a:lnTo>
                <a:lnTo>
                  <a:pt x="6230" y="16060"/>
                </a:lnTo>
                <a:lnTo>
                  <a:pt x="6206" y="15963"/>
                </a:lnTo>
                <a:lnTo>
                  <a:pt x="6206" y="15866"/>
                </a:lnTo>
                <a:lnTo>
                  <a:pt x="6206" y="15768"/>
                </a:lnTo>
                <a:lnTo>
                  <a:pt x="6230" y="15695"/>
                </a:lnTo>
                <a:lnTo>
                  <a:pt x="6279" y="15598"/>
                </a:lnTo>
                <a:lnTo>
                  <a:pt x="6327" y="15549"/>
                </a:lnTo>
                <a:lnTo>
                  <a:pt x="6595" y="15525"/>
                </a:lnTo>
                <a:close/>
                <a:moveTo>
                  <a:pt x="6887" y="15525"/>
                </a:moveTo>
                <a:lnTo>
                  <a:pt x="7276" y="15549"/>
                </a:lnTo>
                <a:lnTo>
                  <a:pt x="7641" y="15598"/>
                </a:lnTo>
                <a:lnTo>
                  <a:pt x="8225" y="15647"/>
                </a:lnTo>
                <a:lnTo>
                  <a:pt x="8809" y="15671"/>
                </a:lnTo>
                <a:lnTo>
                  <a:pt x="8541" y="15963"/>
                </a:lnTo>
                <a:lnTo>
                  <a:pt x="8298" y="16255"/>
                </a:lnTo>
                <a:lnTo>
                  <a:pt x="7909" y="16231"/>
                </a:lnTo>
                <a:lnTo>
                  <a:pt x="8249" y="15744"/>
                </a:lnTo>
                <a:lnTo>
                  <a:pt x="8249" y="15720"/>
                </a:lnTo>
                <a:lnTo>
                  <a:pt x="8225" y="15695"/>
                </a:lnTo>
                <a:lnTo>
                  <a:pt x="8201" y="15671"/>
                </a:lnTo>
                <a:lnTo>
                  <a:pt x="8176" y="15695"/>
                </a:lnTo>
                <a:lnTo>
                  <a:pt x="7690" y="16231"/>
                </a:lnTo>
                <a:lnTo>
                  <a:pt x="7179" y="16182"/>
                </a:lnTo>
                <a:lnTo>
                  <a:pt x="7325" y="15939"/>
                </a:lnTo>
                <a:lnTo>
                  <a:pt x="7471" y="15671"/>
                </a:lnTo>
                <a:lnTo>
                  <a:pt x="7471" y="15647"/>
                </a:lnTo>
                <a:lnTo>
                  <a:pt x="7446" y="15622"/>
                </a:lnTo>
                <a:lnTo>
                  <a:pt x="7422" y="15647"/>
                </a:lnTo>
                <a:lnTo>
                  <a:pt x="7203" y="15890"/>
                </a:lnTo>
                <a:lnTo>
                  <a:pt x="6935" y="16182"/>
                </a:lnTo>
                <a:lnTo>
                  <a:pt x="6741" y="16206"/>
                </a:lnTo>
                <a:lnTo>
                  <a:pt x="6570" y="16255"/>
                </a:lnTo>
                <a:lnTo>
                  <a:pt x="6668" y="16060"/>
                </a:lnTo>
                <a:lnTo>
                  <a:pt x="6814" y="15817"/>
                </a:lnTo>
                <a:lnTo>
                  <a:pt x="6862" y="15671"/>
                </a:lnTo>
                <a:lnTo>
                  <a:pt x="6887" y="15525"/>
                </a:lnTo>
                <a:close/>
                <a:moveTo>
                  <a:pt x="9661" y="15622"/>
                </a:moveTo>
                <a:lnTo>
                  <a:pt x="9734" y="15671"/>
                </a:lnTo>
                <a:lnTo>
                  <a:pt x="9807" y="15695"/>
                </a:lnTo>
                <a:lnTo>
                  <a:pt x="9953" y="15695"/>
                </a:lnTo>
                <a:lnTo>
                  <a:pt x="9782" y="15793"/>
                </a:lnTo>
                <a:lnTo>
                  <a:pt x="9661" y="15939"/>
                </a:lnTo>
                <a:lnTo>
                  <a:pt x="9539" y="16085"/>
                </a:lnTo>
                <a:lnTo>
                  <a:pt x="9417" y="16279"/>
                </a:lnTo>
                <a:lnTo>
                  <a:pt x="9271" y="16279"/>
                </a:lnTo>
                <a:lnTo>
                  <a:pt x="9612" y="15817"/>
                </a:lnTo>
                <a:lnTo>
                  <a:pt x="9612" y="15793"/>
                </a:lnTo>
                <a:lnTo>
                  <a:pt x="9612" y="15768"/>
                </a:lnTo>
                <a:lnTo>
                  <a:pt x="9563" y="15768"/>
                </a:lnTo>
                <a:lnTo>
                  <a:pt x="9320" y="16012"/>
                </a:lnTo>
                <a:lnTo>
                  <a:pt x="9077" y="16255"/>
                </a:lnTo>
                <a:lnTo>
                  <a:pt x="8517" y="16255"/>
                </a:lnTo>
                <a:lnTo>
                  <a:pt x="8882" y="15720"/>
                </a:lnTo>
                <a:lnTo>
                  <a:pt x="8906" y="15695"/>
                </a:lnTo>
                <a:lnTo>
                  <a:pt x="8882" y="15671"/>
                </a:lnTo>
                <a:lnTo>
                  <a:pt x="9271" y="15671"/>
                </a:lnTo>
                <a:lnTo>
                  <a:pt x="9661" y="15622"/>
                </a:lnTo>
                <a:close/>
                <a:moveTo>
                  <a:pt x="10074" y="15768"/>
                </a:moveTo>
                <a:lnTo>
                  <a:pt x="10074" y="15841"/>
                </a:lnTo>
                <a:lnTo>
                  <a:pt x="10099" y="15939"/>
                </a:lnTo>
                <a:lnTo>
                  <a:pt x="10074" y="16060"/>
                </a:lnTo>
                <a:lnTo>
                  <a:pt x="10050" y="16182"/>
                </a:lnTo>
                <a:lnTo>
                  <a:pt x="9977" y="16304"/>
                </a:lnTo>
                <a:lnTo>
                  <a:pt x="9758" y="16279"/>
                </a:lnTo>
                <a:lnTo>
                  <a:pt x="9880" y="16012"/>
                </a:lnTo>
                <a:lnTo>
                  <a:pt x="9977" y="15890"/>
                </a:lnTo>
                <a:lnTo>
                  <a:pt x="10074" y="15768"/>
                </a:lnTo>
                <a:close/>
                <a:moveTo>
                  <a:pt x="6522" y="16571"/>
                </a:moveTo>
                <a:lnTo>
                  <a:pt x="6595" y="16620"/>
                </a:lnTo>
                <a:lnTo>
                  <a:pt x="6424" y="16888"/>
                </a:lnTo>
                <a:lnTo>
                  <a:pt x="6376" y="17034"/>
                </a:lnTo>
                <a:lnTo>
                  <a:pt x="6327" y="17180"/>
                </a:lnTo>
                <a:lnTo>
                  <a:pt x="6254" y="17082"/>
                </a:lnTo>
                <a:lnTo>
                  <a:pt x="6230" y="16985"/>
                </a:lnTo>
                <a:lnTo>
                  <a:pt x="6206" y="16912"/>
                </a:lnTo>
                <a:lnTo>
                  <a:pt x="6230" y="16815"/>
                </a:lnTo>
                <a:lnTo>
                  <a:pt x="6254" y="16839"/>
                </a:lnTo>
                <a:lnTo>
                  <a:pt x="6303" y="16839"/>
                </a:lnTo>
                <a:lnTo>
                  <a:pt x="6352" y="16815"/>
                </a:lnTo>
                <a:lnTo>
                  <a:pt x="6376" y="16766"/>
                </a:lnTo>
                <a:lnTo>
                  <a:pt x="6424" y="16596"/>
                </a:lnTo>
                <a:lnTo>
                  <a:pt x="6449" y="16596"/>
                </a:lnTo>
                <a:lnTo>
                  <a:pt x="6522" y="16571"/>
                </a:lnTo>
                <a:close/>
                <a:moveTo>
                  <a:pt x="7884" y="16693"/>
                </a:moveTo>
                <a:lnTo>
                  <a:pt x="7957" y="16717"/>
                </a:lnTo>
                <a:lnTo>
                  <a:pt x="7787" y="16985"/>
                </a:lnTo>
                <a:lnTo>
                  <a:pt x="7617" y="17253"/>
                </a:lnTo>
                <a:lnTo>
                  <a:pt x="7592" y="17326"/>
                </a:lnTo>
                <a:lnTo>
                  <a:pt x="7300" y="17326"/>
                </a:lnTo>
                <a:lnTo>
                  <a:pt x="7398" y="17107"/>
                </a:lnTo>
                <a:lnTo>
                  <a:pt x="7519" y="16888"/>
                </a:lnTo>
                <a:lnTo>
                  <a:pt x="7617" y="16717"/>
                </a:lnTo>
                <a:lnTo>
                  <a:pt x="7884" y="16693"/>
                </a:lnTo>
                <a:close/>
                <a:moveTo>
                  <a:pt x="8225" y="16717"/>
                </a:moveTo>
                <a:lnTo>
                  <a:pt x="8736" y="16742"/>
                </a:lnTo>
                <a:lnTo>
                  <a:pt x="8541" y="17034"/>
                </a:lnTo>
                <a:lnTo>
                  <a:pt x="8371" y="17326"/>
                </a:lnTo>
                <a:lnTo>
                  <a:pt x="7909" y="17326"/>
                </a:lnTo>
                <a:lnTo>
                  <a:pt x="7933" y="17277"/>
                </a:lnTo>
                <a:lnTo>
                  <a:pt x="8225" y="16717"/>
                </a:lnTo>
                <a:close/>
                <a:moveTo>
                  <a:pt x="9223" y="16742"/>
                </a:moveTo>
                <a:lnTo>
                  <a:pt x="8979" y="17350"/>
                </a:lnTo>
                <a:lnTo>
                  <a:pt x="8663" y="17350"/>
                </a:lnTo>
                <a:lnTo>
                  <a:pt x="8979" y="16742"/>
                </a:lnTo>
                <a:close/>
                <a:moveTo>
                  <a:pt x="9928" y="16742"/>
                </a:moveTo>
                <a:lnTo>
                  <a:pt x="9661" y="17253"/>
                </a:lnTo>
                <a:lnTo>
                  <a:pt x="9612" y="17350"/>
                </a:lnTo>
                <a:lnTo>
                  <a:pt x="9320" y="17350"/>
                </a:lnTo>
                <a:lnTo>
                  <a:pt x="9563" y="16742"/>
                </a:lnTo>
                <a:close/>
                <a:moveTo>
                  <a:pt x="10147" y="16839"/>
                </a:moveTo>
                <a:lnTo>
                  <a:pt x="10220" y="16961"/>
                </a:lnTo>
                <a:lnTo>
                  <a:pt x="10245" y="17107"/>
                </a:lnTo>
                <a:lnTo>
                  <a:pt x="10220" y="17228"/>
                </a:lnTo>
                <a:lnTo>
                  <a:pt x="10147" y="17350"/>
                </a:lnTo>
                <a:lnTo>
                  <a:pt x="9928" y="17350"/>
                </a:lnTo>
                <a:lnTo>
                  <a:pt x="9953" y="17277"/>
                </a:lnTo>
                <a:lnTo>
                  <a:pt x="10050" y="17082"/>
                </a:lnTo>
                <a:lnTo>
                  <a:pt x="10147" y="16839"/>
                </a:lnTo>
                <a:close/>
                <a:moveTo>
                  <a:pt x="6862" y="16693"/>
                </a:moveTo>
                <a:lnTo>
                  <a:pt x="7081" y="16717"/>
                </a:lnTo>
                <a:lnTo>
                  <a:pt x="7300" y="16717"/>
                </a:lnTo>
                <a:lnTo>
                  <a:pt x="7106" y="17009"/>
                </a:lnTo>
                <a:lnTo>
                  <a:pt x="6935" y="17326"/>
                </a:lnTo>
                <a:lnTo>
                  <a:pt x="6741" y="17350"/>
                </a:lnTo>
                <a:lnTo>
                  <a:pt x="6570" y="17399"/>
                </a:lnTo>
                <a:lnTo>
                  <a:pt x="6619" y="17204"/>
                </a:lnTo>
                <a:lnTo>
                  <a:pt x="6692" y="17034"/>
                </a:lnTo>
                <a:lnTo>
                  <a:pt x="6862" y="16693"/>
                </a:lnTo>
                <a:close/>
                <a:moveTo>
                  <a:pt x="6473" y="17618"/>
                </a:moveTo>
                <a:lnTo>
                  <a:pt x="6643" y="17691"/>
                </a:lnTo>
                <a:lnTo>
                  <a:pt x="6814" y="17715"/>
                </a:lnTo>
                <a:lnTo>
                  <a:pt x="6789" y="17910"/>
                </a:lnTo>
                <a:lnTo>
                  <a:pt x="6765" y="18080"/>
                </a:lnTo>
                <a:lnTo>
                  <a:pt x="6643" y="17983"/>
                </a:lnTo>
                <a:lnTo>
                  <a:pt x="6546" y="17861"/>
                </a:lnTo>
                <a:lnTo>
                  <a:pt x="6352" y="17642"/>
                </a:lnTo>
                <a:lnTo>
                  <a:pt x="6376" y="17618"/>
                </a:lnTo>
                <a:lnTo>
                  <a:pt x="6424" y="17642"/>
                </a:lnTo>
                <a:lnTo>
                  <a:pt x="6473" y="17618"/>
                </a:lnTo>
                <a:close/>
                <a:moveTo>
                  <a:pt x="7398" y="17739"/>
                </a:moveTo>
                <a:lnTo>
                  <a:pt x="7300" y="18031"/>
                </a:lnTo>
                <a:lnTo>
                  <a:pt x="7252" y="18177"/>
                </a:lnTo>
                <a:lnTo>
                  <a:pt x="7252" y="18299"/>
                </a:lnTo>
                <a:lnTo>
                  <a:pt x="7008" y="18202"/>
                </a:lnTo>
                <a:lnTo>
                  <a:pt x="7154" y="17739"/>
                </a:lnTo>
                <a:close/>
                <a:moveTo>
                  <a:pt x="8833" y="17715"/>
                </a:moveTo>
                <a:lnTo>
                  <a:pt x="8785" y="17837"/>
                </a:lnTo>
                <a:lnTo>
                  <a:pt x="8736" y="17983"/>
                </a:lnTo>
                <a:lnTo>
                  <a:pt x="8712" y="18104"/>
                </a:lnTo>
                <a:lnTo>
                  <a:pt x="8736" y="18153"/>
                </a:lnTo>
                <a:lnTo>
                  <a:pt x="8736" y="18202"/>
                </a:lnTo>
                <a:lnTo>
                  <a:pt x="8809" y="18250"/>
                </a:lnTo>
                <a:lnTo>
                  <a:pt x="8882" y="18250"/>
                </a:lnTo>
                <a:lnTo>
                  <a:pt x="8931" y="18226"/>
                </a:lnTo>
                <a:lnTo>
                  <a:pt x="9004" y="18153"/>
                </a:lnTo>
                <a:lnTo>
                  <a:pt x="9125" y="17958"/>
                </a:lnTo>
                <a:lnTo>
                  <a:pt x="9198" y="17739"/>
                </a:lnTo>
                <a:lnTo>
                  <a:pt x="9393" y="17739"/>
                </a:lnTo>
                <a:lnTo>
                  <a:pt x="9369" y="17861"/>
                </a:lnTo>
                <a:lnTo>
                  <a:pt x="9369" y="18007"/>
                </a:lnTo>
                <a:lnTo>
                  <a:pt x="9125" y="18153"/>
                </a:lnTo>
                <a:lnTo>
                  <a:pt x="8833" y="18275"/>
                </a:lnTo>
                <a:lnTo>
                  <a:pt x="8566" y="18372"/>
                </a:lnTo>
                <a:lnTo>
                  <a:pt x="8249" y="18421"/>
                </a:lnTo>
                <a:lnTo>
                  <a:pt x="8274" y="18275"/>
                </a:lnTo>
                <a:lnTo>
                  <a:pt x="8371" y="17983"/>
                </a:lnTo>
                <a:lnTo>
                  <a:pt x="8468" y="17715"/>
                </a:lnTo>
                <a:close/>
                <a:moveTo>
                  <a:pt x="8176" y="17715"/>
                </a:moveTo>
                <a:lnTo>
                  <a:pt x="8030" y="18056"/>
                </a:lnTo>
                <a:lnTo>
                  <a:pt x="7957" y="18250"/>
                </a:lnTo>
                <a:lnTo>
                  <a:pt x="7933" y="18445"/>
                </a:lnTo>
                <a:lnTo>
                  <a:pt x="7738" y="18421"/>
                </a:lnTo>
                <a:lnTo>
                  <a:pt x="7568" y="18396"/>
                </a:lnTo>
                <a:lnTo>
                  <a:pt x="7568" y="18226"/>
                </a:lnTo>
                <a:lnTo>
                  <a:pt x="7641" y="17983"/>
                </a:lnTo>
                <a:lnTo>
                  <a:pt x="7738" y="17715"/>
                </a:lnTo>
                <a:close/>
                <a:moveTo>
                  <a:pt x="8128" y="2094"/>
                </a:moveTo>
                <a:lnTo>
                  <a:pt x="7714" y="2142"/>
                </a:lnTo>
                <a:lnTo>
                  <a:pt x="7325" y="2191"/>
                </a:lnTo>
                <a:lnTo>
                  <a:pt x="6935" y="2264"/>
                </a:lnTo>
                <a:lnTo>
                  <a:pt x="6546" y="2386"/>
                </a:lnTo>
                <a:lnTo>
                  <a:pt x="6181" y="2507"/>
                </a:lnTo>
                <a:lnTo>
                  <a:pt x="5841" y="2653"/>
                </a:lnTo>
                <a:lnTo>
                  <a:pt x="5500" y="2824"/>
                </a:lnTo>
                <a:lnTo>
                  <a:pt x="5184" y="3018"/>
                </a:lnTo>
                <a:lnTo>
                  <a:pt x="4892" y="3237"/>
                </a:lnTo>
                <a:lnTo>
                  <a:pt x="4551" y="3554"/>
                </a:lnTo>
                <a:lnTo>
                  <a:pt x="4210" y="3918"/>
                </a:lnTo>
                <a:lnTo>
                  <a:pt x="3918" y="4332"/>
                </a:lnTo>
                <a:lnTo>
                  <a:pt x="3626" y="4746"/>
                </a:lnTo>
                <a:lnTo>
                  <a:pt x="3383" y="5159"/>
                </a:lnTo>
                <a:lnTo>
                  <a:pt x="3164" y="5549"/>
                </a:lnTo>
                <a:lnTo>
                  <a:pt x="3018" y="5889"/>
                </a:lnTo>
                <a:lnTo>
                  <a:pt x="2921" y="6157"/>
                </a:lnTo>
                <a:lnTo>
                  <a:pt x="2823" y="6595"/>
                </a:lnTo>
                <a:lnTo>
                  <a:pt x="2775" y="7057"/>
                </a:lnTo>
                <a:lnTo>
                  <a:pt x="2750" y="7495"/>
                </a:lnTo>
                <a:lnTo>
                  <a:pt x="2775" y="7958"/>
                </a:lnTo>
                <a:lnTo>
                  <a:pt x="2823" y="8396"/>
                </a:lnTo>
                <a:lnTo>
                  <a:pt x="2921" y="8834"/>
                </a:lnTo>
                <a:lnTo>
                  <a:pt x="3067" y="9272"/>
                </a:lnTo>
                <a:lnTo>
                  <a:pt x="3237" y="9685"/>
                </a:lnTo>
                <a:lnTo>
                  <a:pt x="3602" y="10367"/>
                </a:lnTo>
                <a:lnTo>
                  <a:pt x="3991" y="11024"/>
                </a:lnTo>
                <a:lnTo>
                  <a:pt x="4843" y="12337"/>
                </a:lnTo>
                <a:lnTo>
                  <a:pt x="5281" y="13019"/>
                </a:lnTo>
                <a:lnTo>
                  <a:pt x="5476" y="13384"/>
                </a:lnTo>
                <a:lnTo>
                  <a:pt x="5646" y="13724"/>
                </a:lnTo>
                <a:lnTo>
                  <a:pt x="5792" y="14089"/>
                </a:lnTo>
                <a:lnTo>
                  <a:pt x="5914" y="14454"/>
                </a:lnTo>
                <a:lnTo>
                  <a:pt x="5987" y="14844"/>
                </a:lnTo>
                <a:lnTo>
                  <a:pt x="5987" y="15282"/>
                </a:lnTo>
                <a:lnTo>
                  <a:pt x="5962" y="15379"/>
                </a:lnTo>
                <a:lnTo>
                  <a:pt x="5962" y="15428"/>
                </a:lnTo>
                <a:lnTo>
                  <a:pt x="5889" y="15525"/>
                </a:lnTo>
                <a:lnTo>
                  <a:pt x="5841" y="15647"/>
                </a:lnTo>
                <a:lnTo>
                  <a:pt x="5816" y="15768"/>
                </a:lnTo>
                <a:lnTo>
                  <a:pt x="5792" y="15914"/>
                </a:lnTo>
                <a:lnTo>
                  <a:pt x="5816" y="16036"/>
                </a:lnTo>
                <a:lnTo>
                  <a:pt x="5841" y="16158"/>
                </a:lnTo>
                <a:lnTo>
                  <a:pt x="5889" y="16279"/>
                </a:lnTo>
                <a:lnTo>
                  <a:pt x="5962" y="16377"/>
                </a:lnTo>
                <a:lnTo>
                  <a:pt x="5865" y="16474"/>
                </a:lnTo>
                <a:lnTo>
                  <a:pt x="5792" y="16620"/>
                </a:lnTo>
                <a:lnTo>
                  <a:pt x="5768" y="16766"/>
                </a:lnTo>
                <a:lnTo>
                  <a:pt x="5768" y="16912"/>
                </a:lnTo>
                <a:lnTo>
                  <a:pt x="5768" y="17058"/>
                </a:lnTo>
                <a:lnTo>
                  <a:pt x="5816" y="17204"/>
                </a:lnTo>
                <a:lnTo>
                  <a:pt x="5889" y="17350"/>
                </a:lnTo>
                <a:lnTo>
                  <a:pt x="5987" y="17472"/>
                </a:lnTo>
                <a:lnTo>
                  <a:pt x="5962" y="17496"/>
                </a:lnTo>
                <a:lnTo>
                  <a:pt x="5914" y="17618"/>
                </a:lnTo>
                <a:lnTo>
                  <a:pt x="5914" y="17715"/>
                </a:lnTo>
                <a:lnTo>
                  <a:pt x="5938" y="17837"/>
                </a:lnTo>
                <a:lnTo>
                  <a:pt x="5987" y="17934"/>
                </a:lnTo>
                <a:lnTo>
                  <a:pt x="6133" y="18129"/>
                </a:lnTo>
                <a:lnTo>
                  <a:pt x="6303" y="18299"/>
                </a:lnTo>
                <a:lnTo>
                  <a:pt x="6424" y="18421"/>
                </a:lnTo>
                <a:lnTo>
                  <a:pt x="6570" y="18518"/>
                </a:lnTo>
                <a:lnTo>
                  <a:pt x="6862" y="18688"/>
                </a:lnTo>
                <a:lnTo>
                  <a:pt x="7179" y="18810"/>
                </a:lnTo>
                <a:lnTo>
                  <a:pt x="7495" y="18859"/>
                </a:lnTo>
                <a:lnTo>
                  <a:pt x="7738" y="18883"/>
                </a:lnTo>
                <a:lnTo>
                  <a:pt x="7982" y="18883"/>
                </a:lnTo>
                <a:lnTo>
                  <a:pt x="8030" y="18956"/>
                </a:lnTo>
                <a:lnTo>
                  <a:pt x="8079" y="18980"/>
                </a:lnTo>
                <a:lnTo>
                  <a:pt x="8128" y="18980"/>
                </a:lnTo>
                <a:lnTo>
                  <a:pt x="8176" y="18956"/>
                </a:lnTo>
                <a:lnTo>
                  <a:pt x="8201" y="18907"/>
                </a:lnTo>
                <a:lnTo>
                  <a:pt x="8201" y="18883"/>
                </a:lnTo>
                <a:lnTo>
                  <a:pt x="8493" y="18834"/>
                </a:lnTo>
                <a:lnTo>
                  <a:pt x="8785" y="18761"/>
                </a:lnTo>
                <a:lnTo>
                  <a:pt x="9052" y="18664"/>
                </a:lnTo>
                <a:lnTo>
                  <a:pt x="9320" y="18542"/>
                </a:lnTo>
                <a:lnTo>
                  <a:pt x="9563" y="18396"/>
                </a:lnTo>
                <a:lnTo>
                  <a:pt x="9807" y="18226"/>
                </a:lnTo>
                <a:lnTo>
                  <a:pt x="10050" y="18056"/>
                </a:lnTo>
                <a:lnTo>
                  <a:pt x="10269" y="17837"/>
                </a:lnTo>
                <a:lnTo>
                  <a:pt x="10318" y="17764"/>
                </a:lnTo>
                <a:lnTo>
                  <a:pt x="10342" y="17691"/>
                </a:lnTo>
                <a:lnTo>
                  <a:pt x="10464" y="17593"/>
                </a:lnTo>
                <a:lnTo>
                  <a:pt x="10537" y="17447"/>
                </a:lnTo>
                <a:lnTo>
                  <a:pt x="10585" y="17301"/>
                </a:lnTo>
                <a:lnTo>
                  <a:pt x="10634" y="17107"/>
                </a:lnTo>
                <a:lnTo>
                  <a:pt x="10634" y="16936"/>
                </a:lnTo>
                <a:lnTo>
                  <a:pt x="10585" y="16742"/>
                </a:lnTo>
                <a:lnTo>
                  <a:pt x="10512" y="16596"/>
                </a:lnTo>
                <a:lnTo>
                  <a:pt x="10391" y="16474"/>
                </a:lnTo>
                <a:lnTo>
                  <a:pt x="10488" y="16255"/>
                </a:lnTo>
                <a:lnTo>
                  <a:pt x="10537" y="16036"/>
                </a:lnTo>
                <a:lnTo>
                  <a:pt x="10537" y="15817"/>
                </a:lnTo>
                <a:lnTo>
                  <a:pt x="10488" y="15574"/>
                </a:lnTo>
                <a:lnTo>
                  <a:pt x="10415" y="15476"/>
                </a:lnTo>
                <a:lnTo>
                  <a:pt x="10342" y="15379"/>
                </a:lnTo>
                <a:lnTo>
                  <a:pt x="10342" y="15306"/>
                </a:lnTo>
                <a:lnTo>
                  <a:pt x="10415" y="14965"/>
                </a:lnTo>
                <a:lnTo>
                  <a:pt x="10464" y="14625"/>
                </a:lnTo>
                <a:lnTo>
                  <a:pt x="10512" y="14284"/>
                </a:lnTo>
                <a:lnTo>
                  <a:pt x="10585" y="13943"/>
                </a:lnTo>
                <a:lnTo>
                  <a:pt x="10658" y="13700"/>
                </a:lnTo>
                <a:lnTo>
                  <a:pt x="10756" y="13457"/>
                </a:lnTo>
                <a:lnTo>
                  <a:pt x="10999" y="12994"/>
                </a:lnTo>
                <a:lnTo>
                  <a:pt x="11023" y="12970"/>
                </a:lnTo>
                <a:lnTo>
                  <a:pt x="11023" y="12946"/>
                </a:lnTo>
                <a:lnTo>
                  <a:pt x="11340" y="12459"/>
                </a:lnTo>
                <a:lnTo>
                  <a:pt x="11632" y="11972"/>
                </a:lnTo>
                <a:lnTo>
                  <a:pt x="12191" y="11194"/>
                </a:lnTo>
                <a:lnTo>
                  <a:pt x="12483" y="10780"/>
                </a:lnTo>
                <a:lnTo>
                  <a:pt x="12751" y="10367"/>
                </a:lnTo>
                <a:lnTo>
                  <a:pt x="12994" y="9953"/>
                </a:lnTo>
                <a:lnTo>
                  <a:pt x="13213" y="9515"/>
                </a:lnTo>
                <a:lnTo>
                  <a:pt x="13384" y="9053"/>
                </a:lnTo>
                <a:lnTo>
                  <a:pt x="13457" y="8809"/>
                </a:lnTo>
                <a:lnTo>
                  <a:pt x="13505" y="8590"/>
                </a:lnTo>
                <a:lnTo>
                  <a:pt x="13554" y="8152"/>
                </a:lnTo>
                <a:lnTo>
                  <a:pt x="13554" y="7714"/>
                </a:lnTo>
                <a:lnTo>
                  <a:pt x="13505" y="7276"/>
                </a:lnTo>
                <a:lnTo>
                  <a:pt x="13432" y="6838"/>
                </a:lnTo>
                <a:lnTo>
                  <a:pt x="13335" y="6400"/>
                </a:lnTo>
                <a:lnTo>
                  <a:pt x="13213" y="5962"/>
                </a:lnTo>
                <a:lnTo>
                  <a:pt x="12946" y="5135"/>
                </a:lnTo>
                <a:lnTo>
                  <a:pt x="12800" y="4770"/>
                </a:lnTo>
                <a:lnTo>
                  <a:pt x="12605" y="4429"/>
                </a:lnTo>
                <a:lnTo>
                  <a:pt x="12386" y="4113"/>
                </a:lnTo>
                <a:lnTo>
                  <a:pt x="12143" y="3797"/>
                </a:lnTo>
                <a:lnTo>
                  <a:pt x="12143" y="3773"/>
                </a:lnTo>
                <a:lnTo>
                  <a:pt x="12094" y="3675"/>
                </a:lnTo>
                <a:lnTo>
                  <a:pt x="12021" y="3602"/>
                </a:lnTo>
                <a:lnTo>
                  <a:pt x="11948" y="3554"/>
                </a:lnTo>
                <a:lnTo>
                  <a:pt x="11851" y="3505"/>
                </a:lnTo>
                <a:lnTo>
                  <a:pt x="11607" y="3286"/>
                </a:lnTo>
                <a:lnTo>
                  <a:pt x="11340" y="3091"/>
                </a:lnTo>
                <a:lnTo>
                  <a:pt x="11072" y="2897"/>
                </a:lnTo>
                <a:lnTo>
                  <a:pt x="10804" y="2726"/>
                </a:lnTo>
                <a:lnTo>
                  <a:pt x="10464" y="2556"/>
                </a:lnTo>
                <a:lnTo>
                  <a:pt x="10099" y="2386"/>
                </a:lnTo>
                <a:lnTo>
                  <a:pt x="9709" y="2264"/>
                </a:lnTo>
                <a:lnTo>
                  <a:pt x="9320" y="2191"/>
                </a:lnTo>
                <a:lnTo>
                  <a:pt x="8931" y="2142"/>
                </a:lnTo>
                <a:lnTo>
                  <a:pt x="8517" y="2094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33"/>
          <p:cNvSpPr txBox="1"/>
          <p:nvPr>
            <p:ph idx="1" type="subTitle"/>
          </p:nvPr>
        </p:nvSpPr>
        <p:spPr>
          <a:xfrm>
            <a:off x="2506125" y="1979801"/>
            <a:ext cx="58026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 to the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34"/>
          <p:cNvSpPr txBox="1"/>
          <p:nvPr>
            <p:ph type="title"/>
          </p:nvPr>
        </p:nvSpPr>
        <p:spPr>
          <a:xfrm>
            <a:off x="1556175" y="719375"/>
            <a:ext cx="66168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Options</a:t>
            </a:r>
            <a:endParaRPr/>
          </a:p>
        </p:txBody>
      </p:sp>
      <p:sp>
        <p:nvSpPr>
          <p:cNvPr id="769" name="Google Shape;769;p34"/>
          <p:cNvSpPr txBox="1"/>
          <p:nvPr>
            <p:ph idx="1" type="body"/>
          </p:nvPr>
        </p:nvSpPr>
        <p:spPr>
          <a:xfrm>
            <a:off x="1556175" y="1378822"/>
            <a:ext cx="6616800" cy="10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600"/>
              </a:spcBef>
              <a:spcAft>
                <a:spcPts val="0"/>
              </a:spcAft>
              <a:buSzPts val="2600"/>
              <a:buChar char="◈"/>
            </a:pPr>
            <a:r>
              <a:rPr lang="en"/>
              <a:t>HATEOAS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◈"/>
            </a:pPr>
            <a:r>
              <a:rPr lang="en"/>
              <a:t>BFF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34"/>
          <p:cNvSpPr txBox="1"/>
          <p:nvPr>
            <p:ph idx="12" type="sldNum"/>
          </p:nvPr>
        </p:nvSpPr>
        <p:spPr>
          <a:xfrm>
            <a:off x="7899350" y="409842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71" name="Google Shape;77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1950" y="2556750"/>
            <a:ext cx="1123950" cy="1095375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Google Shape;772;p34"/>
          <p:cNvSpPr/>
          <p:nvPr/>
        </p:nvSpPr>
        <p:spPr>
          <a:xfrm>
            <a:off x="3013050" y="2685875"/>
            <a:ext cx="68475" cy="913050"/>
          </a:xfrm>
          <a:custGeom>
            <a:rect b="b" l="l" r="r" t="t"/>
            <a:pathLst>
              <a:path extrusionOk="0" h="36522" w="2739">
                <a:moveTo>
                  <a:pt x="0" y="0"/>
                </a:moveTo>
                <a:cubicBezTo>
                  <a:pt x="2962" y="11843"/>
                  <a:pt x="-220" y="24678"/>
                  <a:pt x="2739" y="36522"/>
                </a:cubicBezTo>
              </a:path>
            </a:pathLst>
          </a:cu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73" name="Google Shape;773;p34"/>
          <p:cNvSpPr/>
          <p:nvPr/>
        </p:nvSpPr>
        <p:spPr>
          <a:xfrm>
            <a:off x="3028275" y="3545675"/>
            <a:ext cx="5364150" cy="99125"/>
          </a:xfrm>
          <a:custGeom>
            <a:rect b="b" l="l" r="r" t="t"/>
            <a:pathLst>
              <a:path extrusionOk="0" h="3965" w="214566">
                <a:moveTo>
                  <a:pt x="0" y="2739"/>
                </a:moveTo>
                <a:cubicBezTo>
                  <a:pt x="51029" y="2739"/>
                  <a:pt x="102126" y="5354"/>
                  <a:pt x="153088" y="2739"/>
                </a:cubicBezTo>
                <a:cubicBezTo>
                  <a:pt x="173574" y="1688"/>
                  <a:pt x="194053" y="0"/>
                  <a:pt x="214566" y="0"/>
                </a:cubicBezTo>
              </a:path>
            </a:pathLst>
          </a:cu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74" name="Google Shape;774;p34"/>
          <p:cNvSpPr/>
          <p:nvPr/>
        </p:nvSpPr>
        <p:spPr>
          <a:xfrm>
            <a:off x="2975025" y="2670675"/>
            <a:ext cx="5371750" cy="38025"/>
          </a:xfrm>
          <a:custGeom>
            <a:rect b="b" l="l" r="r" t="t"/>
            <a:pathLst>
              <a:path extrusionOk="0" h="1521" w="214870">
                <a:moveTo>
                  <a:pt x="0" y="0"/>
                </a:moveTo>
                <a:cubicBezTo>
                  <a:pt x="71625" y="0"/>
                  <a:pt x="143245" y="1521"/>
                  <a:pt x="214870" y="1521"/>
                </a:cubicBezTo>
              </a:path>
            </a:pathLst>
          </a:cu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75" name="Google Shape;775;p34"/>
          <p:cNvSpPr/>
          <p:nvPr/>
        </p:nvSpPr>
        <p:spPr>
          <a:xfrm>
            <a:off x="8362000" y="2708700"/>
            <a:ext cx="30424" cy="913088"/>
          </a:xfrm>
          <a:custGeom>
            <a:rect b="b" l="l" r="r" t="t"/>
            <a:pathLst>
              <a:path extrusionOk="0" h="35913" w="4261">
                <a:moveTo>
                  <a:pt x="0" y="0"/>
                </a:moveTo>
                <a:cubicBezTo>
                  <a:pt x="2920" y="11696"/>
                  <a:pt x="4261" y="23858"/>
                  <a:pt x="4261" y="35913"/>
                </a:cubicBezTo>
              </a:path>
            </a:pathLst>
          </a:cu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76" name="Google Shape;776;p34"/>
          <p:cNvSpPr txBox="1"/>
          <p:nvPr/>
        </p:nvSpPr>
        <p:spPr>
          <a:xfrm>
            <a:off x="3096750" y="2716325"/>
            <a:ext cx="52233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25212A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Queryable REST</a:t>
            </a:r>
            <a:endParaRPr sz="3000">
              <a:latin typeface="Gloria Hallelujah"/>
              <a:ea typeface="Gloria Hallelujah"/>
              <a:cs typeface="Gloria Hallelujah"/>
              <a:sym typeface="Gloria Hallelujah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35"/>
          <p:cNvSpPr txBox="1"/>
          <p:nvPr>
            <p:ph idx="4294967295" type="ctrTitle"/>
          </p:nvPr>
        </p:nvSpPr>
        <p:spPr>
          <a:xfrm>
            <a:off x="1753075" y="2421550"/>
            <a:ext cx="56379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GraphQL</a:t>
            </a:r>
            <a:endParaRPr sz="6000"/>
          </a:p>
        </p:txBody>
      </p:sp>
      <p:sp>
        <p:nvSpPr>
          <p:cNvPr id="782" name="Google Shape;782;p35"/>
          <p:cNvSpPr txBox="1"/>
          <p:nvPr>
            <p:ph idx="4294967295" type="subTitle"/>
          </p:nvPr>
        </p:nvSpPr>
        <p:spPr>
          <a:xfrm>
            <a:off x="1753075" y="3441625"/>
            <a:ext cx="6365400" cy="6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38761D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It’s awesome ! Going to solve ALL our problems.</a:t>
            </a:r>
            <a:endParaRPr i="1" sz="1800">
              <a:solidFill>
                <a:srgbClr val="38761D"/>
              </a:solidFill>
              <a:latin typeface="Gloria Hallelujah"/>
              <a:ea typeface="Gloria Hallelujah"/>
              <a:cs typeface="Gloria Hallelujah"/>
              <a:sym typeface="Gloria Hallelujah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rgbClr val="666666"/>
              </a:solidFill>
            </a:endParaRPr>
          </a:p>
        </p:txBody>
      </p:sp>
      <p:sp>
        <p:nvSpPr>
          <p:cNvPr id="783" name="Google Shape;783;p35"/>
          <p:cNvSpPr/>
          <p:nvPr/>
        </p:nvSpPr>
        <p:spPr>
          <a:xfrm>
            <a:off x="3006036" y="993135"/>
            <a:ext cx="1145591" cy="1160843"/>
          </a:xfrm>
          <a:custGeom>
            <a:rect b="b" l="l" r="r" t="t"/>
            <a:pathLst>
              <a:path extrusionOk="0" h="16668" w="16449">
                <a:moveTo>
                  <a:pt x="12288" y="1995"/>
                </a:moveTo>
                <a:lnTo>
                  <a:pt x="12093" y="2117"/>
                </a:lnTo>
                <a:lnTo>
                  <a:pt x="11923" y="2239"/>
                </a:lnTo>
                <a:lnTo>
                  <a:pt x="11655" y="2531"/>
                </a:lnTo>
                <a:lnTo>
                  <a:pt x="11461" y="2433"/>
                </a:lnTo>
                <a:lnTo>
                  <a:pt x="11874" y="2214"/>
                </a:lnTo>
                <a:lnTo>
                  <a:pt x="12288" y="1995"/>
                </a:lnTo>
                <a:close/>
                <a:moveTo>
                  <a:pt x="13261" y="2239"/>
                </a:moveTo>
                <a:lnTo>
                  <a:pt x="13359" y="2263"/>
                </a:lnTo>
                <a:lnTo>
                  <a:pt x="13456" y="2287"/>
                </a:lnTo>
                <a:lnTo>
                  <a:pt x="13529" y="2336"/>
                </a:lnTo>
                <a:lnTo>
                  <a:pt x="13578" y="2433"/>
                </a:lnTo>
                <a:lnTo>
                  <a:pt x="13626" y="2531"/>
                </a:lnTo>
                <a:lnTo>
                  <a:pt x="13675" y="2725"/>
                </a:lnTo>
                <a:lnTo>
                  <a:pt x="13651" y="2896"/>
                </a:lnTo>
                <a:lnTo>
                  <a:pt x="13626" y="3090"/>
                </a:lnTo>
                <a:lnTo>
                  <a:pt x="13578" y="3285"/>
                </a:lnTo>
                <a:lnTo>
                  <a:pt x="13480" y="3480"/>
                </a:lnTo>
                <a:lnTo>
                  <a:pt x="13383" y="3650"/>
                </a:lnTo>
                <a:lnTo>
                  <a:pt x="13188" y="4015"/>
                </a:lnTo>
                <a:lnTo>
                  <a:pt x="12969" y="3674"/>
                </a:lnTo>
                <a:lnTo>
                  <a:pt x="12702" y="3358"/>
                </a:lnTo>
                <a:lnTo>
                  <a:pt x="12410" y="3066"/>
                </a:lnTo>
                <a:lnTo>
                  <a:pt x="12093" y="2823"/>
                </a:lnTo>
                <a:lnTo>
                  <a:pt x="12288" y="2677"/>
                </a:lnTo>
                <a:lnTo>
                  <a:pt x="12483" y="2531"/>
                </a:lnTo>
                <a:lnTo>
                  <a:pt x="12726" y="2385"/>
                </a:lnTo>
                <a:lnTo>
                  <a:pt x="12945" y="2287"/>
                </a:lnTo>
                <a:lnTo>
                  <a:pt x="13164" y="2239"/>
                </a:lnTo>
                <a:close/>
                <a:moveTo>
                  <a:pt x="7981" y="3699"/>
                </a:moveTo>
                <a:lnTo>
                  <a:pt x="7981" y="3723"/>
                </a:lnTo>
                <a:lnTo>
                  <a:pt x="7932" y="3723"/>
                </a:lnTo>
                <a:lnTo>
                  <a:pt x="7908" y="3747"/>
                </a:lnTo>
                <a:lnTo>
                  <a:pt x="7835" y="3796"/>
                </a:lnTo>
                <a:lnTo>
                  <a:pt x="7786" y="3845"/>
                </a:lnTo>
                <a:lnTo>
                  <a:pt x="7738" y="3918"/>
                </a:lnTo>
                <a:lnTo>
                  <a:pt x="7689" y="3991"/>
                </a:lnTo>
                <a:lnTo>
                  <a:pt x="7689" y="4064"/>
                </a:lnTo>
                <a:lnTo>
                  <a:pt x="7689" y="4088"/>
                </a:lnTo>
                <a:lnTo>
                  <a:pt x="7689" y="4112"/>
                </a:lnTo>
                <a:lnTo>
                  <a:pt x="7689" y="4137"/>
                </a:lnTo>
                <a:lnTo>
                  <a:pt x="7689" y="4161"/>
                </a:lnTo>
                <a:lnTo>
                  <a:pt x="7689" y="4307"/>
                </a:lnTo>
                <a:lnTo>
                  <a:pt x="7738" y="4453"/>
                </a:lnTo>
                <a:lnTo>
                  <a:pt x="7786" y="4526"/>
                </a:lnTo>
                <a:lnTo>
                  <a:pt x="7859" y="4574"/>
                </a:lnTo>
                <a:lnTo>
                  <a:pt x="8030" y="4672"/>
                </a:lnTo>
                <a:lnTo>
                  <a:pt x="8176" y="4720"/>
                </a:lnTo>
                <a:lnTo>
                  <a:pt x="8297" y="4720"/>
                </a:lnTo>
                <a:lnTo>
                  <a:pt x="8395" y="4696"/>
                </a:lnTo>
                <a:lnTo>
                  <a:pt x="8492" y="4672"/>
                </a:lnTo>
                <a:lnTo>
                  <a:pt x="8589" y="4599"/>
                </a:lnTo>
                <a:lnTo>
                  <a:pt x="8662" y="4526"/>
                </a:lnTo>
                <a:lnTo>
                  <a:pt x="8711" y="4429"/>
                </a:lnTo>
                <a:lnTo>
                  <a:pt x="8711" y="4307"/>
                </a:lnTo>
                <a:lnTo>
                  <a:pt x="8711" y="4185"/>
                </a:lnTo>
                <a:lnTo>
                  <a:pt x="8662" y="4064"/>
                </a:lnTo>
                <a:lnTo>
                  <a:pt x="8614" y="3942"/>
                </a:lnTo>
                <a:lnTo>
                  <a:pt x="8541" y="3845"/>
                </a:lnTo>
                <a:lnTo>
                  <a:pt x="8468" y="3772"/>
                </a:lnTo>
                <a:lnTo>
                  <a:pt x="8370" y="3723"/>
                </a:lnTo>
                <a:lnTo>
                  <a:pt x="8273" y="3699"/>
                </a:lnTo>
                <a:close/>
                <a:moveTo>
                  <a:pt x="9830" y="3966"/>
                </a:moveTo>
                <a:lnTo>
                  <a:pt x="9709" y="3991"/>
                </a:lnTo>
                <a:lnTo>
                  <a:pt x="9611" y="4064"/>
                </a:lnTo>
                <a:lnTo>
                  <a:pt x="9538" y="4161"/>
                </a:lnTo>
                <a:lnTo>
                  <a:pt x="9514" y="4258"/>
                </a:lnTo>
                <a:lnTo>
                  <a:pt x="9490" y="4356"/>
                </a:lnTo>
                <a:lnTo>
                  <a:pt x="9514" y="4453"/>
                </a:lnTo>
                <a:lnTo>
                  <a:pt x="9563" y="4574"/>
                </a:lnTo>
                <a:lnTo>
                  <a:pt x="9636" y="4647"/>
                </a:lnTo>
                <a:lnTo>
                  <a:pt x="9757" y="4720"/>
                </a:lnTo>
                <a:lnTo>
                  <a:pt x="9879" y="4745"/>
                </a:lnTo>
                <a:lnTo>
                  <a:pt x="10025" y="4696"/>
                </a:lnTo>
                <a:lnTo>
                  <a:pt x="10098" y="4672"/>
                </a:lnTo>
                <a:lnTo>
                  <a:pt x="10147" y="4623"/>
                </a:lnTo>
                <a:lnTo>
                  <a:pt x="10244" y="4502"/>
                </a:lnTo>
                <a:lnTo>
                  <a:pt x="10268" y="4429"/>
                </a:lnTo>
                <a:lnTo>
                  <a:pt x="10268" y="4356"/>
                </a:lnTo>
                <a:lnTo>
                  <a:pt x="10244" y="4234"/>
                </a:lnTo>
                <a:lnTo>
                  <a:pt x="10220" y="4161"/>
                </a:lnTo>
                <a:lnTo>
                  <a:pt x="10147" y="4064"/>
                </a:lnTo>
                <a:lnTo>
                  <a:pt x="10074" y="4015"/>
                </a:lnTo>
                <a:lnTo>
                  <a:pt x="9952" y="3966"/>
                </a:lnTo>
                <a:close/>
                <a:moveTo>
                  <a:pt x="9125" y="5572"/>
                </a:moveTo>
                <a:lnTo>
                  <a:pt x="9003" y="5596"/>
                </a:lnTo>
                <a:lnTo>
                  <a:pt x="8881" y="5669"/>
                </a:lnTo>
                <a:lnTo>
                  <a:pt x="8808" y="5791"/>
                </a:lnTo>
                <a:lnTo>
                  <a:pt x="8784" y="5913"/>
                </a:lnTo>
                <a:lnTo>
                  <a:pt x="8808" y="6034"/>
                </a:lnTo>
                <a:lnTo>
                  <a:pt x="8881" y="6156"/>
                </a:lnTo>
                <a:lnTo>
                  <a:pt x="9003" y="6229"/>
                </a:lnTo>
                <a:lnTo>
                  <a:pt x="9125" y="6253"/>
                </a:lnTo>
                <a:lnTo>
                  <a:pt x="9246" y="6229"/>
                </a:lnTo>
                <a:lnTo>
                  <a:pt x="9368" y="6156"/>
                </a:lnTo>
                <a:lnTo>
                  <a:pt x="9441" y="6034"/>
                </a:lnTo>
                <a:lnTo>
                  <a:pt x="9465" y="5913"/>
                </a:lnTo>
                <a:lnTo>
                  <a:pt x="9441" y="5791"/>
                </a:lnTo>
                <a:lnTo>
                  <a:pt x="9368" y="5669"/>
                </a:lnTo>
                <a:lnTo>
                  <a:pt x="9246" y="5596"/>
                </a:lnTo>
                <a:lnTo>
                  <a:pt x="9125" y="5572"/>
                </a:lnTo>
                <a:close/>
                <a:moveTo>
                  <a:pt x="5013" y="9441"/>
                </a:moveTo>
                <a:lnTo>
                  <a:pt x="4842" y="9538"/>
                </a:lnTo>
                <a:lnTo>
                  <a:pt x="4672" y="9684"/>
                </a:lnTo>
                <a:lnTo>
                  <a:pt x="4502" y="9855"/>
                </a:lnTo>
                <a:lnTo>
                  <a:pt x="4356" y="10025"/>
                </a:lnTo>
                <a:lnTo>
                  <a:pt x="4112" y="10414"/>
                </a:lnTo>
                <a:lnTo>
                  <a:pt x="3918" y="10779"/>
                </a:lnTo>
                <a:lnTo>
                  <a:pt x="3723" y="11144"/>
                </a:lnTo>
                <a:lnTo>
                  <a:pt x="3650" y="11363"/>
                </a:lnTo>
                <a:lnTo>
                  <a:pt x="3553" y="11582"/>
                </a:lnTo>
                <a:lnTo>
                  <a:pt x="3504" y="11826"/>
                </a:lnTo>
                <a:lnTo>
                  <a:pt x="3480" y="12045"/>
                </a:lnTo>
                <a:lnTo>
                  <a:pt x="3480" y="12239"/>
                </a:lnTo>
                <a:lnTo>
                  <a:pt x="3528" y="12337"/>
                </a:lnTo>
                <a:lnTo>
                  <a:pt x="3577" y="12410"/>
                </a:lnTo>
                <a:lnTo>
                  <a:pt x="3601" y="12434"/>
                </a:lnTo>
                <a:lnTo>
                  <a:pt x="3626" y="12458"/>
                </a:lnTo>
                <a:lnTo>
                  <a:pt x="3650" y="12434"/>
                </a:lnTo>
                <a:lnTo>
                  <a:pt x="3674" y="12410"/>
                </a:lnTo>
                <a:lnTo>
                  <a:pt x="3747" y="12288"/>
                </a:lnTo>
                <a:lnTo>
                  <a:pt x="3772" y="12166"/>
                </a:lnTo>
                <a:lnTo>
                  <a:pt x="3820" y="11874"/>
                </a:lnTo>
                <a:lnTo>
                  <a:pt x="3869" y="11631"/>
                </a:lnTo>
                <a:lnTo>
                  <a:pt x="3966" y="11388"/>
                </a:lnTo>
                <a:lnTo>
                  <a:pt x="4137" y="10925"/>
                </a:lnTo>
                <a:lnTo>
                  <a:pt x="4331" y="10536"/>
                </a:lnTo>
                <a:lnTo>
                  <a:pt x="4575" y="10171"/>
                </a:lnTo>
                <a:lnTo>
                  <a:pt x="4818" y="9830"/>
                </a:lnTo>
                <a:lnTo>
                  <a:pt x="5061" y="9490"/>
                </a:lnTo>
                <a:lnTo>
                  <a:pt x="5061" y="9465"/>
                </a:lnTo>
                <a:lnTo>
                  <a:pt x="5061" y="9441"/>
                </a:lnTo>
                <a:close/>
                <a:moveTo>
                  <a:pt x="9003" y="2287"/>
                </a:moveTo>
                <a:lnTo>
                  <a:pt x="9319" y="2312"/>
                </a:lnTo>
                <a:lnTo>
                  <a:pt x="9611" y="2360"/>
                </a:lnTo>
                <a:lnTo>
                  <a:pt x="9928" y="2409"/>
                </a:lnTo>
                <a:lnTo>
                  <a:pt x="10220" y="2482"/>
                </a:lnTo>
                <a:lnTo>
                  <a:pt x="10512" y="2579"/>
                </a:lnTo>
                <a:lnTo>
                  <a:pt x="10804" y="2677"/>
                </a:lnTo>
                <a:lnTo>
                  <a:pt x="11071" y="2798"/>
                </a:lnTo>
                <a:lnTo>
                  <a:pt x="11339" y="2944"/>
                </a:lnTo>
                <a:lnTo>
                  <a:pt x="11582" y="3066"/>
                </a:lnTo>
                <a:lnTo>
                  <a:pt x="11826" y="3236"/>
                </a:lnTo>
                <a:lnTo>
                  <a:pt x="12020" y="3382"/>
                </a:lnTo>
                <a:lnTo>
                  <a:pt x="12215" y="3577"/>
                </a:lnTo>
                <a:lnTo>
                  <a:pt x="12580" y="3966"/>
                </a:lnTo>
                <a:lnTo>
                  <a:pt x="12921" y="4380"/>
                </a:lnTo>
                <a:lnTo>
                  <a:pt x="12410" y="5012"/>
                </a:lnTo>
                <a:lnTo>
                  <a:pt x="11874" y="5596"/>
                </a:lnTo>
                <a:lnTo>
                  <a:pt x="11339" y="6180"/>
                </a:lnTo>
                <a:lnTo>
                  <a:pt x="10804" y="6764"/>
                </a:lnTo>
                <a:lnTo>
                  <a:pt x="9684" y="7908"/>
                </a:lnTo>
                <a:lnTo>
                  <a:pt x="9149" y="8492"/>
                </a:lnTo>
                <a:lnTo>
                  <a:pt x="8614" y="9076"/>
                </a:lnTo>
                <a:lnTo>
                  <a:pt x="6667" y="11217"/>
                </a:lnTo>
                <a:lnTo>
                  <a:pt x="6302" y="11631"/>
                </a:lnTo>
                <a:lnTo>
                  <a:pt x="5889" y="12045"/>
                </a:lnTo>
                <a:lnTo>
                  <a:pt x="5499" y="12410"/>
                </a:lnTo>
                <a:lnTo>
                  <a:pt x="5061" y="12774"/>
                </a:lnTo>
                <a:lnTo>
                  <a:pt x="5061" y="12774"/>
                </a:lnTo>
                <a:lnTo>
                  <a:pt x="5110" y="12677"/>
                </a:lnTo>
                <a:lnTo>
                  <a:pt x="5329" y="12166"/>
                </a:lnTo>
                <a:lnTo>
                  <a:pt x="5572" y="11631"/>
                </a:lnTo>
                <a:lnTo>
                  <a:pt x="5597" y="11582"/>
                </a:lnTo>
                <a:lnTo>
                  <a:pt x="5548" y="11558"/>
                </a:lnTo>
                <a:lnTo>
                  <a:pt x="5499" y="11534"/>
                </a:lnTo>
                <a:lnTo>
                  <a:pt x="5475" y="11582"/>
                </a:lnTo>
                <a:lnTo>
                  <a:pt x="5183" y="11996"/>
                </a:lnTo>
                <a:lnTo>
                  <a:pt x="4915" y="12434"/>
                </a:lnTo>
                <a:lnTo>
                  <a:pt x="4745" y="12750"/>
                </a:lnTo>
                <a:lnTo>
                  <a:pt x="4648" y="12920"/>
                </a:lnTo>
                <a:lnTo>
                  <a:pt x="4599" y="13091"/>
                </a:lnTo>
                <a:lnTo>
                  <a:pt x="4477" y="13188"/>
                </a:lnTo>
                <a:lnTo>
                  <a:pt x="4404" y="13115"/>
                </a:lnTo>
                <a:lnTo>
                  <a:pt x="4258" y="13042"/>
                </a:lnTo>
                <a:lnTo>
                  <a:pt x="4331" y="12750"/>
                </a:lnTo>
                <a:lnTo>
                  <a:pt x="4404" y="12507"/>
                </a:lnTo>
                <a:lnTo>
                  <a:pt x="4526" y="12264"/>
                </a:lnTo>
                <a:lnTo>
                  <a:pt x="4769" y="11801"/>
                </a:lnTo>
                <a:lnTo>
                  <a:pt x="5232" y="11071"/>
                </a:lnTo>
                <a:lnTo>
                  <a:pt x="5694" y="10366"/>
                </a:lnTo>
                <a:lnTo>
                  <a:pt x="5718" y="10341"/>
                </a:lnTo>
                <a:lnTo>
                  <a:pt x="5694" y="10317"/>
                </a:lnTo>
                <a:lnTo>
                  <a:pt x="5670" y="10293"/>
                </a:lnTo>
                <a:lnTo>
                  <a:pt x="5645" y="10317"/>
                </a:lnTo>
                <a:lnTo>
                  <a:pt x="5037" y="11047"/>
                </a:lnTo>
                <a:lnTo>
                  <a:pt x="4745" y="11412"/>
                </a:lnTo>
                <a:lnTo>
                  <a:pt x="4477" y="11801"/>
                </a:lnTo>
                <a:lnTo>
                  <a:pt x="4331" y="12020"/>
                </a:lnTo>
                <a:lnTo>
                  <a:pt x="4185" y="12288"/>
                </a:lnTo>
                <a:lnTo>
                  <a:pt x="4064" y="12556"/>
                </a:lnTo>
                <a:lnTo>
                  <a:pt x="3966" y="12847"/>
                </a:lnTo>
                <a:lnTo>
                  <a:pt x="3674" y="12604"/>
                </a:lnTo>
                <a:lnTo>
                  <a:pt x="3407" y="12312"/>
                </a:lnTo>
                <a:lnTo>
                  <a:pt x="3188" y="11996"/>
                </a:lnTo>
                <a:lnTo>
                  <a:pt x="2969" y="11655"/>
                </a:lnTo>
                <a:lnTo>
                  <a:pt x="3066" y="11436"/>
                </a:lnTo>
                <a:lnTo>
                  <a:pt x="3139" y="11193"/>
                </a:lnTo>
                <a:lnTo>
                  <a:pt x="3236" y="10950"/>
                </a:lnTo>
                <a:lnTo>
                  <a:pt x="3358" y="10706"/>
                </a:lnTo>
                <a:lnTo>
                  <a:pt x="3626" y="10220"/>
                </a:lnTo>
                <a:lnTo>
                  <a:pt x="3869" y="9782"/>
                </a:lnTo>
                <a:lnTo>
                  <a:pt x="4161" y="9368"/>
                </a:lnTo>
                <a:lnTo>
                  <a:pt x="4453" y="8954"/>
                </a:lnTo>
                <a:lnTo>
                  <a:pt x="4769" y="8565"/>
                </a:lnTo>
                <a:lnTo>
                  <a:pt x="4794" y="8541"/>
                </a:lnTo>
                <a:lnTo>
                  <a:pt x="4769" y="8516"/>
                </a:lnTo>
                <a:lnTo>
                  <a:pt x="4745" y="8492"/>
                </a:lnTo>
                <a:lnTo>
                  <a:pt x="4721" y="8492"/>
                </a:lnTo>
                <a:lnTo>
                  <a:pt x="4331" y="8808"/>
                </a:lnTo>
                <a:lnTo>
                  <a:pt x="3991" y="9149"/>
                </a:lnTo>
                <a:lnTo>
                  <a:pt x="3699" y="9514"/>
                </a:lnTo>
                <a:lnTo>
                  <a:pt x="3407" y="9928"/>
                </a:lnTo>
                <a:lnTo>
                  <a:pt x="3236" y="10195"/>
                </a:lnTo>
                <a:lnTo>
                  <a:pt x="3042" y="10512"/>
                </a:lnTo>
                <a:lnTo>
                  <a:pt x="2871" y="10852"/>
                </a:lnTo>
                <a:lnTo>
                  <a:pt x="2798" y="11047"/>
                </a:lnTo>
                <a:lnTo>
                  <a:pt x="2750" y="11217"/>
                </a:lnTo>
                <a:lnTo>
                  <a:pt x="2579" y="10852"/>
                </a:lnTo>
                <a:lnTo>
                  <a:pt x="2458" y="10487"/>
                </a:lnTo>
                <a:lnTo>
                  <a:pt x="2579" y="10341"/>
                </a:lnTo>
                <a:lnTo>
                  <a:pt x="2652" y="10195"/>
                </a:lnTo>
                <a:lnTo>
                  <a:pt x="2798" y="9830"/>
                </a:lnTo>
                <a:lnTo>
                  <a:pt x="3236" y="8954"/>
                </a:lnTo>
                <a:lnTo>
                  <a:pt x="3455" y="8565"/>
                </a:lnTo>
                <a:lnTo>
                  <a:pt x="3699" y="8200"/>
                </a:lnTo>
                <a:lnTo>
                  <a:pt x="3966" y="7835"/>
                </a:lnTo>
                <a:lnTo>
                  <a:pt x="4185" y="7446"/>
                </a:lnTo>
                <a:lnTo>
                  <a:pt x="4210" y="7421"/>
                </a:lnTo>
                <a:lnTo>
                  <a:pt x="4185" y="7397"/>
                </a:lnTo>
                <a:lnTo>
                  <a:pt x="4161" y="7373"/>
                </a:lnTo>
                <a:lnTo>
                  <a:pt x="4137" y="7397"/>
                </a:lnTo>
                <a:lnTo>
                  <a:pt x="3966" y="7494"/>
                </a:lnTo>
                <a:lnTo>
                  <a:pt x="3820" y="7640"/>
                </a:lnTo>
                <a:lnTo>
                  <a:pt x="3674" y="7786"/>
                </a:lnTo>
                <a:lnTo>
                  <a:pt x="3528" y="7957"/>
                </a:lnTo>
                <a:lnTo>
                  <a:pt x="3285" y="8346"/>
                </a:lnTo>
                <a:lnTo>
                  <a:pt x="3066" y="8687"/>
                </a:lnTo>
                <a:lnTo>
                  <a:pt x="2798" y="9198"/>
                </a:lnTo>
                <a:lnTo>
                  <a:pt x="2555" y="9709"/>
                </a:lnTo>
                <a:lnTo>
                  <a:pt x="2458" y="9928"/>
                </a:lnTo>
                <a:lnTo>
                  <a:pt x="2360" y="10171"/>
                </a:lnTo>
                <a:lnTo>
                  <a:pt x="2239" y="9757"/>
                </a:lnTo>
                <a:lnTo>
                  <a:pt x="2166" y="9368"/>
                </a:lnTo>
                <a:lnTo>
                  <a:pt x="2239" y="9173"/>
                </a:lnTo>
                <a:lnTo>
                  <a:pt x="2385" y="8833"/>
                </a:lnTo>
                <a:lnTo>
                  <a:pt x="2555" y="8492"/>
                </a:lnTo>
                <a:lnTo>
                  <a:pt x="2725" y="8176"/>
                </a:lnTo>
                <a:lnTo>
                  <a:pt x="2920" y="7859"/>
                </a:lnTo>
                <a:lnTo>
                  <a:pt x="3309" y="7300"/>
                </a:lnTo>
                <a:lnTo>
                  <a:pt x="3528" y="7056"/>
                </a:lnTo>
                <a:lnTo>
                  <a:pt x="3747" y="6789"/>
                </a:lnTo>
                <a:lnTo>
                  <a:pt x="3893" y="6667"/>
                </a:lnTo>
                <a:lnTo>
                  <a:pt x="4088" y="6545"/>
                </a:lnTo>
                <a:lnTo>
                  <a:pt x="4234" y="6399"/>
                </a:lnTo>
                <a:lnTo>
                  <a:pt x="4380" y="6253"/>
                </a:lnTo>
                <a:lnTo>
                  <a:pt x="4356" y="6229"/>
                </a:lnTo>
                <a:lnTo>
                  <a:pt x="4283" y="6205"/>
                </a:lnTo>
                <a:lnTo>
                  <a:pt x="4185" y="6180"/>
                </a:lnTo>
                <a:lnTo>
                  <a:pt x="4064" y="6229"/>
                </a:lnTo>
                <a:lnTo>
                  <a:pt x="3942" y="6278"/>
                </a:lnTo>
                <a:lnTo>
                  <a:pt x="3820" y="6375"/>
                </a:lnTo>
                <a:lnTo>
                  <a:pt x="3699" y="6472"/>
                </a:lnTo>
                <a:lnTo>
                  <a:pt x="3455" y="6716"/>
                </a:lnTo>
                <a:lnTo>
                  <a:pt x="3236" y="6983"/>
                </a:lnTo>
                <a:lnTo>
                  <a:pt x="3017" y="7251"/>
                </a:lnTo>
                <a:lnTo>
                  <a:pt x="2750" y="7640"/>
                </a:lnTo>
                <a:lnTo>
                  <a:pt x="2579" y="7908"/>
                </a:lnTo>
                <a:lnTo>
                  <a:pt x="2409" y="8176"/>
                </a:lnTo>
                <a:lnTo>
                  <a:pt x="2239" y="8468"/>
                </a:lnTo>
                <a:lnTo>
                  <a:pt x="2093" y="8784"/>
                </a:lnTo>
                <a:lnTo>
                  <a:pt x="2093" y="8565"/>
                </a:lnTo>
                <a:lnTo>
                  <a:pt x="2093" y="8224"/>
                </a:lnTo>
                <a:lnTo>
                  <a:pt x="2239" y="7835"/>
                </a:lnTo>
                <a:lnTo>
                  <a:pt x="2385" y="7567"/>
                </a:lnTo>
                <a:lnTo>
                  <a:pt x="2506" y="7324"/>
                </a:lnTo>
                <a:lnTo>
                  <a:pt x="2823" y="6837"/>
                </a:lnTo>
                <a:lnTo>
                  <a:pt x="3139" y="6375"/>
                </a:lnTo>
                <a:lnTo>
                  <a:pt x="3309" y="6156"/>
                </a:lnTo>
                <a:lnTo>
                  <a:pt x="3504" y="5961"/>
                </a:lnTo>
                <a:lnTo>
                  <a:pt x="3723" y="5742"/>
                </a:lnTo>
                <a:lnTo>
                  <a:pt x="3942" y="5572"/>
                </a:lnTo>
                <a:lnTo>
                  <a:pt x="4161" y="5402"/>
                </a:lnTo>
                <a:lnTo>
                  <a:pt x="4404" y="5256"/>
                </a:lnTo>
                <a:lnTo>
                  <a:pt x="4429" y="5207"/>
                </a:lnTo>
                <a:lnTo>
                  <a:pt x="4429" y="5158"/>
                </a:lnTo>
                <a:lnTo>
                  <a:pt x="4380" y="5110"/>
                </a:lnTo>
                <a:lnTo>
                  <a:pt x="4331" y="5110"/>
                </a:lnTo>
                <a:lnTo>
                  <a:pt x="4088" y="5207"/>
                </a:lnTo>
                <a:lnTo>
                  <a:pt x="3845" y="5353"/>
                </a:lnTo>
                <a:lnTo>
                  <a:pt x="3626" y="5499"/>
                </a:lnTo>
                <a:lnTo>
                  <a:pt x="3431" y="5645"/>
                </a:lnTo>
                <a:lnTo>
                  <a:pt x="3236" y="5840"/>
                </a:lnTo>
                <a:lnTo>
                  <a:pt x="3042" y="6034"/>
                </a:lnTo>
                <a:lnTo>
                  <a:pt x="2701" y="6424"/>
                </a:lnTo>
                <a:lnTo>
                  <a:pt x="2409" y="6837"/>
                </a:lnTo>
                <a:lnTo>
                  <a:pt x="2166" y="7251"/>
                </a:lnTo>
                <a:lnTo>
                  <a:pt x="2239" y="6910"/>
                </a:lnTo>
                <a:lnTo>
                  <a:pt x="2312" y="6570"/>
                </a:lnTo>
                <a:lnTo>
                  <a:pt x="2409" y="6229"/>
                </a:lnTo>
                <a:lnTo>
                  <a:pt x="2531" y="5888"/>
                </a:lnTo>
                <a:lnTo>
                  <a:pt x="2774" y="5621"/>
                </a:lnTo>
                <a:lnTo>
                  <a:pt x="3042" y="5402"/>
                </a:lnTo>
                <a:lnTo>
                  <a:pt x="3626" y="4964"/>
                </a:lnTo>
                <a:lnTo>
                  <a:pt x="3650" y="4915"/>
                </a:lnTo>
                <a:lnTo>
                  <a:pt x="3650" y="4866"/>
                </a:lnTo>
                <a:lnTo>
                  <a:pt x="3626" y="4818"/>
                </a:lnTo>
                <a:lnTo>
                  <a:pt x="3407" y="4818"/>
                </a:lnTo>
                <a:lnTo>
                  <a:pt x="3261" y="4866"/>
                </a:lnTo>
                <a:lnTo>
                  <a:pt x="3090" y="4939"/>
                </a:lnTo>
                <a:lnTo>
                  <a:pt x="2944" y="5012"/>
                </a:lnTo>
                <a:lnTo>
                  <a:pt x="3236" y="4574"/>
                </a:lnTo>
                <a:lnTo>
                  <a:pt x="3577" y="4161"/>
                </a:lnTo>
                <a:lnTo>
                  <a:pt x="3747" y="3966"/>
                </a:lnTo>
                <a:lnTo>
                  <a:pt x="3942" y="3796"/>
                </a:lnTo>
                <a:lnTo>
                  <a:pt x="4137" y="3626"/>
                </a:lnTo>
                <a:lnTo>
                  <a:pt x="4356" y="3480"/>
                </a:lnTo>
                <a:lnTo>
                  <a:pt x="4623" y="3309"/>
                </a:lnTo>
                <a:lnTo>
                  <a:pt x="4867" y="3163"/>
                </a:lnTo>
                <a:lnTo>
                  <a:pt x="5426" y="2896"/>
                </a:lnTo>
                <a:lnTo>
                  <a:pt x="5986" y="2677"/>
                </a:lnTo>
                <a:lnTo>
                  <a:pt x="6594" y="2506"/>
                </a:lnTo>
                <a:lnTo>
                  <a:pt x="7178" y="2385"/>
                </a:lnTo>
                <a:lnTo>
                  <a:pt x="7786" y="2312"/>
                </a:lnTo>
                <a:lnTo>
                  <a:pt x="8419" y="2287"/>
                </a:lnTo>
                <a:close/>
                <a:moveTo>
                  <a:pt x="2506" y="11947"/>
                </a:moveTo>
                <a:lnTo>
                  <a:pt x="2798" y="12410"/>
                </a:lnTo>
                <a:lnTo>
                  <a:pt x="2969" y="12628"/>
                </a:lnTo>
                <a:lnTo>
                  <a:pt x="3139" y="12823"/>
                </a:lnTo>
                <a:lnTo>
                  <a:pt x="3334" y="12993"/>
                </a:lnTo>
                <a:lnTo>
                  <a:pt x="3528" y="13188"/>
                </a:lnTo>
                <a:lnTo>
                  <a:pt x="3723" y="13334"/>
                </a:lnTo>
                <a:lnTo>
                  <a:pt x="3918" y="13480"/>
                </a:lnTo>
                <a:lnTo>
                  <a:pt x="3528" y="13675"/>
                </a:lnTo>
                <a:lnTo>
                  <a:pt x="3309" y="13748"/>
                </a:lnTo>
                <a:lnTo>
                  <a:pt x="3090" y="13821"/>
                </a:lnTo>
                <a:lnTo>
                  <a:pt x="2871" y="13845"/>
                </a:lnTo>
                <a:lnTo>
                  <a:pt x="2677" y="13845"/>
                </a:lnTo>
                <a:lnTo>
                  <a:pt x="2506" y="13796"/>
                </a:lnTo>
                <a:lnTo>
                  <a:pt x="2409" y="13772"/>
                </a:lnTo>
                <a:lnTo>
                  <a:pt x="2336" y="13723"/>
                </a:lnTo>
                <a:lnTo>
                  <a:pt x="2239" y="13626"/>
                </a:lnTo>
                <a:lnTo>
                  <a:pt x="2190" y="13553"/>
                </a:lnTo>
                <a:lnTo>
                  <a:pt x="2141" y="13456"/>
                </a:lnTo>
                <a:lnTo>
                  <a:pt x="2117" y="13358"/>
                </a:lnTo>
                <a:lnTo>
                  <a:pt x="2117" y="13139"/>
                </a:lnTo>
                <a:lnTo>
                  <a:pt x="2166" y="12896"/>
                </a:lnTo>
                <a:lnTo>
                  <a:pt x="2239" y="12653"/>
                </a:lnTo>
                <a:lnTo>
                  <a:pt x="2336" y="12410"/>
                </a:lnTo>
                <a:lnTo>
                  <a:pt x="2506" y="11947"/>
                </a:lnTo>
                <a:close/>
                <a:moveTo>
                  <a:pt x="14064" y="6570"/>
                </a:moveTo>
                <a:lnTo>
                  <a:pt x="14113" y="6740"/>
                </a:lnTo>
                <a:lnTo>
                  <a:pt x="14162" y="6910"/>
                </a:lnTo>
                <a:lnTo>
                  <a:pt x="14210" y="7105"/>
                </a:lnTo>
                <a:lnTo>
                  <a:pt x="14235" y="7324"/>
                </a:lnTo>
                <a:lnTo>
                  <a:pt x="14235" y="7713"/>
                </a:lnTo>
                <a:lnTo>
                  <a:pt x="14235" y="8078"/>
                </a:lnTo>
                <a:lnTo>
                  <a:pt x="14235" y="8541"/>
                </a:lnTo>
                <a:lnTo>
                  <a:pt x="14210" y="9003"/>
                </a:lnTo>
                <a:lnTo>
                  <a:pt x="14162" y="9465"/>
                </a:lnTo>
                <a:lnTo>
                  <a:pt x="14064" y="9928"/>
                </a:lnTo>
                <a:lnTo>
                  <a:pt x="13943" y="10341"/>
                </a:lnTo>
                <a:lnTo>
                  <a:pt x="13797" y="10731"/>
                </a:lnTo>
                <a:lnTo>
                  <a:pt x="13602" y="11120"/>
                </a:lnTo>
                <a:lnTo>
                  <a:pt x="13383" y="11485"/>
                </a:lnTo>
                <a:lnTo>
                  <a:pt x="13140" y="11850"/>
                </a:lnTo>
                <a:lnTo>
                  <a:pt x="12848" y="12166"/>
                </a:lnTo>
                <a:lnTo>
                  <a:pt x="12556" y="12483"/>
                </a:lnTo>
                <a:lnTo>
                  <a:pt x="12239" y="12799"/>
                </a:lnTo>
                <a:lnTo>
                  <a:pt x="12191" y="12726"/>
                </a:lnTo>
                <a:lnTo>
                  <a:pt x="12142" y="12701"/>
                </a:lnTo>
                <a:lnTo>
                  <a:pt x="12020" y="12628"/>
                </a:lnTo>
                <a:lnTo>
                  <a:pt x="11972" y="12628"/>
                </a:lnTo>
                <a:lnTo>
                  <a:pt x="11947" y="12653"/>
                </a:lnTo>
                <a:lnTo>
                  <a:pt x="11947" y="12677"/>
                </a:lnTo>
                <a:lnTo>
                  <a:pt x="11947" y="12726"/>
                </a:lnTo>
                <a:lnTo>
                  <a:pt x="11996" y="12774"/>
                </a:lnTo>
                <a:lnTo>
                  <a:pt x="12020" y="12823"/>
                </a:lnTo>
                <a:lnTo>
                  <a:pt x="12045" y="12969"/>
                </a:lnTo>
                <a:lnTo>
                  <a:pt x="11680" y="13237"/>
                </a:lnTo>
                <a:lnTo>
                  <a:pt x="11582" y="13018"/>
                </a:lnTo>
                <a:lnTo>
                  <a:pt x="11558" y="12896"/>
                </a:lnTo>
                <a:lnTo>
                  <a:pt x="11534" y="12774"/>
                </a:lnTo>
                <a:lnTo>
                  <a:pt x="11509" y="12726"/>
                </a:lnTo>
                <a:lnTo>
                  <a:pt x="11461" y="12701"/>
                </a:lnTo>
                <a:lnTo>
                  <a:pt x="11412" y="12726"/>
                </a:lnTo>
                <a:lnTo>
                  <a:pt x="11388" y="12774"/>
                </a:lnTo>
                <a:lnTo>
                  <a:pt x="11363" y="13115"/>
                </a:lnTo>
                <a:lnTo>
                  <a:pt x="11363" y="13285"/>
                </a:lnTo>
                <a:lnTo>
                  <a:pt x="11388" y="13431"/>
                </a:lnTo>
                <a:lnTo>
                  <a:pt x="11266" y="13529"/>
                </a:lnTo>
                <a:lnTo>
                  <a:pt x="11096" y="13626"/>
                </a:lnTo>
                <a:lnTo>
                  <a:pt x="11023" y="13310"/>
                </a:lnTo>
                <a:lnTo>
                  <a:pt x="10925" y="12993"/>
                </a:lnTo>
                <a:lnTo>
                  <a:pt x="10877" y="12969"/>
                </a:lnTo>
                <a:lnTo>
                  <a:pt x="10828" y="12993"/>
                </a:lnTo>
                <a:lnTo>
                  <a:pt x="10779" y="13188"/>
                </a:lnTo>
                <a:lnTo>
                  <a:pt x="10779" y="13383"/>
                </a:lnTo>
                <a:lnTo>
                  <a:pt x="10804" y="13577"/>
                </a:lnTo>
                <a:lnTo>
                  <a:pt x="10852" y="13772"/>
                </a:lnTo>
                <a:lnTo>
                  <a:pt x="10487" y="13918"/>
                </a:lnTo>
                <a:lnTo>
                  <a:pt x="10487" y="13821"/>
                </a:lnTo>
                <a:lnTo>
                  <a:pt x="10463" y="13480"/>
                </a:lnTo>
                <a:lnTo>
                  <a:pt x="10439" y="13310"/>
                </a:lnTo>
                <a:lnTo>
                  <a:pt x="10414" y="13139"/>
                </a:lnTo>
                <a:lnTo>
                  <a:pt x="10390" y="13091"/>
                </a:lnTo>
                <a:lnTo>
                  <a:pt x="10293" y="13091"/>
                </a:lnTo>
                <a:lnTo>
                  <a:pt x="10268" y="13139"/>
                </a:lnTo>
                <a:lnTo>
                  <a:pt x="10195" y="13480"/>
                </a:lnTo>
                <a:lnTo>
                  <a:pt x="10195" y="13821"/>
                </a:lnTo>
                <a:lnTo>
                  <a:pt x="10171" y="14040"/>
                </a:lnTo>
                <a:lnTo>
                  <a:pt x="9782" y="14186"/>
                </a:lnTo>
                <a:lnTo>
                  <a:pt x="9806" y="13845"/>
                </a:lnTo>
                <a:lnTo>
                  <a:pt x="9879" y="13504"/>
                </a:lnTo>
                <a:lnTo>
                  <a:pt x="9928" y="13164"/>
                </a:lnTo>
                <a:lnTo>
                  <a:pt x="9952" y="12823"/>
                </a:lnTo>
                <a:lnTo>
                  <a:pt x="9952" y="12774"/>
                </a:lnTo>
                <a:lnTo>
                  <a:pt x="9928" y="12750"/>
                </a:lnTo>
                <a:lnTo>
                  <a:pt x="9879" y="12726"/>
                </a:lnTo>
                <a:lnTo>
                  <a:pt x="9806" y="12750"/>
                </a:lnTo>
                <a:lnTo>
                  <a:pt x="9757" y="12799"/>
                </a:lnTo>
                <a:lnTo>
                  <a:pt x="9636" y="13139"/>
                </a:lnTo>
                <a:lnTo>
                  <a:pt x="9490" y="13504"/>
                </a:lnTo>
                <a:lnTo>
                  <a:pt x="9417" y="13894"/>
                </a:lnTo>
                <a:lnTo>
                  <a:pt x="9392" y="14088"/>
                </a:lnTo>
                <a:lnTo>
                  <a:pt x="9368" y="14283"/>
                </a:lnTo>
                <a:lnTo>
                  <a:pt x="9125" y="14332"/>
                </a:lnTo>
                <a:lnTo>
                  <a:pt x="9125" y="14064"/>
                </a:lnTo>
                <a:lnTo>
                  <a:pt x="9149" y="13821"/>
                </a:lnTo>
                <a:lnTo>
                  <a:pt x="9173" y="13431"/>
                </a:lnTo>
                <a:lnTo>
                  <a:pt x="9222" y="13237"/>
                </a:lnTo>
                <a:lnTo>
                  <a:pt x="9246" y="13139"/>
                </a:lnTo>
                <a:lnTo>
                  <a:pt x="9295" y="13091"/>
                </a:lnTo>
                <a:lnTo>
                  <a:pt x="9295" y="13066"/>
                </a:lnTo>
                <a:lnTo>
                  <a:pt x="9295" y="13042"/>
                </a:lnTo>
                <a:lnTo>
                  <a:pt x="9246" y="13042"/>
                </a:lnTo>
                <a:lnTo>
                  <a:pt x="9173" y="13091"/>
                </a:lnTo>
                <a:lnTo>
                  <a:pt x="9125" y="13139"/>
                </a:lnTo>
                <a:lnTo>
                  <a:pt x="9027" y="13310"/>
                </a:lnTo>
                <a:lnTo>
                  <a:pt x="8954" y="13480"/>
                </a:lnTo>
                <a:lnTo>
                  <a:pt x="8906" y="13650"/>
                </a:lnTo>
                <a:lnTo>
                  <a:pt x="8808" y="13991"/>
                </a:lnTo>
                <a:lnTo>
                  <a:pt x="8784" y="14210"/>
                </a:lnTo>
                <a:lnTo>
                  <a:pt x="8784" y="14405"/>
                </a:lnTo>
                <a:lnTo>
                  <a:pt x="8443" y="14453"/>
                </a:lnTo>
                <a:lnTo>
                  <a:pt x="8443" y="14332"/>
                </a:lnTo>
                <a:lnTo>
                  <a:pt x="8492" y="13894"/>
                </a:lnTo>
                <a:lnTo>
                  <a:pt x="8589" y="13456"/>
                </a:lnTo>
                <a:lnTo>
                  <a:pt x="8735" y="13042"/>
                </a:lnTo>
                <a:lnTo>
                  <a:pt x="8833" y="12847"/>
                </a:lnTo>
                <a:lnTo>
                  <a:pt x="8930" y="12653"/>
                </a:lnTo>
                <a:lnTo>
                  <a:pt x="8930" y="12628"/>
                </a:lnTo>
                <a:lnTo>
                  <a:pt x="8906" y="12580"/>
                </a:lnTo>
                <a:lnTo>
                  <a:pt x="8881" y="12580"/>
                </a:lnTo>
                <a:lnTo>
                  <a:pt x="8857" y="12604"/>
                </a:lnTo>
                <a:lnTo>
                  <a:pt x="8687" y="12799"/>
                </a:lnTo>
                <a:lnTo>
                  <a:pt x="8516" y="12993"/>
                </a:lnTo>
                <a:lnTo>
                  <a:pt x="8395" y="13237"/>
                </a:lnTo>
                <a:lnTo>
                  <a:pt x="8297" y="13456"/>
                </a:lnTo>
                <a:lnTo>
                  <a:pt x="8200" y="13723"/>
                </a:lnTo>
                <a:lnTo>
                  <a:pt x="8127" y="13967"/>
                </a:lnTo>
                <a:lnTo>
                  <a:pt x="8103" y="14234"/>
                </a:lnTo>
                <a:lnTo>
                  <a:pt x="8078" y="14478"/>
                </a:lnTo>
                <a:lnTo>
                  <a:pt x="7762" y="14502"/>
                </a:lnTo>
                <a:lnTo>
                  <a:pt x="7811" y="14259"/>
                </a:lnTo>
                <a:lnTo>
                  <a:pt x="7859" y="14113"/>
                </a:lnTo>
                <a:lnTo>
                  <a:pt x="7908" y="13967"/>
                </a:lnTo>
                <a:lnTo>
                  <a:pt x="7957" y="13796"/>
                </a:lnTo>
                <a:lnTo>
                  <a:pt x="7981" y="13650"/>
                </a:lnTo>
                <a:lnTo>
                  <a:pt x="7957" y="13602"/>
                </a:lnTo>
                <a:lnTo>
                  <a:pt x="7932" y="13577"/>
                </a:lnTo>
                <a:lnTo>
                  <a:pt x="7884" y="13577"/>
                </a:lnTo>
                <a:lnTo>
                  <a:pt x="7811" y="13626"/>
                </a:lnTo>
                <a:lnTo>
                  <a:pt x="7738" y="13699"/>
                </a:lnTo>
                <a:lnTo>
                  <a:pt x="7689" y="13772"/>
                </a:lnTo>
                <a:lnTo>
                  <a:pt x="7640" y="13869"/>
                </a:lnTo>
                <a:lnTo>
                  <a:pt x="7567" y="14064"/>
                </a:lnTo>
                <a:lnTo>
                  <a:pt x="7519" y="14259"/>
                </a:lnTo>
                <a:lnTo>
                  <a:pt x="7446" y="14526"/>
                </a:lnTo>
                <a:lnTo>
                  <a:pt x="7105" y="14526"/>
                </a:lnTo>
                <a:lnTo>
                  <a:pt x="7129" y="14380"/>
                </a:lnTo>
                <a:lnTo>
                  <a:pt x="7178" y="14210"/>
                </a:lnTo>
                <a:lnTo>
                  <a:pt x="7300" y="13894"/>
                </a:lnTo>
                <a:lnTo>
                  <a:pt x="7421" y="13577"/>
                </a:lnTo>
                <a:lnTo>
                  <a:pt x="7421" y="13529"/>
                </a:lnTo>
                <a:lnTo>
                  <a:pt x="7397" y="13504"/>
                </a:lnTo>
                <a:lnTo>
                  <a:pt x="7324" y="13504"/>
                </a:lnTo>
                <a:lnTo>
                  <a:pt x="7154" y="13650"/>
                </a:lnTo>
                <a:lnTo>
                  <a:pt x="7008" y="13821"/>
                </a:lnTo>
                <a:lnTo>
                  <a:pt x="6886" y="13991"/>
                </a:lnTo>
                <a:lnTo>
                  <a:pt x="6789" y="14210"/>
                </a:lnTo>
                <a:lnTo>
                  <a:pt x="6740" y="14332"/>
                </a:lnTo>
                <a:lnTo>
                  <a:pt x="6716" y="14502"/>
                </a:lnTo>
                <a:lnTo>
                  <a:pt x="6497" y="14453"/>
                </a:lnTo>
                <a:lnTo>
                  <a:pt x="6302" y="14380"/>
                </a:lnTo>
                <a:lnTo>
                  <a:pt x="5889" y="14210"/>
                </a:lnTo>
                <a:lnTo>
                  <a:pt x="7008" y="13358"/>
                </a:lnTo>
                <a:lnTo>
                  <a:pt x="8078" y="12458"/>
                </a:lnTo>
                <a:lnTo>
                  <a:pt x="8881" y="11777"/>
                </a:lnTo>
                <a:lnTo>
                  <a:pt x="9271" y="11436"/>
                </a:lnTo>
                <a:lnTo>
                  <a:pt x="9684" y="11120"/>
                </a:lnTo>
                <a:lnTo>
                  <a:pt x="10463" y="10512"/>
                </a:lnTo>
                <a:lnTo>
                  <a:pt x="10828" y="10195"/>
                </a:lnTo>
                <a:lnTo>
                  <a:pt x="11193" y="9855"/>
                </a:lnTo>
                <a:lnTo>
                  <a:pt x="11388" y="9636"/>
                </a:lnTo>
                <a:lnTo>
                  <a:pt x="11582" y="9417"/>
                </a:lnTo>
                <a:lnTo>
                  <a:pt x="11923" y="8930"/>
                </a:lnTo>
                <a:lnTo>
                  <a:pt x="12264" y="8443"/>
                </a:lnTo>
                <a:lnTo>
                  <a:pt x="12434" y="8200"/>
                </a:lnTo>
                <a:lnTo>
                  <a:pt x="12629" y="7981"/>
                </a:lnTo>
                <a:lnTo>
                  <a:pt x="12969" y="7616"/>
                </a:lnTo>
                <a:lnTo>
                  <a:pt x="13334" y="7251"/>
                </a:lnTo>
                <a:lnTo>
                  <a:pt x="13699" y="6910"/>
                </a:lnTo>
                <a:lnTo>
                  <a:pt x="14064" y="6570"/>
                </a:lnTo>
                <a:close/>
                <a:moveTo>
                  <a:pt x="14356" y="1460"/>
                </a:moveTo>
                <a:lnTo>
                  <a:pt x="14575" y="1509"/>
                </a:lnTo>
                <a:lnTo>
                  <a:pt x="14721" y="1582"/>
                </a:lnTo>
                <a:lnTo>
                  <a:pt x="14843" y="1679"/>
                </a:lnTo>
                <a:lnTo>
                  <a:pt x="14916" y="1825"/>
                </a:lnTo>
                <a:lnTo>
                  <a:pt x="14964" y="1971"/>
                </a:lnTo>
                <a:lnTo>
                  <a:pt x="14989" y="2141"/>
                </a:lnTo>
                <a:lnTo>
                  <a:pt x="14964" y="2312"/>
                </a:lnTo>
                <a:lnTo>
                  <a:pt x="14940" y="2506"/>
                </a:lnTo>
                <a:lnTo>
                  <a:pt x="14867" y="2701"/>
                </a:lnTo>
                <a:lnTo>
                  <a:pt x="14721" y="3090"/>
                </a:lnTo>
                <a:lnTo>
                  <a:pt x="14551" y="3455"/>
                </a:lnTo>
                <a:lnTo>
                  <a:pt x="14381" y="3747"/>
                </a:lnTo>
                <a:lnTo>
                  <a:pt x="14162" y="4112"/>
                </a:lnTo>
                <a:lnTo>
                  <a:pt x="13918" y="4477"/>
                </a:lnTo>
                <a:lnTo>
                  <a:pt x="13432" y="5183"/>
                </a:lnTo>
                <a:lnTo>
                  <a:pt x="12385" y="6545"/>
                </a:lnTo>
                <a:lnTo>
                  <a:pt x="12045" y="7008"/>
                </a:lnTo>
                <a:lnTo>
                  <a:pt x="11704" y="7421"/>
                </a:lnTo>
                <a:lnTo>
                  <a:pt x="11339" y="7835"/>
                </a:lnTo>
                <a:lnTo>
                  <a:pt x="10950" y="8224"/>
                </a:lnTo>
                <a:lnTo>
                  <a:pt x="10560" y="8614"/>
                </a:lnTo>
                <a:lnTo>
                  <a:pt x="10171" y="9003"/>
                </a:lnTo>
                <a:lnTo>
                  <a:pt x="9319" y="9733"/>
                </a:lnTo>
                <a:lnTo>
                  <a:pt x="8565" y="10341"/>
                </a:lnTo>
                <a:lnTo>
                  <a:pt x="7835" y="10974"/>
                </a:lnTo>
                <a:lnTo>
                  <a:pt x="7129" y="11607"/>
                </a:lnTo>
                <a:lnTo>
                  <a:pt x="6789" y="11947"/>
                </a:lnTo>
                <a:lnTo>
                  <a:pt x="6448" y="12288"/>
                </a:lnTo>
                <a:lnTo>
                  <a:pt x="5791" y="12945"/>
                </a:lnTo>
                <a:lnTo>
                  <a:pt x="5134" y="13602"/>
                </a:lnTo>
                <a:lnTo>
                  <a:pt x="4794" y="13918"/>
                </a:lnTo>
                <a:lnTo>
                  <a:pt x="4429" y="14210"/>
                </a:lnTo>
                <a:lnTo>
                  <a:pt x="4064" y="14478"/>
                </a:lnTo>
                <a:lnTo>
                  <a:pt x="3674" y="14745"/>
                </a:lnTo>
                <a:lnTo>
                  <a:pt x="3431" y="14891"/>
                </a:lnTo>
                <a:lnTo>
                  <a:pt x="3115" y="15037"/>
                </a:lnTo>
                <a:lnTo>
                  <a:pt x="2750" y="15208"/>
                </a:lnTo>
                <a:lnTo>
                  <a:pt x="2360" y="15305"/>
                </a:lnTo>
                <a:lnTo>
                  <a:pt x="2166" y="15354"/>
                </a:lnTo>
                <a:lnTo>
                  <a:pt x="1971" y="15378"/>
                </a:lnTo>
                <a:lnTo>
                  <a:pt x="1776" y="15402"/>
                </a:lnTo>
                <a:lnTo>
                  <a:pt x="1606" y="15378"/>
                </a:lnTo>
                <a:lnTo>
                  <a:pt x="1460" y="15329"/>
                </a:lnTo>
                <a:lnTo>
                  <a:pt x="1314" y="15256"/>
                </a:lnTo>
                <a:lnTo>
                  <a:pt x="1192" y="15159"/>
                </a:lnTo>
                <a:lnTo>
                  <a:pt x="1095" y="15037"/>
                </a:lnTo>
                <a:lnTo>
                  <a:pt x="1022" y="14867"/>
                </a:lnTo>
                <a:lnTo>
                  <a:pt x="973" y="14672"/>
                </a:lnTo>
                <a:lnTo>
                  <a:pt x="973" y="14478"/>
                </a:lnTo>
                <a:lnTo>
                  <a:pt x="973" y="14283"/>
                </a:lnTo>
                <a:lnTo>
                  <a:pt x="998" y="14064"/>
                </a:lnTo>
                <a:lnTo>
                  <a:pt x="1046" y="13869"/>
                </a:lnTo>
                <a:lnTo>
                  <a:pt x="1168" y="13456"/>
                </a:lnTo>
                <a:lnTo>
                  <a:pt x="1752" y="12288"/>
                </a:lnTo>
                <a:lnTo>
                  <a:pt x="2020" y="11753"/>
                </a:lnTo>
                <a:lnTo>
                  <a:pt x="2141" y="11558"/>
                </a:lnTo>
                <a:lnTo>
                  <a:pt x="2190" y="11485"/>
                </a:lnTo>
                <a:lnTo>
                  <a:pt x="2239" y="11436"/>
                </a:lnTo>
                <a:lnTo>
                  <a:pt x="2287" y="11534"/>
                </a:lnTo>
                <a:lnTo>
                  <a:pt x="2263" y="11558"/>
                </a:lnTo>
                <a:lnTo>
                  <a:pt x="1995" y="12118"/>
                </a:lnTo>
                <a:lnTo>
                  <a:pt x="1874" y="12410"/>
                </a:lnTo>
                <a:lnTo>
                  <a:pt x="1776" y="12701"/>
                </a:lnTo>
                <a:lnTo>
                  <a:pt x="1703" y="12993"/>
                </a:lnTo>
                <a:lnTo>
                  <a:pt x="1703" y="13139"/>
                </a:lnTo>
                <a:lnTo>
                  <a:pt x="1703" y="13285"/>
                </a:lnTo>
                <a:lnTo>
                  <a:pt x="1703" y="13431"/>
                </a:lnTo>
                <a:lnTo>
                  <a:pt x="1728" y="13577"/>
                </a:lnTo>
                <a:lnTo>
                  <a:pt x="1776" y="13723"/>
                </a:lnTo>
                <a:lnTo>
                  <a:pt x="1849" y="13869"/>
                </a:lnTo>
                <a:lnTo>
                  <a:pt x="1922" y="13967"/>
                </a:lnTo>
                <a:lnTo>
                  <a:pt x="2020" y="14064"/>
                </a:lnTo>
                <a:lnTo>
                  <a:pt x="2117" y="14137"/>
                </a:lnTo>
                <a:lnTo>
                  <a:pt x="2214" y="14210"/>
                </a:lnTo>
                <a:lnTo>
                  <a:pt x="2336" y="14234"/>
                </a:lnTo>
                <a:lnTo>
                  <a:pt x="2458" y="14283"/>
                </a:lnTo>
                <a:lnTo>
                  <a:pt x="2701" y="14283"/>
                </a:lnTo>
                <a:lnTo>
                  <a:pt x="2969" y="14259"/>
                </a:lnTo>
                <a:lnTo>
                  <a:pt x="3236" y="14210"/>
                </a:lnTo>
                <a:lnTo>
                  <a:pt x="3480" y="14137"/>
                </a:lnTo>
                <a:lnTo>
                  <a:pt x="3674" y="14040"/>
                </a:lnTo>
                <a:lnTo>
                  <a:pt x="4064" y="13869"/>
                </a:lnTo>
                <a:lnTo>
                  <a:pt x="4404" y="13650"/>
                </a:lnTo>
                <a:lnTo>
                  <a:pt x="4745" y="13407"/>
                </a:lnTo>
                <a:lnTo>
                  <a:pt x="5086" y="13139"/>
                </a:lnTo>
                <a:lnTo>
                  <a:pt x="5718" y="12580"/>
                </a:lnTo>
                <a:lnTo>
                  <a:pt x="6351" y="12020"/>
                </a:lnTo>
                <a:lnTo>
                  <a:pt x="7056" y="11315"/>
                </a:lnTo>
                <a:lnTo>
                  <a:pt x="7762" y="10585"/>
                </a:lnTo>
                <a:lnTo>
                  <a:pt x="8443" y="9855"/>
                </a:lnTo>
                <a:lnTo>
                  <a:pt x="9149" y="9125"/>
                </a:lnTo>
                <a:lnTo>
                  <a:pt x="10585" y="7665"/>
                </a:lnTo>
                <a:lnTo>
                  <a:pt x="11315" y="6910"/>
                </a:lnTo>
                <a:lnTo>
                  <a:pt x="12045" y="6180"/>
                </a:lnTo>
                <a:lnTo>
                  <a:pt x="12580" y="5596"/>
                </a:lnTo>
                <a:lnTo>
                  <a:pt x="13091" y="4988"/>
                </a:lnTo>
                <a:lnTo>
                  <a:pt x="13334" y="4672"/>
                </a:lnTo>
                <a:lnTo>
                  <a:pt x="13553" y="4356"/>
                </a:lnTo>
                <a:lnTo>
                  <a:pt x="13772" y="4015"/>
                </a:lnTo>
                <a:lnTo>
                  <a:pt x="13943" y="3674"/>
                </a:lnTo>
                <a:lnTo>
                  <a:pt x="14040" y="3407"/>
                </a:lnTo>
                <a:lnTo>
                  <a:pt x="14113" y="3163"/>
                </a:lnTo>
                <a:lnTo>
                  <a:pt x="14162" y="2896"/>
                </a:lnTo>
                <a:lnTo>
                  <a:pt x="14186" y="2628"/>
                </a:lnTo>
                <a:lnTo>
                  <a:pt x="14137" y="2385"/>
                </a:lnTo>
                <a:lnTo>
                  <a:pt x="14089" y="2263"/>
                </a:lnTo>
                <a:lnTo>
                  <a:pt x="14040" y="2141"/>
                </a:lnTo>
                <a:lnTo>
                  <a:pt x="13967" y="2044"/>
                </a:lnTo>
                <a:lnTo>
                  <a:pt x="13894" y="1947"/>
                </a:lnTo>
                <a:lnTo>
                  <a:pt x="13772" y="1849"/>
                </a:lnTo>
                <a:lnTo>
                  <a:pt x="13651" y="1776"/>
                </a:lnTo>
                <a:lnTo>
                  <a:pt x="13480" y="1703"/>
                </a:lnTo>
                <a:lnTo>
                  <a:pt x="13334" y="1679"/>
                </a:lnTo>
                <a:lnTo>
                  <a:pt x="12994" y="1679"/>
                </a:lnTo>
                <a:lnTo>
                  <a:pt x="13261" y="1606"/>
                </a:lnTo>
                <a:lnTo>
                  <a:pt x="13529" y="1533"/>
                </a:lnTo>
                <a:lnTo>
                  <a:pt x="13821" y="1484"/>
                </a:lnTo>
                <a:lnTo>
                  <a:pt x="14113" y="1460"/>
                </a:lnTo>
                <a:close/>
                <a:moveTo>
                  <a:pt x="15573" y="535"/>
                </a:moveTo>
                <a:lnTo>
                  <a:pt x="15694" y="584"/>
                </a:lnTo>
                <a:lnTo>
                  <a:pt x="15767" y="633"/>
                </a:lnTo>
                <a:lnTo>
                  <a:pt x="15816" y="681"/>
                </a:lnTo>
                <a:lnTo>
                  <a:pt x="15840" y="754"/>
                </a:lnTo>
                <a:lnTo>
                  <a:pt x="15889" y="852"/>
                </a:lnTo>
                <a:lnTo>
                  <a:pt x="15938" y="1119"/>
                </a:lnTo>
                <a:lnTo>
                  <a:pt x="15938" y="1387"/>
                </a:lnTo>
                <a:lnTo>
                  <a:pt x="15913" y="1679"/>
                </a:lnTo>
                <a:lnTo>
                  <a:pt x="15865" y="1971"/>
                </a:lnTo>
                <a:lnTo>
                  <a:pt x="15719" y="2531"/>
                </a:lnTo>
                <a:lnTo>
                  <a:pt x="15548" y="3066"/>
                </a:lnTo>
                <a:lnTo>
                  <a:pt x="15378" y="3577"/>
                </a:lnTo>
                <a:lnTo>
                  <a:pt x="15159" y="4088"/>
                </a:lnTo>
                <a:lnTo>
                  <a:pt x="14916" y="4574"/>
                </a:lnTo>
                <a:lnTo>
                  <a:pt x="14624" y="5061"/>
                </a:lnTo>
                <a:lnTo>
                  <a:pt x="14332" y="5499"/>
                </a:lnTo>
                <a:lnTo>
                  <a:pt x="13991" y="5937"/>
                </a:lnTo>
                <a:lnTo>
                  <a:pt x="13626" y="6351"/>
                </a:lnTo>
                <a:lnTo>
                  <a:pt x="13261" y="6740"/>
                </a:lnTo>
                <a:lnTo>
                  <a:pt x="12604" y="7397"/>
                </a:lnTo>
                <a:lnTo>
                  <a:pt x="12288" y="7738"/>
                </a:lnTo>
                <a:lnTo>
                  <a:pt x="11996" y="8103"/>
                </a:lnTo>
                <a:lnTo>
                  <a:pt x="11363" y="8979"/>
                </a:lnTo>
                <a:lnTo>
                  <a:pt x="11047" y="9392"/>
                </a:lnTo>
                <a:lnTo>
                  <a:pt x="10877" y="9611"/>
                </a:lnTo>
                <a:lnTo>
                  <a:pt x="10682" y="9806"/>
                </a:lnTo>
                <a:lnTo>
                  <a:pt x="10293" y="10122"/>
                </a:lnTo>
                <a:lnTo>
                  <a:pt x="9903" y="10439"/>
                </a:lnTo>
                <a:lnTo>
                  <a:pt x="9100" y="11047"/>
                </a:lnTo>
                <a:lnTo>
                  <a:pt x="8687" y="11388"/>
                </a:lnTo>
                <a:lnTo>
                  <a:pt x="8297" y="11728"/>
                </a:lnTo>
                <a:lnTo>
                  <a:pt x="7519" y="12410"/>
                </a:lnTo>
                <a:lnTo>
                  <a:pt x="6837" y="12969"/>
                </a:lnTo>
                <a:lnTo>
                  <a:pt x="6156" y="13529"/>
                </a:lnTo>
                <a:lnTo>
                  <a:pt x="5475" y="14064"/>
                </a:lnTo>
                <a:lnTo>
                  <a:pt x="4769" y="14575"/>
                </a:lnTo>
                <a:lnTo>
                  <a:pt x="4283" y="14916"/>
                </a:lnTo>
                <a:lnTo>
                  <a:pt x="3796" y="15208"/>
                </a:lnTo>
                <a:lnTo>
                  <a:pt x="3285" y="15500"/>
                </a:lnTo>
                <a:lnTo>
                  <a:pt x="2750" y="15767"/>
                </a:lnTo>
                <a:lnTo>
                  <a:pt x="2287" y="15962"/>
                </a:lnTo>
                <a:lnTo>
                  <a:pt x="2020" y="16059"/>
                </a:lnTo>
                <a:lnTo>
                  <a:pt x="1752" y="16132"/>
                </a:lnTo>
                <a:lnTo>
                  <a:pt x="1484" y="16205"/>
                </a:lnTo>
                <a:lnTo>
                  <a:pt x="1217" y="16230"/>
                </a:lnTo>
                <a:lnTo>
                  <a:pt x="949" y="16205"/>
                </a:lnTo>
                <a:lnTo>
                  <a:pt x="827" y="16181"/>
                </a:lnTo>
                <a:lnTo>
                  <a:pt x="730" y="16132"/>
                </a:lnTo>
                <a:lnTo>
                  <a:pt x="633" y="16084"/>
                </a:lnTo>
                <a:lnTo>
                  <a:pt x="560" y="16011"/>
                </a:lnTo>
                <a:lnTo>
                  <a:pt x="511" y="15938"/>
                </a:lnTo>
                <a:lnTo>
                  <a:pt x="462" y="15840"/>
                </a:lnTo>
                <a:lnTo>
                  <a:pt x="438" y="15646"/>
                </a:lnTo>
                <a:lnTo>
                  <a:pt x="438" y="15402"/>
                </a:lnTo>
                <a:lnTo>
                  <a:pt x="487" y="15159"/>
                </a:lnTo>
                <a:lnTo>
                  <a:pt x="560" y="14891"/>
                </a:lnTo>
                <a:lnTo>
                  <a:pt x="754" y="14405"/>
                </a:lnTo>
                <a:lnTo>
                  <a:pt x="754" y="14599"/>
                </a:lnTo>
                <a:lnTo>
                  <a:pt x="754" y="14794"/>
                </a:lnTo>
                <a:lnTo>
                  <a:pt x="803" y="14964"/>
                </a:lnTo>
                <a:lnTo>
                  <a:pt x="827" y="15110"/>
                </a:lnTo>
                <a:lnTo>
                  <a:pt x="900" y="15232"/>
                </a:lnTo>
                <a:lnTo>
                  <a:pt x="973" y="15354"/>
                </a:lnTo>
                <a:lnTo>
                  <a:pt x="1046" y="15427"/>
                </a:lnTo>
                <a:lnTo>
                  <a:pt x="1144" y="15500"/>
                </a:lnTo>
                <a:lnTo>
                  <a:pt x="1241" y="15573"/>
                </a:lnTo>
                <a:lnTo>
                  <a:pt x="1338" y="15597"/>
                </a:lnTo>
                <a:lnTo>
                  <a:pt x="1460" y="15646"/>
                </a:lnTo>
                <a:lnTo>
                  <a:pt x="1849" y="15646"/>
                </a:lnTo>
                <a:lnTo>
                  <a:pt x="2141" y="15597"/>
                </a:lnTo>
                <a:lnTo>
                  <a:pt x="2433" y="15500"/>
                </a:lnTo>
                <a:lnTo>
                  <a:pt x="2750" y="15402"/>
                </a:lnTo>
                <a:lnTo>
                  <a:pt x="3042" y="15256"/>
                </a:lnTo>
                <a:lnTo>
                  <a:pt x="3626" y="14964"/>
                </a:lnTo>
                <a:lnTo>
                  <a:pt x="4112" y="14648"/>
                </a:lnTo>
                <a:lnTo>
                  <a:pt x="4453" y="14405"/>
                </a:lnTo>
                <a:lnTo>
                  <a:pt x="4794" y="14137"/>
                </a:lnTo>
                <a:lnTo>
                  <a:pt x="5134" y="13845"/>
                </a:lnTo>
                <a:lnTo>
                  <a:pt x="5767" y="13261"/>
                </a:lnTo>
                <a:lnTo>
                  <a:pt x="6375" y="12653"/>
                </a:lnTo>
                <a:lnTo>
                  <a:pt x="6983" y="12045"/>
                </a:lnTo>
                <a:lnTo>
                  <a:pt x="7738" y="11363"/>
                </a:lnTo>
                <a:lnTo>
                  <a:pt x="8492" y="10731"/>
                </a:lnTo>
                <a:lnTo>
                  <a:pt x="9271" y="10098"/>
                </a:lnTo>
                <a:lnTo>
                  <a:pt x="10049" y="9465"/>
                </a:lnTo>
                <a:lnTo>
                  <a:pt x="10439" y="9125"/>
                </a:lnTo>
                <a:lnTo>
                  <a:pt x="10828" y="8760"/>
                </a:lnTo>
                <a:lnTo>
                  <a:pt x="11193" y="8395"/>
                </a:lnTo>
                <a:lnTo>
                  <a:pt x="11558" y="8030"/>
                </a:lnTo>
                <a:lnTo>
                  <a:pt x="11899" y="7665"/>
                </a:lnTo>
                <a:lnTo>
                  <a:pt x="12239" y="7275"/>
                </a:lnTo>
                <a:lnTo>
                  <a:pt x="12896" y="6448"/>
                </a:lnTo>
                <a:lnTo>
                  <a:pt x="13894" y="5110"/>
                </a:lnTo>
                <a:lnTo>
                  <a:pt x="14381" y="4429"/>
                </a:lnTo>
                <a:lnTo>
                  <a:pt x="14599" y="4064"/>
                </a:lnTo>
                <a:lnTo>
                  <a:pt x="14818" y="3723"/>
                </a:lnTo>
                <a:lnTo>
                  <a:pt x="14989" y="3382"/>
                </a:lnTo>
                <a:lnTo>
                  <a:pt x="15159" y="2993"/>
                </a:lnTo>
                <a:lnTo>
                  <a:pt x="15281" y="2604"/>
                </a:lnTo>
                <a:lnTo>
                  <a:pt x="15329" y="2409"/>
                </a:lnTo>
                <a:lnTo>
                  <a:pt x="15378" y="2214"/>
                </a:lnTo>
                <a:lnTo>
                  <a:pt x="15378" y="2020"/>
                </a:lnTo>
                <a:lnTo>
                  <a:pt x="15354" y="1849"/>
                </a:lnTo>
                <a:lnTo>
                  <a:pt x="15305" y="1655"/>
                </a:lnTo>
                <a:lnTo>
                  <a:pt x="15232" y="1509"/>
                </a:lnTo>
                <a:lnTo>
                  <a:pt x="15135" y="1363"/>
                </a:lnTo>
                <a:lnTo>
                  <a:pt x="14989" y="1241"/>
                </a:lnTo>
                <a:lnTo>
                  <a:pt x="14794" y="1144"/>
                </a:lnTo>
                <a:lnTo>
                  <a:pt x="14575" y="1046"/>
                </a:lnTo>
                <a:lnTo>
                  <a:pt x="14332" y="998"/>
                </a:lnTo>
                <a:lnTo>
                  <a:pt x="14089" y="973"/>
                </a:lnTo>
                <a:lnTo>
                  <a:pt x="14818" y="730"/>
                </a:lnTo>
                <a:lnTo>
                  <a:pt x="15110" y="608"/>
                </a:lnTo>
                <a:lnTo>
                  <a:pt x="15281" y="560"/>
                </a:lnTo>
                <a:lnTo>
                  <a:pt x="15427" y="535"/>
                </a:lnTo>
                <a:close/>
                <a:moveTo>
                  <a:pt x="15451" y="0"/>
                </a:moveTo>
                <a:lnTo>
                  <a:pt x="15305" y="24"/>
                </a:lnTo>
                <a:lnTo>
                  <a:pt x="15013" y="97"/>
                </a:lnTo>
                <a:lnTo>
                  <a:pt x="13845" y="462"/>
                </a:lnTo>
                <a:lnTo>
                  <a:pt x="13261" y="657"/>
                </a:lnTo>
                <a:lnTo>
                  <a:pt x="12702" y="876"/>
                </a:lnTo>
                <a:lnTo>
                  <a:pt x="12118" y="1119"/>
                </a:lnTo>
                <a:lnTo>
                  <a:pt x="11582" y="1411"/>
                </a:lnTo>
                <a:lnTo>
                  <a:pt x="11047" y="1703"/>
                </a:lnTo>
                <a:lnTo>
                  <a:pt x="10536" y="2020"/>
                </a:lnTo>
                <a:lnTo>
                  <a:pt x="10512" y="2068"/>
                </a:lnTo>
                <a:lnTo>
                  <a:pt x="10195" y="1971"/>
                </a:lnTo>
                <a:lnTo>
                  <a:pt x="9879" y="1898"/>
                </a:lnTo>
                <a:lnTo>
                  <a:pt x="9246" y="1801"/>
                </a:lnTo>
                <a:lnTo>
                  <a:pt x="8906" y="1776"/>
                </a:lnTo>
                <a:lnTo>
                  <a:pt x="8565" y="1752"/>
                </a:lnTo>
                <a:lnTo>
                  <a:pt x="8224" y="1752"/>
                </a:lnTo>
                <a:lnTo>
                  <a:pt x="7884" y="1776"/>
                </a:lnTo>
                <a:lnTo>
                  <a:pt x="7543" y="1801"/>
                </a:lnTo>
                <a:lnTo>
                  <a:pt x="7178" y="1849"/>
                </a:lnTo>
                <a:lnTo>
                  <a:pt x="6837" y="1898"/>
                </a:lnTo>
                <a:lnTo>
                  <a:pt x="6497" y="1971"/>
                </a:lnTo>
                <a:lnTo>
                  <a:pt x="6181" y="2068"/>
                </a:lnTo>
                <a:lnTo>
                  <a:pt x="5840" y="2166"/>
                </a:lnTo>
                <a:lnTo>
                  <a:pt x="5524" y="2287"/>
                </a:lnTo>
                <a:lnTo>
                  <a:pt x="5207" y="2409"/>
                </a:lnTo>
                <a:lnTo>
                  <a:pt x="4891" y="2555"/>
                </a:lnTo>
                <a:lnTo>
                  <a:pt x="4575" y="2725"/>
                </a:lnTo>
                <a:lnTo>
                  <a:pt x="4283" y="2896"/>
                </a:lnTo>
                <a:lnTo>
                  <a:pt x="3991" y="3090"/>
                </a:lnTo>
                <a:lnTo>
                  <a:pt x="3626" y="3358"/>
                </a:lnTo>
                <a:lnTo>
                  <a:pt x="3285" y="3699"/>
                </a:lnTo>
                <a:lnTo>
                  <a:pt x="2969" y="4039"/>
                </a:lnTo>
                <a:lnTo>
                  <a:pt x="2677" y="4429"/>
                </a:lnTo>
                <a:lnTo>
                  <a:pt x="2433" y="4842"/>
                </a:lnTo>
                <a:lnTo>
                  <a:pt x="2214" y="5256"/>
                </a:lnTo>
                <a:lnTo>
                  <a:pt x="2044" y="5718"/>
                </a:lnTo>
                <a:lnTo>
                  <a:pt x="1874" y="6156"/>
                </a:lnTo>
                <a:lnTo>
                  <a:pt x="1776" y="6351"/>
                </a:lnTo>
                <a:lnTo>
                  <a:pt x="1679" y="6521"/>
                </a:lnTo>
                <a:lnTo>
                  <a:pt x="1630" y="6691"/>
                </a:lnTo>
                <a:lnTo>
                  <a:pt x="1630" y="6862"/>
                </a:lnTo>
                <a:lnTo>
                  <a:pt x="1655" y="6910"/>
                </a:lnTo>
                <a:lnTo>
                  <a:pt x="1703" y="6935"/>
                </a:lnTo>
                <a:lnTo>
                  <a:pt x="1630" y="7348"/>
                </a:lnTo>
                <a:lnTo>
                  <a:pt x="1582" y="7762"/>
                </a:lnTo>
                <a:lnTo>
                  <a:pt x="1557" y="8151"/>
                </a:lnTo>
                <a:lnTo>
                  <a:pt x="1557" y="8565"/>
                </a:lnTo>
                <a:lnTo>
                  <a:pt x="1557" y="8881"/>
                </a:lnTo>
                <a:lnTo>
                  <a:pt x="1606" y="9198"/>
                </a:lnTo>
                <a:lnTo>
                  <a:pt x="1655" y="9514"/>
                </a:lnTo>
                <a:lnTo>
                  <a:pt x="1703" y="9830"/>
                </a:lnTo>
                <a:lnTo>
                  <a:pt x="1776" y="10171"/>
                </a:lnTo>
                <a:lnTo>
                  <a:pt x="1874" y="10487"/>
                </a:lnTo>
                <a:lnTo>
                  <a:pt x="1995" y="10828"/>
                </a:lnTo>
                <a:lnTo>
                  <a:pt x="2117" y="11144"/>
                </a:lnTo>
                <a:lnTo>
                  <a:pt x="2020" y="11193"/>
                </a:lnTo>
                <a:lnTo>
                  <a:pt x="1898" y="11290"/>
                </a:lnTo>
                <a:lnTo>
                  <a:pt x="1776" y="11412"/>
                </a:lnTo>
                <a:lnTo>
                  <a:pt x="1655" y="11607"/>
                </a:lnTo>
                <a:lnTo>
                  <a:pt x="1387" y="12045"/>
                </a:lnTo>
                <a:lnTo>
                  <a:pt x="1119" y="12556"/>
                </a:lnTo>
                <a:lnTo>
                  <a:pt x="876" y="13091"/>
                </a:lnTo>
                <a:lnTo>
                  <a:pt x="657" y="13553"/>
                </a:lnTo>
                <a:lnTo>
                  <a:pt x="414" y="14113"/>
                </a:lnTo>
                <a:lnTo>
                  <a:pt x="243" y="14551"/>
                </a:lnTo>
                <a:lnTo>
                  <a:pt x="97" y="14989"/>
                </a:lnTo>
                <a:lnTo>
                  <a:pt x="49" y="15208"/>
                </a:lnTo>
                <a:lnTo>
                  <a:pt x="0" y="15427"/>
                </a:lnTo>
                <a:lnTo>
                  <a:pt x="0" y="15670"/>
                </a:lnTo>
                <a:lnTo>
                  <a:pt x="49" y="15889"/>
                </a:lnTo>
                <a:lnTo>
                  <a:pt x="97" y="16084"/>
                </a:lnTo>
                <a:lnTo>
                  <a:pt x="195" y="16254"/>
                </a:lnTo>
                <a:lnTo>
                  <a:pt x="316" y="16400"/>
                </a:lnTo>
                <a:lnTo>
                  <a:pt x="487" y="16497"/>
                </a:lnTo>
                <a:lnTo>
                  <a:pt x="657" y="16595"/>
                </a:lnTo>
                <a:lnTo>
                  <a:pt x="827" y="16643"/>
                </a:lnTo>
                <a:lnTo>
                  <a:pt x="1046" y="16668"/>
                </a:lnTo>
                <a:lnTo>
                  <a:pt x="1241" y="16668"/>
                </a:lnTo>
                <a:lnTo>
                  <a:pt x="1509" y="16643"/>
                </a:lnTo>
                <a:lnTo>
                  <a:pt x="1776" y="16570"/>
                </a:lnTo>
                <a:lnTo>
                  <a:pt x="2044" y="16497"/>
                </a:lnTo>
                <a:lnTo>
                  <a:pt x="2312" y="16400"/>
                </a:lnTo>
                <a:lnTo>
                  <a:pt x="2823" y="16157"/>
                </a:lnTo>
                <a:lnTo>
                  <a:pt x="3309" y="15913"/>
                </a:lnTo>
                <a:lnTo>
                  <a:pt x="3796" y="15646"/>
                </a:lnTo>
                <a:lnTo>
                  <a:pt x="4258" y="15378"/>
                </a:lnTo>
                <a:lnTo>
                  <a:pt x="4721" y="15062"/>
                </a:lnTo>
                <a:lnTo>
                  <a:pt x="5183" y="14745"/>
                </a:lnTo>
                <a:lnTo>
                  <a:pt x="5791" y="14307"/>
                </a:lnTo>
                <a:lnTo>
                  <a:pt x="5767" y="14405"/>
                </a:lnTo>
                <a:lnTo>
                  <a:pt x="5767" y="14502"/>
                </a:lnTo>
                <a:lnTo>
                  <a:pt x="5791" y="14599"/>
                </a:lnTo>
                <a:lnTo>
                  <a:pt x="5864" y="14672"/>
                </a:lnTo>
                <a:lnTo>
                  <a:pt x="5937" y="14745"/>
                </a:lnTo>
                <a:lnTo>
                  <a:pt x="6035" y="14794"/>
                </a:lnTo>
                <a:lnTo>
                  <a:pt x="6302" y="14867"/>
                </a:lnTo>
                <a:lnTo>
                  <a:pt x="6594" y="14940"/>
                </a:lnTo>
                <a:lnTo>
                  <a:pt x="6910" y="14964"/>
                </a:lnTo>
                <a:lnTo>
                  <a:pt x="7227" y="14989"/>
                </a:lnTo>
                <a:lnTo>
                  <a:pt x="7543" y="14989"/>
                </a:lnTo>
                <a:lnTo>
                  <a:pt x="7567" y="15037"/>
                </a:lnTo>
                <a:lnTo>
                  <a:pt x="7640" y="15062"/>
                </a:lnTo>
                <a:lnTo>
                  <a:pt x="7689" y="15062"/>
                </a:lnTo>
                <a:lnTo>
                  <a:pt x="7713" y="15037"/>
                </a:lnTo>
                <a:lnTo>
                  <a:pt x="7738" y="14964"/>
                </a:lnTo>
                <a:lnTo>
                  <a:pt x="8127" y="14940"/>
                </a:lnTo>
                <a:lnTo>
                  <a:pt x="8224" y="14940"/>
                </a:lnTo>
                <a:lnTo>
                  <a:pt x="8322" y="14964"/>
                </a:lnTo>
                <a:lnTo>
                  <a:pt x="8395" y="14916"/>
                </a:lnTo>
                <a:lnTo>
                  <a:pt x="8808" y="14867"/>
                </a:lnTo>
                <a:lnTo>
                  <a:pt x="9198" y="14794"/>
                </a:lnTo>
                <a:lnTo>
                  <a:pt x="9611" y="14697"/>
                </a:lnTo>
                <a:lnTo>
                  <a:pt x="10001" y="14599"/>
                </a:lnTo>
                <a:lnTo>
                  <a:pt x="10390" y="14453"/>
                </a:lnTo>
                <a:lnTo>
                  <a:pt x="10779" y="14307"/>
                </a:lnTo>
                <a:lnTo>
                  <a:pt x="11144" y="14137"/>
                </a:lnTo>
                <a:lnTo>
                  <a:pt x="11509" y="13918"/>
                </a:lnTo>
                <a:lnTo>
                  <a:pt x="12020" y="13577"/>
                </a:lnTo>
                <a:lnTo>
                  <a:pt x="12507" y="13164"/>
                </a:lnTo>
                <a:lnTo>
                  <a:pt x="12969" y="12726"/>
                </a:lnTo>
                <a:lnTo>
                  <a:pt x="13359" y="12264"/>
                </a:lnTo>
                <a:lnTo>
                  <a:pt x="13553" y="11996"/>
                </a:lnTo>
                <a:lnTo>
                  <a:pt x="13724" y="11753"/>
                </a:lnTo>
                <a:lnTo>
                  <a:pt x="13894" y="11485"/>
                </a:lnTo>
                <a:lnTo>
                  <a:pt x="14040" y="11193"/>
                </a:lnTo>
                <a:lnTo>
                  <a:pt x="14186" y="10925"/>
                </a:lnTo>
                <a:lnTo>
                  <a:pt x="14308" y="10633"/>
                </a:lnTo>
                <a:lnTo>
                  <a:pt x="14405" y="10341"/>
                </a:lnTo>
                <a:lnTo>
                  <a:pt x="14478" y="10049"/>
                </a:lnTo>
                <a:lnTo>
                  <a:pt x="14599" y="9538"/>
                </a:lnTo>
                <a:lnTo>
                  <a:pt x="14648" y="9003"/>
                </a:lnTo>
                <a:lnTo>
                  <a:pt x="14672" y="8468"/>
                </a:lnTo>
                <a:lnTo>
                  <a:pt x="14697" y="7957"/>
                </a:lnTo>
                <a:lnTo>
                  <a:pt x="14697" y="7519"/>
                </a:lnTo>
                <a:lnTo>
                  <a:pt x="14672" y="7032"/>
                </a:lnTo>
                <a:lnTo>
                  <a:pt x="14624" y="6813"/>
                </a:lnTo>
                <a:lnTo>
                  <a:pt x="14575" y="6594"/>
                </a:lnTo>
                <a:lnTo>
                  <a:pt x="14502" y="6375"/>
                </a:lnTo>
                <a:lnTo>
                  <a:pt x="14381" y="6180"/>
                </a:lnTo>
                <a:lnTo>
                  <a:pt x="14745" y="5718"/>
                </a:lnTo>
                <a:lnTo>
                  <a:pt x="15086" y="5207"/>
                </a:lnTo>
                <a:lnTo>
                  <a:pt x="15378" y="4696"/>
                </a:lnTo>
                <a:lnTo>
                  <a:pt x="15646" y="4185"/>
                </a:lnTo>
                <a:lnTo>
                  <a:pt x="15889" y="3650"/>
                </a:lnTo>
                <a:lnTo>
                  <a:pt x="16084" y="3090"/>
                </a:lnTo>
                <a:lnTo>
                  <a:pt x="16254" y="2506"/>
                </a:lnTo>
                <a:lnTo>
                  <a:pt x="16376" y="1922"/>
                </a:lnTo>
                <a:lnTo>
                  <a:pt x="16449" y="1509"/>
                </a:lnTo>
                <a:lnTo>
                  <a:pt x="16449" y="1290"/>
                </a:lnTo>
                <a:lnTo>
                  <a:pt x="16449" y="1046"/>
                </a:lnTo>
                <a:lnTo>
                  <a:pt x="16424" y="803"/>
                </a:lnTo>
                <a:lnTo>
                  <a:pt x="16376" y="584"/>
                </a:lnTo>
                <a:lnTo>
                  <a:pt x="16303" y="389"/>
                </a:lnTo>
                <a:lnTo>
                  <a:pt x="16230" y="316"/>
                </a:lnTo>
                <a:lnTo>
                  <a:pt x="16157" y="243"/>
                </a:lnTo>
                <a:lnTo>
                  <a:pt x="16035" y="122"/>
                </a:lnTo>
                <a:lnTo>
                  <a:pt x="15889" y="49"/>
                </a:lnTo>
                <a:lnTo>
                  <a:pt x="15767" y="24"/>
                </a:lnTo>
                <a:lnTo>
                  <a:pt x="15621" y="0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D9EEB"/>
              </a:solidFill>
            </a:endParaRPr>
          </a:p>
        </p:txBody>
      </p:sp>
      <p:sp>
        <p:nvSpPr>
          <p:cNvPr id="784" name="Google Shape;784;p35"/>
          <p:cNvSpPr/>
          <p:nvPr/>
        </p:nvSpPr>
        <p:spPr>
          <a:xfrm rot="1473024">
            <a:off x="1964430" y="1572741"/>
            <a:ext cx="669785" cy="652437"/>
          </a:xfrm>
          <a:custGeom>
            <a:rect b="b" l="l" r="r" t="t"/>
            <a:pathLst>
              <a:path extrusionOk="0" h="18250" w="18737">
                <a:moveTo>
                  <a:pt x="13554" y="3431"/>
                </a:moveTo>
                <a:lnTo>
                  <a:pt x="13748" y="3456"/>
                </a:lnTo>
                <a:lnTo>
                  <a:pt x="13919" y="3480"/>
                </a:lnTo>
                <a:lnTo>
                  <a:pt x="14308" y="3602"/>
                </a:lnTo>
                <a:lnTo>
                  <a:pt x="14478" y="3675"/>
                </a:lnTo>
                <a:lnTo>
                  <a:pt x="14624" y="3748"/>
                </a:lnTo>
                <a:lnTo>
                  <a:pt x="14746" y="3845"/>
                </a:lnTo>
                <a:lnTo>
                  <a:pt x="14843" y="3967"/>
                </a:lnTo>
                <a:lnTo>
                  <a:pt x="14941" y="4113"/>
                </a:lnTo>
                <a:lnTo>
                  <a:pt x="15038" y="4259"/>
                </a:lnTo>
                <a:lnTo>
                  <a:pt x="15111" y="4405"/>
                </a:lnTo>
                <a:lnTo>
                  <a:pt x="15160" y="4551"/>
                </a:lnTo>
                <a:lnTo>
                  <a:pt x="15184" y="4721"/>
                </a:lnTo>
                <a:lnTo>
                  <a:pt x="15208" y="4891"/>
                </a:lnTo>
                <a:lnTo>
                  <a:pt x="15233" y="5232"/>
                </a:lnTo>
                <a:lnTo>
                  <a:pt x="15160" y="5548"/>
                </a:lnTo>
                <a:lnTo>
                  <a:pt x="15111" y="5719"/>
                </a:lnTo>
                <a:lnTo>
                  <a:pt x="15062" y="5865"/>
                </a:lnTo>
                <a:lnTo>
                  <a:pt x="14916" y="6132"/>
                </a:lnTo>
                <a:lnTo>
                  <a:pt x="14722" y="6351"/>
                </a:lnTo>
                <a:lnTo>
                  <a:pt x="14527" y="6570"/>
                </a:lnTo>
                <a:lnTo>
                  <a:pt x="14284" y="6765"/>
                </a:lnTo>
                <a:lnTo>
                  <a:pt x="13821" y="7130"/>
                </a:lnTo>
                <a:lnTo>
                  <a:pt x="13602" y="7325"/>
                </a:lnTo>
                <a:lnTo>
                  <a:pt x="13408" y="7544"/>
                </a:lnTo>
                <a:lnTo>
                  <a:pt x="12678" y="6984"/>
                </a:lnTo>
                <a:lnTo>
                  <a:pt x="12313" y="6692"/>
                </a:lnTo>
                <a:lnTo>
                  <a:pt x="11948" y="6400"/>
                </a:lnTo>
                <a:lnTo>
                  <a:pt x="11631" y="6108"/>
                </a:lnTo>
                <a:lnTo>
                  <a:pt x="11315" y="5767"/>
                </a:lnTo>
                <a:lnTo>
                  <a:pt x="11023" y="5427"/>
                </a:lnTo>
                <a:lnTo>
                  <a:pt x="10755" y="5037"/>
                </a:lnTo>
                <a:lnTo>
                  <a:pt x="10877" y="4989"/>
                </a:lnTo>
                <a:lnTo>
                  <a:pt x="10999" y="4891"/>
                </a:lnTo>
                <a:lnTo>
                  <a:pt x="11242" y="4697"/>
                </a:lnTo>
                <a:lnTo>
                  <a:pt x="11461" y="4478"/>
                </a:lnTo>
                <a:lnTo>
                  <a:pt x="11656" y="4283"/>
                </a:lnTo>
                <a:lnTo>
                  <a:pt x="12191" y="3869"/>
                </a:lnTo>
                <a:lnTo>
                  <a:pt x="12483" y="3699"/>
                </a:lnTo>
                <a:lnTo>
                  <a:pt x="12775" y="3553"/>
                </a:lnTo>
                <a:lnTo>
                  <a:pt x="12970" y="3480"/>
                </a:lnTo>
                <a:lnTo>
                  <a:pt x="13164" y="3456"/>
                </a:lnTo>
                <a:lnTo>
                  <a:pt x="13359" y="3431"/>
                </a:lnTo>
                <a:close/>
                <a:moveTo>
                  <a:pt x="13529" y="2872"/>
                </a:moveTo>
                <a:lnTo>
                  <a:pt x="13335" y="2896"/>
                </a:lnTo>
                <a:lnTo>
                  <a:pt x="12945" y="2969"/>
                </a:lnTo>
                <a:lnTo>
                  <a:pt x="12556" y="3066"/>
                </a:lnTo>
                <a:lnTo>
                  <a:pt x="12191" y="3237"/>
                </a:lnTo>
                <a:lnTo>
                  <a:pt x="11850" y="3456"/>
                </a:lnTo>
                <a:lnTo>
                  <a:pt x="11607" y="3626"/>
                </a:lnTo>
                <a:lnTo>
                  <a:pt x="11388" y="3821"/>
                </a:lnTo>
                <a:lnTo>
                  <a:pt x="10950" y="4210"/>
                </a:lnTo>
                <a:lnTo>
                  <a:pt x="10658" y="4478"/>
                </a:lnTo>
                <a:lnTo>
                  <a:pt x="10512" y="4648"/>
                </a:lnTo>
                <a:lnTo>
                  <a:pt x="10464" y="4721"/>
                </a:lnTo>
                <a:lnTo>
                  <a:pt x="10464" y="4818"/>
                </a:lnTo>
                <a:lnTo>
                  <a:pt x="10366" y="4843"/>
                </a:lnTo>
                <a:lnTo>
                  <a:pt x="10293" y="4916"/>
                </a:lnTo>
                <a:lnTo>
                  <a:pt x="10245" y="4989"/>
                </a:lnTo>
                <a:lnTo>
                  <a:pt x="10269" y="5110"/>
                </a:lnTo>
                <a:lnTo>
                  <a:pt x="10366" y="5354"/>
                </a:lnTo>
                <a:lnTo>
                  <a:pt x="10488" y="5597"/>
                </a:lnTo>
                <a:lnTo>
                  <a:pt x="10610" y="5816"/>
                </a:lnTo>
                <a:lnTo>
                  <a:pt x="10780" y="6035"/>
                </a:lnTo>
                <a:lnTo>
                  <a:pt x="10950" y="6230"/>
                </a:lnTo>
                <a:lnTo>
                  <a:pt x="11120" y="6449"/>
                </a:lnTo>
                <a:lnTo>
                  <a:pt x="11534" y="6814"/>
                </a:lnTo>
                <a:lnTo>
                  <a:pt x="11972" y="7179"/>
                </a:lnTo>
                <a:lnTo>
                  <a:pt x="12410" y="7519"/>
                </a:lnTo>
                <a:lnTo>
                  <a:pt x="12848" y="7836"/>
                </a:lnTo>
                <a:lnTo>
                  <a:pt x="13262" y="8152"/>
                </a:lnTo>
                <a:lnTo>
                  <a:pt x="13335" y="8201"/>
                </a:lnTo>
                <a:lnTo>
                  <a:pt x="13432" y="8225"/>
                </a:lnTo>
                <a:lnTo>
                  <a:pt x="13505" y="8225"/>
                </a:lnTo>
                <a:lnTo>
                  <a:pt x="13602" y="8201"/>
                </a:lnTo>
                <a:lnTo>
                  <a:pt x="13651" y="8152"/>
                </a:lnTo>
                <a:lnTo>
                  <a:pt x="13724" y="8079"/>
                </a:lnTo>
                <a:lnTo>
                  <a:pt x="13748" y="8006"/>
                </a:lnTo>
                <a:lnTo>
                  <a:pt x="13748" y="7933"/>
                </a:lnTo>
                <a:lnTo>
                  <a:pt x="13943" y="7787"/>
                </a:lnTo>
                <a:lnTo>
                  <a:pt x="14089" y="7665"/>
                </a:lnTo>
                <a:lnTo>
                  <a:pt x="14722" y="7154"/>
                </a:lnTo>
                <a:lnTo>
                  <a:pt x="15014" y="6862"/>
                </a:lnTo>
                <a:lnTo>
                  <a:pt x="15281" y="6546"/>
                </a:lnTo>
                <a:lnTo>
                  <a:pt x="15500" y="6205"/>
                </a:lnTo>
                <a:lnTo>
                  <a:pt x="15598" y="6035"/>
                </a:lnTo>
                <a:lnTo>
                  <a:pt x="15671" y="5840"/>
                </a:lnTo>
                <a:lnTo>
                  <a:pt x="15719" y="5670"/>
                </a:lnTo>
                <a:lnTo>
                  <a:pt x="15768" y="5500"/>
                </a:lnTo>
                <a:lnTo>
                  <a:pt x="15792" y="5305"/>
                </a:lnTo>
                <a:lnTo>
                  <a:pt x="15792" y="5135"/>
                </a:lnTo>
                <a:lnTo>
                  <a:pt x="15768" y="4770"/>
                </a:lnTo>
                <a:lnTo>
                  <a:pt x="15695" y="4429"/>
                </a:lnTo>
                <a:lnTo>
                  <a:pt x="15549" y="4088"/>
                </a:lnTo>
                <a:lnTo>
                  <a:pt x="15379" y="3772"/>
                </a:lnTo>
                <a:lnTo>
                  <a:pt x="15257" y="3626"/>
                </a:lnTo>
                <a:lnTo>
                  <a:pt x="15135" y="3504"/>
                </a:lnTo>
                <a:lnTo>
                  <a:pt x="15014" y="3383"/>
                </a:lnTo>
                <a:lnTo>
                  <a:pt x="14868" y="3261"/>
                </a:lnTo>
                <a:lnTo>
                  <a:pt x="14697" y="3164"/>
                </a:lnTo>
                <a:lnTo>
                  <a:pt x="14503" y="3066"/>
                </a:lnTo>
                <a:lnTo>
                  <a:pt x="14332" y="2993"/>
                </a:lnTo>
                <a:lnTo>
                  <a:pt x="14138" y="2945"/>
                </a:lnTo>
                <a:lnTo>
                  <a:pt x="13943" y="2896"/>
                </a:lnTo>
                <a:lnTo>
                  <a:pt x="13724" y="2872"/>
                </a:lnTo>
                <a:close/>
                <a:moveTo>
                  <a:pt x="5597" y="6814"/>
                </a:moveTo>
                <a:lnTo>
                  <a:pt x="4283" y="8030"/>
                </a:lnTo>
                <a:lnTo>
                  <a:pt x="3675" y="8590"/>
                </a:lnTo>
                <a:lnTo>
                  <a:pt x="3602" y="8468"/>
                </a:lnTo>
                <a:lnTo>
                  <a:pt x="3504" y="8395"/>
                </a:lnTo>
                <a:lnTo>
                  <a:pt x="3285" y="8201"/>
                </a:lnTo>
                <a:lnTo>
                  <a:pt x="2969" y="7860"/>
                </a:lnTo>
                <a:lnTo>
                  <a:pt x="2677" y="7519"/>
                </a:lnTo>
                <a:lnTo>
                  <a:pt x="2410" y="7203"/>
                </a:lnTo>
                <a:lnTo>
                  <a:pt x="2264" y="7057"/>
                </a:lnTo>
                <a:lnTo>
                  <a:pt x="2093" y="6911"/>
                </a:lnTo>
                <a:lnTo>
                  <a:pt x="3821" y="6911"/>
                </a:lnTo>
                <a:lnTo>
                  <a:pt x="4745" y="6862"/>
                </a:lnTo>
                <a:lnTo>
                  <a:pt x="5597" y="6814"/>
                </a:lnTo>
                <a:close/>
                <a:moveTo>
                  <a:pt x="755" y="6911"/>
                </a:moveTo>
                <a:lnTo>
                  <a:pt x="1047" y="6935"/>
                </a:lnTo>
                <a:lnTo>
                  <a:pt x="1315" y="6935"/>
                </a:lnTo>
                <a:lnTo>
                  <a:pt x="1339" y="6984"/>
                </a:lnTo>
                <a:lnTo>
                  <a:pt x="1363" y="7008"/>
                </a:lnTo>
                <a:lnTo>
                  <a:pt x="1582" y="7227"/>
                </a:lnTo>
                <a:lnTo>
                  <a:pt x="1826" y="7422"/>
                </a:lnTo>
                <a:lnTo>
                  <a:pt x="2142" y="7738"/>
                </a:lnTo>
                <a:lnTo>
                  <a:pt x="2434" y="8103"/>
                </a:lnTo>
                <a:lnTo>
                  <a:pt x="2799" y="8541"/>
                </a:lnTo>
                <a:lnTo>
                  <a:pt x="3018" y="8785"/>
                </a:lnTo>
                <a:lnTo>
                  <a:pt x="3139" y="8882"/>
                </a:lnTo>
                <a:lnTo>
                  <a:pt x="3261" y="8955"/>
                </a:lnTo>
                <a:lnTo>
                  <a:pt x="3091" y="9077"/>
                </a:lnTo>
                <a:lnTo>
                  <a:pt x="2993" y="8931"/>
                </a:lnTo>
                <a:lnTo>
                  <a:pt x="2872" y="8785"/>
                </a:lnTo>
                <a:lnTo>
                  <a:pt x="2580" y="8517"/>
                </a:lnTo>
                <a:lnTo>
                  <a:pt x="2020" y="8079"/>
                </a:lnTo>
                <a:lnTo>
                  <a:pt x="1388" y="7495"/>
                </a:lnTo>
                <a:lnTo>
                  <a:pt x="755" y="6911"/>
                </a:lnTo>
                <a:close/>
                <a:moveTo>
                  <a:pt x="9490" y="8760"/>
                </a:moveTo>
                <a:lnTo>
                  <a:pt x="9369" y="8785"/>
                </a:lnTo>
                <a:lnTo>
                  <a:pt x="9271" y="8833"/>
                </a:lnTo>
                <a:lnTo>
                  <a:pt x="9101" y="9004"/>
                </a:lnTo>
                <a:lnTo>
                  <a:pt x="8931" y="9174"/>
                </a:lnTo>
                <a:lnTo>
                  <a:pt x="8760" y="9344"/>
                </a:lnTo>
                <a:lnTo>
                  <a:pt x="8566" y="9515"/>
                </a:lnTo>
                <a:lnTo>
                  <a:pt x="8103" y="9904"/>
                </a:lnTo>
                <a:lnTo>
                  <a:pt x="7617" y="10318"/>
                </a:lnTo>
                <a:lnTo>
                  <a:pt x="7276" y="10609"/>
                </a:lnTo>
                <a:lnTo>
                  <a:pt x="7081" y="10780"/>
                </a:lnTo>
                <a:lnTo>
                  <a:pt x="6887" y="10999"/>
                </a:lnTo>
                <a:lnTo>
                  <a:pt x="6716" y="11193"/>
                </a:lnTo>
                <a:lnTo>
                  <a:pt x="6595" y="11437"/>
                </a:lnTo>
                <a:lnTo>
                  <a:pt x="6570" y="11534"/>
                </a:lnTo>
                <a:lnTo>
                  <a:pt x="6546" y="11656"/>
                </a:lnTo>
                <a:lnTo>
                  <a:pt x="6546" y="11753"/>
                </a:lnTo>
                <a:lnTo>
                  <a:pt x="6570" y="11850"/>
                </a:lnTo>
                <a:lnTo>
                  <a:pt x="6619" y="11948"/>
                </a:lnTo>
                <a:lnTo>
                  <a:pt x="6668" y="11996"/>
                </a:lnTo>
                <a:lnTo>
                  <a:pt x="6765" y="12021"/>
                </a:lnTo>
                <a:lnTo>
                  <a:pt x="6838" y="12021"/>
                </a:lnTo>
                <a:lnTo>
                  <a:pt x="6935" y="11972"/>
                </a:lnTo>
                <a:lnTo>
                  <a:pt x="7033" y="11923"/>
                </a:lnTo>
                <a:lnTo>
                  <a:pt x="7154" y="11777"/>
                </a:lnTo>
                <a:lnTo>
                  <a:pt x="7422" y="11461"/>
                </a:lnTo>
                <a:lnTo>
                  <a:pt x="7641" y="11242"/>
                </a:lnTo>
                <a:lnTo>
                  <a:pt x="7860" y="11023"/>
                </a:lnTo>
                <a:lnTo>
                  <a:pt x="8322" y="10634"/>
                </a:lnTo>
                <a:lnTo>
                  <a:pt x="8736" y="10318"/>
                </a:lnTo>
                <a:lnTo>
                  <a:pt x="9174" y="9977"/>
                </a:lnTo>
                <a:lnTo>
                  <a:pt x="9393" y="9807"/>
                </a:lnTo>
                <a:lnTo>
                  <a:pt x="9563" y="9612"/>
                </a:lnTo>
                <a:lnTo>
                  <a:pt x="9709" y="9393"/>
                </a:lnTo>
                <a:lnTo>
                  <a:pt x="9831" y="9174"/>
                </a:lnTo>
                <a:lnTo>
                  <a:pt x="9855" y="9052"/>
                </a:lnTo>
                <a:lnTo>
                  <a:pt x="9855" y="8931"/>
                </a:lnTo>
                <a:lnTo>
                  <a:pt x="9782" y="8858"/>
                </a:lnTo>
                <a:lnTo>
                  <a:pt x="9709" y="8809"/>
                </a:lnTo>
                <a:lnTo>
                  <a:pt x="9588" y="8760"/>
                </a:lnTo>
                <a:close/>
                <a:moveTo>
                  <a:pt x="2045" y="13359"/>
                </a:moveTo>
                <a:lnTo>
                  <a:pt x="2166" y="13408"/>
                </a:lnTo>
                <a:lnTo>
                  <a:pt x="2166" y="13481"/>
                </a:lnTo>
                <a:lnTo>
                  <a:pt x="2166" y="13554"/>
                </a:lnTo>
                <a:lnTo>
                  <a:pt x="2118" y="13627"/>
                </a:lnTo>
                <a:lnTo>
                  <a:pt x="2069" y="13675"/>
                </a:lnTo>
                <a:lnTo>
                  <a:pt x="1947" y="13773"/>
                </a:lnTo>
                <a:lnTo>
                  <a:pt x="1826" y="13870"/>
                </a:lnTo>
                <a:lnTo>
                  <a:pt x="1655" y="13943"/>
                </a:lnTo>
                <a:lnTo>
                  <a:pt x="1461" y="14016"/>
                </a:lnTo>
                <a:lnTo>
                  <a:pt x="1461" y="14016"/>
                </a:lnTo>
                <a:lnTo>
                  <a:pt x="1607" y="13821"/>
                </a:lnTo>
                <a:lnTo>
                  <a:pt x="1753" y="13627"/>
                </a:lnTo>
                <a:lnTo>
                  <a:pt x="1874" y="13481"/>
                </a:lnTo>
                <a:lnTo>
                  <a:pt x="1972" y="13383"/>
                </a:lnTo>
                <a:lnTo>
                  <a:pt x="1996" y="13383"/>
                </a:lnTo>
                <a:lnTo>
                  <a:pt x="2045" y="13359"/>
                </a:lnTo>
                <a:close/>
                <a:moveTo>
                  <a:pt x="1996" y="12872"/>
                </a:moveTo>
                <a:lnTo>
                  <a:pt x="1899" y="12897"/>
                </a:lnTo>
                <a:lnTo>
                  <a:pt x="1826" y="12921"/>
                </a:lnTo>
                <a:lnTo>
                  <a:pt x="1655" y="13018"/>
                </a:lnTo>
                <a:lnTo>
                  <a:pt x="1534" y="13140"/>
                </a:lnTo>
                <a:lnTo>
                  <a:pt x="1388" y="13286"/>
                </a:lnTo>
                <a:lnTo>
                  <a:pt x="1242" y="13456"/>
                </a:lnTo>
                <a:lnTo>
                  <a:pt x="998" y="13797"/>
                </a:lnTo>
                <a:lnTo>
                  <a:pt x="925" y="13967"/>
                </a:lnTo>
                <a:lnTo>
                  <a:pt x="828" y="14138"/>
                </a:lnTo>
                <a:lnTo>
                  <a:pt x="804" y="14235"/>
                </a:lnTo>
                <a:lnTo>
                  <a:pt x="779" y="14308"/>
                </a:lnTo>
                <a:lnTo>
                  <a:pt x="779" y="14405"/>
                </a:lnTo>
                <a:lnTo>
                  <a:pt x="828" y="14478"/>
                </a:lnTo>
                <a:lnTo>
                  <a:pt x="877" y="14527"/>
                </a:lnTo>
                <a:lnTo>
                  <a:pt x="925" y="14576"/>
                </a:lnTo>
                <a:lnTo>
                  <a:pt x="1047" y="14576"/>
                </a:lnTo>
                <a:lnTo>
                  <a:pt x="1120" y="14551"/>
                </a:lnTo>
                <a:lnTo>
                  <a:pt x="1266" y="14551"/>
                </a:lnTo>
                <a:lnTo>
                  <a:pt x="1412" y="14527"/>
                </a:lnTo>
                <a:lnTo>
                  <a:pt x="1582" y="14478"/>
                </a:lnTo>
                <a:lnTo>
                  <a:pt x="1728" y="14430"/>
                </a:lnTo>
                <a:lnTo>
                  <a:pt x="2020" y="14284"/>
                </a:lnTo>
                <a:lnTo>
                  <a:pt x="2239" y="14138"/>
                </a:lnTo>
                <a:lnTo>
                  <a:pt x="2361" y="14040"/>
                </a:lnTo>
                <a:lnTo>
                  <a:pt x="2483" y="13919"/>
                </a:lnTo>
                <a:lnTo>
                  <a:pt x="2556" y="13773"/>
                </a:lnTo>
                <a:lnTo>
                  <a:pt x="2629" y="13627"/>
                </a:lnTo>
                <a:lnTo>
                  <a:pt x="2653" y="13481"/>
                </a:lnTo>
                <a:lnTo>
                  <a:pt x="2653" y="13408"/>
                </a:lnTo>
                <a:lnTo>
                  <a:pt x="2629" y="13335"/>
                </a:lnTo>
                <a:lnTo>
                  <a:pt x="2604" y="13262"/>
                </a:lnTo>
                <a:lnTo>
                  <a:pt x="2556" y="13189"/>
                </a:lnTo>
                <a:lnTo>
                  <a:pt x="2483" y="13140"/>
                </a:lnTo>
                <a:lnTo>
                  <a:pt x="2385" y="13091"/>
                </a:lnTo>
                <a:lnTo>
                  <a:pt x="2288" y="12970"/>
                </a:lnTo>
                <a:lnTo>
                  <a:pt x="2166" y="12897"/>
                </a:lnTo>
                <a:lnTo>
                  <a:pt x="2069" y="12872"/>
                </a:lnTo>
                <a:close/>
                <a:moveTo>
                  <a:pt x="15525" y="560"/>
                </a:moveTo>
                <a:lnTo>
                  <a:pt x="16084" y="633"/>
                </a:lnTo>
                <a:lnTo>
                  <a:pt x="16644" y="706"/>
                </a:lnTo>
                <a:lnTo>
                  <a:pt x="17204" y="828"/>
                </a:lnTo>
                <a:lnTo>
                  <a:pt x="17763" y="974"/>
                </a:lnTo>
                <a:lnTo>
                  <a:pt x="17666" y="1023"/>
                </a:lnTo>
                <a:lnTo>
                  <a:pt x="17593" y="1096"/>
                </a:lnTo>
                <a:lnTo>
                  <a:pt x="17496" y="1169"/>
                </a:lnTo>
                <a:lnTo>
                  <a:pt x="17496" y="1193"/>
                </a:lnTo>
                <a:lnTo>
                  <a:pt x="17520" y="1217"/>
                </a:lnTo>
                <a:lnTo>
                  <a:pt x="17569" y="1266"/>
                </a:lnTo>
                <a:lnTo>
                  <a:pt x="17617" y="1290"/>
                </a:lnTo>
                <a:lnTo>
                  <a:pt x="17739" y="1315"/>
                </a:lnTo>
                <a:lnTo>
                  <a:pt x="17861" y="1290"/>
                </a:lnTo>
                <a:lnTo>
                  <a:pt x="17934" y="1290"/>
                </a:lnTo>
                <a:lnTo>
                  <a:pt x="17982" y="1242"/>
                </a:lnTo>
                <a:lnTo>
                  <a:pt x="18007" y="1363"/>
                </a:lnTo>
                <a:lnTo>
                  <a:pt x="18031" y="1461"/>
                </a:lnTo>
                <a:lnTo>
                  <a:pt x="17909" y="1485"/>
                </a:lnTo>
                <a:lnTo>
                  <a:pt x="17812" y="1534"/>
                </a:lnTo>
                <a:lnTo>
                  <a:pt x="17715" y="1582"/>
                </a:lnTo>
                <a:lnTo>
                  <a:pt x="17617" y="1655"/>
                </a:lnTo>
                <a:lnTo>
                  <a:pt x="17593" y="1680"/>
                </a:lnTo>
                <a:lnTo>
                  <a:pt x="17593" y="1753"/>
                </a:lnTo>
                <a:lnTo>
                  <a:pt x="17617" y="1801"/>
                </a:lnTo>
                <a:lnTo>
                  <a:pt x="17690" y="1826"/>
                </a:lnTo>
                <a:lnTo>
                  <a:pt x="17739" y="1850"/>
                </a:lnTo>
                <a:lnTo>
                  <a:pt x="17812" y="1874"/>
                </a:lnTo>
                <a:lnTo>
                  <a:pt x="17958" y="1850"/>
                </a:lnTo>
                <a:lnTo>
                  <a:pt x="18080" y="1801"/>
                </a:lnTo>
                <a:lnTo>
                  <a:pt x="18104" y="1996"/>
                </a:lnTo>
                <a:lnTo>
                  <a:pt x="17909" y="2069"/>
                </a:lnTo>
                <a:lnTo>
                  <a:pt x="17788" y="2118"/>
                </a:lnTo>
                <a:lnTo>
                  <a:pt x="17690" y="2215"/>
                </a:lnTo>
                <a:lnTo>
                  <a:pt x="17642" y="2264"/>
                </a:lnTo>
                <a:lnTo>
                  <a:pt x="17642" y="2361"/>
                </a:lnTo>
                <a:lnTo>
                  <a:pt x="17666" y="2410"/>
                </a:lnTo>
                <a:lnTo>
                  <a:pt x="17739" y="2458"/>
                </a:lnTo>
                <a:lnTo>
                  <a:pt x="17836" y="2483"/>
                </a:lnTo>
                <a:lnTo>
                  <a:pt x="17934" y="2458"/>
                </a:lnTo>
                <a:lnTo>
                  <a:pt x="18128" y="2410"/>
                </a:lnTo>
                <a:lnTo>
                  <a:pt x="18153" y="2531"/>
                </a:lnTo>
                <a:lnTo>
                  <a:pt x="18007" y="2555"/>
                </a:lnTo>
                <a:lnTo>
                  <a:pt x="17836" y="2604"/>
                </a:lnTo>
                <a:lnTo>
                  <a:pt x="17763" y="2653"/>
                </a:lnTo>
                <a:lnTo>
                  <a:pt x="17715" y="2726"/>
                </a:lnTo>
                <a:lnTo>
                  <a:pt x="17690" y="2823"/>
                </a:lnTo>
                <a:lnTo>
                  <a:pt x="17690" y="2896"/>
                </a:lnTo>
                <a:lnTo>
                  <a:pt x="17739" y="2945"/>
                </a:lnTo>
                <a:lnTo>
                  <a:pt x="17812" y="2993"/>
                </a:lnTo>
                <a:lnTo>
                  <a:pt x="18153" y="2993"/>
                </a:lnTo>
                <a:lnTo>
                  <a:pt x="18177" y="2969"/>
                </a:lnTo>
                <a:lnTo>
                  <a:pt x="18177" y="3261"/>
                </a:lnTo>
                <a:lnTo>
                  <a:pt x="17739" y="3383"/>
                </a:lnTo>
                <a:lnTo>
                  <a:pt x="17690" y="3407"/>
                </a:lnTo>
                <a:lnTo>
                  <a:pt x="17666" y="3431"/>
                </a:lnTo>
                <a:lnTo>
                  <a:pt x="17617" y="3529"/>
                </a:lnTo>
                <a:lnTo>
                  <a:pt x="17617" y="3577"/>
                </a:lnTo>
                <a:lnTo>
                  <a:pt x="17642" y="3626"/>
                </a:lnTo>
                <a:lnTo>
                  <a:pt x="17666" y="3650"/>
                </a:lnTo>
                <a:lnTo>
                  <a:pt x="17715" y="3699"/>
                </a:lnTo>
                <a:lnTo>
                  <a:pt x="17812" y="3723"/>
                </a:lnTo>
                <a:lnTo>
                  <a:pt x="17934" y="3723"/>
                </a:lnTo>
                <a:lnTo>
                  <a:pt x="18153" y="3699"/>
                </a:lnTo>
                <a:lnTo>
                  <a:pt x="18153" y="3699"/>
                </a:lnTo>
                <a:lnTo>
                  <a:pt x="18104" y="4186"/>
                </a:lnTo>
                <a:lnTo>
                  <a:pt x="17934" y="4088"/>
                </a:lnTo>
                <a:lnTo>
                  <a:pt x="17739" y="4040"/>
                </a:lnTo>
                <a:lnTo>
                  <a:pt x="17642" y="4015"/>
                </a:lnTo>
                <a:lnTo>
                  <a:pt x="17569" y="4040"/>
                </a:lnTo>
                <a:lnTo>
                  <a:pt x="17471" y="4064"/>
                </a:lnTo>
                <a:lnTo>
                  <a:pt x="17423" y="4137"/>
                </a:lnTo>
                <a:lnTo>
                  <a:pt x="17423" y="4186"/>
                </a:lnTo>
                <a:lnTo>
                  <a:pt x="17496" y="4283"/>
                </a:lnTo>
                <a:lnTo>
                  <a:pt x="17617" y="4332"/>
                </a:lnTo>
                <a:lnTo>
                  <a:pt x="17812" y="4429"/>
                </a:lnTo>
                <a:lnTo>
                  <a:pt x="17982" y="4526"/>
                </a:lnTo>
                <a:lnTo>
                  <a:pt x="18055" y="4551"/>
                </a:lnTo>
                <a:lnTo>
                  <a:pt x="17958" y="4940"/>
                </a:lnTo>
                <a:lnTo>
                  <a:pt x="17690" y="4843"/>
                </a:lnTo>
                <a:lnTo>
                  <a:pt x="17471" y="4721"/>
                </a:lnTo>
                <a:lnTo>
                  <a:pt x="17228" y="4648"/>
                </a:lnTo>
                <a:lnTo>
                  <a:pt x="17155" y="4648"/>
                </a:lnTo>
                <a:lnTo>
                  <a:pt x="17155" y="4672"/>
                </a:lnTo>
                <a:lnTo>
                  <a:pt x="17155" y="4721"/>
                </a:lnTo>
                <a:lnTo>
                  <a:pt x="17204" y="4818"/>
                </a:lnTo>
                <a:lnTo>
                  <a:pt x="17252" y="4891"/>
                </a:lnTo>
                <a:lnTo>
                  <a:pt x="17350" y="4989"/>
                </a:lnTo>
                <a:lnTo>
                  <a:pt x="17423" y="5062"/>
                </a:lnTo>
                <a:lnTo>
                  <a:pt x="17642" y="5183"/>
                </a:lnTo>
                <a:lnTo>
                  <a:pt x="17861" y="5256"/>
                </a:lnTo>
                <a:lnTo>
                  <a:pt x="17739" y="5621"/>
                </a:lnTo>
                <a:lnTo>
                  <a:pt x="17617" y="5938"/>
                </a:lnTo>
                <a:lnTo>
                  <a:pt x="17569" y="5889"/>
                </a:lnTo>
                <a:lnTo>
                  <a:pt x="17520" y="5840"/>
                </a:lnTo>
                <a:lnTo>
                  <a:pt x="17398" y="5743"/>
                </a:lnTo>
                <a:lnTo>
                  <a:pt x="17301" y="5670"/>
                </a:lnTo>
                <a:lnTo>
                  <a:pt x="17179" y="5597"/>
                </a:lnTo>
                <a:lnTo>
                  <a:pt x="17082" y="5573"/>
                </a:lnTo>
                <a:lnTo>
                  <a:pt x="16985" y="5548"/>
                </a:lnTo>
                <a:lnTo>
                  <a:pt x="16887" y="5548"/>
                </a:lnTo>
                <a:lnTo>
                  <a:pt x="16766" y="5597"/>
                </a:lnTo>
                <a:lnTo>
                  <a:pt x="16741" y="5621"/>
                </a:lnTo>
                <a:lnTo>
                  <a:pt x="16741" y="5670"/>
                </a:lnTo>
                <a:lnTo>
                  <a:pt x="16741" y="5719"/>
                </a:lnTo>
                <a:lnTo>
                  <a:pt x="16766" y="5743"/>
                </a:lnTo>
                <a:lnTo>
                  <a:pt x="16863" y="5840"/>
                </a:lnTo>
                <a:lnTo>
                  <a:pt x="16936" y="5913"/>
                </a:lnTo>
                <a:lnTo>
                  <a:pt x="17009" y="5962"/>
                </a:lnTo>
                <a:lnTo>
                  <a:pt x="17228" y="6132"/>
                </a:lnTo>
                <a:lnTo>
                  <a:pt x="17325" y="6181"/>
                </a:lnTo>
                <a:lnTo>
                  <a:pt x="17447" y="6205"/>
                </a:lnTo>
                <a:lnTo>
                  <a:pt x="17496" y="6205"/>
                </a:lnTo>
                <a:lnTo>
                  <a:pt x="17325" y="6473"/>
                </a:lnTo>
                <a:lnTo>
                  <a:pt x="17204" y="6473"/>
                </a:lnTo>
                <a:lnTo>
                  <a:pt x="17106" y="6449"/>
                </a:lnTo>
                <a:lnTo>
                  <a:pt x="17009" y="6400"/>
                </a:lnTo>
                <a:lnTo>
                  <a:pt x="16936" y="6351"/>
                </a:lnTo>
                <a:lnTo>
                  <a:pt x="16814" y="6230"/>
                </a:lnTo>
                <a:lnTo>
                  <a:pt x="16668" y="6108"/>
                </a:lnTo>
                <a:lnTo>
                  <a:pt x="16522" y="6035"/>
                </a:lnTo>
                <a:lnTo>
                  <a:pt x="16449" y="6011"/>
                </a:lnTo>
                <a:lnTo>
                  <a:pt x="16352" y="6011"/>
                </a:lnTo>
                <a:lnTo>
                  <a:pt x="16279" y="6035"/>
                </a:lnTo>
                <a:lnTo>
                  <a:pt x="16182" y="6084"/>
                </a:lnTo>
                <a:lnTo>
                  <a:pt x="16133" y="6132"/>
                </a:lnTo>
                <a:lnTo>
                  <a:pt x="16133" y="6181"/>
                </a:lnTo>
                <a:lnTo>
                  <a:pt x="16182" y="6230"/>
                </a:lnTo>
                <a:lnTo>
                  <a:pt x="16230" y="6254"/>
                </a:lnTo>
                <a:lnTo>
                  <a:pt x="16303" y="6254"/>
                </a:lnTo>
                <a:lnTo>
                  <a:pt x="16401" y="6303"/>
                </a:lnTo>
                <a:lnTo>
                  <a:pt x="16547" y="6424"/>
                </a:lnTo>
                <a:lnTo>
                  <a:pt x="16693" y="6570"/>
                </a:lnTo>
                <a:lnTo>
                  <a:pt x="16814" y="6692"/>
                </a:lnTo>
                <a:lnTo>
                  <a:pt x="16936" y="6789"/>
                </a:lnTo>
                <a:lnTo>
                  <a:pt x="17082" y="6838"/>
                </a:lnTo>
                <a:lnTo>
                  <a:pt x="16668" y="7325"/>
                </a:lnTo>
                <a:lnTo>
                  <a:pt x="16157" y="7106"/>
                </a:lnTo>
                <a:lnTo>
                  <a:pt x="16011" y="7033"/>
                </a:lnTo>
                <a:lnTo>
                  <a:pt x="15865" y="7008"/>
                </a:lnTo>
                <a:lnTo>
                  <a:pt x="15744" y="7008"/>
                </a:lnTo>
                <a:lnTo>
                  <a:pt x="15598" y="7057"/>
                </a:lnTo>
                <a:lnTo>
                  <a:pt x="15573" y="7081"/>
                </a:lnTo>
                <a:lnTo>
                  <a:pt x="15549" y="7106"/>
                </a:lnTo>
                <a:lnTo>
                  <a:pt x="15549" y="7154"/>
                </a:lnTo>
                <a:lnTo>
                  <a:pt x="15573" y="7179"/>
                </a:lnTo>
                <a:lnTo>
                  <a:pt x="15646" y="7276"/>
                </a:lnTo>
                <a:lnTo>
                  <a:pt x="15744" y="7349"/>
                </a:lnTo>
                <a:lnTo>
                  <a:pt x="15987" y="7495"/>
                </a:lnTo>
                <a:lnTo>
                  <a:pt x="16328" y="7665"/>
                </a:lnTo>
                <a:lnTo>
                  <a:pt x="16036" y="7957"/>
                </a:lnTo>
                <a:lnTo>
                  <a:pt x="15890" y="7909"/>
                </a:lnTo>
                <a:lnTo>
                  <a:pt x="15744" y="7884"/>
                </a:lnTo>
                <a:lnTo>
                  <a:pt x="15598" y="7860"/>
                </a:lnTo>
                <a:lnTo>
                  <a:pt x="15452" y="7836"/>
                </a:lnTo>
                <a:lnTo>
                  <a:pt x="15160" y="7690"/>
                </a:lnTo>
                <a:lnTo>
                  <a:pt x="15014" y="7641"/>
                </a:lnTo>
                <a:lnTo>
                  <a:pt x="14868" y="7592"/>
                </a:lnTo>
                <a:lnTo>
                  <a:pt x="14819" y="7617"/>
                </a:lnTo>
                <a:lnTo>
                  <a:pt x="14770" y="7665"/>
                </a:lnTo>
                <a:lnTo>
                  <a:pt x="14770" y="7714"/>
                </a:lnTo>
                <a:lnTo>
                  <a:pt x="14770" y="7763"/>
                </a:lnTo>
                <a:lnTo>
                  <a:pt x="14843" y="7860"/>
                </a:lnTo>
                <a:lnTo>
                  <a:pt x="14916" y="7957"/>
                </a:lnTo>
                <a:lnTo>
                  <a:pt x="15135" y="8128"/>
                </a:lnTo>
                <a:lnTo>
                  <a:pt x="15427" y="8249"/>
                </a:lnTo>
                <a:lnTo>
                  <a:pt x="15549" y="8298"/>
                </a:lnTo>
                <a:lnTo>
                  <a:pt x="15695" y="8322"/>
                </a:lnTo>
                <a:lnTo>
                  <a:pt x="15403" y="8639"/>
                </a:lnTo>
                <a:lnTo>
                  <a:pt x="15184" y="8590"/>
                </a:lnTo>
                <a:lnTo>
                  <a:pt x="14965" y="8541"/>
                </a:lnTo>
                <a:lnTo>
                  <a:pt x="14770" y="8468"/>
                </a:lnTo>
                <a:lnTo>
                  <a:pt x="14576" y="8347"/>
                </a:lnTo>
                <a:lnTo>
                  <a:pt x="14551" y="8322"/>
                </a:lnTo>
                <a:lnTo>
                  <a:pt x="14503" y="8322"/>
                </a:lnTo>
                <a:lnTo>
                  <a:pt x="14454" y="8371"/>
                </a:lnTo>
                <a:lnTo>
                  <a:pt x="14430" y="8420"/>
                </a:lnTo>
                <a:lnTo>
                  <a:pt x="14430" y="8493"/>
                </a:lnTo>
                <a:lnTo>
                  <a:pt x="14478" y="8590"/>
                </a:lnTo>
                <a:lnTo>
                  <a:pt x="14551" y="8687"/>
                </a:lnTo>
                <a:lnTo>
                  <a:pt x="14722" y="8809"/>
                </a:lnTo>
                <a:lnTo>
                  <a:pt x="14892" y="8906"/>
                </a:lnTo>
                <a:lnTo>
                  <a:pt x="15111" y="8979"/>
                </a:lnTo>
                <a:lnTo>
                  <a:pt x="14843" y="9271"/>
                </a:lnTo>
                <a:lnTo>
                  <a:pt x="14795" y="9247"/>
                </a:lnTo>
                <a:lnTo>
                  <a:pt x="14503" y="9150"/>
                </a:lnTo>
                <a:lnTo>
                  <a:pt x="14211" y="9052"/>
                </a:lnTo>
                <a:lnTo>
                  <a:pt x="13919" y="8955"/>
                </a:lnTo>
                <a:lnTo>
                  <a:pt x="13627" y="8858"/>
                </a:lnTo>
                <a:lnTo>
                  <a:pt x="13578" y="8858"/>
                </a:lnTo>
                <a:lnTo>
                  <a:pt x="13554" y="8882"/>
                </a:lnTo>
                <a:lnTo>
                  <a:pt x="13529" y="8931"/>
                </a:lnTo>
                <a:lnTo>
                  <a:pt x="13554" y="8955"/>
                </a:lnTo>
                <a:lnTo>
                  <a:pt x="13627" y="9077"/>
                </a:lnTo>
                <a:lnTo>
                  <a:pt x="13748" y="9198"/>
                </a:lnTo>
                <a:lnTo>
                  <a:pt x="13846" y="9296"/>
                </a:lnTo>
                <a:lnTo>
                  <a:pt x="13992" y="9369"/>
                </a:lnTo>
                <a:lnTo>
                  <a:pt x="14284" y="9515"/>
                </a:lnTo>
                <a:lnTo>
                  <a:pt x="14576" y="9612"/>
                </a:lnTo>
                <a:lnTo>
                  <a:pt x="14211" y="10001"/>
                </a:lnTo>
                <a:lnTo>
                  <a:pt x="14186" y="9953"/>
                </a:lnTo>
                <a:lnTo>
                  <a:pt x="14113" y="9904"/>
                </a:lnTo>
                <a:lnTo>
                  <a:pt x="13846" y="9709"/>
                </a:lnTo>
                <a:lnTo>
                  <a:pt x="13529" y="9563"/>
                </a:lnTo>
                <a:lnTo>
                  <a:pt x="13359" y="9490"/>
                </a:lnTo>
                <a:lnTo>
                  <a:pt x="13213" y="9442"/>
                </a:lnTo>
                <a:lnTo>
                  <a:pt x="13043" y="9393"/>
                </a:lnTo>
                <a:lnTo>
                  <a:pt x="12824" y="9393"/>
                </a:lnTo>
                <a:lnTo>
                  <a:pt x="12799" y="9442"/>
                </a:lnTo>
                <a:lnTo>
                  <a:pt x="12799" y="9490"/>
                </a:lnTo>
                <a:lnTo>
                  <a:pt x="12824" y="9515"/>
                </a:lnTo>
                <a:lnTo>
                  <a:pt x="13067" y="9734"/>
                </a:lnTo>
                <a:lnTo>
                  <a:pt x="13335" y="9904"/>
                </a:lnTo>
                <a:lnTo>
                  <a:pt x="13627" y="10074"/>
                </a:lnTo>
                <a:lnTo>
                  <a:pt x="13919" y="10220"/>
                </a:lnTo>
                <a:lnTo>
                  <a:pt x="13967" y="10245"/>
                </a:lnTo>
                <a:lnTo>
                  <a:pt x="13894" y="10318"/>
                </a:lnTo>
                <a:lnTo>
                  <a:pt x="13748" y="10464"/>
                </a:lnTo>
                <a:lnTo>
                  <a:pt x="13700" y="10391"/>
                </a:lnTo>
                <a:lnTo>
                  <a:pt x="13627" y="10318"/>
                </a:lnTo>
                <a:lnTo>
                  <a:pt x="13456" y="10220"/>
                </a:lnTo>
                <a:lnTo>
                  <a:pt x="13091" y="10074"/>
                </a:lnTo>
                <a:lnTo>
                  <a:pt x="12897" y="10026"/>
                </a:lnTo>
                <a:lnTo>
                  <a:pt x="12702" y="9953"/>
                </a:lnTo>
                <a:lnTo>
                  <a:pt x="12507" y="9928"/>
                </a:lnTo>
                <a:lnTo>
                  <a:pt x="12288" y="9904"/>
                </a:lnTo>
                <a:lnTo>
                  <a:pt x="12240" y="9904"/>
                </a:lnTo>
                <a:lnTo>
                  <a:pt x="12215" y="9928"/>
                </a:lnTo>
                <a:lnTo>
                  <a:pt x="12191" y="9977"/>
                </a:lnTo>
                <a:lnTo>
                  <a:pt x="12215" y="10050"/>
                </a:lnTo>
                <a:lnTo>
                  <a:pt x="12264" y="10099"/>
                </a:lnTo>
                <a:lnTo>
                  <a:pt x="12459" y="10196"/>
                </a:lnTo>
                <a:lnTo>
                  <a:pt x="12629" y="10293"/>
                </a:lnTo>
                <a:lnTo>
                  <a:pt x="12994" y="10512"/>
                </a:lnTo>
                <a:lnTo>
                  <a:pt x="13237" y="10634"/>
                </a:lnTo>
                <a:lnTo>
                  <a:pt x="13359" y="10682"/>
                </a:lnTo>
                <a:lnTo>
                  <a:pt x="13505" y="10707"/>
                </a:lnTo>
                <a:lnTo>
                  <a:pt x="12921" y="11291"/>
                </a:lnTo>
                <a:lnTo>
                  <a:pt x="12799" y="11193"/>
                </a:lnTo>
                <a:lnTo>
                  <a:pt x="12653" y="11096"/>
                </a:lnTo>
                <a:lnTo>
                  <a:pt x="12434" y="10974"/>
                </a:lnTo>
                <a:lnTo>
                  <a:pt x="12240" y="10828"/>
                </a:lnTo>
                <a:lnTo>
                  <a:pt x="12021" y="10682"/>
                </a:lnTo>
                <a:lnTo>
                  <a:pt x="11802" y="10585"/>
                </a:lnTo>
                <a:lnTo>
                  <a:pt x="11680" y="10537"/>
                </a:lnTo>
                <a:lnTo>
                  <a:pt x="11534" y="10537"/>
                </a:lnTo>
                <a:lnTo>
                  <a:pt x="11510" y="10561"/>
                </a:lnTo>
                <a:lnTo>
                  <a:pt x="11510" y="10585"/>
                </a:lnTo>
                <a:lnTo>
                  <a:pt x="11534" y="10609"/>
                </a:lnTo>
                <a:lnTo>
                  <a:pt x="11704" y="10804"/>
                </a:lnTo>
                <a:lnTo>
                  <a:pt x="11996" y="11072"/>
                </a:lnTo>
                <a:lnTo>
                  <a:pt x="12337" y="11364"/>
                </a:lnTo>
                <a:lnTo>
                  <a:pt x="12507" y="11461"/>
                </a:lnTo>
                <a:lnTo>
                  <a:pt x="12678" y="11534"/>
                </a:lnTo>
                <a:lnTo>
                  <a:pt x="12337" y="11875"/>
                </a:lnTo>
                <a:lnTo>
                  <a:pt x="12215" y="11826"/>
                </a:lnTo>
                <a:lnTo>
                  <a:pt x="12094" y="11777"/>
                </a:lnTo>
                <a:lnTo>
                  <a:pt x="11899" y="11680"/>
                </a:lnTo>
                <a:lnTo>
                  <a:pt x="11510" y="11437"/>
                </a:lnTo>
                <a:lnTo>
                  <a:pt x="11291" y="11339"/>
                </a:lnTo>
                <a:lnTo>
                  <a:pt x="11193" y="11315"/>
                </a:lnTo>
                <a:lnTo>
                  <a:pt x="11072" y="11291"/>
                </a:lnTo>
                <a:lnTo>
                  <a:pt x="10999" y="11315"/>
                </a:lnTo>
                <a:lnTo>
                  <a:pt x="10974" y="11364"/>
                </a:lnTo>
                <a:lnTo>
                  <a:pt x="10950" y="11437"/>
                </a:lnTo>
                <a:lnTo>
                  <a:pt x="10999" y="11485"/>
                </a:lnTo>
                <a:lnTo>
                  <a:pt x="11266" y="11704"/>
                </a:lnTo>
                <a:lnTo>
                  <a:pt x="11558" y="11923"/>
                </a:lnTo>
                <a:lnTo>
                  <a:pt x="11777" y="12069"/>
                </a:lnTo>
                <a:lnTo>
                  <a:pt x="12045" y="12191"/>
                </a:lnTo>
                <a:lnTo>
                  <a:pt x="11753" y="12483"/>
                </a:lnTo>
                <a:lnTo>
                  <a:pt x="11485" y="12264"/>
                </a:lnTo>
                <a:lnTo>
                  <a:pt x="11218" y="12045"/>
                </a:lnTo>
                <a:lnTo>
                  <a:pt x="11047" y="11899"/>
                </a:lnTo>
                <a:lnTo>
                  <a:pt x="10877" y="11777"/>
                </a:lnTo>
                <a:lnTo>
                  <a:pt x="10682" y="11680"/>
                </a:lnTo>
                <a:lnTo>
                  <a:pt x="10488" y="11631"/>
                </a:lnTo>
                <a:lnTo>
                  <a:pt x="10439" y="11656"/>
                </a:lnTo>
                <a:lnTo>
                  <a:pt x="10439" y="11680"/>
                </a:lnTo>
                <a:lnTo>
                  <a:pt x="10415" y="11704"/>
                </a:lnTo>
                <a:lnTo>
                  <a:pt x="10439" y="11753"/>
                </a:lnTo>
                <a:lnTo>
                  <a:pt x="11072" y="12410"/>
                </a:lnTo>
                <a:lnTo>
                  <a:pt x="11242" y="12605"/>
                </a:lnTo>
                <a:lnTo>
                  <a:pt x="11461" y="12775"/>
                </a:lnTo>
                <a:lnTo>
                  <a:pt x="11315" y="12945"/>
                </a:lnTo>
                <a:lnTo>
                  <a:pt x="11193" y="12848"/>
                </a:lnTo>
                <a:lnTo>
                  <a:pt x="11047" y="12775"/>
                </a:lnTo>
                <a:lnTo>
                  <a:pt x="10780" y="12629"/>
                </a:lnTo>
                <a:lnTo>
                  <a:pt x="10366" y="12361"/>
                </a:lnTo>
                <a:lnTo>
                  <a:pt x="10172" y="12215"/>
                </a:lnTo>
                <a:lnTo>
                  <a:pt x="9977" y="12069"/>
                </a:lnTo>
                <a:lnTo>
                  <a:pt x="9953" y="12045"/>
                </a:lnTo>
                <a:lnTo>
                  <a:pt x="9928" y="12069"/>
                </a:lnTo>
                <a:lnTo>
                  <a:pt x="9904" y="12094"/>
                </a:lnTo>
                <a:lnTo>
                  <a:pt x="9928" y="12118"/>
                </a:lnTo>
                <a:lnTo>
                  <a:pt x="10220" y="12532"/>
                </a:lnTo>
                <a:lnTo>
                  <a:pt x="10391" y="12702"/>
                </a:lnTo>
                <a:lnTo>
                  <a:pt x="10585" y="12897"/>
                </a:lnTo>
                <a:lnTo>
                  <a:pt x="10804" y="13067"/>
                </a:lnTo>
                <a:lnTo>
                  <a:pt x="10926" y="13140"/>
                </a:lnTo>
                <a:lnTo>
                  <a:pt x="11047" y="13213"/>
                </a:lnTo>
                <a:lnTo>
                  <a:pt x="10780" y="13456"/>
                </a:lnTo>
                <a:lnTo>
                  <a:pt x="10439" y="13213"/>
                </a:lnTo>
                <a:lnTo>
                  <a:pt x="10099" y="12970"/>
                </a:lnTo>
                <a:lnTo>
                  <a:pt x="9928" y="12872"/>
                </a:lnTo>
                <a:lnTo>
                  <a:pt x="9734" y="12799"/>
                </a:lnTo>
                <a:lnTo>
                  <a:pt x="9563" y="12726"/>
                </a:lnTo>
                <a:lnTo>
                  <a:pt x="9369" y="12726"/>
                </a:lnTo>
                <a:lnTo>
                  <a:pt x="9320" y="12751"/>
                </a:lnTo>
                <a:lnTo>
                  <a:pt x="9320" y="12775"/>
                </a:lnTo>
                <a:lnTo>
                  <a:pt x="9320" y="12799"/>
                </a:lnTo>
                <a:lnTo>
                  <a:pt x="9442" y="12921"/>
                </a:lnTo>
                <a:lnTo>
                  <a:pt x="9588" y="13043"/>
                </a:lnTo>
                <a:lnTo>
                  <a:pt x="9855" y="13262"/>
                </a:lnTo>
                <a:lnTo>
                  <a:pt x="10464" y="13773"/>
                </a:lnTo>
                <a:lnTo>
                  <a:pt x="10293" y="13943"/>
                </a:lnTo>
                <a:lnTo>
                  <a:pt x="10123" y="13821"/>
                </a:lnTo>
                <a:lnTo>
                  <a:pt x="9953" y="13724"/>
                </a:lnTo>
                <a:lnTo>
                  <a:pt x="9612" y="13554"/>
                </a:lnTo>
                <a:lnTo>
                  <a:pt x="9393" y="13408"/>
                </a:lnTo>
                <a:lnTo>
                  <a:pt x="9223" y="13237"/>
                </a:lnTo>
                <a:lnTo>
                  <a:pt x="9052" y="13067"/>
                </a:lnTo>
                <a:lnTo>
                  <a:pt x="8906" y="12848"/>
                </a:lnTo>
                <a:lnTo>
                  <a:pt x="8833" y="12799"/>
                </a:lnTo>
                <a:lnTo>
                  <a:pt x="8760" y="12799"/>
                </a:lnTo>
                <a:lnTo>
                  <a:pt x="8712" y="12824"/>
                </a:lnTo>
                <a:lnTo>
                  <a:pt x="8663" y="12897"/>
                </a:lnTo>
                <a:lnTo>
                  <a:pt x="8639" y="13018"/>
                </a:lnTo>
                <a:lnTo>
                  <a:pt x="8663" y="13164"/>
                </a:lnTo>
                <a:lnTo>
                  <a:pt x="8687" y="13286"/>
                </a:lnTo>
                <a:lnTo>
                  <a:pt x="8760" y="13408"/>
                </a:lnTo>
                <a:lnTo>
                  <a:pt x="8833" y="13529"/>
                </a:lnTo>
                <a:lnTo>
                  <a:pt x="8931" y="13627"/>
                </a:lnTo>
                <a:lnTo>
                  <a:pt x="9125" y="13821"/>
                </a:lnTo>
                <a:lnTo>
                  <a:pt x="9490" y="14089"/>
                </a:lnTo>
                <a:lnTo>
                  <a:pt x="9685" y="14211"/>
                </a:lnTo>
                <a:lnTo>
                  <a:pt x="9904" y="14308"/>
                </a:lnTo>
                <a:lnTo>
                  <a:pt x="9661" y="14527"/>
                </a:lnTo>
                <a:lnTo>
                  <a:pt x="9369" y="14381"/>
                </a:lnTo>
                <a:lnTo>
                  <a:pt x="9052" y="14235"/>
                </a:lnTo>
                <a:lnTo>
                  <a:pt x="8760" y="14089"/>
                </a:lnTo>
                <a:lnTo>
                  <a:pt x="8614" y="13992"/>
                </a:lnTo>
                <a:lnTo>
                  <a:pt x="8468" y="13919"/>
                </a:lnTo>
                <a:lnTo>
                  <a:pt x="8444" y="13894"/>
                </a:lnTo>
                <a:lnTo>
                  <a:pt x="8420" y="13894"/>
                </a:lnTo>
                <a:lnTo>
                  <a:pt x="8395" y="13919"/>
                </a:lnTo>
                <a:lnTo>
                  <a:pt x="8395" y="13967"/>
                </a:lnTo>
                <a:lnTo>
                  <a:pt x="8468" y="14138"/>
                </a:lnTo>
                <a:lnTo>
                  <a:pt x="8566" y="14308"/>
                </a:lnTo>
                <a:lnTo>
                  <a:pt x="8687" y="14430"/>
                </a:lnTo>
                <a:lnTo>
                  <a:pt x="8833" y="14551"/>
                </a:lnTo>
                <a:lnTo>
                  <a:pt x="9296" y="14868"/>
                </a:lnTo>
                <a:lnTo>
                  <a:pt x="9004" y="15160"/>
                </a:lnTo>
                <a:lnTo>
                  <a:pt x="8614" y="14770"/>
                </a:lnTo>
                <a:lnTo>
                  <a:pt x="8201" y="14405"/>
                </a:lnTo>
                <a:lnTo>
                  <a:pt x="7398" y="13700"/>
                </a:lnTo>
                <a:lnTo>
                  <a:pt x="6984" y="13359"/>
                </a:lnTo>
                <a:lnTo>
                  <a:pt x="6595" y="12994"/>
                </a:lnTo>
                <a:lnTo>
                  <a:pt x="6205" y="12605"/>
                </a:lnTo>
                <a:lnTo>
                  <a:pt x="5840" y="12215"/>
                </a:lnTo>
                <a:lnTo>
                  <a:pt x="5500" y="11777"/>
                </a:lnTo>
                <a:lnTo>
                  <a:pt x="5135" y="11315"/>
                </a:lnTo>
                <a:lnTo>
                  <a:pt x="4794" y="10901"/>
                </a:lnTo>
                <a:lnTo>
                  <a:pt x="4599" y="10682"/>
                </a:lnTo>
                <a:lnTo>
                  <a:pt x="4405" y="10488"/>
                </a:lnTo>
                <a:lnTo>
                  <a:pt x="4137" y="10269"/>
                </a:lnTo>
                <a:lnTo>
                  <a:pt x="3845" y="10074"/>
                </a:lnTo>
                <a:lnTo>
                  <a:pt x="3553" y="9855"/>
                </a:lnTo>
                <a:lnTo>
                  <a:pt x="3285" y="9661"/>
                </a:lnTo>
                <a:lnTo>
                  <a:pt x="3261" y="9588"/>
                </a:lnTo>
                <a:lnTo>
                  <a:pt x="3602" y="9296"/>
                </a:lnTo>
                <a:lnTo>
                  <a:pt x="3967" y="9004"/>
                </a:lnTo>
                <a:lnTo>
                  <a:pt x="4332" y="8712"/>
                </a:lnTo>
                <a:lnTo>
                  <a:pt x="4672" y="8420"/>
                </a:lnTo>
                <a:lnTo>
                  <a:pt x="5646" y="7519"/>
                </a:lnTo>
                <a:lnTo>
                  <a:pt x="6595" y="6595"/>
                </a:lnTo>
                <a:lnTo>
                  <a:pt x="6984" y="6205"/>
                </a:lnTo>
                <a:lnTo>
                  <a:pt x="7349" y="5792"/>
                </a:lnTo>
                <a:lnTo>
                  <a:pt x="8055" y="4940"/>
                </a:lnTo>
                <a:lnTo>
                  <a:pt x="8760" y="4088"/>
                </a:lnTo>
                <a:lnTo>
                  <a:pt x="9466" y="3237"/>
                </a:lnTo>
                <a:lnTo>
                  <a:pt x="9855" y="2799"/>
                </a:lnTo>
                <a:lnTo>
                  <a:pt x="10269" y="2410"/>
                </a:lnTo>
                <a:lnTo>
                  <a:pt x="10707" y="2045"/>
                </a:lnTo>
                <a:lnTo>
                  <a:pt x="11169" y="1704"/>
                </a:lnTo>
                <a:lnTo>
                  <a:pt x="11631" y="1412"/>
                </a:lnTo>
                <a:lnTo>
                  <a:pt x="12142" y="1144"/>
                </a:lnTo>
                <a:lnTo>
                  <a:pt x="12678" y="950"/>
                </a:lnTo>
                <a:lnTo>
                  <a:pt x="13237" y="779"/>
                </a:lnTo>
                <a:lnTo>
                  <a:pt x="13797" y="658"/>
                </a:lnTo>
                <a:lnTo>
                  <a:pt x="14381" y="585"/>
                </a:lnTo>
                <a:lnTo>
                  <a:pt x="14941" y="560"/>
                </a:lnTo>
                <a:close/>
                <a:moveTo>
                  <a:pt x="11777" y="13237"/>
                </a:moveTo>
                <a:lnTo>
                  <a:pt x="11777" y="13602"/>
                </a:lnTo>
                <a:lnTo>
                  <a:pt x="11753" y="13967"/>
                </a:lnTo>
                <a:lnTo>
                  <a:pt x="11704" y="14746"/>
                </a:lnTo>
                <a:lnTo>
                  <a:pt x="11680" y="15549"/>
                </a:lnTo>
                <a:lnTo>
                  <a:pt x="11656" y="16328"/>
                </a:lnTo>
                <a:lnTo>
                  <a:pt x="11485" y="16084"/>
                </a:lnTo>
                <a:lnTo>
                  <a:pt x="11291" y="15865"/>
                </a:lnTo>
                <a:lnTo>
                  <a:pt x="10877" y="15427"/>
                </a:lnTo>
                <a:lnTo>
                  <a:pt x="10755" y="15257"/>
                </a:lnTo>
                <a:lnTo>
                  <a:pt x="10610" y="15062"/>
                </a:lnTo>
                <a:lnTo>
                  <a:pt x="10464" y="14868"/>
                </a:lnTo>
                <a:lnTo>
                  <a:pt x="10366" y="14770"/>
                </a:lnTo>
                <a:lnTo>
                  <a:pt x="10293" y="14722"/>
                </a:lnTo>
                <a:lnTo>
                  <a:pt x="10731" y="14284"/>
                </a:lnTo>
                <a:lnTo>
                  <a:pt x="11266" y="13773"/>
                </a:lnTo>
                <a:lnTo>
                  <a:pt x="11777" y="13237"/>
                </a:lnTo>
                <a:close/>
                <a:moveTo>
                  <a:pt x="3431" y="14381"/>
                </a:moveTo>
                <a:lnTo>
                  <a:pt x="3553" y="14405"/>
                </a:lnTo>
                <a:lnTo>
                  <a:pt x="3699" y="14454"/>
                </a:lnTo>
                <a:lnTo>
                  <a:pt x="3699" y="14527"/>
                </a:lnTo>
                <a:lnTo>
                  <a:pt x="3723" y="14576"/>
                </a:lnTo>
                <a:lnTo>
                  <a:pt x="3602" y="14576"/>
                </a:lnTo>
                <a:lnTo>
                  <a:pt x="3553" y="14600"/>
                </a:lnTo>
                <a:lnTo>
                  <a:pt x="3504" y="14649"/>
                </a:lnTo>
                <a:lnTo>
                  <a:pt x="3334" y="14843"/>
                </a:lnTo>
                <a:lnTo>
                  <a:pt x="3164" y="15038"/>
                </a:lnTo>
                <a:lnTo>
                  <a:pt x="2969" y="15233"/>
                </a:lnTo>
                <a:lnTo>
                  <a:pt x="2896" y="15330"/>
                </a:lnTo>
                <a:lnTo>
                  <a:pt x="2847" y="15452"/>
                </a:lnTo>
                <a:lnTo>
                  <a:pt x="2847" y="15525"/>
                </a:lnTo>
                <a:lnTo>
                  <a:pt x="2872" y="15573"/>
                </a:lnTo>
                <a:lnTo>
                  <a:pt x="2896" y="15622"/>
                </a:lnTo>
                <a:lnTo>
                  <a:pt x="2945" y="15646"/>
                </a:lnTo>
                <a:lnTo>
                  <a:pt x="3115" y="15646"/>
                </a:lnTo>
                <a:lnTo>
                  <a:pt x="3237" y="15598"/>
                </a:lnTo>
                <a:lnTo>
                  <a:pt x="3358" y="15525"/>
                </a:lnTo>
                <a:lnTo>
                  <a:pt x="3480" y="15427"/>
                </a:lnTo>
                <a:lnTo>
                  <a:pt x="3699" y="15208"/>
                </a:lnTo>
                <a:lnTo>
                  <a:pt x="3894" y="14941"/>
                </a:lnTo>
                <a:lnTo>
                  <a:pt x="3918" y="14868"/>
                </a:lnTo>
                <a:lnTo>
                  <a:pt x="3918" y="14795"/>
                </a:lnTo>
                <a:lnTo>
                  <a:pt x="3918" y="14722"/>
                </a:lnTo>
                <a:lnTo>
                  <a:pt x="3869" y="14673"/>
                </a:lnTo>
                <a:lnTo>
                  <a:pt x="3918" y="14697"/>
                </a:lnTo>
                <a:lnTo>
                  <a:pt x="3967" y="14770"/>
                </a:lnTo>
                <a:lnTo>
                  <a:pt x="3967" y="14819"/>
                </a:lnTo>
                <a:lnTo>
                  <a:pt x="3967" y="14892"/>
                </a:lnTo>
                <a:lnTo>
                  <a:pt x="3942" y="15087"/>
                </a:lnTo>
                <a:lnTo>
                  <a:pt x="3894" y="15281"/>
                </a:lnTo>
                <a:lnTo>
                  <a:pt x="3699" y="15671"/>
                </a:lnTo>
                <a:lnTo>
                  <a:pt x="3553" y="15938"/>
                </a:lnTo>
                <a:lnTo>
                  <a:pt x="3480" y="16060"/>
                </a:lnTo>
                <a:lnTo>
                  <a:pt x="3358" y="16157"/>
                </a:lnTo>
                <a:lnTo>
                  <a:pt x="3261" y="16230"/>
                </a:lnTo>
                <a:lnTo>
                  <a:pt x="3115" y="16303"/>
                </a:lnTo>
                <a:lnTo>
                  <a:pt x="2847" y="16376"/>
                </a:lnTo>
                <a:lnTo>
                  <a:pt x="2556" y="16425"/>
                </a:lnTo>
                <a:lnTo>
                  <a:pt x="2361" y="16449"/>
                </a:lnTo>
                <a:lnTo>
                  <a:pt x="2166" y="16449"/>
                </a:lnTo>
                <a:lnTo>
                  <a:pt x="2312" y="16182"/>
                </a:lnTo>
                <a:lnTo>
                  <a:pt x="2434" y="15890"/>
                </a:lnTo>
                <a:lnTo>
                  <a:pt x="2629" y="15403"/>
                </a:lnTo>
                <a:lnTo>
                  <a:pt x="2726" y="15160"/>
                </a:lnTo>
                <a:lnTo>
                  <a:pt x="2847" y="14916"/>
                </a:lnTo>
                <a:lnTo>
                  <a:pt x="2993" y="14697"/>
                </a:lnTo>
                <a:lnTo>
                  <a:pt x="3164" y="14503"/>
                </a:lnTo>
                <a:lnTo>
                  <a:pt x="3237" y="14430"/>
                </a:lnTo>
                <a:lnTo>
                  <a:pt x="3310" y="14405"/>
                </a:lnTo>
                <a:lnTo>
                  <a:pt x="3358" y="14381"/>
                </a:lnTo>
                <a:close/>
                <a:moveTo>
                  <a:pt x="3066" y="10001"/>
                </a:moveTo>
                <a:lnTo>
                  <a:pt x="3188" y="10147"/>
                </a:lnTo>
                <a:lnTo>
                  <a:pt x="3334" y="10293"/>
                </a:lnTo>
                <a:lnTo>
                  <a:pt x="3650" y="10488"/>
                </a:lnTo>
                <a:lnTo>
                  <a:pt x="3894" y="10682"/>
                </a:lnTo>
                <a:lnTo>
                  <a:pt x="4113" y="10877"/>
                </a:lnTo>
                <a:lnTo>
                  <a:pt x="4332" y="11096"/>
                </a:lnTo>
                <a:lnTo>
                  <a:pt x="4526" y="11315"/>
                </a:lnTo>
                <a:lnTo>
                  <a:pt x="4891" y="11777"/>
                </a:lnTo>
                <a:lnTo>
                  <a:pt x="5256" y="12264"/>
                </a:lnTo>
                <a:lnTo>
                  <a:pt x="5621" y="12702"/>
                </a:lnTo>
                <a:lnTo>
                  <a:pt x="6011" y="13140"/>
                </a:lnTo>
                <a:lnTo>
                  <a:pt x="6449" y="13529"/>
                </a:lnTo>
                <a:lnTo>
                  <a:pt x="6862" y="13919"/>
                </a:lnTo>
                <a:lnTo>
                  <a:pt x="7763" y="14697"/>
                </a:lnTo>
                <a:lnTo>
                  <a:pt x="8176" y="15087"/>
                </a:lnTo>
                <a:lnTo>
                  <a:pt x="8614" y="15500"/>
                </a:lnTo>
                <a:lnTo>
                  <a:pt x="8590" y="15525"/>
                </a:lnTo>
                <a:lnTo>
                  <a:pt x="8517" y="15573"/>
                </a:lnTo>
                <a:lnTo>
                  <a:pt x="8468" y="15646"/>
                </a:lnTo>
                <a:lnTo>
                  <a:pt x="8468" y="15719"/>
                </a:lnTo>
                <a:lnTo>
                  <a:pt x="8395" y="15914"/>
                </a:lnTo>
                <a:lnTo>
                  <a:pt x="8322" y="16133"/>
                </a:lnTo>
                <a:lnTo>
                  <a:pt x="8176" y="16547"/>
                </a:lnTo>
                <a:lnTo>
                  <a:pt x="7227" y="15817"/>
                </a:lnTo>
                <a:lnTo>
                  <a:pt x="6303" y="15062"/>
                </a:lnTo>
                <a:lnTo>
                  <a:pt x="5840" y="14649"/>
                </a:lnTo>
                <a:lnTo>
                  <a:pt x="5378" y="14259"/>
                </a:lnTo>
                <a:lnTo>
                  <a:pt x="4964" y="13846"/>
                </a:lnTo>
                <a:lnTo>
                  <a:pt x="4551" y="13408"/>
                </a:lnTo>
                <a:lnTo>
                  <a:pt x="3821" y="12580"/>
                </a:lnTo>
                <a:lnTo>
                  <a:pt x="3456" y="12142"/>
                </a:lnTo>
                <a:lnTo>
                  <a:pt x="3091" y="11729"/>
                </a:lnTo>
                <a:lnTo>
                  <a:pt x="2702" y="11315"/>
                </a:lnTo>
                <a:lnTo>
                  <a:pt x="2288" y="10950"/>
                </a:lnTo>
                <a:lnTo>
                  <a:pt x="1850" y="10609"/>
                </a:lnTo>
                <a:lnTo>
                  <a:pt x="1607" y="10464"/>
                </a:lnTo>
                <a:lnTo>
                  <a:pt x="1388" y="10318"/>
                </a:lnTo>
                <a:lnTo>
                  <a:pt x="1534" y="10318"/>
                </a:lnTo>
                <a:lnTo>
                  <a:pt x="1655" y="10293"/>
                </a:lnTo>
                <a:lnTo>
                  <a:pt x="1947" y="10245"/>
                </a:lnTo>
                <a:lnTo>
                  <a:pt x="2507" y="10147"/>
                </a:lnTo>
                <a:lnTo>
                  <a:pt x="3066" y="10001"/>
                </a:lnTo>
                <a:close/>
                <a:moveTo>
                  <a:pt x="4989" y="16328"/>
                </a:moveTo>
                <a:lnTo>
                  <a:pt x="5110" y="16352"/>
                </a:lnTo>
                <a:lnTo>
                  <a:pt x="5086" y="16401"/>
                </a:lnTo>
                <a:lnTo>
                  <a:pt x="5062" y="16474"/>
                </a:lnTo>
                <a:lnTo>
                  <a:pt x="4989" y="16522"/>
                </a:lnTo>
                <a:lnTo>
                  <a:pt x="4843" y="16620"/>
                </a:lnTo>
                <a:lnTo>
                  <a:pt x="4551" y="16741"/>
                </a:lnTo>
                <a:lnTo>
                  <a:pt x="4551" y="16741"/>
                </a:lnTo>
                <a:lnTo>
                  <a:pt x="4599" y="16620"/>
                </a:lnTo>
                <a:lnTo>
                  <a:pt x="4672" y="16474"/>
                </a:lnTo>
                <a:lnTo>
                  <a:pt x="4770" y="16376"/>
                </a:lnTo>
                <a:lnTo>
                  <a:pt x="4867" y="16328"/>
                </a:lnTo>
                <a:close/>
                <a:moveTo>
                  <a:pt x="3237" y="13846"/>
                </a:moveTo>
                <a:lnTo>
                  <a:pt x="3115" y="13894"/>
                </a:lnTo>
                <a:lnTo>
                  <a:pt x="2993" y="13943"/>
                </a:lnTo>
                <a:lnTo>
                  <a:pt x="2896" y="14016"/>
                </a:lnTo>
                <a:lnTo>
                  <a:pt x="2702" y="14211"/>
                </a:lnTo>
                <a:lnTo>
                  <a:pt x="2531" y="14430"/>
                </a:lnTo>
                <a:lnTo>
                  <a:pt x="2385" y="14673"/>
                </a:lnTo>
                <a:lnTo>
                  <a:pt x="2264" y="14941"/>
                </a:lnTo>
                <a:lnTo>
                  <a:pt x="2045" y="15500"/>
                </a:lnTo>
                <a:lnTo>
                  <a:pt x="1923" y="15768"/>
                </a:lnTo>
                <a:lnTo>
                  <a:pt x="1777" y="16036"/>
                </a:lnTo>
                <a:lnTo>
                  <a:pt x="1607" y="16279"/>
                </a:lnTo>
                <a:lnTo>
                  <a:pt x="1509" y="16376"/>
                </a:lnTo>
                <a:lnTo>
                  <a:pt x="1412" y="16449"/>
                </a:lnTo>
                <a:lnTo>
                  <a:pt x="1363" y="16522"/>
                </a:lnTo>
                <a:lnTo>
                  <a:pt x="1315" y="16595"/>
                </a:lnTo>
                <a:lnTo>
                  <a:pt x="1290" y="16668"/>
                </a:lnTo>
                <a:lnTo>
                  <a:pt x="1315" y="16741"/>
                </a:lnTo>
                <a:lnTo>
                  <a:pt x="1339" y="16814"/>
                </a:lnTo>
                <a:lnTo>
                  <a:pt x="1388" y="16863"/>
                </a:lnTo>
                <a:lnTo>
                  <a:pt x="1436" y="16887"/>
                </a:lnTo>
                <a:lnTo>
                  <a:pt x="1534" y="16912"/>
                </a:lnTo>
                <a:lnTo>
                  <a:pt x="1631" y="16912"/>
                </a:lnTo>
                <a:lnTo>
                  <a:pt x="1728" y="16887"/>
                </a:lnTo>
                <a:lnTo>
                  <a:pt x="2288" y="16887"/>
                </a:lnTo>
                <a:lnTo>
                  <a:pt x="2556" y="16863"/>
                </a:lnTo>
                <a:lnTo>
                  <a:pt x="2799" y="16839"/>
                </a:lnTo>
                <a:lnTo>
                  <a:pt x="3042" y="16790"/>
                </a:lnTo>
                <a:lnTo>
                  <a:pt x="3285" y="16717"/>
                </a:lnTo>
                <a:lnTo>
                  <a:pt x="3431" y="16644"/>
                </a:lnTo>
                <a:lnTo>
                  <a:pt x="3553" y="16571"/>
                </a:lnTo>
                <a:lnTo>
                  <a:pt x="3650" y="16474"/>
                </a:lnTo>
                <a:lnTo>
                  <a:pt x="3772" y="16376"/>
                </a:lnTo>
                <a:lnTo>
                  <a:pt x="3918" y="16157"/>
                </a:lnTo>
                <a:lnTo>
                  <a:pt x="4064" y="15865"/>
                </a:lnTo>
                <a:lnTo>
                  <a:pt x="4210" y="15549"/>
                </a:lnTo>
                <a:lnTo>
                  <a:pt x="4283" y="15306"/>
                </a:lnTo>
                <a:lnTo>
                  <a:pt x="4332" y="15062"/>
                </a:lnTo>
                <a:lnTo>
                  <a:pt x="4380" y="14795"/>
                </a:lnTo>
                <a:lnTo>
                  <a:pt x="4356" y="14576"/>
                </a:lnTo>
                <a:lnTo>
                  <a:pt x="4356" y="14478"/>
                </a:lnTo>
                <a:lnTo>
                  <a:pt x="4307" y="14405"/>
                </a:lnTo>
                <a:lnTo>
                  <a:pt x="4259" y="14332"/>
                </a:lnTo>
                <a:lnTo>
                  <a:pt x="4186" y="14284"/>
                </a:lnTo>
                <a:lnTo>
                  <a:pt x="4113" y="14186"/>
                </a:lnTo>
                <a:lnTo>
                  <a:pt x="4040" y="14089"/>
                </a:lnTo>
                <a:lnTo>
                  <a:pt x="3942" y="14016"/>
                </a:lnTo>
                <a:lnTo>
                  <a:pt x="3845" y="13967"/>
                </a:lnTo>
                <a:lnTo>
                  <a:pt x="3626" y="13870"/>
                </a:lnTo>
                <a:lnTo>
                  <a:pt x="3383" y="13846"/>
                </a:lnTo>
                <a:close/>
                <a:moveTo>
                  <a:pt x="4818" y="15817"/>
                </a:moveTo>
                <a:lnTo>
                  <a:pt x="4697" y="15865"/>
                </a:lnTo>
                <a:lnTo>
                  <a:pt x="4575" y="15914"/>
                </a:lnTo>
                <a:lnTo>
                  <a:pt x="4453" y="15987"/>
                </a:lnTo>
                <a:lnTo>
                  <a:pt x="4356" y="16084"/>
                </a:lnTo>
                <a:lnTo>
                  <a:pt x="4259" y="16206"/>
                </a:lnTo>
                <a:lnTo>
                  <a:pt x="4161" y="16328"/>
                </a:lnTo>
                <a:lnTo>
                  <a:pt x="4088" y="16474"/>
                </a:lnTo>
                <a:lnTo>
                  <a:pt x="4040" y="16620"/>
                </a:lnTo>
                <a:lnTo>
                  <a:pt x="3991" y="16766"/>
                </a:lnTo>
                <a:lnTo>
                  <a:pt x="3967" y="16912"/>
                </a:lnTo>
                <a:lnTo>
                  <a:pt x="3967" y="17058"/>
                </a:lnTo>
                <a:lnTo>
                  <a:pt x="3991" y="17155"/>
                </a:lnTo>
                <a:lnTo>
                  <a:pt x="4064" y="17252"/>
                </a:lnTo>
                <a:lnTo>
                  <a:pt x="4161" y="17301"/>
                </a:lnTo>
                <a:lnTo>
                  <a:pt x="4210" y="17325"/>
                </a:lnTo>
                <a:lnTo>
                  <a:pt x="4259" y="17301"/>
                </a:lnTo>
                <a:lnTo>
                  <a:pt x="4502" y="17228"/>
                </a:lnTo>
                <a:lnTo>
                  <a:pt x="4721" y="17131"/>
                </a:lnTo>
                <a:lnTo>
                  <a:pt x="4989" y="17009"/>
                </a:lnTo>
                <a:lnTo>
                  <a:pt x="5135" y="16936"/>
                </a:lnTo>
                <a:lnTo>
                  <a:pt x="5256" y="16863"/>
                </a:lnTo>
                <a:lnTo>
                  <a:pt x="5354" y="16766"/>
                </a:lnTo>
                <a:lnTo>
                  <a:pt x="5427" y="16668"/>
                </a:lnTo>
                <a:lnTo>
                  <a:pt x="5500" y="16547"/>
                </a:lnTo>
                <a:lnTo>
                  <a:pt x="5524" y="16401"/>
                </a:lnTo>
                <a:lnTo>
                  <a:pt x="5524" y="16328"/>
                </a:lnTo>
                <a:lnTo>
                  <a:pt x="5500" y="16230"/>
                </a:lnTo>
                <a:lnTo>
                  <a:pt x="5451" y="16133"/>
                </a:lnTo>
                <a:lnTo>
                  <a:pt x="5402" y="16060"/>
                </a:lnTo>
                <a:lnTo>
                  <a:pt x="5305" y="15963"/>
                </a:lnTo>
                <a:lnTo>
                  <a:pt x="5208" y="15890"/>
                </a:lnTo>
                <a:lnTo>
                  <a:pt x="5086" y="15841"/>
                </a:lnTo>
                <a:lnTo>
                  <a:pt x="4964" y="15817"/>
                </a:lnTo>
                <a:close/>
                <a:moveTo>
                  <a:pt x="10001" y="14965"/>
                </a:moveTo>
                <a:lnTo>
                  <a:pt x="10099" y="15184"/>
                </a:lnTo>
                <a:lnTo>
                  <a:pt x="10220" y="15379"/>
                </a:lnTo>
                <a:lnTo>
                  <a:pt x="10488" y="15719"/>
                </a:lnTo>
                <a:lnTo>
                  <a:pt x="10731" y="16011"/>
                </a:lnTo>
                <a:lnTo>
                  <a:pt x="10999" y="16303"/>
                </a:lnTo>
                <a:lnTo>
                  <a:pt x="11242" y="16595"/>
                </a:lnTo>
                <a:lnTo>
                  <a:pt x="11339" y="16766"/>
                </a:lnTo>
                <a:lnTo>
                  <a:pt x="11412" y="16936"/>
                </a:lnTo>
                <a:lnTo>
                  <a:pt x="11437" y="17009"/>
                </a:lnTo>
                <a:lnTo>
                  <a:pt x="11485" y="17058"/>
                </a:lnTo>
                <a:lnTo>
                  <a:pt x="11558" y="17082"/>
                </a:lnTo>
                <a:lnTo>
                  <a:pt x="11607" y="17106"/>
                </a:lnTo>
                <a:lnTo>
                  <a:pt x="11607" y="17350"/>
                </a:lnTo>
                <a:lnTo>
                  <a:pt x="11583" y="17593"/>
                </a:lnTo>
                <a:lnTo>
                  <a:pt x="11412" y="17471"/>
                </a:lnTo>
                <a:lnTo>
                  <a:pt x="11266" y="17325"/>
                </a:lnTo>
                <a:lnTo>
                  <a:pt x="10974" y="17009"/>
                </a:lnTo>
                <a:lnTo>
                  <a:pt x="10488" y="16328"/>
                </a:lnTo>
                <a:lnTo>
                  <a:pt x="10099" y="15817"/>
                </a:lnTo>
                <a:lnTo>
                  <a:pt x="9855" y="15549"/>
                </a:lnTo>
                <a:lnTo>
                  <a:pt x="9709" y="15427"/>
                </a:lnTo>
                <a:lnTo>
                  <a:pt x="9588" y="15306"/>
                </a:lnTo>
                <a:lnTo>
                  <a:pt x="9855" y="15111"/>
                </a:lnTo>
                <a:lnTo>
                  <a:pt x="9928" y="15038"/>
                </a:lnTo>
                <a:lnTo>
                  <a:pt x="10001" y="14965"/>
                </a:lnTo>
                <a:close/>
                <a:moveTo>
                  <a:pt x="15135" y="1"/>
                </a:moveTo>
                <a:lnTo>
                  <a:pt x="14551" y="25"/>
                </a:lnTo>
                <a:lnTo>
                  <a:pt x="13967" y="74"/>
                </a:lnTo>
                <a:lnTo>
                  <a:pt x="13408" y="171"/>
                </a:lnTo>
                <a:lnTo>
                  <a:pt x="12824" y="293"/>
                </a:lnTo>
                <a:lnTo>
                  <a:pt x="12264" y="487"/>
                </a:lnTo>
                <a:lnTo>
                  <a:pt x="11753" y="706"/>
                </a:lnTo>
                <a:lnTo>
                  <a:pt x="11242" y="974"/>
                </a:lnTo>
                <a:lnTo>
                  <a:pt x="10755" y="1290"/>
                </a:lnTo>
                <a:lnTo>
                  <a:pt x="10318" y="1631"/>
                </a:lnTo>
                <a:lnTo>
                  <a:pt x="9880" y="2020"/>
                </a:lnTo>
                <a:lnTo>
                  <a:pt x="9466" y="2434"/>
                </a:lnTo>
                <a:lnTo>
                  <a:pt x="9052" y="2847"/>
                </a:lnTo>
                <a:lnTo>
                  <a:pt x="8663" y="3310"/>
                </a:lnTo>
                <a:lnTo>
                  <a:pt x="7933" y="4234"/>
                </a:lnTo>
                <a:lnTo>
                  <a:pt x="7203" y="5135"/>
                </a:lnTo>
                <a:lnTo>
                  <a:pt x="6814" y="5597"/>
                </a:lnTo>
                <a:lnTo>
                  <a:pt x="6400" y="6011"/>
                </a:lnTo>
                <a:lnTo>
                  <a:pt x="6205" y="6205"/>
                </a:lnTo>
                <a:lnTo>
                  <a:pt x="5889" y="6205"/>
                </a:lnTo>
                <a:lnTo>
                  <a:pt x="5548" y="6230"/>
                </a:lnTo>
                <a:lnTo>
                  <a:pt x="4916" y="6303"/>
                </a:lnTo>
                <a:lnTo>
                  <a:pt x="3991" y="6376"/>
                </a:lnTo>
                <a:lnTo>
                  <a:pt x="3066" y="6400"/>
                </a:lnTo>
                <a:lnTo>
                  <a:pt x="901" y="6400"/>
                </a:lnTo>
                <a:lnTo>
                  <a:pt x="171" y="6351"/>
                </a:lnTo>
                <a:lnTo>
                  <a:pt x="122" y="6351"/>
                </a:lnTo>
                <a:lnTo>
                  <a:pt x="74" y="6376"/>
                </a:lnTo>
                <a:lnTo>
                  <a:pt x="25" y="6449"/>
                </a:lnTo>
                <a:lnTo>
                  <a:pt x="1" y="6546"/>
                </a:lnTo>
                <a:lnTo>
                  <a:pt x="25" y="6619"/>
                </a:lnTo>
                <a:lnTo>
                  <a:pt x="1" y="6716"/>
                </a:lnTo>
                <a:lnTo>
                  <a:pt x="49" y="6789"/>
                </a:lnTo>
                <a:lnTo>
                  <a:pt x="195" y="7008"/>
                </a:lnTo>
                <a:lnTo>
                  <a:pt x="366" y="7227"/>
                </a:lnTo>
                <a:lnTo>
                  <a:pt x="731" y="7617"/>
                </a:lnTo>
                <a:lnTo>
                  <a:pt x="1120" y="7982"/>
                </a:lnTo>
                <a:lnTo>
                  <a:pt x="1534" y="8347"/>
                </a:lnTo>
                <a:lnTo>
                  <a:pt x="1923" y="8712"/>
                </a:lnTo>
                <a:lnTo>
                  <a:pt x="2337" y="9101"/>
                </a:lnTo>
                <a:lnTo>
                  <a:pt x="2507" y="9296"/>
                </a:lnTo>
                <a:lnTo>
                  <a:pt x="2702" y="9466"/>
                </a:lnTo>
                <a:lnTo>
                  <a:pt x="1923" y="9661"/>
                </a:lnTo>
                <a:lnTo>
                  <a:pt x="1680" y="9709"/>
                </a:lnTo>
                <a:lnTo>
                  <a:pt x="1412" y="9734"/>
                </a:lnTo>
                <a:lnTo>
                  <a:pt x="1193" y="9807"/>
                </a:lnTo>
                <a:lnTo>
                  <a:pt x="1071" y="9855"/>
                </a:lnTo>
                <a:lnTo>
                  <a:pt x="974" y="9928"/>
                </a:lnTo>
                <a:lnTo>
                  <a:pt x="925" y="9953"/>
                </a:lnTo>
                <a:lnTo>
                  <a:pt x="925" y="10001"/>
                </a:lnTo>
                <a:lnTo>
                  <a:pt x="925" y="10099"/>
                </a:lnTo>
                <a:lnTo>
                  <a:pt x="852" y="10123"/>
                </a:lnTo>
                <a:lnTo>
                  <a:pt x="804" y="10172"/>
                </a:lnTo>
                <a:lnTo>
                  <a:pt x="779" y="10220"/>
                </a:lnTo>
                <a:lnTo>
                  <a:pt x="755" y="10293"/>
                </a:lnTo>
                <a:lnTo>
                  <a:pt x="755" y="10342"/>
                </a:lnTo>
                <a:lnTo>
                  <a:pt x="755" y="10391"/>
                </a:lnTo>
                <a:lnTo>
                  <a:pt x="779" y="10439"/>
                </a:lnTo>
                <a:lnTo>
                  <a:pt x="852" y="10512"/>
                </a:lnTo>
                <a:lnTo>
                  <a:pt x="1363" y="10901"/>
                </a:lnTo>
                <a:lnTo>
                  <a:pt x="1850" y="11291"/>
                </a:lnTo>
                <a:lnTo>
                  <a:pt x="2312" y="11729"/>
                </a:lnTo>
                <a:lnTo>
                  <a:pt x="2774" y="12167"/>
                </a:lnTo>
                <a:lnTo>
                  <a:pt x="3164" y="12629"/>
                </a:lnTo>
                <a:lnTo>
                  <a:pt x="3553" y="13091"/>
                </a:lnTo>
                <a:lnTo>
                  <a:pt x="3967" y="13554"/>
                </a:lnTo>
                <a:lnTo>
                  <a:pt x="4356" y="13992"/>
                </a:lnTo>
                <a:lnTo>
                  <a:pt x="4794" y="14454"/>
                </a:lnTo>
                <a:lnTo>
                  <a:pt x="5256" y="14892"/>
                </a:lnTo>
                <a:lnTo>
                  <a:pt x="5743" y="15330"/>
                </a:lnTo>
                <a:lnTo>
                  <a:pt x="6230" y="15744"/>
                </a:lnTo>
                <a:lnTo>
                  <a:pt x="7227" y="16522"/>
                </a:lnTo>
                <a:lnTo>
                  <a:pt x="8249" y="17301"/>
                </a:lnTo>
                <a:lnTo>
                  <a:pt x="8347" y="17350"/>
                </a:lnTo>
                <a:lnTo>
                  <a:pt x="8444" y="17350"/>
                </a:lnTo>
                <a:lnTo>
                  <a:pt x="8517" y="17325"/>
                </a:lnTo>
                <a:lnTo>
                  <a:pt x="8590" y="17277"/>
                </a:lnTo>
                <a:lnTo>
                  <a:pt x="8639" y="17204"/>
                </a:lnTo>
                <a:lnTo>
                  <a:pt x="8663" y="17106"/>
                </a:lnTo>
                <a:lnTo>
                  <a:pt x="8663" y="17009"/>
                </a:lnTo>
                <a:lnTo>
                  <a:pt x="8614" y="16912"/>
                </a:lnTo>
                <a:lnTo>
                  <a:pt x="8760" y="16620"/>
                </a:lnTo>
                <a:lnTo>
                  <a:pt x="8858" y="16328"/>
                </a:lnTo>
                <a:lnTo>
                  <a:pt x="8955" y="16011"/>
                </a:lnTo>
                <a:lnTo>
                  <a:pt x="9004" y="15695"/>
                </a:lnTo>
                <a:lnTo>
                  <a:pt x="9174" y="15598"/>
                </a:lnTo>
                <a:lnTo>
                  <a:pt x="9466" y="15914"/>
                </a:lnTo>
                <a:lnTo>
                  <a:pt x="9831" y="16376"/>
                </a:lnTo>
                <a:lnTo>
                  <a:pt x="10196" y="16887"/>
                </a:lnTo>
                <a:lnTo>
                  <a:pt x="10464" y="17252"/>
                </a:lnTo>
                <a:lnTo>
                  <a:pt x="10755" y="17617"/>
                </a:lnTo>
                <a:lnTo>
                  <a:pt x="10901" y="17788"/>
                </a:lnTo>
                <a:lnTo>
                  <a:pt x="11072" y="17934"/>
                </a:lnTo>
                <a:lnTo>
                  <a:pt x="11242" y="18080"/>
                </a:lnTo>
                <a:lnTo>
                  <a:pt x="11437" y="18201"/>
                </a:lnTo>
                <a:lnTo>
                  <a:pt x="11510" y="18226"/>
                </a:lnTo>
                <a:lnTo>
                  <a:pt x="11558" y="18250"/>
                </a:lnTo>
                <a:lnTo>
                  <a:pt x="11631" y="18250"/>
                </a:lnTo>
                <a:lnTo>
                  <a:pt x="11704" y="18226"/>
                </a:lnTo>
                <a:lnTo>
                  <a:pt x="11826" y="18226"/>
                </a:lnTo>
                <a:lnTo>
                  <a:pt x="11948" y="18177"/>
                </a:lnTo>
                <a:lnTo>
                  <a:pt x="12045" y="18128"/>
                </a:lnTo>
                <a:lnTo>
                  <a:pt x="12094" y="18007"/>
                </a:lnTo>
                <a:lnTo>
                  <a:pt x="12167" y="17763"/>
                </a:lnTo>
                <a:lnTo>
                  <a:pt x="12191" y="17520"/>
                </a:lnTo>
                <a:lnTo>
                  <a:pt x="12240" y="17033"/>
                </a:lnTo>
                <a:lnTo>
                  <a:pt x="12264" y="16279"/>
                </a:lnTo>
                <a:lnTo>
                  <a:pt x="12264" y="15549"/>
                </a:lnTo>
                <a:lnTo>
                  <a:pt x="12288" y="14746"/>
                </a:lnTo>
                <a:lnTo>
                  <a:pt x="12337" y="13967"/>
                </a:lnTo>
                <a:lnTo>
                  <a:pt x="12361" y="13651"/>
                </a:lnTo>
                <a:lnTo>
                  <a:pt x="12386" y="13335"/>
                </a:lnTo>
                <a:lnTo>
                  <a:pt x="12361" y="13018"/>
                </a:lnTo>
                <a:lnTo>
                  <a:pt x="12337" y="12848"/>
                </a:lnTo>
                <a:lnTo>
                  <a:pt x="12288" y="12726"/>
                </a:lnTo>
                <a:lnTo>
                  <a:pt x="12775" y="12191"/>
                </a:lnTo>
                <a:lnTo>
                  <a:pt x="13335" y="11607"/>
                </a:lnTo>
                <a:lnTo>
                  <a:pt x="13943" y="11047"/>
                </a:lnTo>
                <a:lnTo>
                  <a:pt x="14527" y="10464"/>
                </a:lnTo>
                <a:lnTo>
                  <a:pt x="15087" y="9880"/>
                </a:lnTo>
                <a:lnTo>
                  <a:pt x="15622" y="9247"/>
                </a:lnTo>
                <a:lnTo>
                  <a:pt x="15865" y="8931"/>
                </a:lnTo>
                <a:lnTo>
                  <a:pt x="16157" y="8639"/>
                </a:lnTo>
                <a:lnTo>
                  <a:pt x="16717" y="8055"/>
                </a:lnTo>
                <a:lnTo>
                  <a:pt x="17277" y="7446"/>
                </a:lnTo>
                <a:lnTo>
                  <a:pt x="17471" y="7227"/>
                </a:lnTo>
                <a:lnTo>
                  <a:pt x="17666" y="6960"/>
                </a:lnTo>
                <a:lnTo>
                  <a:pt x="17836" y="6716"/>
                </a:lnTo>
                <a:lnTo>
                  <a:pt x="17982" y="6449"/>
                </a:lnTo>
                <a:lnTo>
                  <a:pt x="18104" y="6157"/>
                </a:lnTo>
                <a:lnTo>
                  <a:pt x="18250" y="5889"/>
                </a:lnTo>
                <a:lnTo>
                  <a:pt x="18347" y="5597"/>
                </a:lnTo>
                <a:lnTo>
                  <a:pt x="18445" y="5305"/>
                </a:lnTo>
                <a:lnTo>
                  <a:pt x="18591" y="4721"/>
                </a:lnTo>
                <a:lnTo>
                  <a:pt x="18688" y="4113"/>
                </a:lnTo>
                <a:lnTo>
                  <a:pt x="18736" y="3480"/>
                </a:lnTo>
                <a:lnTo>
                  <a:pt x="18736" y="2872"/>
                </a:lnTo>
                <a:lnTo>
                  <a:pt x="18712" y="2312"/>
                </a:lnTo>
                <a:lnTo>
                  <a:pt x="18688" y="1899"/>
                </a:lnTo>
                <a:lnTo>
                  <a:pt x="18639" y="1436"/>
                </a:lnTo>
                <a:lnTo>
                  <a:pt x="18542" y="998"/>
                </a:lnTo>
                <a:lnTo>
                  <a:pt x="18493" y="828"/>
                </a:lnTo>
                <a:lnTo>
                  <a:pt x="18420" y="658"/>
                </a:lnTo>
                <a:lnTo>
                  <a:pt x="18323" y="536"/>
                </a:lnTo>
                <a:lnTo>
                  <a:pt x="18226" y="463"/>
                </a:lnTo>
                <a:lnTo>
                  <a:pt x="18104" y="414"/>
                </a:lnTo>
                <a:lnTo>
                  <a:pt x="17982" y="439"/>
                </a:lnTo>
                <a:lnTo>
                  <a:pt x="17447" y="268"/>
                </a:lnTo>
                <a:lnTo>
                  <a:pt x="16863" y="147"/>
                </a:lnTo>
                <a:lnTo>
                  <a:pt x="16303" y="49"/>
                </a:lnTo>
                <a:lnTo>
                  <a:pt x="15719" y="1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D9EEB"/>
              </a:solidFill>
            </a:endParaRPr>
          </a:p>
        </p:txBody>
      </p:sp>
      <p:sp>
        <p:nvSpPr>
          <p:cNvPr id="785" name="Google Shape;785;p35"/>
          <p:cNvSpPr/>
          <p:nvPr/>
        </p:nvSpPr>
        <p:spPr>
          <a:xfrm>
            <a:off x="2599316" y="1049975"/>
            <a:ext cx="293240" cy="284954"/>
          </a:xfrm>
          <a:custGeom>
            <a:rect b="b" l="l" r="r" t="t"/>
            <a:pathLst>
              <a:path extrusionOk="0" h="15063" w="15501">
                <a:moveTo>
                  <a:pt x="7957" y="925"/>
                </a:moveTo>
                <a:lnTo>
                  <a:pt x="8249" y="1533"/>
                </a:lnTo>
                <a:lnTo>
                  <a:pt x="8103" y="1606"/>
                </a:lnTo>
                <a:lnTo>
                  <a:pt x="7957" y="1704"/>
                </a:lnTo>
                <a:lnTo>
                  <a:pt x="7933" y="1752"/>
                </a:lnTo>
                <a:lnTo>
                  <a:pt x="7933" y="1339"/>
                </a:lnTo>
                <a:lnTo>
                  <a:pt x="7957" y="925"/>
                </a:lnTo>
                <a:close/>
                <a:moveTo>
                  <a:pt x="8371" y="1801"/>
                </a:moveTo>
                <a:lnTo>
                  <a:pt x="8492" y="2020"/>
                </a:lnTo>
                <a:lnTo>
                  <a:pt x="8346" y="2117"/>
                </a:lnTo>
                <a:lnTo>
                  <a:pt x="8200" y="2215"/>
                </a:lnTo>
                <a:lnTo>
                  <a:pt x="8079" y="2288"/>
                </a:lnTo>
                <a:lnTo>
                  <a:pt x="7957" y="2409"/>
                </a:lnTo>
                <a:lnTo>
                  <a:pt x="7933" y="2069"/>
                </a:lnTo>
                <a:lnTo>
                  <a:pt x="8127" y="1971"/>
                </a:lnTo>
                <a:lnTo>
                  <a:pt x="8249" y="1898"/>
                </a:lnTo>
                <a:lnTo>
                  <a:pt x="8371" y="1801"/>
                </a:lnTo>
                <a:close/>
                <a:moveTo>
                  <a:pt x="8663" y="2336"/>
                </a:moveTo>
                <a:lnTo>
                  <a:pt x="8784" y="2628"/>
                </a:lnTo>
                <a:lnTo>
                  <a:pt x="8687" y="2653"/>
                </a:lnTo>
                <a:lnTo>
                  <a:pt x="8590" y="2726"/>
                </a:lnTo>
                <a:lnTo>
                  <a:pt x="8419" y="2847"/>
                </a:lnTo>
                <a:lnTo>
                  <a:pt x="8225" y="2993"/>
                </a:lnTo>
                <a:lnTo>
                  <a:pt x="8054" y="3164"/>
                </a:lnTo>
                <a:lnTo>
                  <a:pt x="8006" y="2750"/>
                </a:lnTo>
                <a:lnTo>
                  <a:pt x="8176" y="2653"/>
                </a:lnTo>
                <a:lnTo>
                  <a:pt x="8322" y="2531"/>
                </a:lnTo>
                <a:lnTo>
                  <a:pt x="8565" y="2385"/>
                </a:lnTo>
                <a:lnTo>
                  <a:pt x="8663" y="2336"/>
                </a:lnTo>
                <a:close/>
                <a:moveTo>
                  <a:pt x="8979" y="2945"/>
                </a:moveTo>
                <a:lnTo>
                  <a:pt x="8979" y="2969"/>
                </a:lnTo>
                <a:lnTo>
                  <a:pt x="9076" y="3164"/>
                </a:lnTo>
                <a:lnTo>
                  <a:pt x="8857" y="3285"/>
                </a:lnTo>
                <a:lnTo>
                  <a:pt x="8663" y="3431"/>
                </a:lnTo>
                <a:lnTo>
                  <a:pt x="8371" y="3626"/>
                </a:lnTo>
                <a:lnTo>
                  <a:pt x="8079" y="3821"/>
                </a:lnTo>
                <a:lnTo>
                  <a:pt x="8054" y="3504"/>
                </a:lnTo>
                <a:lnTo>
                  <a:pt x="8200" y="3456"/>
                </a:lnTo>
                <a:lnTo>
                  <a:pt x="8322" y="3383"/>
                </a:lnTo>
                <a:lnTo>
                  <a:pt x="8541" y="3212"/>
                </a:lnTo>
                <a:lnTo>
                  <a:pt x="8833" y="3018"/>
                </a:lnTo>
                <a:lnTo>
                  <a:pt x="8979" y="2945"/>
                </a:lnTo>
                <a:close/>
                <a:moveTo>
                  <a:pt x="9271" y="3529"/>
                </a:moveTo>
                <a:lnTo>
                  <a:pt x="9393" y="3796"/>
                </a:lnTo>
                <a:lnTo>
                  <a:pt x="8736" y="4186"/>
                </a:lnTo>
                <a:lnTo>
                  <a:pt x="8419" y="4380"/>
                </a:lnTo>
                <a:lnTo>
                  <a:pt x="8249" y="4478"/>
                </a:lnTo>
                <a:lnTo>
                  <a:pt x="8103" y="4599"/>
                </a:lnTo>
                <a:lnTo>
                  <a:pt x="8079" y="4113"/>
                </a:lnTo>
                <a:lnTo>
                  <a:pt x="8225" y="4088"/>
                </a:lnTo>
                <a:lnTo>
                  <a:pt x="8371" y="4040"/>
                </a:lnTo>
                <a:lnTo>
                  <a:pt x="8663" y="3894"/>
                </a:lnTo>
                <a:lnTo>
                  <a:pt x="9052" y="3650"/>
                </a:lnTo>
                <a:lnTo>
                  <a:pt x="9271" y="3529"/>
                </a:lnTo>
                <a:close/>
                <a:moveTo>
                  <a:pt x="9587" y="4186"/>
                </a:moveTo>
                <a:lnTo>
                  <a:pt x="9660" y="4332"/>
                </a:lnTo>
                <a:lnTo>
                  <a:pt x="9490" y="4429"/>
                </a:lnTo>
                <a:lnTo>
                  <a:pt x="9344" y="4551"/>
                </a:lnTo>
                <a:lnTo>
                  <a:pt x="9052" y="4770"/>
                </a:lnTo>
                <a:lnTo>
                  <a:pt x="8809" y="4916"/>
                </a:lnTo>
                <a:lnTo>
                  <a:pt x="8590" y="5110"/>
                </a:lnTo>
                <a:lnTo>
                  <a:pt x="8371" y="5305"/>
                </a:lnTo>
                <a:lnTo>
                  <a:pt x="8176" y="5524"/>
                </a:lnTo>
                <a:lnTo>
                  <a:pt x="8127" y="4794"/>
                </a:lnTo>
                <a:lnTo>
                  <a:pt x="8322" y="4794"/>
                </a:lnTo>
                <a:lnTo>
                  <a:pt x="8492" y="4721"/>
                </a:lnTo>
                <a:lnTo>
                  <a:pt x="8833" y="4575"/>
                </a:lnTo>
                <a:lnTo>
                  <a:pt x="9222" y="4380"/>
                </a:lnTo>
                <a:lnTo>
                  <a:pt x="9587" y="4186"/>
                </a:lnTo>
                <a:close/>
                <a:moveTo>
                  <a:pt x="14965" y="5938"/>
                </a:moveTo>
                <a:lnTo>
                  <a:pt x="14795" y="6059"/>
                </a:lnTo>
                <a:lnTo>
                  <a:pt x="14649" y="6205"/>
                </a:lnTo>
                <a:lnTo>
                  <a:pt x="14576" y="6181"/>
                </a:lnTo>
                <a:lnTo>
                  <a:pt x="14332" y="6157"/>
                </a:lnTo>
                <a:lnTo>
                  <a:pt x="14965" y="5938"/>
                </a:lnTo>
                <a:close/>
                <a:moveTo>
                  <a:pt x="2190" y="5840"/>
                </a:moveTo>
                <a:lnTo>
                  <a:pt x="2093" y="5986"/>
                </a:lnTo>
                <a:lnTo>
                  <a:pt x="2044" y="6132"/>
                </a:lnTo>
                <a:lnTo>
                  <a:pt x="2044" y="6181"/>
                </a:lnTo>
                <a:lnTo>
                  <a:pt x="2044" y="6254"/>
                </a:lnTo>
                <a:lnTo>
                  <a:pt x="1874" y="6181"/>
                </a:lnTo>
                <a:lnTo>
                  <a:pt x="1679" y="6108"/>
                </a:lnTo>
                <a:lnTo>
                  <a:pt x="1266" y="5962"/>
                </a:lnTo>
                <a:lnTo>
                  <a:pt x="2190" y="5840"/>
                </a:lnTo>
                <a:close/>
                <a:moveTo>
                  <a:pt x="3018" y="5743"/>
                </a:moveTo>
                <a:lnTo>
                  <a:pt x="2677" y="6132"/>
                </a:lnTo>
                <a:lnTo>
                  <a:pt x="2555" y="6302"/>
                </a:lnTo>
                <a:lnTo>
                  <a:pt x="2288" y="6278"/>
                </a:lnTo>
                <a:lnTo>
                  <a:pt x="2312" y="6254"/>
                </a:lnTo>
                <a:lnTo>
                  <a:pt x="2409" y="6181"/>
                </a:lnTo>
                <a:lnTo>
                  <a:pt x="2482" y="6059"/>
                </a:lnTo>
                <a:lnTo>
                  <a:pt x="2604" y="5938"/>
                </a:lnTo>
                <a:lnTo>
                  <a:pt x="2750" y="5816"/>
                </a:lnTo>
                <a:lnTo>
                  <a:pt x="2823" y="5767"/>
                </a:lnTo>
                <a:lnTo>
                  <a:pt x="3018" y="5743"/>
                </a:lnTo>
                <a:close/>
                <a:moveTo>
                  <a:pt x="9879" y="4672"/>
                </a:moveTo>
                <a:lnTo>
                  <a:pt x="9977" y="4818"/>
                </a:lnTo>
                <a:lnTo>
                  <a:pt x="9952" y="4818"/>
                </a:lnTo>
                <a:lnTo>
                  <a:pt x="9733" y="5062"/>
                </a:lnTo>
                <a:lnTo>
                  <a:pt x="9490" y="5281"/>
                </a:lnTo>
                <a:lnTo>
                  <a:pt x="8979" y="5719"/>
                </a:lnTo>
                <a:lnTo>
                  <a:pt x="8590" y="6035"/>
                </a:lnTo>
                <a:lnTo>
                  <a:pt x="8395" y="6181"/>
                </a:lnTo>
                <a:lnTo>
                  <a:pt x="8200" y="6351"/>
                </a:lnTo>
                <a:lnTo>
                  <a:pt x="8176" y="5694"/>
                </a:lnTo>
                <a:lnTo>
                  <a:pt x="8468" y="5573"/>
                </a:lnTo>
                <a:lnTo>
                  <a:pt x="8736" y="5402"/>
                </a:lnTo>
                <a:lnTo>
                  <a:pt x="9247" y="5086"/>
                </a:lnTo>
                <a:lnTo>
                  <a:pt x="9539" y="4916"/>
                </a:lnTo>
                <a:lnTo>
                  <a:pt x="9709" y="4794"/>
                </a:lnTo>
                <a:lnTo>
                  <a:pt x="9879" y="4672"/>
                </a:lnTo>
                <a:close/>
                <a:moveTo>
                  <a:pt x="3967" y="5597"/>
                </a:moveTo>
                <a:lnTo>
                  <a:pt x="3869" y="5719"/>
                </a:lnTo>
                <a:lnTo>
                  <a:pt x="3723" y="5986"/>
                </a:lnTo>
                <a:lnTo>
                  <a:pt x="3553" y="6229"/>
                </a:lnTo>
                <a:lnTo>
                  <a:pt x="3504" y="6327"/>
                </a:lnTo>
                <a:lnTo>
                  <a:pt x="3456" y="6424"/>
                </a:lnTo>
                <a:lnTo>
                  <a:pt x="3164" y="6375"/>
                </a:lnTo>
                <a:lnTo>
                  <a:pt x="2920" y="6327"/>
                </a:lnTo>
                <a:lnTo>
                  <a:pt x="3066" y="6181"/>
                </a:lnTo>
                <a:lnTo>
                  <a:pt x="3431" y="5792"/>
                </a:lnTo>
                <a:lnTo>
                  <a:pt x="3602" y="5646"/>
                </a:lnTo>
                <a:lnTo>
                  <a:pt x="3967" y="5597"/>
                </a:lnTo>
                <a:close/>
                <a:moveTo>
                  <a:pt x="5110" y="5354"/>
                </a:moveTo>
                <a:lnTo>
                  <a:pt x="4989" y="5475"/>
                </a:lnTo>
                <a:lnTo>
                  <a:pt x="4867" y="5597"/>
                </a:lnTo>
                <a:lnTo>
                  <a:pt x="4648" y="5865"/>
                </a:lnTo>
                <a:lnTo>
                  <a:pt x="4380" y="6205"/>
                </a:lnTo>
                <a:lnTo>
                  <a:pt x="4234" y="6400"/>
                </a:lnTo>
                <a:lnTo>
                  <a:pt x="4113" y="6594"/>
                </a:lnTo>
                <a:lnTo>
                  <a:pt x="3723" y="6497"/>
                </a:lnTo>
                <a:lnTo>
                  <a:pt x="3821" y="6400"/>
                </a:lnTo>
                <a:lnTo>
                  <a:pt x="3869" y="6278"/>
                </a:lnTo>
                <a:lnTo>
                  <a:pt x="3991" y="6084"/>
                </a:lnTo>
                <a:lnTo>
                  <a:pt x="4137" y="5865"/>
                </a:lnTo>
                <a:lnTo>
                  <a:pt x="4307" y="5694"/>
                </a:lnTo>
                <a:lnTo>
                  <a:pt x="4405" y="5597"/>
                </a:lnTo>
                <a:lnTo>
                  <a:pt x="4526" y="5500"/>
                </a:lnTo>
                <a:lnTo>
                  <a:pt x="5110" y="5354"/>
                </a:lnTo>
                <a:close/>
                <a:moveTo>
                  <a:pt x="14065" y="6254"/>
                </a:moveTo>
                <a:lnTo>
                  <a:pt x="14138" y="6327"/>
                </a:lnTo>
                <a:lnTo>
                  <a:pt x="14235" y="6375"/>
                </a:lnTo>
                <a:lnTo>
                  <a:pt x="14430" y="6448"/>
                </a:lnTo>
                <a:lnTo>
                  <a:pt x="14186" y="6740"/>
                </a:lnTo>
                <a:lnTo>
                  <a:pt x="14016" y="6643"/>
                </a:lnTo>
                <a:lnTo>
                  <a:pt x="13846" y="6546"/>
                </a:lnTo>
                <a:lnTo>
                  <a:pt x="13675" y="6497"/>
                </a:lnTo>
                <a:lnTo>
                  <a:pt x="13481" y="6448"/>
                </a:lnTo>
                <a:lnTo>
                  <a:pt x="14065" y="6254"/>
                </a:lnTo>
                <a:close/>
                <a:moveTo>
                  <a:pt x="5573" y="5451"/>
                </a:moveTo>
                <a:lnTo>
                  <a:pt x="5719" y="5621"/>
                </a:lnTo>
                <a:lnTo>
                  <a:pt x="5840" y="5767"/>
                </a:lnTo>
                <a:lnTo>
                  <a:pt x="5816" y="5767"/>
                </a:lnTo>
                <a:lnTo>
                  <a:pt x="5670" y="5840"/>
                </a:lnTo>
                <a:lnTo>
                  <a:pt x="5548" y="5962"/>
                </a:lnTo>
                <a:lnTo>
                  <a:pt x="5354" y="6205"/>
                </a:lnTo>
                <a:lnTo>
                  <a:pt x="5110" y="6473"/>
                </a:lnTo>
                <a:lnTo>
                  <a:pt x="4989" y="6619"/>
                </a:lnTo>
                <a:lnTo>
                  <a:pt x="4916" y="6765"/>
                </a:lnTo>
                <a:lnTo>
                  <a:pt x="4429" y="6667"/>
                </a:lnTo>
                <a:lnTo>
                  <a:pt x="4551" y="6546"/>
                </a:lnTo>
                <a:lnTo>
                  <a:pt x="4648" y="6424"/>
                </a:lnTo>
                <a:lnTo>
                  <a:pt x="4843" y="6157"/>
                </a:lnTo>
                <a:lnTo>
                  <a:pt x="5159" y="5816"/>
                </a:lnTo>
                <a:lnTo>
                  <a:pt x="5354" y="5646"/>
                </a:lnTo>
                <a:lnTo>
                  <a:pt x="5475" y="5548"/>
                </a:lnTo>
                <a:lnTo>
                  <a:pt x="5548" y="5451"/>
                </a:lnTo>
                <a:close/>
                <a:moveTo>
                  <a:pt x="6035" y="5962"/>
                </a:moveTo>
                <a:lnTo>
                  <a:pt x="6278" y="6254"/>
                </a:lnTo>
                <a:lnTo>
                  <a:pt x="6157" y="6424"/>
                </a:lnTo>
                <a:lnTo>
                  <a:pt x="6011" y="6643"/>
                </a:lnTo>
                <a:lnTo>
                  <a:pt x="5889" y="6862"/>
                </a:lnTo>
                <a:lnTo>
                  <a:pt x="5840" y="6935"/>
                </a:lnTo>
                <a:lnTo>
                  <a:pt x="5840" y="7008"/>
                </a:lnTo>
                <a:lnTo>
                  <a:pt x="5232" y="6838"/>
                </a:lnTo>
                <a:lnTo>
                  <a:pt x="5402" y="6692"/>
                </a:lnTo>
                <a:lnTo>
                  <a:pt x="5548" y="6546"/>
                </a:lnTo>
                <a:lnTo>
                  <a:pt x="5767" y="6278"/>
                </a:lnTo>
                <a:lnTo>
                  <a:pt x="5889" y="6157"/>
                </a:lnTo>
                <a:lnTo>
                  <a:pt x="6011" y="6011"/>
                </a:lnTo>
                <a:lnTo>
                  <a:pt x="6035" y="5962"/>
                </a:lnTo>
                <a:close/>
                <a:moveTo>
                  <a:pt x="7519" y="925"/>
                </a:moveTo>
                <a:lnTo>
                  <a:pt x="7470" y="1120"/>
                </a:lnTo>
                <a:lnTo>
                  <a:pt x="7470" y="1314"/>
                </a:lnTo>
                <a:lnTo>
                  <a:pt x="7470" y="1704"/>
                </a:lnTo>
                <a:lnTo>
                  <a:pt x="7495" y="2093"/>
                </a:lnTo>
                <a:lnTo>
                  <a:pt x="7519" y="2482"/>
                </a:lnTo>
                <a:lnTo>
                  <a:pt x="7592" y="3285"/>
                </a:lnTo>
                <a:lnTo>
                  <a:pt x="7665" y="4234"/>
                </a:lnTo>
                <a:lnTo>
                  <a:pt x="7714" y="5183"/>
                </a:lnTo>
                <a:lnTo>
                  <a:pt x="7714" y="6132"/>
                </a:lnTo>
                <a:lnTo>
                  <a:pt x="7714" y="7081"/>
                </a:lnTo>
                <a:lnTo>
                  <a:pt x="7519" y="6886"/>
                </a:lnTo>
                <a:lnTo>
                  <a:pt x="7324" y="6716"/>
                </a:lnTo>
                <a:lnTo>
                  <a:pt x="7032" y="6473"/>
                </a:lnTo>
                <a:lnTo>
                  <a:pt x="6522" y="5913"/>
                </a:lnTo>
                <a:lnTo>
                  <a:pt x="5986" y="5354"/>
                </a:lnTo>
                <a:lnTo>
                  <a:pt x="5792" y="5159"/>
                </a:lnTo>
                <a:lnTo>
                  <a:pt x="5670" y="5086"/>
                </a:lnTo>
                <a:lnTo>
                  <a:pt x="5573" y="5013"/>
                </a:lnTo>
                <a:lnTo>
                  <a:pt x="5719" y="4721"/>
                </a:lnTo>
                <a:lnTo>
                  <a:pt x="5913" y="4453"/>
                </a:lnTo>
                <a:lnTo>
                  <a:pt x="6278" y="3894"/>
                </a:lnTo>
                <a:lnTo>
                  <a:pt x="6449" y="3626"/>
                </a:lnTo>
                <a:lnTo>
                  <a:pt x="6570" y="3358"/>
                </a:lnTo>
                <a:lnTo>
                  <a:pt x="6692" y="3066"/>
                </a:lnTo>
                <a:lnTo>
                  <a:pt x="6789" y="2774"/>
                </a:lnTo>
                <a:lnTo>
                  <a:pt x="6984" y="2166"/>
                </a:lnTo>
                <a:lnTo>
                  <a:pt x="7203" y="1558"/>
                </a:lnTo>
                <a:lnTo>
                  <a:pt x="7349" y="1217"/>
                </a:lnTo>
                <a:lnTo>
                  <a:pt x="7519" y="925"/>
                </a:lnTo>
                <a:close/>
                <a:moveTo>
                  <a:pt x="6497" y="6497"/>
                </a:moveTo>
                <a:lnTo>
                  <a:pt x="6522" y="6521"/>
                </a:lnTo>
                <a:lnTo>
                  <a:pt x="6716" y="6716"/>
                </a:lnTo>
                <a:lnTo>
                  <a:pt x="6643" y="6765"/>
                </a:lnTo>
                <a:lnTo>
                  <a:pt x="6595" y="6789"/>
                </a:lnTo>
                <a:lnTo>
                  <a:pt x="6497" y="6911"/>
                </a:lnTo>
                <a:lnTo>
                  <a:pt x="6400" y="7008"/>
                </a:lnTo>
                <a:lnTo>
                  <a:pt x="6327" y="7130"/>
                </a:lnTo>
                <a:lnTo>
                  <a:pt x="5986" y="7057"/>
                </a:lnTo>
                <a:lnTo>
                  <a:pt x="6059" y="7008"/>
                </a:lnTo>
                <a:lnTo>
                  <a:pt x="6132" y="6935"/>
                </a:lnTo>
                <a:lnTo>
                  <a:pt x="6254" y="6838"/>
                </a:lnTo>
                <a:lnTo>
                  <a:pt x="6497" y="6497"/>
                </a:lnTo>
                <a:close/>
                <a:moveTo>
                  <a:pt x="13286" y="6521"/>
                </a:moveTo>
                <a:lnTo>
                  <a:pt x="13627" y="6740"/>
                </a:lnTo>
                <a:lnTo>
                  <a:pt x="13967" y="6935"/>
                </a:lnTo>
                <a:lnTo>
                  <a:pt x="13870" y="7032"/>
                </a:lnTo>
                <a:lnTo>
                  <a:pt x="13724" y="7178"/>
                </a:lnTo>
                <a:lnTo>
                  <a:pt x="13578" y="7081"/>
                </a:lnTo>
                <a:lnTo>
                  <a:pt x="13456" y="7032"/>
                </a:lnTo>
                <a:lnTo>
                  <a:pt x="13164" y="6911"/>
                </a:lnTo>
                <a:lnTo>
                  <a:pt x="12897" y="6813"/>
                </a:lnTo>
                <a:lnTo>
                  <a:pt x="12653" y="6716"/>
                </a:lnTo>
                <a:lnTo>
                  <a:pt x="13286" y="6521"/>
                </a:lnTo>
                <a:close/>
                <a:moveTo>
                  <a:pt x="10171" y="5062"/>
                </a:moveTo>
                <a:lnTo>
                  <a:pt x="10220" y="5135"/>
                </a:lnTo>
                <a:lnTo>
                  <a:pt x="10196" y="5159"/>
                </a:lnTo>
                <a:lnTo>
                  <a:pt x="9587" y="5816"/>
                </a:lnTo>
                <a:lnTo>
                  <a:pt x="9003" y="6521"/>
                </a:lnTo>
                <a:lnTo>
                  <a:pt x="8809" y="6716"/>
                </a:lnTo>
                <a:lnTo>
                  <a:pt x="8590" y="6935"/>
                </a:lnTo>
                <a:lnTo>
                  <a:pt x="8371" y="7154"/>
                </a:lnTo>
                <a:lnTo>
                  <a:pt x="8152" y="7373"/>
                </a:lnTo>
                <a:lnTo>
                  <a:pt x="8200" y="6740"/>
                </a:lnTo>
                <a:lnTo>
                  <a:pt x="8444" y="6570"/>
                </a:lnTo>
                <a:lnTo>
                  <a:pt x="8663" y="6400"/>
                </a:lnTo>
                <a:lnTo>
                  <a:pt x="9101" y="6035"/>
                </a:lnTo>
                <a:lnTo>
                  <a:pt x="9660" y="5573"/>
                </a:lnTo>
                <a:lnTo>
                  <a:pt x="9928" y="5329"/>
                </a:lnTo>
                <a:lnTo>
                  <a:pt x="10171" y="5062"/>
                </a:lnTo>
                <a:close/>
                <a:moveTo>
                  <a:pt x="10488" y="5329"/>
                </a:moveTo>
                <a:lnTo>
                  <a:pt x="10731" y="5427"/>
                </a:lnTo>
                <a:lnTo>
                  <a:pt x="10999" y="5500"/>
                </a:lnTo>
                <a:lnTo>
                  <a:pt x="11510" y="5597"/>
                </a:lnTo>
                <a:lnTo>
                  <a:pt x="11850" y="5670"/>
                </a:lnTo>
                <a:lnTo>
                  <a:pt x="12167" y="5694"/>
                </a:lnTo>
                <a:lnTo>
                  <a:pt x="12824" y="5719"/>
                </a:lnTo>
                <a:lnTo>
                  <a:pt x="13529" y="5743"/>
                </a:lnTo>
                <a:lnTo>
                  <a:pt x="14235" y="5792"/>
                </a:lnTo>
                <a:lnTo>
                  <a:pt x="13505" y="6059"/>
                </a:lnTo>
                <a:lnTo>
                  <a:pt x="12799" y="6278"/>
                </a:lnTo>
                <a:lnTo>
                  <a:pt x="11339" y="6692"/>
                </a:lnTo>
                <a:lnTo>
                  <a:pt x="9612" y="7130"/>
                </a:lnTo>
                <a:lnTo>
                  <a:pt x="9149" y="7251"/>
                </a:lnTo>
                <a:lnTo>
                  <a:pt x="8663" y="7373"/>
                </a:lnTo>
                <a:lnTo>
                  <a:pt x="9101" y="6862"/>
                </a:lnTo>
                <a:lnTo>
                  <a:pt x="9758" y="6132"/>
                </a:lnTo>
                <a:lnTo>
                  <a:pt x="10098" y="5767"/>
                </a:lnTo>
                <a:lnTo>
                  <a:pt x="10439" y="5402"/>
                </a:lnTo>
                <a:lnTo>
                  <a:pt x="10488" y="5329"/>
                </a:lnTo>
                <a:close/>
                <a:moveTo>
                  <a:pt x="6862" y="6886"/>
                </a:moveTo>
                <a:lnTo>
                  <a:pt x="7349" y="7422"/>
                </a:lnTo>
                <a:lnTo>
                  <a:pt x="7349" y="7422"/>
                </a:lnTo>
                <a:lnTo>
                  <a:pt x="6570" y="7203"/>
                </a:lnTo>
                <a:lnTo>
                  <a:pt x="6668" y="7105"/>
                </a:lnTo>
                <a:lnTo>
                  <a:pt x="6765" y="7008"/>
                </a:lnTo>
                <a:lnTo>
                  <a:pt x="6862" y="6911"/>
                </a:lnTo>
                <a:lnTo>
                  <a:pt x="6862" y="6886"/>
                </a:lnTo>
                <a:close/>
                <a:moveTo>
                  <a:pt x="12386" y="6789"/>
                </a:moveTo>
                <a:lnTo>
                  <a:pt x="12483" y="6911"/>
                </a:lnTo>
                <a:lnTo>
                  <a:pt x="12629" y="7008"/>
                </a:lnTo>
                <a:lnTo>
                  <a:pt x="12775" y="7105"/>
                </a:lnTo>
                <a:lnTo>
                  <a:pt x="12921" y="7178"/>
                </a:lnTo>
                <a:lnTo>
                  <a:pt x="13432" y="7422"/>
                </a:lnTo>
                <a:lnTo>
                  <a:pt x="13140" y="7641"/>
                </a:lnTo>
                <a:lnTo>
                  <a:pt x="12970" y="7543"/>
                </a:lnTo>
                <a:lnTo>
                  <a:pt x="12799" y="7470"/>
                </a:lnTo>
                <a:lnTo>
                  <a:pt x="12483" y="7349"/>
                </a:lnTo>
                <a:lnTo>
                  <a:pt x="12045" y="7154"/>
                </a:lnTo>
                <a:lnTo>
                  <a:pt x="11826" y="7057"/>
                </a:lnTo>
                <a:lnTo>
                  <a:pt x="11607" y="7008"/>
                </a:lnTo>
                <a:lnTo>
                  <a:pt x="12386" y="6789"/>
                </a:lnTo>
                <a:close/>
                <a:moveTo>
                  <a:pt x="11461" y="7057"/>
                </a:moveTo>
                <a:lnTo>
                  <a:pt x="11534" y="7154"/>
                </a:lnTo>
                <a:lnTo>
                  <a:pt x="11631" y="7251"/>
                </a:lnTo>
                <a:lnTo>
                  <a:pt x="11850" y="7397"/>
                </a:lnTo>
                <a:lnTo>
                  <a:pt x="12069" y="7519"/>
                </a:lnTo>
                <a:lnTo>
                  <a:pt x="12313" y="7641"/>
                </a:lnTo>
                <a:lnTo>
                  <a:pt x="12532" y="7762"/>
                </a:lnTo>
                <a:lnTo>
                  <a:pt x="12799" y="7908"/>
                </a:lnTo>
                <a:lnTo>
                  <a:pt x="12483" y="8152"/>
                </a:lnTo>
                <a:lnTo>
                  <a:pt x="12410" y="8054"/>
                </a:lnTo>
                <a:lnTo>
                  <a:pt x="12337" y="7981"/>
                </a:lnTo>
                <a:lnTo>
                  <a:pt x="12240" y="7908"/>
                </a:lnTo>
                <a:lnTo>
                  <a:pt x="12118" y="7860"/>
                </a:lnTo>
                <a:lnTo>
                  <a:pt x="11875" y="7762"/>
                </a:lnTo>
                <a:lnTo>
                  <a:pt x="11656" y="7689"/>
                </a:lnTo>
                <a:lnTo>
                  <a:pt x="11145" y="7470"/>
                </a:lnTo>
                <a:lnTo>
                  <a:pt x="10901" y="7349"/>
                </a:lnTo>
                <a:lnTo>
                  <a:pt x="10634" y="7251"/>
                </a:lnTo>
                <a:lnTo>
                  <a:pt x="11437" y="7057"/>
                </a:lnTo>
                <a:close/>
                <a:moveTo>
                  <a:pt x="10439" y="7324"/>
                </a:moveTo>
                <a:lnTo>
                  <a:pt x="10512" y="7422"/>
                </a:lnTo>
                <a:lnTo>
                  <a:pt x="10609" y="7495"/>
                </a:lnTo>
                <a:lnTo>
                  <a:pt x="10828" y="7665"/>
                </a:lnTo>
                <a:lnTo>
                  <a:pt x="11047" y="7787"/>
                </a:lnTo>
                <a:lnTo>
                  <a:pt x="11291" y="7884"/>
                </a:lnTo>
                <a:lnTo>
                  <a:pt x="11996" y="8176"/>
                </a:lnTo>
                <a:lnTo>
                  <a:pt x="12167" y="8249"/>
                </a:lnTo>
                <a:lnTo>
                  <a:pt x="12215" y="8273"/>
                </a:lnTo>
                <a:lnTo>
                  <a:pt x="12288" y="8298"/>
                </a:lnTo>
                <a:lnTo>
                  <a:pt x="11996" y="8541"/>
                </a:lnTo>
                <a:lnTo>
                  <a:pt x="11972" y="8541"/>
                </a:lnTo>
                <a:lnTo>
                  <a:pt x="11583" y="8444"/>
                </a:lnTo>
                <a:lnTo>
                  <a:pt x="11218" y="8322"/>
                </a:lnTo>
                <a:lnTo>
                  <a:pt x="10853" y="8152"/>
                </a:lnTo>
                <a:lnTo>
                  <a:pt x="10512" y="7957"/>
                </a:lnTo>
                <a:lnTo>
                  <a:pt x="10098" y="7714"/>
                </a:lnTo>
                <a:lnTo>
                  <a:pt x="9879" y="7592"/>
                </a:lnTo>
                <a:lnTo>
                  <a:pt x="9660" y="7495"/>
                </a:lnTo>
                <a:lnTo>
                  <a:pt x="10439" y="7324"/>
                </a:lnTo>
                <a:close/>
                <a:moveTo>
                  <a:pt x="8225" y="8103"/>
                </a:moveTo>
                <a:lnTo>
                  <a:pt x="8638" y="8249"/>
                </a:lnTo>
                <a:lnTo>
                  <a:pt x="9028" y="8419"/>
                </a:lnTo>
                <a:lnTo>
                  <a:pt x="8930" y="8517"/>
                </a:lnTo>
                <a:lnTo>
                  <a:pt x="8784" y="8638"/>
                </a:lnTo>
                <a:lnTo>
                  <a:pt x="8711" y="8711"/>
                </a:lnTo>
                <a:lnTo>
                  <a:pt x="8687" y="8784"/>
                </a:lnTo>
                <a:lnTo>
                  <a:pt x="8225" y="8103"/>
                </a:lnTo>
                <a:close/>
                <a:moveTo>
                  <a:pt x="7689" y="8663"/>
                </a:moveTo>
                <a:lnTo>
                  <a:pt x="7714" y="9003"/>
                </a:lnTo>
                <a:lnTo>
                  <a:pt x="7689" y="9003"/>
                </a:lnTo>
                <a:lnTo>
                  <a:pt x="7519" y="8930"/>
                </a:lnTo>
                <a:lnTo>
                  <a:pt x="7665" y="8687"/>
                </a:lnTo>
                <a:lnTo>
                  <a:pt x="7689" y="8663"/>
                </a:lnTo>
                <a:close/>
                <a:moveTo>
                  <a:pt x="9344" y="7592"/>
                </a:moveTo>
                <a:lnTo>
                  <a:pt x="9612" y="7787"/>
                </a:lnTo>
                <a:lnTo>
                  <a:pt x="9904" y="7981"/>
                </a:lnTo>
                <a:lnTo>
                  <a:pt x="10463" y="8322"/>
                </a:lnTo>
                <a:lnTo>
                  <a:pt x="10755" y="8492"/>
                </a:lnTo>
                <a:lnTo>
                  <a:pt x="11047" y="8638"/>
                </a:lnTo>
                <a:lnTo>
                  <a:pt x="11364" y="8760"/>
                </a:lnTo>
                <a:lnTo>
                  <a:pt x="11680" y="8833"/>
                </a:lnTo>
                <a:lnTo>
                  <a:pt x="11510" y="9003"/>
                </a:lnTo>
                <a:lnTo>
                  <a:pt x="11485" y="9028"/>
                </a:lnTo>
                <a:lnTo>
                  <a:pt x="10463" y="8565"/>
                </a:lnTo>
                <a:lnTo>
                  <a:pt x="9952" y="8371"/>
                </a:lnTo>
                <a:lnTo>
                  <a:pt x="9417" y="8176"/>
                </a:lnTo>
                <a:lnTo>
                  <a:pt x="8979" y="7981"/>
                </a:lnTo>
                <a:lnTo>
                  <a:pt x="8736" y="7884"/>
                </a:lnTo>
                <a:lnTo>
                  <a:pt x="8468" y="7811"/>
                </a:lnTo>
                <a:lnTo>
                  <a:pt x="8906" y="7714"/>
                </a:lnTo>
                <a:lnTo>
                  <a:pt x="9344" y="7592"/>
                </a:lnTo>
                <a:close/>
                <a:moveTo>
                  <a:pt x="9368" y="8565"/>
                </a:moveTo>
                <a:lnTo>
                  <a:pt x="9733" y="8687"/>
                </a:lnTo>
                <a:lnTo>
                  <a:pt x="9660" y="8760"/>
                </a:lnTo>
                <a:lnTo>
                  <a:pt x="9198" y="9076"/>
                </a:lnTo>
                <a:lnTo>
                  <a:pt x="9101" y="9149"/>
                </a:lnTo>
                <a:lnTo>
                  <a:pt x="9003" y="9247"/>
                </a:lnTo>
                <a:lnTo>
                  <a:pt x="8760" y="8906"/>
                </a:lnTo>
                <a:lnTo>
                  <a:pt x="8784" y="8906"/>
                </a:lnTo>
                <a:lnTo>
                  <a:pt x="8930" y="8809"/>
                </a:lnTo>
                <a:lnTo>
                  <a:pt x="9052" y="8711"/>
                </a:lnTo>
                <a:lnTo>
                  <a:pt x="9174" y="8638"/>
                </a:lnTo>
                <a:lnTo>
                  <a:pt x="9344" y="8590"/>
                </a:lnTo>
                <a:lnTo>
                  <a:pt x="9368" y="8565"/>
                </a:lnTo>
                <a:close/>
                <a:moveTo>
                  <a:pt x="828" y="6181"/>
                </a:moveTo>
                <a:lnTo>
                  <a:pt x="1168" y="6302"/>
                </a:lnTo>
                <a:lnTo>
                  <a:pt x="1533" y="6400"/>
                </a:lnTo>
                <a:lnTo>
                  <a:pt x="2239" y="6546"/>
                </a:lnTo>
                <a:lnTo>
                  <a:pt x="2507" y="6570"/>
                </a:lnTo>
                <a:lnTo>
                  <a:pt x="2750" y="6594"/>
                </a:lnTo>
                <a:lnTo>
                  <a:pt x="3018" y="6619"/>
                </a:lnTo>
                <a:lnTo>
                  <a:pt x="3285" y="6643"/>
                </a:lnTo>
                <a:lnTo>
                  <a:pt x="4356" y="6911"/>
                </a:lnTo>
                <a:lnTo>
                  <a:pt x="5159" y="7081"/>
                </a:lnTo>
                <a:lnTo>
                  <a:pt x="5938" y="7300"/>
                </a:lnTo>
                <a:lnTo>
                  <a:pt x="7519" y="7762"/>
                </a:lnTo>
                <a:lnTo>
                  <a:pt x="6546" y="8273"/>
                </a:lnTo>
                <a:lnTo>
                  <a:pt x="5548" y="8736"/>
                </a:lnTo>
                <a:lnTo>
                  <a:pt x="4697" y="9076"/>
                </a:lnTo>
                <a:lnTo>
                  <a:pt x="4453" y="9198"/>
                </a:lnTo>
                <a:lnTo>
                  <a:pt x="4332" y="9271"/>
                </a:lnTo>
                <a:lnTo>
                  <a:pt x="4234" y="9368"/>
                </a:lnTo>
                <a:lnTo>
                  <a:pt x="4210" y="9320"/>
                </a:lnTo>
                <a:lnTo>
                  <a:pt x="3991" y="9003"/>
                </a:lnTo>
                <a:lnTo>
                  <a:pt x="3748" y="8687"/>
                </a:lnTo>
                <a:lnTo>
                  <a:pt x="3456" y="8395"/>
                </a:lnTo>
                <a:lnTo>
                  <a:pt x="3164" y="8127"/>
                </a:lnTo>
                <a:lnTo>
                  <a:pt x="2531" y="7616"/>
                </a:lnTo>
                <a:lnTo>
                  <a:pt x="2239" y="7373"/>
                </a:lnTo>
                <a:lnTo>
                  <a:pt x="1947" y="7105"/>
                </a:lnTo>
                <a:lnTo>
                  <a:pt x="1728" y="6911"/>
                </a:lnTo>
                <a:lnTo>
                  <a:pt x="1485" y="6716"/>
                </a:lnTo>
                <a:lnTo>
                  <a:pt x="1047" y="6375"/>
                </a:lnTo>
                <a:lnTo>
                  <a:pt x="828" y="6181"/>
                </a:lnTo>
                <a:close/>
                <a:moveTo>
                  <a:pt x="10098" y="8833"/>
                </a:moveTo>
                <a:lnTo>
                  <a:pt x="10658" y="9076"/>
                </a:lnTo>
                <a:lnTo>
                  <a:pt x="10366" y="9247"/>
                </a:lnTo>
                <a:lnTo>
                  <a:pt x="10098" y="9393"/>
                </a:lnTo>
                <a:lnTo>
                  <a:pt x="9758" y="9612"/>
                </a:lnTo>
                <a:lnTo>
                  <a:pt x="9612" y="9758"/>
                </a:lnTo>
                <a:lnTo>
                  <a:pt x="9466" y="9904"/>
                </a:lnTo>
                <a:lnTo>
                  <a:pt x="9125" y="9417"/>
                </a:lnTo>
                <a:lnTo>
                  <a:pt x="9198" y="9393"/>
                </a:lnTo>
                <a:lnTo>
                  <a:pt x="9271" y="9368"/>
                </a:lnTo>
                <a:lnTo>
                  <a:pt x="9417" y="9271"/>
                </a:lnTo>
                <a:lnTo>
                  <a:pt x="9660" y="9101"/>
                </a:lnTo>
                <a:lnTo>
                  <a:pt x="10098" y="8857"/>
                </a:lnTo>
                <a:lnTo>
                  <a:pt x="10098" y="8833"/>
                </a:lnTo>
                <a:close/>
                <a:moveTo>
                  <a:pt x="7324" y="9174"/>
                </a:moveTo>
                <a:lnTo>
                  <a:pt x="7446" y="9222"/>
                </a:lnTo>
                <a:lnTo>
                  <a:pt x="7519" y="9295"/>
                </a:lnTo>
                <a:lnTo>
                  <a:pt x="7738" y="9393"/>
                </a:lnTo>
                <a:lnTo>
                  <a:pt x="7738" y="9855"/>
                </a:lnTo>
                <a:lnTo>
                  <a:pt x="7738" y="10001"/>
                </a:lnTo>
                <a:lnTo>
                  <a:pt x="7495" y="9855"/>
                </a:lnTo>
                <a:lnTo>
                  <a:pt x="7251" y="9733"/>
                </a:lnTo>
                <a:lnTo>
                  <a:pt x="7105" y="9685"/>
                </a:lnTo>
                <a:lnTo>
                  <a:pt x="6984" y="9660"/>
                </a:lnTo>
                <a:lnTo>
                  <a:pt x="7324" y="9174"/>
                </a:lnTo>
                <a:close/>
                <a:moveTo>
                  <a:pt x="6911" y="9758"/>
                </a:moveTo>
                <a:lnTo>
                  <a:pt x="7008" y="9879"/>
                </a:lnTo>
                <a:lnTo>
                  <a:pt x="7130" y="10001"/>
                </a:lnTo>
                <a:lnTo>
                  <a:pt x="7373" y="10196"/>
                </a:lnTo>
                <a:lnTo>
                  <a:pt x="7543" y="10317"/>
                </a:lnTo>
                <a:lnTo>
                  <a:pt x="7762" y="10415"/>
                </a:lnTo>
                <a:lnTo>
                  <a:pt x="7762" y="10926"/>
                </a:lnTo>
                <a:lnTo>
                  <a:pt x="7470" y="10707"/>
                </a:lnTo>
                <a:lnTo>
                  <a:pt x="7203" y="10488"/>
                </a:lnTo>
                <a:lnTo>
                  <a:pt x="7057" y="10415"/>
                </a:lnTo>
                <a:lnTo>
                  <a:pt x="6911" y="10317"/>
                </a:lnTo>
                <a:lnTo>
                  <a:pt x="6741" y="10269"/>
                </a:lnTo>
                <a:lnTo>
                  <a:pt x="6570" y="10244"/>
                </a:lnTo>
                <a:lnTo>
                  <a:pt x="6911" y="9758"/>
                </a:lnTo>
                <a:close/>
                <a:moveTo>
                  <a:pt x="11072" y="9271"/>
                </a:moveTo>
                <a:lnTo>
                  <a:pt x="11291" y="9368"/>
                </a:lnTo>
                <a:lnTo>
                  <a:pt x="11266" y="9490"/>
                </a:lnTo>
                <a:lnTo>
                  <a:pt x="11266" y="9612"/>
                </a:lnTo>
                <a:lnTo>
                  <a:pt x="11096" y="9685"/>
                </a:lnTo>
                <a:lnTo>
                  <a:pt x="10950" y="9782"/>
                </a:lnTo>
                <a:lnTo>
                  <a:pt x="10658" y="9977"/>
                </a:lnTo>
                <a:lnTo>
                  <a:pt x="10293" y="10220"/>
                </a:lnTo>
                <a:lnTo>
                  <a:pt x="10123" y="10366"/>
                </a:lnTo>
                <a:lnTo>
                  <a:pt x="10050" y="10439"/>
                </a:lnTo>
                <a:lnTo>
                  <a:pt x="10001" y="10536"/>
                </a:lnTo>
                <a:lnTo>
                  <a:pt x="10001" y="10585"/>
                </a:lnTo>
                <a:lnTo>
                  <a:pt x="10025" y="10609"/>
                </a:lnTo>
                <a:lnTo>
                  <a:pt x="10123" y="10609"/>
                </a:lnTo>
                <a:lnTo>
                  <a:pt x="10220" y="10585"/>
                </a:lnTo>
                <a:lnTo>
                  <a:pt x="10390" y="10512"/>
                </a:lnTo>
                <a:lnTo>
                  <a:pt x="10561" y="10390"/>
                </a:lnTo>
                <a:lnTo>
                  <a:pt x="10731" y="10269"/>
                </a:lnTo>
                <a:lnTo>
                  <a:pt x="10999" y="10074"/>
                </a:lnTo>
                <a:lnTo>
                  <a:pt x="11291" y="9904"/>
                </a:lnTo>
                <a:lnTo>
                  <a:pt x="11339" y="10171"/>
                </a:lnTo>
                <a:lnTo>
                  <a:pt x="11412" y="10390"/>
                </a:lnTo>
                <a:lnTo>
                  <a:pt x="11145" y="10488"/>
                </a:lnTo>
                <a:lnTo>
                  <a:pt x="10877" y="10634"/>
                </a:lnTo>
                <a:lnTo>
                  <a:pt x="10731" y="10682"/>
                </a:lnTo>
                <a:lnTo>
                  <a:pt x="10561" y="10804"/>
                </a:lnTo>
                <a:lnTo>
                  <a:pt x="10415" y="10926"/>
                </a:lnTo>
                <a:lnTo>
                  <a:pt x="10342" y="10999"/>
                </a:lnTo>
                <a:lnTo>
                  <a:pt x="10317" y="11072"/>
                </a:lnTo>
                <a:lnTo>
                  <a:pt x="9879" y="10463"/>
                </a:lnTo>
                <a:lnTo>
                  <a:pt x="9587" y="10050"/>
                </a:lnTo>
                <a:lnTo>
                  <a:pt x="9733" y="10001"/>
                </a:lnTo>
                <a:lnTo>
                  <a:pt x="9904" y="9928"/>
                </a:lnTo>
                <a:lnTo>
                  <a:pt x="10196" y="9758"/>
                </a:lnTo>
                <a:lnTo>
                  <a:pt x="10634" y="9514"/>
                </a:lnTo>
                <a:lnTo>
                  <a:pt x="11047" y="9295"/>
                </a:lnTo>
                <a:lnTo>
                  <a:pt x="11072" y="9271"/>
                </a:lnTo>
                <a:close/>
                <a:moveTo>
                  <a:pt x="11534" y="10780"/>
                </a:moveTo>
                <a:lnTo>
                  <a:pt x="11656" y="11193"/>
                </a:lnTo>
                <a:lnTo>
                  <a:pt x="11631" y="11193"/>
                </a:lnTo>
                <a:lnTo>
                  <a:pt x="11437" y="11364"/>
                </a:lnTo>
                <a:lnTo>
                  <a:pt x="11218" y="11510"/>
                </a:lnTo>
                <a:lnTo>
                  <a:pt x="11023" y="11631"/>
                </a:lnTo>
                <a:lnTo>
                  <a:pt x="10828" y="11753"/>
                </a:lnTo>
                <a:lnTo>
                  <a:pt x="10804" y="11777"/>
                </a:lnTo>
                <a:lnTo>
                  <a:pt x="10439" y="11242"/>
                </a:lnTo>
                <a:lnTo>
                  <a:pt x="10512" y="11242"/>
                </a:lnTo>
                <a:lnTo>
                  <a:pt x="10585" y="11218"/>
                </a:lnTo>
                <a:lnTo>
                  <a:pt x="10731" y="11145"/>
                </a:lnTo>
                <a:lnTo>
                  <a:pt x="10999" y="10974"/>
                </a:lnTo>
                <a:lnTo>
                  <a:pt x="11534" y="10780"/>
                </a:lnTo>
                <a:close/>
                <a:moveTo>
                  <a:pt x="6522" y="10342"/>
                </a:moveTo>
                <a:lnTo>
                  <a:pt x="6668" y="10439"/>
                </a:lnTo>
                <a:lnTo>
                  <a:pt x="6838" y="10561"/>
                </a:lnTo>
                <a:lnTo>
                  <a:pt x="7105" y="10853"/>
                </a:lnTo>
                <a:lnTo>
                  <a:pt x="7251" y="10999"/>
                </a:lnTo>
                <a:lnTo>
                  <a:pt x="7397" y="11120"/>
                </a:lnTo>
                <a:lnTo>
                  <a:pt x="7568" y="11218"/>
                </a:lnTo>
                <a:lnTo>
                  <a:pt x="7738" y="11291"/>
                </a:lnTo>
                <a:lnTo>
                  <a:pt x="7762" y="11291"/>
                </a:lnTo>
                <a:lnTo>
                  <a:pt x="7762" y="12021"/>
                </a:lnTo>
                <a:lnTo>
                  <a:pt x="7665" y="11948"/>
                </a:lnTo>
                <a:lnTo>
                  <a:pt x="7568" y="11875"/>
                </a:lnTo>
                <a:lnTo>
                  <a:pt x="7397" y="11704"/>
                </a:lnTo>
                <a:lnTo>
                  <a:pt x="7057" y="11364"/>
                </a:lnTo>
                <a:lnTo>
                  <a:pt x="6862" y="11193"/>
                </a:lnTo>
                <a:lnTo>
                  <a:pt x="6619" y="11072"/>
                </a:lnTo>
                <a:lnTo>
                  <a:pt x="6376" y="10999"/>
                </a:lnTo>
                <a:lnTo>
                  <a:pt x="6132" y="10926"/>
                </a:lnTo>
                <a:lnTo>
                  <a:pt x="6522" y="10342"/>
                </a:lnTo>
                <a:close/>
                <a:moveTo>
                  <a:pt x="11753" y="11510"/>
                </a:moveTo>
                <a:lnTo>
                  <a:pt x="11826" y="11802"/>
                </a:lnTo>
                <a:lnTo>
                  <a:pt x="11704" y="11826"/>
                </a:lnTo>
                <a:lnTo>
                  <a:pt x="11607" y="11899"/>
                </a:lnTo>
                <a:lnTo>
                  <a:pt x="11412" y="12021"/>
                </a:lnTo>
                <a:lnTo>
                  <a:pt x="11291" y="12167"/>
                </a:lnTo>
                <a:lnTo>
                  <a:pt x="11218" y="12240"/>
                </a:lnTo>
                <a:lnTo>
                  <a:pt x="11193" y="12313"/>
                </a:lnTo>
                <a:lnTo>
                  <a:pt x="10901" y="11899"/>
                </a:lnTo>
                <a:lnTo>
                  <a:pt x="11120" y="11850"/>
                </a:lnTo>
                <a:lnTo>
                  <a:pt x="11339" y="11777"/>
                </a:lnTo>
                <a:lnTo>
                  <a:pt x="11558" y="11656"/>
                </a:lnTo>
                <a:lnTo>
                  <a:pt x="11753" y="11510"/>
                </a:lnTo>
                <a:close/>
                <a:moveTo>
                  <a:pt x="6059" y="11047"/>
                </a:moveTo>
                <a:lnTo>
                  <a:pt x="6303" y="11218"/>
                </a:lnTo>
                <a:lnTo>
                  <a:pt x="6546" y="11388"/>
                </a:lnTo>
                <a:lnTo>
                  <a:pt x="6789" y="11583"/>
                </a:lnTo>
                <a:lnTo>
                  <a:pt x="6984" y="11802"/>
                </a:lnTo>
                <a:lnTo>
                  <a:pt x="7251" y="12069"/>
                </a:lnTo>
                <a:lnTo>
                  <a:pt x="7397" y="12215"/>
                </a:lnTo>
                <a:lnTo>
                  <a:pt x="7543" y="12313"/>
                </a:lnTo>
                <a:lnTo>
                  <a:pt x="7276" y="12459"/>
                </a:lnTo>
                <a:lnTo>
                  <a:pt x="7154" y="12386"/>
                </a:lnTo>
                <a:lnTo>
                  <a:pt x="7008" y="12337"/>
                </a:lnTo>
                <a:lnTo>
                  <a:pt x="6765" y="12215"/>
                </a:lnTo>
                <a:lnTo>
                  <a:pt x="6522" y="12069"/>
                </a:lnTo>
                <a:lnTo>
                  <a:pt x="6327" y="11948"/>
                </a:lnTo>
                <a:lnTo>
                  <a:pt x="6157" y="11802"/>
                </a:lnTo>
                <a:lnTo>
                  <a:pt x="5962" y="11656"/>
                </a:lnTo>
                <a:lnTo>
                  <a:pt x="5767" y="11534"/>
                </a:lnTo>
                <a:lnTo>
                  <a:pt x="6059" y="11047"/>
                </a:lnTo>
                <a:close/>
                <a:moveTo>
                  <a:pt x="5670" y="11680"/>
                </a:moveTo>
                <a:lnTo>
                  <a:pt x="5719" y="11777"/>
                </a:lnTo>
                <a:lnTo>
                  <a:pt x="5792" y="11850"/>
                </a:lnTo>
                <a:lnTo>
                  <a:pt x="5938" y="12021"/>
                </a:lnTo>
                <a:lnTo>
                  <a:pt x="6108" y="12167"/>
                </a:lnTo>
                <a:lnTo>
                  <a:pt x="6278" y="12288"/>
                </a:lnTo>
                <a:lnTo>
                  <a:pt x="6546" y="12483"/>
                </a:lnTo>
                <a:lnTo>
                  <a:pt x="6716" y="12580"/>
                </a:lnTo>
                <a:lnTo>
                  <a:pt x="6887" y="12678"/>
                </a:lnTo>
                <a:lnTo>
                  <a:pt x="6522" y="12848"/>
                </a:lnTo>
                <a:lnTo>
                  <a:pt x="6230" y="12653"/>
                </a:lnTo>
                <a:lnTo>
                  <a:pt x="5938" y="12434"/>
                </a:lnTo>
                <a:lnTo>
                  <a:pt x="5694" y="12215"/>
                </a:lnTo>
                <a:lnTo>
                  <a:pt x="5475" y="12021"/>
                </a:lnTo>
                <a:lnTo>
                  <a:pt x="5621" y="11777"/>
                </a:lnTo>
                <a:lnTo>
                  <a:pt x="5670" y="11680"/>
                </a:lnTo>
                <a:close/>
                <a:moveTo>
                  <a:pt x="11899" y="12094"/>
                </a:moveTo>
                <a:lnTo>
                  <a:pt x="12021" y="12605"/>
                </a:lnTo>
                <a:lnTo>
                  <a:pt x="11899" y="12726"/>
                </a:lnTo>
                <a:lnTo>
                  <a:pt x="11777" y="12848"/>
                </a:lnTo>
                <a:lnTo>
                  <a:pt x="11729" y="12921"/>
                </a:lnTo>
                <a:lnTo>
                  <a:pt x="11680" y="12994"/>
                </a:lnTo>
                <a:lnTo>
                  <a:pt x="11680" y="13018"/>
                </a:lnTo>
                <a:lnTo>
                  <a:pt x="11266" y="12434"/>
                </a:lnTo>
                <a:lnTo>
                  <a:pt x="11412" y="12386"/>
                </a:lnTo>
                <a:lnTo>
                  <a:pt x="11558" y="12313"/>
                </a:lnTo>
                <a:lnTo>
                  <a:pt x="11729" y="12215"/>
                </a:lnTo>
                <a:lnTo>
                  <a:pt x="11899" y="12094"/>
                </a:lnTo>
                <a:close/>
                <a:moveTo>
                  <a:pt x="5329" y="12240"/>
                </a:moveTo>
                <a:lnTo>
                  <a:pt x="5402" y="12361"/>
                </a:lnTo>
                <a:lnTo>
                  <a:pt x="5500" y="12483"/>
                </a:lnTo>
                <a:lnTo>
                  <a:pt x="5670" y="12678"/>
                </a:lnTo>
                <a:lnTo>
                  <a:pt x="5913" y="12897"/>
                </a:lnTo>
                <a:lnTo>
                  <a:pt x="6157" y="13067"/>
                </a:lnTo>
                <a:lnTo>
                  <a:pt x="5743" y="13335"/>
                </a:lnTo>
                <a:lnTo>
                  <a:pt x="5646" y="13310"/>
                </a:lnTo>
                <a:lnTo>
                  <a:pt x="5475" y="13237"/>
                </a:lnTo>
                <a:lnTo>
                  <a:pt x="5305" y="13164"/>
                </a:lnTo>
                <a:lnTo>
                  <a:pt x="5135" y="13043"/>
                </a:lnTo>
                <a:lnTo>
                  <a:pt x="4940" y="12970"/>
                </a:lnTo>
                <a:lnTo>
                  <a:pt x="4891" y="12945"/>
                </a:lnTo>
                <a:lnTo>
                  <a:pt x="5110" y="12605"/>
                </a:lnTo>
                <a:lnTo>
                  <a:pt x="5329" y="12240"/>
                </a:lnTo>
                <a:close/>
                <a:moveTo>
                  <a:pt x="12094" y="13043"/>
                </a:moveTo>
                <a:lnTo>
                  <a:pt x="12215" y="13748"/>
                </a:lnTo>
                <a:lnTo>
                  <a:pt x="11802" y="13189"/>
                </a:lnTo>
                <a:lnTo>
                  <a:pt x="11850" y="13189"/>
                </a:lnTo>
                <a:lnTo>
                  <a:pt x="11923" y="13164"/>
                </a:lnTo>
                <a:lnTo>
                  <a:pt x="11972" y="13140"/>
                </a:lnTo>
                <a:lnTo>
                  <a:pt x="12094" y="13043"/>
                </a:lnTo>
                <a:close/>
                <a:moveTo>
                  <a:pt x="4745" y="13140"/>
                </a:moveTo>
                <a:lnTo>
                  <a:pt x="4891" y="13310"/>
                </a:lnTo>
                <a:lnTo>
                  <a:pt x="5062" y="13456"/>
                </a:lnTo>
                <a:lnTo>
                  <a:pt x="5305" y="13602"/>
                </a:lnTo>
                <a:lnTo>
                  <a:pt x="4964" y="13846"/>
                </a:lnTo>
                <a:lnTo>
                  <a:pt x="4891" y="13773"/>
                </a:lnTo>
                <a:lnTo>
                  <a:pt x="4818" y="13700"/>
                </a:lnTo>
                <a:lnTo>
                  <a:pt x="4648" y="13627"/>
                </a:lnTo>
                <a:lnTo>
                  <a:pt x="4551" y="13554"/>
                </a:lnTo>
                <a:lnTo>
                  <a:pt x="4405" y="13529"/>
                </a:lnTo>
                <a:lnTo>
                  <a:pt x="4575" y="13335"/>
                </a:lnTo>
                <a:lnTo>
                  <a:pt x="4745" y="13140"/>
                </a:lnTo>
                <a:close/>
                <a:moveTo>
                  <a:pt x="8200" y="8833"/>
                </a:moveTo>
                <a:lnTo>
                  <a:pt x="8371" y="9076"/>
                </a:lnTo>
                <a:lnTo>
                  <a:pt x="8663" y="9514"/>
                </a:lnTo>
                <a:lnTo>
                  <a:pt x="8979" y="9928"/>
                </a:lnTo>
                <a:lnTo>
                  <a:pt x="9587" y="10780"/>
                </a:lnTo>
                <a:lnTo>
                  <a:pt x="10171" y="11583"/>
                </a:lnTo>
                <a:lnTo>
                  <a:pt x="10731" y="12410"/>
                </a:lnTo>
                <a:lnTo>
                  <a:pt x="11291" y="13213"/>
                </a:lnTo>
                <a:lnTo>
                  <a:pt x="11850" y="13992"/>
                </a:lnTo>
                <a:lnTo>
                  <a:pt x="11729" y="13943"/>
                </a:lnTo>
                <a:lnTo>
                  <a:pt x="11072" y="13554"/>
                </a:lnTo>
                <a:lnTo>
                  <a:pt x="10415" y="13189"/>
                </a:lnTo>
                <a:lnTo>
                  <a:pt x="9831" y="12921"/>
                </a:lnTo>
                <a:lnTo>
                  <a:pt x="9539" y="12799"/>
                </a:lnTo>
                <a:lnTo>
                  <a:pt x="9222" y="12678"/>
                </a:lnTo>
                <a:lnTo>
                  <a:pt x="8760" y="12507"/>
                </a:lnTo>
                <a:lnTo>
                  <a:pt x="8517" y="12410"/>
                </a:lnTo>
                <a:lnTo>
                  <a:pt x="8273" y="12337"/>
                </a:lnTo>
                <a:lnTo>
                  <a:pt x="8273" y="12288"/>
                </a:lnTo>
                <a:lnTo>
                  <a:pt x="8322" y="11996"/>
                </a:lnTo>
                <a:lnTo>
                  <a:pt x="8346" y="11680"/>
                </a:lnTo>
                <a:lnTo>
                  <a:pt x="8346" y="11388"/>
                </a:lnTo>
                <a:lnTo>
                  <a:pt x="8322" y="11072"/>
                </a:lnTo>
                <a:lnTo>
                  <a:pt x="8273" y="10463"/>
                </a:lnTo>
                <a:lnTo>
                  <a:pt x="8225" y="9855"/>
                </a:lnTo>
                <a:lnTo>
                  <a:pt x="8200" y="8833"/>
                </a:lnTo>
                <a:close/>
                <a:moveTo>
                  <a:pt x="7324" y="8346"/>
                </a:moveTo>
                <a:lnTo>
                  <a:pt x="6935" y="8906"/>
                </a:lnTo>
                <a:lnTo>
                  <a:pt x="6570" y="9441"/>
                </a:lnTo>
                <a:lnTo>
                  <a:pt x="5962" y="10439"/>
                </a:lnTo>
                <a:lnTo>
                  <a:pt x="5354" y="11437"/>
                </a:lnTo>
                <a:lnTo>
                  <a:pt x="4818" y="12386"/>
                </a:lnTo>
                <a:lnTo>
                  <a:pt x="4502" y="12848"/>
                </a:lnTo>
                <a:lnTo>
                  <a:pt x="4356" y="13067"/>
                </a:lnTo>
                <a:lnTo>
                  <a:pt x="4161" y="13286"/>
                </a:lnTo>
                <a:lnTo>
                  <a:pt x="3967" y="13529"/>
                </a:lnTo>
                <a:lnTo>
                  <a:pt x="3796" y="13773"/>
                </a:lnTo>
                <a:lnTo>
                  <a:pt x="3650" y="14040"/>
                </a:lnTo>
                <a:lnTo>
                  <a:pt x="3504" y="14308"/>
                </a:lnTo>
                <a:lnTo>
                  <a:pt x="3577" y="13578"/>
                </a:lnTo>
                <a:lnTo>
                  <a:pt x="3699" y="12897"/>
                </a:lnTo>
                <a:lnTo>
                  <a:pt x="3821" y="12215"/>
                </a:lnTo>
                <a:lnTo>
                  <a:pt x="3967" y="11558"/>
                </a:lnTo>
                <a:lnTo>
                  <a:pt x="4113" y="10926"/>
                </a:lnTo>
                <a:lnTo>
                  <a:pt x="4234" y="10269"/>
                </a:lnTo>
                <a:lnTo>
                  <a:pt x="4332" y="9612"/>
                </a:lnTo>
                <a:lnTo>
                  <a:pt x="4307" y="9539"/>
                </a:lnTo>
                <a:lnTo>
                  <a:pt x="4453" y="9587"/>
                </a:lnTo>
                <a:lnTo>
                  <a:pt x="4624" y="9563"/>
                </a:lnTo>
                <a:lnTo>
                  <a:pt x="4818" y="9514"/>
                </a:lnTo>
                <a:lnTo>
                  <a:pt x="5013" y="9441"/>
                </a:lnTo>
                <a:lnTo>
                  <a:pt x="5354" y="9271"/>
                </a:lnTo>
                <a:lnTo>
                  <a:pt x="5646" y="9149"/>
                </a:lnTo>
                <a:lnTo>
                  <a:pt x="6497" y="8760"/>
                </a:lnTo>
                <a:lnTo>
                  <a:pt x="7324" y="8346"/>
                </a:lnTo>
                <a:close/>
                <a:moveTo>
                  <a:pt x="4234" y="13700"/>
                </a:moveTo>
                <a:lnTo>
                  <a:pt x="4307" y="13773"/>
                </a:lnTo>
                <a:lnTo>
                  <a:pt x="4380" y="13821"/>
                </a:lnTo>
                <a:lnTo>
                  <a:pt x="4551" y="13943"/>
                </a:lnTo>
                <a:lnTo>
                  <a:pt x="4697" y="14016"/>
                </a:lnTo>
                <a:lnTo>
                  <a:pt x="4307" y="14259"/>
                </a:lnTo>
                <a:lnTo>
                  <a:pt x="4161" y="14332"/>
                </a:lnTo>
                <a:lnTo>
                  <a:pt x="3991" y="14405"/>
                </a:lnTo>
                <a:lnTo>
                  <a:pt x="3650" y="14502"/>
                </a:lnTo>
                <a:lnTo>
                  <a:pt x="3748" y="14429"/>
                </a:lnTo>
                <a:lnTo>
                  <a:pt x="3821" y="14332"/>
                </a:lnTo>
                <a:lnTo>
                  <a:pt x="3967" y="14113"/>
                </a:lnTo>
                <a:lnTo>
                  <a:pt x="4113" y="13894"/>
                </a:lnTo>
                <a:lnTo>
                  <a:pt x="4234" y="13700"/>
                </a:lnTo>
                <a:close/>
                <a:moveTo>
                  <a:pt x="7835" y="0"/>
                </a:moveTo>
                <a:lnTo>
                  <a:pt x="7762" y="25"/>
                </a:lnTo>
                <a:lnTo>
                  <a:pt x="7689" y="73"/>
                </a:lnTo>
                <a:lnTo>
                  <a:pt x="7641" y="73"/>
                </a:lnTo>
                <a:lnTo>
                  <a:pt x="7495" y="146"/>
                </a:lnTo>
                <a:lnTo>
                  <a:pt x="7373" y="244"/>
                </a:lnTo>
                <a:lnTo>
                  <a:pt x="7276" y="341"/>
                </a:lnTo>
                <a:lnTo>
                  <a:pt x="7178" y="463"/>
                </a:lnTo>
                <a:lnTo>
                  <a:pt x="6984" y="730"/>
                </a:lnTo>
                <a:lnTo>
                  <a:pt x="6838" y="1047"/>
                </a:lnTo>
                <a:lnTo>
                  <a:pt x="6716" y="1387"/>
                </a:lnTo>
                <a:lnTo>
                  <a:pt x="6619" y="1704"/>
                </a:lnTo>
                <a:lnTo>
                  <a:pt x="6449" y="2288"/>
                </a:lnTo>
                <a:lnTo>
                  <a:pt x="6230" y="2920"/>
                </a:lnTo>
                <a:lnTo>
                  <a:pt x="6108" y="3237"/>
                </a:lnTo>
                <a:lnTo>
                  <a:pt x="5962" y="3529"/>
                </a:lnTo>
                <a:lnTo>
                  <a:pt x="5767" y="3845"/>
                </a:lnTo>
                <a:lnTo>
                  <a:pt x="5548" y="4161"/>
                </a:lnTo>
                <a:lnTo>
                  <a:pt x="5378" y="4478"/>
                </a:lnTo>
                <a:lnTo>
                  <a:pt x="5281" y="4648"/>
                </a:lnTo>
                <a:lnTo>
                  <a:pt x="5208" y="4818"/>
                </a:lnTo>
                <a:lnTo>
                  <a:pt x="4891" y="4916"/>
                </a:lnTo>
                <a:lnTo>
                  <a:pt x="4575" y="4989"/>
                </a:lnTo>
                <a:lnTo>
                  <a:pt x="3918" y="5110"/>
                </a:lnTo>
                <a:lnTo>
                  <a:pt x="2580" y="5305"/>
                </a:lnTo>
                <a:lnTo>
                  <a:pt x="1801" y="5402"/>
                </a:lnTo>
                <a:lnTo>
                  <a:pt x="998" y="5500"/>
                </a:lnTo>
                <a:lnTo>
                  <a:pt x="755" y="5524"/>
                </a:lnTo>
                <a:lnTo>
                  <a:pt x="511" y="5524"/>
                </a:lnTo>
                <a:lnTo>
                  <a:pt x="244" y="5548"/>
                </a:lnTo>
                <a:lnTo>
                  <a:pt x="146" y="5597"/>
                </a:lnTo>
                <a:lnTo>
                  <a:pt x="49" y="5646"/>
                </a:lnTo>
                <a:lnTo>
                  <a:pt x="0" y="5719"/>
                </a:lnTo>
                <a:lnTo>
                  <a:pt x="0" y="5792"/>
                </a:lnTo>
                <a:lnTo>
                  <a:pt x="0" y="5865"/>
                </a:lnTo>
                <a:lnTo>
                  <a:pt x="0" y="5962"/>
                </a:lnTo>
                <a:lnTo>
                  <a:pt x="49" y="6035"/>
                </a:lnTo>
                <a:lnTo>
                  <a:pt x="146" y="6229"/>
                </a:lnTo>
                <a:lnTo>
                  <a:pt x="292" y="6375"/>
                </a:lnTo>
                <a:lnTo>
                  <a:pt x="438" y="6497"/>
                </a:lnTo>
                <a:lnTo>
                  <a:pt x="682" y="6716"/>
                </a:lnTo>
                <a:lnTo>
                  <a:pt x="925" y="6935"/>
                </a:lnTo>
                <a:lnTo>
                  <a:pt x="1460" y="7349"/>
                </a:lnTo>
                <a:lnTo>
                  <a:pt x="1971" y="7811"/>
                </a:lnTo>
                <a:lnTo>
                  <a:pt x="2507" y="8273"/>
                </a:lnTo>
                <a:lnTo>
                  <a:pt x="2847" y="8565"/>
                </a:lnTo>
                <a:lnTo>
                  <a:pt x="3188" y="8882"/>
                </a:lnTo>
                <a:lnTo>
                  <a:pt x="3504" y="9222"/>
                </a:lnTo>
                <a:lnTo>
                  <a:pt x="3650" y="9417"/>
                </a:lnTo>
                <a:lnTo>
                  <a:pt x="3772" y="9612"/>
                </a:lnTo>
                <a:lnTo>
                  <a:pt x="3821" y="9685"/>
                </a:lnTo>
                <a:lnTo>
                  <a:pt x="3918" y="9709"/>
                </a:lnTo>
                <a:lnTo>
                  <a:pt x="3748" y="10342"/>
                </a:lnTo>
                <a:lnTo>
                  <a:pt x="3602" y="10974"/>
                </a:lnTo>
                <a:lnTo>
                  <a:pt x="3334" y="12264"/>
                </a:lnTo>
                <a:lnTo>
                  <a:pt x="3212" y="12872"/>
                </a:lnTo>
                <a:lnTo>
                  <a:pt x="3091" y="13529"/>
                </a:lnTo>
                <a:lnTo>
                  <a:pt x="3042" y="13870"/>
                </a:lnTo>
                <a:lnTo>
                  <a:pt x="2993" y="14186"/>
                </a:lnTo>
                <a:lnTo>
                  <a:pt x="2993" y="14502"/>
                </a:lnTo>
                <a:lnTo>
                  <a:pt x="3018" y="14819"/>
                </a:lnTo>
                <a:lnTo>
                  <a:pt x="3042" y="14916"/>
                </a:lnTo>
                <a:lnTo>
                  <a:pt x="3091" y="14965"/>
                </a:lnTo>
                <a:lnTo>
                  <a:pt x="3188" y="15013"/>
                </a:lnTo>
                <a:lnTo>
                  <a:pt x="3261" y="15013"/>
                </a:lnTo>
                <a:lnTo>
                  <a:pt x="3383" y="15038"/>
                </a:lnTo>
                <a:lnTo>
                  <a:pt x="3529" y="15062"/>
                </a:lnTo>
                <a:lnTo>
                  <a:pt x="3675" y="15038"/>
                </a:lnTo>
                <a:lnTo>
                  <a:pt x="3796" y="15013"/>
                </a:lnTo>
                <a:lnTo>
                  <a:pt x="4088" y="14940"/>
                </a:lnTo>
                <a:lnTo>
                  <a:pt x="4405" y="14794"/>
                </a:lnTo>
                <a:lnTo>
                  <a:pt x="4672" y="14624"/>
                </a:lnTo>
                <a:lnTo>
                  <a:pt x="4964" y="14454"/>
                </a:lnTo>
                <a:lnTo>
                  <a:pt x="5402" y="14138"/>
                </a:lnTo>
                <a:lnTo>
                  <a:pt x="5719" y="13943"/>
                </a:lnTo>
                <a:lnTo>
                  <a:pt x="6035" y="13748"/>
                </a:lnTo>
                <a:lnTo>
                  <a:pt x="6716" y="13383"/>
                </a:lnTo>
                <a:lnTo>
                  <a:pt x="7373" y="13018"/>
                </a:lnTo>
                <a:lnTo>
                  <a:pt x="7689" y="12824"/>
                </a:lnTo>
                <a:lnTo>
                  <a:pt x="8006" y="12629"/>
                </a:lnTo>
                <a:lnTo>
                  <a:pt x="8127" y="12726"/>
                </a:lnTo>
                <a:lnTo>
                  <a:pt x="8273" y="12799"/>
                </a:lnTo>
                <a:lnTo>
                  <a:pt x="8590" y="12945"/>
                </a:lnTo>
                <a:lnTo>
                  <a:pt x="9320" y="13213"/>
                </a:lnTo>
                <a:lnTo>
                  <a:pt x="9685" y="13383"/>
                </a:lnTo>
                <a:lnTo>
                  <a:pt x="10050" y="13554"/>
                </a:lnTo>
                <a:lnTo>
                  <a:pt x="10707" y="13894"/>
                </a:lnTo>
                <a:lnTo>
                  <a:pt x="11364" y="14283"/>
                </a:lnTo>
                <a:lnTo>
                  <a:pt x="11607" y="14454"/>
                </a:lnTo>
                <a:lnTo>
                  <a:pt x="11875" y="14624"/>
                </a:lnTo>
                <a:lnTo>
                  <a:pt x="12021" y="14697"/>
                </a:lnTo>
                <a:lnTo>
                  <a:pt x="12167" y="14770"/>
                </a:lnTo>
                <a:lnTo>
                  <a:pt x="12313" y="14794"/>
                </a:lnTo>
                <a:lnTo>
                  <a:pt x="12459" y="14770"/>
                </a:lnTo>
                <a:lnTo>
                  <a:pt x="12507" y="14770"/>
                </a:lnTo>
                <a:lnTo>
                  <a:pt x="12532" y="14721"/>
                </a:lnTo>
                <a:lnTo>
                  <a:pt x="12629" y="14697"/>
                </a:lnTo>
                <a:lnTo>
                  <a:pt x="12702" y="14648"/>
                </a:lnTo>
                <a:lnTo>
                  <a:pt x="12751" y="14575"/>
                </a:lnTo>
                <a:lnTo>
                  <a:pt x="12775" y="14478"/>
                </a:lnTo>
                <a:lnTo>
                  <a:pt x="12751" y="14065"/>
                </a:lnTo>
                <a:lnTo>
                  <a:pt x="12702" y="13651"/>
                </a:lnTo>
                <a:lnTo>
                  <a:pt x="12629" y="13262"/>
                </a:lnTo>
                <a:lnTo>
                  <a:pt x="12556" y="12848"/>
                </a:lnTo>
                <a:lnTo>
                  <a:pt x="12337" y="12045"/>
                </a:lnTo>
                <a:lnTo>
                  <a:pt x="12118" y="11242"/>
                </a:lnTo>
                <a:lnTo>
                  <a:pt x="11899" y="10463"/>
                </a:lnTo>
                <a:lnTo>
                  <a:pt x="11875" y="10390"/>
                </a:lnTo>
                <a:lnTo>
                  <a:pt x="11680" y="9685"/>
                </a:lnTo>
                <a:lnTo>
                  <a:pt x="11680" y="9636"/>
                </a:lnTo>
                <a:lnTo>
                  <a:pt x="11656" y="9563"/>
                </a:lnTo>
                <a:lnTo>
                  <a:pt x="11631" y="9514"/>
                </a:lnTo>
                <a:lnTo>
                  <a:pt x="11680" y="9490"/>
                </a:lnTo>
                <a:lnTo>
                  <a:pt x="11729" y="9466"/>
                </a:lnTo>
                <a:lnTo>
                  <a:pt x="11802" y="9393"/>
                </a:lnTo>
                <a:lnTo>
                  <a:pt x="11850" y="9344"/>
                </a:lnTo>
                <a:lnTo>
                  <a:pt x="12094" y="9101"/>
                </a:lnTo>
                <a:lnTo>
                  <a:pt x="12361" y="8882"/>
                </a:lnTo>
                <a:lnTo>
                  <a:pt x="12897" y="8419"/>
                </a:lnTo>
                <a:lnTo>
                  <a:pt x="13432" y="8006"/>
                </a:lnTo>
                <a:lnTo>
                  <a:pt x="13967" y="7568"/>
                </a:lnTo>
                <a:lnTo>
                  <a:pt x="14211" y="7324"/>
                </a:lnTo>
                <a:lnTo>
                  <a:pt x="14454" y="7105"/>
                </a:lnTo>
                <a:lnTo>
                  <a:pt x="14697" y="6838"/>
                </a:lnTo>
                <a:lnTo>
                  <a:pt x="14892" y="6570"/>
                </a:lnTo>
                <a:lnTo>
                  <a:pt x="15232" y="6205"/>
                </a:lnTo>
                <a:lnTo>
                  <a:pt x="15403" y="5986"/>
                </a:lnTo>
                <a:lnTo>
                  <a:pt x="15451" y="5889"/>
                </a:lnTo>
                <a:lnTo>
                  <a:pt x="15500" y="5767"/>
                </a:lnTo>
                <a:lnTo>
                  <a:pt x="15500" y="5743"/>
                </a:lnTo>
                <a:lnTo>
                  <a:pt x="15476" y="5646"/>
                </a:lnTo>
                <a:lnTo>
                  <a:pt x="15427" y="5573"/>
                </a:lnTo>
                <a:lnTo>
                  <a:pt x="15354" y="5475"/>
                </a:lnTo>
                <a:lnTo>
                  <a:pt x="15257" y="5427"/>
                </a:lnTo>
                <a:lnTo>
                  <a:pt x="15135" y="5378"/>
                </a:lnTo>
                <a:lnTo>
                  <a:pt x="15013" y="5354"/>
                </a:lnTo>
                <a:lnTo>
                  <a:pt x="14770" y="5329"/>
                </a:lnTo>
                <a:lnTo>
                  <a:pt x="14527" y="5305"/>
                </a:lnTo>
                <a:lnTo>
                  <a:pt x="13797" y="5256"/>
                </a:lnTo>
                <a:lnTo>
                  <a:pt x="13091" y="5208"/>
                </a:lnTo>
                <a:lnTo>
                  <a:pt x="12410" y="5208"/>
                </a:lnTo>
                <a:lnTo>
                  <a:pt x="11753" y="5159"/>
                </a:lnTo>
                <a:lnTo>
                  <a:pt x="11485" y="5135"/>
                </a:lnTo>
                <a:lnTo>
                  <a:pt x="11218" y="5086"/>
                </a:lnTo>
                <a:lnTo>
                  <a:pt x="10950" y="5013"/>
                </a:lnTo>
                <a:lnTo>
                  <a:pt x="10682" y="4989"/>
                </a:lnTo>
                <a:lnTo>
                  <a:pt x="10658" y="4940"/>
                </a:lnTo>
                <a:lnTo>
                  <a:pt x="10634" y="4867"/>
                </a:lnTo>
                <a:lnTo>
                  <a:pt x="10415" y="4599"/>
                </a:lnTo>
                <a:lnTo>
                  <a:pt x="10220" y="4332"/>
                </a:lnTo>
                <a:lnTo>
                  <a:pt x="10025" y="4040"/>
                </a:lnTo>
                <a:lnTo>
                  <a:pt x="9855" y="3748"/>
                </a:lnTo>
                <a:lnTo>
                  <a:pt x="9514" y="3164"/>
                </a:lnTo>
                <a:lnTo>
                  <a:pt x="9222" y="2531"/>
                </a:lnTo>
                <a:lnTo>
                  <a:pt x="8638" y="1290"/>
                </a:lnTo>
                <a:lnTo>
                  <a:pt x="8322" y="682"/>
                </a:lnTo>
                <a:lnTo>
                  <a:pt x="7981" y="73"/>
                </a:lnTo>
                <a:lnTo>
                  <a:pt x="7908" y="25"/>
                </a:lnTo>
                <a:lnTo>
                  <a:pt x="7835" y="0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D9EEB"/>
              </a:solidFill>
            </a:endParaRPr>
          </a:p>
        </p:txBody>
      </p:sp>
      <p:sp>
        <p:nvSpPr>
          <p:cNvPr id="786" name="Google Shape;786;p35"/>
          <p:cNvSpPr/>
          <p:nvPr/>
        </p:nvSpPr>
        <p:spPr>
          <a:xfrm rot="2487194">
            <a:off x="2595886" y="2175152"/>
            <a:ext cx="208629" cy="202734"/>
          </a:xfrm>
          <a:custGeom>
            <a:rect b="b" l="l" r="r" t="t"/>
            <a:pathLst>
              <a:path extrusionOk="0" h="15063" w="15501">
                <a:moveTo>
                  <a:pt x="7957" y="925"/>
                </a:moveTo>
                <a:lnTo>
                  <a:pt x="8249" y="1533"/>
                </a:lnTo>
                <a:lnTo>
                  <a:pt x="8103" y="1606"/>
                </a:lnTo>
                <a:lnTo>
                  <a:pt x="7957" y="1704"/>
                </a:lnTo>
                <a:lnTo>
                  <a:pt x="7933" y="1752"/>
                </a:lnTo>
                <a:lnTo>
                  <a:pt x="7933" y="1339"/>
                </a:lnTo>
                <a:lnTo>
                  <a:pt x="7957" y="925"/>
                </a:lnTo>
                <a:close/>
                <a:moveTo>
                  <a:pt x="8371" y="1801"/>
                </a:moveTo>
                <a:lnTo>
                  <a:pt x="8492" y="2020"/>
                </a:lnTo>
                <a:lnTo>
                  <a:pt x="8346" y="2117"/>
                </a:lnTo>
                <a:lnTo>
                  <a:pt x="8200" y="2215"/>
                </a:lnTo>
                <a:lnTo>
                  <a:pt x="8079" y="2288"/>
                </a:lnTo>
                <a:lnTo>
                  <a:pt x="7957" y="2409"/>
                </a:lnTo>
                <a:lnTo>
                  <a:pt x="7933" y="2069"/>
                </a:lnTo>
                <a:lnTo>
                  <a:pt x="8127" y="1971"/>
                </a:lnTo>
                <a:lnTo>
                  <a:pt x="8249" y="1898"/>
                </a:lnTo>
                <a:lnTo>
                  <a:pt x="8371" y="1801"/>
                </a:lnTo>
                <a:close/>
                <a:moveTo>
                  <a:pt x="8663" y="2336"/>
                </a:moveTo>
                <a:lnTo>
                  <a:pt x="8784" y="2628"/>
                </a:lnTo>
                <a:lnTo>
                  <a:pt x="8687" y="2653"/>
                </a:lnTo>
                <a:lnTo>
                  <a:pt x="8590" y="2726"/>
                </a:lnTo>
                <a:lnTo>
                  <a:pt x="8419" y="2847"/>
                </a:lnTo>
                <a:lnTo>
                  <a:pt x="8225" y="2993"/>
                </a:lnTo>
                <a:lnTo>
                  <a:pt x="8054" y="3164"/>
                </a:lnTo>
                <a:lnTo>
                  <a:pt x="8006" y="2750"/>
                </a:lnTo>
                <a:lnTo>
                  <a:pt x="8176" y="2653"/>
                </a:lnTo>
                <a:lnTo>
                  <a:pt x="8322" y="2531"/>
                </a:lnTo>
                <a:lnTo>
                  <a:pt x="8565" y="2385"/>
                </a:lnTo>
                <a:lnTo>
                  <a:pt x="8663" y="2336"/>
                </a:lnTo>
                <a:close/>
                <a:moveTo>
                  <a:pt x="8979" y="2945"/>
                </a:moveTo>
                <a:lnTo>
                  <a:pt x="8979" y="2969"/>
                </a:lnTo>
                <a:lnTo>
                  <a:pt x="9076" y="3164"/>
                </a:lnTo>
                <a:lnTo>
                  <a:pt x="8857" y="3285"/>
                </a:lnTo>
                <a:lnTo>
                  <a:pt x="8663" y="3431"/>
                </a:lnTo>
                <a:lnTo>
                  <a:pt x="8371" y="3626"/>
                </a:lnTo>
                <a:lnTo>
                  <a:pt x="8079" y="3821"/>
                </a:lnTo>
                <a:lnTo>
                  <a:pt x="8054" y="3504"/>
                </a:lnTo>
                <a:lnTo>
                  <a:pt x="8200" y="3456"/>
                </a:lnTo>
                <a:lnTo>
                  <a:pt x="8322" y="3383"/>
                </a:lnTo>
                <a:lnTo>
                  <a:pt x="8541" y="3212"/>
                </a:lnTo>
                <a:lnTo>
                  <a:pt x="8833" y="3018"/>
                </a:lnTo>
                <a:lnTo>
                  <a:pt x="8979" y="2945"/>
                </a:lnTo>
                <a:close/>
                <a:moveTo>
                  <a:pt x="9271" y="3529"/>
                </a:moveTo>
                <a:lnTo>
                  <a:pt x="9393" y="3796"/>
                </a:lnTo>
                <a:lnTo>
                  <a:pt x="8736" y="4186"/>
                </a:lnTo>
                <a:lnTo>
                  <a:pt x="8419" y="4380"/>
                </a:lnTo>
                <a:lnTo>
                  <a:pt x="8249" y="4478"/>
                </a:lnTo>
                <a:lnTo>
                  <a:pt x="8103" y="4599"/>
                </a:lnTo>
                <a:lnTo>
                  <a:pt x="8079" y="4113"/>
                </a:lnTo>
                <a:lnTo>
                  <a:pt x="8225" y="4088"/>
                </a:lnTo>
                <a:lnTo>
                  <a:pt x="8371" y="4040"/>
                </a:lnTo>
                <a:lnTo>
                  <a:pt x="8663" y="3894"/>
                </a:lnTo>
                <a:lnTo>
                  <a:pt x="9052" y="3650"/>
                </a:lnTo>
                <a:lnTo>
                  <a:pt x="9271" y="3529"/>
                </a:lnTo>
                <a:close/>
                <a:moveTo>
                  <a:pt x="9587" y="4186"/>
                </a:moveTo>
                <a:lnTo>
                  <a:pt x="9660" y="4332"/>
                </a:lnTo>
                <a:lnTo>
                  <a:pt x="9490" y="4429"/>
                </a:lnTo>
                <a:lnTo>
                  <a:pt x="9344" y="4551"/>
                </a:lnTo>
                <a:lnTo>
                  <a:pt x="9052" y="4770"/>
                </a:lnTo>
                <a:lnTo>
                  <a:pt x="8809" y="4916"/>
                </a:lnTo>
                <a:lnTo>
                  <a:pt x="8590" y="5110"/>
                </a:lnTo>
                <a:lnTo>
                  <a:pt x="8371" y="5305"/>
                </a:lnTo>
                <a:lnTo>
                  <a:pt x="8176" y="5524"/>
                </a:lnTo>
                <a:lnTo>
                  <a:pt x="8127" y="4794"/>
                </a:lnTo>
                <a:lnTo>
                  <a:pt x="8322" y="4794"/>
                </a:lnTo>
                <a:lnTo>
                  <a:pt x="8492" y="4721"/>
                </a:lnTo>
                <a:lnTo>
                  <a:pt x="8833" y="4575"/>
                </a:lnTo>
                <a:lnTo>
                  <a:pt x="9222" y="4380"/>
                </a:lnTo>
                <a:lnTo>
                  <a:pt x="9587" y="4186"/>
                </a:lnTo>
                <a:close/>
                <a:moveTo>
                  <a:pt x="14965" y="5938"/>
                </a:moveTo>
                <a:lnTo>
                  <a:pt x="14795" y="6059"/>
                </a:lnTo>
                <a:lnTo>
                  <a:pt x="14649" y="6205"/>
                </a:lnTo>
                <a:lnTo>
                  <a:pt x="14576" y="6181"/>
                </a:lnTo>
                <a:lnTo>
                  <a:pt x="14332" y="6157"/>
                </a:lnTo>
                <a:lnTo>
                  <a:pt x="14965" y="5938"/>
                </a:lnTo>
                <a:close/>
                <a:moveTo>
                  <a:pt x="2190" y="5840"/>
                </a:moveTo>
                <a:lnTo>
                  <a:pt x="2093" y="5986"/>
                </a:lnTo>
                <a:lnTo>
                  <a:pt x="2044" y="6132"/>
                </a:lnTo>
                <a:lnTo>
                  <a:pt x="2044" y="6181"/>
                </a:lnTo>
                <a:lnTo>
                  <a:pt x="2044" y="6254"/>
                </a:lnTo>
                <a:lnTo>
                  <a:pt x="1874" y="6181"/>
                </a:lnTo>
                <a:lnTo>
                  <a:pt x="1679" y="6108"/>
                </a:lnTo>
                <a:lnTo>
                  <a:pt x="1266" y="5962"/>
                </a:lnTo>
                <a:lnTo>
                  <a:pt x="2190" y="5840"/>
                </a:lnTo>
                <a:close/>
                <a:moveTo>
                  <a:pt x="3018" y="5743"/>
                </a:moveTo>
                <a:lnTo>
                  <a:pt x="2677" y="6132"/>
                </a:lnTo>
                <a:lnTo>
                  <a:pt x="2555" y="6302"/>
                </a:lnTo>
                <a:lnTo>
                  <a:pt x="2288" y="6278"/>
                </a:lnTo>
                <a:lnTo>
                  <a:pt x="2312" y="6254"/>
                </a:lnTo>
                <a:lnTo>
                  <a:pt x="2409" y="6181"/>
                </a:lnTo>
                <a:lnTo>
                  <a:pt x="2482" y="6059"/>
                </a:lnTo>
                <a:lnTo>
                  <a:pt x="2604" y="5938"/>
                </a:lnTo>
                <a:lnTo>
                  <a:pt x="2750" y="5816"/>
                </a:lnTo>
                <a:lnTo>
                  <a:pt x="2823" y="5767"/>
                </a:lnTo>
                <a:lnTo>
                  <a:pt x="3018" y="5743"/>
                </a:lnTo>
                <a:close/>
                <a:moveTo>
                  <a:pt x="9879" y="4672"/>
                </a:moveTo>
                <a:lnTo>
                  <a:pt x="9977" y="4818"/>
                </a:lnTo>
                <a:lnTo>
                  <a:pt x="9952" y="4818"/>
                </a:lnTo>
                <a:lnTo>
                  <a:pt x="9733" y="5062"/>
                </a:lnTo>
                <a:lnTo>
                  <a:pt x="9490" y="5281"/>
                </a:lnTo>
                <a:lnTo>
                  <a:pt x="8979" y="5719"/>
                </a:lnTo>
                <a:lnTo>
                  <a:pt x="8590" y="6035"/>
                </a:lnTo>
                <a:lnTo>
                  <a:pt x="8395" y="6181"/>
                </a:lnTo>
                <a:lnTo>
                  <a:pt x="8200" y="6351"/>
                </a:lnTo>
                <a:lnTo>
                  <a:pt x="8176" y="5694"/>
                </a:lnTo>
                <a:lnTo>
                  <a:pt x="8468" y="5573"/>
                </a:lnTo>
                <a:lnTo>
                  <a:pt x="8736" y="5402"/>
                </a:lnTo>
                <a:lnTo>
                  <a:pt x="9247" y="5086"/>
                </a:lnTo>
                <a:lnTo>
                  <a:pt x="9539" y="4916"/>
                </a:lnTo>
                <a:lnTo>
                  <a:pt x="9709" y="4794"/>
                </a:lnTo>
                <a:lnTo>
                  <a:pt x="9879" y="4672"/>
                </a:lnTo>
                <a:close/>
                <a:moveTo>
                  <a:pt x="3967" y="5597"/>
                </a:moveTo>
                <a:lnTo>
                  <a:pt x="3869" y="5719"/>
                </a:lnTo>
                <a:lnTo>
                  <a:pt x="3723" y="5986"/>
                </a:lnTo>
                <a:lnTo>
                  <a:pt x="3553" y="6229"/>
                </a:lnTo>
                <a:lnTo>
                  <a:pt x="3504" y="6327"/>
                </a:lnTo>
                <a:lnTo>
                  <a:pt x="3456" y="6424"/>
                </a:lnTo>
                <a:lnTo>
                  <a:pt x="3164" y="6375"/>
                </a:lnTo>
                <a:lnTo>
                  <a:pt x="2920" y="6327"/>
                </a:lnTo>
                <a:lnTo>
                  <a:pt x="3066" y="6181"/>
                </a:lnTo>
                <a:lnTo>
                  <a:pt x="3431" y="5792"/>
                </a:lnTo>
                <a:lnTo>
                  <a:pt x="3602" y="5646"/>
                </a:lnTo>
                <a:lnTo>
                  <a:pt x="3967" y="5597"/>
                </a:lnTo>
                <a:close/>
                <a:moveTo>
                  <a:pt x="5110" y="5354"/>
                </a:moveTo>
                <a:lnTo>
                  <a:pt x="4989" y="5475"/>
                </a:lnTo>
                <a:lnTo>
                  <a:pt x="4867" y="5597"/>
                </a:lnTo>
                <a:lnTo>
                  <a:pt x="4648" y="5865"/>
                </a:lnTo>
                <a:lnTo>
                  <a:pt x="4380" y="6205"/>
                </a:lnTo>
                <a:lnTo>
                  <a:pt x="4234" y="6400"/>
                </a:lnTo>
                <a:lnTo>
                  <a:pt x="4113" y="6594"/>
                </a:lnTo>
                <a:lnTo>
                  <a:pt x="3723" y="6497"/>
                </a:lnTo>
                <a:lnTo>
                  <a:pt x="3821" y="6400"/>
                </a:lnTo>
                <a:lnTo>
                  <a:pt x="3869" y="6278"/>
                </a:lnTo>
                <a:lnTo>
                  <a:pt x="3991" y="6084"/>
                </a:lnTo>
                <a:lnTo>
                  <a:pt x="4137" y="5865"/>
                </a:lnTo>
                <a:lnTo>
                  <a:pt x="4307" y="5694"/>
                </a:lnTo>
                <a:lnTo>
                  <a:pt x="4405" y="5597"/>
                </a:lnTo>
                <a:lnTo>
                  <a:pt x="4526" y="5500"/>
                </a:lnTo>
                <a:lnTo>
                  <a:pt x="5110" y="5354"/>
                </a:lnTo>
                <a:close/>
                <a:moveTo>
                  <a:pt x="14065" y="6254"/>
                </a:moveTo>
                <a:lnTo>
                  <a:pt x="14138" y="6327"/>
                </a:lnTo>
                <a:lnTo>
                  <a:pt x="14235" y="6375"/>
                </a:lnTo>
                <a:lnTo>
                  <a:pt x="14430" y="6448"/>
                </a:lnTo>
                <a:lnTo>
                  <a:pt x="14186" y="6740"/>
                </a:lnTo>
                <a:lnTo>
                  <a:pt x="14016" y="6643"/>
                </a:lnTo>
                <a:lnTo>
                  <a:pt x="13846" y="6546"/>
                </a:lnTo>
                <a:lnTo>
                  <a:pt x="13675" y="6497"/>
                </a:lnTo>
                <a:lnTo>
                  <a:pt x="13481" y="6448"/>
                </a:lnTo>
                <a:lnTo>
                  <a:pt x="14065" y="6254"/>
                </a:lnTo>
                <a:close/>
                <a:moveTo>
                  <a:pt x="5573" y="5451"/>
                </a:moveTo>
                <a:lnTo>
                  <a:pt x="5719" y="5621"/>
                </a:lnTo>
                <a:lnTo>
                  <a:pt x="5840" y="5767"/>
                </a:lnTo>
                <a:lnTo>
                  <a:pt x="5816" y="5767"/>
                </a:lnTo>
                <a:lnTo>
                  <a:pt x="5670" y="5840"/>
                </a:lnTo>
                <a:lnTo>
                  <a:pt x="5548" y="5962"/>
                </a:lnTo>
                <a:lnTo>
                  <a:pt x="5354" y="6205"/>
                </a:lnTo>
                <a:lnTo>
                  <a:pt x="5110" y="6473"/>
                </a:lnTo>
                <a:lnTo>
                  <a:pt x="4989" y="6619"/>
                </a:lnTo>
                <a:lnTo>
                  <a:pt x="4916" y="6765"/>
                </a:lnTo>
                <a:lnTo>
                  <a:pt x="4429" y="6667"/>
                </a:lnTo>
                <a:lnTo>
                  <a:pt x="4551" y="6546"/>
                </a:lnTo>
                <a:lnTo>
                  <a:pt x="4648" y="6424"/>
                </a:lnTo>
                <a:lnTo>
                  <a:pt x="4843" y="6157"/>
                </a:lnTo>
                <a:lnTo>
                  <a:pt x="5159" y="5816"/>
                </a:lnTo>
                <a:lnTo>
                  <a:pt x="5354" y="5646"/>
                </a:lnTo>
                <a:lnTo>
                  <a:pt x="5475" y="5548"/>
                </a:lnTo>
                <a:lnTo>
                  <a:pt x="5548" y="5451"/>
                </a:lnTo>
                <a:close/>
                <a:moveTo>
                  <a:pt x="6035" y="5962"/>
                </a:moveTo>
                <a:lnTo>
                  <a:pt x="6278" y="6254"/>
                </a:lnTo>
                <a:lnTo>
                  <a:pt x="6157" y="6424"/>
                </a:lnTo>
                <a:lnTo>
                  <a:pt x="6011" y="6643"/>
                </a:lnTo>
                <a:lnTo>
                  <a:pt x="5889" y="6862"/>
                </a:lnTo>
                <a:lnTo>
                  <a:pt x="5840" y="6935"/>
                </a:lnTo>
                <a:lnTo>
                  <a:pt x="5840" y="7008"/>
                </a:lnTo>
                <a:lnTo>
                  <a:pt x="5232" y="6838"/>
                </a:lnTo>
                <a:lnTo>
                  <a:pt x="5402" y="6692"/>
                </a:lnTo>
                <a:lnTo>
                  <a:pt x="5548" y="6546"/>
                </a:lnTo>
                <a:lnTo>
                  <a:pt x="5767" y="6278"/>
                </a:lnTo>
                <a:lnTo>
                  <a:pt x="5889" y="6157"/>
                </a:lnTo>
                <a:lnTo>
                  <a:pt x="6011" y="6011"/>
                </a:lnTo>
                <a:lnTo>
                  <a:pt x="6035" y="5962"/>
                </a:lnTo>
                <a:close/>
                <a:moveTo>
                  <a:pt x="7519" y="925"/>
                </a:moveTo>
                <a:lnTo>
                  <a:pt x="7470" y="1120"/>
                </a:lnTo>
                <a:lnTo>
                  <a:pt x="7470" y="1314"/>
                </a:lnTo>
                <a:lnTo>
                  <a:pt x="7470" y="1704"/>
                </a:lnTo>
                <a:lnTo>
                  <a:pt x="7495" y="2093"/>
                </a:lnTo>
                <a:lnTo>
                  <a:pt x="7519" y="2482"/>
                </a:lnTo>
                <a:lnTo>
                  <a:pt x="7592" y="3285"/>
                </a:lnTo>
                <a:lnTo>
                  <a:pt x="7665" y="4234"/>
                </a:lnTo>
                <a:lnTo>
                  <a:pt x="7714" y="5183"/>
                </a:lnTo>
                <a:lnTo>
                  <a:pt x="7714" y="6132"/>
                </a:lnTo>
                <a:lnTo>
                  <a:pt x="7714" y="7081"/>
                </a:lnTo>
                <a:lnTo>
                  <a:pt x="7519" y="6886"/>
                </a:lnTo>
                <a:lnTo>
                  <a:pt x="7324" y="6716"/>
                </a:lnTo>
                <a:lnTo>
                  <a:pt x="7032" y="6473"/>
                </a:lnTo>
                <a:lnTo>
                  <a:pt x="6522" y="5913"/>
                </a:lnTo>
                <a:lnTo>
                  <a:pt x="5986" y="5354"/>
                </a:lnTo>
                <a:lnTo>
                  <a:pt x="5792" y="5159"/>
                </a:lnTo>
                <a:lnTo>
                  <a:pt x="5670" y="5086"/>
                </a:lnTo>
                <a:lnTo>
                  <a:pt x="5573" y="5013"/>
                </a:lnTo>
                <a:lnTo>
                  <a:pt x="5719" y="4721"/>
                </a:lnTo>
                <a:lnTo>
                  <a:pt x="5913" y="4453"/>
                </a:lnTo>
                <a:lnTo>
                  <a:pt x="6278" y="3894"/>
                </a:lnTo>
                <a:lnTo>
                  <a:pt x="6449" y="3626"/>
                </a:lnTo>
                <a:lnTo>
                  <a:pt x="6570" y="3358"/>
                </a:lnTo>
                <a:lnTo>
                  <a:pt x="6692" y="3066"/>
                </a:lnTo>
                <a:lnTo>
                  <a:pt x="6789" y="2774"/>
                </a:lnTo>
                <a:lnTo>
                  <a:pt x="6984" y="2166"/>
                </a:lnTo>
                <a:lnTo>
                  <a:pt x="7203" y="1558"/>
                </a:lnTo>
                <a:lnTo>
                  <a:pt x="7349" y="1217"/>
                </a:lnTo>
                <a:lnTo>
                  <a:pt x="7519" y="925"/>
                </a:lnTo>
                <a:close/>
                <a:moveTo>
                  <a:pt x="6497" y="6497"/>
                </a:moveTo>
                <a:lnTo>
                  <a:pt x="6522" y="6521"/>
                </a:lnTo>
                <a:lnTo>
                  <a:pt x="6716" y="6716"/>
                </a:lnTo>
                <a:lnTo>
                  <a:pt x="6643" y="6765"/>
                </a:lnTo>
                <a:lnTo>
                  <a:pt x="6595" y="6789"/>
                </a:lnTo>
                <a:lnTo>
                  <a:pt x="6497" y="6911"/>
                </a:lnTo>
                <a:lnTo>
                  <a:pt x="6400" y="7008"/>
                </a:lnTo>
                <a:lnTo>
                  <a:pt x="6327" y="7130"/>
                </a:lnTo>
                <a:lnTo>
                  <a:pt x="5986" y="7057"/>
                </a:lnTo>
                <a:lnTo>
                  <a:pt x="6059" y="7008"/>
                </a:lnTo>
                <a:lnTo>
                  <a:pt x="6132" y="6935"/>
                </a:lnTo>
                <a:lnTo>
                  <a:pt x="6254" y="6838"/>
                </a:lnTo>
                <a:lnTo>
                  <a:pt x="6497" y="6497"/>
                </a:lnTo>
                <a:close/>
                <a:moveTo>
                  <a:pt x="13286" y="6521"/>
                </a:moveTo>
                <a:lnTo>
                  <a:pt x="13627" y="6740"/>
                </a:lnTo>
                <a:lnTo>
                  <a:pt x="13967" y="6935"/>
                </a:lnTo>
                <a:lnTo>
                  <a:pt x="13870" y="7032"/>
                </a:lnTo>
                <a:lnTo>
                  <a:pt x="13724" y="7178"/>
                </a:lnTo>
                <a:lnTo>
                  <a:pt x="13578" y="7081"/>
                </a:lnTo>
                <a:lnTo>
                  <a:pt x="13456" y="7032"/>
                </a:lnTo>
                <a:lnTo>
                  <a:pt x="13164" y="6911"/>
                </a:lnTo>
                <a:lnTo>
                  <a:pt x="12897" y="6813"/>
                </a:lnTo>
                <a:lnTo>
                  <a:pt x="12653" y="6716"/>
                </a:lnTo>
                <a:lnTo>
                  <a:pt x="13286" y="6521"/>
                </a:lnTo>
                <a:close/>
                <a:moveTo>
                  <a:pt x="10171" y="5062"/>
                </a:moveTo>
                <a:lnTo>
                  <a:pt x="10220" y="5135"/>
                </a:lnTo>
                <a:lnTo>
                  <a:pt x="10196" y="5159"/>
                </a:lnTo>
                <a:lnTo>
                  <a:pt x="9587" y="5816"/>
                </a:lnTo>
                <a:lnTo>
                  <a:pt x="9003" y="6521"/>
                </a:lnTo>
                <a:lnTo>
                  <a:pt x="8809" y="6716"/>
                </a:lnTo>
                <a:lnTo>
                  <a:pt x="8590" y="6935"/>
                </a:lnTo>
                <a:lnTo>
                  <a:pt x="8371" y="7154"/>
                </a:lnTo>
                <a:lnTo>
                  <a:pt x="8152" y="7373"/>
                </a:lnTo>
                <a:lnTo>
                  <a:pt x="8200" y="6740"/>
                </a:lnTo>
                <a:lnTo>
                  <a:pt x="8444" y="6570"/>
                </a:lnTo>
                <a:lnTo>
                  <a:pt x="8663" y="6400"/>
                </a:lnTo>
                <a:lnTo>
                  <a:pt x="9101" y="6035"/>
                </a:lnTo>
                <a:lnTo>
                  <a:pt x="9660" y="5573"/>
                </a:lnTo>
                <a:lnTo>
                  <a:pt x="9928" y="5329"/>
                </a:lnTo>
                <a:lnTo>
                  <a:pt x="10171" y="5062"/>
                </a:lnTo>
                <a:close/>
                <a:moveTo>
                  <a:pt x="10488" y="5329"/>
                </a:moveTo>
                <a:lnTo>
                  <a:pt x="10731" y="5427"/>
                </a:lnTo>
                <a:lnTo>
                  <a:pt x="10999" y="5500"/>
                </a:lnTo>
                <a:lnTo>
                  <a:pt x="11510" y="5597"/>
                </a:lnTo>
                <a:lnTo>
                  <a:pt x="11850" y="5670"/>
                </a:lnTo>
                <a:lnTo>
                  <a:pt x="12167" y="5694"/>
                </a:lnTo>
                <a:lnTo>
                  <a:pt x="12824" y="5719"/>
                </a:lnTo>
                <a:lnTo>
                  <a:pt x="13529" y="5743"/>
                </a:lnTo>
                <a:lnTo>
                  <a:pt x="14235" y="5792"/>
                </a:lnTo>
                <a:lnTo>
                  <a:pt x="13505" y="6059"/>
                </a:lnTo>
                <a:lnTo>
                  <a:pt x="12799" y="6278"/>
                </a:lnTo>
                <a:lnTo>
                  <a:pt x="11339" y="6692"/>
                </a:lnTo>
                <a:lnTo>
                  <a:pt x="9612" y="7130"/>
                </a:lnTo>
                <a:lnTo>
                  <a:pt x="9149" y="7251"/>
                </a:lnTo>
                <a:lnTo>
                  <a:pt x="8663" y="7373"/>
                </a:lnTo>
                <a:lnTo>
                  <a:pt x="9101" y="6862"/>
                </a:lnTo>
                <a:lnTo>
                  <a:pt x="9758" y="6132"/>
                </a:lnTo>
                <a:lnTo>
                  <a:pt x="10098" y="5767"/>
                </a:lnTo>
                <a:lnTo>
                  <a:pt x="10439" y="5402"/>
                </a:lnTo>
                <a:lnTo>
                  <a:pt x="10488" y="5329"/>
                </a:lnTo>
                <a:close/>
                <a:moveTo>
                  <a:pt x="6862" y="6886"/>
                </a:moveTo>
                <a:lnTo>
                  <a:pt x="7349" y="7422"/>
                </a:lnTo>
                <a:lnTo>
                  <a:pt x="7349" y="7422"/>
                </a:lnTo>
                <a:lnTo>
                  <a:pt x="6570" y="7203"/>
                </a:lnTo>
                <a:lnTo>
                  <a:pt x="6668" y="7105"/>
                </a:lnTo>
                <a:lnTo>
                  <a:pt x="6765" y="7008"/>
                </a:lnTo>
                <a:lnTo>
                  <a:pt x="6862" y="6911"/>
                </a:lnTo>
                <a:lnTo>
                  <a:pt x="6862" y="6886"/>
                </a:lnTo>
                <a:close/>
                <a:moveTo>
                  <a:pt x="12386" y="6789"/>
                </a:moveTo>
                <a:lnTo>
                  <a:pt x="12483" y="6911"/>
                </a:lnTo>
                <a:lnTo>
                  <a:pt x="12629" y="7008"/>
                </a:lnTo>
                <a:lnTo>
                  <a:pt x="12775" y="7105"/>
                </a:lnTo>
                <a:lnTo>
                  <a:pt x="12921" y="7178"/>
                </a:lnTo>
                <a:lnTo>
                  <a:pt x="13432" y="7422"/>
                </a:lnTo>
                <a:lnTo>
                  <a:pt x="13140" y="7641"/>
                </a:lnTo>
                <a:lnTo>
                  <a:pt x="12970" y="7543"/>
                </a:lnTo>
                <a:lnTo>
                  <a:pt x="12799" y="7470"/>
                </a:lnTo>
                <a:lnTo>
                  <a:pt x="12483" y="7349"/>
                </a:lnTo>
                <a:lnTo>
                  <a:pt x="12045" y="7154"/>
                </a:lnTo>
                <a:lnTo>
                  <a:pt x="11826" y="7057"/>
                </a:lnTo>
                <a:lnTo>
                  <a:pt x="11607" y="7008"/>
                </a:lnTo>
                <a:lnTo>
                  <a:pt x="12386" y="6789"/>
                </a:lnTo>
                <a:close/>
                <a:moveTo>
                  <a:pt x="11461" y="7057"/>
                </a:moveTo>
                <a:lnTo>
                  <a:pt x="11534" y="7154"/>
                </a:lnTo>
                <a:lnTo>
                  <a:pt x="11631" y="7251"/>
                </a:lnTo>
                <a:lnTo>
                  <a:pt x="11850" y="7397"/>
                </a:lnTo>
                <a:lnTo>
                  <a:pt x="12069" y="7519"/>
                </a:lnTo>
                <a:lnTo>
                  <a:pt x="12313" y="7641"/>
                </a:lnTo>
                <a:lnTo>
                  <a:pt x="12532" y="7762"/>
                </a:lnTo>
                <a:lnTo>
                  <a:pt x="12799" y="7908"/>
                </a:lnTo>
                <a:lnTo>
                  <a:pt x="12483" y="8152"/>
                </a:lnTo>
                <a:lnTo>
                  <a:pt x="12410" y="8054"/>
                </a:lnTo>
                <a:lnTo>
                  <a:pt x="12337" y="7981"/>
                </a:lnTo>
                <a:lnTo>
                  <a:pt x="12240" y="7908"/>
                </a:lnTo>
                <a:lnTo>
                  <a:pt x="12118" y="7860"/>
                </a:lnTo>
                <a:lnTo>
                  <a:pt x="11875" y="7762"/>
                </a:lnTo>
                <a:lnTo>
                  <a:pt x="11656" y="7689"/>
                </a:lnTo>
                <a:lnTo>
                  <a:pt x="11145" y="7470"/>
                </a:lnTo>
                <a:lnTo>
                  <a:pt x="10901" y="7349"/>
                </a:lnTo>
                <a:lnTo>
                  <a:pt x="10634" y="7251"/>
                </a:lnTo>
                <a:lnTo>
                  <a:pt x="11437" y="7057"/>
                </a:lnTo>
                <a:close/>
                <a:moveTo>
                  <a:pt x="10439" y="7324"/>
                </a:moveTo>
                <a:lnTo>
                  <a:pt x="10512" y="7422"/>
                </a:lnTo>
                <a:lnTo>
                  <a:pt x="10609" y="7495"/>
                </a:lnTo>
                <a:lnTo>
                  <a:pt x="10828" y="7665"/>
                </a:lnTo>
                <a:lnTo>
                  <a:pt x="11047" y="7787"/>
                </a:lnTo>
                <a:lnTo>
                  <a:pt x="11291" y="7884"/>
                </a:lnTo>
                <a:lnTo>
                  <a:pt x="11996" y="8176"/>
                </a:lnTo>
                <a:lnTo>
                  <a:pt x="12167" y="8249"/>
                </a:lnTo>
                <a:lnTo>
                  <a:pt x="12215" y="8273"/>
                </a:lnTo>
                <a:lnTo>
                  <a:pt x="12288" y="8298"/>
                </a:lnTo>
                <a:lnTo>
                  <a:pt x="11996" y="8541"/>
                </a:lnTo>
                <a:lnTo>
                  <a:pt x="11972" y="8541"/>
                </a:lnTo>
                <a:lnTo>
                  <a:pt x="11583" y="8444"/>
                </a:lnTo>
                <a:lnTo>
                  <a:pt x="11218" y="8322"/>
                </a:lnTo>
                <a:lnTo>
                  <a:pt x="10853" y="8152"/>
                </a:lnTo>
                <a:lnTo>
                  <a:pt x="10512" y="7957"/>
                </a:lnTo>
                <a:lnTo>
                  <a:pt x="10098" y="7714"/>
                </a:lnTo>
                <a:lnTo>
                  <a:pt x="9879" y="7592"/>
                </a:lnTo>
                <a:lnTo>
                  <a:pt x="9660" y="7495"/>
                </a:lnTo>
                <a:lnTo>
                  <a:pt x="10439" y="7324"/>
                </a:lnTo>
                <a:close/>
                <a:moveTo>
                  <a:pt x="8225" y="8103"/>
                </a:moveTo>
                <a:lnTo>
                  <a:pt x="8638" y="8249"/>
                </a:lnTo>
                <a:lnTo>
                  <a:pt x="9028" y="8419"/>
                </a:lnTo>
                <a:lnTo>
                  <a:pt x="8930" y="8517"/>
                </a:lnTo>
                <a:lnTo>
                  <a:pt x="8784" y="8638"/>
                </a:lnTo>
                <a:lnTo>
                  <a:pt x="8711" y="8711"/>
                </a:lnTo>
                <a:lnTo>
                  <a:pt x="8687" y="8784"/>
                </a:lnTo>
                <a:lnTo>
                  <a:pt x="8225" y="8103"/>
                </a:lnTo>
                <a:close/>
                <a:moveTo>
                  <a:pt x="7689" y="8663"/>
                </a:moveTo>
                <a:lnTo>
                  <a:pt x="7714" y="9003"/>
                </a:lnTo>
                <a:lnTo>
                  <a:pt x="7689" y="9003"/>
                </a:lnTo>
                <a:lnTo>
                  <a:pt x="7519" y="8930"/>
                </a:lnTo>
                <a:lnTo>
                  <a:pt x="7665" y="8687"/>
                </a:lnTo>
                <a:lnTo>
                  <a:pt x="7689" y="8663"/>
                </a:lnTo>
                <a:close/>
                <a:moveTo>
                  <a:pt x="9344" y="7592"/>
                </a:moveTo>
                <a:lnTo>
                  <a:pt x="9612" y="7787"/>
                </a:lnTo>
                <a:lnTo>
                  <a:pt x="9904" y="7981"/>
                </a:lnTo>
                <a:lnTo>
                  <a:pt x="10463" y="8322"/>
                </a:lnTo>
                <a:lnTo>
                  <a:pt x="10755" y="8492"/>
                </a:lnTo>
                <a:lnTo>
                  <a:pt x="11047" y="8638"/>
                </a:lnTo>
                <a:lnTo>
                  <a:pt x="11364" y="8760"/>
                </a:lnTo>
                <a:lnTo>
                  <a:pt x="11680" y="8833"/>
                </a:lnTo>
                <a:lnTo>
                  <a:pt x="11510" y="9003"/>
                </a:lnTo>
                <a:lnTo>
                  <a:pt x="11485" y="9028"/>
                </a:lnTo>
                <a:lnTo>
                  <a:pt x="10463" y="8565"/>
                </a:lnTo>
                <a:lnTo>
                  <a:pt x="9952" y="8371"/>
                </a:lnTo>
                <a:lnTo>
                  <a:pt x="9417" y="8176"/>
                </a:lnTo>
                <a:lnTo>
                  <a:pt x="8979" y="7981"/>
                </a:lnTo>
                <a:lnTo>
                  <a:pt x="8736" y="7884"/>
                </a:lnTo>
                <a:lnTo>
                  <a:pt x="8468" y="7811"/>
                </a:lnTo>
                <a:lnTo>
                  <a:pt x="8906" y="7714"/>
                </a:lnTo>
                <a:lnTo>
                  <a:pt x="9344" y="7592"/>
                </a:lnTo>
                <a:close/>
                <a:moveTo>
                  <a:pt x="9368" y="8565"/>
                </a:moveTo>
                <a:lnTo>
                  <a:pt x="9733" y="8687"/>
                </a:lnTo>
                <a:lnTo>
                  <a:pt x="9660" y="8760"/>
                </a:lnTo>
                <a:lnTo>
                  <a:pt x="9198" y="9076"/>
                </a:lnTo>
                <a:lnTo>
                  <a:pt x="9101" y="9149"/>
                </a:lnTo>
                <a:lnTo>
                  <a:pt x="9003" y="9247"/>
                </a:lnTo>
                <a:lnTo>
                  <a:pt x="8760" y="8906"/>
                </a:lnTo>
                <a:lnTo>
                  <a:pt x="8784" y="8906"/>
                </a:lnTo>
                <a:lnTo>
                  <a:pt x="8930" y="8809"/>
                </a:lnTo>
                <a:lnTo>
                  <a:pt x="9052" y="8711"/>
                </a:lnTo>
                <a:lnTo>
                  <a:pt x="9174" y="8638"/>
                </a:lnTo>
                <a:lnTo>
                  <a:pt x="9344" y="8590"/>
                </a:lnTo>
                <a:lnTo>
                  <a:pt x="9368" y="8565"/>
                </a:lnTo>
                <a:close/>
                <a:moveTo>
                  <a:pt x="828" y="6181"/>
                </a:moveTo>
                <a:lnTo>
                  <a:pt x="1168" y="6302"/>
                </a:lnTo>
                <a:lnTo>
                  <a:pt x="1533" y="6400"/>
                </a:lnTo>
                <a:lnTo>
                  <a:pt x="2239" y="6546"/>
                </a:lnTo>
                <a:lnTo>
                  <a:pt x="2507" y="6570"/>
                </a:lnTo>
                <a:lnTo>
                  <a:pt x="2750" y="6594"/>
                </a:lnTo>
                <a:lnTo>
                  <a:pt x="3018" y="6619"/>
                </a:lnTo>
                <a:lnTo>
                  <a:pt x="3285" y="6643"/>
                </a:lnTo>
                <a:lnTo>
                  <a:pt x="4356" y="6911"/>
                </a:lnTo>
                <a:lnTo>
                  <a:pt x="5159" y="7081"/>
                </a:lnTo>
                <a:lnTo>
                  <a:pt x="5938" y="7300"/>
                </a:lnTo>
                <a:lnTo>
                  <a:pt x="7519" y="7762"/>
                </a:lnTo>
                <a:lnTo>
                  <a:pt x="6546" y="8273"/>
                </a:lnTo>
                <a:lnTo>
                  <a:pt x="5548" y="8736"/>
                </a:lnTo>
                <a:lnTo>
                  <a:pt x="4697" y="9076"/>
                </a:lnTo>
                <a:lnTo>
                  <a:pt x="4453" y="9198"/>
                </a:lnTo>
                <a:lnTo>
                  <a:pt x="4332" y="9271"/>
                </a:lnTo>
                <a:lnTo>
                  <a:pt x="4234" y="9368"/>
                </a:lnTo>
                <a:lnTo>
                  <a:pt x="4210" y="9320"/>
                </a:lnTo>
                <a:lnTo>
                  <a:pt x="3991" y="9003"/>
                </a:lnTo>
                <a:lnTo>
                  <a:pt x="3748" y="8687"/>
                </a:lnTo>
                <a:lnTo>
                  <a:pt x="3456" y="8395"/>
                </a:lnTo>
                <a:lnTo>
                  <a:pt x="3164" y="8127"/>
                </a:lnTo>
                <a:lnTo>
                  <a:pt x="2531" y="7616"/>
                </a:lnTo>
                <a:lnTo>
                  <a:pt x="2239" y="7373"/>
                </a:lnTo>
                <a:lnTo>
                  <a:pt x="1947" y="7105"/>
                </a:lnTo>
                <a:lnTo>
                  <a:pt x="1728" y="6911"/>
                </a:lnTo>
                <a:lnTo>
                  <a:pt x="1485" y="6716"/>
                </a:lnTo>
                <a:lnTo>
                  <a:pt x="1047" y="6375"/>
                </a:lnTo>
                <a:lnTo>
                  <a:pt x="828" y="6181"/>
                </a:lnTo>
                <a:close/>
                <a:moveTo>
                  <a:pt x="10098" y="8833"/>
                </a:moveTo>
                <a:lnTo>
                  <a:pt x="10658" y="9076"/>
                </a:lnTo>
                <a:lnTo>
                  <a:pt x="10366" y="9247"/>
                </a:lnTo>
                <a:lnTo>
                  <a:pt x="10098" y="9393"/>
                </a:lnTo>
                <a:lnTo>
                  <a:pt x="9758" y="9612"/>
                </a:lnTo>
                <a:lnTo>
                  <a:pt x="9612" y="9758"/>
                </a:lnTo>
                <a:lnTo>
                  <a:pt x="9466" y="9904"/>
                </a:lnTo>
                <a:lnTo>
                  <a:pt x="9125" y="9417"/>
                </a:lnTo>
                <a:lnTo>
                  <a:pt x="9198" y="9393"/>
                </a:lnTo>
                <a:lnTo>
                  <a:pt x="9271" y="9368"/>
                </a:lnTo>
                <a:lnTo>
                  <a:pt x="9417" y="9271"/>
                </a:lnTo>
                <a:lnTo>
                  <a:pt x="9660" y="9101"/>
                </a:lnTo>
                <a:lnTo>
                  <a:pt x="10098" y="8857"/>
                </a:lnTo>
                <a:lnTo>
                  <a:pt x="10098" y="8833"/>
                </a:lnTo>
                <a:close/>
                <a:moveTo>
                  <a:pt x="7324" y="9174"/>
                </a:moveTo>
                <a:lnTo>
                  <a:pt x="7446" y="9222"/>
                </a:lnTo>
                <a:lnTo>
                  <a:pt x="7519" y="9295"/>
                </a:lnTo>
                <a:lnTo>
                  <a:pt x="7738" y="9393"/>
                </a:lnTo>
                <a:lnTo>
                  <a:pt x="7738" y="9855"/>
                </a:lnTo>
                <a:lnTo>
                  <a:pt x="7738" y="10001"/>
                </a:lnTo>
                <a:lnTo>
                  <a:pt x="7495" y="9855"/>
                </a:lnTo>
                <a:lnTo>
                  <a:pt x="7251" y="9733"/>
                </a:lnTo>
                <a:lnTo>
                  <a:pt x="7105" y="9685"/>
                </a:lnTo>
                <a:lnTo>
                  <a:pt x="6984" y="9660"/>
                </a:lnTo>
                <a:lnTo>
                  <a:pt x="7324" y="9174"/>
                </a:lnTo>
                <a:close/>
                <a:moveTo>
                  <a:pt x="6911" y="9758"/>
                </a:moveTo>
                <a:lnTo>
                  <a:pt x="7008" y="9879"/>
                </a:lnTo>
                <a:lnTo>
                  <a:pt x="7130" y="10001"/>
                </a:lnTo>
                <a:lnTo>
                  <a:pt x="7373" y="10196"/>
                </a:lnTo>
                <a:lnTo>
                  <a:pt x="7543" y="10317"/>
                </a:lnTo>
                <a:lnTo>
                  <a:pt x="7762" y="10415"/>
                </a:lnTo>
                <a:lnTo>
                  <a:pt x="7762" y="10926"/>
                </a:lnTo>
                <a:lnTo>
                  <a:pt x="7470" y="10707"/>
                </a:lnTo>
                <a:lnTo>
                  <a:pt x="7203" y="10488"/>
                </a:lnTo>
                <a:lnTo>
                  <a:pt x="7057" y="10415"/>
                </a:lnTo>
                <a:lnTo>
                  <a:pt x="6911" y="10317"/>
                </a:lnTo>
                <a:lnTo>
                  <a:pt x="6741" y="10269"/>
                </a:lnTo>
                <a:lnTo>
                  <a:pt x="6570" y="10244"/>
                </a:lnTo>
                <a:lnTo>
                  <a:pt x="6911" y="9758"/>
                </a:lnTo>
                <a:close/>
                <a:moveTo>
                  <a:pt x="11072" y="9271"/>
                </a:moveTo>
                <a:lnTo>
                  <a:pt x="11291" y="9368"/>
                </a:lnTo>
                <a:lnTo>
                  <a:pt x="11266" y="9490"/>
                </a:lnTo>
                <a:lnTo>
                  <a:pt x="11266" y="9612"/>
                </a:lnTo>
                <a:lnTo>
                  <a:pt x="11096" y="9685"/>
                </a:lnTo>
                <a:lnTo>
                  <a:pt x="10950" y="9782"/>
                </a:lnTo>
                <a:lnTo>
                  <a:pt x="10658" y="9977"/>
                </a:lnTo>
                <a:lnTo>
                  <a:pt x="10293" y="10220"/>
                </a:lnTo>
                <a:lnTo>
                  <a:pt x="10123" y="10366"/>
                </a:lnTo>
                <a:lnTo>
                  <a:pt x="10050" y="10439"/>
                </a:lnTo>
                <a:lnTo>
                  <a:pt x="10001" y="10536"/>
                </a:lnTo>
                <a:lnTo>
                  <a:pt x="10001" y="10585"/>
                </a:lnTo>
                <a:lnTo>
                  <a:pt x="10025" y="10609"/>
                </a:lnTo>
                <a:lnTo>
                  <a:pt x="10123" y="10609"/>
                </a:lnTo>
                <a:lnTo>
                  <a:pt x="10220" y="10585"/>
                </a:lnTo>
                <a:lnTo>
                  <a:pt x="10390" y="10512"/>
                </a:lnTo>
                <a:lnTo>
                  <a:pt x="10561" y="10390"/>
                </a:lnTo>
                <a:lnTo>
                  <a:pt x="10731" y="10269"/>
                </a:lnTo>
                <a:lnTo>
                  <a:pt x="10999" y="10074"/>
                </a:lnTo>
                <a:lnTo>
                  <a:pt x="11291" y="9904"/>
                </a:lnTo>
                <a:lnTo>
                  <a:pt x="11339" y="10171"/>
                </a:lnTo>
                <a:lnTo>
                  <a:pt x="11412" y="10390"/>
                </a:lnTo>
                <a:lnTo>
                  <a:pt x="11145" y="10488"/>
                </a:lnTo>
                <a:lnTo>
                  <a:pt x="10877" y="10634"/>
                </a:lnTo>
                <a:lnTo>
                  <a:pt x="10731" y="10682"/>
                </a:lnTo>
                <a:lnTo>
                  <a:pt x="10561" y="10804"/>
                </a:lnTo>
                <a:lnTo>
                  <a:pt x="10415" y="10926"/>
                </a:lnTo>
                <a:lnTo>
                  <a:pt x="10342" y="10999"/>
                </a:lnTo>
                <a:lnTo>
                  <a:pt x="10317" y="11072"/>
                </a:lnTo>
                <a:lnTo>
                  <a:pt x="9879" y="10463"/>
                </a:lnTo>
                <a:lnTo>
                  <a:pt x="9587" y="10050"/>
                </a:lnTo>
                <a:lnTo>
                  <a:pt x="9733" y="10001"/>
                </a:lnTo>
                <a:lnTo>
                  <a:pt x="9904" y="9928"/>
                </a:lnTo>
                <a:lnTo>
                  <a:pt x="10196" y="9758"/>
                </a:lnTo>
                <a:lnTo>
                  <a:pt x="10634" y="9514"/>
                </a:lnTo>
                <a:lnTo>
                  <a:pt x="11047" y="9295"/>
                </a:lnTo>
                <a:lnTo>
                  <a:pt x="11072" y="9271"/>
                </a:lnTo>
                <a:close/>
                <a:moveTo>
                  <a:pt x="11534" y="10780"/>
                </a:moveTo>
                <a:lnTo>
                  <a:pt x="11656" y="11193"/>
                </a:lnTo>
                <a:lnTo>
                  <a:pt x="11631" y="11193"/>
                </a:lnTo>
                <a:lnTo>
                  <a:pt x="11437" y="11364"/>
                </a:lnTo>
                <a:lnTo>
                  <a:pt x="11218" y="11510"/>
                </a:lnTo>
                <a:lnTo>
                  <a:pt x="11023" y="11631"/>
                </a:lnTo>
                <a:lnTo>
                  <a:pt x="10828" y="11753"/>
                </a:lnTo>
                <a:lnTo>
                  <a:pt x="10804" y="11777"/>
                </a:lnTo>
                <a:lnTo>
                  <a:pt x="10439" y="11242"/>
                </a:lnTo>
                <a:lnTo>
                  <a:pt x="10512" y="11242"/>
                </a:lnTo>
                <a:lnTo>
                  <a:pt x="10585" y="11218"/>
                </a:lnTo>
                <a:lnTo>
                  <a:pt x="10731" y="11145"/>
                </a:lnTo>
                <a:lnTo>
                  <a:pt x="10999" y="10974"/>
                </a:lnTo>
                <a:lnTo>
                  <a:pt x="11534" y="10780"/>
                </a:lnTo>
                <a:close/>
                <a:moveTo>
                  <a:pt x="6522" y="10342"/>
                </a:moveTo>
                <a:lnTo>
                  <a:pt x="6668" y="10439"/>
                </a:lnTo>
                <a:lnTo>
                  <a:pt x="6838" y="10561"/>
                </a:lnTo>
                <a:lnTo>
                  <a:pt x="7105" y="10853"/>
                </a:lnTo>
                <a:lnTo>
                  <a:pt x="7251" y="10999"/>
                </a:lnTo>
                <a:lnTo>
                  <a:pt x="7397" y="11120"/>
                </a:lnTo>
                <a:lnTo>
                  <a:pt x="7568" y="11218"/>
                </a:lnTo>
                <a:lnTo>
                  <a:pt x="7738" y="11291"/>
                </a:lnTo>
                <a:lnTo>
                  <a:pt x="7762" y="11291"/>
                </a:lnTo>
                <a:lnTo>
                  <a:pt x="7762" y="12021"/>
                </a:lnTo>
                <a:lnTo>
                  <a:pt x="7665" y="11948"/>
                </a:lnTo>
                <a:lnTo>
                  <a:pt x="7568" y="11875"/>
                </a:lnTo>
                <a:lnTo>
                  <a:pt x="7397" y="11704"/>
                </a:lnTo>
                <a:lnTo>
                  <a:pt x="7057" y="11364"/>
                </a:lnTo>
                <a:lnTo>
                  <a:pt x="6862" y="11193"/>
                </a:lnTo>
                <a:lnTo>
                  <a:pt x="6619" y="11072"/>
                </a:lnTo>
                <a:lnTo>
                  <a:pt x="6376" y="10999"/>
                </a:lnTo>
                <a:lnTo>
                  <a:pt x="6132" y="10926"/>
                </a:lnTo>
                <a:lnTo>
                  <a:pt x="6522" y="10342"/>
                </a:lnTo>
                <a:close/>
                <a:moveTo>
                  <a:pt x="11753" y="11510"/>
                </a:moveTo>
                <a:lnTo>
                  <a:pt x="11826" y="11802"/>
                </a:lnTo>
                <a:lnTo>
                  <a:pt x="11704" y="11826"/>
                </a:lnTo>
                <a:lnTo>
                  <a:pt x="11607" y="11899"/>
                </a:lnTo>
                <a:lnTo>
                  <a:pt x="11412" y="12021"/>
                </a:lnTo>
                <a:lnTo>
                  <a:pt x="11291" y="12167"/>
                </a:lnTo>
                <a:lnTo>
                  <a:pt x="11218" y="12240"/>
                </a:lnTo>
                <a:lnTo>
                  <a:pt x="11193" y="12313"/>
                </a:lnTo>
                <a:lnTo>
                  <a:pt x="10901" y="11899"/>
                </a:lnTo>
                <a:lnTo>
                  <a:pt x="11120" y="11850"/>
                </a:lnTo>
                <a:lnTo>
                  <a:pt x="11339" y="11777"/>
                </a:lnTo>
                <a:lnTo>
                  <a:pt x="11558" y="11656"/>
                </a:lnTo>
                <a:lnTo>
                  <a:pt x="11753" y="11510"/>
                </a:lnTo>
                <a:close/>
                <a:moveTo>
                  <a:pt x="6059" y="11047"/>
                </a:moveTo>
                <a:lnTo>
                  <a:pt x="6303" y="11218"/>
                </a:lnTo>
                <a:lnTo>
                  <a:pt x="6546" y="11388"/>
                </a:lnTo>
                <a:lnTo>
                  <a:pt x="6789" y="11583"/>
                </a:lnTo>
                <a:lnTo>
                  <a:pt x="6984" y="11802"/>
                </a:lnTo>
                <a:lnTo>
                  <a:pt x="7251" y="12069"/>
                </a:lnTo>
                <a:lnTo>
                  <a:pt x="7397" y="12215"/>
                </a:lnTo>
                <a:lnTo>
                  <a:pt x="7543" y="12313"/>
                </a:lnTo>
                <a:lnTo>
                  <a:pt x="7276" y="12459"/>
                </a:lnTo>
                <a:lnTo>
                  <a:pt x="7154" y="12386"/>
                </a:lnTo>
                <a:lnTo>
                  <a:pt x="7008" y="12337"/>
                </a:lnTo>
                <a:lnTo>
                  <a:pt x="6765" y="12215"/>
                </a:lnTo>
                <a:lnTo>
                  <a:pt x="6522" y="12069"/>
                </a:lnTo>
                <a:lnTo>
                  <a:pt x="6327" y="11948"/>
                </a:lnTo>
                <a:lnTo>
                  <a:pt x="6157" y="11802"/>
                </a:lnTo>
                <a:lnTo>
                  <a:pt x="5962" y="11656"/>
                </a:lnTo>
                <a:lnTo>
                  <a:pt x="5767" y="11534"/>
                </a:lnTo>
                <a:lnTo>
                  <a:pt x="6059" y="11047"/>
                </a:lnTo>
                <a:close/>
                <a:moveTo>
                  <a:pt x="5670" y="11680"/>
                </a:moveTo>
                <a:lnTo>
                  <a:pt x="5719" y="11777"/>
                </a:lnTo>
                <a:lnTo>
                  <a:pt x="5792" y="11850"/>
                </a:lnTo>
                <a:lnTo>
                  <a:pt x="5938" y="12021"/>
                </a:lnTo>
                <a:lnTo>
                  <a:pt x="6108" y="12167"/>
                </a:lnTo>
                <a:lnTo>
                  <a:pt x="6278" y="12288"/>
                </a:lnTo>
                <a:lnTo>
                  <a:pt x="6546" y="12483"/>
                </a:lnTo>
                <a:lnTo>
                  <a:pt x="6716" y="12580"/>
                </a:lnTo>
                <a:lnTo>
                  <a:pt x="6887" y="12678"/>
                </a:lnTo>
                <a:lnTo>
                  <a:pt x="6522" y="12848"/>
                </a:lnTo>
                <a:lnTo>
                  <a:pt x="6230" y="12653"/>
                </a:lnTo>
                <a:lnTo>
                  <a:pt x="5938" y="12434"/>
                </a:lnTo>
                <a:lnTo>
                  <a:pt x="5694" y="12215"/>
                </a:lnTo>
                <a:lnTo>
                  <a:pt x="5475" y="12021"/>
                </a:lnTo>
                <a:lnTo>
                  <a:pt x="5621" y="11777"/>
                </a:lnTo>
                <a:lnTo>
                  <a:pt x="5670" y="11680"/>
                </a:lnTo>
                <a:close/>
                <a:moveTo>
                  <a:pt x="11899" y="12094"/>
                </a:moveTo>
                <a:lnTo>
                  <a:pt x="12021" y="12605"/>
                </a:lnTo>
                <a:lnTo>
                  <a:pt x="11899" y="12726"/>
                </a:lnTo>
                <a:lnTo>
                  <a:pt x="11777" y="12848"/>
                </a:lnTo>
                <a:lnTo>
                  <a:pt x="11729" y="12921"/>
                </a:lnTo>
                <a:lnTo>
                  <a:pt x="11680" y="12994"/>
                </a:lnTo>
                <a:lnTo>
                  <a:pt x="11680" y="13018"/>
                </a:lnTo>
                <a:lnTo>
                  <a:pt x="11266" y="12434"/>
                </a:lnTo>
                <a:lnTo>
                  <a:pt x="11412" y="12386"/>
                </a:lnTo>
                <a:lnTo>
                  <a:pt x="11558" y="12313"/>
                </a:lnTo>
                <a:lnTo>
                  <a:pt x="11729" y="12215"/>
                </a:lnTo>
                <a:lnTo>
                  <a:pt x="11899" y="12094"/>
                </a:lnTo>
                <a:close/>
                <a:moveTo>
                  <a:pt x="5329" y="12240"/>
                </a:moveTo>
                <a:lnTo>
                  <a:pt x="5402" y="12361"/>
                </a:lnTo>
                <a:lnTo>
                  <a:pt x="5500" y="12483"/>
                </a:lnTo>
                <a:lnTo>
                  <a:pt x="5670" y="12678"/>
                </a:lnTo>
                <a:lnTo>
                  <a:pt x="5913" y="12897"/>
                </a:lnTo>
                <a:lnTo>
                  <a:pt x="6157" y="13067"/>
                </a:lnTo>
                <a:lnTo>
                  <a:pt x="5743" y="13335"/>
                </a:lnTo>
                <a:lnTo>
                  <a:pt x="5646" y="13310"/>
                </a:lnTo>
                <a:lnTo>
                  <a:pt x="5475" y="13237"/>
                </a:lnTo>
                <a:lnTo>
                  <a:pt x="5305" y="13164"/>
                </a:lnTo>
                <a:lnTo>
                  <a:pt x="5135" y="13043"/>
                </a:lnTo>
                <a:lnTo>
                  <a:pt x="4940" y="12970"/>
                </a:lnTo>
                <a:lnTo>
                  <a:pt x="4891" y="12945"/>
                </a:lnTo>
                <a:lnTo>
                  <a:pt x="5110" y="12605"/>
                </a:lnTo>
                <a:lnTo>
                  <a:pt x="5329" y="12240"/>
                </a:lnTo>
                <a:close/>
                <a:moveTo>
                  <a:pt x="12094" y="13043"/>
                </a:moveTo>
                <a:lnTo>
                  <a:pt x="12215" y="13748"/>
                </a:lnTo>
                <a:lnTo>
                  <a:pt x="11802" y="13189"/>
                </a:lnTo>
                <a:lnTo>
                  <a:pt x="11850" y="13189"/>
                </a:lnTo>
                <a:lnTo>
                  <a:pt x="11923" y="13164"/>
                </a:lnTo>
                <a:lnTo>
                  <a:pt x="11972" y="13140"/>
                </a:lnTo>
                <a:lnTo>
                  <a:pt x="12094" y="13043"/>
                </a:lnTo>
                <a:close/>
                <a:moveTo>
                  <a:pt x="4745" y="13140"/>
                </a:moveTo>
                <a:lnTo>
                  <a:pt x="4891" y="13310"/>
                </a:lnTo>
                <a:lnTo>
                  <a:pt x="5062" y="13456"/>
                </a:lnTo>
                <a:lnTo>
                  <a:pt x="5305" y="13602"/>
                </a:lnTo>
                <a:lnTo>
                  <a:pt x="4964" y="13846"/>
                </a:lnTo>
                <a:lnTo>
                  <a:pt x="4891" y="13773"/>
                </a:lnTo>
                <a:lnTo>
                  <a:pt x="4818" y="13700"/>
                </a:lnTo>
                <a:lnTo>
                  <a:pt x="4648" y="13627"/>
                </a:lnTo>
                <a:lnTo>
                  <a:pt x="4551" y="13554"/>
                </a:lnTo>
                <a:lnTo>
                  <a:pt x="4405" y="13529"/>
                </a:lnTo>
                <a:lnTo>
                  <a:pt x="4575" y="13335"/>
                </a:lnTo>
                <a:lnTo>
                  <a:pt x="4745" y="13140"/>
                </a:lnTo>
                <a:close/>
                <a:moveTo>
                  <a:pt x="8200" y="8833"/>
                </a:moveTo>
                <a:lnTo>
                  <a:pt x="8371" y="9076"/>
                </a:lnTo>
                <a:lnTo>
                  <a:pt x="8663" y="9514"/>
                </a:lnTo>
                <a:lnTo>
                  <a:pt x="8979" y="9928"/>
                </a:lnTo>
                <a:lnTo>
                  <a:pt x="9587" y="10780"/>
                </a:lnTo>
                <a:lnTo>
                  <a:pt x="10171" y="11583"/>
                </a:lnTo>
                <a:lnTo>
                  <a:pt x="10731" y="12410"/>
                </a:lnTo>
                <a:lnTo>
                  <a:pt x="11291" y="13213"/>
                </a:lnTo>
                <a:lnTo>
                  <a:pt x="11850" y="13992"/>
                </a:lnTo>
                <a:lnTo>
                  <a:pt x="11729" y="13943"/>
                </a:lnTo>
                <a:lnTo>
                  <a:pt x="11072" y="13554"/>
                </a:lnTo>
                <a:lnTo>
                  <a:pt x="10415" y="13189"/>
                </a:lnTo>
                <a:lnTo>
                  <a:pt x="9831" y="12921"/>
                </a:lnTo>
                <a:lnTo>
                  <a:pt x="9539" y="12799"/>
                </a:lnTo>
                <a:lnTo>
                  <a:pt x="9222" y="12678"/>
                </a:lnTo>
                <a:lnTo>
                  <a:pt x="8760" y="12507"/>
                </a:lnTo>
                <a:lnTo>
                  <a:pt x="8517" y="12410"/>
                </a:lnTo>
                <a:lnTo>
                  <a:pt x="8273" y="12337"/>
                </a:lnTo>
                <a:lnTo>
                  <a:pt x="8273" y="12288"/>
                </a:lnTo>
                <a:lnTo>
                  <a:pt x="8322" y="11996"/>
                </a:lnTo>
                <a:lnTo>
                  <a:pt x="8346" y="11680"/>
                </a:lnTo>
                <a:lnTo>
                  <a:pt x="8346" y="11388"/>
                </a:lnTo>
                <a:lnTo>
                  <a:pt x="8322" y="11072"/>
                </a:lnTo>
                <a:lnTo>
                  <a:pt x="8273" y="10463"/>
                </a:lnTo>
                <a:lnTo>
                  <a:pt x="8225" y="9855"/>
                </a:lnTo>
                <a:lnTo>
                  <a:pt x="8200" y="8833"/>
                </a:lnTo>
                <a:close/>
                <a:moveTo>
                  <a:pt x="7324" y="8346"/>
                </a:moveTo>
                <a:lnTo>
                  <a:pt x="6935" y="8906"/>
                </a:lnTo>
                <a:lnTo>
                  <a:pt x="6570" y="9441"/>
                </a:lnTo>
                <a:lnTo>
                  <a:pt x="5962" y="10439"/>
                </a:lnTo>
                <a:lnTo>
                  <a:pt x="5354" y="11437"/>
                </a:lnTo>
                <a:lnTo>
                  <a:pt x="4818" y="12386"/>
                </a:lnTo>
                <a:lnTo>
                  <a:pt x="4502" y="12848"/>
                </a:lnTo>
                <a:lnTo>
                  <a:pt x="4356" y="13067"/>
                </a:lnTo>
                <a:lnTo>
                  <a:pt x="4161" y="13286"/>
                </a:lnTo>
                <a:lnTo>
                  <a:pt x="3967" y="13529"/>
                </a:lnTo>
                <a:lnTo>
                  <a:pt x="3796" y="13773"/>
                </a:lnTo>
                <a:lnTo>
                  <a:pt x="3650" y="14040"/>
                </a:lnTo>
                <a:lnTo>
                  <a:pt x="3504" y="14308"/>
                </a:lnTo>
                <a:lnTo>
                  <a:pt x="3577" y="13578"/>
                </a:lnTo>
                <a:lnTo>
                  <a:pt x="3699" y="12897"/>
                </a:lnTo>
                <a:lnTo>
                  <a:pt x="3821" y="12215"/>
                </a:lnTo>
                <a:lnTo>
                  <a:pt x="3967" y="11558"/>
                </a:lnTo>
                <a:lnTo>
                  <a:pt x="4113" y="10926"/>
                </a:lnTo>
                <a:lnTo>
                  <a:pt x="4234" y="10269"/>
                </a:lnTo>
                <a:lnTo>
                  <a:pt x="4332" y="9612"/>
                </a:lnTo>
                <a:lnTo>
                  <a:pt x="4307" y="9539"/>
                </a:lnTo>
                <a:lnTo>
                  <a:pt x="4453" y="9587"/>
                </a:lnTo>
                <a:lnTo>
                  <a:pt x="4624" y="9563"/>
                </a:lnTo>
                <a:lnTo>
                  <a:pt x="4818" y="9514"/>
                </a:lnTo>
                <a:lnTo>
                  <a:pt x="5013" y="9441"/>
                </a:lnTo>
                <a:lnTo>
                  <a:pt x="5354" y="9271"/>
                </a:lnTo>
                <a:lnTo>
                  <a:pt x="5646" y="9149"/>
                </a:lnTo>
                <a:lnTo>
                  <a:pt x="6497" y="8760"/>
                </a:lnTo>
                <a:lnTo>
                  <a:pt x="7324" y="8346"/>
                </a:lnTo>
                <a:close/>
                <a:moveTo>
                  <a:pt x="4234" y="13700"/>
                </a:moveTo>
                <a:lnTo>
                  <a:pt x="4307" y="13773"/>
                </a:lnTo>
                <a:lnTo>
                  <a:pt x="4380" y="13821"/>
                </a:lnTo>
                <a:lnTo>
                  <a:pt x="4551" y="13943"/>
                </a:lnTo>
                <a:lnTo>
                  <a:pt x="4697" y="14016"/>
                </a:lnTo>
                <a:lnTo>
                  <a:pt x="4307" y="14259"/>
                </a:lnTo>
                <a:lnTo>
                  <a:pt x="4161" y="14332"/>
                </a:lnTo>
                <a:lnTo>
                  <a:pt x="3991" y="14405"/>
                </a:lnTo>
                <a:lnTo>
                  <a:pt x="3650" y="14502"/>
                </a:lnTo>
                <a:lnTo>
                  <a:pt x="3748" y="14429"/>
                </a:lnTo>
                <a:lnTo>
                  <a:pt x="3821" y="14332"/>
                </a:lnTo>
                <a:lnTo>
                  <a:pt x="3967" y="14113"/>
                </a:lnTo>
                <a:lnTo>
                  <a:pt x="4113" y="13894"/>
                </a:lnTo>
                <a:lnTo>
                  <a:pt x="4234" y="13700"/>
                </a:lnTo>
                <a:close/>
                <a:moveTo>
                  <a:pt x="7835" y="0"/>
                </a:moveTo>
                <a:lnTo>
                  <a:pt x="7762" y="25"/>
                </a:lnTo>
                <a:lnTo>
                  <a:pt x="7689" y="73"/>
                </a:lnTo>
                <a:lnTo>
                  <a:pt x="7641" y="73"/>
                </a:lnTo>
                <a:lnTo>
                  <a:pt x="7495" y="146"/>
                </a:lnTo>
                <a:lnTo>
                  <a:pt x="7373" y="244"/>
                </a:lnTo>
                <a:lnTo>
                  <a:pt x="7276" y="341"/>
                </a:lnTo>
                <a:lnTo>
                  <a:pt x="7178" y="463"/>
                </a:lnTo>
                <a:lnTo>
                  <a:pt x="6984" y="730"/>
                </a:lnTo>
                <a:lnTo>
                  <a:pt x="6838" y="1047"/>
                </a:lnTo>
                <a:lnTo>
                  <a:pt x="6716" y="1387"/>
                </a:lnTo>
                <a:lnTo>
                  <a:pt x="6619" y="1704"/>
                </a:lnTo>
                <a:lnTo>
                  <a:pt x="6449" y="2288"/>
                </a:lnTo>
                <a:lnTo>
                  <a:pt x="6230" y="2920"/>
                </a:lnTo>
                <a:lnTo>
                  <a:pt x="6108" y="3237"/>
                </a:lnTo>
                <a:lnTo>
                  <a:pt x="5962" y="3529"/>
                </a:lnTo>
                <a:lnTo>
                  <a:pt x="5767" y="3845"/>
                </a:lnTo>
                <a:lnTo>
                  <a:pt x="5548" y="4161"/>
                </a:lnTo>
                <a:lnTo>
                  <a:pt x="5378" y="4478"/>
                </a:lnTo>
                <a:lnTo>
                  <a:pt x="5281" y="4648"/>
                </a:lnTo>
                <a:lnTo>
                  <a:pt x="5208" y="4818"/>
                </a:lnTo>
                <a:lnTo>
                  <a:pt x="4891" y="4916"/>
                </a:lnTo>
                <a:lnTo>
                  <a:pt x="4575" y="4989"/>
                </a:lnTo>
                <a:lnTo>
                  <a:pt x="3918" y="5110"/>
                </a:lnTo>
                <a:lnTo>
                  <a:pt x="2580" y="5305"/>
                </a:lnTo>
                <a:lnTo>
                  <a:pt x="1801" y="5402"/>
                </a:lnTo>
                <a:lnTo>
                  <a:pt x="998" y="5500"/>
                </a:lnTo>
                <a:lnTo>
                  <a:pt x="755" y="5524"/>
                </a:lnTo>
                <a:lnTo>
                  <a:pt x="511" y="5524"/>
                </a:lnTo>
                <a:lnTo>
                  <a:pt x="244" y="5548"/>
                </a:lnTo>
                <a:lnTo>
                  <a:pt x="146" y="5597"/>
                </a:lnTo>
                <a:lnTo>
                  <a:pt x="49" y="5646"/>
                </a:lnTo>
                <a:lnTo>
                  <a:pt x="0" y="5719"/>
                </a:lnTo>
                <a:lnTo>
                  <a:pt x="0" y="5792"/>
                </a:lnTo>
                <a:lnTo>
                  <a:pt x="0" y="5865"/>
                </a:lnTo>
                <a:lnTo>
                  <a:pt x="0" y="5962"/>
                </a:lnTo>
                <a:lnTo>
                  <a:pt x="49" y="6035"/>
                </a:lnTo>
                <a:lnTo>
                  <a:pt x="146" y="6229"/>
                </a:lnTo>
                <a:lnTo>
                  <a:pt x="292" y="6375"/>
                </a:lnTo>
                <a:lnTo>
                  <a:pt x="438" y="6497"/>
                </a:lnTo>
                <a:lnTo>
                  <a:pt x="682" y="6716"/>
                </a:lnTo>
                <a:lnTo>
                  <a:pt x="925" y="6935"/>
                </a:lnTo>
                <a:lnTo>
                  <a:pt x="1460" y="7349"/>
                </a:lnTo>
                <a:lnTo>
                  <a:pt x="1971" y="7811"/>
                </a:lnTo>
                <a:lnTo>
                  <a:pt x="2507" y="8273"/>
                </a:lnTo>
                <a:lnTo>
                  <a:pt x="2847" y="8565"/>
                </a:lnTo>
                <a:lnTo>
                  <a:pt x="3188" y="8882"/>
                </a:lnTo>
                <a:lnTo>
                  <a:pt x="3504" y="9222"/>
                </a:lnTo>
                <a:lnTo>
                  <a:pt x="3650" y="9417"/>
                </a:lnTo>
                <a:lnTo>
                  <a:pt x="3772" y="9612"/>
                </a:lnTo>
                <a:lnTo>
                  <a:pt x="3821" y="9685"/>
                </a:lnTo>
                <a:lnTo>
                  <a:pt x="3918" y="9709"/>
                </a:lnTo>
                <a:lnTo>
                  <a:pt x="3748" y="10342"/>
                </a:lnTo>
                <a:lnTo>
                  <a:pt x="3602" y="10974"/>
                </a:lnTo>
                <a:lnTo>
                  <a:pt x="3334" y="12264"/>
                </a:lnTo>
                <a:lnTo>
                  <a:pt x="3212" y="12872"/>
                </a:lnTo>
                <a:lnTo>
                  <a:pt x="3091" y="13529"/>
                </a:lnTo>
                <a:lnTo>
                  <a:pt x="3042" y="13870"/>
                </a:lnTo>
                <a:lnTo>
                  <a:pt x="2993" y="14186"/>
                </a:lnTo>
                <a:lnTo>
                  <a:pt x="2993" y="14502"/>
                </a:lnTo>
                <a:lnTo>
                  <a:pt x="3018" y="14819"/>
                </a:lnTo>
                <a:lnTo>
                  <a:pt x="3042" y="14916"/>
                </a:lnTo>
                <a:lnTo>
                  <a:pt x="3091" y="14965"/>
                </a:lnTo>
                <a:lnTo>
                  <a:pt x="3188" y="15013"/>
                </a:lnTo>
                <a:lnTo>
                  <a:pt x="3261" y="15013"/>
                </a:lnTo>
                <a:lnTo>
                  <a:pt x="3383" y="15038"/>
                </a:lnTo>
                <a:lnTo>
                  <a:pt x="3529" y="15062"/>
                </a:lnTo>
                <a:lnTo>
                  <a:pt x="3675" y="15038"/>
                </a:lnTo>
                <a:lnTo>
                  <a:pt x="3796" y="15013"/>
                </a:lnTo>
                <a:lnTo>
                  <a:pt x="4088" y="14940"/>
                </a:lnTo>
                <a:lnTo>
                  <a:pt x="4405" y="14794"/>
                </a:lnTo>
                <a:lnTo>
                  <a:pt x="4672" y="14624"/>
                </a:lnTo>
                <a:lnTo>
                  <a:pt x="4964" y="14454"/>
                </a:lnTo>
                <a:lnTo>
                  <a:pt x="5402" y="14138"/>
                </a:lnTo>
                <a:lnTo>
                  <a:pt x="5719" y="13943"/>
                </a:lnTo>
                <a:lnTo>
                  <a:pt x="6035" y="13748"/>
                </a:lnTo>
                <a:lnTo>
                  <a:pt x="6716" y="13383"/>
                </a:lnTo>
                <a:lnTo>
                  <a:pt x="7373" y="13018"/>
                </a:lnTo>
                <a:lnTo>
                  <a:pt x="7689" y="12824"/>
                </a:lnTo>
                <a:lnTo>
                  <a:pt x="8006" y="12629"/>
                </a:lnTo>
                <a:lnTo>
                  <a:pt x="8127" y="12726"/>
                </a:lnTo>
                <a:lnTo>
                  <a:pt x="8273" y="12799"/>
                </a:lnTo>
                <a:lnTo>
                  <a:pt x="8590" y="12945"/>
                </a:lnTo>
                <a:lnTo>
                  <a:pt x="9320" y="13213"/>
                </a:lnTo>
                <a:lnTo>
                  <a:pt x="9685" y="13383"/>
                </a:lnTo>
                <a:lnTo>
                  <a:pt x="10050" y="13554"/>
                </a:lnTo>
                <a:lnTo>
                  <a:pt x="10707" y="13894"/>
                </a:lnTo>
                <a:lnTo>
                  <a:pt x="11364" y="14283"/>
                </a:lnTo>
                <a:lnTo>
                  <a:pt x="11607" y="14454"/>
                </a:lnTo>
                <a:lnTo>
                  <a:pt x="11875" y="14624"/>
                </a:lnTo>
                <a:lnTo>
                  <a:pt x="12021" y="14697"/>
                </a:lnTo>
                <a:lnTo>
                  <a:pt x="12167" y="14770"/>
                </a:lnTo>
                <a:lnTo>
                  <a:pt x="12313" y="14794"/>
                </a:lnTo>
                <a:lnTo>
                  <a:pt x="12459" y="14770"/>
                </a:lnTo>
                <a:lnTo>
                  <a:pt x="12507" y="14770"/>
                </a:lnTo>
                <a:lnTo>
                  <a:pt x="12532" y="14721"/>
                </a:lnTo>
                <a:lnTo>
                  <a:pt x="12629" y="14697"/>
                </a:lnTo>
                <a:lnTo>
                  <a:pt x="12702" y="14648"/>
                </a:lnTo>
                <a:lnTo>
                  <a:pt x="12751" y="14575"/>
                </a:lnTo>
                <a:lnTo>
                  <a:pt x="12775" y="14478"/>
                </a:lnTo>
                <a:lnTo>
                  <a:pt x="12751" y="14065"/>
                </a:lnTo>
                <a:lnTo>
                  <a:pt x="12702" y="13651"/>
                </a:lnTo>
                <a:lnTo>
                  <a:pt x="12629" y="13262"/>
                </a:lnTo>
                <a:lnTo>
                  <a:pt x="12556" y="12848"/>
                </a:lnTo>
                <a:lnTo>
                  <a:pt x="12337" y="12045"/>
                </a:lnTo>
                <a:lnTo>
                  <a:pt x="12118" y="11242"/>
                </a:lnTo>
                <a:lnTo>
                  <a:pt x="11899" y="10463"/>
                </a:lnTo>
                <a:lnTo>
                  <a:pt x="11875" y="10390"/>
                </a:lnTo>
                <a:lnTo>
                  <a:pt x="11680" y="9685"/>
                </a:lnTo>
                <a:lnTo>
                  <a:pt x="11680" y="9636"/>
                </a:lnTo>
                <a:lnTo>
                  <a:pt x="11656" y="9563"/>
                </a:lnTo>
                <a:lnTo>
                  <a:pt x="11631" y="9514"/>
                </a:lnTo>
                <a:lnTo>
                  <a:pt x="11680" y="9490"/>
                </a:lnTo>
                <a:lnTo>
                  <a:pt x="11729" y="9466"/>
                </a:lnTo>
                <a:lnTo>
                  <a:pt x="11802" y="9393"/>
                </a:lnTo>
                <a:lnTo>
                  <a:pt x="11850" y="9344"/>
                </a:lnTo>
                <a:lnTo>
                  <a:pt x="12094" y="9101"/>
                </a:lnTo>
                <a:lnTo>
                  <a:pt x="12361" y="8882"/>
                </a:lnTo>
                <a:lnTo>
                  <a:pt x="12897" y="8419"/>
                </a:lnTo>
                <a:lnTo>
                  <a:pt x="13432" y="8006"/>
                </a:lnTo>
                <a:lnTo>
                  <a:pt x="13967" y="7568"/>
                </a:lnTo>
                <a:lnTo>
                  <a:pt x="14211" y="7324"/>
                </a:lnTo>
                <a:lnTo>
                  <a:pt x="14454" y="7105"/>
                </a:lnTo>
                <a:lnTo>
                  <a:pt x="14697" y="6838"/>
                </a:lnTo>
                <a:lnTo>
                  <a:pt x="14892" y="6570"/>
                </a:lnTo>
                <a:lnTo>
                  <a:pt x="15232" y="6205"/>
                </a:lnTo>
                <a:lnTo>
                  <a:pt x="15403" y="5986"/>
                </a:lnTo>
                <a:lnTo>
                  <a:pt x="15451" y="5889"/>
                </a:lnTo>
                <a:lnTo>
                  <a:pt x="15500" y="5767"/>
                </a:lnTo>
                <a:lnTo>
                  <a:pt x="15500" y="5743"/>
                </a:lnTo>
                <a:lnTo>
                  <a:pt x="15476" y="5646"/>
                </a:lnTo>
                <a:lnTo>
                  <a:pt x="15427" y="5573"/>
                </a:lnTo>
                <a:lnTo>
                  <a:pt x="15354" y="5475"/>
                </a:lnTo>
                <a:lnTo>
                  <a:pt x="15257" y="5427"/>
                </a:lnTo>
                <a:lnTo>
                  <a:pt x="15135" y="5378"/>
                </a:lnTo>
                <a:lnTo>
                  <a:pt x="15013" y="5354"/>
                </a:lnTo>
                <a:lnTo>
                  <a:pt x="14770" y="5329"/>
                </a:lnTo>
                <a:lnTo>
                  <a:pt x="14527" y="5305"/>
                </a:lnTo>
                <a:lnTo>
                  <a:pt x="13797" y="5256"/>
                </a:lnTo>
                <a:lnTo>
                  <a:pt x="13091" y="5208"/>
                </a:lnTo>
                <a:lnTo>
                  <a:pt x="12410" y="5208"/>
                </a:lnTo>
                <a:lnTo>
                  <a:pt x="11753" y="5159"/>
                </a:lnTo>
                <a:lnTo>
                  <a:pt x="11485" y="5135"/>
                </a:lnTo>
                <a:lnTo>
                  <a:pt x="11218" y="5086"/>
                </a:lnTo>
                <a:lnTo>
                  <a:pt x="10950" y="5013"/>
                </a:lnTo>
                <a:lnTo>
                  <a:pt x="10682" y="4989"/>
                </a:lnTo>
                <a:lnTo>
                  <a:pt x="10658" y="4940"/>
                </a:lnTo>
                <a:lnTo>
                  <a:pt x="10634" y="4867"/>
                </a:lnTo>
                <a:lnTo>
                  <a:pt x="10415" y="4599"/>
                </a:lnTo>
                <a:lnTo>
                  <a:pt x="10220" y="4332"/>
                </a:lnTo>
                <a:lnTo>
                  <a:pt x="10025" y="4040"/>
                </a:lnTo>
                <a:lnTo>
                  <a:pt x="9855" y="3748"/>
                </a:lnTo>
                <a:lnTo>
                  <a:pt x="9514" y="3164"/>
                </a:lnTo>
                <a:lnTo>
                  <a:pt x="9222" y="2531"/>
                </a:lnTo>
                <a:lnTo>
                  <a:pt x="8638" y="1290"/>
                </a:lnTo>
                <a:lnTo>
                  <a:pt x="8322" y="682"/>
                </a:lnTo>
                <a:lnTo>
                  <a:pt x="7981" y="73"/>
                </a:lnTo>
                <a:lnTo>
                  <a:pt x="7908" y="25"/>
                </a:lnTo>
                <a:lnTo>
                  <a:pt x="7835" y="0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D9EEB"/>
              </a:solidFill>
            </a:endParaRPr>
          </a:p>
        </p:txBody>
      </p:sp>
      <p:sp>
        <p:nvSpPr>
          <p:cNvPr id="787" name="Google Shape;787;p35"/>
          <p:cNvSpPr txBox="1"/>
          <p:nvPr>
            <p:ph idx="12" type="sldNum"/>
          </p:nvPr>
        </p:nvSpPr>
        <p:spPr>
          <a:xfrm>
            <a:off x="7899350" y="409842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88" name="Google Shape;78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8200" y="704725"/>
            <a:ext cx="880350" cy="88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36"/>
          <p:cNvSpPr txBox="1"/>
          <p:nvPr>
            <p:ph type="title"/>
          </p:nvPr>
        </p:nvSpPr>
        <p:spPr>
          <a:xfrm>
            <a:off x="1681525" y="719375"/>
            <a:ext cx="64914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History</a:t>
            </a:r>
            <a:endParaRPr/>
          </a:p>
        </p:txBody>
      </p:sp>
      <p:sp>
        <p:nvSpPr>
          <p:cNvPr id="794" name="Google Shape;794;p36"/>
          <p:cNvSpPr txBox="1"/>
          <p:nvPr>
            <p:ph idx="1" type="body"/>
          </p:nvPr>
        </p:nvSpPr>
        <p:spPr>
          <a:xfrm>
            <a:off x="1556125" y="1234271"/>
            <a:ext cx="6616800" cy="30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200"/>
              <a:buFont typeface="Oswald Light"/>
              <a:buChar char="◈"/>
            </a:pPr>
            <a:r>
              <a:rPr lang="en" sz="2200">
                <a:latin typeface="Oswald Light"/>
                <a:ea typeface="Oswald Light"/>
                <a:cs typeface="Oswald Light"/>
                <a:sym typeface="Oswald Light"/>
              </a:rPr>
              <a:t>Developed and open sourced by Facebook</a:t>
            </a:r>
            <a:endParaRPr sz="2200">
              <a:latin typeface="Oswald Light"/>
              <a:ea typeface="Oswald Light"/>
              <a:cs typeface="Oswald Light"/>
              <a:sym typeface="Oswald Light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 Light"/>
              <a:buChar char="◈"/>
            </a:pPr>
            <a:r>
              <a:rPr lang="en" sz="2200">
                <a:latin typeface="Oswald Light"/>
                <a:ea typeface="Oswald Light"/>
                <a:cs typeface="Oswald Light"/>
                <a:sym typeface="Oswald Light"/>
              </a:rPr>
              <a:t>Specification </a:t>
            </a:r>
            <a:r>
              <a:rPr lang="en" sz="2200" u="sng">
                <a:latin typeface="Oswald Light"/>
                <a:ea typeface="Oswald Light"/>
                <a:cs typeface="Oswald Light"/>
                <a:sym typeface="Oswald Light"/>
                <a:hlinkClick r:id="rId3"/>
              </a:rPr>
              <a:t>http://facebook.github.io/graphql</a:t>
            </a:r>
            <a:endParaRPr sz="2200">
              <a:latin typeface="Oswald Light"/>
              <a:ea typeface="Oswald Light"/>
              <a:cs typeface="Oswald Light"/>
              <a:sym typeface="Oswald Light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 Light"/>
              <a:buChar char="◈"/>
            </a:pPr>
            <a:r>
              <a:rPr lang="en" sz="2200">
                <a:latin typeface="Oswald Light"/>
                <a:ea typeface="Oswald Light"/>
                <a:cs typeface="Oswald Light"/>
                <a:sym typeface="Oswald Light"/>
              </a:rPr>
              <a:t>Alternative to REST</a:t>
            </a:r>
            <a:endParaRPr sz="2200">
              <a:latin typeface="Oswald Light"/>
              <a:ea typeface="Oswald Light"/>
              <a:cs typeface="Oswald Light"/>
              <a:sym typeface="Oswald Light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 Light"/>
              <a:buChar char="◈"/>
            </a:pPr>
            <a:r>
              <a:rPr lang="en" sz="2200">
                <a:latin typeface="Oswald Light"/>
                <a:ea typeface="Oswald Light"/>
                <a:cs typeface="Oswald Light"/>
                <a:sym typeface="Oswald Light"/>
              </a:rPr>
              <a:t>Declarative data fetching</a:t>
            </a:r>
            <a:endParaRPr sz="2200">
              <a:latin typeface="Oswald Light"/>
              <a:ea typeface="Oswald Light"/>
              <a:cs typeface="Oswald Light"/>
              <a:sym typeface="Oswald Light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 Light"/>
              <a:buChar char="◈"/>
            </a:pPr>
            <a:r>
              <a:rPr lang="en" sz="2200">
                <a:latin typeface="Oswald Light"/>
                <a:ea typeface="Oswald Light"/>
                <a:cs typeface="Oswald Light"/>
                <a:sym typeface="Oswald Light"/>
              </a:rPr>
              <a:t>Increased mobile usage</a:t>
            </a:r>
            <a:endParaRPr sz="2200">
              <a:latin typeface="Oswald Light"/>
              <a:ea typeface="Oswald Light"/>
              <a:cs typeface="Oswald Light"/>
              <a:sym typeface="Oswald Light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 Light"/>
              <a:buChar char="◈"/>
            </a:pPr>
            <a:r>
              <a:rPr lang="en" sz="2200">
                <a:latin typeface="Oswald Light"/>
                <a:ea typeface="Oswald Light"/>
                <a:cs typeface="Oswald Light"/>
                <a:sym typeface="Oswald Light"/>
              </a:rPr>
              <a:t>Variety of different frontend frameworks</a:t>
            </a:r>
            <a:endParaRPr sz="2200">
              <a:latin typeface="Oswald Light"/>
              <a:ea typeface="Oswald Light"/>
              <a:cs typeface="Oswald Light"/>
              <a:sym typeface="Oswald Light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 Light"/>
              <a:buChar char="◈"/>
            </a:pPr>
            <a:r>
              <a:rPr lang="en" sz="2200">
                <a:latin typeface="Oswald Light"/>
                <a:ea typeface="Oswald Light"/>
                <a:cs typeface="Oswald Light"/>
                <a:sym typeface="Oswald Light"/>
              </a:rPr>
              <a:t>Rapid feature development</a:t>
            </a:r>
            <a:endParaRPr sz="2200">
              <a:latin typeface="Oswald Light"/>
              <a:ea typeface="Oswald Light"/>
              <a:cs typeface="Oswald Light"/>
              <a:sym typeface="Oswald Light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 Light"/>
              <a:buChar char="◈"/>
            </a:pPr>
            <a:r>
              <a:rPr lang="en" sz="2200">
                <a:latin typeface="Oswald Light"/>
                <a:ea typeface="Oswald Light"/>
                <a:cs typeface="Oswald Light"/>
                <a:sym typeface="Oswald Light"/>
              </a:rPr>
              <a:t>Since 2012. Publically 2015</a:t>
            </a:r>
            <a:endParaRPr sz="2200"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795" name="Google Shape;795;p36"/>
          <p:cNvSpPr txBox="1"/>
          <p:nvPr>
            <p:ph idx="12" type="sldNum"/>
          </p:nvPr>
        </p:nvSpPr>
        <p:spPr>
          <a:xfrm>
            <a:off x="7899350" y="409842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96" name="Google Shape;796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74263" y="378388"/>
            <a:ext cx="1571625" cy="149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37"/>
          <p:cNvSpPr txBox="1"/>
          <p:nvPr>
            <p:ph type="title"/>
          </p:nvPr>
        </p:nvSpPr>
        <p:spPr>
          <a:xfrm>
            <a:off x="1556175" y="719375"/>
            <a:ext cx="66168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Some benefits</a:t>
            </a:r>
            <a:endParaRPr sz="2800"/>
          </a:p>
        </p:txBody>
      </p:sp>
      <p:sp>
        <p:nvSpPr>
          <p:cNvPr id="802" name="Google Shape;802;p37"/>
          <p:cNvSpPr txBox="1"/>
          <p:nvPr>
            <p:ph idx="1" type="body"/>
          </p:nvPr>
        </p:nvSpPr>
        <p:spPr>
          <a:xfrm>
            <a:off x="1556175" y="1419658"/>
            <a:ext cx="2132700" cy="34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400">
                <a:latin typeface="Oswald"/>
                <a:ea typeface="Oswald"/>
                <a:cs typeface="Oswald"/>
                <a:sym typeface="Oswald"/>
              </a:rPr>
              <a:t>Data Fetching</a:t>
            </a:r>
            <a:endParaRPr b="1" sz="24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swald Light"/>
              <a:ea typeface="Oswald Light"/>
              <a:cs typeface="Oswald Light"/>
              <a:sym typeface="Oswald Ligh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swald Light"/>
              <a:ea typeface="Oswald Light"/>
              <a:cs typeface="Oswald Light"/>
              <a:sym typeface="Oswald Ligh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latin typeface="Oswald Light"/>
                <a:ea typeface="Oswald Light"/>
                <a:cs typeface="Oswald Light"/>
                <a:sym typeface="Oswald Light"/>
              </a:rPr>
              <a:t>No more Over- and Under Fetching</a:t>
            </a:r>
            <a:endParaRPr sz="2400"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803" name="Google Shape;803;p37"/>
          <p:cNvSpPr txBox="1"/>
          <p:nvPr>
            <p:ph idx="2" type="body"/>
          </p:nvPr>
        </p:nvSpPr>
        <p:spPr>
          <a:xfrm>
            <a:off x="3798226" y="1419658"/>
            <a:ext cx="2132700" cy="34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400">
                <a:latin typeface="Oswald"/>
                <a:ea typeface="Oswald"/>
                <a:cs typeface="Oswald"/>
                <a:sym typeface="Oswald"/>
              </a:rPr>
              <a:t>Development Speed</a:t>
            </a:r>
            <a:endParaRPr b="1" sz="2400">
              <a:latin typeface="Oswald"/>
              <a:ea typeface="Oswald"/>
              <a:cs typeface="Oswald"/>
              <a:sym typeface="Oswa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swald Light"/>
              <a:ea typeface="Oswald Light"/>
              <a:cs typeface="Oswald Light"/>
              <a:sym typeface="Oswald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latin typeface="Oswald Light"/>
                <a:ea typeface="Oswald Light"/>
                <a:cs typeface="Oswald Light"/>
                <a:sym typeface="Oswald Light"/>
              </a:rPr>
              <a:t>Rapid Product Iterations on the Frontend</a:t>
            </a:r>
            <a:endParaRPr sz="2400"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804" name="Google Shape;804;p37"/>
          <p:cNvSpPr txBox="1"/>
          <p:nvPr>
            <p:ph idx="3" type="body"/>
          </p:nvPr>
        </p:nvSpPr>
        <p:spPr>
          <a:xfrm>
            <a:off x="6040277" y="1419658"/>
            <a:ext cx="2132700" cy="34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400">
                <a:latin typeface="Oswald"/>
                <a:ea typeface="Oswald"/>
                <a:cs typeface="Oswald"/>
                <a:sym typeface="Oswald"/>
              </a:rPr>
              <a:t>Schema</a:t>
            </a:r>
            <a:endParaRPr b="1" sz="2400">
              <a:latin typeface="Oswald"/>
              <a:ea typeface="Oswald"/>
              <a:cs typeface="Oswald"/>
              <a:sym typeface="Oswa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swald Light"/>
              <a:ea typeface="Oswald Light"/>
              <a:cs typeface="Oswald Light"/>
              <a:sym typeface="Oswald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swald Light"/>
              <a:ea typeface="Oswald Light"/>
              <a:cs typeface="Oswald Light"/>
              <a:sym typeface="Oswald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latin typeface="Oswald Light"/>
                <a:ea typeface="Oswald Light"/>
                <a:cs typeface="Oswald Light"/>
                <a:sym typeface="Oswald Light"/>
              </a:rPr>
              <a:t>Benefits of a Schema &amp; Type System</a:t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37"/>
          <p:cNvSpPr txBox="1"/>
          <p:nvPr>
            <p:ph idx="12" type="sldNum"/>
          </p:nvPr>
        </p:nvSpPr>
        <p:spPr>
          <a:xfrm>
            <a:off x="7899350" y="409842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06" name="Google Shape;80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8200" y="704725"/>
            <a:ext cx="880350" cy="8803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07" name="Google Shape;807;p37"/>
          <p:cNvCxnSpPr/>
          <p:nvPr/>
        </p:nvCxnSpPr>
        <p:spPr>
          <a:xfrm>
            <a:off x="3644575" y="1585075"/>
            <a:ext cx="7500" cy="22425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8" name="Google Shape;808;p37"/>
          <p:cNvCxnSpPr/>
          <p:nvPr/>
        </p:nvCxnSpPr>
        <p:spPr>
          <a:xfrm>
            <a:off x="5930925" y="1585086"/>
            <a:ext cx="7500" cy="22425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38"/>
          <p:cNvSpPr txBox="1"/>
          <p:nvPr>
            <p:ph idx="12" type="sldNum"/>
          </p:nvPr>
        </p:nvSpPr>
        <p:spPr>
          <a:xfrm>
            <a:off x="7899350" y="409842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4" name="Google Shape;814;p38"/>
          <p:cNvSpPr/>
          <p:nvPr/>
        </p:nvSpPr>
        <p:spPr>
          <a:xfrm>
            <a:off x="1630502" y="1145401"/>
            <a:ext cx="650418" cy="646207"/>
          </a:xfrm>
          <a:custGeom>
            <a:rect b="b" l="l" r="r" t="t"/>
            <a:pathLst>
              <a:path extrusionOk="0" h="8067" w="8901">
                <a:moveTo>
                  <a:pt x="3637" y="1306"/>
                </a:moveTo>
                <a:lnTo>
                  <a:pt x="3637" y="1327"/>
                </a:lnTo>
                <a:lnTo>
                  <a:pt x="3595" y="1306"/>
                </a:lnTo>
                <a:close/>
                <a:moveTo>
                  <a:pt x="2354" y="1306"/>
                </a:moveTo>
                <a:lnTo>
                  <a:pt x="2375" y="1349"/>
                </a:lnTo>
                <a:lnTo>
                  <a:pt x="2354" y="1370"/>
                </a:lnTo>
                <a:lnTo>
                  <a:pt x="2332" y="1327"/>
                </a:lnTo>
                <a:lnTo>
                  <a:pt x="2354" y="1306"/>
                </a:lnTo>
                <a:close/>
                <a:moveTo>
                  <a:pt x="4707" y="1135"/>
                </a:moveTo>
                <a:lnTo>
                  <a:pt x="4643" y="1177"/>
                </a:lnTo>
                <a:lnTo>
                  <a:pt x="4557" y="1220"/>
                </a:lnTo>
                <a:lnTo>
                  <a:pt x="4536" y="1263"/>
                </a:lnTo>
                <a:lnTo>
                  <a:pt x="4536" y="1284"/>
                </a:lnTo>
                <a:lnTo>
                  <a:pt x="4557" y="1327"/>
                </a:lnTo>
                <a:lnTo>
                  <a:pt x="4600" y="1349"/>
                </a:lnTo>
                <a:lnTo>
                  <a:pt x="4964" y="1413"/>
                </a:lnTo>
                <a:lnTo>
                  <a:pt x="5306" y="1456"/>
                </a:lnTo>
                <a:lnTo>
                  <a:pt x="6034" y="1456"/>
                </a:lnTo>
                <a:lnTo>
                  <a:pt x="6376" y="1477"/>
                </a:lnTo>
                <a:lnTo>
                  <a:pt x="6547" y="1456"/>
                </a:lnTo>
                <a:lnTo>
                  <a:pt x="6718" y="1434"/>
                </a:lnTo>
                <a:lnTo>
                  <a:pt x="6783" y="1413"/>
                </a:lnTo>
                <a:lnTo>
                  <a:pt x="6825" y="1370"/>
                </a:lnTo>
                <a:lnTo>
                  <a:pt x="6847" y="1327"/>
                </a:lnTo>
                <a:lnTo>
                  <a:pt x="6847" y="1284"/>
                </a:lnTo>
                <a:lnTo>
                  <a:pt x="6804" y="1263"/>
                </a:lnTo>
                <a:lnTo>
                  <a:pt x="6761" y="1220"/>
                </a:lnTo>
                <a:lnTo>
                  <a:pt x="6697" y="1199"/>
                </a:lnTo>
                <a:lnTo>
                  <a:pt x="5991" y="1199"/>
                </a:lnTo>
                <a:lnTo>
                  <a:pt x="5670" y="1220"/>
                </a:lnTo>
                <a:lnTo>
                  <a:pt x="5349" y="1199"/>
                </a:lnTo>
                <a:lnTo>
                  <a:pt x="5028" y="1156"/>
                </a:lnTo>
                <a:lnTo>
                  <a:pt x="4857" y="1135"/>
                </a:lnTo>
                <a:close/>
                <a:moveTo>
                  <a:pt x="2675" y="1284"/>
                </a:moveTo>
                <a:lnTo>
                  <a:pt x="2696" y="1306"/>
                </a:lnTo>
                <a:lnTo>
                  <a:pt x="2696" y="1391"/>
                </a:lnTo>
                <a:lnTo>
                  <a:pt x="2653" y="1498"/>
                </a:lnTo>
                <a:lnTo>
                  <a:pt x="2610" y="1520"/>
                </a:lnTo>
                <a:lnTo>
                  <a:pt x="2568" y="1520"/>
                </a:lnTo>
                <a:lnTo>
                  <a:pt x="2568" y="1477"/>
                </a:lnTo>
                <a:lnTo>
                  <a:pt x="2589" y="1413"/>
                </a:lnTo>
                <a:lnTo>
                  <a:pt x="2653" y="1306"/>
                </a:lnTo>
                <a:lnTo>
                  <a:pt x="2675" y="1284"/>
                </a:lnTo>
                <a:close/>
                <a:moveTo>
                  <a:pt x="3038" y="1284"/>
                </a:moveTo>
                <a:lnTo>
                  <a:pt x="3102" y="1306"/>
                </a:lnTo>
                <a:lnTo>
                  <a:pt x="3124" y="1370"/>
                </a:lnTo>
                <a:lnTo>
                  <a:pt x="3102" y="1434"/>
                </a:lnTo>
                <a:lnTo>
                  <a:pt x="3038" y="1541"/>
                </a:lnTo>
                <a:lnTo>
                  <a:pt x="2974" y="1627"/>
                </a:lnTo>
                <a:lnTo>
                  <a:pt x="2910" y="1669"/>
                </a:lnTo>
                <a:lnTo>
                  <a:pt x="2889" y="1627"/>
                </a:lnTo>
                <a:lnTo>
                  <a:pt x="2910" y="1541"/>
                </a:lnTo>
                <a:lnTo>
                  <a:pt x="2953" y="1391"/>
                </a:lnTo>
                <a:lnTo>
                  <a:pt x="2995" y="1306"/>
                </a:lnTo>
                <a:lnTo>
                  <a:pt x="3038" y="1284"/>
                </a:lnTo>
                <a:close/>
                <a:moveTo>
                  <a:pt x="4900" y="1648"/>
                </a:moveTo>
                <a:lnTo>
                  <a:pt x="4750" y="1669"/>
                </a:lnTo>
                <a:lnTo>
                  <a:pt x="4664" y="1712"/>
                </a:lnTo>
                <a:lnTo>
                  <a:pt x="4643" y="1755"/>
                </a:lnTo>
                <a:lnTo>
                  <a:pt x="4643" y="1776"/>
                </a:lnTo>
                <a:lnTo>
                  <a:pt x="4664" y="1841"/>
                </a:lnTo>
                <a:lnTo>
                  <a:pt x="4750" y="1905"/>
                </a:lnTo>
                <a:lnTo>
                  <a:pt x="4878" y="1948"/>
                </a:lnTo>
                <a:lnTo>
                  <a:pt x="6654" y="1948"/>
                </a:lnTo>
                <a:lnTo>
                  <a:pt x="6783" y="1926"/>
                </a:lnTo>
                <a:lnTo>
                  <a:pt x="6847" y="1905"/>
                </a:lnTo>
                <a:lnTo>
                  <a:pt x="6890" y="1862"/>
                </a:lnTo>
                <a:lnTo>
                  <a:pt x="6911" y="1819"/>
                </a:lnTo>
                <a:lnTo>
                  <a:pt x="6890" y="1776"/>
                </a:lnTo>
                <a:lnTo>
                  <a:pt x="6868" y="1734"/>
                </a:lnTo>
                <a:lnTo>
                  <a:pt x="6825" y="1712"/>
                </a:lnTo>
                <a:lnTo>
                  <a:pt x="6654" y="1691"/>
                </a:lnTo>
                <a:lnTo>
                  <a:pt x="6483" y="1669"/>
                </a:lnTo>
                <a:lnTo>
                  <a:pt x="6119" y="1669"/>
                </a:lnTo>
                <a:lnTo>
                  <a:pt x="5413" y="1691"/>
                </a:lnTo>
                <a:lnTo>
                  <a:pt x="5071" y="1669"/>
                </a:lnTo>
                <a:lnTo>
                  <a:pt x="4900" y="1648"/>
                </a:lnTo>
                <a:close/>
                <a:moveTo>
                  <a:pt x="3038" y="2119"/>
                </a:moveTo>
                <a:lnTo>
                  <a:pt x="3209" y="2140"/>
                </a:lnTo>
                <a:lnTo>
                  <a:pt x="3381" y="2140"/>
                </a:lnTo>
                <a:lnTo>
                  <a:pt x="3488" y="2162"/>
                </a:lnTo>
                <a:lnTo>
                  <a:pt x="3509" y="2162"/>
                </a:lnTo>
                <a:lnTo>
                  <a:pt x="3509" y="2183"/>
                </a:lnTo>
                <a:lnTo>
                  <a:pt x="3466" y="2204"/>
                </a:lnTo>
                <a:lnTo>
                  <a:pt x="3423" y="2226"/>
                </a:lnTo>
                <a:lnTo>
                  <a:pt x="3338" y="2226"/>
                </a:lnTo>
                <a:lnTo>
                  <a:pt x="3145" y="2204"/>
                </a:lnTo>
                <a:lnTo>
                  <a:pt x="2931" y="2204"/>
                </a:lnTo>
                <a:lnTo>
                  <a:pt x="2824" y="2183"/>
                </a:lnTo>
                <a:lnTo>
                  <a:pt x="2824" y="2162"/>
                </a:lnTo>
                <a:lnTo>
                  <a:pt x="2846" y="2140"/>
                </a:lnTo>
                <a:lnTo>
                  <a:pt x="2953" y="2119"/>
                </a:lnTo>
                <a:close/>
                <a:moveTo>
                  <a:pt x="2525" y="2097"/>
                </a:moveTo>
                <a:lnTo>
                  <a:pt x="2589" y="2119"/>
                </a:lnTo>
                <a:lnTo>
                  <a:pt x="2653" y="2140"/>
                </a:lnTo>
                <a:lnTo>
                  <a:pt x="2653" y="2162"/>
                </a:lnTo>
                <a:lnTo>
                  <a:pt x="2653" y="2204"/>
                </a:lnTo>
                <a:lnTo>
                  <a:pt x="2610" y="2226"/>
                </a:lnTo>
                <a:lnTo>
                  <a:pt x="2546" y="2247"/>
                </a:lnTo>
                <a:lnTo>
                  <a:pt x="2418" y="2247"/>
                </a:lnTo>
                <a:lnTo>
                  <a:pt x="2354" y="2226"/>
                </a:lnTo>
                <a:lnTo>
                  <a:pt x="2332" y="2204"/>
                </a:lnTo>
                <a:lnTo>
                  <a:pt x="2375" y="2162"/>
                </a:lnTo>
                <a:lnTo>
                  <a:pt x="2461" y="2097"/>
                </a:lnTo>
                <a:close/>
                <a:moveTo>
                  <a:pt x="6312" y="2140"/>
                </a:moveTo>
                <a:lnTo>
                  <a:pt x="5969" y="2162"/>
                </a:lnTo>
                <a:lnTo>
                  <a:pt x="5627" y="2204"/>
                </a:lnTo>
                <a:lnTo>
                  <a:pt x="4707" y="2204"/>
                </a:lnTo>
                <a:lnTo>
                  <a:pt x="4600" y="2226"/>
                </a:lnTo>
                <a:lnTo>
                  <a:pt x="4536" y="2226"/>
                </a:lnTo>
                <a:lnTo>
                  <a:pt x="4515" y="2269"/>
                </a:lnTo>
                <a:lnTo>
                  <a:pt x="4493" y="2311"/>
                </a:lnTo>
                <a:lnTo>
                  <a:pt x="4515" y="2354"/>
                </a:lnTo>
                <a:lnTo>
                  <a:pt x="4557" y="2397"/>
                </a:lnTo>
                <a:lnTo>
                  <a:pt x="4600" y="2418"/>
                </a:lnTo>
                <a:lnTo>
                  <a:pt x="4964" y="2461"/>
                </a:lnTo>
                <a:lnTo>
                  <a:pt x="5328" y="2483"/>
                </a:lnTo>
                <a:lnTo>
                  <a:pt x="5691" y="2461"/>
                </a:lnTo>
                <a:lnTo>
                  <a:pt x="6055" y="2440"/>
                </a:lnTo>
                <a:lnTo>
                  <a:pt x="6376" y="2440"/>
                </a:lnTo>
                <a:lnTo>
                  <a:pt x="6547" y="2418"/>
                </a:lnTo>
                <a:lnTo>
                  <a:pt x="6697" y="2397"/>
                </a:lnTo>
                <a:lnTo>
                  <a:pt x="6783" y="2354"/>
                </a:lnTo>
                <a:lnTo>
                  <a:pt x="6825" y="2311"/>
                </a:lnTo>
                <a:lnTo>
                  <a:pt x="6825" y="2290"/>
                </a:lnTo>
                <a:lnTo>
                  <a:pt x="6825" y="2247"/>
                </a:lnTo>
                <a:lnTo>
                  <a:pt x="6804" y="2226"/>
                </a:lnTo>
                <a:lnTo>
                  <a:pt x="6761" y="2204"/>
                </a:lnTo>
                <a:lnTo>
                  <a:pt x="6633" y="2162"/>
                </a:lnTo>
                <a:lnTo>
                  <a:pt x="6483" y="2140"/>
                </a:lnTo>
                <a:close/>
                <a:moveTo>
                  <a:pt x="3316" y="1006"/>
                </a:moveTo>
                <a:lnTo>
                  <a:pt x="3081" y="1028"/>
                </a:lnTo>
                <a:lnTo>
                  <a:pt x="2396" y="1028"/>
                </a:lnTo>
                <a:lnTo>
                  <a:pt x="2289" y="1049"/>
                </a:lnTo>
                <a:lnTo>
                  <a:pt x="2225" y="1092"/>
                </a:lnTo>
                <a:lnTo>
                  <a:pt x="2161" y="1156"/>
                </a:lnTo>
                <a:lnTo>
                  <a:pt x="2118" y="1220"/>
                </a:lnTo>
                <a:lnTo>
                  <a:pt x="2097" y="1306"/>
                </a:lnTo>
                <a:lnTo>
                  <a:pt x="2075" y="1456"/>
                </a:lnTo>
                <a:lnTo>
                  <a:pt x="2075" y="1798"/>
                </a:lnTo>
                <a:lnTo>
                  <a:pt x="2075" y="1948"/>
                </a:lnTo>
                <a:lnTo>
                  <a:pt x="2054" y="2162"/>
                </a:lnTo>
                <a:lnTo>
                  <a:pt x="2075" y="2247"/>
                </a:lnTo>
                <a:lnTo>
                  <a:pt x="2097" y="2333"/>
                </a:lnTo>
                <a:lnTo>
                  <a:pt x="2140" y="2418"/>
                </a:lnTo>
                <a:lnTo>
                  <a:pt x="2182" y="2461"/>
                </a:lnTo>
                <a:lnTo>
                  <a:pt x="2268" y="2483"/>
                </a:lnTo>
                <a:lnTo>
                  <a:pt x="2354" y="2504"/>
                </a:lnTo>
                <a:lnTo>
                  <a:pt x="2568" y="2504"/>
                </a:lnTo>
                <a:lnTo>
                  <a:pt x="2953" y="2461"/>
                </a:lnTo>
                <a:lnTo>
                  <a:pt x="3231" y="2461"/>
                </a:lnTo>
                <a:lnTo>
                  <a:pt x="3488" y="2483"/>
                </a:lnTo>
                <a:lnTo>
                  <a:pt x="3616" y="2504"/>
                </a:lnTo>
                <a:lnTo>
                  <a:pt x="3702" y="2525"/>
                </a:lnTo>
                <a:lnTo>
                  <a:pt x="3766" y="2504"/>
                </a:lnTo>
                <a:lnTo>
                  <a:pt x="3851" y="2440"/>
                </a:lnTo>
                <a:lnTo>
                  <a:pt x="3894" y="2333"/>
                </a:lnTo>
                <a:lnTo>
                  <a:pt x="3916" y="2226"/>
                </a:lnTo>
                <a:lnTo>
                  <a:pt x="3916" y="2119"/>
                </a:lnTo>
                <a:lnTo>
                  <a:pt x="3894" y="1883"/>
                </a:lnTo>
                <a:lnTo>
                  <a:pt x="3894" y="1669"/>
                </a:lnTo>
                <a:lnTo>
                  <a:pt x="3916" y="1498"/>
                </a:lnTo>
                <a:lnTo>
                  <a:pt x="3937" y="1306"/>
                </a:lnTo>
                <a:lnTo>
                  <a:pt x="3916" y="1220"/>
                </a:lnTo>
                <a:lnTo>
                  <a:pt x="3894" y="1135"/>
                </a:lnTo>
                <a:lnTo>
                  <a:pt x="3830" y="1070"/>
                </a:lnTo>
                <a:lnTo>
                  <a:pt x="3766" y="1028"/>
                </a:lnTo>
                <a:lnTo>
                  <a:pt x="3659" y="1006"/>
                </a:lnTo>
                <a:close/>
                <a:moveTo>
                  <a:pt x="2268" y="2889"/>
                </a:moveTo>
                <a:lnTo>
                  <a:pt x="2182" y="2910"/>
                </a:lnTo>
                <a:lnTo>
                  <a:pt x="2097" y="2953"/>
                </a:lnTo>
                <a:lnTo>
                  <a:pt x="2075" y="2975"/>
                </a:lnTo>
                <a:lnTo>
                  <a:pt x="2054" y="3017"/>
                </a:lnTo>
                <a:lnTo>
                  <a:pt x="2075" y="3039"/>
                </a:lnTo>
                <a:lnTo>
                  <a:pt x="2140" y="3060"/>
                </a:lnTo>
                <a:lnTo>
                  <a:pt x="2247" y="3103"/>
                </a:lnTo>
                <a:lnTo>
                  <a:pt x="2375" y="3124"/>
                </a:lnTo>
                <a:lnTo>
                  <a:pt x="2653" y="3146"/>
                </a:lnTo>
                <a:lnTo>
                  <a:pt x="3359" y="3146"/>
                </a:lnTo>
                <a:lnTo>
                  <a:pt x="3637" y="3124"/>
                </a:lnTo>
                <a:lnTo>
                  <a:pt x="3766" y="3103"/>
                </a:lnTo>
                <a:lnTo>
                  <a:pt x="3851" y="3060"/>
                </a:lnTo>
                <a:lnTo>
                  <a:pt x="3851" y="3039"/>
                </a:lnTo>
                <a:lnTo>
                  <a:pt x="3851" y="3017"/>
                </a:lnTo>
                <a:lnTo>
                  <a:pt x="3830" y="2975"/>
                </a:lnTo>
                <a:lnTo>
                  <a:pt x="3787" y="2932"/>
                </a:lnTo>
                <a:lnTo>
                  <a:pt x="3702" y="2910"/>
                </a:lnTo>
                <a:lnTo>
                  <a:pt x="3595" y="2910"/>
                </a:lnTo>
                <a:lnTo>
                  <a:pt x="3381" y="2932"/>
                </a:lnTo>
                <a:lnTo>
                  <a:pt x="2824" y="2889"/>
                </a:lnTo>
                <a:close/>
                <a:moveTo>
                  <a:pt x="6141" y="3060"/>
                </a:moveTo>
                <a:lnTo>
                  <a:pt x="6183" y="3082"/>
                </a:lnTo>
                <a:lnTo>
                  <a:pt x="6205" y="3103"/>
                </a:lnTo>
                <a:lnTo>
                  <a:pt x="6076" y="3210"/>
                </a:lnTo>
                <a:lnTo>
                  <a:pt x="5969" y="3317"/>
                </a:lnTo>
                <a:lnTo>
                  <a:pt x="5969" y="3231"/>
                </a:lnTo>
                <a:lnTo>
                  <a:pt x="5991" y="3146"/>
                </a:lnTo>
                <a:lnTo>
                  <a:pt x="6034" y="3103"/>
                </a:lnTo>
                <a:lnTo>
                  <a:pt x="6055" y="3082"/>
                </a:lnTo>
                <a:lnTo>
                  <a:pt x="6141" y="3060"/>
                </a:lnTo>
                <a:close/>
                <a:moveTo>
                  <a:pt x="5007" y="3039"/>
                </a:moveTo>
                <a:lnTo>
                  <a:pt x="5049" y="3060"/>
                </a:lnTo>
                <a:lnTo>
                  <a:pt x="5049" y="3103"/>
                </a:lnTo>
                <a:lnTo>
                  <a:pt x="5007" y="3231"/>
                </a:lnTo>
                <a:lnTo>
                  <a:pt x="4964" y="3317"/>
                </a:lnTo>
                <a:lnTo>
                  <a:pt x="4921" y="3360"/>
                </a:lnTo>
                <a:lnTo>
                  <a:pt x="4900" y="3317"/>
                </a:lnTo>
                <a:lnTo>
                  <a:pt x="4900" y="3210"/>
                </a:lnTo>
                <a:lnTo>
                  <a:pt x="4900" y="3103"/>
                </a:lnTo>
                <a:lnTo>
                  <a:pt x="4900" y="3060"/>
                </a:lnTo>
                <a:lnTo>
                  <a:pt x="4921" y="3060"/>
                </a:lnTo>
                <a:lnTo>
                  <a:pt x="4964" y="3039"/>
                </a:lnTo>
                <a:close/>
                <a:moveTo>
                  <a:pt x="5370" y="3017"/>
                </a:moveTo>
                <a:lnTo>
                  <a:pt x="5435" y="3039"/>
                </a:lnTo>
                <a:lnTo>
                  <a:pt x="5435" y="3082"/>
                </a:lnTo>
                <a:lnTo>
                  <a:pt x="5435" y="3124"/>
                </a:lnTo>
                <a:lnTo>
                  <a:pt x="5328" y="3231"/>
                </a:lnTo>
                <a:lnTo>
                  <a:pt x="5221" y="3360"/>
                </a:lnTo>
                <a:lnTo>
                  <a:pt x="5135" y="3445"/>
                </a:lnTo>
                <a:lnTo>
                  <a:pt x="5135" y="3403"/>
                </a:lnTo>
                <a:lnTo>
                  <a:pt x="5156" y="3403"/>
                </a:lnTo>
                <a:lnTo>
                  <a:pt x="5178" y="3317"/>
                </a:lnTo>
                <a:lnTo>
                  <a:pt x="5242" y="3146"/>
                </a:lnTo>
                <a:lnTo>
                  <a:pt x="5285" y="3082"/>
                </a:lnTo>
                <a:lnTo>
                  <a:pt x="5328" y="3039"/>
                </a:lnTo>
                <a:lnTo>
                  <a:pt x="5370" y="3017"/>
                </a:lnTo>
                <a:close/>
                <a:moveTo>
                  <a:pt x="3680" y="3317"/>
                </a:moveTo>
                <a:lnTo>
                  <a:pt x="3488" y="3338"/>
                </a:lnTo>
                <a:lnTo>
                  <a:pt x="2910" y="3360"/>
                </a:lnTo>
                <a:lnTo>
                  <a:pt x="2696" y="3360"/>
                </a:lnTo>
                <a:lnTo>
                  <a:pt x="2396" y="3381"/>
                </a:lnTo>
                <a:lnTo>
                  <a:pt x="2247" y="3403"/>
                </a:lnTo>
                <a:lnTo>
                  <a:pt x="2140" y="3445"/>
                </a:lnTo>
                <a:lnTo>
                  <a:pt x="2118" y="3467"/>
                </a:lnTo>
                <a:lnTo>
                  <a:pt x="2097" y="3488"/>
                </a:lnTo>
                <a:lnTo>
                  <a:pt x="2097" y="3531"/>
                </a:lnTo>
                <a:lnTo>
                  <a:pt x="2118" y="3574"/>
                </a:lnTo>
                <a:lnTo>
                  <a:pt x="2161" y="3595"/>
                </a:lnTo>
                <a:lnTo>
                  <a:pt x="2225" y="3617"/>
                </a:lnTo>
                <a:lnTo>
                  <a:pt x="2653" y="3617"/>
                </a:lnTo>
                <a:lnTo>
                  <a:pt x="3231" y="3595"/>
                </a:lnTo>
                <a:lnTo>
                  <a:pt x="3402" y="3595"/>
                </a:lnTo>
                <a:lnTo>
                  <a:pt x="3702" y="3552"/>
                </a:lnTo>
                <a:lnTo>
                  <a:pt x="3830" y="3510"/>
                </a:lnTo>
                <a:lnTo>
                  <a:pt x="3916" y="3467"/>
                </a:lnTo>
                <a:lnTo>
                  <a:pt x="3937" y="3445"/>
                </a:lnTo>
                <a:lnTo>
                  <a:pt x="3937" y="3403"/>
                </a:lnTo>
                <a:lnTo>
                  <a:pt x="3916" y="3381"/>
                </a:lnTo>
                <a:lnTo>
                  <a:pt x="3873" y="3338"/>
                </a:lnTo>
                <a:lnTo>
                  <a:pt x="3787" y="3317"/>
                </a:lnTo>
                <a:close/>
                <a:moveTo>
                  <a:pt x="6462" y="3017"/>
                </a:moveTo>
                <a:lnTo>
                  <a:pt x="6504" y="3039"/>
                </a:lnTo>
                <a:lnTo>
                  <a:pt x="6526" y="3082"/>
                </a:lnTo>
                <a:lnTo>
                  <a:pt x="6526" y="3146"/>
                </a:lnTo>
                <a:lnTo>
                  <a:pt x="6526" y="3274"/>
                </a:lnTo>
                <a:lnTo>
                  <a:pt x="6504" y="3360"/>
                </a:lnTo>
                <a:lnTo>
                  <a:pt x="6483" y="3445"/>
                </a:lnTo>
                <a:lnTo>
                  <a:pt x="6462" y="3531"/>
                </a:lnTo>
                <a:lnTo>
                  <a:pt x="6419" y="3595"/>
                </a:lnTo>
                <a:lnTo>
                  <a:pt x="6355" y="3638"/>
                </a:lnTo>
                <a:lnTo>
                  <a:pt x="6312" y="3681"/>
                </a:lnTo>
                <a:lnTo>
                  <a:pt x="6290" y="3681"/>
                </a:lnTo>
                <a:lnTo>
                  <a:pt x="6269" y="3617"/>
                </a:lnTo>
                <a:lnTo>
                  <a:pt x="6290" y="3531"/>
                </a:lnTo>
                <a:lnTo>
                  <a:pt x="6333" y="3424"/>
                </a:lnTo>
                <a:lnTo>
                  <a:pt x="6376" y="3317"/>
                </a:lnTo>
                <a:lnTo>
                  <a:pt x="6419" y="3060"/>
                </a:lnTo>
                <a:lnTo>
                  <a:pt x="6462" y="3017"/>
                </a:lnTo>
                <a:close/>
                <a:moveTo>
                  <a:pt x="5456" y="3274"/>
                </a:moveTo>
                <a:lnTo>
                  <a:pt x="5435" y="3360"/>
                </a:lnTo>
                <a:lnTo>
                  <a:pt x="5413" y="3424"/>
                </a:lnTo>
                <a:lnTo>
                  <a:pt x="5370" y="3510"/>
                </a:lnTo>
                <a:lnTo>
                  <a:pt x="5370" y="3595"/>
                </a:lnTo>
                <a:lnTo>
                  <a:pt x="5370" y="3659"/>
                </a:lnTo>
                <a:lnTo>
                  <a:pt x="5413" y="3723"/>
                </a:lnTo>
                <a:lnTo>
                  <a:pt x="5499" y="3745"/>
                </a:lnTo>
                <a:lnTo>
                  <a:pt x="5563" y="3702"/>
                </a:lnTo>
                <a:lnTo>
                  <a:pt x="5649" y="3766"/>
                </a:lnTo>
                <a:lnTo>
                  <a:pt x="5691" y="3809"/>
                </a:lnTo>
                <a:lnTo>
                  <a:pt x="5734" y="3852"/>
                </a:lnTo>
                <a:lnTo>
                  <a:pt x="5863" y="3809"/>
                </a:lnTo>
                <a:lnTo>
                  <a:pt x="5927" y="3809"/>
                </a:lnTo>
                <a:lnTo>
                  <a:pt x="5927" y="3830"/>
                </a:lnTo>
                <a:lnTo>
                  <a:pt x="5863" y="3873"/>
                </a:lnTo>
                <a:lnTo>
                  <a:pt x="5777" y="3895"/>
                </a:lnTo>
                <a:lnTo>
                  <a:pt x="5542" y="3937"/>
                </a:lnTo>
                <a:lnTo>
                  <a:pt x="5199" y="3937"/>
                </a:lnTo>
                <a:lnTo>
                  <a:pt x="5156" y="3916"/>
                </a:lnTo>
                <a:lnTo>
                  <a:pt x="5156" y="3852"/>
                </a:lnTo>
                <a:lnTo>
                  <a:pt x="5156" y="3788"/>
                </a:lnTo>
                <a:lnTo>
                  <a:pt x="5242" y="3574"/>
                </a:lnTo>
                <a:lnTo>
                  <a:pt x="5349" y="3381"/>
                </a:lnTo>
                <a:lnTo>
                  <a:pt x="5392" y="3317"/>
                </a:lnTo>
                <a:lnTo>
                  <a:pt x="5456" y="3274"/>
                </a:lnTo>
                <a:close/>
                <a:moveTo>
                  <a:pt x="3466" y="3809"/>
                </a:moveTo>
                <a:lnTo>
                  <a:pt x="3167" y="3830"/>
                </a:lnTo>
                <a:lnTo>
                  <a:pt x="2568" y="3852"/>
                </a:lnTo>
                <a:lnTo>
                  <a:pt x="2332" y="3852"/>
                </a:lnTo>
                <a:lnTo>
                  <a:pt x="2204" y="3873"/>
                </a:lnTo>
                <a:lnTo>
                  <a:pt x="2161" y="3895"/>
                </a:lnTo>
                <a:lnTo>
                  <a:pt x="2118" y="3916"/>
                </a:lnTo>
                <a:lnTo>
                  <a:pt x="2097" y="3980"/>
                </a:lnTo>
                <a:lnTo>
                  <a:pt x="2118" y="4023"/>
                </a:lnTo>
                <a:lnTo>
                  <a:pt x="2140" y="4066"/>
                </a:lnTo>
                <a:lnTo>
                  <a:pt x="2204" y="4087"/>
                </a:lnTo>
                <a:lnTo>
                  <a:pt x="2311" y="4109"/>
                </a:lnTo>
                <a:lnTo>
                  <a:pt x="2910" y="4109"/>
                </a:lnTo>
                <a:lnTo>
                  <a:pt x="3423" y="4087"/>
                </a:lnTo>
                <a:lnTo>
                  <a:pt x="3787" y="4087"/>
                </a:lnTo>
                <a:lnTo>
                  <a:pt x="3894" y="4044"/>
                </a:lnTo>
                <a:lnTo>
                  <a:pt x="3958" y="4002"/>
                </a:lnTo>
                <a:lnTo>
                  <a:pt x="3980" y="3959"/>
                </a:lnTo>
                <a:lnTo>
                  <a:pt x="3980" y="3916"/>
                </a:lnTo>
                <a:lnTo>
                  <a:pt x="3958" y="3873"/>
                </a:lnTo>
                <a:lnTo>
                  <a:pt x="3873" y="3830"/>
                </a:lnTo>
                <a:lnTo>
                  <a:pt x="3744" y="3809"/>
                </a:lnTo>
                <a:close/>
                <a:moveTo>
                  <a:pt x="5156" y="2761"/>
                </a:moveTo>
                <a:lnTo>
                  <a:pt x="4900" y="2782"/>
                </a:lnTo>
                <a:lnTo>
                  <a:pt x="4793" y="2825"/>
                </a:lnTo>
                <a:lnTo>
                  <a:pt x="4729" y="2868"/>
                </a:lnTo>
                <a:lnTo>
                  <a:pt x="4686" y="2910"/>
                </a:lnTo>
                <a:lnTo>
                  <a:pt x="4664" y="2953"/>
                </a:lnTo>
                <a:lnTo>
                  <a:pt x="4643" y="3082"/>
                </a:lnTo>
                <a:lnTo>
                  <a:pt x="4664" y="3338"/>
                </a:lnTo>
                <a:lnTo>
                  <a:pt x="4643" y="3595"/>
                </a:lnTo>
                <a:lnTo>
                  <a:pt x="4622" y="3745"/>
                </a:lnTo>
                <a:lnTo>
                  <a:pt x="4643" y="3852"/>
                </a:lnTo>
                <a:lnTo>
                  <a:pt x="4750" y="4023"/>
                </a:lnTo>
                <a:lnTo>
                  <a:pt x="4814" y="4087"/>
                </a:lnTo>
                <a:lnTo>
                  <a:pt x="4878" y="4130"/>
                </a:lnTo>
                <a:lnTo>
                  <a:pt x="4964" y="4173"/>
                </a:lnTo>
                <a:lnTo>
                  <a:pt x="5049" y="4173"/>
                </a:lnTo>
                <a:lnTo>
                  <a:pt x="5242" y="4194"/>
                </a:lnTo>
                <a:lnTo>
                  <a:pt x="5627" y="4151"/>
                </a:lnTo>
                <a:lnTo>
                  <a:pt x="6119" y="4130"/>
                </a:lnTo>
                <a:lnTo>
                  <a:pt x="6504" y="4130"/>
                </a:lnTo>
                <a:lnTo>
                  <a:pt x="6569" y="4109"/>
                </a:lnTo>
                <a:lnTo>
                  <a:pt x="6611" y="4087"/>
                </a:lnTo>
                <a:lnTo>
                  <a:pt x="6676" y="4023"/>
                </a:lnTo>
                <a:lnTo>
                  <a:pt x="6740" y="3937"/>
                </a:lnTo>
                <a:lnTo>
                  <a:pt x="6761" y="3830"/>
                </a:lnTo>
                <a:lnTo>
                  <a:pt x="6761" y="3702"/>
                </a:lnTo>
                <a:lnTo>
                  <a:pt x="6761" y="3467"/>
                </a:lnTo>
                <a:lnTo>
                  <a:pt x="6761" y="3274"/>
                </a:lnTo>
                <a:lnTo>
                  <a:pt x="6783" y="3082"/>
                </a:lnTo>
                <a:lnTo>
                  <a:pt x="6804" y="2932"/>
                </a:lnTo>
                <a:lnTo>
                  <a:pt x="6783" y="2868"/>
                </a:lnTo>
                <a:lnTo>
                  <a:pt x="6740" y="2825"/>
                </a:lnTo>
                <a:lnTo>
                  <a:pt x="6676" y="2782"/>
                </a:lnTo>
                <a:lnTo>
                  <a:pt x="5606" y="2782"/>
                </a:lnTo>
                <a:lnTo>
                  <a:pt x="5156" y="2761"/>
                </a:lnTo>
                <a:close/>
                <a:moveTo>
                  <a:pt x="7018" y="407"/>
                </a:moveTo>
                <a:lnTo>
                  <a:pt x="7253" y="450"/>
                </a:lnTo>
                <a:lnTo>
                  <a:pt x="7360" y="493"/>
                </a:lnTo>
                <a:lnTo>
                  <a:pt x="7446" y="557"/>
                </a:lnTo>
                <a:lnTo>
                  <a:pt x="7531" y="621"/>
                </a:lnTo>
                <a:lnTo>
                  <a:pt x="7617" y="685"/>
                </a:lnTo>
                <a:lnTo>
                  <a:pt x="7681" y="771"/>
                </a:lnTo>
                <a:lnTo>
                  <a:pt x="7724" y="856"/>
                </a:lnTo>
                <a:lnTo>
                  <a:pt x="7767" y="1049"/>
                </a:lnTo>
                <a:lnTo>
                  <a:pt x="7788" y="1263"/>
                </a:lnTo>
                <a:lnTo>
                  <a:pt x="7788" y="1456"/>
                </a:lnTo>
                <a:lnTo>
                  <a:pt x="7788" y="2504"/>
                </a:lnTo>
                <a:lnTo>
                  <a:pt x="7788" y="2932"/>
                </a:lnTo>
                <a:lnTo>
                  <a:pt x="7810" y="3403"/>
                </a:lnTo>
                <a:lnTo>
                  <a:pt x="7788" y="3638"/>
                </a:lnTo>
                <a:lnTo>
                  <a:pt x="7767" y="3852"/>
                </a:lnTo>
                <a:lnTo>
                  <a:pt x="7703" y="4066"/>
                </a:lnTo>
                <a:lnTo>
                  <a:pt x="7617" y="4258"/>
                </a:lnTo>
                <a:lnTo>
                  <a:pt x="7531" y="4365"/>
                </a:lnTo>
                <a:lnTo>
                  <a:pt x="7467" y="4430"/>
                </a:lnTo>
                <a:lnTo>
                  <a:pt x="7360" y="4515"/>
                </a:lnTo>
                <a:lnTo>
                  <a:pt x="7275" y="4558"/>
                </a:lnTo>
                <a:lnTo>
                  <a:pt x="7082" y="4622"/>
                </a:lnTo>
                <a:lnTo>
                  <a:pt x="6868" y="4665"/>
                </a:lnTo>
                <a:lnTo>
                  <a:pt x="6397" y="4665"/>
                </a:lnTo>
                <a:lnTo>
                  <a:pt x="5948" y="4622"/>
                </a:lnTo>
                <a:lnTo>
                  <a:pt x="4942" y="4579"/>
                </a:lnTo>
                <a:lnTo>
                  <a:pt x="3958" y="4537"/>
                </a:lnTo>
                <a:lnTo>
                  <a:pt x="3338" y="4494"/>
                </a:lnTo>
                <a:lnTo>
                  <a:pt x="3017" y="4494"/>
                </a:lnTo>
                <a:lnTo>
                  <a:pt x="2717" y="4515"/>
                </a:lnTo>
                <a:lnTo>
                  <a:pt x="2439" y="4537"/>
                </a:lnTo>
                <a:lnTo>
                  <a:pt x="2161" y="4537"/>
                </a:lnTo>
                <a:lnTo>
                  <a:pt x="1883" y="4515"/>
                </a:lnTo>
                <a:lnTo>
                  <a:pt x="1755" y="4494"/>
                </a:lnTo>
                <a:lnTo>
                  <a:pt x="1626" y="4451"/>
                </a:lnTo>
                <a:lnTo>
                  <a:pt x="1498" y="4387"/>
                </a:lnTo>
                <a:lnTo>
                  <a:pt x="1412" y="4301"/>
                </a:lnTo>
                <a:lnTo>
                  <a:pt x="1348" y="4194"/>
                </a:lnTo>
                <a:lnTo>
                  <a:pt x="1305" y="4066"/>
                </a:lnTo>
                <a:lnTo>
                  <a:pt x="1305" y="3916"/>
                </a:lnTo>
                <a:lnTo>
                  <a:pt x="1305" y="3788"/>
                </a:lnTo>
                <a:lnTo>
                  <a:pt x="1305" y="3510"/>
                </a:lnTo>
                <a:lnTo>
                  <a:pt x="1305" y="2910"/>
                </a:lnTo>
                <a:lnTo>
                  <a:pt x="1327" y="2333"/>
                </a:lnTo>
                <a:lnTo>
                  <a:pt x="1305" y="1905"/>
                </a:lnTo>
                <a:lnTo>
                  <a:pt x="1305" y="1648"/>
                </a:lnTo>
                <a:lnTo>
                  <a:pt x="1327" y="1370"/>
                </a:lnTo>
                <a:lnTo>
                  <a:pt x="1348" y="1113"/>
                </a:lnTo>
                <a:lnTo>
                  <a:pt x="1434" y="899"/>
                </a:lnTo>
                <a:lnTo>
                  <a:pt x="1476" y="792"/>
                </a:lnTo>
                <a:lnTo>
                  <a:pt x="1519" y="707"/>
                </a:lnTo>
                <a:lnTo>
                  <a:pt x="1605" y="664"/>
                </a:lnTo>
                <a:lnTo>
                  <a:pt x="1690" y="621"/>
                </a:lnTo>
                <a:lnTo>
                  <a:pt x="1926" y="536"/>
                </a:lnTo>
                <a:lnTo>
                  <a:pt x="2161" y="514"/>
                </a:lnTo>
                <a:lnTo>
                  <a:pt x="2418" y="493"/>
                </a:lnTo>
                <a:lnTo>
                  <a:pt x="3680" y="493"/>
                </a:lnTo>
                <a:lnTo>
                  <a:pt x="4750" y="471"/>
                </a:lnTo>
                <a:lnTo>
                  <a:pt x="5820" y="450"/>
                </a:lnTo>
                <a:lnTo>
                  <a:pt x="6269" y="429"/>
                </a:lnTo>
                <a:lnTo>
                  <a:pt x="6526" y="407"/>
                </a:lnTo>
                <a:close/>
                <a:moveTo>
                  <a:pt x="4343" y="1"/>
                </a:moveTo>
                <a:lnTo>
                  <a:pt x="3766" y="22"/>
                </a:lnTo>
                <a:lnTo>
                  <a:pt x="3167" y="43"/>
                </a:lnTo>
                <a:lnTo>
                  <a:pt x="1968" y="108"/>
                </a:lnTo>
                <a:lnTo>
                  <a:pt x="1712" y="108"/>
                </a:lnTo>
                <a:lnTo>
                  <a:pt x="1476" y="129"/>
                </a:lnTo>
                <a:lnTo>
                  <a:pt x="1348" y="172"/>
                </a:lnTo>
                <a:lnTo>
                  <a:pt x="1241" y="215"/>
                </a:lnTo>
                <a:lnTo>
                  <a:pt x="1134" y="279"/>
                </a:lnTo>
                <a:lnTo>
                  <a:pt x="1048" y="386"/>
                </a:lnTo>
                <a:lnTo>
                  <a:pt x="963" y="493"/>
                </a:lnTo>
                <a:lnTo>
                  <a:pt x="920" y="621"/>
                </a:lnTo>
                <a:lnTo>
                  <a:pt x="877" y="749"/>
                </a:lnTo>
                <a:lnTo>
                  <a:pt x="856" y="899"/>
                </a:lnTo>
                <a:lnTo>
                  <a:pt x="856" y="1199"/>
                </a:lnTo>
                <a:lnTo>
                  <a:pt x="835" y="1477"/>
                </a:lnTo>
                <a:lnTo>
                  <a:pt x="813" y="2183"/>
                </a:lnTo>
                <a:lnTo>
                  <a:pt x="813" y="2910"/>
                </a:lnTo>
                <a:lnTo>
                  <a:pt x="835" y="3659"/>
                </a:lnTo>
                <a:lnTo>
                  <a:pt x="899" y="4365"/>
                </a:lnTo>
                <a:lnTo>
                  <a:pt x="920" y="4494"/>
                </a:lnTo>
                <a:lnTo>
                  <a:pt x="963" y="4601"/>
                </a:lnTo>
                <a:lnTo>
                  <a:pt x="1027" y="4708"/>
                </a:lnTo>
                <a:lnTo>
                  <a:pt x="1113" y="4772"/>
                </a:lnTo>
                <a:lnTo>
                  <a:pt x="1198" y="4836"/>
                </a:lnTo>
                <a:lnTo>
                  <a:pt x="1305" y="4900"/>
                </a:lnTo>
                <a:lnTo>
                  <a:pt x="1412" y="4922"/>
                </a:lnTo>
                <a:lnTo>
                  <a:pt x="1541" y="4964"/>
                </a:lnTo>
                <a:lnTo>
                  <a:pt x="1776" y="4986"/>
                </a:lnTo>
                <a:lnTo>
                  <a:pt x="2033" y="4986"/>
                </a:lnTo>
                <a:lnTo>
                  <a:pt x="2503" y="4943"/>
                </a:lnTo>
                <a:lnTo>
                  <a:pt x="2782" y="4922"/>
                </a:lnTo>
                <a:lnTo>
                  <a:pt x="3081" y="4922"/>
                </a:lnTo>
                <a:lnTo>
                  <a:pt x="3659" y="4943"/>
                </a:lnTo>
                <a:lnTo>
                  <a:pt x="4793" y="5007"/>
                </a:lnTo>
                <a:lnTo>
                  <a:pt x="5392" y="5029"/>
                </a:lnTo>
                <a:lnTo>
                  <a:pt x="5991" y="5050"/>
                </a:lnTo>
                <a:lnTo>
                  <a:pt x="6633" y="5114"/>
                </a:lnTo>
                <a:lnTo>
                  <a:pt x="6954" y="5114"/>
                </a:lnTo>
                <a:lnTo>
                  <a:pt x="7125" y="5093"/>
                </a:lnTo>
                <a:lnTo>
                  <a:pt x="7275" y="5071"/>
                </a:lnTo>
                <a:lnTo>
                  <a:pt x="7424" y="5029"/>
                </a:lnTo>
                <a:lnTo>
                  <a:pt x="7553" y="4964"/>
                </a:lnTo>
                <a:lnTo>
                  <a:pt x="7660" y="4922"/>
                </a:lnTo>
                <a:lnTo>
                  <a:pt x="7767" y="4836"/>
                </a:lnTo>
                <a:lnTo>
                  <a:pt x="7852" y="4750"/>
                </a:lnTo>
                <a:lnTo>
                  <a:pt x="7917" y="4665"/>
                </a:lnTo>
                <a:lnTo>
                  <a:pt x="7981" y="4558"/>
                </a:lnTo>
                <a:lnTo>
                  <a:pt x="8045" y="4451"/>
                </a:lnTo>
                <a:lnTo>
                  <a:pt x="8130" y="4237"/>
                </a:lnTo>
                <a:lnTo>
                  <a:pt x="8173" y="3980"/>
                </a:lnTo>
                <a:lnTo>
                  <a:pt x="8195" y="3723"/>
                </a:lnTo>
                <a:lnTo>
                  <a:pt x="8195" y="3445"/>
                </a:lnTo>
                <a:lnTo>
                  <a:pt x="8216" y="2354"/>
                </a:lnTo>
                <a:lnTo>
                  <a:pt x="8216" y="1798"/>
                </a:lnTo>
                <a:lnTo>
                  <a:pt x="8216" y="1242"/>
                </a:lnTo>
                <a:lnTo>
                  <a:pt x="8195" y="985"/>
                </a:lnTo>
                <a:lnTo>
                  <a:pt x="8152" y="728"/>
                </a:lnTo>
                <a:lnTo>
                  <a:pt x="8109" y="578"/>
                </a:lnTo>
                <a:lnTo>
                  <a:pt x="8066" y="450"/>
                </a:lnTo>
                <a:lnTo>
                  <a:pt x="8002" y="343"/>
                </a:lnTo>
                <a:lnTo>
                  <a:pt x="7917" y="236"/>
                </a:lnTo>
                <a:lnTo>
                  <a:pt x="7810" y="150"/>
                </a:lnTo>
                <a:lnTo>
                  <a:pt x="7703" y="86"/>
                </a:lnTo>
                <a:lnTo>
                  <a:pt x="7596" y="43"/>
                </a:lnTo>
                <a:lnTo>
                  <a:pt x="7467" y="22"/>
                </a:lnTo>
                <a:lnTo>
                  <a:pt x="7189" y="1"/>
                </a:lnTo>
                <a:lnTo>
                  <a:pt x="6932" y="1"/>
                </a:lnTo>
                <a:lnTo>
                  <a:pt x="6312" y="22"/>
                </a:lnTo>
                <a:lnTo>
                  <a:pt x="5670" y="43"/>
                </a:lnTo>
                <a:lnTo>
                  <a:pt x="5349" y="43"/>
                </a:lnTo>
                <a:lnTo>
                  <a:pt x="5007" y="22"/>
                </a:lnTo>
                <a:lnTo>
                  <a:pt x="4686" y="1"/>
                </a:lnTo>
                <a:close/>
                <a:moveTo>
                  <a:pt x="4942" y="6526"/>
                </a:moveTo>
                <a:lnTo>
                  <a:pt x="4985" y="6548"/>
                </a:lnTo>
                <a:lnTo>
                  <a:pt x="5028" y="6591"/>
                </a:lnTo>
                <a:lnTo>
                  <a:pt x="5049" y="6655"/>
                </a:lnTo>
                <a:lnTo>
                  <a:pt x="5049" y="6740"/>
                </a:lnTo>
                <a:lnTo>
                  <a:pt x="5028" y="6804"/>
                </a:lnTo>
                <a:lnTo>
                  <a:pt x="5007" y="6826"/>
                </a:lnTo>
                <a:lnTo>
                  <a:pt x="4729" y="6826"/>
                </a:lnTo>
                <a:lnTo>
                  <a:pt x="4472" y="6804"/>
                </a:lnTo>
                <a:lnTo>
                  <a:pt x="3980" y="6783"/>
                </a:lnTo>
                <a:lnTo>
                  <a:pt x="3916" y="6762"/>
                </a:lnTo>
                <a:lnTo>
                  <a:pt x="3851" y="6740"/>
                </a:lnTo>
                <a:lnTo>
                  <a:pt x="3809" y="6719"/>
                </a:lnTo>
                <a:lnTo>
                  <a:pt x="3787" y="6697"/>
                </a:lnTo>
                <a:lnTo>
                  <a:pt x="3787" y="6655"/>
                </a:lnTo>
                <a:lnTo>
                  <a:pt x="3809" y="6612"/>
                </a:lnTo>
                <a:lnTo>
                  <a:pt x="3873" y="6591"/>
                </a:lnTo>
                <a:lnTo>
                  <a:pt x="3937" y="6548"/>
                </a:lnTo>
                <a:lnTo>
                  <a:pt x="4108" y="6526"/>
                </a:lnTo>
                <a:close/>
                <a:moveTo>
                  <a:pt x="3980" y="6141"/>
                </a:moveTo>
                <a:lnTo>
                  <a:pt x="3809" y="6184"/>
                </a:lnTo>
                <a:lnTo>
                  <a:pt x="3637" y="6227"/>
                </a:lnTo>
                <a:lnTo>
                  <a:pt x="3573" y="6270"/>
                </a:lnTo>
                <a:lnTo>
                  <a:pt x="3530" y="6312"/>
                </a:lnTo>
                <a:lnTo>
                  <a:pt x="3445" y="6441"/>
                </a:lnTo>
                <a:lnTo>
                  <a:pt x="3402" y="6612"/>
                </a:lnTo>
                <a:lnTo>
                  <a:pt x="3402" y="6783"/>
                </a:lnTo>
                <a:lnTo>
                  <a:pt x="3423" y="6847"/>
                </a:lnTo>
                <a:lnTo>
                  <a:pt x="3445" y="6911"/>
                </a:lnTo>
                <a:lnTo>
                  <a:pt x="3488" y="6976"/>
                </a:lnTo>
                <a:lnTo>
                  <a:pt x="3552" y="7018"/>
                </a:lnTo>
                <a:lnTo>
                  <a:pt x="3680" y="7061"/>
                </a:lnTo>
                <a:lnTo>
                  <a:pt x="3851" y="7083"/>
                </a:lnTo>
                <a:lnTo>
                  <a:pt x="4044" y="7104"/>
                </a:lnTo>
                <a:lnTo>
                  <a:pt x="4408" y="7061"/>
                </a:lnTo>
                <a:lnTo>
                  <a:pt x="4707" y="7040"/>
                </a:lnTo>
                <a:lnTo>
                  <a:pt x="5049" y="7061"/>
                </a:lnTo>
                <a:lnTo>
                  <a:pt x="5221" y="7040"/>
                </a:lnTo>
                <a:lnTo>
                  <a:pt x="5306" y="7018"/>
                </a:lnTo>
                <a:lnTo>
                  <a:pt x="5349" y="6976"/>
                </a:lnTo>
                <a:lnTo>
                  <a:pt x="5392" y="6911"/>
                </a:lnTo>
                <a:lnTo>
                  <a:pt x="5392" y="6847"/>
                </a:lnTo>
                <a:lnTo>
                  <a:pt x="5392" y="6655"/>
                </a:lnTo>
                <a:lnTo>
                  <a:pt x="5349" y="6484"/>
                </a:lnTo>
                <a:lnTo>
                  <a:pt x="5306" y="6355"/>
                </a:lnTo>
                <a:lnTo>
                  <a:pt x="5263" y="6291"/>
                </a:lnTo>
                <a:lnTo>
                  <a:pt x="5199" y="6248"/>
                </a:lnTo>
                <a:lnTo>
                  <a:pt x="5156" y="6205"/>
                </a:lnTo>
                <a:lnTo>
                  <a:pt x="5092" y="6184"/>
                </a:lnTo>
                <a:lnTo>
                  <a:pt x="4814" y="6184"/>
                </a:lnTo>
                <a:lnTo>
                  <a:pt x="4472" y="6141"/>
                </a:lnTo>
                <a:close/>
                <a:moveTo>
                  <a:pt x="3188" y="5564"/>
                </a:moveTo>
                <a:lnTo>
                  <a:pt x="4001" y="5585"/>
                </a:lnTo>
                <a:lnTo>
                  <a:pt x="4472" y="5606"/>
                </a:lnTo>
                <a:lnTo>
                  <a:pt x="5413" y="5606"/>
                </a:lnTo>
                <a:lnTo>
                  <a:pt x="5863" y="5628"/>
                </a:lnTo>
                <a:lnTo>
                  <a:pt x="6397" y="5670"/>
                </a:lnTo>
                <a:lnTo>
                  <a:pt x="6932" y="5713"/>
                </a:lnTo>
                <a:lnTo>
                  <a:pt x="7360" y="5692"/>
                </a:lnTo>
                <a:lnTo>
                  <a:pt x="7574" y="5713"/>
                </a:lnTo>
                <a:lnTo>
                  <a:pt x="7681" y="5756"/>
                </a:lnTo>
                <a:lnTo>
                  <a:pt x="7767" y="5799"/>
                </a:lnTo>
                <a:lnTo>
                  <a:pt x="7852" y="5884"/>
                </a:lnTo>
                <a:lnTo>
                  <a:pt x="7981" y="6056"/>
                </a:lnTo>
                <a:lnTo>
                  <a:pt x="8088" y="6291"/>
                </a:lnTo>
                <a:lnTo>
                  <a:pt x="8216" y="6548"/>
                </a:lnTo>
                <a:lnTo>
                  <a:pt x="8323" y="6804"/>
                </a:lnTo>
                <a:lnTo>
                  <a:pt x="8387" y="7018"/>
                </a:lnTo>
                <a:lnTo>
                  <a:pt x="8409" y="7190"/>
                </a:lnTo>
                <a:lnTo>
                  <a:pt x="8387" y="7232"/>
                </a:lnTo>
                <a:lnTo>
                  <a:pt x="8366" y="7254"/>
                </a:lnTo>
                <a:lnTo>
                  <a:pt x="8130" y="7318"/>
                </a:lnTo>
                <a:lnTo>
                  <a:pt x="7874" y="7361"/>
                </a:lnTo>
                <a:lnTo>
                  <a:pt x="7638" y="7382"/>
                </a:lnTo>
                <a:lnTo>
                  <a:pt x="7382" y="7361"/>
                </a:lnTo>
                <a:lnTo>
                  <a:pt x="6890" y="7339"/>
                </a:lnTo>
                <a:lnTo>
                  <a:pt x="6419" y="7275"/>
                </a:lnTo>
                <a:lnTo>
                  <a:pt x="5927" y="7232"/>
                </a:lnTo>
                <a:lnTo>
                  <a:pt x="5435" y="7211"/>
                </a:lnTo>
                <a:lnTo>
                  <a:pt x="4942" y="7190"/>
                </a:lnTo>
                <a:lnTo>
                  <a:pt x="4450" y="7211"/>
                </a:lnTo>
                <a:lnTo>
                  <a:pt x="3916" y="7232"/>
                </a:lnTo>
                <a:lnTo>
                  <a:pt x="3402" y="7254"/>
                </a:lnTo>
                <a:lnTo>
                  <a:pt x="3167" y="7254"/>
                </a:lnTo>
                <a:lnTo>
                  <a:pt x="2953" y="7232"/>
                </a:lnTo>
                <a:lnTo>
                  <a:pt x="2717" y="7211"/>
                </a:lnTo>
                <a:lnTo>
                  <a:pt x="2503" y="7211"/>
                </a:lnTo>
                <a:lnTo>
                  <a:pt x="1626" y="7254"/>
                </a:lnTo>
                <a:lnTo>
                  <a:pt x="1134" y="7275"/>
                </a:lnTo>
                <a:lnTo>
                  <a:pt x="770" y="7275"/>
                </a:lnTo>
                <a:lnTo>
                  <a:pt x="663" y="7232"/>
                </a:lnTo>
                <a:lnTo>
                  <a:pt x="599" y="7190"/>
                </a:lnTo>
                <a:lnTo>
                  <a:pt x="556" y="7147"/>
                </a:lnTo>
                <a:lnTo>
                  <a:pt x="514" y="7083"/>
                </a:lnTo>
                <a:lnTo>
                  <a:pt x="514" y="7018"/>
                </a:lnTo>
                <a:lnTo>
                  <a:pt x="535" y="6847"/>
                </a:lnTo>
                <a:lnTo>
                  <a:pt x="599" y="6655"/>
                </a:lnTo>
                <a:lnTo>
                  <a:pt x="706" y="6484"/>
                </a:lnTo>
                <a:lnTo>
                  <a:pt x="792" y="6291"/>
                </a:lnTo>
                <a:lnTo>
                  <a:pt x="984" y="6034"/>
                </a:lnTo>
                <a:lnTo>
                  <a:pt x="1155" y="5799"/>
                </a:lnTo>
                <a:lnTo>
                  <a:pt x="1241" y="5692"/>
                </a:lnTo>
                <a:lnTo>
                  <a:pt x="1305" y="5649"/>
                </a:lnTo>
                <a:lnTo>
                  <a:pt x="1391" y="5628"/>
                </a:lnTo>
                <a:lnTo>
                  <a:pt x="1626" y="5585"/>
                </a:lnTo>
                <a:lnTo>
                  <a:pt x="2354" y="5585"/>
                </a:lnTo>
                <a:lnTo>
                  <a:pt x="2782" y="5564"/>
                </a:lnTo>
                <a:close/>
                <a:moveTo>
                  <a:pt x="2140" y="5029"/>
                </a:moveTo>
                <a:lnTo>
                  <a:pt x="1883" y="5050"/>
                </a:lnTo>
                <a:lnTo>
                  <a:pt x="1626" y="5093"/>
                </a:lnTo>
                <a:lnTo>
                  <a:pt x="1391" y="5157"/>
                </a:lnTo>
                <a:lnTo>
                  <a:pt x="1262" y="5200"/>
                </a:lnTo>
                <a:lnTo>
                  <a:pt x="1155" y="5264"/>
                </a:lnTo>
                <a:lnTo>
                  <a:pt x="1070" y="5307"/>
                </a:lnTo>
                <a:lnTo>
                  <a:pt x="984" y="5392"/>
                </a:lnTo>
                <a:lnTo>
                  <a:pt x="856" y="5564"/>
                </a:lnTo>
                <a:lnTo>
                  <a:pt x="728" y="5756"/>
                </a:lnTo>
                <a:lnTo>
                  <a:pt x="407" y="6205"/>
                </a:lnTo>
                <a:lnTo>
                  <a:pt x="257" y="6441"/>
                </a:lnTo>
                <a:lnTo>
                  <a:pt x="150" y="6697"/>
                </a:lnTo>
                <a:lnTo>
                  <a:pt x="64" y="6911"/>
                </a:lnTo>
                <a:lnTo>
                  <a:pt x="21" y="7125"/>
                </a:lnTo>
                <a:lnTo>
                  <a:pt x="0" y="7361"/>
                </a:lnTo>
                <a:lnTo>
                  <a:pt x="0" y="7575"/>
                </a:lnTo>
                <a:lnTo>
                  <a:pt x="43" y="7703"/>
                </a:lnTo>
                <a:lnTo>
                  <a:pt x="86" y="7810"/>
                </a:lnTo>
                <a:lnTo>
                  <a:pt x="171" y="7874"/>
                </a:lnTo>
                <a:lnTo>
                  <a:pt x="257" y="7917"/>
                </a:lnTo>
                <a:lnTo>
                  <a:pt x="342" y="7938"/>
                </a:lnTo>
                <a:lnTo>
                  <a:pt x="471" y="7960"/>
                </a:lnTo>
                <a:lnTo>
                  <a:pt x="706" y="8003"/>
                </a:lnTo>
                <a:lnTo>
                  <a:pt x="963" y="8024"/>
                </a:lnTo>
                <a:lnTo>
                  <a:pt x="1220" y="8045"/>
                </a:lnTo>
                <a:lnTo>
                  <a:pt x="1755" y="8024"/>
                </a:lnTo>
                <a:lnTo>
                  <a:pt x="2268" y="8003"/>
                </a:lnTo>
                <a:lnTo>
                  <a:pt x="2525" y="7981"/>
                </a:lnTo>
                <a:lnTo>
                  <a:pt x="2782" y="7981"/>
                </a:lnTo>
                <a:lnTo>
                  <a:pt x="3316" y="8024"/>
                </a:lnTo>
                <a:lnTo>
                  <a:pt x="3573" y="8045"/>
                </a:lnTo>
                <a:lnTo>
                  <a:pt x="3830" y="8045"/>
                </a:lnTo>
                <a:lnTo>
                  <a:pt x="4429" y="8024"/>
                </a:lnTo>
                <a:lnTo>
                  <a:pt x="6248" y="8024"/>
                </a:lnTo>
                <a:lnTo>
                  <a:pt x="6569" y="8045"/>
                </a:lnTo>
                <a:lnTo>
                  <a:pt x="7788" y="8045"/>
                </a:lnTo>
                <a:lnTo>
                  <a:pt x="8130" y="8067"/>
                </a:lnTo>
                <a:lnTo>
                  <a:pt x="8280" y="8045"/>
                </a:lnTo>
                <a:lnTo>
                  <a:pt x="8451" y="8024"/>
                </a:lnTo>
                <a:lnTo>
                  <a:pt x="8580" y="7981"/>
                </a:lnTo>
                <a:lnTo>
                  <a:pt x="8708" y="7896"/>
                </a:lnTo>
                <a:lnTo>
                  <a:pt x="8772" y="7810"/>
                </a:lnTo>
                <a:lnTo>
                  <a:pt x="8837" y="7703"/>
                </a:lnTo>
                <a:lnTo>
                  <a:pt x="8858" y="7575"/>
                </a:lnTo>
                <a:lnTo>
                  <a:pt x="8879" y="7446"/>
                </a:lnTo>
                <a:lnTo>
                  <a:pt x="8901" y="7318"/>
                </a:lnTo>
                <a:lnTo>
                  <a:pt x="8879" y="7190"/>
                </a:lnTo>
                <a:lnTo>
                  <a:pt x="8858" y="7061"/>
                </a:lnTo>
                <a:lnTo>
                  <a:pt x="8837" y="6954"/>
                </a:lnTo>
                <a:lnTo>
                  <a:pt x="8665" y="6505"/>
                </a:lnTo>
                <a:lnTo>
                  <a:pt x="8558" y="6270"/>
                </a:lnTo>
                <a:lnTo>
                  <a:pt x="8451" y="6056"/>
                </a:lnTo>
                <a:lnTo>
                  <a:pt x="8259" y="5692"/>
                </a:lnTo>
                <a:lnTo>
                  <a:pt x="8152" y="5499"/>
                </a:lnTo>
                <a:lnTo>
                  <a:pt x="8088" y="5435"/>
                </a:lnTo>
                <a:lnTo>
                  <a:pt x="8002" y="5371"/>
                </a:lnTo>
                <a:lnTo>
                  <a:pt x="7895" y="5307"/>
                </a:lnTo>
                <a:lnTo>
                  <a:pt x="7767" y="5264"/>
                </a:lnTo>
                <a:lnTo>
                  <a:pt x="7638" y="5264"/>
                </a:lnTo>
                <a:lnTo>
                  <a:pt x="7489" y="5243"/>
                </a:lnTo>
                <a:lnTo>
                  <a:pt x="6954" y="5243"/>
                </a:lnTo>
                <a:lnTo>
                  <a:pt x="6333" y="5221"/>
                </a:lnTo>
                <a:lnTo>
                  <a:pt x="5691" y="5178"/>
                </a:lnTo>
                <a:lnTo>
                  <a:pt x="4557" y="5136"/>
                </a:lnTo>
                <a:lnTo>
                  <a:pt x="3423" y="5071"/>
                </a:lnTo>
                <a:lnTo>
                  <a:pt x="2931" y="5050"/>
                </a:lnTo>
                <a:lnTo>
                  <a:pt x="2396" y="5029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38"/>
          <p:cNvSpPr/>
          <p:nvPr/>
        </p:nvSpPr>
        <p:spPr>
          <a:xfrm>
            <a:off x="6423975" y="1172725"/>
            <a:ext cx="30449" cy="706593"/>
          </a:xfrm>
          <a:custGeom>
            <a:rect b="b" l="l" r="r" t="t"/>
            <a:pathLst>
              <a:path extrusionOk="0" h="56001" w="4378">
                <a:moveTo>
                  <a:pt x="4378" y="0"/>
                </a:moveTo>
                <a:cubicBezTo>
                  <a:pt x="4378" y="9943"/>
                  <a:pt x="639" y="19593"/>
                  <a:pt x="117" y="29522"/>
                </a:cubicBezTo>
                <a:cubicBezTo>
                  <a:pt x="-350" y="38406"/>
                  <a:pt x="3465" y="47104"/>
                  <a:pt x="3465" y="56001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16" name="Google Shape;816;p38"/>
          <p:cNvSpPr/>
          <p:nvPr/>
        </p:nvSpPr>
        <p:spPr>
          <a:xfrm>
            <a:off x="6424975" y="1761444"/>
            <a:ext cx="1795675" cy="114650"/>
          </a:xfrm>
          <a:custGeom>
            <a:rect b="b" l="l" r="r" t="t"/>
            <a:pathLst>
              <a:path extrusionOk="0" h="4586" w="71827">
                <a:moveTo>
                  <a:pt x="0" y="1543"/>
                </a:moveTo>
                <a:cubicBezTo>
                  <a:pt x="23497" y="-3166"/>
                  <a:pt x="47863" y="4586"/>
                  <a:pt x="71827" y="4586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17" name="Google Shape;817;p38"/>
          <p:cNvSpPr/>
          <p:nvPr/>
        </p:nvSpPr>
        <p:spPr>
          <a:xfrm>
            <a:off x="8124609" y="1217400"/>
            <a:ext cx="30453" cy="646241"/>
          </a:xfrm>
          <a:custGeom>
            <a:rect b="b" l="l" r="r" t="t"/>
            <a:pathLst>
              <a:path extrusionOk="0" h="66044" w="5324">
                <a:moveTo>
                  <a:pt x="5324" y="66044"/>
                </a:moveTo>
                <a:cubicBezTo>
                  <a:pt x="5324" y="49943"/>
                  <a:pt x="1784" y="34025"/>
                  <a:pt x="758" y="17957"/>
                </a:cubicBezTo>
                <a:cubicBezTo>
                  <a:pt x="377" y="11983"/>
                  <a:pt x="-832" y="5679"/>
                  <a:pt x="1063" y="0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18" name="Google Shape;818;p38"/>
          <p:cNvSpPr/>
          <p:nvPr/>
        </p:nvSpPr>
        <p:spPr>
          <a:xfrm>
            <a:off x="6423975" y="1172723"/>
            <a:ext cx="1797675" cy="56300"/>
          </a:xfrm>
          <a:custGeom>
            <a:rect b="b" l="l" r="r" t="t"/>
            <a:pathLst>
              <a:path extrusionOk="0" h="2252" w="71907">
                <a:moveTo>
                  <a:pt x="0" y="570"/>
                </a:moveTo>
                <a:cubicBezTo>
                  <a:pt x="16747" y="570"/>
                  <a:pt x="33490" y="1294"/>
                  <a:pt x="50218" y="2092"/>
                </a:cubicBezTo>
                <a:cubicBezTo>
                  <a:pt x="56934" y="2412"/>
                  <a:pt x="63718" y="1613"/>
                  <a:pt x="70305" y="266"/>
                </a:cubicBezTo>
                <a:cubicBezTo>
                  <a:pt x="70802" y="164"/>
                  <a:pt x="71987" y="-215"/>
                  <a:pt x="71827" y="266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19" name="Google Shape;819;p38"/>
          <p:cNvSpPr txBox="1"/>
          <p:nvPr/>
        </p:nvSpPr>
        <p:spPr>
          <a:xfrm>
            <a:off x="6601037" y="1175550"/>
            <a:ext cx="16626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Profile</a:t>
            </a:r>
            <a:endParaRPr b="1" sz="2400">
              <a:solidFill>
                <a:srgbClr val="666666"/>
              </a:solidFill>
              <a:latin typeface="Gloria Hallelujah"/>
              <a:ea typeface="Gloria Hallelujah"/>
              <a:cs typeface="Gloria Hallelujah"/>
              <a:sym typeface="Gloria Hallelujah"/>
            </a:endParaRPr>
          </a:p>
        </p:txBody>
      </p:sp>
      <p:sp>
        <p:nvSpPr>
          <p:cNvPr id="820" name="Google Shape;820;p38"/>
          <p:cNvSpPr/>
          <p:nvPr/>
        </p:nvSpPr>
        <p:spPr>
          <a:xfrm>
            <a:off x="2376150" y="1332750"/>
            <a:ext cx="3997095" cy="271475"/>
          </a:xfrm>
          <a:custGeom>
            <a:rect b="b" l="l" r="r" t="t"/>
            <a:pathLst>
              <a:path extrusionOk="0" h="10859" w="123596">
                <a:moveTo>
                  <a:pt x="0" y="2642"/>
                </a:moveTo>
                <a:cubicBezTo>
                  <a:pt x="28421" y="2642"/>
                  <a:pt x="56797" y="5381"/>
                  <a:pt x="85218" y="5381"/>
                </a:cubicBezTo>
                <a:cubicBezTo>
                  <a:pt x="93334" y="5381"/>
                  <a:pt x="101449" y="5381"/>
                  <a:pt x="109565" y="5381"/>
                </a:cubicBezTo>
                <a:cubicBezTo>
                  <a:pt x="114131" y="5381"/>
                  <a:pt x="120037" y="8919"/>
                  <a:pt x="123261" y="5685"/>
                </a:cubicBezTo>
                <a:cubicBezTo>
                  <a:pt x="125030" y="3910"/>
                  <a:pt x="119216" y="2608"/>
                  <a:pt x="116870" y="1728"/>
                </a:cubicBezTo>
                <a:cubicBezTo>
                  <a:pt x="116104" y="1441"/>
                  <a:pt x="114100" y="0"/>
                  <a:pt x="114739" y="511"/>
                </a:cubicBezTo>
                <a:cubicBezTo>
                  <a:pt x="117335" y="2586"/>
                  <a:pt x="123807" y="2407"/>
                  <a:pt x="123261" y="5685"/>
                </a:cubicBezTo>
                <a:cubicBezTo>
                  <a:pt x="122849" y="8163"/>
                  <a:pt x="119559" y="9083"/>
                  <a:pt x="117783" y="10859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21" name="Google Shape;821;p38"/>
          <p:cNvSpPr/>
          <p:nvPr/>
        </p:nvSpPr>
        <p:spPr>
          <a:xfrm>
            <a:off x="6505100" y="1343500"/>
            <a:ext cx="273615" cy="231173"/>
          </a:xfrm>
          <a:custGeom>
            <a:rect b="b" l="l" r="r" t="t"/>
            <a:pathLst>
              <a:path extrusionOk="0" h="8045" w="8709">
                <a:moveTo>
                  <a:pt x="8665" y="4793"/>
                </a:moveTo>
                <a:lnTo>
                  <a:pt x="8665" y="4793"/>
                </a:lnTo>
                <a:lnTo>
                  <a:pt x="8687" y="3916"/>
                </a:lnTo>
                <a:lnTo>
                  <a:pt x="8708" y="3038"/>
                </a:lnTo>
                <a:lnTo>
                  <a:pt x="8708" y="3038"/>
                </a:lnTo>
                <a:lnTo>
                  <a:pt x="8687" y="2717"/>
                </a:lnTo>
                <a:lnTo>
                  <a:pt x="8665" y="2396"/>
                </a:lnTo>
                <a:lnTo>
                  <a:pt x="8622" y="2225"/>
                </a:lnTo>
                <a:lnTo>
                  <a:pt x="8580" y="2076"/>
                </a:lnTo>
                <a:lnTo>
                  <a:pt x="8516" y="1926"/>
                </a:lnTo>
                <a:lnTo>
                  <a:pt x="8409" y="1797"/>
                </a:lnTo>
                <a:lnTo>
                  <a:pt x="8409" y="1797"/>
                </a:lnTo>
                <a:lnTo>
                  <a:pt x="8366" y="1733"/>
                </a:lnTo>
                <a:lnTo>
                  <a:pt x="8302" y="1690"/>
                </a:lnTo>
                <a:lnTo>
                  <a:pt x="8130" y="1626"/>
                </a:lnTo>
                <a:lnTo>
                  <a:pt x="7959" y="1583"/>
                </a:lnTo>
                <a:lnTo>
                  <a:pt x="7767" y="1541"/>
                </a:lnTo>
                <a:lnTo>
                  <a:pt x="7360" y="1541"/>
                </a:lnTo>
                <a:lnTo>
                  <a:pt x="7018" y="1541"/>
                </a:lnTo>
                <a:lnTo>
                  <a:pt x="7018" y="1541"/>
                </a:lnTo>
                <a:lnTo>
                  <a:pt x="6633" y="1541"/>
                </a:lnTo>
                <a:lnTo>
                  <a:pt x="6226" y="1562"/>
                </a:lnTo>
                <a:lnTo>
                  <a:pt x="6226" y="1562"/>
                </a:lnTo>
                <a:lnTo>
                  <a:pt x="6141" y="1562"/>
                </a:lnTo>
                <a:lnTo>
                  <a:pt x="6076" y="1541"/>
                </a:lnTo>
                <a:lnTo>
                  <a:pt x="6034" y="1519"/>
                </a:lnTo>
                <a:lnTo>
                  <a:pt x="6012" y="1476"/>
                </a:lnTo>
                <a:lnTo>
                  <a:pt x="6012" y="1348"/>
                </a:lnTo>
                <a:lnTo>
                  <a:pt x="6012" y="1177"/>
                </a:lnTo>
                <a:lnTo>
                  <a:pt x="6012" y="1177"/>
                </a:lnTo>
                <a:lnTo>
                  <a:pt x="6012" y="1006"/>
                </a:lnTo>
                <a:lnTo>
                  <a:pt x="6012" y="856"/>
                </a:lnTo>
                <a:lnTo>
                  <a:pt x="5991" y="770"/>
                </a:lnTo>
                <a:lnTo>
                  <a:pt x="5948" y="706"/>
                </a:lnTo>
                <a:lnTo>
                  <a:pt x="5905" y="663"/>
                </a:lnTo>
                <a:lnTo>
                  <a:pt x="5841" y="599"/>
                </a:lnTo>
                <a:lnTo>
                  <a:pt x="5841" y="599"/>
                </a:lnTo>
                <a:lnTo>
                  <a:pt x="5691" y="514"/>
                </a:lnTo>
                <a:lnTo>
                  <a:pt x="5520" y="428"/>
                </a:lnTo>
                <a:lnTo>
                  <a:pt x="5199" y="278"/>
                </a:lnTo>
                <a:lnTo>
                  <a:pt x="5199" y="278"/>
                </a:lnTo>
                <a:lnTo>
                  <a:pt x="4921" y="150"/>
                </a:lnTo>
                <a:lnTo>
                  <a:pt x="4793" y="86"/>
                </a:lnTo>
                <a:lnTo>
                  <a:pt x="4664" y="43"/>
                </a:lnTo>
                <a:lnTo>
                  <a:pt x="4515" y="22"/>
                </a:lnTo>
                <a:lnTo>
                  <a:pt x="4365" y="0"/>
                </a:lnTo>
                <a:lnTo>
                  <a:pt x="4236" y="22"/>
                </a:lnTo>
                <a:lnTo>
                  <a:pt x="4087" y="64"/>
                </a:lnTo>
                <a:lnTo>
                  <a:pt x="4087" y="64"/>
                </a:lnTo>
                <a:lnTo>
                  <a:pt x="3701" y="257"/>
                </a:lnTo>
                <a:lnTo>
                  <a:pt x="3316" y="428"/>
                </a:lnTo>
                <a:lnTo>
                  <a:pt x="3316" y="428"/>
                </a:lnTo>
                <a:lnTo>
                  <a:pt x="2995" y="599"/>
                </a:lnTo>
                <a:lnTo>
                  <a:pt x="2846" y="685"/>
                </a:lnTo>
                <a:lnTo>
                  <a:pt x="2717" y="792"/>
                </a:lnTo>
                <a:lnTo>
                  <a:pt x="2717" y="792"/>
                </a:lnTo>
                <a:lnTo>
                  <a:pt x="2674" y="856"/>
                </a:lnTo>
                <a:lnTo>
                  <a:pt x="2653" y="920"/>
                </a:lnTo>
                <a:lnTo>
                  <a:pt x="2632" y="984"/>
                </a:lnTo>
                <a:lnTo>
                  <a:pt x="2632" y="1049"/>
                </a:lnTo>
                <a:lnTo>
                  <a:pt x="2653" y="1177"/>
                </a:lnTo>
                <a:lnTo>
                  <a:pt x="2674" y="1327"/>
                </a:lnTo>
                <a:lnTo>
                  <a:pt x="2674" y="1327"/>
                </a:lnTo>
                <a:lnTo>
                  <a:pt x="2653" y="1391"/>
                </a:lnTo>
                <a:lnTo>
                  <a:pt x="2632" y="1455"/>
                </a:lnTo>
                <a:lnTo>
                  <a:pt x="2610" y="1476"/>
                </a:lnTo>
                <a:lnTo>
                  <a:pt x="2546" y="1498"/>
                </a:lnTo>
                <a:lnTo>
                  <a:pt x="2439" y="1498"/>
                </a:lnTo>
                <a:lnTo>
                  <a:pt x="2289" y="1498"/>
                </a:lnTo>
                <a:lnTo>
                  <a:pt x="2289" y="1498"/>
                </a:lnTo>
                <a:lnTo>
                  <a:pt x="1562" y="1519"/>
                </a:lnTo>
                <a:lnTo>
                  <a:pt x="1198" y="1562"/>
                </a:lnTo>
                <a:lnTo>
                  <a:pt x="856" y="1605"/>
                </a:lnTo>
                <a:lnTo>
                  <a:pt x="856" y="1605"/>
                </a:lnTo>
                <a:lnTo>
                  <a:pt x="706" y="1626"/>
                </a:lnTo>
                <a:lnTo>
                  <a:pt x="556" y="1669"/>
                </a:lnTo>
                <a:lnTo>
                  <a:pt x="407" y="1712"/>
                </a:lnTo>
                <a:lnTo>
                  <a:pt x="278" y="1797"/>
                </a:lnTo>
                <a:lnTo>
                  <a:pt x="278" y="1797"/>
                </a:lnTo>
                <a:lnTo>
                  <a:pt x="235" y="1862"/>
                </a:lnTo>
                <a:lnTo>
                  <a:pt x="193" y="1926"/>
                </a:lnTo>
                <a:lnTo>
                  <a:pt x="150" y="2097"/>
                </a:lnTo>
                <a:lnTo>
                  <a:pt x="86" y="2418"/>
                </a:lnTo>
                <a:lnTo>
                  <a:pt x="86" y="2418"/>
                </a:lnTo>
                <a:lnTo>
                  <a:pt x="43" y="2824"/>
                </a:lnTo>
                <a:lnTo>
                  <a:pt x="0" y="3231"/>
                </a:lnTo>
                <a:lnTo>
                  <a:pt x="0" y="3659"/>
                </a:lnTo>
                <a:lnTo>
                  <a:pt x="0" y="4065"/>
                </a:lnTo>
                <a:lnTo>
                  <a:pt x="43" y="4900"/>
                </a:lnTo>
                <a:lnTo>
                  <a:pt x="64" y="5734"/>
                </a:lnTo>
                <a:lnTo>
                  <a:pt x="64" y="5734"/>
                </a:lnTo>
                <a:lnTo>
                  <a:pt x="43" y="5798"/>
                </a:lnTo>
                <a:lnTo>
                  <a:pt x="43" y="5970"/>
                </a:lnTo>
                <a:lnTo>
                  <a:pt x="43" y="6483"/>
                </a:lnTo>
                <a:lnTo>
                  <a:pt x="86" y="7039"/>
                </a:lnTo>
                <a:lnTo>
                  <a:pt x="107" y="7253"/>
                </a:lnTo>
                <a:lnTo>
                  <a:pt x="128" y="7360"/>
                </a:lnTo>
                <a:lnTo>
                  <a:pt x="128" y="7360"/>
                </a:lnTo>
                <a:lnTo>
                  <a:pt x="214" y="7510"/>
                </a:lnTo>
                <a:lnTo>
                  <a:pt x="342" y="7617"/>
                </a:lnTo>
                <a:lnTo>
                  <a:pt x="514" y="7724"/>
                </a:lnTo>
                <a:lnTo>
                  <a:pt x="685" y="7810"/>
                </a:lnTo>
                <a:lnTo>
                  <a:pt x="877" y="7874"/>
                </a:lnTo>
                <a:lnTo>
                  <a:pt x="1070" y="7938"/>
                </a:lnTo>
                <a:lnTo>
                  <a:pt x="1412" y="8002"/>
                </a:lnTo>
                <a:lnTo>
                  <a:pt x="1412" y="8002"/>
                </a:lnTo>
                <a:lnTo>
                  <a:pt x="1861" y="8045"/>
                </a:lnTo>
                <a:lnTo>
                  <a:pt x="2332" y="8045"/>
                </a:lnTo>
                <a:lnTo>
                  <a:pt x="2803" y="8045"/>
                </a:lnTo>
                <a:lnTo>
                  <a:pt x="3252" y="8024"/>
                </a:lnTo>
                <a:lnTo>
                  <a:pt x="4194" y="7959"/>
                </a:lnTo>
                <a:lnTo>
                  <a:pt x="4664" y="7959"/>
                </a:lnTo>
                <a:lnTo>
                  <a:pt x="5114" y="7959"/>
                </a:lnTo>
                <a:lnTo>
                  <a:pt x="5114" y="7959"/>
                </a:lnTo>
                <a:lnTo>
                  <a:pt x="5969" y="7981"/>
                </a:lnTo>
                <a:lnTo>
                  <a:pt x="6397" y="7981"/>
                </a:lnTo>
                <a:lnTo>
                  <a:pt x="6825" y="7959"/>
                </a:lnTo>
                <a:lnTo>
                  <a:pt x="6825" y="7959"/>
                </a:lnTo>
                <a:lnTo>
                  <a:pt x="7210" y="7938"/>
                </a:lnTo>
                <a:lnTo>
                  <a:pt x="7617" y="7917"/>
                </a:lnTo>
                <a:lnTo>
                  <a:pt x="7809" y="7874"/>
                </a:lnTo>
                <a:lnTo>
                  <a:pt x="8023" y="7852"/>
                </a:lnTo>
                <a:lnTo>
                  <a:pt x="8195" y="7788"/>
                </a:lnTo>
                <a:lnTo>
                  <a:pt x="8366" y="7703"/>
                </a:lnTo>
                <a:lnTo>
                  <a:pt x="8366" y="7703"/>
                </a:lnTo>
                <a:lnTo>
                  <a:pt x="8430" y="7660"/>
                </a:lnTo>
                <a:lnTo>
                  <a:pt x="8494" y="7617"/>
                </a:lnTo>
                <a:lnTo>
                  <a:pt x="8580" y="7467"/>
                </a:lnTo>
                <a:lnTo>
                  <a:pt x="8622" y="7318"/>
                </a:lnTo>
                <a:lnTo>
                  <a:pt x="8665" y="7146"/>
                </a:lnTo>
                <a:lnTo>
                  <a:pt x="8665" y="6954"/>
                </a:lnTo>
                <a:lnTo>
                  <a:pt x="8665" y="6783"/>
                </a:lnTo>
                <a:lnTo>
                  <a:pt x="8644" y="6462"/>
                </a:lnTo>
                <a:lnTo>
                  <a:pt x="8644" y="6462"/>
                </a:lnTo>
                <a:lnTo>
                  <a:pt x="8665" y="4793"/>
                </a:lnTo>
                <a:lnTo>
                  <a:pt x="8665" y="4793"/>
                </a:lnTo>
                <a:close/>
                <a:moveTo>
                  <a:pt x="3124" y="1049"/>
                </a:moveTo>
                <a:lnTo>
                  <a:pt x="3124" y="1049"/>
                </a:lnTo>
                <a:lnTo>
                  <a:pt x="3167" y="963"/>
                </a:lnTo>
                <a:lnTo>
                  <a:pt x="3252" y="920"/>
                </a:lnTo>
                <a:lnTo>
                  <a:pt x="3252" y="920"/>
                </a:lnTo>
                <a:lnTo>
                  <a:pt x="3445" y="856"/>
                </a:lnTo>
                <a:lnTo>
                  <a:pt x="3637" y="792"/>
                </a:lnTo>
                <a:lnTo>
                  <a:pt x="3830" y="728"/>
                </a:lnTo>
                <a:lnTo>
                  <a:pt x="4022" y="642"/>
                </a:lnTo>
                <a:lnTo>
                  <a:pt x="4022" y="642"/>
                </a:lnTo>
                <a:lnTo>
                  <a:pt x="4236" y="535"/>
                </a:lnTo>
                <a:lnTo>
                  <a:pt x="4408" y="471"/>
                </a:lnTo>
                <a:lnTo>
                  <a:pt x="4493" y="471"/>
                </a:lnTo>
                <a:lnTo>
                  <a:pt x="4579" y="471"/>
                </a:lnTo>
                <a:lnTo>
                  <a:pt x="4664" y="492"/>
                </a:lnTo>
                <a:lnTo>
                  <a:pt x="4793" y="535"/>
                </a:lnTo>
                <a:lnTo>
                  <a:pt x="4793" y="535"/>
                </a:lnTo>
                <a:lnTo>
                  <a:pt x="5178" y="663"/>
                </a:lnTo>
                <a:lnTo>
                  <a:pt x="5370" y="749"/>
                </a:lnTo>
                <a:lnTo>
                  <a:pt x="5456" y="792"/>
                </a:lnTo>
                <a:lnTo>
                  <a:pt x="5499" y="856"/>
                </a:lnTo>
                <a:lnTo>
                  <a:pt x="5499" y="856"/>
                </a:lnTo>
                <a:lnTo>
                  <a:pt x="5542" y="920"/>
                </a:lnTo>
                <a:lnTo>
                  <a:pt x="5584" y="1006"/>
                </a:lnTo>
                <a:lnTo>
                  <a:pt x="5627" y="1198"/>
                </a:lnTo>
                <a:lnTo>
                  <a:pt x="5627" y="1412"/>
                </a:lnTo>
                <a:lnTo>
                  <a:pt x="5606" y="1498"/>
                </a:lnTo>
                <a:lnTo>
                  <a:pt x="5584" y="1583"/>
                </a:lnTo>
                <a:lnTo>
                  <a:pt x="5584" y="1583"/>
                </a:lnTo>
                <a:lnTo>
                  <a:pt x="5542" y="1626"/>
                </a:lnTo>
                <a:lnTo>
                  <a:pt x="5456" y="1669"/>
                </a:lnTo>
                <a:lnTo>
                  <a:pt x="5242" y="1755"/>
                </a:lnTo>
                <a:lnTo>
                  <a:pt x="5049" y="1797"/>
                </a:lnTo>
                <a:lnTo>
                  <a:pt x="4985" y="1797"/>
                </a:lnTo>
                <a:lnTo>
                  <a:pt x="4964" y="1776"/>
                </a:lnTo>
                <a:lnTo>
                  <a:pt x="4964" y="1776"/>
                </a:lnTo>
                <a:lnTo>
                  <a:pt x="3851" y="1755"/>
                </a:lnTo>
                <a:lnTo>
                  <a:pt x="3851" y="1755"/>
                </a:lnTo>
                <a:lnTo>
                  <a:pt x="3680" y="1755"/>
                </a:lnTo>
                <a:lnTo>
                  <a:pt x="3488" y="1755"/>
                </a:lnTo>
                <a:lnTo>
                  <a:pt x="3381" y="1733"/>
                </a:lnTo>
                <a:lnTo>
                  <a:pt x="3295" y="1712"/>
                </a:lnTo>
                <a:lnTo>
                  <a:pt x="3231" y="1669"/>
                </a:lnTo>
                <a:lnTo>
                  <a:pt x="3167" y="1605"/>
                </a:lnTo>
                <a:lnTo>
                  <a:pt x="3167" y="1605"/>
                </a:lnTo>
                <a:lnTo>
                  <a:pt x="3145" y="1519"/>
                </a:lnTo>
                <a:lnTo>
                  <a:pt x="3124" y="1327"/>
                </a:lnTo>
                <a:lnTo>
                  <a:pt x="3102" y="1156"/>
                </a:lnTo>
                <a:lnTo>
                  <a:pt x="3124" y="1049"/>
                </a:lnTo>
                <a:lnTo>
                  <a:pt x="3124" y="1049"/>
                </a:lnTo>
                <a:close/>
                <a:moveTo>
                  <a:pt x="8216" y="4108"/>
                </a:moveTo>
                <a:lnTo>
                  <a:pt x="8216" y="4108"/>
                </a:lnTo>
                <a:lnTo>
                  <a:pt x="8195" y="4429"/>
                </a:lnTo>
                <a:lnTo>
                  <a:pt x="8152" y="4750"/>
                </a:lnTo>
                <a:lnTo>
                  <a:pt x="8109" y="5092"/>
                </a:lnTo>
                <a:lnTo>
                  <a:pt x="8088" y="5413"/>
                </a:lnTo>
                <a:lnTo>
                  <a:pt x="8088" y="5413"/>
                </a:lnTo>
                <a:lnTo>
                  <a:pt x="8088" y="6077"/>
                </a:lnTo>
                <a:lnTo>
                  <a:pt x="8088" y="6419"/>
                </a:lnTo>
                <a:lnTo>
                  <a:pt x="8066" y="6740"/>
                </a:lnTo>
                <a:lnTo>
                  <a:pt x="8066" y="6740"/>
                </a:lnTo>
                <a:lnTo>
                  <a:pt x="8045" y="6868"/>
                </a:lnTo>
                <a:lnTo>
                  <a:pt x="8023" y="6997"/>
                </a:lnTo>
                <a:lnTo>
                  <a:pt x="7959" y="7104"/>
                </a:lnTo>
                <a:lnTo>
                  <a:pt x="7916" y="7146"/>
                </a:lnTo>
                <a:lnTo>
                  <a:pt x="7852" y="7189"/>
                </a:lnTo>
                <a:lnTo>
                  <a:pt x="7852" y="7189"/>
                </a:lnTo>
                <a:lnTo>
                  <a:pt x="7745" y="7253"/>
                </a:lnTo>
                <a:lnTo>
                  <a:pt x="7595" y="7296"/>
                </a:lnTo>
                <a:lnTo>
                  <a:pt x="7339" y="7360"/>
                </a:lnTo>
                <a:lnTo>
                  <a:pt x="7339" y="7360"/>
                </a:lnTo>
                <a:lnTo>
                  <a:pt x="6697" y="7382"/>
                </a:lnTo>
                <a:lnTo>
                  <a:pt x="6312" y="7382"/>
                </a:lnTo>
                <a:lnTo>
                  <a:pt x="6183" y="7360"/>
                </a:lnTo>
                <a:lnTo>
                  <a:pt x="6141" y="7360"/>
                </a:lnTo>
                <a:lnTo>
                  <a:pt x="6141" y="7360"/>
                </a:lnTo>
                <a:lnTo>
                  <a:pt x="4621" y="7403"/>
                </a:lnTo>
                <a:lnTo>
                  <a:pt x="3102" y="7424"/>
                </a:lnTo>
                <a:lnTo>
                  <a:pt x="3102" y="7424"/>
                </a:lnTo>
                <a:lnTo>
                  <a:pt x="2781" y="7424"/>
                </a:lnTo>
                <a:lnTo>
                  <a:pt x="2461" y="7403"/>
                </a:lnTo>
                <a:lnTo>
                  <a:pt x="1797" y="7382"/>
                </a:lnTo>
                <a:lnTo>
                  <a:pt x="1797" y="7382"/>
                </a:lnTo>
                <a:lnTo>
                  <a:pt x="1519" y="7360"/>
                </a:lnTo>
                <a:lnTo>
                  <a:pt x="1348" y="7339"/>
                </a:lnTo>
                <a:lnTo>
                  <a:pt x="1198" y="7318"/>
                </a:lnTo>
                <a:lnTo>
                  <a:pt x="1070" y="7275"/>
                </a:lnTo>
                <a:lnTo>
                  <a:pt x="941" y="7189"/>
                </a:lnTo>
                <a:lnTo>
                  <a:pt x="834" y="7104"/>
                </a:lnTo>
                <a:lnTo>
                  <a:pt x="749" y="6975"/>
                </a:lnTo>
                <a:lnTo>
                  <a:pt x="749" y="6975"/>
                </a:lnTo>
                <a:lnTo>
                  <a:pt x="685" y="6847"/>
                </a:lnTo>
                <a:lnTo>
                  <a:pt x="663" y="6718"/>
                </a:lnTo>
                <a:lnTo>
                  <a:pt x="642" y="6397"/>
                </a:lnTo>
                <a:lnTo>
                  <a:pt x="642" y="5820"/>
                </a:lnTo>
                <a:lnTo>
                  <a:pt x="642" y="5820"/>
                </a:lnTo>
                <a:lnTo>
                  <a:pt x="599" y="4536"/>
                </a:lnTo>
                <a:lnTo>
                  <a:pt x="599" y="4536"/>
                </a:lnTo>
                <a:lnTo>
                  <a:pt x="578" y="3830"/>
                </a:lnTo>
                <a:lnTo>
                  <a:pt x="578" y="3124"/>
                </a:lnTo>
                <a:lnTo>
                  <a:pt x="578" y="3124"/>
                </a:lnTo>
                <a:lnTo>
                  <a:pt x="599" y="2889"/>
                </a:lnTo>
                <a:lnTo>
                  <a:pt x="620" y="2653"/>
                </a:lnTo>
                <a:lnTo>
                  <a:pt x="663" y="2546"/>
                </a:lnTo>
                <a:lnTo>
                  <a:pt x="706" y="2439"/>
                </a:lnTo>
                <a:lnTo>
                  <a:pt x="770" y="2354"/>
                </a:lnTo>
                <a:lnTo>
                  <a:pt x="856" y="2268"/>
                </a:lnTo>
                <a:lnTo>
                  <a:pt x="856" y="2268"/>
                </a:lnTo>
                <a:lnTo>
                  <a:pt x="984" y="2183"/>
                </a:lnTo>
                <a:lnTo>
                  <a:pt x="1134" y="2118"/>
                </a:lnTo>
                <a:lnTo>
                  <a:pt x="1262" y="2097"/>
                </a:lnTo>
                <a:lnTo>
                  <a:pt x="1434" y="2076"/>
                </a:lnTo>
                <a:lnTo>
                  <a:pt x="1733" y="2054"/>
                </a:lnTo>
                <a:lnTo>
                  <a:pt x="2033" y="2054"/>
                </a:lnTo>
                <a:lnTo>
                  <a:pt x="2033" y="2054"/>
                </a:lnTo>
                <a:lnTo>
                  <a:pt x="2289" y="2033"/>
                </a:lnTo>
                <a:lnTo>
                  <a:pt x="2546" y="1990"/>
                </a:lnTo>
                <a:lnTo>
                  <a:pt x="2546" y="1990"/>
                </a:lnTo>
                <a:lnTo>
                  <a:pt x="2674" y="2011"/>
                </a:lnTo>
                <a:lnTo>
                  <a:pt x="2717" y="2033"/>
                </a:lnTo>
                <a:lnTo>
                  <a:pt x="2739" y="2054"/>
                </a:lnTo>
                <a:lnTo>
                  <a:pt x="2781" y="2140"/>
                </a:lnTo>
                <a:lnTo>
                  <a:pt x="2867" y="2247"/>
                </a:lnTo>
                <a:lnTo>
                  <a:pt x="2867" y="2247"/>
                </a:lnTo>
                <a:lnTo>
                  <a:pt x="2974" y="2311"/>
                </a:lnTo>
                <a:lnTo>
                  <a:pt x="3102" y="2354"/>
                </a:lnTo>
                <a:lnTo>
                  <a:pt x="3252" y="2375"/>
                </a:lnTo>
                <a:lnTo>
                  <a:pt x="3402" y="2375"/>
                </a:lnTo>
                <a:lnTo>
                  <a:pt x="3723" y="2354"/>
                </a:lnTo>
                <a:lnTo>
                  <a:pt x="4001" y="2332"/>
                </a:lnTo>
                <a:lnTo>
                  <a:pt x="4001" y="2332"/>
                </a:lnTo>
                <a:lnTo>
                  <a:pt x="4686" y="2354"/>
                </a:lnTo>
                <a:lnTo>
                  <a:pt x="5370" y="2354"/>
                </a:lnTo>
                <a:lnTo>
                  <a:pt x="5370" y="2354"/>
                </a:lnTo>
                <a:lnTo>
                  <a:pt x="5542" y="2354"/>
                </a:lnTo>
                <a:lnTo>
                  <a:pt x="5670" y="2332"/>
                </a:lnTo>
                <a:lnTo>
                  <a:pt x="5777" y="2290"/>
                </a:lnTo>
                <a:lnTo>
                  <a:pt x="5927" y="2225"/>
                </a:lnTo>
                <a:lnTo>
                  <a:pt x="5927" y="2225"/>
                </a:lnTo>
                <a:lnTo>
                  <a:pt x="6055" y="2161"/>
                </a:lnTo>
                <a:lnTo>
                  <a:pt x="6205" y="2140"/>
                </a:lnTo>
                <a:lnTo>
                  <a:pt x="6504" y="2118"/>
                </a:lnTo>
                <a:lnTo>
                  <a:pt x="6504" y="2118"/>
                </a:lnTo>
                <a:lnTo>
                  <a:pt x="7146" y="2076"/>
                </a:lnTo>
                <a:lnTo>
                  <a:pt x="7489" y="2076"/>
                </a:lnTo>
                <a:lnTo>
                  <a:pt x="7809" y="2097"/>
                </a:lnTo>
                <a:lnTo>
                  <a:pt x="7809" y="2097"/>
                </a:lnTo>
                <a:lnTo>
                  <a:pt x="7938" y="2140"/>
                </a:lnTo>
                <a:lnTo>
                  <a:pt x="8023" y="2183"/>
                </a:lnTo>
                <a:lnTo>
                  <a:pt x="8109" y="2268"/>
                </a:lnTo>
                <a:lnTo>
                  <a:pt x="8152" y="2375"/>
                </a:lnTo>
                <a:lnTo>
                  <a:pt x="8195" y="2482"/>
                </a:lnTo>
                <a:lnTo>
                  <a:pt x="8216" y="2610"/>
                </a:lnTo>
                <a:lnTo>
                  <a:pt x="8216" y="2846"/>
                </a:lnTo>
                <a:lnTo>
                  <a:pt x="8216" y="2846"/>
                </a:lnTo>
                <a:lnTo>
                  <a:pt x="8237" y="3488"/>
                </a:lnTo>
                <a:lnTo>
                  <a:pt x="8237" y="3787"/>
                </a:lnTo>
                <a:lnTo>
                  <a:pt x="8216" y="4108"/>
                </a:lnTo>
                <a:lnTo>
                  <a:pt x="8216" y="4108"/>
                </a:lnTo>
                <a:close/>
                <a:moveTo>
                  <a:pt x="3209" y="4557"/>
                </a:moveTo>
                <a:lnTo>
                  <a:pt x="3209" y="4557"/>
                </a:lnTo>
                <a:lnTo>
                  <a:pt x="3102" y="4515"/>
                </a:lnTo>
                <a:lnTo>
                  <a:pt x="2995" y="4472"/>
                </a:lnTo>
                <a:lnTo>
                  <a:pt x="2953" y="4450"/>
                </a:lnTo>
                <a:lnTo>
                  <a:pt x="2931" y="4429"/>
                </a:lnTo>
                <a:lnTo>
                  <a:pt x="2910" y="4386"/>
                </a:lnTo>
                <a:lnTo>
                  <a:pt x="2888" y="4322"/>
                </a:lnTo>
                <a:lnTo>
                  <a:pt x="2888" y="4322"/>
                </a:lnTo>
                <a:lnTo>
                  <a:pt x="2910" y="4194"/>
                </a:lnTo>
                <a:lnTo>
                  <a:pt x="2931" y="4044"/>
                </a:lnTo>
                <a:lnTo>
                  <a:pt x="2974" y="3787"/>
                </a:lnTo>
                <a:lnTo>
                  <a:pt x="2974" y="3637"/>
                </a:lnTo>
                <a:lnTo>
                  <a:pt x="2974" y="3509"/>
                </a:lnTo>
                <a:lnTo>
                  <a:pt x="2931" y="3381"/>
                </a:lnTo>
                <a:lnTo>
                  <a:pt x="2846" y="3274"/>
                </a:lnTo>
                <a:lnTo>
                  <a:pt x="2846" y="3274"/>
                </a:lnTo>
                <a:lnTo>
                  <a:pt x="2781" y="3231"/>
                </a:lnTo>
                <a:lnTo>
                  <a:pt x="2717" y="3188"/>
                </a:lnTo>
                <a:lnTo>
                  <a:pt x="2589" y="3145"/>
                </a:lnTo>
                <a:lnTo>
                  <a:pt x="2439" y="3167"/>
                </a:lnTo>
                <a:lnTo>
                  <a:pt x="2311" y="3210"/>
                </a:lnTo>
                <a:lnTo>
                  <a:pt x="2161" y="3274"/>
                </a:lnTo>
                <a:lnTo>
                  <a:pt x="2033" y="3359"/>
                </a:lnTo>
                <a:lnTo>
                  <a:pt x="1947" y="3466"/>
                </a:lnTo>
                <a:lnTo>
                  <a:pt x="1883" y="3595"/>
                </a:lnTo>
                <a:lnTo>
                  <a:pt x="1883" y="3595"/>
                </a:lnTo>
                <a:lnTo>
                  <a:pt x="1861" y="3702"/>
                </a:lnTo>
                <a:lnTo>
                  <a:pt x="1840" y="3830"/>
                </a:lnTo>
                <a:lnTo>
                  <a:pt x="1840" y="3958"/>
                </a:lnTo>
                <a:lnTo>
                  <a:pt x="1861" y="4065"/>
                </a:lnTo>
                <a:lnTo>
                  <a:pt x="1861" y="4065"/>
                </a:lnTo>
                <a:lnTo>
                  <a:pt x="1904" y="4172"/>
                </a:lnTo>
                <a:lnTo>
                  <a:pt x="1990" y="4279"/>
                </a:lnTo>
                <a:lnTo>
                  <a:pt x="2054" y="4408"/>
                </a:lnTo>
                <a:lnTo>
                  <a:pt x="2054" y="4450"/>
                </a:lnTo>
                <a:lnTo>
                  <a:pt x="2054" y="4515"/>
                </a:lnTo>
                <a:lnTo>
                  <a:pt x="2054" y="4515"/>
                </a:lnTo>
                <a:lnTo>
                  <a:pt x="2011" y="4557"/>
                </a:lnTo>
                <a:lnTo>
                  <a:pt x="1968" y="4600"/>
                </a:lnTo>
                <a:lnTo>
                  <a:pt x="1819" y="4664"/>
                </a:lnTo>
                <a:lnTo>
                  <a:pt x="1669" y="4729"/>
                </a:lnTo>
                <a:lnTo>
                  <a:pt x="1605" y="4771"/>
                </a:lnTo>
                <a:lnTo>
                  <a:pt x="1562" y="4814"/>
                </a:lnTo>
                <a:lnTo>
                  <a:pt x="1562" y="4814"/>
                </a:lnTo>
                <a:lnTo>
                  <a:pt x="1498" y="4943"/>
                </a:lnTo>
                <a:lnTo>
                  <a:pt x="1455" y="5071"/>
                </a:lnTo>
                <a:lnTo>
                  <a:pt x="1412" y="5371"/>
                </a:lnTo>
                <a:lnTo>
                  <a:pt x="1412" y="5371"/>
                </a:lnTo>
                <a:lnTo>
                  <a:pt x="1391" y="5520"/>
                </a:lnTo>
                <a:lnTo>
                  <a:pt x="1369" y="5691"/>
                </a:lnTo>
                <a:lnTo>
                  <a:pt x="1369" y="5863"/>
                </a:lnTo>
                <a:lnTo>
                  <a:pt x="1391" y="5927"/>
                </a:lnTo>
                <a:lnTo>
                  <a:pt x="1412" y="6012"/>
                </a:lnTo>
                <a:lnTo>
                  <a:pt x="1412" y="6012"/>
                </a:lnTo>
                <a:lnTo>
                  <a:pt x="1455" y="6055"/>
                </a:lnTo>
                <a:lnTo>
                  <a:pt x="1519" y="6098"/>
                </a:lnTo>
                <a:lnTo>
                  <a:pt x="1647" y="6162"/>
                </a:lnTo>
                <a:lnTo>
                  <a:pt x="1776" y="6184"/>
                </a:lnTo>
                <a:lnTo>
                  <a:pt x="1904" y="6184"/>
                </a:lnTo>
                <a:lnTo>
                  <a:pt x="1904" y="6184"/>
                </a:lnTo>
                <a:lnTo>
                  <a:pt x="2311" y="6162"/>
                </a:lnTo>
                <a:lnTo>
                  <a:pt x="2717" y="6119"/>
                </a:lnTo>
                <a:lnTo>
                  <a:pt x="2717" y="6119"/>
                </a:lnTo>
                <a:lnTo>
                  <a:pt x="3081" y="6098"/>
                </a:lnTo>
                <a:lnTo>
                  <a:pt x="3252" y="6055"/>
                </a:lnTo>
                <a:lnTo>
                  <a:pt x="3338" y="6034"/>
                </a:lnTo>
                <a:lnTo>
                  <a:pt x="3423" y="5991"/>
                </a:lnTo>
                <a:lnTo>
                  <a:pt x="3423" y="5991"/>
                </a:lnTo>
                <a:lnTo>
                  <a:pt x="3509" y="5905"/>
                </a:lnTo>
                <a:lnTo>
                  <a:pt x="3573" y="5777"/>
                </a:lnTo>
                <a:lnTo>
                  <a:pt x="3616" y="5649"/>
                </a:lnTo>
                <a:lnTo>
                  <a:pt x="3637" y="5499"/>
                </a:lnTo>
                <a:lnTo>
                  <a:pt x="3659" y="5349"/>
                </a:lnTo>
                <a:lnTo>
                  <a:pt x="3637" y="5199"/>
                </a:lnTo>
                <a:lnTo>
                  <a:pt x="3616" y="5071"/>
                </a:lnTo>
                <a:lnTo>
                  <a:pt x="3573" y="4943"/>
                </a:lnTo>
                <a:lnTo>
                  <a:pt x="3573" y="4943"/>
                </a:lnTo>
                <a:lnTo>
                  <a:pt x="3509" y="4836"/>
                </a:lnTo>
                <a:lnTo>
                  <a:pt x="3423" y="4729"/>
                </a:lnTo>
                <a:lnTo>
                  <a:pt x="3338" y="4643"/>
                </a:lnTo>
                <a:lnTo>
                  <a:pt x="3209" y="4557"/>
                </a:lnTo>
                <a:lnTo>
                  <a:pt x="3209" y="4557"/>
                </a:lnTo>
                <a:close/>
                <a:moveTo>
                  <a:pt x="3167" y="5349"/>
                </a:moveTo>
                <a:lnTo>
                  <a:pt x="3167" y="5349"/>
                </a:lnTo>
                <a:lnTo>
                  <a:pt x="3167" y="5477"/>
                </a:lnTo>
                <a:lnTo>
                  <a:pt x="3167" y="5542"/>
                </a:lnTo>
                <a:lnTo>
                  <a:pt x="3102" y="5606"/>
                </a:lnTo>
                <a:lnTo>
                  <a:pt x="2995" y="5649"/>
                </a:lnTo>
                <a:lnTo>
                  <a:pt x="2995" y="5649"/>
                </a:lnTo>
                <a:lnTo>
                  <a:pt x="2846" y="5691"/>
                </a:lnTo>
                <a:lnTo>
                  <a:pt x="2781" y="5691"/>
                </a:lnTo>
                <a:lnTo>
                  <a:pt x="2739" y="5691"/>
                </a:lnTo>
                <a:lnTo>
                  <a:pt x="2696" y="5649"/>
                </a:lnTo>
                <a:lnTo>
                  <a:pt x="2674" y="5627"/>
                </a:lnTo>
                <a:lnTo>
                  <a:pt x="2632" y="5477"/>
                </a:lnTo>
                <a:lnTo>
                  <a:pt x="2632" y="5477"/>
                </a:lnTo>
                <a:lnTo>
                  <a:pt x="2589" y="5221"/>
                </a:lnTo>
                <a:lnTo>
                  <a:pt x="2568" y="5092"/>
                </a:lnTo>
                <a:lnTo>
                  <a:pt x="2525" y="4985"/>
                </a:lnTo>
                <a:lnTo>
                  <a:pt x="2525" y="4985"/>
                </a:lnTo>
                <a:lnTo>
                  <a:pt x="2525" y="4921"/>
                </a:lnTo>
                <a:lnTo>
                  <a:pt x="2525" y="4857"/>
                </a:lnTo>
                <a:lnTo>
                  <a:pt x="2503" y="4814"/>
                </a:lnTo>
                <a:lnTo>
                  <a:pt x="2439" y="4793"/>
                </a:lnTo>
                <a:lnTo>
                  <a:pt x="2439" y="4793"/>
                </a:lnTo>
                <a:lnTo>
                  <a:pt x="2375" y="4793"/>
                </a:lnTo>
                <a:lnTo>
                  <a:pt x="2311" y="4814"/>
                </a:lnTo>
                <a:lnTo>
                  <a:pt x="2289" y="4878"/>
                </a:lnTo>
                <a:lnTo>
                  <a:pt x="2268" y="4943"/>
                </a:lnTo>
                <a:lnTo>
                  <a:pt x="2268" y="4943"/>
                </a:lnTo>
                <a:lnTo>
                  <a:pt x="2289" y="4985"/>
                </a:lnTo>
                <a:lnTo>
                  <a:pt x="2311" y="5028"/>
                </a:lnTo>
                <a:lnTo>
                  <a:pt x="2332" y="5114"/>
                </a:lnTo>
                <a:lnTo>
                  <a:pt x="2332" y="5114"/>
                </a:lnTo>
                <a:lnTo>
                  <a:pt x="2332" y="5242"/>
                </a:lnTo>
                <a:lnTo>
                  <a:pt x="2311" y="5371"/>
                </a:lnTo>
                <a:lnTo>
                  <a:pt x="2311" y="5371"/>
                </a:lnTo>
                <a:lnTo>
                  <a:pt x="2311" y="5520"/>
                </a:lnTo>
                <a:lnTo>
                  <a:pt x="2289" y="5649"/>
                </a:lnTo>
                <a:lnTo>
                  <a:pt x="2268" y="5691"/>
                </a:lnTo>
                <a:lnTo>
                  <a:pt x="2225" y="5734"/>
                </a:lnTo>
                <a:lnTo>
                  <a:pt x="2161" y="5756"/>
                </a:lnTo>
                <a:lnTo>
                  <a:pt x="2097" y="5777"/>
                </a:lnTo>
                <a:lnTo>
                  <a:pt x="2097" y="5777"/>
                </a:lnTo>
                <a:lnTo>
                  <a:pt x="1968" y="5777"/>
                </a:lnTo>
                <a:lnTo>
                  <a:pt x="1926" y="5756"/>
                </a:lnTo>
                <a:lnTo>
                  <a:pt x="1904" y="5713"/>
                </a:lnTo>
                <a:lnTo>
                  <a:pt x="1861" y="5627"/>
                </a:lnTo>
                <a:lnTo>
                  <a:pt x="1861" y="5627"/>
                </a:lnTo>
                <a:lnTo>
                  <a:pt x="1840" y="5499"/>
                </a:lnTo>
                <a:lnTo>
                  <a:pt x="1819" y="5328"/>
                </a:lnTo>
                <a:lnTo>
                  <a:pt x="1819" y="5157"/>
                </a:lnTo>
                <a:lnTo>
                  <a:pt x="1840" y="5050"/>
                </a:lnTo>
                <a:lnTo>
                  <a:pt x="1840" y="5050"/>
                </a:lnTo>
                <a:lnTo>
                  <a:pt x="1861" y="4985"/>
                </a:lnTo>
                <a:lnTo>
                  <a:pt x="1904" y="4964"/>
                </a:lnTo>
                <a:lnTo>
                  <a:pt x="2011" y="4900"/>
                </a:lnTo>
                <a:lnTo>
                  <a:pt x="2118" y="4836"/>
                </a:lnTo>
                <a:lnTo>
                  <a:pt x="2204" y="4771"/>
                </a:lnTo>
                <a:lnTo>
                  <a:pt x="2204" y="4771"/>
                </a:lnTo>
                <a:lnTo>
                  <a:pt x="2247" y="4707"/>
                </a:lnTo>
                <a:lnTo>
                  <a:pt x="2268" y="4643"/>
                </a:lnTo>
                <a:lnTo>
                  <a:pt x="2289" y="4515"/>
                </a:lnTo>
                <a:lnTo>
                  <a:pt x="2268" y="4386"/>
                </a:lnTo>
                <a:lnTo>
                  <a:pt x="2225" y="4237"/>
                </a:lnTo>
                <a:lnTo>
                  <a:pt x="2225" y="4237"/>
                </a:lnTo>
                <a:lnTo>
                  <a:pt x="2204" y="4108"/>
                </a:lnTo>
                <a:lnTo>
                  <a:pt x="2182" y="3980"/>
                </a:lnTo>
                <a:lnTo>
                  <a:pt x="2182" y="3830"/>
                </a:lnTo>
                <a:lnTo>
                  <a:pt x="2204" y="3766"/>
                </a:lnTo>
                <a:lnTo>
                  <a:pt x="2225" y="3702"/>
                </a:lnTo>
                <a:lnTo>
                  <a:pt x="2225" y="3702"/>
                </a:lnTo>
                <a:lnTo>
                  <a:pt x="2311" y="3616"/>
                </a:lnTo>
                <a:lnTo>
                  <a:pt x="2418" y="3573"/>
                </a:lnTo>
                <a:lnTo>
                  <a:pt x="2461" y="3573"/>
                </a:lnTo>
                <a:lnTo>
                  <a:pt x="2503" y="3595"/>
                </a:lnTo>
                <a:lnTo>
                  <a:pt x="2546" y="3616"/>
                </a:lnTo>
                <a:lnTo>
                  <a:pt x="2568" y="3680"/>
                </a:lnTo>
                <a:lnTo>
                  <a:pt x="2568" y="3680"/>
                </a:lnTo>
                <a:lnTo>
                  <a:pt x="2589" y="3744"/>
                </a:lnTo>
                <a:lnTo>
                  <a:pt x="2589" y="3809"/>
                </a:lnTo>
                <a:lnTo>
                  <a:pt x="2568" y="3958"/>
                </a:lnTo>
                <a:lnTo>
                  <a:pt x="2503" y="4237"/>
                </a:lnTo>
                <a:lnTo>
                  <a:pt x="2503" y="4237"/>
                </a:lnTo>
                <a:lnTo>
                  <a:pt x="2461" y="4386"/>
                </a:lnTo>
                <a:lnTo>
                  <a:pt x="2461" y="4493"/>
                </a:lnTo>
                <a:lnTo>
                  <a:pt x="2503" y="4557"/>
                </a:lnTo>
                <a:lnTo>
                  <a:pt x="2610" y="4664"/>
                </a:lnTo>
                <a:lnTo>
                  <a:pt x="2610" y="4664"/>
                </a:lnTo>
                <a:lnTo>
                  <a:pt x="2739" y="4729"/>
                </a:lnTo>
                <a:lnTo>
                  <a:pt x="2867" y="4793"/>
                </a:lnTo>
                <a:lnTo>
                  <a:pt x="2995" y="4878"/>
                </a:lnTo>
                <a:lnTo>
                  <a:pt x="3102" y="4964"/>
                </a:lnTo>
                <a:lnTo>
                  <a:pt x="3102" y="4964"/>
                </a:lnTo>
                <a:lnTo>
                  <a:pt x="3124" y="5028"/>
                </a:lnTo>
                <a:lnTo>
                  <a:pt x="3167" y="5157"/>
                </a:lnTo>
                <a:lnTo>
                  <a:pt x="3188" y="5285"/>
                </a:lnTo>
                <a:lnTo>
                  <a:pt x="3188" y="5328"/>
                </a:lnTo>
                <a:lnTo>
                  <a:pt x="3167" y="5349"/>
                </a:lnTo>
                <a:lnTo>
                  <a:pt x="3167" y="5349"/>
                </a:lnTo>
                <a:close/>
                <a:moveTo>
                  <a:pt x="4279" y="3787"/>
                </a:moveTo>
                <a:lnTo>
                  <a:pt x="4279" y="3787"/>
                </a:lnTo>
                <a:lnTo>
                  <a:pt x="4322" y="3744"/>
                </a:lnTo>
                <a:lnTo>
                  <a:pt x="4365" y="3702"/>
                </a:lnTo>
                <a:lnTo>
                  <a:pt x="4429" y="3595"/>
                </a:lnTo>
                <a:lnTo>
                  <a:pt x="4450" y="3552"/>
                </a:lnTo>
                <a:lnTo>
                  <a:pt x="4493" y="3530"/>
                </a:lnTo>
                <a:lnTo>
                  <a:pt x="4557" y="3530"/>
                </a:lnTo>
                <a:lnTo>
                  <a:pt x="4621" y="3573"/>
                </a:lnTo>
                <a:lnTo>
                  <a:pt x="4621" y="3573"/>
                </a:lnTo>
                <a:lnTo>
                  <a:pt x="4686" y="3616"/>
                </a:lnTo>
                <a:lnTo>
                  <a:pt x="4728" y="3680"/>
                </a:lnTo>
                <a:lnTo>
                  <a:pt x="4814" y="3809"/>
                </a:lnTo>
                <a:lnTo>
                  <a:pt x="4857" y="3873"/>
                </a:lnTo>
                <a:lnTo>
                  <a:pt x="4921" y="3894"/>
                </a:lnTo>
                <a:lnTo>
                  <a:pt x="5007" y="3916"/>
                </a:lnTo>
                <a:lnTo>
                  <a:pt x="5114" y="3894"/>
                </a:lnTo>
                <a:lnTo>
                  <a:pt x="5114" y="3894"/>
                </a:lnTo>
                <a:lnTo>
                  <a:pt x="5199" y="3851"/>
                </a:lnTo>
                <a:lnTo>
                  <a:pt x="5242" y="3809"/>
                </a:lnTo>
                <a:lnTo>
                  <a:pt x="5349" y="3702"/>
                </a:lnTo>
                <a:lnTo>
                  <a:pt x="5456" y="3637"/>
                </a:lnTo>
                <a:lnTo>
                  <a:pt x="5499" y="3616"/>
                </a:lnTo>
                <a:lnTo>
                  <a:pt x="5563" y="3637"/>
                </a:lnTo>
                <a:lnTo>
                  <a:pt x="5563" y="3637"/>
                </a:lnTo>
                <a:lnTo>
                  <a:pt x="5606" y="3680"/>
                </a:lnTo>
                <a:lnTo>
                  <a:pt x="5670" y="3766"/>
                </a:lnTo>
                <a:lnTo>
                  <a:pt x="5713" y="3851"/>
                </a:lnTo>
                <a:lnTo>
                  <a:pt x="5777" y="3916"/>
                </a:lnTo>
                <a:lnTo>
                  <a:pt x="5777" y="3916"/>
                </a:lnTo>
                <a:lnTo>
                  <a:pt x="5841" y="3958"/>
                </a:lnTo>
                <a:lnTo>
                  <a:pt x="5905" y="4001"/>
                </a:lnTo>
                <a:lnTo>
                  <a:pt x="5969" y="4023"/>
                </a:lnTo>
                <a:lnTo>
                  <a:pt x="6055" y="4023"/>
                </a:lnTo>
                <a:lnTo>
                  <a:pt x="6055" y="4023"/>
                </a:lnTo>
                <a:lnTo>
                  <a:pt x="6119" y="3980"/>
                </a:lnTo>
                <a:lnTo>
                  <a:pt x="6162" y="3937"/>
                </a:lnTo>
                <a:lnTo>
                  <a:pt x="6248" y="3809"/>
                </a:lnTo>
                <a:lnTo>
                  <a:pt x="6333" y="3702"/>
                </a:lnTo>
                <a:lnTo>
                  <a:pt x="6376" y="3637"/>
                </a:lnTo>
                <a:lnTo>
                  <a:pt x="6419" y="3616"/>
                </a:lnTo>
                <a:lnTo>
                  <a:pt x="6419" y="3616"/>
                </a:lnTo>
                <a:lnTo>
                  <a:pt x="6483" y="3595"/>
                </a:lnTo>
                <a:lnTo>
                  <a:pt x="6547" y="3616"/>
                </a:lnTo>
                <a:lnTo>
                  <a:pt x="6697" y="3723"/>
                </a:lnTo>
                <a:lnTo>
                  <a:pt x="6847" y="3830"/>
                </a:lnTo>
                <a:lnTo>
                  <a:pt x="6911" y="3873"/>
                </a:lnTo>
                <a:lnTo>
                  <a:pt x="6996" y="3873"/>
                </a:lnTo>
                <a:lnTo>
                  <a:pt x="6996" y="3873"/>
                </a:lnTo>
                <a:lnTo>
                  <a:pt x="7103" y="3873"/>
                </a:lnTo>
                <a:lnTo>
                  <a:pt x="7168" y="3851"/>
                </a:lnTo>
                <a:lnTo>
                  <a:pt x="7210" y="3809"/>
                </a:lnTo>
                <a:lnTo>
                  <a:pt x="7253" y="3766"/>
                </a:lnTo>
                <a:lnTo>
                  <a:pt x="7339" y="3637"/>
                </a:lnTo>
                <a:lnTo>
                  <a:pt x="7424" y="3509"/>
                </a:lnTo>
                <a:lnTo>
                  <a:pt x="7424" y="3509"/>
                </a:lnTo>
                <a:lnTo>
                  <a:pt x="7510" y="3423"/>
                </a:lnTo>
                <a:lnTo>
                  <a:pt x="7574" y="3317"/>
                </a:lnTo>
                <a:lnTo>
                  <a:pt x="7595" y="3274"/>
                </a:lnTo>
                <a:lnTo>
                  <a:pt x="7595" y="3210"/>
                </a:lnTo>
                <a:lnTo>
                  <a:pt x="7574" y="3167"/>
                </a:lnTo>
                <a:lnTo>
                  <a:pt x="7489" y="3103"/>
                </a:lnTo>
                <a:lnTo>
                  <a:pt x="7489" y="3103"/>
                </a:lnTo>
                <a:lnTo>
                  <a:pt x="7403" y="3081"/>
                </a:lnTo>
                <a:lnTo>
                  <a:pt x="7339" y="3103"/>
                </a:lnTo>
                <a:lnTo>
                  <a:pt x="7275" y="3124"/>
                </a:lnTo>
                <a:lnTo>
                  <a:pt x="7232" y="3167"/>
                </a:lnTo>
                <a:lnTo>
                  <a:pt x="7125" y="3295"/>
                </a:lnTo>
                <a:lnTo>
                  <a:pt x="7082" y="3338"/>
                </a:lnTo>
                <a:lnTo>
                  <a:pt x="7018" y="3359"/>
                </a:lnTo>
                <a:lnTo>
                  <a:pt x="7018" y="3359"/>
                </a:lnTo>
                <a:lnTo>
                  <a:pt x="6975" y="3359"/>
                </a:lnTo>
                <a:lnTo>
                  <a:pt x="6911" y="3338"/>
                </a:lnTo>
                <a:lnTo>
                  <a:pt x="6825" y="3252"/>
                </a:lnTo>
                <a:lnTo>
                  <a:pt x="6740" y="3167"/>
                </a:lnTo>
                <a:lnTo>
                  <a:pt x="6697" y="3145"/>
                </a:lnTo>
                <a:lnTo>
                  <a:pt x="6633" y="3124"/>
                </a:lnTo>
                <a:lnTo>
                  <a:pt x="6633" y="3124"/>
                </a:lnTo>
                <a:lnTo>
                  <a:pt x="6547" y="3103"/>
                </a:lnTo>
                <a:lnTo>
                  <a:pt x="6462" y="3124"/>
                </a:lnTo>
                <a:lnTo>
                  <a:pt x="6376" y="3167"/>
                </a:lnTo>
                <a:lnTo>
                  <a:pt x="6312" y="3210"/>
                </a:lnTo>
                <a:lnTo>
                  <a:pt x="6183" y="3317"/>
                </a:lnTo>
                <a:lnTo>
                  <a:pt x="6119" y="3359"/>
                </a:lnTo>
                <a:lnTo>
                  <a:pt x="6055" y="3381"/>
                </a:lnTo>
                <a:lnTo>
                  <a:pt x="6055" y="3381"/>
                </a:lnTo>
                <a:lnTo>
                  <a:pt x="5991" y="3359"/>
                </a:lnTo>
                <a:lnTo>
                  <a:pt x="5948" y="3338"/>
                </a:lnTo>
                <a:lnTo>
                  <a:pt x="5841" y="3252"/>
                </a:lnTo>
                <a:lnTo>
                  <a:pt x="5755" y="3145"/>
                </a:lnTo>
                <a:lnTo>
                  <a:pt x="5691" y="3124"/>
                </a:lnTo>
                <a:lnTo>
                  <a:pt x="5627" y="3103"/>
                </a:lnTo>
                <a:lnTo>
                  <a:pt x="5627" y="3103"/>
                </a:lnTo>
                <a:lnTo>
                  <a:pt x="5542" y="3103"/>
                </a:lnTo>
                <a:lnTo>
                  <a:pt x="5456" y="3124"/>
                </a:lnTo>
                <a:lnTo>
                  <a:pt x="5392" y="3167"/>
                </a:lnTo>
                <a:lnTo>
                  <a:pt x="5328" y="3231"/>
                </a:lnTo>
                <a:lnTo>
                  <a:pt x="5199" y="3359"/>
                </a:lnTo>
                <a:lnTo>
                  <a:pt x="5135" y="3423"/>
                </a:lnTo>
                <a:lnTo>
                  <a:pt x="5071" y="3466"/>
                </a:lnTo>
                <a:lnTo>
                  <a:pt x="5071" y="3466"/>
                </a:lnTo>
                <a:lnTo>
                  <a:pt x="5007" y="3466"/>
                </a:lnTo>
                <a:lnTo>
                  <a:pt x="4964" y="3466"/>
                </a:lnTo>
                <a:lnTo>
                  <a:pt x="4921" y="3423"/>
                </a:lnTo>
                <a:lnTo>
                  <a:pt x="4878" y="3381"/>
                </a:lnTo>
                <a:lnTo>
                  <a:pt x="4793" y="3295"/>
                </a:lnTo>
                <a:lnTo>
                  <a:pt x="4728" y="3252"/>
                </a:lnTo>
                <a:lnTo>
                  <a:pt x="4664" y="3210"/>
                </a:lnTo>
                <a:lnTo>
                  <a:pt x="4664" y="3210"/>
                </a:lnTo>
                <a:lnTo>
                  <a:pt x="4600" y="3188"/>
                </a:lnTo>
                <a:lnTo>
                  <a:pt x="4515" y="3188"/>
                </a:lnTo>
                <a:lnTo>
                  <a:pt x="4429" y="3210"/>
                </a:lnTo>
                <a:lnTo>
                  <a:pt x="4365" y="3231"/>
                </a:lnTo>
                <a:lnTo>
                  <a:pt x="4236" y="3338"/>
                </a:lnTo>
                <a:lnTo>
                  <a:pt x="4151" y="3466"/>
                </a:lnTo>
                <a:lnTo>
                  <a:pt x="4151" y="3466"/>
                </a:lnTo>
                <a:lnTo>
                  <a:pt x="4087" y="3595"/>
                </a:lnTo>
                <a:lnTo>
                  <a:pt x="4087" y="3659"/>
                </a:lnTo>
                <a:lnTo>
                  <a:pt x="4087" y="3723"/>
                </a:lnTo>
                <a:lnTo>
                  <a:pt x="4087" y="3787"/>
                </a:lnTo>
                <a:lnTo>
                  <a:pt x="4129" y="3830"/>
                </a:lnTo>
                <a:lnTo>
                  <a:pt x="4194" y="3830"/>
                </a:lnTo>
                <a:lnTo>
                  <a:pt x="4279" y="3787"/>
                </a:lnTo>
                <a:lnTo>
                  <a:pt x="4279" y="3787"/>
                </a:lnTo>
                <a:close/>
                <a:moveTo>
                  <a:pt x="4921" y="4643"/>
                </a:moveTo>
                <a:lnTo>
                  <a:pt x="4921" y="4643"/>
                </a:lnTo>
                <a:lnTo>
                  <a:pt x="6996" y="4557"/>
                </a:lnTo>
                <a:lnTo>
                  <a:pt x="6996" y="4557"/>
                </a:lnTo>
                <a:lnTo>
                  <a:pt x="7168" y="4557"/>
                </a:lnTo>
                <a:lnTo>
                  <a:pt x="7424" y="4536"/>
                </a:lnTo>
                <a:lnTo>
                  <a:pt x="7553" y="4493"/>
                </a:lnTo>
                <a:lnTo>
                  <a:pt x="7638" y="4450"/>
                </a:lnTo>
                <a:lnTo>
                  <a:pt x="7660" y="4429"/>
                </a:lnTo>
                <a:lnTo>
                  <a:pt x="7681" y="4386"/>
                </a:lnTo>
                <a:lnTo>
                  <a:pt x="7681" y="4344"/>
                </a:lnTo>
                <a:lnTo>
                  <a:pt x="7660" y="4279"/>
                </a:lnTo>
                <a:lnTo>
                  <a:pt x="7660" y="4279"/>
                </a:lnTo>
                <a:lnTo>
                  <a:pt x="7638" y="4237"/>
                </a:lnTo>
                <a:lnTo>
                  <a:pt x="7595" y="4215"/>
                </a:lnTo>
                <a:lnTo>
                  <a:pt x="7510" y="4172"/>
                </a:lnTo>
                <a:lnTo>
                  <a:pt x="7403" y="4151"/>
                </a:lnTo>
                <a:lnTo>
                  <a:pt x="7253" y="4151"/>
                </a:lnTo>
                <a:lnTo>
                  <a:pt x="6996" y="4194"/>
                </a:lnTo>
                <a:lnTo>
                  <a:pt x="6804" y="4215"/>
                </a:lnTo>
                <a:lnTo>
                  <a:pt x="6804" y="4215"/>
                </a:lnTo>
                <a:lnTo>
                  <a:pt x="5734" y="4258"/>
                </a:lnTo>
                <a:lnTo>
                  <a:pt x="4664" y="4301"/>
                </a:lnTo>
                <a:lnTo>
                  <a:pt x="4664" y="4301"/>
                </a:lnTo>
                <a:lnTo>
                  <a:pt x="4515" y="4301"/>
                </a:lnTo>
                <a:lnTo>
                  <a:pt x="4279" y="4322"/>
                </a:lnTo>
                <a:lnTo>
                  <a:pt x="4172" y="4344"/>
                </a:lnTo>
                <a:lnTo>
                  <a:pt x="4087" y="4386"/>
                </a:lnTo>
                <a:lnTo>
                  <a:pt x="4065" y="4408"/>
                </a:lnTo>
                <a:lnTo>
                  <a:pt x="4044" y="4450"/>
                </a:lnTo>
                <a:lnTo>
                  <a:pt x="4044" y="4493"/>
                </a:lnTo>
                <a:lnTo>
                  <a:pt x="4065" y="4536"/>
                </a:lnTo>
                <a:lnTo>
                  <a:pt x="4065" y="4536"/>
                </a:lnTo>
                <a:lnTo>
                  <a:pt x="4108" y="4600"/>
                </a:lnTo>
                <a:lnTo>
                  <a:pt x="4215" y="4643"/>
                </a:lnTo>
                <a:lnTo>
                  <a:pt x="4322" y="4664"/>
                </a:lnTo>
                <a:lnTo>
                  <a:pt x="4450" y="4664"/>
                </a:lnTo>
                <a:lnTo>
                  <a:pt x="4728" y="4643"/>
                </a:lnTo>
                <a:lnTo>
                  <a:pt x="4921" y="4643"/>
                </a:lnTo>
                <a:lnTo>
                  <a:pt x="4921" y="4643"/>
                </a:lnTo>
                <a:close/>
                <a:moveTo>
                  <a:pt x="6419" y="5477"/>
                </a:moveTo>
                <a:lnTo>
                  <a:pt x="6419" y="5477"/>
                </a:lnTo>
                <a:lnTo>
                  <a:pt x="6141" y="5456"/>
                </a:lnTo>
                <a:lnTo>
                  <a:pt x="5884" y="5477"/>
                </a:lnTo>
                <a:lnTo>
                  <a:pt x="5349" y="5499"/>
                </a:lnTo>
                <a:lnTo>
                  <a:pt x="5349" y="5499"/>
                </a:lnTo>
                <a:lnTo>
                  <a:pt x="4878" y="5520"/>
                </a:lnTo>
                <a:lnTo>
                  <a:pt x="4643" y="5542"/>
                </a:lnTo>
                <a:lnTo>
                  <a:pt x="4408" y="5606"/>
                </a:lnTo>
                <a:lnTo>
                  <a:pt x="4408" y="5606"/>
                </a:lnTo>
                <a:lnTo>
                  <a:pt x="4279" y="5649"/>
                </a:lnTo>
                <a:lnTo>
                  <a:pt x="4194" y="5713"/>
                </a:lnTo>
                <a:lnTo>
                  <a:pt x="4172" y="5756"/>
                </a:lnTo>
                <a:lnTo>
                  <a:pt x="4172" y="5798"/>
                </a:lnTo>
                <a:lnTo>
                  <a:pt x="4194" y="5841"/>
                </a:lnTo>
                <a:lnTo>
                  <a:pt x="4258" y="5884"/>
                </a:lnTo>
                <a:lnTo>
                  <a:pt x="4258" y="5884"/>
                </a:lnTo>
                <a:lnTo>
                  <a:pt x="4343" y="5905"/>
                </a:lnTo>
                <a:lnTo>
                  <a:pt x="4472" y="5884"/>
                </a:lnTo>
                <a:lnTo>
                  <a:pt x="4707" y="5841"/>
                </a:lnTo>
                <a:lnTo>
                  <a:pt x="4707" y="5841"/>
                </a:lnTo>
                <a:lnTo>
                  <a:pt x="4985" y="5841"/>
                </a:lnTo>
                <a:lnTo>
                  <a:pt x="5263" y="5820"/>
                </a:lnTo>
                <a:lnTo>
                  <a:pt x="5263" y="5820"/>
                </a:lnTo>
                <a:lnTo>
                  <a:pt x="6162" y="5798"/>
                </a:lnTo>
                <a:lnTo>
                  <a:pt x="7061" y="5777"/>
                </a:lnTo>
                <a:lnTo>
                  <a:pt x="7061" y="5777"/>
                </a:lnTo>
                <a:lnTo>
                  <a:pt x="7210" y="5777"/>
                </a:lnTo>
                <a:lnTo>
                  <a:pt x="7382" y="5734"/>
                </a:lnTo>
                <a:lnTo>
                  <a:pt x="7446" y="5691"/>
                </a:lnTo>
                <a:lnTo>
                  <a:pt x="7489" y="5649"/>
                </a:lnTo>
                <a:lnTo>
                  <a:pt x="7489" y="5584"/>
                </a:lnTo>
                <a:lnTo>
                  <a:pt x="7403" y="5499"/>
                </a:lnTo>
                <a:lnTo>
                  <a:pt x="7403" y="5499"/>
                </a:lnTo>
                <a:lnTo>
                  <a:pt x="7339" y="5456"/>
                </a:lnTo>
                <a:lnTo>
                  <a:pt x="7210" y="5413"/>
                </a:lnTo>
                <a:lnTo>
                  <a:pt x="7082" y="5413"/>
                </a:lnTo>
                <a:lnTo>
                  <a:pt x="6932" y="5413"/>
                </a:lnTo>
                <a:lnTo>
                  <a:pt x="6419" y="5477"/>
                </a:lnTo>
                <a:lnTo>
                  <a:pt x="6419" y="5477"/>
                </a:lnTo>
                <a:close/>
                <a:moveTo>
                  <a:pt x="6911" y="4857"/>
                </a:moveTo>
                <a:lnTo>
                  <a:pt x="6911" y="4857"/>
                </a:lnTo>
                <a:lnTo>
                  <a:pt x="5884" y="4921"/>
                </a:lnTo>
                <a:lnTo>
                  <a:pt x="5370" y="4964"/>
                </a:lnTo>
                <a:lnTo>
                  <a:pt x="4835" y="4985"/>
                </a:lnTo>
                <a:lnTo>
                  <a:pt x="4835" y="4985"/>
                </a:lnTo>
                <a:lnTo>
                  <a:pt x="4707" y="4985"/>
                </a:lnTo>
                <a:lnTo>
                  <a:pt x="4515" y="4985"/>
                </a:lnTo>
                <a:lnTo>
                  <a:pt x="4408" y="5007"/>
                </a:lnTo>
                <a:lnTo>
                  <a:pt x="4322" y="5028"/>
                </a:lnTo>
                <a:lnTo>
                  <a:pt x="4258" y="5071"/>
                </a:lnTo>
                <a:lnTo>
                  <a:pt x="4258" y="5092"/>
                </a:lnTo>
                <a:lnTo>
                  <a:pt x="4258" y="5135"/>
                </a:lnTo>
                <a:lnTo>
                  <a:pt x="4258" y="5135"/>
                </a:lnTo>
                <a:lnTo>
                  <a:pt x="4258" y="5157"/>
                </a:lnTo>
                <a:lnTo>
                  <a:pt x="4301" y="5178"/>
                </a:lnTo>
                <a:lnTo>
                  <a:pt x="4386" y="5199"/>
                </a:lnTo>
                <a:lnTo>
                  <a:pt x="4664" y="5221"/>
                </a:lnTo>
                <a:lnTo>
                  <a:pt x="5156" y="5199"/>
                </a:lnTo>
                <a:lnTo>
                  <a:pt x="5156" y="5199"/>
                </a:lnTo>
                <a:lnTo>
                  <a:pt x="5413" y="5199"/>
                </a:lnTo>
                <a:lnTo>
                  <a:pt x="6012" y="5178"/>
                </a:lnTo>
                <a:lnTo>
                  <a:pt x="7018" y="5135"/>
                </a:lnTo>
                <a:lnTo>
                  <a:pt x="7018" y="5135"/>
                </a:lnTo>
                <a:lnTo>
                  <a:pt x="7189" y="5135"/>
                </a:lnTo>
                <a:lnTo>
                  <a:pt x="7467" y="5135"/>
                </a:lnTo>
                <a:lnTo>
                  <a:pt x="7595" y="5114"/>
                </a:lnTo>
                <a:lnTo>
                  <a:pt x="7681" y="5071"/>
                </a:lnTo>
                <a:lnTo>
                  <a:pt x="7724" y="5050"/>
                </a:lnTo>
                <a:lnTo>
                  <a:pt x="7724" y="5007"/>
                </a:lnTo>
                <a:lnTo>
                  <a:pt x="7745" y="4985"/>
                </a:lnTo>
                <a:lnTo>
                  <a:pt x="7724" y="4943"/>
                </a:lnTo>
                <a:lnTo>
                  <a:pt x="7724" y="4943"/>
                </a:lnTo>
                <a:lnTo>
                  <a:pt x="7660" y="4878"/>
                </a:lnTo>
                <a:lnTo>
                  <a:pt x="7574" y="4836"/>
                </a:lnTo>
                <a:lnTo>
                  <a:pt x="7467" y="4814"/>
                </a:lnTo>
                <a:lnTo>
                  <a:pt x="7339" y="4814"/>
                </a:lnTo>
                <a:lnTo>
                  <a:pt x="7082" y="4836"/>
                </a:lnTo>
                <a:lnTo>
                  <a:pt x="6911" y="4857"/>
                </a:lnTo>
                <a:lnTo>
                  <a:pt x="6911" y="4857"/>
                </a:lnTo>
                <a:close/>
                <a:moveTo>
                  <a:pt x="6697" y="6141"/>
                </a:moveTo>
                <a:lnTo>
                  <a:pt x="6697" y="6141"/>
                </a:lnTo>
                <a:lnTo>
                  <a:pt x="6526" y="6184"/>
                </a:lnTo>
                <a:lnTo>
                  <a:pt x="6376" y="6269"/>
                </a:lnTo>
                <a:lnTo>
                  <a:pt x="6312" y="6312"/>
                </a:lnTo>
                <a:lnTo>
                  <a:pt x="6269" y="6376"/>
                </a:lnTo>
                <a:lnTo>
                  <a:pt x="6226" y="6462"/>
                </a:lnTo>
                <a:lnTo>
                  <a:pt x="6226" y="6547"/>
                </a:lnTo>
                <a:lnTo>
                  <a:pt x="6226" y="6547"/>
                </a:lnTo>
                <a:lnTo>
                  <a:pt x="6226" y="6611"/>
                </a:lnTo>
                <a:lnTo>
                  <a:pt x="6248" y="6697"/>
                </a:lnTo>
                <a:lnTo>
                  <a:pt x="6290" y="6740"/>
                </a:lnTo>
                <a:lnTo>
                  <a:pt x="6355" y="6783"/>
                </a:lnTo>
                <a:lnTo>
                  <a:pt x="6483" y="6847"/>
                </a:lnTo>
                <a:lnTo>
                  <a:pt x="6633" y="6868"/>
                </a:lnTo>
                <a:lnTo>
                  <a:pt x="6633" y="6868"/>
                </a:lnTo>
                <a:lnTo>
                  <a:pt x="6740" y="6847"/>
                </a:lnTo>
                <a:lnTo>
                  <a:pt x="6825" y="6825"/>
                </a:lnTo>
                <a:lnTo>
                  <a:pt x="6889" y="6804"/>
                </a:lnTo>
                <a:lnTo>
                  <a:pt x="6954" y="6761"/>
                </a:lnTo>
                <a:lnTo>
                  <a:pt x="7018" y="6697"/>
                </a:lnTo>
                <a:lnTo>
                  <a:pt x="7039" y="6654"/>
                </a:lnTo>
                <a:lnTo>
                  <a:pt x="7082" y="6590"/>
                </a:lnTo>
                <a:lnTo>
                  <a:pt x="7082" y="6526"/>
                </a:lnTo>
                <a:lnTo>
                  <a:pt x="7082" y="6462"/>
                </a:lnTo>
                <a:lnTo>
                  <a:pt x="7082" y="6397"/>
                </a:lnTo>
                <a:lnTo>
                  <a:pt x="7061" y="6333"/>
                </a:lnTo>
                <a:lnTo>
                  <a:pt x="7018" y="6291"/>
                </a:lnTo>
                <a:lnTo>
                  <a:pt x="6954" y="6248"/>
                </a:lnTo>
                <a:lnTo>
                  <a:pt x="6889" y="6205"/>
                </a:lnTo>
                <a:lnTo>
                  <a:pt x="6804" y="6162"/>
                </a:lnTo>
                <a:lnTo>
                  <a:pt x="6697" y="6141"/>
                </a:lnTo>
                <a:lnTo>
                  <a:pt x="6697" y="6141"/>
                </a:lnTo>
                <a:close/>
                <a:moveTo>
                  <a:pt x="4686" y="1134"/>
                </a:moveTo>
                <a:lnTo>
                  <a:pt x="4686" y="1134"/>
                </a:lnTo>
                <a:lnTo>
                  <a:pt x="4686" y="1070"/>
                </a:lnTo>
                <a:lnTo>
                  <a:pt x="4664" y="1027"/>
                </a:lnTo>
                <a:lnTo>
                  <a:pt x="4643" y="984"/>
                </a:lnTo>
                <a:lnTo>
                  <a:pt x="4600" y="942"/>
                </a:lnTo>
                <a:lnTo>
                  <a:pt x="4493" y="899"/>
                </a:lnTo>
                <a:lnTo>
                  <a:pt x="4386" y="899"/>
                </a:lnTo>
                <a:lnTo>
                  <a:pt x="4279" y="920"/>
                </a:lnTo>
                <a:lnTo>
                  <a:pt x="4194" y="963"/>
                </a:lnTo>
                <a:lnTo>
                  <a:pt x="4108" y="1049"/>
                </a:lnTo>
                <a:lnTo>
                  <a:pt x="4108" y="1113"/>
                </a:lnTo>
                <a:lnTo>
                  <a:pt x="4087" y="1177"/>
                </a:lnTo>
                <a:lnTo>
                  <a:pt x="4087" y="1177"/>
                </a:lnTo>
                <a:lnTo>
                  <a:pt x="4087" y="1241"/>
                </a:lnTo>
                <a:lnTo>
                  <a:pt x="4108" y="1284"/>
                </a:lnTo>
                <a:lnTo>
                  <a:pt x="4151" y="1327"/>
                </a:lnTo>
                <a:lnTo>
                  <a:pt x="4172" y="1369"/>
                </a:lnTo>
                <a:lnTo>
                  <a:pt x="4279" y="1412"/>
                </a:lnTo>
                <a:lnTo>
                  <a:pt x="4386" y="1412"/>
                </a:lnTo>
                <a:lnTo>
                  <a:pt x="4493" y="1391"/>
                </a:lnTo>
                <a:lnTo>
                  <a:pt x="4579" y="1327"/>
                </a:lnTo>
                <a:lnTo>
                  <a:pt x="4664" y="1241"/>
                </a:lnTo>
                <a:lnTo>
                  <a:pt x="4686" y="1198"/>
                </a:lnTo>
                <a:lnTo>
                  <a:pt x="4686" y="1134"/>
                </a:lnTo>
                <a:lnTo>
                  <a:pt x="4686" y="1134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38"/>
          <p:cNvSpPr txBox="1"/>
          <p:nvPr/>
        </p:nvSpPr>
        <p:spPr>
          <a:xfrm>
            <a:off x="3175050" y="1095650"/>
            <a:ext cx="2653200" cy="4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GET: /rest/profile/5234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23" name="Google Shape;823;p38"/>
          <p:cNvSpPr/>
          <p:nvPr/>
        </p:nvSpPr>
        <p:spPr>
          <a:xfrm rot="10800000">
            <a:off x="2394463" y="1489975"/>
            <a:ext cx="3997095" cy="271475"/>
          </a:xfrm>
          <a:custGeom>
            <a:rect b="b" l="l" r="r" t="t"/>
            <a:pathLst>
              <a:path extrusionOk="0" h="10859" w="123596">
                <a:moveTo>
                  <a:pt x="0" y="2642"/>
                </a:moveTo>
                <a:cubicBezTo>
                  <a:pt x="28421" y="2642"/>
                  <a:pt x="56797" y="5381"/>
                  <a:pt x="85218" y="5381"/>
                </a:cubicBezTo>
                <a:cubicBezTo>
                  <a:pt x="93334" y="5381"/>
                  <a:pt x="101449" y="5381"/>
                  <a:pt x="109565" y="5381"/>
                </a:cubicBezTo>
                <a:cubicBezTo>
                  <a:pt x="114131" y="5381"/>
                  <a:pt x="120037" y="8919"/>
                  <a:pt x="123261" y="5685"/>
                </a:cubicBezTo>
                <a:cubicBezTo>
                  <a:pt x="125030" y="3910"/>
                  <a:pt x="119216" y="2608"/>
                  <a:pt x="116870" y="1728"/>
                </a:cubicBezTo>
                <a:cubicBezTo>
                  <a:pt x="116104" y="1441"/>
                  <a:pt x="114100" y="0"/>
                  <a:pt x="114739" y="511"/>
                </a:cubicBezTo>
                <a:cubicBezTo>
                  <a:pt x="117335" y="2586"/>
                  <a:pt x="123807" y="2407"/>
                  <a:pt x="123261" y="5685"/>
                </a:cubicBezTo>
                <a:cubicBezTo>
                  <a:pt x="122849" y="8163"/>
                  <a:pt x="119559" y="9083"/>
                  <a:pt x="117783" y="10859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24" name="Google Shape;824;p38"/>
          <p:cNvSpPr/>
          <p:nvPr/>
        </p:nvSpPr>
        <p:spPr>
          <a:xfrm>
            <a:off x="1630502" y="2112626"/>
            <a:ext cx="650418" cy="646207"/>
          </a:xfrm>
          <a:custGeom>
            <a:rect b="b" l="l" r="r" t="t"/>
            <a:pathLst>
              <a:path extrusionOk="0" h="8067" w="8901">
                <a:moveTo>
                  <a:pt x="3637" y="1306"/>
                </a:moveTo>
                <a:lnTo>
                  <a:pt x="3637" y="1327"/>
                </a:lnTo>
                <a:lnTo>
                  <a:pt x="3595" y="1306"/>
                </a:lnTo>
                <a:close/>
                <a:moveTo>
                  <a:pt x="2354" y="1306"/>
                </a:moveTo>
                <a:lnTo>
                  <a:pt x="2375" y="1349"/>
                </a:lnTo>
                <a:lnTo>
                  <a:pt x="2354" y="1370"/>
                </a:lnTo>
                <a:lnTo>
                  <a:pt x="2332" y="1327"/>
                </a:lnTo>
                <a:lnTo>
                  <a:pt x="2354" y="1306"/>
                </a:lnTo>
                <a:close/>
                <a:moveTo>
                  <a:pt x="4707" y="1135"/>
                </a:moveTo>
                <a:lnTo>
                  <a:pt x="4643" y="1177"/>
                </a:lnTo>
                <a:lnTo>
                  <a:pt x="4557" y="1220"/>
                </a:lnTo>
                <a:lnTo>
                  <a:pt x="4536" y="1263"/>
                </a:lnTo>
                <a:lnTo>
                  <a:pt x="4536" y="1284"/>
                </a:lnTo>
                <a:lnTo>
                  <a:pt x="4557" y="1327"/>
                </a:lnTo>
                <a:lnTo>
                  <a:pt x="4600" y="1349"/>
                </a:lnTo>
                <a:lnTo>
                  <a:pt x="4964" y="1413"/>
                </a:lnTo>
                <a:lnTo>
                  <a:pt x="5306" y="1456"/>
                </a:lnTo>
                <a:lnTo>
                  <a:pt x="6034" y="1456"/>
                </a:lnTo>
                <a:lnTo>
                  <a:pt x="6376" y="1477"/>
                </a:lnTo>
                <a:lnTo>
                  <a:pt x="6547" y="1456"/>
                </a:lnTo>
                <a:lnTo>
                  <a:pt x="6718" y="1434"/>
                </a:lnTo>
                <a:lnTo>
                  <a:pt x="6783" y="1413"/>
                </a:lnTo>
                <a:lnTo>
                  <a:pt x="6825" y="1370"/>
                </a:lnTo>
                <a:lnTo>
                  <a:pt x="6847" y="1327"/>
                </a:lnTo>
                <a:lnTo>
                  <a:pt x="6847" y="1284"/>
                </a:lnTo>
                <a:lnTo>
                  <a:pt x="6804" y="1263"/>
                </a:lnTo>
                <a:lnTo>
                  <a:pt x="6761" y="1220"/>
                </a:lnTo>
                <a:lnTo>
                  <a:pt x="6697" y="1199"/>
                </a:lnTo>
                <a:lnTo>
                  <a:pt x="5991" y="1199"/>
                </a:lnTo>
                <a:lnTo>
                  <a:pt x="5670" y="1220"/>
                </a:lnTo>
                <a:lnTo>
                  <a:pt x="5349" y="1199"/>
                </a:lnTo>
                <a:lnTo>
                  <a:pt x="5028" y="1156"/>
                </a:lnTo>
                <a:lnTo>
                  <a:pt x="4857" y="1135"/>
                </a:lnTo>
                <a:close/>
                <a:moveTo>
                  <a:pt x="2675" y="1284"/>
                </a:moveTo>
                <a:lnTo>
                  <a:pt x="2696" y="1306"/>
                </a:lnTo>
                <a:lnTo>
                  <a:pt x="2696" y="1391"/>
                </a:lnTo>
                <a:lnTo>
                  <a:pt x="2653" y="1498"/>
                </a:lnTo>
                <a:lnTo>
                  <a:pt x="2610" y="1520"/>
                </a:lnTo>
                <a:lnTo>
                  <a:pt x="2568" y="1520"/>
                </a:lnTo>
                <a:lnTo>
                  <a:pt x="2568" y="1477"/>
                </a:lnTo>
                <a:lnTo>
                  <a:pt x="2589" y="1413"/>
                </a:lnTo>
                <a:lnTo>
                  <a:pt x="2653" y="1306"/>
                </a:lnTo>
                <a:lnTo>
                  <a:pt x="2675" y="1284"/>
                </a:lnTo>
                <a:close/>
                <a:moveTo>
                  <a:pt x="3038" y="1284"/>
                </a:moveTo>
                <a:lnTo>
                  <a:pt x="3102" y="1306"/>
                </a:lnTo>
                <a:lnTo>
                  <a:pt x="3124" y="1370"/>
                </a:lnTo>
                <a:lnTo>
                  <a:pt x="3102" y="1434"/>
                </a:lnTo>
                <a:lnTo>
                  <a:pt x="3038" y="1541"/>
                </a:lnTo>
                <a:lnTo>
                  <a:pt x="2974" y="1627"/>
                </a:lnTo>
                <a:lnTo>
                  <a:pt x="2910" y="1669"/>
                </a:lnTo>
                <a:lnTo>
                  <a:pt x="2889" y="1627"/>
                </a:lnTo>
                <a:lnTo>
                  <a:pt x="2910" y="1541"/>
                </a:lnTo>
                <a:lnTo>
                  <a:pt x="2953" y="1391"/>
                </a:lnTo>
                <a:lnTo>
                  <a:pt x="2995" y="1306"/>
                </a:lnTo>
                <a:lnTo>
                  <a:pt x="3038" y="1284"/>
                </a:lnTo>
                <a:close/>
                <a:moveTo>
                  <a:pt x="4900" y="1648"/>
                </a:moveTo>
                <a:lnTo>
                  <a:pt x="4750" y="1669"/>
                </a:lnTo>
                <a:lnTo>
                  <a:pt x="4664" y="1712"/>
                </a:lnTo>
                <a:lnTo>
                  <a:pt x="4643" y="1755"/>
                </a:lnTo>
                <a:lnTo>
                  <a:pt x="4643" y="1776"/>
                </a:lnTo>
                <a:lnTo>
                  <a:pt x="4664" y="1841"/>
                </a:lnTo>
                <a:lnTo>
                  <a:pt x="4750" y="1905"/>
                </a:lnTo>
                <a:lnTo>
                  <a:pt x="4878" y="1948"/>
                </a:lnTo>
                <a:lnTo>
                  <a:pt x="6654" y="1948"/>
                </a:lnTo>
                <a:lnTo>
                  <a:pt x="6783" y="1926"/>
                </a:lnTo>
                <a:lnTo>
                  <a:pt x="6847" y="1905"/>
                </a:lnTo>
                <a:lnTo>
                  <a:pt x="6890" y="1862"/>
                </a:lnTo>
                <a:lnTo>
                  <a:pt x="6911" y="1819"/>
                </a:lnTo>
                <a:lnTo>
                  <a:pt x="6890" y="1776"/>
                </a:lnTo>
                <a:lnTo>
                  <a:pt x="6868" y="1734"/>
                </a:lnTo>
                <a:lnTo>
                  <a:pt x="6825" y="1712"/>
                </a:lnTo>
                <a:lnTo>
                  <a:pt x="6654" y="1691"/>
                </a:lnTo>
                <a:lnTo>
                  <a:pt x="6483" y="1669"/>
                </a:lnTo>
                <a:lnTo>
                  <a:pt x="6119" y="1669"/>
                </a:lnTo>
                <a:lnTo>
                  <a:pt x="5413" y="1691"/>
                </a:lnTo>
                <a:lnTo>
                  <a:pt x="5071" y="1669"/>
                </a:lnTo>
                <a:lnTo>
                  <a:pt x="4900" y="1648"/>
                </a:lnTo>
                <a:close/>
                <a:moveTo>
                  <a:pt x="3038" y="2119"/>
                </a:moveTo>
                <a:lnTo>
                  <a:pt x="3209" y="2140"/>
                </a:lnTo>
                <a:lnTo>
                  <a:pt x="3381" y="2140"/>
                </a:lnTo>
                <a:lnTo>
                  <a:pt x="3488" y="2162"/>
                </a:lnTo>
                <a:lnTo>
                  <a:pt x="3509" y="2162"/>
                </a:lnTo>
                <a:lnTo>
                  <a:pt x="3509" y="2183"/>
                </a:lnTo>
                <a:lnTo>
                  <a:pt x="3466" y="2204"/>
                </a:lnTo>
                <a:lnTo>
                  <a:pt x="3423" y="2226"/>
                </a:lnTo>
                <a:lnTo>
                  <a:pt x="3338" y="2226"/>
                </a:lnTo>
                <a:lnTo>
                  <a:pt x="3145" y="2204"/>
                </a:lnTo>
                <a:lnTo>
                  <a:pt x="2931" y="2204"/>
                </a:lnTo>
                <a:lnTo>
                  <a:pt x="2824" y="2183"/>
                </a:lnTo>
                <a:lnTo>
                  <a:pt x="2824" y="2162"/>
                </a:lnTo>
                <a:lnTo>
                  <a:pt x="2846" y="2140"/>
                </a:lnTo>
                <a:lnTo>
                  <a:pt x="2953" y="2119"/>
                </a:lnTo>
                <a:close/>
                <a:moveTo>
                  <a:pt x="2525" y="2097"/>
                </a:moveTo>
                <a:lnTo>
                  <a:pt x="2589" y="2119"/>
                </a:lnTo>
                <a:lnTo>
                  <a:pt x="2653" y="2140"/>
                </a:lnTo>
                <a:lnTo>
                  <a:pt x="2653" y="2162"/>
                </a:lnTo>
                <a:lnTo>
                  <a:pt x="2653" y="2204"/>
                </a:lnTo>
                <a:lnTo>
                  <a:pt x="2610" y="2226"/>
                </a:lnTo>
                <a:lnTo>
                  <a:pt x="2546" y="2247"/>
                </a:lnTo>
                <a:lnTo>
                  <a:pt x="2418" y="2247"/>
                </a:lnTo>
                <a:lnTo>
                  <a:pt x="2354" y="2226"/>
                </a:lnTo>
                <a:lnTo>
                  <a:pt x="2332" y="2204"/>
                </a:lnTo>
                <a:lnTo>
                  <a:pt x="2375" y="2162"/>
                </a:lnTo>
                <a:lnTo>
                  <a:pt x="2461" y="2097"/>
                </a:lnTo>
                <a:close/>
                <a:moveTo>
                  <a:pt x="6312" y="2140"/>
                </a:moveTo>
                <a:lnTo>
                  <a:pt x="5969" y="2162"/>
                </a:lnTo>
                <a:lnTo>
                  <a:pt x="5627" y="2204"/>
                </a:lnTo>
                <a:lnTo>
                  <a:pt x="4707" y="2204"/>
                </a:lnTo>
                <a:lnTo>
                  <a:pt x="4600" y="2226"/>
                </a:lnTo>
                <a:lnTo>
                  <a:pt x="4536" y="2226"/>
                </a:lnTo>
                <a:lnTo>
                  <a:pt x="4515" y="2269"/>
                </a:lnTo>
                <a:lnTo>
                  <a:pt x="4493" y="2311"/>
                </a:lnTo>
                <a:lnTo>
                  <a:pt x="4515" y="2354"/>
                </a:lnTo>
                <a:lnTo>
                  <a:pt x="4557" y="2397"/>
                </a:lnTo>
                <a:lnTo>
                  <a:pt x="4600" y="2418"/>
                </a:lnTo>
                <a:lnTo>
                  <a:pt x="4964" y="2461"/>
                </a:lnTo>
                <a:lnTo>
                  <a:pt x="5328" y="2483"/>
                </a:lnTo>
                <a:lnTo>
                  <a:pt x="5691" y="2461"/>
                </a:lnTo>
                <a:lnTo>
                  <a:pt x="6055" y="2440"/>
                </a:lnTo>
                <a:lnTo>
                  <a:pt x="6376" y="2440"/>
                </a:lnTo>
                <a:lnTo>
                  <a:pt x="6547" y="2418"/>
                </a:lnTo>
                <a:lnTo>
                  <a:pt x="6697" y="2397"/>
                </a:lnTo>
                <a:lnTo>
                  <a:pt x="6783" y="2354"/>
                </a:lnTo>
                <a:lnTo>
                  <a:pt x="6825" y="2311"/>
                </a:lnTo>
                <a:lnTo>
                  <a:pt x="6825" y="2290"/>
                </a:lnTo>
                <a:lnTo>
                  <a:pt x="6825" y="2247"/>
                </a:lnTo>
                <a:lnTo>
                  <a:pt x="6804" y="2226"/>
                </a:lnTo>
                <a:lnTo>
                  <a:pt x="6761" y="2204"/>
                </a:lnTo>
                <a:lnTo>
                  <a:pt x="6633" y="2162"/>
                </a:lnTo>
                <a:lnTo>
                  <a:pt x="6483" y="2140"/>
                </a:lnTo>
                <a:close/>
                <a:moveTo>
                  <a:pt x="3316" y="1006"/>
                </a:moveTo>
                <a:lnTo>
                  <a:pt x="3081" y="1028"/>
                </a:lnTo>
                <a:lnTo>
                  <a:pt x="2396" y="1028"/>
                </a:lnTo>
                <a:lnTo>
                  <a:pt x="2289" y="1049"/>
                </a:lnTo>
                <a:lnTo>
                  <a:pt x="2225" y="1092"/>
                </a:lnTo>
                <a:lnTo>
                  <a:pt x="2161" y="1156"/>
                </a:lnTo>
                <a:lnTo>
                  <a:pt x="2118" y="1220"/>
                </a:lnTo>
                <a:lnTo>
                  <a:pt x="2097" y="1306"/>
                </a:lnTo>
                <a:lnTo>
                  <a:pt x="2075" y="1456"/>
                </a:lnTo>
                <a:lnTo>
                  <a:pt x="2075" y="1798"/>
                </a:lnTo>
                <a:lnTo>
                  <a:pt x="2075" y="1948"/>
                </a:lnTo>
                <a:lnTo>
                  <a:pt x="2054" y="2162"/>
                </a:lnTo>
                <a:lnTo>
                  <a:pt x="2075" y="2247"/>
                </a:lnTo>
                <a:lnTo>
                  <a:pt x="2097" y="2333"/>
                </a:lnTo>
                <a:lnTo>
                  <a:pt x="2140" y="2418"/>
                </a:lnTo>
                <a:lnTo>
                  <a:pt x="2182" y="2461"/>
                </a:lnTo>
                <a:lnTo>
                  <a:pt x="2268" y="2483"/>
                </a:lnTo>
                <a:lnTo>
                  <a:pt x="2354" y="2504"/>
                </a:lnTo>
                <a:lnTo>
                  <a:pt x="2568" y="2504"/>
                </a:lnTo>
                <a:lnTo>
                  <a:pt x="2953" y="2461"/>
                </a:lnTo>
                <a:lnTo>
                  <a:pt x="3231" y="2461"/>
                </a:lnTo>
                <a:lnTo>
                  <a:pt x="3488" y="2483"/>
                </a:lnTo>
                <a:lnTo>
                  <a:pt x="3616" y="2504"/>
                </a:lnTo>
                <a:lnTo>
                  <a:pt x="3702" y="2525"/>
                </a:lnTo>
                <a:lnTo>
                  <a:pt x="3766" y="2504"/>
                </a:lnTo>
                <a:lnTo>
                  <a:pt x="3851" y="2440"/>
                </a:lnTo>
                <a:lnTo>
                  <a:pt x="3894" y="2333"/>
                </a:lnTo>
                <a:lnTo>
                  <a:pt x="3916" y="2226"/>
                </a:lnTo>
                <a:lnTo>
                  <a:pt x="3916" y="2119"/>
                </a:lnTo>
                <a:lnTo>
                  <a:pt x="3894" y="1883"/>
                </a:lnTo>
                <a:lnTo>
                  <a:pt x="3894" y="1669"/>
                </a:lnTo>
                <a:lnTo>
                  <a:pt x="3916" y="1498"/>
                </a:lnTo>
                <a:lnTo>
                  <a:pt x="3937" y="1306"/>
                </a:lnTo>
                <a:lnTo>
                  <a:pt x="3916" y="1220"/>
                </a:lnTo>
                <a:lnTo>
                  <a:pt x="3894" y="1135"/>
                </a:lnTo>
                <a:lnTo>
                  <a:pt x="3830" y="1070"/>
                </a:lnTo>
                <a:lnTo>
                  <a:pt x="3766" y="1028"/>
                </a:lnTo>
                <a:lnTo>
                  <a:pt x="3659" y="1006"/>
                </a:lnTo>
                <a:close/>
                <a:moveTo>
                  <a:pt x="2268" y="2889"/>
                </a:moveTo>
                <a:lnTo>
                  <a:pt x="2182" y="2910"/>
                </a:lnTo>
                <a:lnTo>
                  <a:pt x="2097" y="2953"/>
                </a:lnTo>
                <a:lnTo>
                  <a:pt x="2075" y="2975"/>
                </a:lnTo>
                <a:lnTo>
                  <a:pt x="2054" y="3017"/>
                </a:lnTo>
                <a:lnTo>
                  <a:pt x="2075" y="3039"/>
                </a:lnTo>
                <a:lnTo>
                  <a:pt x="2140" y="3060"/>
                </a:lnTo>
                <a:lnTo>
                  <a:pt x="2247" y="3103"/>
                </a:lnTo>
                <a:lnTo>
                  <a:pt x="2375" y="3124"/>
                </a:lnTo>
                <a:lnTo>
                  <a:pt x="2653" y="3146"/>
                </a:lnTo>
                <a:lnTo>
                  <a:pt x="3359" y="3146"/>
                </a:lnTo>
                <a:lnTo>
                  <a:pt x="3637" y="3124"/>
                </a:lnTo>
                <a:lnTo>
                  <a:pt x="3766" y="3103"/>
                </a:lnTo>
                <a:lnTo>
                  <a:pt x="3851" y="3060"/>
                </a:lnTo>
                <a:lnTo>
                  <a:pt x="3851" y="3039"/>
                </a:lnTo>
                <a:lnTo>
                  <a:pt x="3851" y="3017"/>
                </a:lnTo>
                <a:lnTo>
                  <a:pt x="3830" y="2975"/>
                </a:lnTo>
                <a:lnTo>
                  <a:pt x="3787" y="2932"/>
                </a:lnTo>
                <a:lnTo>
                  <a:pt x="3702" y="2910"/>
                </a:lnTo>
                <a:lnTo>
                  <a:pt x="3595" y="2910"/>
                </a:lnTo>
                <a:lnTo>
                  <a:pt x="3381" y="2932"/>
                </a:lnTo>
                <a:lnTo>
                  <a:pt x="2824" y="2889"/>
                </a:lnTo>
                <a:close/>
                <a:moveTo>
                  <a:pt x="6141" y="3060"/>
                </a:moveTo>
                <a:lnTo>
                  <a:pt x="6183" y="3082"/>
                </a:lnTo>
                <a:lnTo>
                  <a:pt x="6205" y="3103"/>
                </a:lnTo>
                <a:lnTo>
                  <a:pt x="6076" y="3210"/>
                </a:lnTo>
                <a:lnTo>
                  <a:pt x="5969" y="3317"/>
                </a:lnTo>
                <a:lnTo>
                  <a:pt x="5969" y="3231"/>
                </a:lnTo>
                <a:lnTo>
                  <a:pt x="5991" y="3146"/>
                </a:lnTo>
                <a:lnTo>
                  <a:pt x="6034" y="3103"/>
                </a:lnTo>
                <a:lnTo>
                  <a:pt x="6055" y="3082"/>
                </a:lnTo>
                <a:lnTo>
                  <a:pt x="6141" y="3060"/>
                </a:lnTo>
                <a:close/>
                <a:moveTo>
                  <a:pt x="5007" y="3039"/>
                </a:moveTo>
                <a:lnTo>
                  <a:pt x="5049" y="3060"/>
                </a:lnTo>
                <a:lnTo>
                  <a:pt x="5049" y="3103"/>
                </a:lnTo>
                <a:lnTo>
                  <a:pt x="5007" y="3231"/>
                </a:lnTo>
                <a:lnTo>
                  <a:pt x="4964" y="3317"/>
                </a:lnTo>
                <a:lnTo>
                  <a:pt x="4921" y="3360"/>
                </a:lnTo>
                <a:lnTo>
                  <a:pt x="4900" y="3317"/>
                </a:lnTo>
                <a:lnTo>
                  <a:pt x="4900" y="3210"/>
                </a:lnTo>
                <a:lnTo>
                  <a:pt x="4900" y="3103"/>
                </a:lnTo>
                <a:lnTo>
                  <a:pt x="4900" y="3060"/>
                </a:lnTo>
                <a:lnTo>
                  <a:pt x="4921" y="3060"/>
                </a:lnTo>
                <a:lnTo>
                  <a:pt x="4964" y="3039"/>
                </a:lnTo>
                <a:close/>
                <a:moveTo>
                  <a:pt x="5370" y="3017"/>
                </a:moveTo>
                <a:lnTo>
                  <a:pt x="5435" y="3039"/>
                </a:lnTo>
                <a:lnTo>
                  <a:pt x="5435" y="3082"/>
                </a:lnTo>
                <a:lnTo>
                  <a:pt x="5435" y="3124"/>
                </a:lnTo>
                <a:lnTo>
                  <a:pt x="5328" y="3231"/>
                </a:lnTo>
                <a:lnTo>
                  <a:pt x="5221" y="3360"/>
                </a:lnTo>
                <a:lnTo>
                  <a:pt x="5135" y="3445"/>
                </a:lnTo>
                <a:lnTo>
                  <a:pt x="5135" y="3403"/>
                </a:lnTo>
                <a:lnTo>
                  <a:pt x="5156" y="3403"/>
                </a:lnTo>
                <a:lnTo>
                  <a:pt x="5178" y="3317"/>
                </a:lnTo>
                <a:lnTo>
                  <a:pt x="5242" y="3146"/>
                </a:lnTo>
                <a:lnTo>
                  <a:pt x="5285" y="3082"/>
                </a:lnTo>
                <a:lnTo>
                  <a:pt x="5328" y="3039"/>
                </a:lnTo>
                <a:lnTo>
                  <a:pt x="5370" y="3017"/>
                </a:lnTo>
                <a:close/>
                <a:moveTo>
                  <a:pt x="3680" y="3317"/>
                </a:moveTo>
                <a:lnTo>
                  <a:pt x="3488" y="3338"/>
                </a:lnTo>
                <a:lnTo>
                  <a:pt x="2910" y="3360"/>
                </a:lnTo>
                <a:lnTo>
                  <a:pt x="2696" y="3360"/>
                </a:lnTo>
                <a:lnTo>
                  <a:pt x="2396" y="3381"/>
                </a:lnTo>
                <a:lnTo>
                  <a:pt x="2247" y="3403"/>
                </a:lnTo>
                <a:lnTo>
                  <a:pt x="2140" y="3445"/>
                </a:lnTo>
                <a:lnTo>
                  <a:pt x="2118" y="3467"/>
                </a:lnTo>
                <a:lnTo>
                  <a:pt x="2097" y="3488"/>
                </a:lnTo>
                <a:lnTo>
                  <a:pt x="2097" y="3531"/>
                </a:lnTo>
                <a:lnTo>
                  <a:pt x="2118" y="3574"/>
                </a:lnTo>
                <a:lnTo>
                  <a:pt x="2161" y="3595"/>
                </a:lnTo>
                <a:lnTo>
                  <a:pt x="2225" y="3617"/>
                </a:lnTo>
                <a:lnTo>
                  <a:pt x="2653" y="3617"/>
                </a:lnTo>
                <a:lnTo>
                  <a:pt x="3231" y="3595"/>
                </a:lnTo>
                <a:lnTo>
                  <a:pt x="3402" y="3595"/>
                </a:lnTo>
                <a:lnTo>
                  <a:pt x="3702" y="3552"/>
                </a:lnTo>
                <a:lnTo>
                  <a:pt x="3830" y="3510"/>
                </a:lnTo>
                <a:lnTo>
                  <a:pt x="3916" y="3467"/>
                </a:lnTo>
                <a:lnTo>
                  <a:pt x="3937" y="3445"/>
                </a:lnTo>
                <a:lnTo>
                  <a:pt x="3937" y="3403"/>
                </a:lnTo>
                <a:lnTo>
                  <a:pt x="3916" y="3381"/>
                </a:lnTo>
                <a:lnTo>
                  <a:pt x="3873" y="3338"/>
                </a:lnTo>
                <a:lnTo>
                  <a:pt x="3787" y="3317"/>
                </a:lnTo>
                <a:close/>
                <a:moveTo>
                  <a:pt x="6462" y="3017"/>
                </a:moveTo>
                <a:lnTo>
                  <a:pt x="6504" y="3039"/>
                </a:lnTo>
                <a:lnTo>
                  <a:pt x="6526" y="3082"/>
                </a:lnTo>
                <a:lnTo>
                  <a:pt x="6526" y="3146"/>
                </a:lnTo>
                <a:lnTo>
                  <a:pt x="6526" y="3274"/>
                </a:lnTo>
                <a:lnTo>
                  <a:pt x="6504" y="3360"/>
                </a:lnTo>
                <a:lnTo>
                  <a:pt x="6483" y="3445"/>
                </a:lnTo>
                <a:lnTo>
                  <a:pt x="6462" y="3531"/>
                </a:lnTo>
                <a:lnTo>
                  <a:pt x="6419" y="3595"/>
                </a:lnTo>
                <a:lnTo>
                  <a:pt x="6355" y="3638"/>
                </a:lnTo>
                <a:lnTo>
                  <a:pt x="6312" y="3681"/>
                </a:lnTo>
                <a:lnTo>
                  <a:pt x="6290" y="3681"/>
                </a:lnTo>
                <a:lnTo>
                  <a:pt x="6269" y="3617"/>
                </a:lnTo>
                <a:lnTo>
                  <a:pt x="6290" y="3531"/>
                </a:lnTo>
                <a:lnTo>
                  <a:pt x="6333" y="3424"/>
                </a:lnTo>
                <a:lnTo>
                  <a:pt x="6376" y="3317"/>
                </a:lnTo>
                <a:lnTo>
                  <a:pt x="6419" y="3060"/>
                </a:lnTo>
                <a:lnTo>
                  <a:pt x="6462" y="3017"/>
                </a:lnTo>
                <a:close/>
                <a:moveTo>
                  <a:pt x="5456" y="3274"/>
                </a:moveTo>
                <a:lnTo>
                  <a:pt x="5435" y="3360"/>
                </a:lnTo>
                <a:lnTo>
                  <a:pt x="5413" y="3424"/>
                </a:lnTo>
                <a:lnTo>
                  <a:pt x="5370" y="3510"/>
                </a:lnTo>
                <a:lnTo>
                  <a:pt x="5370" y="3595"/>
                </a:lnTo>
                <a:lnTo>
                  <a:pt x="5370" y="3659"/>
                </a:lnTo>
                <a:lnTo>
                  <a:pt x="5413" y="3723"/>
                </a:lnTo>
                <a:lnTo>
                  <a:pt x="5499" y="3745"/>
                </a:lnTo>
                <a:lnTo>
                  <a:pt x="5563" y="3702"/>
                </a:lnTo>
                <a:lnTo>
                  <a:pt x="5649" y="3766"/>
                </a:lnTo>
                <a:lnTo>
                  <a:pt x="5691" y="3809"/>
                </a:lnTo>
                <a:lnTo>
                  <a:pt x="5734" y="3852"/>
                </a:lnTo>
                <a:lnTo>
                  <a:pt x="5863" y="3809"/>
                </a:lnTo>
                <a:lnTo>
                  <a:pt x="5927" y="3809"/>
                </a:lnTo>
                <a:lnTo>
                  <a:pt x="5927" y="3830"/>
                </a:lnTo>
                <a:lnTo>
                  <a:pt x="5863" y="3873"/>
                </a:lnTo>
                <a:lnTo>
                  <a:pt x="5777" y="3895"/>
                </a:lnTo>
                <a:lnTo>
                  <a:pt x="5542" y="3937"/>
                </a:lnTo>
                <a:lnTo>
                  <a:pt x="5199" y="3937"/>
                </a:lnTo>
                <a:lnTo>
                  <a:pt x="5156" y="3916"/>
                </a:lnTo>
                <a:lnTo>
                  <a:pt x="5156" y="3852"/>
                </a:lnTo>
                <a:lnTo>
                  <a:pt x="5156" y="3788"/>
                </a:lnTo>
                <a:lnTo>
                  <a:pt x="5242" y="3574"/>
                </a:lnTo>
                <a:lnTo>
                  <a:pt x="5349" y="3381"/>
                </a:lnTo>
                <a:lnTo>
                  <a:pt x="5392" y="3317"/>
                </a:lnTo>
                <a:lnTo>
                  <a:pt x="5456" y="3274"/>
                </a:lnTo>
                <a:close/>
                <a:moveTo>
                  <a:pt x="3466" y="3809"/>
                </a:moveTo>
                <a:lnTo>
                  <a:pt x="3167" y="3830"/>
                </a:lnTo>
                <a:lnTo>
                  <a:pt x="2568" y="3852"/>
                </a:lnTo>
                <a:lnTo>
                  <a:pt x="2332" y="3852"/>
                </a:lnTo>
                <a:lnTo>
                  <a:pt x="2204" y="3873"/>
                </a:lnTo>
                <a:lnTo>
                  <a:pt x="2161" y="3895"/>
                </a:lnTo>
                <a:lnTo>
                  <a:pt x="2118" y="3916"/>
                </a:lnTo>
                <a:lnTo>
                  <a:pt x="2097" y="3980"/>
                </a:lnTo>
                <a:lnTo>
                  <a:pt x="2118" y="4023"/>
                </a:lnTo>
                <a:lnTo>
                  <a:pt x="2140" y="4066"/>
                </a:lnTo>
                <a:lnTo>
                  <a:pt x="2204" y="4087"/>
                </a:lnTo>
                <a:lnTo>
                  <a:pt x="2311" y="4109"/>
                </a:lnTo>
                <a:lnTo>
                  <a:pt x="2910" y="4109"/>
                </a:lnTo>
                <a:lnTo>
                  <a:pt x="3423" y="4087"/>
                </a:lnTo>
                <a:lnTo>
                  <a:pt x="3787" y="4087"/>
                </a:lnTo>
                <a:lnTo>
                  <a:pt x="3894" y="4044"/>
                </a:lnTo>
                <a:lnTo>
                  <a:pt x="3958" y="4002"/>
                </a:lnTo>
                <a:lnTo>
                  <a:pt x="3980" y="3959"/>
                </a:lnTo>
                <a:lnTo>
                  <a:pt x="3980" y="3916"/>
                </a:lnTo>
                <a:lnTo>
                  <a:pt x="3958" y="3873"/>
                </a:lnTo>
                <a:lnTo>
                  <a:pt x="3873" y="3830"/>
                </a:lnTo>
                <a:lnTo>
                  <a:pt x="3744" y="3809"/>
                </a:lnTo>
                <a:close/>
                <a:moveTo>
                  <a:pt x="5156" y="2761"/>
                </a:moveTo>
                <a:lnTo>
                  <a:pt x="4900" y="2782"/>
                </a:lnTo>
                <a:lnTo>
                  <a:pt x="4793" y="2825"/>
                </a:lnTo>
                <a:lnTo>
                  <a:pt x="4729" y="2868"/>
                </a:lnTo>
                <a:lnTo>
                  <a:pt x="4686" y="2910"/>
                </a:lnTo>
                <a:lnTo>
                  <a:pt x="4664" y="2953"/>
                </a:lnTo>
                <a:lnTo>
                  <a:pt x="4643" y="3082"/>
                </a:lnTo>
                <a:lnTo>
                  <a:pt x="4664" y="3338"/>
                </a:lnTo>
                <a:lnTo>
                  <a:pt x="4643" y="3595"/>
                </a:lnTo>
                <a:lnTo>
                  <a:pt x="4622" y="3745"/>
                </a:lnTo>
                <a:lnTo>
                  <a:pt x="4643" y="3852"/>
                </a:lnTo>
                <a:lnTo>
                  <a:pt x="4750" y="4023"/>
                </a:lnTo>
                <a:lnTo>
                  <a:pt x="4814" y="4087"/>
                </a:lnTo>
                <a:lnTo>
                  <a:pt x="4878" y="4130"/>
                </a:lnTo>
                <a:lnTo>
                  <a:pt x="4964" y="4173"/>
                </a:lnTo>
                <a:lnTo>
                  <a:pt x="5049" y="4173"/>
                </a:lnTo>
                <a:lnTo>
                  <a:pt x="5242" y="4194"/>
                </a:lnTo>
                <a:lnTo>
                  <a:pt x="5627" y="4151"/>
                </a:lnTo>
                <a:lnTo>
                  <a:pt x="6119" y="4130"/>
                </a:lnTo>
                <a:lnTo>
                  <a:pt x="6504" y="4130"/>
                </a:lnTo>
                <a:lnTo>
                  <a:pt x="6569" y="4109"/>
                </a:lnTo>
                <a:lnTo>
                  <a:pt x="6611" y="4087"/>
                </a:lnTo>
                <a:lnTo>
                  <a:pt x="6676" y="4023"/>
                </a:lnTo>
                <a:lnTo>
                  <a:pt x="6740" y="3937"/>
                </a:lnTo>
                <a:lnTo>
                  <a:pt x="6761" y="3830"/>
                </a:lnTo>
                <a:lnTo>
                  <a:pt x="6761" y="3702"/>
                </a:lnTo>
                <a:lnTo>
                  <a:pt x="6761" y="3467"/>
                </a:lnTo>
                <a:lnTo>
                  <a:pt x="6761" y="3274"/>
                </a:lnTo>
                <a:lnTo>
                  <a:pt x="6783" y="3082"/>
                </a:lnTo>
                <a:lnTo>
                  <a:pt x="6804" y="2932"/>
                </a:lnTo>
                <a:lnTo>
                  <a:pt x="6783" y="2868"/>
                </a:lnTo>
                <a:lnTo>
                  <a:pt x="6740" y="2825"/>
                </a:lnTo>
                <a:lnTo>
                  <a:pt x="6676" y="2782"/>
                </a:lnTo>
                <a:lnTo>
                  <a:pt x="5606" y="2782"/>
                </a:lnTo>
                <a:lnTo>
                  <a:pt x="5156" y="2761"/>
                </a:lnTo>
                <a:close/>
                <a:moveTo>
                  <a:pt x="7018" y="407"/>
                </a:moveTo>
                <a:lnTo>
                  <a:pt x="7253" y="450"/>
                </a:lnTo>
                <a:lnTo>
                  <a:pt x="7360" y="493"/>
                </a:lnTo>
                <a:lnTo>
                  <a:pt x="7446" y="557"/>
                </a:lnTo>
                <a:lnTo>
                  <a:pt x="7531" y="621"/>
                </a:lnTo>
                <a:lnTo>
                  <a:pt x="7617" y="685"/>
                </a:lnTo>
                <a:lnTo>
                  <a:pt x="7681" y="771"/>
                </a:lnTo>
                <a:lnTo>
                  <a:pt x="7724" y="856"/>
                </a:lnTo>
                <a:lnTo>
                  <a:pt x="7767" y="1049"/>
                </a:lnTo>
                <a:lnTo>
                  <a:pt x="7788" y="1263"/>
                </a:lnTo>
                <a:lnTo>
                  <a:pt x="7788" y="1456"/>
                </a:lnTo>
                <a:lnTo>
                  <a:pt x="7788" y="2504"/>
                </a:lnTo>
                <a:lnTo>
                  <a:pt x="7788" y="2932"/>
                </a:lnTo>
                <a:lnTo>
                  <a:pt x="7810" y="3403"/>
                </a:lnTo>
                <a:lnTo>
                  <a:pt x="7788" y="3638"/>
                </a:lnTo>
                <a:lnTo>
                  <a:pt x="7767" y="3852"/>
                </a:lnTo>
                <a:lnTo>
                  <a:pt x="7703" y="4066"/>
                </a:lnTo>
                <a:lnTo>
                  <a:pt x="7617" y="4258"/>
                </a:lnTo>
                <a:lnTo>
                  <a:pt x="7531" y="4365"/>
                </a:lnTo>
                <a:lnTo>
                  <a:pt x="7467" y="4430"/>
                </a:lnTo>
                <a:lnTo>
                  <a:pt x="7360" y="4515"/>
                </a:lnTo>
                <a:lnTo>
                  <a:pt x="7275" y="4558"/>
                </a:lnTo>
                <a:lnTo>
                  <a:pt x="7082" y="4622"/>
                </a:lnTo>
                <a:lnTo>
                  <a:pt x="6868" y="4665"/>
                </a:lnTo>
                <a:lnTo>
                  <a:pt x="6397" y="4665"/>
                </a:lnTo>
                <a:lnTo>
                  <a:pt x="5948" y="4622"/>
                </a:lnTo>
                <a:lnTo>
                  <a:pt x="4942" y="4579"/>
                </a:lnTo>
                <a:lnTo>
                  <a:pt x="3958" y="4537"/>
                </a:lnTo>
                <a:lnTo>
                  <a:pt x="3338" y="4494"/>
                </a:lnTo>
                <a:lnTo>
                  <a:pt x="3017" y="4494"/>
                </a:lnTo>
                <a:lnTo>
                  <a:pt x="2717" y="4515"/>
                </a:lnTo>
                <a:lnTo>
                  <a:pt x="2439" y="4537"/>
                </a:lnTo>
                <a:lnTo>
                  <a:pt x="2161" y="4537"/>
                </a:lnTo>
                <a:lnTo>
                  <a:pt x="1883" y="4515"/>
                </a:lnTo>
                <a:lnTo>
                  <a:pt x="1755" y="4494"/>
                </a:lnTo>
                <a:lnTo>
                  <a:pt x="1626" y="4451"/>
                </a:lnTo>
                <a:lnTo>
                  <a:pt x="1498" y="4387"/>
                </a:lnTo>
                <a:lnTo>
                  <a:pt x="1412" y="4301"/>
                </a:lnTo>
                <a:lnTo>
                  <a:pt x="1348" y="4194"/>
                </a:lnTo>
                <a:lnTo>
                  <a:pt x="1305" y="4066"/>
                </a:lnTo>
                <a:lnTo>
                  <a:pt x="1305" y="3916"/>
                </a:lnTo>
                <a:lnTo>
                  <a:pt x="1305" y="3788"/>
                </a:lnTo>
                <a:lnTo>
                  <a:pt x="1305" y="3510"/>
                </a:lnTo>
                <a:lnTo>
                  <a:pt x="1305" y="2910"/>
                </a:lnTo>
                <a:lnTo>
                  <a:pt x="1327" y="2333"/>
                </a:lnTo>
                <a:lnTo>
                  <a:pt x="1305" y="1905"/>
                </a:lnTo>
                <a:lnTo>
                  <a:pt x="1305" y="1648"/>
                </a:lnTo>
                <a:lnTo>
                  <a:pt x="1327" y="1370"/>
                </a:lnTo>
                <a:lnTo>
                  <a:pt x="1348" y="1113"/>
                </a:lnTo>
                <a:lnTo>
                  <a:pt x="1434" y="899"/>
                </a:lnTo>
                <a:lnTo>
                  <a:pt x="1476" y="792"/>
                </a:lnTo>
                <a:lnTo>
                  <a:pt x="1519" y="707"/>
                </a:lnTo>
                <a:lnTo>
                  <a:pt x="1605" y="664"/>
                </a:lnTo>
                <a:lnTo>
                  <a:pt x="1690" y="621"/>
                </a:lnTo>
                <a:lnTo>
                  <a:pt x="1926" y="536"/>
                </a:lnTo>
                <a:lnTo>
                  <a:pt x="2161" y="514"/>
                </a:lnTo>
                <a:lnTo>
                  <a:pt x="2418" y="493"/>
                </a:lnTo>
                <a:lnTo>
                  <a:pt x="3680" y="493"/>
                </a:lnTo>
                <a:lnTo>
                  <a:pt x="4750" y="471"/>
                </a:lnTo>
                <a:lnTo>
                  <a:pt x="5820" y="450"/>
                </a:lnTo>
                <a:lnTo>
                  <a:pt x="6269" y="429"/>
                </a:lnTo>
                <a:lnTo>
                  <a:pt x="6526" y="407"/>
                </a:lnTo>
                <a:close/>
                <a:moveTo>
                  <a:pt x="4343" y="1"/>
                </a:moveTo>
                <a:lnTo>
                  <a:pt x="3766" y="22"/>
                </a:lnTo>
                <a:lnTo>
                  <a:pt x="3167" y="43"/>
                </a:lnTo>
                <a:lnTo>
                  <a:pt x="1968" y="108"/>
                </a:lnTo>
                <a:lnTo>
                  <a:pt x="1712" y="108"/>
                </a:lnTo>
                <a:lnTo>
                  <a:pt x="1476" y="129"/>
                </a:lnTo>
                <a:lnTo>
                  <a:pt x="1348" y="172"/>
                </a:lnTo>
                <a:lnTo>
                  <a:pt x="1241" y="215"/>
                </a:lnTo>
                <a:lnTo>
                  <a:pt x="1134" y="279"/>
                </a:lnTo>
                <a:lnTo>
                  <a:pt x="1048" y="386"/>
                </a:lnTo>
                <a:lnTo>
                  <a:pt x="963" y="493"/>
                </a:lnTo>
                <a:lnTo>
                  <a:pt x="920" y="621"/>
                </a:lnTo>
                <a:lnTo>
                  <a:pt x="877" y="749"/>
                </a:lnTo>
                <a:lnTo>
                  <a:pt x="856" y="899"/>
                </a:lnTo>
                <a:lnTo>
                  <a:pt x="856" y="1199"/>
                </a:lnTo>
                <a:lnTo>
                  <a:pt x="835" y="1477"/>
                </a:lnTo>
                <a:lnTo>
                  <a:pt x="813" y="2183"/>
                </a:lnTo>
                <a:lnTo>
                  <a:pt x="813" y="2910"/>
                </a:lnTo>
                <a:lnTo>
                  <a:pt x="835" y="3659"/>
                </a:lnTo>
                <a:lnTo>
                  <a:pt x="899" y="4365"/>
                </a:lnTo>
                <a:lnTo>
                  <a:pt x="920" y="4494"/>
                </a:lnTo>
                <a:lnTo>
                  <a:pt x="963" y="4601"/>
                </a:lnTo>
                <a:lnTo>
                  <a:pt x="1027" y="4708"/>
                </a:lnTo>
                <a:lnTo>
                  <a:pt x="1113" y="4772"/>
                </a:lnTo>
                <a:lnTo>
                  <a:pt x="1198" y="4836"/>
                </a:lnTo>
                <a:lnTo>
                  <a:pt x="1305" y="4900"/>
                </a:lnTo>
                <a:lnTo>
                  <a:pt x="1412" y="4922"/>
                </a:lnTo>
                <a:lnTo>
                  <a:pt x="1541" y="4964"/>
                </a:lnTo>
                <a:lnTo>
                  <a:pt x="1776" y="4986"/>
                </a:lnTo>
                <a:lnTo>
                  <a:pt x="2033" y="4986"/>
                </a:lnTo>
                <a:lnTo>
                  <a:pt x="2503" y="4943"/>
                </a:lnTo>
                <a:lnTo>
                  <a:pt x="2782" y="4922"/>
                </a:lnTo>
                <a:lnTo>
                  <a:pt x="3081" y="4922"/>
                </a:lnTo>
                <a:lnTo>
                  <a:pt x="3659" y="4943"/>
                </a:lnTo>
                <a:lnTo>
                  <a:pt x="4793" y="5007"/>
                </a:lnTo>
                <a:lnTo>
                  <a:pt x="5392" y="5029"/>
                </a:lnTo>
                <a:lnTo>
                  <a:pt x="5991" y="5050"/>
                </a:lnTo>
                <a:lnTo>
                  <a:pt x="6633" y="5114"/>
                </a:lnTo>
                <a:lnTo>
                  <a:pt x="6954" y="5114"/>
                </a:lnTo>
                <a:lnTo>
                  <a:pt x="7125" y="5093"/>
                </a:lnTo>
                <a:lnTo>
                  <a:pt x="7275" y="5071"/>
                </a:lnTo>
                <a:lnTo>
                  <a:pt x="7424" y="5029"/>
                </a:lnTo>
                <a:lnTo>
                  <a:pt x="7553" y="4964"/>
                </a:lnTo>
                <a:lnTo>
                  <a:pt x="7660" y="4922"/>
                </a:lnTo>
                <a:lnTo>
                  <a:pt x="7767" y="4836"/>
                </a:lnTo>
                <a:lnTo>
                  <a:pt x="7852" y="4750"/>
                </a:lnTo>
                <a:lnTo>
                  <a:pt x="7917" y="4665"/>
                </a:lnTo>
                <a:lnTo>
                  <a:pt x="7981" y="4558"/>
                </a:lnTo>
                <a:lnTo>
                  <a:pt x="8045" y="4451"/>
                </a:lnTo>
                <a:lnTo>
                  <a:pt x="8130" y="4237"/>
                </a:lnTo>
                <a:lnTo>
                  <a:pt x="8173" y="3980"/>
                </a:lnTo>
                <a:lnTo>
                  <a:pt x="8195" y="3723"/>
                </a:lnTo>
                <a:lnTo>
                  <a:pt x="8195" y="3445"/>
                </a:lnTo>
                <a:lnTo>
                  <a:pt x="8216" y="2354"/>
                </a:lnTo>
                <a:lnTo>
                  <a:pt x="8216" y="1798"/>
                </a:lnTo>
                <a:lnTo>
                  <a:pt x="8216" y="1242"/>
                </a:lnTo>
                <a:lnTo>
                  <a:pt x="8195" y="985"/>
                </a:lnTo>
                <a:lnTo>
                  <a:pt x="8152" y="728"/>
                </a:lnTo>
                <a:lnTo>
                  <a:pt x="8109" y="578"/>
                </a:lnTo>
                <a:lnTo>
                  <a:pt x="8066" y="450"/>
                </a:lnTo>
                <a:lnTo>
                  <a:pt x="8002" y="343"/>
                </a:lnTo>
                <a:lnTo>
                  <a:pt x="7917" y="236"/>
                </a:lnTo>
                <a:lnTo>
                  <a:pt x="7810" y="150"/>
                </a:lnTo>
                <a:lnTo>
                  <a:pt x="7703" y="86"/>
                </a:lnTo>
                <a:lnTo>
                  <a:pt x="7596" y="43"/>
                </a:lnTo>
                <a:lnTo>
                  <a:pt x="7467" y="22"/>
                </a:lnTo>
                <a:lnTo>
                  <a:pt x="7189" y="1"/>
                </a:lnTo>
                <a:lnTo>
                  <a:pt x="6932" y="1"/>
                </a:lnTo>
                <a:lnTo>
                  <a:pt x="6312" y="22"/>
                </a:lnTo>
                <a:lnTo>
                  <a:pt x="5670" y="43"/>
                </a:lnTo>
                <a:lnTo>
                  <a:pt x="5349" y="43"/>
                </a:lnTo>
                <a:lnTo>
                  <a:pt x="5007" y="22"/>
                </a:lnTo>
                <a:lnTo>
                  <a:pt x="4686" y="1"/>
                </a:lnTo>
                <a:close/>
                <a:moveTo>
                  <a:pt x="4942" y="6526"/>
                </a:moveTo>
                <a:lnTo>
                  <a:pt x="4985" y="6548"/>
                </a:lnTo>
                <a:lnTo>
                  <a:pt x="5028" y="6591"/>
                </a:lnTo>
                <a:lnTo>
                  <a:pt x="5049" y="6655"/>
                </a:lnTo>
                <a:lnTo>
                  <a:pt x="5049" y="6740"/>
                </a:lnTo>
                <a:lnTo>
                  <a:pt x="5028" y="6804"/>
                </a:lnTo>
                <a:lnTo>
                  <a:pt x="5007" y="6826"/>
                </a:lnTo>
                <a:lnTo>
                  <a:pt x="4729" y="6826"/>
                </a:lnTo>
                <a:lnTo>
                  <a:pt x="4472" y="6804"/>
                </a:lnTo>
                <a:lnTo>
                  <a:pt x="3980" y="6783"/>
                </a:lnTo>
                <a:lnTo>
                  <a:pt x="3916" y="6762"/>
                </a:lnTo>
                <a:lnTo>
                  <a:pt x="3851" y="6740"/>
                </a:lnTo>
                <a:lnTo>
                  <a:pt x="3809" y="6719"/>
                </a:lnTo>
                <a:lnTo>
                  <a:pt x="3787" y="6697"/>
                </a:lnTo>
                <a:lnTo>
                  <a:pt x="3787" y="6655"/>
                </a:lnTo>
                <a:lnTo>
                  <a:pt x="3809" y="6612"/>
                </a:lnTo>
                <a:lnTo>
                  <a:pt x="3873" y="6591"/>
                </a:lnTo>
                <a:lnTo>
                  <a:pt x="3937" y="6548"/>
                </a:lnTo>
                <a:lnTo>
                  <a:pt x="4108" y="6526"/>
                </a:lnTo>
                <a:close/>
                <a:moveTo>
                  <a:pt x="3980" y="6141"/>
                </a:moveTo>
                <a:lnTo>
                  <a:pt x="3809" y="6184"/>
                </a:lnTo>
                <a:lnTo>
                  <a:pt x="3637" y="6227"/>
                </a:lnTo>
                <a:lnTo>
                  <a:pt x="3573" y="6270"/>
                </a:lnTo>
                <a:lnTo>
                  <a:pt x="3530" y="6312"/>
                </a:lnTo>
                <a:lnTo>
                  <a:pt x="3445" y="6441"/>
                </a:lnTo>
                <a:lnTo>
                  <a:pt x="3402" y="6612"/>
                </a:lnTo>
                <a:lnTo>
                  <a:pt x="3402" y="6783"/>
                </a:lnTo>
                <a:lnTo>
                  <a:pt x="3423" y="6847"/>
                </a:lnTo>
                <a:lnTo>
                  <a:pt x="3445" y="6911"/>
                </a:lnTo>
                <a:lnTo>
                  <a:pt x="3488" y="6976"/>
                </a:lnTo>
                <a:lnTo>
                  <a:pt x="3552" y="7018"/>
                </a:lnTo>
                <a:lnTo>
                  <a:pt x="3680" y="7061"/>
                </a:lnTo>
                <a:lnTo>
                  <a:pt x="3851" y="7083"/>
                </a:lnTo>
                <a:lnTo>
                  <a:pt x="4044" y="7104"/>
                </a:lnTo>
                <a:lnTo>
                  <a:pt x="4408" y="7061"/>
                </a:lnTo>
                <a:lnTo>
                  <a:pt x="4707" y="7040"/>
                </a:lnTo>
                <a:lnTo>
                  <a:pt x="5049" y="7061"/>
                </a:lnTo>
                <a:lnTo>
                  <a:pt x="5221" y="7040"/>
                </a:lnTo>
                <a:lnTo>
                  <a:pt x="5306" y="7018"/>
                </a:lnTo>
                <a:lnTo>
                  <a:pt x="5349" y="6976"/>
                </a:lnTo>
                <a:lnTo>
                  <a:pt x="5392" y="6911"/>
                </a:lnTo>
                <a:lnTo>
                  <a:pt x="5392" y="6847"/>
                </a:lnTo>
                <a:lnTo>
                  <a:pt x="5392" y="6655"/>
                </a:lnTo>
                <a:lnTo>
                  <a:pt x="5349" y="6484"/>
                </a:lnTo>
                <a:lnTo>
                  <a:pt x="5306" y="6355"/>
                </a:lnTo>
                <a:lnTo>
                  <a:pt x="5263" y="6291"/>
                </a:lnTo>
                <a:lnTo>
                  <a:pt x="5199" y="6248"/>
                </a:lnTo>
                <a:lnTo>
                  <a:pt x="5156" y="6205"/>
                </a:lnTo>
                <a:lnTo>
                  <a:pt x="5092" y="6184"/>
                </a:lnTo>
                <a:lnTo>
                  <a:pt x="4814" y="6184"/>
                </a:lnTo>
                <a:lnTo>
                  <a:pt x="4472" y="6141"/>
                </a:lnTo>
                <a:close/>
                <a:moveTo>
                  <a:pt x="3188" y="5564"/>
                </a:moveTo>
                <a:lnTo>
                  <a:pt x="4001" y="5585"/>
                </a:lnTo>
                <a:lnTo>
                  <a:pt x="4472" y="5606"/>
                </a:lnTo>
                <a:lnTo>
                  <a:pt x="5413" y="5606"/>
                </a:lnTo>
                <a:lnTo>
                  <a:pt x="5863" y="5628"/>
                </a:lnTo>
                <a:lnTo>
                  <a:pt x="6397" y="5670"/>
                </a:lnTo>
                <a:lnTo>
                  <a:pt x="6932" y="5713"/>
                </a:lnTo>
                <a:lnTo>
                  <a:pt x="7360" y="5692"/>
                </a:lnTo>
                <a:lnTo>
                  <a:pt x="7574" y="5713"/>
                </a:lnTo>
                <a:lnTo>
                  <a:pt x="7681" y="5756"/>
                </a:lnTo>
                <a:lnTo>
                  <a:pt x="7767" y="5799"/>
                </a:lnTo>
                <a:lnTo>
                  <a:pt x="7852" y="5884"/>
                </a:lnTo>
                <a:lnTo>
                  <a:pt x="7981" y="6056"/>
                </a:lnTo>
                <a:lnTo>
                  <a:pt x="8088" y="6291"/>
                </a:lnTo>
                <a:lnTo>
                  <a:pt x="8216" y="6548"/>
                </a:lnTo>
                <a:lnTo>
                  <a:pt x="8323" y="6804"/>
                </a:lnTo>
                <a:lnTo>
                  <a:pt x="8387" y="7018"/>
                </a:lnTo>
                <a:lnTo>
                  <a:pt x="8409" y="7190"/>
                </a:lnTo>
                <a:lnTo>
                  <a:pt x="8387" y="7232"/>
                </a:lnTo>
                <a:lnTo>
                  <a:pt x="8366" y="7254"/>
                </a:lnTo>
                <a:lnTo>
                  <a:pt x="8130" y="7318"/>
                </a:lnTo>
                <a:lnTo>
                  <a:pt x="7874" y="7361"/>
                </a:lnTo>
                <a:lnTo>
                  <a:pt x="7638" y="7382"/>
                </a:lnTo>
                <a:lnTo>
                  <a:pt x="7382" y="7361"/>
                </a:lnTo>
                <a:lnTo>
                  <a:pt x="6890" y="7339"/>
                </a:lnTo>
                <a:lnTo>
                  <a:pt x="6419" y="7275"/>
                </a:lnTo>
                <a:lnTo>
                  <a:pt x="5927" y="7232"/>
                </a:lnTo>
                <a:lnTo>
                  <a:pt x="5435" y="7211"/>
                </a:lnTo>
                <a:lnTo>
                  <a:pt x="4942" y="7190"/>
                </a:lnTo>
                <a:lnTo>
                  <a:pt x="4450" y="7211"/>
                </a:lnTo>
                <a:lnTo>
                  <a:pt x="3916" y="7232"/>
                </a:lnTo>
                <a:lnTo>
                  <a:pt x="3402" y="7254"/>
                </a:lnTo>
                <a:lnTo>
                  <a:pt x="3167" y="7254"/>
                </a:lnTo>
                <a:lnTo>
                  <a:pt x="2953" y="7232"/>
                </a:lnTo>
                <a:lnTo>
                  <a:pt x="2717" y="7211"/>
                </a:lnTo>
                <a:lnTo>
                  <a:pt x="2503" y="7211"/>
                </a:lnTo>
                <a:lnTo>
                  <a:pt x="1626" y="7254"/>
                </a:lnTo>
                <a:lnTo>
                  <a:pt x="1134" y="7275"/>
                </a:lnTo>
                <a:lnTo>
                  <a:pt x="770" y="7275"/>
                </a:lnTo>
                <a:lnTo>
                  <a:pt x="663" y="7232"/>
                </a:lnTo>
                <a:lnTo>
                  <a:pt x="599" y="7190"/>
                </a:lnTo>
                <a:lnTo>
                  <a:pt x="556" y="7147"/>
                </a:lnTo>
                <a:lnTo>
                  <a:pt x="514" y="7083"/>
                </a:lnTo>
                <a:lnTo>
                  <a:pt x="514" y="7018"/>
                </a:lnTo>
                <a:lnTo>
                  <a:pt x="535" y="6847"/>
                </a:lnTo>
                <a:lnTo>
                  <a:pt x="599" y="6655"/>
                </a:lnTo>
                <a:lnTo>
                  <a:pt x="706" y="6484"/>
                </a:lnTo>
                <a:lnTo>
                  <a:pt x="792" y="6291"/>
                </a:lnTo>
                <a:lnTo>
                  <a:pt x="984" y="6034"/>
                </a:lnTo>
                <a:lnTo>
                  <a:pt x="1155" y="5799"/>
                </a:lnTo>
                <a:lnTo>
                  <a:pt x="1241" y="5692"/>
                </a:lnTo>
                <a:lnTo>
                  <a:pt x="1305" y="5649"/>
                </a:lnTo>
                <a:lnTo>
                  <a:pt x="1391" y="5628"/>
                </a:lnTo>
                <a:lnTo>
                  <a:pt x="1626" y="5585"/>
                </a:lnTo>
                <a:lnTo>
                  <a:pt x="2354" y="5585"/>
                </a:lnTo>
                <a:lnTo>
                  <a:pt x="2782" y="5564"/>
                </a:lnTo>
                <a:close/>
                <a:moveTo>
                  <a:pt x="2140" y="5029"/>
                </a:moveTo>
                <a:lnTo>
                  <a:pt x="1883" y="5050"/>
                </a:lnTo>
                <a:lnTo>
                  <a:pt x="1626" y="5093"/>
                </a:lnTo>
                <a:lnTo>
                  <a:pt x="1391" y="5157"/>
                </a:lnTo>
                <a:lnTo>
                  <a:pt x="1262" y="5200"/>
                </a:lnTo>
                <a:lnTo>
                  <a:pt x="1155" y="5264"/>
                </a:lnTo>
                <a:lnTo>
                  <a:pt x="1070" y="5307"/>
                </a:lnTo>
                <a:lnTo>
                  <a:pt x="984" y="5392"/>
                </a:lnTo>
                <a:lnTo>
                  <a:pt x="856" y="5564"/>
                </a:lnTo>
                <a:lnTo>
                  <a:pt x="728" y="5756"/>
                </a:lnTo>
                <a:lnTo>
                  <a:pt x="407" y="6205"/>
                </a:lnTo>
                <a:lnTo>
                  <a:pt x="257" y="6441"/>
                </a:lnTo>
                <a:lnTo>
                  <a:pt x="150" y="6697"/>
                </a:lnTo>
                <a:lnTo>
                  <a:pt x="64" y="6911"/>
                </a:lnTo>
                <a:lnTo>
                  <a:pt x="21" y="7125"/>
                </a:lnTo>
                <a:lnTo>
                  <a:pt x="0" y="7361"/>
                </a:lnTo>
                <a:lnTo>
                  <a:pt x="0" y="7575"/>
                </a:lnTo>
                <a:lnTo>
                  <a:pt x="43" y="7703"/>
                </a:lnTo>
                <a:lnTo>
                  <a:pt x="86" y="7810"/>
                </a:lnTo>
                <a:lnTo>
                  <a:pt x="171" y="7874"/>
                </a:lnTo>
                <a:lnTo>
                  <a:pt x="257" y="7917"/>
                </a:lnTo>
                <a:lnTo>
                  <a:pt x="342" y="7938"/>
                </a:lnTo>
                <a:lnTo>
                  <a:pt x="471" y="7960"/>
                </a:lnTo>
                <a:lnTo>
                  <a:pt x="706" y="8003"/>
                </a:lnTo>
                <a:lnTo>
                  <a:pt x="963" y="8024"/>
                </a:lnTo>
                <a:lnTo>
                  <a:pt x="1220" y="8045"/>
                </a:lnTo>
                <a:lnTo>
                  <a:pt x="1755" y="8024"/>
                </a:lnTo>
                <a:lnTo>
                  <a:pt x="2268" y="8003"/>
                </a:lnTo>
                <a:lnTo>
                  <a:pt x="2525" y="7981"/>
                </a:lnTo>
                <a:lnTo>
                  <a:pt x="2782" y="7981"/>
                </a:lnTo>
                <a:lnTo>
                  <a:pt x="3316" y="8024"/>
                </a:lnTo>
                <a:lnTo>
                  <a:pt x="3573" y="8045"/>
                </a:lnTo>
                <a:lnTo>
                  <a:pt x="3830" y="8045"/>
                </a:lnTo>
                <a:lnTo>
                  <a:pt x="4429" y="8024"/>
                </a:lnTo>
                <a:lnTo>
                  <a:pt x="6248" y="8024"/>
                </a:lnTo>
                <a:lnTo>
                  <a:pt x="6569" y="8045"/>
                </a:lnTo>
                <a:lnTo>
                  <a:pt x="7788" y="8045"/>
                </a:lnTo>
                <a:lnTo>
                  <a:pt x="8130" y="8067"/>
                </a:lnTo>
                <a:lnTo>
                  <a:pt x="8280" y="8045"/>
                </a:lnTo>
                <a:lnTo>
                  <a:pt x="8451" y="8024"/>
                </a:lnTo>
                <a:lnTo>
                  <a:pt x="8580" y="7981"/>
                </a:lnTo>
                <a:lnTo>
                  <a:pt x="8708" y="7896"/>
                </a:lnTo>
                <a:lnTo>
                  <a:pt x="8772" y="7810"/>
                </a:lnTo>
                <a:lnTo>
                  <a:pt x="8837" y="7703"/>
                </a:lnTo>
                <a:lnTo>
                  <a:pt x="8858" y="7575"/>
                </a:lnTo>
                <a:lnTo>
                  <a:pt x="8879" y="7446"/>
                </a:lnTo>
                <a:lnTo>
                  <a:pt x="8901" y="7318"/>
                </a:lnTo>
                <a:lnTo>
                  <a:pt x="8879" y="7190"/>
                </a:lnTo>
                <a:lnTo>
                  <a:pt x="8858" y="7061"/>
                </a:lnTo>
                <a:lnTo>
                  <a:pt x="8837" y="6954"/>
                </a:lnTo>
                <a:lnTo>
                  <a:pt x="8665" y="6505"/>
                </a:lnTo>
                <a:lnTo>
                  <a:pt x="8558" y="6270"/>
                </a:lnTo>
                <a:lnTo>
                  <a:pt x="8451" y="6056"/>
                </a:lnTo>
                <a:lnTo>
                  <a:pt x="8259" y="5692"/>
                </a:lnTo>
                <a:lnTo>
                  <a:pt x="8152" y="5499"/>
                </a:lnTo>
                <a:lnTo>
                  <a:pt x="8088" y="5435"/>
                </a:lnTo>
                <a:lnTo>
                  <a:pt x="8002" y="5371"/>
                </a:lnTo>
                <a:lnTo>
                  <a:pt x="7895" y="5307"/>
                </a:lnTo>
                <a:lnTo>
                  <a:pt x="7767" y="5264"/>
                </a:lnTo>
                <a:lnTo>
                  <a:pt x="7638" y="5264"/>
                </a:lnTo>
                <a:lnTo>
                  <a:pt x="7489" y="5243"/>
                </a:lnTo>
                <a:lnTo>
                  <a:pt x="6954" y="5243"/>
                </a:lnTo>
                <a:lnTo>
                  <a:pt x="6333" y="5221"/>
                </a:lnTo>
                <a:lnTo>
                  <a:pt x="5691" y="5178"/>
                </a:lnTo>
                <a:lnTo>
                  <a:pt x="4557" y="5136"/>
                </a:lnTo>
                <a:lnTo>
                  <a:pt x="3423" y="5071"/>
                </a:lnTo>
                <a:lnTo>
                  <a:pt x="2931" y="5050"/>
                </a:lnTo>
                <a:lnTo>
                  <a:pt x="2396" y="5029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38"/>
          <p:cNvSpPr/>
          <p:nvPr/>
        </p:nvSpPr>
        <p:spPr>
          <a:xfrm>
            <a:off x="6423975" y="2139950"/>
            <a:ext cx="30449" cy="706593"/>
          </a:xfrm>
          <a:custGeom>
            <a:rect b="b" l="l" r="r" t="t"/>
            <a:pathLst>
              <a:path extrusionOk="0" h="56001" w="4378">
                <a:moveTo>
                  <a:pt x="4378" y="0"/>
                </a:moveTo>
                <a:cubicBezTo>
                  <a:pt x="4378" y="9943"/>
                  <a:pt x="639" y="19593"/>
                  <a:pt x="117" y="29522"/>
                </a:cubicBezTo>
                <a:cubicBezTo>
                  <a:pt x="-350" y="38406"/>
                  <a:pt x="3465" y="47104"/>
                  <a:pt x="3465" y="56001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26" name="Google Shape;826;p38"/>
          <p:cNvSpPr/>
          <p:nvPr/>
        </p:nvSpPr>
        <p:spPr>
          <a:xfrm>
            <a:off x="6424975" y="2728669"/>
            <a:ext cx="1795675" cy="114650"/>
          </a:xfrm>
          <a:custGeom>
            <a:rect b="b" l="l" r="r" t="t"/>
            <a:pathLst>
              <a:path extrusionOk="0" h="4586" w="71827">
                <a:moveTo>
                  <a:pt x="0" y="1543"/>
                </a:moveTo>
                <a:cubicBezTo>
                  <a:pt x="23497" y="-3166"/>
                  <a:pt x="47863" y="4586"/>
                  <a:pt x="71827" y="4586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27" name="Google Shape;827;p38"/>
          <p:cNvSpPr/>
          <p:nvPr/>
        </p:nvSpPr>
        <p:spPr>
          <a:xfrm>
            <a:off x="8124609" y="2184625"/>
            <a:ext cx="30453" cy="646241"/>
          </a:xfrm>
          <a:custGeom>
            <a:rect b="b" l="l" r="r" t="t"/>
            <a:pathLst>
              <a:path extrusionOk="0" h="66044" w="5324">
                <a:moveTo>
                  <a:pt x="5324" y="66044"/>
                </a:moveTo>
                <a:cubicBezTo>
                  <a:pt x="5324" y="49943"/>
                  <a:pt x="1784" y="34025"/>
                  <a:pt x="758" y="17957"/>
                </a:cubicBezTo>
                <a:cubicBezTo>
                  <a:pt x="377" y="11983"/>
                  <a:pt x="-832" y="5679"/>
                  <a:pt x="1063" y="0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28" name="Google Shape;828;p38"/>
          <p:cNvSpPr/>
          <p:nvPr/>
        </p:nvSpPr>
        <p:spPr>
          <a:xfrm>
            <a:off x="6423975" y="2139948"/>
            <a:ext cx="1797675" cy="56300"/>
          </a:xfrm>
          <a:custGeom>
            <a:rect b="b" l="l" r="r" t="t"/>
            <a:pathLst>
              <a:path extrusionOk="0" h="2252" w="71907">
                <a:moveTo>
                  <a:pt x="0" y="570"/>
                </a:moveTo>
                <a:cubicBezTo>
                  <a:pt x="16747" y="570"/>
                  <a:pt x="33490" y="1294"/>
                  <a:pt x="50218" y="2092"/>
                </a:cubicBezTo>
                <a:cubicBezTo>
                  <a:pt x="56934" y="2412"/>
                  <a:pt x="63718" y="1613"/>
                  <a:pt x="70305" y="266"/>
                </a:cubicBezTo>
                <a:cubicBezTo>
                  <a:pt x="70802" y="164"/>
                  <a:pt x="71987" y="-215"/>
                  <a:pt x="71827" y="266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29" name="Google Shape;829;p38"/>
          <p:cNvSpPr txBox="1"/>
          <p:nvPr/>
        </p:nvSpPr>
        <p:spPr>
          <a:xfrm>
            <a:off x="6601037" y="2142775"/>
            <a:ext cx="16626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Person</a:t>
            </a:r>
            <a:endParaRPr b="1" sz="2400">
              <a:solidFill>
                <a:srgbClr val="666666"/>
              </a:solidFill>
              <a:latin typeface="Gloria Hallelujah"/>
              <a:ea typeface="Gloria Hallelujah"/>
              <a:cs typeface="Gloria Hallelujah"/>
              <a:sym typeface="Gloria Hallelujah"/>
            </a:endParaRPr>
          </a:p>
        </p:txBody>
      </p:sp>
      <p:sp>
        <p:nvSpPr>
          <p:cNvPr id="830" name="Google Shape;830;p38"/>
          <p:cNvSpPr/>
          <p:nvPr/>
        </p:nvSpPr>
        <p:spPr>
          <a:xfrm>
            <a:off x="2376150" y="2299975"/>
            <a:ext cx="3997095" cy="271475"/>
          </a:xfrm>
          <a:custGeom>
            <a:rect b="b" l="l" r="r" t="t"/>
            <a:pathLst>
              <a:path extrusionOk="0" h="10859" w="123596">
                <a:moveTo>
                  <a:pt x="0" y="2642"/>
                </a:moveTo>
                <a:cubicBezTo>
                  <a:pt x="28421" y="2642"/>
                  <a:pt x="56797" y="5381"/>
                  <a:pt x="85218" y="5381"/>
                </a:cubicBezTo>
                <a:cubicBezTo>
                  <a:pt x="93334" y="5381"/>
                  <a:pt x="101449" y="5381"/>
                  <a:pt x="109565" y="5381"/>
                </a:cubicBezTo>
                <a:cubicBezTo>
                  <a:pt x="114131" y="5381"/>
                  <a:pt x="120037" y="8919"/>
                  <a:pt x="123261" y="5685"/>
                </a:cubicBezTo>
                <a:cubicBezTo>
                  <a:pt x="125030" y="3910"/>
                  <a:pt x="119216" y="2608"/>
                  <a:pt x="116870" y="1728"/>
                </a:cubicBezTo>
                <a:cubicBezTo>
                  <a:pt x="116104" y="1441"/>
                  <a:pt x="114100" y="0"/>
                  <a:pt x="114739" y="511"/>
                </a:cubicBezTo>
                <a:cubicBezTo>
                  <a:pt x="117335" y="2586"/>
                  <a:pt x="123807" y="2407"/>
                  <a:pt x="123261" y="5685"/>
                </a:cubicBezTo>
                <a:cubicBezTo>
                  <a:pt x="122849" y="8163"/>
                  <a:pt x="119559" y="9083"/>
                  <a:pt x="117783" y="10859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31" name="Google Shape;831;p38"/>
          <p:cNvSpPr/>
          <p:nvPr/>
        </p:nvSpPr>
        <p:spPr>
          <a:xfrm>
            <a:off x="6505100" y="2310725"/>
            <a:ext cx="273615" cy="231173"/>
          </a:xfrm>
          <a:custGeom>
            <a:rect b="b" l="l" r="r" t="t"/>
            <a:pathLst>
              <a:path extrusionOk="0" h="8045" w="8709">
                <a:moveTo>
                  <a:pt x="8665" y="4793"/>
                </a:moveTo>
                <a:lnTo>
                  <a:pt x="8665" y="4793"/>
                </a:lnTo>
                <a:lnTo>
                  <a:pt x="8687" y="3916"/>
                </a:lnTo>
                <a:lnTo>
                  <a:pt x="8708" y="3038"/>
                </a:lnTo>
                <a:lnTo>
                  <a:pt x="8708" y="3038"/>
                </a:lnTo>
                <a:lnTo>
                  <a:pt x="8687" y="2717"/>
                </a:lnTo>
                <a:lnTo>
                  <a:pt x="8665" y="2396"/>
                </a:lnTo>
                <a:lnTo>
                  <a:pt x="8622" y="2225"/>
                </a:lnTo>
                <a:lnTo>
                  <a:pt x="8580" y="2076"/>
                </a:lnTo>
                <a:lnTo>
                  <a:pt x="8516" y="1926"/>
                </a:lnTo>
                <a:lnTo>
                  <a:pt x="8409" y="1797"/>
                </a:lnTo>
                <a:lnTo>
                  <a:pt x="8409" y="1797"/>
                </a:lnTo>
                <a:lnTo>
                  <a:pt x="8366" y="1733"/>
                </a:lnTo>
                <a:lnTo>
                  <a:pt x="8302" y="1690"/>
                </a:lnTo>
                <a:lnTo>
                  <a:pt x="8130" y="1626"/>
                </a:lnTo>
                <a:lnTo>
                  <a:pt x="7959" y="1583"/>
                </a:lnTo>
                <a:lnTo>
                  <a:pt x="7767" y="1541"/>
                </a:lnTo>
                <a:lnTo>
                  <a:pt x="7360" y="1541"/>
                </a:lnTo>
                <a:lnTo>
                  <a:pt x="7018" y="1541"/>
                </a:lnTo>
                <a:lnTo>
                  <a:pt x="7018" y="1541"/>
                </a:lnTo>
                <a:lnTo>
                  <a:pt x="6633" y="1541"/>
                </a:lnTo>
                <a:lnTo>
                  <a:pt x="6226" y="1562"/>
                </a:lnTo>
                <a:lnTo>
                  <a:pt x="6226" y="1562"/>
                </a:lnTo>
                <a:lnTo>
                  <a:pt x="6141" y="1562"/>
                </a:lnTo>
                <a:lnTo>
                  <a:pt x="6076" y="1541"/>
                </a:lnTo>
                <a:lnTo>
                  <a:pt x="6034" y="1519"/>
                </a:lnTo>
                <a:lnTo>
                  <a:pt x="6012" y="1476"/>
                </a:lnTo>
                <a:lnTo>
                  <a:pt x="6012" y="1348"/>
                </a:lnTo>
                <a:lnTo>
                  <a:pt x="6012" y="1177"/>
                </a:lnTo>
                <a:lnTo>
                  <a:pt x="6012" y="1177"/>
                </a:lnTo>
                <a:lnTo>
                  <a:pt x="6012" y="1006"/>
                </a:lnTo>
                <a:lnTo>
                  <a:pt x="6012" y="856"/>
                </a:lnTo>
                <a:lnTo>
                  <a:pt x="5991" y="770"/>
                </a:lnTo>
                <a:lnTo>
                  <a:pt x="5948" y="706"/>
                </a:lnTo>
                <a:lnTo>
                  <a:pt x="5905" y="663"/>
                </a:lnTo>
                <a:lnTo>
                  <a:pt x="5841" y="599"/>
                </a:lnTo>
                <a:lnTo>
                  <a:pt x="5841" y="599"/>
                </a:lnTo>
                <a:lnTo>
                  <a:pt x="5691" y="514"/>
                </a:lnTo>
                <a:lnTo>
                  <a:pt x="5520" y="428"/>
                </a:lnTo>
                <a:lnTo>
                  <a:pt x="5199" y="278"/>
                </a:lnTo>
                <a:lnTo>
                  <a:pt x="5199" y="278"/>
                </a:lnTo>
                <a:lnTo>
                  <a:pt x="4921" y="150"/>
                </a:lnTo>
                <a:lnTo>
                  <a:pt x="4793" y="86"/>
                </a:lnTo>
                <a:lnTo>
                  <a:pt x="4664" y="43"/>
                </a:lnTo>
                <a:lnTo>
                  <a:pt x="4515" y="22"/>
                </a:lnTo>
                <a:lnTo>
                  <a:pt x="4365" y="0"/>
                </a:lnTo>
                <a:lnTo>
                  <a:pt x="4236" y="22"/>
                </a:lnTo>
                <a:lnTo>
                  <a:pt x="4087" y="64"/>
                </a:lnTo>
                <a:lnTo>
                  <a:pt x="4087" y="64"/>
                </a:lnTo>
                <a:lnTo>
                  <a:pt x="3701" y="257"/>
                </a:lnTo>
                <a:lnTo>
                  <a:pt x="3316" y="428"/>
                </a:lnTo>
                <a:lnTo>
                  <a:pt x="3316" y="428"/>
                </a:lnTo>
                <a:lnTo>
                  <a:pt x="2995" y="599"/>
                </a:lnTo>
                <a:lnTo>
                  <a:pt x="2846" y="685"/>
                </a:lnTo>
                <a:lnTo>
                  <a:pt x="2717" y="792"/>
                </a:lnTo>
                <a:lnTo>
                  <a:pt x="2717" y="792"/>
                </a:lnTo>
                <a:lnTo>
                  <a:pt x="2674" y="856"/>
                </a:lnTo>
                <a:lnTo>
                  <a:pt x="2653" y="920"/>
                </a:lnTo>
                <a:lnTo>
                  <a:pt x="2632" y="984"/>
                </a:lnTo>
                <a:lnTo>
                  <a:pt x="2632" y="1049"/>
                </a:lnTo>
                <a:lnTo>
                  <a:pt x="2653" y="1177"/>
                </a:lnTo>
                <a:lnTo>
                  <a:pt x="2674" y="1327"/>
                </a:lnTo>
                <a:lnTo>
                  <a:pt x="2674" y="1327"/>
                </a:lnTo>
                <a:lnTo>
                  <a:pt x="2653" y="1391"/>
                </a:lnTo>
                <a:lnTo>
                  <a:pt x="2632" y="1455"/>
                </a:lnTo>
                <a:lnTo>
                  <a:pt x="2610" y="1476"/>
                </a:lnTo>
                <a:lnTo>
                  <a:pt x="2546" y="1498"/>
                </a:lnTo>
                <a:lnTo>
                  <a:pt x="2439" y="1498"/>
                </a:lnTo>
                <a:lnTo>
                  <a:pt x="2289" y="1498"/>
                </a:lnTo>
                <a:lnTo>
                  <a:pt x="2289" y="1498"/>
                </a:lnTo>
                <a:lnTo>
                  <a:pt x="1562" y="1519"/>
                </a:lnTo>
                <a:lnTo>
                  <a:pt x="1198" y="1562"/>
                </a:lnTo>
                <a:lnTo>
                  <a:pt x="856" y="1605"/>
                </a:lnTo>
                <a:lnTo>
                  <a:pt x="856" y="1605"/>
                </a:lnTo>
                <a:lnTo>
                  <a:pt x="706" y="1626"/>
                </a:lnTo>
                <a:lnTo>
                  <a:pt x="556" y="1669"/>
                </a:lnTo>
                <a:lnTo>
                  <a:pt x="407" y="1712"/>
                </a:lnTo>
                <a:lnTo>
                  <a:pt x="278" y="1797"/>
                </a:lnTo>
                <a:lnTo>
                  <a:pt x="278" y="1797"/>
                </a:lnTo>
                <a:lnTo>
                  <a:pt x="235" y="1862"/>
                </a:lnTo>
                <a:lnTo>
                  <a:pt x="193" y="1926"/>
                </a:lnTo>
                <a:lnTo>
                  <a:pt x="150" y="2097"/>
                </a:lnTo>
                <a:lnTo>
                  <a:pt x="86" y="2418"/>
                </a:lnTo>
                <a:lnTo>
                  <a:pt x="86" y="2418"/>
                </a:lnTo>
                <a:lnTo>
                  <a:pt x="43" y="2824"/>
                </a:lnTo>
                <a:lnTo>
                  <a:pt x="0" y="3231"/>
                </a:lnTo>
                <a:lnTo>
                  <a:pt x="0" y="3659"/>
                </a:lnTo>
                <a:lnTo>
                  <a:pt x="0" y="4065"/>
                </a:lnTo>
                <a:lnTo>
                  <a:pt x="43" y="4900"/>
                </a:lnTo>
                <a:lnTo>
                  <a:pt x="64" y="5734"/>
                </a:lnTo>
                <a:lnTo>
                  <a:pt x="64" y="5734"/>
                </a:lnTo>
                <a:lnTo>
                  <a:pt x="43" y="5798"/>
                </a:lnTo>
                <a:lnTo>
                  <a:pt x="43" y="5970"/>
                </a:lnTo>
                <a:lnTo>
                  <a:pt x="43" y="6483"/>
                </a:lnTo>
                <a:lnTo>
                  <a:pt x="86" y="7039"/>
                </a:lnTo>
                <a:lnTo>
                  <a:pt x="107" y="7253"/>
                </a:lnTo>
                <a:lnTo>
                  <a:pt x="128" y="7360"/>
                </a:lnTo>
                <a:lnTo>
                  <a:pt x="128" y="7360"/>
                </a:lnTo>
                <a:lnTo>
                  <a:pt x="214" y="7510"/>
                </a:lnTo>
                <a:lnTo>
                  <a:pt x="342" y="7617"/>
                </a:lnTo>
                <a:lnTo>
                  <a:pt x="514" y="7724"/>
                </a:lnTo>
                <a:lnTo>
                  <a:pt x="685" y="7810"/>
                </a:lnTo>
                <a:lnTo>
                  <a:pt x="877" y="7874"/>
                </a:lnTo>
                <a:lnTo>
                  <a:pt x="1070" y="7938"/>
                </a:lnTo>
                <a:lnTo>
                  <a:pt x="1412" y="8002"/>
                </a:lnTo>
                <a:lnTo>
                  <a:pt x="1412" y="8002"/>
                </a:lnTo>
                <a:lnTo>
                  <a:pt x="1861" y="8045"/>
                </a:lnTo>
                <a:lnTo>
                  <a:pt x="2332" y="8045"/>
                </a:lnTo>
                <a:lnTo>
                  <a:pt x="2803" y="8045"/>
                </a:lnTo>
                <a:lnTo>
                  <a:pt x="3252" y="8024"/>
                </a:lnTo>
                <a:lnTo>
                  <a:pt x="4194" y="7959"/>
                </a:lnTo>
                <a:lnTo>
                  <a:pt x="4664" y="7959"/>
                </a:lnTo>
                <a:lnTo>
                  <a:pt x="5114" y="7959"/>
                </a:lnTo>
                <a:lnTo>
                  <a:pt x="5114" y="7959"/>
                </a:lnTo>
                <a:lnTo>
                  <a:pt x="5969" y="7981"/>
                </a:lnTo>
                <a:lnTo>
                  <a:pt x="6397" y="7981"/>
                </a:lnTo>
                <a:lnTo>
                  <a:pt x="6825" y="7959"/>
                </a:lnTo>
                <a:lnTo>
                  <a:pt x="6825" y="7959"/>
                </a:lnTo>
                <a:lnTo>
                  <a:pt x="7210" y="7938"/>
                </a:lnTo>
                <a:lnTo>
                  <a:pt x="7617" y="7917"/>
                </a:lnTo>
                <a:lnTo>
                  <a:pt x="7809" y="7874"/>
                </a:lnTo>
                <a:lnTo>
                  <a:pt x="8023" y="7852"/>
                </a:lnTo>
                <a:lnTo>
                  <a:pt x="8195" y="7788"/>
                </a:lnTo>
                <a:lnTo>
                  <a:pt x="8366" y="7703"/>
                </a:lnTo>
                <a:lnTo>
                  <a:pt x="8366" y="7703"/>
                </a:lnTo>
                <a:lnTo>
                  <a:pt x="8430" y="7660"/>
                </a:lnTo>
                <a:lnTo>
                  <a:pt x="8494" y="7617"/>
                </a:lnTo>
                <a:lnTo>
                  <a:pt x="8580" y="7467"/>
                </a:lnTo>
                <a:lnTo>
                  <a:pt x="8622" y="7318"/>
                </a:lnTo>
                <a:lnTo>
                  <a:pt x="8665" y="7146"/>
                </a:lnTo>
                <a:lnTo>
                  <a:pt x="8665" y="6954"/>
                </a:lnTo>
                <a:lnTo>
                  <a:pt x="8665" y="6783"/>
                </a:lnTo>
                <a:lnTo>
                  <a:pt x="8644" y="6462"/>
                </a:lnTo>
                <a:lnTo>
                  <a:pt x="8644" y="6462"/>
                </a:lnTo>
                <a:lnTo>
                  <a:pt x="8665" y="4793"/>
                </a:lnTo>
                <a:lnTo>
                  <a:pt x="8665" y="4793"/>
                </a:lnTo>
                <a:close/>
                <a:moveTo>
                  <a:pt x="3124" y="1049"/>
                </a:moveTo>
                <a:lnTo>
                  <a:pt x="3124" y="1049"/>
                </a:lnTo>
                <a:lnTo>
                  <a:pt x="3167" y="963"/>
                </a:lnTo>
                <a:lnTo>
                  <a:pt x="3252" y="920"/>
                </a:lnTo>
                <a:lnTo>
                  <a:pt x="3252" y="920"/>
                </a:lnTo>
                <a:lnTo>
                  <a:pt x="3445" y="856"/>
                </a:lnTo>
                <a:lnTo>
                  <a:pt x="3637" y="792"/>
                </a:lnTo>
                <a:lnTo>
                  <a:pt x="3830" y="728"/>
                </a:lnTo>
                <a:lnTo>
                  <a:pt x="4022" y="642"/>
                </a:lnTo>
                <a:lnTo>
                  <a:pt x="4022" y="642"/>
                </a:lnTo>
                <a:lnTo>
                  <a:pt x="4236" y="535"/>
                </a:lnTo>
                <a:lnTo>
                  <a:pt x="4408" y="471"/>
                </a:lnTo>
                <a:lnTo>
                  <a:pt x="4493" y="471"/>
                </a:lnTo>
                <a:lnTo>
                  <a:pt x="4579" y="471"/>
                </a:lnTo>
                <a:lnTo>
                  <a:pt x="4664" y="492"/>
                </a:lnTo>
                <a:lnTo>
                  <a:pt x="4793" y="535"/>
                </a:lnTo>
                <a:lnTo>
                  <a:pt x="4793" y="535"/>
                </a:lnTo>
                <a:lnTo>
                  <a:pt x="5178" y="663"/>
                </a:lnTo>
                <a:lnTo>
                  <a:pt x="5370" y="749"/>
                </a:lnTo>
                <a:lnTo>
                  <a:pt x="5456" y="792"/>
                </a:lnTo>
                <a:lnTo>
                  <a:pt x="5499" y="856"/>
                </a:lnTo>
                <a:lnTo>
                  <a:pt x="5499" y="856"/>
                </a:lnTo>
                <a:lnTo>
                  <a:pt x="5542" y="920"/>
                </a:lnTo>
                <a:lnTo>
                  <a:pt x="5584" y="1006"/>
                </a:lnTo>
                <a:lnTo>
                  <a:pt x="5627" y="1198"/>
                </a:lnTo>
                <a:lnTo>
                  <a:pt x="5627" y="1412"/>
                </a:lnTo>
                <a:lnTo>
                  <a:pt x="5606" y="1498"/>
                </a:lnTo>
                <a:lnTo>
                  <a:pt x="5584" y="1583"/>
                </a:lnTo>
                <a:lnTo>
                  <a:pt x="5584" y="1583"/>
                </a:lnTo>
                <a:lnTo>
                  <a:pt x="5542" y="1626"/>
                </a:lnTo>
                <a:lnTo>
                  <a:pt x="5456" y="1669"/>
                </a:lnTo>
                <a:lnTo>
                  <a:pt x="5242" y="1755"/>
                </a:lnTo>
                <a:lnTo>
                  <a:pt x="5049" y="1797"/>
                </a:lnTo>
                <a:lnTo>
                  <a:pt x="4985" y="1797"/>
                </a:lnTo>
                <a:lnTo>
                  <a:pt x="4964" y="1776"/>
                </a:lnTo>
                <a:lnTo>
                  <a:pt x="4964" y="1776"/>
                </a:lnTo>
                <a:lnTo>
                  <a:pt x="3851" y="1755"/>
                </a:lnTo>
                <a:lnTo>
                  <a:pt x="3851" y="1755"/>
                </a:lnTo>
                <a:lnTo>
                  <a:pt x="3680" y="1755"/>
                </a:lnTo>
                <a:lnTo>
                  <a:pt x="3488" y="1755"/>
                </a:lnTo>
                <a:lnTo>
                  <a:pt x="3381" y="1733"/>
                </a:lnTo>
                <a:lnTo>
                  <a:pt x="3295" y="1712"/>
                </a:lnTo>
                <a:lnTo>
                  <a:pt x="3231" y="1669"/>
                </a:lnTo>
                <a:lnTo>
                  <a:pt x="3167" y="1605"/>
                </a:lnTo>
                <a:lnTo>
                  <a:pt x="3167" y="1605"/>
                </a:lnTo>
                <a:lnTo>
                  <a:pt x="3145" y="1519"/>
                </a:lnTo>
                <a:lnTo>
                  <a:pt x="3124" y="1327"/>
                </a:lnTo>
                <a:lnTo>
                  <a:pt x="3102" y="1156"/>
                </a:lnTo>
                <a:lnTo>
                  <a:pt x="3124" y="1049"/>
                </a:lnTo>
                <a:lnTo>
                  <a:pt x="3124" y="1049"/>
                </a:lnTo>
                <a:close/>
                <a:moveTo>
                  <a:pt x="8216" y="4108"/>
                </a:moveTo>
                <a:lnTo>
                  <a:pt x="8216" y="4108"/>
                </a:lnTo>
                <a:lnTo>
                  <a:pt x="8195" y="4429"/>
                </a:lnTo>
                <a:lnTo>
                  <a:pt x="8152" y="4750"/>
                </a:lnTo>
                <a:lnTo>
                  <a:pt x="8109" y="5092"/>
                </a:lnTo>
                <a:lnTo>
                  <a:pt x="8088" y="5413"/>
                </a:lnTo>
                <a:lnTo>
                  <a:pt x="8088" y="5413"/>
                </a:lnTo>
                <a:lnTo>
                  <a:pt x="8088" y="6077"/>
                </a:lnTo>
                <a:lnTo>
                  <a:pt x="8088" y="6419"/>
                </a:lnTo>
                <a:lnTo>
                  <a:pt x="8066" y="6740"/>
                </a:lnTo>
                <a:lnTo>
                  <a:pt x="8066" y="6740"/>
                </a:lnTo>
                <a:lnTo>
                  <a:pt x="8045" y="6868"/>
                </a:lnTo>
                <a:lnTo>
                  <a:pt x="8023" y="6997"/>
                </a:lnTo>
                <a:lnTo>
                  <a:pt x="7959" y="7104"/>
                </a:lnTo>
                <a:lnTo>
                  <a:pt x="7916" y="7146"/>
                </a:lnTo>
                <a:lnTo>
                  <a:pt x="7852" y="7189"/>
                </a:lnTo>
                <a:lnTo>
                  <a:pt x="7852" y="7189"/>
                </a:lnTo>
                <a:lnTo>
                  <a:pt x="7745" y="7253"/>
                </a:lnTo>
                <a:lnTo>
                  <a:pt x="7595" y="7296"/>
                </a:lnTo>
                <a:lnTo>
                  <a:pt x="7339" y="7360"/>
                </a:lnTo>
                <a:lnTo>
                  <a:pt x="7339" y="7360"/>
                </a:lnTo>
                <a:lnTo>
                  <a:pt x="6697" y="7382"/>
                </a:lnTo>
                <a:lnTo>
                  <a:pt x="6312" y="7382"/>
                </a:lnTo>
                <a:lnTo>
                  <a:pt x="6183" y="7360"/>
                </a:lnTo>
                <a:lnTo>
                  <a:pt x="6141" y="7360"/>
                </a:lnTo>
                <a:lnTo>
                  <a:pt x="6141" y="7360"/>
                </a:lnTo>
                <a:lnTo>
                  <a:pt x="4621" y="7403"/>
                </a:lnTo>
                <a:lnTo>
                  <a:pt x="3102" y="7424"/>
                </a:lnTo>
                <a:lnTo>
                  <a:pt x="3102" y="7424"/>
                </a:lnTo>
                <a:lnTo>
                  <a:pt x="2781" y="7424"/>
                </a:lnTo>
                <a:lnTo>
                  <a:pt x="2461" y="7403"/>
                </a:lnTo>
                <a:lnTo>
                  <a:pt x="1797" y="7382"/>
                </a:lnTo>
                <a:lnTo>
                  <a:pt x="1797" y="7382"/>
                </a:lnTo>
                <a:lnTo>
                  <a:pt x="1519" y="7360"/>
                </a:lnTo>
                <a:lnTo>
                  <a:pt x="1348" y="7339"/>
                </a:lnTo>
                <a:lnTo>
                  <a:pt x="1198" y="7318"/>
                </a:lnTo>
                <a:lnTo>
                  <a:pt x="1070" y="7275"/>
                </a:lnTo>
                <a:lnTo>
                  <a:pt x="941" y="7189"/>
                </a:lnTo>
                <a:lnTo>
                  <a:pt x="834" y="7104"/>
                </a:lnTo>
                <a:lnTo>
                  <a:pt x="749" y="6975"/>
                </a:lnTo>
                <a:lnTo>
                  <a:pt x="749" y="6975"/>
                </a:lnTo>
                <a:lnTo>
                  <a:pt x="685" y="6847"/>
                </a:lnTo>
                <a:lnTo>
                  <a:pt x="663" y="6718"/>
                </a:lnTo>
                <a:lnTo>
                  <a:pt x="642" y="6397"/>
                </a:lnTo>
                <a:lnTo>
                  <a:pt x="642" y="5820"/>
                </a:lnTo>
                <a:lnTo>
                  <a:pt x="642" y="5820"/>
                </a:lnTo>
                <a:lnTo>
                  <a:pt x="599" y="4536"/>
                </a:lnTo>
                <a:lnTo>
                  <a:pt x="599" y="4536"/>
                </a:lnTo>
                <a:lnTo>
                  <a:pt x="578" y="3830"/>
                </a:lnTo>
                <a:lnTo>
                  <a:pt x="578" y="3124"/>
                </a:lnTo>
                <a:lnTo>
                  <a:pt x="578" y="3124"/>
                </a:lnTo>
                <a:lnTo>
                  <a:pt x="599" y="2889"/>
                </a:lnTo>
                <a:lnTo>
                  <a:pt x="620" y="2653"/>
                </a:lnTo>
                <a:lnTo>
                  <a:pt x="663" y="2546"/>
                </a:lnTo>
                <a:lnTo>
                  <a:pt x="706" y="2439"/>
                </a:lnTo>
                <a:lnTo>
                  <a:pt x="770" y="2354"/>
                </a:lnTo>
                <a:lnTo>
                  <a:pt x="856" y="2268"/>
                </a:lnTo>
                <a:lnTo>
                  <a:pt x="856" y="2268"/>
                </a:lnTo>
                <a:lnTo>
                  <a:pt x="984" y="2183"/>
                </a:lnTo>
                <a:lnTo>
                  <a:pt x="1134" y="2118"/>
                </a:lnTo>
                <a:lnTo>
                  <a:pt x="1262" y="2097"/>
                </a:lnTo>
                <a:lnTo>
                  <a:pt x="1434" y="2076"/>
                </a:lnTo>
                <a:lnTo>
                  <a:pt x="1733" y="2054"/>
                </a:lnTo>
                <a:lnTo>
                  <a:pt x="2033" y="2054"/>
                </a:lnTo>
                <a:lnTo>
                  <a:pt x="2033" y="2054"/>
                </a:lnTo>
                <a:lnTo>
                  <a:pt x="2289" y="2033"/>
                </a:lnTo>
                <a:lnTo>
                  <a:pt x="2546" y="1990"/>
                </a:lnTo>
                <a:lnTo>
                  <a:pt x="2546" y="1990"/>
                </a:lnTo>
                <a:lnTo>
                  <a:pt x="2674" y="2011"/>
                </a:lnTo>
                <a:lnTo>
                  <a:pt x="2717" y="2033"/>
                </a:lnTo>
                <a:lnTo>
                  <a:pt x="2739" y="2054"/>
                </a:lnTo>
                <a:lnTo>
                  <a:pt x="2781" y="2140"/>
                </a:lnTo>
                <a:lnTo>
                  <a:pt x="2867" y="2247"/>
                </a:lnTo>
                <a:lnTo>
                  <a:pt x="2867" y="2247"/>
                </a:lnTo>
                <a:lnTo>
                  <a:pt x="2974" y="2311"/>
                </a:lnTo>
                <a:lnTo>
                  <a:pt x="3102" y="2354"/>
                </a:lnTo>
                <a:lnTo>
                  <a:pt x="3252" y="2375"/>
                </a:lnTo>
                <a:lnTo>
                  <a:pt x="3402" y="2375"/>
                </a:lnTo>
                <a:lnTo>
                  <a:pt x="3723" y="2354"/>
                </a:lnTo>
                <a:lnTo>
                  <a:pt x="4001" y="2332"/>
                </a:lnTo>
                <a:lnTo>
                  <a:pt x="4001" y="2332"/>
                </a:lnTo>
                <a:lnTo>
                  <a:pt x="4686" y="2354"/>
                </a:lnTo>
                <a:lnTo>
                  <a:pt x="5370" y="2354"/>
                </a:lnTo>
                <a:lnTo>
                  <a:pt x="5370" y="2354"/>
                </a:lnTo>
                <a:lnTo>
                  <a:pt x="5542" y="2354"/>
                </a:lnTo>
                <a:lnTo>
                  <a:pt x="5670" y="2332"/>
                </a:lnTo>
                <a:lnTo>
                  <a:pt x="5777" y="2290"/>
                </a:lnTo>
                <a:lnTo>
                  <a:pt x="5927" y="2225"/>
                </a:lnTo>
                <a:lnTo>
                  <a:pt x="5927" y="2225"/>
                </a:lnTo>
                <a:lnTo>
                  <a:pt x="6055" y="2161"/>
                </a:lnTo>
                <a:lnTo>
                  <a:pt x="6205" y="2140"/>
                </a:lnTo>
                <a:lnTo>
                  <a:pt x="6504" y="2118"/>
                </a:lnTo>
                <a:lnTo>
                  <a:pt x="6504" y="2118"/>
                </a:lnTo>
                <a:lnTo>
                  <a:pt x="7146" y="2076"/>
                </a:lnTo>
                <a:lnTo>
                  <a:pt x="7489" y="2076"/>
                </a:lnTo>
                <a:lnTo>
                  <a:pt x="7809" y="2097"/>
                </a:lnTo>
                <a:lnTo>
                  <a:pt x="7809" y="2097"/>
                </a:lnTo>
                <a:lnTo>
                  <a:pt x="7938" y="2140"/>
                </a:lnTo>
                <a:lnTo>
                  <a:pt x="8023" y="2183"/>
                </a:lnTo>
                <a:lnTo>
                  <a:pt x="8109" y="2268"/>
                </a:lnTo>
                <a:lnTo>
                  <a:pt x="8152" y="2375"/>
                </a:lnTo>
                <a:lnTo>
                  <a:pt x="8195" y="2482"/>
                </a:lnTo>
                <a:lnTo>
                  <a:pt x="8216" y="2610"/>
                </a:lnTo>
                <a:lnTo>
                  <a:pt x="8216" y="2846"/>
                </a:lnTo>
                <a:lnTo>
                  <a:pt x="8216" y="2846"/>
                </a:lnTo>
                <a:lnTo>
                  <a:pt x="8237" y="3488"/>
                </a:lnTo>
                <a:lnTo>
                  <a:pt x="8237" y="3787"/>
                </a:lnTo>
                <a:lnTo>
                  <a:pt x="8216" y="4108"/>
                </a:lnTo>
                <a:lnTo>
                  <a:pt x="8216" y="4108"/>
                </a:lnTo>
                <a:close/>
                <a:moveTo>
                  <a:pt x="3209" y="4557"/>
                </a:moveTo>
                <a:lnTo>
                  <a:pt x="3209" y="4557"/>
                </a:lnTo>
                <a:lnTo>
                  <a:pt x="3102" y="4515"/>
                </a:lnTo>
                <a:lnTo>
                  <a:pt x="2995" y="4472"/>
                </a:lnTo>
                <a:lnTo>
                  <a:pt x="2953" y="4450"/>
                </a:lnTo>
                <a:lnTo>
                  <a:pt x="2931" y="4429"/>
                </a:lnTo>
                <a:lnTo>
                  <a:pt x="2910" y="4386"/>
                </a:lnTo>
                <a:lnTo>
                  <a:pt x="2888" y="4322"/>
                </a:lnTo>
                <a:lnTo>
                  <a:pt x="2888" y="4322"/>
                </a:lnTo>
                <a:lnTo>
                  <a:pt x="2910" y="4194"/>
                </a:lnTo>
                <a:lnTo>
                  <a:pt x="2931" y="4044"/>
                </a:lnTo>
                <a:lnTo>
                  <a:pt x="2974" y="3787"/>
                </a:lnTo>
                <a:lnTo>
                  <a:pt x="2974" y="3637"/>
                </a:lnTo>
                <a:lnTo>
                  <a:pt x="2974" y="3509"/>
                </a:lnTo>
                <a:lnTo>
                  <a:pt x="2931" y="3381"/>
                </a:lnTo>
                <a:lnTo>
                  <a:pt x="2846" y="3274"/>
                </a:lnTo>
                <a:lnTo>
                  <a:pt x="2846" y="3274"/>
                </a:lnTo>
                <a:lnTo>
                  <a:pt x="2781" y="3231"/>
                </a:lnTo>
                <a:lnTo>
                  <a:pt x="2717" y="3188"/>
                </a:lnTo>
                <a:lnTo>
                  <a:pt x="2589" y="3145"/>
                </a:lnTo>
                <a:lnTo>
                  <a:pt x="2439" y="3167"/>
                </a:lnTo>
                <a:lnTo>
                  <a:pt x="2311" y="3210"/>
                </a:lnTo>
                <a:lnTo>
                  <a:pt x="2161" y="3274"/>
                </a:lnTo>
                <a:lnTo>
                  <a:pt x="2033" y="3359"/>
                </a:lnTo>
                <a:lnTo>
                  <a:pt x="1947" y="3466"/>
                </a:lnTo>
                <a:lnTo>
                  <a:pt x="1883" y="3595"/>
                </a:lnTo>
                <a:lnTo>
                  <a:pt x="1883" y="3595"/>
                </a:lnTo>
                <a:lnTo>
                  <a:pt x="1861" y="3702"/>
                </a:lnTo>
                <a:lnTo>
                  <a:pt x="1840" y="3830"/>
                </a:lnTo>
                <a:lnTo>
                  <a:pt x="1840" y="3958"/>
                </a:lnTo>
                <a:lnTo>
                  <a:pt x="1861" y="4065"/>
                </a:lnTo>
                <a:lnTo>
                  <a:pt x="1861" y="4065"/>
                </a:lnTo>
                <a:lnTo>
                  <a:pt x="1904" y="4172"/>
                </a:lnTo>
                <a:lnTo>
                  <a:pt x="1990" y="4279"/>
                </a:lnTo>
                <a:lnTo>
                  <a:pt x="2054" y="4408"/>
                </a:lnTo>
                <a:lnTo>
                  <a:pt x="2054" y="4450"/>
                </a:lnTo>
                <a:lnTo>
                  <a:pt x="2054" y="4515"/>
                </a:lnTo>
                <a:lnTo>
                  <a:pt x="2054" y="4515"/>
                </a:lnTo>
                <a:lnTo>
                  <a:pt x="2011" y="4557"/>
                </a:lnTo>
                <a:lnTo>
                  <a:pt x="1968" y="4600"/>
                </a:lnTo>
                <a:lnTo>
                  <a:pt x="1819" y="4664"/>
                </a:lnTo>
                <a:lnTo>
                  <a:pt x="1669" y="4729"/>
                </a:lnTo>
                <a:lnTo>
                  <a:pt x="1605" y="4771"/>
                </a:lnTo>
                <a:lnTo>
                  <a:pt x="1562" y="4814"/>
                </a:lnTo>
                <a:lnTo>
                  <a:pt x="1562" y="4814"/>
                </a:lnTo>
                <a:lnTo>
                  <a:pt x="1498" y="4943"/>
                </a:lnTo>
                <a:lnTo>
                  <a:pt x="1455" y="5071"/>
                </a:lnTo>
                <a:lnTo>
                  <a:pt x="1412" y="5371"/>
                </a:lnTo>
                <a:lnTo>
                  <a:pt x="1412" y="5371"/>
                </a:lnTo>
                <a:lnTo>
                  <a:pt x="1391" y="5520"/>
                </a:lnTo>
                <a:lnTo>
                  <a:pt x="1369" y="5691"/>
                </a:lnTo>
                <a:lnTo>
                  <a:pt x="1369" y="5863"/>
                </a:lnTo>
                <a:lnTo>
                  <a:pt x="1391" y="5927"/>
                </a:lnTo>
                <a:lnTo>
                  <a:pt x="1412" y="6012"/>
                </a:lnTo>
                <a:lnTo>
                  <a:pt x="1412" y="6012"/>
                </a:lnTo>
                <a:lnTo>
                  <a:pt x="1455" y="6055"/>
                </a:lnTo>
                <a:lnTo>
                  <a:pt x="1519" y="6098"/>
                </a:lnTo>
                <a:lnTo>
                  <a:pt x="1647" y="6162"/>
                </a:lnTo>
                <a:lnTo>
                  <a:pt x="1776" y="6184"/>
                </a:lnTo>
                <a:lnTo>
                  <a:pt x="1904" y="6184"/>
                </a:lnTo>
                <a:lnTo>
                  <a:pt x="1904" y="6184"/>
                </a:lnTo>
                <a:lnTo>
                  <a:pt x="2311" y="6162"/>
                </a:lnTo>
                <a:lnTo>
                  <a:pt x="2717" y="6119"/>
                </a:lnTo>
                <a:lnTo>
                  <a:pt x="2717" y="6119"/>
                </a:lnTo>
                <a:lnTo>
                  <a:pt x="3081" y="6098"/>
                </a:lnTo>
                <a:lnTo>
                  <a:pt x="3252" y="6055"/>
                </a:lnTo>
                <a:lnTo>
                  <a:pt x="3338" y="6034"/>
                </a:lnTo>
                <a:lnTo>
                  <a:pt x="3423" y="5991"/>
                </a:lnTo>
                <a:lnTo>
                  <a:pt x="3423" y="5991"/>
                </a:lnTo>
                <a:lnTo>
                  <a:pt x="3509" y="5905"/>
                </a:lnTo>
                <a:lnTo>
                  <a:pt x="3573" y="5777"/>
                </a:lnTo>
                <a:lnTo>
                  <a:pt x="3616" y="5649"/>
                </a:lnTo>
                <a:lnTo>
                  <a:pt x="3637" y="5499"/>
                </a:lnTo>
                <a:lnTo>
                  <a:pt x="3659" y="5349"/>
                </a:lnTo>
                <a:lnTo>
                  <a:pt x="3637" y="5199"/>
                </a:lnTo>
                <a:lnTo>
                  <a:pt x="3616" y="5071"/>
                </a:lnTo>
                <a:lnTo>
                  <a:pt x="3573" y="4943"/>
                </a:lnTo>
                <a:lnTo>
                  <a:pt x="3573" y="4943"/>
                </a:lnTo>
                <a:lnTo>
                  <a:pt x="3509" y="4836"/>
                </a:lnTo>
                <a:lnTo>
                  <a:pt x="3423" y="4729"/>
                </a:lnTo>
                <a:lnTo>
                  <a:pt x="3338" y="4643"/>
                </a:lnTo>
                <a:lnTo>
                  <a:pt x="3209" y="4557"/>
                </a:lnTo>
                <a:lnTo>
                  <a:pt x="3209" y="4557"/>
                </a:lnTo>
                <a:close/>
                <a:moveTo>
                  <a:pt x="3167" y="5349"/>
                </a:moveTo>
                <a:lnTo>
                  <a:pt x="3167" y="5349"/>
                </a:lnTo>
                <a:lnTo>
                  <a:pt x="3167" y="5477"/>
                </a:lnTo>
                <a:lnTo>
                  <a:pt x="3167" y="5542"/>
                </a:lnTo>
                <a:lnTo>
                  <a:pt x="3102" y="5606"/>
                </a:lnTo>
                <a:lnTo>
                  <a:pt x="2995" y="5649"/>
                </a:lnTo>
                <a:lnTo>
                  <a:pt x="2995" y="5649"/>
                </a:lnTo>
                <a:lnTo>
                  <a:pt x="2846" y="5691"/>
                </a:lnTo>
                <a:lnTo>
                  <a:pt x="2781" y="5691"/>
                </a:lnTo>
                <a:lnTo>
                  <a:pt x="2739" y="5691"/>
                </a:lnTo>
                <a:lnTo>
                  <a:pt x="2696" y="5649"/>
                </a:lnTo>
                <a:lnTo>
                  <a:pt x="2674" y="5627"/>
                </a:lnTo>
                <a:lnTo>
                  <a:pt x="2632" y="5477"/>
                </a:lnTo>
                <a:lnTo>
                  <a:pt x="2632" y="5477"/>
                </a:lnTo>
                <a:lnTo>
                  <a:pt x="2589" y="5221"/>
                </a:lnTo>
                <a:lnTo>
                  <a:pt x="2568" y="5092"/>
                </a:lnTo>
                <a:lnTo>
                  <a:pt x="2525" y="4985"/>
                </a:lnTo>
                <a:lnTo>
                  <a:pt x="2525" y="4985"/>
                </a:lnTo>
                <a:lnTo>
                  <a:pt x="2525" y="4921"/>
                </a:lnTo>
                <a:lnTo>
                  <a:pt x="2525" y="4857"/>
                </a:lnTo>
                <a:lnTo>
                  <a:pt x="2503" y="4814"/>
                </a:lnTo>
                <a:lnTo>
                  <a:pt x="2439" y="4793"/>
                </a:lnTo>
                <a:lnTo>
                  <a:pt x="2439" y="4793"/>
                </a:lnTo>
                <a:lnTo>
                  <a:pt x="2375" y="4793"/>
                </a:lnTo>
                <a:lnTo>
                  <a:pt x="2311" y="4814"/>
                </a:lnTo>
                <a:lnTo>
                  <a:pt x="2289" y="4878"/>
                </a:lnTo>
                <a:lnTo>
                  <a:pt x="2268" y="4943"/>
                </a:lnTo>
                <a:lnTo>
                  <a:pt x="2268" y="4943"/>
                </a:lnTo>
                <a:lnTo>
                  <a:pt x="2289" y="4985"/>
                </a:lnTo>
                <a:lnTo>
                  <a:pt x="2311" y="5028"/>
                </a:lnTo>
                <a:lnTo>
                  <a:pt x="2332" y="5114"/>
                </a:lnTo>
                <a:lnTo>
                  <a:pt x="2332" y="5114"/>
                </a:lnTo>
                <a:lnTo>
                  <a:pt x="2332" y="5242"/>
                </a:lnTo>
                <a:lnTo>
                  <a:pt x="2311" y="5371"/>
                </a:lnTo>
                <a:lnTo>
                  <a:pt x="2311" y="5371"/>
                </a:lnTo>
                <a:lnTo>
                  <a:pt x="2311" y="5520"/>
                </a:lnTo>
                <a:lnTo>
                  <a:pt x="2289" y="5649"/>
                </a:lnTo>
                <a:lnTo>
                  <a:pt x="2268" y="5691"/>
                </a:lnTo>
                <a:lnTo>
                  <a:pt x="2225" y="5734"/>
                </a:lnTo>
                <a:lnTo>
                  <a:pt x="2161" y="5756"/>
                </a:lnTo>
                <a:lnTo>
                  <a:pt x="2097" y="5777"/>
                </a:lnTo>
                <a:lnTo>
                  <a:pt x="2097" y="5777"/>
                </a:lnTo>
                <a:lnTo>
                  <a:pt x="1968" y="5777"/>
                </a:lnTo>
                <a:lnTo>
                  <a:pt x="1926" y="5756"/>
                </a:lnTo>
                <a:lnTo>
                  <a:pt x="1904" y="5713"/>
                </a:lnTo>
                <a:lnTo>
                  <a:pt x="1861" y="5627"/>
                </a:lnTo>
                <a:lnTo>
                  <a:pt x="1861" y="5627"/>
                </a:lnTo>
                <a:lnTo>
                  <a:pt x="1840" y="5499"/>
                </a:lnTo>
                <a:lnTo>
                  <a:pt x="1819" y="5328"/>
                </a:lnTo>
                <a:lnTo>
                  <a:pt x="1819" y="5157"/>
                </a:lnTo>
                <a:lnTo>
                  <a:pt x="1840" y="5050"/>
                </a:lnTo>
                <a:lnTo>
                  <a:pt x="1840" y="5050"/>
                </a:lnTo>
                <a:lnTo>
                  <a:pt x="1861" y="4985"/>
                </a:lnTo>
                <a:lnTo>
                  <a:pt x="1904" y="4964"/>
                </a:lnTo>
                <a:lnTo>
                  <a:pt x="2011" y="4900"/>
                </a:lnTo>
                <a:lnTo>
                  <a:pt x="2118" y="4836"/>
                </a:lnTo>
                <a:lnTo>
                  <a:pt x="2204" y="4771"/>
                </a:lnTo>
                <a:lnTo>
                  <a:pt x="2204" y="4771"/>
                </a:lnTo>
                <a:lnTo>
                  <a:pt x="2247" y="4707"/>
                </a:lnTo>
                <a:lnTo>
                  <a:pt x="2268" y="4643"/>
                </a:lnTo>
                <a:lnTo>
                  <a:pt x="2289" y="4515"/>
                </a:lnTo>
                <a:lnTo>
                  <a:pt x="2268" y="4386"/>
                </a:lnTo>
                <a:lnTo>
                  <a:pt x="2225" y="4237"/>
                </a:lnTo>
                <a:lnTo>
                  <a:pt x="2225" y="4237"/>
                </a:lnTo>
                <a:lnTo>
                  <a:pt x="2204" y="4108"/>
                </a:lnTo>
                <a:lnTo>
                  <a:pt x="2182" y="3980"/>
                </a:lnTo>
                <a:lnTo>
                  <a:pt x="2182" y="3830"/>
                </a:lnTo>
                <a:lnTo>
                  <a:pt x="2204" y="3766"/>
                </a:lnTo>
                <a:lnTo>
                  <a:pt x="2225" y="3702"/>
                </a:lnTo>
                <a:lnTo>
                  <a:pt x="2225" y="3702"/>
                </a:lnTo>
                <a:lnTo>
                  <a:pt x="2311" y="3616"/>
                </a:lnTo>
                <a:lnTo>
                  <a:pt x="2418" y="3573"/>
                </a:lnTo>
                <a:lnTo>
                  <a:pt x="2461" y="3573"/>
                </a:lnTo>
                <a:lnTo>
                  <a:pt x="2503" y="3595"/>
                </a:lnTo>
                <a:lnTo>
                  <a:pt x="2546" y="3616"/>
                </a:lnTo>
                <a:lnTo>
                  <a:pt x="2568" y="3680"/>
                </a:lnTo>
                <a:lnTo>
                  <a:pt x="2568" y="3680"/>
                </a:lnTo>
                <a:lnTo>
                  <a:pt x="2589" y="3744"/>
                </a:lnTo>
                <a:lnTo>
                  <a:pt x="2589" y="3809"/>
                </a:lnTo>
                <a:lnTo>
                  <a:pt x="2568" y="3958"/>
                </a:lnTo>
                <a:lnTo>
                  <a:pt x="2503" y="4237"/>
                </a:lnTo>
                <a:lnTo>
                  <a:pt x="2503" y="4237"/>
                </a:lnTo>
                <a:lnTo>
                  <a:pt x="2461" y="4386"/>
                </a:lnTo>
                <a:lnTo>
                  <a:pt x="2461" y="4493"/>
                </a:lnTo>
                <a:lnTo>
                  <a:pt x="2503" y="4557"/>
                </a:lnTo>
                <a:lnTo>
                  <a:pt x="2610" y="4664"/>
                </a:lnTo>
                <a:lnTo>
                  <a:pt x="2610" y="4664"/>
                </a:lnTo>
                <a:lnTo>
                  <a:pt x="2739" y="4729"/>
                </a:lnTo>
                <a:lnTo>
                  <a:pt x="2867" y="4793"/>
                </a:lnTo>
                <a:lnTo>
                  <a:pt x="2995" y="4878"/>
                </a:lnTo>
                <a:lnTo>
                  <a:pt x="3102" y="4964"/>
                </a:lnTo>
                <a:lnTo>
                  <a:pt x="3102" y="4964"/>
                </a:lnTo>
                <a:lnTo>
                  <a:pt x="3124" y="5028"/>
                </a:lnTo>
                <a:lnTo>
                  <a:pt x="3167" y="5157"/>
                </a:lnTo>
                <a:lnTo>
                  <a:pt x="3188" y="5285"/>
                </a:lnTo>
                <a:lnTo>
                  <a:pt x="3188" y="5328"/>
                </a:lnTo>
                <a:lnTo>
                  <a:pt x="3167" y="5349"/>
                </a:lnTo>
                <a:lnTo>
                  <a:pt x="3167" y="5349"/>
                </a:lnTo>
                <a:close/>
                <a:moveTo>
                  <a:pt x="4279" y="3787"/>
                </a:moveTo>
                <a:lnTo>
                  <a:pt x="4279" y="3787"/>
                </a:lnTo>
                <a:lnTo>
                  <a:pt x="4322" y="3744"/>
                </a:lnTo>
                <a:lnTo>
                  <a:pt x="4365" y="3702"/>
                </a:lnTo>
                <a:lnTo>
                  <a:pt x="4429" y="3595"/>
                </a:lnTo>
                <a:lnTo>
                  <a:pt x="4450" y="3552"/>
                </a:lnTo>
                <a:lnTo>
                  <a:pt x="4493" y="3530"/>
                </a:lnTo>
                <a:lnTo>
                  <a:pt x="4557" y="3530"/>
                </a:lnTo>
                <a:lnTo>
                  <a:pt x="4621" y="3573"/>
                </a:lnTo>
                <a:lnTo>
                  <a:pt x="4621" y="3573"/>
                </a:lnTo>
                <a:lnTo>
                  <a:pt x="4686" y="3616"/>
                </a:lnTo>
                <a:lnTo>
                  <a:pt x="4728" y="3680"/>
                </a:lnTo>
                <a:lnTo>
                  <a:pt x="4814" y="3809"/>
                </a:lnTo>
                <a:lnTo>
                  <a:pt x="4857" y="3873"/>
                </a:lnTo>
                <a:lnTo>
                  <a:pt x="4921" y="3894"/>
                </a:lnTo>
                <a:lnTo>
                  <a:pt x="5007" y="3916"/>
                </a:lnTo>
                <a:lnTo>
                  <a:pt x="5114" y="3894"/>
                </a:lnTo>
                <a:lnTo>
                  <a:pt x="5114" y="3894"/>
                </a:lnTo>
                <a:lnTo>
                  <a:pt x="5199" y="3851"/>
                </a:lnTo>
                <a:lnTo>
                  <a:pt x="5242" y="3809"/>
                </a:lnTo>
                <a:lnTo>
                  <a:pt x="5349" y="3702"/>
                </a:lnTo>
                <a:lnTo>
                  <a:pt x="5456" y="3637"/>
                </a:lnTo>
                <a:lnTo>
                  <a:pt x="5499" y="3616"/>
                </a:lnTo>
                <a:lnTo>
                  <a:pt x="5563" y="3637"/>
                </a:lnTo>
                <a:lnTo>
                  <a:pt x="5563" y="3637"/>
                </a:lnTo>
                <a:lnTo>
                  <a:pt x="5606" y="3680"/>
                </a:lnTo>
                <a:lnTo>
                  <a:pt x="5670" y="3766"/>
                </a:lnTo>
                <a:lnTo>
                  <a:pt x="5713" y="3851"/>
                </a:lnTo>
                <a:lnTo>
                  <a:pt x="5777" y="3916"/>
                </a:lnTo>
                <a:lnTo>
                  <a:pt x="5777" y="3916"/>
                </a:lnTo>
                <a:lnTo>
                  <a:pt x="5841" y="3958"/>
                </a:lnTo>
                <a:lnTo>
                  <a:pt x="5905" y="4001"/>
                </a:lnTo>
                <a:lnTo>
                  <a:pt x="5969" y="4023"/>
                </a:lnTo>
                <a:lnTo>
                  <a:pt x="6055" y="4023"/>
                </a:lnTo>
                <a:lnTo>
                  <a:pt x="6055" y="4023"/>
                </a:lnTo>
                <a:lnTo>
                  <a:pt x="6119" y="3980"/>
                </a:lnTo>
                <a:lnTo>
                  <a:pt x="6162" y="3937"/>
                </a:lnTo>
                <a:lnTo>
                  <a:pt x="6248" y="3809"/>
                </a:lnTo>
                <a:lnTo>
                  <a:pt x="6333" y="3702"/>
                </a:lnTo>
                <a:lnTo>
                  <a:pt x="6376" y="3637"/>
                </a:lnTo>
                <a:lnTo>
                  <a:pt x="6419" y="3616"/>
                </a:lnTo>
                <a:lnTo>
                  <a:pt x="6419" y="3616"/>
                </a:lnTo>
                <a:lnTo>
                  <a:pt x="6483" y="3595"/>
                </a:lnTo>
                <a:lnTo>
                  <a:pt x="6547" y="3616"/>
                </a:lnTo>
                <a:lnTo>
                  <a:pt x="6697" y="3723"/>
                </a:lnTo>
                <a:lnTo>
                  <a:pt x="6847" y="3830"/>
                </a:lnTo>
                <a:lnTo>
                  <a:pt x="6911" y="3873"/>
                </a:lnTo>
                <a:lnTo>
                  <a:pt x="6996" y="3873"/>
                </a:lnTo>
                <a:lnTo>
                  <a:pt x="6996" y="3873"/>
                </a:lnTo>
                <a:lnTo>
                  <a:pt x="7103" y="3873"/>
                </a:lnTo>
                <a:lnTo>
                  <a:pt x="7168" y="3851"/>
                </a:lnTo>
                <a:lnTo>
                  <a:pt x="7210" y="3809"/>
                </a:lnTo>
                <a:lnTo>
                  <a:pt x="7253" y="3766"/>
                </a:lnTo>
                <a:lnTo>
                  <a:pt x="7339" y="3637"/>
                </a:lnTo>
                <a:lnTo>
                  <a:pt x="7424" y="3509"/>
                </a:lnTo>
                <a:lnTo>
                  <a:pt x="7424" y="3509"/>
                </a:lnTo>
                <a:lnTo>
                  <a:pt x="7510" y="3423"/>
                </a:lnTo>
                <a:lnTo>
                  <a:pt x="7574" y="3317"/>
                </a:lnTo>
                <a:lnTo>
                  <a:pt x="7595" y="3274"/>
                </a:lnTo>
                <a:lnTo>
                  <a:pt x="7595" y="3210"/>
                </a:lnTo>
                <a:lnTo>
                  <a:pt x="7574" y="3167"/>
                </a:lnTo>
                <a:lnTo>
                  <a:pt x="7489" y="3103"/>
                </a:lnTo>
                <a:lnTo>
                  <a:pt x="7489" y="3103"/>
                </a:lnTo>
                <a:lnTo>
                  <a:pt x="7403" y="3081"/>
                </a:lnTo>
                <a:lnTo>
                  <a:pt x="7339" y="3103"/>
                </a:lnTo>
                <a:lnTo>
                  <a:pt x="7275" y="3124"/>
                </a:lnTo>
                <a:lnTo>
                  <a:pt x="7232" y="3167"/>
                </a:lnTo>
                <a:lnTo>
                  <a:pt x="7125" y="3295"/>
                </a:lnTo>
                <a:lnTo>
                  <a:pt x="7082" y="3338"/>
                </a:lnTo>
                <a:lnTo>
                  <a:pt x="7018" y="3359"/>
                </a:lnTo>
                <a:lnTo>
                  <a:pt x="7018" y="3359"/>
                </a:lnTo>
                <a:lnTo>
                  <a:pt x="6975" y="3359"/>
                </a:lnTo>
                <a:lnTo>
                  <a:pt x="6911" y="3338"/>
                </a:lnTo>
                <a:lnTo>
                  <a:pt x="6825" y="3252"/>
                </a:lnTo>
                <a:lnTo>
                  <a:pt x="6740" y="3167"/>
                </a:lnTo>
                <a:lnTo>
                  <a:pt x="6697" y="3145"/>
                </a:lnTo>
                <a:lnTo>
                  <a:pt x="6633" y="3124"/>
                </a:lnTo>
                <a:lnTo>
                  <a:pt x="6633" y="3124"/>
                </a:lnTo>
                <a:lnTo>
                  <a:pt x="6547" y="3103"/>
                </a:lnTo>
                <a:lnTo>
                  <a:pt x="6462" y="3124"/>
                </a:lnTo>
                <a:lnTo>
                  <a:pt x="6376" y="3167"/>
                </a:lnTo>
                <a:lnTo>
                  <a:pt x="6312" y="3210"/>
                </a:lnTo>
                <a:lnTo>
                  <a:pt x="6183" y="3317"/>
                </a:lnTo>
                <a:lnTo>
                  <a:pt x="6119" y="3359"/>
                </a:lnTo>
                <a:lnTo>
                  <a:pt x="6055" y="3381"/>
                </a:lnTo>
                <a:lnTo>
                  <a:pt x="6055" y="3381"/>
                </a:lnTo>
                <a:lnTo>
                  <a:pt x="5991" y="3359"/>
                </a:lnTo>
                <a:lnTo>
                  <a:pt x="5948" y="3338"/>
                </a:lnTo>
                <a:lnTo>
                  <a:pt x="5841" y="3252"/>
                </a:lnTo>
                <a:lnTo>
                  <a:pt x="5755" y="3145"/>
                </a:lnTo>
                <a:lnTo>
                  <a:pt x="5691" y="3124"/>
                </a:lnTo>
                <a:lnTo>
                  <a:pt x="5627" y="3103"/>
                </a:lnTo>
                <a:lnTo>
                  <a:pt x="5627" y="3103"/>
                </a:lnTo>
                <a:lnTo>
                  <a:pt x="5542" y="3103"/>
                </a:lnTo>
                <a:lnTo>
                  <a:pt x="5456" y="3124"/>
                </a:lnTo>
                <a:lnTo>
                  <a:pt x="5392" y="3167"/>
                </a:lnTo>
                <a:lnTo>
                  <a:pt x="5328" y="3231"/>
                </a:lnTo>
                <a:lnTo>
                  <a:pt x="5199" y="3359"/>
                </a:lnTo>
                <a:lnTo>
                  <a:pt x="5135" y="3423"/>
                </a:lnTo>
                <a:lnTo>
                  <a:pt x="5071" y="3466"/>
                </a:lnTo>
                <a:lnTo>
                  <a:pt x="5071" y="3466"/>
                </a:lnTo>
                <a:lnTo>
                  <a:pt x="5007" y="3466"/>
                </a:lnTo>
                <a:lnTo>
                  <a:pt x="4964" y="3466"/>
                </a:lnTo>
                <a:lnTo>
                  <a:pt x="4921" y="3423"/>
                </a:lnTo>
                <a:lnTo>
                  <a:pt x="4878" y="3381"/>
                </a:lnTo>
                <a:lnTo>
                  <a:pt x="4793" y="3295"/>
                </a:lnTo>
                <a:lnTo>
                  <a:pt x="4728" y="3252"/>
                </a:lnTo>
                <a:lnTo>
                  <a:pt x="4664" y="3210"/>
                </a:lnTo>
                <a:lnTo>
                  <a:pt x="4664" y="3210"/>
                </a:lnTo>
                <a:lnTo>
                  <a:pt x="4600" y="3188"/>
                </a:lnTo>
                <a:lnTo>
                  <a:pt x="4515" y="3188"/>
                </a:lnTo>
                <a:lnTo>
                  <a:pt x="4429" y="3210"/>
                </a:lnTo>
                <a:lnTo>
                  <a:pt x="4365" y="3231"/>
                </a:lnTo>
                <a:lnTo>
                  <a:pt x="4236" y="3338"/>
                </a:lnTo>
                <a:lnTo>
                  <a:pt x="4151" y="3466"/>
                </a:lnTo>
                <a:lnTo>
                  <a:pt x="4151" y="3466"/>
                </a:lnTo>
                <a:lnTo>
                  <a:pt x="4087" y="3595"/>
                </a:lnTo>
                <a:lnTo>
                  <a:pt x="4087" y="3659"/>
                </a:lnTo>
                <a:lnTo>
                  <a:pt x="4087" y="3723"/>
                </a:lnTo>
                <a:lnTo>
                  <a:pt x="4087" y="3787"/>
                </a:lnTo>
                <a:lnTo>
                  <a:pt x="4129" y="3830"/>
                </a:lnTo>
                <a:lnTo>
                  <a:pt x="4194" y="3830"/>
                </a:lnTo>
                <a:lnTo>
                  <a:pt x="4279" y="3787"/>
                </a:lnTo>
                <a:lnTo>
                  <a:pt x="4279" y="3787"/>
                </a:lnTo>
                <a:close/>
                <a:moveTo>
                  <a:pt x="4921" y="4643"/>
                </a:moveTo>
                <a:lnTo>
                  <a:pt x="4921" y="4643"/>
                </a:lnTo>
                <a:lnTo>
                  <a:pt x="6996" y="4557"/>
                </a:lnTo>
                <a:lnTo>
                  <a:pt x="6996" y="4557"/>
                </a:lnTo>
                <a:lnTo>
                  <a:pt x="7168" y="4557"/>
                </a:lnTo>
                <a:lnTo>
                  <a:pt x="7424" y="4536"/>
                </a:lnTo>
                <a:lnTo>
                  <a:pt x="7553" y="4493"/>
                </a:lnTo>
                <a:lnTo>
                  <a:pt x="7638" y="4450"/>
                </a:lnTo>
                <a:lnTo>
                  <a:pt x="7660" y="4429"/>
                </a:lnTo>
                <a:lnTo>
                  <a:pt x="7681" y="4386"/>
                </a:lnTo>
                <a:lnTo>
                  <a:pt x="7681" y="4344"/>
                </a:lnTo>
                <a:lnTo>
                  <a:pt x="7660" y="4279"/>
                </a:lnTo>
                <a:lnTo>
                  <a:pt x="7660" y="4279"/>
                </a:lnTo>
                <a:lnTo>
                  <a:pt x="7638" y="4237"/>
                </a:lnTo>
                <a:lnTo>
                  <a:pt x="7595" y="4215"/>
                </a:lnTo>
                <a:lnTo>
                  <a:pt x="7510" y="4172"/>
                </a:lnTo>
                <a:lnTo>
                  <a:pt x="7403" y="4151"/>
                </a:lnTo>
                <a:lnTo>
                  <a:pt x="7253" y="4151"/>
                </a:lnTo>
                <a:lnTo>
                  <a:pt x="6996" y="4194"/>
                </a:lnTo>
                <a:lnTo>
                  <a:pt x="6804" y="4215"/>
                </a:lnTo>
                <a:lnTo>
                  <a:pt x="6804" y="4215"/>
                </a:lnTo>
                <a:lnTo>
                  <a:pt x="5734" y="4258"/>
                </a:lnTo>
                <a:lnTo>
                  <a:pt x="4664" y="4301"/>
                </a:lnTo>
                <a:lnTo>
                  <a:pt x="4664" y="4301"/>
                </a:lnTo>
                <a:lnTo>
                  <a:pt x="4515" y="4301"/>
                </a:lnTo>
                <a:lnTo>
                  <a:pt x="4279" y="4322"/>
                </a:lnTo>
                <a:lnTo>
                  <a:pt x="4172" y="4344"/>
                </a:lnTo>
                <a:lnTo>
                  <a:pt x="4087" y="4386"/>
                </a:lnTo>
                <a:lnTo>
                  <a:pt x="4065" y="4408"/>
                </a:lnTo>
                <a:lnTo>
                  <a:pt x="4044" y="4450"/>
                </a:lnTo>
                <a:lnTo>
                  <a:pt x="4044" y="4493"/>
                </a:lnTo>
                <a:lnTo>
                  <a:pt x="4065" y="4536"/>
                </a:lnTo>
                <a:lnTo>
                  <a:pt x="4065" y="4536"/>
                </a:lnTo>
                <a:lnTo>
                  <a:pt x="4108" y="4600"/>
                </a:lnTo>
                <a:lnTo>
                  <a:pt x="4215" y="4643"/>
                </a:lnTo>
                <a:lnTo>
                  <a:pt x="4322" y="4664"/>
                </a:lnTo>
                <a:lnTo>
                  <a:pt x="4450" y="4664"/>
                </a:lnTo>
                <a:lnTo>
                  <a:pt x="4728" y="4643"/>
                </a:lnTo>
                <a:lnTo>
                  <a:pt x="4921" y="4643"/>
                </a:lnTo>
                <a:lnTo>
                  <a:pt x="4921" y="4643"/>
                </a:lnTo>
                <a:close/>
                <a:moveTo>
                  <a:pt x="6419" y="5477"/>
                </a:moveTo>
                <a:lnTo>
                  <a:pt x="6419" y="5477"/>
                </a:lnTo>
                <a:lnTo>
                  <a:pt x="6141" y="5456"/>
                </a:lnTo>
                <a:lnTo>
                  <a:pt x="5884" y="5477"/>
                </a:lnTo>
                <a:lnTo>
                  <a:pt x="5349" y="5499"/>
                </a:lnTo>
                <a:lnTo>
                  <a:pt x="5349" y="5499"/>
                </a:lnTo>
                <a:lnTo>
                  <a:pt x="4878" y="5520"/>
                </a:lnTo>
                <a:lnTo>
                  <a:pt x="4643" y="5542"/>
                </a:lnTo>
                <a:lnTo>
                  <a:pt x="4408" y="5606"/>
                </a:lnTo>
                <a:lnTo>
                  <a:pt x="4408" y="5606"/>
                </a:lnTo>
                <a:lnTo>
                  <a:pt x="4279" y="5649"/>
                </a:lnTo>
                <a:lnTo>
                  <a:pt x="4194" y="5713"/>
                </a:lnTo>
                <a:lnTo>
                  <a:pt x="4172" y="5756"/>
                </a:lnTo>
                <a:lnTo>
                  <a:pt x="4172" y="5798"/>
                </a:lnTo>
                <a:lnTo>
                  <a:pt x="4194" y="5841"/>
                </a:lnTo>
                <a:lnTo>
                  <a:pt x="4258" y="5884"/>
                </a:lnTo>
                <a:lnTo>
                  <a:pt x="4258" y="5884"/>
                </a:lnTo>
                <a:lnTo>
                  <a:pt x="4343" y="5905"/>
                </a:lnTo>
                <a:lnTo>
                  <a:pt x="4472" y="5884"/>
                </a:lnTo>
                <a:lnTo>
                  <a:pt x="4707" y="5841"/>
                </a:lnTo>
                <a:lnTo>
                  <a:pt x="4707" y="5841"/>
                </a:lnTo>
                <a:lnTo>
                  <a:pt x="4985" y="5841"/>
                </a:lnTo>
                <a:lnTo>
                  <a:pt x="5263" y="5820"/>
                </a:lnTo>
                <a:lnTo>
                  <a:pt x="5263" y="5820"/>
                </a:lnTo>
                <a:lnTo>
                  <a:pt x="6162" y="5798"/>
                </a:lnTo>
                <a:lnTo>
                  <a:pt x="7061" y="5777"/>
                </a:lnTo>
                <a:lnTo>
                  <a:pt x="7061" y="5777"/>
                </a:lnTo>
                <a:lnTo>
                  <a:pt x="7210" y="5777"/>
                </a:lnTo>
                <a:lnTo>
                  <a:pt x="7382" y="5734"/>
                </a:lnTo>
                <a:lnTo>
                  <a:pt x="7446" y="5691"/>
                </a:lnTo>
                <a:lnTo>
                  <a:pt x="7489" y="5649"/>
                </a:lnTo>
                <a:lnTo>
                  <a:pt x="7489" y="5584"/>
                </a:lnTo>
                <a:lnTo>
                  <a:pt x="7403" y="5499"/>
                </a:lnTo>
                <a:lnTo>
                  <a:pt x="7403" y="5499"/>
                </a:lnTo>
                <a:lnTo>
                  <a:pt x="7339" y="5456"/>
                </a:lnTo>
                <a:lnTo>
                  <a:pt x="7210" y="5413"/>
                </a:lnTo>
                <a:lnTo>
                  <a:pt x="7082" y="5413"/>
                </a:lnTo>
                <a:lnTo>
                  <a:pt x="6932" y="5413"/>
                </a:lnTo>
                <a:lnTo>
                  <a:pt x="6419" y="5477"/>
                </a:lnTo>
                <a:lnTo>
                  <a:pt x="6419" y="5477"/>
                </a:lnTo>
                <a:close/>
                <a:moveTo>
                  <a:pt x="6911" y="4857"/>
                </a:moveTo>
                <a:lnTo>
                  <a:pt x="6911" y="4857"/>
                </a:lnTo>
                <a:lnTo>
                  <a:pt x="5884" y="4921"/>
                </a:lnTo>
                <a:lnTo>
                  <a:pt x="5370" y="4964"/>
                </a:lnTo>
                <a:lnTo>
                  <a:pt x="4835" y="4985"/>
                </a:lnTo>
                <a:lnTo>
                  <a:pt x="4835" y="4985"/>
                </a:lnTo>
                <a:lnTo>
                  <a:pt x="4707" y="4985"/>
                </a:lnTo>
                <a:lnTo>
                  <a:pt x="4515" y="4985"/>
                </a:lnTo>
                <a:lnTo>
                  <a:pt x="4408" y="5007"/>
                </a:lnTo>
                <a:lnTo>
                  <a:pt x="4322" y="5028"/>
                </a:lnTo>
                <a:lnTo>
                  <a:pt x="4258" y="5071"/>
                </a:lnTo>
                <a:lnTo>
                  <a:pt x="4258" y="5092"/>
                </a:lnTo>
                <a:lnTo>
                  <a:pt x="4258" y="5135"/>
                </a:lnTo>
                <a:lnTo>
                  <a:pt x="4258" y="5135"/>
                </a:lnTo>
                <a:lnTo>
                  <a:pt x="4258" y="5157"/>
                </a:lnTo>
                <a:lnTo>
                  <a:pt x="4301" y="5178"/>
                </a:lnTo>
                <a:lnTo>
                  <a:pt x="4386" y="5199"/>
                </a:lnTo>
                <a:lnTo>
                  <a:pt x="4664" y="5221"/>
                </a:lnTo>
                <a:lnTo>
                  <a:pt x="5156" y="5199"/>
                </a:lnTo>
                <a:lnTo>
                  <a:pt x="5156" y="5199"/>
                </a:lnTo>
                <a:lnTo>
                  <a:pt x="5413" y="5199"/>
                </a:lnTo>
                <a:lnTo>
                  <a:pt x="6012" y="5178"/>
                </a:lnTo>
                <a:lnTo>
                  <a:pt x="7018" y="5135"/>
                </a:lnTo>
                <a:lnTo>
                  <a:pt x="7018" y="5135"/>
                </a:lnTo>
                <a:lnTo>
                  <a:pt x="7189" y="5135"/>
                </a:lnTo>
                <a:lnTo>
                  <a:pt x="7467" y="5135"/>
                </a:lnTo>
                <a:lnTo>
                  <a:pt x="7595" y="5114"/>
                </a:lnTo>
                <a:lnTo>
                  <a:pt x="7681" y="5071"/>
                </a:lnTo>
                <a:lnTo>
                  <a:pt x="7724" y="5050"/>
                </a:lnTo>
                <a:lnTo>
                  <a:pt x="7724" y="5007"/>
                </a:lnTo>
                <a:lnTo>
                  <a:pt x="7745" y="4985"/>
                </a:lnTo>
                <a:lnTo>
                  <a:pt x="7724" y="4943"/>
                </a:lnTo>
                <a:lnTo>
                  <a:pt x="7724" y="4943"/>
                </a:lnTo>
                <a:lnTo>
                  <a:pt x="7660" y="4878"/>
                </a:lnTo>
                <a:lnTo>
                  <a:pt x="7574" y="4836"/>
                </a:lnTo>
                <a:lnTo>
                  <a:pt x="7467" y="4814"/>
                </a:lnTo>
                <a:lnTo>
                  <a:pt x="7339" y="4814"/>
                </a:lnTo>
                <a:lnTo>
                  <a:pt x="7082" y="4836"/>
                </a:lnTo>
                <a:lnTo>
                  <a:pt x="6911" y="4857"/>
                </a:lnTo>
                <a:lnTo>
                  <a:pt x="6911" y="4857"/>
                </a:lnTo>
                <a:close/>
                <a:moveTo>
                  <a:pt x="6697" y="6141"/>
                </a:moveTo>
                <a:lnTo>
                  <a:pt x="6697" y="6141"/>
                </a:lnTo>
                <a:lnTo>
                  <a:pt x="6526" y="6184"/>
                </a:lnTo>
                <a:lnTo>
                  <a:pt x="6376" y="6269"/>
                </a:lnTo>
                <a:lnTo>
                  <a:pt x="6312" y="6312"/>
                </a:lnTo>
                <a:lnTo>
                  <a:pt x="6269" y="6376"/>
                </a:lnTo>
                <a:lnTo>
                  <a:pt x="6226" y="6462"/>
                </a:lnTo>
                <a:lnTo>
                  <a:pt x="6226" y="6547"/>
                </a:lnTo>
                <a:lnTo>
                  <a:pt x="6226" y="6547"/>
                </a:lnTo>
                <a:lnTo>
                  <a:pt x="6226" y="6611"/>
                </a:lnTo>
                <a:lnTo>
                  <a:pt x="6248" y="6697"/>
                </a:lnTo>
                <a:lnTo>
                  <a:pt x="6290" y="6740"/>
                </a:lnTo>
                <a:lnTo>
                  <a:pt x="6355" y="6783"/>
                </a:lnTo>
                <a:lnTo>
                  <a:pt x="6483" y="6847"/>
                </a:lnTo>
                <a:lnTo>
                  <a:pt x="6633" y="6868"/>
                </a:lnTo>
                <a:lnTo>
                  <a:pt x="6633" y="6868"/>
                </a:lnTo>
                <a:lnTo>
                  <a:pt x="6740" y="6847"/>
                </a:lnTo>
                <a:lnTo>
                  <a:pt x="6825" y="6825"/>
                </a:lnTo>
                <a:lnTo>
                  <a:pt x="6889" y="6804"/>
                </a:lnTo>
                <a:lnTo>
                  <a:pt x="6954" y="6761"/>
                </a:lnTo>
                <a:lnTo>
                  <a:pt x="7018" y="6697"/>
                </a:lnTo>
                <a:lnTo>
                  <a:pt x="7039" y="6654"/>
                </a:lnTo>
                <a:lnTo>
                  <a:pt x="7082" y="6590"/>
                </a:lnTo>
                <a:lnTo>
                  <a:pt x="7082" y="6526"/>
                </a:lnTo>
                <a:lnTo>
                  <a:pt x="7082" y="6462"/>
                </a:lnTo>
                <a:lnTo>
                  <a:pt x="7082" y="6397"/>
                </a:lnTo>
                <a:lnTo>
                  <a:pt x="7061" y="6333"/>
                </a:lnTo>
                <a:lnTo>
                  <a:pt x="7018" y="6291"/>
                </a:lnTo>
                <a:lnTo>
                  <a:pt x="6954" y="6248"/>
                </a:lnTo>
                <a:lnTo>
                  <a:pt x="6889" y="6205"/>
                </a:lnTo>
                <a:lnTo>
                  <a:pt x="6804" y="6162"/>
                </a:lnTo>
                <a:lnTo>
                  <a:pt x="6697" y="6141"/>
                </a:lnTo>
                <a:lnTo>
                  <a:pt x="6697" y="6141"/>
                </a:lnTo>
                <a:close/>
                <a:moveTo>
                  <a:pt x="4686" y="1134"/>
                </a:moveTo>
                <a:lnTo>
                  <a:pt x="4686" y="1134"/>
                </a:lnTo>
                <a:lnTo>
                  <a:pt x="4686" y="1070"/>
                </a:lnTo>
                <a:lnTo>
                  <a:pt x="4664" y="1027"/>
                </a:lnTo>
                <a:lnTo>
                  <a:pt x="4643" y="984"/>
                </a:lnTo>
                <a:lnTo>
                  <a:pt x="4600" y="942"/>
                </a:lnTo>
                <a:lnTo>
                  <a:pt x="4493" y="899"/>
                </a:lnTo>
                <a:lnTo>
                  <a:pt x="4386" y="899"/>
                </a:lnTo>
                <a:lnTo>
                  <a:pt x="4279" y="920"/>
                </a:lnTo>
                <a:lnTo>
                  <a:pt x="4194" y="963"/>
                </a:lnTo>
                <a:lnTo>
                  <a:pt x="4108" y="1049"/>
                </a:lnTo>
                <a:lnTo>
                  <a:pt x="4108" y="1113"/>
                </a:lnTo>
                <a:lnTo>
                  <a:pt x="4087" y="1177"/>
                </a:lnTo>
                <a:lnTo>
                  <a:pt x="4087" y="1177"/>
                </a:lnTo>
                <a:lnTo>
                  <a:pt x="4087" y="1241"/>
                </a:lnTo>
                <a:lnTo>
                  <a:pt x="4108" y="1284"/>
                </a:lnTo>
                <a:lnTo>
                  <a:pt x="4151" y="1327"/>
                </a:lnTo>
                <a:lnTo>
                  <a:pt x="4172" y="1369"/>
                </a:lnTo>
                <a:lnTo>
                  <a:pt x="4279" y="1412"/>
                </a:lnTo>
                <a:lnTo>
                  <a:pt x="4386" y="1412"/>
                </a:lnTo>
                <a:lnTo>
                  <a:pt x="4493" y="1391"/>
                </a:lnTo>
                <a:lnTo>
                  <a:pt x="4579" y="1327"/>
                </a:lnTo>
                <a:lnTo>
                  <a:pt x="4664" y="1241"/>
                </a:lnTo>
                <a:lnTo>
                  <a:pt x="4686" y="1198"/>
                </a:lnTo>
                <a:lnTo>
                  <a:pt x="4686" y="1134"/>
                </a:lnTo>
                <a:lnTo>
                  <a:pt x="4686" y="1134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38"/>
          <p:cNvSpPr txBox="1"/>
          <p:nvPr/>
        </p:nvSpPr>
        <p:spPr>
          <a:xfrm>
            <a:off x="3175050" y="2062875"/>
            <a:ext cx="2691300" cy="4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GET: /rest/person/98763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33" name="Google Shape;833;p38"/>
          <p:cNvSpPr/>
          <p:nvPr/>
        </p:nvSpPr>
        <p:spPr>
          <a:xfrm rot="10800000">
            <a:off x="2394463" y="2457200"/>
            <a:ext cx="3997095" cy="271475"/>
          </a:xfrm>
          <a:custGeom>
            <a:rect b="b" l="l" r="r" t="t"/>
            <a:pathLst>
              <a:path extrusionOk="0" h="10859" w="123596">
                <a:moveTo>
                  <a:pt x="0" y="2642"/>
                </a:moveTo>
                <a:cubicBezTo>
                  <a:pt x="28421" y="2642"/>
                  <a:pt x="56797" y="5381"/>
                  <a:pt x="85218" y="5381"/>
                </a:cubicBezTo>
                <a:cubicBezTo>
                  <a:pt x="93334" y="5381"/>
                  <a:pt x="101449" y="5381"/>
                  <a:pt x="109565" y="5381"/>
                </a:cubicBezTo>
                <a:cubicBezTo>
                  <a:pt x="114131" y="5381"/>
                  <a:pt x="120037" y="8919"/>
                  <a:pt x="123261" y="5685"/>
                </a:cubicBezTo>
                <a:cubicBezTo>
                  <a:pt x="125030" y="3910"/>
                  <a:pt x="119216" y="2608"/>
                  <a:pt x="116870" y="1728"/>
                </a:cubicBezTo>
                <a:cubicBezTo>
                  <a:pt x="116104" y="1441"/>
                  <a:pt x="114100" y="0"/>
                  <a:pt x="114739" y="511"/>
                </a:cubicBezTo>
                <a:cubicBezTo>
                  <a:pt x="117335" y="2586"/>
                  <a:pt x="123807" y="2407"/>
                  <a:pt x="123261" y="5685"/>
                </a:cubicBezTo>
                <a:cubicBezTo>
                  <a:pt x="122849" y="8163"/>
                  <a:pt x="119559" y="9083"/>
                  <a:pt x="117783" y="10859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834" name="Google Shape;834;p38"/>
          <p:cNvCxnSpPr/>
          <p:nvPr/>
        </p:nvCxnSpPr>
        <p:spPr>
          <a:xfrm flipH="1" rot="10800000">
            <a:off x="1341350" y="1970615"/>
            <a:ext cx="7106700" cy="306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5" name="Google Shape;835;p38"/>
          <p:cNvCxnSpPr/>
          <p:nvPr/>
        </p:nvCxnSpPr>
        <p:spPr>
          <a:xfrm flipH="1" rot="10800000">
            <a:off x="1341350" y="2961215"/>
            <a:ext cx="7106700" cy="306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6" name="Google Shape;836;p38"/>
          <p:cNvSpPr/>
          <p:nvPr/>
        </p:nvSpPr>
        <p:spPr>
          <a:xfrm>
            <a:off x="1630502" y="3103226"/>
            <a:ext cx="650418" cy="646207"/>
          </a:xfrm>
          <a:custGeom>
            <a:rect b="b" l="l" r="r" t="t"/>
            <a:pathLst>
              <a:path extrusionOk="0" h="8067" w="8901">
                <a:moveTo>
                  <a:pt x="3637" y="1306"/>
                </a:moveTo>
                <a:lnTo>
                  <a:pt x="3637" y="1327"/>
                </a:lnTo>
                <a:lnTo>
                  <a:pt x="3595" y="1306"/>
                </a:lnTo>
                <a:close/>
                <a:moveTo>
                  <a:pt x="2354" y="1306"/>
                </a:moveTo>
                <a:lnTo>
                  <a:pt x="2375" y="1349"/>
                </a:lnTo>
                <a:lnTo>
                  <a:pt x="2354" y="1370"/>
                </a:lnTo>
                <a:lnTo>
                  <a:pt x="2332" y="1327"/>
                </a:lnTo>
                <a:lnTo>
                  <a:pt x="2354" y="1306"/>
                </a:lnTo>
                <a:close/>
                <a:moveTo>
                  <a:pt x="4707" y="1135"/>
                </a:moveTo>
                <a:lnTo>
                  <a:pt x="4643" y="1177"/>
                </a:lnTo>
                <a:lnTo>
                  <a:pt x="4557" y="1220"/>
                </a:lnTo>
                <a:lnTo>
                  <a:pt x="4536" y="1263"/>
                </a:lnTo>
                <a:lnTo>
                  <a:pt x="4536" y="1284"/>
                </a:lnTo>
                <a:lnTo>
                  <a:pt x="4557" y="1327"/>
                </a:lnTo>
                <a:lnTo>
                  <a:pt x="4600" y="1349"/>
                </a:lnTo>
                <a:lnTo>
                  <a:pt x="4964" y="1413"/>
                </a:lnTo>
                <a:lnTo>
                  <a:pt x="5306" y="1456"/>
                </a:lnTo>
                <a:lnTo>
                  <a:pt x="6034" y="1456"/>
                </a:lnTo>
                <a:lnTo>
                  <a:pt x="6376" y="1477"/>
                </a:lnTo>
                <a:lnTo>
                  <a:pt x="6547" y="1456"/>
                </a:lnTo>
                <a:lnTo>
                  <a:pt x="6718" y="1434"/>
                </a:lnTo>
                <a:lnTo>
                  <a:pt x="6783" y="1413"/>
                </a:lnTo>
                <a:lnTo>
                  <a:pt x="6825" y="1370"/>
                </a:lnTo>
                <a:lnTo>
                  <a:pt x="6847" y="1327"/>
                </a:lnTo>
                <a:lnTo>
                  <a:pt x="6847" y="1284"/>
                </a:lnTo>
                <a:lnTo>
                  <a:pt x="6804" y="1263"/>
                </a:lnTo>
                <a:lnTo>
                  <a:pt x="6761" y="1220"/>
                </a:lnTo>
                <a:lnTo>
                  <a:pt x="6697" y="1199"/>
                </a:lnTo>
                <a:lnTo>
                  <a:pt x="5991" y="1199"/>
                </a:lnTo>
                <a:lnTo>
                  <a:pt x="5670" y="1220"/>
                </a:lnTo>
                <a:lnTo>
                  <a:pt x="5349" y="1199"/>
                </a:lnTo>
                <a:lnTo>
                  <a:pt x="5028" y="1156"/>
                </a:lnTo>
                <a:lnTo>
                  <a:pt x="4857" y="1135"/>
                </a:lnTo>
                <a:close/>
                <a:moveTo>
                  <a:pt x="2675" y="1284"/>
                </a:moveTo>
                <a:lnTo>
                  <a:pt x="2696" y="1306"/>
                </a:lnTo>
                <a:lnTo>
                  <a:pt x="2696" y="1391"/>
                </a:lnTo>
                <a:lnTo>
                  <a:pt x="2653" y="1498"/>
                </a:lnTo>
                <a:lnTo>
                  <a:pt x="2610" y="1520"/>
                </a:lnTo>
                <a:lnTo>
                  <a:pt x="2568" y="1520"/>
                </a:lnTo>
                <a:lnTo>
                  <a:pt x="2568" y="1477"/>
                </a:lnTo>
                <a:lnTo>
                  <a:pt x="2589" y="1413"/>
                </a:lnTo>
                <a:lnTo>
                  <a:pt x="2653" y="1306"/>
                </a:lnTo>
                <a:lnTo>
                  <a:pt x="2675" y="1284"/>
                </a:lnTo>
                <a:close/>
                <a:moveTo>
                  <a:pt x="3038" y="1284"/>
                </a:moveTo>
                <a:lnTo>
                  <a:pt x="3102" y="1306"/>
                </a:lnTo>
                <a:lnTo>
                  <a:pt x="3124" y="1370"/>
                </a:lnTo>
                <a:lnTo>
                  <a:pt x="3102" y="1434"/>
                </a:lnTo>
                <a:lnTo>
                  <a:pt x="3038" y="1541"/>
                </a:lnTo>
                <a:lnTo>
                  <a:pt x="2974" y="1627"/>
                </a:lnTo>
                <a:lnTo>
                  <a:pt x="2910" y="1669"/>
                </a:lnTo>
                <a:lnTo>
                  <a:pt x="2889" y="1627"/>
                </a:lnTo>
                <a:lnTo>
                  <a:pt x="2910" y="1541"/>
                </a:lnTo>
                <a:lnTo>
                  <a:pt x="2953" y="1391"/>
                </a:lnTo>
                <a:lnTo>
                  <a:pt x="2995" y="1306"/>
                </a:lnTo>
                <a:lnTo>
                  <a:pt x="3038" y="1284"/>
                </a:lnTo>
                <a:close/>
                <a:moveTo>
                  <a:pt x="4900" y="1648"/>
                </a:moveTo>
                <a:lnTo>
                  <a:pt x="4750" y="1669"/>
                </a:lnTo>
                <a:lnTo>
                  <a:pt x="4664" y="1712"/>
                </a:lnTo>
                <a:lnTo>
                  <a:pt x="4643" y="1755"/>
                </a:lnTo>
                <a:lnTo>
                  <a:pt x="4643" y="1776"/>
                </a:lnTo>
                <a:lnTo>
                  <a:pt x="4664" y="1841"/>
                </a:lnTo>
                <a:lnTo>
                  <a:pt x="4750" y="1905"/>
                </a:lnTo>
                <a:lnTo>
                  <a:pt x="4878" y="1948"/>
                </a:lnTo>
                <a:lnTo>
                  <a:pt x="6654" y="1948"/>
                </a:lnTo>
                <a:lnTo>
                  <a:pt x="6783" y="1926"/>
                </a:lnTo>
                <a:lnTo>
                  <a:pt x="6847" y="1905"/>
                </a:lnTo>
                <a:lnTo>
                  <a:pt x="6890" y="1862"/>
                </a:lnTo>
                <a:lnTo>
                  <a:pt x="6911" y="1819"/>
                </a:lnTo>
                <a:lnTo>
                  <a:pt x="6890" y="1776"/>
                </a:lnTo>
                <a:lnTo>
                  <a:pt x="6868" y="1734"/>
                </a:lnTo>
                <a:lnTo>
                  <a:pt x="6825" y="1712"/>
                </a:lnTo>
                <a:lnTo>
                  <a:pt x="6654" y="1691"/>
                </a:lnTo>
                <a:lnTo>
                  <a:pt x="6483" y="1669"/>
                </a:lnTo>
                <a:lnTo>
                  <a:pt x="6119" y="1669"/>
                </a:lnTo>
                <a:lnTo>
                  <a:pt x="5413" y="1691"/>
                </a:lnTo>
                <a:lnTo>
                  <a:pt x="5071" y="1669"/>
                </a:lnTo>
                <a:lnTo>
                  <a:pt x="4900" y="1648"/>
                </a:lnTo>
                <a:close/>
                <a:moveTo>
                  <a:pt x="3038" y="2119"/>
                </a:moveTo>
                <a:lnTo>
                  <a:pt x="3209" y="2140"/>
                </a:lnTo>
                <a:lnTo>
                  <a:pt x="3381" y="2140"/>
                </a:lnTo>
                <a:lnTo>
                  <a:pt x="3488" y="2162"/>
                </a:lnTo>
                <a:lnTo>
                  <a:pt x="3509" y="2162"/>
                </a:lnTo>
                <a:lnTo>
                  <a:pt x="3509" y="2183"/>
                </a:lnTo>
                <a:lnTo>
                  <a:pt x="3466" y="2204"/>
                </a:lnTo>
                <a:lnTo>
                  <a:pt x="3423" y="2226"/>
                </a:lnTo>
                <a:lnTo>
                  <a:pt x="3338" y="2226"/>
                </a:lnTo>
                <a:lnTo>
                  <a:pt x="3145" y="2204"/>
                </a:lnTo>
                <a:lnTo>
                  <a:pt x="2931" y="2204"/>
                </a:lnTo>
                <a:lnTo>
                  <a:pt x="2824" y="2183"/>
                </a:lnTo>
                <a:lnTo>
                  <a:pt x="2824" y="2162"/>
                </a:lnTo>
                <a:lnTo>
                  <a:pt x="2846" y="2140"/>
                </a:lnTo>
                <a:lnTo>
                  <a:pt x="2953" y="2119"/>
                </a:lnTo>
                <a:close/>
                <a:moveTo>
                  <a:pt x="2525" y="2097"/>
                </a:moveTo>
                <a:lnTo>
                  <a:pt x="2589" y="2119"/>
                </a:lnTo>
                <a:lnTo>
                  <a:pt x="2653" y="2140"/>
                </a:lnTo>
                <a:lnTo>
                  <a:pt x="2653" y="2162"/>
                </a:lnTo>
                <a:lnTo>
                  <a:pt x="2653" y="2204"/>
                </a:lnTo>
                <a:lnTo>
                  <a:pt x="2610" y="2226"/>
                </a:lnTo>
                <a:lnTo>
                  <a:pt x="2546" y="2247"/>
                </a:lnTo>
                <a:lnTo>
                  <a:pt x="2418" y="2247"/>
                </a:lnTo>
                <a:lnTo>
                  <a:pt x="2354" y="2226"/>
                </a:lnTo>
                <a:lnTo>
                  <a:pt x="2332" y="2204"/>
                </a:lnTo>
                <a:lnTo>
                  <a:pt x="2375" y="2162"/>
                </a:lnTo>
                <a:lnTo>
                  <a:pt x="2461" y="2097"/>
                </a:lnTo>
                <a:close/>
                <a:moveTo>
                  <a:pt x="6312" y="2140"/>
                </a:moveTo>
                <a:lnTo>
                  <a:pt x="5969" y="2162"/>
                </a:lnTo>
                <a:lnTo>
                  <a:pt x="5627" y="2204"/>
                </a:lnTo>
                <a:lnTo>
                  <a:pt x="4707" y="2204"/>
                </a:lnTo>
                <a:lnTo>
                  <a:pt x="4600" y="2226"/>
                </a:lnTo>
                <a:lnTo>
                  <a:pt x="4536" y="2226"/>
                </a:lnTo>
                <a:lnTo>
                  <a:pt x="4515" y="2269"/>
                </a:lnTo>
                <a:lnTo>
                  <a:pt x="4493" y="2311"/>
                </a:lnTo>
                <a:lnTo>
                  <a:pt x="4515" y="2354"/>
                </a:lnTo>
                <a:lnTo>
                  <a:pt x="4557" y="2397"/>
                </a:lnTo>
                <a:lnTo>
                  <a:pt x="4600" y="2418"/>
                </a:lnTo>
                <a:lnTo>
                  <a:pt x="4964" y="2461"/>
                </a:lnTo>
                <a:lnTo>
                  <a:pt x="5328" y="2483"/>
                </a:lnTo>
                <a:lnTo>
                  <a:pt x="5691" y="2461"/>
                </a:lnTo>
                <a:lnTo>
                  <a:pt x="6055" y="2440"/>
                </a:lnTo>
                <a:lnTo>
                  <a:pt x="6376" y="2440"/>
                </a:lnTo>
                <a:lnTo>
                  <a:pt x="6547" y="2418"/>
                </a:lnTo>
                <a:lnTo>
                  <a:pt x="6697" y="2397"/>
                </a:lnTo>
                <a:lnTo>
                  <a:pt x="6783" y="2354"/>
                </a:lnTo>
                <a:lnTo>
                  <a:pt x="6825" y="2311"/>
                </a:lnTo>
                <a:lnTo>
                  <a:pt x="6825" y="2290"/>
                </a:lnTo>
                <a:lnTo>
                  <a:pt x="6825" y="2247"/>
                </a:lnTo>
                <a:lnTo>
                  <a:pt x="6804" y="2226"/>
                </a:lnTo>
                <a:lnTo>
                  <a:pt x="6761" y="2204"/>
                </a:lnTo>
                <a:lnTo>
                  <a:pt x="6633" y="2162"/>
                </a:lnTo>
                <a:lnTo>
                  <a:pt x="6483" y="2140"/>
                </a:lnTo>
                <a:close/>
                <a:moveTo>
                  <a:pt x="3316" y="1006"/>
                </a:moveTo>
                <a:lnTo>
                  <a:pt x="3081" y="1028"/>
                </a:lnTo>
                <a:lnTo>
                  <a:pt x="2396" y="1028"/>
                </a:lnTo>
                <a:lnTo>
                  <a:pt x="2289" y="1049"/>
                </a:lnTo>
                <a:lnTo>
                  <a:pt x="2225" y="1092"/>
                </a:lnTo>
                <a:lnTo>
                  <a:pt x="2161" y="1156"/>
                </a:lnTo>
                <a:lnTo>
                  <a:pt x="2118" y="1220"/>
                </a:lnTo>
                <a:lnTo>
                  <a:pt x="2097" y="1306"/>
                </a:lnTo>
                <a:lnTo>
                  <a:pt x="2075" y="1456"/>
                </a:lnTo>
                <a:lnTo>
                  <a:pt x="2075" y="1798"/>
                </a:lnTo>
                <a:lnTo>
                  <a:pt x="2075" y="1948"/>
                </a:lnTo>
                <a:lnTo>
                  <a:pt x="2054" y="2162"/>
                </a:lnTo>
                <a:lnTo>
                  <a:pt x="2075" y="2247"/>
                </a:lnTo>
                <a:lnTo>
                  <a:pt x="2097" y="2333"/>
                </a:lnTo>
                <a:lnTo>
                  <a:pt x="2140" y="2418"/>
                </a:lnTo>
                <a:lnTo>
                  <a:pt x="2182" y="2461"/>
                </a:lnTo>
                <a:lnTo>
                  <a:pt x="2268" y="2483"/>
                </a:lnTo>
                <a:lnTo>
                  <a:pt x="2354" y="2504"/>
                </a:lnTo>
                <a:lnTo>
                  <a:pt x="2568" y="2504"/>
                </a:lnTo>
                <a:lnTo>
                  <a:pt x="2953" y="2461"/>
                </a:lnTo>
                <a:lnTo>
                  <a:pt x="3231" y="2461"/>
                </a:lnTo>
                <a:lnTo>
                  <a:pt x="3488" y="2483"/>
                </a:lnTo>
                <a:lnTo>
                  <a:pt x="3616" y="2504"/>
                </a:lnTo>
                <a:lnTo>
                  <a:pt x="3702" y="2525"/>
                </a:lnTo>
                <a:lnTo>
                  <a:pt x="3766" y="2504"/>
                </a:lnTo>
                <a:lnTo>
                  <a:pt x="3851" y="2440"/>
                </a:lnTo>
                <a:lnTo>
                  <a:pt x="3894" y="2333"/>
                </a:lnTo>
                <a:lnTo>
                  <a:pt x="3916" y="2226"/>
                </a:lnTo>
                <a:lnTo>
                  <a:pt x="3916" y="2119"/>
                </a:lnTo>
                <a:lnTo>
                  <a:pt x="3894" y="1883"/>
                </a:lnTo>
                <a:lnTo>
                  <a:pt x="3894" y="1669"/>
                </a:lnTo>
                <a:lnTo>
                  <a:pt x="3916" y="1498"/>
                </a:lnTo>
                <a:lnTo>
                  <a:pt x="3937" y="1306"/>
                </a:lnTo>
                <a:lnTo>
                  <a:pt x="3916" y="1220"/>
                </a:lnTo>
                <a:lnTo>
                  <a:pt x="3894" y="1135"/>
                </a:lnTo>
                <a:lnTo>
                  <a:pt x="3830" y="1070"/>
                </a:lnTo>
                <a:lnTo>
                  <a:pt x="3766" y="1028"/>
                </a:lnTo>
                <a:lnTo>
                  <a:pt x="3659" y="1006"/>
                </a:lnTo>
                <a:close/>
                <a:moveTo>
                  <a:pt x="2268" y="2889"/>
                </a:moveTo>
                <a:lnTo>
                  <a:pt x="2182" y="2910"/>
                </a:lnTo>
                <a:lnTo>
                  <a:pt x="2097" y="2953"/>
                </a:lnTo>
                <a:lnTo>
                  <a:pt x="2075" y="2975"/>
                </a:lnTo>
                <a:lnTo>
                  <a:pt x="2054" y="3017"/>
                </a:lnTo>
                <a:lnTo>
                  <a:pt x="2075" y="3039"/>
                </a:lnTo>
                <a:lnTo>
                  <a:pt x="2140" y="3060"/>
                </a:lnTo>
                <a:lnTo>
                  <a:pt x="2247" y="3103"/>
                </a:lnTo>
                <a:lnTo>
                  <a:pt x="2375" y="3124"/>
                </a:lnTo>
                <a:lnTo>
                  <a:pt x="2653" y="3146"/>
                </a:lnTo>
                <a:lnTo>
                  <a:pt x="3359" y="3146"/>
                </a:lnTo>
                <a:lnTo>
                  <a:pt x="3637" y="3124"/>
                </a:lnTo>
                <a:lnTo>
                  <a:pt x="3766" y="3103"/>
                </a:lnTo>
                <a:lnTo>
                  <a:pt x="3851" y="3060"/>
                </a:lnTo>
                <a:lnTo>
                  <a:pt x="3851" y="3039"/>
                </a:lnTo>
                <a:lnTo>
                  <a:pt x="3851" y="3017"/>
                </a:lnTo>
                <a:lnTo>
                  <a:pt x="3830" y="2975"/>
                </a:lnTo>
                <a:lnTo>
                  <a:pt x="3787" y="2932"/>
                </a:lnTo>
                <a:lnTo>
                  <a:pt x="3702" y="2910"/>
                </a:lnTo>
                <a:lnTo>
                  <a:pt x="3595" y="2910"/>
                </a:lnTo>
                <a:lnTo>
                  <a:pt x="3381" y="2932"/>
                </a:lnTo>
                <a:lnTo>
                  <a:pt x="2824" y="2889"/>
                </a:lnTo>
                <a:close/>
                <a:moveTo>
                  <a:pt x="6141" y="3060"/>
                </a:moveTo>
                <a:lnTo>
                  <a:pt x="6183" y="3082"/>
                </a:lnTo>
                <a:lnTo>
                  <a:pt x="6205" y="3103"/>
                </a:lnTo>
                <a:lnTo>
                  <a:pt x="6076" y="3210"/>
                </a:lnTo>
                <a:lnTo>
                  <a:pt x="5969" y="3317"/>
                </a:lnTo>
                <a:lnTo>
                  <a:pt x="5969" y="3231"/>
                </a:lnTo>
                <a:lnTo>
                  <a:pt x="5991" y="3146"/>
                </a:lnTo>
                <a:lnTo>
                  <a:pt x="6034" y="3103"/>
                </a:lnTo>
                <a:lnTo>
                  <a:pt x="6055" y="3082"/>
                </a:lnTo>
                <a:lnTo>
                  <a:pt x="6141" y="3060"/>
                </a:lnTo>
                <a:close/>
                <a:moveTo>
                  <a:pt x="5007" y="3039"/>
                </a:moveTo>
                <a:lnTo>
                  <a:pt x="5049" y="3060"/>
                </a:lnTo>
                <a:lnTo>
                  <a:pt x="5049" y="3103"/>
                </a:lnTo>
                <a:lnTo>
                  <a:pt x="5007" y="3231"/>
                </a:lnTo>
                <a:lnTo>
                  <a:pt x="4964" y="3317"/>
                </a:lnTo>
                <a:lnTo>
                  <a:pt x="4921" y="3360"/>
                </a:lnTo>
                <a:lnTo>
                  <a:pt x="4900" y="3317"/>
                </a:lnTo>
                <a:lnTo>
                  <a:pt x="4900" y="3210"/>
                </a:lnTo>
                <a:lnTo>
                  <a:pt x="4900" y="3103"/>
                </a:lnTo>
                <a:lnTo>
                  <a:pt x="4900" y="3060"/>
                </a:lnTo>
                <a:lnTo>
                  <a:pt x="4921" y="3060"/>
                </a:lnTo>
                <a:lnTo>
                  <a:pt x="4964" y="3039"/>
                </a:lnTo>
                <a:close/>
                <a:moveTo>
                  <a:pt x="5370" y="3017"/>
                </a:moveTo>
                <a:lnTo>
                  <a:pt x="5435" y="3039"/>
                </a:lnTo>
                <a:lnTo>
                  <a:pt x="5435" y="3082"/>
                </a:lnTo>
                <a:lnTo>
                  <a:pt x="5435" y="3124"/>
                </a:lnTo>
                <a:lnTo>
                  <a:pt x="5328" y="3231"/>
                </a:lnTo>
                <a:lnTo>
                  <a:pt x="5221" y="3360"/>
                </a:lnTo>
                <a:lnTo>
                  <a:pt x="5135" y="3445"/>
                </a:lnTo>
                <a:lnTo>
                  <a:pt x="5135" y="3403"/>
                </a:lnTo>
                <a:lnTo>
                  <a:pt x="5156" y="3403"/>
                </a:lnTo>
                <a:lnTo>
                  <a:pt x="5178" y="3317"/>
                </a:lnTo>
                <a:lnTo>
                  <a:pt x="5242" y="3146"/>
                </a:lnTo>
                <a:lnTo>
                  <a:pt x="5285" y="3082"/>
                </a:lnTo>
                <a:lnTo>
                  <a:pt x="5328" y="3039"/>
                </a:lnTo>
                <a:lnTo>
                  <a:pt x="5370" y="3017"/>
                </a:lnTo>
                <a:close/>
                <a:moveTo>
                  <a:pt x="3680" y="3317"/>
                </a:moveTo>
                <a:lnTo>
                  <a:pt x="3488" y="3338"/>
                </a:lnTo>
                <a:lnTo>
                  <a:pt x="2910" y="3360"/>
                </a:lnTo>
                <a:lnTo>
                  <a:pt x="2696" y="3360"/>
                </a:lnTo>
                <a:lnTo>
                  <a:pt x="2396" y="3381"/>
                </a:lnTo>
                <a:lnTo>
                  <a:pt x="2247" y="3403"/>
                </a:lnTo>
                <a:lnTo>
                  <a:pt x="2140" y="3445"/>
                </a:lnTo>
                <a:lnTo>
                  <a:pt x="2118" y="3467"/>
                </a:lnTo>
                <a:lnTo>
                  <a:pt x="2097" y="3488"/>
                </a:lnTo>
                <a:lnTo>
                  <a:pt x="2097" y="3531"/>
                </a:lnTo>
                <a:lnTo>
                  <a:pt x="2118" y="3574"/>
                </a:lnTo>
                <a:lnTo>
                  <a:pt x="2161" y="3595"/>
                </a:lnTo>
                <a:lnTo>
                  <a:pt x="2225" y="3617"/>
                </a:lnTo>
                <a:lnTo>
                  <a:pt x="2653" y="3617"/>
                </a:lnTo>
                <a:lnTo>
                  <a:pt x="3231" y="3595"/>
                </a:lnTo>
                <a:lnTo>
                  <a:pt x="3402" y="3595"/>
                </a:lnTo>
                <a:lnTo>
                  <a:pt x="3702" y="3552"/>
                </a:lnTo>
                <a:lnTo>
                  <a:pt x="3830" y="3510"/>
                </a:lnTo>
                <a:lnTo>
                  <a:pt x="3916" y="3467"/>
                </a:lnTo>
                <a:lnTo>
                  <a:pt x="3937" y="3445"/>
                </a:lnTo>
                <a:lnTo>
                  <a:pt x="3937" y="3403"/>
                </a:lnTo>
                <a:lnTo>
                  <a:pt x="3916" y="3381"/>
                </a:lnTo>
                <a:lnTo>
                  <a:pt x="3873" y="3338"/>
                </a:lnTo>
                <a:lnTo>
                  <a:pt x="3787" y="3317"/>
                </a:lnTo>
                <a:close/>
                <a:moveTo>
                  <a:pt x="6462" y="3017"/>
                </a:moveTo>
                <a:lnTo>
                  <a:pt x="6504" y="3039"/>
                </a:lnTo>
                <a:lnTo>
                  <a:pt x="6526" y="3082"/>
                </a:lnTo>
                <a:lnTo>
                  <a:pt x="6526" y="3146"/>
                </a:lnTo>
                <a:lnTo>
                  <a:pt x="6526" y="3274"/>
                </a:lnTo>
                <a:lnTo>
                  <a:pt x="6504" y="3360"/>
                </a:lnTo>
                <a:lnTo>
                  <a:pt x="6483" y="3445"/>
                </a:lnTo>
                <a:lnTo>
                  <a:pt x="6462" y="3531"/>
                </a:lnTo>
                <a:lnTo>
                  <a:pt x="6419" y="3595"/>
                </a:lnTo>
                <a:lnTo>
                  <a:pt x="6355" y="3638"/>
                </a:lnTo>
                <a:lnTo>
                  <a:pt x="6312" y="3681"/>
                </a:lnTo>
                <a:lnTo>
                  <a:pt x="6290" y="3681"/>
                </a:lnTo>
                <a:lnTo>
                  <a:pt x="6269" y="3617"/>
                </a:lnTo>
                <a:lnTo>
                  <a:pt x="6290" y="3531"/>
                </a:lnTo>
                <a:lnTo>
                  <a:pt x="6333" y="3424"/>
                </a:lnTo>
                <a:lnTo>
                  <a:pt x="6376" y="3317"/>
                </a:lnTo>
                <a:lnTo>
                  <a:pt x="6419" y="3060"/>
                </a:lnTo>
                <a:lnTo>
                  <a:pt x="6462" y="3017"/>
                </a:lnTo>
                <a:close/>
                <a:moveTo>
                  <a:pt x="5456" y="3274"/>
                </a:moveTo>
                <a:lnTo>
                  <a:pt x="5435" y="3360"/>
                </a:lnTo>
                <a:lnTo>
                  <a:pt x="5413" y="3424"/>
                </a:lnTo>
                <a:lnTo>
                  <a:pt x="5370" y="3510"/>
                </a:lnTo>
                <a:lnTo>
                  <a:pt x="5370" y="3595"/>
                </a:lnTo>
                <a:lnTo>
                  <a:pt x="5370" y="3659"/>
                </a:lnTo>
                <a:lnTo>
                  <a:pt x="5413" y="3723"/>
                </a:lnTo>
                <a:lnTo>
                  <a:pt x="5499" y="3745"/>
                </a:lnTo>
                <a:lnTo>
                  <a:pt x="5563" y="3702"/>
                </a:lnTo>
                <a:lnTo>
                  <a:pt x="5649" y="3766"/>
                </a:lnTo>
                <a:lnTo>
                  <a:pt x="5691" y="3809"/>
                </a:lnTo>
                <a:lnTo>
                  <a:pt x="5734" y="3852"/>
                </a:lnTo>
                <a:lnTo>
                  <a:pt x="5863" y="3809"/>
                </a:lnTo>
                <a:lnTo>
                  <a:pt x="5927" y="3809"/>
                </a:lnTo>
                <a:lnTo>
                  <a:pt x="5927" y="3830"/>
                </a:lnTo>
                <a:lnTo>
                  <a:pt x="5863" y="3873"/>
                </a:lnTo>
                <a:lnTo>
                  <a:pt x="5777" y="3895"/>
                </a:lnTo>
                <a:lnTo>
                  <a:pt x="5542" y="3937"/>
                </a:lnTo>
                <a:lnTo>
                  <a:pt x="5199" y="3937"/>
                </a:lnTo>
                <a:lnTo>
                  <a:pt x="5156" y="3916"/>
                </a:lnTo>
                <a:lnTo>
                  <a:pt x="5156" y="3852"/>
                </a:lnTo>
                <a:lnTo>
                  <a:pt x="5156" y="3788"/>
                </a:lnTo>
                <a:lnTo>
                  <a:pt x="5242" y="3574"/>
                </a:lnTo>
                <a:lnTo>
                  <a:pt x="5349" y="3381"/>
                </a:lnTo>
                <a:lnTo>
                  <a:pt x="5392" y="3317"/>
                </a:lnTo>
                <a:lnTo>
                  <a:pt x="5456" y="3274"/>
                </a:lnTo>
                <a:close/>
                <a:moveTo>
                  <a:pt x="3466" y="3809"/>
                </a:moveTo>
                <a:lnTo>
                  <a:pt x="3167" y="3830"/>
                </a:lnTo>
                <a:lnTo>
                  <a:pt x="2568" y="3852"/>
                </a:lnTo>
                <a:lnTo>
                  <a:pt x="2332" y="3852"/>
                </a:lnTo>
                <a:lnTo>
                  <a:pt x="2204" y="3873"/>
                </a:lnTo>
                <a:lnTo>
                  <a:pt x="2161" y="3895"/>
                </a:lnTo>
                <a:lnTo>
                  <a:pt x="2118" y="3916"/>
                </a:lnTo>
                <a:lnTo>
                  <a:pt x="2097" y="3980"/>
                </a:lnTo>
                <a:lnTo>
                  <a:pt x="2118" y="4023"/>
                </a:lnTo>
                <a:lnTo>
                  <a:pt x="2140" y="4066"/>
                </a:lnTo>
                <a:lnTo>
                  <a:pt x="2204" y="4087"/>
                </a:lnTo>
                <a:lnTo>
                  <a:pt x="2311" y="4109"/>
                </a:lnTo>
                <a:lnTo>
                  <a:pt x="2910" y="4109"/>
                </a:lnTo>
                <a:lnTo>
                  <a:pt x="3423" y="4087"/>
                </a:lnTo>
                <a:lnTo>
                  <a:pt x="3787" y="4087"/>
                </a:lnTo>
                <a:lnTo>
                  <a:pt x="3894" y="4044"/>
                </a:lnTo>
                <a:lnTo>
                  <a:pt x="3958" y="4002"/>
                </a:lnTo>
                <a:lnTo>
                  <a:pt x="3980" y="3959"/>
                </a:lnTo>
                <a:lnTo>
                  <a:pt x="3980" y="3916"/>
                </a:lnTo>
                <a:lnTo>
                  <a:pt x="3958" y="3873"/>
                </a:lnTo>
                <a:lnTo>
                  <a:pt x="3873" y="3830"/>
                </a:lnTo>
                <a:lnTo>
                  <a:pt x="3744" y="3809"/>
                </a:lnTo>
                <a:close/>
                <a:moveTo>
                  <a:pt x="5156" y="2761"/>
                </a:moveTo>
                <a:lnTo>
                  <a:pt x="4900" y="2782"/>
                </a:lnTo>
                <a:lnTo>
                  <a:pt x="4793" y="2825"/>
                </a:lnTo>
                <a:lnTo>
                  <a:pt x="4729" y="2868"/>
                </a:lnTo>
                <a:lnTo>
                  <a:pt x="4686" y="2910"/>
                </a:lnTo>
                <a:lnTo>
                  <a:pt x="4664" y="2953"/>
                </a:lnTo>
                <a:lnTo>
                  <a:pt x="4643" y="3082"/>
                </a:lnTo>
                <a:lnTo>
                  <a:pt x="4664" y="3338"/>
                </a:lnTo>
                <a:lnTo>
                  <a:pt x="4643" y="3595"/>
                </a:lnTo>
                <a:lnTo>
                  <a:pt x="4622" y="3745"/>
                </a:lnTo>
                <a:lnTo>
                  <a:pt x="4643" y="3852"/>
                </a:lnTo>
                <a:lnTo>
                  <a:pt x="4750" y="4023"/>
                </a:lnTo>
                <a:lnTo>
                  <a:pt x="4814" y="4087"/>
                </a:lnTo>
                <a:lnTo>
                  <a:pt x="4878" y="4130"/>
                </a:lnTo>
                <a:lnTo>
                  <a:pt x="4964" y="4173"/>
                </a:lnTo>
                <a:lnTo>
                  <a:pt x="5049" y="4173"/>
                </a:lnTo>
                <a:lnTo>
                  <a:pt x="5242" y="4194"/>
                </a:lnTo>
                <a:lnTo>
                  <a:pt x="5627" y="4151"/>
                </a:lnTo>
                <a:lnTo>
                  <a:pt x="6119" y="4130"/>
                </a:lnTo>
                <a:lnTo>
                  <a:pt x="6504" y="4130"/>
                </a:lnTo>
                <a:lnTo>
                  <a:pt x="6569" y="4109"/>
                </a:lnTo>
                <a:lnTo>
                  <a:pt x="6611" y="4087"/>
                </a:lnTo>
                <a:lnTo>
                  <a:pt x="6676" y="4023"/>
                </a:lnTo>
                <a:lnTo>
                  <a:pt x="6740" y="3937"/>
                </a:lnTo>
                <a:lnTo>
                  <a:pt x="6761" y="3830"/>
                </a:lnTo>
                <a:lnTo>
                  <a:pt x="6761" y="3702"/>
                </a:lnTo>
                <a:lnTo>
                  <a:pt x="6761" y="3467"/>
                </a:lnTo>
                <a:lnTo>
                  <a:pt x="6761" y="3274"/>
                </a:lnTo>
                <a:lnTo>
                  <a:pt x="6783" y="3082"/>
                </a:lnTo>
                <a:lnTo>
                  <a:pt x="6804" y="2932"/>
                </a:lnTo>
                <a:lnTo>
                  <a:pt x="6783" y="2868"/>
                </a:lnTo>
                <a:lnTo>
                  <a:pt x="6740" y="2825"/>
                </a:lnTo>
                <a:lnTo>
                  <a:pt x="6676" y="2782"/>
                </a:lnTo>
                <a:lnTo>
                  <a:pt x="5606" y="2782"/>
                </a:lnTo>
                <a:lnTo>
                  <a:pt x="5156" y="2761"/>
                </a:lnTo>
                <a:close/>
                <a:moveTo>
                  <a:pt x="7018" y="407"/>
                </a:moveTo>
                <a:lnTo>
                  <a:pt x="7253" y="450"/>
                </a:lnTo>
                <a:lnTo>
                  <a:pt x="7360" y="493"/>
                </a:lnTo>
                <a:lnTo>
                  <a:pt x="7446" y="557"/>
                </a:lnTo>
                <a:lnTo>
                  <a:pt x="7531" y="621"/>
                </a:lnTo>
                <a:lnTo>
                  <a:pt x="7617" y="685"/>
                </a:lnTo>
                <a:lnTo>
                  <a:pt x="7681" y="771"/>
                </a:lnTo>
                <a:lnTo>
                  <a:pt x="7724" y="856"/>
                </a:lnTo>
                <a:lnTo>
                  <a:pt x="7767" y="1049"/>
                </a:lnTo>
                <a:lnTo>
                  <a:pt x="7788" y="1263"/>
                </a:lnTo>
                <a:lnTo>
                  <a:pt x="7788" y="1456"/>
                </a:lnTo>
                <a:lnTo>
                  <a:pt x="7788" y="2504"/>
                </a:lnTo>
                <a:lnTo>
                  <a:pt x="7788" y="2932"/>
                </a:lnTo>
                <a:lnTo>
                  <a:pt x="7810" y="3403"/>
                </a:lnTo>
                <a:lnTo>
                  <a:pt x="7788" y="3638"/>
                </a:lnTo>
                <a:lnTo>
                  <a:pt x="7767" y="3852"/>
                </a:lnTo>
                <a:lnTo>
                  <a:pt x="7703" y="4066"/>
                </a:lnTo>
                <a:lnTo>
                  <a:pt x="7617" y="4258"/>
                </a:lnTo>
                <a:lnTo>
                  <a:pt x="7531" y="4365"/>
                </a:lnTo>
                <a:lnTo>
                  <a:pt x="7467" y="4430"/>
                </a:lnTo>
                <a:lnTo>
                  <a:pt x="7360" y="4515"/>
                </a:lnTo>
                <a:lnTo>
                  <a:pt x="7275" y="4558"/>
                </a:lnTo>
                <a:lnTo>
                  <a:pt x="7082" y="4622"/>
                </a:lnTo>
                <a:lnTo>
                  <a:pt x="6868" y="4665"/>
                </a:lnTo>
                <a:lnTo>
                  <a:pt x="6397" y="4665"/>
                </a:lnTo>
                <a:lnTo>
                  <a:pt x="5948" y="4622"/>
                </a:lnTo>
                <a:lnTo>
                  <a:pt x="4942" y="4579"/>
                </a:lnTo>
                <a:lnTo>
                  <a:pt x="3958" y="4537"/>
                </a:lnTo>
                <a:lnTo>
                  <a:pt x="3338" y="4494"/>
                </a:lnTo>
                <a:lnTo>
                  <a:pt x="3017" y="4494"/>
                </a:lnTo>
                <a:lnTo>
                  <a:pt x="2717" y="4515"/>
                </a:lnTo>
                <a:lnTo>
                  <a:pt x="2439" y="4537"/>
                </a:lnTo>
                <a:lnTo>
                  <a:pt x="2161" y="4537"/>
                </a:lnTo>
                <a:lnTo>
                  <a:pt x="1883" y="4515"/>
                </a:lnTo>
                <a:lnTo>
                  <a:pt x="1755" y="4494"/>
                </a:lnTo>
                <a:lnTo>
                  <a:pt x="1626" y="4451"/>
                </a:lnTo>
                <a:lnTo>
                  <a:pt x="1498" y="4387"/>
                </a:lnTo>
                <a:lnTo>
                  <a:pt x="1412" y="4301"/>
                </a:lnTo>
                <a:lnTo>
                  <a:pt x="1348" y="4194"/>
                </a:lnTo>
                <a:lnTo>
                  <a:pt x="1305" y="4066"/>
                </a:lnTo>
                <a:lnTo>
                  <a:pt x="1305" y="3916"/>
                </a:lnTo>
                <a:lnTo>
                  <a:pt x="1305" y="3788"/>
                </a:lnTo>
                <a:lnTo>
                  <a:pt x="1305" y="3510"/>
                </a:lnTo>
                <a:lnTo>
                  <a:pt x="1305" y="2910"/>
                </a:lnTo>
                <a:lnTo>
                  <a:pt x="1327" y="2333"/>
                </a:lnTo>
                <a:lnTo>
                  <a:pt x="1305" y="1905"/>
                </a:lnTo>
                <a:lnTo>
                  <a:pt x="1305" y="1648"/>
                </a:lnTo>
                <a:lnTo>
                  <a:pt x="1327" y="1370"/>
                </a:lnTo>
                <a:lnTo>
                  <a:pt x="1348" y="1113"/>
                </a:lnTo>
                <a:lnTo>
                  <a:pt x="1434" y="899"/>
                </a:lnTo>
                <a:lnTo>
                  <a:pt x="1476" y="792"/>
                </a:lnTo>
                <a:lnTo>
                  <a:pt x="1519" y="707"/>
                </a:lnTo>
                <a:lnTo>
                  <a:pt x="1605" y="664"/>
                </a:lnTo>
                <a:lnTo>
                  <a:pt x="1690" y="621"/>
                </a:lnTo>
                <a:lnTo>
                  <a:pt x="1926" y="536"/>
                </a:lnTo>
                <a:lnTo>
                  <a:pt x="2161" y="514"/>
                </a:lnTo>
                <a:lnTo>
                  <a:pt x="2418" y="493"/>
                </a:lnTo>
                <a:lnTo>
                  <a:pt x="3680" y="493"/>
                </a:lnTo>
                <a:lnTo>
                  <a:pt x="4750" y="471"/>
                </a:lnTo>
                <a:lnTo>
                  <a:pt x="5820" y="450"/>
                </a:lnTo>
                <a:lnTo>
                  <a:pt x="6269" y="429"/>
                </a:lnTo>
                <a:lnTo>
                  <a:pt x="6526" y="407"/>
                </a:lnTo>
                <a:close/>
                <a:moveTo>
                  <a:pt x="4343" y="1"/>
                </a:moveTo>
                <a:lnTo>
                  <a:pt x="3766" y="22"/>
                </a:lnTo>
                <a:lnTo>
                  <a:pt x="3167" y="43"/>
                </a:lnTo>
                <a:lnTo>
                  <a:pt x="1968" y="108"/>
                </a:lnTo>
                <a:lnTo>
                  <a:pt x="1712" y="108"/>
                </a:lnTo>
                <a:lnTo>
                  <a:pt x="1476" y="129"/>
                </a:lnTo>
                <a:lnTo>
                  <a:pt x="1348" y="172"/>
                </a:lnTo>
                <a:lnTo>
                  <a:pt x="1241" y="215"/>
                </a:lnTo>
                <a:lnTo>
                  <a:pt x="1134" y="279"/>
                </a:lnTo>
                <a:lnTo>
                  <a:pt x="1048" y="386"/>
                </a:lnTo>
                <a:lnTo>
                  <a:pt x="963" y="493"/>
                </a:lnTo>
                <a:lnTo>
                  <a:pt x="920" y="621"/>
                </a:lnTo>
                <a:lnTo>
                  <a:pt x="877" y="749"/>
                </a:lnTo>
                <a:lnTo>
                  <a:pt x="856" y="899"/>
                </a:lnTo>
                <a:lnTo>
                  <a:pt x="856" y="1199"/>
                </a:lnTo>
                <a:lnTo>
                  <a:pt x="835" y="1477"/>
                </a:lnTo>
                <a:lnTo>
                  <a:pt x="813" y="2183"/>
                </a:lnTo>
                <a:lnTo>
                  <a:pt x="813" y="2910"/>
                </a:lnTo>
                <a:lnTo>
                  <a:pt x="835" y="3659"/>
                </a:lnTo>
                <a:lnTo>
                  <a:pt x="899" y="4365"/>
                </a:lnTo>
                <a:lnTo>
                  <a:pt x="920" y="4494"/>
                </a:lnTo>
                <a:lnTo>
                  <a:pt x="963" y="4601"/>
                </a:lnTo>
                <a:lnTo>
                  <a:pt x="1027" y="4708"/>
                </a:lnTo>
                <a:lnTo>
                  <a:pt x="1113" y="4772"/>
                </a:lnTo>
                <a:lnTo>
                  <a:pt x="1198" y="4836"/>
                </a:lnTo>
                <a:lnTo>
                  <a:pt x="1305" y="4900"/>
                </a:lnTo>
                <a:lnTo>
                  <a:pt x="1412" y="4922"/>
                </a:lnTo>
                <a:lnTo>
                  <a:pt x="1541" y="4964"/>
                </a:lnTo>
                <a:lnTo>
                  <a:pt x="1776" y="4986"/>
                </a:lnTo>
                <a:lnTo>
                  <a:pt x="2033" y="4986"/>
                </a:lnTo>
                <a:lnTo>
                  <a:pt x="2503" y="4943"/>
                </a:lnTo>
                <a:lnTo>
                  <a:pt x="2782" y="4922"/>
                </a:lnTo>
                <a:lnTo>
                  <a:pt x="3081" y="4922"/>
                </a:lnTo>
                <a:lnTo>
                  <a:pt x="3659" y="4943"/>
                </a:lnTo>
                <a:lnTo>
                  <a:pt x="4793" y="5007"/>
                </a:lnTo>
                <a:lnTo>
                  <a:pt x="5392" y="5029"/>
                </a:lnTo>
                <a:lnTo>
                  <a:pt x="5991" y="5050"/>
                </a:lnTo>
                <a:lnTo>
                  <a:pt x="6633" y="5114"/>
                </a:lnTo>
                <a:lnTo>
                  <a:pt x="6954" y="5114"/>
                </a:lnTo>
                <a:lnTo>
                  <a:pt x="7125" y="5093"/>
                </a:lnTo>
                <a:lnTo>
                  <a:pt x="7275" y="5071"/>
                </a:lnTo>
                <a:lnTo>
                  <a:pt x="7424" y="5029"/>
                </a:lnTo>
                <a:lnTo>
                  <a:pt x="7553" y="4964"/>
                </a:lnTo>
                <a:lnTo>
                  <a:pt x="7660" y="4922"/>
                </a:lnTo>
                <a:lnTo>
                  <a:pt x="7767" y="4836"/>
                </a:lnTo>
                <a:lnTo>
                  <a:pt x="7852" y="4750"/>
                </a:lnTo>
                <a:lnTo>
                  <a:pt x="7917" y="4665"/>
                </a:lnTo>
                <a:lnTo>
                  <a:pt x="7981" y="4558"/>
                </a:lnTo>
                <a:lnTo>
                  <a:pt x="8045" y="4451"/>
                </a:lnTo>
                <a:lnTo>
                  <a:pt x="8130" y="4237"/>
                </a:lnTo>
                <a:lnTo>
                  <a:pt x="8173" y="3980"/>
                </a:lnTo>
                <a:lnTo>
                  <a:pt x="8195" y="3723"/>
                </a:lnTo>
                <a:lnTo>
                  <a:pt x="8195" y="3445"/>
                </a:lnTo>
                <a:lnTo>
                  <a:pt x="8216" y="2354"/>
                </a:lnTo>
                <a:lnTo>
                  <a:pt x="8216" y="1798"/>
                </a:lnTo>
                <a:lnTo>
                  <a:pt x="8216" y="1242"/>
                </a:lnTo>
                <a:lnTo>
                  <a:pt x="8195" y="985"/>
                </a:lnTo>
                <a:lnTo>
                  <a:pt x="8152" y="728"/>
                </a:lnTo>
                <a:lnTo>
                  <a:pt x="8109" y="578"/>
                </a:lnTo>
                <a:lnTo>
                  <a:pt x="8066" y="450"/>
                </a:lnTo>
                <a:lnTo>
                  <a:pt x="8002" y="343"/>
                </a:lnTo>
                <a:lnTo>
                  <a:pt x="7917" y="236"/>
                </a:lnTo>
                <a:lnTo>
                  <a:pt x="7810" y="150"/>
                </a:lnTo>
                <a:lnTo>
                  <a:pt x="7703" y="86"/>
                </a:lnTo>
                <a:lnTo>
                  <a:pt x="7596" y="43"/>
                </a:lnTo>
                <a:lnTo>
                  <a:pt x="7467" y="22"/>
                </a:lnTo>
                <a:lnTo>
                  <a:pt x="7189" y="1"/>
                </a:lnTo>
                <a:lnTo>
                  <a:pt x="6932" y="1"/>
                </a:lnTo>
                <a:lnTo>
                  <a:pt x="6312" y="22"/>
                </a:lnTo>
                <a:lnTo>
                  <a:pt x="5670" y="43"/>
                </a:lnTo>
                <a:lnTo>
                  <a:pt x="5349" y="43"/>
                </a:lnTo>
                <a:lnTo>
                  <a:pt x="5007" y="22"/>
                </a:lnTo>
                <a:lnTo>
                  <a:pt x="4686" y="1"/>
                </a:lnTo>
                <a:close/>
                <a:moveTo>
                  <a:pt x="4942" y="6526"/>
                </a:moveTo>
                <a:lnTo>
                  <a:pt x="4985" y="6548"/>
                </a:lnTo>
                <a:lnTo>
                  <a:pt x="5028" y="6591"/>
                </a:lnTo>
                <a:lnTo>
                  <a:pt x="5049" y="6655"/>
                </a:lnTo>
                <a:lnTo>
                  <a:pt x="5049" y="6740"/>
                </a:lnTo>
                <a:lnTo>
                  <a:pt x="5028" y="6804"/>
                </a:lnTo>
                <a:lnTo>
                  <a:pt x="5007" y="6826"/>
                </a:lnTo>
                <a:lnTo>
                  <a:pt x="4729" y="6826"/>
                </a:lnTo>
                <a:lnTo>
                  <a:pt x="4472" y="6804"/>
                </a:lnTo>
                <a:lnTo>
                  <a:pt x="3980" y="6783"/>
                </a:lnTo>
                <a:lnTo>
                  <a:pt x="3916" y="6762"/>
                </a:lnTo>
                <a:lnTo>
                  <a:pt x="3851" y="6740"/>
                </a:lnTo>
                <a:lnTo>
                  <a:pt x="3809" y="6719"/>
                </a:lnTo>
                <a:lnTo>
                  <a:pt x="3787" y="6697"/>
                </a:lnTo>
                <a:lnTo>
                  <a:pt x="3787" y="6655"/>
                </a:lnTo>
                <a:lnTo>
                  <a:pt x="3809" y="6612"/>
                </a:lnTo>
                <a:lnTo>
                  <a:pt x="3873" y="6591"/>
                </a:lnTo>
                <a:lnTo>
                  <a:pt x="3937" y="6548"/>
                </a:lnTo>
                <a:lnTo>
                  <a:pt x="4108" y="6526"/>
                </a:lnTo>
                <a:close/>
                <a:moveTo>
                  <a:pt x="3980" y="6141"/>
                </a:moveTo>
                <a:lnTo>
                  <a:pt x="3809" y="6184"/>
                </a:lnTo>
                <a:lnTo>
                  <a:pt x="3637" y="6227"/>
                </a:lnTo>
                <a:lnTo>
                  <a:pt x="3573" y="6270"/>
                </a:lnTo>
                <a:lnTo>
                  <a:pt x="3530" y="6312"/>
                </a:lnTo>
                <a:lnTo>
                  <a:pt x="3445" y="6441"/>
                </a:lnTo>
                <a:lnTo>
                  <a:pt x="3402" y="6612"/>
                </a:lnTo>
                <a:lnTo>
                  <a:pt x="3402" y="6783"/>
                </a:lnTo>
                <a:lnTo>
                  <a:pt x="3423" y="6847"/>
                </a:lnTo>
                <a:lnTo>
                  <a:pt x="3445" y="6911"/>
                </a:lnTo>
                <a:lnTo>
                  <a:pt x="3488" y="6976"/>
                </a:lnTo>
                <a:lnTo>
                  <a:pt x="3552" y="7018"/>
                </a:lnTo>
                <a:lnTo>
                  <a:pt x="3680" y="7061"/>
                </a:lnTo>
                <a:lnTo>
                  <a:pt x="3851" y="7083"/>
                </a:lnTo>
                <a:lnTo>
                  <a:pt x="4044" y="7104"/>
                </a:lnTo>
                <a:lnTo>
                  <a:pt x="4408" y="7061"/>
                </a:lnTo>
                <a:lnTo>
                  <a:pt x="4707" y="7040"/>
                </a:lnTo>
                <a:lnTo>
                  <a:pt x="5049" y="7061"/>
                </a:lnTo>
                <a:lnTo>
                  <a:pt x="5221" y="7040"/>
                </a:lnTo>
                <a:lnTo>
                  <a:pt x="5306" y="7018"/>
                </a:lnTo>
                <a:lnTo>
                  <a:pt x="5349" y="6976"/>
                </a:lnTo>
                <a:lnTo>
                  <a:pt x="5392" y="6911"/>
                </a:lnTo>
                <a:lnTo>
                  <a:pt x="5392" y="6847"/>
                </a:lnTo>
                <a:lnTo>
                  <a:pt x="5392" y="6655"/>
                </a:lnTo>
                <a:lnTo>
                  <a:pt x="5349" y="6484"/>
                </a:lnTo>
                <a:lnTo>
                  <a:pt x="5306" y="6355"/>
                </a:lnTo>
                <a:lnTo>
                  <a:pt x="5263" y="6291"/>
                </a:lnTo>
                <a:lnTo>
                  <a:pt x="5199" y="6248"/>
                </a:lnTo>
                <a:lnTo>
                  <a:pt x="5156" y="6205"/>
                </a:lnTo>
                <a:lnTo>
                  <a:pt x="5092" y="6184"/>
                </a:lnTo>
                <a:lnTo>
                  <a:pt x="4814" y="6184"/>
                </a:lnTo>
                <a:lnTo>
                  <a:pt x="4472" y="6141"/>
                </a:lnTo>
                <a:close/>
                <a:moveTo>
                  <a:pt x="3188" y="5564"/>
                </a:moveTo>
                <a:lnTo>
                  <a:pt x="4001" y="5585"/>
                </a:lnTo>
                <a:lnTo>
                  <a:pt x="4472" y="5606"/>
                </a:lnTo>
                <a:lnTo>
                  <a:pt x="5413" y="5606"/>
                </a:lnTo>
                <a:lnTo>
                  <a:pt x="5863" y="5628"/>
                </a:lnTo>
                <a:lnTo>
                  <a:pt x="6397" y="5670"/>
                </a:lnTo>
                <a:lnTo>
                  <a:pt x="6932" y="5713"/>
                </a:lnTo>
                <a:lnTo>
                  <a:pt x="7360" y="5692"/>
                </a:lnTo>
                <a:lnTo>
                  <a:pt x="7574" y="5713"/>
                </a:lnTo>
                <a:lnTo>
                  <a:pt x="7681" y="5756"/>
                </a:lnTo>
                <a:lnTo>
                  <a:pt x="7767" y="5799"/>
                </a:lnTo>
                <a:lnTo>
                  <a:pt x="7852" y="5884"/>
                </a:lnTo>
                <a:lnTo>
                  <a:pt x="7981" y="6056"/>
                </a:lnTo>
                <a:lnTo>
                  <a:pt x="8088" y="6291"/>
                </a:lnTo>
                <a:lnTo>
                  <a:pt x="8216" y="6548"/>
                </a:lnTo>
                <a:lnTo>
                  <a:pt x="8323" y="6804"/>
                </a:lnTo>
                <a:lnTo>
                  <a:pt x="8387" y="7018"/>
                </a:lnTo>
                <a:lnTo>
                  <a:pt x="8409" y="7190"/>
                </a:lnTo>
                <a:lnTo>
                  <a:pt x="8387" y="7232"/>
                </a:lnTo>
                <a:lnTo>
                  <a:pt x="8366" y="7254"/>
                </a:lnTo>
                <a:lnTo>
                  <a:pt x="8130" y="7318"/>
                </a:lnTo>
                <a:lnTo>
                  <a:pt x="7874" y="7361"/>
                </a:lnTo>
                <a:lnTo>
                  <a:pt x="7638" y="7382"/>
                </a:lnTo>
                <a:lnTo>
                  <a:pt x="7382" y="7361"/>
                </a:lnTo>
                <a:lnTo>
                  <a:pt x="6890" y="7339"/>
                </a:lnTo>
                <a:lnTo>
                  <a:pt x="6419" y="7275"/>
                </a:lnTo>
                <a:lnTo>
                  <a:pt x="5927" y="7232"/>
                </a:lnTo>
                <a:lnTo>
                  <a:pt x="5435" y="7211"/>
                </a:lnTo>
                <a:lnTo>
                  <a:pt x="4942" y="7190"/>
                </a:lnTo>
                <a:lnTo>
                  <a:pt x="4450" y="7211"/>
                </a:lnTo>
                <a:lnTo>
                  <a:pt x="3916" y="7232"/>
                </a:lnTo>
                <a:lnTo>
                  <a:pt x="3402" y="7254"/>
                </a:lnTo>
                <a:lnTo>
                  <a:pt x="3167" y="7254"/>
                </a:lnTo>
                <a:lnTo>
                  <a:pt x="2953" y="7232"/>
                </a:lnTo>
                <a:lnTo>
                  <a:pt x="2717" y="7211"/>
                </a:lnTo>
                <a:lnTo>
                  <a:pt x="2503" y="7211"/>
                </a:lnTo>
                <a:lnTo>
                  <a:pt x="1626" y="7254"/>
                </a:lnTo>
                <a:lnTo>
                  <a:pt x="1134" y="7275"/>
                </a:lnTo>
                <a:lnTo>
                  <a:pt x="770" y="7275"/>
                </a:lnTo>
                <a:lnTo>
                  <a:pt x="663" y="7232"/>
                </a:lnTo>
                <a:lnTo>
                  <a:pt x="599" y="7190"/>
                </a:lnTo>
                <a:lnTo>
                  <a:pt x="556" y="7147"/>
                </a:lnTo>
                <a:lnTo>
                  <a:pt x="514" y="7083"/>
                </a:lnTo>
                <a:lnTo>
                  <a:pt x="514" y="7018"/>
                </a:lnTo>
                <a:lnTo>
                  <a:pt x="535" y="6847"/>
                </a:lnTo>
                <a:lnTo>
                  <a:pt x="599" y="6655"/>
                </a:lnTo>
                <a:lnTo>
                  <a:pt x="706" y="6484"/>
                </a:lnTo>
                <a:lnTo>
                  <a:pt x="792" y="6291"/>
                </a:lnTo>
                <a:lnTo>
                  <a:pt x="984" y="6034"/>
                </a:lnTo>
                <a:lnTo>
                  <a:pt x="1155" y="5799"/>
                </a:lnTo>
                <a:lnTo>
                  <a:pt x="1241" y="5692"/>
                </a:lnTo>
                <a:lnTo>
                  <a:pt x="1305" y="5649"/>
                </a:lnTo>
                <a:lnTo>
                  <a:pt x="1391" y="5628"/>
                </a:lnTo>
                <a:lnTo>
                  <a:pt x="1626" y="5585"/>
                </a:lnTo>
                <a:lnTo>
                  <a:pt x="2354" y="5585"/>
                </a:lnTo>
                <a:lnTo>
                  <a:pt x="2782" y="5564"/>
                </a:lnTo>
                <a:close/>
                <a:moveTo>
                  <a:pt x="2140" y="5029"/>
                </a:moveTo>
                <a:lnTo>
                  <a:pt x="1883" y="5050"/>
                </a:lnTo>
                <a:lnTo>
                  <a:pt x="1626" y="5093"/>
                </a:lnTo>
                <a:lnTo>
                  <a:pt x="1391" y="5157"/>
                </a:lnTo>
                <a:lnTo>
                  <a:pt x="1262" y="5200"/>
                </a:lnTo>
                <a:lnTo>
                  <a:pt x="1155" y="5264"/>
                </a:lnTo>
                <a:lnTo>
                  <a:pt x="1070" y="5307"/>
                </a:lnTo>
                <a:lnTo>
                  <a:pt x="984" y="5392"/>
                </a:lnTo>
                <a:lnTo>
                  <a:pt x="856" y="5564"/>
                </a:lnTo>
                <a:lnTo>
                  <a:pt x="728" y="5756"/>
                </a:lnTo>
                <a:lnTo>
                  <a:pt x="407" y="6205"/>
                </a:lnTo>
                <a:lnTo>
                  <a:pt x="257" y="6441"/>
                </a:lnTo>
                <a:lnTo>
                  <a:pt x="150" y="6697"/>
                </a:lnTo>
                <a:lnTo>
                  <a:pt x="64" y="6911"/>
                </a:lnTo>
                <a:lnTo>
                  <a:pt x="21" y="7125"/>
                </a:lnTo>
                <a:lnTo>
                  <a:pt x="0" y="7361"/>
                </a:lnTo>
                <a:lnTo>
                  <a:pt x="0" y="7575"/>
                </a:lnTo>
                <a:lnTo>
                  <a:pt x="43" y="7703"/>
                </a:lnTo>
                <a:lnTo>
                  <a:pt x="86" y="7810"/>
                </a:lnTo>
                <a:lnTo>
                  <a:pt x="171" y="7874"/>
                </a:lnTo>
                <a:lnTo>
                  <a:pt x="257" y="7917"/>
                </a:lnTo>
                <a:lnTo>
                  <a:pt x="342" y="7938"/>
                </a:lnTo>
                <a:lnTo>
                  <a:pt x="471" y="7960"/>
                </a:lnTo>
                <a:lnTo>
                  <a:pt x="706" y="8003"/>
                </a:lnTo>
                <a:lnTo>
                  <a:pt x="963" y="8024"/>
                </a:lnTo>
                <a:lnTo>
                  <a:pt x="1220" y="8045"/>
                </a:lnTo>
                <a:lnTo>
                  <a:pt x="1755" y="8024"/>
                </a:lnTo>
                <a:lnTo>
                  <a:pt x="2268" y="8003"/>
                </a:lnTo>
                <a:lnTo>
                  <a:pt x="2525" y="7981"/>
                </a:lnTo>
                <a:lnTo>
                  <a:pt x="2782" y="7981"/>
                </a:lnTo>
                <a:lnTo>
                  <a:pt x="3316" y="8024"/>
                </a:lnTo>
                <a:lnTo>
                  <a:pt x="3573" y="8045"/>
                </a:lnTo>
                <a:lnTo>
                  <a:pt x="3830" y="8045"/>
                </a:lnTo>
                <a:lnTo>
                  <a:pt x="4429" y="8024"/>
                </a:lnTo>
                <a:lnTo>
                  <a:pt x="6248" y="8024"/>
                </a:lnTo>
                <a:lnTo>
                  <a:pt x="6569" y="8045"/>
                </a:lnTo>
                <a:lnTo>
                  <a:pt x="7788" y="8045"/>
                </a:lnTo>
                <a:lnTo>
                  <a:pt x="8130" y="8067"/>
                </a:lnTo>
                <a:lnTo>
                  <a:pt x="8280" y="8045"/>
                </a:lnTo>
                <a:lnTo>
                  <a:pt x="8451" y="8024"/>
                </a:lnTo>
                <a:lnTo>
                  <a:pt x="8580" y="7981"/>
                </a:lnTo>
                <a:lnTo>
                  <a:pt x="8708" y="7896"/>
                </a:lnTo>
                <a:lnTo>
                  <a:pt x="8772" y="7810"/>
                </a:lnTo>
                <a:lnTo>
                  <a:pt x="8837" y="7703"/>
                </a:lnTo>
                <a:lnTo>
                  <a:pt x="8858" y="7575"/>
                </a:lnTo>
                <a:lnTo>
                  <a:pt x="8879" y="7446"/>
                </a:lnTo>
                <a:lnTo>
                  <a:pt x="8901" y="7318"/>
                </a:lnTo>
                <a:lnTo>
                  <a:pt x="8879" y="7190"/>
                </a:lnTo>
                <a:lnTo>
                  <a:pt x="8858" y="7061"/>
                </a:lnTo>
                <a:lnTo>
                  <a:pt x="8837" y="6954"/>
                </a:lnTo>
                <a:lnTo>
                  <a:pt x="8665" y="6505"/>
                </a:lnTo>
                <a:lnTo>
                  <a:pt x="8558" y="6270"/>
                </a:lnTo>
                <a:lnTo>
                  <a:pt x="8451" y="6056"/>
                </a:lnTo>
                <a:lnTo>
                  <a:pt x="8259" y="5692"/>
                </a:lnTo>
                <a:lnTo>
                  <a:pt x="8152" y="5499"/>
                </a:lnTo>
                <a:lnTo>
                  <a:pt x="8088" y="5435"/>
                </a:lnTo>
                <a:lnTo>
                  <a:pt x="8002" y="5371"/>
                </a:lnTo>
                <a:lnTo>
                  <a:pt x="7895" y="5307"/>
                </a:lnTo>
                <a:lnTo>
                  <a:pt x="7767" y="5264"/>
                </a:lnTo>
                <a:lnTo>
                  <a:pt x="7638" y="5264"/>
                </a:lnTo>
                <a:lnTo>
                  <a:pt x="7489" y="5243"/>
                </a:lnTo>
                <a:lnTo>
                  <a:pt x="6954" y="5243"/>
                </a:lnTo>
                <a:lnTo>
                  <a:pt x="6333" y="5221"/>
                </a:lnTo>
                <a:lnTo>
                  <a:pt x="5691" y="5178"/>
                </a:lnTo>
                <a:lnTo>
                  <a:pt x="4557" y="5136"/>
                </a:lnTo>
                <a:lnTo>
                  <a:pt x="3423" y="5071"/>
                </a:lnTo>
                <a:lnTo>
                  <a:pt x="2931" y="5050"/>
                </a:lnTo>
                <a:lnTo>
                  <a:pt x="2396" y="5029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38"/>
          <p:cNvSpPr/>
          <p:nvPr/>
        </p:nvSpPr>
        <p:spPr>
          <a:xfrm>
            <a:off x="6423975" y="3130550"/>
            <a:ext cx="30449" cy="706593"/>
          </a:xfrm>
          <a:custGeom>
            <a:rect b="b" l="l" r="r" t="t"/>
            <a:pathLst>
              <a:path extrusionOk="0" h="56001" w="4378">
                <a:moveTo>
                  <a:pt x="4378" y="0"/>
                </a:moveTo>
                <a:cubicBezTo>
                  <a:pt x="4378" y="9943"/>
                  <a:pt x="639" y="19593"/>
                  <a:pt x="117" y="29522"/>
                </a:cubicBezTo>
                <a:cubicBezTo>
                  <a:pt x="-350" y="38406"/>
                  <a:pt x="3465" y="47104"/>
                  <a:pt x="3465" y="56001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38" name="Google Shape;838;p38"/>
          <p:cNvSpPr/>
          <p:nvPr/>
        </p:nvSpPr>
        <p:spPr>
          <a:xfrm>
            <a:off x="6424975" y="3719269"/>
            <a:ext cx="1795675" cy="114650"/>
          </a:xfrm>
          <a:custGeom>
            <a:rect b="b" l="l" r="r" t="t"/>
            <a:pathLst>
              <a:path extrusionOk="0" h="4586" w="71827">
                <a:moveTo>
                  <a:pt x="0" y="1543"/>
                </a:moveTo>
                <a:cubicBezTo>
                  <a:pt x="23497" y="-3166"/>
                  <a:pt x="47863" y="4586"/>
                  <a:pt x="71827" y="4586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39" name="Google Shape;839;p38"/>
          <p:cNvSpPr/>
          <p:nvPr/>
        </p:nvSpPr>
        <p:spPr>
          <a:xfrm>
            <a:off x="8124609" y="3175225"/>
            <a:ext cx="30453" cy="646241"/>
          </a:xfrm>
          <a:custGeom>
            <a:rect b="b" l="l" r="r" t="t"/>
            <a:pathLst>
              <a:path extrusionOk="0" h="66044" w="5324">
                <a:moveTo>
                  <a:pt x="5324" y="66044"/>
                </a:moveTo>
                <a:cubicBezTo>
                  <a:pt x="5324" y="49943"/>
                  <a:pt x="1784" y="34025"/>
                  <a:pt x="758" y="17957"/>
                </a:cubicBezTo>
                <a:cubicBezTo>
                  <a:pt x="377" y="11983"/>
                  <a:pt x="-832" y="5679"/>
                  <a:pt x="1063" y="0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40" name="Google Shape;840;p38"/>
          <p:cNvSpPr/>
          <p:nvPr/>
        </p:nvSpPr>
        <p:spPr>
          <a:xfrm>
            <a:off x="6423975" y="3130548"/>
            <a:ext cx="1797675" cy="56300"/>
          </a:xfrm>
          <a:custGeom>
            <a:rect b="b" l="l" r="r" t="t"/>
            <a:pathLst>
              <a:path extrusionOk="0" h="2252" w="71907">
                <a:moveTo>
                  <a:pt x="0" y="570"/>
                </a:moveTo>
                <a:cubicBezTo>
                  <a:pt x="16747" y="570"/>
                  <a:pt x="33490" y="1294"/>
                  <a:pt x="50218" y="2092"/>
                </a:cubicBezTo>
                <a:cubicBezTo>
                  <a:pt x="56934" y="2412"/>
                  <a:pt x="63718" y="1613"/>
                  <a:pt x="70305" y="266"/>
                </a:cubicBezTo>
                <a:cubicBezTo>
                  <a:pt x="70802" y="164"/>
                  <a:pt x="71987" y="-215"/>
                  <a:pt x="71827" y="266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41" name="Google Shape;841;p38"/>
          <p:cNvSpPr txBox="1"/>
          <p:nvPr/>
        </p:nvSpPr>
        <p:spPr>
          <a:xfrm>
            <a:off x="6601037" y="3133375"/>
            <a:ext cx="16626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Score</a:t>
            </a:r>
            <a:endParaRPr b="1" sz="2400">
              <a:solidFill>
                <a:srgbClr val="666666"/>
              </a:solidFill>
              <a:latin typeface="Gloria Hallelujah"/>
              <a:ea typeface="Gloria Hallelujah"/>
              <a:cs typeface="Gloria Hallelujah"/>
              <a:sym typeface="Gloria Hallelujah"/>
            </a:endParaRPr>
          </a:p>
        </p:txBody>
      </p:sp>
      <p:sp>
        <p:nvSpPr>
          <p:cNvPr id="842" name="Google Shape;842;p38"/>
          <p:cNvSpPr/>
          <p:nvPr/>
        </p:nvSpPr>
        <p:spPr>
          <a:xfrm>
            <a:off x="2376150" y="3290575"/>
            <a:ext cx="3997095" cy="271475"/>
          </a:xfrm>
          <a:custGeom>
            <a:rect b="b" l="l" r="r" t="t"/>
            <a:pathLst>
              <a:path extrusionOk="0" h="10859" w="123596">
                <a:moveTo>
                  <a:pt x="0" y="2642"/>
                </a:moveTo>
                <a:cubicBezTo>
                  <a:pt x="28421" y="2642"/>
                  <a:pt x="56797" y="5381"/>
                  <a:pt x="85218" y="5381"/>
                </a:cubicBezTo>
                <a:cubicBezTo>
                  <a:pt x="93334" y="5381"/>
                  <a:pt x="101449" y="5381"/>
                  <a:pt x="109565" y="5381"/>
                </a:cubicBezTo>
                <a:cubicBezTo>
                  <a:pt x="114131" y="5381"/>
                  <a:pt x="120037" y="8919"/>
                  <a:pt x="123261" y="5685"/>
                </a:cubicBezTo>
                <a:cubicBezTo>
                  <a:pt x="125030" y="3910"/>
                  <a:pt x="119216" y="2608"/>
                  <a:pt x="116870" y="1728"/>
                </a:cubicBezTo>
                <a:cubicBezTo>
                  <a:pt x="116104" y="1441"/>
                  <a:pt x="114100" y="0"/>
                  <a:pt x="114739" y="511"/>
                </a:cubicBezTo>
                <a:cubicBezTo>
                  <a:pt x="117335" y="2586"/>
                  <a:pt x="123807" y="2407"/>
                  <a:pt x="123261" y="5685"/>
                </a:cubicBezTo>
                <a:cubicBezTo>
                  <a:pt x="122849" y="8163"/>
                  <a:pt x="119559" y="9083"/>
                  <a:pt x="117783" y="10859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43" name="Google Shape;843;p38"/>
          <p:cNvSpPr/>
          <p:nvPr/>
        </p:nvSpPr>
        <p:spPr>
          <a:xfrm>
            <a:off x="6505100" y="3301325"/>
            <a:ext cx="273615" cy="231173"/>
          </a:xfrm>
          <a:custGeom>
            <a:rect b="b" l="l" r="r" t="t"/>
            <a:pathLst>
              <a:path extrusionOk="0" h="8045" w="8709">
                <a:moveTo>
                  <a:pt x="8665" y="4793"/>
                </a:moveTo>
                <a:lnTo>
                  <a:pt x="8665" y="4793"/>
                </a:lnTo>
                <a:lnTo>
                  <a:pt x="8687" y="3916"/>
                </a:lnTo>
                <a:lnTo>
                  <a:pt x="8708" y="3038"/>
                </a:lnTo>
                <a:lnTo>
                  <a:pt x="8708" y="3038"/>
                </a:lnTo>
                <a:lnTo>
                  <a:pt x="8687" y="2717"/>
                </a:lnTo>
                <a:lnTo>
                  <a:pt x="8665" y="2396"/>
                </a:lnTo>
                <a:lnTo>
                  <a:pt x="8622" y="2225"/>
                </a:lnTo>
                <a:lnTo>
                  <a:pt x="8580" y="2076"/>
                </a:lnTo>
                <a:lnTo>
                  <a:pt x="8516" y="1926"/>
                </a:lnTo>
                <a:lnTo>
                  <a:pt x="8409" y="1797"/>
                </a:lnTo>
                <a:lnTo>
                  <a:pt x="8409" y="1797"/>
                </a:lnTo>
                <a:lnTo>
                  <a:pt x="8366" y="1733"/>
                </a:lnTo>
                <a:lnTo>
                  <a:pt x="8302" y="1690"/>
                </a:lnTo>
                <a:lnTo>
                  <a:pt x="8130" y="1626"/>
                </a:lnTo>
                <a:lnTo>
                  <a:pt x="7959" y="1583"/>
                </a:lnTo>
                <a:lnTo>
                  <a:pt x="7767" y="1541"/>
                </a:lnTo>
                <a:lnTo>
                  <a:pt x="7360" y="1541"/>
                </a:lnTo>
                <a:lnTo>
                  <a:pt x="7018" y="1541"/>
                </a:lnTo>
                <a:lnTo>
                  <a:pt x="7018" y="1541"/>
                </a:lnTo>
                <a:lnTo>
                  <a:pt x="6633" y="1541"/>
                </a:lnTo>
                <a:lnTo>
                  <a:pt x="6226" y="1562"/>
                </a:lnTo>
                <a:lnTo>
                  <a:pt x="6226" y="1562"/>
                </a:lnTo>
                <a:lnTo>
                  <a:pt x="6141" y="1562"/>
                </a:lnTo>
                <a:lnTo>
                  <a:pt x="6076" y="1541"/>
                </a:lnTo>
                <a:lnTo>
                  <a:pt x="6034" y="1519"/>
                </a:lnTo>
                <a:lnTo>
                  <a:pt x="6012" y="1476"/>
                </a:lnTo>
                <a:lnTo>
                  <a:pt x="6012" y="1348"/>
                </a:lnTo>
                <a:lnTo>
                  <a:pt x="6012" y="1177"/>
                </a:lnTo>
                <a:lnTo>
                  <a:pt x="6012" y="1177"/>
                </a:lnTo>
                <a:lnTo>
                  <a:pt x="6012" y="1006"/>
                </a:lnTo>
                <a:lnTo>
                  <a:pt x="6012" y="856"/>
                </a:lnTo>
                <a:lnTo>
                  <a:pt x="5991" y="770"/>
                </a:lnTo>
                <a:lnTo>
                  <a:pt x="5948" y="706"/>
                </a:lnTo>
                <a:lnTo>
                  <a:pt x="5905" y="663"/>
                </a:lnTo>
                <a:lnTo>
                  <a:pt x="5841" y="599"/>
                </a:lnTo>
                <a:lnTo>
                  <a:pt x="5841" y="599"/>
                </a:lnTo>
                <a:lnTo>
                  <a:pt x="5691" y="514"/>
                </a:lnTo>
                <a:lnTo>
                  <a:pt x="5520" y="428"/>
                </a:lnTo>
                <a:lnTo>
                  <a:pt x="5199" y="278"/>
                </a:lnTo>
                <a:lnTo>
                  <a:pt x="5199" y="278"/>
                </a:lnTo>
                <a:lnTo>
                  <a:pt x="4921" y="150"/>
                </a:lnTo>
                <a:lnTo>
                  <a:pt x="4793" y="86"/>
                </a:lnTo>
                <a:lnTo>
                  <a:pt x="4664" y="43"/>
                </a:lnTo>
                <a:lnTo>
                  <a:pt x="4515" y="22"/>
                </a:lnTo>
                <a:lnTo>
                  <a:pt x="4365" y="0"/>
                </a:lnTo>
                <a:lnTo>
                  <a:pt x="4236" y="22"/>
                </a:lnTo>
                <a:lnTo>
                  <a:pt x="4087" y="64"/>
                </a:lnTo>
                <a:lnTo>
                  <a:pt x="4087" y="64"/>
                </a:lnTo>
                <a:lnTo>
                  <a:pt x="3701" y="257"/>
                </a:lnTo>
                <a:lnTo>
                  <a:pt x="3316" y="428"/>
                </a:lnTo>
                <a:lnTo>
                  <a:pt x="3316" y="428"/>
                </a:lnTo>
                <a:lnTo>
                  <a:pt x="2995" y="599"/>
                </a:lnTo>
                <a:lnTo>
                  <a:pt x="2846" y="685"/>
                </a:lnTo>
                <a:lnTo>
                  <a:pt x="2717" y="792"/>
                </a:lnTo>
                <a:lnTo>
                  <a:pt x="2717" y="792"/>
                </a:lnTo>
                <a:lnTo>
                  <a:pt x="2674" y="856"/>
                </a:lnTo>
                <a:lnTo>
                  <a:pt x="2653" y="920"/>
                </a:lnTo>
                <a:lnTo>
                  <a:pt x="2632" y="984"/>
                </a:lnTo>
                <a:lnTo>
                  <a:pt x="2632" y="1049"/>
                </a:lnTo>
                <a:lnTo>
                  <a:pt x="2653" y="1177"/>
                </a:lnTo>
                <a:lnTo>
                  <a:pt x="2674" y="1327"/>
                </a:lnTo>
                <a:lnTo>
                  <a:pt x="2674" y="1327"/>
                </a:lnTo>
                <a:lnTo>
                  <a:pt x="2653" y="1391"/>
                </a:lnTo>
                <a:lnTo>
                  <a:pt x="2632" y="1455"/>
                </a:lnTo>
                <a:lnTo>
                  <a:pt x="2610" y="1476"/>
                </a:lnTo>
                <a:lnTo>
                  <a:pt x="2546" y="1498"/>
                </a:lnTo>
                <a:lnTo>
                  <a:pt x="2439" y="1498"/>
                </a:lnTo>
                <a:lnTo>
                  <a:pt x="2289" y="1498"/>
                </a:lnTo>
                <a:lnTo>
                  <a:pt x="2289" y="1498"/>
                </a:lnTo>
                <a:lnTo>
                  <a:pt x="1562" y="1519"/>
                </a:lnTo>
                <a:lnTo>
                  <a:pt x="1198" y="1562"/>
                </a:lnTo>
                <a:lnTo>
                  <a:pt x="856" y="1605"/>
                </a:lnTo>
                <a:lnTo>
                  <a:pt x="856" y="1605"/>
                </a:lnTo>
                <a:lnTo>
                  <a:pt x="706" y="1626"/>
                </a:lnTo>
                <a:lnTo>
                  <a:pt x="556" y="1669"/>
                </a:lnTo>
                <a:lnTo>
                  <a:pt x="407" y="1712"/>
                </a:lnTo>
                <a:lnTo>
                  <a:pt x="278" y="1797"/>
                </a:lnTo>
                <a:lnTo>
                  <a:pt x="278" y="1797"/>
                </a:lnTo>
                <a:lnTo>
                  <a:pt x="235" y="1862"/>
                </a:lnTo>
                <a:lnTo>
                  <a:pt x="193" y="1926"/>
                </a:lnTo>
                <a:lnTo>
                  <a:pt x="150" y="2097"/>
                </a:lnTo>
                <a:lnTo>
                  <a:pt x="86" y="2418"/>
                </a:lnTo>
                <a:lnTo>
                  <a:pt x="86" y="2418"/>
                </a:lnTo>
                <a:lnTo>
                  <a:pt x="43" y="2824"/>
                </a:lnTo>
                <a:lnTo>
                  <a:pt x="0" y="3231"/>
                </a:lnTo>
                <a:lnTo>
                  <a:pt x="0" y="3659"/>
                </a:lnTo>
                <a:lnTo>
                  <a:pt x="0" y="4065"/>
                </a:lnTo>
                <a:lnTo>
                  <a:pt x="43" y="4900"/>
                </a:lnTo>
                <a:lnTo>
                  <a:pt x="64" y="5734"/>
                </a:lnTo>
                <a:lnTo>
                  <a:pt x="64" y="5734"/>
                </a:lnTo>
                <a:lnTo>
                  <a:pt x="43" y="5798"/>
                </a:lnTo>
                <a:lnTo>
                  <a:pt x="43" y="5970"/>
                </a:lnTo>
                <a:lnTo>
                  <a:pt x="43" y="6483"/>
                </a:lnTo>
                <a:lnTo>
                  <a:pt x="86" y="7039"/>
                </a:lnTo>
                <a:lnTo>
                  <a:pt x="107" y="7253"/>
                </a:lnTo>
                <a:lnTo>
                  <a:pt x="128" y="7360"/>
                </a:lnTo>
                <a:lnTo>
                  <a:pt x="128" y="7360"/>
                </a:lnTo>
                <a:lnTo>
                  <a:pt x="214" y="7510"/>
                </a:lnTo>
                <a:lnTo>
                  <a:pt x="342" y="7617"/>
                </a:lnTo>
                <a:lnTo>
                  <a:pt x="514" y="7724"/>
                </a:lnTo>
                <a:lnTo>
                  <a:pt x="685" y="7810"/>
                </a:lnTo>
                <a:lnTo>
                  <a:pt x="877" y="7874"/>
                </a:lnTo>
                <a:lnTo>
                  <a:pt x="1070" y="7938"/>
                </a:lnTo>
                <a:lnTo>
                  <a:pt x="1412" y="8002"/>
                </a:lnTo>
                <a:lnTo>
                  <a:pt x="1412" y="8002"/>
                </a:lnTo>
                <a:lnTo>
                  <a:pt x="1861" y="8045"/>
                </a:lnTo>
                <a:lnTo>
                  <a:pt x="2332" y="8045"/>
                </a:lnTo>
                <a:lnTo>
                  <a:pt x="2803" y="8045"/>
                </a:lnTo>
                <a:lnTo>
                  <a:pt x="3252" y="8024"/>
                </a:lnTo>
                <a:lnTo>
                  <a:pt x="4194" y="7959"/>
                </a:lnTo>
                <a:lnTo>
                  <a:pt x="4664" y="7959"/>
                </a:lnTo>
                <a:lnTo>
                  <a:pt x="5114" y="7959"/>
                </a:lnTo>
                <a:lnTo>
                  <a:pt x="5114" y="7959"/>
                </a:lnTo>
                <a:lnTo>
                  <a:pt x="5969" y="7981"/>
                </a:lnTo>
                <a:lnTo>
                  <a:pt x="6397" y="7981"/>
                </a:lnTo>
                <a:lnTo>
                  <a:pt x="6825" y="7959"/>
                </a:lnTo>
                <a:lnTo>
                  <a:pt x="6825" y="7959"/>
                </a:lnTo>
                <a:lnTo>
                  <a:pt x="7210" y="7938"/>
                </a:lnTo>
                <a:lnTo>
                  <a:pt x="7617" y="7917"/>
                </a:lnTo>
                <a:lnTo>
                  <a:pt x="7809" y="7874"/>
                </a:lnTo>
                <a:lnTo>
                  <a:pt x="8023" y="7852"/>
                </a:lnTo>
                <a:lnTo>
                  <a:pt x="8195" y="7788"/>
                </a:lnTo>
                <a:lnTo>
                  <a:pt x="8366" y="7703"/>
                </a:lnTo>
                <a:lnTo>
                  <a:pt x="8366" y="7703"/>
                </a:lnTo>
                <a:lnTo>
                  <a:pt x="8430" y="7660"/>
                </a:lnTo>
                <a:lnTo>
                  <a:pt x="8494" y="7617"/>
                </a:lnTo>
                <a:lnTo>
                  <a:pt x="8580" y="7467"/>
                </a:lnTo>
                <a:lnTo>
                  <a:pt x="8622" y="7318"/>
                </a:lnTo>
                <a:lnTo>
                  <a:pt x="8665" y="7146"/>
                </a:lnTo>
                <a:lnTo>
                  <a:pt x="8665" y="6954"/>
                </a:lnTo>
                <a:lnTo>
                  <a:pt x="8665" y="6783"/>
                </a:lnTo>
                <a:lnTo>
                  <a:pt x="8644" y="6462"/>
                </a:lnTo>
                <a:lnTo>
                  <a:pt x="8644" y="6462"/>
                </a:lnTo>
                <a:lnTo>
                  <a:pt x="8665" y="4793"/>
                </a:lnTo>
                <a:lnTo>
                  <a:pt x="8665" y="4793"/>
                </a:lnTo>
                <a:close/>
                <a:moveTo>
                  <a:pt x="3124" y="1049"/>
                </a:moveTo>
                <a:lnTo>
                  <a:pt x="3124" y="1049"/>
                </a:lnTo>
                <a:lnTo>
                  <a:pt x="3167" y="963"/>
                </a:lnTo>
                <a:lnTo>
                  <a:pt x="3252" y="920"/>
                </a:lnTo>
                <a:lnTo>
                  <a:pt x="3252" y="920"/>
                </a:lnTo>
                <a:lnTo>
                  <a:pt x="3445" y="856"/>
                </a:lnTo>
                <a:lnTo>
                  <a:pt x="3637" y="792"/>
                </a:lnTo>
                <a:lnTo>
                  <a:pt x="3830" y="728"/>
                </a:lnTo>
                <a:lnTo>
                  <a:pt x="4022" y="642"/>
                </a:lnTo>
                <a:lnTo>
                  <a:pt x="4022" y="642"/>
                </a:lnTo>
                <a:lnTo>
                  <a:pt x="4236" y="535"/>
                </a:lnTo>
                <a:lnTo>
                  <a:pt x="4408" y="471"/>
                </a:lnTo>
                <a:lnTo>
                  <a:pt x="4493" y="471"/>
                </a:lnTo>
                <a:lnTo>
                  <a:pt x="4579" y="471"/>
                </a:lnTo>
                <a:lnTo>
                  <a:pt x="4664" y="492"/>
                </a:lnTo>
                <a:lnTo>
                  <a:pt x="4793" y="535"/>
                </a:lnTo>
                <a:lnTo>
                  <a:pt x="4793" y="535"/>
                </a:lnTo>
                <a:lnTo>
                  <a:pt x="5178" y="663"/>
                </a:lnTo>
                <a:lnTo>
                  <a:pt x="5370" y="749"/>
                </a:lnTo>
                <a:lnTo>
                  <a:pt x="5456" y="792"/>
                </a:lnTo>
                <a:lnTo>
                  <a:pt x="5499" y="856"/>
                </a:lnTo>
                <a:lnTo>
                  <a:pt x="5499" y="856"/>
                </a:lnTo>
                <a:lnTo>
                  <a:pt x="5542" y="920"/>
                </a:lnTo>
                <a:lnTo>
                  <a:pt x="5584" y="1006"/>
                </a:lnTo>
                <a:lnTo>
                  <a:pt x="5627" y="1198"/>
                </a:lnTo>
                <a:lnTo>
                  <a:pt x="5627" y="1412"/>
                </a:lnTo>
                <a:lnTo>
                  <a:pt x="5606" y="1498"/>
                </a:lnTo>
                <a:lnTo>
                  <a:pt x="5584" y="1583"/>
                </a:lnTo>
                <a:lnTo>
                  <a:pt x="5584" y="1583"/>
                </a:lnTo>
                <a:lnTo>
                  <a:pt x="5542" y="1626"/>
                </a:lnTo>
                <a:lnTo>
                  <a:pt x="5456" y="1669"/>
                </a:lnTo>
                <a:lnTo>
                  <a:pt x="5242" y="1755"/>
                </a:lnTo>
                <a:lnTo>
                  <a:pt x="5049" y="1797"/>
                </a:lnTo>
                <a:lnTo>
                  <a:pt x="4985" y="1797"/>
                </a:lnTo>
                <a:lnTo>
                  <a:pt x="4964" y="1776"/>
                </a:lnTo>
                <a:lnTo>
                  <a:pt x="4964" y="1776"/>
                </a:lnTo>
                <a:lnTo>
                  <a:pt x="3851" y="1755"/>
                </a:lnTo>
                <a:lnTo>
                  <a:pt x="3851" y="1755"/>
                </a:lnTo>
                <a:lnTo>
                  <a:pt x="3680" y="1755"/>
                </a:lnTo>
                <a:lnTo>
                  <a:pt x="3488" y="1755"/>
                </a:lnTo>
                <a:lnTo>
                  <a:pt x="3381" y="1733"/>
                </a:lnTo>
                <a:lnTo>
                  <a:pt x="3295" y="1712"/>
                </a:lnTo>
                <a:lnTo>
                  <a:pt x="3231" y="1669"/>
                </a:lnTo>
                <a:lnTo>
                  <a:pt x="3167" y="1605"/>
                </a:lnTo>
                <a:lnTo>
                  <a:pt x="3167" y="1605"/>
                </a:lnTo>
                <a:lnTo>
                  <a:pt x="3145" y="1519"/>
                </a:lnTo>
                <a:lnTo>
                  <a:pt x="3124" y="1327"/>
                </a:lnTo>
                <a:lnTo>
                  <a:pt x="3102" y="1156"/>
                </a:lnTo>
                <a:lnTo>
                  <a:pt x="3124" y="1049"/>
                </a:lnTo>
                <a:lnTo>
                  <a:pt x="3124" y="1049"/>
                </a:lnTo>
                <a:close/>
                <a:moveTo>
                  <a:pt x="8216" y="4108"/>
                </a:moveTo>
                <a:lnTo>
                  <a:pt x="8216" y="4108"/>
                </a:lnTo>
                <a:lnTo>
                  <a:pt x="8195" y="4429"/>
                </a:lnTo>
                <a:lnTo>
                  <a:pt x="8152" y="4750"/>
                </a:lnTo>
                <a:lnTo>
                  <a:pt x="8109" y="5092"/>
                </a:lnTo>
                <a:lnTo>
                  <a:pt x="8088" y="5413"/>
                </a:lnTo>
                <a:lnTo>
                  <a:pt x="8088" y="5413"/>
                </a:lnTo>
                <a:lnTo>
                  <a:pt x="8088" y="6077"/>
                </a:lnTo>
                <a:lnTo>
                  <a:pt x="8088" y="6419"/>
                </a:lnTo>
                <a:lnTo>
                  <a:pt x="8066" y="6740"/>
                </a:lnTo>
                <a:lnTo>
                  <a:pt x="8066" y="6740"/>
                </a:lnTo>
                <a:lnTo>
                  <a:pt x="8045" y="6868"/>
                </a:lnTo>
                <a:lnTo>
                  <a:pt x="8023" y="6997"/>
                </a:lnTo>
                <a:lnTo>
                  <a:pt x="7959" y="7104"/>
                </a:lnTo>
                <a:lnTo>
                  <a:pt x="7916" y="7146"/>
                </a:lnTo>
                <a:lnTo>
                  <a:pt x="7852" y="7189"/>
                </a:lnTo>
                <a:lnTo>
                  <a:pt x="7852" y="7189"/>
                </a:lnTo>
                <a:lnTo>
                  <a:pt x="7745" y="7253"/>
                </a:lnTo>
                <a:lnTo>
                  <a:pt x="7595" y="7296"/>
                </a:lnTo>
                <a:lnTo>
                  <a:pt x="7339" y="7360"/>
                </a:lnTo>
                <a:lnTo>
                  <a:pt x="7339" y="7360"/>
                </a:lnTo>
                <a:lnTo>
                  <a:pt x="6697" y="7382"/>
                </a:lnTo>
                <a:lnTo>
                  <a:pt x="6312" y="7382"/>
                </a:lnTo>
                <a:lnTo>
                  <a:pt x="6183" y="7360"/>
                </a:lnTo>
                <a:lnTo>
                  <a:pt x="6141" y="7360"/>
                </a:lnTo>
                <a:lnTo>
                  <a:pt x="6141" y="7360"/>
                </a:lnTo>
                <a:lnTo>
                  <a:pt x="4621" y="7403"/>
                </a:lnTo>
                <a:lnTo>
                  <a:pt x="3102" y="7424"/>
                </a:lnTo>
                <a:lnTo>
                  <a:pt x="3102" y="7424"/>
                </a:lnTo>
                <a:lnTo>
                  <a:pt x="2781" y="7424"/>
                </a:lnTo>
                <a:lnTo>
                  <a:pt x="2461" y="7403"/>
                </a:lnTo>
                <a:lnTo>
                  <a:pt x="1797" y="7382"/>
                </a:lnTo>
                <a:lnTo>
                  <a:pt x="1797" y="7382"/>
                </a:lnTo>
                <a:lnTo>
                  <a:pt x="1519" y="7360"/>
                </a:lnTo>
                <a:lnTo>
                  <a:pt x="1348" y="7339"/>
                </a:lnTo>
                <a:lnTo>
                  <a:pt x="1198" y="7318"/>
                </a:lnTo>
                <a:lnTo>
                  <a:pt x="1070" y="7275"/>
                </a:lnTo>
                <a:lnTo>
                  <a:pt x="941" y="7189"/>
                </a:lnTo>
                <a:lnTo>
                  <a:pt x="834" y="7104"/>
                </a:lnTo>
                <a:lnTo>
                  <a:pt x="749" y="6975"/>
                </a:lnTo>
                <a:lnTo>
                  <a:pt x="749" y="6975"/>
                </a:lnTo>
                <a:lnTo>
                  <a:pt x="685" y="6847"/>
                </a:lnTo>
                <a:lnTo>
                  <a:pt x="663" y="6718"/>
                </a:lnTo>
                <a:lnTo>
                  <a:pt x="642" y="6397"/>
                </a:lnTo>
                <a:lnTo>
                  <a:pt x="642" y="5820"/>
                </a:lnTo>
                <a:lnTo>
                  <a:pt x="642" y="5820"/>
                </a:lnTo>
                <a:lnTo>
                  <a:pt x="599" y="4536"/>
                </a:lnTo>
                <a:lnTo>
                  <a:pt x="599" y="4536"/>
                </a:lnTo>
                <a:lnTo>
                  <a:pt x="578" y="3830"/>
                </a:lnTo>
                <a:lnTo>
                  <a:pt x="578" y="3124"/>
                </a:lnTo>
                <a:lnTo>
                  <a:pt x="578" y="3124"/>
                </a:lnTo>
                <a:lnTo>
                  <a:pt x="599" y="2889"/>
                </a:lnTo>
                <a:lnTo>
                  <a:pt x="620" y="2653"/>
                </a:lnTo>
                <a:lnTo>
                  <a:pt x="663" y="2546"/>
                </a:lnTo>
                <a:lnTo>
                  <a:pt x="706" y="2439"/>
                </a:lnTo>
                <a:lnTo>
                  <a:pt x="770" y="2354"/>
                </a:lnTo>
                <a:lnTo>
                  <a:pt x="856" y="2268"/>
                </a:lnTo>
                <a:lnTo>
                  <a:pt x="856" y="2268"/>
                </a:lnTo>
                <a:lnTo>
                  <a:pt x="984" y="2183"/>
                </a:lnTo>
                <a:lnTo>
                  <a:pt x="1134" y="2118"/>
                </a:lnTo>
                <a:lnTo>
                  <a:pt x="1262" y="2097"/>
                </a:lnTo>
                <a:lnTo>
                  <a:pt x="1434" y="2076"/>
                </a:lnTo>
                <a:lnTo>
                  <a:pt x="1733" y="2054"/>
                </a:lnTo>
                <a:lnTo>
                  <a:pt x="2033" y="2054"/>
                </a:lnTo>
                <a:lnTo>
                  <a:pt x="2033" y="2054"/>
                </a:lnTo>
                <a:lnTo>
                  <a:pt x="2289" y="2033"/>
                </a:lnTo>
                <a:lnTo>
                  <a:pt x="2546" y="1990"/>
                </a:lnTo>
                <a:lnTo>
                  <a:pt x="2546" y="1990"/>
                </a:lnTo>
                <a:lnTo>
                  <a:pt x="2674" y="2011"/>
                </a:lnTo>
                <a:lnTo>
                  <a:pt x="2717" y="2033"/>
                </a:lnTo>
                <a:lnTo>
                  <a:pt x="2739" y="2054"/>
                </a:lnTo>
                <a:lnTo>
                  <a:pt x="2781" y="2140"/>
                </a:lnTo>
                <a:lnTo>
                  <a:pt x="2867" y="2247"/>
                </a:lnTo>
                <a:lnTo>
                  <a:pt x="2867" y="2247"/>
                </a:lnTo>
                <a:lnTo>
                  <a:pt x="2974" y="2311"/>
                </a:lnTo>
                <a:lnTo>
                  <a:pt x="3102" y="2354"/>
                </a:lnTo>
                <a:lnTo>
                  <a:pt x="3252" y="2375"/>
                </a:lnTo>
                <a:lnTo>
                  <a:pt x="3402" y="2375"/>
                </a:lnTo>
                <a:lnTo>
                  <a:pt x="3723" y="2354"/>
                </a:lnTo>
                <a:lnTo>
                  <a:pt x="4001" y="2332"/>
                </a:lnTo>
                <a:lnTo>
                  <a:pt x="4001" y="2332"/>
                </a:lnTo>
                <a:lnTo>
                  <a:pt x="4686" y="2354"/>
                </a:lnTo>
                <a:lnTo>
                  <a:pt x="5370" y="2354"/>
                </a:lnTo>
                <a:lnTo>
                  <a:pt x="5370" y="2354"/>
                </a:lnTo>
                <a:lnTo>
                  <a:pt x="5542" y="2354"/>
                </a:lnTo>
                <a:lnTo>
                  <a:pt x="5670" y="2332"/>
                </a:lnTo>
                <a:lnTo>
                  <a:pt x="5777" y="2290"/>
                </a:lnTo>
                <a:lnTo>
                  <a:pt x="5927" y="2225"/>
                </a:lnTo>
                <a:lnTo>
                  <a:pt x="5927" y="2225"/>
                </a:lnTo>
                <a:lnTo>
                  <a:pt x="6055" y="2161"/>
                </a:lnTo>
                <a:lnTo>
                  <a:pt x="6205" y="2140"/>
                </a:lnTo>
                <a:lnTo>
                  <a:pt x="6504" y="2118"/>
                </a:lnTo>
                <a:lnTo>
                  <a:pt x="6504" y="2118"/>
                </a:lnTo>
                <a:lnTo>
                  <a:pt x="7146" y="2076"/>
                </a:lnTo>
                <a:lnTo>
                  <a:pt x="7489" y="2076"/>
                </a:lnTo>
                <a:lnTo>
                  <a:pt x="7809" y="2097"/>
                </a:lnTo>
                <a:lnTo>
                  <a:pt x="7809" y="2097"/>
                </a:lnTo>
                <a:lnTo>
                  <a:pt x="7938" y="2140"/>
                </a:lnTo>
                <a:lnTo>
                  <a:pt x="8023" y="2183"/>
                </a:lnTo>
                <a:lnTo>
                  <a:pt x="8109" y="2268"/>
                </a:lnTo>
                <a:lnTo>
                  <a:pt x="8152" y="2375"/>
                </a:lnTo>
                <a:lnTo>
                  <a:pt x="8195" y="2482"/>
                </a:lnTo>
                <a:lnTo>
                  <a:pt x="8216" y="2610"/>
                </a:lnTo>
                <a:lnTo>
                  <a:pt x="8216" y="2846"/>
                </a:lnTo>
                <a:lnTo>
                  <a:pt x="8216" y="2846"/>
                </a:lnTo>
                <a:lnTo>
                  <a:pt x="8237" y="3488"/>
                </a:lnTo>
                <a:lnTo>
                  <a:pt x="8237" y="3787"/>
                </a:lnTo>
                <a:lnTo>
                  <a:pt x="8216" y="4108"/>
                </a:lnTo>
                <a:lnTo>
                  <a:pt x="8216" y="4108"/>
                </a:lnTo>
                <a:close/>
                <a:moveTo>
                  <a:pt x="3209" y="4557"/>
                </a:moveTo>
                <a:lnTo>
                  <a:pt x="3209" y="4557"/>
                </a:lnTo>
                <a:lnTo>
                  <a:pt x="3102" y="4515"/>
                </a:lnTo>
                <a:lnTo>
                  <a:pt x="2995" y="4472"/>
                </a:lnTo>
                <a:lnTo>
                  <a:pt x="2953" y="4450"/>
                </a:lnTo>
                <a:lnTo>
                  <a:pt x="2931" y="4429"/>
                </a:lnTo>
                <a:lnTo>
                  <a:pt x="2910" y="4386"/>
                </a:lnTo>
                <a:lnTo>
                  <a:pt x="2888" y="4322"/>
                </a:lnTo>
                <a:lnTo>
                  <a:pt x="2888" y="4322"/>
                </a:lnTo>
                <a:lnTo>
                  <a:pt x="2910" y="4194"/>
                </a:lnTo>
                <a:lnTo>
                  <a:pt x="2931" y="4044"/>
                </a:lnTo>
                <a:lnTo>
                  <a:pt x="2974" y="3787"/>
                </a:lnTo>
                <a:lnTo>
                  <a:pt x="2974" y="3637"/>
                </a:lnTo>
                <a:lnTo>
                  <a:pt x="2974" y="3509"/>
                </a:lnTo>
                <a:lnTo>
                  <a:pt x="2931" y="3381"/>
                </a:lnTo>
                <a:lnTo>
                  <a:pt x="2846" y="3274"/>
                </a:lnTo>
                <a:lnTo>
                  <a:pt x="2846" y="3274"/>
                </a:lnTo>
                <a:lnTo>
                  <a:pt x="2781" y="3231"/>
                </a:lnTo>
                <a:lnTo>
                  <a:pt x="2717" y="3188"/>
                </a:lnTo>
                <a:lnTo>
                  <a:pt x="2589" y="3145"/>
                </a:lnTo>
                <a:lnTo>
                  <a:pt x="2439" y="3167"/>
                </a:lnTo>
                <a:lnTo>
                  <a:pt x="2311" y="3210"/>
                </a:lnTo>
                <a:lnTo>
                  <a:pt x="2161" y="3274"/>
                </a:lnTo>
                <a:lnTo>
                  <a:pt x="2033" y="3359"/>
                </a:lnTo>
                <a:lnTo>
                  <a:pt x="1947" y="3466"/>
                </a:lnTo>
                <a:lnTo>
                  <a:pt x="1883" y="3595"/>
                </a:lnTo>
                <a:lnTo>
                  <a:pt x="1883" y="3595"/>
                </a:lnTo>
                <a:lnTo>
                  <a:pt x="1861" y="3702"/>
                </a:lnTo>
                <a:lnTo>
                  <a:pt x="1840" y="3830"/>
                </a:lnTo>
                <a:lnTo>
                  <a:pt x="1840" y="3958"/>
                </a:lnTo>
                <a:lnTo>
                  <a:pt x="1861" y="4065"/>
                </a:lnTo>
                <a:lnTo>
                  <a:pt x="1861" y="4065"/>
                </a:lnTo>
                <a:lnTo>
                  <a:pt x="1904" y="4172"/>
                </a:lnTo>
                <a:lnTo>
                  <a:pt x="1990" y="4279"/>
                </a:lnTo>
                <a:lnTo>
                  <a:pt x="2054" y="4408"/>
                </a:lnTo>
                <a:lnTo>
                  <a:pt x="2054" y="4450"/>
                </a:lnTo>
                <a:lnTo>
                  <a:pt x="2054" y="4515"/>
                </a:lnTo>
                <a:lnTo>
                  <a:pt x="2054" y="4515"/>
                </a:lnTo>
                <a:lnTo>
                  <a:pt x="2011" y="4557"/>
                </a:lnTo>
                <a:lnTo>
                  <a:pt x="1968" y="4600"/>
                </a:lnTo>
                <a:lnTo>
                  <a:pt x="1819" y="4664"/>
                </a:lnTo>
                <a:lnTo>
                  <a:pt x="1669" y="4729"/>
                </a:lnTo>
                <a:lnTo>
                  <a:pt x="1605" y="4771"/>
                </a:lnTo>
                <a:lnTo>
                  <a:pt x="1562" y="4814"/>
                </a:lnTo>
                <a:lnTo>
                  <a:pt x="1562" y="4814"/>
                </a:lnTo>
                <a:lnTo>
                  <a:pt x="1498" y="4943"/>
                </a:lnTo>
                <a:lnTo>
                  <a:pt x="1455" y="5071"/>
                </a:lnTo>
                <a:lnTo>
                  <a:pt x="1412" y="5371"/>
                </a:lnTo>
                <a:lnTo>
                  <a:pt x="1412" y="5371"/>
                </a:lnTo>
                <a:lnTo>
                  <a:pt x="1391" y="5520"/>
                </a:lnTo>
                <a:lnTo>
                  <a:pt x="1369" y="5691"/>
                </a:lnTo>
                <a:lnTo>
                  <a:pt x="1369" y="5863"/>
                </a:lnTo>
                <a:lnTo>
                  <a:pt x="1391" y="5927"/>
                </a:lnTo>
                <a:lnTo>
                  <a:pt x="1412" y="6012"/>
                </a:lnTo>
                <a:lnTo>
                  <a:pt x="1412" y="6012"/>
                </a:lnTo>
                <a:lnTo>
                  <a:pt x="1455" y="6055"/>
                </a:lnTo>
                <a:lnTo>
                  <a:pt x="1519" y="6098"/>
                </a:lnTo>
                <a:lnTo>
                  <a:pt x="1647" y="6162"/>
                </a:lnTo>
                <a:lnTo>
                  <a:pt x="1776" y="6184"/>
                </a:lnTo>
                <a:lnTo>
                  <a:pt x="1904" y="6184"/>
                </a:lnTo>
                <a:lnTo>
                  <a:pt x="1904" y="6184"/>
                </a:lnTo>
                <a:lnTo>
                  <a:pt x="2311" y="6162"/>
                </a:lnTo>
                <a:lnTo>
                  <a:pt x="2717" y="6119"/>
                </a:lnTo>
                <a:lnTo>
                  <a:pt x="2717" y="6119"/>
                </a:lnTo>
                <a:lnTo>
                  <a:pt x="3081" y="6098"/>
                </a:lnTo>
                <a:lnTo>
                  <a:pt x="3252" y="6055"/>
                </a:lnTo>
                <a:lnTo>
                  <a:pt x="3338" y="6034"/>
                </a:lnTo>
                <a:lnTo>
                  <a:pt x="3423" y="5991"/>
                </a:lnTo>
                <a:lnTo>
                  <a:pt x="3423" y="5991"/>
                </a:lnTo>
                <a:lnTo>
                  <a:pt x="3509" y="5905"/>
                </a:lnTo>
                <a:lnTo>
                  <a:pt x="3573" y="5777"/>
                </a:lnTo>
                <a:lnTo>
                  <a:pt x="3616" y="5649"/>
                </a:lnTo>
                <a:lnTo>
                  <a:pt x="3637" y="5499"/>
                </a:lnTo>
                <a:lnTo>
                  <a:pt x="3659" y="5349"/>
                </a:lnTo>
                <a:lnTo>
                  <a:pt x="3637" y="5199"/>
                </a:lnTo>
                <a:lnTo>
                  <a:pt x="3616" y="5071"/>
                </a:lnTo>
                <a:lnTo>
                  <a:pt x="3573" y="4943"/>
                </a:lnTo>
                <a:lnTo>
                  <a:pt x="3573" y="4943"/>
                </a:lnTo>
                <a:lnTo>
                  <a:pt x="3509" y="4836"/>
                </a:lnTo>
                <a:lnTo>
                  <a:pt x="3423" y="4729"/>
                </a:lnTo>
                <a:lnTo>
                  <a:pt x="3338" y="4643"/>
                </a:lnTo>
                <a:lnTo>
                  <a:pt x="3209" y="4557"/>
                </a:lnTo>
                <a:lnTo>
                  <a:pt x="3209" y="4557"/>
                </a:lnTo>
                <a:close/>
                <a:moveTo>
                  <a:pt x="3167" y="5349"/>
                </a:moveTo>
                <a:lnTo>
                  <a:pt x="3167" y="5349"/>
                </a:lnTo>
                <a:lnTo>
                  <a:pt x="3167" y="5477"/>
                </a:lnTo>
                <a:lnTo>
                  <a:pt x="3167" y="5542"/>
                </a:lnTo>
                <a:lnTo>
                  <a:pt x="3102" y="5606"/>
                </a:lnTo>
                <a:lnTo>
                  <a:pt x="2995" y="5649"/>
                </a:lnTo>
                <a:lnTo>
                  <a:pt x="2995" y="5649"/>
                </a:lnTo>
                <a:lnTo>
                  <a:pt x="2846" y="5691"/>
                </a:lnTo>
                <a:lnTo>
                  <a:pt x="2781" y="5691"/>
                </a:lnTo>
                <a:lnTo>
                  <a:pt x="2739" y="5691"/>
                </a:lnTo>
                <a:lnTo>
                  <a:pt x="2696" y="5649"/>
                </a:lnTo>
                <a:lnTo>
                  <a:pt x="2674" y="5627"/>
                </a:lnTo>
                <a:lnTo>
                  <a:pt x="2632" y="5477"/>
                </a:lnTo>
                <a:lnTo>
                  <a:pt x="2632" y="5477"/>
                </a:lnTo>
                <a:lnTo>
                  <a:pt x="2589" y="5221"/>
                </a:lnTo>
                <a:lnTo>
                  <a:pt x="2568" y="5092"/>
                </a:lnTo>
                <a:lnTo>
                  <a:pt x="2525" y="4985"/>
                </a:lnTo>
                <a:lnTo>
                  <a:pt x="2525" y="4985"/>
                </a:lnTo>
                <a:lnTo>
                  <a:pt x="2525" y="4921"/>
                </a:lnTo>
                <a:lnTo>
                  <a:pt x="2525" y="4857"/>
                </a:lnTo>
                <a:lnTo>
                  <a:pt x="2503" y="4814"/>
                </a:lnTo>
                <a:lnTo>
                  <a:pt x="2439" y="4793"/>
                </a:lnTo>
                <a:lnTo>
                  <a:pt x="2439" y="4793"/>
                </a:lnTo>
                <a:lnTo>
                  <a:pt x="2375" y="4793"/>
                </a:lnTo>
                <a:lnTo>
                  <a:pt x="2311" y="4814"/>
                </a:lnTo>
                <a:lnTo>
                  <a:pt x="2289" y="4878"/>
                </a:lnTo>
                <a:lnTo>
                  <a:pt x="2268" y="4943"/>
                </a:lnTo>
                <a:lnTo>
                  <a:pt x="2268" y="4943"/>
                </a:lnTo>
                <a:lnTo>
                  <a:pt x="2289" y="4985"/>
                </a:lnTo>
                <a:lnTo>
                  <a:pt x="2311" y="5028"/>
                </a:lnTo>
                <a:lnTo>
                  <a:pt x="2332" y="5114"/>
                </a:lnTo>
                <a:lnTo>
                  <a:pt x="2332" y="5114"/>
                </a:lnTo>
                <a:lnTo>
                  <a:pt x="2332" y="5242"/>
                </a:lnTo>
                <a:lnTo>
                  <a:pt x="2311" y="5371"/>
                </a:lnTo>
                <a:lnTo>
                  <a:pt x="2311" y="5371"/>
                </a:lnTo>
                <a:lnTo>
                  <a:pt x="2311" y="5520"/>
                </a:lnTo>
                <a:lnTo>
                  <a:pt x="2289" y="5649"/>
                </a:lnTo>
                <a:lnTo>
                  <a:pt x="2268" y="5691"/>
                </a:lnTo>
                <a:lnTo>
                  <a:pt x="2225" y="5734"/>
                </a:lnTo>
                <a:lnTo>
                  <a:pt x="2161" y="5756"/>
                </a:lnTo>
                <a:lnTo>
                  <a:pt x="2097" y="5777"/>
                </a:lnTo>
                <a:lnTo>
                  <a:pt x="2097" y="5777"/>
                </a:lnTo>
                <a:lnTo>
                  <a:pt x="1968" y="5777"/>
                </a:lnTo>
                <a:lnTo>
                  <a:pt x="1926" y="5756"/>
                </a:lnTo>
                <a:lnTo>
                  <a:pt x="1904" y="5713"/>
                </a:lnTo>
                <a:lnTo>
                  <a:pt x="1861" y="5627"/>
                </a:lnTo>
                <a:lnTo>
                  <a:pt x="1861" y="5627"/>
                </a:lnTo>
                <a:lnTo>
                  <a:pt x="1840" y="5499"/>
                </a:lnTo>
                <a:lnTo>
                  <a:pt x="1819" y="5328"/>
                </a:lnTo>
                <a:lnTo>
                  <a:pt x="1819" y="5157"/>
                </a:lnTo>
                <a:lnTo>
                  <a:pt x="1840" y="5050"/>
                </a:lnTo>
                <a:lnTo>
                  <a:pt x="1840" y="5050"/>
                </a:lnTo>
                <a:lnTo>
                  <a:pt x="1861" y="4985"/>
                </a:lnTo>
                <a:lnTo>
                  <a:pt x="1904" y="4964"/>
                </a:lnTo>
                <a:lnTo>
                  <a:pt x="2011" y="4900"/>
                </a:lnTo>
                <a:lnTo>
                  <a:pt x="2118" y="4836"/>
                </a:lnTo>
                <a:lnTo>
                  <a:pt x="2204" y="4771"/>
                </a:lnTo>
                <a:lnTo>
                  <a:pt x="2204" y="4771"/>
                </a:lnTo>
                <a:lnTo>
                  <a:pt x="2247" y="4707"/>
                </a:lnTo>
                <a:lnTo>
                  <a:pt x="2268" y="4643"/>
                </a:lnTo>
                <a:lnTo>
                  <a:pt x="2289" y="4515"/>
                </a:lnTo>
                <a:lnTo>
                  <a:pt x="2268" y="4386"/>
                </a:lnTo>
                <a:lnTo>
                  <a:pt x="2225" y="4237"/>
                </a:lnTo>
                <a:lnTo>
                  <a:pt x="2225" y="4237"/>
                </a:lnTo>
                <a:lnTo>
                  <a:pt x="2204" y="4108"/>
                </a:lnTo>
                <a:lnTo>
                  <a:pt x="2182" y="3980"/>
                </a:lnTo>
                <a:lnTo>
                  <a:pt x="2182" y="3830"/>
                </a:lnTo>
                <a:lnTo>
                  <a:pt x="2204" y="3766"/>
                </a:lnTo>
                <a:lnTo>
                  <a:pt x="2225" y="3702"/>
                </a:lnTo>
                <a:lnTo>
                  <a:pt x="2225" y="3702"/>
                </a:lnTo>
                <a:lnTo>
                  <a:pt x="2311" y="3616"/>
                </a:lnTo>
                <a:lnTo>
                  <a:pt x="2418" y="3573"/>
                </a:lnTo>
                <a:lnTo>
                  <a:pt x="2461" y="3573"/>
                </a:lnTo>
                <a:lnTo>
                  <a:pt x="2503" y="3595"/>
                </a:lnTo>
                <a:lnTo>
                  <a:pt x="2546" y="3616"/>
                </a:lnTo>
                <a:lnTo>
                  <a:pt x="2568" y="3680"/>
                </a:lnTo>
                <a:lnTo>
                  <a:pt x="2568" y="3680"/>
                </a:lnTo>
                <a:lnTo>
                  <a:pt x="2589" y="3744"/>
                </a:lnTo>
                <a:lnTo>
                  <a:pt x="2589" y="3809"/>
                </a:lnTo>
                <a:lnTo>
                  <a:pt x="2568" y="3958"/>
                </a:lnTo>
                <a:lnTo>
                  <a:pt x="2503" y="4237"/>
                </a:lnTo>
                <a:lnTo>
                  <a:pt x="2503" y="4237"/>
                </a:lnTo>
                <a:lnTo>
                  <a:pt x="2461" y="4386"/>
                </a:lnTo>
                <a:lnTo>
                  <a:pt x="2461" y="4493"/>
                </a:lnTo>
                <a:lnTo>
                  <a:pt x="2503" y="4557"/>
                </a:lnTo>
                <a:lnTo>
                  <a:pt x="2610" y="4664"/>
                </a:lnTo>
                <a:lnTo>
                  <a:pt x="2610" y="4664"/>
                </a:lnTo>
                <a:lnTo>
                  <a:pt x="2739" y="4729"/>
                </a:lnTo>
                <a:lnTo>
                  <a:pt x="2867" y="4793"/>
                </a:lnTo>
                <a:lnTo>
                  <a:pt x="2995" y="4878"/>
                </a:lnTo>
                <a:lnTo>
                  <a:pt x="3102" y="4964"/>
                </a:lnTo>
                <a:lnTo>
                  <a:pt x="3102" y="4964"/>
                </a:lnTo>
                <a:lnTo>
                  <a:pt x="3124" y="5028"/>
                </a:lnTo>
                <a:lnTo>
                  <a:pt x="3167" y="5157"/>
                </a:lnTo>
                <a:lnTo>
                  <a:pt x="3188" y="5285"/>
                </a:lnTo>
                <a:lnTo>
                  <a:pt x="3188" y="5328"/>
                </a:lnTo>
                <a:lnTo>
                  <a:pt x="3167" y="5349"/>
                </a:lnTo>
                <a:lnTo>
                  <a:pt x="3167" y="5349"/>
                </a:lnTo>
                <a:close/>
                <a:moveTo>
                  <a:pt x="4279" y="3787"/>
                </a:moveTo>
                <a:lnTo>
                  <a:pt x="4279" y="3787"/>
                </a:lnTo>
                <a:lnTo>
                  <a:pt x="4322" y="3744"/>
                </a:lnTo>
                <a:lnTo>
                  <a:pt x="4365" y="3702"/>
                </a:lnTo>
                <a:lnTo>
                  <a:pt x="4429" y="3595"/>
                </a:lnTo>
                <a:lnTo>
                  <a:pt x="4450" y="3552"/>
                </a:lnTo>
                <a:lnTo>
                  <a:pt x="4493" y="3530"/>
                </a:lnTo>
                <a:lnTo>
                  <a:pt x="4557" y="3530"/>
                </a:lnTo>
                <a:lnTo>
                  <a:pt x="4621" y="3573"/>
                </a:lnTo>
                <a:lnTo>
                  <a:pt x="4621" y="3573"/>
                </a:lnTo>
                <a:lnTo>
                  <a:pt x="4686" y="3616"/>
                </a:lnTo>
                <a:lnTo>
                  <a:pt x="4728" y="3680"/>
                </a:lnTo>
                <a:lnTo>
                  <a:pt x="4814" y="3809"/>
                </a:lnTo>
                <a:lnTo>
                  <a:pt x="4857" y="3873"/>
                </a:lnTo>
                <a:lnTo>
                  <a:pt x="4921" y="3894"/>
                </a:lnTo>
                <a:lnTo>
                  <a:pt x="5007" y="3916"/>
                </a:lnTo>
                <a:lnTo>
                  <a:pt x="5114" y="3894"/>
                </a:lnTo>
                <a:lnTo>
                  <a:pt x="5114" y="3894"/>
                </a:lnTo>
                <a:lnTo>
                  <a:pt x="5199" y="3851"/>
                </a:lnTo>
                <a:lnTo>
                  <a:pt x="5242" y="3809"/>
                </a:lnTo>
                <a:lnTo>
                  <a:pt x="5349" y="3702"/>
                </a:lnTo>
                <a:lnTo>
                  <a:pt x="5456" y="3637"/>
                </a:lnTo>
                <a:lnTo>
                  <a:pt x="5499" y="3616"/>
                </a:lnTo>
                <a:lnTo>
                  <a:pt x="5563" y="3637"/>
                </a:lnTo>
                <a:lnTo>
                  <a:pt x="5563" y="3637"/>
                </a:lnTo>
                <a:lnTo>
                  <a:pt x="5606" y="3680"/>
                </a:lnTo>
                <a:lnTo>
                  <a:pt x="5670" y="3766"/>
                </a:lnTo>
                <a:lnTo>
                  <a:pt x="5713" y="3851"/>
                </a:lnTo>
                <a:lnTo>
                  <a:pt x="5777" y="3916"/>
                </a:lnTo>
                <a:lnTo>
                  <a:pt x="5777" y="3916"/>
                </a:lnTo>
                <a:lnTo>
                  <a:pt x="5841" y="3958"/>
                </a:lnTo>
                <a:lnTo>
                  <a:pt x="5905" y="4001"/>
                </a:lnTo>
                <a:lnTo>
                  <a:pt x="5969" y="4023"/>
                </a:lnTo>
                <a:lnTo>
                  <a:pt x="6055" y="4023"/>
                </a:lnTo>
                <a:lnTo>
                  <a:pt x="6055" y="4023"/>
                </a:lnTo>
                <a:lnTo>
                  <a:pt x="6119" y="3980"/>
                </a:lnTo>
                <a:lnTo>
                  <a:pt x="6162" y="3937"/>
                </a:lnTo>
                <a:lnTo>
                  <a:pt x="6248" y="3809"/>
                </a:lnTo>
                <a:lnTo>
                  <a:pt x="6333" y="3702"/>
                </a:lnTo>
                <a:lnTo>
                  <a:pt x="6376" y="3637"/>
                </a:lnTo>
                <a:lnTo>
                  <a:pt x="6419" y="3616"/>
                </a:lnTo>
                <a:lnTo>
                  <a:pt x="6419" y="3616"/>
                </a:lnTo>
                <a:lnTo>
                  <a:pt x="6483" y="3595"/>
                </a:lnTo>
                <a:lnTo>
                  <a:pt x="6547" y="3616"/>
                </a:lnTo>
                <a:lnTo>
                  <a:pt x="6697" y="3723"/>
                </a:lnTo>
                <a:lnTo>
                  <a:pt x="6847" y="3830"/>
                </a:lnTo>
                <a:lnTo>
                  <a:pt x="6911" y="3873"/>
                </a:lnTo>
                <a:lnTo>
                  <a:pt x="6996" y="3873"/>
                </a:lnTo>
                <a:lnTo>
                  <a:pt x="6996" y="3873"/>
                </a:lnTo>
                <a:lnTo>
                  <a:pt x="7103" y="3873"/>
                </a:lnTo>
                <a:lnTo>
                  <a:pt x="7168" y="3851"/>
                </a:lnTo>
                <a:lnTo>
                  <a:pt x="7210" y="3809"/>
                </a:lnTo>
                <a:lnTo>
                  <a:pt x="7253" y="3766"/>
                </a:lnTo>
                <a:lnTo>
                  <a:pt x="7339" y="3637"/>
                </a:lnTo>
                <a:lnTo>
                  <a:pt x="7424" y="3509"/>
                </a:lnTo>
                <a:lnTo>
                  <a:pt x="7424" y="3509"/>
                </a:lnTo>
                <a:lnTo>
                  <a:pt x="7510" y="3423"/>
                </a:lnTo>
                <a:lnTo>
                  <a:pt x="7574" y="3317"/>
                </a:lnTo>
                <a:lnTo>
                  <a:pt x="7595" y="3274"/>
                </a:lnTo>
                <a:lnTo>
                  <a:pt x="7595" y="3210"/>
                </a:lnTo>
                <a:lnTo>
                  <a:pt x="7574" y="3167"/>
                </a:lnTo>
                <a:lnTo>
                  <a:pt x="7489" y="3103"/>
                </a:lnTo>
                <a:lnTo>
                  <a:pt x="7489" y="3103"/>
                </a:lnTo>
                <a:lnTo>
                  <a:pt x="7403" y="3081"/>
                </a:lnTo>
                <a:lnTo>
                  <a:pt x="7339" y="3103"/>
                </a:lnTo>
                <a:lnTo>
                  <a:pt x="7275" y="3124"/>
                </a:lnTo>
                <a:lnTo>
                  <a:pt x="7232" y="3167"/>
                </a:lnTo>
                <a:lnTo>
                  <a:pt x="7125" y="3295"/>
                </a:lnTo>
                <a:lnTo>
                  <a:pt x="7082" y="3338"/>
                </a:lnTo>
                <a:lnTo>
                  <a:pt x="7018" y="3359"/>
                </a:lnTo>
                <a:lnTo>
                  <a:pt x="7018" y="3359"/>
                </a:lnTo>
                <a:lnTo>
                  <a:pt x="6975" y="3359"/>
                </a:lnTo>
                <a:lnTo>
                  <a:pt x="6911" y="3338"/>
                </a:lnTo>
                <a:lnTo>
                  <a:pt x="6825" y="3252"/>
                </a:lnTo>
                <a:lnTo>
                  <a:pt x="6740" y="3167"/>
                </a:lnTo>
                <a:lnTo>
                  <a:pt x="6697" y="3145"/>
                </a:lnTo>
                <a:lnTo>
                  <a:pt x="6633" y="3124"/>
                </a:lnTo>
                <a:lnTo>
                  <a:pt x="6633" y="3124"/>
                </a:lnTo>
                <a:lnTo>
                  <a:pt x="6547" y="3103"/>
                </a:lnTo>
                <a:lnTo>
                  <a:pt x="6462" y="3124"/>
                </a:lnTo>
                <a:lnTo>
                  <a:pt x="6376" y="3167"/>
                </a:lnTo>
                <a:lnTo>
                  <a:pt x="6312" y="3210"/>
                </a:lnTo>
                <a:lnTo>
                  <a:pt x="6183" y="3317"/>
                </a:lnTo>
                <a:lnTo>
                  <a:pt x="6119" y="3359"/>
                </a:lnTo>
                <a:lnTo>
                  <a:pt x="6055" y="3381"/>
                </a:lnTo>
                <a:lnTo>
                  <a:pt x="6055" y="3381"/>
                </a:lnTo>
                <a:lnTo>
                  <a:pt x="5991" y="3359"/>
                </a:lnTo>
                <a:lnTo>
                  <a:pt x="5948" y="3338"/>
                </a:lnTo>
                <a:lnTo>
                  <a:pt x="5841" y="3252"/>
                </a:lnTo>
                <a:lnTo>
                  <a:pt x="5755" y="3145"/>
                </a:lnTo>
                <a:lnTo>
                  <a:pt x="5691" y="3124"/>
                </a:lnTo>
                <a:lnTo>
                  <a:pt x="5627" y="3103"/>
                </a:lnTo>
                <a:lnTo>
                  <a:pt x="5627" y="3103"/>
                </a:lnTo>
                <a:lnTo>
                  <a:pt x="5542" y="3103"/>
                </a:lnTo>
                <a:lnTo>
                  <a:pt x="5456" y="3124"/>
                </a:lnTo>
                <a:lnTo>
                  <a:pt x="5392" y="3167"/>
                </a:lnTo>
                <a:lnTo>
                  <a:pt x="5328" y="3231"/>
                </a:lnTo>
                <a:lnTo>
                  <a:pt x="5199" y="3359"/>
                </a:lnTo>
                <a:lnTo>
                  <a:pt x="5135" y="3423"/>
                </a:lnTo>
                <a:lnTo>
                  <a:pt x="5071" y="3466"/>
                </a:lnTo>
                <a:lnTo>
                  <a:pt x="5071" y="3466"/>
                </a:lnTo>
                <a:lnTo>
                  <a:pt x="5007" y="3466"/>
                </a:lnTo>
                <a:lnTo>
                  <a:pt x="4964" y="3466"/>
                </a:lnTo>
                <a:lnTo>
                  <a:pt x="4921" y="3423"/>
                </a:lnTo>
                <a:lnTo>
                  <a:pt x="4878" y="3381"/>
                </a:lnTo>
                <a:lnTo>
                  <a:pt x="4793" y="3295"/>
                </a:lnTo>
                <a:lnTo>
                  <a:pt x="4728" y="3252"/>
                </a:lnTo>
                <a:lnTo>
                  <a:pt x="4664" y="3210"/>
                </a:lnTo>
                <a:lnTo>
                  <a:pt x="4664" y="3210"/>
                </a:lnTo>
                <a:lnTo>
                  <a:pt x="4600" y="3188"/>
                </a:lnTo>
                <a:lnTo>
                  <a:pt x="4515" y="3188"/>
                </a:lnTo>
                <a:lnTo>
                  <a:pt x="4429" y="3210"/>
                </a:lnTo>
                <a:lnTo>
                  <a:pt x="4365" y="3231"/>
                </a:lnTo>
                <a:lnTo>
                  <a:pt x="4236" y="3338"/>
                </a:lnTo>
                <a:lnTo>
                  <a:pt x="4151" y="3466"/>
                </a:lnTo>
                <a:lnTo>
                  <a:pt x="4151" y="3466"/>
                </a:lnTo>
                <a:lnTo>
                  <a:pt x="4087" y="3595"/>
                </a:lnTo>
                <a:lnTo>
                  <a:pt x="4087" y="3659"/>
                </a:lnTo>
                <a:lnTo>
                  <a:pt x="4087" y="3723"/>
                </a:lnTo>
                <a:lnTo>
                  <a:pt x="4087" y="3787"/>
                </a:lnTo>
                <a:lnTo>
                  <a:pt x="4129" y="3830"/>
                </a:lnTo>
                <a:lnTo>
                  <a:pt x="4194" y="3830"/>
                </a:lnTo>
                <a:lnTo>
                  <a:pt x="4279" y="3787"/>
                </a:lnTo>
                <a:lnTo>
                  <a:pt x="4279" y="3787"/>
                </a:lnTo>
                <a:close/>
                <a:moveTo>
                  <a:pt x="4921" y="4643"/>
                </a:moveTo>
                <a:lnTo>
                  <a:pt x="4921" y="4643"/>
                </a:lnTo>
                <a:lnTo>
                  <a:pt x="6996" y="4557"/>
                </a:lnTo>
                <a:lnTo>
                  <a:pt x="6996" y="4557"/>
                </a:lnTo>
                <a:lnTo>
                  <a:pt x="7168" y="4557"/>
                </a:lnTo>
                <a:lnTo>
                  <a:pt x="7424" y="4536"/>
                </a:lnTo>
                <a:lnTo>
                  <a:pt x="7553" y="4493"/>
                </a:lnTo>
                <a:lnTo>
                  <a:pt x="7638" y="4450"/>
                </a:lnTo>
                <a:lnTo>
                  <a:pt x="7660" y="4429"/>
                </a:lnTo>
                <a:lnTo>
                  <a:pt x="7681" y="4386"/>
                </a:lnTo>
                <a:lnTo>
                  <a:pt x="7681" y="4344"/>
                </a:lnTo>
                <a:lnTo>
                  <a:pt x="7660" y="4279"/>
                </a:lnTo>
                <a:lnTo>
                  <a:pt x="7660" y="4279"/>
                </a:lnTo>
                <a:lnTo>
                  <a:pt x="7638" y="4237"/>
                </a:lnTo>
                <a:lnTo>
                  <a:pt x="7595" y="4215"/>
                </a:lnTo>
                <a:lnTo>
                  <a:pt x="7510" y="4172"/>
                </a:lnTo>
                <a:lnTo>
                  <a:pt x="7403" y="4151"/>
                </a:lnTo>
                <a:lnTo>
                  <a:pt x="7253" y="4151"/>
                </a:lnTo>
                <a:lnTo>
                  <a:pt x="6996" y="4194"/>
                </a:lnTo>
                <a:lnTo>
                  <a:pt x="6804" y="4215"/>
                </a:lnTo>
                <a:lnTo>
                  <a:pt x="6804" y="4215"/>
                </a:lnTo>
                <a:lnTo>
                  <a:pt x="5734" y="4258"/>
                </a:lnTo>
                <a:lnTo>
                  <a:pt x="4664" y="4301"/>
                </a:lnTo>
                <a:lnTo>
                  <a:pt x="4664" y="4301"/>
                </a:lnTo>
                <a:lnTo>
                  <a:pt x="4515" y="4301"/>
                </a:lnTo>
                <a:lnTo>
                  <a:pt x="4279" y="4322"/>
                </a:lnTo>
                <a:lnTo>
                  <a:pt x="4172" y="4344"/>
                </a:lnTo>
                <a:lnTo>
                  <a:pt x="4087" y="4386"/>
                </a:lnTo>
                <a:lnTo>
                  <a:pt x="4065" y="4408"/>
                </a:lnTo>
                <a:lnTo>
                  <a:pt x="4044" y="4450"/>
                </a:lnTo>
                <a:lnTo>
                  <a:pt x="4044" y="4493"/>
                </a:lnTo>
                <a:lnTo>
                  <a:pt x="4065" y="4536"/>
                </a:lnTo>
                <a:lnTo>
                  <a:pt x="4065" y="4536"/>
                </a:lnTo>
                <a:lnTo>
                  <a:pt x="4108" y="4600"/>
                </a:lnTo>
                <a:lnTo>
                  <a:pt x="4215" y="4643"/>
                </a:lnTo>
                <a:lnTo>
                  <a:pt x="4322" y="4664"/>
                </a:lnTo>
                <a:lnTo>
                  <a:pt x="4450" y="4664"/>
                </a:lnTo>
                <a:lnTo>
                  <a:pt x="4728" y="4643"/>
                </a:lnTo>
                <a:lnTo>
                  <a:pt x="4921" y="4643"/>
                </a:lnTo>
                <a:lnTo>
                  <a:pt x="4921" y="4643"/>
                </a:lnTo>
                <a:close/>
                <a:moveTo>
                  <a:pt x="6419" y="5477"/>
                </a:moveTo>
                <a:lnTo>
                  <a:pt x="6419" y="5477"/>
                </a:lnTo>
                <a:lnTo>
                  <a:pt x="6141" y="5456"/>
                </a:lnTo>
                <a:lnTo>
                  <a:pt x="5884" y="5477"/>
                </a:lnTo>
                <a:lnTo>
                  <a:pt x="5349" y="5499"/>
                </a:lnTo>
                <a:lnTo>
                  <a:pt x="5349" y="5499"/>
                </a:lnTo>
                <a:lnTo>
                  <a:pt x="4878" y="5520"/>
                </a:lnTo>
                <a:lnTo>
                  <a:pt x="4643" y="5542"/>
                </a:lnTo>
                <a:lnTo>
                  <a:pt x="4408" y="5606"/>
                </a:lnTo>
                <a:lnTo>
                  <a:pt x="4408" y="5606"/>
                </a:lnTo>
                <a:lnTo>
                  <a:pt x="4279" y="5649"/>
                </a:lnTo>
                <a:lnTo>
                  <a:pt x="4194" y="5713"/>
                </a:lnTo>
                <a:lnTo>
                  <a:pt x="4172" y="5756"/>
                </a:lnTo>
                <a:lnTo>
                  <a:pt x="4172" y="5798"/>
                </a:lnTo>
                <a:lnTo>
                  <a:pt x="4194" y="5841"/>
                </a:lnTo>
                <a:lnTo>
                  <a:pt x="4258" y="5884"/>
                </a:lnTo>
                <a:lnTo>
                  <a:pt x="4258" y="5884"/>
                </a:lnTo>
                <a:lnTo>
                  <a:pt x="4343" y="5905"/>
                </a:lnTo>
                <a:lnTo>
                  <a:pt x="4472" y="5884"/>
                </a:lnTo>
                <a:lnTo>
                  <a:pt x="4707" y="5841"/>
                </a:lnTo>
                <a:lnTo>
                  <a:pt x="4707" y="5841"/>
                </a:lnTo>
                <a:lnTo>
                  <a:pt x="4985" y="5841"/>
                </a:lnTo>
                <a:lnTo>
                  <a:pt x="5263" y="5820"/>
                </a:lnTo>
                <a:lnTo>
                  <a:pt x="5263" y="5820"/>
                </a:lnTo>
                <a:lnTo>
                  <a:pt x="6162" y="5798"/>
                </a:lnTo>
                <a:lnTo>
                  <a:pt x="7061" y="5777"/>
                </a:lnTo>
                <a:lnTo>
                  <a:pt x="7061" y="5777"/>
                </a:lnTo>
                <a:lnTo>
                  <a:pt x="7210" y="5777"/>
                </a:lnTo>
                <a:lnTo>
                  <a:pt x="7382" y="5734"/>
                </a:lnTo>
                <a:lnTo>
                  <a:pt x="7446" y="5691"/>
                </a:lnTo>
                <a:lnTo>
                  <a:pt x="7489" y="5649"/>
                </a:lnTo>
                <a:lnTo>
                  <a:pt x="7489" y="5584"/>
                </a:lnTo>
                <a:lnTo>
                  <a:pt x="7403" y="5499"/>
                </a:lnTo>
                <a:lnTo>
                  <a:pt x="7403" y="5499"/>
                </a:lnTo>
                <a:lnTo>
                  <a:pt x="7339" y="5456"/>
                </a:lnTo>
                <a:lnTo>
                  <a:pt x="7210" y="5413"/>
                </a:lnTo>
                <a:lnTo>
                  <a:pt x="7082" y="5413"/>
                </a:lnTo>
                <a:lnTo>
                  <a:pt x="6932" y="5413"/>
                </a:lnTo>
                <a:lnTo>
                  <a:pt x="6419" y="5477"/>
                </a:lnTo>
                <a:lnTo>
                  <a:pt x="6419" y="5477"/>
                </a:lnTo>
                <a:close/>
                <a:moveTo>
                  <a:pt x="6911" y="4857"/>
                </a:moveTo>
                <a:lnTo>
                  <a:pt x="6911" y="4857"/>
                </a:lnTo>
                <a:lnTo>
                  <a:pt x="5884" y="4921"/>
                </a:lnTo>
                <a:lnTo>
                  <a:pt x="5370" y="4964"/>
                </a:lnTo>
                <a:lnTo>
                  <a:pt x="4835" y="4985"/>
                </a:lnTo>
                <a:lnTo>
                  <a:pt x="4835" y="4985"/>
                </a:lnTo>
                <a:lnTo>
                  <a:pt x="4707" y="4985"/>
                </a:lnTo>
                <a:lnTo>
                  <a:pt x="4515" y="4985"/>
                </a:lnTo>
                <a:lnTo>
                  <a:pt x="4408" y="5007"/>
                </a:lnTo>
                <a:lnTo>
                  <a:pt x="4322" y="5028"/>
                </a:lnTo>
                <a:lnTo>
                  <a:pt x="4258" y="5071"/>
                </a:lnTo>
                <a:lnTo>
                  <a:pt x="4258" y="5092"/>
                </a:lnTo>
                <a:lnTo>
                  <a:pt x="4258" y="5135"/>
                </a:lnTo>
                <a:lnTo>
                  <a:pt x="4258" y="5135"/>
                </a:lnTo>
                <a:lnTo>
                  <a:pt x="4258" y="5157"/>
                </a:lnTo>
                <a:lnTo>
                  <a:pt x="4301" y="5178"/>
                </a:lnTo>
                <a:lnTo>
                  <a:pt x="4386" y="5199"/>
                </a:lnTo>
                <a:lnTo>
                  <a:pt x="4664" y="5221"/>
                </a:lnTo>
                <a:lnTo>
                  <a:pt x="5156" y="5199"/>
                </a:lnTo>
                <a:lnTo>
                  <a:pt x="5156" y="5199"/>
                </a:lnTo>
                <a:lnTo>
                  <a:pt x="5413" y="5199"/>
                </a:lnTo>
                <a:lnTo>
                  <a:pt x="6012" y="5178"/>
                </a:lnTo>
                <a:lnTo>
                  <a:pt x="7018" y="5135"/>
                </a:lnTo>
                <a:lnTo>
                  <a:pt x="7018" y="5135"/>
                </a:lnTo>
                <a:lnTo>
                  <a:pt x="7189" y="5135"/>
                </a:lnTo>
                <a:lnTo>
                  <a:pt x="7467" y="5135"/>
                </a:lnTo>
                <a:lnTo>
                  <a:pt x="7595" y="5114"/>
                </a:lnTo>
                <a:lnTo>
                  <a:pt x="7681" y="5071"/>
                </a:lnTo>
                <a:lnTo>
                  <a:pt x="7724" y="5050"/>
                </a:lnTo>
                <a:lnTo>
                  <a:pt x="7724" y="5007"/>
                </a:lnTo>
                <a:lnTo>
                  <a:pt x="7745" y="4985"/>
                </a:lnTo>
                <a:lnTo>
                  <a:pt x="7724" y="4943"/>
                </a:lnTo>
                <a:lnTo>
                  <a:pt x="7724" y="4943"/>
                </a:lnTo>
                <a:lnTo>
                  <a:pt x="7660" y="4878"/>
                </a:lnTo>
                <a:lnTo>
                  <a:pt x="7574" y="4836"/>
                </a:lnTo>
                <a:lnTo>
                  <a:pt x="7467" y="4814"/>
                </a:lnTo>
                <a:lnTo>
                  <a:pt x="7339" y="4814"/>
                </a:lnTo>
                <a:lnTo>
                  <a:pt x="7082" y="4836"/>
                </a:lnTo>
                <a:lnTo>
                  <a:pt x="6911" y="4857"/>
                </a:lnTo>
                <a:lnTo>
                  <a:pt x="6911" y="4857"/>
                </a:lnTo>
                <a:close/>
                <a:moveTo>
                  <a:pt x="6697" y="6141"/>
                </a:moveTo>
                <a:lnTo>
                  <a:pt x="6697" y="6141"/>
                </a:lnTo>
                <a:lnTo>
                  <a:pt x="6526" y="6184"/>
                </a:lnTo>
                <a:lnTo>
                  <a:pt x="6376" y="6269"/>
                </a:lnTo>
                <a:lnTo>
                  <a:pt x="6312" y="6312"/>
                </a:lnTo>
                <a:lnTo>
                  <a:pt x="6269" y="6376"/>
                </a:lnTo>
                <a:lnTo>
                  <a:pt x="6226" y="6462"/>
                </a:lnTo>
                <a:lnTo>
                  <a:pt x="6226" y="6547"/>
                </a:lnTo>
                <a:lnTo>
                  <a:pt x="6226" y="6547"/>
                </a:lnTo>
                <a:lnTo>
                  <a:pt x="6226" y="6611"/>
                </a:lnTo>
                <a:lnTo>
                  <a:pt x="6248" y="6697"/>
                </a:lnTo>
                <a:lnTo>
                  <a:pt x="6290" y="6740"/>
                </a:lnTo>
                <a:lnTo>
                  <a:pt x="6355" y="6783"/>
                </a:lnTo>
                <a:lnTo>
                  <a:pt x="6483" y="6847"/>
                </a:lnTo>
                <a:lnTo>
                  <a:pt x="6633" y="6868"/>
                </a:lnTo>
                <a:lnTo>
                  <a:pt x="6633" y="6868"/>
                </a:lnTo>
                <a:lnTo>
                  <a:pt x="6740" y="6847"/>
                </a:lnTo>
                <a:lnTo>
                  <a:pt x="6825" y="6825"/>
                </a:lnTo>
                <a:lnTo>
                  <a:pt x="6889" y="6804"/>
                </a:lnTo>
                <a:lnTo>
                  <a:pt x="6954" y="6761"/>
                </a:lnTo>
                <a:lnTo>
                  <a:pt x="7018" y="6697"/>
                </a:lnTo>
                <a:lnTo>
                  <a:pt x="7039" y="6654"/>
                </a:lnTo>
                <a:lnTo>
                  <a:pt x="7082" y="6590"/>
                </a:lnTo>
                <a:lnTo>
                  <a:pt x="7082" y="6526"/>
                </a:lnTo>
                <a:lnTo>
                  <a:pt x="7082" y="6462"/>
                </a:lnTo>
                <a:lnTo>
                  <a:pt x="7082" y="6397"/>
                </a:lnTo>
                <a:lnTo>
                  <a:pt x="7061" y="6333"/>
                </a:lnTo>
                <a:lnTo>
                  <a:pt x="7018" y="6291"/>
                </a:lnTo>
                <a:lnTo>
                  <a:pt x="6954" y="6248"/>
                </a:lnTo>
                <a:lnTo>
                  <a:pt x="6889" y="6205"/>
                </a:lnTo>
                <a:lnTo>
                  <a:pt x="6804" y="6162"/>
                </a:lnTo>
                <a:lnTo>
                  <a:pt x="6697" y="6141"/>
                </a:lnTo>
                <a:lnTo>
                  <a:pt x="6697" y="6141"/>
                </a:lnTo>
                <a:close/>
                <a:moveTo>
                  <a:pt x="4686" y="1134"/>
                </a:moveTo>
                <a:lnTo>
                  <a:pt x="4686" y="1134"/>
                </a:lnTo>
                <a:lnTo>
                  <a:pt x="4686" y="1070"/>
                </a:lnTo>
                <a:lnTo>
                  <a:pt x="4664" y="1027"/>
                </a:lnTo>
                <a:lnTo>
                  <a:pt x="4643" y="984"/>
                </a:lnTo>
                <a:lnTo>
                  <a:pt x="4600" y="942"/>
                </a:lnTo>
                <a:lnTo>
                  <a:pt x="4493" y="899"/>
                </a:lnTo>
                <a:lnTo>
                  <a:pt x="4386" y="899"/>
                </a:lnTo>
                <a:lnTo>
                  <a:pt x="4279" y="920"/>
                </a:lnTo>
                <a:lnTo>
                  <a:pt x="4194" y="963"/>
                </a:lnTo>
                <a:lnTo>
                  <a:pt x="4108" y="1049"/>
                </a:lnTo>
                <a:lnTo>
                  <a:pt x="4108" y="1113"/>
                </a:lnTo>
                <a:lnTo>
                  <a:pt x="4087" y="1177"/>
                </a:lnTo>
                <a:lnTo>
                  <a:pt x="4087" y="1177"/>
                </a:lnTo>
                <a:lnTo>
                  <a:pt x="4087" y="1241"/>
                </a:lnTo>
                <a:lnTo>
                  <a:pt x="4108" y="1284"/>
                </a:lnTo>
                <a:lnTo>
                  <a:pt x="4151" y="1327"/>
                </a:lnTo>
                <a:lnTo>
                  <a:pt x="4172" y="1369"/>
                </a:lnTo>
                <a:lnTo>
                  <a:pt x="4279" y="1412"/>
                </a:lnTo>
                <a:lnTo>
                  <a:pt x="4386" y="1412"/>
                </a:lnTo>
                <a:lnTo>
                  <a:pt x="4493" y="1391"/>
                </a:lnTo>
                <a:lnTo>
                  <a:pt x="4579" y="1327"/>
                </a:lnTo>
                <a:lnTo>
                  <a:pt x="4664" y="1241"/>
                </a:lnTo>
                <a:lnTo>
                  <a:pt x="4686" y="1198"/>
                </a:lnTo>
                <a:lnTo>
                  <a:pt x="4686" y="1134"/>
                </a:lnTo>
                <a:lnTo>
                  <a:pt x="4686" y="1134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38"/>
          <p:cNvSpPr txBox="1"/>
          <p:nvPr/>
        </p:nvSpPr>
        <p:spPr>
          <a:xfrm>
            <a:off x="3175050" y="3053475"/>
            <a:ext cx="2691300" cy="4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GET: /rest/score/A53FG5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45" name="Google Shape;845;p38"/>
          <p:cNvSpPr/>
          <p:nvPr/>
        </p:nvSpPr>
        <p:spPr>
          <a:xfrm rot="10800000">
            <a:off x="2394463" y="3447800"/>
            <a:ext cx="3997095" cy="271475"/>
          </a:xfrm>
          <a:custGeom>
            <a:rect b="b" l="l" r="r" t="t"/>
            <a:pathLst>
              <a:path extrusionOk="0" h="10859" w="123596">
                <a:moveTo>
                  <a:pt x="0" y="2642"/>
                </a:moveTo>
                <a:cubicBezTo>
                  <a:pt x="28421" y="2642"/>
                  <a:pt x="56797" y="5381"/>
                  <a:pt x="85218" y="5381"/>
                </a:cubicBezTo>
                <a:cubicBezTo>
                  <a:pt x="93334" y="5381"/>
                  <a:pt x="101449" y="5381"/>
                  <a:pt x="109565" y="5381"/>
                </a:cubicBezTo>
                <a:cubicBezTo>
                  <a:pt x="114131" y="5381"/>
                  <a:pt x="120037" y="8919"/>
                  <a:pt x="123261" y="5685"/>
                </a:cubicBezTo>
                <a:cubicBezTo>
                  <a:pt x="125030" y="3910"/>
                  <a:pt x="119216" y="2608"/>
                  <a:pt x="116870" y="1728"/>
                </a:cubicBezTo>
                <a:cubicBezTo>
                  <a:pt x="116104" y="1441"/>
                  <a:pt x="114100" y="0"/>
                  <a:pt x="114739" y="511"/>
                </a:cubicBezTo>
                <a:cubicBezTo>
                  <a:pt x="117335" y="2586"/>
                  <a:pt x="123807" y="2407"/>
                  <a:pt x="123261" y="5685"/>
                </a:cubicBezTo>
                <a:cubicBezTo>
                  <a:pt x="122849" y="8163"/>
                  <a:pt x="119559" y="9083"/>
                  <a:pt x="117783" y="10859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846" name="Google Shape;846;p38"/>
          <p:cNvCxnSpPr/>
          <p:nvPr/>
        </p:nvCxnSpPr>
        <p:spPr>
          <a:xfrm flipH="1" rot="10800000">
            <a:off x="1341350" y="3951815"/>
            <a:ext cx="7106700" cy="306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7" name="Google Shape;847;p38"/>
          <p:cNvSpPr txBox="1"/>
          <p:nvPr/>
        </p:nvSpPr>
        <p:spPr>
          <a:xfrm>
            <a:off x="1630500" y="528800"/>
            <a:ext cx="6524700" cy="4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Gloria Hallelujah"/>
                <a:ea typeface="Gloria Hallelujah"/>
                <a:cs typeface="Gloria Hallelujah"/>
                <a:sym typeface="Gloria Hallelujah"/>
              </a:rPr>
              <a:t>REST</a:t>
            </a:r>
            <a:endParaRPr sz="2400">
              <a:latin typeface="Gloria Hallelujah"/>
              <a:ea typeface="Gloria Hallelujah"/>
              <a:cs typeface="Gloria Hallelujah"/>
              <a:sym typeface="Gloria Hallelujah"/>
            </a:endParaRPr>
          </a:p>
        </p:txBody>
      </p:sp>
      <p:sp>
        <p:nvSpPr>
          <p:cNvPr id="848" name="Google Shape;848;p38"/>
          <p:cNvSpPr txBox="1"/>
          <p:nvPr>
            <p:ph idx="4294967295" type="body"/>
          </p:nvPr>
        </p:nvSpPr>
        <p:spPr>
          <a:xfrm rot="-5400000">
            <a:off x="-1666125" y="2183750"/>
            <a:ext cx="4074300" cy="6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hlink"/>
                </a:solidFill>
                <a:hlinkClick r:id="rId3"/>
              </a:rPr>
              <a:t>https://www.howtographql.com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39"/>
          <p:cNvSpPr/>
          <p:nvPr/>
        </p:nvSpPr>
        <p:spPr>
          <a:xfrm>
            <a:off x="2313050" y="547825"/>
            <a:ext cx="1712100" cy="1784400"/>
          </a:xfrm>
          <a:prstGeom prst="foldedCorner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39"/>
          <p:cNvSpPr txBox="1"/>
          <p:nvPr>
            <p:ph idx="12" type="sldNum"/>
          </p:nvPr>
        </p:nvSpPr>
        <p:spPr>
          <a:xfrm>
            <a:off x="7899350" y="409842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5" name="Google Shape;855;p39"/>
          <p:cNvSpPr txBox="1"/>
          <p:nvPr>
            <p:ph idx="4294967295" type="body"/>
          </p:nvPr>
        </p:nvSpPr>
        <p:spPr>
          <a:xfrm rot="-5400000">
            <a:off x="-1666125" y="2183750"/>
            <a:ext cx="4074300" cy="6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hlink"/>
                </a:solidFill>
                <a:hlinkClick r:id="rId3"/>
              </a:rPr>
              <a:t>https://www.howtographql.com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39"/>
          <p:cNvSpPr/>
          <p:nvPr/>
        </p:nvSpPr>
        <p:spPr>
          <a:xfrm>
            <a:off x="1628277" y="2111726"/>
            <a:ext cx="650418" cy="646207"/>
          </a:xfrm>
          <a:custGeom>
            <a:rect b="b" l="l" r="r" t="t"/>
            <a:pathLst>
              <a:path extrusionOk="0" h="8067" w="8901">
                <a:moveTo>
                  <a:pt x="3637" y="1306"/>
                </a:moveTo>
                <a:lnTo>
                  <a:pt x="3637" y="1327"/>
                </a:lnTo>
                <a:lnTo>
                  <a:pt x="3595" y="1306"/>
                </a:lnTo>
                <a:close/>
                <a:moveTo>
                  <a:pt x="2354" y="1306"/>
                </a:moveTo>
                <a:lnTo>
                  <a:pt x="2375" y="1349"/>
                </a:lnTo>
                <a:lnTo>
                  <a:pt x="2354" y="1370"/>
                </a:lnTo>
                <a:lnTo>
                  <a:pt x="2332" y="1327"/>
                </a:lnTo>
                <a:lnTo>
                  <a:pt x="2354" y="1306"/>
                </a:lnTo>
                <a:close/>
                <a:moveTo>
                  <a:pt x="4707" y="1135"/>
                </a:moveTo>
                <a:lnTo>
                  <a:pt x="4643" y="1177"/>
                </a:lnTo>
                <a:lnTo>
                  <a:pt x="4557" y="1220"/>
                </a:lnTo>
                <a:lnTo>
                  <a:pt x="4536" y="1263"/>
                </a:lnTo>
                <a:lnTo>
                  <a:pt x="4536" y="1284"/>
                </a:lnTo>
                <a:lnTo>
                  <a:pt x="4557" y="1327"/>
                </a:lnTo>
                <a:lnTo>
                  <a:pt x="4600" y="1349"/>
                </a:lnTo>
                <a:lnTo>
                  <a:pt x="4964" y="1413"/>
                </a:lnTo>
                <a:lnTo>
                  <a:pt x="5306" y="1456"/>
                </a:lnTo>
                <a:lnTo>
                  <a:pt x="6034" y="1456"/>
                </a:lnTo>
                <a:lnTo>
                  <a:pt x="6376" y="1477"/>
                </a:lnTo>
                <a:lnTo>
                  <a:pt x="6547" y="1456"/>
                </a:lnTo>
                <a:lnTo>
                  <a:pt x="6718" y="1434"/>
                </a:lnTo>
                <a:lnTo>
                  <a:pt x="6783" y="1413"/>
                </a:lnTo>
                <a:lnTo>
                  <a:pt x="6825" y="1370"/>
                </a:lnTo>
                <a:lnTo>
                  <a:pt x="6847" y="1327"/>
                </a:lnTo>
                <a:lnTo>
                  <a:pt x="6847" y="1284"/>
                </a:lnTo>
                <a:lnTo>
                  <a:pt x="6804" y="1263"/>
                </a:lnTo>
                <a:lnTo>
                  <a:pt x="6761" y="1220"/>
                </a:lnTo>
                <a:lnTo>
                  <a:pt x="6697" y="1199"/>
                </a:lnTo>
                <a:lnTo>
                  <a:pt x="5991" y="1199"/>
                </a:lnTo>
                <a:lnTo>
                  <a:pt x="5670" y="1220"/>
                </a:lnTo>
                <a:lnTo>
                  <a:pt x="5349" y="1199"/>
                </a:lnTo>
                <a:lnTo>
                  <a:pt x="5028" y="1156"/>
                </a:lnTo>
                <a:lnTo>
                  <a:pt x="4857" y="1135"/>
                </a:lnTo>
                <a:close/>
                <a:moveTo>
                  <a:pt x="2675" y="1284"/>
                </a:moveTo>
                <a:lnTo>
                  <a:pt x="2696" y="1306"/>
                </a:lnTo>
                <a:lnTo>
                  <a:pt x="2696" y="1391"/>
                </a:lnTo>
                <a:lnTo>
                  <a:pt x="2653" y="1498"/>
                </a:lnTo>
                <a:lnTo>
                  <a:pt x="2610" y="1520"/>
                </a:lnTo>
                <a:lnTo>
                  <a:pt x="2568" y="1520"/>
                </a:lnTo>
                <a:lnTo>
                  <a:pt x="2568" y="1477"/>
                </a:lnTo>
                <a:lnTo>
                  <a:pt x="2589" y="1413"/>
                </a:lnTo>
                <a:lnTo>
                  <a:pt x="2653" y="1306"/>
                </a:lnTo>
                <a:lnTo>
                  <a:pt x="2675" y="1284"/>
                </a:lnTo>
                <a:close/>
                <a:moveTo>
                  <a:pt x="3038" y="1284"/>
                </a:moveTo>
                <a:lnTo>
                  <a:pt x="3102" y="1306"/>
                </a:lnTo>
                <a:lnTo>
                  <a:pt x="3124" y="1370"/>
                </a:lnTo>
                <a:lnTo>
                  <a:pt x="3102" y="1434"/>
                </a:lnTo>
                <a:lnTo>
                  <a:pt x="3038" y="1541"/>
                </a:lnTo>
                <a:lnTo>
                  <a:pt x="2974" y="1627"/>
                </a:lnTo>
                <a:lnTo>
                  <a:pt x="2910" y="1669"/>
                </a:lnTo>
                <a:lnTo>
                  <a:pt x="2889" y="1627"/>
                </a:lnTo>
                <a:lnTo>
                  <a:pt x="2910" y="1541"/>
                </a:lnTo>
                <a:lnTo>
                  <a:pt x="2953" y="1391"/>
                </a:lnTo>
                <a:lnTo>
                  <a:pt x="2995" y="1306"/>
                </a:lnTo>
                <a:lnTo>
                  <a:pt x="3038" y="1284"/>
                </a:lnTo>
                <a:close/>
                <a:moveTo>
                  <a:pt x="4900" y="1648"/>
                </a:moveTo>
                <a:lnTo>
                  <a:pt x="4750" y="1669"/>
                </a:lnTo>
                <a:lnTo>
                  <a:pt x="4664" y="1712"/>
                </a:lnTo>
                <a:lnTo>
                  <a:pt x="4643" y="1755"/>
                </a:lnTo>
                <a:lnTo>
                  <a:pt x="4643" y="1776"/>
                </a:lnTo>
                <a:lnTo>
                  <a:pt x="4664" y="1841"/>
                </a:lnTo>
                <a:lnTo>
                  <a:pt x="4750" y="1905"/>
                </a:lnTo>
                <a:lnTo>
                  <a:pt x="4878" y="1948"/>
                </a:lnTo>
                <a:lnTo>
                  <a:pt x="6654" y="1948"/>
                </a:lnTo>
                <a:lnTo>
                  <a:pt x="6783" y="1926"/>
                </a:lnTo>
                <a:lnTo>
                  <a:pt x="6847" y="1905"/>
                </a:lnTo>
                <a:lnTo>
                  <a:pt x="6890" y="1862"/>
                </a:lnTo>
                <a:lnTo>
                  <a:pt x="6911" y="1819"/>
                </a:lnTo>
                <a:lnTo>
                  <a:pt x="6890" y="1776"/>
                </a:lnTo>
                <a:lnTo>
                  <a:pt x="6868" y="1734"/>
                </a:lnTo>
                <a:lnTo>
                  <a:pt x="6825" y="1712"/>
                </a:lnTo>
                <a:lnTo>
                  <a:pt x="6654" y="1691"/>
                </a:lnTo>
                <a:lnTo>
                  <a:pt x="6483" y="1669"/>
                </a:lnTo>
                <a:lnTo>
                  <a:pt x="6119" y="1669"/>
                </a:lnTo>
                <a:lnTo>
                  <a:pt x="5413" y="1691"/>
                </a:lnTo>
                <a:lnTo>
                  <a:pt x="5071" y="1669"/>
                </a:lnTo>
                <a:lnTo>
                  <a:pt x="4900" y="1648"/>
                </a:lnTo>
                <a:close/>
                <a:moveTo>
                  <a:pt x="3038" y="2119"/>
                </a:moveTo>
                <a:lnTo>
                  <a:pt x="3209" y="2140"/>
                </a:lnTo>
                <a:lnTo>
                  <a:pt x="3381" y="2140"/>
                </a:lnTo>
                <a:lnTo>
                  <a:pt x="3488" y="2162"/>
                </a:lnTo>
                <a:lnTo>
                  <a:pt x="3509" y="2162"/>
                </a:lnTo>
                <a:lnTo>
                  <a:pt x="3509" y="2183"/>
                </a:lnTo>
                <a:lnTo>
                  <a:pt x="3466" y="2204"/>
                </a:lnTo>
                <a:lnTo>
                  <a:pt x="3423" y="2226"/>
                </a:lnTo>
                <a:lnTo>
                  <a:pt x="3338" y="2226"/>
                </a:lnTo>
                <a:lnTo>
                  <a:pt x="3145" y="2204"/>
                </a:lnTo>
                <a:lnTo>
                  <a:pt x="2931" y="2204"/>
                </a:lnTo>
                <a:lnTo>
                  <a:pt x="2824" y="2183"/>
                </a:lnTo>
                <a:lnTo>
                  <a:pt x="2824" y="2162"/>
                </a:lnTo>
                <a:lnTo>
                  <a:pt x="2846" y="2140"/>
                </a:lnTo>
                <a:lnTo>
                  <a:pt x="2953" y="2119"/>
                </a:lnTo>
                <a:close/>
                <a:moveTo>
                  <a:pt x="2525" y="2097"/>
                </a:moveTo>
                <a:lnTo>
                  <a:pt x="2589" y="2119"/>
                </a:lnTo>
                <a:lnTo>
                  <a:pt x="2653" y="2140"/>
                </a:lnTo>
                <a:lnTo>
                  <a:pt x="2653" y="2162"/>
                </a:lnTo>
                <a:lnTo>
                  <a:pt x="2653" y="2204"/>
                </a:lnTo>
                <a:lnTo>
                  <a:pt x="2610" y="2226"/>
                </a:lnTo>
                <a:lnTo>
                  <a:pt x="2546" y="2247"/>
                </a:lnTo>
                <a:lnTo>
                  <a:pt x="2418" y="2247"/>
                </a:lnTo>
                <a:lnTo>
                  <a:pt x="2354" y="2226"/>
                </a:lnTo>
                <a:lnTo>
                  <a:pt x="2332" y="2204"/>
                </a:lnTo>
                <a:lnTo>
                  <a:pt x="2375" y="2162"/>
                </a:lnTo>
                <a:lnTo>
                  <a:pt x="2461" y="2097"/>
                </a:lnTo>
                <a:close/>
                <a:moveTo>
                  <a:pt x="6312" y="2140"/>
                </a:moveTo>
                <a:lnTo>
                  <a:pt x="5969" y="2162"/>
                </a:lnTo>
                <a:lnTo>
                  <a:pt x="5627" y="2204"/>
                </a:lnTo>
                <a:lnTo>
                  <a:pt x="4707" y="2204"/>
                </a:lnTo>
                <a:lnTo>
                  <a:pt x="4600" y="2226"/>
                </a:lnTo>
                <a:lnTo>
                  <a:pt x="4536" y="2226"/>
                </a:lnTo>
                <a:lnTo>
                  <a:pt x="4515" y="2269"/>
                </a:lnTo>
                <a:lnTo>
                  <a:pt x="4493" y="2311"/>
                </a:lnTo>
                <a:lnTo>
                  <a:pt x="4515" y="2354"/>
                </a:lnTo>
                <a:lnTo>
                  <a:pt x="4557" y="2397"/>
                </a:lnTo>
                <a:lnTo>
                  <a:pt x="4600" y="2418"/>
                </a:lnTo>
                <a:lnTo>
                  <a:pt x="4964" y="2461"/>
                </a:lnTo>
                <a:lnTo>
                  <a:pt x="5328" y="2483"/>
                </a:lnTo>
                <a:lnTo>
                  <a:pt x="5691" y="2461"/>
                </a:lnTo>
                <a:lnTo>
                  <a:pt x="6055" y="2440"/>
                </a:lnTo>
                <a:lnTo>
                  <a:pt x="6376" y="2440"/>
                </a:lnTo>
                <a:lnTo>
                  <a:pt x="6547" y="2418"/>
                </a:lnTo>
                <a:lnTo>
                  <a:pt x="6697" y="2397"/>
                </a:lnTo>
                <a:lnTo>
                  <a:pt x="6783" y="2354"/>
                </a:lnTo>
                <a:lnTo>
                  <a:pt x="6825" y="2311"/>
                </a:lnTo>
                <a:lnTo>
                  <a:pt x="6825" y="2290"/>
                </a:lnTo>
                <a:lnTo>
                  <a:pt x="6825" y="2247"/>
                </a:lnTo>
                <a:lnTo>
                  <a:pt x="6804" y="2226"/>
                </a:lnTo>
                <a:lnTo>
                  <a:pt x="6761" y="2204"/>
                </a:lnTo>
                <a:lnTo>
                  <a:pt x="6633" y="2162"/>
                </a:lnTo>
                <a:lnTo>
                  <a:pt x="6483" y="2140"/>
                </a:lnTo>
                <a:close/>
                <a:moveTo>
                  <a:pt x="3316" y="1006"/>
                </a:moveTo>
                <a:lnTo>
                  <a:pt x="3081" y="1028"/>
                </a:lnTo>
                <a:lnTo>
                  <a:pt x="2396" y="1028"/>
                </a:lnTo>
                <a:lnTo>
                  <a:pt x="2289" y="1049"/>
                </a:lnTo>
                <a:lnTo>
                  <a:pt x="2225" y="1092"/>
                </a:lnTo>
                <a:lnTo>
                  <a:pt x="2161" y="1156"/>
                </a:lnTo>
                <a:lnTo>
                  <a:pt x="2118" y="1220"/>
                </a:lnTo>
                <a:lnTo>
                  <a:pt x="2097" y="1306"/>
                </a:lnTo>
                <a:lnTo>
                  <a:pt x="2075" y="1456"/>
                </a:lnTo>
                <a:lnTo>
                  <a:pt x="2075" y="1798"/>
                </a:lnTo>
                <a:lnTo>
                  <a:pt x="2075" y="1948"/>
                </a:lnTo>
                <a:lnTo>
                  <a:pt x="2054" y="2162"/>
                </a:lnTo>
                <a:lnTo>
                  <a:pt x="2075" y="2247"/>
                </a:lnTo>
                <a:lnTo>
                  <a:pt x="2097" y="2333"/>
                </a:lnTo>
                <a:lnTo>
                  <a:pt x="2140" y="2418"/>
                </a:lnTo>
                <a:lnTo>
                  <a:pt x="2182" y="2461"/>
                </a:lnTo>
                <a:lnTo>
                  <a:pt x="2268" y="2483"/>
                </a:lnTo>
                <a:lnTo>
                  <a:pt x="2354" y="2504"/>
                </a:lnTo>
                <a:lnTo>
                  <a:pt x="2568" y="2504"/>
                </a:lnTo>
                <a:lnTo>
                  <a:pt x="2953" y="2461"/>
                </a:lnTo>
                <a:lnTo>
                  <a:pt x="3231" y="2461"/>
                </a:lnTo>
                <a:lnTo>
                  <a:pt x="3488" y="2483"/>
                </a:lnTo>
                <a:lnTo>
                  <a:pt x="3616" y="2504"/>
                </a:lnTo>
                <a:lnTo>
                  <a:pt x="3702" y="2525"/>
                </a:lnTo>
                <a:lnTo>
                  <a:pt x="3766" y="2504"/>
                </a:lnTo>
                <a:lnTo>
                  <a:pt x="3851" y="2440"/>
                </a:lnTo>
                <a:lnTo>
                  <a:pt x="3894" y="2333"/>
                </a:lnTo>
                <a:lnTo>
                  <a:pt x="3916" y="2226"/>
                </a:lnTo>
                <a:lnTo>
                  <a:pt x="3916" y="2119"/>
                </a:lnTo>
                <a:lnTo>
                  <a:pt x="3894" y="1883"/>
                </a:lnTo>
                <a:lnTo>
                  <a:pt x="3894" y="1669"/>
                </a:lnTo>
                <a:lnTo>
                  <a:pt x="3916" y="1498"/>
                </a:lnTo>
                <a:lnTo>
                  <a:pt x="3937" y="1306"/>
                </a:lnTo>
                <a:lnTo>
                  <a:pt x="3916" y="1220"/>
                </a:lnTo>
                <a:lnTo>
                  <a:pt x="3894" y="1135"/>
                </a:lnTo>
                <a:lnTo>
                  <a:pt x="3830" y="1070"/>
                </a:lnTo>
                <a:lnTo>
                  <a:pt x="3766" y="1028"/>
                </a:lnTo>
                <a:lnTo>
                  <a:pt x="3659" y="1006"/>
                </a:lnTo>
                <a:close/>
                <a:moveTo>
                  <a:pt x="2268" y="2889"/>
                </a:moveTo>
                <a:lnTo>
                  <a:pt x="2182" y="2910"/>
                </a:lnTo>
                <a:lnTo>
                  <a:pt x="2097" y="2953"/>
                </a:lnTo>
                <a:lnTo>
                  <a:pt x="2075" y="2975"/>
                </a:lnTo>
                <a:lnTo>
                  <a:pt x="2054" y="3017"/>
                </a:lnTo>
                <a:lnTo>
                  <a:pt x="2075" y="3039"/>
                </a:lnTo>
                <a:lnTo>
                  <a:pt x="2140" y="3060"/>
                </a:lnTo>
                <a:lnTo>
                  <a:pt x="2247" y="3103"/>
                </a:lnTo>
                <a:lnTo>
                  <a:pt x="2375" y="3124"/>
                </a:lnTo>
                <a:lnTo>
                  <a:pt x="2653" y="3146"/>
                </a:lnTo>
                <a:lnTo>
                  <a:pt x="3359" y="3146"/>
                </a:lnTo>
                <a:lnTo>
                  <a:pt x="3637" y="3124"/>
                </a:lnTo>
                <a:lnTo>
                  <a:pt x="3766" y="3103"/>
                </a:lnTo>
                <a:lnTo>
                  <a:pt x="3851" y="3060"/>
                </a:lnTo>
                <a:lnTo>
                  <a:pt x="3851" y="3039"/>
                </a:lnTo>
                <a:lnTo>
                  <a:pt x="3851" y="3017"/>
                </a:lnTo>
                <a:lnTo>
                  <a:pt x="3830" y="2975"/>
                </a:lnTo>
                <a:lnTo>
                  <a:pt x="3787" y="2932"/>
                </a:lnTo>
                <a:lnTo>
                  <a:pt x="3702" y="2910"/>
                </a:lnTo>
                <a:lnTo>
                  <a:pt x="3595" y="2910"/>
                </a:lnTo>
                <a:lnTo>
                  <a:pt x="3381" y="2932"/>
                </a:lnTo>
                <a:lnTo>
                  <a:pt x="2824" y="2889"/>
                </a:lnTo>
                <a:close/>
                <a:moveTo>
                  <a:pt x="6141" y="3060"/>
                </a:moveTo>
                <a:lnTo>
                  <a:pt x="6183" y="3082"/>
                </a:lnTo>
                <a:lnTo>
                  <a:pt x="6205" y="3103"/>
                </a:lnTo>
                <a:lnTo>
                  <a:pt x="6076" y="3210"/>
                </a:lnTo>
                <a:lnTo>
                  <a:pt x="5969" y="3317"/>
                </a:lnTo>
                <a:lnTo>
                  <a:pt x="5969" y="3231"/>
                </a:lnTo>
                <a:lnTo>
                  <a:pt x="5991" y="3146"/>
                </a:lnTo>
                <a:lnTo>
                  <a:pt x="6034" y="3103"/>
                </a:lnTo>
                <a:lnTo>
                  <a:pt x="6055" y="3082"/>
                </a:lnTo>
                <a:lnTo>
                  <a:pt x="6141" y="3060"/>
                </a:lnTo>
                <a:close/>
                <a:moveTo>
                  <a:pt x="5007" y="3039"/>
                </a:moveTo>
                <a:lnTo>
                  <a:pt x="5049" y="3060"/>
                </a:lnTo>
                <a:lnTo>
                  <a:pt x="5049" y="3103"/>
                </a:lnTo>
                <a:lnTo>
                  <a:pt x="5007" y="3231"/>
                </a:lnTo>
                <a:lnTo>
                  <a:pt x="4964" y="3317"/>
                </a:lnTo>
                <a:lnTo>
                  <a:pt x="4921" y="3360"/>
                </a:lnTo>
                <a:lnTo>
                  <a:pt x="4900" y="3317"/>
                </a:lnTo>
                <a:lnTo>
                  <a:pt x="4900" y="3210"/>
                </a:lnTo>
                <a:lnTo>
                  <a:pt x="4900" y="3103"/>
                </a:lnTo>
                <a:lnTo>
                  <a:pt x="4900" y="3060"/>
                </a:lnTo>
                <a:lnTo>
                  <a:pt x="4921" y="3060"/>
                </a:lnTo>
                <a:lnTo>
                  <a:pt x="4964" y="3039"/>
                </a:lnTo>
                <a:close/>
                <a:moveTo>
                  <a:pt x="5370" y="3017"/>
                </a:moveTo>
                <a:lnTo>
                  <a:pt x="5435" y="3039"/>
                </a:lnTo>
                <a:lnTo>
                  <a:pt x="5435" y="3082"/>
                </a:lnTo>
                <a:lnTo>
                  <a:pt x="5435" y="3124"/>
                </a:lnTo>
                <a:lnTo>
                  <a:pt x="5328" y="3231"/>
                </a:lnTo>
                <a:lnTo>
                  <a:pt x="5221" y="3360"/>
                </a:lnTo>
                <a:lnTo>
                  <a:pt x="5135" y="3445"/>
                </a:lnTo>
                <a:lnTo>
                  <a:pt x="5135" y="3403"/>
                </a:lnTo>
                <a:lnTo>
                  <a:pt x="5156" y="3403"/>
                </a:lnTo>
                <a:lnTo>
                  <a:pt x="5178" y="3317"/>
                </a:lnTo>
                <a:lnTo>
                  <a:pt x="5242" y="3146"/>
                </a:lnTo>
                <a:lnTo>
                  <a:pt x="5285" y="3082"/>
                </a:lnTo>
                <a:lnTo>
                  <a:pt x="5328" y="3039"/>
                </a:lnTo>
                <a:lnTo>
                  <a:pt x="5370" y="3017"/>
                </a:lnTo>
                <a:close/>
                <a:moveTo>
                  <a:pt x="3680" y="3317"/>
                </a:moveTo>
                <a:lnTo>
                  <a:pt x="3488" y="3338"/>
                </a:lnTo>
                <a:lnTo>
                  <a:pt x="2910" y="3360"/>
                </a:lnTo>
                <a:lnTo>
                  <a:pt x="2696" y="3360"/>
                </a:lnTo>
                <a:lnTo>
                  <a:pt x="2396" y="3381"/>
                </a:lnTo>
                <a:lnTo>
                  <a:pt x="2247" y="3403"/>
                </a:lnTo>
                <a:lnTo>
                  <a:pt x="2140" y="3445"/>
                </a:lnTo>
                <a:lnTo>
                  <a:pt x="2118" y="3467"/>
                </a:lnTo>
                <a:lnTo>
                  <a:pt x="2097" y="3488"/>
                </a:lnTo>
                <a:lnTo>
                  <a:pt x="2097" y="3531"/>
                </a:lnTo>
                <a:lnTo>
                  <a:pt x="2118" y="3574"/>
                </a:lnTo>
                <a:lnTo>
                  <a:pt x="2161" y="3595"/>
                </a:lnTo>
                <a:lnTo>
                  <a:pt x="2225" y="3617"/>
                </a:lnTo>
                <a:lnTo>
                  <a:pt x="2653" y="3617"/>
                </a:lnTo>
                <a:lnTo>
                  <a:pt x="3231" y="3595"/>
                </a:lnTo>
                <a:lnTo>
                  <a:pt x="3402" y="3595"/>
                </a:lnTo>
                <a:lnTo>
                  <a:pt x="3702" y="3552"/>
                </a:lnTo>
                <a:lnTo>
                  <a:pt x="3830" y="3510"/>
                </a:lnTo>
                <a:lnTo>
                  <a:pt x="3916" y="3467"/>
                </a:lnTo>
                <a:lnTo>
                  <a:pt x="3937" y="3445"/>
                </a:lnTo>
                <a:lnTo>
                  <a:pt x="3937" y="3403"/>
                </a:lnTo>
                <a:lnTo>
                  <a:pt x="3916" y="3381"/>
                </a:lnTo>
                <a:lnTo>
                  <a:pt x="3873" y="3338"/>
                </a:lnTo>
                <a:lnTo>
                  <a:pt x="3787" y="3317"/>
                </a:lnTo>
                <a:close/>
                <a:moveTo>
                  <a:pt x="6462" y="3017"/>
                </a:moveTo>
                <a:lnTo>
                  <a:pt x="6504" y="3039"/>
                </a:lnTo>
                <a:lnTo>
                  <a:pt x="6526" y="3082"/>
                </a:lnTo>
                <a:lnTo>
                  <a:pt x="6526" y="3146"/>
                </a:lnTo>
                <a:lnTo>
                  <a:pt x="6526" y="3274"/>
                </a:lnTo>
                <a:lnTo>
                  <a:pt x="6504" y="3360"/>
                </a:lnTo>
                <a:lnTo>
                  <a:pt x="6483" y="3445"/>
                </a:lnTo>
                <a:lnTo>
                  <a:pt x="6462" y="3531"/>
                </a:lnTo>
                <a:lnTo>
                  <a:pt x="6419" y="3595"/>
                </a:lnTo>
                <a:lnTo>
                  <a:pt x="6355" y="3638"/>
                </a:lnTo>
                <a:lnTo>
                  <a:pt x="6312" y="3681"/>
                </a:lnTo>
                <a:lnTo>
                  <a:pt x="6290" y="3681"/>
                </a:lnTo>
                <a:lnTo>
                  <a:pt x="6269" y="3617"/>
                </a:lnTo>
                <a:lnTo>
                  <a:pt x="6290" y="3531"/>
                </a:lnTo>
                <a:lnTo>
                  <a:pt x="6333" y="3424"/>
                </a:lnTo>
                <a:lnTo>
                  <a:pt x="6376" y="3317"/>
                </a:lnTo>
                <a:lnTo>
                  <a:pt x="6419" y="3060"/>
                </a:lnTo>
                <a:lnTo>
                  <a:pt x="6462" y="3017"/>
                </a:lnTo>
                <a:close/>
                <a:moveTo>
                  <a:pt x="5456" y="3274"/>
                </a:moveTo>
                <a:lnTo>
                  <a:pt x="5435" y="3360"/>
                </a:lnTo>
                <a:lnTo>
                  <a:pt x="5413" y="3424"/>
                </a:lnTo>
                <a:lnTo>
                  <a:pt x="5370" y="3510"/>
                </a:lnTo>
                <a:lnTo>
                  <a:pt x="5370" y="3595"/>
                </a:lnTo>
                <a:lnTo>
                  <a:pt x="5370" y="3659"/>
                </a:lnTo>
                <a:lnTo>
                  <a:pt x="5413" y="3723"/>
                </a:lnTo>
                <a:lnTo>
                  <a:pt x="5499" y="3745"/>
                </a:lnTo>
                <a:lnTo>
                  <a:pt x="5563" y="3702"/>
                </a:lnTo>
                <a:lnTo>
                  <a:pt x="5649" y="3766"/>
                </a:lnTo>
                <a:lnTo>
                  <a:pt x="5691" y="3809"/>
                </a:lnTo>
                <a:lnTo>
                  <a:pt x="5734" y="3852"/>
                </a:lnTo>
                <a:lnTo>
                  <a:pt x="5863" y="3809"/>
                </a:lnTo>
                <a:lnTo>
                  <a:pt x="5927" y="3809"/>
                </a:lnTo>
                <a:lnTo>
                  <a:pt x="5927" y="3830"/>
                </a:lnTo>
                <a:lnTo>
                  <a:pt x="5863" y="3873"/>
                </a:lnTo>
                <a:lnTo>
                  <a:pt x="5777" y="3895"/>
                </a:lnTo>
                <a:lnTo>
                  <a:pt x="5542" y="3937"/>
                </a:lnTo>
                <a:lnTo>
                  <a:pt x="5199" y="3937"/>
                </a:lnTo>
                <a:lnTo>
                  <a:pt x="5156" y="3916"/>
                </a:lnTo>
                <a:lnTo>
                  <a:pt x="5156" y="3852"/>
                </a:lnTo>
                <a:lnTo>
                  <a:pt x="5156" y="3788"/>
                </a:lnTo>
                <a:lnTo>
                  <a:pt x="5242" y="3574"/>
                </a:lnTo>
                <a:lnTo>
                  <a:pt x="5349" y="3381"/>
                </a:lnTo>
                <a:lnTo>
                  <a:pt x="5392" y="3317"/>
                </a:lnTo>
                <a:lnTo>
                  <a:pt x="5456" y="3274"/>
                </a:lnTo>
                <a:close/>
                <a:moveTo>
                  <a:pt x="3466" y="3809"/>
                </a:moveTo>
                <a:lnTo>
                  <a:pt x="3167" y="3830"/>
                </a:lnTo>
                <a:lnTo>
                  <a:pt x="2568" y="3852"/>
                </a:lnTo>
                <a:lnTo>
                  <a:pt x="2332" y="3852"/>
                </a:lnTo>
                <a:lnTo>
                  <a:pt x="2204" y="3873"/>
                </a:lnTo>
                <a:lnTo>
                  <a:pt x="2161" y="3895"/>
                </a:lnTo>
                <a:lnTo>
                  <a:pt x="2118" y="3916"/>
                </a:lnTo>
                <a:lnTo>
                  <a:pt x="2097" y="3980"/>
                </a:lnTo>
                <a:lnTo>
                  <a:pt x="2118" y="4023"/>
                </a:lnTo>
                <a:lnTo>
                  <a:pt x="2140" y="4066"/>
                </a:lnTo>
                <a:lnTo>
                  <a:pt x="2204" y="4087"/>
                </a:lnTo>
                <a:lnTo>
                  <a:pt x="2311" y="4109"/>
                </a:lnTo>
                <a:lnTo>
                  <a:pt x="2910" y="4109"/>
                </a:lnTo>
                <a:lnTo>
                  <a:pt x="3423" y="4087"/>
                </a:lnTo>
                <a:lnTo>
                  <a:pt x="3787" y="4087"/>
                </a:lnTo>
                <a:lnTo>
                  <a:pt x="3894" y="4044"/>
                </a:lnTo>
                <a:lnTo>
                  <a:pt x="3958" y="4002"/>
                </a:lnTo>
                <a:lnTo>
                  <a:pt x="3980" y="3959"/>
                </a:lnTo>
                <a:lnTo>
                  <a:pt x="3980" y="3916"/>
                </a:lnTo>
                <a:lnTo>
                  <a:pt x="3958" y="3873"/>
                </a:lnTo>
                <a:lnTo>
                  <a:pt x="3873" y="3830"/>
                </a:lnTo>
                <a:lnTo>
                  <a:pt x="3744" y="3809"/>
                </a:lnTo>
                <a:close/>
                <a:moveTo>
                  <a:pt x="5156" y="2761"/>
                </a:moveTo>
                <a:lnTo>
                  <a:pt x="4900" y="2782"/>
                </a:lnTo>
                <a:lnTo>
                  <a:pt x="4793" y="2825"/>
                </a:lnTo>
                <a:lnTo>
                  <a:pt x="4729" y="2868"/>
                </a:lnTo>
                <a:lnTo>
                  <a:pt x="4686" y="2910"/>
                </a:lnTo>
                <a:lnTo>
                  <a:pt x="4664" y="2953"/>
                </a:lnTo>
                <a:lnTo>
                  <a:pt x="4643" y="3082"/>
                </a:lnTo>
                <a:lnTo>
                  <a:pt x="4664" y="3338"/>
                </a:lnTo>
                <a:lnTo>
                  <a:pt x="4643" y="3595"/>
                </a:lnTo>
                <a:lnTo>
                  <a:pt x="4622" y="3745"/>
                </a:lnTo>
                <a:lnTo>
                  <a:pt x="4643" y="3852"/>
                </a:lnTo>
                <a:lnTo>
                  <a:pt x="4750" y="4023"/>
                </a:lnTo>
                <a:lnTo>
                  <a:pt x="4814" y="4087"/>
                </a:lnTo>
                <a:lnTo>
                  <a:pt x="4878" y="4130"/>
                </a:lnTo>
                <a:lnTo>
                  <a:pt x="4964" y="4173"/>
                </a:lnTo>
                <a:lnTo>
                  <a:pt x="5049" y="4173"/>
                </a:lnTo>
                <a:lnTo>
                  <a:pt x="5242" y="4194"/>
                </a:lnTo>
                <a:lnTo>
                  <a:pt x="5627" y="4151"/>
                </a:lnTo>
                <a:lnTo>
                  <a:pt x="6119" y="4130"/>
                </a:lnTo>
                <a:lnTo>
                  <a:pt x="6504" y="4130"/>
                </a:lnTo>
                <a:lnTo>
                  <a:pt x="6569" y="4109"/>
                </a:lnTo>
                <a:lnTo>
                  <a:pt x="6611" y="4087"/>
                </a:lnTo>
                <a:lnTo>
                  <a:pt x="6676" y="4023"/>
                </a:lnTo>
                <a:lnTo>
                  <a:pt x="6740" y="3937"/>
                </a:lnTo>
                <a:lnTo>
                  <a:pt x="6761" y="3830"/>
                </a:lnTo>
                <a:lnTo>
                  <a:pt x="6761" y="3702"/>
                </a:lnTo>
                <a:lnTo>
                  <a:pt x="6761" y="3467"/>
                </a:lnTo>
                <a:lnTo>
                  <a:pt x="6761" y="3274"/>
                </a:lnTo>
                <a:lnTo>
                  <a:pt x="6783" y="3082"/>
                </a:lnTo>
                <a:lnTo>
                  <a:pt x="6804" y="2932"/>
                </a:lnTo>
                <a:lnTo>
                  <a:pt x="6783" y="2868"/>
                </a:lnTo>
                <a:lnTo>
                  <a:pt x="6740" y="2825"/>
                </a:lnTo>
                <a:lnTo>
                  <a:pt x="6676" y="2782"/>
                </a:lnTo>
                <a:lnTo>
                  <a:pt x="5606" y="2782"/>
                </a:lnTo>
                <a:lnTo>
                  <a:pt x="5156" y="2761"/>
                </a:lnTo>
                <a:close/>
                <a:moveTo>
                  <a:pt x="7018" y="407"/>
                </a:moveTo>
                <a:lnTo>
                  <a:pt x="7253" y="450"/>
                </a:lnTo>
                <a:lnTo>
                  <a:pt x="7360" y="493"/>
                </a:lnTo>
                <a:lnTo>
                  <a:pt x="7446" y="557"/>
                </a:lnTo>
                <a:lnTo>
                  <a:pt x="7531" y="621"/>
                </a:lnTo>
                <a:lnTo>
                  <a:pt x="7617" y="685"/>
                </a:lnTo>
                <a:lnTo>
                  <a:pt x="7681" y="771"/>
                </a:lnTo>
                <a:lnTo>
                  <a:pt x="7724" y="856"/>
                </a:lnTo>
                <a:lnTo>
                  <a:pt x="7767" y="1049"/>
                </a:lnTo>
                <a:lnTo>
                  <a:pt x="7788" y="1263"/>
                </a:lnTo>
                <a:lnTo>
                  <a:pt x="7788" y="1456"/>
                </a:lnTo>
                <a:lnTo>
                  <a:pt x="7788" y="2504"/>
                </a:lnTo>
                <a:lnTo>
                  <a:pt x="7788" y="2932"/>
                </a:lnTo>
                <a:lnTo>
                  <a:pt x="7810" y="3403"/>
                </a:lnTo>
                <a:lnTo>
                  <a:pt x="7788" y="3638"/>
                </a:lnTo>
                <a:lnTo>
                  <a:pt x="7767" y="3852"/>
                </a:lnTo>
                <a:lnTo>
                  <a:pt x="7703" y="4066"/>
                </a:lnTo>
                <a:lnTo>
                  <a:pt x="7617" y="4258"/>
                </a:lnTo>
                <a:lnTo>
                  <a:pt x="7531" y="4365"/>
                </a:lnTo>
                <a:lnTo>
                  <a:pt x="7467" y="4430"/>
                </a:lnTo>
                <a:lnTo>
                  <a:pt x="7360" y="4515"/>
                </a:lnTo>
                <a:lnTo>
                  <a:pt x="7275" y="4558"/>
                </a:lnTo>
                <a:lnTo>
                  <a:pt x="7082" y="4622"/>
                </a:lnTo>
                <a:lnTo>
                  <a:pt x="6868" y="4665"/>
                </a:lnTo>
                <a:lnTo>
                  <a:pt x="6397" y="4665"/>
                </a:lnTo>
                <a:lnTo>
                  <a:pt x="5948" y="4622"/>
                </a:lnTo>
                <a:lnTo>
                  <a:pt x="4942" y="4579"/>
                </a:lnTo>
                <a:lnTo>
                  <a:pt x="3958" y="4537"/>
                </a:lnTo>
                <a:lnTo>
                  <a:pt x="3338" y="4494"/>
                </a:lnTo>
                <a:lnTo>
                  <a:pt x="3017" y="4494"/>
                </a:lnTo>
                <a:lnTo>
                  <a:pt x="2717" y="4515"/>
                </a:lnTo>
                <a:lnTo>
                  <a:pt x="2439" y="4537"/>
                </a:lnTo>
                <a:lnTo>
                  <a:pt x="2161" y="4537"/>
                </a:lnTo>
                <a:lnTo>
                  <a:pt x="1883" y="4515"/>
                </a:lnTo>
                <a:lnTo>
                  <a:pt x="1755" y="4494"/>
                </a:lnTo>
                <a:lnTo>
                  <a:pt x="1626" y="4451"/>
                </a:lnTo>
                <a:lnTo>
                  <a:pt x="1498" y="4387"/>
                </a:lnTo>
                <a:lnTo>
                  <a:pt x="1412" y="4301"/>
                </a:lnTo>
                <a:lnTo>
                  <a:pt x="1348" y="4194"/>
                </a:lnTo>
                <a:lnTo>
                  <a:pt x="1305" y="4066"/>
                </a:lnTo>
                <a:lnTo>
                  <a:pt x="1305" y="3916"/>
                </a:lnTo>
                <a:lnTo>
                  <a:pt x="1305" y="3788"/>
                </a:lnTo>
                <a:lnTo>
                  <a:pt x="1305" y="3510"/>
                </a:lnTo>
                <a:lnTo>
                  <a:pt x="1305" y="2910"/>
                </a:lnTo>
                <a:lnTo>
                  <a:pt x="1327" y="2333"/>
                </a:lnTo>
                <a:lnTo>
                  <a:pt x="1305" y="1905"/>
                </a:lnTo>
                <a:lnTo>
                  <a:pt x="1305" y="1648"/>
                </a:lnTo>
                <a:lnTo>
                  <a:pt x="1327" y="1370"/>
                </a:lnTo>
                <a:lnTo>
                  <a:pt x="1348" y="1113"/>
                </a:lnTo>
                <a:lnTo>
                  <a:pt x="1434" y="899"/>
                </a:lnTo>
                <a:lnTo>
                  <a:pt x="1476" y="792"/>
                </a:lnTo>
                <a:lnTo>
                  <a:pt x="1519" y="707"/>
                </a:lnTo>
                <a:lnTo>
                  <a:pt x="1605" y="664"/>
                </a:lnTo>
                <a:lnTo>
                  <a:pt x="1690" y="621"/>
                </a:lnTo>
                <a:lnTo>
                  <a:pt x="1926" y="536"/>
                </a:lnTo>
                <a:lnTo>
                  <a:pt x="2161" y="514"/>
                </a:lnTo>
                <a:lnTo>
                  <a:pt x="2418" y="493"/>
                </a:lnTo>
                <a:lnTo>
                  <a:pt x="3680" y="493"/>
                </a:lnTo>
                <a:lnTo>
                  <a:pt x="4750" y="471"/>
                </a:lnTo>
                <a:lnTo>
                  <a:pt x="5820" y="450"/>
                </a:lnTo>
                <a:lnTo>
                  <a:pt x="6269" y="429"/>
                </a:lnTo>
                <a:lnTo>
                  <a:pt x="6526" y="407"/>
                </a:lnTo>
                <a:close/>
                <a:moveTo>
                  <a:pt x="4343" y="1"/>
                </a:moveTo>
                <a:lnTo>
                  <a:pt x="3766" y="22"/>
                </a:lnTo>
                <a:lnTo>
                  <a:pt x="3167" y="43"/>
                </a:lnTo>
                <a:lnTo>
                  <a:pt x="1968" y="108"/>
                </a:lnTo>
                <a:lnTo>
                  <a:pt x="1712" y="108"/>
                </a:lnTo>
                <a:lnTo>
                  <a:pt x="1476" y="129"/>
                </a:lnTo>
                <a:lnTo>
                  <a:pt x="1348" y="172"/>
                </a:lnTo>
                <a:lnTo>
                  <a:pt x="1241" y="215"/>
                </a:lnTo>
                <a:lnTo>
                  <a:pt x="1134" y="279"/>
                </a:lnTo>
                <a:lnTo>
                  <a:pt x="1048" y="386"/>
                </a:lnTo>
                <a:lnTo>
                  <a:pt x="963" y="493"/>
                </a:lnTo>
                <a:lnTo>
                  <a:pt x="920" y="621"/>
                </a:lnTo>
                <a:lnTo>
                  <a:pt x="877" y="749"/>
                </a:lnTo>
                <a:lnTo>
                  <a:pt x="856" y="899"/>
                </a:lnTo>
                <a:lnTo>
                  <a:pt x="856" y="1199"/>
                </a:lnTo>
                <a:lnTo>
                  <a:pt x="835" y="1477"/>
                </a:lnTo>
                <a:lnTo>
                  <a:pt x="813" y="2183"/>
                </a:lnTo>
                <a:lnTo>
                  <a:pt x="813" y="2910"/>
                </a:lnTo>
                <a:lnTo>
                  <a:pt x="835" y="3659"/>
                </a:lnTo>
                <a:lnTo>
                  <a:pt x="899" y="4365"/>
                </a:lnTo>
                <a:lnTo>
                  <a:pt x="920" y="4494"/>
                </a:lnTo>
                <a:lnTo>
                  <a:pt x="963" y="4601"/>
                </a:lnTo>
                <a:lnTo>
                  <a:pt x="1027" y="4708"/>
                </a:lnTo>
                <a:lnTo>
                  <a:pt x="1113" y="4772"/>
                </a:lnTo>
                <a:lnTo>
                  <a:pt x="1198" y="4836"/>
                </a:lnTo>
                <a:lnTo>
                  <a:pt x="1305" y="4900"/>
                </a:lnTo>
                <a:lnTo>
                  <a:pt x="1412" y="4922"/>
                </a:lnTo>
                <a:lnTo>
                  <a:pt x="1541" y="4964"/>
                </a:lnTo>
                <a:lnTo>
                  <a:pt x="1776" y="4986"/>
                </a:lnTo>
                <a:lnTo>
                  <a:pt x="2033" y="4986"/>
                </a:lnTo>
                <a:lnTo>
                  <a:pt x="2503" y="4943"/>
                </a:lnTo>
                <a:lnTo>
                  <a:pt x="2782" y="4922"/>
                </a:lnTo>
                <a:lnTo>
                  <a:pt x="3081" y="4922"/>
                </a:lnTo>
                <a:lnTo>
                  <a:pt x="3659" y="4943"/>
                </a:lnTo>
                <a:lnTo>
                  <a:pt x="4793" y="5007"/>
                </a:lnTo>
                <a:lnTo>
                  <a:pt x="5392" y="5029"/>
                </a:lnTo>
                <a:lnTo>
                  <a:pt x="5991" y="5050"/>
                </a:lnTo>
                <a:lnTo>
                  <a:pt x="6633" y="5114"/>
                </a:lnTo>
                <a:lnTo>
                  <a:pt x="6954" y="5114"/>
                </a:lnTo>
                <a:lnTo>
                  <a:pt x="7125" y="5093"/>
                </a:lnTo>
                <a:lnTo>
                  <a:pt x="7275" y="5071"/>
                </a:lnTo>
                <a:lnTo>
                  <a:pt x="7424" y="5029"/>
                </a:lnTo>
                <a:lnTo>
                  <a:pt x="7553" y="4964"/>
                </a:lnTo>
                <a:lnTo>
                  <a:pt x="7660" y="4922"/>
                </a:lnTo>
                <a:lnTo>
                  <a:pt x="7767" y="4836"/>
                </a:lnTo>
                <a:lnTo>
                  <a:pt x="7852" y="4750"/>
                </a:lnTo>
                <a:lnTo>
                  <a:pt x="7917" y="4665"/>
                </a:lnTo>
                <a:lnTo>
                  <a:pt x="7981" y="4558"/>
                </a:lnTo>
                <a:lnTo>
                  <a:pt x="8045" y="4451"/>
                </a:lnTo>
                <a:lnTo>
                  <a:pt x="8130" y="4237"/>
                </a:lnTo>
                <a:lnTo>
                  <a:pt x="8173" y="3980"/>
                </a:lnTo>
                <a:lnTo>
                  <a:pt x="8195" y="3723"/>
                </a:lnTo>
                <a:lnTo>
                  <a:pt x="8195" y="3445"/>
                </a:lnTo>
                <a:lnTo>
                  <a:pt x="8216" y="2354"/>
                </a:lnTo>
                <a:lnTo>
                  <a:pt x="8216" y="1798"/>
                </a:lnTo>
                <a:lnTo>
                  <a:pt x="8216" y="1242"/>
                </a:lnTo>
                <a:lnTo>
                  <a:pt x="8195" y="985"/>
                </a:lnTo>
                <a:lnTo>
                  <a:pt x="8152" y="728"/>
                </a:lnTo>
                <a:lnTo>
                  <a:pt x="8109" y="578"/>
                </a:lnTo>
                <a:lnTo>
                  <a:pt x="8066" y="450"/>
                </a:lnTo>
                <a:lnTo>
                  <a:pt x="8002" y="343"/>
                </a:lnTo>
                <a:lnTo>
                  <a:pt x="7917" y="236"/>
                </a:lnTo>
                <a:lnTo>
                  <a:pt x="7810" y="150"/>
                </a:lnTo>
                <a:lnTo>
                  <a:pt x="7703" y="86"/>
                </a:lnTo>
                <a:lnTo>
                  <a:pt x="7596" y="43"/>
                </a:lnTo>
                <a:lnTo>
                  <a:pt x="7467" y="22"/>
                </a:lnTo>
                <a:lnTo>
                  <a:pt x="7189" y="1"/>
                </a:lnTo>
                <a:lnTo>
                  <a:pt x="6932" y="1"/>
                </a:lnTo>
                <a:lnTo>
                  <a:pt x="6312" y="22"/>
                </a:lnTo>
                <a:lnTo>
                  <a:pt x="5670" y="43"/>
                </a:lnTo>
                <a:lnTo>
                  <a:pt x="5349" y="43"/>
                </a:lnTo>
                <a:lnTo>
                  <a:pt x="5007" y="22"/>
                </a:lnTo>
                <a:lnTo>
                  <a:pt x="4686" y="1"/>
                </a:lnTo>
                <a:close/>
                <a:moveTo>
                  <a:pt x="4942" y="6526"/>
                </a:moveTo>
                <a:lnTo>
                  <a:pt x="4985" y="6548"/>
                </a:lnTo>
                <a:lnTo>
                  <a:pt x="5028" y="6591"/>
                </a:lnTo>
                <a:lnTo>
                  <a:pt x="5049" y="6655"/>
                </a:lnTo>
                <a:lnTo>
                  <a:pt x="5049" y="6740"/>
                </a:lnTo>
                <a:lnTo>
                  <a:pt x="5028" y="6804"/>
                </a:lnTo>
                <a:lnTo>
                  <a:pt x="5007" y="6826"/>
                </a:lnTo>
                <a:lnTo>
                  <a:pt x="4729" y="6826"/>
                </a:lnTo>
                <a:lnTo>
                  <a:pt x="4472" y="6804"/>
                </a:lnTo>
                <a:lnTo>
                  <a:pt x="3980" y="6783"/>
                </a:lnTo>
                <a:lnTo>
                  <a:pt x="3916" y="6762"/>
                </a:lnTo>
                <a:lnTo>
                  <a:pt x="3851" y="6740"/>
                </a:lnTo>
                <a:lnTo>
                  <a:pt x="3809" y="6719"/>
                </a:lnTo>
                <a:lnTo>
                  <a:pt x="3787" y="6697"/>
                </a:lnTo>
                <a:lnTo>
                  <a:pt x="3787" y="6655"/>
                </a:lnTo>
                <a:lnTo>
                  <a:pt x="3809" y="6612"/>
                </a:lnTo>
                <a:lnTo>
                  <a:pt x="3873" y="6591"/>
                </a:lnTo>
                <a:lnTo>
                  <a:pt x="3937" y="6548"/>
                </a:lnTo>
                <a:lnTo>
                  <a:pt x="4108" y="6526"/>
                </a:lnTo>
                <a:close/>
                <a:moveTo>
                  <a:pt x="3980" y="6141"/>
                </a:moveTo>
                <a:lnTo>
                  <a:pt x="3809" y="6184"/>
                </a:lnTo>
                <a:lnTo>
                  <a:pt x="3637" y="6227"/>
                </a:lnTo>
                <a:lnTo>
                  <a:pt x="3573" y="6270"/>
                </a:lnTo>
                <a:lnTo>
                  <a:pt x="3530" y="6312"/>
                </a:lnTo>
                <a:lnTo>
                  <a:pt x="3445" y="6441"/>
                </a:lnTo>
                <a:lnTo>
                  <a:pt x="3402" y="6612"/>
                </a:lnTo>
                <a:lnTo>
                  <a:pt x="3402" y="6783"/>
                </a:lnTo>
                <a:lnTo>
                  <a:pt x="3423" y="6847"/>
                </a:lnTo>
                <a:lnTo>
                  <a:pt x="3445" y="6911"/>
                </a:lnTo>
                <a:lnTo>
                  <a:pt x="3488" y="6976"/>
                </a:lnTo>
                <a:lnTo>
                  <a:pt x="3552" y="7018"/>
                </a:lnTo>
                <a:lnTo>
                  <a:pt x="3680" y="7061"/>
                </a:lnTo>
                <a:lnTo>
                  <a:pt x="3851" y="7083"/>
                </a:lnTo>
                <a:lnTo>
                  <a:pt x="4044" y="7104"/>
                </a:lnTo>
                <a:lnTo>
                  <a:pt x="4408" y="7061"/>
                </a:lnTo>
                <a:lnTo>
                  <a:pt x="4707" y="7040"/>
                </a:lnTo>
                <a:lnTo>
                  <a:pt x="5049" y="7061"/>
                </a:lnTo>
                <a:lnTo>
                  <a:pt x="5221" y="7040"/>
                </a:lnTo>
                <a:lnTo>
                  <a:pt x="5306" y="7018"/>
                </a:lnTo>
                <a:lnTo>
                  <a:pt x="5349" y="6976"/>
                </a:lnTo>
                <a:lnTo>
                  <a:pt x="5392" y="6911"/>
                </a:lnTo>
                <a:lnTo>
                  <a:pt x="5392" y="6847"/>
                </a:lnTo>
                <a:lnTo>
                  <a:pt x="5392" y="6655"/>
                </a:lnTo>
                <a:lnTo>
                  <a:pt x="5349" y="6484"/>
                </a:lnTo>
                <a:lnTo>
                  <a:pt x="5306" y="6355"/>
                </a:lnTo>
                <a:lnTo>
                  <a:pt x="5263" y="6291"/>
                </a:lnTo>
                <a:lnTo>
                  <a:pt x="5199" y="6248"/>
                </a:lnTo>
                <a:lnTo>
                  <a:pt x="5156" y="6205"/>
                </a:lnTo>
                <a:lnTo>
                  <a:pt x="5092" y="6184"/>
                </a:lnTo>
                <a:lnTo>
                  <a:pt x="4814" y="6184"/>
                </a:lnTo>
                <a:lnTo>
                  <a:pt x="4472" y="6141"/>
                </a:lnTo>
                <a:close/>
                <a:moveTo>
                  <a:pt x="3188" y="5564"/>
                </a:moveTo>
                <a:lnTo>
                  <a:pt x="4001" y="5585"/>
                </a:lnTo>
                <a:lnTo>
                  <a:pt x="4472" y="5606"/>
                </a:lnTo>
                <a:lnTo>
                  <a:pt x="5413" y="5606"/>
                </a:lnTo>
                <a:lnTo>
                  <a:pt x="5863" y="5628"/>
                </a:lnTo>
                <a:lnTo>
                  <a:pt x="6397" y="5670"/>
                </a:lnTo>
                <a:lnTo>
                  <a:pt x="6932" y="5713"/>
                </a:lnTo>
                <a:lnTo>
                  <a:pt x="7360" y="5692"/>
                </a:lnTo>
                <a:lnTo>
                  <a:pt x="7574" y="5713"/>
                </a:lnTo>
                <a:lnTo>
                  <a:pt x="7681" y="5756"/>
                </a:lnTo>
                <a:lnTo>
                  <a:pt x="7767" y="5799"/>
                </a:lnTo>
                <a:lnTo>
                  <a:pt x="7852" y="5884"/>
                </a:lnTo>
                <a:lnTo>
                  <a:pt x="7981" y="6056"/>
                </a:lnTo>
                <a:lnTo>
                  <a:pt x="8088" y="6291"/>
                </a:lnTo>
                <a:lnTo>
                  <a:pt x="8216" y="6548"/>
                </a:lnTo>
                <a:lnTo>
                  <a:pt x="8323" y="6804"/>
                </a:lnTo>
                <a:lnTo>
                  <a:pt x="8387" y="7018"/>
                </a:lnTo>
                <a:lnTo>
                  <a:pt x="8409" y="7190"/>
                </a:lnTo>
                <a:lnTo>
                  <a:pt x="8387" y="7232"/>
                </a:lnTo>
                <a:lnTo>
                  <a:pt x="8366" y="7254"/>
                </a:lnTo>
                <a:lnTo>
                  <a:pt x="8130" y="7318"/>
                </a:lnTo>
                <a:lnTo>
                  <a:pt x="7874" y="7361"/>
                </a:lnTo>
                <a:lnTo>
                  <a:pt x="7638" y="7382"/>
                </a:lnTo>
                <a:lnTo>
                  <a:pt x="7382" y="7361"/>
                </a:lnTo>
                <a:lnTo>
                  <a:pt x="6890" y="7339"/>
                </a:lnTo>
                <a:lnTo>
                  <a:pt x="6419" y="7275"/>
                </a:lnTo>
                <a:lnTo>
                  <a:pt x="5927" y="7232"/>
                </a:lnTo>
                <a:lnTo>
                  <a:pt x="5435" y="7211"/>
                </a:lnTo>
                <a:lnTo>
                  <a:pt x="4942" y="7190"/>
                </a:lnTo>
                <a:lnTo>
                  <a:pt x="4450" y="7211"/>
                </a:lnTo>
                <a:lnTo>
                  <a:pt x="3916" y="7232"/>
                </a:lnTo>
                <a:lnTo>
                  <a:pt x="3402" y="7254"/>
                </a:lnTo>
                <a:lnTo>
                  <a:pt x="3167" y="7254"/>
                </a:lnTo>
                <a:lnTo>
                  <a:pt x="2953" y="7232"/>
                </a:lnTo>
                <a:lnTo>
                  <a:pt x="2717" y="7211"/>
                </a:lnTo>
                <a:lnTo>
                  <a:pt x="2503" y="7211"/>
                </a:lnTo>
                <a:lnTo>
                  <a:pt x="1626" y="7254"/>
                </a:lnTo>
                <a:lnTo>
                  <a:pt x="1134" y="7275"/>
                </a:lnTo>
                <a:lnTo>
                  <a:pt x="770" y="7275"/>
                </a:lnTo>
                <a:lnTo>
                  <a:pt x="663" y="7232"/>
                </a:lnTo>
                <a:lnTo>
                  <a:pt x="599" y="7190"/>
                </a:lnTo>
                <a:lnTo>
                  <a:pt x="556" y="7147"/>
                </a:lnTo>
                <a:lnTo>
                  <a:pt x="514" y="7083"/>
                </a:lnTo>
                <a:lnTo>
                  <a:pt x="514" y="7018"/>
                </a:lnTo>
                <a:lnTo>
                  <a:pt x="535" y="6847"/>
                </a:lnTo>
                <a:lnTo>
                  <a:pt x="599" y="6655"/>
                </a:lnTo>
                <a:lnTo>
                  <a:pt x="706" y="6484"/>
                </a:lnTo>
                <a:lnTo>
                  <a:pt x="792" y="6291"/>
                </a:lnTo>
                <a:lnTo>
                  <a:pt x="984" y="6034"/>
                </a:lnTo>
                <a:lnTo>
                  <a:pt x="1155" y="5799"/>
                </a:lnTo>
                <a:lnTo>
                  <a:pt x="1241" y="5692"/>
                </a:lnTo>
                <a:lnTo>
                  <a:pt x="1305" y="5649"/>
                </a:lnTo>
                <a:lnTo>
                  <a:pt x="1391" y="5628"/>
                </a:lnTo>
                <a:lnTo>
                  <a:pt x="1626" y="5585"/>
                </a:lnTo>
                <a:lnTo>
                  <a:pt x="2354" y="5585"/>
                </a:lnTo>
                <a:lnTo>
                  <a:pt x="2782" y="5564"/>
                </a:lnTo>
                <a:close/>
                <a:moveTo>
                  <a:pt x="2140" y="5029"/>
                </a:moveTo>
                <a:lnTo>
                  <a:pt x="1883" y="5050"/>
                </a:lnTo>
                <a:lnTo>
                  <a:pt x="1626" y="5093"/>
                </a:lnTo>
                <a:lnTo>
                  <a:pt x="1391" y="5157"/>
                </a:lnTo>
                <a:lnTo>
                  <a:pt x="1262" y="5200"/>
                </a:lnTo>
                <a:lnTo>
                  <a:pt x="1155" y="5264"/>
                </a:lnTo>
                <a:lnTo>
                  <a:pt x="1070" y="5307"/>
                </a:lnTo>
                <a:lnTo>
                  <a:pt x="984" y="5392"/>
                </a:lnTo>
                <a:lnTo>
                  <a:pt x="856" y="5564"/>
                </a:lnTo>
                <a:lnTo>
                  <a:pt x="728" y="5756"/>
                </a:lnTo>
                <a:lnTo>
                  <a:pt x="407" y="6205"/>
                </a:lnTo>
                <a:lnTo>
                  <a:pt x="257" y="6441"/>
                </a:lnTo>
                <a:lnTo>
                  <a:pt x="150" y="6697"/>
                </a:lnTo>
                <a:lnTo>
                  <a:pt x="64" y="6911"/>
                </a:lnTo>
                <a:lnTo>
                  <a:pt x="21" y="7125"/>
                </a:lnTo>
                <a:lnTo>
                  <a:pt x="0" y="7361"/>
                </a:lnTo>
                <a:lnTo>
                  <a:pt x="0" y="7575"/>
                </a:lnTo>
                <a:lnTo>
                  <a:pt x="43" y="7703"/>
                </a:lnTo>
                <a:lnTo>
                  <a:pt x="86" y="7810"/>
                </a:lnTo>
                <a:lnTo>
                  <a:pt x="171" y="7874"/>
                </a:lnTo>
                <a:lnTo>
                  <a:pt x="257" y="7917"/>
                </a:lnTo>
                <a:lnTo>
                  <a:pt x="342" y="7938"/>
                </a:lnTo>
                <a:lnTo>
                  <a:pt x="471" y="7960"/>
                </a:lnTo>
                <a:lnTo>
                  <a:pt x="706" y="8003"/>
                </a:lnTo>
                <a:lnTo>
                  <a:pt x="963" y="8024"/>
                </a:lnTo>
                <a:lnTo>
                  <a:pt x="1220" y="8045"/>
                </a:lnTo>
                <a:lnTo>
                  <a:pt x="1755" y="8024"/>
                </a:lnTo>
                <a:lnTo>
                  <a:pt x="2268" y="8003"/>
                </a:lnTo>
                <a:lnTo>
                  <a:pt x="2525" y="7981"/>
                </a:lnTo>
                <a:lnTo>
                  <a:pt x="2782" y="7981"/>
                </a:lnTo>
                <a:lnTo>
                  <a:pt x="3316" y="8024"/>
                </a:lnTo>
                <a:lnTo>
                  <a:pt x="3573" y="8045"/>
                </a:lnTo>
                <a:lnTo>
                  <a:pt x="3830" y="8045"/>
                </a:lnTo>
                <a:lnTo>
                  <a:pt x="4429" y="8024"/>
                </a:lnTo>
                <a:lnTo>
                  <a:pt x="6248" y="8024"/>
                </a:lnTo>
                <a:lnTo>
                  <a:pt x="6569" y="8045"/>
                </a:lnTo>
                <a:lnTo>
                  <a:pt x="7788" y="8045"/>
                </a:lnTo>
                <a:lnTo>
                  <a:pt x="8130" y="8067"/>
                </a:lnTo>
                <a:lnTo>
                  <a:pt x="8280" y="8045"/>
                </a:lnTo>
                <a:lnTo>
                  <a:pt x="8451" y="8024"/>
                </a:lnTo>
                <a:lnTo>
                  <a:pt x="8580" y="7981"/>
                </a:lnTo>
                <a:lnTo>
                  <a:pt x="8708" y="7896"/>
                </a:lnTo>
                <a:lnTo>
                  <a:pt x="8772" y="7810"/>
                </a:lnTo>
                <a:lnTo>
                  <a:pt x="8837" y="7703"/>
                </a:lnTo>
                <a:lnTo>
                  <a:pt x="8858" y="7575"/>
                </a:lnTo>
                <a:lnTo>
                  <a:pt x="8879" y="7446"/>
                </a:lnTo>
                <a:lnTo>
                  <a:pt x="8901" y="7318"/>
                </a:lnTo>
                <a:lnTo>
                  <a:pt x="8879" y="7190"/>
                </a:lnTo>
                <a:lnTo>
                  <a:pt x="8858" y="7061"/>
                </a:lnTo>
                <a:lnTo>
                  <a:pt x="8837" y="6954"/>
                </a:lnTo>
                <a:lnTo>
                  <a:pt x="8665" y="6505"/>
                </a:lnTo>
                <a:lnTo>
                  <a:pt x="8558" y="6270"/>
                </a:lnTo>
                <a:lnTo>
                  <a:pt x="8451" y="6056"/>
                </a:lnTo>
                <a:lnTo>
                  <a:pt x="8259" y="5692"/>
                </a:lnTo>
                <a:lnTo>
                  <a:pt x="8152" y="5499"/>
                </a:lnTo>
                <a:lnTo>
                  <a:pt x="8088" y="5435"/>
                </a:lnTo>
                <a:lnTo>
                  <a:pt x="8002" y="5371"/>
                </a:lnTo>
                <a:lnTo>
                  <a:pt x="7895" y="5307"/>
                </a:lnTo>
                <a:lnTo>
                  <a:pt x="7767" y="5264"/>
                </a:lnTo>
                <a:lnTo>
                  <a:pt x="7638" y="5264"/>
                </a:lnTo>
                <a:lnTo>
                  <a:pt x="7489" y="5243"/>
                </a:lnTo>
                <a:lnTo>
                  <a:pt x="6954" y="5243"/>
                </a:lnTo>
                <a:lnTo>
                  <a:pt x="6333" y="5221"/>
                </a:lnTo>
                <a:lnTo>
                  <a:pt x="5691" y="5178"/>
                </a:lnTo>
                <a:lnTo>
                  <a:pt x="4557" y="5136"/>
                </a:lnTo>
                <a:lnTo>
                  <a:pt x="3423" y="5071"/>
                </a:lnTo>
                <a:lnTo>
                  <a:pt x="2931" y="5050"/>
                </a:lnTo>
                <a:lnTo>
                  <a:pt x="2396" y="5029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39"/>
          <p:cNvSpPr/>
          <p:nvPr/>
        </p:nvSpPr>
        <p:spPr>
          <a:xfrm>
            <a:off x="6421750" y="2139050"/>
            <a:ext cx="30449" cy="706593"/>
          </a:xfrm>
          <a:custGeom>
            <a:rect b="b" l="l" r="r" t="t"/>
            <a:pathLst>
              <a:path extrusionOk="0" h="56001" w="4378">
                <a:moveTo>
                  <a:pt x="4378" y="0"/>
                </a:moveTo>
                <a:cubicBezTo>
                  <a:pt x="4378" y="9943"/>
                  <a:pt x="639" y="19593"/>
                  <a:pt x="117" y="29522"/>
                </a:cubicBezTo>
                <a:cubicBezTo>
                  <a:pt x="-350" y="38406"/>
                  <a:pt x="3465" y="47104"/>
                  <a:pt x="3465" y="56001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58" name="Google Shape;858;p39"/>
          <p:cNvSpPr/>
          <p:nvPr/>
        </p:nvSpPr>
        <p:spPr>
          <a:xfrm>
            <a:off x="6422750" y="2727769"/>
            <a:ext cx="1795675" cy="114650"/>
          </a:xfrm>
          <a:custGeom>
            <a:rect b="b" l="l" r="r" t="t"/>
            <a:pathLst>
              <a:path extrusionOk="0" h="4586" w="71827">
                <a:moveTo>
                  <a:pt x="0" y="1543"/>
                </a:moveTo>
                <a:cubicBezTo>
                  <a:pt x="23497" y="-3166"/>
                  <a:pt x="47863" y="4586"/>
                  <a:pt x="71827" y="4586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59" name="Google Shape;859;p39"/>
          <p:cNvSpPr/>
          <p:nvPr/>
        </p:nvSpPr>
        <p:spPr>
          <a:xfrm>
            <a:off x="8122384" y="2183725"/>
            <a:ext cx="30453" cy="646241"/>
          </a:xfrm>
          <a:custGeom>
            <a:rect b="b" l="l" r="r" t="t"/>
            <a:pathLst>
              <a:path extrusionOk="0" h="66044" w="5324">
                <a:moveTo>
                  <a:pt x="5324" y="66044"/>
                </a:moveTo>
                <a:cubicBezTo>
                  <a:pt x="5324" y="49943"/>
                  <a:pt x="1784" y="34025"/>
                  <a:pt x="758" y="17957"/>
                </a:cubicBezTo>
                <a:cubicBezTo>
                  <a:pt x="377" y="11983"/>
                  <a:pt x="-832" y="5679"/>
                  <a:pt x="1063" y="0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60" name="Google Shape;860;p39"/>
          <p:cNvSpPr/>
          <p:nvPr/>
        </p:nvSpPr>
        <p:spPr>
          <a:xfrm>
            <a:off x="6421750" y="2139048"/>
            <a:ext cx="1797675" cy="56300"/>
          </a:xfrm>
          <a:custGeom>
            <a:rect b="b" l="l" r="r" t="t"/>
            <a:pathLst>
              <a:path extrusionOk="0" h="2252" w="71907">
                <a:moveTo>
                  <a:pt x="0" y="570"/>
                </a:moveTo>
                <a:cubicBezTo>
                  <a:pt x="16747" y="570"/>
                  <a:pt x="33490" y="1294"/>
                  <a:pt x="50218" y="2092"/>
                </a:cubicBezTo>
                <a:cubicBezTo>
                  <a:pt x="56934" y="2412"/>
                  <a:pt x="63718" y="1613"/>
                  <a:pt x="70305" y="266"/>
                </a:cubicBezTo>
                <a:cubicBezTo>
                  <a:pt x="70802" y="164"/>
                  <a:pt x="71987" y="-215"/>
                  <a:pt x="71827" y="266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61" name="Google Shape;861;p39"/>
          <p:cNvSpPr txBox="1"/>
          <p:nvPr/>
        </p:nvSpPr>
        <p:spPr>
          <a:xfrm>
            <a:off x="6598812" y="2141875"/>
            <a:ext cx="16626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Profile</a:t>
            </a:r>
            <a:endParaRPr b="1" sz="2400">
              <a:solidFill>
                <a:srgbClr val="666666"/>
              </a:solidFill>
              <a:latin typeface="Gloria Hallelujah"/>
              <a:ea typeface="Gloria Hallelujah"/>
              <a:cs typeface="Gloria Hallelujah"/>
              <a:sym typeface="Gloria Hallelujah"/>
            </a:endParaRPr>
          </a:p>
        </p:txBody>
      </p:sp>
      <p:sp>
        <p:nvSpPr>
          <p:cNvPr id="862" name="Google Shape;862;p39"/>
          <p:cNvSpPr/>
          <p:nvPr/>
        </p:nvSpPr>
        <p:spPr>
          <a:xfrm>
            <a:off x="2373925" y="2299075"/>
            <a:ext cx="3997095" cy="271475"/>
          </a:xfrm>
          <a:custGeom>
            <a:rect b="b" l="l" r="r" t="t"/>
            <a:pathLst>
              <a:path extrusionOk="0" h="10859" w="123596">
                <a:moveTo>
                  <a:pt x="0" y="2642"/>
                </a:moveTo>
                <a:cubicBezTo>
                  <a:pt x="28421" y="2642"/>
                  <a:pt x="56797" y="5381"/>
                  <a:pt x="85218" y="5381"/>
                </a:cubicBezTo>
                <a:cubicBezTo>
                  <a:pt x="93334" y="5381"/>
                  <a:pt x="101449" y="5381"/>
                  <a:pt x="109565" y="5381"/>
                </a:cubicBezTo>
                <a:cubicBezTo>
                  <a:pt x="114131" y="5381"/>
                  <a:pt x="120037" y="8919"/>
                  <a:pt x="123261" y="5685"/>
                </a:cubicBezTo>
                <a:cubicBezTo>
                  <a:pt x="125030" y="3910"/>
                  <a:pt x="119216" y="2608"/>
                  <a:pt x="116870" y="1728"/>
                </a:cubicBezTo>
                <a:cubicBezTo>
                  <a:pt x="116104" y="1441"/>
                  <a:pt x="114100" y="0"/>
                  <a:pt x="114739" y="511"/>
                </a:cubicBezTo>
                <a:cubicBezTo>
                  <a:pt x="117335" y="2586"/>
                  <a:pt x="123807" y="2407"/>
                  <a:pt x="123261" y="5685"/>
                </a:cubicBezTo>
                <a:cubicBezTo>
                  <a:pt x="122849" y="8163"/>
                  <a:pt x="119559" y="9083"/>
                  <a:pt x="117783" y="10859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63" name="Google Shape;863;p39"/>
          <p:cNvSpPr/>
          <p:nvPr/>
        </p:nvSpPr>
        <p:spPr>
          <a:xfrm>
            <a:off x="6502875" y="2309825"/>
            <a:ext cx="273615" cy="231173"/>
          </a:xfrm>
          <a:custGeom>
            <a:rect b="b" l="l" r="r" t="t"/>
            <a:pathLst>
              <a:path extrusionOk="0" h="8045" w="8709">
                <a:moveTo>
                  <a:pt x="8665" y="4793"/>
                </a:moveTo>
                <a:lnTo>
                  <a:pt x="8665" y="4793"/>
                </a:lnTo>
                <a:lnTo>
                  <a:pt x="8687" y="3916"/>
                </a:lnTo>
                <a:lnTo>
                  <a:pt x="8708" y="3038"/>
                </a:lnTo>
                <a:lnTo>
                  <a:pt x="8708" y="3038"/>
                </a:lnTo>
                <a:lnTo>
                  <a:pt x="8687" y="2717"/>
                </a:lnTo>
                <a:lnTo>
                  <a:pt x="8665" y="2396"/>
                </a:lnTo>
                <a:lnTo>
                  <a:pt x="8622" y="2225"/>
                </a:lnTo>
                <a:lnTo>
                  <a:pt x="8580" y="2076"/>
                </a:lnTo>
                <a:lnTo>
                  <a:pt x="8516" y="1926"/>
                </a:lnTo>
                <a:lnTo>
                  <a:pt x="8409" y="1797"/>
                </a:lnTo>
                <a:lnTo>
                  <a:pt x="8409" y="1797"/>
                </a:lnTo>
                <a:lnTo>
                  <a:pt x="8366" y="1733"/>
                </a:lnTo>
                <a:lnTo>
                  <a:pt x="8302" y="1690"/>
                </a:lnTo>
                <a:lnTo>
                  <a:pt x="8130" y="1626"/>
                </a:lnTo>
                <a:lnTo>
                  <a:pt x="7959" y="1583"/>
                </a:lnTo>
                <a:lnTo>
                  <a:pt x="7767" y="1541"/>
                </a:lnTo>
                <a:lnTo>
                  <a:pt x="7360" y="1541"/>
                </a:lnTo>
                <a:lnTo>
                  <a:pt x="7018" y="1541"/>
                </a:lnTo>
                <a:lnTo>
                  <a:pt x="7018" y="1541"/>
                </a:lnTo>
                <a:lnTo>
                  <a:pt x="6633" y="1541"/>
                </a:lnTo>
                <a:lnTo>
                  <a:pt x="6226" y="1562"/>
                </a:lnTo>
                <a:lnTo>
                  <a:pt x="6226" y="1562"/>
                </a:lnTo>
                <a:lnTo>
                  <a:pt x="6141" y="1562"/>
                </a:lnTo>
                <a:lnTo>
                  <a:pt x="6076" y="1541"/>
                </a:lnTo>
                <a:lnTo>
                  <a:pt x="6034" y="1519"/>
                </a:lnTo>
                <a:lnTo>
                  <a:pt x="6012" y="1476"/>
                </a:lnTo>
                <a:lnTo>
                  <a:pt x="6012" y="1348"/>
                </a:lnTo>
                <a:lnTo>
                  <a:pt x="6012" y="1177"/>
                </a:lnTo>
                <a:lnTo>
                  <a:pt x="6012" y="1177"/>
                </a:lnTo>
                <a:lnTo>
                  <a:pt x="6012" y="1006"/>
                </a:lnTo>
                <a:lnTo>
                  <a:pt x="6012" y="856"/>
                </a:lnTo>
                <a:lnTo>
                  <a:pt x="5991" y="770"/>
                </a:lnTo>
                <a:lnTo>
                  <a:pt x="5948" y="706"/>
                </a:lnTo>
                <a:lnTo>
                  <a:pt x="5905" y="663"/>
                </a:lnTo>
                <a:lnTo>
                  <a:pt x="5841" y="599"/>
                </a:lnTo>
                <a:lnTo>
                  <a:pt x="5841" y="599"/>
                </a:lnTo>
                <a:lnTo>
                  <a:pt x="5691" y="514"/>
                </a:lnTo>
                <a:lnTo>
                  <a:pt x="5520" y="428"/>
                </a:lnTo>
                <a:lnTo>
                  <a:pt x="5199" y="278"/>
                </a:lnTo>
                <a:lnTo>
                  <a:pt x="5199" y="278"/>
                </a:lnTo>
                <a:lnTo>
                  <a:pt x="4921" y="150"/>
                </a:lnTo>
                <a:lnTo>
                  <a:pt x="4793" y="86"/>
                </a:lnTo>
                <a:lnTo>
                  <a:pt x="4664" y="43"/>
                </a:lnTo>
                <a:lnTo>
                  <a:pt x="4515" y="22"/>
                </a:lnTo>
                <a:lnTo>
                  <a:pt x="4365" y="0"/>
                </a:lnTo>
                <a:lnTo>
                  <a:pt x="4236" y="22"/>
                </a:lnTo>
                <a:lnTo>
                  <a:pt x="4087" y="64"/>
                </a:lnTo>
                <a:lnTo>
                  <a:pt x="4087" y="64"/>
                </a:lnTo>
                <a:lnTo>
                  <a:pt x="3701" y="257"/>
                </a:lnTo>
                <a:lnTo>
                  <a:pt x="3316" y="428"/>
                </a:lnTo>
                <a:lnTo>
                  <a:pt x="3316" y="428"/>
                </a:lnTo>
                <a:lnTo>
                  <a:pt x="2995" y="599"/>
                </a:lnTo>
                <a:lnTo>
                  <a:pt x="2846" y="685"/>
                </a:lnTo>
                <a:lnTo>
                  <a:pt x="2717" y="792"/>
                </a:lnTo>
                <a:lnTo>
                  <a:pt x="2717" y="792"/>
                </a:lnTo>
                <a:lnTo>
                  <a:pt x="2674" y="856"/>
                </a:lnTo>
                <a:lnTo>
                  <a:pt x="2653" y="920"/>
                </a:lnTo>
                <a:lnTo>
                  <a:pt x="2632" y="984"/>
                </a:lnTo>
                <a:lnTo>
                  <a:pt x="2632" y="1049"/>
                </a:lnTo>
                <a:lnTo>
                  <a:pt x="2653" y="1177"/>
                </a:lnTo>
                <a:lnTo>
                  <a:pt x="2674" y="1327"/>
                </a:lnTo>
                <a:lnTo>
                  <a:pt x="2674" y="1327"/>
                </a:lnTo>
                <a:lnTo>
                  <a:pt x="2653" y="1391"/>
                </a:lnTo>
                <a:lnTo>
                  <a:pt x="2632" y="1455"/>
                </a:lnTo>
                <a:lnTo>
                  <a:pt x="2610" y="1476"/>
                </a:lnTo>
                <a:lnTo>
                  <a:pt x="2546" y="1498"/>
                </a:lnTo>
                <a:lnTo>
                  <a:pt x="2439" y="1498"/>
                </a:lnTo>
                <a:lnTo>
                  <a:pt x="2289" y="1498"/>
                </a:lnTo>
                <a:lnTo>
                  <a:pt x="2289" y="1498"/>
                </a:lnTo>
                <a:lnTo>
                  <a:pt x="1562" y="1519"/>
                </a:lnTo>
                <a:lnTo>
                  <a:pt x="1198" y="1562"/>
                </a:lnTo>
                <a:lnTo>
                  <a:pt x="856" y="1605"/>
                </a:lnTo>
                <a:lnTo>
                  <a:pt x="856" y="1605"/>
                </a:lnTo>
                <a:lnTo>
                  <a:pt x="706" y="1626"/>
                </a:lnTo>
                <a:lnTo>
                  <a:pt x="556" y="1669"/>
                </a:lnTo>
                <a:lnTo>
                  <a:pt x="407" y="1712"/>
                </a:lnTo>
                <a:lnTo>
                  <a:pt x="278" y="1797"/>
                </a:lnTo>
                <a:lnTo>
                  <a:pt x="278" y="1797"/>
                </a:lnTo>
                <a:lnTo>
                  <a:pt x="235" y="1862"/>
                </a:lnTo>
                <a:lnTo>
                  <a:pt x="193" y="1926"/>
                </a:lnTo>
                <a:lnTo>
                  <a:pt x="150" y="2097"/>
                </a:lnTo>
                <a:lnTo>
                  <a:pt x="86" y="2418"/>
                </a:lnTo>
                <a:lnTo>
                  <a:pt x="86" y="2418"/>
                </a:lnTo>
                <a:lnTo>
                  <a:pt x="43" y="2824"/>
                </a:lnTo>
                <a:lnTo>
                  <a:pt x="0" y="3231"/>
                </a:lnTo>
                <a:lnTo>
                  <a:pt x="0" y="3659"/>
                </a:lnTo>
                <a:lnTo>
                  <a:pt x="0" y="4065"/>
                </a:lnTo>
                <a:lnTo>
                  <a:pt x="43" y="4900"/>
                </a:lnTo>
                <a:lnTo>
                  <a:pt x="64" y="5734"/>
                </a:lnTo>
                <a:lnTo>
                  <a:pt x="64" y="5734"/>
                </a:lnTo>
                <a:lnTo>
                  <a:pt x="43" y="5798"/>
                </a:lnTo>
                <a:lnTo>
                  <a:pt x="43" y="5970"/>
                </a:lnTo>
                <a:lnTo>
                  <a:pt x="43" y="6483"/>
                </a:lnTo>
                <a:lnTo>
                  <a:pt x="86" y="7039"/>
                </a:lnTo>
                <a:lnTo>
                  <a:pt x="107" y="7253"/>
                </a:lnTo>
                <a:lnTo>
                  <a:pt x="128" y="7360"/>
                </a:lnTo>
                <a:lnTo>
                  <a:pt x="128" y="7360"/>
                </a:lnTo>
                <a:lnTo>
                  <a:pt x="214" y="7510"/>
                </a:lnTo>
                <a:lnTo>
                  <a:pt x="342" y="7617"/>
                </a:lnTo>
                <a:lnTo>
                  <a:pt x="514" y="7724"/>
                </a:lnTo>
                <a:lnTo>
                  <a:pt x="685" y="7810"/>
                </a:lnTo>
                <a:lnTo>
                  <a:pt x="877" y="7874"/>
                </a:lnTo>
                <a:lnTo>
                  <a:pt x="1070" y="7938"/>
                </a:lnTo>
                <a:lnTo>
                  <a:pt x="1412" y="8002"/>
                </a:lnTo>
                <a:lnTo>
                  <a:pt x="1412" y="8002"/>
                </a:lnTo>
                <a:lnTo>
                  <a:pt x="1861" y="8045"/>
                </a:lnTo>
                <a:lnTo>
                  <a:pt x="2332" y="8045"/>
                </a:lnTo>
                <a:lnTo>
                  <a:pt x="2803" y="8045"/>
                </a:lnTo>
                <a:lnTo>
                  <a:pt x="3252" y="8024"/>
                </a:lnTo>
                <a:lnTo>
                  <a:pt x="4194" y="7959"/>
                </a:lnTo>
                <a:lnTo>
                  <a:pt x="4664" y="7959"/>
                </a:lnTo>
                <a:lnTo>
                  <a:pt x="5114" y="7959"/>
                </a:lnTo>
                <a:lnTo>
                  <a:pt x="5114" y="7959"/>
                </a:lnTo>
                <a:lnTo>
                  <a:pt x="5969" y="7981"/>
                </a:lnTo>
                <a:lnTo>
                  <a:pt x="6397" y="7981"/>
                </a:lnTo>
                <a:lnTo>
                  <a:pt x="6825" y="7959"/>
                </a:lnTo>
                <a:lnTo>
                  <a:pt x="6825" y="7959"/>
                </a:lnTo>
                <a:lnTo>
                  <a:pt x="7210" y="7938"/>
                </a:lnTo>
                <a:lnTo>
                  <a:pt x="7617" y="7917"/>
                </a:lnTo>
                <a:lnTo>
                  <a:pt x="7809" y="7874"/>
                </a:lnTo>
                <a:lnTo>
                  <a:pt x="8023" y="7852"/>
                </a:lnTo>
                <a:lnTo>
                  <a:pt x="8195" y="7788"/>
                </a:lnTo>
                <a:lnTo>
                  <a:pt x="8366" y="7703"/>
                </a:lnTo>
                <a:lnTo>
                  <a:pt x="8366" y="7703"/>
                </a:lnTo>
                <a:lnTo>
                  <a:pt x="8430" y="7660"/>
                </a:lnTo>
                <a:lnTo>
                  <a:pt x="8494" y="7617"/>
                </a:lnTo>
                <a:lnTo>
                  <a:pt x="8580" y="7467"/>
                </a:lnTo>
                <a:lnTo>
                  <a:pt x="8622" y="7318"/>
                </a:lnTo>
                <a:lnTo>
                  <a:pt x="8665" y="7146"/>
                </a:lnTo>
                <a:lnTo>
                  <a:pt x="8665" y="6954"/>
                </a:lnTo>
                <a:lnTo>
                  <a:pt x="8665" y="6783"/>
                </a:lnTo>
                <a:lnTo>
                  <a:pt x="8644" y="6462"/>
                </a:lnTo>
                <a:lnTo>
                  <a:pt x="8644" y="6462"/>
                </a:lnTo>
                <a:lnTo>
                  <a:pt x="8665" y="4793"/>
                </a:lnTo>
                <a:lnTo>
                  <a:pt x="8665" y="4793"/>
                </a:lnTo>
                <a:close/>
                <a:moveTo>
                  <a:pt x="3124" y="1049"/>
                </a:moveTo>
                <a:lnTo>
                  <a:pt x="3124" y="1049"/>
                </a:lnTo>
                <a:lnTo>
                  <a:pt x="3167" y="963"/>
                </a:lnTo>
                <a:lnTo>
                  <a:pt x="3252" y="920"/>
                </a:lnTo>
                <a:lnTo>
                  <a:pt x="3252" y="920"/>
                </a:lnTo>
                <a:lnTo>
                  <a:pt x="3445" y="856"/>
                </a:lnTo>
                <a:lnTo>
                  <a:pt x="3637" y="792"/>
                </a:lnTo>
                <a:lnTo>
                  <a:pt x="3830" y="728"/>
                </a:lnTo>
                <a:lnTo>
                  <a:pt x="4022" y="642"/>
                </a:lnTo>
                <a:lnTo>
                  <a:pt x="4022" y="642"/>
                </a:lnTo>
                <a:lnTo>
                  <a:pt x="4236" y="535"/>
                </a:lnTo>
                <a:lnTo>
                  <a:pt x="4408" y="471"/>
                </a:lnTo>
                <a:lnTo>
                  <a:pt x="4493" y="471"/>
                </a:lnTo>
                <a:lnTo>
                  <a:pt x="4579" y="471"/>
                </a:lnTo>
                <a:lnTo>
                  <a:pt x="4664" y="492"/>
                </a:lnTo>
                <a:lnTo>
                  <a:pt x="4793" y="535"/>
                </a:lnTo>
                <a:lnTo>
                  <a:pt x="4793" y="535"/>
                </a:lnTo>
                <a:lnTo>
                  <a:pt x="5178" y="663"/>
                </a:lnTo>
                <a:lnTo>
                  <a:pt x="5370" y="749"/>
                </a:lnTo>
                <a:lnTo>
                  <a:pt x="5456" y="792"/>
                </a:lnTo>
                <a:lnTo>
                  <a:pt x="5499" y="856"/>
                </a:lnTo>
                <a:lnTo>
                  <a:pt x="5499" y="856"/>
                </a:lnTo>
                <a:lnTo>
                  <a:pt x="5542" y="920"/>
                </a:lnTo>
                <a:lnTo>
                  <a:pt x="5584" y="1006"/>
                </a:lnTo>
                <a:lnTo>
                  <a:pt x="5627" y="1198"/>
                </a:lnTo>
                <a:lnTo>
                  <a:pt x="5627" y="1412"/>
                </a:lnTo>
                <a:lnTo>
                  <a:pt x="5606" y="1498"/>
                </a:lnTo>
                <a:lnTo>
                  <a:pt x="5584" y="1583"/>
                </a:lnTo>
                <a:lnTo>
                  <a:pt x="5584" y="1583"/>
                </a:lnTo>
                <a:lnTo>
                  <a:pt x="5542" y="1626"/>
                </a:lnTo>
                <a:lnTo>
                  <a:pt x="5456" y="1669"/>
                </a:lnTo>
                <a:lnTo>
                  <a:pt x="5242" y="1755"/>
                </a:lnTo>
                <a:lnTo>
                  <a:pt x="5049" y="1797"/>
                </a:lnTo>
                <a:lnTo>
                  <a:pt x="4985" y="1797"/>
                </a:lnTo>
                <a:lnTo>
                  <a:pt x="4964" y="1776"/>
                </a:lnTo>
                <a:lnTo>
                  <a:pt x="4964" y="1776"/>
                </a:lnTo>
                <a:lnTo>
                  <a:pt x="3851" y="1755"/>
                </a:lnTo>
                <a:lnTo>
                  <a:pt x="3851" y="1755"/>
                </a:lnTo>
                <a:lnTo>
                  <a:pt x="3680" y="1755"/>
                </a:lnTo>
                <a:lnTo>
                  <a:pt x="3488" y="1755"/>
                </a:lnTo>
                <a:lnTo>
                  <a:pt x="3381" y="1733"/>
                </a:lnTo>
                <a:lnTo>
                  <a:pt x="3295" y="1712"/>
                </a:lnTo>
                <a:lnTo>
                  <a:pt x="3231" y="1669"/>
                </a:lnTo>
                <a:lnTo>
                  <a:pt x="3167" y="1605"/>
                </a:lnTo>
                <a:lnTo>
                  <a:pt x="3167" y="1605"/>
                </a:lnTo>
                <a:lnTo>
                  <a:pt x="3145" y="1519"/>
                </a:lnTo>
                <a:lnTo>
                  <a:pt x="3124" y="1327"/>
                </a:lnTo>
                <a:lnTo>
                  <a:pt x="3102" y="1156"/>
                </a:lnTo>
                <a:lnTo>
                  <a:pt x="3124" y="1049"/>
                </a:lnTo>
                <a:lnTo>
                  <a:pt x="3124" y="1049"/>
                </a:lnTo>
                <a:close/>
                <a:moveTo>
                  <a:pt x="8216" y="4108"/>
                </a:moveTo>
                <a:lnTo>
                  <a:pt x="8216" y="4108"/>
                </a:lnTo>
                <a:lnTo>
                  <a:pt x="8195" y="4429"/>
                </a:lnTo>
                <a:lnTo>
                  <a:pt x="8152" y="4750"/>
                </a:lnTo>
                <a:lnTo>
                  <a:pt x="8109" y="5092"/>
                </a:lnTo>
                <a:lnTo>
                  <a:pt x="8088" y="5413"/>
                </a:lnTo>
                <a:lnTo>
                  <a:pt x="8088" y="5413"/>
                </a:lnTo>
                <a:lnTo>
                  <a:pt x="8088" y="6077"/>
                </a:lnTo>
                <a:lnTo>
                  <a:pt x="8088" y="6419"/>
                </a:lnTo>
                <a:lnTo>
                  <a:pt x="8066" y="6740"/>
                </a:lnTo>
                <a:lnTo>
                  <a:pt x="8066" y="6740"/>
                </a:lnTo>
                <a:lnTo>
                  <a:pt x="8045" y="6868"/>
                </a:lnTo>
                <a:lnTo>
                  <a:pt x="8023" y="6997"/>
                </a:lnTo>
                <a:lnTo>
                  <a:pt x="7959" y="7104"/>
                </a:lnTo>
                <a:lnTo>
                  <a:pt x="7916" y="7146"/>
                </a:lnTo>
                <a:lnTo>
                  <a:pt x="7852" y="7189"/>
                </a:lnTo>
                <a:lnTo>
                  <a:pt x="7852" y="7189"/>
                </a:lnTo>
                <a:lnTo>
                  <a:pt x="7745" y="7253"/>
                </a:lnTo>
                <a:lnTo>
                  <a:pt x="7595" y="7296"/>
                </a:lnTo>
                <a:lnTo>
                  <a:pt x="7339" y="7360"/>
                </a:lnTo>
                <a:lnTo>
                  <a:pt x="7339" y="7360"/>
                </a:lnTo>
                <a:lnTo>
                  <a:pt x="6697" y="7382"/>
                </a:lnTo>
                <a:lnTo>
                  <a:pt x="6312" y="7382"/>
                </a:lnTo>
                <a:lnTo>
                  <a:pt x="6183" y="7360"/>
                </a:lnTo>
                <a:lnTo>
                  <a:pt x="6141" y="7360"/>
                </a:lnTo>
                <a:lnTo>
                  <a:pt x="6141" y="7360"/>
                </a:lnTo>
                <a:lnTo>
                  <a:pt x="4621" y="7403"/>
                </a:lnTo>
                <a:lnTo>
                  <a:pt x="3102" y="7424"/>
                </a:lnTo>
                <a:lnTo>
                  <a:pt x="3102" y="7424"/>
                </a:lnTo>
                <a:lnTo>
                  <a:pt x="2781" y="7424"/>
                </a:lnTo>
                <a:lnTo>
                  <a:pt x="2461" y="7403"/>
                </a:lnTo>
                <a:lnTo>
                  <a:pt x="1797" y="7382"/>
                </a:lnTo>
                <a:lnTo>
                  <a:pt x="1797" y="7382"/>
                </a:lnTo>
                <a:lnTo>
                  <a:pt x="1519" y="7360"/>
                </a:lnTo>
                <a:lnTo>
                  <a:pt x="1348" y="7339"/>
                </a:lnTo>
                <a:lnTo>
                  <a:pt x="1198" y="7318"/>
                </a:lnTo>
                <a:lnTo>
                  <a:pt x="1070" y="7275"/>
                </a:lnTo>
                <a:lnTo>
                  <a:pt x="941" y="7189"/>
                </a:lnTo>
                <a:lnTo>
                  <a:pt x="834" y="7104"/>
                </a:lnTo>
                <a:lnTo>
                  <a:pt x="749" y="6975"/>
                </a:lnTo>
                <a:lnTo>
                  <a:pt x="749" y="6975"/>
                </a:lnTo>
                <a:lnTo>
                  <a:pt x="685" y="6847"/>
                </a:lnTo>
                <a:lnTo>
                  <a:pt x="663" y="6718"/>
                </a:lnTo>
                <a:lnTo>
                  <a:pt x="642" y="6397"/>
                </a:lnTo>
                <a:lnTo>
                  <a:pt x="642" y="5820"/>
                </a:lnTo>
                <a:lnTo>
                  <a:pt x="642" y="5820"/>
                </a:lnTo>
                <a:lnTo>
                  <a:pt x="599" y="4536"/>
                </a:lnTo>
                <a:lnTo>
                  <a:pt x="599" y="4536"/>
                </a:lnTo>
                <a:lnTo>
                  <a:pt x="578" y="3830"/>
                </a:lnTo>
                <a:lnTo>
                  <a:pt x="578" y="3124"/>
                </a:lnTo>
                <a:lnTo>
                  <a:pt x="578" y="3124"/>
                </a:lnTo>
                <a:lnTo>
                  <a:pt x="599" y="2889"/>
                </a:lnTo>
                <a:lnTo>
                  <a:pt x="620" y="2653"/>
                </a:lnTo>
                <a:lnTo>
                  <a:pt x="663" y="2546"/>
                </a:lnTo>
                <a:lnTo>
                  <a:pt x="706" y="2439"/>
                </a:lnTo>
                <a:lnTo>
                  <a:pt x="770" y="2354"/>
                </a:lnTo>
                <a:lnTo>
                  <a:pt x="856" y="2268"/>
                </a:lnTo>
                <a:lnTo>
                  <a:pt x="856" y="2268"/>
                </a:lnTo>
                <a:lnTo>
                  <a:pt x="984" y="2183"/>
                </a:lnTo>
                <a:lnTo>
                  <a:pt x="1134" y="2118"/>
                </a:lnTo>
                <a:lnTo>
                  <a:pt x="1262" y="2097"/>
                </a:lnTo>
                <a:lnTo>
                  <a:pt x="1434" y="2076"/>
                </a:lnTo>
                <a:lnTo>
                  <a:pt x="1733" y="2054"/>
                </a:lnTo>
                <a:lnTo>
                  <a:pt x="2033" y="2054"/>
                </a:lnTo>
                <a:lnTo>
                  <a:pt x="2033" y="2054"/>
                </a:lnTo>
                <a:lnTo>
                  <a:pt x="2289" y="2033"/>
                </a:lnTo>
                <a:lnTo>
                  <a:pt x="2546" y="1990"/>
                </a:lnTo>
                <a:lnTo>
                  <a:pt x="2546" y="1990"/>
                </a:lnTo>
                <a:lnTo>
                  <a:pt x="2674" y="2011"/>
                </a:lnTo>
                <a:lnTo>
                  <a:pt x="2717" y="2033"/>
                </a:lnTo>
                <a:lnTo>
                  <a:pt x="2739" y="2054"/>
                </a:lnTo>
                <a:lnTo>
                  <a:pt x="2781" y="2140"/>
                </a:lnTo>
                <a:lnTo>
                  <a:pt x="2867" y="2247"/>
                </a:lnTo>
                <a:lnTo>
                  <a:pt x="2867" y="2247"/>
                </a:lnTo>
                <a:lnTo>
                  <a:pt x="2974" y="2311"/>
                </a:lnTo>
                <a:lnTo>
                  <a:pt x="3102" y="2354"/>
                </a:lnTo>
                <a:lnTo>
                  <a:pt x="3252" y="2375"/>
                </a:lnTo>
                <a:lnTo>
                  <a:pt x="3402" y="2375"/>
                </a:lnTo>
                <a:lnTo>
                  <a:pt x="3723" y="2354"/>
                </a:lnTo>
                <a:lnTo>
                  <a:pt x="4001" y="2332"/>
                </a:lnTo>
                <a:lnTo>
                  <a:pt x="4001" y="2332"/>
                </a:lnTo>
                <a:lnTo>
                  <a:pt x="4686" y="2354"/>
                </a:lnTo>
                <a:lnTo>
                  <a:pt x="5370" y="2354"/>
                </a:lnTo>
                <a:lnTo>
                  <a:pt x="5370" y="2354"/>
                </a:lnTo>
                <a:lnTo>
                  <a:pt x="5542" y="2354"/>
                </a:lnTo>
                <a:lnTo>
                  <a:pt x="5670" y="2332"/>
                </a:lnTo>
                <a:lnTo>
                  <a:pt x="5777" y="2290"/>
                </a:lnTo>
                <a:lnTo>
                  <a:pt x="5927" y="2225"/>
                </a:lnTo>
                <a:lnTo>
                  <a:pt x="5927" y="2225"/>
                </a:lnTo>
                <a:lnTo>
                  <a:pt x="6055" y="2161"/>
                </a:lnTo>
                <a:lnTo>
                  <a:pt x="6205" y="2140"/>
                </a:lnTo>
                <a:lnTo>
                  <a:pt x="6504" y="2118"/>
                </a:lnTo>
                <a:lnTo>
                  <a:pt x="6504" y="2118"/>
                </a:lnTo>
                <a:lnTo>
                  <a:pt x="7146" y="2076"/>
                </a:lnTo>
                <a:lnTo>
                  <a:pt x="7489" y="2076"/>
                </a:lnTo>
                <a:lnTo>
                  <a:pt x="7809" y="2097"/>
                </a:lnTo>
                <a:lnTo>
                  <a:pt x="7809" y="2097"/>
                </a:lnTo>
                <a:lnTo>
                  <a:pt x="7938" y="2140"/>
                </a:lnTo>
                <a:lnTo>
                  <a:pt x="8023" y="2183"/>
                </a:lnTo>
                <a:lnTo>
                  <a:pt x="8109" y="2268"/>
                </a:lnTo>
                <a:lnTo>
                  <a:pt x="8152" y="2375"/>
                </a:lnTo>
                <a:lnTo>
                  <a:pt x="8195" y="2482"/>
                </a:lnTo>
                <a:lnTo>
                  <a:pt x="8216" y="2610"/>
                </a:lnTo>
                <a:lnTo>
                  <a:pt x="8216" y="2846"/>
                </a:lnTo>
                <a:lnTo>
                  <a:pt x="8216" y="2846"/>
                </a:lnTo>
                <a:lnTo>
                  <a:pt x="8237" y="3488"/>
                </a:lnTo>
                <a:lnTo>
                  <a:pt x="8237" y="3787"/>
                </a:lnTo>
                <a:lnTo>
                  <a:pt x="8216" y="4108"/>
                </a:lnTo>
                <a:lnTo>
                  <a:pt x="8216" y="4108"/>
                </a:lnTo>
                <a:close/>
                <a:moveTo>
                  <a:pt x="3209" y="4557"/>
                </a:moveTo>
                <a:lnTo>
                  <a:pt x="3209" y="4557"/>
                </a:lnTo>
                <a:lnTo>
                  <a:pt x="3102" y="4515"/>
                </a:lnTo>
                <a:lnTo>
                  <a:pt x="2995" y="4472"/>
                </a:lnTo>
                <a:lnTo>
                  <a:pt x="2953" y="4450"/>
                </a:lnTo>
                <a:lnTo>
                  <a:pt x="2931" y="4429"/>
                </a:lnTo>
                <a:lnTo>
                  <a:pt x="2910" y="4386"/>
                </a:lnTo>
                <a:lnTo>
                  <a:pt x="2888" y="4322"/>
                </a:lnTo>
                <a:lnTo>
                  <a:pt x="2888" y="4322"/>
                </a:lnTo>
                <a:lnTo>
                  <a:pt x="2910" y="4194"/>
                </a:lnTo>
                <a:lnTo>
                  <a:pt x="2931" y="4044"/>
                </a:lnTo>
                <a:lnTo>
                  <a:pt x="2974" y="3787"/>
                </a:lnTo>
                <a:lnTo>
                  <a:pt x="2974" y="3637"/>
                </a:lnTo>
                <a:lnTo>
                  <a:pt x="2974" y="3509"/>
                </a:lnTo>
                <a:lnTo>
                  <a:pt x="2931" y="3381"/>
                </a:lnTo>
                <a:lnTo>
                  <a:pt x="2846" y="3274"/>
                </a:lnTo>
                <a:lnTo>
                  <a:pt x="2846" y="3274"/>
                </a:lnTo>
                <a:lnTo>
                  <a:pt x="2781" y="3231"/>
                </a:lnTo>
                <a:lnTo>
                  <a:pt x="2717" y="3188"/>
                </a:lnTo>
                <a:lnTo>
                  <a:pt x="2589" y="3145"/>
                </a:lnTo>
                <a:lnTo>
                  <a:pt x="2439" y="3167"/>
                </a:lnTo>
                <a:lnTo>
                  <a:pt x="2311" y="3210"/>
                </a:lnTo>
                <a:lnTo>
                  <a:pt x="2161" y="3274"/>
                </a:lnTo>
                <a:lnTo>
                  <a:pt x="2033" y="3359"/>
                </a:lnTo>
                <a:lnTo>
                  <a:pt x="1947" y="3466"/>
                </a:lnTo>
                <a:lnTo>
                  <a:pt x="1883" y="3595"/>
                </a:lnTo>
                <a:lnTo>
                  <a:pt x="1883" y="3595"/>
                </a:lnTo>
                <a:lnTo>
                  <a:pt x="1861" y="3702"/>
                </a:lnTo>
                <a:lnTo>
                  <a:pt x="1840" y="3830"/>
                </a:lnTo>
                <a:lnTo>
                  <a:pt x="1840" y="3958"/>
                </a:lnTo>
                <a:lnTo>
                  <a:pt x="1861" y="4065"/>
                </a:lnTo>
                <a:lnTo>
                  <a:pt x="1861" y="4065"/>
                </a:lnTo>
                <a:lnTo>
                  <a:pt x="1904" y="4172"/>
                </a:lnTo>
                <a:lnTo>
                  <a:pt x="1990" y="4279"/>
                </a:lnTo>
                <a:lnTo>
                  <a:pt x="2054" y="4408"/>
                </a:lnTo>
                <a:lnTo>
                  <a:pt x="2054" y="4450"/>
                </a:lnTo>
                <a:lnTo>
                  <a:pt x="2054" y="4515"/>
                </a:lnTo>
                <a:lnTo>
                  <a:pt x="2054" y="4515"/>
                </a:lnTo>
                <a:lnTo>
                  <a:pt x="2011" y="4557"/>
                </a:lnTo>
                <a:lnTo>
                  <a:pt x="1968" y="4600"/>
                </a:lnTo>
                <a:lnTo>
                  <a:pt x="1819" y="4664"/>
                </a:lnTo>
                <a:lnTo>
                  <a:pt x="1669" y="4729"/>
                </a:lnTo>
                <a:lnTo>
                  <a:pt x="1605" y="4771"/>
                </a:lnTo>
                <a:lnTo>
                  <a:pt x="1562" y="4814"/>
                </a:lnTo>
                <a:lnTo>
                  <a:pt x="1562" y="4814"/>
                </a:lnTo>
                <a:lnTo>
                  <a:pt x="1498" y="4943"/>
                </a:lnTo>
                <a:lnTo>
                  <a:pt x="1455" y="5071"/>
                </a:lnTo>
                <a:lnTo>
                  <a:pt x="1412" y="5371"/>
                </a:lnTo>
                <a:lnTo>
                  <a:pt x="1412" y="5371"/>
                </a:lnTo>
                <a:lnTo>
                  <a:pt x="1391" y="5520"/>
                </a:lnTo>
                <a:lnTo>
                  <a:pt x="1369" y="5691"/>
                </a:lnTo>
                <a:lnTo>
                  <a:pt x="1369" y="5863"/>
                </a:lnTo>
                <a:lnTo>
                  <a:pt x="1391" y="5927"/>
                </a:lnTo>
                <a:lnTo>
                  <a:pt x="1412" y="6012"/>
                </a:lnTo>
                <a:lnTo>
                  <a:pt x="1412" y="6012"/>
                </a:lnTo>
                <a:lnTo>
                  <a:pt x="1455" y="6055"/>
                </a:lnTo>
                <a:lnTo>
                  <a:pt x="1519" y="6098"/>
                </a:lnTo>
                <a:lnTo>
                  <a:pt x="1647" y="6162"/>
                </a:lnTo>
                <a:lnTo>
                  <a:pt x="1776" y="6184"/>
                </a:lnTo>
                <a:lnTo>
                  <a:pt x="1904" y="6184"/>
                </a:lnTo>
                <a:lnTo>
                  <a:pt x="1904" y="6184"/>
                </a:lnTo>
                <a:lnTo>
                  <a:pt x="2311" y="6162"/>
                </a:lnTo>
                <a:lnTo>
                  <a:pt x="2717" y="6119"/>
                </a:lnTo>
                <a:lnTo>
                  <a:pt x="2717" y="6119"/>
                </a:lnTo>
                <a:lnTo>
                  <a:pt x="3081" y="6098"/>
                </a:lnTo>
                <a:lnTo>
                  <a:pt x="3252" y="6055"/>
                </a:lnTo>
                <a:lnTo>
                  <a:pt x="3338" y="6034"/>
                </a:lnTo>
                <a:lnTo>
                  <a:pt x="3423" y="5991"/>
                </a:lnTo>
                <a:lnTo>
                  <a:pt x="3423" y="5991"/>
                </a:lnTo>
                <a:lnTo>
                  <a:pt x="3509" y="5905"/>
                </a:lnTo>
                <a:lnTo>
                  <a:pt x="3573" y="5777"/>
                </a:lnTo>
                <a:lnTo>
                  <a:pt x="3616" y="5649"/>
                </a:lnTo>
                <a:lnTo>
                  <a:pt x="3637" y="5499"/>
                </a:lnTo>
                <a:lnTo>
                  <a:pt x="3659" y="5349"/>
                </a:lnTo>
                <a:lnTo>
                  <a:pt x="3637" y="5199"/>
                </a:lnTo>
                <a:lnTo>
                  <a:pt x="3616" y="5071"/>
                </a:lnTo>
                <a:lnTo>
                  <a:pt x="3573" y="4943"/>
                </a:lnTo>
                <a:lnTo>
                  <a:pt x="3573" y="4943"/>
                </a:lnTo>
                <a:lnTo>
                  <a:pt x="3509" y="4836"/>
                </a:lnTo>
                <a:lnTo>
                  <a:pt x="3423" y="4729"/>
                </a:lnTo>
                <a:lnTo>
                  <a:pt x="3338" y="4643"/>
                </a:lnTo>
                <a:lnTo>
                  <a:pt x="3209" y="4557"/>
                </a:lnTo>
                <a:lnTo>
                  <a:pt x="3209" y="4557"/>
                </a:lnTo>
                <a:close/>
                <a:moveTo>
                  <a:pt x="3167" y="5349"/>
                </a:moveTo>
                <a:lnTo>
                  <a:pt x="3167" y="5349"/>
                </a:lnTo>
                <a:lnTo>
                  <a:pt x="3167" y="5477"/>
                </a:lnTo>
                <a:lnTo>
                  <a:pt x="3167" y="5542"/>
                </a:lnTo>
                <a:lnTo>
                  <a:pt x="3102" y="5606"/>
                </a:lnTo>
                <a:lnTo>
                  <a:pt x="2995" y="5649"/>
                </a:lnTo>
                <a:lnTo>
                  <a:pt x="2995" y="5649"/>
                </a:lnTo>
                <a:lnTo>
                  <a:pt x="2846" y="5691"/>
                </a:lnTo>
                <a:lnTo>
                  <a:pt x="2781" y="5691"/>
                </a:lnTo>
                <a:lnTo>
                  <a:pt x="2739" y="5691"/>
                </a:lnTo>
                <a:lnTo>
                  <a:pt x="2696" y="5649"/>
                </a:lnTo>
                <a:lnTo>
                  <a:pt x="2674" y="5627"/>
                </a:lnTo>
                <a:lnTo>
                  <a:pt x="2632" y="5477"/>
                </a:lnTo>
                <a:lnTo>
                  <a:pt x="2632" y="5477"/>
                </a:lnTo>
                <a:lnTo>
                  <a:pt x="2589" y="5221"/>
                </a:lnTo>
                <a:lnTo>
                  <a:pt x="2568" y="5092"/>
                </a:lnTo>
                <a:lnTo>
                  <a:pt x="2525" y="4985"/>
                </a:lnTo>
                <a:lnTo>
                  <a:pt x="2525" y="4985"/>
                </a:lnTo>
                <a:lnTo>
                  <a:pt x="2525" y="4921"/>
                </a:lnTo>
                <a:lnTo>
                  <a:pt x="2525" y="4857"/>
                </a:lnTo>
                <a:lnTo>
                  <a:pt x="2503" y="4814"/>
                </a:lnTo>
                <a:lnTo>
                  <a:pt x="2439" y="4793"/>
                </a:lnTo>
                <a:lnTo>
                  <a:pt x="2439" y="4793"/>
                </a:lnTo>
                <a:lnTo>
                  <a:pt x="2375" y="4793"/>
                </a:lnTo>
                <a:lnTo>
                  <a:pt x="2311" y="4814"/>
                </a:lnTo>
                <a:lnTo>
                  <a:pt x="2289" y="4878"/>
                </a:lnTo>
                <a:lnTo>
                  <a:pt x="2268" y="4943"/>
                </a:lnTo>
                <a:lnTo>
                  <a:pt x="2268" y="4943"/>
                </a:lnTo>
                <a:lnTo>
                  <a:pt x="2289" y="4985"/>
                </a:lnTo>
                <a:lnTo>
                  <a:pt x="2311" y="5028"/>
                </a:lnTo>
                <a:lnTo>
                  <a:pt x="2332" y="5114"/>
                </a:lnTo>
                <a:lnTo>
                  <a:pt x="2332" y="5114"/>
                </a:lnTo>
                <a:lnTo>
                  <a:pt x="2332" y="5242"/>
                </a:lnTo>
                <a:lnTo>
                  <a:pt x="2311" y="5371"/>
                </a:lnTo>
                <a:lnTo>
                  <a:pt x="2311" y="5371"/>
                </a:lnTo>
                <a:lnTo>
                  <a:pt x="2311" y="5520"/>
                </a:lnTo>
                <a:lnTo>
                  <a:pt x="2289" y="5649"/>
                </a:lnTo>
                <a:lnTo>
                  <a:pt x="2268" y="5691"/>
                </a:lnTo>
                <a:lnTo>
                  <a:pt x="2225" y="5734"/>
                </a:lnTo>
                <a:lnTo>
                  <a:pt x="2161" y="5756"/>
                </a:lnTo>
                <a:lnTo>
                  <a:pt x="2097" y="5777"/>
                </a:lnTo>
                <a:lnTo>
                  <a:pt x="2097" y="5777"/>
                </a:lnTo>
                <a:lnTo>
                  <a:pt x="1968" y="5777"/>
                </a:lnTo>
                <a:lnTo>
                  <a:pt x="1926" y="5756"/>
                </a:lnTo>
                <a:lnTo>
                  <a:pt x="1904" y="5713"/>
                </a:lnTo>
                <a:lnTo>
                  <a:pt x="1861" y="5627"/>
                </a:lnTo>
                <a:lnTo>
                  <a:pt x="1861" y="5627"/>
                </a:lnTo>
                <a:lnTo>
                  <a:pt x="1840" y="5499"/>
                </a:lnTo>
                <a:lnTo>
                  <a:pt x="1819" y="5328"/>
                </a:lnTo>
                <a:lnTo>
                  <a:pt x="1819" y="5157"/>
                </a:lnTo>
                <a:lnTo>
                  <a:pt x="1840" y="5050"/>
                </a:lnTo>
                <a:lnTo>
                  <a:pt x="1840" y="5050"/>
                </a:lnTo>
                <a:lnTo>
                  <a:pt x="1861" y="4985"/>
                </a:lnTo>
                <a:lnTo>
                  <a:pt x="1904" y="4964"/>
                </a:lnTo>
                <a:lnTo>
                  <a:pt x="2011" y="4900"/>
                </a:lnTo>
                <a:lnTo>
                  <a:pt x="2118" y="4836"/>
                </a:lnTo>
                <a:lnTo>
                  <a:pt x="2204" y="4771"/>
                </a:lnTo>
                <a:lnTo>
                  <a:pt x="2204" y="4771"/>
                </a:lnTo>
                <a:lnTo>
                  <a:pt x="2247" y="4707"/>
                </a:lnTo>
                <a:lnTo>
                  <a:pt x="2268" y="4643"/>
                </a:lnTo>
                <a:lnTo>
                  <a:pt x="2289" y="4515"/>
                </a:lnTo>
                <a:lnTo>
                  <a:pt x="2268" y="4386"/>
                </a:lnTo>
                <a:lnTo>
                  <a:pt x="2225" y="4237"/>
                </a:lnTo>
                <a:lnTo>
                  <a:pt x="2225" y="4237"/>
                </a:lnTo>
                <a:lnTo>
                  <a:pt x="2204" y="4108"/>
                </a:lnTo>
                <a:lnTo>
                  <a:pt x="2182" y="3980"/>
                </a:lnTo>
                <a:lnTo>
                  <a:pt x="2182" y="3830"/>
                </a:lnTo>
                <a:lnTo>
                  <a:pt x="2204" y="3766"/>
                </a:lnTo>
                <a:lnTo>
                  <a:pt x="2225" y="3702"/>
                </a:lnTo>
                <a:lnTo>
                  <a:pt x="2225" y="3702"/>
                </a:lnTo>
                <a:lnTo>
                  <a:pt x="2311" y="3616"/>
                </a:lnTo>
                <a:lnTo>
                  <a:pt x="2418" y="3573"/>
                </a:lnTo>
                <a:lnTo>
                  <a:pt x="2461" y="3573"/>
                </a:lnTo>
                <a:lnTo>
                  <a:pt x="2503" y="3595"/>
                </a:lnTo>
                <a:lnTo>
                  <a:pt x="2546" y="3616"/>
                </a:lnTo>
                <a:lnTo>
                  <a:pt x="2568" y="3680"/>
                </a:lnTo>
                <a:lnTo>
                  <a:pt x="2568" y="3680"/>
                </a:lnTo>
                <a:lnTo>
                  <a:pt x="2589" y="3744"/>
                </a:lnTo>
                <a:lnTo>
                  <a:pt x="2589" y="3809"/>
                </a:lnTo>
                <a:lnTo>
                  <a:pt x="2568" y="3958"/>
                </a:lnTo>
                <a:lnTo>
                  <a:pt x="2503" y="4237"/>
                </a:lnTo>
                <a:lnTo>
                  <a:pt x="2503" y="4237"/>
                </a:lnTo>
                <a:lnTo>
                  <a:pt x="2461" y="4386"/>
                </a:lnTo>
                <a:lnTo>
                  <a:pt x="2461" y="4493"/>
                </a:lnTo>
                <a:lnTo>
                  <a:pt x="2503" y="4557"/>
                </a:lnTo>
                <a:lnTo>
                  <a:pt x="2610" y="4664"/>
                </a:lnTo>
                <a:lnTo>
                  <a:pt x="2610" y="4664"/>
                </a:lnTo>
                <a:lnTo>
                  <a:pt x="2739" y="4729"/>
                </a:lnTo>
                <a:lnTo>
                  <a:pt x="2867" y="4793"/>
                </a:lnTo>
                <a:lnTo>
                  <a:pt x="2995" y="4878"/>
                </a:lnTo>
                <a:lnTo>
                  <a:pt x="3102" y="4964"/>
                </a:lnTo>
                <a:lnTo>
                  <a:pt x="3102" y="4964"/>
                </a:lnTo>
                <a:lnTo>
                  <a:pt x="3124" y="5028"/>
                </a:lnTo>
                <a:lnTo>
                  <a:pt x="3167" y="5157"/>
                </a:lnTo>
                <a:lnTo>
                  <a:pt x="3188" y="5285"/>
                </a:lnTo>
                <a:lnTo>
                  <a:pt x="3188" y="5328"/>
                </a:lnTo>
                <a:lnTo>
                  <a:pt x="3167" y="5349"/>
                </a:lnTo>
                <a:lnTo>
                  <a:pt x="3167" y="5349"/>
                </a:lnTo>
                <a:close/>
                <a:moveTo>
                  <a:pt x="4279" y="3787"/>
                </a:moveTo>
                <a:lnTo>
                  <a:pt x="4279" y="3787"/>
                </a:lnTo>
                <a:lnTo>
                  <a:pt x="4322" y="3744"/>
                </a:lnTo>
                <a:lnTo>
                  <a:pt x="4365" y="3702"/>
                </a:lnTo>
                <a:lnTo>
                  <a:pt x="4429" y="3595"/>
                </a:lnTo>
                <a:lnTo>
                  <a:pt x="4450" y="3552"/>
                </a:lnTo>
                <a:lnTo>
                  <a:pt x="4493" y="3530"/>
                </a:lnTo>
                <a:lnTo>
                  <a:pt x="4557" y="3530"/>
                </a:lnTo>
                <a:lnTo>
                  <a:pt x="4621" y="3573"/>
                </a:lnTo>
                <a:lnTo>
                  <a:pt x="4621" y="3573"/>
                </a:lnTo>
                <a:lnTo>
                  <a:pt x="4686" y="3616"/>
                </a:lnTo>
                <a:lnTo>
                  <a:pt x="4728" y="3680"/>
                </a:lnTo>
                <a:lnTo>
                  <a:pt x="4814" y="3809"/>
                </a:lnTo>
                <a:lnTo>
                  <a:pt x="4857" y="3873"/>
                </a:lnTo>
                <a:lnTo>
                  <a:pt x="4921" y="3894"/>
                </a:lnTo>
                <a:lnTo>
                  <a:pt x="5007" y="3916"/>
                </a:lnTo>
                <a:lnTo>
                  <a:pt x="5114" y="3894"/>
                </a:lnTo>
                <a:lnTo>
                  <a:pt x="5114" y="3894"/>
                </a:lnTo>
                <a:lnTo>
                  <a:pt x="5199" y="3851"/>
                </a:lnTo>
                <a:lnTo>
                  <a:pt x="5242" y="3809"/>
                </a:lnTo>
                <a:lnTo>
                  <a:pt x="5349" y="3702"/>
                </a:lnTo>
                <a:lnTo>
                  <a:pt x="5456" y="3637"/>
                </a:lnTo>
                <a:lnTo>
                  <a:pt x="5499" y="3616"/>
                </a:lnTo>
                <a:lnTo>
                  <a:pt x="5563" y="3637"/>
                </a:lnTo>
                <a:lnTo>
                  <a:pt x="5563" y="3637"/>
                </a:lnTo>
                <a:lnTo>
                  <a:pt x="5606" y="3680"/>
                </a:lnTo>
                <a:lnTo>
                  <a:pt x="5670" y="3766"/>
                </a:lnTo>
                <a:lnTo>
                  <a:pt x="5713" y="3851"/>
                </a:lnTo>
                <a:lnTo>
                  <a:pt x="5777" y="3916"/>
                </a:lnTo>
                <a:lnTo>
                  <a:pt x="5777" y="3916"/>
                </a:lnTo>
                <a:lnTo>
                  <a:pt x="5841" y="3958"/>
                </a:lnTo>
                <a:lnTo>
                  <a:pt x="5905" y="4001"/>
                </a:lnTo>
                <a:lnTo>
                  <a:pt x="5969" y="4023"/>
                </a:lnTo>
                <a:lnTo>
                  <a:pt x="6055" y="4023"/>
                </a:lnTo>
                <a:lnTo>
                  <a:pt x="6055" y="4023"/>
                </a:lnTo>
                <a:lnTo>
                  <a:pt x="6119" y="3980"/>
                </a:lnTo>
                <a:lnTo>
                  <a:pt x="6162" y="3937"/>
                </a:lnTo>
                <a:lnTo>
                  <a:pt x="6248" y="3809"/>
                </a:lnTo>
                <a:lnTo>
                  <a:pt x="6333" y="3702"/>
                </a:lnTo>
                <a:lnTo>
                  <a:pt x="6376" y="3637"/>
                </a:lnTo>
                <a:lnTo>
                  <a:pt x="6419" y="3616"/>
                </a:lnTo>
                <a:lnTo>
                  <a:pt x="6419" y="3616"/>
                </a:lnTo>
                <a:lnTo>
                  <a:pt x="6483" y="3595"/>
                </a:lnTo>
                <a:lnTo>
                  <a:pt x="6547" y="3616"/>
                </a:lnTo>
                <a:lnTo>
                  <a:pt x="6697" y="3723"/>
                </a:lnTo>
                <a:lnTo>
                  <a:pt x="6847" y="3830"/>
                </a:lnTo>
                <a:lnTo>
                  <a:pt x="6911" y="3873"/>
                </a:lnTo>
                <a:lnTo>
                  <a:pt x="6996" y="3873"/>
                </a:lnTo>
                <a:lnTo>
                  <a:pt x="6996" y="3873"/>
                </a:lnTo>
                <a:lnTo>
                  <a:pt x="7103" y="3873"/>
                </a:lnTo>
                <a:lnTo>
                  <a:pt x="7168" y="3851"/>
                </a:lnTo>
                <a:lnTo>
                  <a:pt x="7210" y="3809"/>
                </a:lnTo>
                <a:lnTo>
                  <a:pt x="7253" y="3766"/>
                </a:lnTo>
                <a:lnTo>
                  <a:pt x="7339" y="3637"/>
                </a:lnTo>
                <a:lnTo>
                  <a:pt x="7424" y="3509"/>
                </a:lnTo>
                <a:lnTo>
                  <a:pt x="7424" y="3509"/>
                </a:lnTo>
                <a:lnTo>
                  <a:pt x="7510" y="3423"/>
                </a:lnTo>
                <a:lnTo>
                  <a:pt x="7574" y="3317"/>
                </a:lnTo>
                <a:lnTo>
                  <a:pt x="7595" y="3274"/>
                </a:lnTo>
                <a:lnTo>
                  <a:pt x="7595" y="3210"/>
                </a:lnTo>
                <a:lnTo>
                  <a:pt x="7574" y="3167"/>
                </a:lnTo>
                <a:lnTo>
                  <a:pt x="7489" y="3103"/>
                </a:lnTo>
                <a:lnTo>
                  <a:pt x="7489" y="3103"/>
                </a:lnTo>
                <a:lnTo>
                  <a:pt x="7403" y="3081"/>
                </a:lnTo>
                <a:lnTo>
                  <a:pt x="7339" y="3103"/>
                </a:lnTo>
                <a:lnTo>
                  <a:pt x="7275" y="3124"/>
                </a:lnTo>
                <a:lnTo>
                  <a:pt x="7232" y="3167"/>
                </a:lnTo>
                <a:lnTo>
                  <a:pt x="7125" y="3295"/>
                </a:lnTo>
                <a:lnTo>
                  <a:pt x="7082" y="3338"/>
                </a:lnTo>
                <a:lnTo>
                  <a:pt x="7018" y="3359"/>
                </a:lnTo>
                <a:lnTo>
                  <a:pt x="7018" y="3359"/>
                </a:lnTo>
                <a:lnTo>
                  <a:pt x="6975" y="3359"/>
                </a:lnTo>
                <a:lnTo>
                  <a:pt x="6911" y="3338"/>
                </a:lnTo>
                <a:lnTo>
                  <a:pt x="6825" y="3252"/>
                </a:lnTo>
                <a:lnTo>
                  <a:pt x="6740" y="3167"/>
                </a:lnTo>
                <a:lnTo>
                  <a:pt x="6697" y="3145"/>
                </a:lnTo>
                <a:lnTo>
                  <a:pt x="6633" y="3124"/>
                </a:lnTo>
                <a:lnTo>
                  <a:pt x="6633" y="3124"/>
                </a:lnTo>
                <a:lnTo>
                  <a:pt x="6547" y="3103"/>
                </a:lnTo>
                <a:lnTo>
                  <a:pt x="6462" y="3124"/>
                </a:lnTo>
                <a:lnTo>
                  <a:pt x="6376" y="3167"/>
                </a:lnTo>
                <a:lnTo>
                  <a:pt x="6312" y="3210"/>
                </a:lnTo>
                <a:lnTo>
                  <a:pt x="6183" y="3317"/>
                </a:lnTo>
                <a:lnTo>
                  <a:pt x="6119" y="3359"/>
                </a:lnTo>
                <a:lnTo>
                  <a:pt x="6055" y="3381"/>
                </a:lnTo>
                <a:lnTo>
                  <a:pt x="6055" y="3381"/>
                </a:lnTo>
                <a:lnTo>
                  <a:pt x="5991" y="3359"/>
                </a:lnTo>
                <a:lnTo>
                  <a:pt x="5948" y="3338"/>
                </a:lnTo>
                <a:lnTo>
                  <a:pt x="5841" y="3252"/>
                </a:lnTo>
                <a:lnTo>
                  <a:pt x="5755" y="3145"/>
                </a:lnTo>
                <a:lnTo>
                  <a:pt x="5691" y="3124"/>
                </a:lnTo>
                <a:lnTo>
                  <a:pt x="5627" y="3103"/>
                </a:lnTo>
                <a:lnTo>
                  <a:pt x="5627" y="3103"/>
                </a:lnTo>
                <a:lnTo>
                  <a:pt x="5542" y="3103"/>
                </a:lnTo>
                <a:lnTo>
                  <a:pt x="5456" y="3124"/>
                </a:lnTo>
                <a:lnTo>
                  <a:pt x="5392" y="3167"/>
                </a:lnTo>
                <a:lnTo>
                  <a:pt x="5328" y="3231"/>
                </a:lnTo>
                <a:lnTo>
                  <a:pt x="5199" y="3359"/>
                </a:lnTo>
                <a:lnTo>
                  <a:pt x="5135" y="3423"/>
                </a:lnTo>
                <a:lnTo>
                  <a:pt x="5071" y="3466"/>
                </a:lnTo>
                <a:lnTo>
                  <a:pt x="5071" y="3466"/>
                </a:lnTo>
                <a:lnTo>
                  <a:pt x="5007" y="3466"/>
                </a:lnTo>
                <a:lnTo>
                  <a:pt x="4964" y="3466"/>
                </a:lnTo>
                <a:lnTo>
                  <a:pt x="4921" y="3423"/>
                </a:lnTo>
                <a:lnTo>
                  <a:pt x="4878" y="3381"/>
                </a:lnTo>
                <a:lnTo>
                  <a:pt x="4793" y="3295"/>
                </a:lnTo>
                <a:lnTo>
                  <a:pt x="4728" y="3252"/>
                </a:lnTo>
                <a:lnTo>
                  <a:pt x="4664" y="3210"/>
                </a:lnTo>
                <a:lnTo>
                  <a:pt x="4664" y="3210"/>
                </a:lnTo>
                <a:lnTo>
                  <a:pt x="4600" y="3188"/>
                </a:lnTo>
                <a:lnTo>
                  <a:pt x="4515" y="3188"/>
                </a:lnTo>
                <a:lnTo>
                  <a:pt x="4429" y="3210"/>
                </a:lnTo>
                <a:lnTo>
                  <a:pt x="4365" y="3231"/>
                </a:lnTo>
                <a:lnTo>
                  <a:pt x="4236" y="3338"/>
                </a:lnTo>
                <a:lnTo>
                  <a:pt x="4151" y="3466"/>
                </a:lnTo>
                <a:lnTo>
                  <a:pt x="4151" y="3466"/>
                </a:lnTo>
                <a:lnTo>
                  <a:pt x="4087" y="3595"/>
                </a:lnTo>
                <a:lnTo>
                  <a:pt x="4087" y="3659"/>
                </a:lnTo>
                <a:lnTo>
                  <a:pt x="4087" y="3723"/>
                </a:lnTo>
                <a:lnTo>
                  <a:pt x="4087" y="3787"/>
                </a:lnTo>
                <a:lnTo>
                  <a:pt x="4129" y="3830"/>
                </a:lnTo>
                <a:lnTo>
                  <a:pt x="4194" y="3830"/>
                </a:lnTo>
                <a:lnTo>
                  <a:pt x="4279" y="3787"/>
                </a:lnTo>
                <a:lnTo>
                  <a:pt x="4279" y="3787"/>
                </a:lnTo>
                <a:close/>
                <a:moveTo>
                  <a:pt x="4921" y="4643"/>
                </a:moveTo>
                <a:lnTo>
                  <a:pt x="4921" y="4643"/>
                </a:lnTo>
                <a:lnTo>
                  <a:pt x="6996" y="4557"/>
                </a:lnTo>
                <a:lnTo>
                  <a:pt x="6996" y="4557"/>
                </a:lnTo>
                <a:lnTo>
                  <a:pt x="7168" y="4557"/>
                </a:lnTo>
                <a:lnTo>
                  <a:pt x="7424" y="4536"/>
                </a:lnTo>
                <a:lnTo>
                  <a:pt x="7553" y="4493"/>
                </a:lnTo>
                <a:lnTo>
                  <a:pt x="7638" y="4450"/>
                </a:lnTo>
                <a:lnTo>
                  <a:pt x="7660" y="4429"/>
                </a:lnTo>
                <a:lnTo>
                  <a:pt x="7681" y="4386"/>
                </a:lnTo>
                <a:lnTo>
                  <a:pt x="7681" y="4344"/>
                </a:lnTo>
                <a:lnTo>
                  <a:pt x="7660" y="4279"/>
                </a:lnTo>
                <a:lnTo>
                  <a:pt x="7660" y="4279"/>
                </a:lnTo>
                <a:lnTo>
                  <a:pt x="7638" y="4237"/>
                </a:lnTo>
                <a:lnTo>
                  <a:pt x="7595" y="4215"/>
                </a:lnTo>
                <a:lnTo>
                  <a:pt x="7510" y="4172"/>
                </a:lnTo>
                <a:lnTo>
                  <a:pt x="7403" y="4151"/>
                </a:lnTo>
                <a:lnTo>
                  <a:pt x="7253" y="4151"/>
                </a:lnTo>
                <a:lnTo>
                  <a:pt x="6996" y="4194"/>
                </a:lnTo>
                <a:lnTo>
                  <a:pt x="6804" y="4215"/>
                </a:lnTo>
                <a:lnTo>
                  <a:pt x="6804" y="4215"/>
                </a:lnTo>
                <a:lnTo>
                  <a:pt x="5734" y="4258"/>
                </a:lnTo>
                <a:lnTo>
                  <a:pt x="4664" y="4301"/>
                </a:lnTo>
                <a:lnTo>
                  <a:pt x="4664" y="4301"/>
                </a:lnTo>
                <a:lnTo>
                  <a:pt x="4515" y="4301"/>
                </a:lnTo>
                <a:lnTo>
                  <a:pt x="4279" y="4322"/>
                </a:lnTo>
                <a:lnTo>
                  <a:pt x="4172" y="4344"/>
                </a:lnTo>
                <a:lnTo>
                  <a:pt x="4087" y="4386"/>
                </a:lnTo>
                <a:lnTo>
                  <a:pt x="4065" y="4408"/>
                </a:lnTo>
                <a:lnTo>
                  <a:pt x="4044" y="4450"/>
                </a:lnTo>
                <a:lnTo>
                  <a:pt x="4044" y="4493"/>
                </a:lnTo>
                <a:lnTo>
                  <a:pt x="4065" y="4536"/>
                </a:lnTo>
                <a:lnTo>
                  <a:pt x="4065" y="4536"/>
                </a:lnTo>
                <a:lnTo>
                  <a:pt x="4108" y="4600"/>
                </a:lnTo>
                <a:lnTo>
                  <a:pt x="4215" y="4643"/>
                </a:lnTo>
                <a:lnTo>
                  <a:pt x="4322" y="4664"/>
                </a:lnTo>
                <a:lnTo>
                  <a:pt x="4450" y="4664"/>
                </a:lnTo>
                <a:lnTo>
                  <a:pt x="4728" y="4643"/>
                </a:lnTo>
                <a:lnTo>
                  <a:pt x="4921" y="4643"/>
                </a:lnTo>
                <a:lnTo>
                  <a:pt x="4921" y="4643"/>
                </a:lnTo>
                <a:close/>
                <a:moveTo>
                  <a:pt x="6419" y="5477"/>
                </a:moveTo>
                <a:lnTo>
                  <a:pt x="6419" y="5477"/>
                </a:lnTo>
                <a:lnTo>
                  <a:pt x="6141" y="5456"/>
                </a:lnTo>
                <a:lnTo>
                  <a:pt x="5884" y="5477"/>
                </a:lnTo>
                <a:lnTo>
                  <a:pt x="5349" y="5499"/>
                </a:lnTo>
                <a:lnTo>
                  <a:pt x="5349" y="5499"/>
                </a:lnTo>
                <a:lnTo>
                  <a:pt x="4878" y="5520"/>
                </a:lnTo>
                <a:lnTo>
                  <a:pt x="4643" y="5542"/>
                </a:lnTo>
                <a:lnTo>
                  <a:pt x="4408" y="5606"/>
                </a:lnTo>
                <a:lnTo>
                  <a:pt x="4408" y="5606"/>
                </a:lnTo>
                <a:lnTo>
                  <a:pt x="4279" y="5649"/>
                </a:lnTo>
                <a:lnTo>
                  <a:pt x="4194" y="5713"/>
                </a:lnTo>
                <a:lnTo>
                  <a:pt x="4172" y="5756"/>
                </a:lnTo>
                <a:lnTo>
                  <a:pt x="4172" y="5798"/>
                </a:lnTo>
                <a:lnTo>
                  <a:pt x="4194" y="5841"/>
                </a:lnTo>
                <a:lnTo>
                  <a:pt x="4258" y="5884"/>
                </a:lnTo>
                <a:lnTo>
                  <a:pt x="4258" y="5884"/>
                </a:lnTo>
                <a:lnTo>
                  <a:pt x="4343" y="5905"/>
                </a:lnTo>
                <a:lnTo>
                  <a:pt x="4472" y="5884"/>
                </a:lnTo>
                <a:lnTo>
                  <a:pt x="4707" y="5841"/>
                </a:lnTo>
                <a:lnTo>
                  <a:pt x="4707" y="5841"/>
                </a:lnTo>
                <a:lnTo>
                  <a:pt x="4985" y="5841"/>
                </a:lnTo>
                <a:lnTo>
                  <a:pt x="5263" y="5820"/>
                </a:lnTo>
                <a:lnTo>
                  <a:pt x="5263" y="5820"/>
                </a:lnTo>
                <a:lnTo>
                  <a:pt x="6162" y="5798"/>
                </a:lnTo>
                <a:lnTo>
                  <a:pt x="7061" y="5777"/>
                </a:lnTo>
                <a:lnTo>
                  <a:pt x="7061" y="5777"/>
                </a:lnTo>
                <a:lnTo>
                  <a:pt x="7210" y="5777"/>
                </a:lnTo>
                <a:lnTo>
                  <a:pt x="7382" y="5734"/>
                </a:lnTo>
                <a:lnTo>
                  <a:pt x="7446" y="5691"/>
                </a:lnTo>
                <a:lnTo>
                  <a:pt x="7489" y="5649"/>
                </a:lnTo>
                <a:lnTo>
                  <a:pt x="7489" y="5584"/>
                </a:lnTo>
                <a:lnTo>
                  <a:pt x="7403" y="5499"/>
                </a:lnTo>
                <a:lnTo>
                  <a:pt x="7403" y="5499"/>
                </a:lnTo>
                <a:lnTo>
                  <a:pt x="7339" y="5456"/>
                </a:lnTo>
                <a:lnTo>
                  <a:pt x="7210" y="5413"/>
                </a:lnTo>
                <a:lnTo>
                  <a:pt x="7082" y="5413"/>
                </a:lnTo>
                <a:lnTo>
                  <a:pt x="6932" y="5413"/>
                </a:lnTo>
                <a:lnTo>
                  <a:pt x="6419" y="5477"/>
                </a:lnTo>
                <a:lnTo>
                  <a:pt x="6419" y="5477"/>
                </a:lnTo>
                <a:close/>
                <a:moveTo>
                  <a:pt x="6911" y="4857"/>
                </a:moveTo>
                <a:lnTo>
                  <a:pt x="6911" y="4857"/>
                </a:lnTo>
                <a:lnTo>
                  <a:pt x="5884" y="4921"/>
                </a:lnTo>
                <a:lnTo>
                  <a:pt x="5370" y="4964"/>
                </a:lnTo>
                <a:lnTo>
                  <a:pt x="4835" y="4985"/>
                </a:lnTo>
                <a:lnTo>
                  <a:pt x="4835" y="4985"/>
                </a:lnTo>
                <a:lnTo>
                  <a:pt x="4707" y="4985"/>
                </a:lnTo>
                <a:lnTo>
                  <a:pt x="4515" y="4985"/>
                </a:lnTo>
                <a:lnTo>
                  <a:pt x="4408" y="5007"/>
                </a:lnTo>
                <a:lnTo>
                  <a:pt x="4322" y="5028"/>
                </a:lnTo>
                <a:lnTo>
                  <a:pt x="4258" y="5071"/>
                </a:lnTo>
                <a:lnTo>
                  <a:pt x="4258" y="5092"/>
                </a:lnTo>
                <a:lnTo>
                  <a:pt x="4258" y="5135"/>
                </a:lnTo>
                <a:lnTo>
                  <a:pt x="4258" y="5135"/>
                </a:lnTo>
                <a:lnTo>
                  <a:pt x="4258" y="5157"/>
                </a:lnTo>
                <a:lnTo>
                  <a:pt x="4301" y="5178"/>
                </a:lnTo>
                <a:lnTo>
                  <a:pt x="4386" y="5199"/>
                </a:lnTo>
                <a:lnTo>
                  <a:pt x="4664" y="5221"/>
                </a:lnTo>
                <a:lnTo>
                  <a:pt x="5156" y="5199"/>
                </a:lnTo>
                <a:lnTo>
                  <a:pt x="5156" y="5199"/>
                </a:lnTo>
                <a:lnTo>
                  <a:pt x="5413" y="5199"/>
                </a:lnTo>
                <a:lnTo>
                  <a:pt x="6012" y="5178"/>
                </a:lnTo>
                <a:lnTo>
                  <a:pt x="7018" y="5135"/>
                </a:lnTo>
                <a:lnTo>
                  <a:pt x="7018" y="5135"/>
                </a:lnTo>
                <a:lnTo>
                  <a:pt x="7189" y="5135"/>
                </a:lnTo>
                <a:lnTo>
                  <a:pt x="7467" y="5135"/>
                </a:lnTo>
                <a:lnTo>
                  <a:pt x="7595" y="5114"/>
                </a:lnTo>
                <a:lnTo>
                  <a:pt x="7681" y="5071"/>
                </a:lnTo>
                <a:lnTo>
                  <a:pt x="7724" y="5050"/>
                </a:lnTo>
                <a:lnTo>
                  <a:pt x="7724" y="5007"/>
                </a:lnTo>
                <a:lnTo>
                  <a:pt x="7745" y="4985"/>
                </a:lnTo>
                <a:lnTo>
                  <a:pt x="7724" y="4943"/>
                </a:lnTo>
                <a:lnTo>
                  <a:pt x="7724" y="4943"/>
                </a:lnTo>
                <a:lnTo>
                  <a:pt x="7660" y="4878"/>
                </a:lnTo>
                <a:lnTo>
                  <a:pt x="7574" y="4836"/>
                </a:lnTo>
                <a:lnTo>
                  <a:pt x="7467" y="4814"/>
                </a:lnTo>
                <a:lnTo>
                  <a:pt x="7339" y="4814"/>
                </a:lnTo>
                <a:lnTo>
                  <a:pt x="7082" y="4836"/>
                </a:lnTo>
                <a:lnTo>
                  <a:pt x="6911" y="4857"/>
                </a:lnTo>
                <a:lnTo>
                  <a:pt x="6911" y="4857"/>
                </a:lnTo>
                <a:close/>
                <a:moveTo>
                  <a:pt x="6697" y="6141"/>
                </a:moveTo>
                <a:lnTo>
                  <a:pt x="6697" y="6141"/>
                </a:lnTo>
                <a:lnTo>
                  <a:pt x="6526" y="6184"/>
                </a:lnTo>
                <a:lnTo>
                  <a:pt x="6376" y="6269"/>
                </a:lnTo>
                <a:lnTo>
                  <a:pt x="6312" y="6312"/>
                </a:lnTo>
                <a:lnTo>
                  <a:pt x="6269" y="6376"/>
                </a:lnTo>
                <a:lnTo>
                  <a:pt x="6226" y="6462"/>
                </a:lnTo>
                <a:lnTo>
                  <a:pt x="6226" y="6547"/>
                </a:lnTo>
                <a:lnTo>
                  <a:pt x="6226" y="6547"/>
                </a:lnTo>
                <a:lnTo>
                  <a:pt x="6226" y="6611"/>
                </a:lnTo>
                <a:lnTo>
                  <a:pt x="6248" y="6697"/>
                </a:lnTo>
                <a:lnTo>
                  <a:pt x="6290" y="6740"/>
                </a:lnTo>
                <a:lnTo>
                  <a:pt x="6355" y="6783"/>
                </a:lnTo>
                <a:lnTo>
                  <a:pt x="6483" y="6847"/>
                </a:lnTo>
                <a:lnTo>
                  <a:pt x="6633" y="6868"/>
                </a:lnTo>
                <a:lnTo>
                  <a:pt x="6633" y="6868"/>
                </a:lnTo>
                <a:lnTo>
                  <a:pt x="6740" y="6847"/>
                </a:lnTo>
                <a:lnTo>
                  <a:pt x="6825" y="6825"/>
                </a:lnTo>
                <a:lnTo>
                  <a:pt x="6889" y="6804"/>
                </a:lnTo>
                <a:lnTo>
                  <a:pt x="6954" y="6761"/>
                </a:lnTo>
                <a:lnTo>
                  <a:pt x="7018" y="6697"/>
                </a:lnTo>
                <a:lnTo>
                  <a:pt x="7039" y="6654"/>
                </a:lnTo>
                <a:lnTo>
                  <a:pt x="7082" y="6590"/>
                </a:lnTo>
                <a:lnTo>
                  <a:pt x="7082" y="6526"/>
                </a:lnTo>
                <a:lnTo>
                  <a:pt x="7082" y="6462"/>
                </a:lnTo>
                <a:lnTo>
                  <a:pt x="7082" y="6397"/>
                </a:lnTo>
                <a:lnTo>
                  <a:pt x="7061" y="6333"/>
                </a:lnTo>
                <a:lnTo>
                  <a:pt x="7018" y="6291"/>
                </a:lnTo>
                <a:lnTo>
                  <a:pt x="6954" y="6248"/>
                </a:lnTo>
                <a:lnTo>
                  <a:pt x="6889" y="6205"/>
                </a:lnTo>
                <a:lnTo>
                  <a:pt x="6804" y="6162"/>
                </a:lnTo>
                <a:lnTo>
                  <a:pt x="6697" y="6141"/>
                </a:lnTo>
                <a:lnTo>
                  <a:pt x="6697" y="6141"/>
                </a:lnTo>
                <a:close/>
                <a:moveTo>
                  <a:pt x="4686" y="1134"/>
                </a:moveTo>
                <a:lnTo>
                  <a:pt x="4686" y="1134"/>
                </a:lnTo>
                <a:lnTo>
                  <a:pt x="4686" y="1070"/>
                </a:lnTo>
                <a:lnTo>
                  <a:pt x="4664" y="1027"/>
                </a:lnTo>
                <a:lnTo>
                  <a:pt x="4643" y="984"/>
                </a:lnTo>
                <a:lnTo>
                  <a:pt x="4600" y="942"/>
                </a:lnTo>
                <a:lnTo>
                  <a:pt x="4493" y="899"/>
                </a:lnTo>
                <a:lnTo>
                  <a:pt x="4386" y="899"/>
                </a:lnTo>
                <a:lnTo>
                  <a:pt x="4279" y="920"/>
                </a:lnTo>
                <a:lnTo>
                  <a:pt x="4194" y="963"/>
                </a:lnTo>
                <a:lnTo>
                  <a:pt x="4108" y="1049"/>
                </a:lnTo>
                <a:lnTo>
                  <a:pt x="4108" y="1113"/>
                </a:lnTo>
                <a:lnTo>
                  <a:pt x="4087" y="1177"/>
                </a:lnTo>
                <a:lnTo>
                  <a:pt x="4087" y="1177"/>
                </a:lnTo>
                <a:lnTo>
                  <a:pt x="4087" y="1241"/>
                </a:lnTo>
                <a:lnTo>
                  <a:pt x="4108" y="1284"/>
                </a:lnTo>
                <a:lnTo>
                  <a:pt x="4151" y="1327"/>
                </a:lnTo>
                <a:lnTo>
                  <a:pt x="4172" y="1369"/>
                </a:lnTo>
                <a:lnTo>
                  <a:pt x="4279" y="1412"/>
                </a:lnTo>
                <a:lnTo>
                  <a:pt x="4386" y="1412"/>
                </a:lnTo>
                <a:lnTo>
                  <a:pt x="4493" y="1391"/>
                </a:lnTo>
                <a:lnTo>
                  <a:pt x="4579" y="1327"/>
                </a:lnTo>
                <a:lnTo>
                  <a:pt x="4664" y="1241"/>
                </a:lnTo>
                <a:lnTo>
                  <a:pt x="4686" y="1198"/>
                </a:lnTo>
                <a:lnTo>
                  <a:pt x="4686" y="1134"/>
                </a:lnTo>
                <a:lnTo>
                  <a:pt x="4686" y="1134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39"/>
          <p:cNvSpPr txBox="1"/>
          <p:nvPr/>
        </p:nvSpPr>
        <p:spPr>
          <a:xfrm>
            <a:off x="3114888" y="2332200"/>
            <a:ext cx="2551800" cy="4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POST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: /graphql 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65" name="Google Shape;865;p39"/>
          <p:cNvSpPr/>
          <p:nvPr/>
        </p:nvSpPr>
        <p:spPr>
          <a:xfrm rot="10800000">
            <a:off x="2392238" y="2541000"/>
            <a:ext cx="3997095" cy="271475"/>
          </a:xfrm>
          <a:custGeom>
            <a:rect b="b" l="l" r="r" t="t"/>
            <a:pathLst>
              <a:path extrusionOk="0" h="10859" w="123596">
                <a:moveTo>
                  <a:pt x="0" y="2642"/>
                </a:moveTo>
                <a:cubicBezTo>
                  <a:pt x="28421" y="2642"/>
                  <a:pt x="56797" y="5381"/>
                  <a:pt x="85218" y="5381"/>
                </a:cubicBezTo>
                <a:cubicBezTo>
                  <a:pt x="93334" y="5381"/>
                  <a:pt x="101449" y="5381"/>
                  <a:pt x="109565" y="5381"/>
                </a:cubicBezTo>
                <a:cubicBezTo>
                  <a:pt x="114131" y="5381"/>
                  <a:pt x="120037" y="8919"/>
                  <a:pt x="123261" y="5685"/>
                </a:cubicBezTo>
                <a:cubicBezTo>
                  <a:pt x="125030" y="3910"/>
                  <a:pt x="119216" y="2608"/>
                  <a:pt x="116870" y="1728"/>
                </a:cubicBezTo>
                <a:cubicBezTo>
                  <a:pt x="116104" y="1441"/>
                  <a:pt x="114100" y="0"/>
                  <a:pt x="114739" y="511"/>
                </a:cubicBezTo>
                <a:cubicBezTo>
                  <a:pt x="117335" y="2586"/>
                  <a:pt x="123807" y="2407"/>
                  <a:pt x="123261" y="5685"/>
                </a:cubicBezTo>
                <a:cubicBezTo>
                  <a:pt x="122849" y="8163"/>
                  <a:pt x="119559" y="9083"/>
                  <a:pt x="117783" y="10859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66" name="Google Shape;866;p39"/>
          <p:cNvSpPr txBox="1"/>
          <p:nvPr/>
        </p:nvSpPr>
        <p:spPr>
          <a:xfrm>
            <a:off x="1630500" y="528800"/>
            <a:ext cx="6524700" cy="4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Gloria Hallelujah"/>
                <a:ea typeface="Gloria Hallelujah"/>
                <a:cs typeface="Gloria Hallelujah"/>
                <a:sym typeface="Gloria Hallelujah"/>
              </a:rPr>
              <a:t>GraphQL</a:t>
            </a:r>
            <a:endParaRPr sz="2400">
              <a:latin typeface="Gloria Hallelujah"/>
              <a:ea typeface="Gloria Hallelujah"/>
              <a:cs typeface="Gloria Hallelujah"/>
              <a:sym typeface="Gloria Hallelujah"/>
            </a:endParaRPr>
          </a:p>
        </p:txBody>
      </p:sp>
      <p:sp>
        <p:nvSpPr>
          <p:cNvPr id="867" name="Google Shape;867;p39"/>
          <p:cNvSpPr txBox="1"/>
          <p:nvPr/>
        </p:nvSpPr>
        <p:spPr>
          <a:xfrm>
            <a:off x="2278700" y="460325"/>
            <a:ext cx="1967100" cy="18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profile(personId: </a:t>
            </a:r>
            <a:r>
              <a:rPr lang="en" sz="9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){</a:t>
            </a:r>
            <a:endParaRPr sz="9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person{</a:t>
            </a:r>
            <a:endParaRPr sz="9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names</a:t>
            </a:r>
            <a:endParaRPr sz="9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surname</a:t>
            </a:r>
            <a:endParaRPr sz="9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occupation</a:t>
            </a:r>
            <a:endParaRPr sz="9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}</a:t>
            </a:r>
            <a:endParaRPr sz="9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scores {</a:t>
            </a:r>
            <a:endParaRPr sz="9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name</a:t>
            </a:r>
            <a:endParaRPr sz="9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value</a:t>
            </a:r>
            <a:endParaRPr sz="9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}</a:t>
            </a:r>
            <a:endParaRPr sz="9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}</a:t>
            </a:r>
            <a:endParaRPr sz="9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68" name="Google Shape;868;p39"/>
          <p:cNvSpPr/>
          <p:nvPr/>
        </p:nvSpPr>
        <p:spPr>
          <a:xfrm>
            <a:off x="4238050" y="2077175"/>
            <a:ext cx="2133000" cy="2415000"/>
          </a:xfrm>
          <a:prstGeom prst="foldedCorner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39"/>
          <p:cNvSpPr txBox="1"/>
          <p:nvPr/>
        </p:nvSpPr>
        <p:spPr>
          <a:xfrm>
            <a:off x="4251438" y="2081300"/>
            <a:ext cx="22458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7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75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"data"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{</a:t>
            </a:r>
            <a:endParaRPr sz="7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75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"profile"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{</a:t>
            </a:r>
            <a:endParaRPr sz="7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n" sz="75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"person"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{</a:t>
            </a:r>
            <a:endParaRPr sz="7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n" sz="75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"names"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[</a:t>
            </a:r>
            <a:endParaRPr sz="7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</a:t>
            </a:r>
            <a:r>
              <a:rPr lang="en" sz="75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"Sebastian"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7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</a:t>
            </a:r>
            <a:r>
              <a:rPr lang="en" sz="75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"Jana"</a:t>
            </a:r>
            <a:endParaRPr sz="7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],</a:t>
            </a:r>
            <a:endParaRPr sz="7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n" sz="75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"surname"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75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"Heathcote"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7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n" sz="75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"occupation"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75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"Officer"</a:t>
            </a:r>
            <a:endParaRPr sz="7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},</a:t>
            </a:r>
            <a:endParaRPr sz="7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n" sz="75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"scores"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[</a:t>
            </a:r>
            <a:endParaRPr sz="7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{</a:t>
            </a:r>
            <a:endParaRPr sz="7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</a:t>
            </a:r>
            <a:r>
              <a:rPr lang="en" sz="75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"name"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75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"Driving"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7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</a:t>
            </a:r>
            <a:r>
              <a:rPr lang="en" sz="75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"value"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7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78</a:t>
            </a:r>
            <a:endParaRPr sz="7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}</a:t>
            </a:r>
            <a:endParaRPr sz="7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]</a:t>
            </a:r>
            <a:endParaRPr sz="7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7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 sz="7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7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40"/>
          <p:cNvSpPr/>
          <p:nvPr/>
        </p:nvSpPr>
        <p:spPr>
          <a:xfrm>
            <a:off x="4215225" y="2853275"/>
            <a:ext cx="1841400" cy="1323900"/>
          </a:xfrm>
          <a:prstGeom prst="foldedCorner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40"/>
          <p:cNvSpPr txBox="1"/>
          <p:nvPr>
            <p:ph idx="12" type="sldNum"/>
          </p:nvPr>
        </p:nvSpPr>
        <p:spPr>
          <a:xfrm>
            <a:off x="7899350" y="409842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6" name="Google Shape;876;p40"/>
          <p:cNvSpPr/>
          <p:nvPr/>
        </p:nvSpPr>
        <p:spPr>
          <a:xfrm>
            <a:off x="6421750" y="2139050"/>
            <a:ext cx="30449" cy="706593"/>
          </a:xfrm>
          <a:custGeom>
            <a:rect b="b" l="l" r="r" t="t"/>
            <a:pathLst>
              <a:path extrusionOk="0" h="56001" w="4378">
                <a:moveTo>
                  <a:pt x="4378" y="0"/>
                </a:moveTo>
                <a:cubicBezTo>
                  <a:pt x="4378" y="9943"/>
                  <a:pt x="639" y="19593"/>
                  <a:pt x="117" y="29522"/>
                </a:cubicBezTo>
                <a:cubicBezTo>
                  <a:pt x="-350" y="38406"/>
                  <a:pt x="3465" y="47104"/>
                  <a:pt x="3465" y="56001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77" name="Google Shape;877;p40"/>
          <p:cNvSpPr/>
          <p:nvPr/>
        </p:nvSpPr>
        <p:spPr>
          <a:xfrm>
            <a:off x="6422750" y="2727769"/>
            <a:ext cx="1795675" cy="114650"/>
          </a:xfrm>
          <a:custGeom>
            <a:rect b="b" l="l" r="r" t="t"/>
            <a:pathLst>
              <a:path extrusionOk="0" h="4586" w="71827">
                <a:moveTo>
                  <a:pt x="0" y="1543"/>
                </a:moveTo>
                <a:cubicBezTo>
                  <a:pt x="23497" y="-3166"/>
                  <a:pt x="47863" y="4586"/>
                  <a:pt x="71827" y="4586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78" name="Google Shape;878;p40"/>
          <p:cNvSpPr/>
          <p:nvPr/>
        </p:nvSpPr>
        <p:spPr>
          <a:xfrm>
            <a:off x="8122384" y="2183725"/>
            <a:ext cx="30453" cy="646241"/>
          </a:xfrm>
          <a:custGeom>
            <a:rect b="b" l="l" r="r" t="t"/>
            <a:pathLst>
              <a:path extrusionOk="0" h="66044" w="5324">
                <a:moveTo>
                  <a:pt x="5324" y="66044"/>
                </a:moveTo>
                <a:cubicBezTo>
                  <a:pt x="5324" y="49943"/>
                  <a:pt x="1784" y="34025"/>
                  <a:pt x="758" y="17957"/>
                </a:cubicBezTo>
                <a:cubicBezTo>
                  <a:pt x="377" y="11983"/>
                  <a:pt x="-832" y="5679"/>
                  <a:pt x="1063" y="0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79" name="Google Shape;879;p40"/>
          <p:cNvSpPr/>
          <p:nvPr/>
        </p:nvSpPr>
        <p:spPr>
          <a:xfrm>
            <a:off x="6421750" y="2139048"/>
            <a:ext cx="1797675" cy="56300"/>
          </a:xfrm>
          <a:custGeom>
            <a:rect b="b" l="l" r="r" t="t"/>
            <a:pathLst>
              <a:path extrusionOk="0" h="2252" w="71907">
                <a:moveTo>
                  <a:pt x="0" y="570"/>
                </a:moveTo>
                <a:cubicBezTo>
                  <a:pt x="16747" y="570"/>
                  <a:pt x="33490" y="1294"/>
                  <a:pt x="50218" y="2092"/>
                </a:cubicBezTo>
                <a:cubicBezTo>
                  <a:pt x="56934" y="2412"/>
                  <a:pt x="63718" y="1613"/>
                  <a:pt x="70305" y="266"/>
                </a:cubicBezTo>
                <a:cubicBezTo>
                  <a:pt x="70802" y="164"/>
                  <a:pt x="71987" y="-215"/>
                  <a:pt x="71827" y="266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80" name="Google Shape;880;p40"/>
          <p:cNvSpPr txBox="1"/>
          <p:nvPr/>
        </p:nvSpPr>
        <p:spPr>
          <a:xfrm>
            <a:off x="6598812" y="2141875"/>
            <a:ext cx="16626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Profile</a:t>
            </a:r>
            <a:endParaRPr b="1" sz="2400">
              <a:solidFill>
                <a:srgbClr val="666666"/>
              </a:solidFill>
              <a:latin typeface="Gloria Hallelujah"/>
              <a:ea typeface="Gloria Hallelujah"/>
              <a:cs typeface="Gloria Hallelujah"/>
              <a:sym typeface="Gloria Hallelujah"/>
            </a:endParaRPr>
          </a:p>
        </p:txBody>
      </p:sp>
      <p:sp>
        <p:nvSpPr>
          <p:cNvPr id="881" name="Google Shape;881;p40"/>
          <p:cNvSpPr/>
          <p:nvPr/>
        </p:nvSpPr>
        <p:spPr>
          <a:xfrm>
            <a:off x="2373925" y="2299075"/>
            <a:ext cx="3997095" cy="271475"/>
          </a:xfrm>
          <a:custGeom>
            <a:rect b="b" l="l" r="r" t="t"/>
            <a:pathLst>
              <a:path extrusionOk="0" h="10859" w="123596">
                <a:moveTo>
                  <a:pt x="0" y="2642"/>
                </a:moveTo>
                <a:cubicBezTo>
                  <a:pt x="28421" y="2642"/>
                  <a:pt x="56797" y="5381"/>
                  <a:pt x="85218" y="5381"/>
                </a:cubicBezTo>
                <a:cubicBezTo>
                  <a:pt x="93334" y="5381"/>
                  <a:pt x="101449" y="5381"/>
                  <a:pt x="109565" y="5381"/>
                </a:cubicBezTo>
                <a:cubicBezTo>
                  <a:pt x="114131" y="5381"/>
                  <a:pt x="120037" y="8919"/>
                  <a:pt x="123261" y="5685"/>
                </a:cubicBezTo>
                <a:cubicBezTo>
                  <a:pt x="125030" y="3910"/>
                  <a:pt x="119216" y="2608"/>
                  <a:pt x="116870" y="1728"/>
                </a:cubicBezTo>
                <a:cubicBezTo>
                  <a:pt x="116104" y="1441"/>
                  <a:pt x="114100" y="0"/>
                  <a:pt x="114739" y="511"/>
                </a:cubicBezTo>
                <a:cubicBezTo>
                  <a:pt x="117335" y="2586"/>
                  <a:pt x="123807" y="2407"/>
                  <a:pt x="123261" y="5685"/>
                </a:cubicBezTo>
                <a:cubicBezTo>
                  <a:pt x="122849" y="8163"/>
                  <a:pt x="119559" y="9083"/>
                  <a:pt x="117783" y="10859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82" name="Google Shape;882;p40"/>
          <p:cNvSpPr/>
          <p:nvPr/>
        </p:nvSpPr>
        <p:spPr>
          <a:xfrm>
            <a:off x="6502875" y="2309825"/>
            <a:ext cx="273615" cy="231173"/>
          </a:xfrm>
          <a:custGeom>
            <a:rect b="b" l="l" r="r" t="t"/>
            <a:pathLst>
              <a:path extrusionOk="0" h="8045" w="8709">
                <a:moveTo>
                  <a:pt x="8665" y="4793"/>
                </a:moveTo>
                <a:lnTo>
                  <a:pt x="8665" y="4793"/>
                </a:lnTo>
                <a:lnTo>
                  <a:pt x="8687" y="3916"/>
                </a:lnTo>
                <a:lnTo>
                  <a:pt x="8708" y="3038"/>
                </a:lnTo>
                <a:lnTo>
                  <a:pt x="8708" y="3038"/>
                </a:lnTo>
                <a:lnTo>
                  <a:pt x="8687" y="2717"/>
                </a:lnTo>
                <a:lnTo>
                  <a:pt x="8665" y="2396"/>
                </a:lnTo>
                <a:lnTo>
                  <a:pt x="8622" y="2225"/>
                </a:lnTo>
                <a:lnTo>
                  <a:pt x="8580" y="2076"/>
                </a:lnTo>
                <a:lnTo>
                  <a:pt x="8516" y="1926"/>
                </a:lnTo>
                <a:lnTo>
                  <a:pt x="8409" y="1797"/>
                </a:lnTo>
                <a:lnTo>
                  <a:pt x="8409" y="1797"/>
                </a:lnTo>
                <a:lnTo>
                  <a:pt x="8366" y="1733"/>
                </a:lnTo>
                <a:lnTo>
                  <a:pt x="8302" y="1690"/>
                </a:lnTo>
                <a:lnTo>
                  <a:pt x="8130" y="1626"/>
                </a:lnTo>
                <a:lnTo>
                  <a:pt x="7959" y="1583"/>
                </a:lnTo>
                <a:lnTo>
                  <a:pt x="7767" y="1541"/>
                </a:lnTo>
                <a:lnTo>
                  <a:pt x="7360" y="1541"/>
                </a:lnTo>
                <a:lnTo>
                  <a:pt x="7018" y="1541"/>
                </a:lnTo>
                <a:lnTo>
                  <a:pt x="7018" y="1541"/>
                </a:lnTo>
                <a:lnTo>
                  <a:pt x="6633" y="1541"/>
                </a:lnTo>
                <a:lnTo>
                  <a:pt x="6226" y="1562"/>
                </a:lnTo>
                <a:lnTo>
                  <a:pt x="6226" y="1562"/>
                </a:lnTo>
                <a:lnTo>
                  <a:pt x="6141" y="1562"/>
                </a:lnTo>
                <a:lnTo>
                  <a:pt x="6076" y="1541"/>
                </a:lnTo>
                <a:lnTo>
                  <a:pt x="6034" y="1519"/>
                </a:lnTo>
                <a:lnTo>
                  <a:pt x="6012" y="1476"/>
                </a:lnTo>
                <a:lnTo>
                  <a:pt x="6012" y="1348"/>
                </a:lnTo>
                <a:lnTo>
                  <a:pt x="6012" y="1177"/>
                </a:lnTo>
                <a:lnTo>
                  <a:pt x="6012" y="1177"/>
                </a:lnTo>
                <a:lnTo>
                  <a:pt x="6012" y="1006"/>
                </a:lnTo>
                <a:lnTo>
                  <a:pt x="6012" y="856"/>
                </a:lnTo>
                <a:lnTo>
                  <a:pt x="5991" y="770"/>
                </a:lnTo>
                <a:lnTo>
                  <a:pt x="5948" y="706"/>
                </a:lnTo>
                <a:lnTo>
                  <a:pt x="5905" y="663"/>
                </a:lnTo>
                <a:lnTo>
                  <a:pt x="5841" y="599"/>
                </a:lnTo>
                <a:lnTo>
                  <a:pt x="5841" y="599"/>
                </a:lnTo>
                <a:lnTo>
                  <a:pt x="5691" y="514"/>
                </a:lnTo>
                <a:lnTo>
                  <a:pt x="5520" y="428"/>
                </a:lnTo>
                <a:lnTo>
                  <a:pt x="5199" y="278"/>
                </a:lnTo>
                <a:lnTo>
                  <a:pt x="5199" y="278"/>
                </a:lnTo>
                <a:lnTo>
                  <a:pt x="4921" y="150"/>
                </a:lnTo>
                <a:lnTo>
                  <a:pt x="4793" y="86"/>
                </a:lnTo>
                <a:lnTo>
                  <a:pt x="4664" y="43"/>
                </a:lnTo>
                <a:lnTo>
                  <a:pt x="4515" y="22"/>
                </a:lnTo>
                <a:lnTo>
                  <a:pt x="4365" y="0"/>
                </a:lnTo>
                <a:lnTo>
                  <a:pt x="4236" y="22"/>
                </a:lnTo>
                <a:lnTo>
                  <a:pt x="4087" y="64"/>
                </a:lnTo>
                <a:lnTo>
                  <a:pt x="4087" y="64"/>
                </a:lnTo>
                <a:lnTo>
                  <a:pt x="3701" y="257"/>
                </a:lnTo>
                <a:lnTo>
                  <a:pt x="3316" y="428"/>
                </a:lnTo>
                <a:lnTo>
                  <a:pt x="3316" y="428"/>
                </a:lnTo>
                <a:lnTo>
                  <a:pt x="2995" y="599"/>
                </a:lnTo>
                <a:lnTo>
                  <a:pt x="2846" y="685"/>
                </a:lnTo>
                <a:lnTo>
                  <a:pt x="2717" y="792"/>
                </a:lnTo>
                <a:lnTo>
                  <a:pt x="2717" y="792"/>
                </a:lnTo>
                <a:lnTo>
                  <a:pt x="2674" y="856"/>
                </a:lnTo>
                <a:lnTo>
                  <a:pt x="2653" y="920"/>
                </a:lnTo>
                <a:lnTo>
                  <a:pt x="2632" y="984"/>
                </a:lnTo>
                <a:lnTo>
                  <a:pt x="2632" y="1049"/>
                </a:lnTo>
                <a:lnTo>
                  <a:pt x="2653" y="1177"/>
                </a:lnTo>
                <a:lnTo>
                  <a:pt x="2674" y="1327"/>
                </a:lnTo>
                <a:lnTo>
                  <a:pt x="2674" y="1327"/>
                </a:lnTo>
                <a:lnTo>
                  <a:pt x="2653" y="1391"/>
                </a:lnTo>
                <a:lnTo>
                  <a:pt x="2632" y="1455"/>
                </a:lnTo>
                <a:lnTo>
                  <a:pt x="2610" y="1476"/>
                </a:lnTo>
                <a:lnTo>
                  <a:pt x="2546" y="1498"/>
                </a:lnTo>
                <a:lnTo>
                  <a:pt x="2439" y="1498"/>
                </a:lnTo>
                <a:lnTo>
                  <a:pt x="2289" y="1498"/>
                </a:lnTo>
                <a:lnTo>
                  <a:pt x="2289" y="1498"/>
                </a:lnTo>
                <a:lnTo>
                  <a:pt x="1562" y="1519"/>
                </a:lnTo>
                <a:lnTo>
                  <a:pt x="1198" y="1562"/>
                </a:lnTo>
                <a:lnTo>
                  <a:pt x="856" y="1605"/>
                </a:lnTo>
                <a:lnTo>
                  <a:pt x="856" y="1605"/>
                </a:lnTo>
                <a:lnTo>
                  <a:pt x="706" y="1626"/>
                </a:lnTo>
                <a:lnTo>
                  <a:pt x="556" y="1669"/>
                </a:lnTo>
                <a:lnTo>
                  <a:pt x="407" y="1712"/>
                </a:lnTo>
                <a:lnTo>
                  <a:pt x="278" y="1797"/>
                </a:lnTo>
                <a:lnTo>
                  <a:pt x="278" y="1797"/>
                </a:lnTo>
                <a:lnTo>
                  <a:pt x="235" y="1862"/>
                </a:lnTo>
                <a:lnTo>
                  <a:pt x="193" y="1926"/>
                </a:lnTo>
                <a:lnTo>
                  <a:pt x="150" y="2097"/>
                </a:lnTo>
                <a:lnTo>
                  <a:pt x="86" y="2418"/>
                </a:lnTo>
                <a:lnTo>
                  <a:pt x="86" y="2418"/>
                </a:lnTo>
                <a:lnTo>
                  <a:pt x="43" y="2824"/>
                </a:lnTo>
                <a:lnTo>
                  <a:pt x="0" y="3231"/>
                </a:lnTo>
                <a:lnTo>
                  <a:pt x="0" y="3659"/>
                </a:lnTo>
                <a:lnTo>
                  <a:pt x="0" y="4065"/>
                </a:lnTo>
                <a:lnTo>
                  <a:pt x="43" y="4900"/>
                </a:lnTo>
                <a:lnTo>
                  <a:pt x="64" y="5734"/>
                </a:lnTo>
                <a:lnTo>
                  <a:pt x="64" y="5734"/>
                </a:lnTo>
                <a:lnTo>
                  <a:pt x="43" y="5798"/>
                </a:lnTo>
                <a:lnTo>
                  <a:pt x="43" y="5970"/>
                </a:lnTo>
                <a:lnTo>
                  <a:pt x="43" y="6483"/>
                </a:lnTo>
                <a:lnTo>
                  <a:pt x="86" y="7039"/>
                </a:lnTo>
                <a:lnTo>
                  <a:pt x="107" y="7253"/>
                </a:lnTo>
                <a:lnTo>
                  <a:pt x="128" y="7360"/>
                </a:lnTo>
                <a:lnTo>
                  <a:pt x="128" y="7360"/>
                </a:lnTo>
                <a:lnTo>
                  <a:pt x="214" y="7510"/>
                </a:lnTo>
                <a:lnTo>
                  <a:pt x="342" y="7617"/>
                </a:lnTo>
                <a:lnTo>
                  <a:pt x="514" y="7724"/>
                </a:lnTo>
                <a:lnTo>
                  <a:pt x="685" y="7810"/>
                </a:lnTo>
                <a:lnTo>
                  <a:pt x="877" y="7874"/>
                </a:lnTo>
                <a:lnTo>
                  <a:pt x="1070" y="7938"/>
                </a:lnTo>
                <a:lnTo>
                  <a:pt x="1412" y="8002"/>
                </a:lnTo>
                <a:lnTo>
                  <a:pt x="1412" y="8002"/>
                </a:lnTo>
                <a:lnTo>
                  <a:pt x="1861" y="8045"/>
                </a:lnTo>
                <a:lnTo>
                  <a:pt x="2332" y="8045"/>
                </a:lnTo>
                <a:lnTo>
                  <a:pt x="2803" y="8045"/>
                </a:lnTo>
                <a:lnTo>
                  <a:pt x="3252" y="8024"/>
                </a:lnTo>
                <a:lnTo>
                  <a:pt x="4194" y="7959"/>
                </a:lnTo>
                <a:lnTo>
                  <a:pt x="4664" y="7959"/>
                </a:lnTo>
                <a:lnTo>
                  <a:pt x="5114" y="7959"/>
                </a:lnTo>
                <a:lnTo>
                  <a:pt x="5114" y="7959"/>
                </a:lnTo>
                <a:lnTo>
                  <a:pt x="5969" y="7981"/>
                </a:lnTo>
                <a:lnTo>
                  <a:pt x="6397" y="7981"/>
                </a:lnTo>
                <a:lnTo>
                  <a:pt x="6825" y="7959"/>
                </a:lnTo>
                <a:lnTo>
                  <a:pt x="6825" y="7959"/>
                </a:lnTo>
                <a:lnTo>
                  <a:pt x="7210" y="7938"/>
                </a:lnTo>
                <a:lnTo>
                  <a:pt x="7617" y="7917"/>
                </a:lnTo>
                <a:lnTo>
                  <a:pt x="7809" y="7874"/>
                </a:lnTo>
                <a:lnTo>
                  <a:pt x="8023" y="7852"/>
                </a:lnTo>
                <a:lnTo>
                  <a:pt x="8195" y="7788"/>
                </a:lnTo>
                <a:lnTo>
                  <a:pt x="8366" y="7703"/>
                </a:lnTo>
                <a:lnTo>
                  <a:pt x="8366" y="7703"/>
                </a:lnTo>
                <a:lnTo>
                  <a:pt x="8430" y="7660"/>
                </a:lnTo>
                <a:lnTo>
                  <a:pt x="8494" y="7617"/>
                </a:lnTo>
                <a:lnTo>
                  <a:pt x="8580" y="7467"/>
                </a:lnTo>
                <a:lnTo>
                  <a:pt x="8622" y="7318"/>
                </a:lnTo>
                <a:lnTo>
                  <a:pt x="8665" y="7146"/>
                </a:lnTo>
                <a:lnTo>
                  <a:pt x="8665" y="6954"/>
                </a:lnTo>
                <a:lnTo>
                  <a:pt x="8665" y="6783"/>
                </a:lnTo>
                <a:lnTo>
                  <a:pt x="8644" y="6462"/>
                </a:lnTo>
                <a:lnTo>
                  <a:pt x="8644" y="6462"/>
                </a:lnTo>
                <a:lnTo>
                  <a:pt x="8665" y="4793"/>
                </a:lnTo>
                <a:lnTo>
                  <a:pt x="8665" y="4793"/>
                </a:lnTo>
                <a:close/>
                <a:moveTo>
                  <a:pt x="3124" y="1049"/>
                </a:moveTo>
                <a:lnTo>
                  <a:pt x="3124" y="1049"/>
                </a:lnTo>
                <a:lnTo>
                  <a:pt x="3167" y="963"/>
                </a:lnTo>
                <a:lnTo>
                  <a:pt x="3252" y="920"/>
                </a:lnTo>
                <a:lnTo>
                  <a:pt x="3252" y="920"/>
                </a:lnTo>
                <a:lnTo>
                  <a:pt x="3445" y="856"/>
                </a:lnTo>
                <a:lnTo>
                  <a:pt x="3637" y="792"/>
                </a:lnTo>
                <a:lnTo>
                  <a:pt x="3830" y="728"/>
                </a:lnTo>
                <a:lnTo>
                  <a:pt x="4022" y="642"/>
                </a:lnTo>
                <a:lnTo>
                  <a:pt x="4022" y="642"/>
                </a:lnTo>
                <a:lnTo>
                  <a:pt x="4236" y="535"/>
                </a:lnTo>
                <a:lnTo>
                  <a:pt x="4408" y="471"/>
                </a:lnTo>
                <a:lnTo>
                  <a:pt x="4493" y="471"/>
                </a:lnTo>
                <a:lnTo>
                  <a:pt x="4579" y="471"/>
                </a:lnTo>
                <a:lnTo>
                  <a:pt x="4664" y="492"/>
                </a:lnTo>
                <a:lnTo>
                  <a:pt x="4793" y="535"/>
                </a:lnTo>
                <a:lnTo>
                  <a:pt x="4793" y="535"/>
                </a:lnTo>
                <a:lnTo>
                  <a:pt x="5178" y="663"/>
                </a:lnTo>
                <a:lnTo>
                  <a:pt x="5370" y="749"/>
                </a:lnTo>
                <a:lnTo>
                  <a:pt x="5456" y="792"/>
                </a:lnTo>
                <a:lnTo>
                  <a:pt x="5499" y="856"/>
                </a:lnTo>
                <a:lnTo>
                  <a:pt x="5499" y="856"/>
                </a:lnTo>
                <a:lnTo>
                  <a:pt x="5542" y="920"/>
                </a:lnTo>
                <a:lnTo>
                  <a:pt x="5584" y="1006"/>
                </a:lnTo>
                <a:lnTo>
                  <a:pt x="5627" y="1198"/>
                </a:lnTo>
                <a:lnTo>
                  <a:pt x="5627" y="1412"/>
                </a:lnTo>
                <a:lnTo>
                  <a:pt x="5606" y="1498"/>
                </a:lnTo>
                <a:lnTo>
                  <a:pt x="5584" y="1583"/>
                </a:lnTo>
                <a:lnTo>
                  <a:pt x="5584" y="1583"/>
                </a:lnTo>
                <a:lnTo>
                  <a:pt x="5542" y="1626"/>
                </a:lnTo>
                <a:lnTo>
                  <a:pt x="5456" y="1669"/>
                </a:lnTo>
                <a:lnTo>
                  <a:pt x="5242" y="1755"/>
                </a:lnTo>
                <a:lnTo>
                  <a:pt x="5049" y="1797"/>
                </a:lnTo>
                <a:lnTo>
                  <a:pt x="4985" y="1797"/>
                </a:lnTo>
                <a:lnTo>
                  <a:pt x="4964" y="1776"/>
                </a:lnTo>
                <a:lnTo>
                  <a:pt x="4964" y="1776"/>
                </a:lnTo>
                <a:lnTo>
                  <a:pt x="3851" y="1755"/>
                </a:lnTo>
                <a:lnTo>
                  <a:pt x="3851" y="1755"/>
                </a:lnTo>
                <a:lnTo>
                  <a:pt x="3680" y="1755"/>
                </a:lnTo>
                <a:lnTo>
                  <a:pt x="3488" y="1755"/>
                </a:lnTo>
                <a:lnTo>
                  <a:pt x="3381" y="1733"/>
                </a:lnTo>
                <a:lnTo>
                  <a:pt x="3295" y="1712"/>
                </a:lnTo>
                <a:lnTo>
                  <a:pt x="3231" y="1669"/>
                </a:lnTo>
                <a:lnTo>
                  <a:pt x="3167" y="1605"/>
                </a:lnTo>
                <a:lnTo>
                  <a:pt x="3167" y="1605"/>
                </a:lnTo>
                <a:lnTo>
                  <a:pt x="3145" y="1519"/>
                </a:lnTo>
                <a:lnTo>
                  <a:pt x="3124" y="1327"/>
                </a:lnTo>
                <a:lnTo>
                  <a:pt x="3102" y="1156"/>
                </a:lnTo>
                <a:lnTo>
                  <a:pt x="3124" y="1049"/>
                </a:lnTo>
                <a:lnTo>
                  <a:pt x="3124" y="1049"/>
                </a:lnTo>
                <a:close/>
                <a:moveTo>
                  <a:pt x="8216" y="4108"/>
                </a:moveTo>
                <a:lnTo>
                  <a:pt x="8216" y="4108"/>
                </a:lnTo>
                <a:lnTo>
                  <a:pt x="8195" y="4429"/>
                </a:lnTo>
                <a:lnTo>
                  <a:pt x="8152" y="4750"/>
                </a:lnTo>
                <a:lnTo>
                  <a:pt x="8109" y="5092"/>
                </a:lnTo>
                <a:lnTo>
                  <a:pt x="8088" y="5413"/>
                </a:lnTo>
                <a:lnTo>
                  <a:pt x="8088" y="5413"/>
                </a:lnTo>
                <a:lnTo>
                  <a:pt x="8088" y="6077"/>
                </a:lnTo>
                <a:lnTo>
                  <a:pt x="8088" y="6419"/>
                </a:lnTo>
                <a:lnTo>
                  <a:pt x="8066" y="6740"/>
                </a:lnTo>
                <a:lnTo>
                  <a:pt x="8066" y="6740"/>
                </a:lnTo>
                <a:lnTo>
                  <a:pt x="8045" y="6868"/>
                </a:lnTo>
                <a:lnTo>
                  <a:pt x="8023" y="6997"/>
                </a:lnTo>
                <a:lnTo>
                  <a:pt x="7959" y="7104"/>
                </a:lnTo>
                <a:lnTo>
                  <a:pt x="7916" y="7146"/>
                </a:lnTo>
                <a:lnTo>
                  <a:pt x="7852" y="7189"/>
                </a:lnTo>
                <a:lnTo>
                  <a:pt x="7852" y="7189"/>
                </a:lnTo>
                <a:lnTo>
                  <a:pt x="7745" y="7253"/>
                </a:lnTo>
                <a:lnTo>
                  <a:pt x="7595" y="7296"/>
                </a:lnTo>
                <a:lnTo>
                  <a:pt x="7339" y="7360"/>
                </a:lnTo>
                <a:lnTo>
                  <a:pt x="7339" y="7360"/>
                </a:lnTo>
                <a:lnTo>
                  <a:pt x="6697" y="7382"/>
                </a:lnTo>
                <a:lnTo>
                  <a:pt x="6312" y="7382"/>
                </a:lnTo>
                <a:lnTo>
                  <a:pt x="6183" y="7360"/>
                </a:lnTo>
                <a:lnTo>
                  <a:pt x="6141" y="7360"/>
                </a:lnTo>
                <a:lnTo>
                  <a:pt x="6141" y="7360"/>
                </a:lnTo>
                <a:lnTo>
                  <a:pt x="4621" y="7403"/>
                </a:lnTo>
                <a:lnTo>
                  <a:pt x="3102" y="7424"/>
                </a:lnTo>
                <a:lnTo>
                  <a:pt x="3102" y="7424"/>
                </a:lnTo>
                <a:lnTo>
                  <a:pt x="2781" y="7424"/>
                </a:lnTo>
                <a:lnTo>
                  <a:pt x="2461" y="7403"/>
                </a:lnTo>
                <a:lnTo>
                  <a:pt x="1797" y="7382"/>
                </a:lnTo>
                <a:lnTo>
                  <a:pt x="1797" y="7382"/>
                </a:lnTo>
                <a:lnTo>
                  <a:pt x="1519" y="7360"/>
                </a:lnTo>
                <a:lnTo>
                  <a:pt x="1348" y="7339"/>
                </a:lnTo>
                <a:lnTo>
                  <a:pt x="1198" y="7318"/>
                </a:lnTo>
                <a:lnTo>
                  <a:pt x="1070" y="7275"/>
                </a:lnTo>
                <a:lnTo>
                  <a:pt x="941" y="7189"/>
                </a:lnTo>
                <a:lnTo>
                  <a:pt x="834" y="7104"/>
                </a:lnTo>
                <a:lnTo>
                  <a:pt x="749" y="6975"/>
                </a:lnTo>
                <a:lnTo>
                  <a:pt x="749" y="6975"/>
                </a:lnTo>
                <a:lnTo>
                  <a:pt x="685" y="6847"/>
                </a:lnTo>
                <a:lnTo>
                  <a:pt x="663" y="6718"/>
                </a:lnTo>
                <a:lnTo>
                  <a:pt x="642" y="6397"/>
                </a:lnTo>
                <a:lnTo>
                  <a:pt x="642" y="5820"/>
                </a:lnTo>
                <a:lnTo>
                  <a:pt x="642" y="5820"/>
                </a:lnTo>
                <a:lnTo>
                  <a:pt x="599" y="4536"/>
                </a:lnTo>
                <a:lnTo>
                  <a:pt x="599" y="4536"/>
                </a:lnTo>
                <a:lnTo>
                  <a:pt x="578" y="3830"/>
                </a:lnTo>
                <a:lnTo>
                  <a:pt x="578" y="3124"/>
                </a:lnTo>
                <a:lnTo>
                  <a:pt x="578" y="3124"/>
                </a:lnTo>
                <a:lnTo>
                  <a:pt x="599" y="2889"/>
                </a:lnTo>
                <a:lnTo>
                  <a:pt x="620" y="2653"/>
                </a:lnTo>
                <a:lnTo>
                  <a:pt x="663" y="2546"/>
                </a:lnTo>
                <a:lnTo>
                  <a:pt x="706" y="2439"/>
                </a:lnTo>
                <a:lnTo>
                  <a:pt x="770" y="2354"/>
                </a:lnTo>
                <a:lnTo>
                  <a:pt x="856" y="2268"/>
                </a:lnTo>
                <a:lnTo>
                  <a:pt x="856" y="2268"/>
                </a:lnTo>
                <a:lnTo>
                  <a:pt x="984" y="2183"/>
                </a:lnTo>
                <a:lnTo>
                  <a:pt x="1134" y="2118"/>
                </a:lnTo>
                <a:lnTo>
                  <a:pt x="1262" y="2097"/>
                </a:lnTo>
                <a:lnTo>
                  <a:pt x="1434" y="2076"/>
                </a:lnTo>
                <a:lnTo>
                  <a:pt x="1733" y="2054"/>
                </a:lnTo>
                <a:lnTo>
                  <a:pt x="2033" y="2054"/>
                </a:lnTo>
                <a:lnTo>
                  <a:pt x="2033" y="2054"/>
                </a:lnTo>
                <a:lnTo>
                  <a:pt x="2289" y="2033"/>
                </a:lnTo>
                <a:lnTo>
                  <a:pt x="2546" y="1990"/>
                </a:lnTo>
                <a:lnTo>
                  <a:pt x="2546" y="1990"/>
                </a:lnTo>
                <a:lnTo>
                  <a:pt x="2674" y="2011"/>
                </a:lnTo>
                <a:lnTo>
                  <a:pt x="2717" y="2033"/>
                </a:lnTo>
                <a:lnTo>
                  <a:pt x="2739" y="2054"/>
                </a:lnTo>
                <a:lnTo>
                  <a:pt x="2781" y="2140"/>
                </a:lnTo>
                <a:lnTo>
                  <a:pt x="2867" y="2247"/>
                </a:lnTo>
                <a:lnTo>
                  <a:pt x="2867" y="2247"/>
                </a:lnTo>
                <a:lnTo>
                  <a:pt x="2974" y="2311"/>
                </a:lnTo>
                <a:lnTo>
                  <a:pt x="3102" y="2354"/>
                </a:lnTo>
                <a:lnTo>
                  <a:pt x="3252" y="2375"/>
                </a:lnTo>
                <a:lnTo>
                  <a:pt x="3402" y="2375"/>
                </a:lnTo>
                <a:lnTo>
                  <a:pt x="3723" y="2354"/>
                </a:lnTo>
                <a:lnTo>
                  <a:pt x="4001" y="2332"/>
                </a:lnTo>
                <a:lnTo>
                  <a:pt x="4001" y="2332"/>
                </a:lnTo>
                <a:lnTo>
                  <a:pt x="4686" y="2354"/>
                </a:lnTo>
                <a:lnTo>
                  <a:pt x="5370" y="2354"/>
                </a:lnTo>
                <a:lnTo>
                  <a:pt x="5370" y="2354"/>
                </a:lnTo>
                <a:lnTo>
                  <a:pt x="5542" y="2354"/>
                </a:lnTo>
                <a:lnTo>
                  <a:pt x="5670" y="2332"/>
                </a:lnTo>
                <a:lnTo>
                  <a:pt x="5777" y="2290"/>
                </a:lnTo>
                <a:lnTo>
                  <a:pt x="5927" y="2225"/>
                </a:lnTo>
                <a:lnTo>
                  <a:pt x="5927" y="2225"/>
                </a:lnTo>
                <a:lnTo>
                  <a:pt x="6055" y="2161"/>
                </a:lnTo>
                <a:lnTo>
                  <a:pt x="6205" y="2140"/>
                </a:lnTo>
                <a:lnTo>
                  <a:pt x="6504" y="2118"/>
                </a:lnTo>
                <a:lnTo>
                  <a:pt x="6504" y="2118"/>
                </a:lnTo>
                <a:lnTo>
                  <a:pt x="7146" y="2076"/>
                </a:lnTo>
                <a:lnTo>
                  <a:pt x="7489" y="2076"/>
                </a:lnTo>
                <a:lnTo>
                  <a:pt x="7809" y="2097"/>
                </a:lnTo>
                <a:lnTo>
                  <a:pt x="7809" y="2097"/>
                </a:lnTo>
                <a:lnTo>
                  <a:pt x="7938" y="2140"/>
                </a:lnTo>
                <a:lnTo>
                  <a:pt x="8023" y="2183"/>
                </a:lnTo>
                <a:lnTo>
                  <a:pt x="8109" y="2268"/>
                </a:lnTo>
                <a:lnTo>
                  <a:pt x="8152" y="2375"/>
                </a:lnTo>
                <a:lnTo>
                  <a:pt x="8195" y="2482"/>
                </a:lnTo>
                <a:lnTo>
                  <a:pt x="8216" y="2610"/>
                </a:lnTo>
                <a:lnTo>
                  <a:pt x="8216" y="2846"/>
                </a:lnTo>
                <a:lnTo>
                  <a:pt x="8216" y="2846"/>
                </a:lnTo>
                <a:lnTo>
                  <a:pt x="8237" y="3488"/>
                </a:lnTo>
                <a:lnTo>
                  <a:pt x="8237" y="3787"/>
                </a:lnTo>
                <a:lnTo>
                  <a:pt x="8216" y="4108"/>
                </a:lnTo>
                <a:lnTo>
                  <a:pt x="8216" y="4108"/>
                </a:lnTo>
                <a:close/>
                <a:moveTo>
                  <a:pt x="3209" y="4557"/>
                </a:moveTo>
                <a:lnTo>
                  <a:pt x="3209" y="4557"/>
                </a:lnTo>
                <a:lnTo>
                  <a:pt x="3102" y="4515"/>
                </a:lnTo>
                <a:lnTo>
                  <a:pt x="2995" y="4472"/>
                </a:lnTo>
                <a:lnTo>
                  <a:pt x="2953" y="4450"/>
                </a:lnTo>
                <a:lnTo>
                  <a:pt x="2931" y="4429"/>
                </a:lnTo>
                <a:lnTo>
                  <a:pt x="2910" y="4386"/>
                </a:lnTo>
                <a:lnTo>
                  <a:pt x="2888" y="4322"/>
                </a:lnTo>
                <a:lnTo>
                  <a:pt x="2888" y="4322"/>
                </a:lnTo>
                <a:lnTo>
                  <a:pt x="2910" y="4194"/>
                </a:lnTo>
                <a:lnTo>
                  <a:pt x="2931" y="4044"/>
                </a:lnTo>
                <a:lnTo>
                  <a:pt x="2974" y="3787"/>
                </a:lnTo>
                <a:lnTo>
                  <a:pt x="2974" y="3637"/>
                </a:lnTo>
                <a:lnTo>
                  <a:pt x="2974" y="3509"/>
                </a:lnTo>
                <a:lnTo>
                  <a:pt x="2931" y="3381"/>
                </a:lnTo>
                <a:lnTo>
                  <a:pt x="2846" y="3274"/>
                </a:lnTo>
                <a:lnTo>
                  <a:pt x="2846" y="3274"/>
                </a:lnTo>
                <a:lnTo>
                  <a:pt x="2781" y="3231"/>
                </a:lnTo>
                <a:lnTo>
                  <a:pt x="2717" y="3188"/>
                </a:lnTo>
                <a:lnTo>
                  <a:pt x="2589" y="3145"/>
                </a:lnTo>
                <a:lnTo>
                  <a:pt x="2439" y="3167"/>
                </a:lnTo>
                <a:lnTo>
                  <a:pt x="2311" y="3210"/>
                </a:lnTo>
                <a:lnTo>
                  <a:pt x="2161" y="3274"/>
                </a:lnTo>
                <a:lnTo>
                  <a:pt x="2033" y="3359"/>
                </a:lnTo>
                <a:lnTo>
                  <a:pt x="1947" y="3466"/>
                </a:lnTo>
                <a:lnTo>
                  <a:pt x="1883" y="3595"/>
                </a:lnTo>
                <a:lnTo>
                  <a:pt x="1883" y="3595"/>
                </a:lnTo>
                <a:lnTo>
                  <a:pt x="1861" y="3702"/>
                </a:lnTo>
                <a:lnTo>
                  <a:pt x="1840" y="3830"/>
                </a:lnTo>
                <a:lnTo>
                  <a:pt x="1840" y="3958"/>
                </a:lnTo>
                <a:lnTo>
                  <a:pt x="1861" y="4065"/>
                </a:lnTo>
                <a:lnTo>
                  <a:pt x="1861" y="4065"/>
                </a:lnTo>
                <a:lnTo>
                  <a:pt x="1904" y="4172"/>
                </a:lnTo>
                <a:lnTo>
                  <a:pt x="1990" y="4279"/>
                </a:lnTo>
                <a:lnTo>
                  <a:pt x="2054" y="4408"/>
                </a:lnTo>
                <a:lnTo>
                  <a:pt x="2054" y="4450"/>
                </a:lnTo>
                <a:lnTo>
                  <a:pt x="2054" y="4515"/>
                </a:lnTo>
                <a:lnTo>
                  <a:pt x="2054" y="4515"/>
                </a:lnTo>
                <a:lnTo>
                  <a:pt x="2011" y="4557"/>
                </a:lnTo>
                <a:lnTo>
                  <a:pt x="1968" y="4600"/>
                </a:lnTo>
                <a:lnTo>
                  <a:pt x="1819" y="4664"/>
                </a:lnTo>
                <a:lnTo>
                  <a:pt x="1669" y="4729"/>
                </a:lnTo>
                <a:lnTo>
                  <a:pt x="1605" y="4771"/>
                </a:lnTo>
                <a:lnTo>
                  <a:pt x="1562" y="4814"/>
                </a:lnTo>
                <a:lnTo>
                  <a:pt x="1562" y="4814"/>
                </a:lnTo>
                <a:lnTo>
                  <a:pt x="1498" y="4943"/>
                </a:lnTo>
                <a:lnTo>
                  <a:pt x="1455" y="5071"/>
                </a:lnTo>
                <a:lnTo>
                  <a:pt x="1412" y="5371"/>
                </a:lnTo>
                <a:lnTo>
                  <a:pt x="1412" y="5371"/>
                </a:lnTo>
                <a:lnTo>
                  <a:pt x="1391" y="5520"/>
                </a:lnTo>
                <a:lnTo>
                  <a:pt x="1369" y="5691"/>
                </a:lnTo>
                <a:lnTo>
                  <a:pt x="1369" y="5863"/>
                </a:lnTo>
                <a:lnTo>
                  <a:pt x="1391" y="5927"/>
                </a:lnTo>
                <a:lnTo>
                  <a:pt x="1412" y="6012"/>
                </a:lnTo>
                <a:lnTo>
                  <a:pt x="1412" y="6012"/>
                </a:lnTo>
                <a:lnTo>
                  <a:pt x="1455" y="6055"/>
                </a:lnTo>
                <a:lnTo>
                  <a:pt x="1519" y="6098"/>
                </a:lnTo>
                <a:lnTo>
                  <a:pt x="1647" y="6162"/>
                </a:lnTo>
                <a:lnTo>
                  <a:pt x="1776" y="6184"/>
                </a:lnTo>
                <a:lnTo>
                  <a:pt x="1904" y="6184"/>
                </a:lnTo>
                <a:lnTo>
                  <a:pt x="1904" y="6184"/>
                </a:lnTo>
                <a:lnTo>
                  <a:pt x="2311" y="6162"/>
                </a:lnTo>
                <a:lnTo>
                  <a:pt x="2717" y="6119"/>
                </a:lnTo>
                <a:lnTo>
                  <a:pt x="2717" y="6119"/>
                </a:lnTo>
                <a:lnTo>
                  <a:pt x="3081" y="6098"/>
                </a:lnTo>
                <a:lnTo>
                  <a:pt x="3252" y="6055"/>
                </a:lnTo>
                <a:lnTo>
                  <a:pt x="3338" y="6034"/>
                </a:lnTo>
                <a:lnTo>
                  <a:pt x="3423" y="5991"/>
                </a:lnTo>
                <a:lnTo>
                  <a:pt x="3423" y="5991"/>
                </a:lnTo>
                <a:lnTo>
                  <a:pt x="3509" y="5905"/>
                </a:lnTo>
                <a:lnTo>
                  <a:pt x="3573" y="5777"/>
                </a:lnTo>
                <a:lnTo>
                  <a:pt x="3616" y="5649"/>
                </a:lnTo>
                <a:lnTo>
                  <a:pt x="3637" y="5499"/>
                </a:lnTo>
                <a:lnTo>
                  <a:pt x="3659" y="5349"/>
                </a:lnTo>
                <a:lnTo>
                  <a:pt x="3637" y="5199"/>
                </a:lnTo>
                <a:lnTo>
                  <a:pt x="3616" y="5071"/>
                </a:lnTo>
                <a:lnTo>
                  <a:pt x="3573" y="4943"/>
                </a:lnTo>
                <a:lnTo>
                  <a:pt x="3573" y="4943"/>
                </a:lnTo>
                <a:lnTo>
                  <a:pt x="3509" y="4836"/>
                </a:lnTo>
                <a:lnTo>
                  <a:pt x="3423" y="4729"/>
                </a:lnTo>
                <a:lnTo>
                  <a:pt x="3338" y="4643"/>
                </a:lnTo>
                <a:lnTo>
                  <a:pt x="3209" y="4557"/>
                </a:lnTo>
                <a:lnTo>
                  <a:pt x="3209" y="4557"/>
                </a:lnTo>
                <a:close/>
                <a:moveTo>
                  <a:pt x="3167" y="5349"/>
                </a:moveTo>
                <a:lnTo>
                  <a:pt x="3167" y="5349"/>
                </a:lnTo>
                <a:lnTo>
                  <a:pt x="3167" y="5477"/>
                </a:lnTo>
                <a:lnTo>
                  <a:pt x="3167" y="5542"/>
                </a:lnTo>
                <a:lnTo>
                  <a:pt x="3102" y="5606"/>
                </a:lnTo>
                <a:lnTo>
                  <a:pt x="2995" y="5649"/>
                </a:lnTo>
                <a:lnTo>
                  <a:pt x="2995" y="5649"/>
                </a:lnTo>
                <a:lnTo>
                  <a:pt x="2846" y="5691"/>
                </a:lnTo>
                <a:lnTo>
                  <a:pt x="2781" y="5691"/>
                </a:lnTo>
                <a:lnTo>
                  <a:pt x="2739" y="5691"/>
                </a:lnTo>
                <a:lnTo>
                  <a:pt x="2696" y="5649"/>
                </a:lnTo>
                <a:lnTo>
                  <a:pt x="2674" y="5627"/>
                </a:lnTo>
                <a:lnTo>
                  <a:pt x="2632" y="5477"/>
                </a:lnTo>
                <a:lnTo>
                  <a:pt x="2632" y="5477"/>
                </a:lnTo>
                <a:lnTo>
                  <a:pt x="2589" y="5221"/>
                </a:lnTo>
                <a:lnTo>
                  <a:pt x="2568" y="5092"/>
                </a:lnTo>
                <a:lnTo>
                  <a:pt x="2525" y="4985"/>
                </a:lnTo>
                <a:lnTo>
                  <a:pt x="2525" y="4985"/>
                </a:lnTo>
                <a:lnTo>
                  <a:pt x="2525" y="4921"/>
                </a:lnTo>
                <a:lnTo>
                  <a:pt x="2525" y="4857"/>
                </a:lnTo>
                <a:lnTo>
                  <a:pt x="2503" y="4814"/>
                </a:lnTo>
                <a:lnTo>
                  <a:pt x="2439" y="4793"/>
                </a:lnTo>
                <a:lnTo>
                  <a:pt x="2439" y="4793"/>
                </a:lnTo>
                <a:lnTo>
                  <a:pt x="2375" y="4793"/>
                </a:lnTo>
                <a:lnTo>
                  <a:pt x="2311" y="4814"/>
                </a:lnTo>
                <a:lnTo>
                  <a:pt x="2289" y="4878"/>
                </a:lnTo>
                <a:lnTo>
                  <a:pt x="2268" y="4943"/>
                </a:lnTo>
                <a:lnTo>
                  <a:pt x="2268" y="4943"/>
                </a:lnTo>
                <a:lnTo>
                  <a:pt x="2289" y="4985"/>
                </a:lnTo>
                <a:lnTo>
                  <a:pt x="2311" y="5028"/>
                </a:lnTo>
                <a:lnTo>
                  <a:pt x="2332" y="5114"/>
                </a:lnTo>
                <a:lnTo>
                  <a:pt x="2332" y="5114"/>
                </a:lnTo>
                <a:lnTo>
                  <a:pt x="2332" y="5242"/>
                </a:lnTo>
                <a:lnTo>
                  <a:pt x="2311" y="5371"/>
                </a:lnTo>
                <a:lnTo>
                  <a:pt x="2311" y="5371"/>
                </a:lnTo>
                <a:lnTo>
                  <a:pt x="2311" y="5520"/>
                </a:lnTo>
                <a:lnTo>
                  <a:pt x="2289" y="5649"/>
                </a:lnTo>
                <a:lnTo>
                  <a:pt x="2268" y="5691"/>
                </a:lnTo>
                <a:lnTo>
                  <a:pt x="2225" y="5734"/>
                </a:lnTo>
                <a:lnTo>
                  <a:pt x="2161" y="5756"/>
                </a:lnTo>
                <a:lnTo>
                  <a:pt x="2097" y="5777"/>
                </a:lnTo>
                <a:lnTo>
                  <a:pt x="2097" y="5777"/>
                </a:lnTo>
                <a:lnTo>
                  <a:pt x="1968" y="5777"/>
                </a:lnTo>
                <a:lnTo>
                  <a:pt x="1926" y="5756"/>
                </a:lnTo>
                <a:lnTo>
                  <a:pt x="1904" y="5713"/>
                </a:lnTo>
                <a:lnTo>
                  <a:pt x="1861" y="5627"/>
                </a:lnTo>
                <a:lnTo>
                  <a:pt x="1861" y="5627"/>
                </a:lnTo>
                <a:lnTo>
                  <a:pt x="1840" y="5499"/>
                </a:lnTo>
                <a:lnTo>
                  <a:pt x="1819" y="5328"/>
                </a:lnTo>
                <a:lnTo>
                  <a:pt x="1819" y="5157"/>
                </a:lnTo>
                <a:lnTo>
                  <a:pt x="1840" y="5050"/>
                </a:lnTo>
                <a:lnTo>
                  <a:pt x="1840" y="5050"/>
                </a:lnTo>
                <a:lnTo>
                  <a:pt x="1861" y="4985"/>
                </a:lnTo>
                <a:lnTo>
                  <a:pt x="1904" y="4964"/>
                </a:lnTo>
                <a:lnTo>
                  <a:pt x="2011" y="4900"/>
                </a:lnTo>
                <a:lnTo>
                  <a:pt x="2118" y="4836"/>
                </a:lnTo>
                <a:lnTo>
                  <a:pt x="2204" y="4771"/>
                </a:lnTo>
                <a:lnTo>
                  <a:pt x="2204" y="4771"/>
                </a:lnTo>
                <a:lnTo>
                  <a:pt x="2247" y="4707"/>
                </a:lnTo>
                <a:lnTo>
                  <a:pt x="2268" y="4643"/>
                </a:lnTo>
                <a:lnTo>
                  <a:pt x="2289" y="4515"/>
                </a:lnTo>
                <a:lnTo>
                  <a:pt x="2268" y="4386"/>
                </a:lnTo>
                <a:lnTo>
                  <a:pt x="2225" y="4237"/>
                </a:lnTo>
                <a:lnTo>
                  <a:pt x="2225" y="4237"/>
                </a:lnTo>
                <a:lnTo>
                  <a:pt x="2204" y="4108"/>
                </a:lnTo>
                <a:lnTo>
                  <a:pt x="2182" y="3980"/>
                </a:lnTo>
                <a:lnTo>
                  <a:pt x="2182" y="3830"/>
                </a:lnTo>
                <a:lnTo>
                  <a:pt x="2204" y="3766"/>
                </a:lnTo>
                <a:lnTo>
                  <a:pt x="2225" y="3702"/>
                </a:lnTo>
                <a:lnTo>
                  <a:pt x="2225" y="3702"/>
                </a:lnTo>
                <a:lnTo>
                  <a:pt x="2311" y="3616"/>
                </a:lnTo>
                <a:lnTo>
                  <a:pt x="2418" y="3573"/>
                </a:lnTo>
                <a:lnTo>
                  <a:pt x="2461" y="3573"/>
                </a:lnTo>
                <a:lnTo>
                  <a:pt x="2503" y="3595"/>
                </a:lnTo>
                <a:lnTo>
                  <a:pt x="2546" y="3616"/>
                </a:lnTo>
                <a:lnTo>
                  <a:pt x="2568" y="3680"/>
                </a:lnTo>
                <a:lnTo>
                  <a:pt x="2568" y="3680"/>
                </a:lnTo>
                <a:lnTo>
                  <a:pt x="2589" y="3744"/>
                </a:lnTo>
                <a:lnTo>
                  <a:pt x="2589" y="3809"/>
                </a:lnTo>
                <a:lnTo>
                  <a:pt x="2568" y="3958"/>
                </a:lnTo>
                <a:lnTo>
                  <a:pt x="2503" y="4237"/>
                </a:lnTo>
                <a:lnTo>
                  <a:pt x="2503" y="4237"/>
                </a:lnTo>
                <a:lnTo>
                  <a:pt x="2461" y="4386"/>
                </a:lnTo>
                <a:lnTo>
                  <a:pt x="2461" y="4493"/>
                </a:lnTo>
                <a:lnTo>
                  <a:pt x="2503" y="4557"/>
                </a:lnTo>
                <a:lnTo>
                  <a:pt x="2610" y="4664"/>
                </a:lnTo>
                <a:lnTo>
                  <a:pt x="2610" y="4664"/>
                </a:lnTo>
                <a:lnTo>
                  <a:pt x="2739" y="4729"/>
                </a:lnTo>
                <a:lnTo>
                  <a:pt x="2867" y="4793"/>
                </a:lnTo>
                <a:lnTo>
                  <a:pt x="2995" y="4878"/>
                </a:lnTo>
                <a:lnTo>
                  <a:pt x="3102" y="4964"/>
                </a:lnTo>
                <a:lnTo>
                  <a:pt x="3102" y="4964"/>
                </a:lnTo>
                <a:lnTo>
                  <a:pt x="3124" y="5028"/>
                </a:lnTo>
                <a:lnTo>
                  <a:pt x="3167" y="5157"/>
                </a:lnTo>
                <a:lnTo>
                  <a:pt x="3188" y="5285"/>
                </a:lnTo>
                <a:lnTo>
                  <a:pt x="3188" y="5328"/>
                </a:lnTo>
                <a:lnTo>
                  <a:pt x="3167" y="5349"/>
                </a:lnTo>
                <a:lnTo>
                  <a:pt x="3167" y="5349"/>
                </a:lnTo>
                <a:close/>
                <a:moveTo>
                  <a:pt x="4279" y="3787"/>
                </a:moveTo>
                <a:lnTo>
                  <a:pt x="4279" y="3787"/>
                </a:lnTo>
                <a:lnTo>
                  <a:pt x="4322" y="3744"/>
                </a:lnTo>
                <a:lnTo>
                  <a:pt x="4365" y="3702"/>
                </a:lnTo>
                <a:lnTo>
                  <a:pt x="4429" y="3595"/>
                </a:lnTo>
                <a:lnTo>
                  <a:pt x="4450" y="3552"/>
                </a:lnTo>
                <a:lnTo>
                  <a:pt x="4493" y="3530"/>
                </a:lnTo>
                <a:lnTo>
                  <a:pt x="4557" y="3530"/>
                </a:lnTo>
                <a:lnTo>
                  <a:pt x="4621" y="3573"/>
                </a:lnTo>
                <a:lnTo>
                  <a:pt x="4621" y="3573"/>
                </a:lnTo>
                <a:lnTo>
                  <a:pt x="4686" y="3616"/>
                </a:lnTo>
                <a:lnTo>
                  <a:pt x="4728" y="3680"/>
                </a:lnTo>
                <a:lnTo>
                  <a:pt x="4814" y="3809"/>
                </a:lnTo>
                <a:lnTo>
                  <a:pt x="4857" y="3873"/>
                </a:lnTo>
                <a:lnTo>
                  <a:pt x="4921" y="3894"/>
                </a:lnTo>
                <a:lnTo>
                  <a:pt x="5007" y="3916"/>
                </a:lnTo>
                <a:lnTo>
                  <a:pt x="5114" y="3894"/>
                </a:lnTo>
                <a:lnTo>
                  <a:pt x="5114" y="3894"/>
                </a:lnTo>
                <a:lnTo>
                  <a:pt x="5199" y="3851"/>
                </a:lnTo>
                <a:lnTo>
                  <a:pt x="5242" y="3809"/>
                </a:lnTo>
                <a:lnTo>
                  <a:pt x="5349" y="3702"/>
                </a:lnTo>
                <a:lnTo>
                  <a:pt x="5456" y="3637"/>
                </a:lnTo>
                <a:lnTo>
                  <a:pt x="5499" y="3616"/>
                </a:lnTo>
                <a:lnTo>
                  <a:pt x="5563" y="3637"/>
                </a:lnTo>
                <a:lnTo>
                  <a:pt x="5563" y="3637"/>
                </a:lnTo>
                <a:lnTo>
                  <a:pt x="5606" y="3680"/>
                </a:lnTo>
                <a:lnTo>
                  <a:pt x="5670" y="3766"/>
                </a:lnTo>
                <a:lnTo>
                  <a:pt x="5713" y="3851"/>
                </a:lnTo>
                <a:lnTo>
                  <a:pt x="5777" y="3916"/>
                </a:lnTo>
                <a:lnTo>
                  <a:pt x="5777" y="3916"/>
                </a:lnTo>
                <a:lnTo>
                  <a:pt x="5841" y="3958"/>
                </a:lnTo>
                <a:lnTo>
                  <a:pt x="5905" y="4001"/>
                </a:lnTo>
                <a:lnTo>
                  <a:pt x="5969" y="4023"/>
                </a:lnTo>
                <a:lnTo>
                  <a:pt x="6055" y="4023"/>
                </a:lnTo>
                <a:lnTo>
                  <a:pt x="6055" y="4023"/>
                </a:lnTo>
                <a:lnTo>
                  <a:pt x="6119" y="3980"/>
                </a:lnTo>
                <a:lnTo>
                  <a:pt x="6162" y="3937"/>
                </a:lnTo>
                <a:lnTo>
                  <a:pt x="6248" y="3809"/>
                </a:lnTo>
                <a:lnTo>
                  <a:pt x="6333" y="3702"/>
                </a:lnTo>
                <a:lnTo>
                  <a:pt x="6376" y="3637"/>
                </a:lnTo>
                <a:lnTo>
                  <a:pt x="6419" y="3616"/>
                </a:lnTo>
                <a:lnTo>
                  <a:pt x="6419" y="3616"/>
                </a:lnTo>
                <a:lnTo>
                  <a:pt x="6483" y="3595"/>
                </a:lnTo>
                <a:lnTo>
                  <a:pt x="6547" y="3616"/>
                </a:lnTo>
                <a:lnTo>
                  <a:pt x="6697" y="3723"/>
                </a:lnTo>
                <a:lnTo>
                  <a:pt x="6847" y="3830"/>
                </a:lnTo>
                <a:lnTo>
                  <a:pt x="6911" y="3873"/>
                </a:lnTo>
                <a:lnTo>
                  <a:pt x="6996" y="3873"/>
                </a:lnTo>
                <a:lnTo>
                  <a:pt x="6996" y="3873"/>
                </a:lnTo>
                <a:lnTo>
                  <a:pt x="7103" y="3873"/>
                </a:lnTo>
                <a:lnTo>
                  <a:pt x="7168" y="3851"/>
                </a:lnTo>
                <a:lnTo>
                  <a:pt x="7210" y="3809"/>
                </a:lnTo>
                <a:lnTo>
                  <a:pt x="7253" y="3766"/>
                </a:lnTo>
                <a:lnTo>
                  <a:pt x="7339" y="3637"/>
                </a:lnTo>
                <a:lnTo>
                  <a:pt x="7424" y="3509"/>
                </a:lnTo>
                <a:lnTo>
                  <a:pt x="7424" y="3509"/>
                </a:lnTo>
                <a:lnTo>
                  <a:pt x="7510" y="3423"/>
                </a:lnTo>
                <a:lnTo>
                  <a:pt x="7574" y="3317"/>
                </a:lnTo>
                <a:lnTo>
                  <a:pt x="7595" y="3274"/>
                </a:lnTo>
                <a:lnTo>
                  <a:pt x="7595" y="3210"/>
                </a:lnTo>
                <a:lnTo>
                  <a:pt x="7574" y="3167"/>
                </a:lnTo>
                <a:lnTo>
                  <a:pt x="7489" y="3103"/>
                </a:lnTo>
                <a:lnTo>
                  <a:pt x="7489" y="3103"/>
                </a:lnTo>
                <a:lnTo>
                  <a:pt x="7403" y="3081"/>
                </a:lnTo>
                <a:lnTo>
                  <a:pt x="7339" y="3103"/>
                </a:lnTo>
                <a:lnTo>
                  <a:pt x="7275" y="3124"/>
                </a:lnTo>
                <a:lnTo>
                  <a:pt x="7232" y="3167"/>
                </a:lnTo>
                <a:lnTo>
                  <a:pt x="7125" y="3295"/>
                </a:lnTo>
                <a:lnTo>
                  <a:pt x="7082" y="3338"/>
                </a:lnTo>
                <a:lnTo>
                  <a:pt x="7018" y="3359"/>
                </a:lnTo>
                <a:lnTo>
                  <a:pt x="7018" y="3359"/>
                </a:lnTo>
                <a:lnTo>
                  <a:pt x="6975" y="3359"/>
                </a:lnTo>
                <a:lnTo>
                  <a:pt x="6911" y="3338"/>
                </a:lnTo>
                <a:lnTo>
                  <a:pt x="6825" y="3252"/>
                </a:lnTo>
                <a:lnTo>
                  <a:pt x="6740" y="3167"/>
                </a:lnTo>
                <a:lnTo>
                  <a:pt x="6697" y="3145"/>
                </a:lnTo>
                <a:lnTo>
                  <a:pt x="6633" y="3124"/>
                </a:lnTo>
                <a:lnTo>
                  <a:pt x="6633" y="3124"/>
                </a:lnTo>
                <a:lnTo>
                  <a:pt x="6547" y="3103"/>
                </a:lnTo>
                <a:lnTo>
                  <a:pt x="6462" y="3124"/>
                </a:lnTo>
                <a:lnTo>
                  <a:pt x="6376" y="3167"/>
                </a:lnTo>
                <a:lnTo>
                  <a:pt x="6312" y="3210"/>
                </a:lnTo>
                <a:lnTo>
                  <a:pt x="6183" y="3317"/>
                </a:lnTo>
                <a:lnTo>
                  <a:pt x="6119" y="3359"/>
                </a:lnTo>
                <a:lnTo>
                  <a:pt x="6055" y="3381"/>
                </a:lnTo>
                <a:lnTo>
                  <a:pt x="6055" y="3381"/>
                </a:lnTo>
                <a:lnTo>
                  <a:pt x="5991" y="3359"/>
                </a:lnTo>
                <a:lnTo>
                  <a:pt x="5948" y="3338"/>
                </a:lnTo>
                <a:lnTo>
                  <a:pt x="5841" y="3252"/>
                </a:lnTo>
                <a:lnTo>
                  <a:pt x="5755" y="3145"/>
                </a:lnTo>
                <a:lnTo>
                  <a:pt x="5691" y="3124"/>
                </a:lnTo>
                <a:lnTo>
                  <a:pt x="5627" y="3103"/>
                </a:lnTo>
                <a:lnTo>
                  <a:pt x="5627" y="3103"/>
                </a:lnTo>
                <a:lnTo>
                  <a:pt x="5542" y="3103"/>
                </a:lnTo>
                <a:lnTo>
                  <a:pt x="5456" y="3124"/>
                </a:lnTo>
                <a:lnTo>
                  <a:pt x="5392" y="3167"/>
                </a:lnTo>
                <a:lnTo>
                  <a:pt x="5328" y="3231"/>
                </a:lnTo>
                <a:lnTo>
                  <a:pt x="5199" y="3359"/>
                </a:lnTo>
                <a:lnTo>
                  <a:pt x="5135" y="3423"/>
                </a:lnTo>
                <a:lnTo>
                  <a:pt x="5071" y="3466"/>
                </a:lnTo>
                <a:lnTo>
                  <a:pt x="5071" y="3466"/>
                </a:lnTo>
                <a:lnTo>
                  <a:pt x="5007" y="3466"/>
                </a:lnTo>
                <a:lnTo>
                  <a:pt x="4964" y="3466"/>
                </a:lnTo>
                <a:lnTo>
                  <a:pt x="4921" y="3423"/>
                </a:lnTo>
                <a:lnTo>
                  <a:pt x="4878" y="3381"/>
                </a:lnTo>
                <a:lnTo>
                  <a:pt x="4793" y="3295"/>
                </a:lnTo>
                <a:lnTo>
                  <a:pt x="4728" y="3252"/>
                </a:lnTo>
                <a:lnTo>
                  <a:pt x="4664" y="3210"/>
                </a:lnTo>
                <a:lnTo>
                  <a:pt x="4664" y="3210"/>
                </a:lnTo>
                <a:lnTo>
                  <a:pt x="4600" y="3188"/>
                </a:lnTo>
                <a:lnTo>
                  <a:pt x="4515" y="3188"/>
                </a:lnTo>
                <a:lnTo>
                  <a:pt x="4429" y="3210"/>
                </a:lnTo>
                <a:lnTo>
                  <a:pt x="4365" y="3231"/>
                </a:lnTo>
                <a:lnTo>
                  <a:pt x="4236" y="3338"/>
                </a:lnTo>
                <a:lnTo>
                  <a:pt x="4151" y="3466"/>
                </a:lnTo>
                <a:lnTo>
                  <a:pt x="4151" y="3466"/>
                </a:lnTo>
                <a:lnTo>
                  <a:pt x="4087" y="3595"/>
                </a:lnTo>
                <a:lnTo>
                  <a:pt x="4087" y="3659"/>
                </a:lnTo>
                <a:lnTo>
                  <a:pt x="4087" y="3723"/>
                </a:lnTo>
                <a:lnTo>
                  <a:pt x="4087" y="3787"/>
                </a:lnTo>
                <a:lnTo>
                  <a:pt x="4129" y="3830"/>
                </a:lnTo>
                <a:lnTo>
                  <a:pt x="4194" y="3830"/>
                </a:lnTo>
                <a:lnTo>
                  <a:pt x="4279" y="3787"/>
                </a:lnTo>
                <a:lnTo>
                  <a:pt x="4279" y="3787"/>
                </a:lnTo>
                <a:close/>
                <a:moveTo>
                  <a:pt x="4921" y="4643"/>
                </a:moveTo>
                <a:lnTo>
                  <a:pt x="4921" y="4643"/>
                </a:lnTo>
                <a:lnTo>
                  <a:pt x="6996" y="4557"/>
                </a:lnTo>
                <a:lnTo>
                  <a:pt x="6996" y="4557"/>
                </a:lnTo>
                <a:lnTo>
                  <a:pt x="7168" y="4557"/>
                </a:lnTo>
                <a:lnTo>
                  <a:pt x="7424" y="4536"/>
                </a:lnTo>
                <a:lnTo>
                  <a:pt x="7553" y="4493"/>
                </a:lnTo>
                <a:lnTo>
                  <a:pt x="7638" y="4450"/>
                </a:lnTo>
                <a:lnTo>
                  <a:pt x="7660" y="4429"/>
                </a:lnTo>
                <a:lnTo>
                  <a:pt x="7681" y="4386"/>
                </a:lnTo>
                <a:lnTo>
                  <a:pt x="7681" y="4344"/>
                </a:lnTo>
                <a:lnTo>
                  <a:pt x="7660" y="4279"/>
                </a:lnTo>
                <a:lnTo>
                  <a:pt x="7660" y="4279"/>
                </a:lnTo>
                <a:lnTo>
                  <a:pt x="7638" y="4237"/>
                </a:lnTo>
                <a:lnTo>
                  <a:pt x="7595" y="4215"/>
                </a:lnTo>
                <a:lnTo>
                  <a:pt x="7510" y="4172"/>
                </a:lnTo>
                <a:lnTo>
                  <a:pt x="7403" y="4151"/>
                </a:lnTo>
                <a:lnTo>
                  <a:pt x="7253" y="4151"/>
                </a:lnTo>
                <a:lnTo>
                  <a:pt x="6996" y="4194"/>
                </a:lnTo>
                <a:lnTo>
                  <a:pt x="6804" y="4215"/>
                </a:lnTo>
                <a:lnTo>
                  <a:pt x="6804" y="4215"/>
                </a:lnTo>
                <a:lnTo>
                  <a:pt x="5734" y="4258"/>
                </a:lnTo>
                <a:lnTo>
                  <a:pt x="4664" y="4301"/>
                </a:lnTo>
                <a:lnTo>
                  <a:pt x="4664" y="4301"/>
                </a:lnTo>
                <a:lnTo>
                  <a:pt x="4515" y="4301"/>
                </a:lnTo>
                <a:lnTo>
                  <a:pt x="4279" y="4322"/>
                </a:lnTo>
                <a:lnTo>
                  <a:pt x="4172" y="4344"/>
                </a:lnTo>
                <a:lnTo>
                  <a:pt x="4087" y="4386"/>
                </a:lnTo>
                <a:lnTo>
                  <a:pt x="4065" y="4408"/>
                </a:lnTo>
                <a:lnTo>
                  <a:pt x="4044" y="4450"/>
                </a:lnTo>
                <a:lnTo>
                  <a:pt x="4044" y="4493"/>
                </a:lnTo>
                <a:lnTo>
                  <a:pt x="4065" y="4536"/>
                </a:lnTo>
                <a:lnTo>
                  <a:pt x="4065" y="4536"/>
                </a:lnTo>
                <a:lnTo>
                  <a:pt x="4108" y="4600"/>
                </a:lnTo>
                <a:lnTo>
                  <a:pt x="4215" y="4643"/>
                </a:lnTo>
                <a:lnTo>
                  <a:pt x="4322" y="4664"/>
                </a:lnTo>
                <a:lnTo>
                  <a:pt x="4450" y="4664"/>
                </a:lnTo>
                <a:lnTo>
                  <a:pt x="4728" y="4643"/>
                </a:lnTo>
                <a:lnTo>
                  <a:pt x="4921" y="4643"/>
                </a:lnTo>
                <a:lnTo>
                  <a:pt x="4921" y="4643"/>
                </a:lnTo>
                <a:close/>
                <a:moveTo>
                  <a:pt x="6419" y="5477"/>
                </a:moveTo>
                <a:lnTo>
                  <a:pt x="6419" y="5477"/>
                </a:lnTo>
                <a:lnTo>
                  <a:pt x="6141" y="5456"/>
                </a:lnTo>
                <a:lnTo>
                  <a:pt x="5884" y="5477"/>
                </a:lnTo>
                <a:lnTo>
                  <a:pt x="5349" y="5499"/>
                </a:lnTo>
                <a:lnTo>
                  <a:pt x="5349" y="5499"/>
                </a:lnTo>
                <a:lnTo>
                  <a:pt x="4878" y="5520"/>
                </a:lnTo>
                <a:lnTo>
                  <a:pt x="4643" y="5542"/>
                </a:lnTo>
                <a:lnTo>
                  <a:pt x="4408" y="5606"/>
                </a:lnTo>
                <a:lnTo>
                  <a:pt x="4408" y="5606"/>
                </a:lnTo>
                <a:lnTo>
                  <a:pt x="4279" y="5649"/>
                </a:lnTo>
                <a:lnTo>
                  <a:pt x="4194" y="5713"/>
                </a:lnTo>
                <a:lnTo>
                  <a:pt x="4172" y="5756"/>
                </a:lnTo>
                <a:lnTo>
                  <a:pt x="4172" y="5798"/>
                </a:lnTo>
                <a:lnTo>
                  <a:pt x="4194" y="5841"/>
                </a:lnTo>
                <a:lnTo>
                  <a:pt x="4258" y="5884"/>
                </a:lnTo>
                <a:lnTo>
                  <a:pt x="4258" y="5884"/>
                </a:lnTo>
                <a:lnTo>
                  <a:pt x="4343" y="5905"/>
                </a:lnTo>
                <a:lnTo>
                  <a:pt x="4472" y="5884"/>
                </a:lnTo>
                <a:lnTo>
                  <a:pt x="4707" y="5841"/>
                </a:lnTo>
                <a:lnTo>
                  <a:pt x="4707" y="5841"/>
                </a:lnTo>
                <a:lnTo>
                  <a:pt x="4985" y="5841"/>
                </a:lnTo>
                <a:lnTo>
                  <a:pt x="5263" y="5820"/>
                </a:lnTo>
                <a:lnTo>
                  <a:pt x="5263" y="5820"/>
                </a:lnTo>
                <a:lnTo>
                  <a:pt x="6162" y="5798"/>
                </a:lnTo>
                <a:lnTo>
                  <a:pt x="7061" y="5777"/>
                </a:lnTo>
                <a:lnTo>
                  <a:pt x="7061" y="5777"/>
                </a:lnTo>
                <a:lnTo>
                  <a:pt x="7210" y="5777"/>
                </a:lnTo>
                <a:lnTo>
                  <a:pt x="7382" y="5734"/>
                </a:lnTo>
                <a:lnTo>
                  <a:pt x="7446" y="5691"/>
                </a:lnTo>
                <a:lnTo>
                  <a:pt x="7489" y="5649"/>
                </a:lnTo>
                <a:lnTo>
                  <a:pt x="7489" y="5584"/>
                </a:lnTo>
                <a:lnTo>
                  <a:pt x="7403" y="5499"/>
                </a:lnTo>
                <a:lnTo>
                  <a:pt x="7403" y="5499"/>
                </a:lnTo>
                <a:lnTo>
                  <a:pt x="7339" y="5456"/>
                </a:lnTo>
                <a:lnTo>
                  <a:pt x="7210" y="5413"/>
                </a:lnTo>
                <a:lnTo>
                  <a:pt x="7082" y="5413"/>
                </a:lnTo>
                <a:lnTo>
                  <a:pt x="6932" y="5413"/>
                </a:lnTo>
                <a:lnTo>
                  <a:pt x="6419" y="5477"/>
                </a:lnTo>
                <a:lnTo>
                  <a:pt x="6419" y="5477"/>
                </a:lnTo>
                <a:close/>
                <a:moveTo>
                  <a:pt x="6911" y="4857"/>
                </a:moveTo>
                <a:lnTo>
                  <a:pt x="6911" y="4857"/>
                </a:lnTo>
                <a:lnTo>
                  <a:pt x="5884" y="4921"/>
                </a:lnTo>
                <a:lnTo>
                  <a:pt x="5370" y="4964"/>
                </a:lnTo>
                <a:lnTo>
                  <a:pt x="4835" y="4985"/>
                </a:lnTo>
                <a:lnTo>
                  <a:pt x="4835" y="4985"/>
                </a:lnTo>
                <a:lnTo>
                  <a:pt x="4707" y="4985"/>
                </a:lnTo>
                <a:lnTo>
                  <a:pt x="4515" y="4985"/>
                </a:lnTo>
                <a:lnTo>
                  <a:pt x="4408" y="5007"/>
                </a:lnTo>
                <a:lnTo>
                  <a:pt x="4322" y="5028"/>
                </a:lnTo>
                <a:lnTo>
                  <a:pt x="4258" y="5071"/>
                </a:lnTo>
                <a:lnTo>
                  <a:pt x="4258" y="5092"/>
                </a:lnTo>
                <a:lnTo>
                  <a:pt x="4258" y="5135"/>
                </a:lnTo>
                <a:lnTo>
                  <a:pt x="4258" y="5135"/>
                </a:lnTo>
                <a:lnTo>
                  <a:pt x="4258" y="5157"/>
                </a:lnTo>
                <a:lnTo>
                  <a:pt x="4301" y="5178"/>
                </a:lnTo>
                <a:lnTo>
                  <a:pt x="4386" y="5199"/>
                </a:lnTo>
                <a:lnTo>
                  <a:pt x="4664" y="5221"/>
                </a:lnTo>
                <a:lnTo>
                  <a:pt x="5156" y="5199"/>
                </a:lnTo>
                <a:lnTo>
                  <a:pt x="5156" y="5199"/>
                </a:lnTo>
                <a:lnTo>
                  <a:pt x="5413" y="5199"/>
                </a:lnTo>
                <a:lnTo>
                  <a:pt x="6012" y="5178"/>
                </a:lnTo>
                <a:lnTo>
                  <a:pt x="7018" y="5135"/>
                </a:lnTo>
                <a:lnTo>
                  <a:pt x="7018" y="5135"/>
                </a:lnTo>
                <a:lnTo>
                  <a:pt x="7189" y="5135"/>
                </a:lnTo>
                <a:lnTo>
                  <a:pt x="7467" y="5135"/>
                </a:lnTo>
                <a:lnTo>
                  <a:pt x="7595" y="5114"/>
                </a:lnTo>
                <a:lnTo>
                  <a:pt x="7681" y="5071"/>
                </a:lnTo>
                <a:lnTo>
                  <a:pt x="7724" y="5050"/>
                </a:lnTo>
                <a:lnTo>
                  <a:pt x="7724" y="5007"/>
                </a:lnTo>
                <a:lnTo>
                  <a:pt x="7745" y="4985"/>
                </a:lnTo>
                <a:lnTo>
                  <a:pt x="7724" y="4943"/>
                </a:lnTo>
                <a:lnTo>
                  <a:pt x="7724" y="4943"/>
                </a:lnTo>
                <a:lnTo>
                  <a:pt x="7660" y="4878"/>
                </a:lnTo>
                <a:lnTo>
                  <a:pt x="7574" y="4836"/>
                </a:lnTo>
                <a:lnTo>
                  <a:pt x="7467" y="4814"/>
                </a:lnTo>
                <a:lnTo>
                  <a:pt x="7339" y="4814"/>
                </a:lnTo>
                <a:lnTo>
                  <a:pt x="7082" y="4836"/>
                </a:lnTo>
                <a:lnTo>
                  <a:pt x="6911" y="4857"/>
                </a:lnTo>
                <a:lnTo>
                  <a:pt x="6911" y="4857"/>
                </a:lnTo>
                <a:close/>
                <a:moveTo>
                  <a:pt x="6697" y="6141"/>
                </a:moveTo>
                <a:lnTo>
                  <a:pt x="6697" y="6141"/>
                </a:lnTo>
                <a:lnTo>
                  <a:pt x="6526" y="6184"/>
                </a:lnTo>
                <a:lnTo>
                  <a:pt x="6376" y="6269"/>
                </a:lnTo>
                <a:lnTo>
                  <a:pt x="6312" y="6312"/>
                </a:lnTo>
                <a:lnTo>
                  <a:pt x="6269" y="6376"/>
                </a:lnTo>
                <a:lnTo>
                  <a:pt x="6226" y="6462"/>
                </a:lnTo>
                <a:lnTo>
                  <a:pt x="6226" y="6547"/>
                </a:lnTo>
                <a:lnTo>
                  <a:pt x="6226" y="6547"/>
                </a:lnTo>
                <a:lnTo>
                  <a:pt x="6226" y="6611"/>
                </a:lnTo>
                <a:lnTo>
                  <a:pt x="6248" y="6697"/>
                </a:lnTo>
                <a:lnTo>
                  <a:pt x="6290" y="6740"/>
                </a:lnTo>
                <a:lnTo>
                  <a:pt x="6355" y="6783"/>
                </a:lnTo>
                <a:lnTo>
                  <a:pt x="6483" y="6847"/>
                </a:lnTo>
                <a:lnTo>
                  <a:pt x="6633" y="6868"/>
                </a:lnTo>
                <a:lnTo>
                  <a:pt x="6633" y="6868"/>
                </a:lnTo>
                <a:lnTo>
                  <a:pt x="6740" y="6847"/>
                </a:lnTo>
                <a:lnTo>
                  <a:pt x="6825" y="6825"/>
                </a:lnTo>
                <a:lnTo>
                  <a:pt x="6889" y="6804"/>
                </a:lnTo>
                <a:lnTo>
                  <a:pt x="6954" y="6761"/>
                </a:lnTo>
                <a:lnTo>
                  <a:pt x="7018" y="6697"/>
                </a:lnTo>
                <a:lnTo>
                  <a:pt x="7039" y="6654"/>
                </a:lnTo>
                <a:lnTo>
                  <a:pt x="7082" y="6590"/>
                </a:lnTo>
                <a:lnTo>
                  <a:pt x="7082" y="6526"/>
                </a:lnTo>
                <a:lnTo>
                  <a:pt x="7082" y="6462"/>
                </a:lnTo>
                <a:lnTo>
                  <a:pt x="7082" y="6397"/>
                </a:lnTo>
                <a:lnTo>
                  <a:pt x="7061" y="6333"/>
                </a:lnTo>
                <a:lnTo>
                  <a:pt x="7018" y="6291"/>
                </a:lnTo>
                <a:lnTo>
                  <a:pt x="6954" y="6248"/>
                </a:lnTo>
                <a:lnTo>
                  <a:pt x="6889" y="6205"/>
                </a:lnTo>
                <a:lnTo>
                  <a:pt x="6804" y="6162"/>
                </a:lnTo>
                <a:lnTo>
                  <a:pt x="6697" y="6141"/>
                </a:lnTo>
                <a:lnTo>
                  <a:pt x="6697" y="6141"/>
                </a:lnTo>
                <a:close/>
                <a:moveTo>
                  <a:pt x="4686" y="1134"/>
                </a:moveTo>
                <a:lnTo>
                  <a:pt x="4686" y="1134"/>
                </a:lnTo>
                <a:lnTo>
                  <a:pt x="4686" y="1070"/>
                </a:lnTo>
                <a:lnTo>
                  <a:pt x="4664" y="1027"/>
                </a:lnTo>
                <a:lnTo>
                  <a:pt x="4643" y="984"/>
                </a:lnTo>
                <a:lnTo>
                  <a:pt x="4600" y="942"/>
                </a:lnTo>
                <a:lnTo>
                  <a:pt x="4493" y="899"/>
                </a:lnTo>
                <a:lnTo>
                  <a:pt x="4386" y="899"/>
                </a:lnTo>
                <a:lnTo>
                  <a:pt x="4279" y="920"/>
                </a:lnTo>
                <a:lnTo>
                  <a:pt x="4194" y="963"/>
                </a:lnTo>
                <a:lnTo>
                  <a:pt x="4108" y="1049"/>
                </a:lnTo>
                <a:lnTo>
                  <a:pt x="4108" y="1113"/>
                </a:lnTo>
                <a:lnTo>
                  <a:pt x="4087" y="1177"/>
                </a:lnTo>
                <a:lnTo>
                  <a:pt x="4087" y="1177"/>
                </a:lnTo>
                <a:lnTo>
                  <a:pt x="4087" y="1241"/>
                </a:lnTo>
                <a:lnTo>
                  <a:pt x="4108" y="1284"/>
                </a:lnTo>
                <a:lnTo>
                  <a:pt x="4151" y="1327"/>
                </a:lnTo>
                <a:lnTo>
                  <a:pt x="4172" y="1369"/>
                </a:lnTo>
                <a:lnTo>
                  <a:pt x="4279" y="1412"/>
                </a:lnTo>
                <a:lnTo>
                  <a:pt x="4386" y="1412"/>
                </a:lnTo>
                <a:lnTo>
                  <a:pt x="4493" y="1391"/>
                </a:lnTo>
                <a:lnTo>
                  <a:pt x="4579" y="1327"/>
                </a:lnTo>
                <a:lnTo>
                  <a:pt x="4664" y="1241"/>
                </a:lnTo>
                <a:lnTo>
                  <a:pt x="4686" y="1198"/>
                </a:lnTo>
                <a:lnTo>
                  <a:pt x="4686" y="1134"/>
                </a:lnTo>
                <a:lnTo>
                  <a:pt x="4686" y="1134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40"/>
          <p:cNvSpPr txBox="1"/>
          <p:nvPr/>
        </p:nvSpPr>
        <p:spPr>
          <a:xfrm>
            <a:off x="3132350" y="2332200"/>
            <a:ext cx="2551800" cy="4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POST: /graphql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84" name="Google Shape;884;p40"/>
          <p:cNvSpPr/>
          <p:nvPr/>
        </p:nvSpPr>
        <p:spPr>
          <a:xfrm rot="10800000">
            <a:off x="2409700" y="2539825"/>
            <a:ext cx="3997095" cy="271475"/>
          </a:xfrm>
          <a:custGeom>
            <a:rect b="b" l="l" r="r" t="t"/>
            <a:pathLst>
              <a:path extrusionOk="0" h="10859" w="123596">
                <a:moveTo>
                  <a:pt x="0" y="2642"/>
                </a:moveTo>
                <a:cubicBezTo>
                  <a:pt x="28421" y="2642"/>
                  <a:pt x="56797" y="5381"/>
                  <a:pt x="85218" y="5381"/>
                </a:cubicBezTo>
                <a:cubicBezTo>
                  <a:pt x="93334" y="5381"/>
                  <a:pt x="101449" y="5381"/>
                  <a:pt x="109565" y="5381"/>
                </a:cubicBezTo>
                <a:cubicBezTo>
                  <a:pt x="114131" y="5381"/>
                  <a:pt x="120037" y="8919"/>
                  <a:pt x="123261" y="5685"/>
                </a:cubicBezTo>
                <a:cubicBezTo>
                  <a:pt x="125030" y="3910"/>
                  <a:pt x="119216" y="2608"/>
                  <a:pt x="116870" y="1728"/>
                </a:cubicBezTo>
                <a:cubicBezTo>
                  <a:pt x="116104" y="1441"/>
                  <a:pt x="114100" y="0"/>
                  <a:pt x="114739" y="511"/>
                </a:cubicBezTo>
                <a:cubicBezTo>
                  <a:pt x="117335" y="2586"/>
                  <a:pt x="123807" y="2407"/>
                  <a:pt x="123261" y="5685"/>
                </a:cubicBezTo>
                <a:cubicBezTo>
                  <a:pt x="122849" y="8163"/>
                  <a:pt x="119559" y="9083"/>
                  <a:pt x="117783" y="10859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85" name="Google Shape;885;p40"/>
          <p:cNvSpPr/>
          <p:nvPr/>
        </p:nvSpPr>
        <p:spPr>
          <a:xfrm>
            <a:off x="1793773" y="2212341"/>
            <a:ext cx="306219" cy="479095"/>
          </a:xfrm>
          <a:custGeom>
            <a:rect b="b" l="l" r="r" t="t"/>
            <a:pathLst>
              <a:path extrusionOk="0" h="8859" w="5308">
                <a:moveTo>
                  <a:pt x="4152" y="942"/>
                </a:moveTo>
                <a:lnTo>
                  <a:pt x="4237" y="964"/>
                </a:lnTo>
                <a:lnTo>
                  <a:pt x="4344" y="985"/>
                </a:lnTo>
                <a:lnTo>
                  <a:pt x="4366" y="1071"/>
                </a:lnTo>
                <a:lnTo>
                  <a:pt x="4387" y="1156"/>
                </a:lnTo>
                <a:lnTo>
                  <a:pt x="4408" y="1242"/>
                </a:lnTo>
                <a:lnTo>
                  <a:pt x="4387" y="1413"/>
                </a:lnTo>
                <a:lnTo>
                  <a:pt x="4387" y="2376"/>
                </a:lnTo>
                <a:lnTo>
                  <a:pt x="4408" y="2804"/>
                </a:lnTo>
                <a:lnTo>
                  <a:pt x="4451" y="3232"/>
                </a:lnTo>
                <a:lnTo>
                  <a:pt x="4494" y="3660"/>
                </a:lnTo>
                <a:lnTo>
                  <a:pt x="4494" y="3874"/>
                </a:lnTo>
                <a:lnTo>
                  <a:pt x="4473" y="4088"/>
                </a:lnTo>
                <a:lnTo>
                  <a:pt x="4430" y="4601"/>
                </a:lnTo>
                <a:lnTo>
                  <a:pt x="4430" y="5136"/>
                </a:lnTo>
                <a:lnTo>
                  <a:pt x="4408" y="5649"/>
                </a:lnTo>
                <a:lnTo>
                  <a:pt x="4387" y="6184"/>
                </a:lnTo>
                <a:lnTo>
                  <a:pt x="4366" y="6291"/>
                </a:lnTo>
                <a:lnTo>
                  <a:pt x="4344" y="6377"/>
                </a:lnTo>
                <a:lnTo>
                  <a:pt x="4280" y="6462"/>
                </a:lnTo>
                <a:lnTo>
                  <a:pt x="4194" y="6527"/>
                </a:lnTo>
                <a:lnTo>
                  <a:pt x="4087" y="6569"/>
                </a:lnTo>
                <a:lnTo>
                  <a:pt x="4002" y="6591"/>
                </a:lnTo>
                <a:lnTo>
                  <a:pt x="3274" y="6591"/>
                </a:lnTo>
                <a:lnTo>
                  <a:pt x="2761" y="6612"/>
                </a:lnTo>
                <a:lnTo>
                  <a:pt x="1884" y="6655"/>
                </a:lnTo>
                <a:lnTo>
                  <a:pt x="1456" y="6698"/>
                </a:lnTo>
                <a:lnTo>
                  <a:pt x="1349" y="6676"/>
                </a:lnTo>
                <a:lnTo>
                  <a:pt x="1242" y="6676"/>
                </a:lnTo>
                <a:lnTo>
                  <a:pt x="1156" y="6655"/>
                </a:lnTo>
                <a:lnTo>
                  <a:pt x="1071" y="6591"/>
                </a:lnTo>
                <a:lnTo>
                  <a:pt x="985" y="6527"/>
                </a:lnTo>
                <a:lnTo>
                  <a:pt x="921" y="6420"/>
                </a:lnTo>
                <a:lnTo>
                  <a:pt x="878" y="6313"/>
                </a:lnTo>
                <a:lnTo>
                  <a:pt x="857" y="6206"/>
                </a:lnTo>
                <a:lnTo>
                  <a:pt x="835" y="5949"/>
                </a:lnTo>
                <a:lnTo>
                  <a:pt x="835" y="5735"/>
                </a:lnTo>
                <a:lnTo>
                  <a:pt x="814" y="5371"/>
                </a:lnTo>
                <a:lnTo>
                  <a:pt x="814" y="5008"/>
                </a:lnTo>
                <a:lnTo>
                  <a:pt x="793" y="4408"/>
                </a:lnTo>
                <a:lnTo>
                  <a:pt x="814" y="3788"/>
                </a:lnTo>
                <a:lnTo>
                  <a:pt x="814" y="3168"/>
                </a:lnTo>
                <a:lnTo>
                  <a:pt x="814" y="2547"/>
                </a:lnTo>
                <a:lnTo>
                  <a:pt x="835" y="2354"/>
                </a:lnTo>
                <a:lnTo>
                  <a:pt x="857" y="2183"/>
                </a:lnTo>
                <a:lnTo>
                  <a:pt x="900" y="2012"/>
                </a:lnTo>
                <a:lnTo>
                  <a:pt x="900" y="1820"/>
                </a:lnTo>
                <a:lnTo>
                  <a:pt x="921" y="1627"/>
                </a:lnTo>
                <a:lnTo>
                  <a:pt x="921" y="1413"/>
                </a:lnTo>
                <a:lnTo>
                  <a:pt x="921" y="1306"/>
                </a:lnTo>
                <a:lnTo>
                  <a:pt x="942" y="1199"/>
                </a:lnTo>
                <a:lnTo>
                  <a:pt x="985" y="1135"/>
                </a:lnTo>
                <a:lnTo>
                  <a:pt x="1006" y="1092"/>
                </a:lnTo>
                <a:lnTo>
                  <a:pt x="1113" y="1049"/>
                </a:lnTo>
                <a:lnTo>
                  <a:pt x="1242" y="1028"/>
                </a:lnTo>
                <a:lnTo>
                  <a:pt x="1370" y="1007"/>
                </a:lnTo>
                <a:lnTo>
                  <a:pt x="1627" y="985"/>
                </a:lnTo>
                <a:lnTo>
                  <a:pt x="2140" y="985"/>
                </a:lnTo>
                <a:lnTo>
                  <a:pt x="2376" y="964"/>
                </a:lnTo>
                <a:lnTo>
                  <a:pt x="3060" y="964"/>
                </a:lnTo>
                <a:lnTo>
                  <a:pt x="3467" y="942"/>
                </a:lnTo>
                <a:close/>
                <a:moveTo>
                  <a:pt x="1220" y="7147"/>
                </a:moveTo>
                <a:lnTo>
                  <a:pt x="1220" y="7169"/>
                </a:lnTo>
                <a:lnTo>
                  <a:pt x="1220" y="7190"/>
                </a:lnTo>
                <a:lnTo>
                  <a:pt x="1220" y="7233"/>
                </a:lnTo>
                <a:lnTo>
                  <a:pt x="1199" y="7211"/>
                </a:lnTo>
                <a:lnTo>
                  <a:pt x="1199" y="7190"/>
                </a:lnTo>
                <a:lnTo>
                  <a:pt x="1220" y="7147"/>
                </a:lnTo>
                <a:close/>
                <a:moveTo>
                  <a:pt x="343" y="7233"/>
                </a:moveTo>
                <a:lnTo>
                  <a:pt x="322" y="7254"/>
                </a:lnTo>
                <a:lnTo>
                  <a:pt x="300" y="7254"/>
                </a:lnTo>
                <a:lnTo>
                  <a:pt x="322" y="7233"/>
                </a:lnTo>
                <a:close/>
                <a:moveTo>
                  <a:pt x="1777" y="7169"/>
                </a:moveTo>
                <a:lnTo>
                  <a:pt x="1905" y="7190"/>
                </a:lnTo>
                <a:lnTo>
                  <a:pt x="1862" y="7233"/>
                </a:lnTo>
                <a:lnTo>
                  <a:pt x="1798" y="7254"/>
                </a:lnTo>
                <a:lnTo>
                  <a:pt x="1691" y="7275"/>
                </a:lnTo>
                <a:lnTo>
                  <a:pt x="1477" y="7340"/>
                </a:lnTo>
                <a:lnTo>
                  <a:pt x="1499" y="7275"/>
                </a:lnTo>
                <a:lnTo>
                  <a:pt x="1520" y="7233"/>
                </a:lnTo>
                <a:lnTo>
                  <a:pt x="1563" y="7190"/>
                </a:lnTo>
                <a:lnTo>
                  <a:pt x="1627" y="7169"/>
                </a:lnTo>
                <a:close/>
                <a:moveTo>
                  <a:pt x="4430" y="7297"/>
                </a:moveTo>
                <a:lnTo>
                  <a:pt x="4451" y="7318"/>
                </a:lnTo>
                <a:lnTo>
                  <a:pt x="4473" y="7340"/>
                </a:lnTo>
                <a:lnTo>
                  <a:pt x="4451" y="7382"/>
                </a:lnTo>
                <a:lnTo>
                  <a:pt x="4408" y="7382"/>
                </a:lnTo>
                <a:lnTo>
                  <a:pt x="4430" y="7297"/>
                </a:lnTo>
                <a:close/>
                <a:moveTo>
                  <a:pt x="1820" y="7425"/>
                </a:moveTo>
                <a:lnTo>
                  <a:pt x="1798" y="7447"/>
                </a:lnTo>
                <a:lnTo>
                  <a:pt x="1755" y="7447"/>
                </a:lnTo>
                <a:lnTo>
                  <a:pt x="1777" y="7425"/>
                </a:lnTo>
                <a:close/>
                <a:moveTo>
                  <a:pt x="258" y="7318"/>
                </a:moveTo>
                <a:lnTo>
                  <a:pt x="279" y="7404"/>
                </a:lnTo>
                <a:lnTo>
                  <a:pt x="279" y="7489"/>
                </a:lnTo>
                <a:lnTo>
                  <a:pt x="279" y="7596"/>
                </a:lnTo>
                <a:lnTo>
                  <a:pt x="279" y="7703"/>
                </a:lnTo>
                <a:lnTo>
                  <a:pt x="236" y="7682"/>
                </a:lnTo>
                <a:lnTo>
                  <a:pt x="193" y="7639"/>
                </a:lnTo>
                <a:lnTo>
                  <a:pt x="193" y="7596"/>
                </a:lnTo>
                <a:lnTo>
                  <a:pt x="193" y="7532"/>
                </a:lnTo>
                <a:lnTo>
                  <a:pt x="215" y="7425"/>
                </a:lnTo>
                <a:lnTo>
                  <a:pt x="258" y="7318"/>
                </a:lnTo>
                <a:close/>
                <a:moveTo>
                  <a:pt x="1541" y="7425"/>
                </a:moveTo>
                <a:lnTo>
                  <a:pt x="1499" y="7511"/>
                </a:lnTo>
                <a:lnTo>
                  <a:pt x="1434" y="7575"/>
                </a:lnTo>
                <a:lnTo>
                  <a:pt x="1392" y="7639"/>
                </a:lnTo>
                <a:lnTo>
                  <a:pt x="1370" y="7725"/>
                </a:lnTo>
                <a:lnTo>
                  <a:pt x="1349" y="7682"/>
                </a:lnTo>
                <a:lnTo>
                  <a:pt x="1349" y="7639"/>
                </a:lnTo>
                <a:lnTo>
                  <a:pt x="1392" y="7532"/>
                </a:lnTo>
                <a:lnTo>
                  <a:pt x="1456" y="7447"/>
                </a:lnTo>
                <a:lnTo>
                  <a:pt x="1499" y="7425"/>
                </a:lnTo>
                <a:close/>
                <a:moveTo>
                  <a:pt x="4002" y="7447"/>
                </a:moveTo>
                <a:lnTo>
                  <a:pt x="4066" y="7468"/>
                </a:lnTo>
                <a:lnTo>
                  <a:pt x="4045" y="7575"/>
                </a:lnTo>
                <a:lnTo>
                  <a:pt x="4002" y="7661"/>
                </a:lnTo>
                <a:lnTo>
                  <a:pt x="3959" y="7725"/>
                </a:lnTo>
                <a:lnTo>
                  <a:pt x="3916" y="7746"/>
                </a:lnTo>
                <a:lnTo>
                  <a:pt x="3852" y="7746"/>
                </a:lnTo>
                <a:lnTo>
                  <a:pt x="3852" y="7639"/>
                </a:lnTo>
                <a:lnTo>
                  <a:pt x="3874" y="7532"/>
                </a:lnTo>
                <a:lnTo>
                  <a:pt x="3916" y="7489"/>
                </a:lnTo>
                <a:lnTo>
                  <a:pt x="3959" y="7468"/>
                </a:lnTo>
                <a:lnTo>
                  <a:pt x="4002" y="7447"/>
                </a:lnTo>
                <a:close/>
                <a:moveTo>
                  <a:pt x="386" y="7746"/>
                </a:moveTo>
                <a:lnTo>
                  <a:pt x="429" y="7768"/>
                </a:lnTo>
                <a:lnTo>
                  <a:pt x="407" y="7789"/>
                </a:lnTo>
                <a:lnTo>
                  <a:pt x="386" y="7789"/>
                </a:lnTo>
                <a:lnTo>
                  <a:pt x="343" y="7746"/>
                </a:lnTo>
                <a:close/>
                <a:moveTo>
                  <a:pt x="1755" y="8024"/>
                </a:moveTo>
                <a:lnTo>
                  <a:pt x="1798" y="8046"/>
                </a:lnTo>
                <a:lnTo>
                  <a:pt x="1820" y="8089"/>
                </a:lnTo>
                <a:lnTo>
                  <a:pt x="1841" y="8110"/>
                </a:lnTo>
                <a:lnTo>
                  <a:pt x="1820" y="8153"/>
                </a:lnTo>
                <a:lnTo>
                  <a:pt x="1755" y="8217"/>
                </a:lnTo>
                <a:lnTo>
                  <a:pt x="1713" y="8238"/>
                </a:lnTo>
                <a:lnTo>
                  <a:pt x="1670" y="8260"/>
                </a:lnTo>
                <a:lnTo>
                  <a:pt x="1627" y="8174"/>
                </a:lnTo>
                <a:lnTo>
                  <a:pt x="1627" y="8110"/>
                </a:lnTo>
                <a:lnTo>
                  <a:pt x="1648" y="8067"/>
                </a:lnTo>
                <a:lnTo>
                  <a:pt x="1670" y="8046"/>
                </a:lnTo>
                <a:lnTo>
                  <a:pt x="1691" y="8024"/>
                </a:lnTo>
                <a:close/>
                <a:moveTo>
                  <a:pt x="2675" y="7233"/>
                </a:moveTo>
                <a:lnTo>
                  <a:pt x="2782" y="7254"/>
                </a:lnTo>
                <a:lnTo>
                  <a:pt x="2868" y="7318"/>
                </a:lnTo>
                <a:lnTo>
                  <a:pt x="2932" y="7404"/>
                </a:lnTo>
                <a:lnTo>
                  <a:pt x="2996" y="7511"/>
                </a:lnTo>
                <a:lnTo>
                  <a:pt x="3039" y="7639"/>
                </a:lnTo>
                <a:lnTo>
                  <a:pt x="3060" y="7746"/>
                </a:lnTo>
                <a:lnTo>
                  <a:pt x="3060" y="7875"/>
                </a:lnTo>
                <a:lnTo>
                  <a:pt x="3039" y="8003"/>
                </a:lnTo>
                <a:lnTo>
                  <a:pt x="2975" y="8089"/>
                </a:lnTo>
                <a:lnTo>
                  <a:pt x="2889" y="8174"/>
                </a:lnTo>
                <a:lnTo>
                  <a:pt x="2782" y="8217"/>
                </a:lnTo>
                <a:lnTo>
                  <a:pt x="2675" y="8238"/>
                </a:lnTo>
                <a:lnTo>
                  <a:pt x="2568" y="8260"/>
                </a:lnTo>
                <a:lnTo>
                  <a:pt x="2333" y="8260"/>
                </a:lnTo>
                <a:lnTo>
                  <a:pt x="2183" y="8131"/>
                </a:lnTo>
                <a:lnTo>
                  <a:pt x="2076" y="8024"/>
                </a:lnTo>
                <a:lnTo>
                  <a:pt x="2033" y="7960"/>
                </a:lnTo>
                <a:lnTo>
                  <a:pt x="2012" y="7875"/>
                </a:lnTo>
                <a:lnTo>
                  <a:pt x="2012" y="7789"/>
                </a:lnTo>
                <a:lnTo>
                  <a:pt x="2012" y="7682"/>
                </a:lnTo>
                <a:lnTo>
                  <a:pt x="2033" y="7596"/>
                </a:lnTo>
                <a:lnTo>
                  <a:pt x="2076" y="7511"/>
                </a:lnTo>
                <a:lnTo>
                  <a:pt x="2119" y="7425"/>
                </a:lnTo>
                <a:lnTo>
                  <a:pt x="2183" y="7382"/>
                </a:lnTo>
                <a:lnTo>
                  <a:pt x="2269" y="7340"/>
                </a:lnTo>
                <a:lnTo>
                  <a:pt x="2354" y="7297"/>
                </a:lnTo>
                <a:lnTo>
                  <a:pt x="2547" y="7233"/>
                </a:lnTo>
                <a:close/>
                <a:moveTo>
                  <a:pt x="835" y="8345"/>
                </a:moveTo>
                <a:lnTo>
                  <a:pt x="857" y="8367"/>
                </a:lnTo>
                <a:lnTo>
                  <a:pt x="857" y="8388"/>
                </a:lnTo>
                <a:lnTo>
                  <a:pt x="814" y="8474"/>
                </a:lnTo>
                <a:lnTo>
                  <a:pt x="793" y="8474"/>
                </a:lnTo>
                <a:lnTo>
                  <a:pt x="750" y="8452"/>
                </a:lnTo>
                <a:lnTo>
                  <a:pt x="728" y="8452"/>
                </a:lnTo>
                <a:lnTo>
                  <a:pt x="728" y="8409"/>
                </a:lnTo>
                <a:lnTo>
                  <a:pt x="728" y="8388"/>
                </a:lnTo>
                <a:lnTo>
                  <a:pt x="750" y="8345"/>
                </a:lnTo>
                <a:close/>
                <a:moveTo>
                  <a:pt x="2012" y="1"/>
                </a:moveTo>
                <a:lnTo>
                  <a:pt x="1413" y="44"/>
                </a:lnTo>
                <a:lnTo>
                  <a:pt x="1092" y="44"/>
                </a:lnTo>
                <a:lnTo>
                  <a:pt x="793" y="87"/>
                </a:lnTo>
                <a:lnTo>
                  <a:pt x="664" y="108"/>
                </a:lnTo>
                <a:lnTo>
                  <a:pt x="514" y="172"/>
                </a:lnTo>
                <a:lnTo>
                  <a:pt x="407" y="258"/>
                </a:lnTo>
                <a:lnTo>
                  <a:pt x="279" y="386"/>
                </a:lnTo>
                <a:lnTo>
                  <a:pt x="193" y="536"/>
                </a:lnTo>
                <a:lnTo>
                  <a:pt x="129" y="707"/>
                </a:lnTo>
                <a:lnTo>
                  <a:pt x="86" y="878"/>
                </a:lnTo>
                <a:lnTo>
                  <a:pt x="65" y="1049"/>
                </a:lnTo>
                <a:lnTo>
                  <a:pt x="44" y="1413"/>
                </a:lnTo>
                <a:lnTo>
                  <a:pt x="44" y="1777"/>
                </a:lnTo>
                <a:lnTo>
                  <a:pt x="1" y="2633"/>
                </a:lnTo>
                <a:lnTo>
                  <a:pt x="1" y="3488"/>
                </a:lnTo>
                <a:lnTo>
                  <a:pt x="22" y="4323"/>
                </a:lnTo>
                <a:lnTo>
                  <a:pt x="65" y="5179"/>
                </a:lnTo>
                <a:lnTo>
                  <a:pt x="22" y="5542"/>
                </a:lnTo>
                <a:lnTo>
                  <a:pt x="22" y="5928"/>
                </a:lnTo>
                <a:lnTo>
                  <a:pt x="22" y="6676"/>
                </a:lnTo>
                <a:lnTo>
                  <a:pt x="22" y="7361"/>
                </a:lnTo>
                <a:lnTo>
                  <a:pt x="44" y="7703"/>
                </a:lnTo>
                <a:lnTo>
                  <a:pt x="65" y="7875"/>
                </a:lnTo>
                <a:lnTo>
                  <a:pt x="108" y="8024"/>
                </a:lnTo>
                <a:lnTo>
                  <a:pt x="172" y="8174"/>
                </a:lnTo>
                <a:lnTo>
                  <a:pt x="236" y="8281"/>
                </a:lnTo>
                <a:lnTo>
                  <a:pt x="322" y="8388"/>
                </a:lnTo>
                <a:lnTo>
                  <a:pt x="429" y="8495"/>
                </a:lnTo>
                <a:lnTo>
                  <a:pt x="557" y="8559"/>
                </a:lnTo>
                <a:lnTo>
                  <a:pt x="664" y="8623"/>
                </a:lnTo>
                <a:lnTo>
                  <a:pt x="942" y="8709"/>
                </a:lnTo>
                <a:lnTo>
                  <a:pt x="1242" y="8773"/>
                </a:lnTo>
                <a:lnTo>
                  <a:pt x="1541" y="8816"/>
                </a:lnTo>
                <a:lnTo>
                  <a:pt x="2098" y="8837"/>
                </a:lnTo>
                <a:lnTo>
                  <a:pt x="2440" y="8859"/>
                </a:lnTo>
                <a:lnTo>
                  <a:pt x="2782" y="8859"/>
                </a:lnTo>
                <a:lnTo>
                  <a:pt x="3446" y="8816"/>
                </a:lnTo>
                <a:lnTo>
                  <a:pt x="3874" y="8816"/>
                </a:lnTo>
                <a:lnTo>
                  <a:pt x="4002" y="8795"/>
                </a:lnTo>
                <a:lnTo>
                  <a:pt x="4087" y="8773"/>
                </a:lnTo>
                <a:lnTo>
                  <a:pt x="4152" y="8730"/>
                </a:lnTo>
                <a:lnTo>
                  <a:pt x="4280" y="8645"/>
                </a:lnTo>
                <a:lnTo>
                  <a:pt x="4387" y="8623"/>
                </a:lnTo>
                <a:lnTo>
                  <a:pt x="4473" y="8581"/>
                </a:lnTo>
                <a:lnTo>
                  <a:pt x="4580" y="8559"/>
                </a:lnTo>
                <a:lnTo>
                  <a:pt x="4665" y="8516"/>
                </a:lnTo>
                <a:lnTo>
                  <a:pt x="4751" y="8452"/>
                </a:lnTo>
                <a:lnTo>
                  <a:pt x="4836" y="8345"/>
                </a:lnTo>
                <a:lnTo>
                  <a:pt x="5008" y="8153"/>
                </a:lnTo>
                <a:lnTo>
                  <a:pt x="5072" y="8024"/>
                </a:lnTo>
                <a:lnTo>
                  <a:pt x="5136" y="7875"/>
                </a:lnTo>
                <a:lnTo>
                  <a:pt x="5157" y="7725"/>
                </a:lnTo>
                <a:lnTo>
                  <a:pt x="5179" y="7532"/>
                </a:lnTo>
                <a:lnTo>
                  <a:pt x="5179" y="7190"/>
                </a:lnTo>
                <a:lnTo>
                  <a:pt x="5179" y="6869"/>
                </a:lnTo>
                <a:lnTo>
                  <a:pt x="5221" y="5435"/>
                </a:lnTo>
                <a:lnTo>
                  <a:pt x="5286" y="4002"/>
                </a:lnTo>
                <a:lnTo>
                  <a:pt x="5307" y="3660"/>
                </a:lnTo>
                <a:lnTo>
                  <a:pt x="5286" y="3296"/>
                </a:lnTo>
                <a:lnTo>
                  <a:pt x="5264" y="2590"/>
                </a:lnTo>
                <a:lnTo>
                  <a:pt x="5243" y="1905"/>
                </a:lnTo>
                <a:lnTo>
                  <a:pt x="5264" y="1541"/>
                </a:lnTo>
                <a:lnTo>
                  <a:pt x="5286" y="1199"/>
                </a:lnTo>
                <a:lnTo>
                  <a:pt x="5286" y="1071"/>
                </a:lnTo>
                <a:lnTo>
                  <a:pt x="5286" y="942"/>
                </a:lnTo>
                <a:lnTo>
                  <a:pt x="5264" y="793"/>
                </a:lnTo>
                <a:lnTo>
                  <a:pt x="5221" y="686"/>
                </a:lnTo>
                <a:lnTo>
                  <a:pt x="5157" y="557"/>
                </a:lnTo>
                <a:lnTo>
                  <a:pt x="5093" y="450"/>
                </a:lnTo>
                <a:lnTo>
                  <a:pt x="5008" y="343"/>
                </a:lnTo>
                <a:lnTo>
                  <a:pt x="4922" y="236"/>
                </a:lnTo>
                <a:lnTo>
                  <a:pt x="4794" y="151"/>
                </a:lnTo>
                <a:lnTo>
                  <a:pt x="4644" y="108"/>
                </a:lnTo>
                <a:lnTo>
                  <a:pt x="4494" y="65"/>
                </a:lnTo>
                <a:lnTo>
                  <a:pt x="3745" y="65"/>
                </a:lnTo>
                <a:lnTo>
                  <a:pt x="3167" y="22"/>
                </a:lnTo>
                <a:lnTo>
                  <a:pt x="2590" y="1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40"/>
          <p:cNvSpPr txBox="1"/>
          <p:nvPr/>
        </p:nvSpPr>
        <p:spPr>
          <a:xfrm>
            <a:off x="1630500" y="528800"/>
            <a:ext cx="6524700" cy="4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Gloria Hallelujah"/>
                <a:ea typeface="Gloria Hallelujah"/>
                <a:cs typeface="Gloria Hallelujah"/>
                <a:sym typeface="Gloria Hallelujah"/>
              </a:rPr>
              <a:t>GraphQL</a:t>
            </a:r>
            <a:endParaRPr sz="2400">
              <a:latin typeface="Gloria Hallelujah"/>
              <a:ea typeface="Gloria Hallelujah"/>
              <a:cs typeface="Gloria Hallelujah"/>
              <a:sym typeface="Gloria Hallelujah"/>
            </a:endParaRPr>
          </a:p>
        </p:txBody>
      </p:sp>
      <p:sp>
        <p:nvSpPr>
          <p:cNvPr id="887" name="Google Shape;887;p40"/>
          <p:cNvSpPr txBox="1"/>
          <p:nvPr>
            <p:ph idx="4294967295" type="body"/>
          </p:nvPr>
        </p:nvSpPr>
        <p:spPr>
          <a:xfrm rot="-5400000">
            <a:off x="-1666125" y="2183750"/>
            <a:ext cx="4074300" cy="6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hlink"/>
                </a:solidFill>
                <a:hlinkClick r:id="rId3"/>
              </a:rPr>
              <a:t>https://www.howtographql.com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40"/>
          <p:cNvSpPr/>
          <p:nvPr/>
        </p:nvSpPr>
        <p:spPr>
          <a:xfrm>
            <a:off x="2016325" y="1042400"/>
            <a:ext cx="1795800" cy="1141200"/>
          </a:xfrm>
          <a:prstGeom prst="foldedCorner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40"/>
          <p:cNvSpPr txBox="1"/>
          <p:nvPr/>
        </p:nvSpPr>
        <p:spPr>
          <a:xfrm>
            <a:off x="1993500" y="992350"/>
            <a:ext cx="1887000" cy="12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profile(personId: </a:t>
            </a:r>
            <a:r>
              <a:rPr lang="en" sz="9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9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person{</a:t>
            </a:r>
            <a:endParaRPr sz="9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title</a:t>
            </a:r>
            <a:endParaRPr sz="9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surname</a:t>
            </a:r>
            <a:endParaRPr sz="9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9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 sz="9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90" name="Google Shape;890;p40"/>
          <p:cNvSpPr txBox="1"/>
          <p:nvPr/>
        </p:nvSpPr>
        <p:spPr>
          <a:xfrm>
            <a:off x="4200000" y="2811300"/>
            <a:ext cx="2031600" cy="12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7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75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"data"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{</a:t>
            </a:r>
            <a:endParaRPr sz="7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75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"profile"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{</a:t>
            </a:r>
            <a:endParaRPr sz="7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n" sz="75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"person"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{</a:t>
            </a:r>
            <a:endParaRPr sz="7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n" sz="75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"title"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75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"Mrs."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7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n" sz="75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"surname"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75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" sz="75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Heathcote</a:t>
            </a:r>
            <a:r>
              <a:rPr lang="en" sz="75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endParaRPr sz="7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}</a:t>
            </a:r>
            <a:endParaRPr sz="7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7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 sz="7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7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41"/>
          <p:cNvSpPr txBox="1"/>
          <p:nvPr>
            <p:ph idx="12" type="sldNum"/>
          </p:nvPr>
        </p:nvSpPr>
        <p:spPr>
          <a:xfrm>
            <a:off x="7899350" y="409842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6" name="Google Shape;896;p41"/>
          <p:cNvSpPr txBox="1"/>
          <p:nvPr/>
        </p:nvSpPr>
        <p:spPr>
          <a:xfrm>
            <a:off x="1630500" y="528800"/>
            <a:ext cx="6524700" cy="4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Gloria Hallelujah"/>
                <a:ea typeface="Gloria Hallelujah"/>
                <a:cs typeface="Gloria Hallelujah"/>
                <a:sym typeface="Gloria Hallelujah"/>
              </a:rPr>
              <a:t>GraphQL Schema</a:t>
            </a:r>
            <a:endParaRPr sz="2400">
              <a:latin typeface="Gloria Hallelujah"/>
              <a:ea typeface="Gloria Hallelujah"/>
              <a:cs typeface="Gloria Hallelujah"/>
              <a:sym typeface="Gloria Hallelujah"/>
            </a:endParaRPr>
          </a:p>
        </p:txBody>
      </p:sp>
      <p:sp>
        <p:nvSpPr>
          <p:cNvPr id="897" name="Google Shape;897;p41"/>
          <p:cNvSpPr txBox="1"/>
          <p:nvPr/>
        </p:nvSpPr>
        <p:spPr>
          <a:xfrm>
            <a:off x="1630500" y="939425"/>
            <a:ext cx="3000000" cy="3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type </a:t>
            </a:r>
            <a:r>
              <a:rPr lang="en" sz="75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Query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7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profile(personId: </a:t>
            </a:r>
            <a:r>
              <a:rPr lang="en" sz="75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!): </a:t>
            </a:r>
            <a:r>
              <a:rPr lang="en" sz="75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Profile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7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@_mappedOperation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(operation : </a:t>
            </a:r>
            <a:r>
              <a:rPr lang="en" sz="75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"__internal__"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7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7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type </a:t>
            </a:r>
            <a:r>
              <a:rPr lang="en" sz="75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Relation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7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@_mappedType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(type : </a:t>
            </a:r>
            <a:r>
              <a:rPr lang="en" sz="75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"__internal__"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7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personURI: </a:t>
            </a:r>
            <a:r>
              <a:rPr lang="en" sz="75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String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7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@_mappedOperation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(operation : </a:t>
            </a:r>
            <a:r>
              <a:rPr lang="en" sz="75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"__internal__"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7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relationType: </a:t>
            </a:r>
            <a:r>
              <a:rPr lang="en" sz="75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RelationType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7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@_mappedOperation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(operation : </a:t>
            </a:r>
            <a:r>
              <a:rPr lang="en" sz="75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"__internal__"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7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7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type </a:t>
            </a:r>
            <a:r>
              <a:rPr lang="en" sz="75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Score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7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@_mappedType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(type : </a:t>
            </a:r>
            <a:r>
              <a:rPr lang="en" sz="75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"__internal__"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7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name: </a:t>
            </a:r>
            <a:r>
              <a:rPr lang="en" sz="75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ScoreType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7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@_mappedOperation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(operation : </a:t>
            </a:r>
            <a:r>
              <a:rPr lang="en" sz="75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"__internal__"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7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value: </a:t>
            </a:r>
            <a:r>
              <a:rPr lang="en" sz="75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Long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7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@_mappedOperation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(operation : </a:t>
            </a:r>
            <a:r>
              <a:rPr lang="en" sz="75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"__internal__"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7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7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type </a:t>
            </a:r>
            <a:r>
              <a:rPr lang="en" sz="75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SocialMedia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7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@_mappedType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(type : </a:t>
            </a:r>
            <a:r>
              <a:rPr lang="en" sz="75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"__internal__"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7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name: </a:t>
            </a:r>
            <a:r>
              <a:rPr lang="en" sz="75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String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7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@_mappedOperation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(operation : </a:t>
            </a:r>
            <a:r>
              <a:rPr lang="en" sz="75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"__internal__"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7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username: </a:t>
            </a:r>
            <a:r>
              <a:rPr lang="en" sz="75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String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7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@_mappedOperation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(operation : </a:t>
            </a:r>
            <a:r>
              <a:rPr lang="en" sz="75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"__internal__"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7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7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enum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75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Gender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7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75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Female</a:t>
            </a:r>
            <a:endParaRPr sz="7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75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Male</a:t>
            </a:r>
            <a:endParaRPr sz="7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7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98" name="Google Shape;898;p41"/>
          <p:cNvSpPr txBox="1"/>
          <p:nvPr/>
        </p:nvSpPr>
        <p:spPr>
          <a:xfrm>
            <a:off x="5155200" y="870950"/>
            <a:ext cx="3000000" cy="3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type </a:t>
            </a:r>
            <a:r>
              <a:rPr lang="en" sz="75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Person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7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@_mappedType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(type : </a:t>
            </a:r>
            <a:r>
              <a:rPr lang="en" sz="75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"__internal__"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7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addresses: [</a:t>
            </a:r>
            <a:r>
              <a:rPr lang="en" sz="75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Address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] </a:t>
            </a:r>
            <a:r>
              <a:rPr lang="en" sz="7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@_mappedOperation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(operation : </a:t>
            </a:r>
            <a:r>
              <a:rPr lang="en" sz="75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"__internal__"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7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biography: </a:t>
            </a:r>
            <a:r>
              <a:rPr lang="en" sz="75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String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7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@_mappedOperation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(operation : </a:t>
            </a:r>
            <a:r>
              <a:rPr lang="en" sz="75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"__internal__"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7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birthDate: </a:t>
            </a:r>
            <a:r>
              <a:rPr lang="en" sz="75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LocalDate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7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@_mappedOperation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(operation : </a:t>
            </a:r>
            <a:r>
              <a:rPr lang="en" sz="75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"__internal__"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7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coverphotos: [URL] </a:t>
            </a:r>
            <a:r>
              <a:rPr lang="en" sz="7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@_mappedOperation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(operation : </a:t>
            </a:r>
            <a:r>
              <a:rPr lang="en" sz="75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"__internal__"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7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creditCards: [</a:t>
            </a:r>
            <a:r>
              <a:rPr lang="en" sz="75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CreditCard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] </a:t>
            </a:r>
            <a:r>
              <a:rPr lang="en" sz="7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@_mappedOperation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(operation : </a:t>
            </a:r>
            <a:r>
              <a:rPr lang="en" sz="75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"__internal__"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7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emailAddresses: [</a:t>
            </a:r>
            <a:r>
              <a:rPr lang="en" sz="75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String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] </a:t>
            </a:r>
            <a:r>
              <a:rPr lang="en" sz="7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@_mappedOperation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(operation : </a:t>
            </a:r>
            <a:r>
              <a:rPr lang="en" sz="75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"__internal__"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7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favColor: </a:t>
            </a:r>
            <a:r>
              <a:rPr lang="en" sz="75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String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7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@_mappedOperation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(operation : </a:t>
            </a:r>
            <a:r>
              <a:rPr lang="en" sz="75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"__internal__"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7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gender: </a:t>
            </a:r>
            <a:r>
              <a:rPr lang="en" sz="75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Gender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7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@_mappedOperation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(operation : </a:t>
            </a:r>
            <a:r>
              <a:rPr lang="en" sz="75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"__internal__"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7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id: </a:t>
            </a:r>
            <a:r>
              <a:rPr lang="en" sz="75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! </a:t>
            </a:r>
            <a:r>
              <a:rPr lang="en" sz="7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@_mappedOperation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(operation : </a:t>
            </a:r>
            <a:r>
              <a:rPr lang="en" sz="75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"__internal__"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7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idNumber: </a:t>
            </a:r>
            <a:r>
              <a:rPr lang="en" sz="75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String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7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@_mappedOperation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(operation : </a:t>
            </a:r>
            <a:r>
              <a:rPr lang="en" sz="75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"__internal__"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7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imClients: [</a:t>
            </a:r>
            <a:r>
              <a:rPr lang="en" sz="75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ImClient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] </a:t>
            </a:r>
            <a:r>
              <a:rPr lang="en" sz="7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@_mappedOperation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(operation : </a:t>
            </a:r>
            <a:r>
              <a:rPr lang="en" sz="75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"__internal__"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7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interests: [</a:t>
            </a:r>
            <a:r>
              <a:rPr lang="en" sz="75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String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] </a:t>
            </a:r>
            <a:r>
              <a:rPr lang="en" sz="7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@_mappedOperation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(operation : </a:t>
            </a:r>
            <a:r>
              <a:rPr lang="en" sz="75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"__internal__"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7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joinDate: </a:t>
            </a:r>
            <a:r>
              <a:rPr lang="en" sz="75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LocalDate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7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@_mappedOperation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(operation : </a:t>
            </a:r>
            <a:r>
              <a:rPr lang="en" sz="75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"__internal__"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7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locale: </a:t>
            </a:r>
            <a:r>
              <a:rPr lang="en" sz="75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String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7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@_mappedOperation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(operation : </a:t>
            </a:r>
            <a:r>
              <a:rPr lang="en" sz="75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"__internal__"</a:t>
            </a:r>
            <a:r>
              <a:rPr lang="en" sz="7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7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42"/>
          <p:cNvSpPr txBox="1"/>
          <p:nvPr>
            <p:ph idx="1" type="body"/>
          </p:nvPr>
        </p:nvSpPr>
        <p:spPr>
          <a:xfrm>
            <a:off x="1556175" y="1479375"/>
            <a:ext cx="3211800" cy="6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 u="sng">
                <a:hlinkClick r:id="rId3"/>
              </a:rPr>
              <a:t>graphql-java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42"/>
          <p:cNvSpPr txBox="1"/>
          <p:nvPr>
            <p:ph type="title"/>
          </p:nvPr>
        </p:nvSpPr>
        <p:spPr>
          <a:xfrm>
            <a:off x="1556175" y="719375"/>
            <a:ext cx="66168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GraphQL in the Java world</a:t>
            </a:r>
            <a:endParaRPr/>
          </a:p>
        </p:txBody>
      </p:sp>
      <p:sp>
        <p:nvSpPr>
          <p:cNvPr id="905" name="Google Shape;905;p42"/>
          <p:cNvSpPr txBox="1"/>
          <p:nvPr>
            <p:ph idx="2" type="body"/>
          </p:nvPr>
        </p:nvSpPr>
        <p:spPr>
          <a:xfrm>
            <a:off x="4961275" y="1479375"/>
            <a:ext cx="3211800" cy="5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400" u="sng">
                <a:hlinkClick r:id="rId4"/>
              </a:rPr>
              <a:t>graphql-spqr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42"/>
          <p:cNvSpPr txBox="1"/>
          <p:nvPr>
            <p:ph idx="12" type="sldNum"/>
          </p:nvPr>
        </p:nvSpPr>
        <p:spPr>
          <a:xfrm>
            <a:off x="7899350" y="409842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7" name="Google Shape;907;p42"/>
          <p:cNvSpPr txBox="1"/>
          <p:nvPr/>
        </p:nvSpPr>
        <p:spPr>
          <a:xfrm>
            <a:off x="2272475" y="4098425"/>
            <a:ext cx="1661400" cy="3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Tinos"/>
                <a:ea typeface="Tinos"/>
                <a:cs typeface="Tinos"/>
                <a:sym typeface="Tinos"/>
                <a:hlinkClick r:id="rId5"/>
              </a:rPr>
              <a:t>@andimarek</a:t>
            </a:r>
            <a:endParaRPr>
              <a:latin typeface="Tinos"/>
              <a:ea typeface="Tinos"/>
              <a:cs typeface="Tinos"/>
              <a:sym typeface="Tinos"/>
            </a:endParaRPr>
          </a:p>
        </p:txBody>
      </p:sp>
      <p:sp>
        <p:nvSpPr>
          <p:cNvPr id="908" name="Google Shape;908;p42"/>
          <p:cNvSpPr txBox="1"/>
          <p:nvPr/>
        </p:nvSpPr>
        <p:spPr>
          <a:xfrm>
            <a:off x="5724300" y="4098425"/>
            <a:ext cx="1661400" cy="3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Tinos"/>
                <a:ea typeface="Tinos"/>
                <a:cs typeface="Tinos"/>
                <a:sym typeface="Tinos"/>
                <a:hlinkClick r:id="rId6"/>
              </a:rPr>
              <a:t>@</a:t>
            </a:r>
            <a:r>
              <a:rPr lang="en" u="sng">
                <a:solidFill>
                  <a:schemeClr val="hlink"/>
                </a:solidFill>
                <a:latin typeface="Tinos"/>
                <a:ea typeface="Tinos"/>
                <a:cs typeface="Tinos"/>
                <a:sym typeface="Tinos"/>
                <a:hlinkClick r:id="rId7"/>
              </a:rPr>
              <a:t>kaqqao</a:t>
            </a:r>
            <a:endParaRPr>
              <a:latin typeface="Tinos"/>
              <a:ea typeface="Tinos"/>
              <a:cs typeface="Tinos"/>
              <a:sym typeface="Tinos"/>
            </a:endParaRPr>
          </a:p>
        </p:txBody>
      </p:sp>
      <p:pic>
        <p:nvPicPr>
          <p:cNvPr id="909" name="Google Shape;909;p4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282850" y="2134275"/>
            <a:ext cx="1651054" cy="1659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10" name="Google Shape;910;p4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41575" y="2140413"/>
            <a:ext cx="1651200" cy="1647083"/>
          </a:xfrm>
          <a:prstGeom prst="rect">
            <a:avLst/>
          </a:prstGeom>
          <a:noFill/>
          <a:ln>
            <a:noFill/>
          </a:ln>
        </p:spPr>
      </p:pic>
      <p:sp>
        <p:nvSpPr>
          <p:cNvPr id="911" name="Google Shape;911;p42"/>
          <p:cNvSpPr/>
          <p:nvPr/>
        </p:nvSpPr>
        <p:spPr>
          <a:xfrm>
            <a:off x="2272469" y="2134250"/>
            <a:ext cx="1651200" cy="16593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42"/>
          <p:cNvSpPr/>
          <p:nvPr/>
        </p:nvSpPr>
        <p:spPr>
          <a:xfrm>
            <a:off x="5724295" y="2134250"/>
            <a:ext cx="1651200" cy="16593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43"/>
          <p:cNvSpPr txBox="1"/>
          <p:nvPr>
            <p:ph type="title"/>
          </p:nvPr>
        </p:nvSpPr>
        <p:spPr>
          <a:xfrm>
            <a:off x="1681525" y="719375"/>
            <a:ext cx="64914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Links</a:t>
            </a:r>
            <a:endParaRPr/>
          </a:p>
        </p:txBody>
      </p:sp>
      <p:sp>
        <p:nvSpPr>
          <p:cNvPr id="918" name="Google Shape;918;p43"/>
          <p:cNvSpPr txBox="1"/>
          <p:nvPr>
            <p:ph idx="1" type="body"/>
          </p:nvPr>
        </p:nvSpPr>
        <p:spPr>
          <a:xfrm>
            <a:off x="1556125" y="1640825"/>
            <a:ext cx="6616800" cy="24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◈"/>
            </a:pPr>
            <a:r>
              <a:rPr lang="en" sz="1800" u="sng">
                <a:solidFill>
                  <a:schemeClr val="hlink"/>
                </a:solidFill>
                <a:hlinkClick r:id="rId3"/>
              </a:rPr>
              <a:t>https://www.howtographql.com/graphql-java/0-introduction/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◈"/>
            </a:pPr>
            <a:r>
              <a:rPr lang="en" sz="1800" u="sng">
                <a:solidFill>
                  <a:schemeClr val="hlink"/>
                </a:solidFill>
                <a:hlinkClick r:id="rId4"/>
              </a:rPr>
              <a:t>https://www.graphql-java.com/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◈"/>
            </a:pPr>
            <a:r>
              <a:rPr lang="en" sz="1800" u="sng">
                <a:solidFill>
                  <a:schemeClr val="hlink"/>
                </a:solidFill>
                <a:hlinkClick r:id="rId5"/>
              </a:rPr>
              <a:t>https://github.com/leangen/graphql-spqr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◈"/>
            </a:pPr>
            <a:r>
              <a:rPr lang="en" sz="1800" u="sng">
                <a:solidFill>
                  <a:schemeClr val="hlink"/>
                </a:solidFill>
                <a:hlinkClick r:id="rId6"/>
              </a:rPr>
              <a:t>https://www.phillip-kruger.com/post/graphql_on_wildfly_swarm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◈"/>
            </a:pPr>
            <a:r>
              <a:rPr lang="en" sz="1800" u="sng">
                <a:solidFill>
                  <a:schemeClr val="hlink"/>
                </a:solidFill>
                <a:hlinkClick r:id="rId7"/>
              </a:rPr>
              <a:t>https://github.com/phillip-kruger/membership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◈"/>
            </a:pPr>
            <a:r>
              <a:rPr lang="en" sz="1800" u="sng">
                <a:solidFill>
                  <a:schemeClr val="hlink"/>
                </a:solidFill>
                <a:hlinkClick r:id="rId8"/>
              </a:rPr>
              <a:t>https://jefrajames.wordpress.com/2019/03/08/graphql-with-kumuluzee/</a:t>
            </a:r>
            <a:endParaRPr sz="1800"/>
          </a:p>
        </p:txBody>
      </p:sp>
      <p:sp>
        <p:nvSpPr>
          <p:cNvPr id="919" name="Google Shape;919;p43"/>
          <p:cNvSpPr txBox="1"/>
          <p:nvPr>
            <p:ph idx="12" type="sldNum"/>
          </p:nvPr>
        </p:nvSpPr>
        <p:spPr>
          <a:xfrm>
            <a:off x="7899350" y="409842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44"/>
          <p:cNvSpPr txBox="1"/>
          <p:nvPr>
            <p:ph type="ctrTitle"/>
          </p:nvPr>
        </p:nvSpPr>
        <p:spPr>
          <a:xfrm>
            <a:off x="1912025" y="2116750"/>
            <a:ext cx="58026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r>
              <a:rPr lang="en"/>
              <a:t>ommunity</a:t>
            </a:r>
            <a:endParaRPr/>
          </a:p>
        </p:txBody>
      </p:sp>
      <p:sp>
        <p:nvSpPr>
          <p:cNvPr id="925" name="Google Shape;925;p44"/>
          <p:cNvSpPr txBox="1"/>
          <p:nvPr>
            <p:ph idx="1" type="subTitle"/>
          </p:nvPr>
        </p:nvSpPr>
        <p:spPr>
          <a:xfrm>
            <a:off x="1912025" y="3144851"/>
            <a:ext cx="58026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Anyone interested to creating a specification for this ?</a:t>
            </a:r>
            <a:endParaRPr/>
          </a:p>
        </p:txBody>
      </p:sp>
      <p:sp>
        <p:nvSpPr>
          <p:cNvPr id="926" name="Google Shape;926;p44"/>
          <p:cNvSpPr txBox="1"/>
          <p:nvPr>
            <p:ph idx="12" type="sldNum"/>
          </p:nvPr>
        </p:nvSpPr>
        <p:spPr>
          <a:xfrm>
            <a:off x="7899350" y="409842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7" name="Google Shape;927;p44"/>
          <p:cNvSpPr/>
          <p:nvPr/>
        </p:nvSpPr>
        <p:spPr>
          <a:xfrm>
            <a:off x="7106549" y="735025"/>
            <a:ext cx="1263055" cy="1037819"/>
          </a:xfrm>
          <a:custGeom>
            <a:rect b="b" l="l" r="r" t="t"/>
            <a:pathLst>
              <a:path extrusionOk="0" h="8196" w="8987">
                <a:moveTo>
                  <a:pt x="6911" y="2397"/>
                </a:moveTo>
                <a:lnTo>
                  <a:pt x="6911" y="2397"/>
                </a:lnTo>
                <a:lnTo>
                  <a:pt x="6890" y="1990"/>
                </a:lnTo>
                <a:lnTo>
                  <a:pt x="6869" y="1776"/>
                </a:lnTo>
                <a:lnTo>
                  <a:pt x="6826" y="1584"/>
                </a:lnTo>
                <a:lnTo>
                  <a:pt x="6762" y="1413"/>
                </a:lnTo>
                <a:lnTo>
                  <a:pt x="6676" y="1220"/>
                </a:lnTo>
                <a:lnTo>
                  <a:pt x="6569" y="1049"/>
                </a:lnTo>
                <a:lnTo>
                  <a:pt x="6419" y="899"/>
                </a:lnTo>
                <a:lnTo>
                  <a:pt x="6419" y="899"/>
                </a:lnTo>
                <a:lnTo>
                  <a:pt x="6141" y="600"/>
                </a:lnTo>
                <a:lnTo>
                  <a:pt x="5970" y="471"/>
                </a:lnTo>
                <a:lnTo>
                  <a:pt x="5820" y="343"/>
                </a:lnTo>
                <a:lnTo>
                  <a:pt x="5649" y="236"/>
                </a:lnTo>
                <a:lnTo>
                  <a:pt x="5456" y="150"/>
                </a:lnTo>
                <a:lnTo>
                  <a:pt x="5264" y="86"/>
                </a:lnTo>
                <a:lnTo>
                  <a:pt x="5071" y="22"/>
                </a:lnTo>
                <a:lnTo>
                  <a:pt x="5071" y="22"/>
                </a:lnTo>
                <a:lnTo>
                  <a:pt x="4879" y="1"/>
                </a:lnTo>
                <a:lnTo>
                  <a:pt x="4686" y="1"/>
                </a:lnTo>
                <a:lnTo>
                  <a:pt x="4494" y="1"/>
                </a:lnTo>
                <a:lnTo>
                  <a:pt x="4301" y="22"/>
                </a:lnTo>
                <a:lnTo>
                  <a:pt x="4109" y="65"/>
                </a:lnTo>
                <a:lnTo>
                  <a:pt x="3916" y="108"/>
                </a:lnTo>
                <a:lnTo>
                  <a:pt x="3552" y="236"/>
                </a:lnTo>
                <a:lnTo>
                  <a:pt x="3188" y="428"/>
                </a:lnTo>
                <a:lnTo>
                  <a:pt x="2868" y="642"/>
                </a:lnTo>
                <a:lnTo>
                  <a:pt x="2718" y="771"/>
                </a:lnTo>
                <a:lnTo>
                  <a:pt x="2589" y="899"/>
                </a:lnTo>
                <a:lnTo>
                  <a:pt x="2461" y="1049"/>
                </a:lnTo>
                <a:lnTo>
                  <a:pt x="2333" y="1199"/>
                </a:lnTo>
                <a:lnTo>
                  <a:pt x="2333" y="1199"/>
                </a:lnTo>
                <a:lnTo>
                  <a:pt x="2247" y="1370"/>
                </a:lnTo>
                <a:lnTo>
                  <a:pt x="2161" y="1520"/>
                </a:lnTo>
                <a:lnTo>
                  <a:pt x="2076" y="1712"/>
                </a:lnTo>
                <a:lnTo>
                  <a:pt x="2033" y="1905"/>
                </a:lnTo>
                <a:lnTo>
                  <a:pt x="1990" y="2076"/>
                </a:lnTo>
                <a:lnTo>
                  <a:pt x="1969" y="2290"/>
                </a:lnTo>
                <a:lnTo>
                  <a:pt x="1969" y="2482"/>
                </a:lnTo>
                <a:lnTo>
                  <a:pt x="1969" y="2675"/>
                </a:lnTo>
                <a:lnTo>
                  <a:pt x="1990" y="2889"/>
                </a:lnTo>
                <a:lnTo>
                  <a:pt x="2012" y="3082"/>
                </a:lnTo>
                <a:lnTo>
                  <a:pt x="2076" y="3274"/>
                </a:lnTo>
                <a:lnTo>
                  <a:pt x="2119" y="3467"/>
                </a:lnTo>
                <a:lnTo>
                  <a:pt x="2204" y="3638"/>
                </a:lnTo>
                <a:lnTo>
                  <a:pt x="2290" y="3809"/>
                </a:lnTo>
                <a:lnTo>
                  <a:pt x="2397" y="3959"/>
                </a:lnTo>
                <a:lnTo>
                  <a:pt x="2504" y="4109"/>
                </a:lnTo>
                <a:lnTo>
                  <a:pt x="2504" y="4109"/>
                </a:lnTo>
                <a:lnTo>
                  <a:pt x="2654" y="4258"/>
                </a:lnTo>
                <a:lnTo>
                  <a:pt x="2803" y="4387"/>
                </a:lnTo>
                <a:lnTo>
                  <a:pt x="2953" y="4515"/>
                </a:lnTo>
                <a:lnTo>
                  <a:pt x="3124" y="4622"/>
                </a:lnTo>
                <a:lnTo>
                  <a:pt x="3317" y="4708"/>
                </a:lnTo>
                <a:lnTo>
                  <a:pt x="3509" y="4793"/>
                </a:lnTo>
                <a:lnTo>
                  <a:pt x="3702" y="4857"/>
                </a:lnTo>
                <a:lnTo>
                  <a:pt x="3895" y="4900"/>
                </a:lnTo>
                <a:lnTo>
                  <a:pt x="4087" y="4922"/>
                </a:lnTo>
                <a:lnTo>
                  <a:pt x="4301" y="4943"/>
                </a:lnTo>
                <a:lnTo>
                  <a:pt x="4515" y="4964"/>
                </a:lnTo>
                <a:lnTo>
                  <a:pt x="4708" y="4964"/>
                </a:lnTo>
                <a:lnTo>
                  <a:pt x="5114" y="4900"/>
                </a:lnTo>
                <a:lnTo>
                  <a:pt x="5499" y="4815"/>
                </a:lnTo>
                <a:lnTo>
                  <a:pt x="5499" y="4815"/>
                </a:lnTo>
                <a:lnTo>
                  <a:pt x="5692" y="4750"/>
                </a:lnTo>
                <a:lnTo>
                  <a:pt x="5863" y="4665"/>
                </a:lnTo>
                <a:lnTo>
                  <a:pt x="6013" y="4558"/>
                </a:lnTo>
                <a:lnTo>
                  <a:pt x="6141" y="4430"/>
                </a:lnTo>
                <a:lnTo>
                  <a:pt x="6291" y="4301"/>
                </a:lnTo>
                <a:lnTo>
                  <a:pt x="6398" y="4173"/>
                </a:lnTo>
                <a:lnTo>
                  <a:pt x="6505" y="4023"/>
                </a:lnTo>
                <a:lnTo>
                  <a:pt x="6590" y="3852"/>
                </a:lnTo>
                <a:lnTo>
                  <a:pt x="6676" y="3681"/>
                </a:lnTo>
                <a:lnTo>
                  <a:pt x="6740" y="3509"/>
                </a:lnTo>
                <a:lnTo>
                  <a:pt x="6847" y="3146"/>
                </a:lnTo>
                <a:lnTo>
                  <a:pt x="6911" y="2761"/>
                </a:lnTo>
                <a:lnTo>
                  <a:pt x="6911" y="2397"/>
                </a:lnTo>
                <a:lnTo>
                  <a:pt x="6911" y="2397"/>
                </a:lnTo>
                <a:close/>
                <a:moveTo>
                  <a:pt x="3788" y="921"/>
                </a:moveTo>
                <a:lnTo>
                  <a:pt x="3788" y="921"/>
                </a:lnTo>
                <a:lnTo>
                  <a:pt x="3809" y="749"/>
                </a:lnTo>
                <a:lnTo>
                  <a:pt x="3830" y="707"/>
                </a:lnTo>
                <a:lnTo>
                  <a:pt x="3873" y="642"/>
                </a:lnTo>
                <a:lnTo>
                  <a:pt x="3980" y="578"/>
                </a:lnTo>
                <a:lnTo>
                  <a:pt x="4130" y="535"/>
                </a:lnTo>
                <a:lnTo>
                  <a:pt x="4130" y="535"/>
                </a:lnTo>
                <a:lnTo>
                  <a:pt x="4280" y="493"/>
                </a:lnTo>
                <a:lnTo>
                  <a:pt x="4322" y="493"/>
                </a:lnTo>
                <a:lnTo>
                  <a:pt x="4344" y="514"/>
                </a:lnTo>
                <a:lnTo>
                  <a:pt x="4365" y="557"/>
                </a:lnTo>
                <a:lnTo>
                  <a:pt x="4365" y="600"/>
                </a:lnTo>
                <a:lnTo>
                  <a:pt x="4344" y="749"/>
                </a:lnTo>
                <a:lnTo>
                  <a:pt x="4344" y="749"/>
                </a:lnTo>
                <a:lnTo>
                  <a:pt x="4322" y="899"/>
                </a:lnTo>
                <a:lnTo>
                  <a:pt x="4322" y="942"/>
                </a:lnTo>
                <a:lnTo>
                  <a:pt x="4280" y="963"/>
                </a:lnTo>
                <a:lnTo>
                  <a:pt x="4194" y="1006"/>
                </a:lnTo>
                <a:lnTo>
                  <a:pt x="4044" y="1028"/>
                </a:lnTo>
                <a:lnTo>
                  <a:pt x="4044" y="1028"/>
                </a:lnTo>
                <a:lnTo>
                  <a:pt x="3895" y="1049"/>
                </a:lnTo>
                <a:lnTo>
                  <a:pt x="3809" y="1070"/>
                </a:lnTo>
                <a:lnTo>
                  <a:pt x="3788" y="1070"/>
                </a:lnTo>
                <a:lnTo>
                  <a:pt x="3788" y="1028"/>
                </a:lnTo>
                <a:lnTo>
                  <a:pt x="3788" y="921"/>
                </a:lnTo>
                <a:lnTo>
                  <a:pt x="3788" y="921"/>
                </a:lnTo>
                <a:close/>
                <a:moveTo>
                  <a:pt x="4002" y="1349"/>
                </a:moveTo>
                <a:lnTo>
                  <a:pt x="4002" y="1349"/>
                </a:lnTo>
                <a:lnTo>
                  <a:pt x="4087" y="1349"/>
                </a:lnTo>
                <a:lnTo>
                  <a:pt x="4194" y="1327"/>
                </a:lnTo>
                <a:lnTo>
                  <a:pt x="4280" y="1349"/>
                </a:lnTo>
                <a:lnTo>
                  <a:pt x="4322" y="1370"/>
                </a:lnTo>
                <a:lnTo>
                  <a:pt x="4344" y="1413"/>
                </a:lnTo>
                <a:lnTo>
                  <a:pt x="4344" y="1413"/>
                </a:lnTo>
                <a:lnTo>
                  <a:pt x="4344" y="1669"/>
                </a:lnTo>
                <a:lnTo>
                  <a:pt x="4344" y="1883"/>
                </a:lnTo>
                <a:lnTo>
                  <a:pt x="4344" y="1883"/>
                </a:lnTo>
                <a:lnTo>
                  <a:pt x="4365" y="2162"/>
                </a:lnTo>
                <a:lnTo>
                  <a:pt x="4365" y="2311"/>
                </a:lnTo>
                <a:lnTo>
                  <a:pt x="4344" y="2354"/>
                </a:lnTo>
                <a:lnTo>
                  <a:pt x="4322" y="2397"/>
                </a:lnTo>
                <a:lnTo>
                  <a:pt x="4322" y="2397"/>
                </a:lnTo>
                <a:lnTo>
                  <a:pt x="4280" y="2440"/>
                </a:lnTo>
                <a:lnTo>
                  <a:pt x="4215" y="2440"/>
                </a:lnTo>
                <a:lnTo>
                  <a:pt x="4023" y="2440"/>
                </a:lnTo>
                <a:lnTo>
                  <a:pt x="3723" y="2440"/>
                </a:lnTo>
                <a:lnTo>
                  <a:pt x="3723" y="2440"/>
                </a:lnTo>
                <a:lnTo>
                  <a:pt x="3638" y="2418"/>
                </a:lnTo>
                <a:lnTo>
                  <a:pt x="3574" y="2397"/>
                </a:lnTo>
                <a:lnTo>
                  <a:pt x="3531" y="2354"/>
                </a:lnTo>
                <a:lnTo>
                  <a:pt x="3509" y="2311"/>
                </a:lnTo>
                <a:lnTo>
                  <a:pt x="3531" y="2162"/>
                </a:lnTo>
                <a:lnTo>
                  <a:pt x="3552" y="1990"/>
                </a:lnTo>
                <a:lnTo>
                  <a:pt x="3552" y="1990"/>
                </a:lnTo>
                <a:lnTo>
                  <a:pt x="3595" y="1734"/>
                </a:lnTo>
                <a:lnTo>
                  <a:pt x="3616" y="1627"/>
                </a:lnTo>
                <a:lnTo>
                  <a:pt x="3638" y="1541"/>
                </a:lnTo>
                <a:lnTo>
                  <a:pt x="3681" y="1477"/>
                </a:lnTo>
                <a:lnTo>
                  <a:pt x="3745" y="1434"/>
                </a:lnTo>
                <a:lnTo>
                  <a:pt x="3852" y="1391"/>
                </a:lnTo>
                <a:lnTo>
                  <a:pt x="4002" y="1349"/>
                </a:lnTo>
                <a:lnTo>
                  <a:pt x="4002" y="1349"/>
                </a:lnTo>
                <a:close/>
                <a:moveTo>
                  <a:pt x="3509" y="707"/>
                </a:moveTo>
                <a:lnTo>
                  <a:pt x="3509" y="707"/>
                </a:lnTo>
                <a:lnTo>
                  <a:pt x="3531" y="728"/>
                </a:lnTo>
                <a:lnTo>
                  <a:pt x="3552" y="792"/>
                </a:lnTo>
                <a:lnTo>
                  <a:pt x="3509" y="921"/>
                </a:lnTo>
                <a:lnTo>
                  <a:pt x="3445" y="1070"/>
                </a:lnTo>
                <a:lnTo>
                  <a:pt x="3381" y="1177"/>
                </a:lnTo>
                <a:lnTo>
                  <a:pt x="3381" y="1177"/>
                </a:lnTo>
                <a:lnTo>
                  <a:pt x="3317" y="1220"/>
                </a:lnTo>
                <a:lnTo>
                  <a:pt x="3253" y="1263"/>
                </a:lnTo>
                <a:lnTo>
                  <a:pt x="3060" y="1327"/>
                </a:lnTo>
                <a:lnTo>
                  <a:pt x="2718" y="1413"/>
                </a:lnTo>
                <a:lnTo>
                  <a:pt x="2718" y="1413"/>
                </a:lnTo>
                <a:lnTo>
                  <a:pt x="2718" y="1413"/>
                </a:lnTo>
                <a:lnTo>
                  <a:pt x="2718" y="1370"/>
                </a:lnTo>
                <a:lnTo>
                  <a:pt x="2782" y="1263"/>
                </a:lnTo>
                <a:lnTo>
                  <a:pt x="2889" y="1135"/>
                </a:lnTo>
                <a:lnTo>
                  <a:pt x="3017" y="1006"/>
                </a:lnTo>
                <a:lnTo>
                  <a:pt x="3167" y="878"/>
                </a:lnTo>
                <a:lnTo>
                  <a:pt x="3317" y="771"/>
                </a:lnTo>
                <a:lnTo>
                  <a:pt x="3445" y="707"/>
                </a:lnTo>
                <a:lnTo>
                  <a:pt x="3488" y="685"/>
                </a:lnTo>
                <a:lnTo>
                  <a:pt x="3509" y="707"/>
                </a:lnTo>
                <a:lnTo>
                  <a:pt x="3509" y="707"/>
                </a:lnTo>
                <a:close/>
                <a:moveTo>
                  <a:pt x="2375" y="2033"/>
                </a:moveTo>
                <a:lnTo>
                  <a:pt x="2375" y="2033"/>
                </a:lnTo>
                <a:lnTo>
                  <a:pt x="2418" y="1948"/>
                </a:lnTo>
                <a:lnTo>
                  <a:pt x="2504" y="1862"/>
                </a:lnTo>
                <a:lnTo>
                  <a:pt x="2589" y="1798"/>
                </a:lnTo>
                <a:lnTo>
                  <a:pt x="2696" y="1734"/>
                </a:lnTo>
                <a:lnTo>
                  <a:pt x="2910" y="1648"/>
                </a:lnTo>
                <a:lnTo>
                  <a:pt x="3124" y="1562"/>
                </a:lnTo>
                <a:lnTo>
                  <a:pt x="3124" y="1562"/>
                </a:lnTo>
                <a:lnTo>
                  <a:pt x="3253" y="1520"/>
                </a:lnTo>
                <a:lnTo>
                  <a:pt x="3295" y="1520"/>
                </a:lnTo>
                <a:lnTo>
                  <a:pt x="3317" y="1541"/>
                </a:lnTo>
                <a:lnTo>
                  <a:pt x="3317" y="1562"/>
                </a:lnTo>
                <a:lnTo>
                  <a:pt x="3317" y="1691"/>
                </a:lnTo>
                <a:lnTo>
                  <a:pt x="3317" y="1691"/>
                </a:lnTo>
                <a:lnTo>
                  <a:pt x="3274" y="1969"/>
                </a:lnTo>
                <a:lnTo>
                  <a:pt x="3253" y="2226"/>
                </a:lnTo>
                <a:lnTo>
                  <a:pt x="3253" y="2226"/>
                </a:lnTo>
                <a:lnTo>
                  <a:pt x="3231" y="2397"/>
                </a:lnTo>
                <a:lnTo>
                  <a:pt x="3188" y="2461"/>
                </a:lnTo>
                <a:lnTo>
                  <a:pt x="3146" y="2504"/>
                </a:lnTo>
                <a:lnTo>
                  <a:pt x="3146" y="2504"/>
                </a:lnTo>
                <a:lnTo>
                  <a:pt x="3060" y="2504"/>
                </a:lnTo>
                <a:lnTo>
                  <a:pt x="2953" y="2504"/>
                </a:lnTo>
                <a:lnTo>
                  <a:pt x="2846" y="2504"/>
                </a:lnTo>
                <a:lnTo>
                  <a:pt x="2803" y="2504"/>
                </a:lnTo>
                <a:lnTo>
                  <a:pt x="2803" y="2525"/>
                </a:lnTo>
                <a:lnTo>
                  <a:pt x="2803" y="2525"/>
                </a:lnTo>
                <a:lnTo>
                  <a:pt x="2568" y="2525"/>
                </a:lnTo>
                <a:lnTo>
                  <a:pt x="2461" y="2504"/>
                </a:lnTo>
                <a:lnTo>
                  <a:pt x="2418" y="2482"/>
                </a:lnTo>
                <a:lnTo>
                  <a:pt x="2375" y="2440"/>
                </a:lnTo>
                <a:lnTo>
                  <a:pt x="2375" y="2440"/>
                </a:lnTo>
                <a:lnTo>
                  <a:pt x="2354" y="2376"/>
                </a:lnTo>
                <a:lnTo>
                  <a:pt x="2354" y="2247"/>
                </a:lnTo>
                <a:lnTo>
                  <a:pt x="2375" y="2033"/>
                </a:lnTo>
                <a:lnTo>
                  <a:pt x="2375" y="2033"/>
                </a:lnTo>
                <a:close/>
                <a:moveTo>
                  <a:pt x="2440" y="3082"/>
                </a:moveTo>
                <a:lnTo>
                  <a:pt x="2440" y="3082"/>
                </a:lnTo>
                <a:lnTo>
                  <a:pt x="2397" y="2953"/>
                </a:lnTo>
                <a:lnTo>
                  <a:pt x="2375" y="2868"/>
                </a:lnTo>
                <a:lnTo>
                  <a:pt x="2375" y="2803"/>
                </a:lnTo>
                <a:lnTo>
                  <a:pt x="2375" y="2803"/>
                </a:lnTo>
                <a:lnTo>
                  <a:pt x="2418" y="2761"/>
                </a:lnTo>
                <a:lnTo>
                  <a:pt x="2461" y="2739"/>
                </a:lnTo>
                <a:lnTo>
                  <a:pt x="2568" y="2718"/>
                </a:lnTo>
                <a:lnTo>
                  <a:pt x="2803" y="2739"/>
                </a:lnTo>
                <a:lnTo>
                  <a:pt x="2803" y="2739"/>
                </a:lnTo>
                <a:lnTo>
                  <a:pt x="2953" y="2739"/>
                </a:lnTo>
                <a:lnTo>
                  <a:pt x="3060" y="2739"/>
                </a:lnTo>
                <a:lnTo>
                  <a:pt x="3103" y="2739"/>
                </a:lnTo>
                <a:lnTo>
                  <a:pt x="3146" y="2782"/>
                </a:lnTo>
                <a:lnTo>
                  <a:pt x="3167" y="2825"/>
                </a:lnTo>
                <a:lnTo>
                  <a:pt x="3188" y="2889"/>
                </a:lnTo>
                <a:lnTo>
                  <a:pt x="3188" y="2889"/>
                </a:lnTo>
                <a:lnTo>
                  <a:pt x="3210" y="3124"/>
                </a:lnTo>
                <a:lnTo>
                  <a:pt x="3231" y="3253"/>
                </a:lnTo>
                <a:lnTo>
                  <a:pt x="3210" y="3338"/>
                </a:lnTo>
                <a:lnTo>
                  <a:pt x="3210" y="3338"/>
                </a:lnTo>
                <a:lnTo>
                  <a:pt x="3167" y="3403"/>
                </a:lnTo>
                <a:lnTo>
                  <a:pt x="3124" y="3445"/>
                </a:lnTo>
                <a:lnTo>
                  <a:pt x="3082" y="3445"/>
                </a:lnTo>
                <a:lnTo>
                  <a:pt x="3017" y="3445"/>
                </a:lnTo>
                <a:lnTo>
                  <a:pt x="2868" y="3403"/>
                </a:lnTo>
                <a:lnTo>
                  <a:pt x="2739" y="3338"/>
                </a:lnTo>
                <a:lnTo>
                  <a:pt x="2739" y="3338"/>
                </a:lnTo>
                <a:lnTo>
                  <a:pt x="2611" y="3296"/>
                </a:lnTo>
                <a:lnTo>
                  <a:pt x="2525" y="3253"/>
                </a:lnTo>
                <a:lnTo>
                  <a:pt x="2482" y="3189"/>
                </a:lnTo>
                <a:lnTo>
                  <a:pt x="2440" y="3082"/>
                </a:lnTo>
                <a:lnTo>
                  <a:pt x="2440" y="3082"/>
                </a:lnTo>
                <a:close/>
                <a:moveTo>
                  <a:pt x="3488" y="4430"/>
                </a:moveTo>
                <a:lnTo>
                  <a:pt x="3488" y="4430"/>
                </a:lnTo>
                <a:lnTo>
                  <a:pt x="3424" y="4430"/>
                </a:lnTo>
                <a:lnTo>
                  <a:pt x="3360" y="4387"/>
                </a:lnTo>
                <a:lnTo>
                  <a:pt x="3188" y="4237"/>
                </a:lnTo>
                <a:lnTo>
                  <a:pt x="3039" y="4066"/>
                </a:lnTo>
                <a:lnTo>
                  <a:pt x="2953" y="3959"/>
                </a:lnTo>
                <a:lnTo>
                  <a:pt x="2953" y="3959"/>
                </a:lnTo>
                <a:lnTo>
                  <a:pt x="2846" y="3852"/>
                </a:lnTo>
                <a:lnTo>
                  <a:pt x="2761" y="3745"/>
                </a:lnTo>
                <a:lnTo>
                  <a:pt x="2761" y="3745"/>
                </a:lnTo>
                <a:lnTo>
                  <a:pt x="2739" y="3659"/>
                </a:lnTo>
                <a:lnTo>
                  <a:pt x="2739" y="3659"/>
                </a:lnTo>
                <a:lnTo>
                  <a:pt x="2846" y="3681"/>
                </a:lnTo>
                <a:lnTo>
                  <a:pt x="2996" y="3702"/>
                </a:lnTo>
                <a:lnTo>
                  <a:pt x="3124" y="3723"/>
                </a:lnTo>
                <a:lnTo>
                  <a:pt x="3231" y="3788"/>
                </a:lnTo>
                <a:lnTo>
                  <a:pt x="3231" y="3788"/>
                </a:lnTo>
                <a:lnTo>
                  <a:pt x="3274" y="3830"/>
                </a:lnTo>
                <a:lnTo>
                  <a:pt x="3274" y="3873"/>
                </a:lnTo>
                <a:lnTo>
                  <a:pt x="3317" y="3980"/>
                </a:lnTo>
                <a:lnTo>
                  <a:pt x="3317" y="3980"/>
                </a:lnTo>
                <a:lnTo>
                  <a:pt x="3445" y="4216"/>
                </a:lnTo>
                <a:lnTo>
                  <a:pt x="3509" y="4344"/>
                </a:lnTo>
                <a:lnTo>
                  <a:pt x="3509" y="4408"/>
                </a:lnTo>
                <a:lnTo>
                  <a:pt x="3488" y="4430"/>
                </a:lnTo>
                <a:lnTo>
                  <a:pt x="3488" y="4430"/>
                </a:lnTo>
                <a:close/>
                <a:moveTo>
                  <a:pt x="3509" y="2932"/>
                </a:moveTo>
                <a:lnTo>
                  <a:pt x="3509" y="2932"/>
                </a:lnTo>
                <a:lnTo>
                  <a:pt x="3531" y="2782"/>
                </a:lnTo>
                <a:lnTo>
                  <a:pt x="3552" y="2739"/>
                </a:lnTo>
                <a:lnTo>
                  <a:pt x="3574" y="2718"/>
                </a:lnTo>
                <a:lnTo>
                  <a:pt x="3681" y="2696"/>
                </a:lnTo>
                <a:lnTo>
                  <a:pt x="3830" y="2696"/>
                </a:lnTo>
                <a:lnTo>
                  <a:pt x="3830" y="2696"/>
                </a:lnTo>
                <a:lnTo>
                  <a:pt x="4087" y="2675"/>
                </a:lnTo>
                <a:lnTo>
                  <a:pt x="4237" y="2675"/>
                </a:lnTo>
                <a:lnTo>
                  <a:pt x="4280" y="2696"/>
                </a:lnTo>
                <a:lnTo>
                  <a:pt x="4322" y="2718"/>
                </a:lnTo>
                <a:lnTo>
                  <a:pt x="4322" y="2718"/>
                </a:lnTo>
                <a:lnTo>
                  <a:pt x="4344" y="2803"/>
                </a:lnTo>
                <a:lnTo>
                  <a:pt x="4344" y="2932"/>
                </a:lnTo>
                <a:lnTo>
                  <a:pt x="4344" y="3124"/>
                </a:lnTo>
                <a:lnTo>
                  <a:pt x="4344" y="3124"/>
                </a:lnTo>
                <a:lnTo>
                  <a:pt x="4344" y="3338"/>
                </a:lnTo>
                <a:lnTo>
                  <a:pt x="4344" y="3424"/>
                </a:lnTo>
                <a:lnTo>
                  <a:pt x="4322" y="3467"/>
                </a:lnTo>
                <a:lnTo>
                  <a:pt x="4301" y="3509"/>
                </a:lnTo>
                <a:lnTo>
                  <a:pt x="4237" y="3531"/>
                </a:lnTo>
                <a:lnTo>
                  <a:pt x="4151" y="3552"/>
                </a:lnTo>
                <a:lnTo>
                  <a:pt x="4044" y="3552"/>
                </a:lnTo>
                <a:lnTo>
                  <a:pt x="4044" y="3552"/>
                </a:lnTo>
                <a:lnTo>
                  <a:pt x="3788" y="3552"/>
                </a:lnTo>
                <a:lnTo>
                  <a:pt x="3638" y="3531"/>
                </a:lnTo>
                <a:lnTo>
                  <a:pt x="3595" y="3509"/>
                </a:lnTo>
                <a:lnTo>
                  <a:pt x="3552" y="3488"/>
                </a:lnTo>
                <a:lnTo>
                  <a:pt x="3552" y="3488"/>
                </a:lnTo>
                <a:lnTo>
                  <a:pt x="3531" y="3445"/>
                </a:lnTo>
                <a:lnTo>
                  <a:pt x="3509" y="3381"/>
                </a:lnTo>
                <a:lnTo>
                  <a:pt x="3488" y="3231"/>
                </a:lnTo>
                <a:lnTo>
                  <a:pt x="3509" y="2932"/>
                </a:lnTo>
                <a:lnTo>
                  <a:pt x="3509" y="2932"/>
                </a:lnTo>
                <a:close/>
                <a:moveTo>
                  <a:pt x="4130" y="4558"/>
                </a:moveTo>
                <a:lnTo>
                  <a:pt x="4130" y="4558"/>
                </a:lnTo>
                <a:lnTo>
                  <a:pt x="4066" y="4536"/>
                </a:lnTo>
                <a:lnTo>
                  <a:pt x="3980" y="4472"/>
                </a:lnTo>
                <a:lnTo>
                  <a:pt x="3852" y="4344"/>
                </a:lnTo>
                <a:lnTo>
                  <a:pt x="3745" y="4173"/>
                </a:lnTo>
                <a:lnTo>
                  <a:pt x="3659" y="4023"/>
                </a:lnTo>
                <a:lnTo>
                  <a:pt x="3659" y="4023"/>
                </a:lnTo>
                <a:lnTo>
                  <a:pt x="3659" y="3916"/>
                </a:lnTo>
                <a:lnTo>
                  <a:pt x="3659" y="3852"/>
                </a:lnTo>
                <a:lnTo>
                  <a:pt x="3702" y="3830"/>
                </a:lnTo>
                <a:lnTo>
                  <a:pt x="3745" y="3809"/>
                </a:lnTo>
                <a:lnTo>
                  <a:pt x="3916" y="3830"/>
                </a:lnTo>
                <a:lnTo>
                  <a:pt x="4087" y="3852"/>
                </a:lnTo>
                <a:lnTo>
                  <a:pt x="4087" y="3852"/>
                </a:lnTo>
                <a:lnTo>
                  <a:pt x="4258" y="3873"/>
                </a:lnTo>
                <a:lnTo>
                  <a:pt x="4322" y="3895"/>
                </a:lnTo>
                <a:lnTo>
                  <a:pt x="4365" y="3980"/>
                </a:lnTo>
                <a:lnTo>
                  <a:pt x="4365" y="3980"/>
                </a:lnTo>
                <a:lnTo>
                  <a:pt x="4387" y="4109"/>
                </a:lnTo>
                <a:lnTo>
                  <a:pt x="4387" y="4237"/>
                </a:lnTo>
                <a:lnTo>
                  <a:pt x="4387" y="4237"/>
                </a:lnTo>
                <a:lnTo>
                  <a:pt x="4387" y="4387"/>
                </a:lnTo>
                <a:lnTo>
                  <a:pt x="4365" y="4515"/>
                </a:lnTo>
                <a:lnTo>
                  <a:pt x="4344" y="4558"/>
                </a:lnTo>
                <a:lnTo>
                  <a:pt x="4301" y="4579"/>
                </a:lnTo>
                <a:lnTo>
                  <a:pt x="4215" y="4579"/>
                </a:lnTo>
                <a:lnTo>
                  <a:pt x="4130" y="4558"/>
                </a:lnTo>
                <a:lnTo>
                  <a:pt x="4130" y="4558"/>
                </a:lnTo>
                <a:close/>
                <a:moveTo>
                  <a:pt x="6505" y="2761"/>
                </a:moveTo>
                <a:lnTo>
                  <a:pt x="6505" y="2761"/>
                </a:lnTo>
                <a:lnTo>
                  <a:pt x="6505" y="2868"/>
                </a:lnTo>
                <a:lnTo>
                  <a:pt x="6483" y="2932"/>
                </a:lnTo>
                <a:lnTo>
                  <a:pt x="6441" y="2996"/>
                </a:lnTo>
                <a:lnTo>
                  <a:pt x="6398" y="3039"/>
                </a:lnTo>
                <a:lnTo>
                  <a:pt x="6269" y="3103"/>
                </a:lnTo>
                <a:lnTo>
                  <a:pt x="6120" y="3167"/>
                </a:lnTo>
                <a:lnTo>
                  <a:pt x="6120" y="3167"/>
                </a:lnTo>
                <a:lnTo>
                  <a:pt x="5927" y="3253"/>
                </a:lnTo>
                <a:lnTo>
                  <a:pt x="5884" y="3253"/>
                </a:lnTo>
                <a:lnTo>
                  <a:pt x="5842" y="3253"/>
                </a:lnTo>
                <a:lnTo>
                  <a:pt x="5820" y="3231"/>
                </a:lnTo>
                <a:lnTo>
                  <a:pt x="5820" y="3167"/>
                </a:lnTo>
                <a:lnTo>
                  <a:pt x="5842" y="2975"/>
                </a:lnTo>
                <a:lnTo>
                  <a:pt x="5842" y="2975"/>
                </a:lnTo>
                <a:lnTo>
                  <a:pt x="5863" y="2782"/>
                </a:lnTo>
                <a:lnTo>
                  <a:pt x="5884" y="2718"/>
                </a:lnTo>
                <a:lnTo>
                  <a:pt x="5927" y="2675"/>
                </a:lnTo>
                <a:lnTo>
                  <a:pt x="5970" y="2654"/>
                </a:lnTo>
                <a:lnTo>
                  <a:pt x="6034" y="2611"/>
                </a:lnTo>
                <a:lnTo>
                  <a:pt x="6227" y="2589"/>
                </a:lnTo>
                <a:lnTo>
                  <a:pt x="6227" y="2589"/>
                </a:lnTo>
                <a:lnTo>
                  <a:pt x="6355" y="2568"/>
                </a:lnTo>
                <a:lnTo>
                  <a:pt x="6419" y="2568"/>
                </a:lnTo>
                <a:lnTo>
                  <a:pt x="6483" y="2589"/>
                </a:lnTo>
                <a:lnTo>
                  <a:pt x="6483" y="2589"/>
                </a:lnTo>
                <a:lnTo>
                  <a:pt x="6505" y="2675"/>
                </a:lnTo>
                <a:lnTo>
                  <a:pt x="6505" y="2739"/>
                </a:lnTo>
                <a:lnTo>
                  <a:pt x="6505" y="2761"/>
                </a:lnTo>
                <a:lnTo>
                  <a:pt x="6505" y="2761"/>
                </a:lnTo>
                <a:close/>
                <a:moveTo>
                  <a:pt x="6398" y="1798"/>
                </a:moveTo>
                <a:lnTo>
                  <a:pt x="6398" y="1798"/>
                </a:lnTo>
                <a:lnTo>
                  <a:pt x="6441" y="1948"/>
                </a:lnTo>
                <a:lnTo>
                  <a:pt x="6462" y="2033"/>
                </a:lnTo>
                <a:lnTo>
                  <a:pt x="6462" y="2097"/>
                </a:lnTo>
                <a:lnTo>
                  <a:pt x="6462" y="2097"/>
                </a:lnTo>
                <a:lnTo>
                  <a:pt x="6483" y="2204"/>
                </a:lnTo>
                <a:lnTo>
                  <a:pt x="6462" y="2247"/>
                </a:lnTo>
                <a:lnTo>
                  <a:pt x="6419" y="2269"/>
                </a:lnTo>
                <a:lnTo>
                  <a:pt x="6312" y="2290"/>
                </a:lnTo>
                <a:lnTo>
                  <a:pt x="6312" y="2290"/>
                </a:lnTo>
                <a:lnTo>
                  <a:pt x="6141" y="2333"/>
                </a:lnTo>
                <a:lnTo>
                  <a:pt x="6034" y="2354"/>
                </a:lnTo>
                <a:lnTo>
                  <a:pt x="5949" y="2354"/>
                </a:lnTo>
                <a:lnTo>
                  <a:pt x="5949" y="2354"/>
                </a:lnTo>
                <a:lnTo>
                  <a:pt x="5906" y="2311"/>
                </a:lnTo>
                <a:lnTo>
                  <a:pt x="5863" y="2247"/>
                </a:lnTo>
                <a:lnTo>
                  <a:pt x="5842" y="2097"/>
                </a:lnTo>
                <a:lnTo>
                  <a:pt x="5799" y="1755"/>
                </a:lnTo>
                <a:lnTo>
                  <a:pt x="5799" y="1755"/>
                </a:lnTo>
                <a:lnTo>
                  <a:pt x="5756" y="1605"/>
                </a:lnTo>
                <a:lnTo>
                  <a:pt x="5756" y="1541"/>
                </a:lnTo>
                <a:lnTo>
                  <a:pt x="5756" y="1498"/>
                </a:lnTo>
                <a:lnTo>
                  <a:pt x="5777" y="1477"/>
                </a:lnTo>
                <a:lnTo>
                  <a:pt x="5777" y="1477"/>
                </a:lnTo>
                <a:lnTo>
                  <a:pt x="5820" y="1477"/>
                </a:lnTo>
                <a:lnTo>
                  <a:pt x="5863" y="1477"/>
                </a:lnTo>
                <a:lnTo>
                  <a:pt x="5970" y="1541"/>
                </a:lnTo>
                <a:lnTo>
                  <a:pt x="6141" y="1627"/>
                </a:lnTo>
                <a:lnTo>
                  <a:pt x="6141" y="1627"/>
                </a:lnTo>
                <a:lnTo>
                  <a:pt x="6269" y="1691"/>
                </a:lnTo>
                <a:lnTo>
                  <a:pt x="6355" y="1734"/>
                </a:lnTo>
                <a:lnTo>
                  <a:pt x="6398" y="1798"/>
                </a:lnTo>
                <a:lnTo>
                  <a:pt x="6398" y="1798"/>
                </a:lnTo>
                <a:close/>
                <a:moveTo>
                  <a:pt x="5842" y="835"/>
                </a:moveTo>
                <a:lnTo>
                  <a:pt x="5842" y="835"/>
                </a:lnTo>
                <a:lnTo>
                  <a:pt x="5949" y="899"/>
                </a:lnTo>
                <a:lnTo>
                  <a:pt x="6056" y="1006"/>
                </a:lnTo>
                <a:lnTo>
                  <a:pt x="6141" y="1113"/>
                </a:lnTo>
                <a:lnTo>
                  <a:pt x="6184" y="1220"/>
                </a:lnTo>
                <a:lnTo>
                  <a:pt x="6184" y="1220"/>
                </a:lnTo>
                <a:lnTo>
                  <a:pt x="6162" y="1242"/>
                </a:lnTo>
                <a:lnTo>
                  <a:pt x="6077" y="1220"/>
                </a:lnTo>
                <a:lnTo>
                  <a:pt x="5970" y="1199"/>
                </a:lnTo>
                <a:lnTo>
                  <a:pt x="5842" y="1135"/>
                </a:lnTo>
                <a:lnTo>
                  <a:pt x="5735" y="1070"/>
                </a:lnTo>
                <a:lnTo>
                  <a:pt x="5628" y="985"/>
                </a:lnTo>
                <a:lnTo>
                  <a:pt x="5563" y="899"/>
                </a:lnTo>
                <a:lnTo>
                  <a:pt x="5542" y="835"/>
                </a:lnTo>
                <a:lnTo>
                  <a:pt x="5542" y="792"/>
                </a:lnTo>
                <a:lnTo>
                  <a:pt x="5542" y="792"/>
                </a:lnTo>
                <a:lnTo>
                  <a:pt x="5563" y="728"/>
                </a:lnTo>
                <a:lnTo>
                  <a:pt x="5585" y="707"/>
                </a:lnTo>
                <a:lnTo>
                  <a:pt x="5606" y="685"/>
                </a:lnTo>
                <a:lnTo>
                  <a:pt x="5649" y="685"/>
                </a:lnTo>
                <a:lnTo>
                  <a:pt x="5735" y="749"/>
                </a:lnTo>
                <a:lnTo>
                  <a:pt x="5842" y="835"/>
                </a:lnTo>
                <a:lnTo>
                  <a:pt x="5842" y="835"/>
                </a:lnTo>
                <a:close/>
                <a:moveTo>
                  <a:pt x="4665" y="514"/>
                </a:moveTo>
                <a:lnTo>
                  <a:pt x="4665" y="514"/>
                </a:lnTo>
                <a:lnTo>
                  <a:pt x="4729" y="471"/>
                </a:lnTo>
                <a:lnTo>
                  <a:pt x="4815" y="471"/>
                </a:lnTo>
                <a:lnTo>
                  <a:pt x="4964" y="471"/>
                </a:lnTo>
                <a:lnTo>
                  <a:pt x="4964" y="471"/>
                </a:lnTo>
                <a:lnTo>
                  <a:pt x="5093" y="493"/>
                </a:lnTo>
                <a:lnTo>
                  <a:pt x="5157" y="514"/>
                </a:lnTo>
                <a:lnTo>
                  <a:pt x="5178" y="557"/>
                </a:lnTo>
                <a:lnTo>
                  <a:pt x="5221" y="664"/>
                </a:lnTo>
                <a:lnTo>
                  <a:pt x="5221" y="664"/>
                </a:lnTo>
                <a:lnTo>
                  <a:pt x="5285" y="814"/>
                </a:lnTo>
                <a:lnTo>
                  <a:pt x="5285" y="878"/>
                </a:lnTo>
                <a:lnTo>
                  <a:pt x="5264" y="921"/>
                </a:lnTo>
                <a:lnTo>
                  <a:pt x="5242" y="942"/>
                </a:lnTo>
                <a:lnTo>
                  <a:pt x="5200" y="963"/>
                </a:lnTo>
                <a:lnTo>
                  <a:pt x="5029" y="985"/>
                </a:lnTo>
                <a:lnTo>
                  <a:pt x="5029" y="985"/>
                </a:lnTo>
                <a:lnTo>
                  <a:pt x="4836" y="985"/>
                </a:lnTo>
                <a:lnTo>
                  <a:pt x="4729" y="963"/>
                </a:lnTo>
                <a:lnTo>
                  <a:pt x="4686" y="963"/>
                </a:lnTo>
                <a:lnTo>
                  <a:pt x="4643" y="921"/>
                </a:lnTo>
                <a:lnTo>
                  <a:pt x="4643" y="921"/>
                </a:lnTo>
                <a:lnTo>
                  <a:pt x="4622" y="835"/>
                </a:lnTo>
                <a:lnTo>
                  <a:pt x="4622" y="707"/>
                </a:lnTo>
                <a:lnTo>
                  <a:pt x="4643" y="578"/>
                </a:lnTo>
                <a:lnTo>
                  <a:pt x="4665" y="514"/>
                </a:lnTo>
                <a:lnTo>
                  <a:pt x="4665" y="514"/>
                </a:lnTo>
                <a:close/>
                <a:moveTo>
                  <a:pt x="4665" y="1327"/>
                </a:moveTo>
                <a:lnTo>
                  <a:pt x="4665" y="1327"/>
                </a:lnTo>
                <a:lnTo>
                  <a:pt x="4708" y="1306"/>
                </a:lnTo>
                <a:lnTo>
                  <a:pt x="4750" y="1284"/>
                </a:lnTo>
                <a:lnTo>
                  <a:pt x="4900" y="1284"/>
                </a:lnTo>
                <a:lnTo>
                  <a:pt x="5135" y="1327"/>
                </a:lnTo>
                <a:lnTo>
                  <a:pt x="5135" y="1327"/>
                </a:lnTo>
                <a:lnTo>
                  <a:pt x="5264" y="1349"/>
                </a:lnTo>
                <a:lnTo>
                  <a:pt x="5349" y="1391"/>
                </a:lnTo>
                <a:lnTo>
                  <a:pt x="5414" y="1455"/>
                </a:lnTo>
                <a:lnTo>
                  <a:pt x="5456" y="1541"/>
                </a:lnTo>
                <a:lnTo>
                  <a:pt x="5499" y="1627"/>
                </a:lnTo>
                <a:lnTo>
                  <a:pt x="5521" y="1734"/>
                </a:lnTo>
                <a:lnTo>
                  <a:pt x="5542" y="1969"/>
                </a:lnTo>
                <a:lnTo>
                  <a:pt x="5542" y="1969"/>
                </a:lnTo>
                <a:lnTo>
                  <a:pt x="5563" y="2183"/>
                </a:lnTo>
                <a:lnTo>
                  <a:pt x="5563" y="2290"/>
                </a:lnTo>
                <a:lnTo>
                  <a:pt x="5563" y="2333"/>
                </a:lnTo>
                <a:lnTo>
                  <a:pt x="5542" y="2376"/>
                </a:lnTo>
                <a:lnTo>
                  <a:pt x="5542" y="2376"/>
                </a:lnTo>
                <a:lnTo>
                  <a:pt x="5499" y="2397"/>
                </a:lnTo>
                <a:lnTo>
                  <a:pt x="5435" y="2418"/>
                </a:lnTo>
                <a:lnTo>
                  <a:pt x="5264" y="2418"/>
                </a:lnTo>
                <a:lnTo>
                  <a:pt x="4986" y="2418"/>
                </a:lnTo>
                <a:lnTo>
                  <a:pt x="4986" y="2418"/>
                </a:lnTo>
                <a:lnTo>
                  <a:pt x="4857" y="2418"/>
                </a:lnTo>
                <a:lnTo>
                  <a:pt x="4772" y="2418"/>
                </a:lnTo>
                <a:lnTo>
                  <a:pt x="4729" y="2418"/>
                </a:lnTo>
                <a:lnTo>
                  <a:pt x="4686" y="2376"/>
                </a:lnTo>
                <a:lnTo>
                  <a:pt x="4643" y="2290"/>
                </a:lnTo>
                <a:lnTo>
                  <a:pt x="4643" y="2290"/>
                </a:lnTo>
                <a:lnTo>
                  <a:pt x="4643" y="2055"/>
                </a:lnTo>
                <a:lnTo>
                  <a:pt x="4643" y="1862"/>
                </a:lnTo>
                <a:lnTo>
                  <a:pt x="4643" y="1862"/>
                </a:lnTo>
                <a:lnTo>
                  <a:pt x="4622" y="1584"/>
                </a:lnTo>
                <a:lnTo>
                  <a:pt x="4622" y="1434"/>
                </a:lnTo>
                <a:lnTo>
                  <a:pt x="4643" y="1370"/>
                </a:lnTo>
                <a:lnTo>
                  <a:pt x="4665" y="1327"/>
                </a:lnTo>
                <a:lnTo>
                  <a:pt x="4665" y="1327"/>
                </a:lnTo>
                <a:close/>
                <a:moveTo>
                  <a:pt x="4922" y="4515"/>
                </a:moveTo>
                <a:lnTo>
                  <a:pt x="4922" y="4515"/>
                </a:lnTo>
                <a:lnTo>
                  <a:pt x="4793" y="4536"/>
                </a:lnTo>
                <a:lnTo>
                  <a:pt x="4708" y="4536"/>
                </a:lnTo>
                <a:lnTo>
                  <a:pt x="4665" y="4515"/>
                </a:lnTo>
                <a:lnTo>
                  <a:pt x="4665" y="4515"/>
                </a:lnTo>
                <a:lnTo>
                  <a:pt x="4643" y="4451"/>
                </a:lnTo>
                <a:lnTo>
                  <a:pt x="4622" y="4344"/>
                </a:lnTo>
                <a:lnTo>
                  <a:pt x="4643" y="4194"/>
                </a:lnTo>
                <a:lnTo>
                  <a:pt x="4643" y="4194"/>
                </a:lnTo>
                <a:lnTo>
                  <a:pt x="4643" y="4066"/>
                </a:lnTo>
                <a:lnTo>
                  <a:pt x="4643" y="3980"/>
                </a:lnTo>
                <a:lnTo>
                  <a:pt x="4686" y="3916"/>
                </a:lnTo>
                <a:lnTo>
                  <a:pt x="4793" y="3873"/>
                </a:lnTo>
                <a:lnTo>
                  <a:pt x="4793" y="3873"/>
                </a:lnTo>
                <a:lnTo>
                  <a:pt x="4900" y="3830"/>
                </a:lnTo>
                <a:lnTo>
                  <a:pt x="5093" y="3809"/>
                </a:lnTo>
                <a:lnTo>
                  <a:pt x="5242" y="3809"/>
                </a:lnTo>
                <a:lnTo>
                  <a:pt x="5307" y="3830"/>
                </a:lnTo>
                <a:lnTo>
                  <a:pt x="5328" y="3852"/>
                </a:lnTo>
                <a:lnTo>
                  <a:pt x="5328" y="3852"/>
                </a:lnTo>
                <a:lnTo>
                  <a:pt x="5349" y="3916"/>
                </a:lnTo>
                <a:lnTo>
                  <a:pt x="5307" y="4023"/>
                </a:lnTo>
                <a:lnTo>
                  <a:pt x="5264" y="4130"/>
                </a:lnTo>
                <a:lnTo>
                  <a:pt x="5200" y="4216"/>
                </a:lnTo>
                <a:lnTo>
                  <a:pt x="5050" y="4408"/>
                </a:lnTo>
                <a:lnTo>
                  <a:pt x="4986" y="4472"/>
                </a:lnTo>
                <a:lnTo>
                  <a:pt x="4922" y="4515"/>
                </a:lnTo>
                <a:lnTo>
                  <a:pt x="4922" y="4515"/>
                </a:lnTo>
                <a:close/>
                <a:moveTo>
                  <a:pt x="5071" y="3531"/>
                </a:moveTo>
                <a:lnTo>
                  <a:pt x="5071" y="3531"/>
                </a:lnTo>
                <a:lnTo>
                  <a:pt x="4964" y="3552"/>
                </a:lnTo>
                <a:lnTo>
                  <a:pt x="4836" y="3574"/>
                </a:lnTo>
                <a:lnTo>
                  <a:pt x="4729" y="3552"/>
                </a:lnTo>
                <a:lnTo>
                  <a:pt x="4686" y="3531"/>
                </a:lnTo>
                <a:lnTo>
                  <a:pt x="4643" y="3488"/>
                </a:lnTo>
                <a:lnTo>
                  <a:pt x="4643" y="3488"/>
                </a:lnTo>
                <a:lnTo>
                  <a:pt x="4622" y="3381"/>
                </a:lnTo>
                <a:lnTo>
                  <a:pt x="4622" y="3253"/>
                </a:lnTo>
                <a:lnTo>
                  <a:pt x="4643" y="2996"/>
                </a:lnTo>
                <a:lnTo>
                  <a:pt x="4643" y="2996"/>
                </a:lnTo>
                <a:lnTo>
                  <a:pt x="4643" y="2825"/>
                </a:lnTo>
                <a:lnTo>
                  <a:pt x="4665" y="2761"/>
                </a:lnTo>
                <a:lnTo>
                  <a:pt x="4708" y="2696"/>
                </a:lnTo>
                <a:lnTo>
                  <a:pt x="4708" y="2696"/>
                </a:lnTo>
                <a:lnTo>
                  <a:pt x="4793" y="2696"/>
                </a:lnTo>
                <a:lnTo>
                  <a:pt x="4943" y="2696"/>
                </a:lnTo>
                <a:lnTo>
                  <a:pt x="5071" y="2696"/>
                </a:lnTo>
                <a:lnTo>
                  <a:pt x="5114" y="2696"/>
                </a:lnTo>
                <a:lnTo>
                  <a:pt x="5135" y="2675"/>
                </a:lnTo>
                <a:lnTo>
                  <a:pt x="5135" y="2675"/>
                </a:lnTo>
                <a:lnTo>
                  <a:pt x="5349" y="2675"/>
                </a:lnTo>
                <a:lnTo>
                  <a:pt x="5435" y="2675"/>
                </a:lnTo>
                <a:lnTo>
                  <a:pt x="5499" y="2696"/>
                </a:lnTo>
                <a:lnTo>
                  <a:pt x="5521" y="2739"/>
                </a:lnTo>
                <a:lnTo>
                  <a:pt x="5542" y="2782"/>
                </a:lnTo>
                <a:lnTo>
                  <a:pt x="5563" y="2868"/>
                </a:lnTo>
                <a:lnTo>
                  <a:pt x="5542" y="2996"/>
                </a:lnTo>
                <a:lnTo>
                  <a:pt x="5542" y="2996"/>
                </a:lnTo>
                <a:lnTo>
                  <a:pt x="5499" y="3231"/>
                </a:lnTo>
                <a:lnTo>
                  <a:pt x="5478" y="3317"/>
                </a:lnTo>
                <a:lnTo>
                  <a:pt x="5435" y="3381"/>
                </a:lnTo>
                <a:lnTo>
                  <a:pt x="5371" y="3424"/>
                </a:lnTo>
                <a:lnTo>
                  <a:pt x="5307" y="3467"/>
                </a:lnTo>
                <a:lnTo>
                  <a:pt x="5071" y="3531"/>
                </a:lnTo>
                <a:lnTo>
                  <a:pt x="5071" y="3531"/>
                </a:lnTo>
                <a:close/>
                <a:moveTo>
                  <a:pt x="5735" y="3681"/>
                </a:moveTo>
                <a:lnTo>
                  <a:pt x="5735" y="3681"/>
                </a:lnTo>
                <a:lnTo>
                  <a:pt x="5842" y="3616"/>
                </a:lnTo>
                <a:lnTo>
                  <a:pt x="6013" y="3531"/>
                </a:lnTo>
                <a:lnTo>
                  <a:pt x="6184" y="3488"/>
                </a:lnTo>
                <a:lnTo>
                  <a:pt x="6248" y="3488"/>
                </a:lnTo>
                <a:lnTo>
                  <a:pt x="6269" y="3509"/>
                </a:lnTo>
                <a:lnTo>
                  <a:pt x="6269" y="3509"/>
                </a:lnTo>
                <a:lnTo>
                  <a:pt x="6291" y="3552"/>
                </a:lnTo>
                <a:lnTo>
                  <a:pt x="6269" y="3616"/>
                </a:lnTo>
                <a:lnTo>
                  <a:pt x="6184" y="3766"/>
                </a:lnTo>
                <a:lnTo>
                  <a:pt x="6077" y="3916"/>
                </a:lnTo>
                <a:lnTo>
                  <a:pt x="5970" y="4023"/>
                </a:lnTo>
                <a:lnTo>
                  <a:pt x="5970" y="4023"/>
                </a:lnTo>
                <a:lnTo>
                  <a:pt x="5884" y="4109"/>
                </a:lnTo>
                <a:lnTo>
                  <a:pt x="5756" y="4216"/>
                </a:lnTo>
                <a:lnTo>
                  <a:pt x="5606" y="4301"/>
                </a:lnTo>
                <a:lnTo>
                  <a:pt x="5542" y="4323"/>
                </a:lnTo>
                <a:lnTo>
                  <a:pt x="5478" y="4323"/>
                </a:lnTo>
                <a:lnTo>
                  <a:pt x="5478" y="4323"/>
                </a:lnTo>
                <a:lnTo>
                  <a:pt x="5478" y="4280"/>
                </a:lnTo>
                <a:lnTo>
                  <a:pt x="5499" y="4216"/>
                </a:lnTo>
                <a:lnTo>
                  <a:pt x="5563" y="4023"/>
                </a:lnTo>
                <a:lnTo>
                  <a:pt x="5649" y="3809"/>
                </a:lnTo>
                <a:lnTo>
                  <a:pt x="5735" y="3681"/>
                </a:lnTo>
                <a:lnTo>
                  <a:pt x="5735" y="3681"/>
                </a:lnTo>
                <a:close/>
                <a:moveTo>
                  <a:pt x="8987" y="7468"/>
                </a:moveTo>
                <a:lnTo>
                  <a:pt x="8987" y="7468"/>
                </a:lnTo>
                <a:lnTo>
                  <a:pt x="8987" y="7275"/>
                </a:lnTo>
                <a:lnTo>
                  <a:pt x="8987" y="7104"/>
                </a:lnTo>
                <a:lnTo>
                  <a:pt x="8944" y="6911"/>
                </a:lnTo>
                <a:lnTo>
                  <a:pt x="8901" y="6826"/>
                </a:lnTo>
                <a:lnTo>
                  <a:pt x="8858" y="6740"/>
                </a:lnTo>
                <a:lnTo>
                  <a:pt x="8858" y="6740"/>
                </a:lnTo>
                <a:lnTo>
                  <a:pt x="8773" y="6612"/>
                </a:lnTo>
                <a:lnTo>
                  <a:pt x="8666" y="6505"/>
                </a:lnTo>
                <a:lnTo>
                  <a:pt x="8602" y="6462"/>
                </a:lnTo>
                <a:lnTo>
                  <a:pt x="8537" y="6441"/>
                </a:lnTo>
                <a:lnTo>
                  <a:pt x="8473" y="6441"/>
                </a:lnTo>
                <a:lnTo>
                  <a:pt x="8409" y="6462"/>
                </a:lnTo>
                <a:lnTo>
                  <a:pt x="8409" y="6462"/>
                </a:lnTo>
                <a:lnTo>
                  <a:pt x="8366" y="6505"/>
                </a:lnTo>
                <a:lnTo>
                  <a:pt x="8323" y="6569"/>
                </a:lnTo>
                <a:lnTo>
                  <a:pt x="8216" y="6740"/>
                </a:lnTo>
                <a:lnTo>
                  <a:pt x="8131" y="6890"/>
                </a:lnTo>
                <a:lnTo>
                  <a:pt x="8067" y="6933"/>
                </a:lnTo>
                <a:lnTo>
                  <a:pt x="8024" y="6954"/>
                </a:lnTo>
                <a:lnTo>
                  <a:pt x="8024" y="6954"/>
                </a:lnTo>
                <a:lnTo>
                  <a:pt x="7960" y="6911"/>
                </a:lnTo>
                <a:lnTo>
                  <a:pt x="7917" y="6847"/>
                </a:lnTo>
                <a:lnTo>
                  <a:pt x="7917" y="6783"/>
                </a:lnTo>
                <a:lnTo>
                  <a:pt x="7938" y="6697"/>
                </a:lnTo>
                <a:lnTo>
                  <a:pt x="7981" y="6526"/>
                </a:lnTo>
                <a:lnTo>
                  <a:pt x="7981" y="6462"/>
                </a:lnTo>
                <a:lnTo>
                  <a:pt x="7981" y="6419"/>
                </a:lnTo>
                <a:lnTo>
                  <a:pt x="7981" y="6419"/>
                </a:lnTo>
                <a:lnTo>
                  <a:pt x="7938" y="6398"/>
                </a:lnTo>
                <a:lnTo>
                  <a:pt x="7853" y="6398"/>
                </a:lnTo>
                <a:lnTo>
                  <a:pt x="7767" y="6398"/>
                </a:lnTo>
                <a:lnTo>
                  <a:pt x="7724" y="6419"/>
                </a:lnTo>
                <a:lnTo>
                  <a:pt x="7724" y="6419"/>
                </a:lnTo>
                <a:lnTo>
                  <a:pt x="7703" y="6441"/>
                </a:lnTo>
                <a:lnTo>
                  <a:pt x="7703" y="6483"/>
                </a:lnTo>
                <a:lnTo>
                  <a:pt x="7703" y="6548"/>
                </a:lnTo>
                <a:lnTo>
                  <a:pt x="7746" y="6612"/>
                </a:lnTo>
                <a:lnTo>
                  <a:pt x="7746" y="6676"/>
                </a:lnTo>
                <a:lnTo>
                  <a:pt x="7746" y="6676"/>
                </a:lnTo>
                <a:lnTo>
                  <a:pt x="7724" y="6804"/>
                </a:lnTo>
                <a:lnTo>
                  <a:pt x="7724" y="6847"/>
                </a:lnTo>
                <a:lnTo>
                  <a:pt x="7703" y="6869"/>
                </a:lnTo>
                <a:lnTo>
                  <a:pt x="7682" y="6869"/>
                </a:lnTo>
                <a:lnTo>
                  <a:pt x="7660" y="6869"/>
                </a:lnTo>
                <a:lnTo>
                  <a:pt x="7596" y="6804"/>
                </a:lnTo>
                <a:lnTo>
                  <a:pt x="7489" y="6633"/>
                </a:lnTo>
                <a:lnTo>
                  <a:pt x="7403" y="6505"/>
                </a:lnTo>
                <a:lnTo>
                  <a:pt x="7403" y="6505"/>
                </a:lnTo>
                <a:lnTo>
                  <a:pt x="7318" y="6377"/>
                </a:lnTo>
                <a:lnTo>
                  <a:pt x="7275" y="6334"/>
                </a:lnTo>
                <a:lnTo>
                  <a:pt x="7232" y="6312"/>
                </a:lnTo>
                <a:lnTo>
                  <a:pt x="7189" y="6312"/>
                </a:lnTo>
                <a:lnTo>
                  <a:pt x="7125" y="6312"/>
                </a:lnTo>
                <a:lnTo>
                  <a:pt x="6976" y="6355"/>
                </a:lnTo>
                <a:lnTo>
                  <a:pt x="6976" y="6355"/>
                </a:lnTo>
                <a:lnTo>
                  <a:pt x="6890" y="6419"/>
                </a:lnTo>
                <a:lnTo>
                  <a:pt x="6826" y="6462"/>
                </a:lnTo>
                <a:lnTo>
                  <a:pt x="6740" y="6612"/>
                </a:lnTo>
                <a:lnTo>
                  <a:pt x="6676" y="6783"/>
                </a:lnTo>
                <a:lnTo>
                  <a:pt x="6633" y="6933"/>
                </a:lnTo>
                <a:lnTo>
                  <a:pt x="6633" y="6933"/>
                </a:lnTo>
                <a:lnTo>
                  <a:pt x="6548" y="7083"/>
                </a:lnTo>
                <a:lnTo>
                  <a:pt x="6526" y="7147"/>
                </a:lnTo>
                <a:lnTo>
                  <a:pt x="6505" y="7211"/>
                </a:lnTo>
                <a:lnTo>
                  <a:pt x="6505" y="7211"/>
                </a:lnTo>
                <a:lnTo>
                  <a:pt x="6505" y="7275"/>
                </a:lnTo>
                <a:lnTo>
                  <a:pt x="6526" y="7339"/>
                </a:lnTo>
                <a:lnTo>
                  <a:pt x="6526" y="7404"/>
                </a:lnTo>
                <a:lnTo>
                  <a:pt x="6505" y="7446"/>
                </a:lnTo>
                <a:lnTo>
                  <a:pt x="6505" y="7446"/>
                </a:lnTo>
                <a:lnTo>
                  <a:pt x="6483" y="7468"/>
                </a:lnTo>
                <a:lnTo>
                  <a:pt x="6419" y="7468"/>
                </a:lnTo>
                <a:lnTo>
                  <a:pt x="6291" y="7468"/>
                </a:lnTo>
                <a:lnTo>
                  <a:pt x="6248" y="7489"/>
                </a:lnTo>
                <a:lnTo>
                  <a:pt x="6205" y="7510"/>
                </a:lnTo>
                <a:lnTo>
                  <a:pt x="6205" y="7553"/>
                </a:lnTo>
                <a:lnTo>
                  <a:pt x="6248" y="7617"/>
                </a:lnTo>
                <a:lnTo>
                  <a:pt x="6248" y="7617"/>
                </a:lnTo>
                <a:lnTo>
                  <a:pt x="6291" y="7682"/>
                </a:lnTo>
                <a:lnTo>
                  <a:pt x="6355" y="7703"/>
                </a:lnTo>
                <a:lnTo>
                  <a:pt x="6441" y="7703"/>
                </a:lnTo>
                <a:lnTo>
                  <a:pt x="6483" y="7703"/>
                </a:lnTo>
                <a:lnTo>
                  <a:pt x="6526" y="7724"/>
                </a:lnTo>
                <a:lnTo>
                  <a:pt x="6548" y="7767"/>
                </a:lnTo>
                <a:lnTo>
                  <a:pt x="6590" y="7853"/>
                </a:lnTo>
                <a:lnTo>
                  <a:pt x="6590" y="7853"/>
                </a:lnTo>
                <a:lnTo>
                  <a:pt x="6633" y="8003"/>
                </a:lnTo>
                <a:lnTo>
                  <a:pt x="6676" y="8110"/>
                </a:lnTo>
                <a:lnTo>
                  <a:pt x="6697" y="8131"/>
                </a:lnTo>
                <a:lnTo>
                  <a:pt x="6762" y="8152"/>
                </a:lnTo>
                <a:lnTo>
                  <a:pt x="6911" y="8174"/>
                </a:lnTo>
                <a:lnTo>
                  <a:pt x="6911" y="8174"/>
                </a:lnTo>
                <a:lnTo>
                  <a:pt x="7724" y="8174"/>
                </a:lnTo>
                <a:lnTo>
                  <a:pt x="8537" y="8174"/>
                </a:lnTo>
                <a:lnTo>
                  <a:pt x="8537" y="8174"/>
                </a:lnTo>
                <a:lnTo>
                  <a:pt x="8751" y="8152"/>
                </a:lnTo>
                <a:lnTo>
                  <a:pt x="8858" y="8131"/>
                </a:lnTo>
                <a:lnTo>
                  <a:pt x="8923" y="8067"/>
                </a:lnTo>
                <a:lnTo>
                  <a:pt x="8923" y="8067"/>
                </a:lnTo>
                <a:lnTo>
                  <a:pt x="8965" y="8003"/>
                </a:lnTo>
                <a:lnTo>
                  <a:pt x="8987" y="7938"/>
                </a:lnTo>
                <a:lnTo>
                  <a:pt x="8987" y="7767"/>
                </a:lnTo>
                <a:lnTo>
                  <a:pt x="8987" y="7468"/>
                </a:lnTo>
                <a:lnTo>
                  <a:pt x="8987" y="7468"/>
                </a:lnTo>
                <a:close/>
                <a:moveTo>
                  <a:pt x="2589" y="7190"/>
                </a:moveTo>
                <a:lnTo>
                  <a:pt x="2589" y="7190"/>
                </a:lnTo>
                <a:lnTo>
                  <a:pt x="2568" y="7190"/>
                </a:lnTo>
                <a:lnTo>
                  <a:pt x="2525" y="7232"/>
                </a:lnTo>
                <a:lnTo>
                  <a:pt x="2482" y="7254"/>
                </a:lnTo>
                <a:lnTo>
                  <a:pt x="2440" y="7275"/>
                </a:lnTo>
                <a:lnTo>
                  <a:pt x="2440" y="7275"/>
                </a:lnTo>
                <a:lnTo>
                  <a:pt x="2397" y="7232"/>
                </a:lnTo>
                <a:lnTo>
                  <a:pt x="2397" y="7168"/>
                </a:lnTo>
                <a:lnTo>
                  <a:pt x="2375" y="7061"/>
                </a:lnTo>
                <a:lnTo>
                  <a:pt x="2375" y="7061"/>
                </a:lnTo>
                <a:lnTo>
                  <a:pt x="2333" y="6911"/>
                </a:lnTo>
                <a:lnTo>
                  <a:pt x="2290" y="6783"/>
                </a:lnTo>
                <a:lnTo>
                  <a:pt x="2204" y="6655"/>
                </a:lnTo>
                <a:lnTo>
                  <a:pt x="2097" y="6548"/>
                </a:lnTo>
                <a:lnTo>
                  <a:pt x="2097" y="6548"/>
                </a:lnTo>
                <a:lnTo>
                  <a:pt x="2012" y="6483"/>
                </a:lnTo>
                <a:lnTo>
                  <a:pt x="1948" y="6462"/>
                </a:lnTo>
                <a:lnTo>
                  <a:pt x="1883" y="6441"/>
                </a:lnTo>
                <a:lnTo>
                  <a:pt x="1819" y="6462"/>
                </a:lnTo>
                <a:lnTo>
                  <a:pt x="1776" y="6505"/>
                </a:lnTo>
                <a:lnTo>
                  <a:pt x="1734" y="6569"/>
                </a:lnTo>
                <a:lnTo>
                  <a:pt x="1627" y="6719"/>
                </a:lnTo>
                <a:lnTo>
                  <a:pt x="1627" y="6719"/>
                </a:lnTo>
                <a:lnTo>
                  <a:pt x="1541" y="6826"/>
                </a:lnTo>
                <a:lnTo>
                  <a:pt x="1498" y="6890"/>
                </a:lnTo>
                <a:lnTo>
                  <a:pt x="1455" y="6911"/>
                </a:lnTo>
                <a:lnTo>
                  <a:pt x="1413" y="6933"/>
                </a:lnTo>
                <a:lnTo>
                  <a:pt x="1370" y="6911"/>
                </a:lnTo>
                <a:lnTo>
                  <a:pt x="1348" y="6847"/>
                </a:lnTo>
                <a:lnTo>
                  <a:pt x="1327" y="6719"/>
                </a:lnTo>
                <a:lnTo>
                  <a:pt x="1327" y="6719"/>
                </a:lnTo>
                <a:lnTo>
                  <a:pt x="1348" y="6612"/>
                </a:lnTo>
                <a:lnTo>
                  <a:pt x="1391" y="6483"/>
                </a:lnTo>
                <a:lnTo>
                  <a:pt x="1391" y="6419"/>
                </a:lnTo>
                <a:lnTo>
                  <a:pt x="1348" y="6377"/>
                </a:lnTo>
                <a:lnTo>
                  <a:pt x="1284" y="6377"/>
                </a:lnTo>
                <a:lnTo>
                  <a:pt x="1177" y="6419"/>
                </a:lnTo>
                <a:lnTo>
                  <a:pt x="1177" y="6419"/>
                </a:lnTo>
                <a:lnTo>
                  <a:pt x="1113" y="6441"/>
                </a:lnTo>
                <a:lnTo>
                  <a:pt x="1113" y="6441"/>
                </a:lnTo>
                <a:lnTo>
                  <a:pt x="1134" y="6462"/>
                </a:lnTo>
                <a:lnTo>
                  <a:pt x="1113" y="6505"/>
                </a:lnTo>
                <a:lnTo>
                  <a:pt x="1113" y="6505"/>
                </a:lnTo>
                <a:lnTo>
                  <a:pt x="1113" y="6569"/>
                </a:lnTo>
                <a:lnTo>
                  <a:pt x="1156" y="6697"/>
                </a:lnTo>
                <a:lnTo>
                  <a:pt x="1156" y="6762"/>
                </a:lnTo>
                <a:lnTo>
                  <a:pt x="1156" y="6826"/>
                </a:lnTo>
                <a:lnTo>
                  <a:pt x="1113" y="6869"/>
                </a:lnTo>
                <a:lnTo>
                  <a:pt x="1070" y="6890"/>
                </a:lnTo>
                <a:lnTo>
                  <a:pt x="1070" y="6890"/>
                </a:lnTo>
                <a:lnTo>
                  <a:pt x="1028" y="6869"/>
                </a:lnTo>
                <a:lnTo>
                  <a:pt x="985" y="6826"/>
                </a:lnTo>
                <a:lnTo>
                  <a:pt x="899" y="6697"/>
                </a:lnTo>
                <a:lnTo>
                  <a:pt x="792" y="6441"/>
                </a:lnTo>
                <a:lnTo>
                  <a:pt x="792" y="6441"/>
                </a:lnTo>
                <a:lnTo>
                  <a:pt x="728" y="6355"/>
                </a:lnTo>
                <a:lnTo>
                  <a:pt x="664" y="6312"/>
                </a:lnTo>
                <a:lnTo>
                  <a:pt x="600" y="6312"/>
                </a:lnTo>
                <a:lnTo>
                  <a:pt x="493" y="6334"/>
                </a:lnTo>
                <a:lnTo>
                  <a:pt x="493" y="6334"/>
                </a:lnTo>
                <a:lnTo>
                  <a:pt x="407" y="6377"/>
                </a:lnTo>
                <a:lnTo>
                  <a:pt x="321" y="6419"/>
                </a:lnTo>
                <a:lnTo>
                  <a:pt x="214" y="6526"/>
                </a:lnTo>
                <a:lnTo>
                  <a:pt x="108" y="6676"/>
                </a:lnTo>
                <a:lnTo>
                  <a:pt x="43" y="6847"/>
                </a:lnTo>
                <a:lnTo>
                  <a:pt x="22" y="7040"/>
                </a:lnTo>
                <a:lnTo>
                  <a:pt x="1" y="7211"/>
                </a:lnTo>
                <a:lnTo>
                  <a:pt x="1" y="7575"/>
                </a:lnTo>
                <a:lnTo>
                  <a:pt x="1" y="7575"/>
                </a:lnTo>
                <a:lnTo>
                  <a:pt x="1" y="7767"/>
                </a:lnTo>
                <a:lnTo>
                  <a:pt x="1" y="7938"/>
                </a:lnTo>
                <a:lnTo>
                  <a:pt x="22" y="8024"/>
                </a:lnTo>
                <a:lnTo>
                  <a:pt x="65" y="8088"/>
                </a:lnTo>
                <a:lnTo>
                  <a:pt x="129" y="8131"/>
                </a:lnTo>
                <a:lnTo>
                  <a:pt x="214" y="8174"/>
                </a:lnTo>
                <a:lnTo>
                  <a:pt x="214" y="8174"/>
                </a:lnTo>
                <a:lnTo>
                  <a:pt x="386" y="8195"/>
                </a:lnTo>
                <a:lnTo>
                  <a:pt x="578" y="8195"/>
                </a:lnTo>
                <a:lnTo>
                  <a:pt x="771" y="8195"/>
                </a:lnTo>
                <a:lnTo>
                  <a:pt x="963" y="8195"/>
                </a:lnTo>
                <a:lnTo>
                  <a:pt x="963" y="8195"/>
                </a:lnTo>
                <a:lnTo>
                  <a:pt x="1348" y="8195"/>
                </a:lnTo>
                <a:lnTo>
                  <a:pt x="1734" y="8174"/>
                </a:lnTo>
                <a:lnTo>
                  <a:pt x="1734" y="8174"/>
                </a:lnTo>
                <a:lnTo>
                  <a:pt x="1905" y="8174"/>
                </a:lnTo>
                <a:lnTo>
                  <a:pt x="2076" y="8174"/>
                </a:lnTo>
                <a:lnTo>
                  <a:pt x="2161" y="8152"/>
                </a:lnTo>
                <a:lnTo>
                  <a:pt x="2226" y="8131"/>
                </a:lnTo>
                <a:lnTo>
                  <a:pt x="2290" y="8088"/>
                </a:lnTo>
                <a:lnTo>
                  <a:pt x="2354" y="8024"/>
                </a:lnTo>
                <a:lnTo>
                  <a:pt x="2354" y="8024"/>
                </a:lnTo>
                <a:lnTo>
                  <a:pt x="2375" y="7960"/>
                </a:lnTo>
                <a:lnTo>
                  <a:pt x="2397" y="7896"/>
                </a:lnTo>
                <a:lnTo>
                  <a:pt x="2418" y="7767"/>
                </a:lnTo>
                <a:lnTo>
                  <a:pt x="2440" y="7660"/>
                </a:lnTo>
                <a:lnTo>
                  <a:pt x="2461" y="7596"/>
                </a:lnTo>
                <a:lnTo>
                  <a:pt x="2504" y="7532"/>
                </a:lnTo>
                <a:lnTo>
                  <a:pt x="2504" y="7532"/>
                </a:lnTo>
                <a:lnTo>
                  <a:pt x="2568" y="7468"/>
                </a:lnTo>
                <a:lnTo>
                  <a:pt x="2654" y="7361"/>
                </a:lnTo>
                <a:lnTo>
                  <a:pt x="2696" y="7297"/>
                </a:lnTo>
                <a:lnTo>
                  <a:pt x="2696" y="7254"/>
                </a:lnTo>
                <a:lnTo>
                  <a:pt x="2675" y="7211"/>
                </a:lnTo>
                <a:lnTo>
                  <a:pt x="2589" y="7190"/>
                </a:lnTo>
                <a:lnTo>
                  <a:pt x="2589" y="7190"/>
                </a:lnTo>
                <a:close/>
                <a:moveTo>
                  <a:pt x="1113" y="6441"/>
                </a:moveTo>
                <a:lnTo>
                  <a:pt x="1113" y="6441"/>
                </a:lnTo>
                <a:lnTo>
                  <a:pt x="1113" y="6441"/>
                </a:lnTo>
                <a:lnTo>
                  <a:pt x="1113" y="6441"/>
                </a:lnTo>
                <a:lnTo>
                  <a:pt x="1113" y="6441"/>
                </a:lnTo>
                <a:close/>
                <a:moveTo>
                  <a:pt x="7254" y="5606"/>
                </a:moveTo>
                <a:lnTo>
                  <a:pt x="7254" y="5606"/>
                </a:lnTo>
                <a:lnTo>
                  <a:pt x="7318" y="5756"/>
                </a:lnTo>
                <a:lnTo>
                  <a:pt x="7382" y="5884"/>
                </a:lnTo>
                <a:lnTo>
                  <a:pt x="7382" y="5884"/>
                </a:lnTo>
                <a:lnTo>
                  <a:pt x="7468" y="6034"/>
                </a:lnTo>
                <a:lnTo>
                  <a:pt x="7596" y="6163"/>
                </a:lnTo>
                <a:lnTo>
                  <a:pt x="7682" y="6205"/>
                </a:lnTo>
                <a:lnTo>
                  <a:pt x="7767" y="6248"/>
                </a:lnTo>
                <a:lnTo>
                  <a:pt x="7853" y="6248"/>
                </a:lnTo>
                <a:lnTo>
                  <a:pt x="7938" y="6248"/>
                </a:lnTo>
                <a:lnTo>
                  <a:pt x="7938" y="6248"/>
                </a:lnTo>
                <a:lnTo>
                  <a:pt x="8024" y="6205"/>
                </a:lnTo>
                <a:lnTo>
                  <a:pt x="8110" y="6163"/>
                </a:lnTo>
                <a:lnTo>
                  <a:pt x="8152" y="6098"/>
                </a:lnTo>
                <a:lnTo>
                  <a:pt x="8174" y="6013"/>
                </a:lnTo>
                <a:lnTo>
                  <a:pt x="8238" y="5863"/>
                </a:lnTo>
                <a:lnTo>
                  <a:pt x="8281" y="5692"/>
                </a:lnTo>
                <a:lnTo>
                  <a:pt x="8281" y="5692"/>
                </a:lnTo>
                <a:lnTo>
                  <a:pt x="8345" y="5585"/>
                </a:lnTo>
                <a:lnTo>
                  <a:pt x="8430" y="5457"/>
                </a:lnTo>
                <a:lnTo>
                  <a:pt x="8473" y="5350"/>
                </a:lnTo>
                <a:lnTo>
                  <a:pt x="8495" y="5285"/>
                </a:lnTo>
                <a:lnTo>
                  <a:pt x="8473" y="5200"/>
                </a:lnTo>
                <a:lnTo>
                  <a:pt x="8473" y="5200"/>
                </a:lnTo>
                <a:lnTo>
                  <a:pt x="8452" y="5136"/>
                </a:lnTo>
                <a:lnTo>
                  <a:pt x="8409" y="5093"/>
                </a:lnTo>
                <a:lnTo>
                  <a:pt x="8345" y="5029"/>
                </a:lnTo>
                <a:lnTo>
                  <a:pt x="8323" y="4964"/>
                </a:lnTo>
                <a:lnTo>
                  <a:pt x="8323" y="4964"/>
                </a:lnTo>
                <a:lnTo>
                  <a:pt x="8302" y="4815"/>
                </a:lnTo>
                <a:lnTo>
                  <a:pt x="8259" y="4686"/>
                </a:lnTo>
                <a:lnTo>
                  <a:pt x="8259" y="4686"/>
                </a:lnTo>
                <a:lnTo>
                  <a:pt x="8195" y="4536"/>
                </a:lnTo>
                <a:lnTo>
                  <a:pt x="8110" y="4451"/>
                </a:lnTo>
                <a:lnTo>
                  <a:pt x="7981" y="4387"/>
                </a:lnTo>
                <a:lnTo>
                  <a:pt x="7831" y="4365"/>
                </a:lnTo>
                <a:lnTo>
                  <a:pt x="7831" y="4365"/>
                </a:lnTo>
                <a:lnTo>
                  <a:pt x="7724" y="4387"/>
                </a:lnTo>
                <a:lnTo>
                  <a:pt x="7639" y="4408"/>
                </a:lnTo>
                <a:lnTo>
                  <a:pt x="7553" y="4451"/>
                </a:lnTo>
                <a:lnTo>
                  <a:pt x="7489" y="4515"/>
                </a:lnTo>
                <a:lnTo>
                  <a:pt x="7425" y="4601"/>
                </a:lnTo>
                <a:lnTo>
                  <a:pt x="7382" y="4686"/>
                </a:lnTo>
                <a:lnTo>
                  <a:pt x="7296" y="4857"/>
                </a:lnTo>
                <a:lnTo>
                  <a:pt x="7296" y="4857"/>
                </a:lnTo>
                <a:lnTo>
                  <a:pt x="7254" y="4986"/>
                </a:lnTo>
                <a:lnTo>
                  <a:pt x="7211" y="5093"/>
                </a:lnTo>
                <a:lnTo>
                  <a:pt x="7211" y="5093"/>
                </a:lnTo>
                <a:lnTo>
                  <a:pt x="7104" y="5221"/>
                </a:lnTo>
                <a:lnTo>
                  <a:pt x="7061" y="5285"/>
                </a:lnTo>
                <a:lnTo>
                  <a:pt x="7083" y="5392"/>
                </a:lnTo>
                <a:lnTo>
                  <a:pt x="7083" y="5392"/>
                </a:lnTo>
                <a:lnTo>
                  <a:pt x="7125" y="5457"/>
                </a:lnTo>
                <a:lnTo>
                  <a:pt x="7168" y="5521"/>
                </a:lnTo>
                <a:lnTo>
                  <a:pt x="7211" y="5563"/>
                </a:lnTo>
                <a:lnTo>
                  <a:pt x="7254" y="5606"/>
                </a:lnTo>
                <a:lnTo>
                  <a:pt x="7254" y="5606"/>
                </a:lnTo>
                <a:close/>
                <a:moveTo>
                  <a:pt x="7874" y="4857"/>
                </a:moveTo>
                <a:lnTo>
                  <a:pt x="7874" y="4857"/>
                </a:lnTo>
                <a:lnTo>
                  <a:pt x="7917" y="4750"/>
                </a:lnTo>
                <a:lnTo>
                  <a:pt x="7960" y="4729"/>
                </a:lnTo>
                <a:lnTo>
                  <a:pt x="7981" y="4729"/>
                </a:lnTo>
                <a:lnTo>
                  <a:pt x="8003" y="4772"/>
                </a:lnTo>
                <a:lnTo>
                  <a:pt x="8024" y="4857"/>
                </a:lnTo>
                <a:lnTo>
                  <a:pt x="8067" y="5093"/>
                </a:lnTo>
                <a:lnTo>
                  <a:pt x="8067" y="5221"/>
                </a:lnTo>
                <a:lnTo>
                  <a:pt x="8067" y="5221"/>
                </a:lnTo>
                <a:lnTo>
                  <a:pt x="8067" y="5478"/>
                </a:lnTo>
                <a:lnTo>
                  <a:pt x="8045" y="5628"/>
                </a:lnTo>
                <a:lnTo>
                  <a:pt x="8003" y="5692"/>
                </a:lnTo>
                <a:lnTo>
                  <a:pt x="7981" y="5692"/>
                </a:lnTo>
                <a:lnTo>
                  <a:pt x="7981" y="5692"/>
                </a:lnTo>
                <a:lnTo>
                  <a:pt x="7938" y="5670"/>
                </a:lnTo>
                <a:lnTo>
                  <a:pt x="7917" y="5585"/>
                </a:lnTo>
                <a:lnTo>
                  <a:pt x="7874" y="5307"/>
                </a:lnTo>
                <a:lnTo>
                  <a:pt x="7853" y="5029"/>
                </a:lnTo>
                <a:lnTo>
                  <a:pt x="7874" y="4857"/>
                </a:lnTo>
                <a:lnTo>
                  <a:pt x="7874" y="4857"/>
                </a:lnTo>
                <a:close/>
                <a:moveTo>
                  <a:pt x="642" y="5585"/>
                </a:moveTo>
                <a:lnTo>
                  <a:pt x="642" y="5585"/>
                </a:lnTo>
                <a:lnTo>
                  <a:pt x="707" y="5713"/>
                </a:lnTo>
                <a:lnTo>
                  <a:pt x="771" y="5863"/>
                </a:lnTo>
                <a:lnTo>
                  <a:pt x="771" y="5863"/>
                </a:lnTo>
                <a:lnTo>
                  <a:pt x="856" y="6013"/>
                </a:lnTo>
                <a:lnTo>
                  <a:pt x="963" y="6141"/>
                </a:lnTo>
                <a:lnTo>
                  <a:pt x="1049" y="6184"/>
                </a:lnTo>
                <a:lnTo>
                  <a:pt x="1113" y="6227"/>
                </a:lnTo>
                <a:lnTo>
                  <a:pt x="1199" y="6248"/>
                </a:lnTo>
                <a:lnTo>
                  <a:pt x="1284" y="6248"/>
                </a:lnTo>
                <a:lnTo>
                  <a:pt x="1284" y="6248"/>
                </a:lnTo>
                <a:lnTo>
                  <a:pt x="1370" y="6248"/>
                </a:lnTo>
                <a:lnTo>
                  <a:pt x="1455" y="6205"/>
                </a:lnTo>
                <a:lnTo>
                  <a:pt x="1520" y="6163"/>
                </a:lnTo>
                <a:lnTo>
                  <a:pt x="1562" y="6077"/>
                </a:lnTo>
                <a:lnTo>
                  <a:pt x="1648" y="5884"/>
                </a:lnTo>
                <a:lnTo>
                  <a:pt x="1691" y="5713"/>
                </a:lnTo>
                <a:lnTo>
                  <a:pt x="1691" y="5713"/>
                </a:lnTo>
                <a:lnTo>
                  <a:pt x="1755" y="5585"/>
                </a:lnTo>
                <a:lnTo>
                  <a:pt x="1841" y="5478"/>
                </a:lnTo>
                <a:lnTo>
                  <a:pt x="1862" y="5414"/>
                </a:lnTo>
                <a:lnTo>
                  <a:pt x="1905" y="5350"/>
                </a:lnTo>
                <a:lnTo>
                  <a:pt x="1905" y="5285"/>
                </a:lnTo>
                <a:lnTo>
                  <a:pt x="1883" y="5200"/>
                </a:lnTo>
                <a:lnTo>
                  <a:pt x="1883" y="5200"/>
                </a:lnTo>
                <a:lnTo>
                  <a:pt x="1862" y="5157"/>
                </a:lnTo>
                <a:lnTo>
                  <a:pt x="1819" y="5093"/>
                </a:lnTo>
                <a:lnTo>
                  <a:pt x="1776" y="5050"/>
                </a:lnTo>
                <a:lnTo>
                  <a:pt x="1734" y="5007"/>
                </a:lnTo>
                <a:lnTo>
                  <a:pt x="1734" y="5007"/>
                </a:lnTo>
                <a:lnTo>
                  <a:pt x="1712" y="4922"/>
                </a:lnTo>
                <a:lnTo>
                  <a:pt x="1712" y="4836"/>
                </a:lnTo>
                <a:lnTo>
                  <a:pt x="1691" y="4729"/>
                </a:lnTo>
                <a:lnTo>
                  <a:pt x="1669" y="4643"/>
                </a:lnTo>
                <a:lnTo>
                  <a:pt x="1669" y="4643"/>
                </a:lnTo>
                <a:lnTo>
                  <a:pt x="1605" y="4515"/>
                </a:lnTo>
                <a:lnTo>
                  <a:pt x="1477" y="4430"/>
                </a:lnTo>
                <a:lnTo>
                  <a:pt x="1348" y="4365"/>
                </a:lnTo>
                <a:lnTo>
                  <a:pt x="1199" y="4365"/>
                </a:lnTo>
                <a:lnTo>
                  <a:pt x="1199" y="4365"/>
                </a:lnTo>
                <a:lnTo>
                  <a:pt x="1113" y="4387"/>
                </a:lnTo>
                <a:lnTo>
                  <a:pt x="1028" y="4408"/>
                </a:lnTo>
                <a:lnTo>
                  <a:pt x="963" y="4472"/>
                </a:lnTo>
                <a:lnTo>
                  <a:pt x="899" y="4515"/>
                </a:lnTo>
                <a:lnTo>
                  <a:pt x="814" y="4665"/>
                </a:lnTo>
                <a:lnTo>
                  <a:pt x="728" y="4815"/>
                </a:lnTo>
                <a:lnTo>
                  <a:pt x="728" y="4815"/>
                </a:lnTo>
                <a:lnTo>
                  <a:pt x="621" y="5093"/>
                </a:lnTo>
                <a:lnTo>
                  <a:pt x="621" y="5093"/>
                </a:lnTo>
                <a:lnTo>
                  <a:pt x="578" y="5157"/>
                </a:lnTo>
                <a:lnTo>
                  <a:pt x="535" y="5178"/>
                </a:lnTo>
                <a:lnTo>
                  <a:pt x="514" y="5221"/>
                </a:lnTo>
                <a:lnTo>
                  <a:pt x="493" y="5307"/>
                </a:lnTo>
                <a:lnTo>
                  <a:pt x="493" y="5307"/>
                </a:lnTo>
                <a:lnTo>
                  <a:pt x="514" y="5392"/>
                </a:lnTo>
                <a:lnTo>
                  <a:pt x="535" y="5457"/>
                </a:lnTo>
                <a:lnTo>
                  <a:pt x="600" y="5521"/>
                </a:lnTo>
                <a:lnTo>
                  <a:pt x="642" y="5585"/>
                </a:lnTo>
                <a:lnTo>
                  <a:pt x="642" y="5585"/>
                </a:lnTo>
                <a:close/>
                <a:moveTo>
                  <a:pt x="1391" y="4729"/>
                </a:moveTo>
                <a:lnTo>
                  <a:pt x="1391" y="4729"/>
                </a:lnTo>
                <a:lnTo>
                  <a:pt x="1434" y="4772"/>
                </a:lnTo>
                <a:lnTo>
                  <a:pt x="1455" y="4836"/>
                </a:lnTo>
                <a:lnTo>
                  <a:pt x="1477" y="4986"/>
                </a:lnTo>
                <a:lnTo>
                  <a:pt x="1477" y="5157"/>
                </a:lnTo>
                <a:lnTo>
                  <a:pt x="1498" y="5221"/>
                </a:lnTo>
                <a:lnTo>
                  <a:pt x="1498" y="5243"/>
                </a:lnTo>
                <a:lnTo>
                  <a:pt x="1498" y="5243"/>
                </a:lnTo>
                <a:lnTo>
                  <a:pt x="1477" y="5499"/>
                </a:lnTo>
                <a:lnTo>
                  <a:pt x="1434" y="5628"/>
                </a:lnTo>
                <a:lnTo>
                  <a:pt x="1413" y="5670"/>
                </a:lnTo>
                <a:lnTo>
                  <a:pt x="1370" y="5649"/>
                </a:lnTo>
                <a:lnTo>
                  <a:pt x="1370" y="5649"/>
                </a:lnTo>
                <a:lnTo>
                  <a:pt x="1348" y="5628"/>
                </a:lnTo>
                <a:lnTo>
                  <a:pt x="1327" y="5585"/>
                </a:lnTo>
                <a:lnTo>
                  <a:pt x="1306" y="5457"/>
                </a:lnTo>
                <a:lnTo>
                  <a:pt x="1284" y="5243"/>
                </a:lnTo>
                <a:lnTo>
                  <a:pt x="1284" y="5243"/>
                </a:lnTo>
                <a:lnTo>
                  <a:pt x="1284" y="5114"/>
                </a:lnTo>
                <a:lnTo>
                  <a:pt x="1263" y="4922"/>
                </a:lnTo>
                <a:lnTo>
                  <a:pt x="1284" y="4857"/>
                </a:lnTo>
                <a:lnTo>
                  <a:pt x="1306" y="4772"/>
                </a:lnTo>
                <a:lnTo>
                  <a:pt x="1348" y="4729"/>
                </a:lnTo>
                <a:lnTo>
                  <a:pt x="1391" y="4729"/>
                </a:lnTo>
                <a:lnTo>
                  <a:pt x="1391" y="4729"/>
                </a:lnTo>
                <a:close/>
                <a:moveTo>
                  <a:pt x="4601" y="5221"/>
                </a:moveTo>
                <a:lnTo>
                  <a:pt x="4601" y="5221"/>
                </a:lnTo>
                <a:lnTo>
                  <a:pt x="4601" y="5264"/>
                </a:lnTo>
                <a:lnTo>
                  <a:pt x="4622" y="5328"/>
                </a:lnTo>
                <a:lnTo>
                  <a:pt x="4708" y="5435"/>
                </a:lnTo>
                <a:lnTo>
                  <a:pt x="4879" y="5606"/>
                </a:lnTo>
                <a:lnTo>
                  <a:pt x="4879" y="5606"/>
                </a:lnTo>
                <a:lnTo>
                  <a:pt x="4943" y="5649"/>
                </a:lnTo>
                <a:lnTo>
                  <a:pt x="5071" y="5735"/>
                </a:lnTo>
                <a:lnTo>
                  <a:pt x="5135" y="5777"/>
                </a:lnTo>
                <a:lnTo>
                  <a:pt x="5178" y="5777"/>
                </a:lnTo>
                <a:lnTo>
                  <a:pt x="5200" y="5756"/>
                </a:lnTo>
                <a:lnTo>
                  <a:pt x="5221" y="5692"/>
                </a:lnTo>
                <a:lnTo>
                  <a:pt x="5221" y="5692"/>
                </a:lnTo>
                <a:lnTo>
                  <a:pt x="5114" y="5542"/>
                </a:lnTo>
                <a:lnTo>
                  <a:pt x="4922" y="5350"/>
                </a:lnTo>
                <a:lnTo>
                  <a:pt x="4815" y="5264"/>
                </a:lnTo>
                <a:lnTo>
                  <a:pt x="4708" y="5200"/>
                </a:lnTo>
                <a:lnTo>
                  <a:pt x="4643" y="5200"/>
                </a:lnTo>
                <a:lnTo>
                  <a:pt x="4622" y="5200"/>
                </a:lnTo>
                <a:lnTo>
                  <a:pt x="4601" y="5221"/>
                </a:lnTo>
                <a:lnTo>
                  <a:pt x="4601" y="5221"/>
                </a:lnTo>
                <a:close/>
                <a:moveTo>
                  <a:pt x="3980" y="7510"/>
                </a:moveTo>
                <a:lnTo>
                  <a:pt x="3980" y="7510"/>
                </a:lnTo>
                <a:lnTo>
                  <a:pt x="3873" y="7510"/>
                </a:lnTo>
                <a:lnTo>
                  <a:pt x="3788" y="7532"/>
                </a:lnTo>
                <a:lnTo>
                  <a:pt x="3702" y="7575"/>
                </a:lnTo>
                <a:lnTo>
                  <a:pt x="3659" y="7617"/>
                </a:lnTo>
                <a:lnTo>
                  <a:pt x="3638" y="7660"/>
                </a:lnTo>
                <a:lnTo>
                  <a:pt x="3681" y="7703"/>
                </a:lnTo>
                <a:lnTo>
                  <a:pt x="3745" y="7746"/>
                </a:lnTo>
                <a:lnTo>
                  <a:pt x="3895" y="7746"/>
                </a:lnTo>
                <a:lnTo>
                  <a:pt x="3895" y="7746"/>
                </a:lnTo>
                <a:lnTo>
                  <a:pt x="3980" y="7724"/>
                </a:lnTo>
                <a:lnTo>
                  <a:pt x="4044" y="7703"/>
                </a:lnTo>
                <a:lnTo>
                  <a:pt x="4109" y="7660"/>
                </a:lnTo>
                <a:lnTo>
                  <a:pt x="4173" y="7617"/>
                </a:lnTo>
                <a:lnTo>
                  <a:pt x="4173" y="7575"/>
                </a:lnTo>
                <a:lnTo>
                  <a:pt x="4173" y="7553"/>
                </a:lnTo>
                <a:lnTo>
                  <a:pt x="4109" y="7510"/>
                </a:lnTo>
                <a:lnTo>
                  <a:pt x="3980" y="7510"/>
                </a:lnTo>
                <a:lnTo>
                  <a:pt x="3980" y="7510"/>
                </a:lnTo>
                <a:close/>
                <a:moveTo>
                  <a:pt x="3402" y="6184"/>
                </a:moveTo>
                <a:lnTo>
                  <a:pt x="3402" y="6184"/>
                </a:lnTo>
                <a:lnTo>
                  <a:pt x="3445" y="6227"/>
                </a:lnTo>
                <a:lnTo>
                  <a:pt x="3509" y="6227"/>
                </a:lnTo>
                <a:lnTo>
                  <a:pt x="3574" y="6184"/>
                </a:lnTo>
                <a:lnTo>
                  <a:pt x="3638" y="6120"/>
                </a:lnTo>
                <a:lnTo>
                  <a:pt x="3745" y="5970"/>
                </a:lnTo>
                <a:lnTo>
                  <a:pt x="3809" y="5863"/>
                </a:lnTo>
                <a:lnTo>
                  <a:pt x="3809" y="5863"/>
                </a:lnTo>
                <a:lnTo>
                  <a:pt x="3766" y="5820"/>
                </a:lnTo>
                <a:lnTo>
                  <a:pt x="3745" y="5799"/>
                </a:lnTo>
                <a:lnTo>
                  <a:pt x="3659" y="5799"/>
                </a:lnTo>
                <a:lnTo>
                  <a:pt x="3595" y="5842"/>
                </a:lnTo>
                <a:lnTo>
                  <a:pt x="3509" y="5884"/>
                </a:lnTo>
                <a:lnTo>
                  <a:pt x="3445" y="5970"/>
                </a:lnTo>
                <a:lnTo>
                  <a:pt x="3402" y="6056"/>
                </a:lnTo>
                <a:lnTo>
                  <a:pt x="3381" y="6141"/>
                </a:lnTo>
                <a:lnTo>
                  <a:pt x="3402" y="6184"/>
                </a:lnTo>
                <a:lnTo>
                  <a:pt x="3402" y="6184"/>
                </a:lnTo>
                <a:close/>
                <a:moveTo>
                  <a:pt x="6376" y="7040"/>
                </a:moveTo>
                <a:lnTo>
                  <a:pt x="6376" y="7040"/>
                </a:lnTo>
                <a:lnTo>
                  <a:pt x="6419" y="6997"/>
                </a:lnTo>
                <a:lnTo>
                  <a:pt x="6441" y="6933"/>
                </a:lnTo>
                <a:lnTo>
                  <a:pt x="6419" y="6869"/>
                </a:lnTo>
                <a:lnTo>
                  <a:pt x="6376" y="6783"/>
                </a:lnTo>
                <a:lnTo>
                  <a:pt x="6248" y="6655"/>
                </a:lnTo>
                <a:lnTo>
                  <a:pt x="6184" y="6612"/>
                </a:lnTo>
                <a:lnTo>
                  <a:pt x="6120" y="6590"/>
                </a:lnTo>
                <a:lnTo>
                  <a:pt x="6120" y="6590"/>
                </a:lnTo>
                <a:lnTo>
                  <a:pt x="6098" y="6590"/>
                </a:lnTo>
                <a:lnTo>
                  <a:pt x="6077" y="6612"/>
                </a:lnTo>
                <a:lnTo>
                  <a:pt x="6056" y="6676"/>
                </a:lnTo>
                <a:lnTo>
                  <a:pt x="6077" y="6762"/>
                </a:lnTo>
                <a:lnTo>
                  <a:pt x="6120" y="6847"/>
                </a:lnTo>
                <a:lnTo>
                  <a:pt x="6184" y="6933"/>
                </a:lnTo>
                <a:lnTo>
                  <a:pt x="6248" y="6997"/>
                </a:lnTo>
                <a:lnTo>
                  <a:pt x="6312" y="7040"/>
                </a:lnTo>
                <a:lnTo>
                  <a:pt x="6376" y="7040"/>
                </a:lnTo>
                <a:lnTo>
                  <a:pt x="6376" y="7040"/>
                </a:lnTo>
                <a:close/>
                <a:moveTo>
                  <a:pt x="2868" y="6911"/>
                </a:moveTo>
                <a:lnTo>
                  <a:pt x="2868" y="6911"/>
                </a:lnTo>
                <a:lnTo>
                  <a:pt x="2910" y="6954"/>
                </a:lnTo>
                <a:lnTo>
                  <a:pt x="2975" y="6933"/>
                </a:lnTo>
                <a:lnTo>
                  <a:pt x="3039" y="6890"/>
                </a:lnTo>
                <a:lnTo>
                  <a:pt x="3103" y="6826"/>
                </a:lnTo>
                <a:lnTo>
                  <a:pt x="3188" y="6676"/>
                </a:lnTo>
                <a:lnTo>
                  <a:pt x="3210" y="6612"/>
                </a:lnTo>
                <a:lnTo>
                  <a:pt x="3210" y="6548"/>
                </a:lnTo>
                <a:lnTo>
                  <a:pt x="3210" y="6548"/>
                </a:lnTo>
                <a:lnTo>
                  <a:pt x="3210" y="6526"/>
                </a:lnTo>
                <a:lnTo>
                  <a:pt x="3188" y="6505"/>
                </a:lnTo>
                <a:lnTo>
                  <a:pt x="3124" y="6505"/>
                </a:lnTo>
                <a:lnTo>
                  <a:pt x="3060" y="6526"/>
                </a:lnTo>
                <a:lnTo>
                  <a:pt x="2975" y="6590"/>
                </a:lnTo>
                <a:lnTo>
                  <a:pt x="2910" y="6676"/>
                </a:lnTo>
                <a:lnTo>
                  <a:pt x="2868" y="6762"/>
                </a:lnTo>
                <a:lnTo>
                  <a:pt x="2846" y="6847"/>
                </a:lnTo>
                <a:lnTo>
                  <a:pt x="2846" y="6890"/>
                </a:lnTo>
                <a:lnTo>
                  <a:pt x="2868" y="6911"/>
                </a:lnTo>
                <a:lnTo>
                  <a:pt x="2868" y="6911"/>
                </a:lnTo>
                <a:close/>
                <a:moveTo>
                  <a:pt x="5585" y="7489"/>
                </a:moveTo>
                <a:lnTo>
                  <a:pt x="5585" y="7489"/>
                </a:lnTo>
                <a:lnTo>
                  <a:pt x="5521" y="7489"/>
                </a:lnTo>
                <a:lnTo>
                  <a:pt x="5456" y="7510"/>
                </a:lnTo>
                <a:lnTo>
                  <a:pt x="5392" y="7553"/>
                </a:lnTo>
                <a:lnTo>
                  <a:pt x="5349" y="7596"/>
                </a:lnTo>
                <a:lnTo>
                  <a:pt x="5349" y="7639"/>
                </a:lnTo>
                <a:lnTo>
                  <a:pt x="5349" y="7682"/>
                </a:lnTo>
                <a:lnTo>
                  <a:pt x="5392" y="7703"/>
                </a:lnTo>
                <a:lnTo>
                  <a:pt x="5478" y="7724"/>
                </a:lnTo>
                <a:lnTo>
                  <a:pt x="5478" y="7724"/>
                </a:lnTo>
                <a:lnTo>
                  <a:pt x="5563" y="7746"/>
                </a:lnTo>
                <a:lnTo>
                  <a:pt x="5649" y="7724"/>
                </a:lnTo>
                <a:lnTo>
                  <a:pt x="5692" y="7682"/>
                </a:lnTo>
                <a:lnTo>
                  <a:pt x="5735" y="7639"/>
                </a:lnTo>
                <a:lnTo>
                  <a:pt x="5756" y="7575"/>
                </a:lnTo>
                <a:lnTo>
                  <a:pt x="5735" y="7532"/>
                </a:lnTo>
                <a:lnTo>
                  <a:pt x="5692" y="7489"/>
                </a:lnTo>
                <a:lnTo>
                  <a:pt x="5585" y="7489"/>
                </a:lnTo>
                <a:lnTo>
                  <a:pt x="5585" y="7489"/>
                </a:lnTo>
                <a:close/>
                <a:moveTo>
                  <a:pt x="3017" y="7553"/>
                </a:moveTo>
                <a:lnTo>
                  <a:pt x="3017" y="7553"/>
                </a:lnTo>
                <a:lnTo>
                  <a:pt x="2932" y="7553"/>
                </a:lnTo>
                <a:lnTo>
                  <a:pt x="2868" y="7553"/>
                </a:lnTo>
                <a:lnTo>
                  <a:pt x="2803" y="7596"/>
                </a:lnTo>
                <a:lnTo>
                  <a:pt x="2739" y="7617"/>
                </a:lnTo>
                <a:lnTo>
                  <a:pt x="2718" y="7660"/>
                </a:lnTo>
                <a:lnTo>
                  <a:pt x="2739" y="7703"/>
                </a:lnTo>
                <a:lnTo>
                  <a:pt x="2782" y="7746"/>
                </a:lnTo>
                <a:lnTo>
                  <a:pt x="2868" y="7789"/>
                </a:lnTo>
                <a:lnTo>
                  <a:pt x="2868" y="7789"/>
                </a:lnTo>
                <a:lnTo>
                  <a:pt x="2953" y="7789"/>
                </a:lnTo>
                <a:lnTo>
                  <a:pt x="3017" y="7767"/>
                </a:lnTo>
                <a:lnTo>
                  <a:pt x="3103" y="7724"/>
                </a:lnTo>
                <a:lnTo>
                  <a:pt x="3146" y="7682"/>
                </a:lnTo>
                <a:lnTo>
                  <a:pt x="3167" y="7660"/>
                </a:lnTo>
                <a:lnTo>
                  <a:pt x="3167" y="7617"/>
                </a:lnTo>
                <a:lnTo>
                  <a:pt x="3124" y="7575"/>
                </a:lnTo>
                <a:lnTo>
                  <a:pt x="3017" y="7553"/>
                </a:lnTo>
                <a:lnTo>
                  <a:pt x="3017" y="7553"/>
                </a:lnTo>
                <a:close/>
                <a:moveTo>
                  <a:pt x="5435" y="6013"/>
                </a:moveTo>
                <a:lnTo>
                  <a:pt x="5435" y="6013"/>
                </a:lnTo>
                <a:lnTo>
                  <a:pt x="5435" y="6077"/>
                </a:lnTo>
                <a:lnTo>
                  <a:pt x="5456" y="6141"/>
                </a:lnTo>
                <a:lnTo>
                  <a:pt x="5499" y="6205"/>
                </a:lnTo>
                <a:lnTo>
                  <a:pt x="5563" y="6270"/>
                </a:lnTo>
                <a:lnTo>
                  <a:pt x="5628" y="6312"/>
                </a:lnTo>
                <a:lnTo>
                  <a:pt x="5713" y="6334"/>
                </a:lnTo>
                <a:lnTo>
                  <a:pt x="5777" y="6312"/>
                </a:lnTo>
                <a:lnTo>
                  <a:pt x="5842" y="6291"/>
                </a:lnTo>
                <a:lnTo>
                  <a:pt x="5842" y="6291"/>
                </a:lnTo>
                <a:lnTo>
                  <a:pt x="5777" y="6184"/>
                </a:lnTo>
                <a:lnTo>
                  <a:pt x="5670" y="6034"/>
                </a:lnTo>
                <a:lnTo>
                  <a:pt x="5606" y="5991"/>
                </a:lnTo>
                <a:lnTo>
                  <a:pt x="5542" y="5949"/>
                </a:lnTo>
                <a:lnTo>
                  <a:pt x="5478" y="5949"/>
                </a:lnTo>
                <a:lnTo>
                  <a:pt x="5435" y="6013"/>
                </a:lnTo>
                <a:lnTo>
                  <a:pt x="5435" y="6013"/>
                </a:lnTo>
                <a:close/>
                <a:moveTo>
                  <a:pt x="4772" y="7510"/>
                </a:moveTo>
                <a:lnTo>
                  <a:pt x="4772" y="7510"/>
                </a:lnTo>
                <a:lnTo>
                  <a:pt x="4622" y="7553"/>
                </a:lnTo>
                <a:lnTo>
                  <a:pt x="4579" y="7596"/>
                </a:lnTo>
                <a:lnTo>
                  <a:pt x="4558" y="7617"/>
                </a:lnTo>
                <a:lnTo>
                  <a:pt x="4558" y="7660"/>
                </a:lnTo>
                <a:lnTo>
                  <a:pt x="4579" y="7682"/>
                </a:lnTo>
                <a:lnTo>
                  <a:pt x="4643" y="7703"/>
                </a:lnTo>
                <a:lnTo>
                  <a:pt x="4729" y="7724"/>
                </a:lnTo>
                <a:lnTo>
                  <a:pt x="4729" y="7724"/>
                </a:lnTo>
                <a:lnTo>
                  <a:pt x="4836" y="7746"/>
                </a:lnTo>
                <a:lnTo>
                  <a:pt x="4900" y="7724"/>
                </a:lnTo>
                <a:lnTo>
                  <a:pt x="4943" y="7703"/>
                </a:lnTo>
                <a:lnTo>
                  <a:pt x="4964" y="7660"/>
                </a:lnTo>
                <a:lnTo>
                  <a:pt x="4964" y="7639"/>
                </a:lnTo>
                <a:lnTo>
                  <a:pt x="4922" y="7596"/>
                </a:lnTo>
                <a:lnTo>
                  <a:pt x="4857" y="7553"/>
                </a:lnTo>
                <a:lnTo>
                  <a:pt x="4772" y="7510"/>
                </a:lnTo>
                <a:lnTo>
                  <a:pt x="4772" y="7510"/>
                </a:lnTo>
                <a:close/>
                <a:moveTo>
                  <a:pt x="4109" y="5221"/>
                </a:moveTo>
                <a:lnTo>
                  <a:pt x="4109" y="5221"/>
                </a:lnTo>
                <a:lnTo>
                  <a:pt x="4066" y="5200"/>
                </a:lnTo>
                <a:lnTo>
                  <a:pt x="4002" y="5243"/>
                </a:lnTo>
                <a:lnTo>
                  <a:pt x="3959" y="5285"/>
                </a:lnTo>
                <a:lnTo>
                  <a:pt x="3916" y="5350"/>
                </a:lnTo>
                <a:lnTo>
                  <a:pt x="3873" y="5414"/>
                </a:lnTo>
                <a:lnTo>
                  <a:pt x="3873" y="5478"/>
                </a:lnTo>
                <a:lnTo>
                  <a:pt x="3873" y="5542"/>
                </a:lnTo>
                <a:lnTo>
                  <a:pt x="3937" y="5606"/>
                </a:lnTo>
                <a:lnTo>
                  <a:pt x="3937" y="5606"/>
                </a:lnTo>
                <a:lnTo>
                  <a:pt x="4023" y="5521"/>
                </a:lnTo>
                <a:lnTo>
                  <a:pt x="4109" y="5414"/>
                </a:lnTo>
                <a:lnTo>
                  <a:pt x="4151" y="5350"/>
                </a:lnTo>
                <a:lnTo>
                  <a:pt x="4151" y="5307"/>
                </a:lnTo>
                <a:lnTo>
                  <a:pt x="4151" y="5243"/>
                </a:lnTo>
                <a:lnTo>
                  <a:pt x="4109" y="5221"/>
                </a:lnTo>
                <a:lnTo>
                  <a:pt x="4109" y="5221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45"/>
          <p:cNvSpPr/>
          <p:nvPr/>
        </p:nvSpPr>
        <p:spPr>
          <a:xfrm>
            <a:off x="1841300" y="1780450"/>
            <a:ext cx="4131600" cy="243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45"/>
          <p:cNvSpPr/>
          <p:nvPr/>
        </p:nvSpPr>
        <p:spPr>
          <a:xfrm>
            <a:off x="6345675" y="578275"/>
            <a:ext cx="2008800" cy="13164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45"/>
          <p:cNvSpPr txBox="1"/>
          <p:nvPr>
            <p:ph type="title"/>
          </p:nvPr>
        </p:nvSpPr>
        <p:spPr>
          <a:xfrm>
            <a:off x="1556175" y="719375"/>
            <a:ext cx="66168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MicroProfile</a:t>
            </a:r>
            <a:endParaRPr/>
          </a:p>
        </p:txBody>
      </p:sp>
      <p:sp>
        <p:nvSpPr>
          <p:cNvPr id="935" name="Google Shape;935;p45"/>
          <p:cNvSpPr txBox="1"/>
          <p:nvPr>
            <p:ph idx="1" type="body"/>
          </p:nvPr>
        </p:nvSpPr>
        <p:spPr>
          <a:xfrm>
            <a:off x="1556175" y="1238375"/>
            <a:ext cx="64557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Optimizing Enterprise Java for a Microservices Architecture</a:t>
            </a:r>
            <a:endParaRPr sz="1500"/>
          </a:p>
        </p:txBody>
      </p:sp>
      <p:sp>
        <p:nvSpPr>
          <p:cNvPr id="936" name="Google Shape;936;p45"/>
          <p:cNvSpPr txBox="1"/>
          <p:nvPr>
            <p:ph idx="12" type="sldNum"/>
          </p:nvPr>
        </p:nvSpPr>
        <p:spPr>
          <a:xfrm>
            <a:off x="7899350" y="409842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MP-Mark-gold-web.png" id="937" name="Google Shape;937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95950" y="620450"/>
            <a:ext cx="1904250" cy="119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8" name="Google Shape;938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73213" y="1985123"/>
            <a:ext cx="1153725" cy="202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9" name="Google Shape;939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20925" y="1843425"/>
            <a:ext cx="4004349" cy="2306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0" name="Google Shape;940;p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17825" y="508625"/>
            <a:ext cx="1851652" cy="967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46"/>
          <p:cNvSpPr txBox="1"/>
          <p:nvPr>
            <p:ph idx="12" type="sldNum"/>
          </p:nvPr>
        </p:nvSpPr>
        <p:spPr>
          <a:xfrm>
            <a:off x="7899350" y="409842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46" name="Google Shape;946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7149" y="834075"/>
            <a:ext cx="7007751" cy="31605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47" name="Google Shape;947;p46"/>
          <p:cNvSpPr txBox="1"/>
          <p:nvPr/>
        </p:nvSpPr>
        <p:spPr>
          <a:xfrm>
            <a:off x="1377175" y="3994575"/>
            <a:ext cx="70077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Tinos"/>
                <a:ea typeface="Tinos"/>
                <a:cs typeface="Tinos"/>
                <a:sym typeface="Tinos"/>
                <a:hlinkClick r:id="rId4"/>
              </a:rPr>
              <a:t>https://groups.google.com/forum/#!forum/microprofile</a:t>
            </a:r>
            <a:endParaRPr>
              <a:latin typeface="Tinos"/>
              <a:ea typeface="Tinos"/>
              <a:cs typeface="Tinos"/>
              <a:sym typeface="Tino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47"/>
          <p:cNvSpPr txBox="1"/>
          <p:nvPr>
            <p:ph idx="12" type="sldNum"/>
          </p:nvPr>
        </p:nvSpPr>
        <p:spPr>
          <a:xfrm>
            <a:off x="7899350" y="409842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3" name="Google Shape;953;p47"/>
          <p:cNvSpPr/>
          <p:nvPr/>
        </p:nvSpPr>
        <p:spPr>
          <a:xfrm>
            <a:off x="2054350" y="1034775"/>
            <a:ext cx="1582500" cy="10347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loria Hallelujah"/>
                <a:ea typeface="Gloria Hallelujah"/>
                <a:cs typeface="Gloria Hallelujah"/>
                <a:sym typeface="Gloria Hallelujah"/>
              </a:rPr>
              <a:t>Discussions</a:t>
            </a:r>
            <a:endParaRPr>
              <a:latin typeface="Gloria Hallelujah"/>
              <a:ea typeface="Gloria Hallelujah"/>
              <a:cs typeface="Gloria Hallelujah"/>
              <a:sym typeface="Gloria Hallelujah"/>
            </a:endParaRPr>
          </a:p>
        </p:txBody>
      </p:sp>
      <p:sp>
        <p:nvSpPr>
          <p:cNvPr id="954" name="Google Shape;954;p47"/>
          <p:cNvSpPr/>
          <p:nvPr/>
        </p:nvSpPr>
        <p:spPr>
          <a:xfrm>
            <a:off x="1925200" y="2617600"/>
            <a:ext cx="1415100" cy="1034700"/>
          </a:xfrm>
          <a:prstGeom prst="wedgeEllipseCallout">
            <a:avLst>
              <a:gd fmla="val 25261" name="adj1"/>
              <a:gd fmla="val 58814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loria Hallelujah"/>
                <a:ea typeface="Gloria Hallelujah"/>
                <a:cs typeface="Gloria Hallelujah"/>
                <a:sym typeface="Gloria Hallelujah"/>
              </a:rPr>
              <a:t>POC</a:t>
            </a:r>
            <a:endParaRPr>
              <a:latin typeface="Gloria Hallelujah"/>
              <a:ea typeface="Gloria Hallelujah"/>
              <a:cs typeface="Gloria Hallelujah"/>
              <a:sym typeface="Gloria Hallelujah"/>
            </a:endParaRPr>
          </a:p>
        </p:txBody>
      </p:sp>
      <p:sp>
        <p:nvSpPr>
          <p:cNvPr id="955" name="Google Shape;955;p47"/>
          <p:cNvSpPr/>
          <p:nvPr/>
        </p:nvSpPr>
        <p:spPr>
          <a:xfrm>
            <a:off x="3948375" y="776525"/>
            <a:ext cx="1613700" cy="10347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loria Hallelujah"/>
                <a:ea typeface="Gloria Hallelujah"/>
                <a:cs typeface="Gloria Hallelujah"/>
                <a:sym typeface="Gloria Hallelujah"/>
              </a:rPr>
              <a:t>Blog Posts</a:t>
            </a:r>
            <a:endParaRPr>
              <a:latin typeface="Gloria Hallelujah"/>
              <a:ea typeface="Gloria Hallelujah"/>
              <a:cs typeface="Gloria Hallelujah"/>
              <a:sym typeface="Gloria Hallelujah"/>
            </a:endParaRPr>
          </a:p>
        </p:txBody>
      </p:sp>
      <p:sp>
        <p:nvSpPr>
          <p:cNvPr id="956" name="Google Shape;956;p47"/>
          <p:cNvSpPr/>
          <p:nvPr/>
        </p:nvSpPr>
        <p:spPr>
          <a:xfrm>
            <a:off x="4185025" y="2503475"/>
            <a:ext cx="1415100" cy="1034700"/>
          </a:xfrm>
          <a:prstGeom prst="wedgeEllipseCallout">
            <a:avLst>
              <a:gd fmla="val -63995" name="adj1"/>
              <a:gd fmla="val -14724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loria Hallelujah"/>
                <a:ea typeface="Gloria Hallelujah"/>
                <a:cs typeface="Gloria Hallelujah"/>
                <a:sym typeface="Gloria Hallelujah"/>
              </a:rPr>
              <a:t>Proposal</a:t>
            </a:r>
            <a:endParaRPr>
              <a:latin typeface="Gloria Hallelujah"/>
              <a:ea typeface="Gloria Hallelujah"/>
              <a:cs typeface="Gloria Hallelujah"/>
              <a:sym typeface="Gloria Hallelujah"/>
            </a:endParaRPr>
          </a:p>
        </p:txBody>
      </p:sp>
      <p:sp>
        <p:nvSpPr>
          <p:cNvPr id="957" name="Google Shape;957;p47"/>
          <p:cNvSpPr/>
          <p:nvPr/>
        </p:nvSpPr>
        <p:spPr>
          <a:xfrm>
            <a:off x="6079825" y="1674375"/>
            <a:ext cx="1415100" cy="1034700"/>
          </a:xfrm>
          <a:prstGeom prst="wedgeEllipseCallout">
            <a:avLst>
              <a:gd fmla="val -63995" name="adj1"/>
              <a:gd fmla="val -14724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loria Hallelujah"/>
                <a:ea typeface="Gloria Hallelujah"/>
                <a:cs typeface="Gloria Hallelujah"/>
                <a:sym typeface="Gloria Hallelujah"/>
              </a:rPr>
              <a:t>Sandbox</a:t>
            </a:r>
            <a:endParaRPr>
              <a:latin typeface="Gloria Hallelujah"/>
              <a:ea typeface="Gloria Hallelujah"/>
              <a:cs typeface="Gloria Hallelujah"/>
              <a:sym typeface="Gloria Hallelujah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48"/>
          <p:cNvSpPr/>
          <p:nvPr/>
        </p:nvSpPr>
        <p:spPr>
          <a:xfrm>
            <a:off x="1514125" y="1301100"/>
            <a:ext cx="6616541" cy="3190770"/>
          </a:xfrm>
          <a:custGeom>
            <a:rect b="b" l="l" r="r" t="t"/>
            <a:pathLst>
              <a:path extrusionOk="0" h="136125" w="285750">
                <a:moveTo>
                  <a:pt x="74830" y="1313"/>
                </a:moveTo>
                <a:lnTo>
                  <a:pt x="74352" y="1330"/>
                </a:lnTo>
                <a:lnTo>
                  <a:pt x="74864" y="1330"/>
                </a:lnTo>
                <a:lnTo>
                  <a:pt x="74830" y="1313"/>
                </a:lnTo>
                <a:close/>
                <a:moveTo>
                  <a:pt x="77830" y="1739"/>
                </a:moveTo>
                <a:lnTo>
                  <a:pt x="77830" y="1739"/>
                </a:lnTo>
                <a:lnTo>
                  <a:pt x="77830" y="1739"/>
                </a:lnTo>
                <a:close/>
                <a:moveTo>
                  <a:pt x="176011" y="1432"/>
                </a:moveTo>
                <a:lnTo>
                  <a:pt x="176114" y="1636"/>
                </a:lnTo>
                <a:lnTo>
                  <a:pt x="175500" y="1841"/>
                </a:lnTo>
                <a:lnTo>
                  <a:pt x="175807" y="1943"/>
                </a:lnTo>
                <a:lnTo>
                  <a:pt x="178875" y="1943"/>
                </a:lnTo>
                <a:lnTo>
                  <a:pt x="178773" y="1636"/>
                </a:lnTo>
                <a:lnTo>
                  <a:pt x="176011" y="1432"/>
                </a:lnTo>
                <a:close/>
                <a:moveTo>
                  <a:pt x="135102" y="1841"/>
                </a:moveTo>
                <a:lnTo>
                  <a:pt x="134898" y="1943"/>
                </a:lnTo>
                <a:lnTo>
                  <a:pt x="135102" y="2045"/>
                </a:lnTo>
                <a:lnTo>
                  <a:pt x="134489" y="2045"/>
                </a:lnTo>
                <a:lnTo>
                  <a:pt x="134795" y="2148"/>
                </a:lnTo>
                <a:lnTo>
                  <a:pt x="134489" y="2148"/>
                </a:lnTo>
                <a:lnTo>
                  <a:pt x="135920" y="2352"/>
                </a:lnTo>
                <a:lnTo>
                  <a:pt x="135307" y="2455"/>
                </a:lnTo>
                <a:lnTo>
                  <a:pt x="137148" y="2557"/>
                </a:lnTo>
                <a:lnTo>
                  <a:pt x="137148" y="2659"/>
                </a:lnTo>
                <a:lnTo>
                  <a:pt x="139500" y="2148"/>
                </a:lnTo>
                <a:lnTo>
                  <a:pt x="137148" y="2045"/>
                </a:lnTo>
                <a:lnTo>
                  <a:pt x="137250" y="1841"/>
                </a:lnTo>
                <a:lnTo>
                  <a:pt x="136739" y="1841"/>
                </a:lnTo>
                <a:lnTo>
                  <a:pt x="136739" y="2045"/>
                </a:lnTo>
                <a:lnTo>
                  <a:pt x="135102" y="1841"/>
                </a:lnTo>
                <a:close/>
                <a:moveTo>
                  <a:pt x="178466" y="2045"/>
                </a:moveTo>
                <a:lnTo>
                  <a:pt x="177443" y="2148"/>
                </a:lnTo>
                <a:lnTo>
                  <a:pt x="177136" y="2455"/>
                </a:lnTo>
                <a:lnTo>
                  <a:pt x="181534" y="2864"/>
                </a:lnTo>
                <a:lnTo>
                  <a:pt x="181534" y="2864"/>
                </a:lnTo>
                <a:lnTo>
                  <a:pt x="180716" y="2659"/>
                </a:lnTo>
                <a:lnTo>
                  <a:pt x="181023" y="2659"/>
                </a:lnTo>
                <a:lnTo>
                  <a:pt x="180818" y="2250"/>
                </a:lnTo>
                <a:lnTo>
                  <a:pt x="178466" y="2045"/>
                </a:lnTo>
                <a:close/>
                <a:moveTo>
                  <a:pt x="75068" y="3170"/>
                </a:moveTo>
                <a:lnTo>
                  <a:pt x="74870" y="3225"/>
                </a:lnTo>
                <a:lnTo>
                  <a:pt x="75022" y="3201"/>
                </a:lnTo>
                <a:lnTo>
                  <a:pt x="75022" y="3201"/>
                </a:lnTo>
                <a:lnTo>
                  <a:pt x="75068" y="3170"/>
                </a:lnTo>
                <a:close/>
                <a:moveTo>
                  <a:pt x="72920" y="1227"/>
                </a:moveTo>
                <a:lnTo>
                  <a:pt x="72102" y="1330"/>
                </a:lnTo>
                <a:lnTo>
                  <a:pt x="72511" y="1330"/>
                </a:lnTo>
                <a:lnTo>
                  <a:pt x="70977" y="1534"/>
                </a:lnTo>
                <a:lnTo>
                  <a:pt x="71591" y="1739"/>
                </a:lnTo>
                <a:lnTo>
                  <a:pt x="70364" y="1739"/>
                </a:lnTo>
                <a:lnTo>
                  <a:pt x="70568" y="1841"/>
                </a:lnTo>
                <a:lnTo>
                  <a:pt x="70057" y="1943"/>
                </a:lnTo>
                <a:lnTo>
                  <a:pt x="71080" y="2045"/>
                </a:lnTo>
                <a:lnTo>
                  <a:pt x="69648" y="2045"/>
                </a:lnTo>
                <a:lnTo>
                  <a:pt x="69750" y="2352"/>
                </a:lnTo>
                <a:lnTo>
                  <a:pt x="70670" y="2352"/>
                </a:lnTo>
                <a:lnTo>
                  <a:pt x="69545" y="2557"/>
                </a:lnTo>
                <a:lnTo>
                  <a:pt x="70568" y="2557"/>
                </a:lnTo>
                <a:lnTo>
                  <a:pt x="70466" y="2659"/>
                </a:lnTo>
                <a:lnTo>
                  <a:pt x="72102" y="2557"/>
                </a:lnTo>
                <a:lnTo>
                  <a:pt x="70773" y="2761"/>
                </a:lnTo>
                <a:lnTo>
                  <a:pt x="70466" y="2966"/>
                </a:lnTo>
                <a:lnTo>
                  <a:pt x="70159" y="3068"/>
                </a:lnTo>
                <a:lnTo>
                  <a:pt x="70977" y="3170"/>
                </a:lnTo>
                <a:lnTo>
                  <a:pt x="70364" y="3273"/>
                </a:lnTo>
                <a:lnTo>
                  <a:pt x="72102" y="3477"/>
                </a:lnTo>
                <a:lnTo>
                  <a:pt x="72102" y="3170"/>
                </a:lnTo>
                <a:lnTo>
                  <a:pt x="72307" y="3273"/>
                </a:lnTo>
                <a:lnTo>
                  <a:pt x="73330" y="3170"/>
                </a:lnTo>
                <a:lnTo>
                  <a:pt x="73227" y="3068"/>
                </a:lnTo>
                <a:lnTo>
                  <a:pt x="73739" y="2864"/>
                </a:lnTo>
                <a:lnTo>
                  <a:pt x="73432" y="3068"/>
                </a:lnTo>
                <a:lnTo>
                  <a:pt x="75580" y="2557"/>
                </a:lnTo>
                <a:lnTo>
                  <a:pt x="74557" y="2455"/>
                </a:lnTo>
                <a:lnTo>
                  <a:pt x="74659" y="2045"/>
                </a:lnTo>
                <a:lnTo>
                  <a:pt x="74966" y="1841"/>
                </a:lnTo>
                <a:lnTo>
                  <a:pt x="74352" y="1943"/>
                </a:lnTo>
                <a:lnTo>
                  <a:pt x="74455" y="2045"/>
                </a:lnTo>
                <a:lnTo>
                  <a:pt x="73534" y="1739"/>
                </a:lnTo>
                <a:lnTo>
                  <a:pt x="73534" y="1636"/>
                </a:lnTo>
                <a:lnTo>
                  <a:pt x="72920" y="1227"/>
                </a:lnTo>
                <a:close/>
                <a:moveTo>
                  <a:pt x="74870" y="3225"/>
                </a:moveTo>
                <a:lnTo>
                  <a:pt x="73227" y="3477"/>
                </a:lnTo>
                <a:lnTo>
                  <a:pt x="74301" y="3380"/>
                </a:lnTo>
                <a:lnTo>
                  <a:pt x="74301" y="3380"/>
                </a:lnTo>
                <a:lnTo>
                  <a:pt x="74870" y="3225"/>
                </a:lnTo>
                <a:close/>
                <a:moveTo>
                  <a:pt x="74352" y="3375"/>
                </a:moveTo>
                <a:lnTo>
                  <a:pt x="74301" y="3380"/>
                </a:lnTo>
                <a:lnTo>
                  <a:pt x="74301" y="3380"/>
                </a:lnTo>
                <a:lnTo>
                  <a:pt x="73943" y="3477"/>
                </a:lnTo>
                <a:lnTo>
                  <a:pt x="74352" y="3375"/>
                </a:lnTo>
                <a:close/>
                <a:moveTo>
                  <a:pt x="182148" y="2557"/>
                </a:moveTo>
                <a:lnTo>
                  <a:pt x="182250" y="2966"/>
                </a:lnTo>
                <a:lnTo>
                  <a:pt x="182148" y="3170"/>
                </a:lnTo>
                <a:lnTo>
                  <a:pt x="182045" y="3580"/>
                </a:lnTo>
                <a:lnTo>
                  <a:pt x="185114" y="3170"/>
                </a:lnTo>
                <a:lnTo>
                  <a:pt x="183682" y="2761"/>
                </a:lnTo>
                <a:lnTo>
                  <a:pt x="183170" y="2864"/>
                </a:lnTo>
                <a:lnTo>
                  <a:pt x="182966" y="2761"/>
                </a:lnTo>
                <a:lnTo>
                  <a:pt x="183068" y="2659"/>
                </a:lnTo>
                <a:lnTo>
                  <a:pt x="182455" y="2557"/>
                </a:lnTo>
                <a:lnTo>
                  <a:pt x="182455" y="2557"/>
                </a:lnTo>
                <a:lnTo>
                  <a:pt x="182557" y="2659"/>
                </a:lnTo>
                <a:lnTo>
                  <a:pt x="182148" y="2557"/>
                </a:lnTo>
                <a:close/>
                <a:moveTo>
                  <a:pt x="64739" y="2557"/>
                </a:moveTo>
                <a:lnTo>
                  <a:pt x="63614" y="2864"/>
                </a:lnTo>
                <a:lnTo>
                  <a:pt x="64023" y="2864"/>
                </a:lnTo>
                <a:lnTo>
                  <a:pt x="63716" y="2966"/>
                </a:lnTo>
                <a:lnTo>
                  <a:pt x="63716" y="2966"/>
                </a:lnTo>
                <a:lnTo>
                  <a:pt x="64432" y="2864"/>
                </a:lnTo>
                <a:lnTo>
                  <a:pt x="64125" y="2966"/>
                </a:lnTo>
                <a:lnTo>
                  <a:pt x="64534" y="3068"/>
                </a:lnTo>
                <a:lnTo>
                  <a:pt x="64125" y="3068"/>
                </a:lnTo>
                <a:lnTo>
                  <a:pt x="64330" y="3170"/>
                </a:lnTo>
                <a:lnTo>
                  <a:pt x="63511" y="3375"/>
                </a:lnTo>
                <a:lnTo>
                  <a:pt x="65352" y="3477"/>
                </a:lnTo>
                <a:lnTo>
                  <a:pt x="65352" y="3580"/>
                </a:lnTo>
                <a:lnTo>
                  <a:pt x="66068" y="3682"/>
                </a:lnTo>
                <a:lnTo>
                  <a:pt x="66273" y="3375"/>
                </a:lnTo>
                <a:lnTo>
                  <a:pt x="66580" y="3170"/>
                </a:lnTo>
                <a:lnTo>
                  <a:pt x="65966" y="2966"/>
                </a:lnTo>
                <a:lnTo>
                  <a:pt x="66068" y="2864"/>
                </a:lnTo>
                <a:lnTo>
                  <a:pt x="65148" y="2966"/>
                </a:lnTo>
                <a:lnTo>
                  <a:pt x="65148" y="2864"/>
                </a:lnTo>
                <a:lnTo>
                  <a:pt x="64739" y="2557"/>
                </a:lnTo>
                <a:close/>
                <a:moveTo>
                  <a:pt x="67705" y="2966"/>
                </a:moveTo>
                <a:lnTo>
                  <a:pt x="67295" y="3273"/>
                </a:lnTo>
                <a:lnTo>
                  <a:pt x="67705" y="3477"/>
                </a:lnTo>
                <a:lnTo>
                  <a:pt x="67398" y="3682"/>
                </a:lnTo>
                <a:lnTo>
                  <a:pt x="69136" y="3273"/>
                </a:lnTo>
                <a:lnTo>
                  <a:pt x="67705" y="2966"/>
                </a:lnTo>
                <a:close/>
                <a:moveTo>
                  <a:pt x="136943" y="3170"/>
                </a:moveTo>
                <a:lnTo>
                  <a:pt x="135818" y="3273"/>
                </a:lnTo>
                <a:lnTo>
                  <a:pt x="136841" y="3682"/>
                </a:lnTo>
                <a:lnTo>
                  <a:pt x="136432" y="3886"/>
                </a:lnTo>
                <a:lnTo>
                  <a:pt x="137557" y="3886"/>
                </a:lnTo>
                <a:lnTo>
                  <a:pt x="137352" y="3989"/>
                </a:lnTo>
                <a:lnTo>
                  <a:pt x="137761" y="4091"/>
                </a:lnTo>
                <a:lnTo>
                  <a:pt x="138784" y="3784"/>
                </a:lnTo>
                <a:lnTo>
                  <a:pt x="137659" y="3477"/>
                </a:lnTo>
                <a:lnTo>
                  <a:pt x="137761" y="3477"/>
                </a:lnTo>
                <a:lnTo>
                  <a:pt x="137148" y="3375"/>
                </a:lnTo>
                <a:lnTo>
                  <a:pt x="136943" y="3170"/>
                </a:lnTo>
                <a:close/>
                <a:moveTo>
                  <a:pt x="131114" y="2250"/>
                </a:moveTo>
                <a:lnTo>
                  <a:pt x="131114" y="2352"/>
                </a:lnTo>
                <a:lnTo>
                  <a:pt x="130295" y="2352"/>
                </a:lnTo>
                <a:lnTo>
                  <a:pt x="131318" y="2864"/>
                </a:lnTo>
                <a:lnTo>
                  <a:pt x="130705" y="2864"/>
                </a:lnTo>
                <a:lnTo>
                  <a:pt x="131625" y="3375"/>
                </a:lnTo>
                <a:lnTo>
                  <a:pt x="132648" y="3273"/>
                </a:lnTo>
                <a:lnTo>
                  <a:pt x="132545" y="3170"/>
                </a:lnTo>
                <a:lnTo>
                  <a:pt x="132545" y="3068"/>
                </a:lnTo>
                <a:lnTo>
                  <a:pt x="132955" y="3068"/>
                </a:lnTo>
                <a:lnTo>
                  <a:pt x="133261" y="3273"/>
                </a:lnTo>
                <a:lnTo>
                  <a:pt x="133875" y="3068"/>
                </a:lnTo>
                <a:lnTo>
                  <a:pt x="133670" y="3170"/>
                </a:lnTo>
                <a:lnTo>
                  <a:pt x="134080" y="3273"/>
                </a:lnTo>
                <a:lnTo>
                  <a:pt x="132443" y="3580"/>
                </a:lnTo>
                <a:lnTo>
                  <a:pt x="132750" y="3784"/>
                </a:lnTo>
                <a:lnTo>
                  <a:pt x="134080" y="3784"/>
                </a:lnTo>
                <a:lnTo>
                  <a:pt x="132545" y="4091"/>
                </a:lnTo>
                <a:lnTo>
                  <a:pt x="134284" y="4602"/>
                </a:lnTo>
                <a:lnTo>
                  <a:pt x="134386" y="4398"/>
                </a:lnTo>
                <a:lnTo>
                  <a:pt x="134284" y="4295"/>
                </a:lnTo>
                <a:lnTo>
                  <a:pt x="134898" y="3886"/>
                </a:lnTo>
                <a:lnTo>
                  <a:pt x="134898" y="3580"/>
                </a:lnTo>
                <a:lnTo>
                  <a:pt x="135205" y="3477"/>
                </a:lnTo>
                <a:lnTo>
                  <a:pt x="135511" y="3170"/>
                </a:lnTo>
                <a:lnTo>
                  <a:pt x="136432" y="3068"/>
                </a:lnTo>
                <a:lnTo>
                  <a:pt x="135920" y="2864"/>
                </a:lnTo>
                <a:lnTo>
                  <a:pt x="136023" y="2761"/>
                </a:lnTo>
                <a:lnTo>
                  <a:pt x="134795" y="2659"/>
                </a:lnTo>
                <a:lnTo>
                  <a:pt x="134795" y="2455"/>
                </a:lnTo>
                <a:lnTo>
                  <a:pt x="134182" y="2557"/>
                </a:lnTo>
                <a:lnTo>
                  <a:pt x="134386" y="2352"/>
                </a:lnTo>
                <a:lnTo>
                  <a:pt x="133261" y="2250"/>
                </a:lnTo>
                <a:lnTo>
                  <a:pt x="133261" y="2250"/>
                </a:lnTo>
                <a:lnTo>
                  <a:pt x="133568" y="2864"/>
                </a:lnTo>
                <a:lnTo>
                  <a:pt x="133568" y="2864"/>
                </a:lnTo>
                <a:lnTo>
                  <a:pt x="132750" y="2455"/>
                </a:lnTo>
                <a:lnTo>
                  <a:pt x="131318" y="2455"/>
                </a:lnTo>
                <a:lnTo>
                  <a:pt x="131932" y="2250"/>
                </a:lnTo>
                <a:close/>
                <a:moveTo>
                  <a:pt x="66682" y="4398"/>
                </a:moveTo>
                <a:lnTo>
                  <a:pt x="66784" y="4500"/>
                </a:lnTo>
                <a:lnTo>
                  <a:pt x="66477" y="4500"/>
                </a:lnTo>
                <a:lnTo>
                  <a:pt x="67091" y="4705"/>
                </a:lnTo>
                <a:lnTo>
                  <a:pt x="66784" y="4705"/>
                </a:lnTo>
                <a:lnTo>
                  <a:pt x="68232" y="4795"/>
                </a:lnTo>
                <a:lnTo>
                  <a:pt x="68232" y="4795"/>
                </a:lnTo>
                <a:lnTo>
                  <a:pt x="68625" y="4500"/>
                </a:lnTo>
                <a:lnTo>
                  <a:pt x="66682" y="4398"/>
                </a:lnTo>
                <a:close/>
                <a:moveTo>
                  <a:pt x="68232" y="4795"/>
                </a:moveTo>
                <a:lnTo>
                  <a:pt x="68216" y="4807"/>
                </a:lnTo>
                <a:lnTo>
                  <a:pt x="68324" y="4801"/>
                </a:lnTo>
                <a:lnTo>
                  <a:pt x="68324" y="4801"/>
                </a:lnTo>
                <a:lnTo>
                  <a:pt x="68232" y="4795"/>
                </a:lnTo>
                <a:close/>
                <a:moveTo>
                  <a:pt x="71489" y="4500"/>
                </a:moveTo>
                <a:lnTo>
                  <a:pt x="70568" y="4705"/>
                </a:lnTo>
                <a:lnTo>
                  <a:pt x="71080" y="4807"/>
                </a:lnTo>
                <a:lnTo>
                  <a:pt x="71489" y="4500"/>
                </a:lnTo>
                <a:close/>
                <a:moveTo>
                  <a:pt x="81102" y="205"/>
                </a:moveTo>
                <a:lnTo>
                  <a:pt x="81614" y="409"/>
                </a:lnTo>
                <a:lnTo>
                  <a:pt x="80386" y="307"/>
                </a:lnTo>
                <a:lnTo>
                  <a:pt x="80489" y="409"/>
                </a:lnTo>
                <a:lnTo>
                  <a:pt x="79773" y="409"/>
                </a:lnTo>
                <a:lnTo>
                  <a:pt x="79977" y="511"/>
                </a:lnTo>
                <a:lnTo>
                  <a:pt x="79466" y="511"/>
                </a:lnTo>
                <a:lnTo>
                  <a:pt x="80693" y="920"/>
                </a:lnTo>
                <a:lnTo>
                  <a:pt x="80693" y="920"/>
                </a:lnTo>
                <a:lnTo>
                  <a:pt x="79159" y="716"/>
                </a:lnTo>
                <a:lnTo>
                  <a:pt x="77011" y="716"/>
                </a:lnTo>
                <a:lnTo>
                  <a:pt x="77727" y="818"/>
                </a:lnTo>
                <a:lnTo>
                  <a:pt x="73841" y="1023"/>
                </a:lnTo>
                <a:lnTo>
                  <a:pt x="73943" y="1125"/>
                </a:lnTo>
                <a:lnTo>
                  <a:pt x="74864" y="1023"/>
                </a:lnTo>
                <a:lnTo>
                  <a:pt x="74864" y="1023"/>
                </a:lnTo>
                <a:lnTo>
                  <a:pt x="74250" y="1125"/>
                </a:lnTo>
                <a:lnTo>
                  <a:pt x="75989" y="1125"/>
                </a:lnTo>
                <a:lnTo>
                  <a:pt x="74659" y="1227"/>
                </a:lnTo>
                <a:lnTo>
                  <a:pt x="74830" y="1313"/>
                </a:lnTo>
                <a:lnTo>
                  <a:pt x="74830" y="1313"/>
                </a:lnTo>
                <a:lnTo>
                  <a:pt x="77216" y="1227"/>
                </a:lnTo>
                <a:lnTo>
                  <a:pt x="74557" y="1534"/>
                </a:lnTo>
                <a:lnTo>
                  <a:pt x="74557" y="1534"/>
                </a:lnTo>
                <a:lnTo>
                  <a:pt x="78034" y="1330"/>
                </a:lnTo>
                <a:lnTo>
                  <a:pt x="75784" y="1739"/>
                </a:lnTo>
                <a:lnTo>
                  <a:pt x="75784" y="1739"/>
                </a:lnTo>
                <a:lnTo>
                  <a:pt x="78341" y="1636"/>
                </a:lnTo>
                <a:lnTo>
                  <a:pt x="78341" y="1636"/>
                </a:lnTo>
                <a:lnTo>
                  <a:pt x="77830" y="1739"/>
                </a:lnTo>
                <a:lnTo>
                  <a:pt x="81818" y="1125"/>
                </a:lnTo>
                <a:lnTo>
                  <a:pt x="81818" y="1125"/>
                </a:lnTo>
                <a:lnTo>
                  <a:pt x="80386" y="1534"/>
                </a:lnTo>
                <a:lnTo>
                  <a:pt x="81409" y="1534"/>
                </a:lnTo>
                <a:lnTo>
                  <a:pt x="77523" y="1943"/>
                </a:lnTo>
                <a:lnTo>
                  <a:pt x="78648" y="2352"/>
                </a:lnTo>
                <a:lnTo>
                  <a:pt x="78648" y="2352"/>
                </a:lnTo>
                <a:lnTo>
                  <a:pt x="75375" y="2045"/>
                </a:lnTo>
                <a:lnTo>
                  <a:pt x="75375" y="2352"/>
                </a:lnTo>
                <a:lnTo>
                  <a:pt x="76193" y="2761"/>
                </a:lnTo>
                <a:lnTo>
                  <a:pt x="75682" y="2761"/>
                </a:lnTo>
                <a:lnTo>
                  <a:pt x="77216" y="2864"/>
                </a:lnTo>
                <a:lnTo>
                  <a:pt x="75022" y="3201"/>
                </a:lnTo>
                <a:lnTo>
                  <a:pt x="75022" y="3201"/>
                </a:lnTo>
                <a:lnTo>
                  <a:pt x="74761" y="3375"/>
                </a:lnTo>
                <a:lnTo>
                  <a:pt x="75170" y="3477"/>
                </a:lnTo>
                <a:lnTo>
                  <a:pt x="74148" y="3682"/>
                </a:lnTo>
                <a:lnTo>
                  <a:pt x="74045" y="3886"/>
                </a:lnTo>
                <a:lnTo>
                  <a:pt x="75989" y="3580"/>
                </a:lnTo>
                <a:lnTo>
                  <a:pt x="73739" y="3989"/>
                </a:lnTo>
                <a:lnTo>
                  <a:pt x="73432" y="3682"/>
                </a:lnTo>
                <a:lnTo>
                  <a:pt x="72716" y="3682"/>
                </a:lnTo>
                <a:lnTo>
                  <a:pt x="72818" y="4193"/>
                </a:lnTo>
                <a:lnTo>
                  <a:pt x="71489" y="4500"/>
                </a:lnTo>
                <a:lnTo>
                  <a:pt x="71489" y="4500"/>
                </a:lnTo>
                <a:lnTo>
                  <a:pt x="71489" y="4500"/>
                </a:lnTo>
                <a:lnTo>
                  <a:pt x="71284" y="4807"/>
                </a:lnTo>
                <a:lnTo>
                  <a:pt x="71898" y="4705"/>
                </a:lnTo>
                <a:lnTo>
                  <a:pt x="71898" y="4807"/>
                </a:lnTo>
                <a:lnTo>
                  <a:pt x="75784" y="4807"/>
                </a:lnTo>
                <a:lnTo>
                  <a:pt x="75477" y="5011"/>
                </a:lnTo>
                <a:lnTo>
                  <a:pt x="75477" y="5011"/>
                </a:lnTo>
                <a:lnTo>
                  <a:pt x="77318" y="4705"/>
                </a:lnTo>
                <a:lnTo>
                  <a:pt x="77727" y="4398"/>
                </a:lnTo>
                <a:lnTo>
                  <a:pt x="77114" y="4398"/>
                </a:lnTo>
                <a:lnTo>
                  <a:pt x="77216" y="4193"/>
                </a:lnTo>
                <a:lnTo>
                  <a:pt x="75682" y="4091"/>
                </a:lnTo>
                <a:lnTo>
                  <a:pt x="76193" y="4091"/>
                </a:lnTo>
                <a:lnTo>
                  <a:pt x="76091" y="3989"/>
                </a:lnTo>
                <a:lnTo>
                  <a:pt x="78341" y="3886"/>
                </a:lnTo>
                <a:lnTo>
                  <a:pt x="78545" y="3580"/>
                </a:lnTo>
                <a:lnTo>
                  <a:pt x="80489" y="3375"/>
                </a:lnTo>
                <a:lnTo>
                  <a:pt x="79977" y="3170"/>
                </a:lnTo>
                <a:lnTo>
                  <a:pt x="81205" y="3068"/>
                </a:lnTo>
                <a:lnTo>
                  <a:pt x="79159" y="2761"/>
                </a:lnTo>
                <a:lnTo>
                  <a:pt x="81614" y="2659"/>
                </a:lnTo>
                <a:lnTo>
                  <a:pt x="80386" y="2455"/>
                </a:lnTo>
                <a:lnTo>
                  <a:pt x="82534" y="2352"/>
                </a:lnTo>
                <a:lnTo>
                  <a:pt x="81920" y="2250"/>
                </a:lnTo>
                <a:lnTo>
                  <a:pt x="83966" y="2250"/>
                </a:lnTo>
                <a:lnTo>
                  <a:pt x="83864" y="2148"/>
                </a:lnTo>
                <a:lnTo>
                  <a:pt x="84375" y="2045"/>
                </a:lnTo>
                <a:lnTo>
                  <a:pt x="83557" y="2045"/>
                </a:lnTo>
                <a:lnTo>
                  <a:pt x="84682" y="1943"/>
                </a:lnTo>
                <a:lnTo>
                  <a:pt x="84580" y="1739"/>
                </a:lnTo>
                <a:lnTo>
                  <a:pt x="88466" y="1125"/>
                </a:lnTo>
                <a:lnTo>
                  <a:pt x="86216" y="1330"/>
                </a:lnTo>
                <a:lnTo>
                  <a:pt x="90920" y="614"/>
                </a:lnTo>
                <a:lnTo>
                  <a:pt x="89898" y="511"/>
                </a:lnTo>
                <a:lnTo>
                  <a:pt x="90000" y="409"/>
                </a:lnTo>
                <a:lnTo>
                  <a:pt x="89795" y="409"/>
                </a:lnTo>
                <a:lnTo>
                  <a:pt x="89898" y="307"/>
                </a:lnTo>
                <a:lnTo>
                  <a:pt x="89898" y="307"/>
                </a:lnTo>
                <a:lnTo>
                  <a:pt x="87136" y="409"/>
                </a:lnTo>
                <a:lnTo>
                  <a:pt x="88466" y="205"/>
                </a:lnTo>
                <a:lnTo>
                  <a:pt x="84682" y="205"/>
                </a:lnTo>
                <a:lnTo>
                  <a:pt x="84989" y="409"/>
                </a:lnTo>
                <a:lnTo>
                  <a:pt x="82739" y="205"/>
                </a:lnTo>
                <a:lnTo>
                  <a:pt x="83352" y="409"/>
                </a:lnTo>
                <a:lnTo>
                  <a:pt x="83352" y="409"/>
                </a:lnTo>
                <a:lnTo>
                  <a:pt x="81102" y="205"/>
                </a:lnTo>
                <a:close/>
                <a:moveTo>
                  <a:pt x="62898" y="4909"/>
                </a:moveTo>
                <a:lnTo>
                  <a:pt x="63205" y="5011"/>
                </a:lnTo>
                <a:lnTo>
                  <a:pt x="63205" y="4909"/>
                </a:lnTo>
                <a:close/>
                <a:moveTo>
                  <a:pt x="55227" y="3989"/>
                </a:moveTo>
                <a:lnTo>
                  <a:pt x="55330" y="4091"/>
                </a:lnTo>
                <a:lnTo>
                  <a:pt x="50318" y="5011"/>
                </a:lnTo>
                <a:lnTo>
                  <a:pt x="50523" y="5011"/>
                </a:lnTo>
                <a:lnTo>
                  <a:pt x="50318" y="5216"/>
                </a:lnTo>
                <a:lnTo>
                  <a:pt x="50318" y="5216"/>
                </a:lnTo>
                <a:lnTo>
                  <a:pt x="51545" y="5011"/>
                </a:lnTo>
                <a:lnTo>
                  <a:pt x="51443" y="5318"/>
                </a:lnTo>
                <a:lnTo>
                  <a:pt x="54102" y="4500"/>
                </a:lnTo>
                <a:lnTo>
                  <a:pt x="53591" y="4909"/>
                </a:lnTo>
                <a:lnTo>
                  <a:pt x="53591" y="4909"/>
                </a:lnTo>
                <a:lnTo>
                  <a:pt x="56045" y="4091"/>
                </a:lnTo>
                <a:lnTo>
                  <a:pt x="55227" y="3989"/>
                </a:lnTo>
                <a:close/>
                <a:moveTo>
                  <a:pt x="65761" y="4705"/>
                </a:moveTo>
                <a:lnTo>
                  <a:pt x="63818" y="4807"/>
                </a:lnTo>
                <a:lnTo>
                  <a:pt x="64227" y="4909"/>
                </a:lnTo>
                <a:lnTo>
                  <a:pt x="63920" y="4909"/>
                </a:lnTo>
                <a:lnTo>
                  <a:pt x="64330" y="5011"/>
                </a:lnTo>
                <a:lnTo>
                  <a:pt x="64023" y="5216"/>
                </a:lnTo>
                <a:lnTo>
                  <a:pt x="63205" y="5011"/>
                </a:lnTo>
                <a:lnTo>
                  <a:pt x="62898" y="5114"/>
                </a:lnTo>
                <a:lnTo>
                  <a:pt x="63000" y="5114"/>
                </a:lnTo>
                <a:lnTo>
                  <a:pt x="63102" y="5318"/>
                </a:lnTo>
                <a:lnTo>
                  <a:pt x="63102" y="5318"/>
                </a:lnTo>
                <a:lnTo>
                  <a:pt x="62489" y="5216"/>
                </a:lnTo>
                <a:lnTo>
                  <a:pt x="61875" y="5420"/>
                </a:lnTo>
                <a:lnTo>
                  <a:pt x="64125" y="5420"/>
                </a:lnTo>
                <a:lnTo>
                  <a:pt x="62898" y="5625"/>
                </a:lnTo>
                <a:lnTo>
                  <a:pt x="63102" y="5727"/>
                </a:lnTo>
                <a:lnTo>
                  <a:pt x="63000" y="5932"/>
                </a:lnTo>
                <a:lnTo>
                  <a:pt x="63000" y="5932"/>
                </a:lnTo>
                <a:lnTo>
                  <a:pt x="65148" y="5420"/>
                </a:lnTo>
                <a:lnTo>
                  <a:pt x="64943" y="5318"/>
                </a:lnTo>
                <a:lnTo>
                  <a:pt x="65761" y="4705"/>
                </a:lnTo>
                <a:close/>
                <a:moveTo>
                  <a:pt x="209148" y="5011"/>
                </a:moveTo>
                <a:lnTo>
                  <a:pt x="209455" y="5420"/>
                </a:lnTo>
                <a:lnTo>
                  <a:pt x="207102" y="5216"/>
                </a:lnTo>
                <a:lnTo>
                  <a:pt x="207409" y="5318"/>
                </a:lnTo>
                <a:lnTo>
                  <a:pt x="207205" y="5318"/>
                </a:lnTo>
                <a:lnTo>
                  <a:pt x="207716" y="5625"/>
                </a:lnTo>
                <a:lnTo>
                  <a:pt x="207511" y="5625"/>
                </a:lnTo>
                <a:lnTo>
                  <a:pt x="211705" y="5932"/>
                </a:lnTo>
                <a:lnTo>
                  <a:pt x="210170" y="5420"/>
                </a:lnTo>
                <a:lnTo>
                  <a:pt x="210170" y="5420"/>
                </a:lnTo>
                <a:lnTo>
                  <a:pt x="212420" y="5727"/>
                </a:lnTo>
                <a:lnTo>
                  <a:pt x="212318" y="5523"/>
                </a:lnTo>
                <a:lnTo>
                  <a:pt x="209148" y="5011"/>
                </a:lnTo>
                <a:close/>
                <a:moveTo>
                  <a:pt x="65148" y="5932"/>
                </a:moveTo>
                <a:lnTo>
                  <a:pt x="65966" y="6239"/>
                </a:lnTo>
                <a:lnTo>
                  <a:pt x="66989" y="5932"/>
                </a:lnTo>
                <a:close/>
                <a:moveTo>
                  <a:pt x="59523" y="4500"/>
                </a:moveTo>
                <a:lnTo>
                  <a:pt x="58193" y="4807"/>
                </a:lnTo>
                <a:lnTo>
                  <a:pt x="58295" y="5011"/>
                </a:lnTo>
                <a:lnTo>
                  <a:pt x="57886" y="5216"/>
                </a:lnTo>
                <a:lnTo>
                  <a:pt x="58193" y="5420"/>
                </a:lnTo>
                <a:lnTo>
                  <a:pt x="56455" y="5216"/>
                </a:lnTo>
                <a:lnTo>
                  <a:pt x="56659" y="5216"/>
                </a:lnTo>
                <a:lnTo>
                  <a:pt x="55739" y="4909"/>
                </a:lnTo>
                <a:lnTo>
                  <a:pt x="55841" y="4807"/>
                </a:lnTo>
                <a:lnTo>
                  <a:pt x="54716" y="4909"/>
                </a:lnTo>
                <a:lnTo>
                  <a:pt x="55227" y="5011"/>
                </a:lnTo>
                <a:lnTo>
                  <a:pt x="53795" y="5216"/>
                </a:lnTo>
                <a:lnTo>
                  <a:pt x="54818" y="5216"/>
                </a:lnTo>
                <a:lnTo>
                  <a:pt x="53182" y="5420"/>
                </a:lnTo>
                <a:lnTo>
                  <a:pt x="54511" y="5318"/>
                </a:lnTo>
                <a:lnTo>
                  <a:pt x="52466" y="5727"/>
                </a:lnTo>
                <a:lnTo>
                  <a:pt x="53386" y="5932"/>
                </a:lnTo>
                <a:lnTo>
                  <a:pt x="53693" y="5830"/>
                </a:lnTo>
                <a:lnTo>
                  <a:pt x="53898" y="5932"/>
                </a:lnTo>
                <a:lnTo>
                  <a:pt x="54307" y="5830"/>
                </a:lnTo>
                <a:lnTo>
                  <a:pt x="54409" y="5727"/>
                </a:lnTo>
                <a:lnTo>
                  <a:pt x="55227" y="5625"/>
                </a:lnTo>
                <a:lnTo>
                  <a:pt x="54614" y="5830"/>
                </a:lnTo>
                <a:lnTo>
                  <a:pt x="56455" y="5727"/>
                </a:lnTo>
                <a:lnTo>
                  <a:pt x="56455" y="5727"/>
                </a:lnTo>
                <a:lnTo>
                  <a:pt x="54102" y="6136"/>
                </a:lnTo>
                <a:lnTo>
                  <a:pt x="54102" y="6341"/>
                </a:lnTo>
                <a:lnTo>
                  <a:pt x="57784" y="5932"/>
                </a:lnTo>
                <a:lnTo>
                  <a:pt x="57682" y="5932"/>
                </a:lnTo>
                <a:lnTo>
                  <a:pt x="59625" y="5727"/>
                </a:lnTo>
                <a:lnTo>
                  <a:pt x="60443" y="5114"/>
                </a:lnTo>
                <a:lnTo>
                  <a:pt x="58909" y="5318"/>
                </a:lnTo>
                <a:lnTo>
                  <a:pt x="59216" y="5114"/>
                </a:lnTo>
                <a:lnTo>
                  <a:pt x="58909" y="5114"/>
                </a:lnTo>
                <a:lnTo>
                  <a:pt x="59523" y="4500"/>
                </a:lnTo>
                <a:close/>
                <a:moveTo>
                  <a:pt x="70057" y="4705"/>
                </a:moveTo>
                <a:lnTo>
                  <a:pt x="68324" y="4801"/>
                </a:lnTo>
                <a:lnTo>
                  <a:pt x="68324" y="4801"/>
                </a:lnTo>
                <a:lnTo>
                  <a:pt x="68420" y="4807"/>
                </a:lnTo>
                <a:lnTo>
                  <a:pt x="68420" y="5318"/>
                </a:lnTo>
                <a:lnTo>
                  <a:pt x="67909" y="5625"/>
                </a:lnTo>
                <a:lnTo>
                  <a:pt x="67807" y="5830"/>
                </a:lnTo>
                <a:lnTo>
                  <a:pt x="68420" y="6034"/>
                </a:lnTo>
                <a:lnTo>
                  <a:pt x="68318" y="6136"/>
                </a:lnTo>
                <a:lnTo>
                  <a:pt x="69955" y="6136"/>
                </a:lnTo>
                <a:lnTo>
                  <a:pt x="69648" y="6341"/>
                </a:lnTo>
                <a:lnTo>
                  <a:pt x="75580" y="6034"/>
                </a:lnTo>
                <a:lnTo>
                  <a:pt x="75068" y="5932"/>
                </a:lnTo>
                <a:lnTo>
                  <a:pt x="75580" y="5523"/>
                </a:lnTo>
                <a:lnTo>
                  <a:pt x="74966" y="5420"/>
                </a:lnTo>
                <a:lnTo>
                  <a:pt x="75068" y="5318"/>
                </a:lnTo>
                <a:lnTo>
                  <a:pt x="71898" y="5523"/>
                </a:lnTo>
                <a:lnTo>
                  <a:pt x="72000" y="5625"/>
                </a:lnTo>
                <a:lnTo>
                  <a:pt x="70261" y="5420"/>
                </a:lnTo>
                <a:lnTo>
                  <a:pt x="70159" y="5523"/>
                </a:lnTo>
                <a:lnTo>
                  <a:pt x="69750" y="5523"/>
                </a:lnTo>
                <a:lnTo>
                  <a:pt x="70261" y="5318"/>
                </a:lnTo>
                <a:lnTo>
                  <a:pt x="69239" y="4909"/>
                </a:lnTo>
                <a:lnTo>
                  <a:pt x="70568" y="4909"/>
                </a:lnTo>
                <a:lnTo>
                  <a:pt x="69443" y="4807"/>
                </a:lnTo>
                <a:lnTo>
                  <a:pt x="70057" y="4705"/>
                </a:lnTo>
                <a:close/>
                <a:moveTo>
                  <a:pt x="165273" y="4705"/>
                </a:moveTo>
                <a:lnTo>
                  <a:pt x="160773" y="4909"/>
                </a:lnTo>
                <a:lnTo>
                  <a:pt x="160875" y="5011"/>
                </a:lnTo>
                <a:lnTo>
                  <a:pt x="160364" y="5114"/>
                </a:lnTo>
                <a:lnTo>
                  <a:pt x="159341" y="5420"/>
                </a:lnTo>
                <a:lnTo>
                  <a:pt x="158727" y="5625"/>
                </a:lnTo>
                <a:lnTo>
                  <a:pt x="158830" y="5727"/>
                </a:lnTo>
                <a:lnTo>
                  <a:pt x="158216" y="5830"/>
                </a:lnTo>
                <a:lnTo>
                  <a:pt x="158727" y="5932"/>
                </a:lnTo>
                <a:lnTo>
                  <a:pt x="158318" y="6239"/>
                </a:lnTo>
                <a:lnTo>
                  <a:pt x="158727" y="6341"/>
                </a:lnTo>
                <a:lnTo>
                  <a:pt x="158318" y="6443"/>
                </a:lnTo>
                <a:lnTo>
                  <a:pt x="158114" y="6648"/>
                </a:lnTo>
                <a:lnTo>
                  <a:pt x="157602" y="6955"/>
                </a:lnTo>
                <a:lnTo>
                  <a:pt x="158114" y="7261"/>
                </a:lnTo>
                <a:lnTo>
                  <a:pt x="160057" y="7057"/>
                </a:lnTo>
                <a:lnTo>
                  <a:pt x="159750" y="6852"/>
                </a:lnTo>
                <a:lnTo>
                  <a:pt x="160159" y="6341"/>
                </a:lnTo>
                <a:lnTo>
                  <a:pt x="160875" y="6239"/>
                </a:lnTo>
                <a:lnTo>
                  <a:pt x="160875" y="6136"/>
                </a:lnTo>
                <a:lnTo>
                  <a:pt x="161182" y="6034"/>
                </a:lnTo>
                <a:lnTo>
                  <a:pt x="160977" y="5932"/>
                </a:lnTo>
                <a:lnTo>
                  <a:pt x="165273" y="4705"/>
                </a:lnTo>
                <a:close/>
                <a:moveTo>
                  <a:pt x="212114" y="6852"/>
                </a:moveTo>
                <a:lnTo>
                  <a:pt x="211500" y="7261"/>
                </a:lnTo>
                <a:lnTo>
                  <a:pt x="214057" y="7364"/>
                </a:lnTo>
                <a:lnTo>
                  <a:pt x="212114" y="6852"/>
                </a:lnTo>
                <a:close/>
                <a:moveTo>
                  <a:pt x="177955" y="7159"/>
                </a:moveTo>
                <a:lnTo>
                  <a:pt x="178568" y="7466"/>
                </a:lnTo>
                <a:lnTo>
                  <a:pt x="177852" y="7261"/>
                </a:lnTo>
                <a:lnTo>
                  <a:pt x="177955" y="7159"/>
                </a:lnTo>
                <a:close/>
                <a:moveTo>
                  <a:pt x="58602" y="6955"/>
                </a:moveTo>
                <a:lnTo>
                  <a:pt x="57375" y="7159"/>
                </a:lnTo>
                <a:lnTo>
                  <a:pt x="57784" y="7568"/>
                </a:lnTo>
                <a:lnTo>
                  <a:pt x="58602" y="7261"/>
                </a:lnTo>
                <a:lnTo>
                  <a:pt x="58602" y="6955"/>
                </a:lnTo>
                <a:close/>
                <a:moveTo>
                  <a:pt x="108307" y="7568"/>
                </a:moveTo>
                <a:lnTo>
                  <a:pt x="108211" y="7587"/>
                </a:lnTo>
                <a:lnTo>
                  <a:pt x="108211" y="7587"/>
                </a:lnTo>
                <a:lnTo>
                  <a:pt x="108381" y="7603"/>
                </a:lnTo>
                <a:lnTo>
                  <a:pt x="108381" y="7603"/>
                </a:lnTo>
                <a:lnTo>
                  <a:pt x="108307" y="7568"/>
                </a:lnTo>
                <a:close/>
                <a:moveTo>
                  <a:pt x="73636" y="7159"/>
                </a:moveTo>
                <a:lnTo>
                  <a:pt x="74659" y="7670"/>
                </a:lnTo>
                <a:lnTo>
                  <a:pt x="76193" y="7670"/>
                </a:lnTo>
                <a:lnTo>
                  <a:pt x="76193" y="7466"/>
                </a:lnTo>
                <a:lnTo>
                  <a:pt x="75989" y="7261"/>
                </a:lnTo>
                <a:lnTo>
                  <a:pt x="73636" y="7159"/>
                </a:lnTo>
                <a:close/>
                <a:moveTo>
                  <a:pt x="108381" y="7603"/>
                </a:moveTo>
                <a:lnTo>
                  <a:pt x="109841" y="8284"/>
                </a:lnTo>
                <a:lnTo>
                  <a:pt x="110250" y="7773"/>
                </a:lnTo>
                <a:lnTo>
                  <a:pt x="108381" y="7603"/>
                </a:lnTo>
                <a:close/>
                <a:moveTo>
                  <a:pt x="68011" y="6852"/>
                </a:moveTo>
                <a:lnTo>
                  <a:pt x="64227" y="7364"/>
                </a:lnTo>
                <a:lnTo>
                  <a:pt x="63511" y="8386"/>
                </a:lnTo>
                <a:lnTo>
                  <a:pt x="63511" y="8386"/>
                </a:lnTo>
                <a:lnTo>
                  <a:pt x="64534" y="8182"/>
                </a:lnTo>
                <a:lnTo>
                  <a:pt x="64739" y="7773"/>
                </a:lnTo>
                <a:lnTo>
                  <a:pt x="65352" y="7773"/>
                </a:lnTo>
                <a:lnTo>
                  <a:pt x="68011" y="6852"/>
                </a:lnTo>
                <a:close/>
                <a:moveTo>
                  <a:pt x="216716" y="8182"/>
                </a:moveTo>
                <a:lnTo>
                  <a:pt x="217227" y="8489"/>
                </a:lnTo>
                <a:lnTo>
                  <a:pt x="217330" y="8182"/>
                </a:lnTo>
                <a:close/>
                <a:moveTo>
                  <a:pt x="62080" y="6852"/>
                </a:moveTo>
                <a:lnTo>
                  <a:pt x="60852" y="7159"/>
                </a:lnTo>
                <a:lnTo>
                  <a:pt x="61568" y="7364"/>
                </a:lnTo>
                <a:lnTo>
                  <a:pt x="61057" y="7466"/>
                </a:lnTo>
                <a:lnTo>
                  <a:pt x="61057" y="7568"/>
                </a:lnTo>
                <a:lnTo>
                  <a:pt x="60341" y="7773"/>
                </a:lnTo>
                <a:lnTo>
                  <a:pt x="60034" y="7466"/>
                </a:lnTo>
                <a:lnTo>
                  <a:pt x="59420" y="7773"/>
                </a:lnTo>
                <a:lnTo>
                  <a:pt x="59727" y="8182"/>
                </a:lnTo>
                <a:lnTo>
                  <a:pt x="60136" y="8284"/>
                </a:lnTo>
                <a:lnTo>
                  <a:pt x="60443" y="8898"/>
                </a:lnTo>
                <a:lnTo>
                  <a:pt x="61159" y="8898"/>
                </a:lnTo>
                <a:lnTo>
                  <a:pt x="61364" y="8489"/>
                </a:lnTo>
                <a:lnTo>
                  <a:pt x="62182" y="8591"/>
                </a:lnTo>
                <a:lnTo>
                  <a:pt x="63205" y="7773"/>
                </a:lnTo>
                <a:lnTo>
                  <a:pt x="62795" y="7875"/>
                </a:lnTo>
                <a:lnTo>
                  <a:pt x="62795" y="7670"/>
                </a:lnTo>
                <a:lnTo>
                  <a:pt x="62898" y="7670"/>
                </a:lnTo>
                <a:lnTo>
                  <a:pt x="62182" y="7568"/>
                </a:lnTo>
                <a:lnTo>
                  <a:pt x="63409" y="7261"/>
                </a:lnTo>
                <a:lnTo>
                  <a:pt x="63205" y="7159"/>
                </a:lnTo>
                <a:lnTo>
                  <a:pt x="63511" y="6852"/>
                </a:lnTo>
                <a:close/>
                <a:moveTo>
                  <a:pt x="47250" y="6443"/>
                </a:moveTo>
                <a:lnTo>
                  <a:pt x="47148" y="6852"/>
                </a:lnTo>
                <a:lnTo>
                  <a:pt x="43977" y="8386"/>
                </a:lnTo>
                <a:lnTo>
                  <a:pt x="44284" y="8386"/>
                </a:lnTo>
                <a:lnTo>
                  <a:pt x="44898" y="8693"/>
                </a:lnTo>
                <a:lnTo>
                  <a:pt x="44795" y="9102"/>
                </a:lnTo>
                <a:lnTo>
                  <a:pt x="44795" y="9102"/>
                </a:lnTo>
                <a:lnTo>
                  <a:pt x="51955" y="7159"/>
                </a:lnTo>
                <a:lnTo>
                  <a:pt x="51545" y="6545"/>
                </a:lnTo>
                <a:lnTo>
                  <a:pt x="50318" y="6750"/>
                </a:lnTo>
                <a:lnTo>
                  <a:pt x="50420" y="6545"/>
                </a:lnTo>
                <a:lnTo>
                  <a:pt x="50011" y="6648"/>
                </a:lnTo>
                <a:lnTo>
                  <a:pt x="50216" y="6545"/>
                </a:lnTo>
                <a:lnTo>
                  <a:pt x="47250" y="6443"/>
                </a:lnTo>
                <a:close/>
                <a:moveTo>
                  <a:pt x="158625" y="7261"/>
                </a:moveTo>
                <a:lnTo>
                  <a:pt x="157602" y="7875"/>
                </a:lnTo>
                <a:lnTo>
                  <a:pt x="157500" y="8182"/>
                </a:lnTo>
                <a:lnTo>
                  <a:pt x="156989" y="8284"/>
                </a:lnTo>
                <a:lnTo>
                  <a:pt x="159034" y="9102"/>
                </a:lnTo>
                <a:lnTo>
                  <a:pt x="158830" y="9102"/>
                </a:lnTo>
                <a:lnTo>
                  <a:pt x="158830" y="9205"/>
                </a:lnTo>
                <a:lnTo>
                  <a:pt x="158727" y="9205"/>
                </a:lnTo>
                <a:lnTo>
                  <a:pt x="158727" y="9307"/>
                </a:lnTo>
                <a:lnTo>
                  <a:pt x="158625" y="9307"/>
                </a:lnTo>
                <a:lnTo>
                  <a:pt x="160773" y="9614"/>
                </a:lnTo>
                <a:lnTo>
                  <a:pt x="160773" y="9614"/>
                </a:lnTo>
                <a:lnTo>
                  <a:pt x="160568" y="9511"/>
                </a:lnTo>
                <a:lnTo>
                  <a:pt x="161489" y="9511"/>
                </a:lnTo>
                <a:lnTo>
                  <a:pt x="159239" y="8080"/>
                </a:lnTo>
                <a:lnTo>
                  <a:pt x="159341" y="7773"/>
                </a:lnTo>
                <a:lnTo>
                  <a:pt x="159545" y="7670"/>
                </a:lnTo>
                <a:lnTo>
                  <a:pt x="159545" y="7466"/>
                </a:lnTo>
                <a:lnTo>
                  <a:pt x="158625" y="7261"/>
                </a:lnTo>
                <a:close/>
                <a:moveTo>
                  <a:pt x="18920" y="9818"/>
                </a:moveTo>
                <a:lnTo>
                  <a:pt x="18511" y="9920"/>
                </a:lnTo>
                <a:lnTo>
                  <a:pt x="18511" y="9920"/>
                </a:lnTo>
                <a:lnTo>
                  <a:pt x="18637" y="9901"/>
                </a:lnTo>
                <a:lnTo>
                  <a:pt x="18637" y="9901"/>
                </a:lnTo>
                <a:lnTo>
                  <a:pt x="18920" y="9818"/>
                </a:lnTo>
                <a:close/>
                <a:moveTo>
                  <a:pt x="137352" y="10125"/>
                </a:moveTo>
                <a:lnTo>
                  <a:pt x="137352" y="10125"/>
                </a:lnTo>
                <a:lnTo>
                  <a:pt x="137352" y="10125"/>
                </a:lnTo>
                <a:close/>
                <a:moveTo>
                  <a:pt x="88977" y="9818"/>
                </a:moveTo>
                <a:lnTo>
                  <a:pt x="88670" y="10125"/>
                </a:lnTo>
                <a:lnTo>
                  <a:pt x="88466" y="10125"/>
                </a:lnTo>
                <a:lnTo>
                  <a:pt x="88364" y="10432"/>
                </a:lnTo>
                <a:lnTo>
                  <a:pt x="88875" y="10534"/>
                </a:lnTo>
                <a:lnTo>
                  <a:pt x="88568" y="10636"/>
                </a:lnTo>
                <a:lnTo>
                  <a:pt x="89489" y="10636"/>
                </a:lnTo>
                <a:lnTo>
                  <a:pt x="90000" y="10227"/>
                </a:lnTo>
                <a:lnTo>
                  <a:pt x="88977" y="9818"/>
                </a:lnTo>
                <a:close/>
                <a:moveTo>
                  <a:pt x="52466" y="7261"/>
                </a:moveTo>
                <a:lnTo>
                  <a:pt x="48170" y="8591"/>
                </a:lnTo>
                <a:lnTo>
                  <a:pt x="48784" y="8693"/>
                </a:lnTo>
                <a:lnTo>
                  <a:pt x="48375" y="8898"/>
                </a:lnTo>
                <a:lnTo>
                  <a:pt x="50216" y="8795"/>
                </a:lnTo>
                <a:lnTo>
                  <a:pt x="50216" y="8795"/>
                </a:lnTo>
                <a:lnTo>
                  <a:pt x="49705" y="8898"/>
                </a:lnTo>
                <a:lnTo>
                  <a:pt x="49807" y="8898"/>
                </a:lnTo>
                <a:lnTo>
                  <a:pt x="47761" y="9307"/>
                </a:lnTo>
                <a:lnTo>
                  <a:pt x="51545" y="9818"/>
                </a:lnTo>
                <a:lnTo>
                  <a:pt x="48273" y="9920"/>
                </a:lnTo>
                <a:lnTo>
                  <a:pt x="47557" y="10534"/>
                </a:lnTo>
                <a:lnTo>
                  <a:pt x="49193" y="10739"/>
                </a:lnTo>
                <a:lnTo>
                  <a:pt x="48989" y="11352"/>
                </a:lnTo>
                <a:lnTo>
                  <a:pt x="54102" y="10534"/>
                </a:lnTo>
                <a:lnTo>
                  <a:pt x="54102" y="10739"/>
                </a:lnTo>
                <a:lnTo>
                  <a:pt x="54818" y="10841"/>
                </a:lnTo>
                <a:lnTo>
                  <a:pt x="54614" y="10943"/>
                </a:lnTo>
                <a:lnTo>
                  <a:pt x="56148" y="11045"/>
                </a:lnTo>
                <a:lnTo>
                  <a:pt x="57170" y="10534"/>
                </a:lnTo>
                <a:lnTo>
                  <a:pt x="56250" y="10739"/>
                </a:lnTo>
                <a:lnTo>
                  <a:pt x="56455" y="10534"/>
                </a:lnTo>
                <a:lnTo>
                  <a:pt x="56352" y="10432"/>
                </a:lnTo>
                <a:lnTo>
                  <a:pt x="58295" y="10023"/>
                </a:lnTo>
                <a:lnTo>
                  <a:pt x="57989" y="9920"/>
                </a:lnTo>
                <a:lnTo>
                  <a:pt x="57989" y="9818"/>
                </a:lnTo>
                <a:lnTo>
                  <a:pt x="56864" y="9409"/>
                </a:lnTo>
                <a:lnTo>
                  <a:pt x="57682" y="7670"/>
                </a:lnTo>
                <a:lnTo>
                  <a:pt x="56455" y="7364"/>
                </a:lnTo>
                <a:lnTo>
                  <a:pt x="55739" y="8489"/>
                </a:lnTo>
                <a:lnTo>
                  <a:pt x="55023" y="8693"/>
                </a:lnTo>
                <a:lnTo>
                  <a:pt x="55023" y="8693"/>
                </a:lnTo>
                <a:lnTo>
                  <a:pt x="55227" y="7875"/>
                </a:lnTo>
                <a:lnTo>
                  <a:pt x="54614" y="7773"/>
                </a:lnTo>
                <a:lnTo>
                  <a:pt x="53591" y="8080"/>
                </a:lnTo>
                <a:lnTo>
                  <a:pt x="53693" y="7977"/>
                </a:lnTo>
                <a:lnTo>
                  <a:pt x="53182" y="8080"/>
                </a:lnTo>
                <a:lnTo>
                  <a:pt x="53182" y="8080"/>
                </a:lnTo>
                <a:lnTo>
                  <a:pt x="53898" y="7773"/>
                </a:lnTo>
                <a:lnTo>
                  <a:pt x="51750" y="7875"/>
                </a:lnTo>
                <a:lnTo>
                  <a:pt x="52466" y="7261"/>
                </a:lnTo>
                <a:close/>
                <a:moveTo>
                  <a:pt x="60341" y="10330"/>
                </a:moveTo>
                <a:lnTo>
                  <a:pt x="58602" y="10841"/>
                </a:lnTo>
                <a:lnTo>
                  <a:pt x="59114" y="11148"/>
                </a:lnTo>
                <a:lnTo>
                  <a:pt x="60136" y="11352"/>
                </a:lnTo>
                <a:lnTo>
                  <a:pt x="61159" y="11045"/>
                </a:lnTo>
                <a:lnTo>
                  <a:pt x="60239" y="10432"/>
                </a:lnTo>
                <a:lnTo>
                  <a:pt x="60341" y="10330"/>
                </a:lnTo>
                <a:close/>
                <a:moveTo>
                  <a:pt x="175193" y="11250"/>
                </a:moveTo>
                <a:lnTo>
                  <a:pt x="176114" y="11557"/>
                </a:lnTo>
                <a:lnTo>
                  <a:pt x="176114" y="12068"/>
                </a:lnTo>
                <a:lnTo>
                  <a:pt x="177136" y="12170"/>
                </a:lnTo>
                <a:lnTo>
                  <a:pt x="177136" y="12170"/>
                </a:lnTo>
                <a:lnTo>
                  <a:pt x="176011" y="12068"/>
                </a:lnTo>
                <a:lnTo>
                  <a:pt x="175193" y="11250"/>
                </a:lnTo>
                <a:close/>
                <a:moveTo>
                  <a:pt x="73023" y="11557"/>
                </a:moveTo>
                <a:lnTo>
                  <a:pt x="72307" y="12375"/>
                </a:lnTo>
                <a:lnTo>
                  <a:pt x="73432" y="12375"/>
                </a:lnTo>
                <a:lnTo>
                  <a:pt x="74148" y="11659"/>
                </a:lnTo>
                <a:lnTo>
                  <a:pt x="73023" y="11557"/>
                </a:lnTo>
                <a:close/>
                <a:moveTo>
                  <a:pt x="108409" y="13295"/>
                </a:moveTo>
                <a:lnTo>
                  <a:pt x="108716" y="13398"/>
                </a:lnTo>
                <a:lnTo>
                  <a:pt x="108818" y="13398"/>
                </a:lnTo>
                <a:lnTo>
                  <a:pt x="108409" y="13295"/>
                </a:lnTo>
                <a:close/>
                <a:moveTo>
                  <a:pt x="9205" y="13807"/>
                </a:moveTo>
                <a:lnTo>
                  <a:pt x="9102" y="13909"/>
                </a:lnTo>
                <a:lnTo>
                  <a:pt x="9205" y="13909"/>
                </a:lnTo>
                <a:lnTo>
                  <a:pt x="9205" y="13807"/>
                </a:lnTo>
                <a:close/>
                <a:moveTo>
                  <a:pt x="5420" y="11045"/>
                </a:moveTo>
                <a:lnTo>
                  <a:pt x="0" y="14420"/>
                </a:lnTo>
                <a:lnTo>
                  <a:pt x="511" y="14318"/>
                </a:lnTo>
                <a:lnTo>
                  <a:pt x="1227" y="13909"/>
                </a:lnTo>
                <a:lnTo>
                  <a:pt x="1227" y="13705"/>
                </a:lnTo>
                <a:lnTo>
                  <a:pt x="1739" y="13398"/>
                </a:lnTo>
                <a:lnTo>
                  <a:pt x="1636" y="13500"/>
                </a:lnTo>
                <a:lnTo>
                  <a:pt x="2352" y="13295"/>
                </a:lnTo>
                <a:lnTo>
                  <a:pt x="2148" y="13398"/>
                </a:lnTo>
                <a:lnTo>
                  <a:pt x="2761" y="13193"/>
                </a:lnTo>
                <a:lnTo>
                  <a:pt x="2761" y="13193"/>
                </a:lnTo>
                <a:lnTo>
                  <a:pt x="1636" y="14011"/>
                </a:lnTo>
                <a:lnTo>
                  <a:pt x="3273" y="14114"/>
                </a:lnTo>
                <a:lnTo>
                  <a:pt x="3068" y="14625"/>
                </a:lnTo>
                <a:lnTo>
                  <a:pt x="3375" y="15034"/>
                </a:lnTo>
                <a:lnTo>
                  <a:pt x="3989" y="14932"/>
                </a:lnTo>
                <a:lnTo>
                  <a:pt x="3682" y="15136"/>
                </a:lnTo>
                <a:lnTo>
                  <a:pt x="4295" y="14932"/>
                </a:lnTo>
                <a:lnTo>
                  <a:pt x="4193" y="15034"/>
                </a:lnTo>
                <a:lnTo>
                  <a:pt x="4193" y="15034"/>
                </a:lnTo>
                <a:lnTo>
                  <a:pt x="4602" y="14727"/>
                </a:lnTo>
                <a:lnTo>
                  <a:pt x="4500" y="14625"/>
                </a:lnTo>
                <a:lnTo>
                  <a:pt x="5523" y="14318"/>
                </a:lnTo>
                <a:lnTo>
                  <a:pt x="5318" y="14318"/>
                </a:lnTo>
                <a:lnTo>
                  <a:pt x="5830" y="14114"/>
                </a:lnTo>
                <a:lnTo>
                  <a:pt x="5727" y="14114"/>
                </a:lnTo>
                <a:lnTo>
                  <a:pt x="5727" y="13909"/>
                </a:lnTo>
                <a:lnTo>
                  <a:pt x="6136" y="14011"/>
                </a:lnTo>
                <a:lnTo>
                  <a:pt x="6750" y="14011"/>
                </a:lnTo>
                <a:lnTo>
                  <a:pt x="6852" y="13807"/>
                </a:lnTo>
                <a:lnTo>
                  <a:pt x="7159" y="13909"/>
                </a:lnTo>
                <a:lnTo>
                  <a:pt x="8386" y="13500"/>
                </a:lnTo>
                <a:lnTo>
                  <a:pt x="8080" y="13398"/>
                </a:lnTo>
                <a:lnTo>
                  <a:pt x="7977" y="13398"/>
                </a:lnTo>
                <a:lnTo>
                  <a:pt x="8080" y="13193"/>
                </a:lnTo>
                <a:lnTo>
                  <a:pt x="8080" y="12886"/>
                </a:lnTo>
                <a:lnTo>
                  <a:pt x="7364" y="12682"/>
                </a:lnTo>
                <a:lnTo>
                  <a:pt x="7364" y="12682"/>
                </a:lnTo>
                <a:lnTo>
                  <a:pt x="7568" y="12784"/>
                </a:lnTo>
                <a:lnTo>
                  <a:pt x="6852" y="12886"/>
                </a:lnTo>
                <a:lnTo>
                  <a:pt x="7261" y="12682"/>
                </a:lnTo>
                <a:lnTo>
                  <a:pt x="6341" y="12682"/>
                </a:lnTo>
                <a:lnTo>
                  <a:pt x="6034" y="12989"/>
                </a:lnTo>
                <a:lnTo>
                  <a:pt x="6034" y="13193"/>
                </a:lnTo>
                <a:lnTo>
                  <a:pt x="5625" y="13398"/>
                </a:lnTo>
                <a:lnTo>
                  <a:pt x="5625" y="13398"/>
                </a:lnTo>
                <a:lnTo>
                  <a:pt x="5932" y="13193"/>
                </a:lnTo>
                <a:lnTo>
                  <a:pt x="5523" y="13295"/>
                </a:lnTo>
                <a:lnTo>
                  <a:pt x="5523" y="13091"/>
                </a:lnTo>
                <a:lnTo>
                  <a:pt x="6545" y="12375"/>
                </a:lnTo>
                <a:lnTo>
                  <a:pt x="6136" y="12375"/>
                </a:lnTo>
                <a:lnTo>
                  <a:pt x="6648" y="12068"/>
                </a:lnTo>
                <a:lnTo>
                  <a:pt x="5830" y="11659"/>
                </a:lnTo>
                <a:lnTo>
                  <a:pt x="5932" y="11557"/>
                </a:lnTo>
                <a:lnTo>
                  <a:pt x="5727" y="11352"/>
                </a:lnTo>
                <a:lnTo>
                  <a:pt x="5523" y="11557"/>
                </a:lnTo>
                <a:lnTo>
                  <a:pt x="5523" y="11352"/>
                </a:lnTo>
                <a:lnTo>
                  <a:pt x="5625" y="11250"/>
                </a:lnTo>
                <a:lnTo>
                  <a:pt x="5420" y="11045"/>
                </a:lnTo>
                <a:close/>
                <a:moveTo>
                  <a:pt x="113011" y="13193"/>
                </a:moveTo>
                <a:lnTo>
                  <a:pt x="112807" y="13398"/>
                </a:lnTo>
                <a:lnTo>
                  <a:pt x="112500" y="13398"/>
                </a:lnTo>
                <a:lnTo>
                  <a:pt x="112193" y="13602"/>
                </a:lnTo>
                <a:lnTo>
                  <a:pt x="111682" y="13500"/>
                </a:lnTo>
                <a:lnTo>
                  <a:pt x="111682" y="13500"/>
                </a:lnTo>
                <a:lnTo>
                  <a:pt x="111784" y="13807"/>
                </a:lnTo>
                <a:lnTo>
                  <a:pt x="111170" y="13500"/>
                </a:lnTo>
                <a:lnTo>
                  <a:pt x="110864" y="13500"/>
                </a:lnTo>
                <a:lnTo>
                  <a:pt x="110864" y="13807"/>
                </a:lnTo>
                <a:lnTo>
                  <a:pt x="110250" y="13602"/>
                </a:lnTo>
                <a:lnTo>
                  <a:pt x="110148" y="14011"/>
                </a:lnTo>
                <a:lnTo>
                  <a:pt x="109739" y="14011"/>
                </a:lnTo>
                <a:lnTo>
                  <a:pt x="109636" y="14216"/>
                </a:lnTo>
                <a:lnTo>
                  <a:pt x="109432" y="14114"/>
                </a:lnTo>
                <a:lnTo>
                  <a:pt x="109534" y="14011"/>
                </a:lnTo>
                <a:lnTo>
                  <a:pt x="109330" y="13807"/>
                </a:lnTo>
                <a:lnTo>
                  <a:pt x="109534" y="13602"/>
                </a:lnTo>
                <a:lnTo>
                  <a:pt x="108716" y="13398"/>
                </a:lnTo>
                <a:lnTo>
                  <a:pt x="108511" y="13398"/>
                </a:lnTo>
                <a:lnTo>
                  <a:pt x="108716" y="13705"/>
                </a:lnTo>
                <a:lnTo>
                  <a:pt x="108102" y="13500"/>
                </a:lnTo>
                <a:lnTo>
                  <a:pt x="108102" y="13500"/>
                </a:lnTo>
                <a:lnTo>
                  <a:pt x="108205" y="13602"/>
                </a:lnTo>
                <a:lnTo>
                  <a:pt x="108102" y="13705"/>
                </a:lnTo>
                <a:lnTo>
                  <a:pt x="107898" y="13705"/>
                </a:lnTo>
                <a:lnTo>
                  <a:pt x="108205" y="13807"/>
                </a:lnTo>
                <a:lnTo>
                  <a:pt x="107693" y="13807"/>
                </a:lnTo>
                <a:lnTo>
                  <a:pt x="107795" y="14011"/>
                </a:lnTo>
                <a:lnTo>
                  <a:pt x="107386" y="14011"/>
                </a:lnTo>
                <a:lnTo>
                  <a:pt x="109125" y="14114"/>
                </a:lnTo>
                <a:lnTo>
                  <a:pt x="108614" y="14318"/>
                </a:lnTo>
                <a:lnTo>
                  <a:pt x="109125" y="14318"/>
                </a:lnTo>
                <a:lnTo>
                  <a:pt x="109125" y="14420"/>
                </a:lnTo>
                <a:lnTo>
                  <a:pt x="107898" y="14523"/>
                </a:lnTo>
                <a:lnTo>
                  <a:pt x="107795" y="14727"/>
                </a:lnTo>
                <a:lnTo>
                  <a:pt x="109227" y="14830"/>
                </a:lnTo>
                <a:lnTo>
                  <a:pt x="108818" y="15136"/>
                </a:lnTo>
                <a:lnTo>
                  <a:pt x="109227" y="15034"/>
                </a:lnTo>
                <a:lnTo>
                  <a:pt x="108307" y="15341"/>
                </a:lnTo>
                <a:lnTo>
                  <a:pt x="108716" y="15545"/>
                </a:lnTo>
                <a:lnTo>
                  <a:pt x="109432" y="15443"/>
                </a:lnTo>
                <a:lnTo>
                  <a:pt x="111375" y="15852"/>
                </a:lnTo>
                <a:lnTo>
                  <a:pt x="114648" y="14625"/>
                </a:lnTo>
                <a:lnTo>
                  <a:pt x="114648" y="14216"/>
                </a:lnTo>
                <a:lnTo>
                  <a:pt x="114034" y="13807"/>
                </a:lnTo>
                <a:lnTo>
                  <a:pt x="113830" y="13500"/>
                </a:lnTo>
                <a:lnTo>
                  <a:pt x="114239" y="13295"/>
                </a:lnTo>
                <a:lnTo>
                  <a:pt x="113011" y="13193"/>
                </a:lnTo>
                <a:close/>
                <a:moveTo>
                  <a:pt x="65557" y="13705"/>
                </a:moveTo>
                <a:lnTo>
                  <a:pt x="63102" y="15750"/>
                </a:lnTo>
                <a:lnTo>
                  <a:pt x="63818" y="15750"/>
                </a:lnTo>
                <a:lnTo>
                  <a:pt x="64023" y="16159"/>
                </a:lnTo>
                <a:lnTo>
                  <a:pt x="66309" y="15364"/>
                </a:lnTo>
                <a:lnTo>
                  <a:pt x="66309" y="15364"/>
                </a:lnTo>
                <a:lnTo>
                  <a:pt x="67091" y="15852"/>
                </a:lnTo>
                <a:lnTo>
                  <a:pt x="68114" y="15545"/>
                </a:lnTo>
                <a:lnTo>
                  <a:pt x="67091" y="15443"/>
                </a:lnTo>
                <a:lnTo>
                  <a:pt x="67295" y="14830"/>
                </a:lnTo>
                <a:lnTo>
                  <a:pt x="65659" y="14011"/>
                </a:lnTo>
                <a:lnTo>
                  <a:pt x="65557" y="13705"/>
                </a:lnTo>
                <a:close/>
                <a:moveTo>
                  <a:pt x="128864" y="16773"/>
                </a:moveTo>
                <a:lnTo>
                  <a:pt x="128455" y="16875"/>
                </a:lnTo>
                <a:lnTo>
                  <a:pt x="128455" y="16875"/>
                </a:lnTo>
                <a:lnTo>
                  <a:pt x="128785" y="16804"/>
                </a:lnTo>
                <a:lnTo>
                  <a:pt x="128785" y="16804"/>
                </a:lnTo>
                <a:lnTo>
                  <a:pt x="128864" y="16773"/>
                </a:lnTo>
                <a:close/>
                <a:moveTo>
                  <a:pt x="73227" y="6955"/>
                </a:moveTo>
                <a:lnTo>
                  <a:pt x="70773" y="7364"/>
                </a:lnTo>
                <a:lnTo>
                  <a:pt x="71080" y="7670"/>
                </a:lnTo>
                <a:lnTo>
                  <a:pt x="70159" y="7773"/>
                </a:lnTo>
                <a:lnTo>
                  <a:pt x="70466" y="8080"/>
                </a:lnTo>
                <a:lnTo>
                  <a:pt x="70466" y="8386"/>
                </a:lnTo>
                <a:lnTo>
                  <a:pt x="69443" y="8386"/>
                </a:lnTo>
                <a:lnTo>
                  <a:pt x="69955" y="8693"/>
                </a:lnTo>
                <a:lnTo>
                  <a:pt x="69545" y="9205"/>
                </a:lnTo>
                <a:lnTo>
                  <a:pt x="68318" y="9205"/>
                </a:lnTo>
                <a:lnTo>
                  <a:pt x="69545" y="8898"/>
                </a:lnTo>
                <a:lnTo>
                  <a:pt x="69136" y="8489"/>
                </a:lnTo>
                <a:lnTo>
                  <a:pt x="69443" y="7773"/>
                </a:lnTo>
                <a:lnTo>
                  <a:pt x="71284" y="6955"/>
                </a:lnTo>
                <a:lnTo>
                  <a:pt x="71284" y="6955"/>
                </a:lnTo>
                <a:lnTo>
                  <a:pt x="67193" y="8284"/>
                </a:lnTo>
                <a:lnTo>
                  <a:pt x="66682" y="8898"/>
                </a:lnTo>
                <a:lnTo>
                  <a:pt x="67909" y="9205"/>
                </a:lnTo>
                <a:lnTo>
                  <a:pt x="66477" y="9205"/>
                </a:lnTo>
                <a:lnTo>
                  <a:pt x="68114" y="9716"/>
                </a:lnTo>
                <a:lnTo>
                  <a:pt x="67909" y="9920"/>
                </a:lnTo>
                <a:lnTo>
                  <a:pt x="70875" y="10125"/>
                </a:lnTo>
                <a:lnTo>
                  <a:pt x="70875" y="10023"/>
                </a:lnTo>
                <a:lnTo>
                  <a:pt x="72205" y="10227"/>
                </a:lnTo>
                <a:lnTo>
                  <a:pt x="72614" y="9716"/>
                </a:lnTo>
                <a:lnTo>
                  <a:pt x="73534" y="9920"/>
                </a:lnTo>
                <a:lnTo>
                  <a:pt x="73432" y="10227"/>
                </a:lnTo>
                <a:lnTo>
                  <a:pt x="73841" y="10330"/>
                </a:lnTo>
                <a:lnTo>
                  <a:pt x="73636" y="10432"/>
                </a:lnTo>
                <a:lnTo>
                  <a:pt x="74148" y="10330"/>
                </a:lnTo>
                <a:lnTo>
                  <a:pt x="74250" y="10739"/>
                </a:lnTo>
                <a:lnTo>
                  <a:pt x="73432" y="11148"/>
                </a:lnTo>
                <a:lnTo>
                  <a:pt x="74685" y="10969"/>
                </a:lnTo>
                <a:lnTo>
                  <a:pt x="74761" y="11045"/>
                </a:lnTo>
                <a:lnTo>
                  <a:pt x="74557" y="11148"/>
                </a:lnTo>
                <a:lnTo>
                  <a:pt x="75375" y="11557"/>
                </a:lnTo>
                <a:lnTo>
                  <a:pt x="75477" y="12273"/>
                </a:lnTo>
                <a:lnTo>
                  <a:pt x="73534" y="13398"/>
                </a:lnTo>
                <a:lnTo>
                  <a:pt x="73636" y="13807"/>
                </a:lnTo>
                <a:lnTo>
                  <a:pt x="72000" y="14216"/>
                </a:lnTo>
                <a:lnTo>
                  <a:pt x="72000" y="14318"/>
                </a:lnTo>
                <a:lnTo>
                  <a:pt x="72000" y="14420"/>
                </a:lnTo>
                <a:lnTo>
                  <a:pt x="71898" y="14625"/>
                </a:lnTo>
                <a:lnTo>
                  <a:pt x="72000" y="14318"/>
                </a:lnTo>
                <a:lnTo>
                  <a:pt x="71080" y="14114"/>
                </a:lnTo>
                <a:lnTo>
                  <a:pt x="70057" y="14727"/>
                </a:lnTo>
                <a:lnTo>
                  <a:pt x="70977" y="15136"/>
                </a:lnTo>
                <a:lnTo>
                  <a:pt x="72307" y="14727"/>
                </a:lnTo>
                <a:lnTo>
                  <a:pt x="72818" y="14830"/>
                </a:lnTo>
                <a:lnTo>
                  <a:pt x="72716" y="15034"/>
                </a:lnTo>
                <a:lnTo>
                  <a:pt x="72716" y="15034"/>
                </a:lnTo>
                <a:lnTo>
                  <a:pt x="73330" y="14830"/>
                </a:lnTo>
                <a:lnTo>
                  <a:pt x="73125" y="15034"/>
                </a:lnTo>
                <a:lnTo>
                  <a:pt x="73739" y="15545"/>
                </a:lnTo>
                <a:lnTo>
                  <a:pt x="73636" y="15648"/>
                </a:lnTo>
                <a:lnTo>
                  <a:pt x="74148" y="15750"/>
                </a:lnTo>
                <a:lnTo>
                  <a:pt x="73636" y="15955"/>
                </a:lnTo>
                <a:lnTo>
                  <a:pt x="74250" y="16261"/>
                </a:lnTo>
                <a:lnTo>
                  <a:pt x="74045" y="16364"/>
                </a:lnTo>
                <a:lnTo>
                  <a:pt x="76909" y="17386"/>
                </a:lnTo>
                <a:lnTo>
                  <a:pt x="77318" y="17080"/>
                </a:lnTo>
                <a:lnTo>
                  <a:pt x="76398" y="16364"/>
                </a:lnTo>
                <a:lnTo>
                  <a:pt x="76500" y="16261"/>
                </a:lnTo>
                <a:lnTo>
                  <a:pt x="75989" y="15648"/>
                </a:lnTo>
                <a:lnTo>
                  <a:pt x="76705" y="15648"/>
                </a:lnTo>
                <a:lnTo>
                  <a:pt x="78034" y="16568"/>
                </a:lnTo>
                <a:lnTo>
                  <a:pt x="78239" y="16364"/>
                </a:lnTo>
                <a:lnTo>
                  <a:pt x="78545" y="16364"/>
                </a:lnTo>
                <a:lnTo>
                  <a:pt x="78545" y="15648"/>
                </a:lnTo>
                <a:lnTo>
                  <a:pt x="78955" y="15955"/>
                </a:lnTo>
                <a:lnTo>
                  <a:pt x="78955" y="15443"/>
                </a:lnTo>
                <a:lnTo>
                  <a:pt x="79057" y="15341"/>
                </a:lnTo>
                <a:lnTo>
                  <a:pt x="78750" y="15341"/>
                </a:lnTo>
                <a:lnTo>
                  <a:pt x="78545" y="15136"/>
                </a:lnTo>
                <a:lnTo>
                  <a:pt x="78955" y="14932"/>
                </a:lnTo>
                <a:lnTo>
                  <a:pt x="78648" y="14932"/>
                </a:lnTo>
                <a:lnTo>
                  <a:pt x="78955" y="14830"/>
                </a:lnTo>
                <a:lnTo>
                  <a:pt x="78648" y="14625"/>
                </a:lnTo>
                <a:lnTo>
                  <a:pt x="78034" y="14625"/>
                </a:lnTo>
                <a:lnTo>
                  <a:pt x="77830" y="14216"/>
                </a:lnTo>
                <a:lnTo>
                  <a:pt x="78034" y="14114"/>
                </a:lnTo>
                <a:lnTo>
                  <a:pt x="77523" y="14011"/>
                </a:lnTo>
                <a:lnTo>
                  <a:pt x="77727" y="13807"/>
                </a:lnTo>
                <a:lnTo>
                  <a:pt x="77318" y="13398"/>
                </a:lnTo>
                <a:lnTo>
                  <a:pt x="78341" y="13602"/>
                </a:lnTo>
                <a:lnTo>
                  <a:pt x="78136" y="13193"/>
                </a:lnTo>
                <a:lnTo>
                  <a:pt x="78545" y="13091"/>
                </a:lnTo>
                <a:lnTo>
                  <a:pt x="79466" y="13398"/>
                </a:lnTo>
                <a:lnTo>
                  <a:pt x="79159" y="13602"/>
                </a:lnTo>
                <a:lnTo>
                  <a:pt x="79159" y="13602"/>
                </a:lnTo>
                <a:lnTo>
                  <a:pt x="80284" y="13295"/>
                </a:lnTo>
                <a:lnTo>
                  <a:pt x="79466" y="13909"/>
                </a:lnTo>
                <a:lnTo>
                  <a:pt x="79568" y="14318"/>
                </a:lnTo>
                <a:lnTo>
                  <a:pt x="79977" y="14114"/>
                </a:lnTo>
                <a:lnTo>
                  <a:pt x="80182" y="14420"/>
                </a:lnTo>
                <a:lnTo>
                  <a:pt x="80489" y="14420"/>
                </a:lnTo>
                <a:lnTo>
                  <a:pt x="80693" y="13909"/>
                </a:lnTo>
                <a:lnTo>
                  <a:pt x="80489" y="13909"/>
                </a:lnTo>
                <a:lnTo>
                  <a:pt x="81818" y="13602"/>
                </a:lnTo>
                <a:lnTo>
                  <a:pt x="81511" y="13398"/>
                </a:lnTo>
                <a:lnTo>
                  <a:pt x="81716" y="13295"/>
                </a:lnTo>
                <a:lnTo>
                  <a:pt x="81614" y="13193"/>
                </a:lnTo>
                <a:lnTo>
                  <a:pt x="82023" y="13295"/>
                </a:lnTo>
                <a:lnTo>
                  <a:pt x="82023" y="12989"/>
                </a:lnTo>
                <a:lnTo>
                  <a:pt x="82227" y="12989"/>
                </a:lnTo>
                <a:lnTo>
                  <a:pt x="82227" y="12682"/>
                </a:lnTo>
                <a:lnTo>
                  <a:pt x="81000" y="12886"/>
                </a:lnTo>
                <a:lnTo>
                  <a:pt x="81716" y="12477"/>
                </a:lnTo>
                <a:lnTo>
                  <a:pt x="80591" y="12375"/>
                </a:lnTo>
                <a:lnTo>
                  <a:pt x="81307" y="12170"/>
                </a:lnTo>
                <a:lnTo>
                  <a:pt x="80591" y="11966"/>
                </a:lnTo>
                <a:lnTo>
                  <a:pt x="80795" y="11864"/>
                </a:lnTo>
                <a:lnTo>
                  <a:pt x="80284" y="12068"/>
                </a:lnTo>
                <a:lnTo>
                  <a:pt x="80386" y="11864"/>
                </a:lnTo>
                <a:lnTo>
                  <a:pt x="80080" y="11864"/>
                </a:lnTo>
                <a:lnTo>
                  <a:pt x="80182" y="11761"/>
                </a:lnTo>
                <a:lnTo>
                  <a:pt x="79670" y="11966"/>
                </a:lnTo>
                <a:lnTo>
                  <a:pt x="80080" y="11557"/>
                </a:lnTo>
                <a:lnTo>
                  <a:pt x="79670" y="11761"/>
                </a:lnTo>
                <a:lnTo>
                  <a:pt x="79466" y="11761"/>
                </a:lnTo>
                <a:lnTo>
                  <a:pt x="79568" y="11557"/>
                </a:lnTo>
                <a:lnTo>
                  <a:pt x="79773" y="11455"/>
                </a:lnTo>
                <a:lnTo>
                  <a:pt x="79057" y="11352"/>
                </a:lnTo>
                <a:lnTo>
                  <a:pt x="78955" y="11148"/>
                </a:lnTo>
                <a:lnTo>
                  <a:pt x="78239" y="11045"/>
                </a:lnTo>
                <a:lnTo>
                  <a:pt x="79466" y="10943"/>
                </a:lnTo>
                <a:lnTo>
                  <a:pt x="78648" y="10841"/>
                </a:lnTo>
                <a:lnTo>
                  <a:pt x="80284" y="10739"/>
                </a:lnTo>
                <a:lnTo>
                  <a:pt x="78648" y="10534"/>
                </a:lnTo>
                <a:lnTo>
                  <a:pt x="80080" y="10330"/>
                </a:lnTo>
                <a:lnTo>
                  <a:pt x="79670" y="10023"/>
                </a:lnTo>
                <a:lnTo>
                  <a:pt x="79057" y="10125"/>
                </a:lnTo>
                <a:lnTo>
                  <a:pt x="79364" y="9920"/>
                </a:lnTo>
                <a:lnTo>
                  <a:pt x="78443" y="10023"/>
                </a:lnTo>
                <a:lnTo>
                  <a:pt x="79568" y="9716"/>
                </a:lnTo>
                <a:lnTo>
                  <a:pt x="79466" y="9409"/>
                </a:lnTo>
                <a:lnTo>
                  <a:pt x="78750" y="9409"/>
                </a:lnTo>
                <a:lnTo>
                  <a:pt x="77625" y="10023"/>
                </a:lnTo>
                <a:lnTo>
                  <a:pt x="77420" y="9716"/>
                </a:lnTo>
                <a:lnTo>
                  <a:pt x="78545" y="9205"/>
                </a:lnTo>
                <a:lnTo>
                  <a:pt x="77216" y="9409"/>
                </a:lnTo>
                <a:lnTo>
                  <a:pt x="77216" y="9409"/>
                </a:lnTo>
                <a:lnTo>
                  <a:pt x="78341" y="8898"/>
                </a:lnTo>
                <a:lnTo>
                  <a:pt x="76500" y="8898"/>
                </a:lnTo>
                <a:lnTo>
                  <a:pt x="77011" y="8591"/>
                </a:lnTo>
                <a:lnTo>
                  <a:pt x="75886" y="9000"/>
                </a:lnTo>
                <a:lnTo>
                  <a:pt x="76398" y="8693"/>
                </a:lnTo>
                <a:lnTo>
                  <a:pt x="76091" y="8693"/>
                </a:lnTo>
                <a:lnTo>
                  <a:pt x="76807" y="8386"/>
                </a:lnTo>
                <a:lnTo>
                  <a:pt x="76807" y="8386"/>
                </a:lnTo>
                <a:lnTo>
                  <a:pt x="75580" y="8591"/>
                </a:lnTo>
                <a:lnTo>
                  <a:pt x="75580" y="8591"/>
                </a:lnTo>
                <a:lnTo>
                  <a:pt x="76500" y="8182"/>
                </a:lnTo>
                <a:lnTo>
                  <a:pt x="74761" y="7875"/>
                </a:lnTo>
                <a:lnTo>
                  <a:pt x="74761" y="7875"/>
                </a:lnTo>
                <a:lnTo>
                  <a:pt x="74864" y="8182"/>
                </a:lnTo>
                <a:lnTo>
                  <a:pt x="74045" y="8489"/>
                </a:lnTo>
                <a:lnTo>
                  <a:pt x="73739" y="8080"/>
                </a:lnTo>
                <a:lnTo>
                  <a:pt x="72511" y="8489"/>
                </a:lnTo>
                <a:lnTo>
                  <a:pt x="72818" y="8284"/>
                </a:lnTo>
                <a:lnTo>
                  <a:pt x="72716" y="8182"/>
                </a:lnTo>
                <a:lnTo>
                  <a:pt x="73125" y="7977"/>
                </a:lnTo>
                <a:lnTo>
                  <a:pt x="72614" y="8182"/>
                </a:lnTo>
                <a:lnTo>
                  <a:pt x="73534" y="7773"/>
                </a:lnTo>
                <a:lnTo>
                  <a:pt x="73227" y="6955"/>
                </a:lnTo>
                <a:close/>
                <a:moveTo>
                  <a:pt x="103500" y="0"/>
                </a:moveTo>
                <a:lnTo>
                  <a:pt x="103807" y="102"/>
                </a:lnTo>
                <a:lnTo>
                  <a:pt x="99205" y="205"/>
                </a:lnTo>
                <a:lnTo>
                  <a:pt x="101864" y="307"/>
                </a:lnTo>
                <a:lnTo>
                  <a:pt x="99614" y="409"/>
                </a:lnTo>
                <a:lnTo>
                  <a:pt x="100125" y="511"/>
                </a:lnTo>
                <a:lnTo>
                  <a:pt x="99818" y="818"/>
                </a:lnTo>
                <a:lnTo>
                  <a:pt x="97057" y="511"/>
                </a:lnTo>
                <a:lnTo>
                  <a:pt x="97057" y="818"/>
                </a:lnTo>
                <a:lnTo>
                  <a:pt x="94705" y="1023"/>
                </a:lnTo>
                <a:lnTo>
                  <a:pt x="94705" y="614"/>
                </a:lnTo>
                <a:lnTo>
                  <a:pt x="91841" y="818"/>
                </a:lnTo>
                <a:lnTo>
                  <a:pt x="92966" y="1227"/>
                </a:lnTo>
                <a:lnTo>
                  <a:pt x="90716" y="920"/>
                </a:lnTo>
                <a:lnTo>
                  <a:pt x="86625" y="1841"/>
                </a:lnTo>
                <a:lnTo>
                  <a:pt x="86932" y="2148"/>
                </a:lnTo>
                <a:lnTo>
                  <a:pt x="87955" y="2045"/>
                </a:lnTo>
                <a:lnTo>
                  <a:pt x="87955" y="2045"/>
                </a:lnTo>
                <a:lnTo>
                  <a:pt x="81818" y="3477"/>
                </a:lnTo>
                <a:lnTo>
                  <a:pt x="83148" y="3682"/>
                </a:lnTo>
                <a:lnTo>
                  <a:pt x="82841" y="3784"/>
                </a:lnTo>
                <a:lnTo>
                  <a:pt x="85091" y="3989"/>
                </a:lnTo>
                <a:lnTo>
                  <a:pt x="82023" y="4295"/>
                </a:lnTo>
                <a:lnTo>
                  <a:pt x="82125" y="4398"/>
                </a:lnTo>
                <a:lnTo>
                  <a:pt x="82125" y="4500"/>
                </a:lnTo>
                <a:lnTo>
                  <a:pt x="83557" y="4602"/>
                </a:lnTo>
                <a:lnTo>
                  <a:pt x="82534" y="4807"/>
                </a:lnTo>
                <a:lnTo>
                  <a:pt x="88568" y="5318"/>
                </a:lnTo>
                <a:lnTo>
                  <a:pt x="88568" y="5625"/>
                </a:lnTo>
                <a:lnTo>
                  <a:pt x="89489" y="6341"/>
                </a:lnTo>
                <a:lnTo>
                  <a:pt x="88670" y="6648"/>
                </a:lnTo>
                <a:lnTo>
                  <a:pt x="89386" y="6750"/>
                </a:lnTo>
                <a:lnTo>
                  <a:pt x="89182" y="7057"/>
                </a:lnTo>
                <a:lnTo>
                  <a:pt x="89386" y="7466"/>
                </a:lnTo>
                <a:lnTo>
                  <a:pt x="89386" y="7568"/>
                </a:lnTo>
                <a:lnTo>
                  <a:pt x="89591" y="7773"/>
                </a:lnTo>
                <a:lnTo>
                  <a:pt x="88977" y="7977"/>
                </a:lnTo>
                <a:lnTo>
                  <a:pt x="89080" y="8080"/>
                </a:lnTo>
                <a:lnTo>
                  <a:pt x="88773" y="8182"/>
                </a:lnTo>
                <a:lnTo>
                  <a:pt x="88773" y="8182"/>
                </a:lnTo>
                <a:lnTo>
                  <a:pt x="89386" y="8080"/>
                </a:lnTo>
                <a:lnTo>
                  <a:pt x="88568" y="8795"/>
                </a:lnTo>
                <a:lnTo>
                  <a:pt x="90102" y="8489"/>
                </a:lnTo>
                <a:lnTo>
                  <a:pt x="90102" y="8591"/>
                </a:lnTo>
                <a:lnTo>
                  <a:pt x="90205" y="8591"/>
                </a:lnTo>
                <a:lnTo>
                  <a:pt x="90205" y="8693"/>
                </a:lnTo>
                <a:lnTo>
                  <a:pt x="91023" y="8693"/>
                </a:lnTo>
                <a:lnTo>
                  <a:pt x="90000" y="9102"/>
                </a:lnTo>
                <a:lnTo>
                  <a:pt x="91227" y="9205"/>
                </a:lnTo>
                <a:lnTo>
                  <a:pt x="90716" y="9205"/>
                </a:lnTo>
                <a:lnTo>
                  <a:pt x="91023" y="9409"/>
                </a:lnTo>
                <a:lnTo>
                  <a:pt x="91227" y="9716"/>
                </a:lnTo>
                <a:lnTo>
                  <a:pt x="88875" y="9614"/>
                </a:lnTo>
                <a:lnTo>
                  <a:pt x="91330" y="10125"/>
                </a:lnTo>
                <a:lnTo>
                  <a:pt x="90511" y="10739"/>
                </a:lnTo>
                <a:lnTo>
                  <a:pt x="91023" y="10739"/>
                </a:lnTo>
                <a:lnTo>
                  <a:pt x="90511" y="10841"/>
                </a:lnTo>
                <a:lnTo>
                  <a:pt x="90205" y="11148"/>
                </a:lnTo>
                <a:lnTo>
                  <a:pt x="90511" y="11148"/>
                </a:lnTo>
                <a:lnTo>
                  <a:pt x="88568" y="11557"/>
                </a:lnTo>
                <a:lnTo>
                  <a:pt x="90102" y="11455"/>
                </a:lnTo>
                <a:lnTo>
                  <a:pt x="88057" y="12170"/>
                </a:lnTo>
                <a:lnTo>
                  <a:pt x="90102" y="11966"/>
                </a:lnTo>
                <a:lnTo>
                  <a:pt x="89898" y="12068"/>
                </a:lnTo>
                <a:lnTo>
                  <a:pt x="90205" y="12273"/>
                </a:lnTo>
                <a:lnTo>
                  <a:pt x="88261" y="12273"/>
                </a:lnTo>
                <a:lnTo>
                  <a:pt x="87955" y="12784"/>
                </a:lnTo>
                <a:lnTo>
                  <a:pt x="88773" y="12784"/>
                </a:lnTo>
                <a:lnTo>
                  <a:pt x="87648" y="13500"/>
                </a:lnTo>
                <a:lnTo>
                  <a:pt x="89489" y="12784"/>
                </a:lnTo>
                <a:lnTo>
                  <a:pt x="89489" y="12784"/>
                </a:lnTo>
                <a:lnTo>
                  <a:pt x="87750" y="13602"/>
                </a:lnTo>
                <a:lnTo>
                  <a:pt x="87852" y="13602"/>
                </a:lnTo>
                <a:lnTo>
                  <a:pt x="87750" y="14011"/>
                </a:lnTo>
                <a:lnTo>
                  <a:pt x="89182" y="13807"/>
                </a:lnTo>
                <a:lnTo>
                  <a:pt x="88261" y="14114"/>
                </a:lnTo>
                <a:lnTo>
                  <a:pt x="88057" y="15239"/>
                </a:lnTo>
                <a:lnTo>
                  <a:pt x="88773" y="14727"/>
                </a:lnTo>
                <a:lnTo>
                  <a:pt x="89080" y="14318"/>
                </a:lnTo>
                <a:lnTo>
                  <a:pt x="89489" y="15034"/>
                </a:lnTo>
                <a:lnTo>
                  <a:pt x="88466" y="15034"/>
                </a:lnTo>
                <a:lnTo>
                  <a:pt x="88364" y="15341"/>
                </a:lnTo>
                <a:lnTo>
                  <a:pt x="89080" y="15136"/>
                </a:lnTo>
                <a:lnTo>
                  <a:pt x="88977" y="15239"/>
                </a:lnTo>
                <a:lnTo>
                  <a:pt x="89182" y="15239"/>
                </a:lnTo>
                <a:lnTo>
                  <a:pt x="88261" y="15443"/>
                </a:lnTo>
                <a:lnTo>
                  <a:pt x="88568" y="16466"/>
                </a:lnTo>
                <a:lnTo>
                  <a:pt x="89080" y="16261"/>
                </a:lnTo>
                <a:lnTo>
                  <a:pt x="88568" y="16773"/>
                </a:lnTo>
                <a:lnTo>
                  <a:pt x="89386" y="17182"/>
                </a:lnTo>
                <a:lnTo>
                  <a:pt x="88977" y="17591"/>
                </a:lnTo>
                <a:lnTo>
                  <a:pt x="89386" y="18205"/>
                </a:lnTo>
                <a:lnTo>
                  <a:pt x="89795" y="18205"/>
                </a:lnTo>
                <a:lnTo>
                  <a:pt x="89386" y="18409"/>
                </a:lnTo>
                <a:lnTo>
                  <a:pt x="89795" y="18409"/>
                </a:lnTo>
                <a:lnTo>
                  <a:pt x="89795" y="18307"/>
                </a:lnTo>
                <a:lnTo>
                  <a:pt x="91227" y="18000"/>
                </a:lnTo>
                <a:lnTo>
                  <a:pt x="91023" y="18614"/>
                </a:lnTo>
                <a:lnTo>
                  <a:pt x="91943" y="18511"/>
                </a:lnTo>
                <a:lnTo>
                  <a:pt x="91943" y="18511"/>
                </a:lnTo>
                <a:lnTo>
                  <a:pt x="91330" y="18920"/>
                </a:lnTo>
                <a:lnTo>
                  <a:pt x="91330" y="18920"/>
                </a:lnTo>
                <a:lnTo>
                  <a:pt x="92148" y="18818"/>
                </a:lnTo>
                <a:lnTo>
                  <a:pt x="92148" y="19227"/>
                </a:lnTo>
                <a:lnTo>
                  <a:pt x="92455" y="19227"/>
                </a:lnTo>
                <a:lnTo>
                  <a:pt x="92250" y="19125"/>
                </a:lnTo>
                <a:lnTo>
                  <a:pt x="92966" y="18920"/>
                </a:lnTo>
                <a:lnTo>
                  <a:pt x="92455" y="18614"/>
                </a:lnTo>
                <a:lnTo>
                  <a:pt x="93375" y="18409"/>
                </a:lnTo>
                <a:lnTo>
                  <a:pt x="93989" y="17591"/>
                </a:lnTo>
                <a:lnTo>
                  <a:pt x="93784" y="17489"/>
                </a:lnTo>
                <a:lnTo>
                  <a:pt x="94091" y="17386"/>
                </a:lnTo>
                <a:lnTo>
                  <a:pt x="94295" y="16670"/>
                </a:lnTo>
                <a:lnTo>
                  <a:pt x="93784" y="16568"/>
                </a:lnTo>
                <a:lnTo>
                  <a:pt x="94807" y="16364"/>
                </a:lnTo>
                <a:lnTo>
                  <a:pt x="94500" y="16159"/>
                </a:lnTo>
                <a:lnTo>
                  <a:pt x="95830" y="15648"/>
                </a:lnTo>
                <a:lnTo>
                  <a:pt x="95830" y="15239"/>
                </a:lnTo>
                <a:lnTo>
                  <a:pt x="95216" y="15136"/>
                </a:lnTo>
                <a:lnTo>
                  <a:pt x="96136" y="15034"/>
                </a:lnTo>
                <a:lnTo>
                  <a:pt x="95830" y="14625"/>
                </a:lnTo>
                <a:lnTo>
                  <a:pt x="96955" y="14216"/>
                </a:lnTo>
                <a:lnTo>
                  <a:pt x="96545" y="14011"/>
                </a:lnTo>
                <a:lnTo>
                  <a:pt x="98489" y="13398"/>
                </a:lnTo>
                <a:lnTo>
                  <a:pt x="98182" y="13295"/>
                </a:lnTo>
                <a:lnTo>
                  <a:pt x="98795" y="13295"/>
                </a:lnTo>
                <a:lnTo>
                  <a:pt x="98386" y="13909"/>
                </a:lnTo>
                <a:lnTo>
                  <a:pt x="99205" y="13602"/>
                </a:lnTo>
                <a:lnTo>
                  <a:pt x="99307" y="13705"/>
                </a:lnTo>
                <a:lnTo>
                  <a:pt x="102580" y="11659"/>
                </a:lnTo>
                <a:lnTo>
                  <a:pt x="102682" y="11455"/>
                </a:lnTo>
                <a:lnTo>
                  <a:pt x="109125" y="10227"/>
                </a:lnTo>
                <a:lnTo>
                  <a:pt x="109023" y="10227"/>
                </a:lnTo>
                <a:lnTo>
                  <a:pt x="109636" y="10023"/>
                </a:lnTo>
                <a:lnTo>
                  <a:pt x="106159" y="10023"/>
                </a:lnTo>
                <a:lnTo>
                  <a:pt x="106977" y="9716"/>
                </a:lnTo>
                <a:lnTo>
                  <a:pt x="105239" y="9716"/>
                </a:lnTo>
                <a:lnTo>
                  <a:pt x="105852" y="9205"/>
                </a:lnTo>
                <a:lnTo>
                  <a:pt x="107386" y="9205"/>
                </a:lnTo>
                <a:lnTo>
                  <a:pt x="106773" y="8693"/>
                </a:lnTo>
                <a:lnTo>
                  <a:pt x="108409" y="9102"/>
                </a:lnTo>
                <a:lnTo>
                  <a:pt x="109023" y="9716"/>
                </a:lnTo>
                <a:lnTo>
                  <a:pt x="109636" y="9307"/>
                </a:lnTo>
                <a:lnTo>
                  <a:pt x="109636" y="9716"/>
                </a:lnTo>
                <a:lnTo>
                  <a:pt x="110148" y="9307"/>
                </a:lnTo>
                <a:lnTo>
                  <a:pt x="110148" y="8795"/>
                </a:lnTo>
                <a:lnTo>
                  <a:pt x="109739" y="9000"/>
                </a:lnTo>
                <a:lnTo>
                  <a:pt x="110148" y="8591"/>
                </a:lnTo>
                <a:lnTo>
                  <a:pt x="108205" y="8080"/>
                </a:lnTo>
                <a:lnTo>
                  <a:pt x="108511" y="7977"/>
                </a:lnTo>
                <a:lnTo>
                  <a:pt x="108307" y="7670"/>
                </a:lnTo>
                <a:lnTo>
                  <a:pt x="107284" y="7773"/>
                </a:lnTo>
                <a:lnTo>
                  <a:pt x="107284" y="7773"/>
                </a:lnTo>
                <a:lnTo>
                  <a:pt x="108211" y="7587"/>
                </a:lnTo>
                <a:lnTo>
                  <a:pt x="108211" y="7587"/>
                </a:lnTo>
                <a:lnTo>
                  <a:pt x="106875" y="7466"/>
                </a:lnTo>
                <a:lnTo>
                  <a:pt x="107489" y="7364"/>
                </a:lnTo>
                <a:lnTo>
                  <a:pt x="107080" y="7159"/>
                </a:lnTo>
                <a:lnTo>
                  <a:pt x="108716" y="7159"/>
                </a:lnTo>
                <a:lnTo>
                  <a:pt x="108307" y="6852"/>
                </a:lnTo>
                <a:lnTo>
                  <a:pt x="111375" y="7159"/>
                </a:lnTo>
                <a:lnTo>
                  <a:pt x="111068" y="6750"/>
                </a:lnTo>
                <a:lnTo>
                  <a:pt x="110352" y="6750"/>
                </a:lnTo>
                <a:lnTo>
                  <a:pt x="110352" y="6545"/>
                </a:lnTo>
                <a:lnTo>
                  <a:pt x="110659" y="6239"/>
                </a:lnTo>
                <a:lnTo>
                  <a:pt x="110557" y="6545"/>
                </a:lnTo>
                <a:lnTo>
                  <a:pt x="112295" y="6443"/>
                </a:lnTo>
                <a:lnTo>
                  <a:pt x="111989" y="6034"/>
                </a:lnTo>
                <a:lnTo>
                  <a:pt x="111273" y="6239"/>
                </a:lnTo>
                <a:lnTo>
                  <a:pt x="111273" y="5830"/>
                </a:lnTo>
                <a:lnTo>
                  <a:pt x="110557" y="5830"/>
                </a:lnTo>
                <a:lnTo>
                  <a:pt x="111784" y="5727"/>
                </a:lnTo>
                <a:lnTo>
                  <a:pt x="112091" y="5830"/>
                </a:lnTo>
                <a:lnTo>
                  <a:pt x="112193" y="5011"/>
                </a:lnTo>
                <a:lnTo>
                  <a:pt x="111375" y="4909"/>
                </a:lnTo>
                <a:lnTo>
                  <a:pt x="111068" y="4705"/>
                </a:lnTo>
                <a:lnTo>
                  <a:pt x="110659" y="4602"/>
                </a:lnTo>
                <a:lnTo>
                  <a:pt x="113011" y="4500"/>
                </a:lnTo>
                <a:lnTo>
                  <a:pt x="113216" y="4091"/>
                </a:lnTo>
                <a:lnTo>
                  <a:pt x="111989" y="3886"/>
                </a:lnTo>
                <a:lnTo>
                  <a:pt x="112807" y="3886"/>
                </a:lnTo>
                <a:lnTo>
                  <a:pt x="111580" y="3784"/>
                </a:lnTo>
                <a:lnTo>
                  <a:pt x="112091" y="3170"/>
                </a:lnTo>
                <a:lnTo>
                  <a:pt x="111989" y="3068"/>
                </a:lnTo>
                <a:lnTo>
                  <a:pt x="113114" y="2557"/>
                </a:lnTo>
                <a:lnTo>
                  <a:pt x="112909" y="2352"/>
                </a:lnTo>
                <a:lnTo>
                  <a:pt x="113216" y="1943"/>
                </a:lnTo>
                <a:lnTo>
                  <a:pt x="115261" y="1841"/>
                </a:lnTo>
                <a:lnTo>
                  <a:pt x="114750" y="1739"/>
                </a:lnTo>
                <a:lnTo>
                  <a:pt x="116284" y="1534"/>
                </a:lnTo>
                <a:lnTo>
                  <a:pt x="116080" y="1432"/>
                </a:lnTo>
                <a:lnTo>
                  <a:pt x="117818" y="1125"/>
                </a:lnTo>
                <a:lnTo>
                  <a:pt x="111273" y="1636"/>
                </a:lnTo>
                <a:lnTo>
                  <a:pt x="111273" y="1636"/>
                </a:lnTo>
                <a:lnTo>
                  <a:pt x="112398" y="1125"/>
                </a:lnTo>
                <a:lnTo>
                  <a:pt x="107898" y="818"/>
                </a:lnTo>
                <a:lnTo>
                  <a:pt x="112500" y="409"/>
                </a:lnTo>
                <a:lnTo>
                  <a:pt x="106977" y="205"/>
                </a:lnTo>
                <a:lnTo>
                  <a:pt x="110352" y="0"/>
                </a:lnTo>
                <a:close/>
                <a:moveTo>
                  <a:pt x="5114" y="22807"/>
                </a:moveTo>
                <a:lnTo>
                  <a:pt x="5069" y="22823"/>
                </a:lnTo>
                <a:lnTo>
                  <a:pt x="5069" y="22823"/>
                </a:lnTo>
                <a:lnTo>
                  <a:pt x="5011" y="22909"/>
                </a:lnTo>
                <a:lnTo>
                  <a:pt x="5114" y="22807"/>
                </a:lnTo>
                <a:close/>
                <a:moveTo>
                  <a:pt x="133057" y="23011"/>
                </a:moveTo>
                <a:lnTo>
                  <a:pt x="132955" y="23216"/>
                </a:lnTo>
                <a:lnTo>
                  <a:pt x="132443" y="23216"/>
                </a:lnTo>
                <a:lnTo>
                  <a:pt x="132955" y="23727"/>
                </a:lnTo>
                <a:lnTo>
                  <a:pt x="133261" y="23727"/>
                </a:lnTo>
                <a:lnTo>
                  <a:pt x="133568" y="23216"/>
                </a:lnTo>
                <a:lnTo>
                  <a:pt x="133057" y="23011"/>
                </a:lnTo>
                <a:close/>
                <a:moveTo>
                  <a:pt x="1125" y="23625"/>
                </a:moveTo>
                <a:lnTo>
                  <a:pt x="102" y="24034"/>
                </a:lnTo>
                <a:lnTo>
                  <a:pt x="1120" y="23634"/>
                </a:lnTo>
                <a:lnTo>
                  <a:pt x="1120" y="23634"/>
                </a:lnTo>
                <a:lnTo>
                  <a:pt x="1125" y="23625"/>
                </a:lnTo>
                <a:close/>
                <a:moveTo>
                  <a:pt x="102" y="24034"/>
                </a:moveTo>
                <a:lnTo>
                  <a:pt x="102" y="24034"/>
                </a:lnTo>
                <a:lnTo>
                  <a:pt x="102" y="24034"/>
                </a:lnTo>
                <a:close/>
                <a:moveTo>
                  <a:pt x="138170" y="24136"/>
                </a:moveTo>
                <a:lnTo>
                  <a:pt x="138375" y="24239"/>
                </a:lnTo>
                <a:lnTo>
                  <a:pt x="138477" y="24239"/>
                </a:lnTo>
                <a:lnTo>
                  <a:pt x="138170" y="24136"/>
                </a:lnTo>
                <a:close/>
                <a:moveTo>
                  <a:pt x="118534" y="23523"/>
                </a:moveTo>
                <a:lnTo>
                  <a:pt x="118636" y="23625"/>
                </a:lnTo>
                <a:lnTo>
                  <a:pt x="118330" y="23932"/>
                </a:lnTo>
                <a:lnTo>
                  <a:pt x="118330" y="23727"/>
                </a:lnTo>
                <a:lnTo>
                  <a:pt x="117818" y="23830"/>
                </a:lnTo>
                <a:lnTo>
                  <a:pt x="117511" y="24239"/>
                </a:lnTo>
                <a:lnTo>
                  <a:pt x="117920" y="24239"/>
                </a:lnTo>
                <a:lnTo>
                  <a:pt x="117614" y="24648"/>
                </a:lnTo>
                <a:lnTo>
                  <a:pt x="116489" y="24750"/>
                </a:lnTo>
                <a:lnTo>
                  <a:pt x="116591" y="24852"/>
                </a:lnTo>
                <a:lnTo>
                  <a:pt x="116591" y="25057"/>
                </a:lnTo>
                <a:lnTo>
                  <a:pt x="116795" y="24955"/>
                </a:lnTo>
                <a:lnTo>
                  <a:pt x="116693" y="25261"/>
                </a:lnTo>
                <a:lnTo>
                  <a:pt x="116386" y="25364"/>
                </a:lnTo>
                <a:lnTo>
                  <a:pt x="116386" y="25466"/>
                </a:lnTo>
                <a:lnTo>
                  <a:pt x="116591" y="25466"/>
                </a:lnTo>
                <a:lnTo>
                  <a:pt x="116591" y="25568"/>
                </a:lnTo>
                <a:lnTo>
                  <a:pt x="117307" y="25670"/>
                </a:lnTo>
                <a:lnTo>
                  <a:pt x="116489" y="26284"/>
                </a:lnTo>
                <a:lnTo>
                  <a:pt x="116489" y="26284"/>
                </a:lnTo>
                <a:lnTo>
                  <a:pt x="117409" y="26182"/>
                </a:lnTo>
                <a:lnTo>
                  <a:pt x="116489" y="26489"/>
                </a:lnTo>
                <a:lnTo>
                  <a:pt x="116591" y="26591"/>
                </a:lnTo>
                <a:lnTo>
                  <a:pt x="116080" y="26693"/>
                </a:lnTo>
                <a:lnTo>
                  <a:pt x="116489" y="26693"/>
                </a:lnTo>
                <a:lnTo>
                  <a:pt x="116080" y="27000"/>
                </a:lnTo>
                <a:lnTo>
                  <a:pt x="116693" y="27000"/>
                </a:lnTo>
                <a:lnTo>
                  <a:pt x="116284" y="27205"/>
                </a:lnTo>
                <a:lnTo>
                  <a:pt x="116284" y="27205"/>
                </a:lnTo>
                <a:lnTo>
                  <a:pt x="116693" y="27102"/>
                </a:lnTo>
                <a:lnTo>
                  <a:pt x="116489" y="27307"/>
                </a:lnTo>
                <a:lnTo>
                  <a:pt x="119250" y="26591"/>
                </a:lnTo>
                <a:lnTo>
                  <a:pt x="119148" y="26489"/>
                </a:lnTo>
                <a:lnTo>
                  <a:pt x="119455" y="24852"/>
                </a:lnTo>
                <a:lnTo>
                  <a:pt x="119352" y="24750"/>
                </a:lnTo>
                <a:lnTo>
                  <a:pt x="119966" y="24545"/>
                </a:lnTo>
                <a:lnTo>
                  <a:pt x="119864" y="24341"/>
                </a:lnTo>
                <a:lnTo>
                  <a:pt x="119659" y="24239"/>
                </a:lnTo>
                <a:lnTo>
                  <a:pt x="119455" y="23727"/>
                </a:lnTo>
                <a:lnTo>
                  <a:pt x="118636" y="23830"/>
                </a:lnTo>
                <a:lnTo>
                  <a:pt x="118841" y="23625"/>
                </a:lnTo>
                <a:lnTo>
                  <a:pt x="118534" y="23523"/>
                </a:lnTo>
                <a:close/>
                <a:moveTo>
                  <a:pt x="121398" y="20455"/>
                </a:moveTo>
                <a:lnTo>
                  <a:pt x="120477" y="20761"/>
                </a:lnTo>
                <a:lnTo>
                  <a:pt x="119966" y="21682"/>
                </a:lnTo>
                <a:lnTo>
                  <a:pt x="119761" y="22091"/>
                </a:lnTo>
                <a:lnTo>
                  <a:pt x="119864" y="22091"/>
                </a:lnTo>
                <a:lnTo>
                  <a:pt x="119557" y="22295"/>
                </a:lnTo>
                <a:lnTo>
                  <a:pt x="120273" y="22193"/>
                </a:lnTo>
                <a:lnTo>
                  <a:pt x="119966" y="23523"/>
                </a:lnTo>
                <a:lnTo>
                  <a:pt x="120170" y="23011"/>
                </a:lnTo>
                <a:lnTo>
                  <a:pt x="120580" y="22807"/>
                </a:lnTo>
                <a:lnTo>
                  <a:pt x="120682" y="23011"/>
                </a:lnTo>
                <a:lnTo>
                  <a:pt x="120375" y="24239"/>
                </a:lnTo>
                <a:lnTo>
                  <a:pt x="121807" y="23932"/>
                </a:lnTo>
                <a:lnTo>
                  <a:pt x="122011" y="25568"/>
                </a:lnTo>
                <a:lnTo>
                  <a:pt x="120580" y="26080"/>
                </a:lnTo>
                <a:lnTo>
                  <a:pt x="120580" y="26080"/>
                </a:lnTo>
                <a:lnTo>
                  <a:pt x="120989" y="25977"/>
                </a:lnTo>
                <a:lnTo>
                  <a:pt x="121091" y="26284"/>
                </a:lnTo>
                <a:lnTo>
                  <a:pt x="120068" y="27000"/>
                </a:lnTo>
                <a:lnTo>
                  <a:pt x="120989" y="27205"/>
                </a:lnTo>
                <a:lnTo>
                  <a:pt x="120886" y="27307"/>
                </a:lnTo>
                <a:lnTo>
                  <a:pt x="121602" y="27409"/>
                </a:lnTo>
                <a:lnTo>
                  <a:pt x="122216" y="27102"/>
                </a:lnTo>
                <a:lnTo>
                  <a:pt x="121602" y="27614"/>
                </a:lnTo>
                <a:lnTo>
                  <a:pt x="120989" y="27614"/>
                </a:lnTo>
                <a:lnTo>
                  <a:pt x="119761" y="28739"/>
                </a:lnTo>
                <a:lnTo>
                  <a:pt x="120068" y="28841"/>
                </a:lnTo>
                <a:lnTo>
                  <a:pt x="120375" y="28534"/>
                </a:lnTo>
                <a:lnTo>
                  <a:pt x="121091" y="28534"/>
                </a:lnTo>
                <a:lnTo>
                  <a:pt x="121807" y="28125"/>
                </a:lnTo>
                <a:lnTo>
                  <a:pt x="122625" y="28227"/>
                </a:lnTo>
                <a:lnTo>
                  <a:pt x="122523" y="28125"/>
                </a:lnTo>
                <a:lnTo>
                  <a:pt x="123136" y="28023"/>
                </a:lnTo>
                <a:lnTo>
                  <a:pt x="123034" y="27920"/>
                </a:lnTo>
                <a:lnTo>
                  <a:pt x="124773" y="27920"/>
                </a:lnTo>
                <a:lnTo>
                  <a:pt x="125182" y="27409"/>
                </a:lnTo>
                <a:lnTo>
                  <a:pt x="124466" y="27409"/>
                </a:lnTo>
                <a:lnTo>
                  <a:pt x="125080" y="26898"/>
                </a:lnTo>
                <a:lnTo>
                  <a:pt x="125284" y="25977"/>
                </a:lnTo>
                <a:lnTo>
                  <a:pt x="124159" y="25977"/>
                </a:lnTo>
                <a:lnTo>
                  <a:pt x="123648" y="25159"/>
                </a:lnTo>
                <a:lnTo>
                  <a:pt x="124261" y="25261"/>
                </a:lnTo>
                <a:lnTo>
                  <a:pt x="124261" y="25261"/>
                </a:lnTo>
                <a:lnTo>
                  <a:pt x="124057" y="24750"/>
                </a:lnTo>
                <a:lnTo>
                  <a:pt x="123239" y="24239"/>
                </a:lnTo>
                <a:lnTo>
                  <a:pt x="122932" y="23420"/>
                </a:lnTo>
                <a:lnTo>
                  <a:pt x="121295" y="22807"/>
                </a:lnTo>
                <a:lnTo>
                  <a:pt x="122011" y="22705"/>
                </a:lnTo>
                <a:lnTo>
                  <a:pt x="121705" y="22602"/>
                </a:lnTo>
                <a:lnTo>
                  <a:pt x="122318" y="22295"/>
                </a:lnTo>
                <a:lnTo>
                  <a:pt x="122830" y="21580"/>
                </a:lnTo>
                <a:lnTo>
                  <a:pt x="121091" y="21375"/>
                </a:lnTo>
                <a:lnTo>
                  <a:pt x="121295" y="21170"/>
                </a:lnTo>
                <a:lnTo>
                  <a:pt x="121193" y="21170"/>
                </a:lnTo>
                <a:lnTo>
                  <a:pt x="121807" y="20659"/>
                </a:lnTo>
                <a:lnTo>
                  <a:pt x="121398" y="20455"/>
                </a:lnTo>
                <a:close/>
                <a:moveTo>
                  <a:pt x="23830" y="27920"/>
                </a:moveTo>
                <a:lnTo>
                  <a:pt x="23523" y="28330"/>
                </a:lnTo>
                <a:lnTo>
                  <a:pt x="24034" y="28227"/>
                </a:lnTo>
                <a:lnTo>
                  <a:pt x="23932" y="28432"/>
                </a:lnTo>
                <a:lnTo>
                  <a:pt x="23523" y="28534"/>
                </a:lnTo>
                <a:lnTo>
                  <a:pt x="23625" y="28534"/>
                </a:lnTo>
                <a:lnTo>
                  <a:pt x="23420" y="28739"/>
                </a:lnTo>
                <a:lnTo>
                  <a:pt x="23830" y="28739"/>
                </a:lnTo>
                <a:lnTo>
                  <a:pt x="23932" y="28636"/>
                </a:lnTo>
                <a:lnTo>
                  <a:pt x="24034" y="28943"/>
                </a:lnTo>
                <a:lnTo>
                  <a:pt x="24443" y="29148"/>
                </a:lnTo>
                <a:lnTo>
                  <a:pt x="24034" y="29455"/>
                </a:lnTo>
                <a:lnTo>
                  <a:pt x="24443" y="29455"/>
                </a:lnTo>
                <a:lnTo>
                  <a:pt x="24341" y="29557"/>
                </a:lnTo>
                <a:lnTo>
                  <a:pt x="24545" y="29659"/>
                </a:lnTo>
                <a:lnTo>
                  <a:pt x="24341" y="29761"/>
                </a:lnTo>
                <a:lnTo>
                  <a:pt x="25261" y="29557"/>
                </a:lnTo>
                <a:lnTo>
                  <a:pt x="25057" y="30273"/>
                </a:lnTo>
                <a:lnTo>
                  <a:pt x="25057" y="30273"/>
                </a:lnTo>
                <a:lnTo>
                  <a:pt x="25875" y="30170"/>
                </a:lnTo>
                <a:lnTo>
                  <a:pt x="25466" y="28534"/>
                </a:lnTo>
                <a:lnTo>
                  <a:pt x="23830" y="27920"/>
                </a:lnTo>
                <a:close/>
                <a:moveTo>
                  <a:pt x="25875" y="30170"/>
                </a:moveTo>
                <a:lnTo>
                  <a:pt x="25875" y="30273"/>
                </a:lnTo>
                <a:lnTo>
                  <a:pt x="25977" y="30170"/>
                </a:lnTo>
                <a:close/>
                <a:moveTo>
                  <a:pt x="72102" y="30989"/>
                </a:moveTo>
                <a:lnTo>
                  <a:pt x="72146" y="31003"/>
                </a:lnTo>
                <a:lnTo>
                  <a:pt x="72146" y="31003"/>
                </a:lnTo>
                <a:lnTo>
                  <a:pt x="72205" y="30989"/>
                </a:lnTo>
                <a:close/>
                <a:moveTo>
                  <a:pt x="25568" y="31398"/>
                </a:moveTo>
                <a:lnTo>
                  <a:pt x="25364" y="31500"/>
                </a:lnTo>
                <a:lnTo>
                  <a:pt x="25364" y="31500"/>
                </a:lnTo>
                <a:lnTo>
                  <a:pt x="25466" y="31398"/>
                </a:lnTo>
                <a:close/>
                <a:moveTo>
                  <a:pt x="80386" y="31500"/>
                </a:moveTo>
                <a:lnTo>
                  <a:pt x="80386" y="31500"/>
                </a:lnTo>
                <a:lnTo>
                  <a:pt x="80386" y="31500"/>
                </a:lnTo>
                <a:close/>
                <a:moveTo>
                  <a:pt x="80693" y="27307"/>
                </a:moveTo>
                <a:lnTo>
                  <a:pt x="80182" y="27409"/>
                </a:lnTo>
                <a:lnTo>
                  <a:pt x="78136" y="29864"/>
                </a:lnTo>
                <a:lnTo>
                  <a:pt x="77625" y="29966"/>
                </a:lnTo>
                <a:lnTo>
                  <a:pt x="77318" y="30170"/>
                </a:lnTo>
                <a:lnTo>
                  <a:pt x="77420" y="30068"/>
                </a:lnTo>
                <a:lnTo>
                  <a:pt x="77011" y="30273"/>
                </a:lnTo>
                <a:lnTo>
                  <a:pt x="77727" y="30273"/>
                </a:lnTo>
                <a:lnTo>
                  <a:pt x="76705" y="30989"/>
                </a:lnTo>
                <a:lnTo>
                  <a:pt x="79466" y="30989"/>
                </a:lnTo>
                <a:lnTo>
                  <a:pt x="79159" y="31295"/>
                </a:lnTo>
                <a:lnTo>
                  <a:pt x="80284" y="31193"/>
                </a:lnTo>
                <a:lnTo>
                  <a:pt x="79261" y="32011"/>
                </a:lnTo>
                <a:lnTo>
                  <a:pt x="80489" y="31295"/>
                </a:lnTo>
                <a:lnTo>
                  <a:pt x="80386" y="31500"/>
                </a:lnTo>
                <a:lnTo>
                  <a:pt x="80795" y="30989"/>
                </a:lnTo>
                <a:lnTo>
                  <a:pt x="81000" y="31398"/>
                </a:lnTo>
                <a:lnTo>
                  <a:pt x="80591" y="32011"/>
                </a:lnTo>
                <a:lnTo>
                  <a:pt x="81102" y="31705"/>
                </a:lnTo>
                <a:lnTo>
                  <a:pt x="81000" y="32216"/>
                </a:lnTo>
                <a:lnTo>
                  <a:pt x="81000" y="32216"/>
                </a:lnTo>
                <a:lnTo>
                  <a:pt x="81409" y="32114"/>
                </a:lnTo>
                <a:lnTo>
                  <a:pt x="81920" y="31091"/>
                </a:lnTo>
                <a:lnTo>
                  <a:pt x="81511" y="31398"/>
                </a:lnTo>
                <a:lnTo>
                  <a:pt x="81920" y="30682"/>
                </a:lnTo>
                <a:lnTo>
                  <a:pt x="81205" y="31193"/>
                </a:lnTo>
                <a:lnTo>
                  <a:pt x="81205" y="31193"/>
                </a:lnTo>
                <a:lnTo>
                  <a:pt x="81307" y="30784"/>
                </a:lnTo>
                <a:lnTo>
                  <a:pt x="81102" y="30784"/>
                </a:lnTo>
                <a:lnTo>
                  <a:pt x="81920" y="30170"/>
                </a:lnTo>
                <a:lnTo>
                  <a:pt x="81920" y="30170"/>
                </a:lnTo>
                <a:lnTo>
                  <a:pt x="81000" y="30477"/>
                </a:lnTo>
                <a:lnTo>
                  <a:pt x="81409" y="30170"/>
                </a:lnTo>
                <a:lnTo>
                  <a:pt x="81205" y="30068"/>
                </a:lnTo>
                <a:lnTo>
                  <a:pt x="81307" y="29966"/>
                </a:lnTo>
                <a:lnTo>
                  <a:pt x="81102" y="30068"/>
                </a:lnTo>
                <a:lnTo>
                  <a:pt x="81716" y="29557"/>
                </a:lnTo>
                <a:lnTo>
                  <a:pt x="81000" y="29455"/>
                </a:lnTo>
                <a:lnTo>
                  <a:pt x="81102" y="29250"/>
                </a:lnTo>
                <a:lnTo>
                  <a:pt x="80284" y="29761"/>
                </a:lnTo>
                <a:lnTo>
                  <a:pt x="80489" y="29250"/>
                </a:lnTo>
                <a:lnTo>
                  <a:pt x="80489" y="29250"/>
                </a:lnTo>
                <a:lnTo>
                  <a:pt x="80284" y="29455"/>
                </a:lnTo>
                <a:lnTo>
                  <a:pt x="80386" y="29352"/>
                </a:lnTo>
                <a:lnTo>
                  <a:pt x="79773" y="29352"/>
                </a:lnTo>
                <a:lnTo>
                  <a:pt x="79977" y="29148"/>
                </a:lnTo>
                <a:lnTo>
                  <a:pt x="79773" y="29250"/>
                </a:lnTo>
                <a:lnTo>
                  <a:pt x="80386" y="28841"/>
                </a:lnTo>
                <a:lnTo>
                  <a:pt x="79261" y="29250"/>
                </a:lnTo>
                <a:lnTo>
                  <a:pt x="80489" y="27716"/>
                </a:lnTo>
                <a:lnTo>
                  <a:pt x="80591" y="27511"/>
                </a:lnTo>
                <a:lnTo>
                  <a:pt x="80898" y="27307"/>
                </a:lnTo>
                <a:close/>
                <a:moveTo>
                  <a:pt x="239523" y="32216"/>
                </a:moveTo>
                <a:lnTo>
                  <a:pt x="240239" y="32830"/>
                </a:lnTo>
                <a:lnTo>
                  <a:pt x="239727" y="32318"/>
                </a:lnTo>
                <a:lnTo>
                  <a:pt x="239523" y="32216"/>
                </a:lnTo>
                <a:close/>
                <a:moveTo>
                  <a:pt x="232875" y="24443"/>
                </a:moveTo>
                <a:lnTo>
                  <a:pt x="232773" y="24648"/>
                </a:lnTo>
                <a:lnTo>
                  <a:pt x="233591" y="25159"/>
                </a:lnTo>
                <a:lnTo>
                  <a:pt x="233489" y="25261"/>
                </a:lnTo>
                <a:lnTo>
                  <a:pt x="233386" y="25364"/>
                </a:lnTo>
                <a:lnTo>
                  <a:pt x="234511" y="27102"/>
                </a:lnTo>
                <a:lnTo>
                  <a:pt x="239216" y="32932"/>
                </a:lnTo>
                <a:lnTo>
                  <a:pt x="239114" y="32114"/>
                </a:lnTo>
                <a:lnTo>
                  <a:pt x="239523" y="32216"/>
                </a:lnTo>
                <a:lnTo>
                  <a:pt x="239523" y="32216"/>
                </a:lnTo>
                <a:lnTo>
                  <a:pt x="238193" y="31091"/>
                </a:lnTo>
                <a:lnTo>
                  <a:pt x="237784" y="29557"/>
                </a:lnTo>
                <a:lnTo>
                  <a:pt x="239318" y="30170"/>
                </a:lnTo>
                <a:lnTo>
                  <a:pt x="232875" y="24443"/>
                </a:lnTo>
                <a:close/>
                <a:moveTo>
                  <a:pt x="244841" y="33341"/>
                </a:moveTo>
                <a:lnTo>
                  <a:pt x="244330" y="33443"/>
                </a:lnTo>
                <a:lnTo>
                  <a:pt x="244432" y="33648"/>
                </a:lnTo>
                <a:lnTo>
                  <a:pt x="244125" y="34364"/>
                </a:lnTo>
                <a:lnTo>
                  <a:pt x="244125" y="34466"/>
                </a:lnTo>
                <a:lnTo>
                  <a:pt x="244330" y="33955"/>
                </a:lnTo>
                <a:lnTo>
                  <a:pt x="245045" y="33545"/>
                </a:lnTo>
                <a:lnTo>
                  <a:pt x="244841" y="33341"/>
                </a:lnTo>
                <a:close/>
                <a:moveTo>
                  <a:pt x="243409" y="34466"/>
                </a:moveTo>
                <a:lnTo>
                  <a:pt x="243409" y="35080"/>
                </a:lnTo>
                <a:lnTo>
                  <a:pt x="243614" y="35284"/>
                </a:lnTo>
                <a:lnTo>
                  <a:pt x="243920" y="34466"/>
                </a:lnTo>
                <a:close/>
                <a:moveTo>
                  <a:pt x="54102" y="29864"/>
                </a:moveTo>
                <a:lnTo>
                  <a:pt x="56352" y="30886"/>
                </a:lnTo>
                <a:lnTo>
                  <a:pt x="56045" y="31193"/>
                </a:lnTo>
                <a:lnTo>
                  <a:pt x="56250" y="31602"/>
                </a:lnTo>
                <a:lnTo>
                  <a:pt x="56045" y="31807"/>
                </a:lnTo>
                <a:lnTo>
                  <a:pt x="56250" y="32011"/>
                </a:lnTo>
                <a:lnTo>
                  <a:pt x="56045" y="32114"/>
                </a:lnTo>
                <a:lnTo>
                  <a:pt x="56148" y="32114"/>
                </a:lnTo>
                <a:lnTo>
                  <a:pt x="55943" y="32318"/>
                </a:lnTo>
                <a:lnTo>
                  <a:pt x="58193" y="32727"/>
                </a:lnTo>
                <a:lnTo>
                  <a:pt x="58091" y="32830"/>
                </a:lnTo>
                <a:lnTo>
                  <a:pt x="58500" y="32830"/>
                </a:lnTo>
                <a:lnTo>
                  <a:pt x="58500" y="32932"/>
                </a:lnTo>
                <a:lnTo>
                  <a:pt x="58909" y="33239"/>
                </a:lnTo>
                <a:lnTo>
                  <a:pt x="59114" y="34057"/>
                </a:lnTo>
                <a:lnTo>
                  <a:pt x="59216" y="34057"/>
                </a:lnTo>
                <a:lnTo>
                  <a:pt x="59216" y="34159"/>
                </a:lnTo>
                <a:lnTo>
                  <a:pt x="59011" y="34057"/>
                </a:lnTo>
                <a:lnTo>
                  <a:pt x="58807" y="34364"/>
                </a:lnTo>
                <a:lnTo>
                  <a:pt x="58091" y="34261"/>
                </a:lnTo>
                <a:lnTo>
                  <a:pt x="57989" y="34159"/>
                </a:lnTo>
                <a:lnTo>
                  <a:pt x="58193" y="33955"/>
                </a:lnTo>
                <a:lnTo>
                  <a:pt x="58091" y="33955"/>
                </a:lnTo>
                <a:lnTo>
                  <a:pt x="58091" y="33648"/>
                </a:lnTo>
                <a:lnTo>
                  <a:pt x="57682" y="33648"/>
                </a:lnTo>
                <a:lnTo>
                  <a:pt x="56250" y="35898"/>
                </a:lnTo>
                <a:lnTo>
                  <a:pt x="56045" y="34875"/>
                </a:lnTo>
                <a:lnTo>
                  <a:pt x="55330" y="35182"/>
                </a:lnTo>
                <a:lnTo>
                  <a:pt x="55330" y="35182"/>
                </a:lnTo>
                <a:lnTo>
                  <a:pt x="56352" y="33750"/>
                </a:lnTo>
                <a:lnTo>
                  <a:pt x="56250" y="33443"/>
                </a:lnTo>
                <a:lnTo>
                  <a:pt x="55330" y="33136"/>
                </a:lnTo>
                <a:lnTo>
                  <a:pt x="54409" y="34159"/>
                </a:lnTo>
                <a:lnTo>
                  <a:pt x="54614" y="33648"/>
                </a:lnTo>
                <a:lnTo>
                  <a:pt x="52568" y="36818"/>
                </a:lnTo>
                <a:lnTo>
                  <a:pt x="51545" y="37125"/>
                </a:lnTo>
                <a:lnTo>
                  <a:pt x="52773" y="34364"/>
                </a:lnTo>
                <a:lnTo>
                  <a:pt x="52364" y="34364"/>
                </a:lnTo>
                <a:lnTo>
                  <a:pt x="53693" y="32932"/>
                </a:lnTo>
                <a:lnTo>
                  <a:pt x="53693" y="33136"/>
                </a:lnTo>
                <a:lnTo>
                  <a:pt x="54102" y="32932"/>
                </a:lnTo>
                <a:lnTo>
                  <a:pt x="53898" y="33239"/>
                </a:lnTo>
                <a:lnTo>
                  <a:pt x="53898" y="33239"/>
                </a:lnTo>
                <a:lnTo>
                  <a:pt x="55125" y="32727"/>
                </a:lnTo>
                <a:lnTo>
                  <a:pt x="55534" y="32932"/>
                </a:lnTo>
                <a:lnTo>
                  <a:pt x="55636" y="32830"/>
                </a:lnTo>
                <a:lnTo>
                  <a:pt x="56250" y="32830"/>
                </a:lnTo>
                <a:lnTo>
                  <a:pt x="55534" y="32318"/>
                </a:lnTo>
                <a:lnTo>
                  <a:pt x="55739" y="32114"/>
                </a:lnTo>
                <a:lnTo>
                  <a:pt x="53693" y="32318"/>
                </a:lnTo>
                <a:lnTo>
                  <a:pt x="53591" y="32011"/>
                </a:lnTo>
                <a:lnTo>
                  <a:pt x="52977" y="32011"/>
                </a:lnTo>
                <a:lnTo>
                  <a:pt x="52977" y="31602"/>
                </a:lnTo>
                <a:lnTo>
                  <a:pt x="50830" y="32216"/>
                </a:lnTo>
                <a:lnTo>
                  <a:pt x="50830" y="31909"/>
                </a:lnTo>
                <a:lnTo>
                  <a:pt x="50011" y="32011"/>
                </a:lnTo>
                <a:lnTo>
                  <a:pt x="53489" y="30273"/>
                </a:lnTo>
                <a:lnTo>
                  <a:pt x="53489" y="30273"/>
                </a:lnTo>
                <a:lnTo>
                  <a:pt x="53693" y="30068"/>
                </a:lnTo>
                <a:lnTo>
                  <a:pt x="53898" y="30068"/>
                </a:lnTo>
                <a:lnTo>
                  <a:pt x="53591" y="30375"/>
                </a:lnTo>
                <a:lnTo>
                  <a:pt x="54102" y="30068"/>
                </a:lnTo>
                <a:lnTo>
                  <a:pt x="54102" y="29864"/>
                </a:lnTo>
                <a:close/>
                <a:moveTo>
                  <a:pt x="131932" y="36000"/>
                </a:moveTo>
                <a:lnTo>
                  <a:pt x="131830" y="36205"/>
                </a:lnTo>
                <a:lnTo>
                  <a:pt x="131216" y="36511"/>
                </a:lnTo>
                <a:lnTo>
                  <a:pt x="131318" y="36614"/>
                </a:lnTo>
                <a:lnTo>
                  <a:pt x="131318" y="37023"/>
                </a:lnTo>
                <a:lnTo>
                  <a:pt x="131830" y="37432"/>
                </a:lnTo>
                <a:lnTo>
                  <a:pt x="131932" y="36000"/>
                </a:lnTo>
                <a:close/>
                <a:moveTo>
                  <a:pt x="239216" y="33443"/>
                </a:moveTo>
                <a:lnTo>
                  <a:pt x="240341" y="35693"/>
                </a:lnTo>
                <a:lnTo>
                  <a:pt x="239625" y="35591"/>
                </a:lnTo>
                <a:lnTo>
                  <a:pt x="239625" y="36205"/>
                </a:lnTo>
                <a:lnTo>
                  <a:pt x="240750" y="37432"/>
                </a:lnTo>
                <a:lnTo>
                  <a:pt x="240750" y="37125"/>
                </a:lnTo>
                <a:lnTo>
                  <a:pt x="241159" y="37125"/>
                </a:lnTo>
                <a:lnTo>
                  <a:pt x="240239" y="36614"/>
                </a:lnTo>
                <a:lnTo>
                  <a:pt x="240341" y="36307"/>
                </a:lnTo>
                <a:lnTo>
                  <a:pt x="240750" y="36511"/>
                </a:lnTo>
                <a:lnTo>
                  <a:pt x="241364" y="36409"/>
                </a:lnTo>
                <a:lnTo>
                  <a:pt x="242795" y="36920"/>
                </a:lnTo>
                <a:lnTo>
                  <a:pt x="242693" y="36409"/>
                </a:lnTo>
                <a:lnTo>
                  <a:pt x="244023" y="35489"/>
                </a:lnTo>
                <a:lnTo>
                  <a:pt x="243716" y="35591"/>
                </a:lnTo>
                <a:lnTo>
                  <a:pt x="243205" y="35284"/>
                </a:lnTo>
                <a:lnTo>
                  <a:pt x="242898" y="34568"/>
                </a:lnTo>
                <a:lnTo>
                  <a:pt x="242284" y="34875"/>
                </a:lnTo>
                <a:lnTo>
                  <a:pt x="239216" y="33443"/>
                </a:lnTo>
                <a:close/>
                <a:moveTo>
                  <a:pt x="143693" y="38659"/>
                </a:moveTo>
                <a:lnTo>
                  <a:pt x="144000" y="38864"/>
                </a:lnTo>
                <a:lnTo>
                  <a:pt x="143740" y="38678"/>
                </a:lnTo>
                <a:lnTo>
                  <a:pt x="143740" y="38678"/>
                </a:lnTo>
                <a:lnTo>
                  <a:pt x="143693" y="38659"/>
                </a:lnTo>
                <a:close/>
                <a:moveTo>
                  <a:pt x="155250" y="31602"/>
                </a:moveTo>
                <a:lnTo>
                  <a:pt x="155148" y="31705"/>
                </a:lnTo>
                <a:lnTo>
                  <a:pt x="155659" y="31705"/>
                </a:lnTo>
                <a:lnTo>
                  <a:pt x="155148" y="32011"/>
                </a:lnTo>
                <a:lnTo>
                  <a:pt x="155148" y="32216"/>
                </a:lnTo>
                <a:lnTo>
                  <a:pt x="154636" y="32216"/>
                </a:lnTo>
                <a:lnTo>
                  <a:pt x="155250" y="32727"/>
                </a:lnTo>
                <a:lnTo>
                  <a:pt x="154943" y="32932"/>
                </a:lnTo>
                <a:lnTo>
                  <a:pt x="154739" y="33341"/>
                </a:lnTo>
                <a:lnTo>
                  <a:pt x="154023" y="33443"/>
                </a:lnTo>
                <a:lnTo>
                  <a:pt x="154125" y="33545"/>
                </a:lnTo>
                <a:lnTo>
                  <a:pt x="153920" y="33648"/>
                </a:lnTo>
                <a:lnTo>
                  <a:pt x="158318" y="36205"/>
                </a:lnTo>
                <a:lnTo>
                  <a:pt x="158318" y="37636"/>
                </a:lnTo>
                <a:lnTo>
                  <a:pt x="148398" y="37636"/>
                </a:lnTo>
                <a:lnTo>
                  <a:pt x="149011" y="38148"/>
                </a:lnTo>
                <a:lnTo>
                  <a:pt x="148193" y="38352"/>
                </a:lnTo>
                <a:lnTo>
                  <a:pt x="148398" y="38455"/>
                </a:lnTo>
                <a:lnTo>
                  <a:pt x="147477" y="38557"/>
                </a:lnTo>
                <a:lnTo>
                  <a:pt x="147273" y="38455"/>
                </a:lnTo>
                <a:lnTo>
                  <a:pt x="147273" y="38455"/>
                </a:lnTo>
                <a:lnTo>
                  <a:pt x="147375" y="38557"/>
                </a:lnTo>
                <a:lnTo>
                  <a:pt x="146761" y="38455"/>
                </a:lnTo>
                <a:lnTo>
                  <a:pt x="146045" y="38864"/>
                </a:lnTo>
                <a:lnTo>
                  <a:pt x="146045" y="38864"/>
                </a:lnTo>
                <a:lnTo>
                  <a:pt x="147580" y="37841"/>
                </a:lnTo>
                <a:lnTo>
                  <a:pt x="148091" y="37943"/>
                </a:lnTo>
                <a:lnTo>
                  <a:pt x="148091" y="37943"/>
                </a:lnTo>
                <a:lnTo>
                  <a:pt x="146864" y="36409"/>
                </a:lnTo>
                <a:lnTo>
                  <a:pt x="147682" y="34364"/>
                </a:lnTo>
                <a:lnTo>
                  <a:pt x="147886" y="33955"/>
                </a:lnTo>
                <a:lnTo>
                  <a:pt x="147886" y="34159"/>
                </a:lnTo>
                <a:lnTo>
                  <a:pt x="148295" y="33545"/>
                </a:lnTo>
                <a:lnTo>
                  <a:pt x="148193" y="33239"/>
                </a:lnTo>
                <a:lnTo>
                  <a:pt x="149523" y="32011"/>
                </a:lnTo>
                <a:lnTo>
                  <a:pt x="149830" y="32114"/>
                </a:lnTo>
                <a:lnTo>
                  <a:pt x="149625" y="31602"/>
                </a:lnTo>
                <a:lnTo>
                  <a:pt x="150443" y="32216"/>
                </a:lnTo>
                <a:lnTo>
                  <a:pt x="149625" y="32318"/>
                </a:lnTo>
                <a:lnTo>
                  <a:pt x="150341" y="32727"/>
                </a:lnTo>
                <a:lnTo>
                  <a:pt x="151159" y="32727"/>
                </a:lnTo>
                <a:lnTo>
                  <a:pt x="151261" y="33034"/>
                </a:lnTo>
                <a:lnTo>
                  <a:pt x="150545" y="33443"/>
                </a:lnTo>
                <a:lnTo>
                  <a:pt x="151466" y="33852"/>
                </a:lnTo>
                <a:lnTo>
                  <a:pt x="151466" y="34364"/>
                </a:lnTo>
                <a:lnTo>
                  <a:pt x="152080" y="34364"/>
                </a:lnTo>
                <a:lnTo>
                  <a:pt x="153102" y="33750"/>
                </a:lnTo>
                <a:lnTo>
                  <a:pt x="153614" y="33852"/>
                </a:lnTo>
                <a:lnTo>
                  <a:pt x="153818" y="33443"/>
                </a:lnTo>
                <a:lnTo>
                  <a:pt x="152795" y="33443"/>
                </a:lnTo>
                <a:lnTo>
                  <a:pt x="152386" y="32830"/>
                </a:lnTo>
                <a:lnTo>
                  <a:pt x="152591" y="32420"/>
                </a:lnTo>
                <a:lnTo>
                  <a:pt x="152489" y="32727"/>
                </a:lnTo>
                <a:lnTo>
                  <a:pt x="152489" y="32727"/>
                </a:lnTo>
                <a:lnTo>
                  <a:pt x="155250" y="31602"/>
                </a:lnTo>
                <a:close/>
                <a:moveTo>
                  <a:pt x="144000" y="38864"/>
                </a:moveTo>
                <a:lnTo>
                  <a:pt x="144000" y="38864"/>
                </a:lnTo>
                <a:lnTo>
                  <a:pt x="144000" y="38864"/>
                </a:lnTo>
                <a:close/>
                <a:moveTo>
                  <a:pt x="144000" y="38864"/>
                </a:moveTo>
                <a:lnTo>
                  <a:pt x="144000" y="38864"/>
                </a:lnTo>
                <a:lnTo>
                  <a:pt x="144000" y="38864"/>
                </a:lnTo>
                <a:close/>
                <a:moveTo>
                  <a:pt x="131011" y="37943"/>
                </a:moveTo>
                <a:lnTo>
                  <a:pt x="131011" y="38250"/>
                </a:lnTo>
                <a:lnTo>
                  <a:pt x="131216" y="39580"/>
                </a:lnTo>
                <a:lnTo>
                  <a:pt x="132136" y="39682"/>
                </a:lnTo>
                <a:lnTo>
                  <a:pt x="132136" y="37943"/>
                </a:lnTo>
                <a:close/>
                <a:moveTo>
                  <a:pt x="165580" y="31807"/>
                </a:moveTo>
                <a:lnTo>
                  <a:pt x="166091" y="32011"/>
                </a:lnTo>
                <a:lnTo>
                  <a:pt x="166295" y="31909"/>
                </a:lnTo>
                <a:lnTo>
                  <a:pt x="166705" y="31909"/>
                </a:lnTo>
                <a:lnTo>
                  <a:pt x="167420" y="33545"/>
                </a:lnTo>
                <a:lnTo>
                  <a:pt x="165886" y="33545"/>
                </a:lnTo>
                <a:lnTo>
                  <a:pt x="166193" y="34364"/>
                </a:lnTo>
                <a:lnTo>
                  <a:pt x="165273" y="34568"/>
                </a:lnTo>
                <a:lnTo>
                  <a:pt x="165682" y="34670"/>
                </a:lnTo>
                <a:lnTo>
                  <a:pt x="166398" y="35693"/>
                </a:lnTo>
                <a:lnTo>
                  <a:pt x="166705" y="35795"/>
                </a:lnTo>
                <a:lnTo>
                  <a:pt x="166909" y="36000"/>
                </a:lnTo>
                <a:lnTo>
                  <a:pt x="167420" y="36102"/>
                </a:lnTo>
                <a:lnTo>
                  <a:pt x="168136" y="37739"/>
                </a:lnTo>
                <a:lnTo>
                  <a:pt x="168136" y="36818"/>
                </a:lnTo>
                <a:lnTo>
                  <a:pt x="169670" y="37841"/>
                </a:lnTo>
                <a:lnTo>
                  <a:pt x="169466" y="38250"/>
                </a:lnTo>
                <a:lnTo>
                  <a:pt x="168239" y="37841"/>
                </a:lnTo>
                <a:lnTo>
                  <a:pt x="168648" y="39068"/>
                </a:lnTo>
                <a:lnTo>
                  <a:pt x="168955" y="38864"/>
                </a:lnTo>
                <a:lnTo>
                  <a:pt x="169159" y="39273"/>
                </a:lnTo>
                <a:lnTo>
                  <a:pt x="168852" y="39273"/>
                </a:lnTo>
                <a:lnTo>
                  <a:pt x="168852" y="39580"/>
                </a:lnTo>
                <a:lnTo>
                  <a:pt x="169261" y="39682"/>
                </a:lnTo>
                <a:lnTo>
                  <a:pt x="169773" y="42034"/>
                </a:lnTo>
                <a:lnTo>
                  <a:pt x="169977" y="42034"/>
                </a:lnTo>
                <a:lnTo>
                  <a:pt x="169773" y="42136"/>
                </a:lnTo>
                <a:lnTo>
                  <a:pt x="169773" y="42034"/>
                </a:lnTo>
                <a:lnTo>
                  <a:pt x="167420" y="42136"/>
                </a:lnTo>
                <a:lnTo>
                  <a:pt x="165580" y="41114"/>
                </a:lnTo>
                <a:lnTo>
                  <a:pt x="165375" y="39682"/>
                </a:lnTo>
                <a:lnTo>
                  <a:pt x="165375" y="39682"/>
                </a:lnTo>
                <a:lnTo>
                  <a:pt x="165477" y="39886"/>
                </a:lnTo>
                <a:lnTo>
                  <a:pt x="166295" y="38659"/>
                </a:lnTo>
                <a:lnTo>
                  <a:pt x="163227" y="35693"/>
                </a:lnTo>
                <a:lnTo>
                  <a:pt x="163227" y="35080"/>
                </a:lnTo>
                <a:lnTo>
                  <a:pt x="163125" y="35386"/>
                </a:lnTo>
                <a:lnTo>
                  <a:pt x="162307" y="34261"/>
                </a:lnTo>
                <a:lnTo>
                  <a:pt x="162409" y="34057"/>
                </a:lnTo>
                <a:lnTo>
                  <a:pt x="162511" y="34057"/>
                </a:lnTo>
                <a:lnTo>
                  <a:pt x="162614" y="33136"/>
                </a:lnTo>
                <a:lnTo>
                  <a:pt x="162818" y="33239"/>
                </a:lnTo>
                <a:lnTo>
                  <a:pt x="163636" y="32932"/>
                </a:lnTo>
                <a:lnTo>
                  <a:pt x="163534" y="32727"/>
                </a:lnTo>
                <a:lnTo>
                  <a:pt x="163943" y="32523"/>
                </a:lnTo>
                <a:lnTo>
                  <a:pt x="164045" y="32420"/>
                </a:lnTo>
                <a:lnTo>
                  <a:pt x="163943" y="32318"/>
                </a:lnTo>
                <a:lnTo>
                  <a:pt x="165580" y="31807"/>
                </a:lnTo>
                <a:close/>
                <a:moveTo>
                  <a:pt x="137352" y="40602"/>
                </a:moveTo>
                <a:lnTo>
                  <a:pt x="135511" y="40807"/>
                </a:lnTo>
                <a:lnTo>
                  <a:pt x="134898" y="40705"/>
                </a:lnTo>
                <a:lnTo>
                  <a:pt x="137045" y="42239"/>
                </a:lnTo>
                <a:lnTo>
                  <a:pt x="137148" y="41932"/>
                </a:lnTo>
                <a:lnTo>
                  <a:pt x="137045" y="41625"/>
                </a:lnTo>
                <a:lnTo>
                  <a:pt x="137352" y="40602"/>
                </a:lnTo>
                <a:close/>
                <a:moveTo>
                  <a:pt x="146659" y="43670"/>
                </a:moveTo>
                <a:lnTo>
                  <a:pt x="146148" y="43875"/>
                </a:lnTo>
                <a:lnTo>
                  <a:pt x="146250" y="43875"/>
                </a:lnTo>
                <a:lnTo>
                  <a:pt x="146659" y="43670"/>
                </a:lnTo>
                <a:close/>
                <a:moveTo>
                  <a:pt x="144409" y="43364"/>
                </a:moveTo>
                <a:lnTo>
                  <a:pt x="144307" y="43466"/>
                </a:lnTo>
                <a:lnTo>
                  <a:pt x="144307" y="43773"/>
                </a:lnTo>
                <a:lnTo>
                  <a:pt x="145330" y="44080"/>
                </a:lnTo>
                <a:lnTo>
                  <a:pt x="146148" y="43875"/>
                </a:lnTo>
                <a:lnTo>
                  <a:pt x="146045" y="43670"/>
                </a:lnTo>
                <a:lnTo>
                  <a:pt x="144716" y="43568"/>
                </a:lnTo>
                <a:lnTo>
                  <a:pt x="144818" y="43466"/>
                </a:lnTo>
                <a:lnTo>
                  <a:pt x="144409" y="43364"/>
                </a:lnTo>
                <a:close/>
                <a:moveTo>
                  <a:pt x="153614" y="43364"/>
                </a:moveTo>
                <a:lnTo>
                  <a:pt x="151773" y="43977"/>
                </a:lnTo>
                <a:lnTo>
                  <a:pt x="152489" y="44489"/>
                </a:lnTo>
                <a:lnTo>
                  <a:pt x="153307" y="44080"/>
                </a:lnTo>
                <a:lnTo>
                  <a:pt x="153614" y="43466"/>
                </a:lnTo>
                <a:lnTo>
                  <a:pt x="153614" y="43364"/>
                </a:lnTo>
                <a:close/>
                <a:moveTo>
                  <a:pt x="241568" y="37534"/>
                </a:moveTo>
                <a:lnTo>
                  <a:pt x="241261" y="37636"/>
                </a:lnTo>
                <a:lnTo>
                  <a:pt x="241670" y="37739"/>
                </a:lnTo>
                <a:lnTo>
                  <a:pt x="241466" y="38045"/>
                </a:lnTo>
                <a:lnTo>
                  <a:pt x="240955" y="37636"/>
                </a:lnTo>
                <a:lnTo>
                  <a:pt x="241057" y="37943"/>
                </a:lnTo>
                <a:lnTo>
                  <a:pt x="240955" y="38148"/>
                </a:lnTo>
                <a:lnTo>
                  <a:pt x="241261" y="38864"/>
                </a:lnTo>
                <a:lnTo>
                  <a:pt x="241159" y="38864"/>
                </a:lnTo>
                <a:lnTo>
                  <a:pt x="241875" y="40807"/>
                </a:lnTo>
                <a:lnTo>
                  <a:pt x="241670" y="41114"/>
                </a:lnTo>
                <a:lnTo>
                  <a:pt x="241466" y="41727"/>
                </a:lnTo>
                <a:lnTo>
                  <a:pt x="240955" y="42136"/>
                </a:lnTo>
                <a:lnTo>
                  <a:pt x="240443" y="41932"/>
                </a:lnTo>
                <a:lnTo>
                  <a:pt x="240545" y="41420"/>
                </a:lnTo>
                <a:lnTo>
                  <a:pt x="240545" y="41420"/>
                </a:lnTo>
                <a:lnTo>
                  <a:pt x="240136" y="41727"/>
                </a:lnTo>
                <a:lnTo>
                  <a:pt x="240341" y="43261"/>
                </a:lnTo>
                <a:lnTo>
                  <a:pt x="239727" y="43466"/>
                </a:lnTo>
                <a:lnTo>
                  <a:pt x="239420" y="43364"/>
                </a:lnTo>
                <a:lnTo>
                  <a:pt x="237477" y="43977"/>
                </a:lnTo>
                <a:lnTo>
                  <a:pt x="236761" y="45102"/>
                </a:lnTo>
                <a:lnTo>
                  <a:pt x="237886" y="45205"/>
                </a:lnTo>
                <a:lnTo>
                  <a:pt x="237784" y="44795"/>
                </a:lnTo>
                <a:lnTo>
                  <a:pt x="240341" y="44489"/>
                </a:lnTo>
                <a:lnTo>
                  <a:pt x="240239" y="44795"/>
                </a:lnTo>
                <a:lnTo>
                  <a:pt x="240955" y="45614"/>
                </a:lnTo>
                <a:lnTo>
                  <a:pt x="241670" y="44795"/>
                </a:lnTo>
                <a:lnTo>
                  <a:pt x="241261" y="44080"/>
                </a:lnTo>
                <a:lnTo>
                  <a:pt x="241568" y="44386"/>
                </a:lnTo>
                <a:lnTo>
                  <a:pt x="241568" y="44182"/>
                </a:lnTo>
                <a:lnTo>
                  <a:pt x="241670" y="44489"/>
                </a:lnTo>
                <a:lnTo>
                  <a:pt x="242693" y="44489"/>
                </a:lnTo>
                <a:lnTo>
                  <a:pt x="243102" y="43977"/>
                </a:lnTo>
                <a:lnTo>
                  <a:pt x="243307" y="43977"/>
                </a:lnTo>
                <a:lnTo>
                  <a:pt x="243409" y="43773"/>
                </a:lnTo>
                <a:lnTo>
                  <a:pt x="243614" y="43773"/>
                </a:lnTo>
                <a:lnTo>
                  <a:pt x="243511" y="43364"/>
                </a:lnTo>
                <a:lnTo>
                  <a:pt x="243818" y="43466"/>
                </a:lnTo>
                <a:lnTo>
                  <a:pt x="243818" y="43773"/>
                </a:lnTo>
                <a:lnTo>
                  <a:pt x="244023" y="44182"/>
                </a:lnTo>
                <a:lnTo>
                  <a:pt x="244432" y="43261"/>
                </a:lnTo>
                <a:lnTo>
                  <a:pt x="244023" y="42852"/>
                </a:lnTo>
                <a:lnTo>
                  <a:pt x="243205" y="40602"/>
                </a:lnTo>
                <a:lnTo>
                  <a:pt x="243511" y="40500"/>
                </a:lnTo>
                <a:lnTo>
                  <a:pt x="243409" y="39886"/>
                </a:lnTo>
                <a:lnTo>
                  <a:pt x="243409" y="39784"/>
                </a:lnTo>
                <a:lnTo>
                  <a:pt x="241568" y="37534"/>
                </a:lnTo>
                <a:close/>
                <a:moveTo>
                  <a:pt x="238909" y="44795"/>
                </a:moveTo>
                <a:lnTo>
                  <a:pt x="238807" y="45102"/>
                </a:lnTo>
                <a:lnTo>
                  <a:pt x="238398" y="45000"/>
                </a:lnTo>
                <a:lnTo>
                  <a:pt x="238295" y="45307"/>
                </a:lnTo>
                <a:lnTo>
                  <a:pt x="237989" y="45716"/>
                </a:lnTo>
                <a:lnTo>
                  <a:pt x="238398" y="45920"/>
                </a:lnTo>
                <a:lnTo>
                  <a:pt x="238705" y="46330"/>
                </a:lnTo>
                <a:lnTo>
                  <a:pt x="239523" y="45614"/>
                </a:lnTo>
                <a:lnTo>
                  <a:pt x="239830" y="45818"/>
                </a:lnTo>
                <a:lnTo>
                  <a:pt x="240034" y="45307"/>
                </a:lnTo>
                <a:lnTo>
                  <a:pt x="239625" y="44795"/>
                </a:lnTo>
                <a:close/>
                <a:moveTo>
                  <a:pt x="151875" y="47659"/>
                </a:moveTo>
                <a:lnTo>
                  <a:pt x="151773" y="47761"/>
                </a:lnTo>
                <a:lnTo>
                  <a:pt x="152080" y="47864"/>
                </a:lnTo>
                <a:lnTo>
                  <a:pt x="151875" y="47659"/>
                </a:lnTo>
                <a:close/>
                <a:moveTo>
                  <a:pt x="236455" y="45307"/>
                </a:moveTo>
                <a:lnTo>
                  <a:pt x="236045" y="45614"/>
                </a:lnTo>
                <a:lnTo>
                  <a:pt x="236045" y="45818"/>
                </a:lnTo>
                <a:lnTo>
                  <a:pt x="235943" y="45716"/>
                </a:lnTo>
                <a:lnTo>
                  <a:pt x="236352" y="46227"/>
                </a:lnTo>
                <a:lnTo>
                  <a:pt x="236045" y="46023"/>
                </a:lnTo>
                <a:lnTo>
                  <a:pt x="236352" y="46534"/>
                </a:lnTo>
                <a:lnTo>
                  <a:pt x="236659" y="46227"/>
                </a:lnTo>
                <a:lnTo>
                  <a:pt x="236455" y="46023"/>
                </a:lnTo>
                <a:lnTo>
                  <a:pt x="236659" y="46125"/>
                </a:lnTo>
                <a:lnTo>
                  <a:pt x="236966" y="46534"/>
                </a:lnTo>
                <a:lnTo>
                  <a:pt x="237068" y="47761"/>
                </a:lnTo>
                <a:lnTo>
                  <a:pt x="237580" y="47966"/>
                </a:lnTo>
                <a:lnTo>
                  <a:pt x="237580" y="47455"/>
                </a:lnTo>
                <a:lnTo>
                  <a:pt x="237784" y="48170"/>
                </a:lnTo>
                <a:lnTo>
                  <a:pt x="237886" y="47966"/>
                </a:lnTo>
                <a:lnTo>
                  <a:pt x="237886" y="47761"/>
                </a:lnTo>
                <a:lnTo>
                  <a:pt x="238193" y="47761"/>
                </a:lnTo>
                <a:lnTo>
                  <a:pt x="237886" y="45818"/>
                </a:lnTo>
                <a:lnTo>
                  <a:pt x="237580" y="45818"/>
                </a:lnTo>
                <a:lnTo>
                  <a:pt x="237477" y="45409"/>
                </a:lnTo>
                <a:lnTo>
                  <a:pt x="237273" y="45511"/>
                </a:lnTo>
                <a:lnTo>
                  <a:pt x="236864" y="45307"/>
                </a:lnTo>
                <a:close/>
                <a:moveTo>
                  <a:pt x="49602" y="49398"/>
                </a:moveTo>
                <a:lnTo>
                  <a:pt x="49705" y="49500"/>
                </a:lnTo>
                <a:lnTo>
                  <a:pt x="49655" y="49401"/>
                </a:lnTo>
                <a:lnTo>
                  <a:pt x="49655" y="49401"/>
                </a:lnTo>
                <a:lnTo>
                  <a:pt x="49602" y="49398"/>
                </a:lnTo>
                <a:close/>
                <a:moveTo>
                  <a:pt x="53489" y="53386"/>
                </a:moveTo>
                <a:lnTo>
                  <a:pt x="53485" y="53390"/>
                </a:lnTo>
                <a:lnTo>
                  <a:pt x="53485" y="53390"/>
                </a:lnTo>
                <a:lnTo>
                  <a:pt x="53489" y="53489"/>
                </a:lnTo>
                <a:lnTo>
                  <a:pt x="53489" y="53386"/>
                </a:lnTo>
                <a:close/>
                <a:moveTo>
                  <a:pt x="231648" y="54102"/>
                </a:moveTo>
                <a:lnTo>
                  <a:pt x="231239" y="54205"/>
                </a:lnTo>
                <a:lnTo>
                  <a:pt x="230625" y="55739"/>
                </a:lnTo>
                <a:lnTo>
                  <a:pt x="231648" y="57477"/>
                </a:lnTo>
                <a:lnTo>
                  <a:pt x="231852" y="54511"/>
                </a:lnTo>
                <a:lnTo>
                  <a:pt x="231648" y="54102"/>
                </a:lnTo>
                <a:close/>
                <a:moveTo>
                  <a:pt x="46432" y="57886"/>
                </a:moveTo>
                <a:lnTo>
                  <a:pt x="46432" y="57989"/>
                </a:lnTo>
                <a:lnTo>
                  <a:pt x="46636" y="57886"/>
                </a:lnTo>
                <a:close/>
                <a:moveTo>
                  <a:pt x="176216" y="59114"/>
                </a:moveTo>
                <a:lnTo>
                  <a:pt x="176216" y="59114"/>
                </a:lnTo>
                <a:lnTo>
                  <a:pt x="176216" y="59114"/>
                </a:lnTo>
                <a:close/>
                <a:moveTo>
                  <a:pt x="52057" y="56250"/>
                </a:moveTo>
                <a:lnTo>
                  <a:pt x="49193" y="57170"/>
                </a:lnTo>
                <a:lnTo>
                  <a:pt x="49091" y="57375"/>
                </a:lnTo>
                <a:lnTo>
                  <a:pt x="48682" y="57580"/>
                </a:lnTo>
                <a:lnTo>
                  <a:pt x="48989" y="57477"/>
                </a:lnTo>
                <a:lnTo>
                  <a:pt x="48989" y="57682"/>
                </a:lnTo>
                <a:lnTo>
                  <a:pt x="51443" y="56761"/>
                </a:lnTo>
                <a:lnTo>
                  <a:pt x="51443" y="56761"/>
                </a:lnTo>
                <a:lnTo>
                  <a:pt x="51239" y="56966"/>
                </a:lnTo>
                <a:lnTo>
                  <a:pt x="54205" y="57886"/>
                </a:lnTo>
                <a:lnTo>
                  <a:pt x="54307" y="58500"/>
                </a:lnTo>
                <a:lnTo>
                  <a:pt x="55330" y="58807"/>
                </a:lnTo>
                <a:lnTo>
                  <a:pt x="54818" y="59625"/>
                </a:lnTo>
                <a:lnTo>
                  <a:pt x="54818" y="59625"/>
                </a:lnTo>
                <a:lnTo>
                  <a:pt x="57068" y="59420"/>
                </a:lnTo>
                <a:lnTo>
                  <a:pt x="57170" y="59523"/>
                </a:lnTo>
                <a:lnTo>
                  <a:pt x="57886" y="59420"/>
                </a:lnTo>
                <a:lnTo>
                  <a:pt x="57886" y="59114"/>
                </a:lnTo>
                <a:lnTo>
                  <a:pt x="55739" y="58091"/>
                </a:lnTo>
                <a:lnTo>
                  <a:pt x="55534" y="57886"/>
                </a:lnTo>
                <a:lnTo>
                  <a:pt x="55330" y="57784"/>
                </a:lnTo>
                <a:lnTo>
                  <a:pt x="55534" y="57784"/>
                </a:lnTo>
                <a:lnTo>
                  <a:pt x="55125" y="57580"/>
                </a:lnTo>
                <a:lnTo>
                  <a:pt x="55227" y="57682"/>
                </a:lnTo>
                <a:lnTo>
                  <a:pt x="52057" y="56250"/>
                </a:lnTo>
                <a:close/>
                <a:moveTo>
                  <a:pt x="207307" y="59625"/>
                </a:moveTo>
                <a:lnTo>
                  <a:pt x="207307" y="59625"/>
                </a:lnTo>
                <a:lnTo>
                  <a:pt x="207307" y="59625"/>
                </a:lnTo>
                <a:close/>
                <a:moveTo>
                  <a:pt x="222648" y="59420"/>
                </a:moveTo>
                <a:lnTo>
                  <a:pt x="222648" y="59523"/>
                </a:lnTo>
                <a:lnTo>
                  <a:pt x="221625" y="59727"/>
                </a:lnTo>
                <a:lnTo>
                  <a:pt x="221727" y="59727"/>
                </a:lnTo>
                <a:lnTo>
                  <a:pt x="221216" y="60341"/>
                </a:lnTo>
                <a:lnTo>
                  <a:pt x="221727" y="61159"/>
                </a:lnTo>
                <a:lnTo>
                  <a:pt x="222750" y="60852"/>
                </a:lnTo>
                <a:lnTo>
                  <a:pt x="223159" y="59932"/>
                </a:lnTo>
                <a:lnTo>
                  <a:pt x="222648" y="59420"/>
                </a:lnTo>
                <a:close/>
                <a:moveTo>
                  <a:pt x="54511" y="60955"/>
                </a:moveTo>
                <a:lnTo>
                  <a:pt x="54205" y="61057"/>
                </a:lnTo>
                <a:lnTo>
                  <a:pt x="54614" y="61670"/>
                </a:lnTo>
                <a:lnTo>
                  <a:pt x="55023" y="61773"/>
                </a:lnTo>
                <a:lnTo>
                  <a:pt x="55534" y="61568"/>
                </a:lnTo>
                <a:lnTo>
                  <a:pt x="55943" y="61568"/>
                </a:lnTo>
                <a:lnTo>
                  <a:pt x="54511" y="60955"/>
                </a:lnTo>
                <a:close/>
                <a:moveTo>
                  <a:pt x="58602" y="59727"/>
                </a:moveTo>
                <a:lnTo>
                  <a:pt x="59114" y="60034"/>
                </a:lnTo>
                <a:lnTo>
                  <a:pt x="59114" y="60443"/>
                </a:lnTo>
                <a:lnTo>
                  <a:pt x="59420" y="60955"/>
                </a:lnTo>
                <a:lnTo>
                  <a:pt x="59114" y="61057"/>
                </a:lnTo>
                <a:lnTo>
                  <a:pt x="57784" y="60852"/>
                </a:lnTo>
                <a:lnTo>
                  <a:pt x="57580" y="61159"/>
                </a:lnTo>
                <a:lnTo>
                  <a:pt x="57989" y="61466"/>
                </a:lnTo>
                <a:lnTo>
                  <a:pt x="59420" y="61261"/>
                </a:lnTo>
                <a:lnTo>
                  <a:pt x="59932" y="61568"/>
                </a:lnTo>
                <a:lnTo>
                  <a:pt x="60239" y="61875"/>
                </a:lnTo>
                <a:lnTo>
                  <a:pt x="60545" y="61261"/>
                </a:lnTo>
                <a:lnTo>
                  <a:pt x="62693" y="61261"/>
                </a:lnTo>
                <a:lnTo>
                  <a:pt x="63000" y="60750"/>
                </a:lnTo>
                <a:lnTo>
                  <a:pt x="61977" y="60341"/>
                </a:lnTo>
                <a:lnTo>
                  <a:pt x="62284" y="60239"/>
                </a:lnTo>
                <a:lnTo>
                  <a:pt x="58602" y="59727"/>
                </a:lnTo>
                <a:close/>
                <a:moveTo>
                  <a:pt x="208739" y="63614"/>
                </a:moveTo>
                <a:lnTo>
                  <a:pt x="208739" y="63614"/>
                </a:lnTo>
                <a:lnTo>
                  <a:pt x="208739" y="63614"/>
                </a:lnTo>
                <a:close/>
                <a:moveTo>
                  <a:pt x="48989" y="64227"/>
                </a:moveTo>
                <a:lnTo>
                  <a:pt x="48989" y="64330"/>
                </a:lnTo>
                <a:lnTo>
                  <a:pt x="49091" y="64432"/>
                </a:lnTo>
                <a:lnTo>
                  <a:pt x="49091" y="64432"/>
                </a:lnTo>
                <a:lnTo>
                  <a:pt x="48989" y="64227"/>
                </a:lnTo>
                <a:close/>
                <a:moveTo>
                  <a:pt x="44182" y="66375"/>
                </a:moveTo>
                <a:lnTo>
                  <a:pt x="44386" y="66477"/>
                </a:lnTo>
                <a:lnTo>
                  <a:pt x="44386" y="66477"/>
                </a:lnTo>
                <a:lnTo>
                  <a:pt x="44284" y="66375"/>
                </a:lnTo>
                <a:close/>
                <a:moveTo>
                  <a:pt x="232261" y="60955"/>
                </a:moveTo>
                <a:lnTo>
                  <a:pt x="231955" y="61670"/>
                </a:lnTo>
                <a:lnTo>
                  <a:pt x="232159" y="63511"/>
                </a:lnTo>
                <a:lnTo>
                  <a:pt x="231648" y="63307"/>
                </a:lnTo>
                <a:lnTo>
                  <a:pt x="232364" y="64943"/>
                </a:lnTo>
                <a:lnTo>
                  <a:pt x="232568" y="64739"/>
                </a:lnTo>
                <a:lnTo>
                  <a:pt x="232977" y="65148"/>
                </a:lnTo>
                <a:lnTo>
                  <a:pt x="232773" y="65864"/>
                </a:lnTo>
                <a:lnTo>
                  <a:pt x="233591" y="65966"/>
                </a:lnTo>
                <a:lnTo>
                  <a:pt x="233795" y="65659"/>
                </a:lnTo>
                <a:lnTo>
                  <a:pt x="234716" y="66375"/>
                </a:lnTo>
                <a:lnTo>
                  <a:pt x="234409" y="65761"/>
                </a:lnTo>
                <a:lnTo>
                  <a:pt x="236045" y="67091"/>
                </a:lnTo>
                <a:lnTo>
                  <a:pt x="235432" y="65966"/>
                </a:lnTo>
                <a:lnTo>
                  <a:pt x="235739" y="65864"/>
                </a:lnTo>
                <a:lnTo>
                  <a:pt x="235125" y="65659"/>
                </a:lnTo>
                <a:lnTo>
                  <a:pt x="235125" y="65864"/>
                </a:lnTo>
                <a:lnTo>
                  <a:pt x="234511" y="65352"/>
                </a:lnTo>
                <a:lnTo>
                  <a:pt x="234205" y="65455"/>
                </a:lnTo>
                <a:lnTo>
                  <a:pt x="234307" y="65659"/>
                </a:lnTo>
                <a:lnTo>
                  <a:pt x="233284" y="64330"/>
                </a:lnTo>
                <a:lnTo>
                  <a:pt x="233489" y="63511"/>
                </a:lnTo>
                <a:lnTo>
                  <a:pt x="233795" y="63205"/>
                </a:lnTo>
                <a:lnTo>
                  <a:pt x="233591" y="61159"/>
                </a:lnTo>
                <a:lnTo>
                  <a:pt x="233284" y="61261"/>
                </a:lnTo>
                <a:lnTo>
                  <a:pt x="232261" y="60955"/>
                </a:lnTo>
                <a:close/>
                <a:moveTo>
                  <a:pt x="236045" y="67091"/>
                </a:moveTo>
                <a:lnTo>
                  <a:pt x="236045" y="67091"/>
                </a:lnTo>
                <a:lnTo>
                  <a:pt x="236045" y="67091"/>
                </a:lnTo>
                <a:close/>
                <a:moveTo>
                  <a:pt x="232670" y="66170"/>
                </a:moveTo>
                <a:lnTo>
                  <a:pt x="233693" y="67398"/>
                </a:lnTo>
                <a:lnTo>
                  <a:pt x="233693" y="66580"/>
                </a:lnTo>
                <a:lnTo>
                  <a:pt x="233080" y="66170"/>
                </a:lnTo>
                <a:close/>
                <a:moveTo>
                  <a:pt x="222750" y="67705"/>
                </a:moveTo>
                <a:lnTo>
                  <a:pt x="222750" y="67705"/>
                </a:lnTo>
                <a:lnTo>
                  <a:pt x="222750" y="67705"/>
                </a:lnTo>
                <a:close/>
                <a:moveTo>
                  <a:pt x="222750" y="67705"/>
                </a:moveTo>
                <a:lnTo>
                  <a:pt x="222737" y="67743"/>
                </a:lnTo>
                <a:lnTo>
                  <a:pt x="222750" y="67807"/>
                </a:lnTo>
                <a:lnTo>
                  <a:pt x="222750" y="67705"/>
                </a:lnTo>
                <a:close/>
                <a:moveTo>
                  <a:pt x="235330" y="67091"/>
                </a:moveTo>
                <a:lnTo>
                  <a:pt x="235330" y="67807"/>
                </a:lnTo>
                <a:lnTo>
                  <a:pt x="235739" y="67602"/>
                </a:lnTo>
                <a:lnTo>
                  <a:pt x="236148" y="67909"/>
                </a:lnTo>
                <a:lnTo>
                  <a:pt x="235534" y="67193"/>
                </a:lnTo>
                <a:lnTo>
                  <a:pt x="235330" y="67091"/>
                </a:lnTo>
                <a:close/>
                <a:moveTo>
                  <a:pt x="236250" y="67091"/>
                </a:moveTo>
                <a:lnTo>
                  <a:pt x="237068" y="68420"/>
                </a:lnTo>
                <a:lnTo>
                  <a:pt x="237682" y="68625"/>
                </a:lnTo>
                <a:lnTo>
                  <a:pt x="237784" y="68625"/>
                </a:lnTo>
                <a:lnTo>
                  <a:pt x="237170" y="67295"/>
                </a:lnTo>
                <a:lnTo>
                  <a:pt x="236250" y="67091"/>
                </a:lnTo>
                <a:close/>
                <a:moveTo>
                  <a:pt x="234307" y="67807"/>
                </a:moveTo>
                <a:lnTo>
                  <a:pt x="234205" y="67909"/>
                </a:lnTo>
                <a:lnTo>
                  <a:pt x="234409" y="68011"/>
                </a:lnTo>
                <a:lnTo>
                  <a:pt x="234409" y="69341"/>
                </a:lnTo>
                <a:lnTo>
                  <a:pt x="235330" y="68420"/>
                </a:lnTo>
                <a:lnTo>
                  <a:pt x="234307" y="67807"/>
                </a:lnTo>
                <a:close/>
                <a:moveTo>
                  <a:pt x="236455" y="68216"/>
                </a:moveTo>
                <a:lnTo>
                  <a:pt x="236557" y="68625"/>
                </a:lnTo>
                <a:lnTo>
                  <a:pt x="236864" y="68932"/>
                </a:lnTo>
                <a:lnTo>
                  <a:pt x="237170" y="69750"/>
                </a:lnTo>
                <a:lnTo>
                  <a:pt x="237170" y="69341"/>
                </a:lnTo>
                <a:lnTo>
                  <a:pt x="237273" y="69545"/>
                </a:lnTo>
                <a:lnTo>
                  <a:pt x="237273" y="69443"/>
                </a:lnTo>
                <a:lnTo>
                  <a:pt x="237273" y="69136"/>
                </a:lnTo>
                <a:lnTo>
                  <a:pt x="237170" y="68932"/>
                </a:lnTo>
                <a:lnTo>
                  <a:pt x="236966" y="68318"/>
                </a:lnTo>
                <a:lnTo>
                  <a:pt x="236761" y="68420"/>
                </a:lnTo>
                <a:lnTo>
                  <a:pt x="236455" y="68216"/>
                </a:lnTo>
                <a:close/>
                <a:moveTo>
                  <a:pt x="193091" y="69852"/>
                </a:moveTo>
                <a:lnTo>
                  <a:pt x="193295" y="70261"/>
                </a:lnTo>
                <a:lnTo>
                  <a:pt x="193160" y="69965"/>
                </a:lnTo>
                <a:lnTo>
                  <a:pt x="193091" y="69852"/>
                </a:lnTo>
                <a:close/>
                <a:moveTo>
                  <a:pt x="235636" y="68830"/>
                </a:moveTo>
                <a:lnTo>
                  <a:pt x="235227" y="69034"/>
                </a:lnTo>
                <a:lnTo>
                  <a:pt x="235125" y="69239"/>
                </a:lnTo>
                <a:lnTo>
                  <a:pt x="235227" y="69648"/>
                </a:lnTo>
                <a:lnTo>
                  <a:pt x="234818" y="69955"/>
                </a:lnTo>
                <a:lnTo>
                  <a:pt x="235636" y="70670"/>
                </a:lnTo>
                <a:lnTo>
                  <a:pt x="235636" y="68830"/>
                </a:lnTo>
                <a:close/>
                <a:moveTo>
                  <a:pt x="232057" y="68420"/>
                </a:moveTo>
                <a:lnTo>
                  <a:pt x="230318" y="71284"/>
                </a:lnTo>
                <a:lnTo>
                  <a:pt x="230318" y="71386"/>
                </a:lnTo>
                <a:lnTo>
                  <a:pt x="232261" y="69341"/>
                </a:lnTo>
                <a:lnTo>
                  <a:pt x="232057" y="68420"/>
                </a:lnTo>
                <a:close/>
                <a:moveTo>
                  <a:pt x="196568" y="70159"/>
                </a:moveTo>
                <a:lnTo>
                  <a:pt x="196364" y="71795"/>
                </a:lnTo>
                <a:lnTo>
                  <a:pt x="196364" y="72000"/>
                </a:lnTo>
                <a:lnTo>
                  <a:pt x="197591" y="73739"/>
                </a:lnTo>
                <a:lnTo>
                  <a:pt x="198102" y="72102"/>
                </a:lnTo>
                <a:lnTo>
                  <a:pt x="196875" y="70261"/>
                </a:lnTo>
                <a:lnTo>
                  <a:pt x="196568" y="70159"/>
                </a:lnTo>
                <a:close/>
                <a:moveTo>
                  <a:pt x="237580" y="70261"/>
                </a:moveTo>
                <a:lnTo>
                  <a:pt x="237580" y="70773"/>
                </a:lnTo>
                <a:lnTo>
                  <a:pt x="237068" y="70977"/>
                </a:lnTo>
                <a:lnTo>
                  <a:pt x="237068" y="71182"/>
                </a:lnTo>
                <a:lnTo>
                  <a:pt x="236761" y="71182"/>
                </a:lnTo>
                <a:lnTo>
                  <a:pt x="236659" y="71591"/>
                </a:lnTo>
                <a:lnTo>
                  <a:pt x="236250" y="71795"/>
                </a:lnTo>
                <a:lnTo>
                  <a:pt x="236148" y="71182"/>
                </a:lnTo>
                <a:lnTo>
                  <a:pt x="235739" y="71284"/>
                </a:lnTo>
                <a:lnTo>
                  <a:pt x="235432" y="71693"/>
                </a:lnTo>
                <a:lnTo>
                  <a:pt x="234818" y="71898"/>
                </a:lnTo>
                <a:lnTo>
                  <a:pt x="234818" y="72818"/>
                </a:lnTo>
                <a:lnTo>
                  <a:pt x="235227" y="72000"/>
                </a:lnTo>
                <a:lnTo>
                  <a:pt x="235636" y="72102"/>
                </a:lnTo>
                <a:lnTo>
                  <a:pt x="235943" y="72409"/>
                </a:lnTo>
                <a:lnTo>
                  <a:pt x="236045" y="72000"/>
                </a:lnTo>
                <a:lnTo>
                  <a:pt x="236455" y="72205"/>
                </a:lnTo>
                <a:lnTo>
                  <a:pt x="236557" y="73125"/>
                </a:lnTo>
                <a:lnTo>
                  <a:pt x="237580" y="73943"/>
                </a:lnTo>
                <a:lnTo>
                  <a:pt x="237682" y="73841"/>
                </a:lnTo>
                <a:lnTo>
                  <a:pt x="237682" y="74045"/>
                </a:lnTo>
                <a:lnTo>
                  <a:pt x="238091" y="73841"/>
                </a:lnTo>
                <a:lnTo>
                  <a:pt x="237784" y="73227"/>
                </a:lnTo>
                <a:lnTo>
                  <a:pt x="237989" y="72614"/>
                </a:lnTo>
                <a:lnTo>
                  <a:pt x="238295" y="72818"/>
                </a:lnTo>
                <a:lnTo>
                  <a:pt x="238500" y="73534"/>
                </a:lnTo>
                <a:lnTo>
                  <a:pt x="238500" y="73023"/>
                </a:lnTo>
                <a:lnTo>
                  <a:pt x="238807" y="72614"/>
                </a:lnTo>
                <a:lnTo>
                  <a:pt x="238500" y="71284"/>
                </a:lnTo>
                <a:lnTo>
                  <a:pt x="238398" y="71182"/>
                </a:lnTo>
                <a:lnTo>
                  <a:pt x="238500" y="70977"/>
                </a:lnTo>
                <a:lnTo>
                  <a:pt x="238295" y="70466"/>
                </a:lnTo>
                <a:lnTo>
                  <a:pt x="237580" y="70261"/>
                </a:lnTo>
                <a:close/>
                <a:moveTo>
                  <a:pt x="240443" y="77727"/>
                </a:moveTo>
                <a:lnTo>
                  <a:pt x="240034" y="78545"/>
                </a:lnTo>
                <a:lnTo>
                  <a:pt x="240136" y="80284"/>
                </a:lnTo>
                <a:lnTo>
                  <a:pt x="240852" y="81000"/>
                </a:lnTo>
                <a:lnTo>
                  <a:pt x="240341" y="79568"/>
                </a:lnTo>
                <a:lnTo>
                  <a:pt x="241261" y="79773"/>
                </a:lnTo>
                <a:lnTo>
                  <a:pt x="240750" y="79057"/>
                </a:lnTo>
                <a:lnTo>
                  <a:pt x="241057" y="78852"/>
                </a:lnTo>
                <a:lnTo>
                  <a:pt x="241057" y="78545"/>
                </a:lnTo>
                <a:lnTo>
                  <a:pt x="240136" y="78955"/>
                </a:lnTo>
                <a:lnTo>
                  <a:pt x="240443" y="78648"/>
                </a:lnTo>
                <a:lnTo>
                  <a:pt x="240443" y="78341"/>
                </a:lnTo>
                <a:lnTo>
                  <a:pt x="240341" y="78136"/>
                </a:lnTo>
                <a:lnTo>
                  <a:pt x="240443" y="77727"/>
                </a:lnTo>
                <a:close/>
                <a:moveTo>
                  <a:pt x="79875" y="80284"/>
                </a:moveTo>
                <a:lnTo>
                  <a:pt x="78136" y="80591"/>
                </a:lnTo>
                <a:lnTo>
                  <a:pt x="78136" y="81511"/>
                </a:lnTo>
                <a:lnTo>
                  <a:pt x="78443" y="81818"/>
                </a:lnTo>
                <a:lnTo>
                  <a:pt x="79466" y="81511"/>
                </a:lnTo>
                <a:lnTo>
                  <a:pt x="80080" y="80693"/>
                </a:lnTo>
                <a:lnTo>
                  <a:pt x="79875" y="80284"/>
                </a:lnTo>
                <a:close/>
                <a:moveTo>
                  <a:pt x="261102" y="82636"/>
                </a:moveTo>
                <a:lnTo>
                  <a:pt x="261000" y="82841"/>
                </a:lnTo>
                <a:lnTo>
                  <a:pt x="261205" y="82943"/>
                </a:lnTo>
                <a:lnTo>
                  <a:pt x="261307" y="82943"/>
                </a:lnTo>
                <a:lnTo>
                  <a:pt x="261102" y="82636"/>
                </a:lnTo>
                <a:close/>
                <a:moveTo>
                  <a:pt x="220500" y="81818"/>
                </a:moveTo>
                <a:lnTo>
                  <a:pt x="219784" y="81920"/>
                </a:lnTo>
                <a:lnTo>
                  <a:pt x="219886" y="82227"/>
                </a:lnTo>
                <a:lnTo>
                  <a:pt x="220295" y="82534"/>
                </a:lnTo>
                <a:lnTo>
                  <a:pt x="220295" y="82841"/>
                </a:lnTo>
                <a:lnTo>
                  <a:pt x="221011" y="83148"/>
                </a:lnTo>
                <a:lnTo>
                  <a:pt x="221114" y="82636"/>
                </a:lnTo>
                <a:lnTo>
                  <a:pt x="220500" y="81818"/>
                </a:lnTo>
                <a:close/>
                <a:moveTo>
                  <a:pt x="222034" y="82636"/>
                </a:moveTo>
                <a:lnTo>
                  <a:pt x="221830" y="83045"/>
                </a:lnTo>
                <a:lnTo>
                  <a:pt x="221830" y="83352"/>
                </a:lnTo>
                <a:lnTo>
                  <a:pt x="222341" y="83148"/>
                </a:lnTo>
                <a:lnTo>
                  <a:pt x="222034" y="82636"/>
                </a:lnTo>
                <a:close/>
                <a:moveTo>
                  <a:pt x="240443" y="83352"/>
                </a:moveTo>
                <a:lnTo>
                  <a:pt x="240239" y="83659"/>
                </a:lnTo>
                <a:lnTo>
                  <a:pt x="240239" y="83659"/>
                </a:lnTo>
                <a:lnTo>
                  <a:pt x="240545" y="83352"/>
                </a:lnTo>
                <a:close/>
                <a:moveTo>
                  <a:pt x="240852" y="82943"/>
                </a:moveTo>
                <a:lnTo>
                  <a:pt x="240545" y="83352"/>
                </a:lnTo>
                <a:lnTo>
                  <a:pt x="240750" y="83557"/>
                </a:lnTo>
                <a:lnTo>
                  <a:pt x="241261" y="83455"/>
                </a:lnTo>
                <a:lnTo>
                  <a:pt x="241670" y="83557"/>
                </a:lnTo>
                <a:lnTo>
                  <a:pt x="241977" y="83455"/>
                </a:lnTo>
                <a:lnTo>
                  <a:pt x="242898" y="83966"/>
                </a:lnTo>
                <a:lnTo>
                  <a:pt x="241568" y="82943"/>
                </a:lnTo>
                <a:close/>
                <a:moveTo>
                  <a:pt x="230011" y="72818"/>
                </a:moveTo>
                <a:lnTo>
                  <a:pt x="228989" y="74250"/>
                </a:lnTo>
                <a:lnTo>
                  <a:pt x="228989" y="74761"/>
                </a:lnTo>
                <a:lnTo>
                  <a:pt x="228477" y="74966"/>
                </a:lnTo>
                <a:lnTo>
                  <a:pt x="228477" y="74864"/>
                </a:lnTo>
                <a:lnTo>
                  <a:pt x="227557" y="75375"/>
                </a:lnTo>
                <a:lnTo>
                  <a:pt x="227045" y="76398"/>
                </a:lnTo>
                <a:lnTo>
                  <a:pt x="225409" y="77216"/>
                </a:lnTo>
                <a:lnTo>
                  <a:pt x="225307" y="77420"/>
                </a:lnTo>
                <a:lnTo>
                  <a:pt x="225205" y="77523"/>
                </a:lnTo>
                <a:lnTo>
                  <a:pt x="225205" y="78648"/>
                </a:lnTo>
                <a:lnTo>
                  <a:pt x="223670" y="77932"/>
                </a:lnTo>
                <a:lnTo>
                  <a:pt x="223159" y="78750"/>
                </a:lnTo>
                <a:lnTo>
                  <a:pt x="223261" y="78750"/>
                </a:lnTo>
                <a:lnTo>
                  <a:pt x="224182" y="83045"/>
                </a:lnTo>
                <a:lnTo>
                  <a:pt x="225511" y="83045"/>
                </a:lnTo>
                <a:lnTo>
                  <a:pt x="225818" y="83659"/>
                </a:lnTo>
                <a:lnTo>
                  <a:pt x="226023" y="83455"/>
                </a:lnTo>
                <a:lnTo>
                  <a:pt x="226330" y="83557"/>
                </a:lnTo>
                <a:lnTo>
                  <a:pt x="226739" y="83045"/>
                </a:lnTo>
                <a:lnTo>
                  <a:pt x="227352" y="83557"/>
                </a:lnTo>
                <a:lnTo>
                  <a:pt x="227966" y="83352"/>
                </a:lnTo>
                <a:lnTo>
                  <a:pt x="228068" y="83557"/>
                </a:lnTo>
                <a:lnTo>
                  <a:pt x="228375" y="84273"/>
                </a:lnTo>
                <a:lnTo>
                  <a:pt x="229398" y="83659"/>
                </a:lnTo>
                <a:lnTo>
                  <a:pt x="229705" y="83250"/>
                </a:lnTo>
                <a:lnTo>
                  <a:pt x="229602" y="83045"/>
                </a:lnTo>
                <a:lnTo>
                  <a:pt x="229807" y="82739"/>
                </a:lnTo>
                <a:lnTo>
                  <a:pt x="229705" y="81920"/>
                </a:lnTo>
                <a:lnTo>
                  <a:pt x="230216" y="81102"/>
                </a:lnTo>
                <a:lnTo>
                  <a:pt x="230523" y="81102"/>
                </a:lnTo>
                <a:lnTo>
                  <a:pt x="231239" y="78955"/>
                </a:lnTo>
                <a:lnTo>
                  <a:pt x="231852" y="79159"/>
                </a:lnTo>
                <a:lnTo>
                  <a:pt x="232159" y="79159"/>
                </a:lnTo>
                <a:lnTo>
                  <a:pt x="232057" y="78955"/>
                </a:lnTo>
                <a:lnTo>
                  <a:pt x="231136" y="77932"/>
                </a:lnTo>
                <a:lnTo>
                  <a:pt x="231034" y="77114"/>
                </a:lnTo>
                <a:lnTo>
                  <a:pt x="230932" y="77011"/>
                </a:lnTo>
                <a:lnTo>
                  <a:pt x="230420" y="76295"/>
                </a:lnTo>
                <a:lnTo>
                  <a:pt x="230830" y="76193"/>
                </a:lnTo>
                <a:lnTo>
                  <a:pt x="230932" y="76091"/>
                </a:lnTo>
                <a:lnTo>
                  <a:pt x="230932" y="75580"/>
                </a:lnTo>
                <a:lnTo>
                  <a:pt x="231750" y="75580"/>
                </a:lnTo>
                <a:lnTo>
                  <a:pt x="231443" y="74864"/>
                </a:lnTo>
                <a:lnTo>
                  <a:pt x="232261" y="74761"/>
                </a:lnTo>
                <a:lnTo>
                  <a:pt x="231136" y="73841"/>
                </a:lnTo>
                <a:lnTo>
                  <a:pt x="230727" y="73943"/>
                </a:lnTo>
                <a:lnTo>
                  <a:pt x="230420" y="72920"/>
                </a:lnTo>
                <a:lnTo>
                  <a:pt x="230011" y="73227"/>
                </a:lnTo>
                <a:lnTo>
                  <a:pt x="230011" y="72818"/>
                </a:lnTo>
                <a:close/>
                <a:moveTo>
                  <a:pt x="261307" y="82943"/>
                </a:moveTo>
                <a:lnTo>
                  <a:pt x="262841" y="84989"/>
                </a:lnTo>
                <a:lnTo>
                  <a:pt x="262330" y="83761"/>
                </a:lnTo>
                <a:lnTo>
                  <a:pt x="261307" y="82943"/>
                </a:lnTo>
                <a:close/>
                <a:moveTo>
                  <a:pt x="237682" y="78239"/>
                </a:moveTo>
                <a:lnTo>
                  <a:pt x="237170" y="78852"/>
                </a:lnTo>
                <a:lnTo>
                  <a:pt x="234614" y="78955"/>
                </a:lnTo>
                <a:lnTo>
                  <a:pt x="234409" y="78750"/>
                </a:lnTo>
                <a:lnTo>
                  <a:pt x="233489" y="79057"/>
                </a:lnTo>
                <a:lnTo>
                  <a:pt x="232977" y="79875"/>
                </a:lnTo>
                <a:lnTo>
                  <a:pt x="232977" y="80080"/>
                </a:lnTo>
                <a:lnTo>
                  <a:pt x="232875" y="80182"/>
                </a:lnTo>
                <a:lnTo>
                  <a:pt x="232977" y="80898"/>
                </a:lnTo>
                <a:lnTo>
                  <a:pt x="232875" y="80693"/>
                </a:lnTo>
                <a:lnTo>
                  <a:pt x="232057" y="83455"/>
                </a:lnTo>
                <a:lnTo>
                  <a:pt x="232364" y="83659"/>
                </a:lnTo>
                <a:lnTo>
                  <a:pt x="232568" y="83864"/>
                </a:lnTo>
                <a:lnTo>
                  <a:pt x="232670" y="85909"/>
                </a:lnTo>
                <a:lnTo>
                  <a:pt x="233386" y="85807"/>
                </a:lnTo>
                <a:lnTo>
                  <a:pt x="233591" y="82841"/>
                </a:lnTo>
                <a:lnTo>
                  <a:pt x="234409" y="84784"/>
                </a:lnTo>
                <a:lnTo>
                  <a:pt x="235636" y="84375"/>
                </a:lnTo>
                <a:lnTo>
                  <a:pt x="235125" y="83761"/>
                </a:lnTo>
                <a:lnTo>
                  <a:pt x="235227" y="83148"/>
                </a:lnTo>
                <a:lnTo>
                  <a:pt x="234409" y="82023"/>
                </a:lnTo>
                <a:lnTo>
                  <a:pt x="234614" y="82023"/>
                </a:lnTo>
                <a:lnTo>
                  <a:pt x="235739" y="81000"/>
                </a:lnTo>
                <a:lnTo>
                  <a:pt x="236148" y="81102"/>
                </a:lnTo>
                <a:lnTo>
                  <a:pt x="235739" y="80693"/>
                </a:lnTo>
                <a:lnTo>
                  <a:pt x="235739" y="80795"/>
                </a:lnTo>
                <a:lnTo>
                  <a:pt x="233591" y="81205"/>
                </a:lnTo>
                <a:lnTo>
                  <a:pt x="233284" y="80693"/>
                </a:lnTo>
                <a:lnTo>
                  <a:pt x="233182" y="80182"/>
                </a:lnTo>
                <a:lnTo>
                  <a:pt x="235943" y="79568"/>
                </a:lnTo>
                <a:lnTo>
                  <a:pt x="236455" y="79773"/>
                </a:lnTo>
                <a:lnTo>
                  <a:pt x="236966" y="79670"/>
                </a:lnTo>
                <a:lnTo>
                  <a:pt x="237580" y="79057"/>
                </a:lnTo>
                <a:lnTo>
                  <a:pt x="237682" y="78239"/>
                </a:lnTo>
                <a:close/>
                <a:moveTo>
                  <a:pt x="210580" y="74659"/>
                </a:moveTo>
                <a:lnTo>
                  <a:pt x="219068" y="86114"/>
                </a:lnTo>
                <a:lnTo>
                  <a:pt x="219068" y="85705"/>
                </a:lnTo>
                <a:lnTo>
                  <a:pt x="219989" y="86011"/>
                </a:lnTo>
                <a:lnTo>
                  <a:pt x="220398" y="83250"/>
                </a:lnTo>
                <a:lnTo>
                  <a:pt x="219273" y="82636"/>
                </a:lnTo>
                <a:lnTo>
                  <a:pt x="218966" y="81102"/>
                </a:lnTo>
                <a:lnTo>
                  <a:pt x="218352" y="80898"/>
                </a:lnTo>
                <a:lnTo>
                  <a:pt x="218148" y="80489"/>
                </a:lnTo>
                <a:lnTo>
                  <a:pt x="218455" y="79977"/>
                </a:lnTo>
                <a:lnTo>
                  <a:pt x="218045" y="79466"/>
                </a:lnTo>
                <a:lnTo>
                  <a:pt x="217330" y="79773"/>
                </a:lnTo>
                <a:lnTo>
                  <a:pt x="217739" y="79568"/>
                </a:lnTo>
                <a:lnTo>
                  <a:pt x="216102" y="77830"/>
                </a:lnTo>
                <a:lnTo>
                  <a:pt x="215795" y="78034"/>
                </a:lnTo>
                <a:lnTo>
                  <a:pt x="212625" y="74659"/>
                </a:lnTo>
                <a:close/>
                <a:moveTo>
                  <a:pt x="246170" y="85602"/>
                </a:moveTo>
                <a:lnTo>
                  <a:pt x="245864" y="85909"/>
                </a:lnTo>
                <a:lnTo>
                  <a:pt x="245761" y="86216"/>
                </a:lnTo>
                <a:lnTo>
                  <a:pt x="246273" y="86523"/>
                </a:lnTo>
                <a:lnTo>
                  <a:pt x="246375" y="86011"/>
                </a:lnTo>
                <a:lnTo>
                  <a:pt x="246170" y="85602"/>
                </a:lnTo>
                <a:close/>
                <a:moveTo>
                  <a:pt x="261818" y="84375"/>
                </a:moveTo>
                <a:lnTo>
                  <a:pt x="261716" y="84886"/>
                </a:lnTo>
                <a:lnTo>
                  <a:pt x="260693" y="85705"/>
                </a:lnTo>
                <a:lnTo>
                  <a:pt x="260386" y="85705"/>
                </a:lnTo>
                <a:lnTo>
                  <a:pt x="260284" y="85193"/>
                </a:lnTo>
                <a:lnTo>
                  <a:pt x="260080" y="85705"/>
                </a:lnTo>
                <a:lnTo>
                  <a:pt x="258648" y="85909"/>
                </a:lnTo>
                <a:lnTo>
                  <a:pt x="259773" y="86523"/>
                </a:lnTo>
                <a:lnTo>
                  <a:pt x="262125" y="85500"/>
                </a:lnTo>
                <a:lnTo>
                  <a:pt x="262023" y="85295"/>
                </a:lnTo>
                <a:lnTo>
                  <a:pt x="262227" y="85193"/>
                </a:lnTo>
                <a:lnTo>
                  <a:pt x="262432" y="84477"/>
                </a:lnTo>
                <a:lnTo>
                  <a:pt x="261818" y="84375"/>
                </a:lnTo>
                <a:close/>
                <a:moveTo>
                  <a:pt x="249239" y="87852"/>
                </a:moveTo>
                <a:lnTo>
                  <a:pt x="248727" y="88670"/>
                </a:lnTo>
                <a:lnTo>
                  <a:pt x="249648" y="88466"/>
                </a:lnTo>
                <a:lnTo>
                  <a:pt x="249239" y="87852"/>
                </a:lnTo>
                <a:close/>
                <a:moveTo>
                  <a:pt x="220500" y="86216"/>
                </a:moveTo>
                <a:lnTo>
                  <a:pt x="219682" y="86932"/>
                </a:lnTo>
                <a:lnTo>
                  <a:pt x="219784" y="87136"/>
                </a:lnTo>
                <a:lnTo>
                  <a:pt x="227250" y="88875"/>
                </a:lnTo>
                <a:lnTo>
                  <a:pt x="227761" y="88977"/>
                </a:lnTo>
                <a:lnTo>
                  <a:pt x="227761" y="88057"/>
                </a:lnTo>
                <a:lnTo>
                  <a:pt x="226330" y="87648"/>
                </a:lnTo>
                <a:lnTo>
                  <a:pt x="226125" y="87136"/>
                </a:lnTo>
                <a:lnTo>
                  <a:pt x="224591" y="86727"/>
                </a:lnTo>
                <a:lnTo>
                  <a:pt x="224284" y="87136"/>
                </a:lnTo>
                <a:lnTo>
                  <a:pt x="222648" y="87034"/>
                </a:lnTo>
                <a:lnTo>
                  <a:pt x="222239" y="86523"/>
                </a:lnTo>
                <a:lnTo>
                  <a:pt x="220500" y="86216"/>
                </a:lnTo>
                <a:close/>
                <a:moveTo>
                  <a:pt x="227761" y="88364"/>
                </a:moveTo>
                <a:lnTo>
                  <a:pt x="228273" y="89080"/>
                </a:lnTo>
                <a:lnTo>
                  <a:pt x="228886" y="88670"/>
                </a:lnTo>
                <a:lnTo>
                  <a:pt x="228375" y="88364"/>
                </a:lnTo>
                <a:close/>
                <a:moveTo>
                  <a:pt x="229398" y="88568"/>
                </a:moveTo>
                <a:lnTo>
                  <a:pt x="228989" y="88977"/>
                </a:lnTo>
                <a:lnTo>
                  <a:pt x="229705" y="89182"/>
                </a:lnTo>
                <a:lnTo>
                  <a:pt x="229807" y="88670"/>
                </a:lnTo>
                <a:lnTo>
                  <a:pt x="229398" y="88568"/>
                </a:lnTo>
                <a:close/>
                <a:moveTo>
                  <a:pt x="235432" y="88466"/>
                </a:moveTo>
                <a:lnTo>
                  <a:pt x="234920" y="88875"/>
                </a:lnTo>
                <a:lnTo>
                  <a:pt x="233182" y="88568"/>
                </a:lnTo>
                <a:lnTo>
                  <a:pt x="232670" y="88670"/>
                </a:lnTo>
                <a:lnTo>
                  <a:pt x="232670" y="89182"/>
                </a:lnTo>
                <a:lnTo>
                  <a:pt x="234716" y="88977"/>
                </a:lnTo>
                <a:lnTo>
                  <a:pt x="235330" y="88773"/>
                </a:lnTo>
                <a:lnTo>
                  <a:pt x="235534" y="88466"/>
                </a:lnTo>
                <a:close/>
                <a:moveTo>
                  <a:pt x="230932" y="88364"/>
                </a:moveTo>
                <a:lnTo>
                  <a:pt x="230727" y="88568"/>
                </a:lnTo>
                <a:lnTo>
                  <a:pt x="231034" y="88977"/>
                </a:lnTo>
                <a:lnTo>
                  <a:pt x="231034" y="88977"/>
                </a:lnTo>
                <a:lnTo>
                  <a:pt x="230420" y="88670"/>
                </a:lnTo>
                <a:lnTo>
                  <a:pt x="230011" y="89386"/>
                </a:lnTo>
                <a:lnTo>
                  <a:pt x="231341" y="88977"/>
                </a:lnTo>
                <a:lnTo>
                  <a:pt x="231750" y="89080"/>
                </a:lnTo>
                <a:lnTo>
                  <a:pt x="231648" y="88977"/>
                </a:lnTo>
                <a:lnTo>
                  <a:pt x="231750" y="88977"/>
                </a:lnTo>
                <a:lnTo>
                  <a:pt x="231648" y="88670"/>
                </a:lnTo>
                <a:lnTo>
                  <a:pt x="231239" y="88568"/>
                </a:lnTo>
                <a:lnTo>
                  <a:pt x="230932" y="88364"/>
                </a:lnTo>
                <a:close/>
                <a:moveTo>
                  <a:pt x="232670" y="89591"/>
                </a:moveTo>
                <a:lnTo>
                  <a:pt x="231750" y="89898"/>
                </a:lnTo>
                <a:lnTo>
                  <a:pt x="232670" y="90409"/>
                </a:lnTo>
                <a:lnTo>
                  <a:pt x="233284" y="90205"/>
                </a:lnTo>
                <a:lnTo>
                  <a:pt x="232670" y="89591"/>
                </a:lnTo>
                <a:close/>
                <a:moveTo>
                  <a:pt x="239420" y="88670"/>
                </a:moveTo>
                <a:lnTo>
                  <a:pt x="237989" y="88773"/>
                </a:lnTo>
                <a:lnTo>
                  <a:pt x="235943" y="90102"/>
                </a:lnTo>
                <a:lnTo>
                  <a:pt x="235943" y="90511"/>
                </a:lnTo>
                <a:lnTo>
                  <a:pt x="237068" y="90102"/>
                </a:lnTo>
                <a:lnTo>
                  <a:pt x="239420" y="88670"/>
                </a:lnTo>
                <a:close/>
                <a:moveTo>
                  <a:pt x="244636" y="80386"/>
                </a:moveTo>
                <a:lnTo>
                  <a:pt x="243205" y="81409"/>
                </a:lnTo>
                <a:lnTo>
                  <a:pt x="243920" y="81614"/>
                </a:lnTo>
                <a:lnTo>
                  <a:pt x="244125" y="82125"/>
                </a:lnTo>
                <a:lnTo>
                  <a:pt x="244432" y="82330"/>
                </a:lnTo>
                <a:lnTo>
                  <a:pt x="245761" y="82227"/>
                </a:lnTo>
                <a:lnTo>
                  <a:pt x="245557" y="82739"/>
                </a:lnTo>
                <a:lnTo>
                  <a:pt x="244023" y="82943"/>
                </a:lnTo>
                <a:lnTo>
                  <a:pt x="244534" y="83250"/>
                </a:lnTo>
                <a:lnTo>
                  <a:pt x="244739" y="84068"/>
                </a:lnTo>
                <a:lnTo>
                  <a:pt x="245659" y="83148"/>
                </a:lnTo>
                <a:lnTo>
                  <a:pt x="245761" y="83966"/>
                </a:lnTo>
                <a:lnTo>
                  <a:pt x="246580" y="84068"/>
                </a:lnTo>
                <a:lnTo>
                  <a:pt x="246784" y="84580"/>
                </a:lnTo>
                <a:lnTo>
                  <a:pt x="249648" y="85909"/>
                </a:lnTo>
                <a:lnTo>
                  <a:pt x="249443" y="86011"/>
                </a:lnTo>
                <a:lnTo>
                  <a:pt x="249648" y="86011"/>
                </a:lnTo>
                <a:lnTo>
                  <a:pt x="250261" y="87443"/>
                </a:lnTo>
                <a:lnTo>
                  <a:pt x="249852" y="87545"/>
                </a:lnTo>
                <a:lnTo>
                  <a:pt x="250057" y="88057"/>
                </a:lnTo>
                <a:lnTo>
                  <a:pt x="249852" y="88466"/>
                </a:lnTo>
                <a:lnTo>
                  <a:pt x="251080" y="88159"/>
                </a:lnTo>
                <a:lnTo>
                  <a:pt x="251080" y="88670"/>
                </a:lnTo>
                <a:lnTo>
                  <a:pt x="251693" y="89386"/>
                </a:lnTo>
                <a:lnTo>
                  <a:pt x="253534" y="89386"/>
                </a:lnTo>
                <a:lnTo>
                  <a:pt x="253841" y="88977"/>
                </a:lnTo>
                <a:lnTo>
                  <a:pt x="252920" y="88466"/>
                </a:lnTo>
                <a:lnTo>
                  <a:pt x="254455" y="88261"/>
                </a:lnTo>
                <a:lnTo>
                  <a:pt x="254455" y="88159"/>
                </a:lnTo>
                <a:lnTo>
                  <a:pt x="254557" y="88159"/>
                </a:lnTo>
                <a:lnTo>
                  <a:pt x="254250" y="87750"/>
                </a:lnTo>
                <a:lnTo>
                  <a:pt x="254864" y="87955"/>
                </a:lnTo>
                <a:lnTo>
                  <a:pt x="255375" y="87852"/>
                </a:lnTo>
                <a:lnTo>
                  <a:pt x="257625" y="90307"/>
                </a:lnTo>
                <a:lnTo>
                  <a:pt x="260080" y="91023"/>
                </a:lnTo>
                <a:lnTo>
                  <a:pt x="260080" y="90716"/>
                </a:lnTo>
                <a:lnTo>
                  <a:pt x="260489" y="90614"/>
                </a:lnTo>
                <a:lnTo>
                  <a:pt x="259670" y="90307"/>
                </a:lnTo>
                <a:lnTo>
                  <a:pt x="259670" y="90102"/>
                </a:lnTo>
                <a:lnTo>
                  <a:pt x="259159" y="89386"/>
                </a:lnTo>
                <a:lnTo>
                  <a:pt x="258648" y="89386"/>
                </a:lnTo>
                <a:lnTo>
                  <a:pt x="257318" y="87034"/>
                </a:lnTo>
                <a:lnTo>
                  <a:pt x="258136" y="86932"/>
                </a:lnTo>
                <a:lnTo>
                  <a:pt x="256500" y="85705"/>
                </a:lnTo>
                <a:lnTo>
                  <a:pt x="256398" y="84989"/>
                </a:lnTo>
                <a:lnTo>
                  <a:pt x="251898" y="82636"/>
                </a:lnTo>
                <a:lnTo>
                  <a:pt x="249545" y="81716"/>
                </a:lnTo>
                <a:lnTo>
                  <a:pt x="248727" y="81920"/>
                </a:lnTo>
                <a:lnTo>
                  <a:pt x="248727" y="82125"/>
                </a:lnTo>
                <a:lnTo>
                  <a:pt x="246989" y="83455"/>
                </a:lnTo>
                <a:lnTo>
                  <a:pt x="246375" y="82636"/>
                </a:lnTo>
                <a:lnTo>
                  <a:pt x="246273" y="82943"/>
                </a:lnTo>
                <a:lnTo>
                  <a:pt x="245864" y="80795"/>
                </a:lnTo>
                <a:lnTo>
                  <a:pt x="244636" y="80386"/>
                </a:lnTo>
                <a:close/>
                <a:moveTo>
                  <a:pt x="242693" y="91534"/>
                </a:moveTo>
                <a:lnTo>
                  <a:pt x="241977" y="91636"/>
                </a:lnTo>
                <a:lnTo>
                  <a:pt x="241977" y="91841"/>
                </a:lnTo>
                <a:lnTo>
                  <a:pt x="242386" y="92352"/>
                </a:lnTo>
                <a:lnTo>
                  <a:pt x="242693" y="91534"/>
                </a:lnTo>
                <a:close/>
                <a:moveTo>
                  <a:pt x="285750" y="96648"/>
                </a:moveTo>
                <a:lnTo>
                  <a:pt x="285545" y="96750"/>
                </a:lnTo>
                <a:lnTo>
                  <a:pt x="284420" y="97159"/>
                </a:lnTo>
                <a:lnTo>
                  <a:pt x="284216" y="97261"/>
                </a:lnTo>
                <a:lnTo>
                  <a:pt x="285239" y="97261"/>
                </a:lnTo>
                <a:lnTo>
                  <a:pt x="285750" y="96648"/>
                </a:lnTo>
                <a:close/>
                <a:moveTo>
                  <a:pt x="285648" y="97057"/>
                </a:moveTo>
                <a:lnTo>
                  <a:pt x="285239" y="97261"/>
                </a:lnTo>
                <a:lnTo>
                  <a:pt x="285545" y="97261"/>
                </a:lnTo>
                <a:lnTo>
                  <a:pt x="285648" y="97057"/>
                </a:lnTo>
                <a:close/>
                <a:moveTo>
                  <a:pt x="284011" y="98080"/>
                </a:moveTo>
                <a:lnTo>
                  <a:pt x="282886" y="98591"/>
                </a:lnTo>
                <a:lnTo>
                  <a:pt x="283807" y="98693"/>
                </a:lnTo>
                <a:lnTo>
                  <a:pt x="284114" y="98386"/>
                </a:lnTo>
                <a:lnTo>
                  <a:pt x="284011" y="98080"/>
                </a:lnTo>
                <a:close/>
                <a:moveTo>
                  <a:pt x="168852" y="92761"/>
                </a:moveTo>
                <a:lnTo>
                  <a:pt x="168136" y="92864"/>
                </a:lnTo>
                <a:lnTo>
                  <a:pt x="168136" y="93682"/>
                </a:lnTo>
                <a:lnTo>
                  <a:pt x="167318" y="94295"/>
                </a:lnTo>
                <a:lnTo>
                  <a:pt x="167318" y="95114"/>
                </a:lnTo>
                <a:lnTo>
                  <a:pt x="166807" y="95420"/>
                </a:lnTo>
                <a:lnTo>
                  <a:pt x="166705" y="95318"/>
                </a:lnTo>
                <a:lnTo>
                  <a:pt x="165886" y="96341"/>
                </a:lnTo>
                <a:lnTo>
                  <a:pt x="165375" y="96239"/>
                </a:lnTo>
                <a:lnTo>
                  <a:pt x="164966" y="96443"/>
                </a:lnTo>
                <a:lnTo>
                  <a:pt x="164761" y="96443"/>
                </a:lnTo>
                <a:lnTo>
                  <a:pt x="164045" y="96955"/>
                </a:lnTo>
                <a:lnTo>
                  <a:pt x="163330" y="105955"/>
                </a:lnTo>
                <a:lnTo>
                  <a:pt x="163943" y="106261"/>
                </a:lnTo>
                <a:lnTo>
                  <a:pt x="165477" y="105852"/>
                </a:lnTo>
                <a:lnTo>
                  <a:pt x="168750" y="96034"/>
                </a:lnTo>
                <a:lnTo>
                  <a:pt x="169159" y="96341"/>
                </a:lnTo>
                <a:lnTo>
                  <a:pt x="169364" y="96136"/>
                </a:lnTo>
                <a:lnTo>
                  <a:pt x="168852" y="92761"/>
                </a:lnTo>
                <a:close/>
                <a:moveTo>
                  <a:pt x="79364" y="112500"/>
                </a:moveTo>
                <a:lnTo>
                  <a:pt x="79057" y="112807"/>
                </a:lnTo>
                <a:lnTo>
                  <a:pt x="79057" y="113011"/>
                </a:lnTo>
                <a:lnTo>
                  <a:pt x="79364" y="112500"/>
                </a:lnTo>
                <a:close/>
                <a:moveTo>
                  <a:pt x="185114" y="3784"/>
                </a:moveTo>
                <a:lnTo>
                  <a:pt x="184091" y="4398"/>
                </a:lnTo>
                <a:lnTo>
                  <a:pt x="184909" y="4705"/>
                </a:lnTo>
                <a:lnTo>
                  <a:pt x="183273" y="4705"/>
                </a:lnTo>
                <a:lnTo>
                  <a:pt x="183989" y="5011"/>
                </a:lnTo>
                <a:lnTo>
                  <a:pt x="184193" y="5318"/>
                </a:lnTo>
                <a:lnTo>
                  <a:pt x="184193" y="5318"/>
                </a:lnTo>
                <a:lnTo>
                  <a:pt x="183784" y="5011"/>
                </a:lnTo>
                <a:lnTo>
                  <a:pt x="180102" y="5114"/>
                </a:lnTo>
                <a:lnTo>
                  <a:pt x="180920" y="5216"/>
                </a:lnTo>
                <a:lnTo>
                  <a:pt x="177341" y="5727"/>
                </a:lnTo>
                <a:lnTo>
                  <a:pt x="177545" y="5932"/>
                </a:lnTo>
                <a:lnTo>
                  <a:pt x="177341" y="6239"/>
                </a:lnTo>
                <a:lnTo>
                  <a:pt x="176830" y="6136"/>
                </a:lnTo>
                <a:lnTo>
                  <a:pt x="177955" y="6443"/>
                </a:lnTo>
                <a:lnTo>
                  <a:pt x="177239" y="6443"/>
                </a:lnTo>
                <a:lnTo>
                  <a:pt x="178568" y="6852"/>
                </a:lnTo>
                <a:lnTo>
                  <a:pt x="178057" y="7057"/>
                </a:lnTo>
                <a:lnTo>
                  <a:pt x="178261" y="6852"/>
                </a:lnTo>
                <a:lnTo>
                  <a:pt x="178261" y="6852"/>
                </a:lnTo>
                <a:lnTo>
                  <a:pt x="174477" y="7057"/>
                </a:lnTo>
                <a:lnTo>
                  <a:pt x="174682" y="7466"/>
                </a:lnTo>
                <a:lnTo>
                  <a:pt x="174989" y="7568"/>
                </a:lnTo>
                <a:lnTo>
                  <a:pt x="175091" y="7773"/>
                </a:lnTo>
                <a:lnTo>
                  <a:pt x="177648" y="8795"/>
                </a:lnTo>
                <a:lnTo>
                  <a:pt x="177852" y="9205"/>
                </a:lnTo>
                <a:lnTo>
                  <a:pt x="178261" y="9511"/>
                </a:lnTo>
                <a:lnTo>
                  <a:pt x="178169" y="9789"/>
                </a:lnTo>
                <a:lnTo>
                  <a:pt x="177852" y="9409"/>
                </a:lnTo>
                <a:lnTo>
                  <a:pt x="177545" y="9716"/>
                </a:lnTo>
                <a:lnTo>
                  <a:pt x="177034" y="8591"/>
                </a:lnTo>
                <a:lnTo>
                  <a:pt x="173352" y="8182"/>
                </a:lnTo>
                <a:lnTo>
                  <a:pt x="173352" y="8182"/>
                </a:lnTo>
                <a:lnTo>
                  <a:pt x="173966" y="8489"/>
                </a:lnTo>
                <a:lnTo>
                  <a:pt x="172636" y="8489"/>
                </a:lnTo>
                <a:lnTo>
                  <a:pt x="175193" y="9205"/>
                </a:lnTo>
                <a:lnTo>
                  <a:pt x="175193" y="9205"/>
                </a:lnTo>
                <a:lnTo>
                  <a:pt x="172432" y="8898"/>
                </a:lnTo>
                <a:lnTo>
                  <a:pt x="172432" y="8693"/>
                </a:lnTo>
                <a:lnTo>
                  <a:pt x="172227" y="8591"/>
                </a:lnTo>
                <a:lnTo>
                  <a:pt x="172227" y="8182"/>
                </a:lnTo>
                <a:lnTo>
                  <a:pt x="171307" y="7670"/>
                </a:lnTo>
                <a:lnTo>
                  <a:pt x="171307" y="7670"/>
                </a:lnTo>
                <a:lnTo>
                  <a:pt x="171716" y="8284"/>
                </a:lnTo>
                <a:lnTo>
                  <a:pt x="171102" y="8898"/>
                </a:lnTo>
                <a:lnTo>
                  <a:pt x="172227" y="9511"/>
                </a:lnTo>
                <a:lnTo>
                  <a:pt x="172330" y="10330"/>
                </a:lnTo>
                <a:lnTo>
                  <a:pt x="174886" y="11148"/>
                </a:lnTo>
                <a:lnTo>
                  <a:pt x="173966" y="11045"/>
                </a:lnTo>
                <a:lnTo>
                  <a:pt x="174170" y="12068"/>
                </a:lnTo>
                <a:lnTo>
                  <a:pt x="173966" y="12375"/>
                </a:lnTo>
                <a:lnTo>
                  <a:pt x="173966" y="12580"/>
                </a:lnTo>
                <a:lnTo>
                  <a:pt x="173250" y="13398"/>
                </a:lnTo>
                <a:lnTo>
                  <a:pt x="170898" y="12886"/>
                </a:lnTo>
                <a:lnTo>
                  <a:pt x="172023" y="12886"/>
                </a:lnTo>
                <a:lnTo>
                  <a:pt x="172125" y="13091"/>
                </a:lnTo>
                <a:lnTo>
                  <a:pt x="172636" y="12989"/>
                </a:lnTo>
                <a:lnTo>
                  <a:pt x="172330" y="12784"/>
                </a:lnTo>
                <a:lnTo>
                  <a:pt x="173045" y="11761"/>
                </a:lnTo>
                <a:lnTo>
                  <a:pt x="173045" y="11352"/>
                </a:lnTo>
                <a:lnTo>
                  <a:pt x="172330" y="11045"/>
                </a:lnTo>
                <a:lnTo>
                  <a:pt x="171307" y="9920"/>
                </a:lnTo>
                <a:lnTo>
                  <a:pt x="171307" y="9716"/>
                </a:lnTo>
                <a:lnTo>
                  <a:pt x="171102" y="9307"/>
                </a:lnTo>
                <a:lnTo>
                  <a:pt x="170284" y="8898"/>
                </a:lnTo>
                <a:lnTo>
                  <a:pt x="170182" y="7875"/>
                </a:lnTo>
                <a:lnTo>
                  <a:pt x="168545" y="7670"/>
                </a:lnTo>
                <a:lnTo>
                  <a:pt x="167727" y="8080"/>
                </a:lnTo>
                <a:lnTo>
                  <a:pt x="167625" y="8795"/>
                </a:lnTo>
                <a:lnTo>
                  <a:pt x="167114" y="9205"/>
                </a:lnTo>
                <a:lnTo>
                  <a:pt x="167727" y="9409"/>
                </a:lnTo>
                <a:lnTo>
                  <a:pt x="168034" y="10432"/>
                </a:lnTo>
                <a:lnTo>
                  <a:pt x="169875" y="10943"/>
                </a:lnTo>
                <a:lnTo>
                  <a:pt x="169568" y="11557"/>
                </a:lnTo>
                <a:lnTo>
                  <a:pt x="164148" y="10227"/>
                </a:lnTo>
                <a:lnTo>
                  <a:pt x="163636" y="10432"/>
                </a:lnTo>
                <a:lnTo>
                  <a:pt x="164352" y="10841"/>
                </a:lnTo>
                <a:lnTo>
                  <a:pt x="163841" y="11250"/>
                </a:lnTo>
                <a:lnTo>
                  <a:pt x="159648" y="11557"/>
                </a:lnTo>
                <a:lnTo>
                  <a:pt x="159648" y="11557"/>
                </a:lnTo>
                <a:lnTo>
                  <a:pt x="159955" y="11455"/>
                </a:lnTo>
                <a:lnTo>
                  <a:pt x="159852" y="11045"/>
                </a:lnTo>
                <a:lnTo>
                  <a:pt x="159750" y="11045"/>
                </a:lnTo>
                <a:lnTo>
                  <a:pt x="158830" y="11250"/>
                </a:lnTo>
                <a:lnTo>
                  <a:pt x="159136" y="11352"/>
                </a:lnTo>
                <a:lnTo>
                  <a:pt x="158830" y="11455"/>
                </a:lnTo>
                <a:lnTo>
                  <a:pt x="158625" y="11352"/>
                </a:lnTo>
                <a:lnTo>
                  <a:pt x="156682" y="11966"/>
                </a:lnTo>
                <a:lnTo>
                  <a:pt x="156886" y="12068"/>
                </a:lnTo>
                <a:lnTo>
                  <a:pt x="155250" y="12886"/>
                </a:lnTo>
                <a:lnTo>
                  <a:pt x="154330" y="12273"/>
                </a:lnTo>
                <a:lnTo>
                  <a:pt x="155352" y="11966"/>
                </a:lnTo>
                <a:lnTo>
                  <a:pt x="152898" y="11250"/>
                </a:lnTo>
                <a:lnTo>
                  <a:pt x="153614" y="11659"/>
                </a:lnTo>
                <a:lnTo>
                  <a:pt x="153614" y="12375"/>
                </a:lnTo>
                <a:lnTo>
                  <a:pt x="154227" y="12784"/>
                </a:lnTo>
                <a:lnTo>
                  <a:pt x="154227" y="13602"/>
                </a:lnTo>
                <a:lnTo>
                  <a:pt x="152795" y="13193"/>
                </a:lnTo>
                <a:lnTo>
                  <a:pt x="151466" y="14011"/>
                </a:lnTo>
                <a:lnTo>
                  <a:pt x="152080" y="14727"/>
                </a:lnTo>
                <a:lnTo>
                  <a:pt x="151568" y="14932"/>
                </a:lnTo>
                <a:lnTo>
                  <a:pt x="149625" y="14318"/>
                </a:lnTo>
                <a:lnTo>
                  <a:pt x="149420" y="14523"/>
                </a:lnTo>
                <a:lnTo>
                  <a:pt x="150545" y="15239"/>
                </a:lnTo>
                <a:lnTo>
                  <a:pt x="150341" y="15545"/>
                </a:lnTo>
                <a:lnTo>
                  <a:pt x="146864" y="13295"/>
                </a:lnTo>
                <a:lnTo>
                  <a:pt x="147068" y="13193"/>
                </a:lnTo>
                <a:lnTo>
                  <a:pt x="145636" y="12580"/>
                </a:lnTo>
                <a:lnTo>
                  <a:pt x="151057" y="13398"/>
                </a:lnTo>
                <a:lnTo>
                  <a:pt x="151977" y="12886"/>
                </a:lnTo>
                <a:lnTo>
                  <a:pt x="151875" y="12375"/>
                </a:lnTo>
                <a:lnTo>
                  <a:pt x="150648" y="11659"/>
                </a:lnTo>
                <a:lnTo>
                  <a:pt x="150750" y="11761"/>
                </a:lnTo>
                <a:lnTo>
                  <a:pt x="150750" y="11761"/>
                </a:lnTo>
                <a:lnTo>
                  <a:pt x="146455" y="10636"/>
                </a:lnTo>
                <a:lnTo>
                  <a:pt x="146045" y="10841"/>
                </a:lnTo>
                <a:lnTo>
                  <a:pt x="145841" y="10636"/>
                </a:lnTo>
                <a:lnTo>
                  <a:pt x="145841" y="10534"/>
                </a:lnTo>
                <a:lnTo>
                  <a:pt x="145227" y="10432"/>
                </a:lnTo>
                <a:lnTo>
                  <a:pt x="145739" y="10330"/>
                </a:lnTo>
                <a:lnTo>
                  <a:pt x="145023" y="10125"/>
                </a:lnTo>
                <a:lnTo>
                  <a:pt x="145023" y="10125"/>
                </a:lnTo>
                <a:lnTo>
                  <a:pt x="145125" y="10227"/>
                </a:lnTo>
                <a:lnTo>
                  <a:pt x="143591" y="10330"/>
                </a:lnTo>
                <a:lnTo>
                  <a:pt x="143489" y="10125"/>
                </a:lnTo>
                <a:lnTo>
                  <a:pt x="142875" y="9920"/>
                </a:lnTo>
                <a:lnTo>
                  <a:pt x="144102" y="9920"/>
                </a:lnTo>
                <a:lnTo>
                  <a:pt x="143080" y="9409"/>
                </a:lnTo>
                <a:lnTo>
                  <a:pt x="142466" y="9920"/>
                </a:lnTo>
                <a:lnTo>
                  <a:pt x="141955" y="9409"/>
                </a:lnTo>
                <a:lnTo>
                  <a:pt x="141443" y="9716"/>
                </a:lnTo>
                <a:lnTo>
                  <a:pt x="141341" y="9511"/>
                </a:lnTo>
                <a:lnTo>
                  <a:pt x="141136" y="9409"/>
                </a:lnTo>
                <a:lnTo>
                  <a:pt x="140727" y="9920"/>
                </a:lnTo>
                <a:lnTo>
                  <a:pt x="140830" y="9409"/>
                </a:lnTo>
                <a:lnTo>
                  <a:pt x="140318" y="9307"/>
                </a:lnTo>
                <a:lnTo>
                  <a:pt x="139398" y="10023"/>
                </a:lnTo>
                <a:lnTo>
                  <a:pt x="138886" y="9716"/>
                </a:lnTo>
                <a:lnTo>
                  <a:pt x="138068" y="9920"/>
                </a:lnTo>
                <a:lnTo>
                  <a:pt x="138477" y="10227"/>
                </a:lnTo>
                <a:lnTo>
                  <a:pt x="137864" y="10125"/>
                </a:lnTo>
                <a:lnTo>
                  <a:pt x="137557" y="10330"/>
                </a:lnTo>
                <a:lnTo>
                  <a:pt x="137761" y="10534"/>
                </a:lnTo>
                <a:lnTo>
                  <a:pt x="137352" y="10636"/>
                </a:lnTo>
                <a:lnTo>
                  <a:pt x="137352" y="10125"/>
                </a:lnTo>
                <a:lnTo>
                  <a:pt x="137045" y="10534"/>
                </a:lnTo>
                <a:lnTo>
                  <a:pt x="136330" y="10534"/>
                </a:lnTo>
                <a:lnTo>
                  <a:pt x="136636" y="10636"/>
                </a:lnTo>
                <a:lnTo>
                  <a:pt x="136125" y="10636"/>
                </a:lnTo>
                <a:lnTo>
                  <a:pt x="136125" y="10841"/>
                </a:lnTo>
                <a:lnTo>
                  <a:pt x="135818" y="10841"/>
                </a:lnTo>
                <a:lnTo>
                  <a:pt x="135716" y="11045"/>
                </a:lnTo>
                <a:lnTo>
                  <a:pt x="135102" y="11352"/>
                </a:lnTo>
                <a:lnTo>
                  <a:pt x="135818" y="11455"/>
                </a:lnTo>
                <a:lnTo>
                  <a:pt x="135307" y="11455"/>
                </a:lnTo>
                <a:lnTo>
                  <a:pt x="135102" y="11761"/>
                </a:lnTo>
                <a:lnTo>
                  <a:pt x="135102" y="11966"/>
                </a:lnTo>
                <a:lnTo>
                  <a:pt x="134795" y="11659"/>
                </a:lnTo>
                <a:lnTo>
                  <a:pt x="134386" y="11761"/>
                </a:lnTo>
                <a:lnTo>
                  <a:pt x="134591" y="11864"/>
                </a:lnTo>
                <a:lnTo>
                  <a:pt x="134080" y="12068"/>
                </a:lnTo>
                <a:lnTo>
                  <a:pt x="134386" y="12068"/>
                </a:lnTo>
                <a:lnTo>
                  <a:pt x="134693" y="12273"/>
                </a:lnTo>
                <a:lnTo>
                  <a:pt x="134693" y="12375"/>
                </a:lnTo>
                <a:lnTo>
                  <a:pt x="133875" y="12477"/>
                </a:lnTo>
                <a:lnTo>
                  <a:pt x="134591" y="12477"/>
                </a:lnTo>
                <a:lnTo>
                  <a:pt x="133364" y="12784"/>
                </a:lnTo>
                <a:lnTo>
                  <a:pt x="133568" y="12886"/>
                </a:lnTo>
                <a:lnTo>
                  <a:pt x="133057" y="13091"/>
                </a:lnTo>
                <a:lnTo>
                  <a:pt x="133670" y="13295"/>
                </a:lnTo>
                <a:lnTo>
                  <a:pt x="132852" y="13500"/>
                </a:lnTo>
                <a:lnTo>
                  <a:pt x="133057" y="13602"/>
                </a:lnTo>
                <a:lnTo>
                  <a:pt x="133057" y="14216"/>
                </a:lnTo>
                <a:lnTo>
                  <a:pt x="132750" y="14420"/>
                </a:lnTo>
                <a:lnTo>
                  <a:pt x="132545" y="14318"/>
                </a:lnTo>
                <a:lnTo>
                  <a:pt x="131932" y="14727"/>
                </a:lnTo>
                <a:lnTo>
                  <a:pt x="132239" y="14625"/>
                </a:lnTo>
                <a:lnTo>
                  <a:pt x="130909" y="15750"/>
                </a:lnTo>
                <a:lnTo>
                  <a:pt x="131114" y="15852"/>
                </a:lnTo>
                <a:lnTo>
                  <a:pt x="131830" y="15545"/>
                </a:lnTo>
                <a:lnTo>
                  <a:pt x="131727" y="15443"/>
                </a:lnTo>
                <a:lnTo>
                  <a:pt x="132136" y="15443"/>
                </a:lnTo>
                <a:lnTo>
                  <a:pt x="131932" y="15545"/>
                </a:lnTo>
                <a:lnTo>
                  <a:pt x="132136" y="15545"/>
                </a:lnTo>
                <a:lnTo>
                  <a:pt x="131727" y="15852"/>
                </a:lnTo>
                <a:lnTo>
                  <a:pt x="130091" y="15955"/>
                </a:lnTo>
                <a:lnTo>
                  <a:pt x="129886" y="16057"/>
                </a:lnTo>
                <a:lnTo>
                  <a:pt x="130193" y="16466"/>
                </a:lnTo>
                <a:lnTo>
                  <a:pt x="128864" y="16568"/>
                </a:lnTo>
                <a:lnTo>
                  <a:pt x="129886" y="16568"/>
                </a:lnTo>
                <a:lnTo>
                  <a:pt x="128785" y="16804"/>
                </a:lnTo>
                <a:lnTo>
                  <a:pt x="128785" y="16804"/>
                </a:lnTo>
                <a:lnTo>
                  <a:pt x="127841" y="17182"/>
                </a:lnTo>
                <a:lnTo>
                  <a:pt x="128966" y="17386"/>
                </a:lnTo>
                <a:lnTo>
                  <a:pt x="127739" y="17386"/>
                </a:lnTo>
                <a:lnTo>
                  <a:pt x="128045" y="18102"/>
                </a:lnTo>
                <a:lnTo>
                  <a:pt x="129477" y="17795"/>
                </a:lnTo>
                <a:lnTo>
                  <a:pt x="129580" y="18000"/>
                </a:lnTo>
                <a:lnTo>
                  <a:pt x="129273" y="18205"/>
                </a:lnTo>
                <a:lnTo>
                  <a:pt x="127739" y="18307"/>
                </a:lnTo>
                <a:lnTo>
                  <a:pt x="128250" y="18511"/>
                </a:lnTo>
                <a:lnTo>
                  <a:pt x="127943" y="18818"/>
                </a:lnTo>
                <a:lnTo>
                  <a:pt x="128250" y="19023"/>
                </a:lnTo>
                <a:lnTo>
                  <a:pt x="127943" y="19227"/>
                </a:lnTo>
                <a:lnTo>
                  <a:pt x="128045" y="19330"/>
                </a:lnTo>
                <a:lnTo>
                  <a:pt x="129170" y="18614"/>
                </a:lnTo>
                <a:lnTo>
                  <a:pt x="128864" y="19023"/>
                </a:lnTo>
                <a:lnTo>
                  <a:pt x="128557" y="19023"/>
                </a:lnTo>
                <a:lnTo>
                  <a:pt x="128659" y="19330"/>
                </a:lnTo>
                <a:lnTo>
                  <a:pt x="127943" y="19841"/>
                </a:lnTo>
                <a:lnTo>
                  <a:pt x="128864" y="19534"/>
                </a:lnTo>
                <a:lnTo>
                  <a:pt x="128557" y="19841"/>
                </a:lnTo>
                <a:lnTo>
                  <a:pt x="128864" y="20045"/>
                </a:lnTo>
                <a:lnTo>
                  <a:pt x="128250" y="20352"/>
                </a:lnTo>
                <a:lnTo>
                  <a:pt x="129068" y="20761"/>
                </a:lnTo>
                <a:lnTo>
                  <a:pt x="128966" y="20864"/>
                </a:lnTo>
                <a:lnTo>
                  <a:pt x="131011" y="20148"/>
                </a:lnTo>
                <a:lnTo>
                  <a:pt x="131114" y="19943"/>
                </a:lnTo>
                <a:lnTo>
                  <a:pt x="131727" y="19841"/>
                </a:lnTo>
                <a:lnTo>
                  <a:pt x="131727" y="19534"/>
                </a:lnTo>
                <a:lnTo>
                  <a:pt x="131830" y="19330"/>
                </a:lnTo>
                <a:lnTo>
                  <a:pt x="132034" y="19841"/>
                </a:lnTo>
                <a:lnTo>
                  <a:pt x="132443" y="20045"/>
                </a:lnTo>
                <a:lnTo>
                  <a:pt x="132443" y="20659"/>
                </a:lnTo>
                <a:lnTo>
                  <a:pt x="133670" y="22295"/>
                </a:lnTo>
                <a:lnTo>
                  <a:pt x="133670" y="22500"/>
                </a:lnTo>
                <a:lnTo>
                  <a:pt x="133773" y="22705"/>
                </a:lnTo>
                <a:lnTo>
                  <a:pt x="133466" y="22705"/>
                </a:lnTo>
                <a:lnTo>
                  <a:pt x="133875" y="23523"/>
                </a:lnTo>
                <a:lnTo>
                  <a:pt x="135000" y="23318"/>
                </a:lnTo>
                <a:lnTo>
                  <a:pt x="135205" y="22909"/>
                </a:lnTo>
                <a:lnTo>
                  <a:pt x="136023" y="22807"/>
                </a:lnTo>
                <a:lnTo>
                  <a:pt x="136432" y="20557"/>
                </a:lnTo>
                <a:lnTo>
                  <a:pt x="136636" y="20557"/>
                </a:lnTo>
                <a:lnTo>
                  <a:pt x="136023" y="20455"/>
                </a:lnTo>
                <a:lnTo>
                  <a:pt x="137761" y="19739"/>
                </a:lnTo>
                <a:lnTo>
                  <a:pt x="137250" y="19739"/>
                </a:lnTo>
                <a:lnTo>
                  <a:pt x="137966" y="19227"/>
                </a:lnTo>
                <a:lnTo>
                  <a:pt x="136636" y="18307"/>
                </a:lnTo>
                <a:lnTo>
                  <a:pt x="136432" y="17489"/>
                </a:lnTo>
                <a:lnTo>
                  <a:pt x="136636" y="17591"/>
                </a:lnTo>
                <a:lnTo>
                  <a:pt x="136636" y="17080"/>
                </a:lnTo>
                <a:lnTo>
                  <a:pt x="136432" y="16773"/>
                </a:lnTo>
                <a:lnTo>
                  <a:pt x="136943" y="16670"/>
                </a:lnTo>
                <a:lnTo>
                  <a:pt x="136841" y="16670"/>
                </a:lnTo>
                <a:lnTo>
                  <a:pt x="136739" y="16466"/>
                </a:lnTo>
                <a:lnTo>
                  <a:pt x="137148" y="16364"/>
                </a:lnTo>
                <a:lnTo>
                  <a:pt x="137045" y="16364"/>
                </a:lnTo>
                <a:lnTo>
                  <a:pt x="137455" y="16159"/>
                </a:lnTo>
                <a:lnTo>
                  <a:pt x="137352" y="16057"/>
                </a:lnTo>
                <a:lnTo>
                  <a:pt x="137864" y="15955"/>
                </a:lnTo>
                <a:lnTo>
                  <a:pt x="137864" y="15852"/>
                </a:lnTo>
                <a:lnTo>
                  <a:pt x="139091" y="15034"/>
                </a:lnTo>
                <a:lnTo>
                  <a:pt x="138784" y="14625"/>
                </a:lnTo>
                <a:lnTo>
                  <a:pt x="138886" y="14216"/>
                </a:lnTo>
                <a:lnTo>
                  <a:pt x="138989" y="14216"/>
                </a:lnTo>
                <a:lnTo>
                  <a:pt x="139193" y="14011"/>
                </a:lnTo>
                <a:lnTo>
                  <a:pt x="139398" y="14011"/>
                </a:lnTo>
                <a:lnTo>
                  <a:pt x="139295" y="13909"/>
                </a:lnTo>
                <a:lnTo>
                  <a:pt x="141034" y="13705"/>
                </a:lnTo>
                <a:lnTo>
                  <a:pt x="141545" y="14011"/>
                </a:lnTo>
                <a:lnTo>
                  <a:pt x="141648" y="14625"/>
                </a:lnTo>
                <a:lnTo>
                  <a:pt x="139807" y="15852"/>
                </a:lnTo>
                <a:lnTo>
                  <a:pt x="139807" y="15955"/>
                </a:lnTo>
                <a:lnTo>
                  <a:pt x="139295" y="16159"/>
                </a:lnTo>
                <a:lnTo>
                  <a:pt x="139602" y="18511"/>
                </a:lnTo>
                <a:lnTo>
                  <a:pt x="140523" y="18716"/>
                </a:lnTo>
                <a:lnTo>
                  <a:pt x="140523" y="18920"/>
                </a:lnTo>
                <a:lnTo>
                  <a:pt x="140727" y="18920"/>
                </a:lnTo>
                <a:lnTo>
                  <a:pt x="140830" y="19330"/>
                </a:lnTo>
                <a:lnTo>
                  <a:pt x="142977" y="18818"/>
                </a:lnTo>
                <a:lnTo>
                  <a:pt x="142875" y="18716"/>
                </a:lnTo>
                <a:lnTo>
                  <a:pt x="143386" y="18511"/>
                </a:lnTo>
                <a:lnTo>
                  <a:pt x="143284" y="18716"/>
                </a:lnTo>
                <a:lnTo>
                  <a:pt x="144731" y="18619"/>
                </a:lnTo>
                <a:lnTo>
                  <a:pt x="144731" y="18619"/>
                </a:lnTo>
                <a:lnTo>
                  <a:pt x="146045" y="19125"/>
                </a:lnTo>
                <a:lnTo>
                  <a:pt x="144920" y="19227"/>
                </a:lnTo>
                <a:lnTo>
                  <a:pt x="144818" y="19432"/>
                </a:lnTo>
                <a:lnTo>
                  <a:pt x="144614" y="19330"/>
                </a:lnTo>
                <a:lnTo>
                  <a:pt x="144511" y="19636"/>
                </a:lnTo>
                <a:lnTo>
                  <a:pt x="141750" y="19739"/>
                </a:lnTo>
                <a:lnTo>
                  <a:pt x="141341" y="20045"/>
                </a:lnTo>
                <a:lnTo>
                  <a:pt x="142261" y="20864"/>
                </a:lnTo>
                <a:lnTo>
                  <a:pt x="142261" y="21784"/>
                </a:lnTo>
                <a:lnTo>
                  <a:pt x="140318" y="21375"/>
                </a:lnTo>
                <a:lnTo>
                  <a:pt x="139909" y="22398"/>
                </a:lnTo>
                <a:lnTo>
                  <a:pt x="140011" y="23318"/>
                </a:lnTo>
                <a:lnTo>
                  <a:pt x="140114" y="23932"/>
                </a:lnTo>
                <a:lnTo>
                  <a:pt x="139807" y="23932"/>
                </a:lnTo>
                <a:lnTo>
                  <a:pt x="140011" y="23318"/>
                </a:lnTo>
                <a:lnTo>
                  <a:pt x="138886" y="24545"/>
                </a:lnTo>
                <a:lnTo>
                  <a:pt x="138375" y="24239"/>
                </a:lnTo>
                <a:lnTo>
                  <a:pt x="134693" y="24750"/>
                </a:lnTo>
                <a:lnTo>
                  <a:pt x="135307" y="25261"/>
                </a:lnTo>
                <a:lnTo>
                  <a:pt x="134795" y="25057"/>
                </a:lnTo>
                <a:lnTo>
                  <a:pt x="134693" y="24750"/>
                </a:lnTo>
                <a:lnTo>
                  <a:pt x="133773" y="24443"/>
                </a:lnTo>
                <a:lnTo>
                  <a:pt x="132852" y="24955"/>
                </a:lnTo>
                <a:lnTo>
                  <a:pt x="131625" y="24443"/>
                </a:lnTo>
                <a:lnTo>
                  <a:pt x="131625" y="24136"/>
                </a:lnTo>
                <a:lnTo>
                  <a:pt x="131318" y="23830"/>
                </a:lnTo>
                <a:lnTo>
                  <a:pt x="131420" y="23420"/>
                </a:lnTo>
                <a:lnTo>
                  <a:pt x="131727" y="23216"/>
                </a:lnTo>
                <a:lnTo>
                  <a:pt x="131625" y="23114"/>
                </a:lnTo>
                <a:lnTo>
                  <a:pt x="132341" y="22500"/>
                </a:lnTo>
                <a:lnTo>
                  <a:pt x="131932" y="22398"/>
                </a:lnTo>
                <a:lnTo>
                  <a:pt x="132034" y="21273"/>
                </a:lnTo>
                <a:lnTo>
                  <a:pt x="132034" y="21273"/>
                </a:lnTo>
                <a:lnTo>
                  <a:pt x="130602" y="21886"/>
                </a:lnTo>
                <a:lnTo>
                  <a:pt x="130602" y="22193"/>
                </a:lnTo>
                <a:lnTo>
                  <a:pt x="131011" y="22295"/>
                </a:lnTo>
                <a:lnTo>
                  <a:pt x="130705" y="22398"/>
                </a:lnTo>
                <a:lnTo>
                  <a:pt x="130295" y="22398"/>
                </a:lnTo>
                <a:lnTo>
                  <a:pt x="130295" y="23318"/>
                </a:lnTo>
                <a:lnTo>
                  <a:pt x="130909" y="24341"/>
                </a:lnTo>
                <a:lnTo>
                  <a:pt x="130807" y="24545"/>
                </a:lnTo>
                <a:lnTo>
                  <a:pt x="131625" y="25261"/>
                </a:lnTo>
                <a:lnTo>
                  <a:pt x="131011" y="25057"/>
                </a:lnTo>
                <a:lnTo>
                  <a:pt x="130705" y="25466"/>
                </a:lnTo>
                <a:lnTo>
                  <a:pt x="128864" y="25466"/>
                </a:lnTo>
                <a:lnTo>
                  <a:pt x="127739" y="26080"/>
                </a:lnTo>
                <a:lnTo>
                  <a:pt x="127432" y="27205"/>
                </a:lnTo>
                <a:lnTo>
                  <a:pt x="127227" y="27205"/>
                </a:lnTo>
                <a:lnTo>
                  <a:pt x="127534" y="27409"/>
                </a:lnTo>
                <a:lnTo>
                  <a:pt x="127534" y="27409"/>
                </a:lnTo>
                <a:lnTo>
                  <a:pt x="126818" y="27307"/>
                </a:lnTo>
                <a:lnTo>
                  <a:pt x="126818" y="27307"/>
                </a:lnTo>
                <a:lnTo>
                  <a:pt x="127432" y="27409"/>
                </a:lnTo>
                <a:lnTo>
                  <a:pt x="125386" y="28023"/>
                </a:lnTo>
                <a:lnTo>
                  <a:pt x="124977" y="28841"/>
                </a:lnTo>
                <a:lnTo>
                  <a:pt x="124261" y="29148"/>
                </a:lnTo>
                <a:lnTo>
                  <a:pt x="124466" y="29352"/>
                </a:lnTo>
                <a:lnTo>
                  <a:pt x="123239" y="29455"/>
                </a:lnTo>
                <a:lnTo>
                  <a:pt x="123136" y="29148"/>
                </a:lnTo>
                <a:lnTo>
                  <a:pt x="122727" y="29352"/>
                </a:lnTo>
                <a:lnTo>
                  <a:pt x="123034" y="30170"/>
                </a:lnTo>
                <a:lnTo>
                  <a:pt x="120375" y="30375"/>
                </a:lnTo>
                <a:lnTo>
                  <a:pt x="120784" y="30477"/>
                </a:lnTo>
                <a:lnTo>
                  <a:pt x="120477" y="30580"/>
                </a:lnTo>
                <a:lnTo>
                  <a:pt x="120682" y="30682"/>
                </a:lnTo>
                <a:lnTo>
                  <a:pt x="120375" y="30784"/>
                </a:lnTo>
                <a:lnTo>
                  <a:pt x="122011" y="31193"/>
                </a:lnTo>
                <a:lnTo>
                  <a:pt x="121909" y="31295"/>
                </a:lnTo>
                <a:lnTo>
                  <a:pt x="122114" y="31295"/>
                </a:lnTo>
                <a:lnTo>
                  <a:pt x="122114" y="31398"/>
                </a:lnTo>
                <a:lnTo>
                  <a:pt x="122727" y="31602"/>
                </a:lnTo>
                <a:lnTo>
                  <a:pt x="122420" y="31705"/>
                </a:lnTo>
                <a:lnTo>
                  <a:pt x="122523" y="32114"/>
                </a:lnTo>
                <a:lnTo>
                  <a:pt x="123239" y="32523"/>
                </a:lnTo>
                <a:lnTo>
                  <a:pt x="123341" y="33136"/>
                </a:lnTo>
                <a:lnTo>
                  <a:pt x="123136" y="33034"/>
                </a:lnTo>
                <a:lnTo>
                  <a:pt x="123750" y="33852"/>
                </a:lnTo>
                <a:lnTo>
                  <a:pt x="123750" y="33852"/>
                </a:lnTo>
                <a:lnTo>
                  <a:pt x="123239" y="33341"/>
                </a:lnTo>
                <a:lnTo>
                  <a:pt x="123136" y="34261"/>
                </a:lnTo>
                <a:lnTo>
                  <a:pt x="123239" y="34159"/>
                </a:lnTo>
                <a:lnTo>
                  <a:pt x="123239" y="34261"/>
                </a:lnTo>
                <a:lnTo>
                  <a:pt x="122830" y="35386"/>
                </a:lnTo>
                <a:lnTo>
                  <a:pt x="117409" y="35284"/>
                </a:lnTo>
                <a:lnTo>
                  <a:pt x="117307" y="35489"/>
                </a:lnTo>
                <a:lnTo>
                  <a:pt x="116898" y="35591"/>
                </a:lnTo>
                <a:lnTo>
                  <a:pt x="116693" y="36307"/>
                </a:lnTo>
                <a:lnTo>
                  <a:pt x="116898" y="36307"/>
                </a:lnTo>
                <a:lnTo>
                  <a:pt x="116898" y="36614"/>
                </a:lnTo>
                <a:lnTo>
                  <a:pt x="117000" y="36614"/>
                </a:lnTo>
                <a:lnTo>
                  <a:pt x="116182" y="40091"/>
                </a:lnTo>
                <a:lnTo>
                  <a:pt x="116795" y="39784"/>
                </a:lnTo>
                <a:lnTo>
                  <a:pt x="116386" y="40295"/>
                </a:lnTo>
                <a:lnTo>
                  <a:pt x="116687" y="40446"/>
                </a:lnTo>
                <a:lnTo>
                  <a:pt x="116687" y="40446"/>
                </a:lnTo>
                <a:lnTo>
                  <a:pt x="116489" y="41932"/>
                </a:lnTo>
                <a:lnTo>
                  <a:pt x="118330" y="41625"/>
                </a:lnTo>
                <a:lnTo>
                  <a:pt x="118739" y="42136"/>
                </a:lnTo>
                <a:lnTo>
                  <a:pt x="118841" y="42034"/>
                </a:lnTo>
                <a:lnTo>
                  <a:pt x="119455" y="42955"/>
                </a:lnTo>
                <a:lnTo>
                  <a:pt x="122420" y="42034"/>
                </a:lnTo>
                <a:lnTo>
                  <a:pt x="122727" y="41625"/>
                </a:lnTo>
                <a:lnTo>
                  <a:pt x="123545" y="41318"/>
                </a:lnTo>
                <a:lnTo>
                  <a:pt x="123852" y="40500"/>
                </a:lnTo>
                <a:lnTo>
                  <a:pt x="124261" y="40193"/>
                </a:lnTo>
                <a:lnTo>
                  <a:pt x="123955" y="39784"/>
                </a:lnTo>
                <a:lnTo>
                  <a:pt x="124773" y="38045"/>
                </a:lnTo>
                <a:lnTo>
                  <a:pt x="126818" y="36920"/>
                </a:lnTo>
                <a:lnTo>
                  <a:pt x="126818" y="35693"/>
                </a:lnTo>
                <a:lnTo>
                  <a:pt x="129682" y="35591"/>
                </a:lnTo>
                <a:lnTo>
                  <a:pt x="131318" y="34466"/>
                </a:lnTo>
                <a:lnTo>
                  <a:pt x="136943" y="38864"/>
                </a:lnTo>
                <a:lnTo>
                  <a:pt x="137250" y="38864"/>
                </a:lnTo>
                <a:lnTo>
                  <a:pt x="137761" y="40091"/>
                </a:lnTo>
                <a:lnTo>
                  <a:pt x="137557" y="40193"/>
                </a:lnTo>
                <a:lnTo>
                  <a:pt x="137352" y="40807"/>
                </a:lnTo>
                <a:lnTo>
                  <a:pt x="137761" y="41011"/>
                </a:lnTo>
                <a:lnTo>
                  <a:pt x="138170" y="39989"/>
                </a:lnTo>
                <a:lnTo>
                  <a:pt x="138580" y="39886"/>
                </a:lnTo>
                <a:lnTo>
                  <a:pt x="138477" y="39375"/>
                </a:lnTo>
                <a:lnTo>
                  <a:pt x="138068" y="39170"/>
                </a:lnTo>
                <a:lnTo>
                  <a:pt x="138375" y="38455"/>
                </a:lnTo>
                <a:lnTo>
                  <a:pt x="139602" y="38966"/>
                </a:lnTo>
                <a:lnTo>
                  <a:pt x="137455" y="37432"/>
                </a:lnTo>
                <a:lnTo>
                  <a:pt x="137557" y="37023"/>
                </a:lnTo>
                <a:lnTo>
                  <a:pt x="136432" y="36818"/>
                </a:lnTo>
                <a:lnTo>
                  <a:pt x="134182" y="34057"/>
                </a:lnTo>
                <a:lnTo>
                  <a:pt x="134284" y="33341"/>
                </a:lnTo>
                <a:lnTo>
                  <a:pt x="135307" y="33239"/>
                </a:lnTo>
                <a:lnTo>
                  <a:pt x="135205" y="33750"/>
                </a:lnTo>
                <a:lnTo>
                  <a:pt x="135716" y="33750"/>
                </a:lnTo>
                <a:lnTo>
                  <a:pt x="135818" y="33545"/>
                </a:lnTo>
                <a:lnTo>
                  <a:pt x="136841" y="34670"/>
                </a:lnTo>
                <a:lnTo>
                  <a:pt x="136534" y="34670"/>
                </a:lnTo>
                <a:lnTo>
                  <a:pt x="138784" y="36102"/>
                </a:lnTo>
                <a:lnTo>
                  <a:pt x="138170" y="35898"/>
                </a:lnTo>
                <a:lnTo>
                  <a:pt x="140420" y="37330"/>
                </a:lnTo>
                <a:lnTo>
                  <a:pt x="140420" y="38557"/>
                </a:lnTo>
                <a:lnTo>
                  <a:pt x="140318" y="38557"/>
                </a:lnTo>
                <a:lnTo>
                  <a:pt x="141955" y="39989"/>
                </a:lnTo>
                <a:lnTo>
                  <a:pt x="141648" y="39989"/>
                </a:lnTo>
                <a:lnTo>
                  <a:pt x="141955" y="40398"/>
                </a:lnTo>
                <a:lnTo>
                  <a:pt x="143080" y="40500"/>
                </a:lnTo>
                <a:lnTo>
                  <a:pt x="143489" y="40807"/>
                </a:lnTo>
                <a:lnTo>
                  <a:pt x="143489" y="40909"/>
                </a:lnTo>
                <a:lnTo>
                  <a:pt x="142159" y="40909"/>
                </a:lnTo>
                <a:lnTo>
                  <a:pt x="142773" y="42239"/>
                </a:lnTo>
                <a:lnTo>
                  <a:pt x="143284" y="42545"/>
                </a:lnTo>
                <a:lnTo>
                  <a:pt x="143898" y="42545"/>
                </a:lnTo>
                <a:lnTo>
                  <a:pt x="143489" y="41318"/>
                </a:lnTo>
                <a:lnTo>
                  <a:pt x="144102" y="41523"/>
                </a:lnTo>
                <a:lnTo>
                  <a:pt x="144102" y="41523"/>
                </a:lnTo>
                <a:lnTo>
                  <a:pt x="143591" y="41011"/>
                </a:lnTo>
                <a:lnTo>
                  <a:pt x="144205" y="41011"/>
                </a:lnTo>
                <a:lnTo>
                  <a:pt x="144409" y="40807"/>
                </a:lnTo>
                <a:lnTo>
                  <a:pt x="143182" y="39989"/>
                </a:lnTo>
                <a:lnTo>
                  <a:pt x="143591" y="39784"/>
                </a:lnTo>
                <a:lnTo>
                  <a:pt x="143386" y="39682"/>
                </a:lnTo>
                <a:lnTo>
                  <a:pt x="143591" y="39580"/>
                </a:lnTo>
                <a:lnTo>
                  <a:pt x="143693" y="39784"/>
                </a:lnTo>
                <a:lnTo>
                  <a:pt x="143591" y="39477"/>
                </a:lnTo>
                <a:lnTo>
                  <a:pt x="143080" y="38761"/>
                </a:lnTo>
                <a:lnTo>
                  <a:pt x="143284" y="38352"/>
                </a:lnTo>
                <a:lnTo>
                  <a:pt x="143740" y="38678"/>
                </a:lnTo>
                <a:lnTo>
                  <a:pt x="143740" y="38678"/>
                </a:lnTo>
                <a:lnTo>
                  <a:pt x="144205" y="38864"/>
                </a:lnTo>
                <a:lnTo>
                  <a:pt x="144102" y="38557"/>
                </a:lnTo>
                <a:lnTo>
                  <a:pt x="144511" y="38761"/>
                </a:lnTo>
                <a:lnTo>
                  <a:pt x="144000" y="38250"/>
                </a:lnTo>
                <a:lnTo>
                  <a:pt x="145636" y="38045"/>
                </a:lnTo>
                <a:lnTo>
                  <a:pt x="145943" y="38250"/>
                </a:lnTo>
                <a:lnTo>
                  <a:pt x="146557" y="38250"/>
                </a:lnTo>
                <a:lnTo>
                  <a:pt x="146045" y="38864"/>
                </a:lnTo>
                <a:lnTo>
                  <a:pt x="146864" y="39989"/>
                </a:lnTo>
                <a:lnTo>
                  <a:pt x="146761" y="40295"/>
                </a:lnTo>
                <a:lnTo>
                  <a:pt x="147068" y="40398"/>
                </a:lnTo>
                <a:lnTo>
                  <a:pt x="146659" y="40602"/>
                </a:lnTo>
                <a:lnTo>
                  <a:pt x="146455" y="40295"/>
                </a:lnTo>
                <a:lnTo>
                  <a:pt x="146352" y="40705"/>
                </a:lnTo>
                <a:lnTo>
                  <a:pt x="146864" y="40807"/>
                </a:lnTo>
                <a:lnTo>
                  <a:pt x="147477" y="41727"/>
                </a:lnTo>
                <a:lnTo>
                  <a:pt x="147375" y="41830"/>
                </a:lnTo>
                <a:lnTo>
                  <a:pt x="147273" y="41932"/>
                </a:lnTo>
                <a:lnTo>
                  <a:pt x="148091" y="41932"/>
                </a:lnTo>
                <a:lnTo>
                  <a:pt x="147477" y="42239"/>
                </a:lnTo>
                <a:lnTo>
                  <a:pt x="147989" y="42239"/>
                </a:lnTo>
                <a:lnTo>
                  <a:pt x="147989" y="42341"/>
                </a:lnTo>
                <a:lnTo>
                  <a:pt x="148602" y="42239"/>
                </a:lnTo>
                <a:lnTo>
                  <a:pt x="149523" y="42852"/>
                </a:lnTo>
                <a:lnTo>
                  <a:pt x="150136" y="42648"/>
                </a:lnTo>
                <a:lnTo>
                  <a:pt x="150341" y="42136"/>
                </a:lnTo>
                <a:lnTo>
                  <a:pt x="152080" y="42955"/>
                </a:lnTo>
                <a:lnTo>
                  <a:pt x="152898" y="42852"/>
                </a:lnTo>
                <a:lnTo>
                  <a:pt x="153511" y="42239"/>
                </a:lnTo>
                <a:lnTo>
                  <a:pt x="154227" y="42443"/>
                </a:lnTo>
                <a:lnTo>
                  <a:pt x="154636" y="42136"/>
                </a:lnTo>
                <a:lnTo>
                  <a:pt x="154023" y="47659"/>
                </a:lnTo>
                <a:lnTo>
                  <a:pt x="152489" y="48068"/>
                </a:lnTo>
                <a:lnTo>
                  <a:pt x="152080" y="47864"/>
                </a:lnTo>
                <a:lnTo>
                  <a:pt x="151773" y="47864"/>
                </a:lnTo>
                <a:lnTo>
                  <a:pt x="151773" y="47761"/>
                </a:lnTo>
                <a:lnTo>
                  <a:pt x="151261" y="47557"/>
                </a:lnTo>
                <a:lnTo>
                  <a:pt x="150648" y="47761"/>
                </a:lnTo>
                <a:lnTo>
                  <a:pt x="150955" y="47557"/>
                </a:lnTo>
                <a:lnTo>
                  <a:pt x="150955" y="47557"/>
                </a:lnTo>
                <a:lnTo>
                  <a:pt x="149114" y="48170"/>
                </a:lnTo>
                <a:lnTo>
                  <a:pt x="146148" y="47659"/>
                </a:lnTo>
                <a:lnTo>
                  <a:pt x="145739" y="47148"/>
                </a:lnTo>
                <a:lnTo>
                  <a:pt x="144102" y="46739"/>
                </a:lnTo>
                <a:lnTo>
                  <a:pt x="144000" y="46432"/>
                </a:lnTo>
                <a:lnTo>
                  <a:pt x="143489" y="46227"/>
                </a:lnTo>
                <a:lnTo>
                  <a:pt x="141955" y="46534"/>
                </a:lnTo>
                <a:lnTo>
                  <a:pt x="141443" y="47250"/>
                </a:lnTo>
                <a:lnTo>
                  <a:pt x="141648" y="48170"/>
                </a:lnTo>
                <a:lnTo>
                  <a:pt x="140114" y="48580"/>
                </a:lnTo>
                <a:lnTo>
                  <a:pt x="133773" y="45818"/>
                </a:lnTo>
                <a:lnTo>
                  <a:pt x="133875" y="45818"/>
                </a:lnTo>
                <a:lnTo>
                  <a:pt x="132750" y="44898"/>
                </a:lnTo>
                <a:lnTo>
                  <a:pt x="133568" y="43670"/>
                </a:lnTo>
                <a:lnTo>
                  <a:pt x="133159" y="43057"/>
                </a:lnTo>
                <a:lnTo>
                  <a:pt x="133466" y="41932"/>
                </a:lnTo>
                <a:lnTo>
                  <a:pt x="132852" y="42136"/>
                </a:lnTo>
                <a:lnTo>
                  <a:pt x="132852" y="41830"/>
                </a:lnTo>
                <a:lnTo>
                  <a:pt x="132545" y="41727"/>
                </a:lnTo>
                <a:lnTo>
                  <a:pt x="132545" y="41625"/>
                </a:lnTo>
                <a:lnTo>
                  <a:pt x="130807" y="42136"/>
                </a:lnTo>
                <a:lnTo>
                  <a:pt x="130295" y="41830"/>
                </a:lnTo>
                <a:lnTo>
                  <a:pt x="122318" y="43977"/>
                </a:lnTo>
                <a:lnTo>
                  <a:pt x="121602" y="43670"/>
                </a:lnTo>
                <a:lnTo>
                  <a:pt x="120477" y="43875"/>
                </a:lnTo>
                <a:lnTo>
                  <a:pt x="119659" y="43057"/>
                </a:lnTo>
                <a:lnTo>
                  <a:pt x="115568" y="48477"/>
                </a:lnTo>
                <a:lnTo>
                  <a:pt x="115773" y="48784"/>
                </a:lnTo>
                <a:lnTo>
                  <a:pt x="114034" y="50932"/>
                </a:lnTo>
                <a:lnTo>
                  <a:pt x="112909" y="51239"/>
                </a:lnTo>
                <a:lnTo>
                  <a:pt x="109943" y="55739"/>
                </a:lnTo>
                <a:lnTo>
                  <a:pt x="109943" y="55739"/>
                </a:lnTo>
                <a:lnTo>
                  <a:pt x="110148" y="55534"/>
                </a:lnTo>
                <a:lnTo>
                  <a:pt x="110148" y="55534"/>
                </a:lnTo>
                <a:lnTo>
                  <a:pt x="108920" y="58602"/>
                </a:lnTo>
                <a:lnTo>
                  <a:pt x="109432" y="58807"/>
                </a:lnTo>
                <a:lnTo>
                  <a:pt x="109432" y="60034"/>
                </a:lnTo>
                <a:lnTo>
                  <a:pt x="109636" y="59932"/>
                </a:lnTo>
                <a:lnTo>
                  <a:pt x="109330" y="63716"/>
                </a:lnTo>
                <a:lnTo>
                  <a:pt x="108409" y="64841"/>
                </a:lnTo>
                <a:lnTo>
                  <a:pt x="109023" y="65659"/>
                </a:lnTo>
                <a:lnTo>
                  <a:pt x="109227" y="65557"/>
                </a:lnTo>
                <a:lnTo>
                  <a:pt x="109227" y="66170"/>
                </a:lnTo>
                <a:lnTo>
                  <a:pt x="110250" y="66170"/>
                </a:lnTo>
                <a:lnTo>
                  <a:pt x="109330" y="66375"/>
                </a:lnTo>
                <a:lnTo>
                  <a:pt x="109227" y="66273"/>
                </a:lnTo>
                <a:lnTo>
                  <a:pt x="109023" y="67091"/>
                </a:lnTo>
                <a:lnTo>
                  <a:pt x="109023" y="67091"/>
                </a:lnTo>
                <a:lnTo>
                  <a:pt x="109227" y="66989"/>
                </a:lnTo>
                <a:lnTo>
                  <a:pt x="109739" y="67909"/>
                </a:lnTo>
                <a:lnTo>
                  <a:pt x="110557" y="67705"/>
                </a:lnTo>
                <a:lnTo>
                  <a:pt x="110557" y="67705"/>
                </a:lnTo>
                <a:lnTo>
                  <a:pt x="110148" y="67909"/>
                </a:lnTo>
                <a:lnTo>
                  <a:pt x="110557" y="68114"/>
                </a:lnTo>
                <a:lnTo>
                  <a:pt x="110148" y="68318"/>
                </a:lnTo>
                <a:lnTo>
                  <a:pt x="110250" y="68318"/>
                </a:lnTo>
                <a:lnTo>
                  <a:pt x="110455" y="68523"/>
                </a:lnTo>
                <a:lnTo>
                  <a:pt x="110352" y="68727"/>
                </a:lnTo>
                <a:lnTo>
                  <a:pt x="110557" y="68625"/>
                </a:lnTo>
                <a:lnTo>
                  <a:pt x="110659" y="68932"/>
                </a:lnTo>
                <a:lnTo>
                  <a:pt x="110864" y="69034"/>
                </a:lnTo>
                <a:lnTo>
                  <a:pt x="110966" y="68932"/>
                </a:lnTo>
                <a:lnTo>
                  <a:pt x="111375" y="69648"/>
                </a:lnTo>
                <a:lnTo>
                  <a:pt x="111784" y="69852"/>
                </a:lnTo>
                <a:lnTo>
                  <a:pt x="111784" y="70261"/>
                </a:lnTo>
                <a:lnTo>
                  <a:pt x="112295" y="70875"/>
                </a:lnTo>
                <a:lnTo>
                  <a:pt x="112193" y="71182"/>
                </a:lnTo>
                <a:lnTo>
                  <a:pt x="112500" y="71182"/>
                </a:lnTo>
                <a:lnTo>
                  <a:pt x="112193" y="71284"/>
                </a:lnTo>
                <a:lnTo>
                  <a:pt x="117511" y="75477"/>
                </a:lnTo>
                <a:lnTo>
                  <a:pt x="119557" y="74761"/>
                </a:lnTo>
                <a:lnTo>
                  <a:pt x="119250" y="74761"/>
                </a:lnTo>
                <a:lnTo>
                  <a:pt x="120477" y="74659"/>
                </a:lnTo>
                <a:lnTo>
                  <a:pt x="119966" y="74659"/>
                </a:lnTo>
                <a:lnTo>
                  <a:pt x="121295" y="74557"/>
                </a:lnTo>
                <a:lnTo>
                  <a:pt x="121398" y="74761"/>
                </a:lnTo>
                <a:lnTo>
                  <a:pt x="127534" y="73227"/>
                </a:lnTo>
                <a:lnTo>
                  <a:pt x="127330" y="73432"/>
                </a:lnTo>
                <a:lnTo>
                  <a:pt x="129170" y="74455"/>
                </a:lnTo>
                <a:lnTo>
                  <a:pt x="129170" y="74761"/>
                </a:lnTo>
                <a:lnTo>
                  <a:pt x="129068" y="74761"/>
                </a:lnTo>
                <a:lnTo>
                  <a:pt x="129886" y="75477"/>
                </a:lnTo>
                <a:lnTo>
                  <a:pt x="130091" y="75477"/>
                </a:lnTo>
                <a:lnTo>
                  <a:pt x="130398" y="75580"/>
                </a:lnTo>
                <a:lnTo>
                  <a:pt x="130295" y="75170"/>
                </a:lnTo>
                <a:lnTo>
                  <a:pt x="130398" y="75477"/>
                </a:lnTo>
                <a:lnTo>
                  <a:pt x="130602" y="75170"/>
                </a:lnTo>
                <a:lnTo>
                  <a:pt x="131420" y="75375"/>
                </a:lnTo>
                <a:lnTo>
                  <a:pt x="131625" y="74966"/>
                </a:lnTo>
                <a:lnTo>
                  <a:pt x="132341" y="75784"/>
                </a:lnTo>
                <a:lnTo>
                  <a:pt x="132955" y="75886"/>
                </a:lnTo>
                <a:lnTo>
                  <a:pt x="132852" y="79466"/>
                </a:lnTo>
                <a:lnTo>
                  <a:pt x="132648" y="79568"/>
                </a:lnTo>
                <a:lnTo>
                  <a:pt x="133261" y="79875"/>
                </a:lnTo>
                <a:lnTo>
                  <a:pt x="133057" y="79977"/>
                </a:lnTo>
                <a:lnTo>
                  <a:pt x="132648" y="79670"/>
                </a:lnTo>
                <a:lnTo>
                  <a:pt x="132443" y="80591"/>
                </a:lnTo>
                <a:lnTo>
                  <a:pt x="132034" y="80693"/>
                </a:lnTo>
                <a:lnTo>
                  <a:pt x="132852" y="81716"/>
                </a:lnTo>
                <a:lnTo>
                  <a:pt x="132852" y="81716"/>
                </a:lnTo>
                <a:lnTo>
                  <a:pt x="132341" y="81409"/>
                </a:lnTo>
                <a:lnTo>
                  <a:pt x="132750" y="82023"/>
                </a:lnTo>
                <a:lnTo>
                  <a:pt x="132648" y="82023"/>
                </a:lnTo>
                <a:lnTo>
                  <a:pt x="133261" y="82636"/>
                </a:lnTo>
                <a:lnTo>
                  <a:pt x="132955" y="82534"/>
                </a:lnTo>
                <a:lnTo>
                  <a:pt x="135205" y="85909"/>
                </a:lnTo>
                <a:lnTo>
                  <a:pt x="136023" y="86114"/>
                </a:lnTo>
                <a:lnTo>
                  <a:pt x="135307" y="86318"/>
                </a:lnTo>
                <a:lnTo>
                  <a:pt x="135920" y="89284"/>
                </a:lnTo>
                <a:lnTo>
                  <a:pt x="136023" y="89182"/>
                </a:lnTo>
                <a:lnTo>
                  <a:pt x="136432" y="92557"/>
                </a:lnTo>
                <a:lnTo>
                  <a:pt x="134795" y="96648"/>
                </a:lnTo>
                <a:lnTo>
                  <a:pt x="137045" y="103602"/>
                </a:lnTo>
                <a:lnTo>
                  <a:pt x="136943" y="103602"/>
                </a:lnTo>
                <a:lnTo>
                  <a:pt x="140011" y="115364"/>
                </a:lnTo>
                <a:lnTo>
                  <a:pt x="146148" y="114955"/>
                </a:lnTo>
                <a:lnTo>
                  <a:pt x="146557" y="114648"/>
                </a:lnTo>
                <a:lnTo>
                  <a:pt x="147068" y="114648"/>
                </a:lnTo>
                <a:lnTo>
                  <a:pt x="152693" y="109125"/>
                </a:lnTo>
                <a:lnTo>
                  <a:pt x="153205" y="106977"/>
                </a:lnTo>
                <a:lnTo>
                  <a:pt x="153102" y="107080"/>
                </a:lnTo>
                <a:lnTo>
                  <a:pt x="153205" y="106875"/>
                </a:lnTo>
                <a:lnTo>
                  <a:pt x="153205" y="106977"/>
                </a:lnTo>
                <a:lnTo>
                  <a:pt x="155659" y="104523"/>
                </a:lnTo>
                <a:lnTo>
                  <a:pt x="155659" y="102784"/>
                </a:lnTo>
                <a:lnTo>
                  <a:pt x="155557" y="103091"/>
                </a:lnTo>
                <a:lnTo>
                  <a:pt x="155045" y="100330"/>
                </a:lnTo>
                <a:lnTo>
                  <a:pt x="160670" y="95932"/>
                </a:lnTo>
                <a:lnTo>
                  <a:pt x="160875" y="91125"/>
                </a:lnTo>
                <a:lnTo>
                  <a:pt x="160057" y="90307"/>
                </a:lnTo>
                <a:lnTo>
                  <a:pt x="159955" y="87136"/>
                </a:lnTo>
                <a:lnTo>
                  <a:pt x="159341" y="86523"/>
                </a:lnTo>
                <a:lnTo>
                  <a:pt x="161284" y="82125"/>
                </a:lnTo>
                <a:lnTo>
                  <a:pt x="161693" y="82023"/>
                </a:lnTo>
                <a:lnTo>
                  <a:pt x="170591" y="69341"/>
                </a:lnTo>
                <a:lnTo>
                  <a:pt x="170386" y="69136"/>
                </a:lnTo>
                <a:lnTo>
                  <a:pt x="170284" y="69341"/>
                </a:lnTo>
                <a:lnTo>
                  <a:pt x="170182" y="67807"/>
                </a:lnTo>
                <a:lnTo>
                  <a:pt x="164557" y="69341"/>
                </a:lnTo>
                <a:lnTo>
                  <a:pt x="162511" y="68114"/>
                </a:lnTo>
                <a:lnTo>
                  <a:pt x="163330" y="67602"/>
                </a:lnTo>
                <a:lnTo>
                  <a:pt x="162920" y="66784"/>
                </a:lnTo>
                <a:lnTo>
                  <a:pt x="162920" y="66886"/>
                </a:lnTo>
                <a:lnTo>
                  <a:pt x="159955" y="64125"/>
                </a:lnTo>
                <a:lnTo>
                  <a:pt x="159955" y="64534"/>
                </a:lnTo>
                <a:lnTo>
                  <a:pt x="157193" y="58295"/>
                </a:lnTo>
                <a:lnTo>
                  <a:pt x="157193" y="58295"/>
                </a:lnTo>
                <a:lnTo>
                  <a:pt x="157295" y="58398"/>
                </a:lnTo>
                <a:lnTo>
                  <a:pt x="156375" y="56761"/>
                </a:lnTo>
                <a:lnTo>
                  <a:pt x="155966" y="56557"/>
                </a:lnTo>
                <a:lnTo>
                  <a:pt x="155659" y="56148"/>
                </a:lnTo>
                <a:lnTo>
                  <a:pt x="155864" y="55432"/>
                </a:lnTo>
                <a:lnTo>
                  <a:pt x="152591" y="49193"/>
                </a:lnTo>
                <a:lnTo>
                  <a:pt x="152591" y="49193"/>
                </a:lnTo>
                <a:lnTo>
                  <a:pt x="153716" y="51136"/>
                </a:lnTo>
                <a:lnTo>
                  <a:pt x="154330" y="50830"/>
                </a:lnTo>
                <a:lnTo>
                  <a:pt x="154739" y="49602"/>
                </a:lnTo>
                <a:lnTo>
                  <a:pt x="154534" y="51136"/>
                </a:lnTo>
                <a:lnTo>
                  <a:pt x="158727" y="56557"/>
                </a:lnTo>
                <a:lnTo>
                  <a:pt x="158625" y="56557"/>
                </a:lnTo>
                <a:lnTo>
                  <a:pt x="162614" y="64330"/>
                </a:lnTo>
                <a:lnTo>
                  <a:pt x="162511" y="64227"/>
                </a:lnTo>
                <a:lnTo>
                  <a:pt x="162511" y="64227"/>
                </a:lnTo>
                <a:lnTo>
                  <a:pt x="163330" y="66989"/>
                </a:lnTo>
                <a:lnTo>
                  <a:pt x="171102" y="63818"/>
                </a:lnTo>
                <a:lnTo>
                  <a:pt x="171102" y="63409"/>
                </a:lnTo>
                <a:lnTo>
                  <a:pt x="173557" y="62489"/>
                </a:lnTo>
                <a:lnTo>
                  <a:pt x="173659" y="61977"/>
                </a:lnTo>
                <a:lnTo>
                  <a:pt x="174580" y="61568"/>
                </a:lnTo>
                <a:lnTo>
                  <a:pt x="174989" y="60750"/>
                </a:lnTo>
                <a:lnTo>
                  <a:pt x="175807" y="60443"/>
                </a:lnTo>
                <a:lnTo>
                  <a:pt x="175705" y="59625"/>
                </a:lnTo>
                <a:lnTo>
                  <a:pt x="176114" y="58807"/>
                </a:lnTo>
                <a:lnTo>
                  <a:pt x="176216" y="59114"/>
                </a:lnTo>
                <a:lnTo>
                  <a:pt x="177341" y="57170"/>
                </a:lnTo>
                <a:lnTo>
                  <a:pt x="174273" y="54920"/>
                </a:lnTo>
                <a:lnTo>
                  <a:pt x="173864" y="52977"/>
                </a:lnTo>
                <a:lnTo>
                  <a:pt x="172330" y="55023"/>
                </a:lnTo>
                <a:lnTo>
                  <a:pt x="170080" y="55330"/>
                </a:lnTo>
                <a:lnTo>
                  <a:pt x="169875" y="55023"/>
                </a:lnTo>
                <a:lnTo>
                  <a:pt x="169568" y="55023"/>
                </a:lnTo>
                <a:lnTo>
                  <a:pt x="169670" y="54818"/>
                </a:lnTo>
                <a:lnTo>
                  <a:pt x="169466" y="54716"/>
                </a:lnTo>
                <a:lnTo>
                  <a:pt x="169670" y="54000"/>
                </a:lnTo>
                <a:lnTo>
                  <a:pt x="169466" y="53284"/>
                </a:lnTo>
                <a:lnTo>
                  <a:pt x="169057" y="53795"/>
                </a:lnTo>
                <a:lnTo>
                  <a:pt x="169057" y="54511"/>
                </a:lnTo>
                <a:lnTo>
                  <a:pt x="168239" y="53182"/>
                </a:lnTo>
                <a:lnTo>
                  <a:pt x="168341" y="53182"/>
                </a:lnTo>
                <a:lnTo>
                  <a:pt x="168239" y="52568"/>
                </a:lnTo>
                <a:lnTo>
                  <a:pt x="168341" y="52568"/>
                </a:lnTo>
                <a:lnTo>
                  <a:pt x="165886" y="49807"/>
                </a:lnTo>
                <a:lnTo>
                  <a:pt x="166193" y="49602"/>
                </a:lnTo>
                <a:lnTo>
                  <a:pt x="165989" y="49193"/>
                </a:lnTo>
                <a:lnTo>
                  <a:pt x="166398" y="49295"/>
                </a:lnTo>
                <a:lnTo>
                  <a:pt x="166807" y="48682"/>
                </a:lnTo>
                <a:lnTo>
                  <a:pt x="166807" y="48784"/>
                </a:lnTo>
                <a:lnTo>
                  <a:pt x="171409" y="52568"/>
                </a:lnTo>
                <a:lnTo>
                  <a:pt x="172943" y="52466"/>
                </a:lnTo>
                <a:lnTo>
                  <a:pt x="173557" y="52057"/>
                </a:lnTo>
                <a:lnTo>
                  <a:pt x="174273" y="52364"/>
                </a:lnTo>
                <a:lnTo>
                  <a:pt x="174580" y="53182"/>
                </a:lnTo>
                <a:lnTo>
                  <a:pt x="177545" y="54000"/>
                </a:lnTo>
                <a:lnTo>
                  <a:pt x="177648" y="53898"/>
                </a:lnTo>
                <a:lnTo>
                  <a:pt x="177750" y="54000"/>
                </a:lnTo>
                <a:lnTo>
                  <a:pt x="182761" y="53898"/>
                </a:lnTo>
                <a:lnTo>
                  <a:pt x="182557" y="53795"/>
                </a:lnTo>
                <a:lnTo>
                  <a:pt x="182557" y="53795"/>
                </a:lnTo>
                <a:lnTo>
                  <a:pt x="182864" y="53898"/>
                </a:lnTo>
                <a:lnTo>
                  <a:pt x="182966" y="53898"/>
                </a:lnTo>
                <a:lnTo>
                  <a:pt x="184091" y="55432"/>
                </a:lnTo>
                <a:lnTo>
                  <a:pt x="184500" y="55636"/>
                </a:lnTo>
                <a:lnTo>
                  <a:pt x="184500" y="55534"/>
                </a:lnTo>
                <a:lnTo>
                  <a:pt x="185114" y="55534"/>
                </a:lnTo>
                <a:lnTo>
                  <a:pt x="184909" y="56045"/>
                </a:lnTo>
                <a:lnTo>
                  <a:pt x="185727" y="56557"/>
                </a:lnTo>
                <a:lnTo>
                  <a:pt x="186750" y="56250"/>
                </a:lnTo>
                <a:lnTo>
                  <a:pt x="185727" y="57068"/>
                </a:lnTo>
                <a:lnTo>
                  <a:pt x="185420" y="57068"/>
                </a:lnTo>
                <a:lnTo>
                  <a:pt x="187568" y="58602"/>
                </a:lnTo>
                <a:lnTo>
                  <a:pt x="188386" y="58193"/>
                </a:lnTo>
                <a:lnTo>
                  <a:pt x="188284" y="57170"/>
                </a:lnTo>
                <a:lnTo>
                  <a:pt x="188898" y="57170"/>
                </a:lnTo>
                <a:lnTo>
                  <a:pt x="188693" y="57682"/>
                </a:lnTo>
                <a:lnTo>
                  <a:pt x="189205" y="57682"/>
                </a:lnTo>
                <a:lnTo>
                  <a:pt x="188795" y="57989"/>
                </a:lnTo>
                <a:lnTo>
                  <a:pt x="188898" y="57989"/>
                </a:lnTo>
                <a:lnTo>
                  <a:pt x="189307" y="60239"/>
                </a:lnTo>
                <a:lnTo>
                  <a:pt x="189205" y="60239"/>
                </a:lnTo>
                <a:lnTo>
                  <a:pt x="189205" y="60545"/>
                </a:lnTo>
                <a:lnTo>
                  <a:pt x="189307" y="60341"/>
                </a:lnTo>
                <a:lnTo>
                  <a:pt x="190636" y="64227"/>
                </a:lnTo>
                <a:lnTo>
                  <a:pt x="190534" y="64227"/>
                </a:lnTo>
                <a:lnTo>
                  <a:pt x="193160" y="69965"/>
                </a:lnTo>
                <a:lnTo>
                  <a:pt x="194216" y="71693"/>
                </a:lnTo>
                <a:lnTo>
                  <a:pt x="195955" y="70568"/>
                </a:lnTo>
                <a:lnTo>
                  <a:pt x="195545" y="70261"/>
                </a:lnTo>
                <a:lnTo>
                  <a:pt x="195852" y="69443"/>
                </a:lnTo>
                <a:lnTo>
                  <a:pt x="196364" y="69239"/>
                </a:lnTo>
                <a:lnTo>
                  <a:pt x="196568" y="66375"/>
                </a:lnTo>
                <a:lnTo>
                  <a:pt x="196466" y="66170"/>
                </a:lnTo>
                <a:lnTo>
                  <a:pt x="196261" y="63920"/>
                </a:lnTo>
                <a:lnTo>
                  <a:pt x="196875" y="63818"/>
                </a:lnTo>
                <a:lnTo>
                  <a:pt x="200455" y="59830"/>
                </a:lnTo>
                <a:lnTo>
                  <a:pt x="200250" y="59932"/>
                </a:lnTo>
                <a:lnTo>
                  <a:pt x="200250" y="59932"/>
                </a:lnTo>
                <a:lnTo>
                  <a:pt x="201580" y="58705"/>
                </a:lnTo>
                <a:lnTo>
                  <a:pt x="201477" y="58091"/>
                </a:lnTo>
                <a:lnTo>
                  <a:pt x="202398" y="57580"/>
                </a:lnTo>
                <a:lnTo>
                  <a:pt x="202295" y="57068"/>
                </a:lnTo>
                <a:lnTo>
                  <a:pt x="202500" y="57580"/>
                </a:lnTo>
                <a:lnTo>
                  <a:pt x="202705" y="57682"/>
                </a:lnTo>
                <a:lnTo>
                  <a:pt x="202909" y="57273"/>
                </a:lnTo>
                <a:lnTo>
                  <a:pt x="203114" y="57886"/>
                </a:lnTo>
                <a:lnTo>
                  <a:pt x="203216" y="57682"/>
                </a:lnTo>
                <a:lnTo>
                  <a:pt x="203420" y="57784"/>
                </a:lnTo>
                <a:lnTo>
                  <a:pt x="203420" y="57784"/>
                </a:lnTo>
                <a:lnTo>
                  <a:pt x="203216" y="57477"/>
                </a:lnTo>
                <a:lnTo>
                  <a:pt x="203318" y="57273"/>
                </a:lnTo>
                <a:lnTo>
                  <a:pt x="203625" y="57682"/>
                </a:lnTo>
                <a:lnTo>
                  <a:pt x="203625" y="57170"/>
                </a:lnTo>
                <a:lnTo>
                  <a:pt x="203830" y="57682"/>
                </a:lnTo>
                <a:lnTo>
                  <a:pt x="204136" y="56966"/>
                </a:lnTo>
                <a:lnTo>
                  <a:pt x="204136" y="57375"/>
                </a:lnTo>
                <a:lnTo>
                  <a:pt x="204341" y="57273"/>
                </a:lnTo>
                <a:lnTo>
                  <a:pt x="204341" y="57580"/>
                </a:lnTo>
                <a:lnTo>
                  <a:pt x="204648" y="57170"/>
                </a:lnTo>
                <a:lnTo>
                  <a:pt x="204545" y="56250"/>
                </a:lnTo>
                <a:lnTo>
                  <a:pt x="204239" y="55943"/>
                </a:lnTo>
                <a:lnTo>
                  <a:pt x="204443" y="55943"/>
                </a:lnTo>
                <a:lnTo>
                  <a:pt x="204443" y="55739"/>
                </a:lnTo>
                <a:lnTo>
                  <a:pt x="205773" y="57068"/>
                </a:lnTo>
                <a:lnTo>
                  <a:pt x="206795" y="59216"/>
                </a:lnTo>
                <a:lnTo>
                  <a:pt x="206795" y="58909"/>
                </a:lnTo>
                <a:lnTo>
                  <a:pt x="207102" y="59011"/>
                </a:lnTo>
                <a:lnTo>
                  <a:pt x="207307" y="59625"/>
                </a:lnTo>
                <a:lnTo>
                  <a:pt x="207307" y="59420"/>
                </a:lnTo>
                <a:lnTo>
                  <a:pt x="207818" y="59523"/>
                </a:lnTo>
                <a:lnTo>
                  <a:pt x="208125" y="60136"/>
                </a:lnTo>
                <a:lnTo>
                  <a:pt x="207716" y="60136"/>
                </a:lnTo>
                <a:lnTo>
                  <a:pt x="208125" y="60648"/>
                </a:lnTo>
                <a:lnTo>
                  <a:pt x="208125" y="60239"/>
                </a:lnTo>
                <a:lnTo>
                  <a:pt x="208432" y="60750"/>
                </a:lnTo>
                <a:lnTo>
                  <a:pt x="208330" y="60750"/>
                </a:lnTo>
                <a:lnTo>
                  <a:pt x="208739" y="63614"/>
                </a:lnTo>
                <a:lnTo>
                  <a:pt x="209148" y="63102"/>
                </a:lnTo>
                <a:lnTo>
                  <a:pt x="209148" y="63716"/>
                </a:lnTo>
                <a:lnTo>
                  <a:pt x="209352" y="63409"/>
                </a:lnTo>
                <a:lnTo>
                  <a:pt x="210170" y="63409"/>
                </a:lnTo>
                <a:lnTo>
                  <a:pt x="210477" y="63205"/>
                </a:lnTo>
                <a:lnTo>
                  <a:pt x="210477" y="62795"/>
                </a:lnTo>
                <a:lnTo>
                  <a:pt x="210886" y="62898"/>
                </a:lnTo>
                <a:lnTo>
                  <a:pt x="210989" y="62182"/>
                </a:lnTo>
                <a:lnTo>
                  <a:pt x="211807" y="63000"/>
                </a:lnTo>
                <a:lnTo>
                  <a:pt x="212318" y="64943"/>
                </a:lnTo>
                <a:lnTo>
                  <a:pt x="212216" y="64943"/>
                </a:lnTo>
                <a:lnTo>
                  <a:pt x="212523" y="65966"/>
                </a:lnTo>
                <a:lnTo>
                  <a:pt x="212625" y="65659"/>
                </a:lnTo>
                <a:lnTo>
                  <a:pt x="213239" y="69750"/>
                </a:lnTo>
                <a:lnTo>
                  <a:pt x="213341" y="69545"/>
                </a:lnTo>
                <a:lnTo>
                  <a:pt x="213136" y="71386"/>
                </a:lnTo>
                <a:lnTo>
                  <a:pt x="218045" y="78545"/>
                </a:lnTo>
                <a:lnTo>
                  <a:pt x="218455" y="78545"/>
                </a:lnTo>
                <a:lnTo>
                  <a:pt x="218557" y="78341"/>
                </a:lnTo>
                <a:lnTo>
                  <a:pt x="218864" y="78341"/>
                </a:lnTo>
                <a:lnTo>
                  <a:pt x="217739" y="74659"/>
                </a:lnTo>
                <a:lnTo>
                  <a:pt x="215182" y="72307"/>
                </a:lnTo>
                <a:lnTo>
                  <a:pt x="215284" y="72614"/>
                </a:lnTo>
                <a:lnTo>
                  <a:pt x="214875" y="72102"/>
                </a:lnTo>
                <a:lnTo>
                  <a:pt x="215182" y="72307"/>
                </a:lnTo>
                <a:lnTo>
                  <a:pt x="214875" y="71284"/>
                </a:lnTo>
                <a:lnTo>
                  <a:pt x="214773" y="71386"/>
                </a:lnTo>
                <a:lnTo>
                  <a:pt x="213852" y="69852"/>
                </a:lnTo>
                <a:lnTo>
                  <a:pt x="214364" y="66580"/>
                </a:lnTo>
                <a:lnTo>
                  <a:pt x="214261" y="66375"/>
                </a:lnTo>
                <a:lnTo>
                  <a:pt x="215080" y="66273"/>
                </a:lnTo>
                <a:lnTo>
                  <a:pt x="215080" y="66784"/>
                </a:lnTo>
                <a:lnTo>
                  <a:pt x="216409" y="67398"/>
                </a:lnTo>
                <a:lnTo>
                  <a:pt x="216409" y="67295"/>
                </a:lnTo>
                <a:lnTo>
                  <a:pt x="216716" y="67602"/>
                </a:lnTo>
                <a:lnTo>
                  <a:pt x="216716" y="67500"/>
                </a:lnTo>
                <a:lnTo>
                  <a:pt x="217023" y="68011"/>
                </a:lnTo>
                <a:lnTo>
                  <a:pt x="217125" y="67909"/>
                </a:lnTo>
                <a:lnTo>
                  <a:pt x="217330" y="68625"/>
                </a:lnTo>
                <a:lnTo>
                  <a:pt x="217636" y="68625"/>
                </a:lnTo>
                <a:lnTo>
                  <a:pt x="217739" y="69034"/>
                </a:lnTo>
                <a:lnTo>
                  <a:pt x="219068" y="69648"/>
                </a:lnTo>
                <a:lnTo>
                  <a:pt x="218966" y="71182"/>
                </a:lnTo>
                <a:lnTo>
                  <a:pt x="218966" y="71182"/>
                </a:lnTo>
                <a:lnTo>
                  <a:pt x="219886" y="70568"/>
                </a:lnTo>
                <a:lnTo>
                  <a:pt x="219886" y="69750"/>
                </a:lnTo>
                <a:lnTo>
                  <a:pt x="220500" y="70159"/>
                </a:lnTo>
                <a:lnTo>
                  <a:pt x="220091" y="69545"/>
                </a:lnTo>
                <a:lnTo>
                  <a:pt x="220602" y="69852"/>
                </a:lnTo>
                <a:lnTo>
                  <a:pt x="220398" y="69443"/>
                </a:lnTo>
                <a:lnTo>
                  <a:pt x="222545" y="68318"/>
                </a:lnTo>
                <a:lnTo>
                  <a:pt x="222737" y="67743"/>
                </a:lnTo>
                <a:lnTo>
                  <a:pt x="222648" y="67295"/>
                </a:lnTo>
                <a:lnTo>
                  <a:pt x="222750" y="67295"/>
                </a:lnTo>
                <a:lnTo>
                  <a:pt x="222750" y="66886"/>
                </a:lnTo>
                <a:lnTo>
                  <a:pt x="222852" y="67091"/>
                </a:lnTo>
                <a:lnTo>
                  <a:pt x="222545" y="65864"/>
                </a:lnTo>
                <a:lnTo>
                  <a:pt x="219375" y="61773"/>
                </a:lnTo>
                <a:lnTo>
                  <a:pt x="219477" y="61773"/>
                </a:lnTo>
                <a:lnTo>
                  <a:pt x="218659" y="60239"/>
                </a:lnTo>
                <a:lnTo>
                  <a:pt x="219170" y="58398"/>
                </a:lnTo>
                <a:lnTo>
                  <a:pt x="219682" y="58500"/>
                </a:lnTo>
                <a:lnTo>
                  <a:pt x="220602" y="57477"/>
                </a:lnTo>
                <a:lnTo>
                  <a:pt x="221216" y="57989"/>
                </a:lnTo>
                <a:lnTo>
                  <a:pt x="221625" y="57682"/>
                </a:lnTo>
                <a:lnTo>
                  <a:pt x="221830" y="57886"/>
                </a:lnTo>
                <a:lnTo>
                  <a:pt x="221830" y="58500"/>
                </a:lnTo>
                <a:lnTo>
                  <a:pt x="222239" y="59011"/>
                </a:lnTo>
                <a:lnTo>
                  <a:pt x="222136" y="59011"/>
                </a:lnTo>
                <a:lnTo>
                  <a:pt x="222545" y="59114"/>
                </a:lnTo>
                <a:lnTo>
                  <a:pt x="222239" y="58500"/>
                </a:lnTo>
                <a:lnTo>
                  <a:pt x="222443" y="58091"/>
                </a:lnTo>
                <a:lnTo>
                  <a:pt x="224080" y="57477"/>
                </a:lnTo>
                <a:lnTo>
                  <a:pt x="224591" y="57477"/>
                </a:lnTo>
                <a:lnTo>
                  <a:pt x="224693" y="57170"/>
                </a:lnTo>
                <a:lnTo>
                  <a:pt x="225102" y="57068"/>
                </a:lnTo>
                <a:lnTo>
                  <a:pt x="224795" y="56455"/>
                </a:lnTo>
                <a:lnTo>
                  <a:pt x="225000" y="56250"/>
                </a:lnTo>
                <a:lnTo>
                  <a:pt x="225716" y="57068"/>
                </a:lnTo>
                <a:lnTo>
                  <a:pt x="226023" y="56659"/>
                </a:lnTo>
                <a:lnTo>
                  <a:pt x="226125" y="56761"/>
                </a:lnTo>
                <a:lnTo>
                  <a:pt x="226534" y="56659"/>
                </a:lnTo>
                <a:lnTo>
                  <a:pt x="226739" y="56659"/>
                </a:lnTo>
                <a:lnTo>
                  <a:pt x="226739" y="56557"/>
                </a:lnTo>
                <a:lnTo>
                  <a:pt x="227352" y="56455"/>
                </a:lnTo>
                <a:lnTo>
                  <a:pt x="227761" y="55739"/>
                </a:lnTo>
                <a:lnTo>
                  <a:pt x="228170" y="55739"/>
                </a:lnTo>
                <a:lnTo>
                  <a:pt x="228375" y="55534"/>
                </a:lnTo>
                <a:lnTo>
                  <a:pt x="228477" y="54920"/>
                </a:lnTo>
                <a:lnTo>
                  <a:pt x="229807" y="54000"/>
                </a:lnTo>
                <a:lnTo>
                  <a:pt x="229705" y="53386"/>
                </a:lnTo>
                <a:lnTo>
                  <a:pt x="229193" y="53182"/>
                </a:lnTo>
                <a:lnTo>
                  <a:pt x="229807" y="52977"/>
                </a:lnTo>
                <a:lnTo>
                  <a:pt x="229398" y="52466"/>
                </a:lnTo>
                <a:lnTo>
                  <a:pt x="229602" y="52466"/>
                </a:lnTo>
                <a:lnTo>
                  <a:pt x="229807" y="52670"/>
                </a:lnTo>
                <a:lnTo>
                  <a:pt x="230318" y="50932"/>
                </a:lnTo>
                <a:lnTo>
                  <a:pt x="230727" y="50932"/>
                </a:lnTo>
                <a:lnTo>
                  <a:pt x="230523" y="50318"/>
                </a:lnTo>
                <a:lnTo>
                  <a:pt x="230625" y="50318"/>
                </a:lnTo>
                <a:lnTo>
                  <a:pt x="230318" y="50114"/>
                </a:lnTo>
                <a:lnTo>
                  <a:pt x="230727" y="50114"/>
                </a:lnTo>
                <a:lnTo>
                  <a:pt x="230625" y="49602"/>
                </a:lnTo>
                <a:lnTo>
                  <a:pt x="230318" y="49705"/>
                </a:lnTo>
                <a:lnTo>
                  <a:pt x="230625" y="49295"/>
                </a:lnTo>
                <a:lnTo>
                  <a:pt x="229807" y="48886"/>
                </a:lnTo>
                <a:lnTo>
                  <a:pt x="229295" y="49091"/>
                </a:lnTo>
                <a:lnTo>
                  <a:pt x="228886" y="48989"/>
                </a:lnTo>
                <a:lnTo>
                  <a:pt x="230011" y="48273"/>
                </a:lnTo>
                <a:lnTo>
                  <a:pt x="229909" y="47966"/>
                </a:lnTo>
                <a:lnTo>
                  <a:pt x="228682" y="47148"/>
                </a:lnTo>
                <a:lnTo>
                  <a:pt x="228170" y="47250"/>
                </a:lnTo>
                <a:lnTo>
                  <a:pt x="228477" y="47045"/>
                </a:lnTo>
                <a:lnTo>
                  <a:pt x="229807" y="47455"/>
                </a:lnTo>
                <a:lnTo>
                  <a:pt x="226227" y="44080"/>
                </a:lnTo>
                <a:lnTo>
                  <a:pt x="226739" y="43057"/>
                </a:lnTo>
                <a:lnTo>
                  <a:pt x="226534" y="42750"/>
                </a:lnTo>
                <a:lnTo>
                  <a:pt x="226534" y="42750"/>
                </a:lnTo>
                <a:lnTo>
                  <a:pt x="226739" y="42955"/>
                </a:lnTo>
                <a:lnTo>
                  <a:pt x="227045" y="42545"/>
                </a:lnTo>
                <a:lnTo>
                  <a:pt x="226943" y="42341"/>
                </a:lnTo>
                <a:lnTo>
                  <a:pt x="228170" y="41932"/>
                </a:lnTo>
                <a:lnTo>
                  <a:pt x="228170" y="41523"/>
                </a:lnTo>
                <a:lnTo>
                  <a:pt x="225920" y="41216"/>
                </a:lnTo>
                <a:lnTo>
                  <a:pt x="225511" y="41830"/>
                </a:lnTo>
                <a:lnTo>
                  <a:pt x="225000" y="41625"/>
                </a:lnTo>
                <a:lnTo>
                  <a:pt x="224898" y="41216"/>
                </a:lnTo>
                <a:lnTo>
                  <a:pt x="223159" y="39989"/>
                </a:lnTo>
                <a:lnTo>
                  <a:pt x="224182" y="39580"/>
                </a:lnTo>
                <a:lnTo>
                  <a:pt x="224284" y="38966"/>
                </a:lnTo>
                <a:lnTo>
                  <a:pt x="224898" y="38659"/>
                </a:lnTo>
                <a:lnTo>
                  <a:pt x="225000" y="38250"/>
                </a:lnTo>
                <a:lnTo>
                  <a:pt x="225614" y="37943"/>
                </a:lnTo>
                <a:lnTo>
                  <a:pt x="226227" y="38557"/>
                </a:lnTo>
                <a:lnTo>
                  <a:pt x="226023" y="39477"/>
                </a:lnTo>
                <a:lnTo>
                  <a:pt x="226432" y="39477"/>
                </a:lnTo>
                <a:lnTo>
                  <a:pt x="226432" y="39784"/>
                </a:lnTo>
                <a:lnTo>
                  <a:pt x="226125" y="39989"/>
                </a:lnTo>
                <a:lnTo>
                  <a:pt x="226534" y="39989"/>
                </a:lnTo>
                <a:lnTo>
                  <a:pt x="226636" y="39886"/>
                </a:lnTo>
                <a:lnTo>
                  <a:pt x="228273" y="38864"/>
                </a:lnTo>
                <a:lnTo>
                  <a:pt x="228682" y="39273"/>
                </a:lnTo>
                <a:lnTo>
                  <a:pt x="228784" y="39068"/>
                </a:lnTo>
                <a:lnTo>
                  <a:pt x="229500" y="39580"/>
                </a:lnTo>
                <a:lnTo>
                  <a:pt x="229602" y="40091"/>
                </a:lnTo>
                <a:lnTo>
                  <a:pt x="229909" y="40193"/>
                </a:lnTo>
                <a:lnTo>
                  <a:pt x="229500" y="40807"/>
                </a:lnTo>
                <a:lnTo>
                  <a:pt x="230011" y="40807"/>
                </a:lnTo>
                <a:lnTo>
                  <a:pt x="229807" y="41011"/>
                </a:lnTo>
                <a:lnTo>
                  <a:pt x="230114" y="41114"/>
                </a:lnTo>
                <a:lnTo>
                  <a:pt x="230216" y="41216"/>
                </a:lnTo>
                <a:lnTo>
                  <a:pt x="230420" y="41114"/>
                </a:lnTo>
                <a:lnTo>
                  <a:pt x="230523" y="40909"/>
                </a:lnTo>
                <a:lnTo>
                  <a:pt x="231955" y="42136"/>
                </a:lnTo>
                <a:lnTo>
                  <a:pt x="231341" y="42136"/>
                </a:lnTo>
                <a:lnTo>
                  <a:pt x="232670" y="44182"/>
                </a:lnTo>
                <a:lnTo>
                  <a:pt x="232568" y="44284"/>
                </a:lnTo>
                <a:lnTo>
                  <a:pt x="232670" y="44386"/>
                </a:lnTo>
                <a:lnTo>
                  <a:pt x="232466" y="44386"/>
                </a:lnTo>
                <a:lnTo>
                  <a:pt x="232875" y="44795"/>
                </a:lnTo>
                <a:lnTo>
                  <a:pt x="233080" y="44591"/>
                </a:lnTo>
                <a:lnTo>
                  <a:pt x="233182" y="44284"/>
                </a:lnTo>
                <a:lnTo>
                  <a:pt x="233489" y="44489"/>
                </a:lnTo>
                <a:lnTo>
                  <a:pt x="233386" y="44284"/>
                </a:lnTo>
                <a:lnTo>
                  <a:pt x="233591" y="44284"/>
                </a:lnTo>
                <a:lnTo>
                  <a:pt x="233693" y="44080"/>
                </a:lnTo>
                <a:lnTo>
                  <a:pt x="234205" y="44182"/>
                </a:lnTo>
                <a:lnTo>
                  <a:pt x="234614" y="43875"/>
                </a:lnTo>
                <a:lnTo>
                  <a:pt x="234614" y="42955"/>
                </a:lnTo>
                <a:lnTo>
                  <a:pt x="231034" y="39170"/>
                </a:lnTo>
                <a:lnTo>
                  <a:pt x="232261" y="38045"/>
                </a:lnTo>
                <a:lnTo>
                  <a:pt x="232057" y="36205"/>
                </a:lnTo>
                <a:lnTo>
                  <a:pt x="232057" y="36205"/>
                </a:lnTo>
                <a:lnTo>
                  <a:pt x="232364" y="36307"/>
                </a:lnTo>
                <a:lnTo>
                  <a:pt x="232670" y="35591"/>
                </a:lnTo>
                <a:lnTo>
                  <a:pt x="232977" y="35591"/>
                </a:lnTo>
                <a:lnTo>
                  <a:pt x="234102" y="36102"/>
                </a:lnTo>
                <a:lnTo>
                  <a:pt x="235739" y="30273"/>
                </a:lnTo>
                <a:lnTo>
                  <a:pt x="232670" y="25773"/>
                </a:lnTo>
                <a:lnTo>
                  <a:pt x="232670" y="25466"/>
                </a:lnTo>
                <a:lnTo>
                  <a:pt x="229909" y="24545"/>
                </a:lnTo>
                <a:lnTo>
                  <a:pt x="230420" y="25159"/>
                </a:lnTo>
                <a:lnTo>
                  <a:pt x="230318" y="25364"/>
                </a:lnTo>
                <a:lnTo>
                  <a:pt x="230114" y="24955"/>
                </a:lnTo>
                <a:lnTo>
                  <a:pt x="230114" y="25159"/>
                </a:lnTo>
                <a:lnTo>
                  <a:pt x="229500" y="25261"/>
                </a:lnTo>
                <a:lnTo>
                  <a:pt x="229602" y="24955"/>
                </a:lnTo>
                <a:lnTo>
                  <a:pt x="228886" y="24648"/>
                </a:lnTo>
                <a:lnTo>
                  <a:pt x="229193" y="25057"/>
                </a:lnTo>
                <a:lnTo>
                  <a:pt x="226841" y="23830"/>
                </a:lnTo>
                <a:lnTo>
                  <a:pt x="228068" y="21068"/>
                </a:lnTo>
                <a:lnTo>
                  <a:pt x="227864" y="20761"/>
                </a:lnTo>
                <a:lnTo>
                  <a:pt x="228170" y="20455"/>
                </a:lnTo>
                <a:lnTo>
                  <a:pt x="228170" y="20045"/>
                </a:lnTo>
                <a:lnTo>
                  <a:pt x="231034" y="19841"/>
                </a:lnTo>
                <a:lnTo>
                  <a:pt x="231034" y="19636"/>
                </a:lnTo>
                <a:lnTo>
                  <a:pt x="232875" y="19841"/>
                </a:lnTo>
                <a:lnTo>
                  <a:pt x="232568" y="19534"/>
                </a:lnTo>
                <a:lnTo>
                  <a:pt x="232875" y="19636"/>
                </a:lnTo>
                <a:lnTo>
                  <a:pt x="232670" y="19432"/>
                </a:lnTo>
                <a:lnTo>
                  <a:pt x="233898" y="19534"/>
                </a:lnTo>
                <a:lnTo>
                  <a:pt x="233795" y="19636"/>
                </a:lnTo>
                <a:lnTo>
                  <a:pt x="235432" y="19841"/>
                </a:lnTo>
                <a:lnTo>
                  <a:pt x="234716" y="19943"/>
                </a:lnTo>
                <a:lnTo>
                  <a:pt x="236250" y="19943"/>
                </a:lnTo>
                <a:lnTo>
                  <a:pt x="236250" y="19841"/>
                </a:lnTo>
                <a:lnTo>
                  <a:pt x="236966" y="19943"/>
                </a:lnTo>
                <a:lnTo>
                  <a:pt x="237068" y="19841"/>
                </a:lnTo>
                <a:lnTo>
                  <a:pt x="237580" y="19841"/>
                </a:lnTo>
                <a:lnTo>
                  <a:pt x="236557" y="19636"/>
                </a:lnTo>
                <a:lnTo>
                  <a:pt x="236148" y="18818"/>
                </a:lnTo>
                <a:lnTo>
                  <a:pt x="236352" y="17489"/>
                </a:lnTo>
                <a:lnTo>
                  <a:pt x="238602" y="17693"/>
                </a:lnTo>
                <a:lnTo>
                  <a:pt x="239011" y="18205"/>
                </a:lnTo>
                <a:lnTo>
                  <a:pt x="239216" y="18102"/>
                </a:lnTo>
                <a:lnTo>
                  <a:pt x="239625" y="18511"/>
                </a:lnTo>
                <a:lnTo>
                  <a:pt x="239932" y="18409"/>
                </a:lnTo>
                <a:lnTo>
                  <a:pt x="240341" y="17591"/>
                </a:lnTo>
                <a:lnTo>
                  <a:pt x="240239" y="17489"/>
                </a:lnTo>
                <a:lnTo>
                  <a:pt x="240648" y="17693"/>
                </a:lnTo>
                <a:lnTo>
                  <a:pt x="239727" y="16773"/>
                </a:lnTo>
                <a:lnTo>
                  <a:pt x="241364" y="16875"/>
                </a:lnTo>
                <a:lnTo>
                  <a:pt x="240648" y="16875"/>
                </a:lnTo>
                <a:lnTo>
                  <a:pt x="241875" y="18307"/>
                </a:lnTo>
                <a:lnTo>
                  <a:pt x="241261" y="18614"/>
                </a:lnTo>
                <a:lnTo>
                  <a:pt x="241261" y="19432"/>
                </a:lnTo>
                <a:lnTo>
                  <a:pt x="241159" y="19534"/>
                </a:lnTo>
                <a:lnTo>
                  <a:pt x="241057" y="20966"/>
                </a:lnTo>
                <a:lnTo>
                  <a:pt x="240648" y="20966"/>
                </a:lnTo>
                <a:lnTo>
                  <a:pt x="240750" y="21170"/>
                </a:lnTo>
                <a:lnTo>
                  <a:pt x="240443" y="21273"/>
                </a:lnTo>
                <a:lnTo>
                  <a:pt x="240852" y="21784"/>
                </a:lnTo>
                <a:lnTo>
                  <a:pt x="240852" y="22398"/>
                </a:lnTo>
                <a:lnTo>
                  <a:pt x="246784" y="27716"/>
                </a:lnTo>
                <a:lnTo>
                  <a:pt x="247091" y="26898"/>
                </a:lnTo>
                <a:lnTo>
                  <a:pt x="246273" y="25773"/>
                </a:lnTo>
                <a:lnTo>
                  <a:pt x="246273" y="25773"/>
                </a:lnTo>
                <a:lnTo>
                  <a:pt x="246580" y="25977"/>
                </a:lnTo>
                <a:lnTo>
                  <a:pt x="247398" y="25773"/>
                </a:lnTo>
                <a:lnTo>
                  <a:pt x="246477" y="24852"/>
                </a:lnTo>
                <a:lnTo>
                  <a:pt x="246580" y="24341"/>
                </a:lnTo>
                <a:lnTo>
                  <a:pt x="247193" y="24341"/>
                </a:lnTo>
                <a:lnTo>
                  <a:pt x="246068" y="22705"/>
                </a:lnTo>
                <a:lnTo>
                  <a:pt x="246170" y="22398"/>
                </a:lnTo>
                <a:lnTo>
                  <a:pt x="246375" y="22807"/>
                </a:lnTo>
                <a:lnTo>
                  <a:pt x="246784" y="22705"/>
                </a:lnTo>
                <a:lnTo>
                  <a:pt x="245045" y="21170"/>
                </a:lnTo>
                <a:lnTo>
                  <a:pt x="244330" y="21068"/>
                </a:lnTo>
                <a:lnTo>
                  <a:pt x="244432" y="21273"/>
                </a:lnTo>
                <a:lnTo>
                  <a:pt x="243614" y="20761"/>
                </a:lnTo>
                <a:lnTo>
                  <a:pt x="243307" y="19943"/>
                </a:lnTo>
                <a:lnTo>
                  <a:pt x="243409" y="19943"/>
                </a:lnTo>
                <a:lnTo>
                  <a:pt x="242898" y="19227"/>
                </a:lnTo>
                <a:lnTo>
                  <a:pt x="244023" y="19227"/>
                </a:lnTo>
                <a:lnTo>
                  <a:pt x="243818" y="19023"/>
                </a:lnTo>
                <a:lnTo>
                  <a:pt x="244330" y="18716"/>
                </a:lnTo>
                <a:lnTo>
                  <a:pt x="244943" y="19227"/>
                </a:lnTo>
                <a:lnTo>
                  <a:pt x="244943" y="18920"/>
                </a:lnTo>
                <a:lnTo>
                  <a:pt x="245250" y="18716"/>
                </a:lnTo>
                <a:lnTo>
                  <a:pt x="247807" y="19125"/>
                </a:lnTo>
                <a:lnTo>
                  <a:pt x="247398" y="18716"/>
                </a:lnTo>
                <a:lnTo>
                  <a:pt x="247909" y="18102"/>
                </a:lnTo>
                <a:lnTo>
                  <a:pt x="247807" y="18000"/>
                </a:lnTo>
                <a:lnTo>
                  <a:pt x="247909" y="17898"/>
                </a:lnTo>
                <a:lnTo>
                  <a:pt x="248011" y="17898"/>
                </a:lnTo>
                <a:lnTo>
                  <a:pt x="247807" y="17693"/>
                </a:lnTo>
                <a:lnTo>
                  <a:pt x="248011" y="17795"/>
                </a:lnTo>
                <a:lnTo>
                  <a:pt x="248011" y="17489"/>
                </a:lnTo>
                <a:lnTo>
                  <a:pt x="249545" y="16773"/>
                </a:lnTo>
                <a:lnTo>
                  <a:pt x="249136" y="16568"/>
                </a:lnTo>
                <a:lnTo>
                  <a:pt x="251182" y="16977"/>
                </a:lnTo>
                <a:lnTo>
                  <a:pt x="251080" y="16670"/>
                </a:lnTo>
                <a:lnTo>
                  <a:pt x="249443" y="15852"/>
                </a:lnTo>
                <a:lnTo>
                  <a:pt x="249443" y="15852"/>
                </a:lnTo>
                <a:lnTo>
                  <a:pt x="249545" y="15955"/>
                </a:lnTo>
                <a:lnTo>
                  <a:pt x="249545" y="15955"/>
                </a:lnTo>
                <a:lnTo>
                  <a:pt x="249136" y="15750"/>
                </a:lnTo>
                <a:lnTo>
                  <a:pt x="249239" y="15750"/>
                </a:lnTo>
                <a:lnTo>
                  <a:pt x="248011" y="15034"/>
                </a:lnTo>
                <a:lnTo>
                  <a:pt x="248114" y="15239"/>
                </a:lnTo>
                <a:lnTo>
                  <a:pt x="245045" y="14830"/>
                </a:lnTo>
                <a:lnTo>
                  <a:pt x="246682" y="14625"/>
                </a:lnTo>
                <a:lnTo>
                  <a:pt x="245761" y="14420"/>
                </a:lnTo>
                <a:lnTo>
                  <a:pt x="248318" y="14420"/>
                </a:lnTo>
                <a:lnTo>
                  <a:pt x="237375" y="10125"/>
                </a:lnTo>
                <a:lnTo>
                  <a:pt x="237477" y="10227"/>
                </a:lnTo>
                <a:lnTo>
                  <a:pt x="235330" y="10023"/>
                </a:lnTo>
                <a:lnTo>
                  <a:pt x="236864" y="11148"/>
                </a:lnTo>
                <a:lnTo>
                  <a:pt x="236864" y="11148"/>
                </a:lnTo>
                <a:lnTo>
                  <a:pt x="234000" y="10330"/>
                </a:lnTo>
                <a:lnTo>
                  <a:pt x="233795" y="10432"/>
                </a:lnTo>
                <a:lnTo>
                  <a:pt x="230523" y="10432"/>
                </a:lnTo>
                <a:lnTo>
                  <a:pt x="231136" y="11352"/>
                </a:lnTo>
                <a:lnTo>
                  <a:pt x="231136" y="11352"/>
                </a:lnTo>
                <a:lnTo>
                  <a:pt x="222034" y="9205"/>
                </a:lnTo>
                <a:lnTo>
                  <a:pt x="222239" y="9205"/>
                </a:lnTo>
                <a:lnTo>
                  <a:pt x="219375" y="8591"/>
                </a:lnTo>
                <a:lnTo>
                  <a:pt x="219886" y="8489"/>
                </a:lnTo>
                <a:lnTo>
                  <a:pt x="217636" y="8080"/>
                </a:lnTo>
                <a:lnTo>
                  <a:pt x="217330" y="8591"/>
                </a:lnTo>
                <a:lnTo>
                  <a:pt x="216614" y="8489"/>
                </a:lnTo>
                <a:lnTo>
                  <a:pt x="217023" y="8489"/>
                </a:lnTo>
                <a:lnTo>
                  <a:pt x="216716" y="8182"/>
                </a:lnTo>
                <a:lnTo>
                  <a:pt x="215693" y="8182"/>
                </a:lnTo>
                <a:lnTo>
                  <a:pt x="216920" y="8080"/>
                </a:lnTo>
                <a:lnTo>
                  <a:pt x="212727" y="7670"/>
                </a:lnTo>
                <a:lnTo>
                  <a:pt x="213341" y="7875"/>
                </a:lnTo>
                <a:lnTo>
                  <a:pt x="212420" y="8080"/>
                </a:lnTo>
                <a:lnTo>
                  <a:pt x="213239" y="8182"/>
                </a:lnTo>
                <a:lnTo>
                  <a:pt x="213034" y="8284"/>
                </a:lnTo>
                <a:lnTo>
                  <a:pt x="212932" y="8386"/>
                </a:lnTo>
                <a:lnTo>
                  <a:pt x="213852" y="8795"/>
                </a:lnTo>
                <a:lnTo>
                  <a:pt x="212830" y="8795"/>
                </a:lnTo>
                <a:lnTo>
                  <a:pt x="213034" y="9000"/>
                </a:lnTo>
                <a:lnTo>
                  <a:pt x="212830" y="9000"/>
                </a:lnTo>
                <a:lnTo>
                  <a:pt x="213034" y="9102"/>
                </a:lnTo>
                <a:lnTo>
                  <a:pt x="210886" y="8693"/>
                </a:lnTo>
                <a:lnTo>
                  <a:pt x="210580" y="8898"/>
                </a:lnTo>
                <a:lnTo>
                  <a:pt x="208739" y="8591"/>
                </a:lnTo>
                <a:lnTo>
                  <a:pt x="209045" y="9000"/>
                </a:lnTo>
                <a:lnTo>
                  <a:pt x="209045" y="9409"/>
                </a:lnTo>
                <a:lnTo>
                  <a:pt x="208534" y="9307"/>
                </a:lnTo>
                <a:lnTo>
                  <a:pt x="206591" y="8693"/>
                </a:lnTo>
                <a:lnTo>
                  <a:pt x="206898" y="8591"/>
                </a:lnTo>
                <a:lnTo>
                  <a:pt x="205057" y="8080"/>
                </a:lnTo>
                <a:lnTo>
                  <a:pt x="206386" y="8284"/>
                </a:lnTo>
                <a:lnTo>
                  <a:pt x="205364" y="7977"/>
                </a:lnTo>
                <a:lnTo>
                  <a:pt x="205773" y="7773"/>
                </a:lnTo>
                <a:lnTo>
                  <a:pt x="201068" y="7057"/>
                </a:lnTo>
                <a:lnTo>
                  <a:pt x="201682" y="7364"/>
                </a:lnTo>
                <a:lnTo>
                  <a:pt x="201170" y="7568"/>
                </a:lnTo>
                <a:lnTo>
                  <a:pt x="201477" y="7670"/>
                </a:lnTo>
                <a:lnTo>
                  <a:pt x="198205" y="7159"/>
                </a:lnTo>
                <a:lnTo>
                  <a:pt x="195034" y="7159"/>
                </a:lnTo>
                <a:lnTo>
                  <a:pt x="195443" y="7261"/>
                </a:lnTo>
                <a:lnTo>
                  <a:pt x="195545" y="7568"/>
                </a:lnTo>
                <a:lnTo>
                  <a:pt x="195955" y="7875"/>
                </a:lnTo>
                <a:lnTo>
                  <a:pt x="195545" y="7670"/>
                </a:lnTo>
                <a:lnTo>
                  <a:pt x="195545" y="7568"/>
                </a:lnTo>
                <a:lnTo>
                  <a:pt x="194830" y="7159"/>
                </a:lnTo>
                <a:lnTo>
                  <a:pt x="194830" y="6955"/>
                </a:lnTo>
                <a:lnTo>
                  <a:pt x="194216" y="6750"/>
                </a:lnTo>
                <a:lnTo>
                  <a:pt x="194011" y="6955"/>
                </a:lnTo>
                <a:lnTo>
                  <a:pt x="193193" y="6750"/>
                </a:lnTo>
                <a:lnTo>
                  <a:pt x="193295" y="6750"/>
                </a:lnTo>
                <a:lnTo>
                  <a:pt x="192989" y="6648"/>
                </a:lnTo>
                <a:lnTo>
                  <a:pt x="193091" y="6750"/>
                </a:lnTo>
                <a:lnTo>
                  <a:pt x="192375" y="6955"/>
                </a:lnTo>
                <a:lnTo>
                  <a:pt x="193193" y="6955"/>
                </a:lnTo>
                <a:lnTo>
                  <a:pt x="190432" y="7773"/>
                </a:lnTo>
                <a:lnTo>
                  <a:pt x="191966" y="6648"/>
                </a:lnTo>
                <a:lnTo>
                  <a:pt x="191966" y="6443"/>
                </a:lnTo>
                <a:lnTo>
                  <a:pt x="193193" y="5830"/>
                </a:lnTo>
                <a:lnTo>
                  <a:pt x="192068" y="5216"/>
                </a:lnTo>
                <a:lnTo>
                  <a:pt x="192068" y="5216"/>
                </a:lnTo>
                <a:lnTo>
                  <a:pt x="192989" y="5523"/>
                </a:lnTo>
                <a:lnTo>
                  <a:pt x="191966" y="4909"/>
                </a:lnTo>
                <a:lnTo>
                  <a:pt x="191966" y="5114"/>
                </a:lnTo>
                <a:lnTo>
                  <a:pt x="188489" y="4602"/>
                </a:lnTo>
                <a:lnTo>
                  <a:pt x="188489" y="4602"/>
                </a:lnTo>
                <a:lnTo>
                  <a:pt x="188591" y="4705"/>
                </a:lnTo>
                <a:lnTo>
                  <a:pt x="187670" y="4705"/>
                </a:lnTo>
                <a:lnTo>
                  <a:pt x="187977" y="4398"/>
                </a:lnTo>
                <a:lnTo>
                  <a:pt x="185830" y="4295"/>
                </a:lnTo>
                <a:lnTo>
                  <a:pt x="186648" y="4091"/>
                </a:lnTo>
                <a:lnTo>
                  <a:pt x="185114" y="3784"/>
                </a:lnTo>
                <a:close/>
                <a:moveTo>
                  <a:pt x="252818" y="91125"/>
                </a:moveTo>
                <a:lnTo>
                  <a:pt x="252307" y="92455"/>
                </a:lnTo>
                <a:lnTo>
                  <a:pt x="252205" y="92352"/>
                </a:lnTo>
                <a:lnTo>
                  <a:pt x="252000" y="92966"/>
                </a:lnTo>
                <a:lnTo>
                  <a:pt x="252102" y="93170"/>
                </a:lnTo>
                <a:lnTo>
                  <a:pt x="250364" y="97875"/>
                </a:lnTo>
                <a:lnTo>
                  <a:pt x="249341" y="98080"/>
                </a:lnTo>
                <a:lnTo>
                  <a:pt x="246375" y="95727"/>
                </a:lnTo>
                <a:lnTo>
                  <a:pt x="246170" y="95011"/>
                </a:lnTo>
                <a:lnTo>
                  <a:pt x="246886" y="93580"/>
                </a:lnTo>
                <a:lnTo>
                  <a:pt x="247091" y="93682"/>
                </a:lnTo>
                <a:lnTo>
                  <a:pt x="247705" y="92761"/>
                </a:lnTo>
                <a:lnTo>
                  <a:pt x="247193" y="92455"/>
                </a:lnTo>
                <a:lnTo>
                  <a:pt x="247091" y="92864"/>
                </a:lnTo>
                <a:lnTo>
                  <a:pt x="246784" y="92352"/>
                </a:lnTo>
                <a:lnTo>
                  <a:pt x="246886" y="92148"/>
                </a:lnTo>
                <a:lnTo>
                  <a:pt x="246886" y="92148"/>
                </a:lnTo>
                <a:lnTo>
                  <a:pt x="246170" y="92557"/>
                </a:lnTo>
                <a:lnTo>
                  <a:pt x="244227" y="91841"/>
                </a:lnTo>
                <a:lnTo>
                  <a:pt x="244023" y="91841"/>
                </a:lnTo>
                <a:lnTo>
                  <a:pt x="243716" y="91534"/>
                </a:lnTo>
                <a:lnTo>
                  <a:pt x="243307" y="91534"/>
                </a:lnTo>
                <a:lnTo>
                  <a:pt x="243818" y="91841"/>
                </a:lnTo>
                <a:lnTo>
                  <a:pt x="243920" y="92455"/>
                </a:lnTo>
                <a:lnTo>
                  <a:pt x="243614" y="92659"/>
                </a:lnTo>
                <a:lnTo>
                  <a:pt x="242591" y="92455"/>
                </a:lnTo>
                <a:lnTo>
                  <a:pt x="242182" y="92966"/>
                </a:lnTo>
                <a:lnTo>
                  <a:pt x="241977" y="92864"/>
                </a:lnTo>
                <a:lnTo>
                  <a:pt x="241977" y="93068"/>
                </a:lnTo>
                <a:lnTo>
                  <a:pt x="241773" y="93068"/>
                </a:lnTo>
                <a:lnTo>
                  <a:pt x="241466" y="93375"/>
                </a:lnTo>
                <a:lnTo>
                  <a:pt x="241466" y="93784"/>
                </a:lnTo>
                <a:lnTo>
                  <a:pt x="241159" y="93989"/>
                </a:lnTo>
                <a:lnTo>
                  <a:pt x="240852" y="95011"/>
                </a:lnTo>
                <a:lnTo>
                  <a:pt x="240955" y="95318"/>
                </a:lnTo>
                <a:lnTo>
                  <a:pt x="240750" y="95625"/>
                </a:lnTo>
                <a:lnTo>
                  <a:pt x="239420" y="95727"/>
                </a:lnTo>
                <a:lnTo>
                  <a:pt x="239318" y="95727"/>
                </a:lnTo>
                <a:lnTo>
                  <a:pt x="239318" y="95011"/>
                </a:lnTo>
                <a:lnTo>
                  <a:pt x="238500" y="94193"/>
                </a:lnTo>
                <a:lnTo>
                  <a:pt x="238295" y="94500"/>
                </a:lnTo>
                <a:lnTo>
                  <a:pt x="237784" y="94602"/>
                </a:lnTo>
                <a:lnTo>
                  <a:pt x="237375" y="95114"/>
                </a:lnTo>
                <a:lnTo>
                  <a:pt x="237273" y="95011"/>
                </a:lnTo>
                <a:lnTo>
                  <a:pt x="237273" y="94705"/>
                </a:lnTo>
                <a:lnTo>
                  <a:pt x="236557" y="95932"/>
                </a:lnTo>
                <a:lnTo>
                  <a:pt x="236250" y="95727"/>
                </a:lnTo>
                <a:lnTo>
                  <a:pt x="235943" y="96443"/>
                </a:lnTo>
                <a:lnTo>
                  <a:pt x="236148" y="96341"/>
                </a:lnTo>
                <a:lnTo>
                  <a:pt x="236045" y="96545"/>
                </a:lnTo>
                <a:lnTo>
                  <a:pt x="235841" y="96648"/>
                </a:lnTo>
                <a:lnTo>
                  <a:pt x="236148" y="96955"/>
                </a:lnTo>
                <a:lnTo>
                  <a:pt x="235023" y="97057"/>
                </a:lnTo>
                <a:lnTo>
                  <a:pt x="235125" y="97670"/>
                </a:lnTo>
                <a:lnTo>
                  <a:pt x="234818" y="98080"/>
                </a:lnTo>
                <a:lnTo>
                  <a:pt x="234614" y="97364"/>
                </a:lnTo>
                <a:lnTo>
                  <a:pt x="234307" y="97159"/>
                </a:lnTo>
                <a:lnTo>
                  <a:pt x="233795" y="97568"/>
                </a:lnTo>
                <a:lnTo>
                  <a:pt x="233489" y="98795"/>
                </a:lnTo>
                <a:lnTo>
                  <a:pt x="225511" y="103193"/>
                </a:lnTo>
                <a:lnTo>
                  <a:pt x="225614" y="102477"/>
                </a:lnTo>
                <a:lnTo>
                  <a:pt x="224591" y="105034"/>
                </a:lnTo>
                <a:lnTo>
                  <a:pt x="224795" y="106466"/>
                </a:lnTo>
                <a:lnTo>
                  <a:pt x="224386" y="106977"/>
                </a:lnTo>
                <a:lnTo>
                  <a:pt x="224386" y="107386"/>
                </a:lnTo>
                <a:lnTo>
                  <a:pt x="224080" y="106875"/>
                </a:lnTo>
                <a:lnTo>
                  <a:pt x="223977" y="106977"/>
                </a:lnTo>
                <a:lnTo>
                  <a:pt x="223875" y="106977"/>
                </a:lnTo>
                <a:lnTo>
                  <a:pt x="224284" y="113318"/>
                </a:lnTo>
                <a:lnTo>
                  <a:pt x="222955" y="115261"/>
                </a:lnTo>
                <a:lnTo>
                  <a:pt x="223159" y="115364"/>
                </a:lnTo>
                <a:lnTo>
                  <a:pt x="223568" y="115773"/>
                </a:lnTo>
                <a:lnTo>
                  <a:pt x="228989" y="114852"/>
                </a:lnTo>
                <a:lnTo>
                  <a:pt x="229193" y="114955"/>
                </a:lnTo>
                <a:lnTo>
                  <a:pt x="237068" y="112500"/>
                </a:lnTo>
                <a:lnTo>
                  <a:pt x="239932" y="113216"/>
                </a:lnTo>
                <a:lnTo>
                  <a:pt x="240136" y="113523"/>
                </a:lnTo>
                <a:lnTo>
                  <a:pt x="240034" y="113727"/>
                </a:lnTo>
                <a:lnTo>
                  <a:pt x="240341" y="115364"/>
                </a:lnTo>
                <a:lnTo>
                  <a:pt x="240034" y="115568"/>
                </a:lnTo>
                <a:lnTo>
                  <a:pt x="240341" y="115977"/>
                </a:lnTo>
                <a:lnTo>
                  <a:pt x="240648" y="115977"/>
                </a:lnTo>
                <a:lnTo>
                  <a:pt x="240648" y="115670"/>
                </a:lnTo>
                <a:lnTo>
                  <a:pt x="243205" y="113523"/>
                </a:lnTo>
                <a:lnTo>
                  <a:pt x="241261" y="116284"/>
                </a:lnTo>
                <a:lnTo>
                  <a:pt x="242795" y="115159"/>
                </a:lnTo>
                <a:lnTo>
                  <a:pt x="242795" y="115977"/>
                </a:lnTo>
                <a:lnTo>
                  <a:pt x="242182" y="116693"/>
                </a:lnTo>
                <a:lnTo>
                  <a:pt x="242182" y="116693"/>
                </a:lnTo>
                <a:lnTo>
                  <a:pt x="242898" y="116489"/>
                </a:lnTo>
                <a:lnTo>
                  <a:pt x="243000" y="116591"/>
                </a:lnTo>
                <a:lnTo>
                  <a:pt x="243102" y="116591"/>
                </a:lnTo>
                <a:lnTo>
                  <a:pt x="243102" y="116693"/>
                </a:lnTo>
                <a:lnTo>
                  <a:pt x="243000" y="116591"/>
                </a:lnTo>
                <a:lnTo>
                  <a:pt x="242898" y="116591"/>
                </a:lnTo>
                <a:lnTo>
                  <a:pt x="243000" y="119148"/>
                </a:lnTo>
                <a:lnTo>
                  <a:pt x="244739" y="119864"/>
                </a:lnTo>
                <a:lnTo>
                  <a:pt x="246273" y="119352"/>
                </a:lnTo>
                <a:lnTo>
                  <a:pt x="246170" y="119352"/>
                </a:lnTo>
                <a:lnTo>
                  <a:pt x="246784" y="119148"/>
                </a:lnTo>
                <a:lnTo>
                  <a:pt x="246784" y="119148"/>
                </a:lnTo>
                <a:lnTo>
                  <a:pt x="246273" y="119557"/>
                </a:lnTo>
                <a:lnTo>
                  <a:pt x="246989" y="119557"/>
                </a:lnTo>
                <a:lnTo>
                  <a:pt x="246784" y="119761"/>
                </a:lnTo>
                <a:lnTo>
                  <a:pt x="247193" y="120375"/>
                </a:lnTo>
                <a:lnTo>
                  <a:pt x="247500" y="120068"/>
                </a:lnTo>
                <a:lnTo>
                  <a:pt x="247295" y="120068"/>
                </a:lnTo>
                <a:lnTo>
                  <a:pt x="254148" y="115057"/>
                </a:lnTo>
                <a:lnTo>
                  <a:pt x="254045" y="114955"/>
                </a:lnTo>
                <a:lnTo>
                  <a:pt x="258648" y="109432"/>
                </a:lnTo>
                <a:lnTo>
                  <a:pt x="259261" y="106773"/>
                </a:lnTo>
                <a:lnTo>
                  <a:pt x="258648" y="104932"/>
                </a:lnTo>
                <a:lnTo>
                  <a:pt x="258034" y="104420"/>
                </a:lnTo>
                <a:lnTo>
                  <a:pt x="257932" y="103193"/>
                </a:lnTo>
                <a:lnTo>
                  <a:pt x="257318" y="103193"/>
                </a:lnTo>
                <a:lnTo>
                  <a:pt x="257318" y="103091"/>
                </a:lnTo>
                <a:lnTo>
                  <a:pt x="257114" y="103091"/>
                </a:lnTo>
                <a:lnTo>
                  <a:pt x="256909" y="101148"/>
                </a:lnTo>
                <a:lnTo>
                  <a:pt x="254966" y="99614"/>
                </a:lnTo>
                <a:lnTo>
                  <a:pt x="254761" y="95318"/>
                </a:lnTo>
                <a:lnTo>
                  <a:pt x="254250" y="94807"/>
                </a:lnTo>
                <a:lnTo>
                  <a:pt x="253739" y="94909"/>
                </a:lnTo>
                <a:lnTo>
                  <a:pt x="252920" y="91227"/>
                </a:lnTo>
                <a:lnTo>
                  <a:pt x="252818" y="91125"/>
                </a:lnTo>
                <a:close/>
                <a:moveTo>
                  <a:pt x="272352" y="115466"/>
                </a:moveTo>
                <a:lnTo>
                  <a:pt x="272352" y="116591"/>
                </a:lnTo>
                <a:lnTo>
                  <a:pt x="272659" y="116386"/>
                </a:lnTo>
                <a:lnTo>
                  <a:pt x="272352" y="116693"/>
                </a:lnTo>
                <a:lnTo>
                  <a:pt x="272352" y="117511"/>
                </a:lnTo>
                <a:lnTo>
                  <a:pt x="272557" y="117000"/>
                </a:lnTo>
                <a:lnTo>
                  <a:pt x="272557" y="117307"/>
                </a:lnTo>
                <a:lnTo>
                  <a:pt x="272659" y="117205"/>
                </a:lnTo>
                <a:lnTo>
                  <a:pt x="272455" y="117716"/>
                </a:lnTo>
                <a:lnTo>
                  <a:pt x="272352" y="117614"/>
                </a:lnTo>
                <a:lnTo>
                  <a:pt x="272352" y="118125"/>
                </a:lnTo>
                <a:lnTo>
                  <a:pt x="272659" y="118227"/>
                </a:lnTo>
                <a:lnTo>
                  <a:pt x="272352" y="118330"/>
                </a:lnTo>
                <a:lnTo>
                  <a:pt x="272352" y="118227"/>
                </a:lnTo>
                <a:lnTo>
                  <a:pt x="270920" y="120170"/>
                </a:lnTo>
                <a:lnTo>
                  <a:pt x="270205" y="120477"/>
                </a:lnTo>
                <a:lnTo>
                  <a:pt x="270716" y="121398"/>
                </a:lnTo>
                <a:lnTo>
                  <a:pt x="269386" y="122523"/>
                </a:lnTo>
                <a:lnTo>
                  <a:pt x="269591" y="122420"/>
                </a:lnTo>
                <a:lnTo>
                  <a:pt x="269489" y="122625"/>
                </a:lnTo>
                <a:lnTo>
                  <a:pt x="270102" y="122625"/>
                </a:lnTo>
                <a:lnTo>
                  <a:pt x="275216" y="118739"/>
                </a:lnTo>
                <a:lnTo>
                  <a:pt x="274091" y="119148"/>
                </a:lnTo>
                <a:lnTo>
                  <a:pt x="273273" y="118739"/>
                </a:lnTo>
                <a:lnTo>
                  <a:pt x="273580" y="117818"/>
                </a:lnTo>
                <a:lnTo>
                  <a:pt x="273477" y="117818"/>
                </a:lnTo>
                <a:lnTo>
                  <a:pt x="273477" y="117614"/>
                </a:lnTo>
                <a:lnTo>
                  <a:pt x="273170" y="118330"/>
                </a:lnTo>
                <a:lnTo>
                  <a:pt x="272659" y="117920"/>
                </a:lnTo>
                <a:lnTo>
                  <a:pt x="273273" y="116284"/>
                </a:lnTo>
                <a:lnTo>
                  <a:pt x="273068" y="116386"/>
                </a:lnTo>
                <a:lnTo>
                  <a:pt x="272761" y="115875"/>
                </a:lnTo>
                <a:lnTo>
                  <a:pt x="272557" y="115977"/>
                </a:lnTo>
                <a:lnTo>
                  <a:pt x="272557" y="115977"/>
                </a:lnTo>
                <a:lnTo>
                  <a:pt x="272659" y="115466"/>
                </a:lnTo>
                <a:close/>
                <a:moveTo>
                  <a:pt x="246959" y="123166"/>
                </a:moveTo>
                <a:lnTo>
                  <a:pt x="246901" y="123224"/>
                </a:lnTo>
                <a:lnTo>
                  <a:pt x="246901" y="123224"/>
                </a:lnTo>
                <a:lnTo>
                  <a:pt x="246959" y="123166"/>
                </a:lnTo>
                <a:close/>
                <a:moveTo>
                  <a:pt x="246901" y="123224"/>
                </a:moveTo>
                <a:lnTo>
                  <a:pt x="246886" y="123239"/>
                </a:lnTo>
                <a:lnTo>
                  <a:pt x="246784" y="123443"/>
                </a:lnTo>
                <a:lnTo>
                  <a:pt x="246784" y="123443"/>
                </a:lnTo>
                <a:lnTo>
                  <a:pt x="246901" y="123224"/>
                </a:lnTo>
                <a:close/>
                <a:moveTo>
                  <a:pt x="244841" y="121807"/>
                </a:moveTo>
                <a:lnTo>
                  <a:pt x="244330" y="123341"/>
                </a:lnTo>
                <a:lnTo>
                  <a:pt x="244432" y="123341"/>
                </a:lnTo>
                <a:lnTo>
                  <a:pt x="244330" y="123648"/>
                </a:lnTo>
                <a:lnTo>
                  <a:pt x="244227" y="123443"/>
                </a:lnTo>
                <a:lnTo>
                  <a:pt x="244330" y="124466"/>
                </a:lnTo>
                <a:lnTo>
                  <a:pt x="244023" y="124670"/>
                </a:lnTo>
                <a:lnTo>
                  <a:pt x="244739" y="124670"/>
                </a:lnTo>
                <a:lnTo>
                  <a:pt x="245659" y="123955"/>
                </a:lnTo>
                <a:lnTo>
                  <a:pt x="245557" y="124159"/>
                </a:lnTo>
                <a:lnTo>
                  <a:pt x="245557" y="124159"/>
                </a:lnTo>
                <a:lnTo>
                  <a:pt x="245966" y="124057"/>
                </a:lnTo>
                <a:lnTo>
                  <a:pt x="245761" y="124364"/>
                </a:lnTo>
                <a:lnTo>
                  <a:pt x="246901" y="123224"/>
                </a:lnTo>
                <a:lnTo>
                  <a:pt x="247602" y="121909"/>
                </a:lnTo>
                <a:lnTo>
                  <a:pt x="246375" y="122318"/>
                </a:lnTo>
                <a:lnTo>
                  <a:pt x="244841" y="121807"/>
                </a:lnTo>
                <a:close/>
                <a:moveTo>
                  <a:pt x="265623" y="124957"/>
                </a:moveTo>
                <a:lnTo>
                  <a:pt x="265500" y="124977"/>
                </a:lnTo>
                <a:lnTo>
                  <a:pt x="265705" y="124977"/>
                </a:lnTo>
                <a:lnTo>
                  <a:pt x="265623" y="124957"/>
                </a:lnTo>
                <a:close/>
                <a:moveTo>
                  <a:pt x="268568" y="121705"/>
                </a:moveTo>
                <a:lnTo>
                  <a:pt x="265091" y="124057"/>
                </a:lnTo>
                <a:lnTo>
                  <a:pt x="265193" y="123852"/>
                </a:lnTo>
                <a:lnTo>
                  <a:pt x="265193" y="123852"/>
                </a:lnTo>
                <a:lnTo>
                  <a:pt x="264784" y="124159"/>
                </a:lnTo>
                <a:lnTo>
                  <a:pt x="264580" y="124261"/>
                </a:lnTo>
                <a:lnTo>
                  <a:pt x="264375" y="124261"/>
                </a:lnTo>
                <a:lnTo>
                  <a:pt x="264375" y="124364"/>
                </a:lnTo>
                <a:lnTo>
                  <a:pt x="260489" y="126102"/>
                </a:lnTo>
                <a:lnTo>
                  <a:pt x="260489" y="126102"/>
                </a:lnTo>
                <a:lnTo>
                  <a:pt x="260591" y="126000"/>
                </a:lnTo>
                <a:lnTo>
                  <a:pt x="259466" y="126818"/>
                </a:lnTo>
                <a:lnTo>
                  <a:pt x="259670" y="126818"/>
                </a:lnTo>
                <a:lnTo>
                  <a:pt x="259364" y="126920"/>
                </a:lnTo>
                <a:lnTo>
                  <a:pt x="259568" y="126920"/>
                </a:lnTo>
                <a:lnTo>
                  <a:pt x="259063" y="127173"/>
                </a:lnTo>
                <a:lnTo>
                  <a:pt x="259063" y="127173"/>
                </a:lnTo>
                <a:lnTo>
                  <a:pt x="259159" y="127125"/>
                </a:lnTo>
                <a:lnTo>
                  <a:pt x="258955" y="127330"/>
                </a:lnTo>
                <a:lnTo>
                  <a:pt x="259261" y="127227"/>
                </a:lnTo>
                <a:lnTo>
                  <a:pt x="258955" y="127432"/>
                </a:lnTo>
                <a:lnTo>
                  <a:pt x="259670" y="127636"/>
                </a:lnTo>
                <a:lnTo>
                  <a:pt x="259875" y="127841"/>
                </a:lnTo>
                <a:lnTo>
                  <a:pt x="265295" y="124875"/>
                </a:lnTo>
                <a:lnTo>
                  <a:pt x="265623" y="124957"/>
                </a:lnTo>
                <a:lnTo>
                  <a:pt x="265623" y="124957"/>
                </a:lnTo>
                <a:lnTo>
                  <a:pt x="266114" y="124875"/>
                </a:lnTo>
                <a:lnTo>
                  <a:pt x="266011" y="124670"/>
                </a:lnTo>
                <a:lnTo>
                  <a:pt x="265909" y="124670"/>
                </a:lnTo>
                <a:lnTo>
                  <a:pt x="269284" y="122318"/>
                </a:lnTo>
                <a:lnTo>
                  <a:pt x="268875" y="122420"/>
                </a:lnTo>
                <a:lnTo>
                  <a:pt x="268875" y="122420"/>
                </a:lnTo>
                <a:lnTo>
                  <a:pt x="269080" y="122318"/>
                </a:lnTo>
                <a:lnTo>
                  <a:pt x="269284" y="122216"/>
                </a:lnTo>
                <a:lnTo>
                  <a:pt x="269284" y="122216"/>
                </a:lnTo>
                <a:lnTo>
                  <a:pt x="268670" y="122420"/>
                </a:lnTo>
                <a:lnTo>
                  <a:pt x="269080" y="122114"/>
                </a:lnTo>
                <a:lnTo>
                  <a:pt x="268159" y="122420"/>
                </a:lnTo>
                <a:lnTo>
                  <a:pt x="268261" y="122011"/>
                </a:lnTo>
                <a:lnTo>
                  <a:pt x="268568" y="121705"/>
                </a:lnTo>
                <a:close/>
                <a:moveTo>
                  <a:pt x="76909" y="132648"/>
                </a:moveTo>
                <a:lnTo>
                  <a:pt x="77216" y="132852"/>
                </a:lnTo>
                <a:lnTo>
                  <a:pt x="77011" y="132955"/>
                </a:lnTo>
                <a:lnTo>
                  <a:pt x="77216" y="133057"/>
                </a:lnTo>
                <a:lnTo>
                  <a:pt x="76807" y="133261"/>
                </a:lnTo>
                <a:lnTo>
                  <a:pt x="77625" y="133057"/>
                </a:lnTo>
                <a:lnTo>
                  <a:pt x="77830" y="132750"/>
                </a:lnTo>
                <a:lnTo>
                  <a:pt x="76909" y="132648"/>
                </a:lnTo>
                <a:close/>
                <a:moveTo>
                  <a:pt x="78136" y="132545"/>
                </a:moveTo>
                <a:lnTo>
                  <a:pt x="78136" y="133261"/>
                </a:lnTo>
                <a:lnTo>
                  <a:pt x="78648" y="133364"/>
                </a:lnTo>
                <a:lnTo>
                  <a:pt x="78545" y="133159"/>
                </a:lnTo>
                <a:lnTo>
                  <a:pt x="78852" y="133057"/>
                </a:lnTo>
                <a:lnTo>
                  <a:pt x="78955" y="132852"/>
                </a:lnTo>
                <a:lnTo>
                  <a:pt x="79057" y="132750"/>
                </a:lnTo>
                <a:lnTo>
                  <a:pt x="78750" y="132852"/>
                </a:lnTo>
                <a:lnTo>
                  <a:pt x="78443" y="132648"/>
                </a:lnTo>
                <a:lnTo>
                  <a:pt x="78545" y="132648"/>
                </a:lnTo>
                <a:lnTo>
                  <a:pt x="78136" y="132545"/>
                </a:lnTo>
                <a:close/>
                <a:moveTo>
                  <a:pt x="78136" y="133261"/>
                </a:moveTo>
                <a:lnTo>
                  <a:pt x="78136" y="133568"/>
                </a:lnTo>
                <a:lnTo>
                  <a:pt x="78341" y="133364"/>
                </a:lnTo>
                <a:lnTo>
                  <a:pt x="78136" y="133261"/>
                </a:lnTo>
                <a:close/>
                <a:moveTo>
                  <a:pt x="68830" y="133875"/>
                </a:moveTo>
                <a:lnTo>
                  <a:pt x="67970" y="133970"/>
                </a:lnTo>
                <a:lnTo>
                  <a:pt x="67970" y="133970"/>
                </a:lnTo>
                <a:lnTo>
                  <a:pt x="68114" y="133875"/>
                </a:lnTo>
                <a:close/>
                <a:moveTo>
                  <a:pt x="63920" y="8386"/>
                </a:moveTo>
                <a:lnTo>
                  <a:pt x="62795" y="8795"/>
                </a:lnTo>
                <a:lnTo>
                  <a:pt x="63000" y="8795"/>
                </a:lnTo>
                <a:lnTo>
                  <a:pt x="62182" y="9000"/>
                </a:lnTo>
                <a:lnTo>
                  <a:pt x="61568" y="10330"/>
                </a:lnTo>
                <a:lnTo>
                  <a:pt x="62693" y="10534"/>
                </a:lnTo>
                <a:lnTo>
                  <a:pt x="62693" y="10636"/>
                </a:lnTo>
                <a:lnTo>
                  <a:pt x="62386" y="10739"/>
                </a:lnTo>
                <a:lnTo>
                  <a:pt x="62591" y="10636"/>
                </a:lnTo>
                <a:lnTo>
                  <a:pt x="61977" y="10841"/>
                </a:lnTo>
                <a:lnTo>
                  <a:pt x="62080" y="10841"/>
                </a:lnTo>
                <a:lnTo>
                  <a:pt x="61568" y="11148"/>
                </a:lnTo>
                <a:lnTo>
                  <a:pt x="62182" y="11250"/>
                </a:lnTo>
                <a:lnTo>
                  <a:pt x="60136" y="12068"/>
                </a:lnTo>
                <a:lnTo>
                  <a:pt x="59727" y="12784"/>
                </a:lnTo>
                <a:lnTo>
                  <a:pt x="59216" y="12784"/>
                </a:lnTo>
                <a:lnTo>
                  <a:pt x="59216" y="13091"/>
                </a:lnTo>
                <a:lnTo>
                  <a:pt x="59114" y="12682"/>
                </a:lnTo>
                <a:lnTo>
                  <a:pt x="59420" y="12682"/>
                </a:lnTo>
                <a:lnTo>
                  <a:pt x="59727" y="12477"/>
                </a:lnTo>
                <a:lnTo>
                  <a:pt x="59420" y="12477"/>
                </a:lnTo>
                <a:lnTo>
                  <a:pt x="60239" y="11557"/>
                </a:lnTo>
                <a:lnTo>
                  <a:pt x="59523" y="11761"/>
                </a:lnTo>
                <a:lnTo>
                  <a:pt x="59523" y="11761"/>
                </a:lnTo>
                <a:lnTo>
                  <a:pt x="59932" y="11557"/>
                </a:lnTo>
                <a:lnTo>
                  <a:pt x="59523" y="11557"/>
                </a:lnTo>
                <a:lnTo>
                  <a:pt x="59420" y="11352"/>
                </a:lnTo>
                <a:lnTo>
                  <a:pt x="58602" y="11455"/>
                </a:lnTo>
                <a:lnTo>
                  <a:pt x="58500" y="11864"/>
                </a:lnTo>
                <a:lnTo>
                  <a:pt x="59114" y="11966"/>
                </a:lnTo>
                <a:lnTo>
                  <a:pt x="58500" y="12068"/>
                </a:lnTo>
                <a:lnTo>
                  <a:pt x="58295" y="11761"/>
                </a:lnTo>
                <a:lnTo>
                  <a:pt x="58295" y="11966"/>
                </a:lnTo>
                <a:lnTo>
                  <a:pt x="54307" y="11557"/>
                </a:lnTo>
                <a:lnTo>
                  <a:pt x="53795" y="11045"/>
                </a:lnTo>
                <a:lnTo>
                  <a:pt x="51750" y="11557"/>
                </a:lnTo>
                <a:lnTo>
                  <a:pt x="54000" y="11250"/>
                </a:lnTo>
                <a:lnTo>
                  <a:pt x="54000" y="11250"/>
                </a:lnTo>
                <a:lnTo>
                  <a:pt x="52057" y="11966"/>
                </a:lnTo>
                <a:lnTo>
                  <a:pt x="51239" y="13193"/>
                </a:lnTo>
                <a:lnTo>
                  <a:pt x="50932" y="12068"/>
                </a:lnTo>
                <a:lnTo>
                  <a:pt x="50727" y="11966"/>
                </a:lnTo>
                <a:lnTo>
                  <a:pt x="50625" y="11864"/>
                </a:lnTo>
                <a:lnTo>
                  <a:pt x="46943" y="11864"/>
                </a:lnTo>
                <a:lnTo>
                  <a:pt x="48375" y="11455"/>
                </a:lnTo>
                <a:lnTo>
                  <a:pt x="42341" y="10636"/>
                </a:lnTo>
                <a:lnTo>
                  <a:pt x="42852" y="10330"/>
                </a:lnTo>
                <a:lnTo>
                  <a:pt x="43057" y="9920"/>
                </a:lnTo>
                <a:lnTo>
                  <a:pt x="42545" y="10023"/>
                </a:lnTo>
                <a:lnTo>
                  <a:pt x="42750" y="10125"/>
                </a:lnTo>
                <a:lnTo>
                  <a:pt x="41420" y="10636"/>
                </a:lnTo>
                <a:lnTo>
                  <a:pt x="41420" y="9920"/>
                </a:lnTo>
                <a:lnTo>
                  <a:pt x="40909" y="9716"/>
                </a:lnTo>
                <a:lnTo>
                  <a:pt x="40909" y="9716"/>
                </a:lnTo>
                <a:lnTo>
                  <a:pt x="41011" y="9818"/>
                </a:lnTo>
                <a:lnTo>
                  <a:pt x="41114" y="9818"/>
                </a:lnTo>
                <a:lnTo>
                  <a:pt x="39580" y="10330"/>
                </a:lnTo>
                <a:lnTo>
                  <a:pt x="39989" y="10125"/>
                </a:lnTo>
                <a:lnTo>
                  <a:pt x="37841" y="10739"/>
                </a:lnTo>
                <a:lnTo>
                  <a:pt x="38045" y="10534"/>
                </a:lnTo>
                <a:lnTo>
                  <a:pt x="37739" y="10636"/>
                </a:lnTo>
                <a:lnTo>
                  <a:pt x="37841" y="10636"/>
                </a:lnTo>
                <a:lnTo>
                  <a:pt x="36409" y="11045"/>
                </a:lnTo>
                <a:lnTo>
                  <a:pt x="36102" y="11045"/>
                </a:lnTo>
                <a:lnTo>
                  <a:pt x="35898" y="11148"/>
                </a:lnTo>
                <a:lnTo>
                  <a:pt x="35898" y="11045"/>
                </a:lnTo>
                <a:lnTo>
                  <a:pt x="36102" y="11045"/>
                </a:lnTo>
                <a:lnTo>
                  <a:pt x="39682" y="9920"/>
                </a:lnTo>
                <a:lnTo>
                  <a:pt x="37330" y="10330"/>
                </a:lnTo>
                <a:lnTo>
                  <a:pt x="37432" y="10330"/>
                </a:lnTo>
                <a:lnTo>
                  <a:pt x="35795" y="10739"/>
                </a:lnTo>
                <a:lnTo>
                  <a:pt x="36307" y="10534"/>
                </a:lnTo>
                <a:lnTo>
                  <a:pt x="34466" y="10841"/>
                </a:lnTo>
                <a:lnTo>
                  <a:pt x="34670" y="10943"/>
                </a:lnTo>
                <a:lnTo>
                  <a:pt x="34364" y="11045"/>
                </a:lnTo>
                <a:lnTo>
                  <a:pt x="34568" y="11148"/>
                </a:lnTo>
                <a:lnTo>
                  <a:pt x="25466" y="9716"/>
                </a:lnTo>
                <a:lnTo>
                  <a:pt x="25773" y="9614"/>
                </a:lnTo>
                <a:lnTo>
                  <a:pt x="25466" y="9614"/>
                </a:lnTo>
                <a:lnTo>
                  <a:pt x="25466" y="9511"/>
                </a:lnTo>
                <a:lnTo>
                  <a:pt x="25364" y="9511"/>
                </a:lnTo>
                <a:lnTo>
                  <a:pt x="25773" y="9409"/>
                </a:lnTo>
                <a:lnTo>
                  <a:pt x="24239" y="9307"/>
                </a:lnTo>
                <a:lnTo>
                  <a:pt x="24341" y="9205"/>
                </a:lnTo>
                <a:lnTo>
                  <a:pt x="23318" y="9409"/>
                </a:lnTo>
                <a:lnTo>
                  <a:pt x="23318" y="9307"/>
                </a:lnTo>
                <a:lnTo>
                  <a:pt x="24034" y="9102"/>
                </a:lnTo>
                <a:lnTo>
                  <a:pt x="23625" y="9000"/>
                </a:lnTo>
                <a:lnTo>
                  <a:pt x="23727" y="8898"/>
                </a:lnTo>
                <a:lnTo>
                  <a:pt x="23727" y="8898"/>
                </a:lnTo>
                <a:lnTo>
                  <a:pt x="21068" y="9409"/>
                </a:lnTo>
                <a:lnTo>
                  <a:pt x="21068" y="9409"/>
                </a:lnTo>
                <a:lnTo>
                  <a:pt x="21273" y="9307"/>
                </a:lnTo>
                <a:lnTo>
                  <a:pt x="20455" y="9511"/>
                </a:lnTo>
                <a:lnTo>
                  <a:pt x="20761" y="9614"/>
                </a:lnTo>
                <a:lnTo>
                  <a:pt x="20148" y="9818"/>
                </a:lnTo>
                <a:lnTo>
                  <a:pt x="20045" y="9818"/>
                </a:lnTo>
                <a:lnTo>
                  <a:pt x="20455" y="9614"/>
                </a:lnTo>
                <a:lnTo>
                  <a:pt x="18637" y="9901"/>
                </a:lnTo>
                <a:lnTo>
                  <a:pt x="18637" y="9901"/>
                </a:lnTo>
                <a:lnTo>
                  <a:pt x="13295" y="11455"/>
                </a:lnTo>
                <a:lnTo>
                  <a:pt x="13398" y="11455"/>
                </a:lnTo>
                <a:lnTo>
                  <a:pt x="13193" y="11557"/>
                </a:lnTo>
                <a:lnTo>
                  <a:pt x="14011" y="12273"/>
                </a:lnTo>
                <a:lnTo>
                  <a:pt x="13909" y="12682"/>
                </a:lnTo>
                <a:lnTo>
                  <a:pt x="14625" y="12580"/>
                </a:lnTo>
                <a:lnTo>
                  <a:pt x="14625" y="12580"/>
                </a:lnTo>
                <a:lnTo>
                  <a:pt x="14523" y="12682"/>
                </a:lnTo>
                <a:lnTo>
                  <a:pt x="14932" y="12682"/>
                </a:lnTo>
                <a:lnTo>
                  <a:pt x="14523" y="12989"/>
                </a:lnTo>
                <a:lnTo>
                  <a:pt x="15341" y="13091"/>
                </a:lnTo>
                <a:lnTo>
                  <a:pt x="14727" y="13193"/>
                </a:lnTo>
                <a:lnTo>
                  <a:pt x="14523" y="12989"/>
                </a:lnTo>
                <a:lnTo>
                  <a:pt x="14420" y="12886"/>
                </a:lnTo>
                <a:lnTo>
                  <a:pt x="14420" y="12784"/>
                </a:lnTo>
                <a:lnTo>
                  <a:pt x="14114" y="12989"/>
                </a:lnTo>
                <a:lnTo>
                  <a:pt x="14114" y="13295"/>
                </a:lnTo>
                <a:lnTo>
                  <a:pt x="14523" y="13295"/>
                </a:lnTo>
                <a:lnTo>
                  <a:pt x="14420" y="13398"/>
                </a:lnTo>
                <a:lnTo>
                  <a:pt x="12375" y="13398"/>
                </a:lnTo>
                <a:lnTo>
                  <a:pt x="12886" y="13091"/>
                </a:lnTo>
                <a:lnTo>
                  <a:pt x="11250" y="13398"/>
                </a:lnTo>
                <a:lnTo>
                  <a:pt x="11352" y="13398"/>
                </a:lnTo>
                <a:lnTo>
                  <a:pt x="9205" y="13909"/>
                </a:lnTo>
                <a:lnTo>
                  <a:pt x="9818" y="14216"/>
                </a:lnTo>
                <a:lnTo>
                  <a:pt x="9102" y="14318"/>
                </a:lnTo>
                <a:lnTo>
                  <a:pt x="9205" y="14523"/>
                </a:lnTo>
                <a:lnTo>
                  <a:pt x="9102" y="14932"/>
                </a:lnTo>
                <a:lnTo>
                  <a:pt x="11045" y="14932"/>
                </a:lnTo>
                <a:lnTo>
                  <a:pt x="11045" y="15034"/>
                </a:lnTo>
                <a:lnTo>
                  <a:pt x="12580" y="14625"/>
                </a:lnTo>
                <a:lnTo>
                  <a:pt x="12784" y="14830"/>
                </a:lnTo>
                <a:lnTo>
                  <a:pt x="12068" y="15034"/>
                </a:lnTo>
                <a:lnTo>
                  <a:pt x="11659" y="15648"/>
                </a:lnTo>
                <a:lnTo>
                  <a:pt x="10534" y="15852"/>
                </a:lnTo>
                <a:lnTo>
                  <a:pt x="8795" y="16261"/>
                </a:lnTo>
                <a:lnTo>
                  <a:pt x="8489" y="16159"/>
                </a:lnTo>
                <a:lnTo>
                  <a:pt x="7745" y="16624"/>
                </a:lnTo>
                <a:lnTo>
                  <a:pt x="7745" y="16624"/>
                </a:lnTo>
                <a:lnTo>
                  <a:pt x="5727" y="17489"/>
                </a:lnTo>
                <a:lnTo>
                  <a:pt x="5830" y="17489"/>
                </a:lnTo>
                <a:lnTo>
                  <a:pt x="5420" y="17693"/>
                </a:lnTo>
                <a:lnTo>
                  <a:pt x="5625" y="17693"/>
                </a:lnTo>
                <a:lnTo>
                  <a:pt x="5318" y="17898"/>
                </a:lnTo>
                <a:lnTo>
                  <a:pt x="5420" y="17898"/>
                </a:lnTo>
                <a:lnTo>
                  <a:pt x="5318" y="18102"/>
                </a:lnTo>
                <a:lnTo>
                  <a:pt x="5318" y="18102"/>
                </a:lnTo>
                <a:lnTo>
                  <a:pt x="5727" y="17898"/>
                </a:lnTo>
                <a:lnTo>
                  <a:pt x="5625" y="18000"/>
                </a:lnTo>
                <a:lnTo>
                  <a:pt x="5727" y="18000"/>
                </a:lnTo>
                <a:lnTo>
                  <a:pt x="5625" y="18102"/>
                </a:lnTo>
                <a:lnTo>
                  <a:pt x="5830" y="18102"/>
                </a:lnTo>
                <a:lnTo>
                  <a:pt x="5420" y="18205"/>
                </a:lnTo>
                <a:lnTo>
                  <a:pt x="6545" y="18307"/>
                </a:lnTo>
                <a:lnTo>
                  <a:pt x="6239" y="18307"/>
                </a:lnTo>
                <a:lnTo>
                  <a:pt x="6443" y="18409"/>
                </a:lnTo>
                <a:lnTo>
                  <a:pt x="6034" y="18614"/>
                </a:lnTo>
                <a:lnTo>
                  <a:pt x="6034" y="18614"/>
                </a:lnTo>
                <a:lnTo>
                  <a:pt x="6136" y="18409"/>
                </a:lnTo>
                <a:lnTo>
                  <a:pt x="5625" y="18511"/>
                </a:lnTo>
                <a:lnTo>
                  <a:pt x="5625" y="18307"/>
                </a:lnTo>
                <a:lnTo>
                  <a:pt x="4807" y="18614"/>
                </a:lnTo>
                <a:lnTo>
                  <a:pt x="5011" y="18614"/>
                </a:lnTo>
                <a:lnTo>
                  <a:pt x="5011" y="19227"/>
                </a:lnTo>
                <a:lnTo>
                  <a:pt x="7466" y="18511"/>
                </a:lnTo>
                <a:lnTo>
                  <a:pt x="7466" y="18511"/>
                </a:lnTo>
                <a:lnTo>
                  <a:pt x="5727" y="19943"/>
                </a:lnTo>
                <a:lnTo>
                  <a:pt x="5932" y="19943"/>
                </a:lnTo>
                <a:lnTo>
                  <a:pt x="5011" y="20352"/>
                </a:lnTo>
                <a:lnTo>
                  <a:pt x="6750" y="20045"/>
                </a:lnTo>
                <a:lnTo>
                  <a:pt x="7159" y="20352"/>
                </a:lnTo>
                <a:lnTo>
                  <a:pt x="8386" y="20045"/>
                </a:lnTo>
                <a:lnTo>
                  <a:pt x="8386" y="20045"/>
                </a:lnTo>
                <a:lnTo>
                  <a:pt x="7875" y="20352"/>
                </a:lnTo>
                <a:lnTo>
                  <a:pt x="7875" y="20352"/>
                </a:lnTo>
                <a:lnTo>
                  <a:pt x="9511" y="19943"/>
                </a:lnTo>
                <a:lnTo>
                  <a:pt x="8080" y="20761"/>
                </a:lnTo>
                <a:lnTo>
                  <a:pt x="8182" y="20864"/>
                </a:lnTo>
                <a:lnTo>
                  <a:pt x="5523" y="22193"/>
                </a:lnTo>
                <a:lnTo>
                  <a:pt x="5523" y="22091"/>
                </a:lnTo>
                <a:lnTo>
                  <a:pt x="3375" y="22909"/>
                </a:lnTo>
                <a:lnTo>
                  <a:pt x="3375" y="23114"/>
                </a:lnTo>
                <a:lnTo>
                  <a:pt x="3170" y="23011"/>
                </a:lnTo>
                <a:lnTo>
                  <a:pt x="2966" y="23114"/>
                </a:lnTo>
                <a:lnTo>
                  <a:pt x="2966" y="23114"/>
                </a:lnTo>
                <a:lnTo>
                  <a:pt x="3170" y="22909"/>
                </a:lnTo>
                <a:lnTo>
                  <a:pt x="2864" y="23011"/>
                </a:lnTo>
                <a:lnTo>
                  <a:pt x="2864" y="23011"/>
                </a:lnTo>
                <a:lnTo>
                  <a:pt x="2966" y="22909"/>
                </a:lnTo>
                <a:lnTo>
                  <a:pt x="1120" y="23634"/>
                </a:lnTo>
                <a:lnTo>
                  <a:pt x="1120" y="23634"/>
                </a:lnTo>
                <a:lnTo>
                  <a:pt x="1023" y="23830"/>
                </a:lnTo>
                <a:lnTo>
                  <a:pt x="2276" y="23472"/>
                </a:lnTo>
                <a:lnTo>
                  <a:pt x="2276" y="23472"/>
                </a:lnTo>
                <a:lnTo>
                  <a:pt x="3886" y="23114"/>
                </a:lnTo>
                <a:lnTo>
                  <a:pt x="3682" y="23318"/>
                </a:lnTo>
                <a:lnTo>
                  <a:pt x="5069" y="22823"/>
                </a:lnTo>
                <a:lnTo>
                  <a:pt x="5069" y="22823"/>
                </a:lnTo>
                <a:lnTo>
                  <a:pt x="5216" y="22602"/>
                </a:lnTo>
                <a:lnTo>
                  <a:pt x="5932" y="22398"/>
                </a:lnTo>
                <a:lnTo>
                  <a:pt x="5830" y="22398"/>
                </a:lnTo>
                <a:lnTo>
                  <a:pt x="10534" y="20761"/>
                </a:lnTo>
                <a:lnTo>
                  <a:pt x="10432" y="20761"/>
                </a:lnTo>
                <a:lnTo>
                  <a:pt x="11352" y="20352"/>
                </a:lnTo>
                <a:lnTo>
                  <a:pt x="11455" y="19943"/>
                </a:lnTo>
                <a:lnTo>
                  <a:pt x="12580" y="19330"/>
                </a:lnTo>
                <a:lnTo>
                  <a:pt x="12580" y="19432"/>
                </a:lnTo>
                <a:lnTo>
                  <a:pt x="12886" y="19330"/>
                </a:lnTo>
                <a:lnTo>
                  <a:pt x="12886" y="19227"/>
                </a:lnTo>
                <a:lnTo>
                  <a:pt x="17386" y="17693"/>
                </a:lnTo>
                <a:lnTo>
                  <a:pt x="16568" y="18102"/>
                </a:lnTo>
                <a:lnTo>
                  <a:pt x="16875" y="18205"/>
                </a:lnTo>
                <a:lnTo>
                  <a:pt x="16875" y="18307"/>
                </a:lnTo>
                <a:lnTo>
                  <a:pt x="14011" y="19125"/>
                </a:lnTo>
                <a:lnTo>
                  <a:pt x="14318" y="19330"/>
                </a:lnTo>
                <a:lnTo>
                  <a:pt x="13193" y="19841"/>
                </a:lnTo>
                <a:lnTo>
                  <a:pt x="15443" y="19227"/>
                </a:lnTo>
                <a:lnTo>
                  <a:pt x="15443" y="19227"/>
                </a:lnTo>
                <a:lnTo>
                  <a:pt x="15341" y="19330"/>
                </a:lnTo>
                <a:lnTo>
                  <a:pt x="15852" y="19023"/>
                </a:lnTo>
                <a:lnTo>
                  <a:pt x="15852" y="19125"/>
                </a:lnTo>
                <a:lnTo>
                  <a:pt x="17284" y="18614"/>
                </a:lnTo>
                <a:lnTo>
                  <a:pt x="16875" y="18614"/>
                </a:lnTo>
                <a:lnTo>
                  <a:pt x="17284" y="18409"/>
                </a:lnTo>
                <a:lnTo>
                  <a:pt x="17182" y="18409"/>
                </a:lnTo>
                <a:lnTo>
                  <a:pt x="17554" y="18186"/>
                </a:lnTo>
                <a:lnTo>
                  <a:pt x="17554" y="18186"/>
                </a:lnTo>
                <a:lnTo>
                  <a:pt x="18205" y="18000"/>
                </a:lnTo>
                <a:lnTo>
                  <a:pt x="18205" y="18000"/>
                </a:lnTo>
                <a:lnTo>
                  <a:pt x="17795" y="18307"/>
                </a:lnTo>
                <a:lnTo>
                  <a:pt x="19125" y="18102"/>
                </a:lnTo>
                <a:lnTo>
                  <a:pt x="18614" y="18409"/>
                </a:lnTo>
                <a:lnTo>
                  <a:pt x="18818" y="18409"/>
                </a:lnTo>
                <a:lnTo>
                  <a:pt x="18818" y="18511"/>
                </a:lnTo>
                <a:lnTo>
                  <a:pt x="19125" y="18511"/>
                </a:lnTo>
                <a:lnTo>
                  <a:pt x="18818" y="18716"/>
                </a:lnTo>
                <a:lnTo>
                  <a:pt x="19227" y="18716"/>
                </a:lnTo>
                <a:lnTo>
                  <a:pt x="19841" y="18511"/>
                </a:lnTo>
                <a:lnTo>
                  <a:pt x="19432" y="18920"/>
                </a:lnTo>
                <a:lnTo>
                  <a:pt x="19636" y="19125"/>
                </a:lnTo>
                <a:lnTo>
                  <a:pt x="21682" y="19023"/>
                </a:lnTo>
                <a:lnTo>
                  <a:pt x="21682" y="19023"/>
                </a:lnTo>
                <a:lnTo>
                  <a:pt x="21477" y="19227"/>
                </a:lnTo>
                <a:lnTo>
                  <a:pt x="23216" y="19227"/>
                </a:lnTo>
                <a:lnTo>
                  <a:pt x="22295" y="19534"/>
                </a:lnTo>
                <a:lnTo>
                  <a:pt x="22909" y="19943"/>
                </a:lnTo>
                <a:lnTo>
                  <a:pt x="22807" y="19943"/>
                </a:lnTo>
                <a:lnTo>
                  <a:pt x="23216" y="20659"/>
                </a:lnTo>
                <a:lnTo>
                  <a:pt x="23830" y="20659"/>
                </a:lnTo>
                <a:lnTo>
                  <a:pt x="23830" y="20455"/>
                </a:lnTo>
                <a:lnTo>
                  <a:pt x="24034" y="20352"/>
                </a:lnTo>
                <a:lnTo>
                  <a:pt x="23625" y="20148"/>
                </a:lnTo>
                <a:lnTo>
                  <a:pt x="24545" y="20045"/>
                </a:lnTo>
                <a:lnTo>
                  <a:pt x="24443" y="20148"/>
                </a:lnTo>
                <a:lnTo>
                  <a:pt x="24648" y="20148"/>
                </a:lnTo>
                <a:lnTo>
                  <a:pt x="24136" y="20659"/>
                </a:lnTo>
                <a:lnTo>
                  <a:pt x="24545" y="20761"/>
                </a:lnTo>
                <a:lnTo>
                  <a:pt x="25466" y="19636"/>
                </a:lnTo>
                <a:lnTo>
                  <a:pt x="24955" y="20557"/>
                </a:lnTo>
                <a:lnTo>
                  <a:pt x="25159" y="20761"/>
                </a:lnTo>
                <a:lnTo>
                  <a:pt x="25670" y="20557"/>
                </a:lnTo>
                <a:lnTo>
                  <a:pt x="25159" y="20966"/>
                </a:lnTo>
                <a:lnTo>
                  <a:pt x="25568" y="21170"/>
                </a:lnTo>
                <a:lnTo>
                  <a:pt x="24750" y="21784"/>
                </a:lnTo>
                <a:lnTo>
                  <a:pt x="25159" y="21886"/>
                </a:lnTo>
                <a:lnTo>
                  <a:pt x="25159" y="22193"/>
                </a:lnTo>
                <a:lnTo>
                  <a:pt x="25057" y="22295"/>
                </a:lnTo>
                <a:lnTo>
                  <a:pt x="25364" y="22705"/>
                </a:lnTo>
                <a:lnTo>
                  <a:pt x="24648" y="23114"/>
                </a:lnTo>
                <a:lnTo>
                  <a:pt x="24545" y="23420"/>
                </a:lnTo>
                <a:lnTo>
                  <a:pt x="25670" y="22807"/>
                </a:lnTo>
                <a:lnTo>
                  <a:pt x="24750" y="24136"/>
                </a:lnTo>
                <a:lnTo>
                  <a:pt x="26284" y="23011"/>
                </a:lnTo>
                <a:lnTo>
                  <a:pt x="26284" y="23011"/>
                </a:lnTo>
                <a:lnTo>
                  <a:pt x="25568" y="23830"/>
                </a:lnTo>
                <a:lnTo>
                  <a:pt x="25568" y="23830"/>
                </a:lnTo>
                <a:lnTo>
                  <a:pt x="26182" y="23318"/>
                </a:lnTo>
                <a:lnTo>
                  <a:pt x="26182" y="23495"/>
                </a:lnTo>
                <a:lnTo>
                  <a:pt x="26182" y="23495"/>
                </a:lnTo>
                <a:lnTo>
                  <a:pt x="24750" y="24545"/>
                </a:lnTo>
                <a:lnTo>
                  <a:pt x="25159" y="24648"/>
                </a:lnTo>
                <a:lnTo>
                  <a:pt x="24443" y="25364"/>
                </a:lnTo>
                <a:lnTo>
                  <a:pt x="24443" y="25568"/>
                </a:lnTo>
                <a:lnTo>
                  <a:pt x="25261" y="25261"/>
                </a:lnTo>
                <a:lnTo>
                  <a:pt x="25364" y="25159"/>
                </a:lnTo>
                <a:lnTo>
                  <a:pt x="25773" y="25057"/>
                </a:lnTo>
                <a:lnTo>
                  <a:pt x="25364" y="25261"/>
                </a:lnTo>
                <a:lnTo>
                  <a:pt x="25773" y="25568"/>
                </a:lnTo>
                <a:lnTo>
                  <a:pt x="25261" y="25261"/>
                </a:lnTo>
                <a:lnTo>
                  <a:pt x="24955" y="25466"/>
                </a:lnTo>
                <a:lnTo>
                  <a:pt x="25364" y="25977"/>
                </a:lnTo>
                <a:lnTo>
                  <a:pt x="24750" y="26489"/>
                </a:lnTo>
                <a:lnTo>
                  <a:pt x="24750" y="26489"/>
                </a:lnTo>
                <a:lnTo>
                  <a:pt x="25159" y="26284"/>
                </a:lnTo>
                <a:lnTo>
                  <a:pt x="24545" y="26693"/>
                </a:lnTo>
                <a:lnTo>
                  <a:pt x="24443" y="27000"/>
                </a:lnTo>
                <a:lnTo>
                  <a:pt x="26080" y="25977"/>
                </a:lnTo>
                <a:lnTo>
                  <a:pt x="25670" y="26386"/>
                </a:lnTo>
                <a:lnTo>
                  <a:pt x="25773" y="26795"/>
                </a:lnTo>
                <a:lnTo>
                  <a:pt x="25568" y="26489"/>
                </a:lnTo>
                <a:lnTo>
                  <a:pt x="24852" y="26795"/>
                </a:lnTo>
                <a:lnTo>
                  <a:pt x="24955" y="26795"/>
                </a:lnTo>
                <a:lnTo>
                  <a:pt x="24545" y="27307"/>
                </a:lnTo>
                <a:lnTo>
                  <a:pt x="25466" y="27102"/>
                </a:lnTo>
                <a:lnTo>
                  <a:pt x="24341" y="27614"/>
                </a:lnTo>
                <a:lnTo>
                  <a:pt x="25159" y="27818"/>
                </a:lnTo>
                <a:lnTo>
                  <a:pt x="25057" y="27920"/>
                </a:lnTo>
                <a:lnTo>
                  <a:pt x="25159" y="28023"/>
                </a:lnTo>
                <a:lnTo>
                  <a:pt x="24852" y="28125"/>
                </a:lnTo>
                <a:lnTo>
                  <a:pt x="25364" y="28125"/>
                </a:lnTo>
                <a:lnTo>
                  <a:pt x="24852" y="28227"/>
                </a:lnTo>
                <a:lnTo>
                  <a:pt x="25977" y="28227"/>
                </a:lnTo>
                <a:lnTo>
                  <a:pt x="26284" y="27920"/>
                </a:lnTo>
                <a:lnTo>
                  <a:pt x="25773" y="28841"/>
                </a:lnTo>
                <a:lnTo>
                  <a:pt x="26591" y="28636"/>
                </a:lnTo>
                <a:lnTo>
                  <a:pt x="26489" y="29148"/>
                </a:lnTo>
                <a:lnTo>
                  <a:pt x="26182" y="29352"/>
                </a:lnTo>
                <a:lnTo>
                  <a:pt x="26182" y="29352"/>
                </a:lnTo>
                <a:lnTo>
                  <a:pt x="26795" y="29148"/>
                </a:lnTo>
                <a:lnTo>
                  <a:pt x="26489" y="29455"/>
                </a:lnTo>
                <a:lnTo>
                  <a:pt x="26898" y="29455"/>
                </a:lnTo>
                <a:lnTo>
                  <a:pt x="26489" y="29659"/>
                </a:lnTo>
                <a:lnTo>
                  <a:pt x="26489" y="29864"/>
                </a:lnTo>
                <a:lnTo>
                  <a:pt x="26591" y="30068"/>
                </a:lnTo>
                <a:lnTo>
                  <a:pt x="26693" y="30068"/>
                </a:lnTo>
                <a:lnTo>
                  <a:pt x="26386" y="30375"/>
                </a:lnTo>
                <a:lnTo>
                  <a:pt x="26386" y="30682"/>
                </a:lnTo>
                <a:lnTo>
                  <a:pt x="26489" y="30682"/>
                </a:lnTo>
                <a:lnTo>
                  <a:pt x="26386" y="30784"/>
                </a:lnTo>
                <a:lnTo>
                  <a:pt x="26386" y="30682"/>
                </a:lnTo>
                <a:lnTo>
                  <a:pt x="26080" y="31295"/>
                </a:lnTo>
                <a:lnTo>
                  <a:pt x="25670" y="31500"/>
                </a:lnTo>
                <a:lnTo>
                  <a:pt x="25568" y="31602"/>
                </a:lnTo>
                <a:lnTo>
                  <a:pt x="25568" y="31500"/>
                </a:lnTo>
                <a:lnTo>
                  <a:pt x="25670" y="31500"/>
                </a:lnTo>
                <a:lnTo>
                  <a:pt x="26182" y="30886"/>
                </a:lnTo>
                <a:lnTo>
                  <a:pt x="26182" y="30886"/>
                </a:lnTo>
                <a:lnTo>
                  <a:pt x="25466" y="31398"/>
                </a:lnTo>
                <a:lnTo>
                  <a:pt x="25875" y="30989"/>
                </a:lnTo>
                <a:lnTo>
                  <a:pt x="25875" y="31091"/>
                </a:lnTo>
                <a:lnTo>
                  <a:pt x="26182" y="30682"/>
                </a:lnTo>
                <a:lnTo>
                  <a:pt x="24852" y="30477"/>
                </a:lnTo>
                <a:lnTo>
                  <a:pt x="24341" y="31909"/>
                </a:lnTo>
                <a:lnTo>
                  <a:pt x="24545" y="31909"/>
                </a:lnTo>
                <a:lnTo>
                  <a:pt x="24136" y="32420"/>
                </a:lnTo>
                <a:lnTo>
                  <a:pt x="24136" y="32216"/>
                </a:lnTo>
                <a:lnTo>
                  <a:pt x="23932" y="32523"/>
                </a:lnTo>
                <a:lnTo>
                  <a:pt x="24545" y="32727"/>
                </a:lnTo>
                <a:lnTo>
                  <a:pt x="24034" y="32625"/>
                </a:lnTo>
                <a:lnTo>
                  <a:pt x="21989" y="35489"/>
                </a:lnTo>
                <a:lnTo>
                  <a:pt x="22091" y="35489"/>
                </a:lnTo>
                <a:lnTo>
                  <a:pt x="20557" y="38250"/>
                </a:lnTo>
                <a:lnTo>
                  <a:pt x="20557" y="38148"/>
                </a:lnTo>
                <a:lnTo>
                  <a:pt x="20250" y="38659"/>
                </a:lnTo>
                <a:lnTo>
                  <a:pt x="20348" y="40709"/>
                </a:lnTo>
                <a:lnTo>
                  <a:pt x="20348" y="40709"/>
                </a:lnTo>
                <a:lnTo>
                  <a:pt x="20148" y="40909"/>
                </a:lnTo>
                <a:lnTo>
                  <a:pt x="20455" y="41011"/>
                </a:lnTo>
                <a:lnTo>
                  <a:pt x="20761" y="40807"/>
                </a:lnTo>
                <a:lnTo>
                  <a:pt x="21477" y="40807"/>
                </a:lnTo>
                <a:lnTo>
                  <a:pt x="20761" y="40909"/>
                </a:lnTo>
                <a:lnTo>
                  <a:pt x="20761" y="41420"/>
                </a:lnTo>
                <a:lnTo>
                  <a:pt x="20557" y="41114"/>
                </a:lnTo>
                <a:lnTo>
                  <a:pt x="20352" y="41727"/>
                </a:lnTo>
                <a:lnTo>
                  <a:pt x="20557" y="42341"/>
                </a:lnTo>
                <a:lnTo>
                  <a:pt x="20352" y="42648"/>
                </a:lnTo>
                <a:lnTo>
                  <a:pt x="20864" y="43875"/>
                </a:lnTo>
                <a:lnTo>
                  <a:pt x="20761" y="44284"/>
                </a:lnTo>
                <a:lnTo>
                  <a:pt x="21068" y="44591"/>
                </a:lnTo>
                <a:lnTo>
                  <a:pt x="21477" y="44693"/>
                </a:lnTo>
                <a:lnTo>
                  <a:pt x="23011" y="47250"/>
                </a:lnTo>
                <a:lnTo>
                  <a:pt x="22909" y="47455"/>
                </a:lnTo>
                <a:lnTo>
                  <a:pt x="23216" y="49295"/>
                </a:lnTo>
                <a:lnTo>
                  <a:pt x="23932" y="50114"/>
                </a:lnTo>
                <a:lnTo>
                  <a:pt x="23932" y="51341"/>
                </a:lnTo>
                <a:lnTo>
                  <a:pt x="24034" y="51341"/>
                </a:lnTo>
                <a:lnTo>
                  <a:pt x="24034" y="51545"/>
                </a:lnTo>
                <a:lnTo>
                  <a:pt x="23830" y="51341"/>
                </a:lnTo>
                <a:lnTo>
                  <a:pt x="23216" y="51443"/>
                </a:lnTo>
                <a:lnTo>
                  <a:pt x="23830" y="52159"/>
                </a:lnTo>
                <a:lnTo>
                  <a:pt x="24648" y="52364"/>
                </a:lnTo>
                <a:lnTo>
                  <a:pt x="25261" y="54818"/>
                </a:lnTo>
                <a:lnTo>
                  <a:pt x="26795" y="56455"/>
                </a:lnTo>
                <a:lnTo>
                  <a:pt x="26898" y="55432"/>
                </a:lnTo>
                <a:lnTo>
                  <a:pt x="26386" y="55227"/>
                </a:lnTo>
                <a:lnTo>
                  <a:pt x="25773" y="52364"/>
                </a:lnTo>
                <a:lnTo>
                  <a:pt x="25773" y="52670"/>
                </a:lnTo>
                <a:lnTo>
                  <a:pt x="25261" y="50830"/>
                </a:lnTo>
                <a:lnTo>
                  <a:pt x="25057" y="50727"/>
                </a:lnTo>
                <a:lnTo>
                  <a:pt x="24341" y="48068"/>
                </a:lnTo>
                <a:lnTo>
                  <a:pt x="24545" y="47250"/>
                </a:lnTo>
                <a:lnTo>
                  <a:pt x="25159" y="47659"/>
                </a:lnTo>
                <a:lnTo>
                  <a:pt x="25364" y="47557"/>
                </a:lnTo>
                <a:lnTo>
                  <a:pt x="25466" y="47761"/>
                </a:lnTo>
                <a:lnTo>
                  <a:pt x="25875" y="47966"/>
                </a:lnTo>
                <a:lnTo>
                  <a:pt x="26591" y="51034"/>
                </a:lnTo>
                <a:lnTo>
                  <a:pt x="27205" y="51341"/>
                </a:lnTo>
                <a:lnTo>
                  <a:pt x="27000" y="51852"/>
                </a:lnTo>
                <a:lnTo>
                  <a:pt x="28023" y="53080"/>
                </a:lnTo>
                <a:lnTo>
                  <a:pt x="27920" y="52977"/>
                </a:lnTo>
                <a:lnTo>
                  <a:pt x="28125" y="53591"/>
                </a:lnTo>
                <a:lnTo>
                  <a:pt x="27920" y="53795"/>
                </a:lnTo>
                <a:lnTo>
                  <a:pt x="28636" y="54307"/>
                </a:lnTo>
                <a:lnTo>
                  <a:pt x="28432" y="54205"/>
                </a:lnTo>
                <a:lnTo>
                  <a:pt x="29045" y="54920"/>
                </a:lnTo>
                <a:lnTo>
                  <a:pt x="28841" y="54920"/>
                </a:lnTo>
                <a:lnTo>
                  <a:pt x="29761" y="56148"/>
                </a:lnTo>
                <a:lnTo>
                  <a:pt x="30477" y="58091"/>
                </a:lnTo>
                <a:lnTo>
                  <a:pt x="29966" y="59216"/>
                </a:lnTo>
                <a:lnTo>
                  <a:pt x="37534" y="63920"/>
                </a:lnTo>
                <a:lnTo>
                  <a:pt x="39068" y="63307"/>
                </a:lnTo>
                <a:lnTo>
                  <a:pt x="39170" y="63307"/>
                </a:lnTo>
                <a:lnTo>
                  <a:pt x="39784" y="63614"/>
                </a:lnTo>
                <a:lnTo>
                  <a:pt x="39784" y="63614"/>
                </a:lnTo>
                <a:lnTo>
                  <a:pt x="39375" y="63307"/>
                </a:lnTo>
                <a:lnTo>
                  <a:pt x="39375" y="63307"/>
                </a:lnTo>
                <a:lnTo>
                  <a:pt x="44284" y="66375"/>
                </a:lnTo>
                <a:lnTo>
                  <a:pt x="45000" y="66273"/>
                </a:lnTo>
                <a:lnTo>
                  <a:pt x="45409" y="66682"/>
                </a:lnTo>
                <a:lnTo>
                  <a:pt x="45307" y="66989"/>
                </a:lnTo>
                <a:lnTo>
                  <a:pt x="46534" y="68830"/>
                </a:lnTo>
                <a:lnTo>
                  <a:pt x="46534" y="69443"/>
                </a:lnTo>
                <a:lnTo>
                  <a:pt x="47148" y="70159"/>
                </a:lnTo>
                <a:lnTo>
                  <a:pt x="47352" y="69852"/>
                </a:lnTo>
                <a:lnTo>
                  <a:pt x="47045" y="69443"/>
                </a:lnTo>
                <a:lnTo>
                  <a:pt x="47045" y="69443"/>
                </a:lnTo>
                <a:lnTo>
                  <a:pt x="48784" y="71386"/>
                </a:lnTo>
                <a:lnTo>
                  <a:pt x="48784" y="71386"/>
                </a:lnTo>
                <a:lnTo>
                  <a:pt x="48580" y="71080"/>
                </a:lnTo>
                <a:lnTo>
                  <a:pt x="49091" y="71693"/>
                </a:lnTo>
                <a:lnTo>
                  <a:pt x="49705" y="71489"/>
                </a:lnTo>
                <a:lnTo>
                  <a:pt x="50625" y="72205"/>
                </a:lnTo>
                <a:lnTo>
                  <a:pt x="50727" y="71898"/>
                </a:lnTo>
                <a:lnTo>
                  <a:pt x="51136" y="72614"/>
                </a:lnTo>
                <a:lnTo>
                  <a:pt x="51648" y="72307"/>
                </a:lnTo>
                <a:lnTo>
                  <a:pt x="51341" y="71693"/>
                </a:lnTo>
                <a:lnTo>
                  <a:pt x="52670" y="70773"/>
                </a:lnTo>
                <a:lnTo>
                  <a:pt x="53182" y="71489"/>
                </a:lnTo>
                <a:lnTo>
                  <a:pt x="53182" y="71284"/>
                </a:lnTo>
                <a:lnTo>
                  <a:pt x="53386" y="71386"/>
                </a:lnTo>
                <a:lnTo>
                  <a:pt x="53489" y="71284"/>
                </a:lnTo>
                <a:lnTo>
                  <a:pt x="53693" y="71693"/>
                </a:lnTo>
                <a:lnTo>
                  <a:pt x="53386" y="71386"/>
                </a:lnTo>
                <a:lnTo>
                  <a:pt x="53182" y="71795"/>
                </a:lnTo>
                <a:lnTo>
                  <a:pt x="53795" y="75682"/>
                </a:lnTo>
                <a:lnTo>
                  <a:pt x="53898" y="75682"/>
                </a:lnTo>
                <a:lnTo>
                  <a:pt x="53898" y="75989"/>
                </a:lnTo>
                <a:lnTo>
                  <a:pt x="54000" y="75886"/>
                </a:lnTo>
                <a:lnTo>
                  <a:pt x="54205" y="75989"/>
                </a:lnTo>
                <a:lnTo>
                  <a:pt x="53489" y="77216"/>
                </a:lnTo>
                <a:lnTo>
                  <a:pt x="52977" y="77523"/>
                </a:lnTo>
                <a:lnTo>
                  <a:pt x="52773" y="78239"/>
                </a:lnTo>
                <a:lnTo>
                  <a:pt x="52364" y="78341"/>
                </a:lnTo>
                <a:lnTo>
                  <a:pt x="52568" y="78750"/>
                </a:lnTo>
                <a:lnTo>
                  <a:pt x="51648" y="79159"/>
                </a:lnTo>
                <a:lnTo>
                  <a:pt x="51239" y="80693"/>
                </a:lnTo>
                <a:lnTo>
                  <a:pt x="51034" y="80591"/>
                </a:lnTo>
                <a:lnTo>
                  <a:pt x="50727" y="81307"/>
                </a:lnTo>
                <a:lnTo>
                  <a:pt x="50727" y="82227"/>
                </a:lnTo>
                <a:lnTo>
                  <a:pt x="51034" y="82739"/>
                </a:lnTo>
                <a:lnTo>
                  <a:pt x="51545" y="82432"/>
                </a:lnTo>
                <a:lnTo>
                  <a:pt x="51648" y="82125"/>
                </a:lnTo>
                <a:lnTo>
                  <a:pt x="51750" y="82841"/>
                </a:lnTo>
                <a:lnTo>
                  <a:pt x="50318" y="84886"/>
                </a:lnTo>
                <a:lnTo>
                  <a:pt x="50830" y="85909"/>
                </a:lnTo>
                <a:lnTo>
                  <a:pt x="50625" y="86011"/>
                </a:lnTo>
                <a:lnTo>
                  <a:pt x="60852" y="98693"/>
                </a:lnTo>
                <a:lnTo>
                  <a:pt x="61977" y="118125"/>
                </a:lnTo>
                <a:lnTo>
                  <a:pt x="61670" y="118330"/>
                </a:lnTo>
                <a:lnTo>
                  <a:pt x="63102" y="122932"/>
                </a:lnTo>
                <a:lnTo>
                  <a:pt x="64125" y="122625"/>
                </a:lnTo>
                <a:lnTo>
                  <a:pt x="63818" y="123136"/>
                </a:lnTo>
                <a:lnTo>
                  <a:pt x="64125" y="123136"/>
                </a:lnTo>
                <a:lnTo>
                  <a:pt x="64330" y="123648"/>
                </a:lnTo>
                <a:lnTo>
                  <a:pt x="64023" y="123648"/>
                </a:lnTo>
                <a:lnTo>
                  <a:pt x="64227" y="125284"/>
                </a:lnTo>
                <a:lnTo>
                  <a:pt x="64636" y="125489"/>
                </a:lnTo>
                <a:lnTo>
                  <a:pt x="64534" y="126511"/>
                </a:lnTo>
                <a:lnTo>
                  <a:pt x="64943" y="126716"/>
                </a:lnTo>
                <a:lnTo>
                  <a:pt x="64330" y="126716"/>
                </a:lnTo>
                <a:lnTo>
                  <a:pt x="64636" y="127432"/>
                </a:lnTo>
                <a:lnTo>
                  <a:pt x="64534" y="127739"/>
                </a:lnTo>
                <a:lnTo>
                  <a:pt x="64330" y="127023"/>
                </a:lnTo>
                <a:lnTo>
                  <a:pt x="64023" y="127432"/>
                </a:lnTo>
                <a:lnTo>
                  <a:pt x="64023" y="127432"/>
                </a:lnTo>
                <a:lnTo>
                  <a:pt x="64227" y="127023"/>
                </a:lnTo>
                <a:lnTo>
                  <a:pt x="64023" y="126614"/>
                </a:lnTo>
                <a:lnTo>
                  <a:pt x="64023" y="127023"/>
                </a:lnTo>
                <a:lnTo>
                  <a:pt x="63409" y="127125"/>
                </a:lnTo>
                <a:lnTo>
                  <a:pt x="63614" y="127432"/>
                </a:lnTo>
                <a:lnTo>
                  <a:pt x="63205" y="127943"/>
                </a:lnTo>
                <a:lnTo>
                  <a:pt x="63205" y="127943"/>
                </a:lnTo>
                <a:lnTo>
                  <a:pt x="63716" y="127739"/>
                </a:lnTo>
                <a:lnTo>
                  <a:pt x="64227" y="128148"/>
                </a:lnTo>
                <a:lnTo>
                  <a:pt x="64227" y="128045"/>
                </a:lnTo>
                <a:lnTo>
                  <a:pt x="64534" y="128250"/>
                </a:lnTo>
                <a:lnTo>
                  <a:pt x="64534" y="128455"/>
                </a:lnTo>
                <a:lnTo>
                  <a:pt x="64432" y="128659"/>
                </a:lnTo>
                <a:lnTo>
                  <a:pt x="64636" y="129068"/>
                </a:lnTo>
                <a:lnTo>
                  <a:pt x="65148" y="128864"/>
                </a:lnTo>
                <a:lnTo>
                  <a:pt x="65557" y="129477"/>
                </a:lnTo>
                <a:lnTo>
                  <a:pt x="64534" y="129273"/>
                </a:lnTo>
                <a:lnTo>
                  <a:pt x="65148" y="129682"/>
                </a:lnTo>
                <a:lnTo>
                  <a:pt x="65455" y="130705"/>
                </a:lnTo>
                <a:lnTo>
                  <a:pt x="65352" y="130295"/>
                </a:lnTo>
                <a:lnTo>
                  <a:pt x="65455" y="130295"/>
                </a:lnTo>
                <a:lnTo>
                  <a:pt x="65864" y="131216"/>
                </a:lnTo>
                <a:lnTo>
                  <a:pt x="65352" y="131420"/>
                </a:lnTo>
                <a:lnTo>
                  <a:pt x="66068" y="131727"/>
                </a:lnTo>
                <a:lnTo>
                  <a:pt x="65864" y="131727"/>
                </a:lnTo>
                <a:lnTo>
                  <a:pt x="66170" y="132034"/>
                </a:lnTo>
                <a:lnTo>
                  <a:pt x="66273" y="131727"/>
                </a:lnTo>
                <a:lnTo>
                  <a:pt x="66375" y="131932"/>
                </a:lnTo>
                <a:lnTo>
                  <a:pt x="66375" y="132239"/>
                </a:lnTo>
                <a:lnTo>
                  <a:pt x="66170" y="132034"/>
                </a:lnTo>
                <a:lnTo>
                  <a:pt x="65557" y="131625"/>
                </a:lnTo>
                <a:lnTo>
                  <a:pt x="65250" y="131932"/>
                </a:lnTo>
                <a:lnTo>
                  <a:pt x="67193" y="133261"/>
                </a:lnTo>
                <a:lnTo>
                  <a:pt x="67398" y="133159"/>
                </a:lnTo>
                <a:lnTo>
                  <a:pt x="67091" y="132750"/>
                </a:lnTo>
                <a:lnTo>
                  <a:pt x="67705" y="133057"/>
                </a:lnTo>
                <a:lnTo>
                  <a:pt x="67398" y="133159"/>
                </a:lnTo>
                <a:lnTo>
                  <a:pt x="67500" y="133261"/>
                </a:lnTo>
                <a:lnTo>
                  <a:pt x="67602" y="133159"/>
                </a:lnTo>
                <a:lnTo>
                  <a:pt x="67807" y="133568"/>
                </a:lnTo>
                <a:lnTo>
                  <a:pt x="67807" y="133568"/>
                </a:lnTo>
                <a:lnTo>
                  <a:pt x="67500" y="133261"/>
                </a:lnTo>
                <a:lnTo>
                  <a:pt x="67295" y="133364"/>
                </a:lnTo>
                <a:lnTo>
                  <a:pt x="66477" y="133364"/>
                </a:lnTo>
                <a:lnTo>
                  <a:pt x="66886" y="133773"/>
                </a:lnTo>
                <a:lnTo>
                  <a:pt x="67500" y="133670"/>
                </a:lnTo>
                <a:lnTo>
                  <a:pt x="67295" y="134080"/>
                </a:lnTo>
                <a:lnTo>
                  <a:pt x="67705" y="134284"/>
                </a:lnTo>
                <a:lnTo>
                  <a:pt x="67807" y="134080"/>
                </a:lnTo>
                <a:lnTo>
                  <a:pt x="67926" y="134000"/>
                </a:lnTo>
                <a:lnTo>
                  <a:pt x="67926" y="134000"/>
                </a:lnTo>
                <a:lnTo>
                  <a:pt x="68420" y="134693"/>
                </a:lnTo>
                <a:lnTo>
                  <a:pt x="69136" y="133977"/>
                </a:lnTo>
                <a:lnTo>
                  <a:pt x="69136" y="134284"/>
                </a:lnTo>
                <a:lnTo>
                  <a:pt x="68932" y="134489"/>
                </a:lnTo>
                <a:lnTo>
                  <a:pt x="68932" y="134693"/>
                </a:lnTo>
                <a:lnTo>
                  <a:pt x="68727" y="134795"/>
                </a:lnTo>
                <a:lnTo>
                  <a:pt x="69750" y="134795"/>
                </a:lnTo>
                <a:lnTo>
                  <a:pt x="69545" y="134182"/>
                </a:lnTo>
                <a:lnTo>
                  <a:pt x="69767" y="133988"/>
                </a:lnTo>
                <a:lnTo>
                  <a:pt x="69767" y="133988"/>
                </a:lnTo>
                <a:lnTo>
                  <a:pt x="70057" y="134182"/>
                </a:lnTo>
                <a:lnTo>
                  <a:pt x="69852" y="134284"/>
                </a:lnTo>
                <a:lnTo>
                  <a:pt x="70568" y="134591"/>
                </a:lnTo>
                <a:lnTo>
                  <a:pt x="70364" y="135000"/>
                </a:lnTo>
                <a:lnTo>
                  <a:pt x="71489" y="135614"/>
                </a:lnTo>
                <a:lnTo>
                  <a:pt x="71386" y="135716"/>
                </a:lnTo>
                <a:lnTo>
                  <a:pt x="70159" y="135205"/>
                </a:lnTo>
                <a:lnTo>
                  <a:pt x="70364" y="135205"/>
                </a:lnTo>
                <a:lnTo>
                  <a:pt x="70057" y="135000"/>
                </a:lnTo>
                <a:lnTo>
                  <a:pt x="69955" y="135102"/>
                </a:lnTo>
                <a:lnTo>
                  <a:pt x="70568" y="135716"/>
                </a:lnTo>
                <a:lnTo>
                  <a:pt x="70057" y="135511"/>
                </a:lnTo>
                <a:lnTo>
                  <a:pt x="69443" y="135716"/>
                </a:lnTo>
                <a:lnTo>
                  <a:pt x="69545" y="135818"/>
                </a:lnTo>
                <a:lnTo>
                  <a:pt x="73943" y="136125"/>
                </a:lnTo>
                <a:lnTo>
                  <a:pt x="74557" y="135818"/>
                </a:lnTo>
                <a:lnTo>
                  <a:pt x="71489" y="134489"/>
                </a:lnTo>
                <a:lnTo>
                  <a:pt x="71591" y="134284"/>
                </a:lnTo>
                <a:lnTo>
                  <a:pt x="71080" y="133875"/>
                </a:lnTo>
                <a:lnTo>
                  <a:pt x="69782" y="133975"/>
                </a:lnTo>
                <a:lnTo>
                  <a:pt x="69782" y="133975"/>
                </a:lnTo>
                <a:lnTo>
                  <a:pt x="70364" y="133466"/>
                </a:lnTo>
                <a:lnTo>
                  <a:pt x="71080" y="133568"/>
                </a:lnTo>
                <a:lnTo>
                  <a:pt x="71080" y="133568"/>
                </a:lnTo>
                <a:lnTo>
                  <a:pt x="70057" y="132852"/>
                </a:lnTo>
                <a:lnTo>
                  <a:pt x="70364" y="132750"/>
                </a:lnTo>
                <a:lnTo>
                  <a:pt x="69852" y="132341"/>
                </a:lnTo>
                <a:lnTo>
                  <a:pt x="70159" y="131318"/>
                </a:lnTo>
                <a:lnTo>
                  <a:pt x="69750" y="131216"/>
                </a:lnTo>
                <a:lnTo>
                  <a:pt x="69955" y="131216"/>
                </a:lnTo>
                <a:lnTo>
                  <a:pt x="69955" y="131011"/>
                </a:lnTo>
                <a:lnTo>
                  <a:pt x="70670" y="131216"/>
                </a:lnTo>
                <a:lnTo>
                  <a:pt x="70670" y="131216"/>
                </a:lnTo>
                <a:lnTo>
                  <a:pt x="70466" y="130500"/>
                </a:lnTo>
                <a:lnTo>
                  <a:pt x="71591" y="129170"/>
                </a:lnTo>
                <a:lnTo>
                  <a:pt x="71182" y="129068"/>
                </a:lnTo>
                <a:lnTo>
                  <a:pt x="71284" y="128455"/>
                </a:lnTo>
                <a:lnTo>
                  <a:pt x="69443" y="127330"/>
                </a:lnTo>
                <a:lnTo>
                  <a:pt x="69852" y="126409"/>
                </a:lnTo>
                <a:lnTo>
                  <a:pt x="70159" y="126205"/>
                </a:lnTo>
                <a:lnTo>
                  <a:pt x="70670" y="126205"/>
                </a:lnTo>
                <a:lnTo>
                  <a:pt x="70568" y="124670"/>
                </a:lnTo>
                <a:lnTo>
                  <a:pt x="71182" y="124159"/>
                </a:lnTo>
                <a:lnTo>
                  <a:pt x="70568" y="123852"/>
                </a:lnTo>
                <a:lnTo>
                  <a:pt x="70977" y="123750"/>
                </a:lnTo>
                <a:lnTo>
                  <a:pt x="71284" y="124057"/>
                </a:lnTo>
                <a:lnTo>
                  <a:pt x="71284" y="124057"/>
                </a:lnTo>
                <a:lnTo>
                  <a:pt x="70977" y="123443"/>
                </a:lnTo>
                <a:lnTo>
                  <a:pt x="70773" y="123545"/>
                </a:lnTo>
                <a:lnTo>
                  <a:pt x="70364" y="123239"/>
                </a:lnTo>
                <a:lnTo>
                  <a:pt x="69955" y="122318"/>
                </a:lnTo>
                <a:lnTo>
                  <a:pt x="70057" y="122011"/>
                </a:lnTo>
                <a:lnTo>
                  <a:pt x="71182" y="122318"/>
                </a:lnTo>
                <a:lnTo>
                  <a:pt x="72205" y="122011"/>
                </a:lnTo>
                <a:lnTo>
                  <a:pt x="72000" y="121193"/>
                </a:lnTo>
                <a:lnTo>
                  <a:pt x="72102" y="120886"/>
                </a:lnTo>
                <a:lnTo>
                  <a:pt x="71898" y="120580"/>
                </a:lnTo>
                <a:lnTo>
                  <a:pt x="72000" y="120580"/>
                </a:lnTo>
                <a:lnTo>
                  <a:pt x="71693" y="120170"/>
                </a:lnTo>
                <a:lnTo>
                  <a:pt x="75477" y="119250"/>
                </a:lnTo>
                <a:lnTo>
                  <a:pt x="75886" y="117716"/>
                </a:lnTo>
                <a:lnTo>
                  <a:pt x="73739" y="114545"/>
                </a:lnTo>
                <a:lnTo>
                  <a:pt x="73739" y="114034"/>
                </a:lnTo>
                <a:lnTo>
                  <a:pt x="73943" y="114034"/>
                </a:lnTo>
                <a:lnTo>
                  <a:pt x="73841" y="113420"/>
                </a:lnTo>
                <a:lnTo>
                  <a:pt x="74045" y="113932"/>
                </a:lnTo>
                <a:lnTo>
                  <a:pt x="73841" y="114341"/>
                </a:lnTo>
                <a:lnTo>
                  <a:pt x="74557" y="115466"/>
                </a:lnTo>
                <a:lnTo>
                  <a:pt x="77216" y="115875"/>
                </a:lnTo>
                <a:lnTo>
                  <a:pt x="79466" y="111580"/>
                </a:lnTo>
                <a:lnTo>
                  <a:pt x="79568" y="111682"/>
                </a:lnTo>
                <a:lnTo>
                  <a:pt x="79568" y="111273"/>
                </a:lnTo>
                <a:lnTo>
                  <a:pt x="79466" y="110966"/>
                </a:lnTo>
                <a:lnTo>
                  <a:pt x="79773" y="111273"/>
                </a:lnTo>
                <a:lnTo>
                  <a:pt x="79875" y="111273"/>
                </a:lnTo>
                <a:lnTo>
                  <a:pt x="79364" y="112500"/>
                </a:lnTo>
                <a:lnTo>
                  <a:pt x="79773" y="112193"/>
                </a:lnTo>
                <a:lnTo>
                  <a:pt x="80080" y="111170"/>
                </a:lnTo>
                <a:lnTo>
                  <a:pt x="79875" y="111273"/>
                </a:lnTo>
                <a:lnTo>
                  <a:pt x="79875" y="111273"/>
                </a:lnTo>
                <a:lnTo>
                  <a:pt x="81409" y="107898"/>
                </a:lnTo>
                <a:lnTo>
                  <a:pt x="81102" y="106159"/>
                </a:lnTo>
                <a:lnTo>
                  <a:pt x="81614" y="106057"/>
                </a:lnTo>
                <a:lnTo>
                  <a:pt x="81511" y="106159"/>
                </a:lnTo>
                <a:lnTo>
                  <a:pt x="85398" y="103705"/>
                </a:lnTo>
                <a:lnTo>
                  <a:pt x="85807" y="103602"/>
                </a:lnTo>
                <a:lnTo>
                  <a:pt x="85909" y="103398"/>
                </a:lnTo>
                <a:lnTo>
                  <a:pt x="86114" y="103705"/>
                </a:lnTo>
                <a:lnTo>
                  <a:pt x="86830" y="103602"/>
                </a:lnTo>
                <a:lnTo>
                  <a:pt x="86932" y="103091"/>
                </a:lnTo>
                <a:lnTo>
                  <a:pt x="87750" y="102580"/>
                </a:lnTo>
                <a:lnTo>
                  <a:pt x="89080" y="94398"/>
                </a:lnTo>
                <a:lnTo>
                  <a:pt x="89080" y="93170"/>
                </a:lnTo>
                <a:lnTo>
                  <a:pt x="89284" y="93068"/>
                </a:lnTo>
                <a:lnTo>
                  <a:pt x="89489" y="93375"/>
                </a:lnTo>
                <a:lnTo>
                  <a:pt x="90409" y="91534"/>
                </a:lnTo>
                <a:lnTo>
                  <a:pt x="90409" y="91739"/>
                </a:lnTo>
                <a:lnTo>
                  <a:pt x="92557" y="87136"/>
                </a:lnTo>
                <a:lnTo>
                  <a:pt x="91943" y="85398"/>
                </a:lnTo>
                <a:lnTo>
                  <a:pt x="84273" y="82739"/>
                </a:lnTo>
                <a:lnTo>
                  <a:pt x="84068" y="82943"/>
                </a:lnTo>
                <a:lnTo>
                  <a:pt x="83966" y="82534"/>
                </a:lnTo>
                <a:lnTo>
                  <a:pt x="83557" y="83352"/>
                </a:lnTo>
                <a:lnTo>
                  <a:pt x="83557" y="83352"/>
                </a:lnTo>
                <a:lnTo>
                  <a:pt x="83659" y="82636"/>
                </a:lnTo>
                <a:lnTo>
                  <a:pt x="83557" y="82330"/>
                </a:lnTo>
                <a:lnTo>
                  <a:pt x="83557" y="81818"/>
                </a:lnTo>
                <a:lnTo>
                  <a:pt x="80591" y="80795"/>
                </a:lnTo>
                <a:lnTo>
                  <a:pt x="79057" y="82739"/>
                </a:lnTo>
                <a:lnTo>
                  <a:pt x="79364" y="81818"/>
                </a:lnTo>
                <a:lnTo>
                  <a:pt x="78341" y="82125"/>
                </a:lnTo>
                <a:lnTo>
                  <a:pt x="77932" y="81307"/>
                </a:lnTo>
                <a:lnTo>
                  <a:pt x="77625" y="81205"/>
                </a:lnTo>
                <a:lnTo>
                  <a:pt x="77011" y="81614"/>
                </a:lnTo>
                <a:lnTo>
                  <a:pt x="76295" y="81614"/>
                </a:lnTo>
                <a:lnTo>
                  <a:pt x="78852" y="78750"/>
                </a:lnTo>
                <a:lnTo>
                  <a:pt x="77216" y="75375"/>
                </a:lnTo>
                <a:lnTo>
                  <a:pt x="77011" y="75580"/>
                </a:lnTo>
                <a:lnTo>
                  <a:pt x="76807" y="75068"/>
                </a:lnTo>
                <a:lnTo>
                  <a:pt x="76705" y="75170"/>
                </a:lnTo>
                <a:lnTo>
                  <a:pt x="75273" y="74148"/>
                </a:lnTo>
                <a:lnTo>
                  <a:pt x="75068" y="74557"/>
                </a:lnTo>
                <a:lnTo>
                  <a:pt x="74455" y="73841"/>
                </a:lnTo>
                <a:lnTo>
                  <a:pt x="73432" y="74148"/>
                </a:lnTo>
                <a:lnTo>
                  <a:pt x="72614" y="73943"/>
                </a:lnTo>
                <a:lnTo>
                  <a:pt x="72307" y="74352"/>
                </a:lnTo>
                <a:lnTo>
                  <a:pt x="72307" y="73739"/>
                </a:lnTo>
                <a:lnTo>
                  <a:pt x="71284" y="72920"/>
                </a:lnTo>
                <a:lnTo>
                  <a:pt x="70977" y="73432"/>
                </a:lnTo>
                <a:lnTo>
                  <a:pt x="70977" y="73432"/>
                </a:lnTo>
                <a:lnTo>
                  <a:pt x="71080" y="72307"/>
                </a:lnTo>
                <a:lnTo>
                  <a:pt x="69852" y="71284"/>
                </a:lnTo>
                <a:lnTo>
                  <a:pt x="68420" y="71182"/>
                </a:lnTo>
                <a:lnTo>
                  <a:pt x="68830" y="70875"/>
                </a:lnTo>
                <a:lnTo>
                  <a:pt x="69034" y="70568"/>
                </a:lnTo>
                <a:lnTo>
                  <a:pt x="68932" y="70159"/>
                </a:lnTo>
                <a:lnTo>
                  <a:pt x="68420" y="69852"/>
                </a:lnTo>
                <a:lnTo>
                  <a:pt x="68318" y="69955"/>
                </a:lnTo>
                <a:lnTo>
                  <a:pt x="68318" y="70159"/>
                </a:lnTo>
                <a:lnTo>
                  <a:pt x="67909" y="69852"/>
                </a:lnTo>
                <a:lnTo>
                  <a:pt x="67807" y="69955"/>
                </a:lnTo>
                <a:lnTo>
                  <a:pt x="67602" y="69545"/>
                </a:lnTo>
                <a:lnTo>
                  <a:pt x="67398" y="69648"/>
                </a:lnTo>
                <a:lnTo>
                  <a:pt x="67295" y="69239"/>
                </a:lnTo>
                <a:lnTo>
                  <a:pt x="68216" y="69034"/>
                </a:lnTo>
                <a:lnTo>
                  <a:pt x="66068" y="69136"/>
                </a:lnTo>
                <a:lnTo>
                  <a:pt x="66068" y="69239"/>
                </a:lnTo>
                <a:lnTo>
                  <a:pt x="66580" y="69239"/>
                </a:lnTo>
                <a:lnTo>
                  <a:pt x="65045" y="69648"/>
                </a:lnTo>
                <a:lnTo>
                  <a:pt x="64636" y="69443"/>
                </a:lnTo>
                <a:lnTo>
                  <a:pt x="64432" y="69136"/>
                </a:lnTo>
                <a:lnTo>
                  <a:pt x="62489" y="69136"/>
                </a:lnTo>
                <a:lnTo>
                  <a:pt x="62284" y="68523"/>
                </a:lnTo>
                <a:lnTo>
                  <a:pt x="61466" y="68216"/>
                </a:lnTo>
                <a:lnTo>
                  <a:pt x="61159" y="67705"/>
                </a:lnTo>
                <a:lnTo>
                  <a:pt x="60750" y="67705"/>
                </a:lnTo>
                <a:lnTo>
                  <a:pt x="61159" y="68114"/>
                </a:lnTo>
                <a:lnTo>
                  <a:pt x="59727" y="68727"/>
                </a:lnTo>
                <a:lnTo>
                  <a:pt x="59523" y="69239"/>
                </a:lnTo>
                <a:lnTo>
                  <a:pt x="59932" y="70057"/>
                </a:lnTo>
                <a:lnTo>
                  <a:pt x="59625" y="70670"/>
                </a:lnTo>
                <a:lnTo>
                  <a:pt x="59216" y="70364"/>
                </a:lnTo>
                <a:lnTo>
                  <a:pt x="59114" y="69648"/>
                </a:lnTo>
                <a:lnTo>
                  <a:pt x="59420" y="69239"/>
                </a:lnTo>
                <a:lnTo>
                  <a:pt x="59318" y="68727"/>
                </a:lnTo>
                <a:lnTo>
                  <a:pt x="59420" y="68727"/>
                </a:lnTo>
                <a:lnTo>
                  <a:pt x="59216" y="68114"/>
                </a:lnTo>
                <a:lnTo>
                  <a:pt x="59830" y="67807"/>
                </a:lnTo>
                <a:lnTo>
                  <a:pt x="59625" y="67295"/>
                </a:lnTo>
                <a:lnTo>
                  <a:pt x="56966" y="68932"/>
                </a:lnTo>
                <a:lnTo>
                  <a:pt x="56966" y="68727"/>
                </a:lnTo>
                <a:lnTo>
                  <a:pt x="56557" y="68625"/>
                </a:lnTo>
                <a:lnTo>
                  <a:pt x="55739" y="69648"/>
                </a:lnTo>
                <a:lnTo>
                  <a:pt x="55841" y="69545"/>
                </a:lnTo>
                <a:lnTo>
                  <a:pt x="55534" y="70364"/>
                </a:lnTo>
                <a:lnTo>
                  <a:pt x="54614" y="71182"/>
                </a:lnTo>
                <a:lnTo>
                  <a:pt x="54511" y="71898"/>
                </a:lnTo>
                <a:lnTo>
                  <a:pt x="52977" y="70364"/>
                </a:lnTo>
                <a:lnTo>
                  <a:pt x="52057" y="70261"/>
                </a:lnTo>
                <a:lnTo>
                  <a:pt x="51034" y="70875"/>
                </a:lnTo>
                <a:lnTo>
                  <a:pt x="50011" y="70670"/>
                </a:lnTo>
                <a:lnTo>
                  <a:pt x="50011" y="70670"/>
                </a:lnTo>
                <a:lnTo>
                  <a:pt x="50114" y="70875"/>
                </a:lnTo>
                <a:lnTo>
                  <a:pt x="48375" y="68420"/>
                </a:lnTo>
                <a:lnTo>
                  <a:pt x="48580" y="67602"/>
                </a:lnTo>
                <a:lnTo>
                  <a:pt x="48682" y="67705"/>
                </a:lnTo>
                <a:lnTo>
                  <a:pt x="48784" y="66989"/>
                </a:lnTo>
                <a:lnTo>
                  <a:pt x="48784" y="67193"/>
                </a:lnTo>
                <a:lnTo>
                  <a:pt x="49193" y="64739"/>
                </a:lnTo>
                <a:lnTo>
                  <a:pt x="48989" y="64330"/>
                </a:lnTo>
                <a:lnTo>
                  <a:pt x="48580" y="64125"/>
                </a:lnTo>
                <a:lnTo>
                  <a:pt x="48886" y="64227"/>
                </a:lnTo>
                <a:lnTo>
                  <a:pt x="48273" y="63716"/>
                </a:lnTo>
                <a:lnTo>
                  <a:pt x="44284" y="63614"/>
                </a:lnTo>
                <a:lnTo>
                  <a:pt x="45000" y="62795"/>
                </a:lnTo>
                <a:lnTo>
                  <a:pt x="45102" y="61159"/>
                </a:lnTo>
                <a:lnTo>
                  <a:pt x="45409" y="60648"/>
                </a:lnTo>
                <a:lnTo>
                  <a:pt x="45511" y="61261"/>
                </a:lnTo>
                <a:lnTo>
                  <a:pt x="46023" y="60136"/>
                </a:lnTo>
                <a:lnTo>
                  <a:pt x="45818" y="60239"/>
                </a:lnTo>
                <a:lnTo>
                  <a:pt x="46125" y="59932"/>
                </a:lnTo>
                <a:lnTo>
                  <a:pt x="46125" y="59625"/>
                </a:lnTo>
                <a:lnTo>
                  <a:pt x="46534" y="58807"/>
                </a:lnTo>
                <a:lnTo>
                  <a:pt x="46432" y="57989"/>
                </a:lnTo>
                <a:lnTo>
                  <a:pt x="43875" y="58295"/>
                </a:lnTo>
                <a:lnTo>
                  <a:pt x="42955" y="60239"/>
                </a:lnTo>
                <a:lnTo>
                  <a:pt x="42341" y="60648"/>
                </a:lnTo>
                <a:lnTo>
                  <a:pt x="42545" y="60648"/>
                </a:lnTo>
                <a:lnTo>
                  <a:pt x="42443" y="60955"/>
                </a:lnTo>
                <a:lnTo>
                  <a:pt x="39477" y="61261"/>
                </a:lnTo>
                <a:lnTo>
                  <a:pt x="38557" y="60750"/>
                </a:lnTo>
                <a:lnTo>
                  <a:pt x="38557" y="60750"/>
                </a:lnTo>
                <a:lnTo>
                  <a:pt x="38659" y="60852"/>
                </a:lnTo>
                <a:lnTo>
                  <a:pt x="38659" y="60852"/>
                </a:lnTo>
                <a:lnTo>
                  <a:pt x="38352" y="60648"/>
                </a:lnTo>
                <a:lnTo>
                  <a:pt x="38352" y="60648"/>
                </a:lnTo>
                <a:lnTo>
                  <a:pt x="38557" y="60750"/>
                </a:lnTo>
                <a:lnTo>
                  <a:pt x="37432" y="57989"/>
                </a:lnTo>
                <a:lnTo>
                  <a:pt x="37432" y="58193"/>
                </a:lnTo>
                <a:lnTo>
                  <a:pt x="37227" y="57375"/>
                </a:lnTo>
                <a:lnTo>
                  <a:pt x="37432" y="57989"/>
                </a:lnTo>
                <a:lnTo>
                  <a:pt x="38455" y="52159"/>
                </a:lnTo>
                <a:lnTo>
                  <a:pt x="38250" y="51750"/>
                </a:lnTo>
                <a:lnTo>
                  <a:pt x="38761" y="51545"/>
                </a:lnTo>
                <a:lnTo>
                  <a:pt x="38761" y="51341"/>
                </a:lnTo>
                <a:lnTo>
                  <a:pt x="39068" y="51136"/>
                </a:lnTo>
                <a:lnTo>
                  <a:pt x="38966" y="51136"/>
                </a:lnTo>
                <a:lnTo>
                  <a:pt x="39170" y="51034"/>
                </a:lnTo>
                <a:lnTo>
                  <a:pt x="39375" y="50830"/>
                </a:lnTo>
                <a:lnTo>
                  <a:pt x="39682" y="50727"/>
                </a:lnTo>
                <a:lnTo>
                  <a:pt x="39580" y="50523"/>
                </a:lnTo>
                <a:lnTo>
                  <a:pt x="40091" y="50625"/>
                </a:lnTo>
                <a:lnTo>
                  <a:pt x="41216" y="49909"/>
                </a:lnTo>
                <a:lnTo>
                  <a:pt x="41216" y="49705"/>
                </a:lnTo>
                <a:lnTo>
                  <a:pt x="41420" y="49398"/>
                </a:lnTo>
                <a:lnTo>
                  <a:pt x="41420" y="49602"/>
                </a:lnTo>
                <a:lnTo>
                  <a:pt x="41625" y="49602"/>
                </a:lnTo>
                <a:lnTo>
                  <a:pt x="41318" y="49807"/>
                </a:lnTo>
                <a:lnTo>
                  <a:pt x="42341" y="49193"/>
                </a:lnTo>
                <a:lnTo>
                  <a:pt x="43773" y="49602"/>
                </a:lnTo>
                <a:lnTo>
                  <a:pt x="43977" y="49398"/>
                </a:lnTo>
                <a:lnTo>
                  <a:pt x="44489" y="49602"/>
                </a:lnTo>
                <a:lnTo>
                  <a:pt x="44489" y="49909"/>
                </a:lnTo>
                <a:lnTo>
                  <a:pt x="44386" y="49909"/>
                </a:lnTo>
                <a:lnTo>
                  <a:pt x="45205" y="50114"/>
                </a:lnTo>
                <a:lnTo>
                  <a:pt x="45409" y="49705"/>
                </a:lnTo>
                <a:lnTo>
                  <a:pt x="45920" y="50216"/>
                </a:lnTo>
                <a:lnTo>
                  <a:pt x="46125" y="50216"/>
                </a:lnTo>
                <a:lnTo>
                  <a:pt x="45818" y="49705"/>
                </a:lnTo>
                <a:lnTo>
                  <a:pt x="46227" y="49091"/>
                </a:lnTo>
                <a:lnTo>
                  <a:pt x="46227" y="49091"/>
                </a:lnTo>
                <a:lnTo>
                  <a:pt x="45920" y="49295"/>
                </a:lnTo>
                <a:lnTo>
                  <a:pt x="46023" y="48989"/>
                </a:lnTo>
                <a:lnTo>
                  <a:pt x="45307" y="49091"/>
                </a:lnTo>
                <a:lnTo>
                  <a:pt x="47557" y="48477"/>
                </a:lnTo>
                <a:lnTo>
                  <a:pt x="47557" y="48477"/>
                </a:lnTo>
                <a:lnTo>
                  <a:pt x="47455" y="48989"/>
                </a:lnTo>
                <a:lnTo>
                  <a:pt x="47966" y="48784"/>
                </a:lnTo>
                <a:lnTo>
                  <a:pt x="47966" y="48886"/>
                </a:lnTo>
                <a:lnTo>
                  <a:pt x="48477" y="48580"/>
                </a:lnTo>
                <a:lnTo>
                  <a:pt x="48477" y="48580"/>
                </a:lnTo>
                <a:lnTo>
                  <a:pt x="48170" y="48886"/>
                </a:lnTo>
                <a:lnTo>
                  <a:pt x="48886" y="48784"/>
                </a:lnTo>
                <a:lnTo>
                  <a:pt x="49602" y="48886"/>
                </a:lnTo>
                <a:lnTo>
                  <a:pt x="49500" y="49091"/>
                </a:lnTo>
                <a:lnTo>
                  <a:pt x="49655" y="49401"/>
                </a:lnTo>
                <a:lnTo>
                  <a:pt x="49655" y="49401"/>
                </a:lnTo>
                <a:lnTo>
                  <a:pt x="51239" y="49500"/>
                </a:lnTo>
                <a:lnTo>
                  <a:pt x="51750" y="50216"/>
                </a:lnTo>
                <a:lnTo>
                  <a:pt x="51443" y="51545"/>
                </a:lnTo>
                <a:lnTo>
                  <a:pt x="51648" y="51239"/>
                </a:lnTo>
                <a:lnTo>
                  <a:pt x="51852" y="51341"/>
                </a:lnTo>
                <a:lnTo>
                  <a:pt x="51443" y="51750"/>
                </a:lnTo>
                <a:lnTo>
                  <a:pt x="52670" y="54102"/>
                </a:lnTo>
                <a:lnTo>
                  <a:pt x="52875" y="54102"/>
                </a:lnTo>
                <a:lnTo>
                  <a:pt x="53485" y="53390"/>
                </a:lnTo>
                <a:lnTo>
                  <a:pt x="53485" y="53390"/>
                </a:lnTo>
                <a:lnTo>
                  <a:pt x="53403" y="50915"/>
                </a:lnTo>
                <a:lnTo>
                  <a:pt x="53591" y="50727"/>
                </a:lnTo>
                <a:lnTo>
                  <a:pt x="53489" y="47761"/>
                </a:lnTo>
                <a:lnTo>
                  <a:pt x="53693" y="47659"/>
                </a:lnTo>
                <a:lnTo>
                  <a:pt x="54307" y="46636"/>
                </a:lnTo>
                <a:lnTo>
                  <a:pt x="54307" y="46841"/>
                </a:lnTo>
                <a:lnTo>
                  <a:pt x="54409" y="46739"/>
                </a:lnTo>
                <a:lnTo>
                  <a:pt x="54409" y="46636"/>
                </a:lnTo>
                <a:lnTo>
                  <a:pt x="55841" y="45716"/>
                </a:lnTo>
                <a:lnTo>
                  <a:pt x="55841" y="45818"/>
                </a:lnTo>
                <a:lnTo>
                  <a:pt x="57170" y="44898"/>
                </a:lnTo>
                <a:lnTo>
                  <a:pt x="57170" y="45102"/>
                </a:lnTo>
                <a:lnTo>
                  <a:pt x="57784" y="44284"/>
                </a:lnTo>
                <a:lnTo>
                  <a:pt x="58705" y="44080"/>
                </a:lnTo>
                <a:lnTo>
                  <a:pt x="58193" y="43875"/>
                </a:lnTo>
                <a:lnTo>
                  <a:pt x="58602" y="43875"/>
                </a:lnTo>
                <a:lnTo>
                  <a:pt x="58295" y="43466"/>
                </a:lnTo>
                <a:lnTo>
                  <a:pt x="59420" y="43364"/>
                </a:lnTo>
                <a:lnTo>
                  <a:pt x="59523" y="43057"/>
                </a:lnTo>
                <a:lnTo>
                  <a:pt x="59523" y="43057"/>
                </a:lnTo>
                <a:lnTo>
                  <a:pt x="59216" y="43364"/>
                </a:lnTo>
                <a:lnTo>
                  <a:pt x="58705" y="43057"/>
                </a:lnTo>
                <a:lnTo>
                  <a:pt x="58807" y="42750"/>
                </a:lnTo>
                <a:lnTo>
                  <a:pt x="59216" y="42852"/>
                </a:lnTo>
                <a:lnTo>
                  <a:pt x="59318" y="42750"/>
                </a:lnTo>
                <a:lnTo>
                  <a:pt x="59523" y="42852"/>
                </a:lnTo>
                <a:lnTo>
                  <a:pt x="59523" y="42545"/>
                </a:lnTo>
                <a:lnTo>
                  <a:pt x="59420" y="42034"/>
                </a:lnTo>
                <a:lnTo>
                  <a:pt x="59216" y="41932"/>
                </a:lnTo>
                <a:lnTo>
                  <a:pt x="58705" y="41625"/>
                </a:lnTo>
                <a:lnTo>
                  <a:pt x="59114" y="41727"/>
                </a:lnTo>
                <a:lnTo>
                  <a:pt x="59216" y="41932"/>
                </a:lnTo>
                <a:lnTo>
                  <a:pt x="59216" y="41932"/>
                </a:lnTo>
                <a:lnTo>
                  <a:pt x="59114" y="41420"/>
                </a:lnTo>
                <a:lnTo>
                  <a:pt x="59420" y="41420"/>
                </a:lnTo>
                <a:lnTo>
                  <a:pt x="59523" y="41318"/>
                </a:lnTo>
                <a:lnTo>
                  <a:pt x="59011" y="40705"/>
                </a:lnTo>
                <a:lnTo>
                  <a:pt x="59523" y="41216"/>
                </a:lnTo>
                <a:lnTo>
                  <a:pt x="59523" y="40807"/>
                </a:lnTo>
                <a:lnTo>
                  <a:pt x="58909" y="40500"/>
                </a:lnTo>
                <a:lnTo>
                  <a:pt x="59318" y="39989"/>
                </a:lnTo>
                <a:lnTo>
                  <a:pt x="59011" y="40500"/>
                </a:lnTo>
                <a:lnTo>
                  <a:pt x="59216" y="40398"/>
                </a:lnTo>
                <a:lnTo>
                  <a:pt x="59216" y="40602"/>
                </a:lnTo>
                <a:lnTo>
                  <a:pt x="59318" y="40500"/>
                </a:lnTo>
                <a:lnTo>
                  <a:pt x="59625" y="40807"/>
                </a:lnTo>
                <a:lnTo>
                  <a:pt x="59523" y="40295"/>
                </a:lnTo>
                <a:lnTo>
                  <a:pt x="59727" y="40500"/>
                </a:lnTo>
                <a:lnTo>
                  <a:pt x="59830" y="39580"/>
                </a:lnTo>
                <a:lnTo>
                  <a:pt x="60034" y="39477"/>
                </a:lnTo>
                <a:lnTo>
                  <a:pt x="60034" y="39580"/>
                </a:lnTo>
                <a:lnTo>
                  <a:pt x="60136" y="39375"/>
                </a:lnTo>
                <a:lnTo>
                  <a:pt x="60136" y="39477"/>
                </a:lnTo>
                <a:lnTo>
                  <a:pt x="60443" y="39273"/>
                </a:lnTo>
                <a:lnTo>
                  <a:pt x="60443" y="39375"/>
                </a:lnTo>
                <a:lnTo>
                  <a:pt x="60341" y="39477"/>
                </a:lnTo>
                <a:lnTo>
                  <a:pt x="60443" y="39477"/>
                </a:lnTo>
                <a:lnTo>
                  <a:pt x="60034" y="39784"/>
                </a:lnTo>
                <a:lnTo>
                  <a:pt x="60136" y="39784"/>
                </a:lnTo>
                <a:lnTo>
                  <a:pt x="59830" y="40193"/>
                </a:lnTo>
                <a:lnTo>
                  <a:pt x="60136" y="40295"/>
                </a:lnTo>
                <a:lnTo>
                  <a:pt x="60136" y="40500"/>
                </a:lnTo>
                <a:lnTo>
                  <a:pt x="60034" y="40705"/>
                </a:lnTo>
                <a:lnTo>
                  <a:pt x="60034" y="40909"/>
                </a:lnTo>
                <a:lnTo>
                  <a:pt x="60136" y="40909"/>
                </a:lnTo>
                <a:lnTo>
                  <a:pt x="59727" y="41830"/>
                </a:lnTo>
                <a:lnTo>
                  <a:pt x="60750" y="40500"/>
                </a:lnTo>
                <a:lnTo>
                  <a:pt x="60750" y="39375"/>
                </a:lnTo>
                <a:lnTo>
                  <a:pt x="61057" y="39886"/>
                </a:lnTo>
                <a:lnTo>
                  <a:pt x="62182" y="38864"/>
                </a:lnTo>
                <a:lnTo>
                  <a:pt x="62386" y="38455"/>
                </a:lnTo>
                <a:lnTo>
                  <a:pt x="62284" y="38250"/>
                </a:lnTo>
                <a:lnTo>
                  <a:pt x="62591" y="37636"/>
                </a:lnTo>
                <a:lnTo>
                  <a:pt x="62489" y="38148"/>
                </a:lnTo>
                <a:lnTo>
                  <a:pt x="64943" y="37125"/>
                </a:lnTo>
                <a:lnTo>
                  <a:pt x="65045" y="37227"/>
                </a:lnTo>
                <a:lnTo>
                  <a:pt x="65148" y="37125"/>
                </a:lnTo>
                <a:lnTo>
                  <a:pt x="65148" y="37125"/>
                </a:lnTo>
                <a:lnTo>
                  <a:pt x="65045" y="37432"/>
                </a:lnTo>
                <a:lnTo>
                  <a:pt x="65557" y="37227"/>
                </a:lnTo>
                <a:lnTo>
                  <a:pt x="65557" y="37227"/>
                </a:lnTo>
                <a:lnTo>
                  <a:pt x="65455" y="37330"/>
                </a:lnTo>
                <a:lnTo>
                  <a:pt x="66068" y="37227"/>
                </a:lnTo>
                <a:lnTo>
                  <a:pt x="65966" y="36818"/>
                </a:lnTo>
                <a:lnTo>
                  <a:pt x="65761" y="37125"/>
                </a:lnTo>
                <a:lnTo>
                  <a:pt x="65455" y="36614"/>
                </a:lnTo>
                <a:lnTo>
                  <a:pt x="66784" y="35080"/>
                </a:lnTo>
                <a:lnTo>
                  <a:pt x="66886" y="35182"/>
                </a:lnTo>
                <a:lnTo>
                  <a:pt x="66989" y="34977"/>
                </a:lnTo>
                <a:lnTo>
                  <a:pt x="66989" y="35080"/>
                </a:lnTo>
                <a:lnTo>
                  <a:pt x="67091" y="34875"/>
                </a:lnTo>
                <a:lnTo>
                  <a:pt x="67091" y="35080"/>
                </a:lnTo>
                <a:lnTo>
                  <a:pt x="67193" y="34977"/>
                </a:lnTo>
                <a:lnTo>
                  <a:pt x="68011" y="34364"/>
                </a:lnTo>
                <a:lnTo>
                  <a:pt x="68011" y="34466"/>
                </a:lnTo>
                <a:lnTo>
                  <a:pt x="67909" y="34568"/>
                </a:lnTo>
                <a:lnTo>
                  <a:pt x="68114" y="34670"/>
                </a:lnTo>
                <a:lnTo>
                  <a:pt x="68216" y="34364"/>
                </a:lnTo>
                <a:lnTo>
                  <a:pt x="68523" y="34568"/>
                </a:lnTo>
                <a:lnTo>
                  <a:pt x="69136" y="34261"/>
                </a:lnTo>
                <a:lnTo>
                  <a:pt x="69545" y="33648"/>
                </a:lnTo>
                <a:lnTo>
                  <a:pt x="70568" y="33443"/>
                </a:lnTo>
                <a:lnTo>
                  <a:pt x="70466" y="33545"/>
                </a:lnTo>
                <a:lnTo>
                  <a:pt x="71795" y="32932"/>
                </a:lnTo>
                <a:lnTo>
                  <a:pt x="72102" y="33034"/>
                </a:lnTo>
                <a:lnTo>
                  <a:pt x="71386" y="33443"/>
                </a:lnTo>
                <a:lnTo>
                  <a:pt x="72716" y="33443"/>
                </a:lnTo>
                <a:lnTo>
                  <a:pt x="71898" y="33852"/>
                </a:lnTo>
                <a:lnTo>
                  <a:pt x="71898" y="33545"/>
                </a:lnTo>
                <a:lnTo>
                  <a:pt x="71795" y="33545"/>
                </a:lnTo>
                <a:lnTo>
                  <a:pt x="70568" y="34261"/>
                </a:lnTo>
                <a:lnTo>
                  <a:pt x="70568" y="34261"/>
                </a:lnTo>
                <a:lnTo>
                  <a:pt x="70364" y="34364"/>
                </a:lnTo>
                <a:lnTo>
                  <a:pt x="69955" y="35182"/>
                </a:lnTo>
                <a:lnTo>
                  <a:pt x="70261" y="35386"/>
                </a:lnTo>
                <a:lnTo>
                  <a:pt x="71795" y="34364"/>
                </a:lnTo>
                <a:lnTo>
                  <a:pt x="71795" y="34466"/>
                </a:lnTo>
                <a:lnTo>
                  <a:pt x="71898" y="34261"/>
                </a:lnTo>
                <a:lnTo>
                  <a:pt x="74250" y="33648"/>
                </a:lnTo>
                <a:lnTo>
                  <a:pt x="74250" y="33443"/>
                </a:lnTo>
                <a:lnTo>
                  <a:pt x="74250" y="33136"/>
                </a:lnTo>
                <a:lnTo>
                  <a:pt x="73943" y="32932"/>
                </a:lnTo>
                <a:lnTo>
                  <a:pt x="73227" y="33239"/>
                </a:lnTo>
                <a:lnTo>
                  <a:pt x="73330" y="33136"/>
                </a:lnTo>
                <a:lnTo>
                  <a:pt x="72307" y="32830"/>
                </a:lnTo>
                <a:lnTo>
                  <a:pt x="72511" y="32727"/>
                </a:lnTo>
                <a:lnTo>
                  <a:pt x="72000" y="32420"/>
                </a:lnTo>
                <a:lnTo>
                  <a:pt x="72000" y="31807"/>
                </a:lnTo>
                <a:lnTo>
                  <a:pt x="71693" y="31705"/>
                </a:lnTo>
                <a:lnTo>
                  <a:pt x="72409" y="31091"/>
                </a:lnTo>
                <a:lnTo>
                  <a:pt x="72146" y="31003"/>
                </a:lnTo>
                <a:lnTo>
                  <a:pt x="72146" y="31003"/>
                </a:lnTo>
                <a:lnTo>
                  <a:pt x="71795" y="31091"/>
                </a:lnTo>
                <a:lnTo>
                  <a:pt x="70875" y="30784"/>
                </a:lnTo>
                <a:lnTo>
                  <a:pt x="72102" y="30784"/>
                </a:lnTo>
                <a:lnTo>
                  <a:pt x="72818" y="29966"/>
                </a:lnTo>
                <a:lnTo>
                  <a:pt x="70568" y="29966"/>
                </a:lnTo>
                <a:lnTo>
                  <a:pt x="63307" y="33852"/>
                </a:lnTo>
                <a:lnTo>
                  <a:pt x="63307" y="33852"/>
                </a:lnTo>
                <a:lnTo>
                  <a:pt x="68114" y="31091"/>
                </a:lnTo>
                <a:lnTo>
                  <a:pt x="67602" y="30375"/>
                </a:lnTo>
                <a:lnTo>
                  <a:pt x="79977" y="27205"/>
                </a:lnTo>
                <a:lnTo>
                  <a:pt x="80795" y="26489"/>
                </a:lnTo>
                <a:lnTo>
                  <a:pt x="80591" y="26284"/>
                </a:lnTo>
                <a:lnTo>
                  <a:pt x="81000" y="26080"/>
                </a:lnTo>
                <a:lnTo>
                  <a:pt x="81205" y="25466"/>
                </a:lnTo>
                <a:lnTo>
                  <a:pt x="80898" y="25159"/>
                </a:lnTo>
                <a:lnTo>
                  <a:pt x="80080" y="25364"/>
                </a:lnTo>
                <a:lnTo>
                  <a:pt x="79977" y="25261"/>
                </a:lnTo>
                <a:lnTo>
                  <a:pt x="80386" y="24852"/>
                </a:lnTo>
                <a:lnTo>
                  <a:pt x="79875" y="24750"/>
                </a:lnTo>
                <a:lnTo>
                  <a:pt x="77727" y="25568"/>
                </a:lnTo>
                <a:lnTo>
                  <a:pt x="78034" y="25364"/>
                </a:lnTo>
                <a:lnTo>
                  <a:pt x="77830" y="25261"/>
                </a:lnTo>
                <a:lnTo>
                  <a:pt x="80182" y="24545"/>
                </a:lnTo>
                <a:lnTo>
                  <a:pt x="80182" y="24034"/>
                </a:lnTo>
                <a:lnTo>
                  <a:pt x="79773" y="24136"/>
                </a:lnTo>
                <a:lnTo>
                  <a:pt x="79261" y="23727"/>
                </a:lnTo>
                <a:lnTo>
                  <a:pt x="78648" y="24034"/>
                </a:lnTo>
                <a:lnTo>
                  <a:pt x="79159" y="23727"/>
                </a:lnTo>
                <a:lnTo>
                  <a:pt x="78852" y="23625"/>
                </a:lnTo>
                <a:lnTo>
                  <a:pt x="78239" y="23830"/>
                </a:lnTo>
                <a:lnTo>
                  <a:pt x="78648" y="23523"/>
                </a:lnTo>
                <a:lnTo>
                  <a:pt x="78648" y="23114"/>
                </a:lnTo>
                <a:lnTo>
                  <a:pt x="78545" y="23216"/>
                </a:lnTo>
                <a:lnTo>
                  <a:pt x="78443" y="23011"/>
                </a:lnTo>
                <a:lnTo>
                  <a:pt x="77932" y="22909"/>
                </a:lnTo>
                <a:lnTo>
                  <a:pt x="78136" y="22705"/>
                </a:lnTo>
                <a:lnTo>
                  <a:pt x="77830" y="22705"/>
                </a:lnTo>
                <a:lnTo>
                  <a:pt x="78136" y="22602"/>
                </a:lnTo>
                <a:lnTo>
                  <a:pt x="77727" y="22500"/>
                </a:lnTo>
                <a:lnTo>
                  <a:pt x="77932" y="22398"/>
                </a:lnTo>
                <a:lnTo>
                  <a:pt x="77523" y="22193"/>
                </a:lnTo>
                <a:lnTo>
                  <a:pt x="78341" y="22091"/>
                </a:lnTo>
                <a:lnTo>
                  <a:pt x="77727" y="21477"/>
                </a:lnTo>
                <a:lnTo>
                  <a:pt x="78341" y="21170"/>
                </a:lnTo>
                <a:lnTo>
                  <a:pt x="78034" y="20864"/>
                </a:lnTo>
                <a:lnTo>
                  <a:pt x="77420" y="20966"/>
                </a:lnTo>
                <a:lnTo>
                  <a:pt x="77420" y="20966"/>
                </a:lnTo>
                <a:lnTo>
                  <a:pt x="78136" y="20557"/>
                </a:lnTo>
                <a:lnTo>
                  <a:pt x="77318" y="20659"/>
                </a:lnTo>
                <a:lnTo>
                  <a:pt x="77318" y="20659"/>
                </a:lnTo>
                <a:lnTo>
                  <a:pt x="77932" y="20455"/>
                </a:lnTo>
                <a:lnTo>
                  <a:pt x="77727" y="20148"/>
                </a:lnTo>
                <a:lnTo>
                  <a:pt x="77932" y="20045"/>
                </a:lnTo>
                <a:lnTo>
                  <a:pt x="77318" y="20045"/>
                </a:lnTo>
                <a:lnTo>
                  <a:pt x="77727" y="19943"/>
                </a:lnTo>
                <a:lnTo>
                  <a:pt x="77523" y="19636"/>
                </a:lnTo>
                <a:lnTo>
                  <a:pt x="77727" y="19534"/>
                </a:lnTo>
                <a:lnTo>
                  <a:pt x="77625" y="19330"/>
                </a:lnTo>
                <a:lnTo>
                  <a:pt x="77420" y="19330"/>
                </a:lnTo>
                <a:lnTo>
                  <a:pt x="77216" y="19125"/>
                </a:lnTo>
                <a:lnTo>
                  <a:pt x="77216" y="18818"/>
                </a:lnTo>
                <a:lnTo>
                  <a:pt x="76705" y="19739"/>
                </a:lnTo>
                <a:lnTo>
                  <a:pt x="76398" y="19739"/>
                </a:lnTo>
                <a:lnTo>
                  <a:pt x="76295" y="20045"/>
                </a:lnTo>
                <a:lnTo>
                  <a:pt x="75580" y="20557"/>
                </a:lnTo>
                <a:lnTo>
                  <a:pt x="75477" y="20250"/>
                </a:lnTo>
                <a:lnTo>
                  <a:pt x="74148" y="21068"/>
                </a:lnTo>
                <a:lnTo>
                  <a:pt x="74250" y="20659"/>
                </a:lnTo>
                <a:lnTo>
                  <a:pt x="73943" y="20864"/>
                </a:lnTo>
                <a:lnTo>
                  <a:pt x="73841" y="20761"/>
                </a:lnTo>
                <a:lnTo>
                  <a:pt x="73739" y="20761"/>
                </a:lnTo>
                <a:lnTo>
                  <a:pt x="73943" y="20250"/>
                </a:lnTo>
                <a:lnTo>
                  <a:pt x="72716" y="20250"/>
                </a:lnTo>
                <a:lnTo>
                  <a:pt x="73534" y="19739"/>
                </a:lnTo>
                <a:lnTo>
                  <a:pt x="73330" y="19739"/>
                </a:lnTo>
                <a:lnTo>
                  <a:pt x="73534" y="19330"/>
                </a:lnTo>
                <a:lnTo>
                  <a:pt x="72920" y="19125"/>
                </a:lnTo>
                <a:lnTo>
                  <a:pt x="73636" y="19023"/>
                </a:lnTo>
                <a:lnTo>
                  <a:pt x="74148" y="18102"/>
                </a:lnTo>
                <a:lnTo>
                  <a:pt x="74148" y="18102"/>
                </a:lnTo>
                <a:lnTo>
                  <a:pt x="73841" y="18307"/>
                </a:lnTo>
                <a:lnTo>
                  <a:pt x="72716" y="17795"/>
                </a:lnTo>
                <a:lnTo>
                  <a:pt x="73023" y="17591"/>
                </a:lnTo>
                <a:lnTo>
                  <a:pt x="72511" y="17591"/>
                </a:lnTo>
                <a:lnTo>
                  <a:pt x="72000" y="16875"/>
                </a:lnTo>
                <a:lnTo>
                  <a:pt x="70364" y="17080"/>
                </a:lnTo>
                <a:lnTo>
                  <a:pt x="70466" y="16977"/>
                </a:lnTo>
                <a:lnTo>
                  <a:pt x="68932" y="16875"/>
                </a:lnTo>
                <a:lnTo>
                  <a:pt x="68727" y="17693"/>
                </a:lnTo>
                <a:lnTo>
                  <a:pt x="67909" y="18307"/>
                </a:lnTo>
                <a:lnTo>
                  <a:pt x="68318" y="18307"/>
                </a:lnTo>
                <a:lnTo>
                  <a:pt x="67909" y="19023"/>
                </a:lnTo>
                <a:lnTo>
                  <a:pt x="68114" y="19125"/>
                </a:lnTo>
                <a:lnTo>
                  <a:pt x="66580" y="20250"/>
                </a:lnTo>
                <a:lnTo>
                  <a:pt x="67193" y="21784"/>
                </a:lnTo>
                <a:lnTo>
                  <a:pt x="63511" y="24239"/>
                </a:lnTo>
                <a:lnTo>
                  <a:pt x="63716" y="24750"/>
                </a:lnTo>
                <a:lnTo>
                  <a:pt x="63614" y="24750"/>
                </a:lnTo>
                <a:lnTo>
                  <a:pt x="63716" y="25057"/>
                </a:lnTo>
                <a:lnTo>
                  <a:pt x="63307" y="26591"/>
                </a:lnTo>
                <a:lnTo>
                  <a:pt x="62693" y="27000"/>
                </a:lnTo>
                <a:lnTo>
                  <a:pt x="62795" y="27307"/>
                </a:lnTo>
                <a:lnTo>
                  <a:pt x="62489" y="27614"/>
                </a:lnTo>
                <a:lnTo>
                  <a:pt x="62386" y="27205"/>
                </a:lnTo>
                <a:lnTo>
                  <a:pt x="61977" y="27511"/>
                </a:lnTo>
                <a:lnTo>
                  <a:pt x="61977" y="28023"/>
                </a:lnTo>
                <a:lnTo>
                  <a:pt x="60955" y="27716"/>
                </a:lnTo>
                <a:lnTo>
                  <a:pt x="61364" y="27000"/>
                </a:lnTo>
                <a:lnTo>
                  <a:pt x="60648" y="26591"/>
                </a:lnTo>
                <a:lnTo>
                  <a:pt x="61466" y="24341"/>
                </a:lnTo>
                <a:lnTo>
                  <a:pt x="60852" y="23625"/>
                </a:lnTo>
                <a:lnTo>
                  <a:pt x="59420" y="23830"/>
                </a:lnTo>
                <a:lnTo>
                  <a:pt x="59216" y="23216"/>
                </a:lnTo>
                <a:lnTo>
                  <a:pt x="57682" y="22091"/>
                </a:lnTo>
                <a:lnTo>
                  <a:pt x="55227" y="21989"/>
                </a:lnTo>
                <a:lnTo>
                  <a:pt x="55330" y="21886"/>
                </a:lnTo>
                <a:lnTo>
                  <a:pt x="54920" y="22091"/>
                </a:lnTo>
                <a:lnTo>
                  <a:pt x="55636" y="20761"/>
                </a:lnTo>
                <a:lnTo>
                  <a:pt x="55534" y="20250"/>
                </a:lnTo>
                <a:lnTo>
                  <a:pt x="54614" y="20761"/>
                </a:lnTo>
                <a:lnTo>
                  <a:pt x="54920" y="20352"/>
                </a:lnTo>
                <a:lnTo>
                  <a:pt x="54716" y="20045"/>
                </a:lnTo>
                <a:lnTo>
                  <a:pt x="57580" y="17489"/>
                </a:lnTo>
                <a:lnTo>
                  <a:pt x="57580" y="17284"/>
                </a:lnTo>
                <a:lnTo>
                  <a:pt x="58091" y="16875"/>
                </a:lnTo>
                <a:lnTo>
                  <a:pt x="58398" y="17080"/>
                </a:lnTo>
                <a:lnTo>
                  <a:pt x="58398" y="16875"/>
                </a:lnTo>
                <a:lnTo>
                  <a:pt x="59114" y="16670"/>
                </a:lnTo>
                <a:lnTo>
                  <a:pt x="59216" y="16466"/>
                </a:lnTo>
                <a:lnTo>
                  <a:pt x="60136" y="16364"/>
                </a:lnTo>
                <a:lnTo>
                  <a:pt x="60239" y="15852"/>
                </a:lnTo>
                <a:lnTo>
                  <a:pt x="59830" y="15648"/>
                </a:lnTo>
                <a:lnTo>
                  <a:pt x="59420" y="15852"/>
                </a:lnTo>
                <a:lnTo>
                  <a:pt x="59727" y="15648"/>
                </a:lnTo>
                <a:lnTo>
                  <a:pt x="59011" y="15443"/>
                </a:lnTo>
                <a:lnTo>
                  <a:pt x="58909" y="15239"/>
                </a:lnTo>
                <a:lnTo>
                  <a:pt x="59932" y="15545"/>
                </a:lnTo>
                <a:lnTo>
                  <a:pt x="59932" y="15648"/>
                </a:lnTo>
                <a:lnTo>
                  <a:pt x="64227" y="14318"/>
                </a:lnTo>
                <a:lnTo>
                  <a:pt x="61670" y="13602"/>
                </a:lnTo>
                <a:lnTo>
                  <a:pt x="62693" y="13705"/>
                </a:lnTo>
                <a:lnTo>
                  <a:pt x="64330" y="14114"/>
                </a:lnTo>
                <a:lnTo>
                  <a:pt x="65455" y="13602"/>
                </a:lnTo>
                <a:lnTo>
                  <a:pt x="65250" y="13193"/>
                </a:lnTo>
                <a:lnTo>
                  <a:pt x="66170" y="13091"/>
                </a:lnTo>
                <a:lnTo>
                  <a:pt x="66375" y="13398"/>
                </a:lnTo>
                <a:lnTo>
                  <a:pt x="66784" y="13295"/>
                </a:lnTo>
                <a:lnTo>
                  <a:pt x="67091" y="13091"/>
                </a:lnTo>
                <a:lnTo>
                  <a:pt x="66580" y="12784"/>
                </a:lnTo>
                <a:lnTo>
                  <a:pt x="66580" y="12784"/>
                </a:lnTo>
                <a:lnTo>
                  <a:pt x="67091" y="12886"/>
                </a:lnTo>
                <a:lnTo>
                  <a:pt x="67398" y="13295"/>
                </a:lnTo>
                <a:lnTo>
                  <a:pt x="69545" y="12273"/>
                </a:lnTo>
                <a:lnTo>
                  <a:pt x="69443" y="11659"/>
                </a:lnTo>
                <a:lnTo>
                  <a:pt x="69955" y="11045"/>
                </a:lnTo>
                <a:lnTo>
                  <a:pt x="70568" y="10841"/>
                </a:lnTo>
                <a:lnTo>
                  <a:pt x="69955" y="10739"/>
                </a:lnTo>
                <a:lnTo>
                  <a:pt x="69852" y="10534"/>
                </a:lnTo>
                <a:lnTo>
                  <a:pt x="70159" y="10432"/>
                </a:lnTo>
                <a:lnTo>
                  <a:pt x="68216" y="10227"/>
                </a:lnTo>
                <a:lnTo>
                  <a:pt x="67909" y="10739"/>
                </a:lnTo>
                <a:lnTo>
                  <a:pt x="68114" y="10943"/>
                </a:lnTo>
                <a:lnTo>
                  <a:pt x="67807" y="11045"/>
                </a:lnTo>
                <a:lnTo>
                  <a:pt x="68011" y="11148"/>
                </a:lnTo>
                <a:lnTo>
                  <a:pt x="65352" y="12580"/>
                </a:lnTo>
                <a:lnTo>
                  <a:pt x="65148" y="11761"/>
                </a:lnTo>
                <a:lnTo>
                  <a:pt x="65352" y="11557"/>
                </a:lnTo>
                <a:lnTo>
                  <a:pt x="65455" y="11557"/>
                </a:lnTo>
                <a:lnTo>
                  <a:pt x="65864" y="11045"/>
                </a:lnTo>
                <a:lnTo>
                  <a:pt x="64841" y="11045"/>
                </a:lnTo>
                <a:lnTo>
                  <a:pt x="64023" y="11557"/>
                </a:lnTo>
                <a:lnTo>
                  <a:pt x="64023" y="11557"/>
                </a:lnTo>
                <a:lnTo>
                  <a:pt x="64125" y="10739"/>
                </a:lnTo>
                <a:lnTo>
                  <a:pt x="64739" y="10534"/>
                </a:lnTo>
                <a:lnTo>
                  <a:pt x="64125" y="10534"/>
                </a:lnTo>
                <a:lnTo>
                  <a:pt x="64432" y="10432"/>
                </a:lnTo>
                <a:lnTo>
                  <a:pt x="63307" y="10330"/>
                </a:lnTo>
                <a:lnTo>
                  <a:pt x="64125" y="10023"/>
                </a:lnTo>
                <a:lnTo>
                  <a:pt x="63818" y="10023"/>
                </a:lnTo>
                <a:lnTo>
                  <a:pt x="64330" y="9920"/>
                </a:lnTo>
                <a:lnTo>
                  <a:pt x="64125" y="9409"/>
                </a:lnTo>
                <a:lnTo>
                  <a:pt x="64432" y="9000"/>
                </a:lnTo>
                <a:lnTo>
                  <a:pt x="64227" y="8591"/>
                </a:lnTo>
                <a:lnTo>
                  <a:pt x="63920" y="8386"/>
                </a:lnTo>
                <a:close/>
              </a:path>
            </a:pathLst>
          </a:custGeom>
          <a:solidFill>
            <a:srgbClr val="000000">
              <a:alpha val="96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48"/>
          <p:cNvSpPr txBox="1"/>
          <p:nvPr>
            <p:ph type="title"/>
          </p:nvPr>
        </p:nvSpPr>
        <p:spPr>
          <a:xfrm>
            <a:off x="1556175" y="601200"/>
            <a:ext cx="66168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MicroProfile GraphQL workgroup</a:t>
            </a:r>
            <a:endParaRPr/>
          </a:p>
        </p:txBody>
      </p:sp>
      <p:sp>
        <p:nvSpPr>
          <p:cNvPr id="964" name="Google Shape;964;p48"/>
          <p:cNvSpPr txBox="1"/>
          <p:nvPr>
            <p:ph idx="12" type="sldNum"/>
          </p:nvPr>
        </p:nvSpPr>
        <p:spPr>
          <a:xfrm>
            <a:off x="7899350" y="409842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65" name="Google Shape;965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9476" y="1908924"/>
            <a:ext cx="394599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6" name="Google Shape;966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09075" y="1822759"/>
            <a:ext cx="415303" cy="40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7" name="Google Shape;967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41975" y="1908925"/>
            <a:ext cx="415300" cy="41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8" name="Google Shape;968;p4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90525" y="1827963"/>
            <a:ext cx="394600" cy="39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9" name="Google Shape;969;p4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099750" y="2191325"/>
            <a:ext cx="415301" cy="40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0" name="Google Shape;970;p4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56925" y="3605625"/>
            <a:ext cx="415300" cy="417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49"/>
          <p:cNvSpPr txBox="1"/>
          <p:nvPr>
            <p:ph type="title"/>
          </p:nvPr>
        </p:nvSpPr>
        <p:spPr>
          <a:xfrm>
            <a:off x="1556175" y="719375"/>
            <a:ext cx="66168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</a:t>
            </a:r>
            <a:endParaRPr/>
          </a:p>
        </p:txBody>
      </p:sp>
      <p:sp>
        <p:nvSpPr>
          <p:cNvPr id="976" name="Google Shape;976;p49"/>
          <p:cNvSpPr/>
          <p:nvPr/>
        </p:nvSpPr>
        <p:spPr>
          <a:xfrm>
            <a:off x="1673700" y="1909250"/>
            <a:ext cx="2343900" cy="1838700"/>
          </a:xfrm>
          <a:prstGeom prst="homePlate">
            <a:avLst>
              <a:gd fmla="val 30129" name="adj"/>
            </a:avLst>
          </a:prstGeom>
          <a:solidFill>
            <a:srgbClr val="000000">
              <a:alpha val="9620"/>
            </a:srgbClr>
          </a:solidFill>
          <a:ln cap="flat" cmpd="sng" w="9525">
            <a:solidFill>
              <a:srgbClr val="B7B7B7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nos"/>
                <a:ea typeface="Tinos"/>
                <a:cs typeface="Tinos"/>
                <a:sym typeface="Tinos"/>
              </a:rPr>
              <a:t>sandbox</a:t>
            </a:r>
            <a:endParaRPr sz="1800">
              <a:latin typeface="Tinos"/>
              <a:ea typeface="Tinos"/>
              <a:cs typeface="Tinos"/>
              <a:sym typeface="Tinos"/>
            </a:endParaRPr>
          </a:p>
        </p:txBody>
      </p:sp>
      <p:sp>
        <p:nvSpPr>
          <p:cNvPr id="977" name="Google Shape;977;p49"/>
          <p:cNvSpPr/>
          <p:nvPr/>
        </p:nvSpPr>
        <p:spPr>
          <a:xfrm>
            <a:off x="3706340" y="1909250"/>
            <a:ext cx="2389200" cy="1838700"/>
          </a:xfrm>
          <a:prstGeom prst="chevron">
            <a:avLst>
              <a:gd fmla="val 29853" name="adj"/>
            </a:avLst>
          </a:prstGeom>
          <a:solidFill>
            <a:srgbClr val="000000">
              <a:alpha val="9620"/>
            </a:srgbClr>
          </a:solidFill>
          <a:ln cap="flat" cmpd="sng" w="9525">
            <a:solidFill>
              <a:srgbClr val="B7B7B7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nos"/>
                <a:ea typeface="Tinos"/>
                <a:cs typeface="Tinos"/>
                <a:sym typeface="Tinos"/>
              </a:rPr>
              <a:t>standalone</a:t>
            </a:r>
            <a:endParaRPr sz="1800">
              <a:latin typeface="Tinos"/>
              <a:ea typeface="Tinos"/>
              <a:cs typeface="Tinos"/>
              <a:sym typeface="Tinos"/>
            </a:endParaRPr>
          </a:p>
        </p:txBody>
      </p:sp>
      <p:sp>
        <p:nvSpPr>
          <p:cNvPr id="978" name="Google Shape;978;p49"/>
          <p:cNvSpPr/>
          <p:nvPr/>
        </p:nvSpPr>
        <p:spPr>
          <a:xfrm>
            <a:off x="5784054" y="1909250"/>
            <a:ext cx="2389200" cy="1838700"/>
          </a:xfrm>
          <a:prstGeom prst="chevron">
            <a:avLst>
              <a:gd fmla="val 29853" name="adj"/>
            </a:avLst>
          </a:prstGeom>
          <a:solidFill>
            <a:srgbClr val="000000">
              <a:alpha val="9620"/>
            </a:srgbClr>
          </a:solidFill>
          <a:ln cap="flat" cmpd="sng" w="9525">
            <a:solidFill>
              <a:srgbClr val="B7B7B7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nos"/>
                <a:ea typeface="Tinos"/>
                <a:cs typeface="Tinos"/>
                <a:sym typeface="Tinos"/>
              </a:rPr>
              <a:t>umbrella</a:t>
            </a:r>
            <a:endParaRPr sz="1800">
              <a:latin typeface="Tinos"/>
              <a:ea typeface="Tinos"/>
              <a:cs typeface="Tinos"/>
              <a:sym typeface="Tinos"/>
            </a:endParaRPr>
          </a:p>
        </p:txBody>
      </p:sp>
      <p:sp>
        <p:nvSpPr>
          <p:cNvPr id="979" name="Google Shape;979;p49"/>
          <p:cNvSpPr txBox="1"/>
          <p:nvPr>
            <p:ph idx="12" type="sldNum"/>
          </p:nvPr>
        </p:nvSpPr>
        <p:spPr>
          <a:xfrm>
            <a:off x="7899350" y="409842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0" name="Google Shape;980;p49"/>
          <p:cNvSpPr/>
          <p:nvPr/>
        </p:nvSpPr>
        <p:spPr>
          <a:xfrm>
            <a:off x="3002723" y="3283167"/>
            <a:ext cx="421225" cy="361324"/>
          </a:xfrm>
          <a:custGeom>
            <a:rect b="b" l="l" r="r" t="t"/>
            <a:pathLst>
              <a:path extrusionOk="0" h="3382" w="3960">
                <a:moveTo>
                  <a:pt x="3938" y="1"/>
                </a:moveTo>
                <a:lnTo>
                  <a:pt x="3874" y="44"/>
                </a:lnTo>
                <a:lnTo>
                  <a:pt x="3809" y="44"/>
                </a:lnTo>
                <a:lnTo>
                  <a:pt x="3446" y="279"/>
                </a:lnTo>
                <a:lnTo>
                  <a:pt x="3103" y="557"/>
                </a:lnTo>
                <a:lnTo>
                  <a:pt x="2782" y="857"/>
                </a:lnTo>
                <a:lnTo>
                  <a:pt x="2483" y="1178"/>
                </a:lnTo>
                <a:lnTo>
                  <a:pt x="2247" y="1456"/>
                </a:lnTo>
                <a:lnTo>
                  <a:pt x="2119" y="1606"/>
                </a:lnTo>
                <a:lnTo>
                  <a:pt x="1991" y="1734"/>
                </a:lnTo>
                <a:lnTo>
                  <a:pt x="1884" y="1841"/>
                </a:lnTo>
                <a:lnTo>
                  <a:pt x="1755" y="1927"/>
                </a:lnTo>
                <a:lnTo>
                  <a:pt x="1691" y="1948"/>
                </a:lnTo>
                <a:lnTo>
                  <a:pt x="1627" y="1948"/>
                </a:lnTo>
                <a:lnTo>
                  <a:pt x="1563" y="1905"/>
                </a:lnTo>
                <a:lnTo>
                  <a:pt x="1499" y="1862"/>
                </a:lnTo>
                <a:lnTo>
                  <a:pt x="1392" y="1713"/>
                </a:lnTo>
                <a:lnTo>
                  <a:pt x="1285" y="1541"/>
                </a:lnTo>
                <a:lnTo>
                  <a:pt x="1199" y="1392"/>
                </a:lnTo>
                <a:lnTo>
                  <a:pt x="1092" y="1263"/>
                </a:lnTo>
                <a:lnTo>
                  <a:pt x="985" y="1156"/>
                </a:lnTo>
                <a:lnTo>
                  <a:pt x="921" y="1114"/>
                </a:lnTo>
                <a:lnTo>
                  <a:pt x="857" y="1092"/>
                </a:lnTo>
                <a:lnTo>
                  <a:pt x="771" y="1092"/>
                </a:lnTo>
                <a:lnTo>
                  <a:pt x="686" y="1114"/>
                </a:lnTo>
                <a:lnTo>
                  <a:pt x="579" y="1156"/>
                </a:lnTo>
                <a:lnTo>
                  <a:pt x="472" y="1221"/>
                </a:lnTo>
                <a:lnTo>
                  <a:pt x="129" y="1434"/>
                </a:lnTo>
                <a:lnTo>
                  <a:pt x="44" y="1477"/>
                </a:lnTo>
                <a:lnTo>
                  <a:pt x="1" y="1520"/>
                </a:lnTo>
                <a:lnTo>
                  <a:pt x="1" y="1563"/>
                </a:lnTo>
                <a:lnTo>
                  <a:pt x="22" y="1648"/>
                </a:lnTo>
                <a:lnTo>
                  <a:pt x="44" y="1734"/>
                </a:lnTo>
                <a:lnTo>
                  <a:pt x="87" y="1820"/>
                </a:lnTo>
                <a:lnTo>
                  <a:pt x="193" y="2012"/>
                </a:lnTo>
                <a:lnTo>
                  <a:pt x="450" y="2333"/>
                </a:lnTo>
                <a:lnTo>
                  <a:pt x="793" y="2761"/>
                </a:lnTo>
                <a:lnTo>
                  <a:pt x="964" y="2954"/>
                </a:lnTo>
                <a:lnTo>
                  <a:pt x="1156" y="3146"/>
                </a:lnTo>
                <a:lnTo>
                  <a:pt x="1306" y="3275"/>
                </a:lnTo>
                <a:lnTo>
                  <a:pt x="1392" y="3339"/>
                </a:lnTo>
                <a:lnTo>
                  <a:pt x="1456" y="3382"/>
                </a:lnTo>
                <a:lnTo>
                  <a:pt x="1606" y="3382"/>
                </a:lnTo>
                <a:lnTo>
                  <a:pt x="1670" y="3317"/>
                </a:lnTo>
                <a:lnTo>
                  <a:pt x="1734" y="3253"/>
                </a:lnTo>
                <a:lnTo>
                  <a:pt x="2012" y="2932"/>
                </a:lnTo>
                <a:lnTo>
                  <a:pt x="2290" y="2611"/>
                </a:lnTo>
                <a:lnTo>
                  <a:pt x="3339" y="1370"/>
                </a:lnTo>
                <a:lnTo>
                  <a:pt x="3574" y="1071"/>
                </a:lnTo>
                <a:lnTo>
                  <a:pt x="3702" y="921"/>
                </a:lnTo>
                <a:lnTo>
                  <a:pt x="3788" y="750"/>
                </a:lnTo>
                <a:lnTo>
                  <a:pt x="3874" y="579"/>
                </a:lnTo>
                <a:lnTo>
                  <a:pt x="3938" y="386"/>
                </a:lnTo>
                <a:lnTo>
                  <a:pt x="3959" y="194"/>
                </a:lnTo>
                <a:lnTo>
                  <a:pt x="3938" y="1"/>
                </a:lnTo>
                <a:close/>
              </a:path>
            </a:pathLst>
          </a:cu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49"/>
          <p:cNvSpPr/>
          <p:nvPr/>
        </p:nvSpPr>
        <p:spPr>
          <a:xfrm>
            <a:off x="5209473" y="3283167"/>
            <a:ext cx="421225" cy="361324"/>
          </a:xfrm>
          <a:custGeom>
            <a:rect b="b" l="l" r="r" t="t"/>
            <a:pathLst>
              <a:path extrusionOk="0" h="3382" w="3960">
                <a:moveTo>
                  <a:pt x="3938" y="1"/>
                </a:moveTo>
                <a:lnTo>
                  <a:pt x="3874" y="44"/>
                </a:lnTo>
                <a:lnTo>
                  <a:pt x="3809" y="44"/>
                </a:lnTo>
                <a:lnTo>
                  <a:pt x="3446" y="279"/>
                </a:lnTo>
                <a:lnTo>
                  <a:pt x="3103" y="557"/>
                </a:lnTo>
                <a:lnTo>
                  <a:pt x="2782" y="857"/>
                </a:lnTo>
                <a:lnTo>
                  <a:pt x="2483" y="1178"/>
                </a:lnTo>
                <a:lnTo>
                  <a:pt x="2247" y="1456"/>
                </a:lnTo>
                <a:lnTo>
                  <a:pt x="2119" y="1606"/>
                </a:lnTo>
                <a:lnTo>
                  <a:pt x="1991" y="1734"/>
                </a:lnTo>
                <a:lnTo>
                  <a:pt x="1884" y="1841"/>
                </a:lnTo>
                <a:lnTo>
                  <a:pt x="1755" y="1927"/>
                </a:lnTo>
                <a:lnTo>
                  <a:pt x="1691" y="1948"/>
                </a:lnTo>
                <a:lnTo>
                  <a:pt x="1627" y="1948"/>
                </a:lnTo>
                <a:lnTo>
                  <a:pt x="1563" y="1905"/>
                </a:lnTo>
                <a:lnTo>
                  <a:pt x="1499" y="1862"/>
                </a:lnTo>
                <a:lnTo>
                  <a:pt x="1392" y="1713"/>
                </a:lnTo>
                <a:lnTo>
                  <a:pt x="1285" y="1541"/>
                </a:lnTo>
                <a:lnTo>
                  <a:pt x="1199" y="1392"/>
                </a:lnTo>
                <a:lnTo>
                  <a:pt x="1092" y="1263"/>
                </a:lnTo>
                <a:lnTo>
                  <a:pt x="985" y="1156"/>
                </a:lnTo>
                <a:lnTo>
                  <a:pt x="921" y="1114"/>
                </a:lnTo>
                <a:lnTo>
                  <a:pt x="857" y="1092"/>
                </a:lnTo>
                <a:lnTo>
                  <a:pt x="771" y="1092"/>
                </a:lnTo>
                <a:lnTo>
                  <a:pt x="686" y="1114"/>
                </a:lnTo>
                <a:lnTo>
                  <a:pt x="579" y="1156"/>
                </a:lnTo>
                <a:lnTo>
                  <a:pt x="472" y="1221"/>
                </a:lnTo>
                <a:lnTo>
                  <a:pt x="129" y="1434"/>
                </a:lnTo>
                <a:lnTo>
                  <a:pt x="44" y="1477"/>
                </a:lnTo>
                <a:lnTo>
                  <a:pt x="1" y="1520"/>
                </a:lnTo>
                <a:lnTo>
                  <a:pt x="1" y="1563"/>
                </a:lnTo>
                <a:lnTo>
                  <a:pt x="22" y="1648"/>
                </a:lnTo>
                <a:lnTo>
                  <a:pt x="44" y="1734"/>
                </a:lnTo>
                <a:lnTo>
                  <a:pt x="87" y="1820"/>
                </a:lnTo>
                <a:lnTo>
                  <a:pt x="193" y="2012"/>
                </a:lnTo>
                <a:lnTo>
                  <a:pt x="450" y="2333"/>
                </a:lnTo>
                <a:lnTo>
                  <a:pt x="793" y="2761"/>
                </a:lnTo>
                <a:lnTo>
                  <a:pt x="964" y="2954"/>
                </a:lnTo>
                <a:lnTo>
                  <a:pt x="1156" y="3146"/>
                </a:lnTo>
                <a:lnTo>
                  <a:pt x="1306" y="3275"/>
                </a:lnTo>
                <a:lnTo>
                  <a:pt x="1392" y="3339"/>
                </a:lnTo>
                <a:lnTo>
                  <a:pt x="1456" y="3382"/>
                </a:lnTo>
                <a:lnTo>
                  <a:pt x="1606" y="3382"/>
                </a:lnTo>
                <a:lnTo>
                  <a:pt x="1670" y="3317"/>
                </a:lnTo>
                <a:lnTo>
                  <a:pt x="1734" y="3253"/>
                </a:lnTo>
                <a:lnTo>
                  <a:pt x="2012" y="2932"/>
                </a:lnTo>
                <a:lnTo>
                  <a:pt x="2290" y="2611"/>
                </a:lnTo>
                <a:lnTo>
                  <a:pt x="3339" y="1370"/>
                </a:lnTo>
                <a:lnTo>
                  <a:pt x="3574" y="1071"/>
                </a:lnTo>
                <a:lnTo>
                  <a:pt x="3702" y="921"/>
                </a:lnTo>
                <a:lnTo>
                  <a:pt x="3788" y="750"/>
                </a:lnTo>
                <a:lnTo>
                  <a:pt x="3874" y="579"/>
                </a:lnTo>
                <a:lnTo>
                  <a:pt x="3938" y="386"/>
                </a:lnTo>
                <a:lnTo>
                  <a:pt x="3959" y="194"/>
                </a:lnTo>
                <a:lnTo>
                  <a:pt x="3938" y="1"/>
                </a:lnTo>
                <a:close/>
              </a:path>
            </a:pathLst>
          </a:cu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50"/>
          <p:cNvSpPr txBox="1"/>
          <p:nvPr>
            <p:ph type="ctrTitle"/>
          </p:nvPr>
        </p:nvSpPr>
        <p:spPr>
          <a:xfrm>
            <a:off x="1912025" y="2116750"/>
            <a:ext cx="58026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Specification</a:t>
            </a:r>
            <a:endParaRPr/>
          </a:p>
        </p:txBody>
      </p:sp>
      <p:sp>
        <p:nvSpPr>
          <p:cNvPr id="987" name="Google Shape;987;p50"/>
          <p:cNvSpPr txBox="1"/>
          <p:nvPr>
            <p:ph idx="1" type="subTitle"/>
          </p:nvPr>
        </p:nvSpPr>
        <p:spPr>
          <a:xfrm>
            <a:off x="1912025" y="3144851"/>
            <a:ext cx="58026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</a:t>
            </a:r>
            <a:r>
              <a:rPr lang="en"/>
              <a:t>raphQL specification under MicroProfile</a:t>
            </a:r>
            <a:r>
              <a:rPr lang="en"/>
              <a:t> </a:t>
            </a:r>
            <a:endParaRPr/>
          </a:p>
        </p:txBody>
      </p:sp>
      <p:sp>
        <p:nvSpPr>
          <p:cNvPr id="988" name="Google Shape;988;p50"/>
          <p:cNvSpPr txBox="1"/>
          <p:nvPr>
            <p:ph idx="12" type="sldNum"/>
          </p:nvPr>
        </p:nvSpPr>
        <p:spPr>
          <a:xfrm>
            <a:off x="7899350" y="409842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9" name="Google Shape;989;p50"/>
          <p:cNvSpPr/>
          <p:nvPr/>
        </p:nvSpPr>
        <p:spPr>
          <a:xfrm>
            <a:off x="7295500" y="750225"/>
            <a:ext cx="889945" cy="974898"/>
          </a:xfrm>
          <a:custGeom>
            <a:rect b="b" l="l" r="r" t="t"/>
            <a:pathLst>
              <a:path extrusionOk="0" h="20878" w="16863">
                <a:moveTo>
                  <a:pt x="974" y="1801"/>
                </a:moveTo>
                <a:lnTo>
                  <a:pt x="1144" y="1825"/>
                </a:lnTo>
                <a:lnTo>
                  <a:pt x="1314" y="1874"/>
                </a:lnTo>
                <a:lnTo>
                  <a:pt x="1436" y="1874"/>
                </a:lnTo>
                <a:lnTo>
                  <a:pt x="1460" y="2093"/>
                </a:lnTo>
                <a:lnTo>
                  <a:pt x="1485" y="2774"/>
                </a:lnTo>
                <a:lnTo>
                  <a:pt x="1387" y="2750"/>
                </a:lnTo>
                <a:lnTo>
                  <a:pt x="1314" y="2774"/>
                </a:lnTo>
                <a:lnTo>
                  <a:pt x="1241" y="2798"/>
                </a:lnTo>
                <a:lnTo>
                  <a:pt x="901" y="3042"/>
                </a:lnTo>
                <a:lnTo>
                  <a:pt x="560" y="3309"/>
                </a:lnTo>
                <a:lnTo>
                  <a:pt x="511" y="3358"/>
                </a:lnTo>
                <a:lnTo>
                  <a:pt x="511" y="2847"/>
                </a:lnTo>
                <a:lnTo>
                  <a:pt x="536" y="2823"/>
                </a:lnTo>
                <a:lnTo>
                  <a:pt x="706" y="2725"/>
                </a:lnTo>
                <a:lnTo>
                  <a:pt x="852" y="2604"/>
                </a:lnTo>
                <a:lnTo>
                  <a:pt x="1193" y="2409"/>
                </a:lnTo>
                <a:lnTo>
                  <a:pt x="1290" y="2360"/>
                </a:lnTo>
                <a:lnTo>
                  <a:pt x="1339" y="2287"/>
                </a:lnTo>
                <a:lnTo>
                  <a:pt x="1436" y="2117"/>
                </a:lnTo>
                <a:lnTo>
                  <a:pt x="1460" y="2093"/>
                </a:lnTo>
                <a:lnTo>
                  <a:pt x="1436" y="2044"/>
                </a:lnTo>
                <a:lnTo>
                  <a:pt x="1412" y="2020"/>
                </a:lnTo>
                <a:lnTo>
                  <a:pt x="1290" y="1995"/>
                </a:lnTo>
                <a:lnTo>
                  <a:pt x="1168" y="1995"/>
                </a:lnTo>
                <a:lnTo>
                  <a:pt x="998" y="2068"/>
                </a:lnTo>
                <a:lnTo>
                  <a:pt x="828" y="2166"/>
                </a:lnTo>
                <a:lnTo>
                  <a:pt x="657" y="2287"/>
                </a:lnTo>
                <a:lnTo>
                  <a:pt x="487" y="2409"/>
                </a:lnTo>
                <a:lnTo>
                  <a:pt x="487" y="2093"/>
                </a:lnTo>
                <a:lnTo>
                  <a:pt x="438" y="1801"/>
                </a:lnTo>
                <a:lnTo>
                  <a:pt x="609" y="1825"/>
                </a:lnTo>
                <a:lnTo>
                  <a:pt x="974" y="1801"/>
                </a:lnTo>
                <a:close/>
                <a:moveTo>
                  <a:pt x="13237" y="803"/>
                </a:moveTo>
                <a:lnTo>
                  <a:pt x="13383" y="949"/>
                </a:lnTo>
                <a:lnTo>
                  <a:pt x="13651" y="1192"/>
                </a:lnTo>
                <a:lnTo>
                  <a:pt x="13943" y="1436"/>
                </a:lnTo>
                <a:lnTo>
                  <a:pt x="14210" y="1655"/>
                </a:lnTo>
                <a:lnTo>
                  <a:pt x="14454" y="1922"/>
                </a:lnTo>
                <a:lnTo>
                  <a:pt x="14697" y="2214"/>
                </a:lnTo>
                <a:lnTo>
                  <a:pt x="14965" y="2482"/>
                </a:lnTo>
                <a:lnTo>
                  <a:pt x="15500" y="3017"/>
                </a:lnTo>
                <a:lnTo>
                  <a:pt x="15646" y="3188"/>
                </a:lnTo>
                <a:lnTo>
                  <a:pt x="15792" y="3382"/>
                </a:lnTo>
                <a:lnTo>
                  <a:pt x="15938" y="3577"/>
                </a:lnTo>
                <a:lnTo>
                  <a:pt x="16084" y="3772"/>
                </a:lnTo>
                <a:lnTo>
                  <a:pt x="15743" y="3796"/>
                </a:lnTo>
                <a:lnTo>
                  <a:pt x="15403" y="3820"/>
                </a:lnTo>
                <a:lnTo>
                  <a:pt x="14697" y="3820"/>
                </a:lnTo>
                <a:lnTo>
                  <a:pt x="14016" y="3796"/>
                </a:lnTo>
                <a:lnTo>
                  <a:pt x="13651" y="3772"/>
                </a:lnTo>
                <a:lnTo>
                  <a:pt x="13310" y="3820"/>
                </a:lnTo>
                <a:lnTo>
                  <a:pt x="13261" y="3042"/>
                </a:lnTo>
                <a:lnTo>
                  <a:pt x="13188" y="2239"/>
                </a:lnTo>
                <a:lnTo>
                  <a:pt x="13188" y="1874"/>
                </a:lnTo>
                <a:lnTo>
                  <a:pt x="13188" y="1533"/>
                </a:lnTo>
                <a:lnTo>
                  <a:pt x="13237" y="803"/>
                </a:lnTo>
                <a:close/>
                <a:moveTo>
                  <a:pt x="1509" y="3163"/>
                </a:moveTo>
                <a:lnTo>
                  <a:pt x="1533" y="3455"/>
                </a:lnTo>
                <a:lnTo>
                  <a:pt x="1363" y="3553"/>
                </a:lnTo>
                <a:lnTo>
                  <a:pt x="1193" y="3650"/>
                </a:lnTo>
                <a:lnTo>
                  <a:pt x="901" y="3918"/>
                </a:lnTo>
                <a:lnTo>
                  <a:pt x="706" y="4064"/>
                </a:lnTo>
                <a:lnTo>
                  <a:pt x="511" y="4210"/>
                </a:lnTo>
                <a:lnTo>
                  <a:pt x="511" y="3845"/>
                </a:lnTo>
                <a:lnTo>
                  <a:pt x="511" y="3747"/>
                </a:lnTo>
                <a:lnTo>
                  <a:pt x="657" y="3699"/>
                </a:lnTo>
                <a:lnTo>
                  <a:pt x="803" y="3626"/>
                </a:lnTo>
                <a:lnTo>
                  <a:pt x="1047" y="3455"/>
                </a:lnTo>
                <a:lnTo>
                  <a:pt x="1387" y="3236"/>
                </a:lnTo>
                <a:lnTo>
                  <a:pt x="1509" y="3163"/>
                </a:lnTo>
                <a:close/>
                <a:moveTo>
                  <a:pt x="1533" y="3942"/>
                </a:moveTo>
                <a:lnTo>
                  <a:pt x="1533" y="4404"/>
                </a:lnTo>
                <a:lnTo>
                  <a:pt x="1533" y="4526"/>
                </a:lnTo>
                <a:lnTo>
                  <a:pt x="1168" y="4745"/>
                </a:lnTo>
                <a:lnTo>
                  <a:pt x="828" y="4988"/>
                </a:lnTo>
                <a:lnTo>
                  <a:pt x="657" y="5086"/>
                </a:lnTo>
                <a:lnTo>
                  <a:pt x="511" y="5232"/>
                </a:lnTo>
                <a:lnTo>
                  <a:pt x="511" y="4648"/>
                </a:lnTo>
                <a:lnTo>
                  <a:pt x="657" y="4575"/>
                </a:lnTo>
                <a:lnTo>
                  <a:pt x="803" y="4477"/>
                </a:lnTo>
                <a:lnTo>
                  <a:pt x="1095" y="4258"/>
                </a:lnTo>
                <a:lnTo>
                  <a:pt x="1533" y="3942"/>
                </a:lnTo>
                <a:close/>
                <a:moveTo>
                  <a:pt x="1509" y="4964"/>
                </a:moveTo>
                <a:lnTo>
                  <a:pt x="1485" y="5378"/>
                </a:lnTo>
                <a:lnTo>
                  <a:pt x="1363" y="5451"/>
                </a:lnTo>
                <a:lnTo>
                  <a:pt x="1217" y="5548"/>
                </a:lnTo>
                <a:lnTo>
                  <a:pt x="998" y="5767"/>
                </a:lnTo>
                <a:lnTo>
                  <a:pt x="730" y="5986"/>
                </a:lnTo>
                <a:lnTo>
                  <a:pt x="609" y="6108"/>
                </a:lnTo>
                <a:lnTo>
                  <a:pt x="487" y="6254"/>
                </a:lnTo>
                <a:lnTo>
                  <a:pt x="487" y="5499"/>
                </a:lnTo>
                <a:lnTo>
                  <a:pt x="633" y="5475"/>
                </a:lnTo>
                <a:lnTo>
                  <a:pt x="755" y="5426"/>
                </a:lnTo>
                <a:lnTo>
                  <a:pt x="998" y="5256"/>
                </a:lnTo>
                <a:lnTo>
                  <a:pt x="1509" y="4964"/>
                </a:lnTo>
                <a:close/>
                <a:moveTo>
                  <a:pt x="1460" y="5889"/>
                </a:moveTo>
                <a:lnTo>
                  <a:pt x="1436" y="6473"/>
                </a:lnTo>
                <a:lnTo>
                  <a:pt x="1363" y="6448"/>
                </a:lnTo>
                <a:lnTo>
                  <a:pt x="1266" y="6448"/>
                </a:lnTo>
                <a:lnTo>
                  <a:pt x="1168" y="6473"/>
                </a:lnTo>
                <a:lnTo>
                  <a:pt x="998" y="6594"/>
                </a:lnTo>
                <a:lnTo>
                  <a:pt x="852" y="6716"/>
                </a:lnTo>
                <a:lnTo>
                  <a:pt x="730" y="6862"/>
                </a:lnTo>
                <a:lnTo>
                  <a:pt x="511" y="7105"/>
                </a:lnTo>
                <a:lnTo>
                  <a:pt x="487" y="6448"/>
                </a:lnTo>
                <a:lnTo>
                  <a:pt x="511" y="6448"/>
                </a:lnTo>
                <a:lnTo>
                  <a:pt x="682" y="6424"/>
                </a:lnTo>
                <a:lnTo>
                  <a:pt x="828" y="6351"/>
                </a:lnTo>
                <a:lnTo>
                  <a:pt x="974" y="6254"/>
                </a:lnTo>
                <a:lnTo>
                  <a:pt x="1095" y="6156"/>
                </a:lnTo>
                <a:lnTo>
                  <a:pt x="1460" y="5889"/>
                </a:lnTo>
                <a:close/>
                <a:moveTo>
                  <a:pt x="6984" y="6205"/>
                </a:moveTo>
                <a:lnTo>
                  <a:pt x="6935" y="6229"/>
                </a:lnTo>
                <a:lnTo>
                  <a:pt x="6862" y="6278"/>
                </a:lnTo>
                <a:lnTo>
                  <a:pt x="6716" y="6424"/>
                </a:lnTo>
                <a:lnTo>
                  <a:pt x="6546" y="6594"/>
                </a:lnTo>
                <a:lnTo>
                  <a:pt x="6327" y="6740"/>
                </a:lnTo>
                <a:lnTo>
                  <a:pt x="6108" y="6862"/>
                </a:lnTo>
                <a:lnTo>
                  <a:pt x="5986" y="6911"/>
                </a:lnTo>
                <a:lnTo>
                  <a:pt x="5889" y="6935"/>
                </a:lnTo>
                <a:lnTo>
                  <a:pt x="5767" y="6935"/>
                </a:lnTo>
                <a:lnTo>
                  <a:pt x="5670" y="6911"/>
                </a:lnTo>
                <a:lnTo>
                  <a:pt x="5572" y="6886"/>
                </a:lnTo>
                <a:lnTo>
                  <a:pt x="5499" y="6838"/>
                </a:lnTo>
                <a:lnTo>
                  <a:pt x="5426" y="6740"/>
                </a:lnTo>
                <a:lnTo>
                  <a:pt x="5353" y="6619"/>
                </a:lnTo>
                <a:lnTo>
                  <a:pt x="5305" y="6546"/>
                </a:lnTo>
                <a:lnTo>
                  <a:pt x="5232" y="6521"/>
                </a:lnTo>
                <a:lnTo>
                  <a:pt x="5134" y="6521"/>
                </a:lnTo>
                <a:lnTo>
                  <a:pt x="5061" y="6546"/>
                </a:lnTo>
                <a:lnTo>
                  <a:pt x="4794" y="6716"/>
                </a:lnTo>
                <a:lnTo>
                  <a:pt x="4599" y="6813"/>
                </a:lnTo>
                <a:lnTo>
                  <a:pt x="4429" y="6911"/>
                </a:lnTo>
                <a:lnTo>
                  <a:pt x="4283" y="6959"/>
                </a:lnTo>
                <a:lnTo>
                  <a:pt x="4210" y="6959"/>
                </a:lnTo>
                <a:lnTo>
                  <a:pt x="4137" y="6935"/>
                </a:lnTo>
                <a:lnTo>
                  <a:pt x="4088" y="6911"/>
                </a:lnTo>
                <a:lnTo>
                  <a:pt x="4064" y="6838"/>
                </a:lnTo>
                <a:lnTo>
                  <a:pt x="4039" y="6765"/>
                </a:lnTo>
                <a:lnTo>
                  <a:pt x="4039" y="6667"/>
                </a:lnTo>
                <a:lnTo>
                  <a:pt x="4039" y="6619"/>
                </a:lnTo>
                <a:lnTo>
                  <a:pt x="4015" y="6594"/>
                </a:lnTo>
                <a:lnTo>
                  <a:pt x="3966" y="6570"/>
                </a:lnTo>
                <a:lnTo>
                  <a:pt x="3893" y="6570"/>
                </a:lnTo>
                <a:lnTo>
                  <a:pt x="3845" y="6643"/>
                </a:lnTo>
                <a:lnTo>
                  <a:pt x="3796" y="6862"/>
                </a:lnTo>
                <a:lnTo>
                  <a:pt x="3772" y="6959"/>
                </a:lnTo>
                <a:lnTo>
                  <a:pt x="3772" y="7057"/>
                </a:lnTo>
                <a:lnTo>
                  <a:pt x="3796" y="7154"/>
                </a:lnTo>
                <a:lnTo>
                  <a:pt x="3845" y="7251"/>
                </a:lnTo>
                <a:lnTo>
                  <a:pt x="3942" y="7300"/>
                </a:lnTo>
                <a:lnTo>
                  <a:pt x="4064" y="7349"/>
                </a:lnTo>
                <a:lnTo>
                  <a:pt x="4331" y="7349"/>
                </a:lnTo>
                <a:lnTo>
                  <a:pt x="4453" y="7324"/>
                </a:lnTo>
                <a:lnTo>
                  <a:pt x="4599" y="7276"/>
                </a:lnTo>
                <a:lnTo>
                  <a:pt x="4842" y="7154"/>
                </a:lnTo>
                <a:lnTo>
                  <a:pt x="5086" y="7008"/>
                </a:lnTo>
                <a:lnTo>
                  <a:pt x="5183" y="7130"/>
                </a:lnTo>
                <a:lnTo>
                  <a:pt x="5280" y="7203"/>
                </a:lnTo>
                <a:lnTo>
                  <a:pt x="5378" y="7276"/>
                </a:lnTo>
                <a:lnTo>
                  <a:pt x="5499" y="7324"/>
                </a:lnTo>
                <a:lnTo>
                  <a:pt x="5597" y="7349"/>
                </a:lnTo>
                <a:lnTo>
                  <a:pt x="5718" y="7349"/>
                </a:lnTo>
                <a:lnTo>
                  <a:pt x="5962" y="7324"/>
                </a:lnTo>
                <a:lnTo>
                  <a:pt x="6229" y="7251"/>
                </a:lnTo>
                <a:lnTo>
                  <a:pt x="6473" y="7130"/>
                </a:lnTo>
                <a:lnTo>
                  <a:pt x="6716" y="6984"/>
                </a:lnTo>
                <a:lnTo>
                  <a:pt x="6935" y="6813"/>
                </a:lnTo>
                <a:lnTo>
                  <a:pt x="7057" y="6959"/>
                </a:lnTo>
                <a:lnTo>
                  <a:pt x="7203" y="7081"/>
                </a:lnTo>
                <a:lnTo>
                  <a:pt x="7373" y="7154"/>
                </a:lnTo>
                <a:lnTo>
                  <a:pt x="7568" y="7203"/>
                </a:lnTo>
                <a:lnTo>
                  <a:pt x="7714" y="7227"/>
                </a:lnTo>
                <a:lnTo>
                  <a:pt x="7981" y="7227"/>
                </a:lnTo>
                <a:lnTo>
                  <a:pt x="8103" y="7178"/>
                </a:lnTo>
                <a:lnTo>
                  <a:pt x="8225" y="7130"/>
                </a:lnTo>
                <a:lnTo>
                  <a:pt x="8322" y="7057"/>
                </a:lnTo>
                <a:lnTo>
                  <a:pt x="8541" y="6911"/>
                </a:lnTo>
                <a:lnTo>
                  <a:pt x="8663" y="7057"/>
                </a:lnTo>
                <a:lnTo>
                  <a:pt x="8833" y="7154"/>
                </a:lnTo>
                <a:lnTo>
                  <a:pt x="9028" y="7203"/>
                </a:lnTo>
                <a:lnTo>
                  <a:pt x="9222" y="7227"/>
                </a:lnTo>
                <a:lnTo>
                  <a:pt x="9441" y="7203"/>
                </a:lnTo>
                <a:lnTo>
                  <a:pt x="9636" y="7154"/>
                </a:lnTo>
                <a:lnTo>
                  <a:pt x="9830" y="7057"/>
                </a:lnTo>
                <a:lnTo>
                  <a:pt x="10001" y="6935"/>
                </a:lnTo>
                <a:lnTo>
                  <a:pt x="10171" y="7057"/>
                </a:lnTo>
                <a:lnTo>
                  <a:pt x="10341" y="7154"/>
                </a:lnTo>
                <a:lnTo>
                  <a:pt x="10512" y="7227"/>
                </a:lnTo>
                <a:lnTo>
                  <a:pt x="10706" y="7276"/>
                </a:lnTo>
                <a:lnTo>
                  <a:pt x="10877" y="7276"/>
                </a:lnTo>
                <a:lnTo>
                  <a:pt x="11047" y="7251"/>
                </a:lnTo>
                <a:lnTo>
                  <a:pt x="11193" y="7203"/>
                </a:lnTo>
                <a:lnTo>
                  <a:pt x="11339" y="7105"/>
                </a:lnTo>
                <a:lnTo>
                  <a:pt x="11436" y="7203"/>
                </a:lnTo>
                <a:lnTo>
                  <a:pt x="11534" y="7276"/>
                </a:lnTo>
                <a:lnTo>
                  <a:pt x="11655" y="7349"/>
                </a:lnTo>
                <a:lnTo>
                  <a:pt x="11777" y="7397"/>
                </a:lnTo>
                <a:lnTo>
                  <a:pt x="11899" y="7422"/>
                </a:lnTo>
                <a:lnTo>
                  <a:pt x="12020" y="7422"/>
                </a:lnTo>
                <a:lnTo>
                  <a:pt x="12142" y="7397"/>
                </a:lnTo>
                <a:lnTo>
                  <a:pt x="12239" y="7349"/>
                </a:lnTo>
                <a:lnTo>
                  <a:pt x="12337" y="7300"/>
                </a:lnTo>
                <a:lnTo>
                  <a:pt x="12434" y="7203"/>
                </a:lnTo>
                <a:lnTo>
                  <a:pt x="12604" y="7032"/>
                </a:lnTo>
                <a:lnTo>
                  <a:pt x="12848" y="7178"/>
                </a:lnTo>
                <a:lnTo>
                  <a:pt x="12969" y="7251"/>
                </a:lnTo>
                <a:lnTo>
                  <a:pt x="13091" y="7300"/>
                </a:lnTo>
                <a:lnTo>
                  <a:pt x="13213" y="7324"/>
                </a:lnTo>
                <a:lnTo>
                  <a:pt x="13334" y="7324"/>
                </a:lnTo>
                <a:lnTo>
                  <a:pt x="13432" y="7300"/>
                </a:lnTo>
                <a:lnTo>
                  <a:pt x="13529" y="7227"/>
                </a:lnTo>
                <a:lnTo>
                  <a:pt x="13651" y="7324"/>
                </a:lnTo>
                <a:lnTo>
                  <a:pt x="13797" y="7373"/>
                </a:lnTo>
                <a:lnTo>
                  <a:pt x="13967" y="7397"/>
                </a:lnTo>
                <a:lnTo>
                  <a:pt x="14113" y="7373"/>
                </a:lnTo>
                <a:lnTo>
                  <a:pt x="14259" y="7349"/>
                </a:lnTo>
                <a:lnTo>
                  <a:pt x="14405" y="7251"/>
                </a:lnTo>
                <a:lnTo>
                  <a:pt x="14502" y="7154"/>
                </a:lnTo>
                <a:lnTo>
                  <a:pt x="14575" y="7008"/>
                </a:lnTo>
                <a:lnTo>
                  <a:pt x="14575" y="6959"/>
                </a:lnTo>
                <a:lnTo>
                  <a:pt x="14575" y="6935"/>
                </a:lnTo>
                <a:lnTo>
                  <a:pt x="14527" y="6911"/>
                </a:lnTo>
                <a:lnTo>
                  <a:pt x="14502" y="6911"/>
                </a:lnTo>
                <a:lnTo>
                  <a:pt x="14283" y="6959"/>
                </a:lnTo>
                <a:lnTo>
                  <a:pt x="14016" y="7032"/>
                </a:lnTo>
                <a:lnTo>
                  <a:pt x="13894" y="7032"/>
                </a:lnTo>
                <a:lnTo>
                  <a:pt x="13772" y="7008"/>
                </a:lnTo>
                <a:lnTo>
                  <a:pt x="13699" y="6959"/>
                </a:lnTo>
                <a:lnTo>
                  <a:pt x="13651" y="6911"/>
                </a:lnTo>
                <a:lnTo>
                  <a:pt x="13651" y="6862"/>
                </a:lnTo>
                <a:lnTo>
                  <a:pt x="13626" y="6789"/>
                </a:lnTo>
                <a:lnTo>
                  <a:pt x="13578" y="6740"/>
                </a:lnTo>
                <a:lnTo>
                  <a:pt x="13529" y="6692"/>
                </a:lnTo>
                <a:lnTo>
                  <a:pt x="13407" y="6692"/>
                </a:lnTo>
                <a:lnTo>
                  <a:pt x="13359" y="6716"/>
                </a:lnTo>
                <a:lnTo>
                  <a:pt x="13334" y="6789"/>
                </a:lnTo>
                <a:lnTo>
                  <a:pt x="13310" y="6862"/>
                </a:lnTo>
                <a:lnTo>
                  <a:pt x="13286" y="6911"/>
                </a:lnTo>
                <a:lnTo>
                  <a:pt x="13286" y="6959"/>
                </a:lnTo>
                <a:lnTo>
                  <a:pt x="13261" y="6984"/>
                </a:lnTo>
                <a:lnTo>
                  <a:pt x="13115" y="6984"/>
                </a:lnTo>
                <a:lnTo>
                  <a:pt x="13018" y="6935"/>
                </a:lnTo>
                <a:lnTo>
                  <a:pt x="12823" y="6789"/>
                </a:lnTo>
                <a:lnTo>
                  <a:pt x="12677" y="6667"/>
                </a:lnTo>
                <a:lnTo>
                  <a:pt x="12629" y="6643"/>
                </a:lnTo>
                <a:lnTo>
                  <a:pt x="12580" y="6619"/>
                </a:lnTo>
                <a:lnTo>
                  <a:pt x="12507" y="6619"/>
                </a:lnTo>
                <a:lnTo>
                  <a:pt x="12458" y="6667"/>
                </a:lnTo>
                <a:lnTo>
                  <a:pt x="12264" y="6886"/>
                </a:lnTo>
                <a:lnTo>
                  <a:pt x="12166" y="6959"/>
                </a:lnTo>
                <a:lnTo>
                  <a:pt x="12045" y="7032"/>
                </a:lnTo>
                <a:lnTo>
                  <a:pt x="11947" y="7057"/>
                </a:lnTo>
                <a:lnTo>
                  <a:pt x="11850" y="7032"/>
                </a:lnTo>
                <a:lnTo>
                  <a:pt x="11777" y="7008"/>
                </a:lnTo>
                <a:lnTo>
                  <a:pt x="11704" y="6911"/>
                </a:lnTo>
                <a:lnTo>
                  <a:pt x="11631" y="6813"/>
                </a:lnTo>
                <a:lnTo>
                  <a:pt x="11582" y="6667"/>
                </a:lnTo>
                <a:lnTo>
                  <a:pt x="11582" y="6594"/>
                </a:lnTo>
                <a:lnTo>
                  <a:pt x="11534" y="6521"/>
                </a:lnTo>
                <a:lnTo>
                  <a:pt x="11485" y="6497"/>
                </a:lnTo>
                <a:lnTo>
                  <a:pt x="11436" y="6473"/>
                </a:lnTo>
                <a:lnTo>
                  <a:pt x="11363" y="6473"/>
                </a:lnTo>
                <a:lnTo>
                  <a:pt x="11315" y="6497"/>
                </a:lnTo>
                <a:lnTo>
                  <a:pt x="11266" y="6546"/>
                </a:lnTo>
                <a:lnTo>
                  <a:pt x="11217" y="6619"/>
                </a:lnTo>
                <a:lnTo>
                  <a:pt x="11193" y="6716"/>
                </a:lnTo>
                <a:lnTo>
                  <a:pt x="11144" y="6789"/>
                </a:lnTo>
                <a:lnTo>
                  <a:pt x="11071" y="6838"/>
                </a:lnTo>
                <a:lnTo>
                  <a:pt x="11023" y="6886"/>
                </a:lnTo>
                <a:lnTo>
                  <a:pt x="10950" y="6911"/>
                </a:lnTo>
                <a:lnTo>
                  <a:pt x="10877" y="6911"/>
                </a:lnTo>
                <a:lnTo>
                  <a:pt x="10706" y="6886"/>
                </a:lnTo>
                <a:lnTo>
                  <a:pt x="10560" y="6838"/>
                </a:lnTo>
                <a:lnTo>
                  <a:pt x="10390" y="6740"/>
                </a:lnTo>
                <a:lnTo>
                  <a:pt x="10268" y="6643"/>
                </a:lnTo>
                <a:lnTo>
                  <a:pt x="10147" y="6521"/>
                </a:lnTo>
                <a:lnTo>
                  <a:pt x="10074" y="6473"/>
                </a:lnTo>
                <a:lnTo>
                  <a:pt x="10001" y="6448"/>
                </a:lnTo>
                <a:lnTo>
                  <a:pt x="9928" y="6473"/>
                </a:lnTo>
                <a:lnTo>
                  <a:pt x="9855" y="6521"/>
                </a:lnTo>
                <a:lnTo>
                  <a:pt x="9757" y="6619"/>
                </a:lnTo>
                <a:lnTo>
                  <a:pt x="9611" y="6716"/>
                </a:lnTo>
                <a:lnTo>
                  <a:pt x="9441" y="6789"/>
                </a:lnTo>
                <a:lnTo>
                  <a:pt x="9271" y="6838"/>
                </a:lnTo>
                <a:lnTo>
                  <a:pt x="9101" y="6838"/>
                </a:lnTo>
                <a:lnTo>
                  <a:pt x="9028" y="6813"/>
                </a:lnTo>
                <a:lnTo>
                  <a:pt x="8979" y="6789"/>
                </a:lnTo>
                <a:lnTo>
                  <a:pt x="8906" y="6740"/>
                </a:lnTo>
                <a:lnTo>
                  <a:pt x="8882" y="6667"/>
                </a:lnTo>
                <a:lnTo>
                  <a:pt x="8833" y="6594"/>
                </a:lnTo>
                <a:lnTo>
                  <a:pt x="8833" y="6497"/>
                </a:lnTo>
                <a:lnTo>
                  <a:pt x="8809" y="6424"/>
                </a:lnTo>
                <a:lnTo>
                  <a:pt x="8784" y="6375"/>
                </a:lnTo>
                <a:lnTo>
                  <a:pt x="8736" y="6327"/>
                </a:lnTo>
                <a:lnTo>
                  <a:pt x="8687" y="6302"/>
                </a:lnTo>
                <a:lnTo>
                  <a:pt x="8638" y="6278"/>
                </a:lnTo>
                <a:lnTo>
                  <a:pt x="8565" y="6278"/>
                </a:lnTo>
                <a:lnTo>
                  <a:pt x="8517" y="6302"/>
                </a:lnTo>
                <a:lnTo>
                  <a:pt x="8468" y="6351"/>
                </a:lnTo>
                <a:lnTo>
                  <a:pt x="8298" y="6546"/>
                </a:lnTo>
                <a:lnTo>
                  <a:pt x="8200" y="6643"/>
                </a:lnTo>
                <a:lnTo>
                  <a:pt x="8103" y="6740"/>
                </a:lnTo>
                <a:lnTo>
                  <a:pt x="7981" y="6789"/>
                </a:lnTo>
                <a:lnTo>
                  <a:pt x="7860" y="6813"/>
                </a:lnTo>
                <a:lnTo>
                  <a:pt x="7714" y="6813"/>
                </a:lnTo>
                <a:lnTo>
                  <a:pt x="7592" y="6789"/>
                </a:lnTo>
                <a:lnTo>
                  <a:pt x="7446" y="6740"/>
                </a:lnTo>
                <a:lnTo>
                  <a:pt x="7349" y="6667"/>
                </a:lnTo>
                <a:lnTo>
                  <a:pt x="7276" y="6546"/>
                </a:lnTo>
                <a:lnTo>
                  <a:pt x="7227" y="6424"/>
                </a:lnTo>
                <a:lnTo>
                  <a:pt x="7227" y="6375"/>
                </a:lnTo>
                <a:lnTo>
                  <a:pt x="7178" y="6302"/>
                </a:lnTo>
                <a:lnTo>
                  <a:pt x="7154" y="6278"/>
                </a:lnTo>
                <a:lnTo>
                  <a:pt x="7105" y="6229"/>
                </a:lnTo>
                <a:lnTo>
                  <a:pt x="7032" y="6205"/>
                </a:lnTo>
                <a:close/>
                <a:moveTo>
                  <a:pt x="1412" y="6813"/>
                </a:moveTo>
                <a:lnTo>
                  <a:pt x="1387" y="7397"/>
                </a:lnTo>
                <a:lnTo>
                  <a:pt x="1144" y="7616"/>
                </a:lnTo>
                <a:lnTo>
                  <a:pt x="925" y="7835"/>
                </a:lnTo>
                <a:lnTo>
                  <a:pt x="755" y="8006"/>
                </a:lnTo>
                <a:lnTo>
                  <a:pt x="584" y="8176"/>
                </a:lnTo>
                <a:lnTo>
                  <a:pt x="536" y="7543"/>
                </a:lnTo>
                <a:lnTo>
                  <a:pt x="657" y="7446"/>
                </a:lnTo>
                <a:lnTo>
                  <a:pt x="755" y="7349"/>
                </a:lnTo>
                <a:lnTo>
                  <a:pt x="949" y="7154"/>
                </a:lnTo>
                <a:lnTo>
                  <a:pt x="1095" y="7032"/>
                </a:lnTo>
                <a:lnTo>
                  <a:pt x="1241" y="6911"/>
                </a:lnTo>
                <a:lnTo>
                  <a:pt x="1412" y="6813"/>
                </a:lnTo>
                <a:close/>
                <a:moveTo>
                  <a:pt x="1363" y="7981"/>
                </a:moveTo>
                <a:lnTo>
                  <a:pt x="1339" y="8468"/>
                </a:lnTo>
                <a:lnTo>
                  <a:pt x="1241" y="8541"/>
                </a:lnTo>
                <a:lnTo>
                  <a:pt x="1168" y="8614"/>
                </a:lnTo>
                <a:lnTo>
                  <a:pt x="1022" y="8736"/>
                </a:lnTo>
                <a:lnTo>
                  <a:pt x="901" y="8882"/>
                </a:lnTo>
                <a:lnTo>
                  <a:pt x="779" y="9052"/>
                </a:lnTo>
                <a:lnTo>
                  <a:pt x="633" y="9222"/>
                </a:lnTo>
                <a:lnTo>
                  <a:pt x="584" y="8492"/>
                </a:lnTo>
                <a:lnTo>
                  <a:pt x="730" y="8444"/>
                </a:lnTo>
                <a:lnTo>
                  <a:pt x="852" y="8395"/>
                </a:lnTo>
                <a:lnTo>
                  <a:pt x="1095" y="8200"/>
                </a:lnTo>
                <a:lnTo>
                  <a:pt x="1363" y="7981"/>
                </a:lnTo>
                <a:close/>
                <a:moveTo>
                  <a:pt x="10901" y="8638"/>
                </a:moveTo>
                <a:lnTo>
                  <a:pt x="10828" y="8687"/>
                </a:lnTo>
                <a:lnTo>
                  <a:pt x="10779" y="8736"/>
                </a:lnTo>
                <a:lnTo>
                  <a:pt x="10706" y="8857"/>
                </a:lnTo>
                <a:lnTo>
                  <a:pt x="10682" y="8979"/>
                </a:lnTo>
                <a:lnTo>
                  <a:pt x="10560" y="9076"/>
                </a:lnTo>
                <a:lnTo>
                  <a:pt x="10414" y="9149"/>
                </a:lnTo>
                <a:lnTo>
                  <a:pt x="10293" y="9173"/>
                </a:lnTo>
                <a:lnTo>
                  <a:pt x="10122" y="9173"/>
                </a:lnTo>
                <a:lnTo>
                  <a:pt x="10025" y="9149"/>
                </a:lnTo>
                <a:lnTo>
                  <a:pt x="9976" y="9125"/>
                </a:lnTo>
                <a:lnTo>
                  <a:pt x="9928" y="9076"/>
                </a:lnTo>
                <a:lnTo>
                  <a:pt x="9903" y="9028"/>
                </a:lnTo>
                <a:lnTo>
                  <a:pt x="9903" y="8930"/>
                </a:lnTo>
                <a:lnTo>
                  <a:pt x="9879" y="8857"/>
                </a:lnTo>
                <a:lnTo>
                  <a:pt x="9830" y="8809"/>
                </a:lnTo>
                <a:lnTo>
                  <a:pt x="9757" y="8760"/>
                </a:lnTo>
                <a:lnTo>
                  <a:pt x="9684" y="8760"/>
                </a:lnTo>
                <a:lnTo>
                  <a:pt x="9611" y="8784"/>
                </a:lnTo>
                <a:lnTo>
                  <a:pt x="9563" y="8833"/>
                </a:lnTo>
                <a:lnTo>
                  <a:pt x="9514" y="8906"/>
                </a:lnTo>
                <a:lnTo>
                  <a:pt x="9490" y="8955"/>
                </a:lnTo>
                <a:lnTo>
                  <a:pt x="9441" y="9003"/>
                </a:lnTo>
                <a:lnTo>
                  <a:pt x="9320" y="9052"/>
                </a:lnTo>
                <a:lnTo>
                  <a:pt x="9149" y="9101"/>
                </a:lnTo>
                <a:lnTo>
                  <a:pt x="8979" y="9125"/>
                </a:lnTo>
                <a:lnTo>
                  <a:pt x="8809" y="9101"/>
                </a:lnTo>
                <a:lnTo>
                  <a:pt x="8663" y="9076"/>
                </a:lnTo>
                <a:lnTo>
                  <a:pt x="8541" y="9003"/>
                </a:lnTo>
                <a:lnTo>
                  <a:pt x="8517" y="8955"/>
                </a:lnTo>
                <a:lnTo>
                  <a:pt x="8492" y="8906"/>
                </a:lnTo>
                <a:lnTo>
                  <a:pt x="8492" y="8833"/>
                </a:lnTo>
                <a:lnTo>
                  <a:pt x="8444" y="8784"/>
                </a:lnTo>
                <a:lnTo>
                  <a:pt x="8419" y="8736"/>
                </a:lnTo>
                <a:lnTo>
                  <a:pt x="8371" y="8711"/>
                </a:lnTo>
                <a:lnTo>
                  <a:pt x="8298" y="8687"/>
                </a:lnTo>
                <a:lnTo>
                  <a:pt x="8249" y="8687"/>
                </a:lnTo>
                <a:lnTo>
                  <a:pt x="8200" y="8711"/>
                </a:lnTo>
                <a:lnTo>
                  <a:pt x="8127" y="8736"/>
                </a:lnTo>
                <a:lnTo>
                  <a:pt x="8006" y="8906"/>
                </a:lnTo>
                <a:lnTo>
                  <a:pt x="7860" y="9052"/>
                </a:lnTo>
                <a:lnTo>
                  <a:pt x="7787" y="9125"/>
                </a:lnTo>
                <a:lnTo>
                  <a:pt x="7689" y="9173"/>
                </a:lnTo>
                <a:lnTo>
                  <a:pt x="7568" y="9222"/>
                </a:lnTo>
                <a:lnTo>
                  <a:pt x="7446" y="9246"/>
                </a:lnTo>
                <a:lnTo>
                  <a:pt x="7324" y="9246"/>
                </a:lnTo>
                <a:lnTo>
                  <a:pt x="7276" y="9222"/>
                </a:lnTo>
                <a:lnTo>
                  <a:pt x="7227" y="9198"/>
                </a:lnTo>
                <a:lnTo>
                  <a:pt x="7203" y="9149"/>
                </a:lnTo>
                <a:lnTo>
                  <a:pt x="7178" y="9076"/>
                </a:lnTo>
                <a:lnTo>
                  <a:pt x="7178" y="9003"/>
                </a:lnTo>
                <a:lnTo>
                  <a:pt x="7203" y="8930"/>
                </a:lnTo>
                <a:lnTo>
                  <a:pt x="7203" y="8833"/>
                </a:lnTo>
                <a:lnTo>
                  <a:pt x="7154" y="8760"/>
                </a:lnTo>
                <a:lnTo>
                  <a:pt x="7105" y="8687"/>
                </a:lnTo>
                <a:lnTo>
                  <a:pt x="7032" y="8663"/>
                </a:lnTo>
                <a:lnTo>
                  <a:pt x="6886" y="8663"/>
                </a:lnTo>
                <a:lnTo>
                  <a:pt x="6813" y="8711"/>
                </a:lnTo>
                <a:lnTo>
                  <a:pt x="6789" y="8809"/>
                </a:lnTo>
                <a:lnTo>
                  <a:pt x="6740" y="8906"/>
                </a:lnTo>
                <a:lnTo>
                  <a:pt x="6692" y="8979"/>
                </a:lnTo>
                <a:lnTo>
                  <a:pt x="6619" y="9076"/>
                </a:lnTo>
                <a:lnTo>
                  <a:pt x="6521" y="9125"/>
                </a:lnTo>
                <a:lnTo>
                  <a:pt x="6424" y="9173"/>
                </a:lnTo>
                <a:lnTo>
                  <a:pt x="6327" y="9222"/>
                </a:lnTo>
                <a:lnTo>
                  <a:pt x="6083" y="9271"/>
                </a:lnTo>
                <a:lnTo>
                  <a:pt x="5864" y="9246"/>
                </a:lnTo>
                <a:lnTo>
                  <a:pt x="5743" y="9222"/>
                </a:lnTo>
                <a:lnTo>
                  <a:pt x="5645" y="9198"/>
                </a:lnTo>
                <a:lnTo>
                  <a:pt x="5572" y="9125"/>
                </a:lnTo>
                <a:lnTo>
                  <a:pt x="5499" y="9052"/>
                </a:lnTo>
                <a:lnTo>
                  <a:pt x="5451" y="8979"/>
                </a:lnTo>
                <a:lnTo>
                  <a:pt x="5402" y="8882"/>
                </a:lnTo>
                <a:lnTo>
                  <a:pt x="5402" y="8833"/>
                </a:lnTo>
                <a:lnTo>
                  <a:pt x="5378" y="8784"/>
                </a:lnTo>
                <a:lnTo>
                  <a:pt x="5280" y="8736"/>
                </a:lnTo>
                <a:lnTo>
                  <a:pt x="5183" y="8711"/>
                </a:lnTo>
                <a:lnTo>
                  <a:pt x="5086" y="8736"/>
                </a:lnTo>
                <a:lnTo>
                  <a:pt x="4842" y="8906"/>
                </a:lnTo>
                <a:lnTo>
                  <a:pt x="4648" y="9028"/>
                </a:lnTo>
                <a:lnTo>
                  <a:pt x="4453" y="9149"/>
                </a:lnTo>
                <a:lnTo>
                  <a:pt x="4258" y="9222"/>
                </a:lnTo>
                <a:lnTo>
                  <a:pt x="4112" y="9222"/>
                </a:lnTo>
                <a:lnTo>
                  <a:pt x="4064" y="9198"/>
                </a:lnTo>
                <a:lnTo>
                  <a:pt x="4015" y="9149"/>
                </a:lnTo>
                <a:lnTo>
                  <a:pt x="3991" y="9076"/>
                </a:lnTo>
                <a:lnTo>
                  <a:pt x="4015" y="8955"/>
                </a:lnTo>
                <a:lnTo>
                  <a:pt x="4015" y="8906"/>
                </a:lnTo>
                <a:lnTo>
                  <a:pt x="3991" y="8857"/>
                </a:lnTo>
                <a:lnTo>
                  <a:pt x="3966" y="8833"/>
                </a:lnTo>
                <a:lnTo>
                  <a:pt x="3918" y="8809"/>
                </a:lnTo>
                <a:lnTo>
                  <a:pt x="3893" y="8784"/>
                </a:lnTo>
                <a:lnTo>
                  <a:pt x="3845" y="8809"/>
                </a:lnTo>
                <a:lnTo>
                  <a:pt x="3796" y="8809"/>
                </a:lnTo>
                <a:lnTo>
                  <a:pt x="3747" y="8857"/>
                </a:lnTo>
                <a:lnTo>
                  <a:pt x="3699" y="8979"/>
                </a:lnTo>
                <a:lnTo>
                  <a:pt x="3674" y="9101"/>
                </a:lnTo>
                <a:lnTo>
                  <a:pt x="3674" y="9222"/>
                </a:lnTo>
                <a:lnTo>
                  <a:pt x="3699" y="9319"/>
                </a:lnTo>
                <a:lnTo>
                  <a:pt x="3772" y="9417"/>
                </a:lnTo>
                <a:lnTo>
                  <a:pt x="3845" y="9514"/>
                </a:lnTo>
                <a:lnTo>
                  <a:pt x="3966" y="9587"/>
                </a:lnTo>
                <a:lnTo>
                  <a:pt x="4088" y="9636"/>
                </a:lnTo>
                <a:lnTo>
                  <a:pt x="4210" y="9660"/>
                </a:lnTo>
                <a:lnTo>
                  <a:pt x="4356" y="9636"/>
                </a:lnTo>
                <a:lnTo>
                  <a:pt x="4477" y="9611"/>
                </a:lnTo>
                <a:lnTo>
                  <a:pt x="4599" y="9563"/>
                </a:lnTo>
                <a:lnTo>
                  <a:pt x="4842" y="9417"/>
                </a:lnTo>
                <a:lnTo>
                  <a:pt x="5086" y="9246"/>
                </a:lnTo>
                <a:lnTo>
                  <a:pt x="5159" y="9344"/>
                </a:lnTo>
                <a:lnTo>
                  <a:pt x="5232" y="9441"/>
                </a:lnTo>
                <a:lnTo>
                  <a:pt x="5329" y="9514"/>
                </a:lnTo>
                <a:lnTo>
                  <a:pt x="5426" y="9563"/>
                </a:lnTo>
                <a:lnTo>
                  <a:pt x="5670" y="9660"/>
                </a:lnTo>
                <a:lnTo>
                  <a:pt x="5913" y="9684"/>
                </a:lnTo>
                <a:lnTo>
                  <a:pt x="6181" y="9684"/>
                </a:lnTo>
                <a:lnTo>
                  <a:pt x="6424" y="9636"/>
                </a:lnTo>
                <a:lnTo>
                  <a:pt x="6667" y="9538"/>
                </a:lnTo>
                <a:lnTo>
                  <a:pt x="6886" y="9392"/>
                </a:lnTo>
                <a:lnTo>
                  <a:pt x="6984" y="9490"/>
                </a:lnTo>
                <a:lnTo>
                  <a:pt x="7081" y="9563"/>
                </a:lnTo>
                <a:lnTo>
                  <a:pt x="7227" y="9636"/>
                </a:lnTo>
                <a:lnTo>
                  <a:pt x="7373" y="9684"/>
                </a:lnTo>
                <a:lnTo>
                  <a:pt x="7519" y="9709"/>
                </a:lnTo>
                <a:lnTo>
                  <a:pt x="7641" y="9684"/>
                </a:lnTo>
                <a:lnTo>
                  <a:pt x="7762" y="9660"/>
                </a:lnTo>
                <a:lnTo>
                  <a:pt x="7884" y="9611"/>
                </a:lnTo>
                <a:lnTo>
                  <a:pt x="7981" y="9538"/>
                </a:lnTo>
                <a:lnTo>
                  <a:pt x="8079" y="9465"/>
                </a:lnTo>
                <a:lnTo>
                  <a:pt x="8249" y="9271"/>
                </a:lnTo>
                <a:lnTo>
                  <a:pt x="8371" y="9368"/>
                </a:lnTo>
                <a:lnTo>
                  <a:pt x="8541" y="9465"/>
                </a:lnTo>
                <a:lnTo>
                  <a:pt x="8711" y="9514"/>
                </a:lnTo>
                <a:lnTo>
                  <a:pt x="8906" y="9538"/>
                </a:lnTo>
                <a:lnTo>
                  <a:pt x="9101" y="9538"/>
                </a:lnTo>
                <a:lnTo>
                  <a:pt x="9271" y="9514"/>
                </a:lnTo>
                <a:lnTo>
                  <a:pt x="9466" y="9441"/>
                </a:lnTo>
                <a:lnTo>
                  <a:pt x="9611" y="9368"/>
                </a:lnTo>
                <a:lnTo>
                  <a:pt x="9733" y="9465"/>
                </a:lnTo>
                <a:lnTo>
                  <a:pt x="9855" y="9514"/>
                </a:lnTo>
                <a:lnTo>
                  <a:pt x="10025" y="9563"/>
                </a:lnTo>
                <a:lnTo>
                  <a:pt x="10195" y="9563"/>
                </a:lnTo>
                <a:lnTo>
                  <a:pt x="10366" y="9538"/>
                </a:lnTo>
                <a:lnTo>
                  <a:pt x="10560" y="9490"/>
                </a:lnTo>
                <a:lnTo>
                  <a:pt x="10706" y="9417"/>
                </a:lnTo>
                <a:lnTo>
                  <a:pt x="10852" y="9319"/>
                </a:lnTo>
                <a:lnTo>
                  <a:pt x="10974" y="9392"/>
                </a:lnTo>
                <a:lnTo>
                  <a:pt x="11096" y="9441"/>
                </a:lnTo>
                <a:lnTo>
                  <a:pt x="11242" y="9465"/>
                </a:lnTo>
                <a:lnTo>
                  <a:pt x="11363" y="9490"/>
                </a:lnTo>
                <a:lnTo>
                  <a:pt x="11509" y="9490"/>
                </a:lnTo>
                <a:lnTo>
                  <a:pt x="11655" y="9465"/>
                </a:lnTo>
                <a:lnTo>
                  <a:pt x="11801" y="9417"/>
                </a:lnTo>
                <a:lnTo>
                  <a:pt x="11923" y="9344"/>
                </a:lnTo>
                <a:lnTo>
                  <a:pt x="12020" y="9441"/>
                </a:lnTo>
                <a:lnTo>
                  <a:pt x="12142" y="9490"/>
                </a:lnTo>
                <a:lnTo>
                  <a:pt x="12434" y="9490"/>
                </a:lnTo>
                <a:lnTo>
                  <a:pt x="12580" y="9441"/>
                </a:lnTo>
                <a:lnTo>
                  <a:pt x="12750" y="9392"/>
                </a:lnTo>
                <a:lnTo>
                  <a:pt x="12896" y="9319"/>
                </a:lnTo>
                <a:lnTo>
                  <a:pt x="13042" y="9222"/>
                </a:lnTo>
                <a:lnTo>
                  <a:pt x="13091" y="9295"/>
                </a:lnTo>
                <a:lnTo>
                  <a:pt x="13164" y="9344"/>
                </a:lnTo>
                <a:lnTo>
                  <a:pt x="13310" y="9417"/>
                </a:lnTo>
                <a:lnTo>
                  <a:pt x="13480" y="9441"/>
                </a:lnTo>
                <a:lnTo>
                  <a:pt x="13675" y="9441"/>
                </a:lnTo>
                <a:lnTo>
                  <a:pt x="13870" y="9392"/>
                </a:lnTo>
                <a:lnTo>
                  <a:pt x="14064" y="9319"/>
                </a:lnTo>
                <a:lnTo>
                  <a:pt x="14259" y="9246"/>
                </a:lnTo>
                <a:lnTo>
                  <a:pt x="14405" y="9149"/>
                </a:lnTo>
                <a:lnTo>
                  <a:pt x="14478" y="9101"/>
                </a:lnTo>
                <a:lnTo>
                  <a:pt x="14502" y="9028"/>
                </a:lnTo>
                <a:lnTo>
                  <a:pt x="14478" y="8955"/>
                </a:lnTo>
                <a:lnTo>
                  <a:pt x="14454" y="8882"/>
                </a:lnTo>
                <a:lnTo>
                  <a:pt x="14429" y="8833"/>
                </a:lnTo>
                <a:lnTo>
                  <a:pt x="14356" y="8809"/>
                </a:lnTo>
                <a:lnTo>
                  <a:pt x="14308" y="8809"/>
                </a:lnTo>
                <a:lnTo>
                  <a:pt x="14235" y="8833"/>
                </a:lnTo>
                <a:lnTo>
                  <a:pt x="14016" y="8955"/>
                </a:lnTo>
                <a:lnTo>
                  <a:pt x="13845" y="9028"/>
                </a:lnTo>
                <a:lnTo>
                  <a:pt x="13675" y="9076"/>
                </a:lnTo>
                <a:lnTo>
                  <a:pt x="13529" y="9101"/>
                </a:lnTo>
                <a:lnTo>
                  <a:pt x="13407" y="9101"/>
                </a:lnTo>
                <a:lnTo>
                  <a:pt x="13359" y="9076"/>
                </a:lnTo>
                <a:lnTo>
                  <a:pt x="13334" y="9028"/>
                </a:lnTo>
                <a:lnTo>
                  <a:pt x="13310" y="8979"/>
                </a:lnTo>
                <a:lnTo>
                  <a:pt x="13310" y="8906"/>
                </a:lnTo>
                <a:lnTo>
                  <a:pt x="13310" y="8857"/>
                </a:lnTo>
                <a:lnTo>
                  <a:pt x="13286" y="8784"/>
                </a:lnTo>
                <a:lnTo>
                  <a:pt x="13261" y="8736"/>
                </a:lnTo>
                <a:lnTo>
                  <a:pt x="13213" y="8711"/>
                </a:lnTo>
                <a:lnTo>
                  <a:pt x="13091" y="8711"/>
                </a:lnTo>
                <a:lnTo>
                  <a:pt x="13042" y="8736"/>
                </a:lnTo>
                <a:lnTo>
                  <a:pt x="13018" y="8784"/>
                </a:lnTo>
                <a:lnTo>
                  <a:pt x="12945" y="8882"/>
                </a:lnTo>
                <a:lnTo>
                  <a:pt x="12823" y="8979"/>
                </a:lnTo>
                <a:lnTo>
                  <a:pt x="12653" y="9076"/>
                </a:lnTo>
                <a:lnTo>
                  <a:pt x="12507" y="9149"/>
                </a:lnTo>
                <a:lnTo>
                  <a:pt x="12361" y="9198"/>
                </a:lnTo>
                <a:lnTo>
                  <a:pt x="12312" y="9198"/>
                </a:lnTo>
                <a:lnTo>
                  <a:pt x="12264" y="9173"/>
                </a:lnTo>
                <a:lnTo>
                  <a:pt x="12215" y="9149"/>
                </a:lnTo>
                <a:lnTo>
                  <a:pt x="12191" y="9101"/>
                </a:lnTo>
                <a:lnTo>
                  <a:pt x="12191" y="9028"/>
                </a:lnTo>
                <a:lnTo>
                  <a:pt x="12215" y="8930"/>
                </a:lnTo>
                <a:lnTo>
                  <a:pt x="12215" y="8857"/>
                </a:lnTo>
                <a:lnTo>
                  <a:pt x="12191" y="8809"/>
                </a:lnTo>
                <a:lnTo>
                  <a:pt x="12142" y="8760"/>
                </a:lnTo>
                <a:lnTo>
                  <a:pt x="12093" y="8736"/>
                </a:lnTo>
                <a:lnTo>
                  <a:pt x="12045" y="8736"/>
                </a:lnTo>
                <a:lnTo>
                  <a:pt x="11972" y="8760"/>
                </a:lnTo>
                <a:lnTo>
                  <a:pt x="11923" y="8784"/>
                </a:lnTo>
                <a:lnTo>
                  <a:pt x="11899" y="8857"/>
                </a:lnTo>
                <a:lnTo>
                  <a:pt x="11801" y="8979"/>
                </a:lnTo>
                <a:lnTo>
                  <a:pt x="11704" y="9076"/>
                </a:lnTo>
                <a:lnTo>
                  <a:pt x="11582" y="9125"/>
                </a:lnTo>
                <a:lnTo>
                  <a:pt x="11266" y="9125"/>
                </a:lnTo>
                <a:lnTo>
                  <a:pt x="11169" y="9076"/>
                </a:lnTo>
                <a:lnTo>
                  <a:pt x="11096" y="9028"/>
                </a:lnTo>
                <a:lnTo>
                  <a:pt x="11144" y="8882"/>
                </a:lnTo>
                <a:lnTo>
                  <a:pt x="11144" y="8809"/>
                </a:lnTo>
                <a:lnTo>
                  <a:pt x="11120" y="8736"/>
                </a:lnTo>
                <a:lnTo>
                  <a:pt x="11071" y="8687"/>
                </a:lnTo>
                <a:lnTo>
                  <a:pt x="11023" y="8663"/>
                </a:lnTo>
                <a:lnTo>
                  <a:pt x="10950" y="8638"/>
                </a:lnTo>
                <a:close/>
                <a:moveTo>
                  <a:pt x="1314" y="9003"/>
                </a:moveTo>
                <a:lnTo>
                  <a:pt x="1290" y="9611"/>
                </a:lnTo>
                <a:lnTo>
                  <a:pt x="1168" y="9660"/>
                </a:lnTo>
                <a:lnTo>
                  <a:pt x="1071" y="9733"/>
                </a:lnTo>
                <a:lnTo>
                  <a:pt x="852" y="9903"/>
                </a:lnTo>
                <a:lnTo>
                  <a:pt x="706" y="10049"/>
                </a:lnTo>
                <a:lnTo>
                  <a:pt x="657" y="9368"/>
                </a:lnTo>
                <a:lnTo>
                  <a:pt x="925" y="9271"/>
                </a:lnTo>
                <a:lnTo>
                  <a:pt x="1168" y="9101"/>
                </a:lnTo>
                <a:lnTo>
                  <a:pt x="1314" y="9003"/>
                </a:lnTo>
                <a:close/>
                <a:moveTo>
                  <a:pt x="1266" y="10122"/>
                </a:moveTo>
                <a:lnTo>
                  <a:pt x="1266" y="10877"/>
                </a:lnTo>
                <a:lnTo>
                  <a:pt x="1120" y="10998"/>
                </a:lnTo>
                <a:lnTo>
                  <a:pt x="779" y="11242"/>
                </a:lnTo>
                <a:lnTo>
                  <a:pt x="730" y="10439"/>
                </a:lnTo>
                <a:lnTo>
                  <a:pt x="876" y="10366"/>
                </a:lnTo>
                <a:lnTo>
                  <a:pt x="1022" y="10293"/>
                </a:lnTo>
                <a:lnTo>
                  <a:pt x="1266" y="10122"/>
                </a:lnTo>
                <a:close/>
                <a:moveTo>
                  <a:pt x="11485" y="10633"/>
                </a:moveTo>
                <a:lnTo>
                  <a:pt x="11412" y="10658"/>
                </a:lnTo>
                <a:lnTo>
                  <a:pt x="11339" y="10731"/>
                </a:lnTo>
                <a:lnTo>
                  <a:pt x="11169" y="11023"/>
                </a:lnTo>
                <a:lnTo>
                  <a:pt x="11071" y="11144"/>
                </a:lnTo>
                <a:lnTo>
                  <a:pt x="10950" y="11242"/>
                </a:lnTo>
                <a:lnTo>
                  <a:pt x="10877" y="11290"/>
                </a:lnTo>
                <a:lnTo>
                  <a:pt x="10779" y="11315"/>
                </a:lnTo>
                <a:lnTo>
                  <a:pt x="10560" y="11315"/>
                </a:lnTo>
                <a:lnTo>
                  <a:pt x="10463" y="11290"/>
                </a:lnTo>
                <a:lnTo>
                  <a:pt x="10390" y="11242"/>
                </a:lnTo>
                <a:lnTo>
                  <a:pt x="10317" y="11169"/>
                </a:lnTo>
                <a:lnTo>
                  <a:pt x="10293" y="11096"/>
                </a:lnTo>
                <a:lnTo>
                  <a:pt x="10366" y="10901"/>
                </a:lnTo>
                <a:lnTo>
                  <a:pt x="10366" y="10828"/>
                </a:lnTo>
                <a:lnTo>
                  <a:pt x="10341" y="10755"/>
                </a:lnTo>
                <a:lnTo>
                  <a:pt x="10293" y="10706"/>
                </a:lnTo>
                <a:lnTo>
                  <a:pt x="10244" y="10658"/>
                </a:lnTo>
                <a:lnTo>
                  <a:pt x="10098" y="10658"/>
                </a:lnTo>
                <a:lnTo>
                  <a:pt x="10049" y="10682"/>
                </a:lnTo>
                <a:lnTo>
                  <a:pt x="10001" y="10755"/>
                </a:lnTo>
                <a:lnTo>
                  <a:pt x="9928" y="10877"/>
                </a:lnTo>
                <a:lnTo>
                  <a:pt x="9903" y="10998"/>
                </a:lnTo>
                <a:lnTo>
                  <a:pt x="9806" y="11120"/>
                </a:lnTo>
                <a:lnTo>
                  <a:pt x="9636" y="11217"/>
                </a:lnTo>
                <a:lnTo>
                  <a:pt x="9539" y="11242"/>
                </a:lnTo>
                <a:lnTo>
                  <a:pt x="9393" y="11266"/>
                </a:lnTo>
                <a:lnTo>
                  <a:pt x="9344" y="11242"/>
                </a:lnTo>
                <a:lnTo>
                  <a:pt x="9295" y="11217"/>
                </a:lnTo>
                <a:lnTo>
                  <a:pt x="9295" y="11169"/>
                </a:lnTo>
                <a:lnTo>
                  <a:pt x="9295" y="11096"/>
                </a:lnTo>
                <a:lnTo>
                  <a:pt x="9320" y="11023"/>
                </a:lnTo>
                <a:lnTo>
                  <a:pt x="9320" y="10950"/>
                </a:lnTo>
                <a:lnTo>
                  <a:pt x="9295" y="10901"/>
                </a:lnTo>
                <a:lnTo>
                  <a:pt x="9247" y="10852"/>
                </a:lnTo>
                <a:lnTo>
                  <a:pt x="9198" y="10828"/>
                </a:lnTo>
                <a:lnTo>
                  <a:pt x="9125" y="10804"/>
                </a:lnTo>
                <a:lnTo>
                  <a:pt x="9052" y="10828"/>
                </a:lnTo>
                <a:lnTo>
                  <a:pt x="8979" y="10852"/>
                </a:lnTo>
                <a:lnTo>
                  <a:pt x="8784" y="11047"/>
                </a:lnTo>
                <a:lnTo>
                  <a:pt x="8565" y="11242"/>
                </a:lnTo>
                <a:lnTo>
                  <a:pt x="8419" y="11290"/>
                </a:lnTo>
                <a:lnTo>
                  <a:pt x="8225" y="11315"/>
                </a:lnTo>
                <a:lnTo>
                  <a:pt x="8103" y="11290"/>
                </a:lnTo>
                <a:lnTo>
                  <a:pt x="8006" y="11290"/>
                </a:lnTo>
                <a:lnTo>
                  <a:pt x="7933" y="11242"/>
                </a:lnTo>
                <a:lnTo>
                  <a:pt x="7884" y="11193"/>
                </a:lnTo>
                <a:lnTo>
                  <a:pt x="7908" y="11071"/>
                </a:lnTo>
                <a:lnTo>
                  <a:pt x="7908" y="10901"/>
                </a:lnTo>
                <a:lnTo>
                  <a:pt x="7884" y="10828"/>
                </a:lnTo>
                <a:lnTo>
                  <a:pt x="7835" y="10755"/>
                </a:lnTo>
                <a:lnTo>
                  <a:pt x="7787" y="10706"/>
                </a:lnTo>
                <a:lnTo>
                  <a:pt x="7714" y="10682"/>
                </a:lnTo>
                <a:lnTo>
                  <a:pt x="7616" y="10682"/>
                </a:lnTo>
                <a:lnTo>
                  <a:pt x="7543" y="10706"/>
                </a:lnTo>
                <a:lnTo>
                  <a:pt x="7495" y="10779"/>
                </a:lnTo>
                <a:lnTo>
                  <a:pt x="7446" y="10852"/>
                </a:lnTo>
                <a:lnTo>
                  <a:pt x="7397" y="10974"/>
                </a:lnTo>
                <a:lnTo>
                  <a:pt x="7397" y="11071"/>
                </a:lnTo>
                <a:lnTo>
                  <a:pt x="7324" y="11144"/>
                </a:lnTo>
                <a:lnTo>
                  <a:pt x="7227" y="11193"/>
                </a:lnTo>
                <a:lnTo>
                  <a:pt x="7008" y="11193"/>
                </a:lnTo>
                <a:lnTo>
                  <a:pt x="6911" y="11169"/>
                </a:lnTo>
                <a:lnTo>
                  <a:pt x="6789" y="11096"/>
                </a:lnTo>
                <a:lnTo>
                  <a:pt x="6716" y="11023"/>
                </a:lnTo>
                <a:lnTo>
                  <a:pt x="6667" y="10950"/>
                </a:lnTo>
                <a:lnTo>
                  <a:pt x="6619" y="10877"/>
                </a:lnTo>
                <a:lnTo>
                  <a:pt x="6546" y="10804"/>
                </a:lnTo>
                <a:lnTo>
                  <a:pt x="6473" y="10779"/>
                </a:lnTo>
                <a:lnTo>
                  <a:pt x="6400" y="10779"/>
                </a:lnTo>
                <a:lnTo>
                  <a:pt x="6302" y="10804"/>
                </a:lnTo>
                <a:lnTo>
                  <a:pt x="6254" y="10852"/>
                </a:lnTo>
                <a:lnTo>
                  <a:pt x="6205" y="10901"/>
                </a:lnTo>
                <a:lnTo>
                  <a:pt x="6205" y="10998"/>
                </a:lnTo>
                <a:lnTo>
                  <a:pt x="6205" y="11096"/>
                </a:lnTo>
                <a:lnTo>
                  <a:pt x="6181" y="11169"/>
                </a:lnTo>
                <a:lnTo>
                  <a:pt x="6156" y="11217"/>
                </a:lnTo>
                <a:lnTo>
                  <a:pt x="6132" y="11266"/>
                </a:lnTo>
                <a:lnTo>
                  <a:pt x="6035" y="11315"/>
                </a:lnTo>
                <a:lnTo>
                  <a:pt x="5937" y="11339"/>
                </a:lnTo>
                <a:lnTo>
                  <a:pt x="5840" y="11315"/>
                </a:lnTo>
                <a:lnTo>
                  <a:pt x="5743" y="11242"/>
                </a:lnTo>
                <a:lnTo>
                  <a:pt x="5694" y="11144"/>
                </a:lnTo>
                <a:lnTo>
                  <a:pt x="5694" y="11096"/>
                </a:lnTo>
                <a:lnTo>
                  <a:pt x="5694" y="11047"/>
                </a:lnTo>
                <a:lnTo>
                  <a:pt x="5694" y="10925"/>
                </a:lnTo>
                <a:lnTo>
                  <a:pt x="5670" y="10852"/>
                </a:lnTo>
                <a:lnTo>
                  <a:pt x="5621" y="10779"/>
                </a:lnTo>
                <a:lnTo>
                  <a:pt x="5524" y="10755"/>
                </a:lnTo>
                <a:lnTo>
                  <a:pt x="5451" y="10731"/>
                </a:lnTo>
                <a:lnTo>
                  <a:pt x="5353" y="10755"/>
                </a:lnTo>
                <a:lnTo>
                  <a:pt x="5280" y="10828"/>
                </a:lnTo>
                <a:lnTo>
                  <a:pt x="5232" y="10901"/>
                </a:lnTo>
                <a:lnTo>
                  <a:pt x="5183" y="10998"/>
                </a:lnTo>
                <a:lnTo>
                  <a:pt x="5110" y="11096"/>
                </a:lnTo>
                <a:lnTo>
                  <a:pt x="5037" y="11169"/>
                </a:lnTo>
                <a:lnTo>
                  <a:pt x="4964" y="11242"/>
                </a:lnTo>
                <a:lnTo>
                  <a:pt x="4769" y="11339"/>
                </a:lnTo>
                <a:lnTo>
                  <a:pt x="4648" y="11363"/>
                </a:lnTo>
                <a:lnTo>
                  <a:pt x="4550" y="11388"/>
                </a:lnTo>
                <a:lnTo>
                  <a:pt x="4502" y="11388"/>
                </a:lnTo>
                <a:lnTo>
                  <a:pt x="4453" y="11363"/>
                </a:lnTo>
                <a:lnTo>
                  <a:pt x="4380" y="11315"/>
                </a:lnTo>
                <a:lnTo>
                  <a:pt x="4331" y="11217"/>
                </a:lnTo>
                <a:lnTo>
                  <a:pt x="4307" y="11120"/>
                </a:lnTo>
                <a:lnTo>
                  <a:pt x="4258" y="10950"/>
                </a:lnTo>
                <a:lnTo>
                  <a:pt x="4234" y="10877"/>
                </a:lnTo>
                <a:lnTo>
                  <a:pt x="4210" y="10877"/>
                </a:lnTo>
                <a:lnTo>
                  <a:pt x="4210" y="10852"/>
                </a:lnTo>
                <a:lnTo>
                  <a:pt x="4185" y="10828"/>
                </a:lnTo>
                <a:lnTo>
                  <a:pt x="4137" y="10804"/>
                </a:lnTo>
                <a:lnTo>
                  <a:pt x="4088" y="10804"/>
                </a:lnTo>
                <a:lnTo>
                  <a:pt x="4039" y="10828"/>
                </a:lnTo>
                <a:lnTo>
                  <a:pt x="3991" y="10852"/>
                </a:lnTo>
                <a:lnTo>
                  <a:pt x="3942" y="10950"/>
                </a:lnTo>
                <a:lnTo>
                  <a:pt x="3918" y="11071"/>
                </a:lnTo>
                <a:lnTo>
                  <a:pt x="3918" y="11290"/>
                </a:lnTo>
                <a:lnTo>
                  <a:pt x="3942" y="11388"/>
                </a:lnTo>
                <a:lnTo>
                  <a:pt x="3966" y="11509"/>
                </a:lnTo>
                <a:lnTo>
                  <a:pt x="4015" y="11582"/>
                </a:lnTo>
                <a:lnTo>
                  <a:pt x="4088" y="11680"/>
                </a:lnTo>
                <a:lnTo>
                  <a:pt x="4185" y="11753"/>
                </a:lnTo>
                <a:lnTo>
                  <a:pt x="4283" y="11801"/>
                </a:lnTo>
                <a:lnTo>
                  <a:pt x="4429" y="11850"/>
                </a:lnTo>
                <a:lnTo>
                  <a:pt x="4721" y="11850"/>
                </a:lnTo>
                <a:lnTo>
                  <a:pt x="4842" y="11826"/>
                </a:lnTo>
                <a:lnTo>
                  <a:pt x="4988" y="11777"/>
                </a:lnTo>
                <a:lnTo>
                  <a:pt x="5110" y="11704"/>
                </a:lnTo>
                <a:lnTo>
                  <a:pt x="5232" y="11631"/>
                </a:lnTo>
                <a:lnTo>
                  <a:pt x="5353" y="11534"/>
                </a:lnTo>
                <a:lnTo>
                  <a:pt x="5475" y="11655"/>
                </a:lnTo>
                <a:lnTo>
                  <a:pt x="5645" y="11728"/>
                </a:lnTo>
                <a:lnTo>
                  <a:pt x="5816" y="11777"/>
                </a:lnTo>
                <a:lnTo>
                  <a:pt x="5986" y="11801"/>
                </a:lnTo>
                <a:lnTo>
                  <a:pt x="6156" y="11777"/>
                </a:lnTo>
                <a:lnTo>
                  <a:pt x="6327" y="11728"/>
                </a:lnTo>
                <a:lnTo>
                  <a:pt x="6473" y="11631"/>
                </a:lnTo>
                <a:lnTo>
                  <a:pt x="6570" y="11509"/>
                </a:lnTo>
                <a:lnTo>
                  <a:pt x="6716" y="11558"/>
                </a:lnTo>
                <a:lnTo>
                  <a:pt x="6838" y="11607"/>
                </a:lnTo>
                <a:lnTo>
                  <a:pt x="6984" y="11631"/>
                </a:lnTo>
                <a:lnTo>
                  <a:pt x="7105" y="11655"/>
                </a:lnTo>
                <a:lnTo>
                  <a:pt x="7251" y="11655"/>
                </a:lnTo>
                <a:lnTo>
                  <a:pt x="7373" y="11631"/>
                </a:lnTo>
                <a:lnTo>
                  <a:pt x="7519" y="11582"/>
                </a:lnTo>
                <a:lnTo>
                  <a:pt x="7616" y="11534"/>
                </a:lnTo>
                <a:lnTo>
                  <a:pt x="7787" y="11631"/>
                </a:lnTo>
                <a:lnTo>
                  <a:pt x="7957" y="11728"/>
                </a:lnTo>
                <a:lnTo>
                  <a:pt x="8103" y="11777"/>
                </a:lnTo>
                <a:lnTo>
                  <a:pt x="8249" y="11801"/>
                </a:lnTo>
                <a:lnTo>
                  <a:pt x="8395" y="11777"/>
                </a:lnTo>
                <a:lnTo>
                  <a:pt x="8517" y="11753"/>
                </a:lnTo>
                <a:lnTo>
                  <a:pt x="8638" y="11680"/>
                </a:lnTo>
                <a:lnTo>
                  <a:pt x="8760" y="11607"/>
                </a:lnTo>
                <a:lnTo>
                  <a:pt x="9003" y="11436"/>
                </a:lnTo>
                <a:lnTo>
                  <a:pt x="9052" y="11509"/>
                </a:lnTo>
                <a:lnTo>
                  <a:pt x="9149" y="11582"/>
                </a:lnTo>
                <a:lnTo>
                  <a:pt x="9271" y="11631"/>
                </a:lnTo>
                <a:lnTo>
                  <a:pt x="9563" y="11631"/>
                </a:lnTo>
                <a:lnTo>
                  <a:pt x="9733" y="11582"/>
                </a:lnTo>
                <a:lnTo>
                  <a:pt x="9903" y="11534"/>
                </a:lnTo>
                <a:lnTo>
                  <a:pt x="10025" y="11436"/>
                </a:lnTo>
                <a:lnTo>
                  <a:pt x="10098" y="11509"/>
                </a:lnTo>
                <a:lnTo>
                  <a:pt x="10195" y="11582"/>
                </a:lnTo>
                <a:lnTo>
                  <a:pt x="10414" y="11680"/>
                </a:lnTo>
                <a:lnTo>
                  <a:pt x="10560" y="11728"/>
                </a:lnTo>
                <a:lnTo>
                  <a:pt x="10682" y="11753"/>
                </a:lnTo>
                <a:lnTo>
                  <a:pt x="10828" y="11728"/>
                </a:lnTo>
                <a:lnTo>
                  <a:pt x="10950" y="11704"/>
                </a:lnTo>
                <a:lnTo>
                  <a:pt x="11071" y="11655"/>
                </a:lnTo>
                <a:lnTo>
                  <a:pt x="11193" y="11582"/>
                </a:lnTo>
                <a:lnTo>
                  <a:pt x="11388" y="11388"/>
                </a:lnTo>
                <a:lnTo>
                  <a:pt x="11509" y="11509"/>
                </a:lnTo>
                <a:lnTo>
                  <a:pt x="11655" y="11582"/>
                </a:lnTo>
                <a:lnTo>
                  <a:pt x="11801" y="11631"/>
                </a:lnTo>
                <a:lnTo>
                  <a:pt x="11996" y="11655"/>
                </a:lnTo>
                <a:lnTo>
                  <a:pt x="12166" y="11655"/>
                </a:lnTo>
                <a:lnTo>
                  <a:pt x="12337" y="11631"/>
                </a:lnTo>
                <a:lnTo>
                  <a:pt x="12507" y="11582"/>
                </a:lnTo>
                <a:lnTo>
                  <a:pt x="12653" y="11509"/>
                </a:lnTo>
                <a:lnTo>
                  <a:pt x="12799" y="11582"/>
                </a:lnTo>
                <a:lnTo>
                  <a:pt x="12945" y="11607"/>
                </a:lnTo>
                <a:lnTo>
                  <a:pt x="13115" y="11631"/>
                </a:lnTo>
                <a:lnTo>
                  <a:pt x="13286" y="11631"/>
                </a:lnTo>
                <a:lnTo>
                  <a:pt x="13456" y="11607"/>
                </a:lnTo>
                <a:lnTo>
                  <a:pt x="13651" y="11558"/>
                </a:lnTo>
                <a:lnTo>
                  <a:pt x="13797" y="11485"/>
                </a:lnTo>
                <a:lnTo>
                  <a:pt x="13967" y="11388"/>
                </a:lnTo>
                <a:lnTo>
                  <a:pt x="14040" y="11436"/>
                </a:lnTo>
                <a:lnTo>
                  <a:pt x="14137" y="11461"/>
                </a:lnTo>
                <a:lnTo>
                  <a:pt x="14259" y="11461"/>
                </a:lnTo>
                <a:lnTo>
                  <a:pt x="14405" y="11436"/>
                </a:lnTo>
                <a:lnTo>
                  <a:pt x="14478" y="11388"/>
                </a:lnTo>
                <a:lnTo>
                  <a:pt x="14527" y="11339"/>
                </a:lnTo>
                <a:lnTo>
                  <a:pt x="14551" y="11266"/>
                </a:lnTo>
                <a:lnTo>
                  <a:pt x="14551" y="11193"/>
                </a:lnTo>
                <a:lnTo>
                  <a:pt x="14527" y="11120"/>
                </a:lnTo>
                <a:lnTo>
                  <a:pt x="14478" y="11071"/>
                </a:lnTo>
                <a:lnTo>
                  <a:pt x="14429" y="11047"/>
                </a:lnTo>
                <a:lnTo>
                  <a:pt x="14356" y="11023"/>
                </a:lnTo>
                <a:lnTo>
                  <a:pt x="14283" y="11047"/>
                </a:lnTo>
                <a:lnTo>
                  <a:pt x="14210" y="11023"/>
                </a:lnTo>
                <a:lnTo>
                  <a:pt x="14137" y="10925"/>
                </a:lnTo>
                <a:lnTo>
                  <a:pt x="14040" y="10852"/>
                </a:lnTo>
                <a:lnTo>
                  <a:pt x="13943" y="10852"/>
                </a:lnTo>
                <a:lnTo>
                  <a:pt x="13894" y="10877"/>
                </a:lnTo>
                <a:lnTo>
                  <a:pt x="13845" y="10925"/>
                </a:lnTo>
                <a:lnTo>
                  <a:pt x="13772" y="10974"/>
                </a:lnTo>
                <a:lnTo>
                  <a:pt x="13651" y="11047"/>
                </a:lnTo>
                <a:lnTo>
                  <a:pt x="13505" y="11120"/>
                </a:lnTo>
                <a:lnTo>
                  <a:pt x="13334" y="11169"/>
                </a:lnTo>
                <a:lnTo>
                  <a:pt x="13188" y="11217"/>
                </a:lnTo>
                <a:lnTo>
                  <a:pt x="12994" y="11217"/>
                </a:lnTo>
                <a:lnTo>
                  <a:pt x="12969" y="11193"/>
                </a:lnTo>
                <a:lnTo>
                  <a:pt x="12945" y="11144"/>
                </a:lnTo>
                <a:lnTo>
                  <a:pt x="12921" y="11096"/>
                </a:lnTo>
                <a:lnTo>
                  <a:pt x="12945" y="10974"/>
                </a:lnTo>
                <a:lnTo>
                  <a:pt x="12945" y="10901"/>
                </a:lnTo>
                <a:lnTo>
                  <a:pt x="12896" y="10828"/>
                </a:lnTo>
                <a:lnTo>
                  <a:pt x="12848" y="10779"/>
                </a:lnTo>
                <a:lnTo>
                  <a:pt x="12775" y="10755"/>
                </a:lnTo>
                <a:lnTo>
                  <a:pt x="12677" y="10779"/>
                </a:lnTo>
                <a:lnTo>
                  <a:pt x="12629" y="10804"/>
                </a:lnTo>
                <a:lnTo>
                  <a:pt x="12556" y="10852"/>
                </a:lnTo>
                <a:lnTo>
                  <a:pt x="12531" y="10925"/>
                </a:lnTo>
                <a:lnTo>
                  <a:pt x="12507" y="11047"/>
                </a:lnTo>
                <a:lnTo>
                  <a:pt x="12458" y="11096"/>
                </a:lnTo>
                <a:lnTo>
                  <a:pt x="12410" y="11144"/>
                </a:lnTo>
                <a:lnTo>
                  <a:pt x="12288" y="11217"/>
                </a:lnTo>
                <a:lnTo>
                  <a:pt x="12142" y="11242"/>
                </a:lnTo>
                <a:lnTo>
                  <a:pt x="11972" y="11242"/>
                </a:lnTo>
                <a:lnTo>
                  <a:pt x="11850" y="11217"/>
                </a:lnTo>
                <a:lnTo>
                  <a:pt x="11728" y="11144"/>
                </a:lnTo>
                <a:lnTo>
                  <a:pt x="11704" y="11120"/>
                </a:lnTo>
                <a:lnTo>
                  <a:pt x="11680" y="11071"/>
                </a:lnTo>
                <a:lnTo>
                  <a:pt x="11680" y="10998"/>
                </a:lnTo>
                <a:lnTo>
                  <a:pt x="11704" y="10950"/>
                </a:lnTo>
                <a:lnTo>
                  <a:pt x="11728" y="10852"/>
                </a:lnTo>
                <a:lnTo>
                  <a:pt x="11728" y="10779"/>
                </a:lnTo>
                <a:lnTo>
                  <a:pt x="11680" y="10706"/>
                </a:lnTo>
                <a:lnTo>
                  <a:pt x="11631" y="10658"/>
                </a:lnTo>
                <a:lnTo>
                  <a:pt x="11558" y="10633"/>
                </a:lnTo>
                <a:close/>
                <a:moveTo>
                  <a:pt x="1266" y="11363"/>
                </a:moveTo>
                <a:lnTo>
                  <a:pt x="1266" y="11826"/>
                </a:lnTo>
                <a:lnTo>
                  <a:pt x="1095" y="11972"/>
                </a:lnTo>
                <a:lnTo>
                  <a:pt x="974" y="12118"/>
                </a:lnTo>
                <a:lnTo>
                  <a:pt x="876" y="12215"/>
                </a:lnTo>
                <a:lnTo>
                  <a:pt x="828" y="12337"/>
                </a:lnTo>
                <a:lnTo>
                  <a:pt x="803" y="11534"/>
                </a:lnTo>
                <a:lnTo>
                  <a:pt x="803" y="11485"/>
                </a:lnTo>
                <a:lnTo>
                  <a:pt x="925" y="11485"/>
                </a:lnTo>
                <a:lnTo>
                  <a:pt x="1047" y="11461"/>
                </a:lnTo>
                <a:lnTo>
                  <a:pt x="1144" y="11412"/>
                </a:lnTo>
                <a:lnTo>
                  <a:pt x="1266" y="11363"/>
                </a:lnTo>
                <a:close/>
                <a:moveTo>
                  <a:pt x="1266" y="12385"/>
                </a:moveTo>
                <a:lnTo>
                  <a:pt x="1266" y="12872"/>
                </a:lnTo>
                <a:lnTo>
                  <a:pt x="974" y="13140"/>
                </a:lnTo>
                <a:lnTo>
                  <a:pt x="828" y="13286"/>
                </a:lnTo>
                <a:lnTo>
                  <a:pt x="828" y="12653"/>
                </a:lnTo>
                <a:lnTo>
                  <a:pt x="1022" y="12556"/>
                </a:lnTo>
                <a:lnTo>
                  <a:pt x="1217" y="12410"/>
                </a:lnTo>
                <a:lnTo>
                  <a:pt x="1266" y="12385"/>
                </a:lnTo>
                <a:close/>
                <a:moveTo>
                  <a:pt x="4088" y="12775"/>
                </a:moveTo>
                <a:lnTo>
                  <a:pt x="4039" y="12799"/>
                </a:lnTo>
                <a:lnTo>
                  <a:pt x="4015" y="12823"/>
                </a:lnTo>
                <a:lnTo>
                  <a:pt x="3820" y="13164"/>
                </a:lnTo>
                <a:lnTo>
                  <a:pt x="3747" y="13359"/>
                </a:lnTo>
                <a:lnTo>
                  <a:pt x="3699" y="13553"/>
                </a:lnTo>
                <a:lnTo>
                  <a:pt x="3674" y="13748"/>
                </a:lnTo>
                <a:lnTo>
                  <a:pt x="3699" y="13821"/>
                </a:lnTo>
                <a:lnTo>
                  <a:pt x="3747" y="13894"/>
                </a:lnTo>
                <a:lnTo>
                  <a:pt x="3796" y="13967"/>
                </a:lnTo>
                <a:lnTo>
                  <a:pt x="3869" y="13991"/>
                </a:lnTo>
                <a:lnTo>
                  <a:pt x="3991" y="14040"/>
                </a:lnTo>
                <a:lnTo>
                  <a:pt x="4258" y="14040"/>
                </a:lnTo>
                <a:lnTo>
                  <a:pt x="4404" y="14016"/>
                </a:lnTo>
                <a:lnTo>
                  <a:pt x="4526" y="13967"/>
                </a:lnTo>
                <a:lnTo>
                  <a:pt x="4672" y="13918"/>
                </a:lnTo>
                <a:lnTo>
                  <a:pt x="4940" y="13748"/>
                </a:lnTo>
                <a:lnTo>
                  <a:pt x="5183" y="13578"/>
                </a:lnTo>
                <a:lnTo>
                  <a:pt x="5256" y="13675"/>
                </a:lnTo>
                <a:lnTo>
                  <a:pt x="5353" y="13748"/>
                </a:lnTo>
                <a:lnTo>
                  <a:pt x="5475" y="13821"/>
                </a:lnTo>
                <a:lnTo>
                  <a:pt x="5621" y="13870"/>
                </a:lnTo>
                <a:lnTo>
                  <a:pt x="5791" y="13918"/>
                </a:lnTo>
                <a:lnTo>
                  <a:pt x="6108" y="13918"/>
                </a:lnTo>
                <a:lnTo>
                  <a:pt x="6278" y="13894"/>
                </a:lnTo>
                <a:lnTo>
                  <a:pt x="6424" y="13821"/>
                </a:lnTo>
                <a:lnTo>
                  <a:pt x="6570" y="13772"/>
                </a:lnTo>
                <a:lnTo>
                  <a:pt x="6692" y="13675"/>
                </a:lnTo>
                <a:lnTo>
                  <a:pt x="6838" y="13578"/>
                </a:lnTo>
                <a:lnTo>
                  <a:pt x="6959" y="13675"/>
                </a:lnTo>
                <a:lnTo>
                  <a:pt x="7130" y="13724"/>
                </a:lnTo>
                <a:lnTo>
                  <a:pt x="7324" y="13748"/>
                </a:lnTo>
                <a:lnTo>
                  <a:pt x="7519" y="13748"/>
                </a:lnTo>
                <a:lnTo>
                  <a:pt x="8030" y="13724"/>
                </a:lnTo>
                <a:lnTo>
                  <a:pt x="8565" y="13748"/>
                </a:lnTo>
                <a:lnTo>
                  <a:pt x="8906" y="13772"/>
                </a:lnTo>
                <a:lnTo>
                  <a:pt x="9271" y="13748"/>
                </a:lnTo>
                <a:lnTo>
                  <a:pt x="9466" y="13724"/>
                </a:lnTo>
                <a:lnTo>
                  <a:pt x="9636" y="13675"/>
                </a:lnTo>
                <a:lnTo>
                  <a:pt x="9782" y="13578"/>
                </a:lnTo>
                <a:lnTo>
                  <a:pt x="9928" y="13480"/>
                </a:lnTo>
                <a:lnTo>
                  <a:pt x="9952" y="13432"/>
                </a:lnTo>
                <a:lnTo>
                  <a:pt x="9952" y="13383"/>
                </a:lnTo>
                <a:lnTo>
                  <a:pt x="9928" y="13334"/>
                </a:lnTo>
                <a:lnTo>
                  <a:pt x="9879" y="13310"/>
                </a:lnTo>
                <a:lnTo>
                  <a:pt x="9660" y="13261"/>
                </a:lnTo>
                <a:lnTo>
                  <a:pt x="9466" y="13286"/>
                </a:lnTo>
                <a:lnTo>
                  <a:pt x="9028" y="13334"/>
                </a:lnTo>
                <a:lnTo>
                  <a:pt x="8590" y="13334"/>
                </a:lnTo>
                <a:lnTo>
                  <a:pt x="8176" y="13286"/>
                </a:lnTo>
                <a:lnTo>
                  <a:pt x="7957" y="13286"/>
                </a:lnTo>
                <a:lnTo>
                  <a:pt x="7616" y="13310"/>
                </a:lnTo>
                <a:lnTo>
                  <a:pt x="7276" y="13310"/>
                </a:lnTo>
                <a:lnTo>
                  <a:pt x="7203" y="13286"/>
                </a:lnTo>
                <a:lnTo>
                  <a:pt x="7178" y="13261"/>
                </a:lnTo>
                <a:lnTo>
                  <a:pt x="7203" y="13164"/>
                </a:lnTo>
                <a:lnTo>
                  <a:pt x="7178" y="13091"/>
                </a:lnTo>
                <a:lnTo>
                  <a:pt x="7154" y="13042"/>
                </a:lnTo>
                <a:lnTo>
                  <a:pt x="7105" y="12969"/>
                </a:lnTo>
                <a:lnTo>
                  <a:pt x="7057" y="12945"/>
                </a:lnTo>
                <a:lnTo>
                  <a:pt x="6984" y="12921"/>
                </a:lnTo>
                <a:lnTo>
                  <a:pt x="6911" y="12945"/>
                </a:lnTo>
                <a:lnTo>
                  <a:pt x="6838" y="12994"/>
                </a:lnTo>
                <a:lnTo>
                  <a:pt x="6594" y="13237"/>
                </a:lnTo>
                <a:lnTo>
                  <a:pt x="6302" y="13432"/>
                </a:lnTo>
                <a:lnTo>
                  <a:pt x="6205" y="13480"/>
                </a:lnTo>
                <a:lnTo>
                  <a:pt x="6059" y="13505"/>
                </a:lnTo>
                <a:lnTo>
                  <a:pt x="5913" y="13505"/>
                </a:lnTo>
                <a:lnTo>
                  <a:pt x="5767" y="13480"/>
                </a:lnTo>
                <a:lnTo>
                  <a:pt x="5645" y="13432"/>
                </a:lnTo>
                <a:lnTo>
                  <a:pt x="5548" y="13359"/>
                </a:lnTo>
                <a:lnTo>
                  <a:pt x="5524" y="13286"/>
                </a:lnTo>
                <a:lnTo>
                  <a:pt x="5524" y="13237"/>
                </a:lnTo>
                <a:lnTo>
                  <a:pt x="5524" y="13164"/>
                </a:lnTo>
                <a:lnTo>
                  <a:pt x="5548" y="13067"/>
                </a:lnTo>
                <a:lnTo>
                  <a:pt x="5548" y="12994"/>
                </a:lnTo>
                <a:lnTo>
                  <a:pt x="5524" y="12921"/>
                </a:lnTo>
                <a:lnTo>
                  <a:pt x="5475" y="12872"/>
                </a:lnTo>
                <a:lnTo>
                  <a:pt x="5426" y="12823"/>
                </a:lnTo>
                <a:lnTo>
                  <a:pt x="5353" y="12799"/>
                </a:lnTo>
                <a:lnTo>
                  <a:pt x="5280" y="12799"/>
                </a:lnTo>
                <a:lnTo>
                  <a:pt x="5207" y="12848"/>
                </a:lnTo>
                <a:lnTo>
                  <a:pt x="5159" y="12896"/>
                </a:lnTo>
                <a:lnTo>
                  <a:pt x="5086" y="13018"/>
                </a:lnTo>
                <a:lnTo>
                  <a:pt x="5013" y="13091"/>
                </a:lnTo>
                <a:lnTo>
                  <a:pt x="4842" y="13261"/>
                </a:lnTo>
                <a:lnTo>
                  <a:pt x="4648" y="13407"/>
                </a:lnTo>
                <a:lnTo>
                  <a:pt x="4453" y="13505"/>
                </a:lnTo>
                <a:lnTo>
                  <a:pt x="4331" y="13578"/>
                </a:lnTo>
                <a:lnTo>
                  <a:pt x="4185" y="13602"/>
                </a:lnTo>
                <a:lnTo>
                  <a:pt x="4137" y="13602"/>
                </a:lnTo>
                <a:lnTo>
                  <a:pt x="4088" y="13578"/>
                </a:lnTo>
                <a:lnTo>
                  <a:pt x="4088" y="13505"/>
                </a:lnTo>
                <a:lnTo>
                  <a:pt x="4088" y="13407"/>
                </a:lnTo>
                <a:lnTo>
                  <a:pt x="4210" y="12945"/>
                </a:lnTo>
                <a:lnTo>
                  <a:pt x="4210" y="12896"/>
                </a:lnTo>
                <a:lnTo>
                  <a:pt x="4210" y="12848"/>
                </a:lnTo>
                <a:lnTo>
                  <a:pt x="4161" y="12799"/>
                </a:lnTo>
                <a:lnTo>
                  <a:pt x="4112" y="12775"/>
                </a:lnTo>
                <a:close/>
                <a:moveTo>
                  <a:pt x="1266" y="13407"/>
                </a:moveTo>
                <a:lnTo>
                  <a:pt x="1266" y="14113"/>
                </a:lnTo>
                <a:lnTo>
                  <a:pt x="1168" y="14186"/>
                </a:lnTo>
                <a:lnTo>
                  <a:pt x="1071" y="14235"/>
                </a:lnTo>
                <a:lnTo>
                  <a:pt x="925" y="14381"/>
                </a:lnTo>
                <a:lnTo>
                  <a:pt x="779" y="14527"/>
                </a:lnTo>
                <a:lnTo>
                  <a:pt x="803" y="13748"/>
                </a:lnTo>
                <a:lnTo>
                  <a:pt x="925" y="13675"/>
                </a:lnTo>
                <a:lnTo>
                  <a:pt x="1047" y="13578"/>
                </a:lnTo>
                <a:lnTo>
                  <a:pt x="1241" y="13407"/>
                </a:lnTo>
                <a:close/>
                <a:moveTo>
                  <a:pt x="1266" y="14624"/>
                </a:moveTo>
                <a:lnTo>
                  <a:pt x="1266" y="14940"/>
                </a:lnTo>
                <a:lnTo>
                  <a:pt x="1193" y="14989"/>
                </a:lnTo>
                <a:lnTo>
                  <a:pt x="949" y="15208"/>
                </a:lnTo>
                <a:lnTo>
                  <a:pt x="730" y="15451"/>
                </a:lnTo>
                <a:lnTo>
                  <a:pt x="755" y="15062"/>
                </a:lnTo>
                <a:lnTo>
                  <a:pt x="876" y="14989"/>
                </a:lnTo>
                <a:lnTo>
                  <a:pt x="974" y="14892"/>
                </a:lnTo>
                <a:lnTo>
                  <a:pt x="1168" y="14697"/>
                </a:lnTo>
                <a:lnTo>
                  <a:pt x="1266" y="14624"/>
                </a:lnTo>
                <a:close/>
                <a:moveTo>
                  <a:pt x="1241" y="15451"/>
                </a:moveTo>
                <a:lnTo>
                  <a:pt x="1241" y="15500"/>
                </a:lnTo>
                <a:lnTo>
                  <a:pt x="1217" y="15841"/>
                </a:lnTo>
                <a:lnTo>
                  <a:pt x="1071" y="15962"/>
                </a:lnTo>
                <a:lnTo>
                  <a:pt x="925" y="16108"/>
                </a:lnTo>
                <a:lnTo>
                  <a:pt x="682" y="16400"/>
                </a:lnTo>
                <a:lnTo>
                  <a:pt x="706" y="15695"/>
                </a:lnTo>
                <a:lnTo>
                  <a:pt x="755" y="15719"/>
                </a:lnTo>
                <a:lnTo>
                  <a:pt x="828" y="15743"/>
                </a:lnTo>
                <a:lnTo>
                  <a:pt x="876" y="15743"/>
                </a:lnTo>
                <a:lnTo>
                  <a:pt x="949" y="15695"/>
                </a:lnTo>
                <a:lnTo>
                  <a:pt x="1241" y="15451"/>
                </a:lnTo>
                <a:close/>
                <a:moveTo>
                  <a:pt x="1168" y="16327"/>
                </a:moveTo>
                <a:lnTo>
                  <a:pt x="1120" y="17009"/>
                </a:lnTo>
                <a:lnTo>
                  <a:pt x="998" y="17082"/>
                </a:lnTo>
                <a:lnTo>
                  <a:pt x="876" y="17179"/>
                </a:lnTo>
                <a:lnTo>
                  <a:pt x="682" y="17373"/>
                </a:lnTo>
                <a:lnTo>
                  <a:pt x="584" y="17495"/>
                </a:lnTo>
                <a:lnTo>
                  <a:pt x="657" y="16668"/>
                </a:lnTo>
                <a:lnTo>
                  <a:pt x="803" y="16619"/>
                </a:lnTo>
                <a:lnTo>
                  <a:pt x="949" y="16522"/>
                </a:lnTo>
                <a:lnTo>
                  <a:pt x="1168" y="16327"/>
                </a:lnTo>
                <a:close/>
                <a:moveTo>
                  <a:pt x="6813" y="463"/>
                </a:moveTo>
                <a:lnTo>
                  <a:pt x="8322" y="487"/>
                </a:lnTo>
                <a:lnTo>
                  <a:pt x="9830" y="560"/>
                </a:lnTo>
                <a:lnTo>
                  <a:pt x="12848" y="706"/>
                </a:lnTo>
                <a:lnTo>
                  <a:pt x="12775" y="901"/>
                </a:lnTo>
                <a:lnTo>
                  <a:pt x="12750" y="1071"/>
                </a:lnTo>
                <a:lnTo>
                  <a:pt x="12677" y="1484"/>
                </a:lnTo>
                <a:lnTo>
                  <a:pt x="12677" y="1874"/>
                </a:lnTo>
                <a:lnTo>
                  <a:pt x="12702" y="2312"/>
                </a:lnTo>
                <a:lnTo>
                  <a:pt x="12775" y="3115"/>
                </a:lnTo>
                <a:lnTo>
                  <a:pt x="12799" y="3528"/>
                </a:lnTo>
                <a:lnTo>
                  <a:pt x="12823" y="3893"/>
                </a:lnTo>
                <a:lnTo>
                  <a:pt x="12823" y="3966"/>
                </a:lnTo>
                <a:lnTo>
                  <a:pt x="12872" y="4039"/>
                </a:lnTo>
                <a:lnTo>
                  <a:pt x="12896" y="4064"/>
                </a:lnTo>
                <a:lnTo>
                  <a:pt x="12945" y="4112"/>
                </a:lnTo>
                <a:lnTo>
                  <a:pt x="12994" y="4161"/>
                </a:lnTo>
                <a:lnTo>
                  <a:pt x="13067" y="4210"/>
                </a:lnTo>
                <a:lnTo>
                  <a:pt x="13261" y="4258"/>
                </a:lnTo>
                <a:lnTo>
                  <a:pt x="13456" y="4307"/>
                </a:lnTo>
                <a:lnTo>
                  <a:pt x="13870" y="4331"/>
                </a:lnTo>
                <a:lnTo>
                  <a:pt x="14697" y="4356"/>
                </a:lnTo>
                <a:lnTo>
                  <a:pt x="15500" y="4356"/>
                </a:lnTo>
                <a:lnTo>
                  <a:pt x="15889" y="4331"/>
                </a:lnTo>
                <a:lnTo>
                  <a:pt x="16279" y="4283"/>
                </a:lnTo>
                <a:lnTo>
                  <a:pt x="16254" y="5061"/>
                </a:lnTo>
                <a:lnTo>
                  <a:pt x="16279" y="5864"/>
                </a:lnTo>
                <a:lnTo>
                  <a:pt x="16303" y="6643"/>
                </a:lnTo>
                <a:lnTo>
                  <a:pt x="16303" y="7422"/>
                </a:lnTo>
                <a:lnTo>
                  <a:pt x="16254" y="9319"/>
                </a:lnTo>
                <a:lnTo>
                  <a:pt x="16254" y="10268"/>
                </a:lnTo>
                <a:lnTo>
                  <a:pt x="16254" y="11242"/>
                </a:lnTo>
                <a:lnTo>
                  <a:pt x="16303" y="13140"/>
                </a:lnTo>
                <a:lnTo>
                  <a:pt x="16352" y="15062"/>
                </a:lnTo>
                <a:lnTo>
                  <a:pt x="16327" y="15962"/>
                </a:lnTo>
                <a:lnTo>
                  <a:pt x="16327" y="16887"/>
                </a:lnTo>
                <a:lnTo>
                  <a:pt x="16327" y="17738"/>
                </a:lnTo>
                <a:lnTo>
                  <a:pt x="16303" y="18152"/>
                </a:lnTo>
                <a:lnTo>
                  <a:pt x="16254" y="18590"/>
                </a:lnTo>
                <a:lnTo>
                  <a:pt x="15889" y="18614"/>
                </a:lnTo>
                <a:lnTo>
                  <a:pt x="15524" y="18639"/>
                </a:lnTo>
                <a:lnTo>
                  <a:pt x="11923" y="18639"/>
                </a:lnTo>
                <a:lnTo>
                  <a:pt x="9733" y="18614"/>
                </a:lnTo>
                <a:lnTo>
                  <a:pt x="7616" y="18566"/>
                </a:lnTo>
                <a:lnTo>
                  <a:pt x="5524" y="18517"/>
                </a:lnTo>
                <a:lnTo>
                  <a:pt x="4453" y="18517"/>
                </a:lnTo>
                <a:lnTo>
                  <a:pt x="3358" y="18566"/>
                </a:lnTo>
                <a:lnTo>
                  <a:pt x="2701" y="18566"/>
                </a:lnTo>
                <a:lnTo>
                  <a:pt x="2360" y="18590"/>
                </a:lnTo>
                <a:lnTo>
                  <a:pt x="2020" y="18639"/>
                </a:lnTo>
                <a:lnTo>
                  <a:pt x="1971" y="18590"/>
                </a:lnTo>
                <a:lnTo>
                  <a:pt x="1922" y="18517"/>
                </a:lnTo>
                <a:lnTo>
                  <a:pt x="1849" y="18493"/>
                </a:lnTo>
                <a:lnTo>
                  <a:pt x="1776" y="18493"/>
                </a:lnTo>
                <a:lnTo>
                  <a:pt x="1703" y="18298"/>
                </a:lnTo>
                <a:lnTo>
                  <a:pt x="1655" y="18103"/>
                </a:lnTo>
                <a:lnTo>
                  <a:pt x="1703" y="18030"/>
                </a:lnTo>
                <a:lnTo>
                  <a:pt x="1703" y="17957"/>
                </a:lnTo>
                <a:lnTo>
                  <a:pt x="1679" y="17884"/>
                </a:lnTo>
                <a:lnTo>
                  <a:pt x="1631" y="17811"/>
                </a:lnTo>
                <a:lnTo>
                  <a:pt x="1631" y="17398"/>
                </a:lnTo>
                <a:lnTo>
                  <a:pt x="1631" y="17009"/>
                </a:lnTo>
                <a:lnTo>
                  <a:pt x="1679" y="16133"/>
                </a:lnTo>
                <a:lnTo>
                  <a:pt x="1728" y="15281"/>
                </a:lnTo>
                <a:lnTo>
                  <a:pt x="1728" y="15086"/>
                </a:lnTo>
                <a:lnTo>
                  <a:pt x="1752" y="15038"/>
                </a:lnTo>
                <a:lnTo>
                  <a:pt x="1776" y="14965"/>
                </a:lnTo>
                <a:lnTo>
                  <a:pt x="1776" y="14916"/>
                </a:lnTo>
                <a:lnTo>
                  <a:pt x="1728" y="14843"/>
                </a:lnTo>
                <a:lnTo>
                  <a:pt x="1728" y="13018"/>
                </a:lnTo>
                <a:lnTo>
                  <a:pt x="1801" y="12945"/>
                </a:lnTo>
                <a:lnTo>
                  <a:pt x="1825" y="12848"/>
                </a:lnTo>
                <a:lnTo>
                  <a:pt x="1825" y="12775"/>
                </a:lnTo>
                <a:lnTo>
                  <a:pt x="1776" y="12726"/>
                </a:lnTo>
                <a:lnTo>
                  <a:pt x="1728" y="12677"/>
                </a:lnTo>
                <a:lnTo>
                  <a:pt x="1728" y="11071"/>
                </a:lnTo>
                <a:lnTo>
                  <a:pt x="1752" y="11023"/>
                </a:lnTo>
                <a:lnTo>
                  <a:pt x="1752" y="10974"/>
                </a:lnTo>
                <a:lnTo>
                  <a:pt x="1752" y="10925"/>
                </a:lnTo>
                <a:lnTo>
                  <a:pt x="1728" y="10852"/>
                </a:lnTo>
                <a:lnTo>
                  <a:pt x="1728" y="10049"/>
                </a:lnTo>
                <a:lnTo>
                  <a:pt x="1801" y="7373"/>
                </a:lnTo>
                <a:lnTo>
                  <a:pt x="1874" y="6059"/>
                </a:lnTo>
                <a:lnTo>
                  <a:pt x="1947" y="4721"/>
                </a:lnTo>
                <a:lnTo>
                  <a:pt x="1971" y="4137"/>
                </a:lnTo>
                <a:lnTo>
                  <a:pt x="1971" y="3553"/>
                </a:lnTo>
                <a:lnTo>
                  <a:pt x="1922" y="2969"/>
                </a:lnTo>
                <a:lnTo>
                  <a:pt x="1898" y="2360"/>
                </a:lnTo>
                <a:lnTo>
                  <a:pt x="1849" y="1825"/>
                </a:lnTo>
                <a:lnTo>
                  <a:pt x="1801" y="1290"/>
                </a:lnTo>
                <a:lnTo>
                  <a:pt x="1752" y="925"/>
                </a:lnTo>
                <a:lnTo>
                  <a:pt x="1703" y="755"/>
                </a:lnTo>
                <a:lnTo>
                  <a:pt x="1703" y="560"/>
                </a:lnTo>
                <a:lnTo>
                  <a:pt x="2141" y="609"/>
                </a:lnTo>
                <a:lnTo>
                  <a:pt x="2579" y="609"/>
                </a:lnTo>
                <a:lnTo>
                  <a:pt x="3455" y="584"/>
                </a:lnTo>
                <a:lnTo>
                  <a:pt x="5134" y="511"/>
                </a:lnTo>
                <a:lnTo>
                  <a:pt x="5962" y="487"/>
                </a:lnTo>
                <a:lnTo>
                  <a:pt x="6813" y="463"/>
                </a:lnTo>
                <a:close/>
                <a:moveTo>
                  <a:pt x="1120" y="17544"/>
                </a:moveTo>
                <a:lnTo>
                  <a:pt x="1144" y="17982"/>
                </a:lnTo>
                <a:lnTo>
                  <a:pt x="949" y="18176"/>
                </a:lnTo>
                <a:lnTo>
                  <a:pt x="779" y="18371"/>
                </a:lnTo>
                <a:lnTo>
                  <a:pt x="682" y="18517"/>
                </a:lnTo>
                <a:lnTo>
                  <a:pt x="584" y="18663"/>
                </a:lnTo>
                <a:lnTo>
                  <a:pt x="536" y="18858"/>
                </a:lnTo>
                <a:lnTo>
                  <a:pt x="513" y="19015"/>
                </a:lnTo>
                <a:lnTo>
                  <a:pt x="511" y="18979"/>
                </a:lnTo>
                <a:lnTo>
                  <a:pt x="511" y="18468"/>
                </a:lnTo>
                <a:lnTo>
                  <a:pt x="536" y="17982"/>
                </a:lnTo>
                <a:lnTo>
                  <a:pt x="657" y="17909"/>
                </a:lnTo>
                <a:lnTo>
                  <a:pt x="779" y="17836"/>
                </a:lnTo>
                <a:lnTo>
                  <a:pt x="974" y="17665"/>
                </a:lnTo>
                <a:lnTo>
                  <a:pt x="1120" y="17544"/>
                </a:lnTo>
                <a:close/>
                <a:moveTo>
                  <a:pt x="1266" y="18468"/>
                </a:moveTo>
                <a:lnTo>
                  <a:pt x="1314" y="18663"/>
                </a:lnTo>
                <a:lnTo>
                  <a:pt x="1412" y="18833"/>
                </a:lnTo>
                <a:lnTo>
                  <a:pt x="1144" y="19150"/>
                </a:lnTo>
                <a:lnTo>
                  <a:pt x="876" y="19539"/>
                </a:lnTo>
                <a:lnTo>
                  <a:pt x="633" y="19928"/>
                </a:lnTo>
                <a:lnTo>
                  <a:pt x="584" y="19685"/>
                </a:lnTo>
                <a:lnTo>
                  <a:pt x="536" y="19466"/>
                </a:lnTo>
                <a:lnTo>
                  <a:pt x="514" y="19031"/>
                </a:lnTo>
                <a:lnTo>
                  <a:pt x="514" y="19031"/>
                </a:lnTo>
                <a:lnTo>
                  <a:pt x="536" y="19052"/>
                </a:lnTo>
                <a:lnTo>
                  <a:pt x="584" y="19052"/>
                </a:lnTo>
                <a:lnTo>
                  <a:pt x="779" y="18955"/>
                </a:lnTo>
                <a:lnTo>
                  <a:pt x="949" y="18809"/>
                </a:lnTo>
                <a:lnTo>
                  <a:pt x="1266" y="18468"/>
                </a:lnTo>
                <a:close/>
                <a:moveTo>
                  <a:pt x="15427" y="19101"/>
                </a:moveTo>
                <a:lnTo>
                  <a:pt x="15427" y="19296"/>
                </a:lnTo>
                <a:lnTo>
                  <a:pt x="15427" y="19490"/>
                </a:lnTo>
                <a:lnTo>
                  <a:pt x="15451" y="19904"/>
                </a:lnTo>
                <a:lnTo>
                  <a:pt x="15086" y="19953"/>
                </a:lnTo>
                <a:lnTo>
                  <a:pt x="15086" y="19953"/>
                </a:lnTo>
                <a:lnTo>
                  <a:pt x="15159" y="19734"/>
                </a:lnTo>
                <a:lnTo>
                  <a:pt x="15257" y="19417"/>
                </a:lnTo>
                <a:lnTo>
                  <a:pt x="15281" y="19271"/>
                </a:lnTo>
                <a:lnTo>
                  <a:pt x="15281" y="19101"/>
                </a:lnTo>
                <a:close/>
                <a:moveTo>
                  <a:pt x="15038" y="19101"/>
                </a:moveTo>
                <a:lnTo>
                  <a:pt x="14989" y="19174"/>
                </a:lnTo>
                <a:lnTo>
                  <a:pt x="14940" y="19271"/>
                </a:lnTo>
                <a:lnTo>
                  <a:pt x="14843" y="19442"/>
                </a:lnTo>
                <a:lnTo>
                  <a:pt x="14721" y="19782"/>
                </a:lnTo>
                <a:lnTo>
                  <a:pt x="14600" y="20026"/>
                </a:lnTo>
                <a:lnTo>
                  <a:pt x="14356" y="20050"/>
                </a:lnTo>
                <a:lnTo>
                  <a:pt x="14429" y="19758"/>
                </a:lnTo>
                <a:lnTo>
                  <a:pt x="14502" y="19563"/>
                </a:lnTo>
                <a:lnTo>
                  <a:pt x="14551" y="19344"/>
                </a:lnTo>
                <a:lnTo>
                  <a:pt x="14575" y="19198"/>
                </a:lnTo>
                <a:lnTo>
                  <a:pt x="14551" y="19125"/>
                </a:lnTo>
                <a:lnTo>
                  <a:pt x="15038" y="19101"/>
                </a:lnTo>
                <a:close/>
                <a:moveTo>
                  <a:pt x="9782" y="19052"/>
                </a:moveTo>
                <a:lnTo>
                  <a:pt x="9660" y="19296"/>
                </a:lnTo>
                <a:lnTo>
                  <a:pt x="9563" y="19563"/>
                </a:lnTo>
                <a:lnTo>
                  <a:pt x="9490" y="19831"/>
                </a:lnTo>
                <a:lnTo>
                  <a:pt x="9441" y="20074"/>
                </a:lnTo>
                <a:lnTo>
                  <a:pt x="9028" y="20074"/>
                </a:lnTo>
                <a:lnTo>
                  <a:pt x="9101" y="19831"/>
                </a:lnTo>
                <a:lnTo>
                  <a:pt x="9174" y="19636"/>
                </a:lnTo>
                <a:lnTo>
                  <a:pt x="9320" y="19344"/>
                </a:lnTo>
                <a:lnTo>
                  <a:pt x="9368" y="19174"/>
                </a:lnTo>
                <a:lnTo>
                  <a:pt x="9393" y="19101"/>
                </a:lnTo>
                <a:lnTo>
                  <a:pt x="9368" y="19052"/>
                </a:lnTo>
                <a:close/>
                <a:moveTo>
                  <a:pt x="10779" y="19077"/>
                </a:moveTo>
                <a:lnTo>
                  <a:pt x="10585" y="19296"/>
                </a:lnTo>
                <a:lnTo>
                  <a:pt x="10439" y="19539"/>
                </a:lnTo>
                <a:lnTo>
                  <a:pt x="10366" y="19685"/>
                </a:lnTo>
                <a:lnTo>
                  <a:pt x="10317" y="19807"/>
                </a:lnTo>
                <a:lnTo>
                  <a:pt x="10268" y="19953"/>
                </a:lnTo>
                <a:lnTo>
                  <a:pt x="10244" y="20074"/>
                </a:lnTo>
                <a:lnTo>
                  <a:pt x="9879" y="20074"/>
                </a:lnTo>
                <a:lnTo>
                  <a:pt x="9903" y="19977"/>
                </a:lnTo>
                <a:lnTo>
                  <a:pt x="9976" y="19734"/>
                </a:lnTo>
                <a:lnTo>
                  <a:pt x="10049" y="19515"/>
                </a:lnTo>
                <a:lnTo>
                  <a:pt x="10122" y="19320"/>
                </a:lnTo>
                <a:lnTo>
                  <a:pt x="10195" y="19198"/>
                </a:lnTo>
                <a:lnTo>
                  <a:pt x="10220" y="19077"/>
                </a:lnTo>
                <a:close/>
                <a:moveTo>
                  <a:pt x="9076" y="19028"/>
                </a:moveTo>
                <a:lnTo>
                  <a:pt x="9003" y="19150"/>
                </a:lnTo>
                <a:lnTo>
                  <a:pt x="8906" y="19271"/>
                </a:lnTo>
                <a:lnTo>
                  <a:pt x="8809" y="19466"/>
                </a:lnTo>
                <a:lnTo>
                  <a:pt x="8711" y="19685"/>
                </a:lnTo>
                <a:lnTo>
                  <a:pt x="8638" y="19880"/>
                </a:lnTo>
                <a:lnTo>
                  <a:pt x="8590" y="19977"/>
                </a:lnTo>
                <a:lnTo>
                  <a:pt x="8565" y="20074"/>
                </a:lnTo>
                <a:lnTo>
                  <a:pt x="8054" y="20099"/>
                </a:lnTo>
                <a:lnTo>
                  <a:pt x="8079" y="19953"/>
                </a:lnTo>
                <a:lnTo>
                  <a:pt x="8176" y="19734"/>
                </a:lnTo>
                <a:lnTo>
                  <a:pt x="8273" y="19490"/>
                </a:lnTo>
                <a:lnTo>
                  <a:pt x="8395" y="19296"/>
                </a:lnTo>
                <a:lnTo>
                  <a:pt x="8468" y="19150"/>
                </a:lnTo>
                <a:lnTo>
                  <a:pt x="8517" y="19028"/>
                </a:lnTo>
                <a:close/>
                <a:moveTo>
                  <a:pt x="10901" y="19077"/>
                </a:moveTo>
                <a:lnTo>
                  <a:pt x="10998" y="19101"/>
                </a:lnTo>
                <a:lnTo>
                  <a:pt x="11631" y="19101"/>
                </a:lnTo>
                <a:lnTo>
                  <a:pt x="11509" y="19247"/>
                </a:lnTo>
                <a:lnTo>
                  <a:pt x="11412" y="19393"/>
                </a:lnTo>
                <a:lnTo>
                  <a:pt x="11266" y="19685"/>
                </a:lnTo>
                <a:lnTo>
                  <a:pt x="11193" y="19880"/>
                </a:lnTo>
                <a:lnTo>
                  <a:pt x="11144" y="20001"/>
                </a:lnTo>
                <a:lnTo>
                  <a:pt x="11144" y="20099"/>
                </a:lnTo>
                <a:lnTo>
                  <a:pt x="11047" y="20099"/>
                </a:lnTo>
                <a:lnTo>
                  <a:pt x="10609" y="20074"/>
                </a:lnTo>
                <a:lnTo>
                  <a:pt x="10658" y="19831"/>
                </a:lnTo>
                <a:lnTo>
                  <a:pt x="10731" y="19588"/>
                </a:lnTo>
                <a:lnTo>
                  <a:pt x="10901" y="19077"/>
                </a:lnTo>
                <a:close/>
                <a:moveTo>
                  <a:pt x="14356" y="19125"/>
                </a:moveTo>
                <a:lnTo>
                  <a:pt x="14308" y="19198"/>
                </a:lnTo>
                <a:lnTo>
                  <a:pt x="14186" y="19393"/>
                </a:lnTo>
                <a:lnTo>
                  <a:pt x="14089" y="19563"/>
                </a:lnTo>
                <a:lnTo>
                  <a:pt x="13991" y="19782"/>
                </a:lnTo>
                <a:lnTo>
                  <a:pt x="13918" y="20001"/>
                </a:lnTo>
                <a:lnTo>
                  <a:pt x="13870" y="20074"/>
                </a:lnTo>
                <a:lnTo>
                  <a:pt x="13334" y="20099"/>
                </a:lnTo>
                <a:lnTo>
                  <a:pt x="13432" y="19880"/>
                </a:lnTo>
                <a:lnTo>
                  <a:pt x="13529" y="19685"/>
                </a:lnTo>
                <a:lnTo>
                  <a:pt x="13651" y="19393"/>
                </a:lnTo>
                <a:lnTo>
                  <a:pt x="13675" y="19344"/>
                </a:lnTo>
                <a:lnTo>
                  <a:pt x="13675" y="19271"/>
                </a:lnTo>
                <a:lnTo>
                  <a:pt x="13675" y="19198"/>
                </a:lnTo>
                <a:lnTo>
                  <a:pt x="13675" y="19150"/>
                </a:lnTo>
                <a:lnTo>
                  <a:pt x="13675" y="19125"/>
                </a:lnTo>
                <a:close/>
                <a:moveTo>
                  <a:pt x="7665" y="18979"/>
                </a:moveTo>
                <a:lnTo>
                  <a:pt x="8176" y="19004"/>
                </a:lnTo>
                <a:lnTo>
                  <a:pt x="8079" y="19125"/>
                </a:lnTo>
                <a:lnTo>
                  <a:pt x="7981" y="19271"/>
                </a:lnTo>
                <a:lnTo>
                  <a:pt x="7860" y="19490"/>
                </a:lnTo>
                <a:lnTo>
                  <a:pt x="7738" y="19782"/>
                </a:lnTo>
                <a:lnTo>
                  <a:pt x="7689" y="19953"/>
                </a:lnTo>
                <a:lnTo>
                  <a:pt x="7689" y="20099"/>
                </a:lnTo>
                <a:lnTo>
                  <a:pt x="6984" y="20123"/>
                </a:lnTo>
                <a:lnTo>
                  <a:pt x="7057" y="19977"/>
                </a:lnTo>
                <a:lnTo>
                  <a:pt x="7130" y="19831"/>
                </a:lnTo>
                <a:lnTo>
                  <a:pt x="7324" y="19563"/>
                </a:lnTo>
                <a:lnTo>
                  <a:pt x="7519" y="19271"/>
                </a:lnTo>
                <a:lnTo>
                  <a:pt x="7592" y="19125"/>
                </a:lnTo>
                <a:lnTo>
                  <a:pt x="7665" y="18979"/>
                </a:lnTo>
                <a:close/>
                <a:moveTo>
                  <a:pt x="11972" y="19101"/>
                </a:moveTo>
                <a:lnTo>
                  <a:pt x="12556" y="19125"/>
                </a:lnTo>
                <a:lnTo>
                  <a:pt x="12483" y="19223"/>
                </a:lnTo>
                <a:lnTo>
                  <a:pt x="12410" y="19320"/>
                </a:lnTo>
                <a:lnTo>
                  <a:pt x="12312" y="19563"/>
                </a:lnTo>
                <a:lnTo>
                  <a:pt x="12239" y="19855"/>
                </a:lnTo>
                <a:lnTo>
                  <a:pt x="12166" y="20123"/>
                </a:lnTo>
                <a:lnTo>
                  <a:pt x="11558" y="20099"/>
                </a:lnTo>
                <a:lnTo>
                  <a:pt x="11582" y="19953"/>
                </a:lnTo>
                <a:lnTo>
                  <a:pt x="11655" y="19807"/>
                </a:lnTo>
                <a:lnTo>
                  <a:pt x="11801" y="19563"/>
                </a:lnTo>
                <a:lnTo>
                  <a:pt x="11899" y="19369"/>
                </a:lnTo>
                <a:lnTo>
                  <a:pt x="11947" y="19247"/>
                </a:lnTo>
                <a:lnTo>
                  <a:pt x="11972" y="19101"/>
                </a:lnTo>
                <a:close/>
                <a:moveTo>
                  <a:pt x="13602" y="19125"/>
                </a:moveTo>
                <a:lnTo>
                  <a:pt x="13505" y="19174"/>
                </a:lnTo>
                <a:lnTo>
                  <a:pt x="13383" y="19247"/>
                </a:lnTo>
                <a:lnTo>
                  <a:pt x="13261" y="19393"/>
                </a:lnTo>
                <a:lnTo>
                  <a:pt x="13164" y="19539"/>
                </a:lnTo>
                <a:lnTo>
                  <a:pt x="13018" y="19831"/>
                </a:lnTo>
                <a:lnTo>
                  <a:pt x="12896" y="20123"/>
                </a:lnTo>
                <a:lnTo>
                  <a:pt x="12580" y="20123"/>
                </a:lnTo>
                <a:lnTo>
                  <a:pt x="12653" y="19807"/>
                </a:lnTo>
                <a:lnTo>
                  <a:pt x="12750" y="19490"/>
                </a:lnTo>
                <a:lnTo>
                  <a:pt x="12848" y="19150"/>
                </a:lnTo>
                <a:lnTo>
                  <a:pt x="12848" y="19125"/>
                </a:lnTo>
                <a:close/>
                <a:moveTo>
                  <a:pt x="6813" y="18955"/>
                </a:moveTo>
                <a:lnTo>
                  <a:pt x="7300" y="18979"/>
                </a:lnTo>
                <a:lnTo>
                  <a:pt x="7178" y="19101"/>
                </a:lnTo>
                <a:lnTo>
                  <a:pt x="7081" y="19223"/>
                </a:lnTo>
                <a:lnTo>
                  <a:pt x="6862" y="19515"/>
                </a:lnTo>
                <a:lnTo>
                  <a:pt x="6716" y="19831"/>
                </a:lnTo>
                <a:lnTo>
                  <a:pt x="6594" y="20147"/>
                </a:lnTo>
                <a:lnTo>
                  <a:pt x="6278" y="20147"/>
                </a:lnTo>
                <a:lnTo>
                  <a:pt x="6351" y="20001"/>
                </a:lnTo>
                <a:lnTo>
                  <a:pt x="6375" y="19855"/>
                </a:lnTo>
                <a:lnTo>
                  <a:pt x="6424" y="19685"/>
                </a:lnTo>
                <a:lnTo>
                  <a:pt x="6473" y="19539"/>
                </a:lnTo>
                <a:lnTo>
                  <a:pt x="6643" y="19247"/>
                </a:lnTo>
                <a:lnTo>
                  <a:pt x="6813" y="18955"/>
                </a:lnTo>
                <a:close/>
                <a:moveTo>
                  <a:pt x="6375" y="18955"/>
                </a:moveTo>
                <a:lnTo>
                  <a:pt x="6229" y="19198"/>
                </a:lnTo>
                <a:lnTo>
                  <a:pt x="6132" y="19417"/>
                </a:lnTo>
                <a:lnTo>
                  <a:pt x="6035" y="19588"/>
                </a:lnTo>
                <a:lnTo>
                  <a:pt x="5962" y="19782"/>
                </a:lnTo>
                <a:lnTo>
                  <a:pt x="5913" y="19977"/>
                </a:lnTo>
                <a:lnTo>
                  <a:pt x="5913" y="20074"/>
                </a:lnTo>
                <a:lnTo>
                  <a:pt x="5937" y="20172"/>
                </a:lnTo>
                <a:lnTo>
                  <a:pt x="5086" y="20220"/>
                </a:lnTo>
                <a:lnTo>
                  <a:pt x="5207" y="19977"/>
                </a:lnTo>
                <a:lnTo>
                  <a:pt x="5305" y="19734"/>
                </a:lnTo>
                <a:lnTo>
                  <a:pt x="5572" y="19320"/>
                </a:lnTo>
                <a:lnTo>
                  <a:pt x="5670" y="19150"/>
                </a:lnTo>
                <a:lnTo>
                  <a:pt x="5718" y="19052"/>
                </a:lnTo>
                <a:lnTo>
                  <a:pt x="5743" y="19004"/>
                </a:lnTo>
                <a:lnTo>
                  <a:pt x="5694" y="19052"/>
                </a:lnTo>
                <a:lnTo>
                  <a:pt x="5694" y="19052"/>
                </a:lnTo>
                <a:lnTo>
                  <a:pt x="5718" y="19004"/>
                </a:lnTo>
                <a:lnTo>
                  <a:pt x="5718" y="18955"/>
                </a:lnTo>
                <a:close/>
                <a:moveTo>
                  <a:pt x="5451" y="18955"/>
                </a:moveTo>
                <a:lnTo>
                  <a:pt x="5305" y="19125"/>
                </a:lnTo>
                <a:lnTo>
                  <a:pt x="5183" y="19296"/>
                </a:lnTo>
                <a:lnTo>
                  <a:pt x="4940" y="19685"/>
                </a:lnTo>
                <a:lnTo>
                  <a:pt x="4794" y="19953"/>
                </a:lnTo>
                <a:lnTo>
                  <a:pt x="4745" y="20099"/>
                </a:lnTo>
                <a:lnTo>
                  <a:pt x="4721" y="20220"/>
                </a:lnTo>
                <a:lnTo>
                  <a:pt x="4210" y="20269"/>
                </a:lnTo>
                <a:lnTo>
                  <a:pt x="4210" y="20196"/>
                </a:lnTo>
                <a:lnTo>
                  <a:pt x="4307" y="19953"/>
                </a:lnTo>
                <a:lnTo>
                  <a:pt x="4429" y="19709"/>
                </a:lnTo>
                <a:lnTo>
                  <a:pt x="4623" y="19369"/>
                </a:lnTo>
                <a:lnTo>
                  <a:pt x="4672" y="19271"/>
                </a:lnTo>
                <a:lnTo>
                  <a:pt x="4696" y="19198"/>
                </a:lnTo>
                <a:lnTo>
                  <a:pt x="4696" y="19101"/>
                </a:lnTo>
                <a:lnTo>
                  <a:pt x="4672" y="19004"/>
                </a:lnTo>
                <a:lnTo>
                  <a:pt x="4550" y="19004"/>
                </a:lnTo>
                <a:lnTo>
                  <a:pt x="4453" y="19077"/>
                </a:lnTo>
                <a:lnTo>
                  <a:pt x="4356" y="19150"/>
                </a:lnTo>
                <a:lnTo>
                  <a:pt x="4258" y="19271"/>
                </a:lnTo>
                <a:lnTo>
                  <a:pt x="4112" y="19490"/>
                </a:lnTo>
                <a:lnTo>
                  <a:pt x="4015" y="19709"/>
                </a:lnTo>
                <a:lnTo>
                  <a:pt x="3869" y="19977"/>
                </a:lnTo>
                <a:lnTo>
                  <a:pt x="3820" y="20123"/>
                </a:lnTo>
                <a:lnTo>
                  <a:pt x="3772" y="20293"/>
                </a:lnTo>
                <a:lnTo>
                  <a:pt x="3358" y="20318"/>
                </a:lnTo>
                <a:lnTo>
                  <a:pt x="3382" y="20172"/>
                </a:lnTo>
                <a:lnTo>
                  <a:pt x="3455" y="19928"/>
                </a:lnTo>
                <a:lnTo>
                  <a:pt x="3553" y="19709"/>
                </a:lnTo>
                <a:lnTo>
                  <a:pt x="3747" y="19320"/>
                </a:lnTo>
                <a:lnTo>
                  <a:pt x="3942" y="18955"/>
                </a:lnTo>
                <a:close/>
                <a:moveTo>
                  <a:pt x="1825" y="19028"/>
                </a:moveTo>
                <a:lnTo>
                  <a:pt x="2166" y="19052"/>
                </a:lnTo>
                <a:lnTo>
                  <a:pt x="2482" y="19052"/>
                </a:lnTo>
                <a:lnTo>
                  <a:pt x="2214" y="19393"/>
                </a:lnTo>
                <a:lnTo>
                  <a:pt x="1971" y="19758"/>
                </a:lnTo>
                <a:lnTo>
                  <a:pt x="1752" y="20099"/>
                </a:lnTo>
                <a:lnTo>
                  <a:pt x="1679" y="20245"/>
                </a:lnTo>
                <a:lnTo>
                  <a:pt x="1631" y="20366"/>
                </a:lnTo>
                <a:lnTo>
                  <a:pt x="1558" y="20366"/>
                </a:lnTo>
                <a:lnTo>
                  <a:pt x="1217" y="20342"/>
                </a:lnTo>
                <a:lnTo>
                  <a:pt x="876" y="20318"/>
                </a:lnTo>
                <a:lnTo>
                  <a:pt x="1120" y="20001"/>
                </a:lnTo>
                <a:lnTo>
                  <a:pt x="1363" y="19685"/>
                </a:lnTo>
                <a:lnTo>
                  <a:pt x="1582" y="19344"/>
                </a:lnTo>
                <a:lnTo>
                  <a:pt x="1825" y="19028"/>
                </a:lnTo>
                <a:close/>
                <a:moveTo>
                  <a:pt x="3650" y="18955"/>
                </a:moveTo>
                <a:lnTo>
                  <a:pt x="3528" y="19077"/>
                </a:lnTo>
                <a:lnTo>
                  <a:pt x="3431" y="19223"/>
                </a:lnTo>
                <a:lnTo>
                  <a:pt x="3236" y="19539"/>
                </a:lnTo>
                <a:lnTo>
                  <a:pt x="3163" y="19709"/>
                </a:lnTo>
                <a:lnTo>
                  <a:pt x="3066" y="19904"/>
                </a:lnTo>
                <a:lnTo>
                  <a:pt x="2993" y="20123"/>
                </a:lnTo>
                <a:lnTo>
                  <a:pt x="2993" y="20220"/>
                </a:lnTo>
                <a:lnTo>
                  <a:pt x="2993" y="20342"/>
                </a:lnTo>
                <a:lnTo>
                  <a:pt x="2044" y="20391"/>
                </a:lnTo>
                <a:lnTo>
                  <a:pt x="2214" y="20123"/>
                </a:lnTo>
                <a:lnTo>
                  <a:pt x="2360" y="19928"/>
                </a:lnTo>
                <a:lnTo>
                  <a:pt x="2677" y="19442"/>
                </a:lnTo>
                <a:lnTo>
                  <a:pt x="2847" y="19198"/>
                </a:lnTo>
                <a:lnTo>
                  <a:pt x="2969" y="19101"/>
                </a:lnTo>
                <a:lnTo>
                  <a:pt x="3066" y="19004"/>
                </a:lnTo>
                <a:lnTo>
                  <a:pt x="3650" y="18955"/>
                </a:lnTo>
                <a:close/>
                <a:moveTo>
                  <a:pt x="6619" y="0"/>
                </a:moveTo>
                <a:lnTo>
                  <a:pt x="5791" y="25"/>
                </a:lnTo>
                <a:lnTo>
                  <a:pt x="4940" y="49"/>
                </a:lnTo>
                <a:lnTo>
                  <a:pt x="3261" y="146"/>
                </a:lnTo>
                <a:lnTo>
                  <a:pt x="2068" y="195"/>
                </a:lnTo>
                <a:lnTo>
                  <a:pt x="1874" y="195"/>
                </a:lnTo>
                <a:lnTo>
                  <a:pt x="1703" y="244"/>
                </a:lnTo>
                <a:lnTo>
                  <a:pt x="1631" y="219"/>
                </a:lnTo>
                <a:lnTo>
                  <a:pt x="1582" y="195"/>
                </a:lnTo>
                <a:lnTo>
                  <a:pt x="1509" y="219"/>
                </a:lnTo>
                <a:lnTo>
                  <a:pt x="1460" y="268"/>
                </a:lnTo>
                <a:lnTo>
                  <a:pt x="1387" y="390"/>
                </a:lnTo>
                <a:lnTo>
                  <a:pt x="1363" y="511"/>
                </a:lnTo>
                <a:lnTo>
                  <a:pt x="1339" y="755"/>
                </a:lnTo>
                <a:lnTo>
                  <a:pt x="1339" y="1047"/>
                </a:lnTo>
                <a:lnTo>
                  <a:pt x="1387" y="1314"/>
                </a:lnTo>
                <a:lnTo>
                  <a:pt x="1217" y="1290"/>
                </a:lnTo>
                <a:lnTo>
                  <a:pt x="1047" y="1290"/>
                </a:lnTo>
                <a:lnTo>
                  <a:pt x="706" y="1314"/>
                </a:lnTo>
                <a:lnTo>
                  <a:pt x="536" y="1314"/>
                </a:lnTo>
                <a:lnTo>
                  <a:pt x="341" y="1338"/>
                </a:lnTo>
                <a:lnTo>
                  <a:pt x="268" y="1363"/>
                </a:lnTo>
                <a:lnTo>
                  <a:pt x="195" y="1411"/>
                </a:lnTo>
                <a:lnTo>
                  <a:pt x="122" y="1460"/>
                </a:lnTo>
                <a:lnTo>
                  <a:pt x="122" y="1557"/>
                </a:lnTo>
                <a:lnTo>
                  <a:pt x="122" y="1630"/>
                </a:lnTo>
                <a:lnTo>
                  <a:pt x="73" y="1874"/>
                </a:lnTo>
                <a:lnTo>
                  <a:pt x="49" y="2117"/>
                </a:lnTo>
                <a:lnTo>
                  <a:pt x="49" y="2652"/>
                </a:lnTo>
                <a:lnTo>
                  <a:pt x="73" y="3674"/>
                </a:lnTo>
                <a:lnTo>
                  <a:pt x="49" y="4891"/>
                </a:lnTo>
                <a:lnTo>
                  <a:pt x="25" y="6083"/>
                </a:lnTo>
                <a:lnTo>
                  <a:pt x="25" y="6765"/>
                </a:lnTo>
                <a:lnTo>
                  <a:pt x="49" y="7446"/>
                </a:lnTo>
                <a:lnTo>
                  <a:pt x="122" y="8809"/>
                </a:lnTo>
                <a:lnTo>
                  <a:pt x="219" y="10171"/>
                </a:lnTo>
                <a:lnTo>
                  <a:pt x="292" y="11534"/>
                </a:lnTo>
                <a:lnTo>
                  <a:pt x="317" y="12166"/>
                </a:lnTo>
                <a:lnTo>
                  <a:pt x="317" y="12799"/>
                </a:lnTo>
                <a:lnTo>
                  <a:pt x="292" y="14064"/>
                </a:lnTo>
                <a:lnTo>
                  <a:pt x="219" y="15330"/>
                </a:lnTo>
                <a:lnTo>
                  <a:pt x="146" y="16595"/>
                </a:lnTo>
                <a:lnTo>
                  <a:pt x="73" y="17519"/>
                </a:lnTo>
                <a:lnTo>
                  <a:pt x="25" y="17982"/>
                </a:lnTo>
                <a:lnTo>
                  <a:pt x="0" y="18444"/>
                </a:lnTo>
                <a:lnTo>
                  <a:pt x="0" y="18931"/>
                </a:lnTo>
                <a:lnTo>
                  <a:pt x="25" y="19393"/>
                </a:lnTo>
                <a:lnTo>
                  <a:pt x="98" y="19831"/>
                </a:lnTo>
                <a:lnTo>
                  <a:pt x="146" y="20050"/>
                </a:lnTo>
                <a:lnTo>
                  <a:pt x="219" y="20269"/>
                </a:lnTo>
                <a:lnTo>
                  <a:pt x="268" y="20366"/>
                </a:lnTo>
                <a:lnTo>
                  <a:pt x="365" y="20415"/>
                </a:lnTo>
                <a:lnTo>
                  <a:pt x="463" y="20439"/>
                </a:lnTo>
                <a:lnTo>
                  <a:pt x="536" y="20415"/>
                </a:lnTo>
                <a:lnTo>
                  <a:pt x="560" y="20512"/>
                </a:lnTo>
                <a:lnTo>
                  <a:pt x="609" y="20610"/>
                </a:lnTo>
                <a:lnTo>
                  <a:pt x="706" y="20658"/>
                </a:lnTo>
                <a:lnTo>
                  <a:pt x="803" y="20731"/>
                </a:lnTo>
                <a:lnTo>
                  <a:pt x="1047" y="20804"/>
                </a:lnTo>
                <a:lnTo>
                  <a:pt x="1339" y="20853"/>
                </a:lnTo>
                <a:lnTo>
                  <a:pt x="1631" y="20877"/>
                </a:lnTo>
                <a:lnTo>
                  <a:pt x="1922" y="20877"/>
                </a:lnTo>
                <a:lnTo>
                  <a:pt x="2312" y="20853"/>
                </a:lnTo>
                <a:lnTo>
                  <a:pt x="3188" y="20829"/>
                </a:lnTo>
                <a:lnTo>
                  <a:pt x="4039" y="20780"/>
                </a:lnTo>
                <a:lnTo>
                  <a:pt x="5767" y="20683"/>
                </a:lnTo>
                <a:lnTo>
                  <a:pt x="7057" y="20634"/>
                </a:lnTo>
                <a:lnTo>
                  <a:pt x="8322" y="20585"/>
                </a:lnTo>
                <a:lnTo>
                  <a:pt x="9611" y="20585"/>
                </a:lnTo>
                <a:lnTo>
                  <a:pt x="10877" y="20610"/>
                </a:lnTo>
                <a:lnTo>
                  <a:pt x="12239" y="20634"/>
                </a:lnTo>
                <a:lnTo>
                  <a:pt x="12337" y="20658"/>
                </a:lnTo>
                <a:lnTo>
                  <a:pt x="12434" y="20658"/>
                </a:lnTo>
                <a:lnTo>
                  <a:pt x="12458" y="20634"/>
                </a:lnTo>
                <a:lnTo>
                  <a:pt x="13261" y="20634"/>
                </a:lnTo>
                <a:lnTo>
                  <a:pt x="14040" y="20585"/>
                </a:lnTo>
                <a:lnTo>
                  <a:pt x="14843" y="20512"/>
                </a:lnTo>
                <a:lnTo>
                  <a:pt x="15622" y="20391"/>
                </a:lnTo>
                <a:lnTo>
                  <a:pt x="15695" y="20366"/>
                </a:lnTo>
                <a:lnTo>
                  <a:pt x="15743" y="20342"/>
                </a:lnTo>
                <a:lnTo>
                  <a:pt x="15865" y="20318"/>
                </a:lnTo>
                <a:lnTo>
                  <a:pt x="15962" y="20269"/>
                </a:lnTo>
                <a:lnTo>
                  <a:pt x="16011" y="20172"/>
                </a:lnTo>
                <a:lnTo>
                  <a:pt x="16035" y="20123"/>
                </a:lnTo>
                <a:lnTo>
                  <a:pt x="16035" y="20050"/>
                </a:lnTo>
                <a:lnTo>
                  <a:pt x="16011" y="19807"/>
                </a:lnTo>
                <a:lnTo>
                  <a:pt x="15962" y="19563"/>
                </a:lnTo>
                <a:lnTo>
                  <a:pt x="15938" y="19320"/>
                </a:lnTo>
                <a:lnTo>
                  <a:pt x="15938" y="19077"/>
                </a:lnTo>
                <a:lnTo>
                  <a:pt x="16400" y="19028"/>
                </a:lnTo>
                <a:lnTo>
                  <a:pt x="16522" y="18979"/>
                </a:lnTo>
                <a:lnTo>
                  <a:pt x="16595" y="18906"/>
                </a:lnTo>
                <a:lnTo>
                  <a:pt x="16668" y="18833"/>
                </a:lnTo>
                <a:lnTo>
                  <a:pt x="16717" y="18760"/>
                </a:lnTo>
                <a:lnTo>
                  <a:pt x="16790" y="18347"/>
                </a:lnTo>
                <a:lnTo>
                  <a:pt x="16838" y="17933"/>
                </a:lnTo>
                <a:lnTo>
                  <a:pt x="16863" y="17519"/>
                </a:lnTo>
                <a:lnTo>
                  <a:pt x="16863" y="17106"/>
                </a:lnTo>
                <a:lnTo>
                  <a:pt x="16863" y="16254"/>
                </a:lnTo>
                <a:lnTo>
                  <a:pt x="16838" y="15427"/>
                </a:lnTo>
                <a:lnTo>
                  <a:pt x="16838" y="14429"/>
                </a:lnTo>
                <a:lnTo>
                  <a:pt x="16814" y="13432"/>
                </a:lnTo>
                <a:lnTo>
                  <a:pt x="16765" y="11412"/>
                </a:lnTo>
                <a:lnTo>
                  <a:pt x="16765" y="10414"/>
                </a:lnTo>
                <a:lnTo>
                  <a:pt x="16765" y="9417"/>
                </a:lnTo>
                <a:lnTo>
                  <a:pt x="16814" y="7422"/>
                </a:lnTo>
                <a:lnTo>
                  <a:pt x="16814" y="6473"/>
                </a:lnTo>
                <a:lnTo>
                  <a:pt x="16814" y="5499"/>
                </a:lnTo>
                <a:lnTo>
                  <a:pt x="16814" y="5013"/>
                </a:lnTo>
                <a:lnTo>
                  <a:pt x="16765" y="4550"/>
                </a:lnTo>
                <a:lnTo>
                  <a:pt x="16717" y="4064"/>
                </a:lnTo>
                <a:lnTo>
                  <a:pt x="16619" y="3601"/>
                </a:lnTo>
                <a:lnTo>
                  <a:pt x="16571" y="3553"/>
                </a:lnTo>
                <a:lnTo>
                  <a:pt x="16522" y="3504"/>
                </a:lnTo>
                <a:lnTo>
                  <a:pt x="16425" y="3334"/>
                </a:lnTo>
                <a:lnTo>
                  <a:pt x="16303" y="3188"/>
                </a:lnTo>
                <a:lnTo>
                  <a:pt x="16060" y="2896"/>
                </a:lnTo>
                <a:lnTo>
                  <a:pt x="15792" y="2604"/>
                </a:lnTo>
                <a:lnTo>
                  <a:pt x="15524" y="2336"/>
                </a:lnTo>
                <a:lnTo>
                  <a:pt x="14989" y="1801"/>
                </a:lnTo>
                <a:lnTo>
                  <a:pt x="14502" y="1338"/>
                </a:lnTo>
                <a:lnTo>
                  <a:pt x="14259" y="1119"/>
                </a:lnTo>
                <a:lnTo>
                  <a:pt x="13991" y="901"/>
                </a:lnTo>
                <a:lnTo>
                  <a:pt x="13699" y="633"/>
                </a:lnTo>
                <a:lnTo>
                  <a:pt x="13529" y="487"/>
                </a:lnTo>
                <a:lnTo>
                  <a:pt x="13359" y="390"/>
                </a:lnTo>
                <a:lnTo>
                  <a:pt x="13334" y="317"/>
                </a:lnTo>
                <a:lnTo>
                  <a:pt x="13286" y="292"/>
                </a:lnTo>
                <a:lnTo>
                  <a:pt x="13237" y="268"/>
                </a:lnTo>
                <a:lnTo>
                  <a:pt x="13164" y="244"/>
                </a:lnTo>
                <a:lnTo>
                  <a:pt x="9903" y="73"/>
                </a:lnTo>
                <a:lnTo>
                  <a:pt x="8249" y="25"/>
                </a:lnTo>
                <a:lnTo>
                  <a:pt x="6619" y="0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51"/>
          <p:cNvSpPr/>
          <p:nvPr/>
        </p:nvSpPr>
        <p:spPr>
          <a:xfrm>
            <a:off x="3379525" y="2190500"/>
            <a:ext cx="1177200" cy="1256981"/>
          </a:xfrm>
          <a:custGeom>
            <a:rect b="b" l="l" r="r" t="t"/>
            <a:pathLst>
              <a:path extrusionOk="0" h="8795" w="8902">
                <a:moveTo>
                  <a:pt x="3702" y="600"/>
                </a:moveTo>
                <a:lnTo>
                  <a:pt x="3788" y="621"/>
                </a:lnTo>
                <a:lnTo>
                  <a:pt x="3873" y="664"/>
                </a:lnTo>
                <a:lnTo>
                  <a:pt x="3938" y="728"/>
                </a:lnTo>
                <a:lnTo>
                  <a:pt x="4002" y="793"/>
                </a:lnTo>
                <a:lnTo>
                  <a:pt x="4023" y="878"/>
                </a:lnTo>
                <a:lnTo>
                  <a:pt x="4045" y="985"/>
                </a:lnTo>
                <a:lnTo>
                  <a:pt x="4045" y="1071"/>
                </a:lnTo>
                <a:lnTo>
                  <a:pt x="4023" y="1178"/>
                </a:lnTo>
                <a:lnTo>
                  <a:pt x="3980" y="1349"/>
                </a:lnTo>
                <a:lnTo>
                  <a:pt x="3938" y="1413"/>
                </a:lnTo>
                <a:lnTo>
                  <a:pt x="3895" y="1477"/>
                </a:lnTo>
                <a:lnTo>
                  <a:pt x="3852" y="1520"/>
                </a:lnTo>
                <a:lnTo>
                  <a:pt x="3788" y="1541"/>
                </a:lnTo>
                <a:lnTo>
                  <a:pt x="3702" y="1563"/>
                </a:lnTo>
                <a:lnTo>
                  <a:pt x="3638" y="1563"/>
                </a:lnTo>
                <a:lnTo>
                  <a:pt x="3574" y="1541"/>
                </a:lnTo>
                <a:lnTo>
                  <a:pt x="3510" y="1520"/>
                </a:lnTo>
                <a:lnTo>
                  <a:pt x="3445" y="1456"/>
                </a:lnTo>
                <a:lnTo>
                  <a:pt x="3403" y="1392"/>
                </a:lnTo>
                <a:lnTo>
                  <a:pt x="3360" y="1306"/>
                </a:lnTo>
                <a:lnTo>
                  <a:pt x="3338" y="1220"/>
                </a:lnTo>
                <a:lnTo>
                  <a:pt x="3317" y="1049"/>
                </a:lnTo>
                <a:lnTo>
                  <a:pt x="3338" y="878"/>
                </a:lnTo>
                <a:lnTo>
                  <a:pt x="3381" y="793"/>
                </a:lnTo>
                <a:lnTo>
                  <a:pt x="3424" y="728"/>
                </a:lnTo>
                <a:lnTo>
                  <a:pt x="3488" y="686"/>
                </a:lnTo>
                <a:lnTo>
                  <a:pt x="3552" y="643"/>
                </a:lnTo>
                <a:lnTo>
                  <a:pt x="3617" y="621"/>
                </a:lnTo>
                <a:lnTo>
                  <a:pt x="3702" y="600"/>
                </a:lnTo>
                <a:close/>
                <a:moveTo>
                  <a:pt x="4537" y="3767"/>
                </a:moveTo>
                <a:lnTo>
                  <a:pt x="4644" y="3788"/>
                </a:lnTo>
                <a:lnTo>
                  <a:pt x="4751" y="3831"/>
                </a:lnTo>
                <a:lnTo>
                  <a:pt x="4858" y="3895"/>
                </a:lnTo>
                <a:lnTo>
                  <a:pt x="4965" y="3981"/>
                </a:lnTo>
                <a:lnTo>
                  <a:pt x="5029" y="4066"/>
                </a:lnTo>
                <a:lnTo>
                  <a:pt x="5093" y="4130"/>
                </a:lnTo>
                <a:lnTo>
                  <a:pt x="5136" y="4237"/>
                </a:lnTo>
                <a:lnTo>
                  <a:pt x="5157" y="4366"/>
                </a:lnTo>
                <a:lnTo>
                  <a:pt x="5179" y="4494"/>
                </a:lnTo>
                <a:lnTo>
                  <a:pt x="5157" y="4601"/>
                </a:lnTo>
                <a:lnTo>
                  <a:pt x="5136" y="4729"/>
                </a:lnTo>
                <a:lnTo>
                  <a:pt x="5072" y="4836"/>
                </a:lnTo>
                <a:lnTo>
                  <a:pt x="5007" y="4922"/>
                </a:lnTo>
                <a:lnTo>
                  <a:pt x="4922" y="5008"/>
                </a:lnTo>
                <a:lnTo>
                  <a:pt x="4836" y="5072"/>
                </a:lnTo>
                <a:lnTo>
                  <a:pt x="4729" y="5136"/>
                </a:lnTo>
                <a:lnTo>
                  <a:pt x="4644" y="5179"/>
                </a:lnTo>
                <a:lnTo>
                  <a:pt x="4579" y="5179"/>
                </a:lnTo>
                <a:lnTo>
                  <a:pt x="4537" y="5157"/>
                </a:lnTo>
                <a:lnTo>
                  <a:pt x="4472" y="5136"/>
                </a:lnTo>
                <a:lnTo>
                  <a:pt x="4430" y="5093"/>
                </a:lnTo>
                <a:lnTo>
                  <a:pt x="4408" y="5072"/>
                </a:lnTo>
                <a:lnTo>
                  <a:pt x="4387" y="5029"/>
                </a:lnTo>
                <a:lnTo>
                  <a:pt x="4408" y="4922"/>
                </a:lnTo>
                <a:lnTo>
                  <a:pt x="4451" y="4836"/>
                </a:lnTo>
                <a:lnTo>
                  <a:pt x="4537" y="4708"/>
                </a:lnTo>
                <a:lnTo>
                  <a:pt x="4537" y="4665"/>
                </a:lnTo>
                <a:lnTo>
                  <a:pt x="4537" y="4644"/>
                </a:lnTo>
                <a:lnTo>
                  <a:pt x="4515" y="4622"/>
                </a:lnTo>
                <a:lnTo>
                  <a:pt x="4451" y="4601"/>
                </a:lnTo>
                <a:lnTo>
                  <a:pt x="4387" y="4601"/>
                </a:lnTo>
                <a:lnTo>
                  <a:pt x="4323" y="4622"/>
                </a:lnTo>
                <a:lnTo>
                  <a:pt x="4237" y="4644"/>
                </a:lnTo>
                <a:lnTo>
                  <a:pt x="4194" y="4687"/>
                </a:lnTo>
                <a:lnTo>
                  <a:pt x="4173" y="4644"/>
                </a:lnTo>
                <a:lnTo>
                  <a:pt x="4194" y="4580"/>
                </a:lnTo>
                <a:lnTo>
                  <a:pt x="4323" y="4451"/>
                </a:lnTo>
                <a:lnTo>
                  <a:pt x="4430" y="4301"/>
                </a:lnTo>
                <a:lnTo>
                  <a:pt x="4472" y="4237"/>
                </a:lnTo>
                <a:lnTo>
                  <a:pt x="4494" y="4173"/>
                </a:lnTo>
                <a:lnTo>
                  <a:pt x="4472" y="4130"/>
                </a:lnTo>
                <a:lnTo>
                  <a:pt x="4451" y="4087"/>
                </a:lnTo>
                <a:lnTo>
                  <a:pt x="4194" y="4087"/>
                </a:lnTo>
                <a:lnTo>
                  <a:pt x="4173" y="4045"/>
                </a:lnTo>
                <a:lnTo>
                  <a:pt x="4173" y="4023"/>
                </a:lnTo>
                <a:lnTo>
                  <a:pt x="4194" y="3938"/>
                </a:lnTo>
                <a:lnTo>
                  <a:pt x="4258" y="3852"/>
                </a:lnTo>
                <a:lnTo>
                  <a:pt x="4323" y="3788"/>
                </a:lnTo>
                <a:lnTo>
                  <a:pt x="4430" y="3767"/>
                </a:lnTo>
                <a:close/>
                <a:moveTo>
                  <a:pt x="8131" y="4173"/>
                </a:moveTo>
                <a:lnTo>
                  <a:pt x="8217" y="4194"/>
                </a:lnTo>
                <a:lnTo>
                  <a:pt x="8281" y="4216"/>
                </a:lnTo>
                <a:lnTo>
                  <a:pt x="8345" y="4259"/>
                </a:lnTo>
                <a:lnTo>
                  <a:pt x="8388" y="4323"/>
                </a:lnTo>
                <a:lnTo>
                  <a:pt x="8452" y="4387"/>
                </a:lnTo>
                <a:lnTo>
                  <a:pt x="8473" y="4473"/>
                </a:lnTo>
                <a:lnTo>
                  <a:pt x="8495" y="4558"/>
                </a:lnTo>
                <a:lnTo>
                  <a:pt x="8516" y="4665"/>
                </a:lnTo>
                <a:lnTo>
                  <a:pt x="8495" y="4772"/>
                </a:lnTo>
                <a:lnTo>
                  <a:pt x="8473" y="4879"/>
                </a:lnTo>
                <a:lnTo>
                  <a:pt x="8431" y="4965"/>
                </a:lnTo>
                <a:lnTo>
                  <a:pt x="8388" y="5029"/>
                </a:lnTo>
                <a:lnTo>
                  <a:pt x="8302" y="5114"/>
                </a:lnTo>
                <a:lnTo>
                  <a:pt x="8238" y="5157"/>
                </a:lnTo>
                <a:lnTo>
                  <a:pt x="8153" y="5200"/>
                </a:lnTo>
                <a:lnTo>
                  <a:pt x="8046" y="5221"/>
                </a:lnTo>
                <a:lnTo>
                  <a:pt x="7960" y="5221"/>
                </a:lnTo>
                <a:lnTo>
                  <a:pt x="7853" y="5200"/>
                </a:lnTo>
                <a:lnTo>
                  <a:pt x="7767" y="5157"/>
                </a:lnTo>
                <a:lnTo>
                  <a:pt x="7725" y="5093"/>
                </a:lnTo>
                <a:lnTo>
                  <a:pt x="7703" y="5008"/>
                </a:lnTo>
                <a:lnTo>
                  <a:pt x="7682" y="4922"/>
                </a:lnTo>
                <a:lnTo>
                  <a:pt x="7703" y="4708"/>
                </a:lnTo>
                <a:lnTo>
                  <a:pt x="7746" y="4515"/>
                </a:lnTo>
                <a:lnTo>
                  <a:pt x="7810" y="4408"/>
                </a:lnTo>
                <a:lnTo>
                  <a:pt x="7853" y="4323"/>
                </a:lnTo>
                <a:lnTo>
                  <a:pt x="7917" y="4259"/>
                </a:lnTo>
                <a:lnTo>
                  <a:pt x="7981" y="4216"/>
                </a:lnTo>
                <a:lnTo>
                  <a:pt x="8067" y="4173"/>
                </a:lnTo>
                <a:close/>
                <a:moveTo>
                  <a:pt x="1263" y="5286"/>
                </a:moveTo>
                <a:lnTo>
                  <a:pt x="1327" y="5307"/>
                </a:lnTo>
                <a:lnTo>
                  <a:pt x="1434" y="5393"/>
                </a:lnTo>
                <a:lnTo>
                  <a:pt x="1498" y="5500"/>
                </a:lnTo>
                <a:lnTo>
                  <a:pt x="1520" y="5564"/>
                </a:lnTo>
                <a:lnTo>
                  <a:pt x="1541" y="5628"/>
                </a:lnTo>
                <a:lnTo>
                  <a:pt x="1541" y="5692"/>
                </a:lnTo>
                <a:lnTo>
                  <a:pt x="1520" y="5778"/>
                </a:lnTo>
                <a:lnTo>
                  <a:pt x="1477" y="5842"/>
                </a:lnTo>
                <a:lnTo>
                  <a:pt x="1413" y="5906"/>
                </a:lnTo>
                <a:lnTo>
                  <a:pt x="1349" y="5949"/>
                </a:lnTo>
                <a:lnTo>
                  <a:pt x="1327" y="5928"/>
                </a:lnTo>
                <a:lnTo>
                  <a:pt x="1306" y="5885"/>
                </a:lnTo>
                <a:lnTo>
                  <a:pt x="1284" y="5821"/>
                </a:lnTo>
                <a:lnTo>
                  <a:pt x="1242" y="5649"/>
                </a:lnTo>
                <a:lnTo>
                  <a:pt x="1199" y="5585"/>
                </a:lnTo>
                <a:lnTo>
                  <a:pt x="1135" y="5542"/>
                </a:lnTo>
                <a:lnTo>
                  <a:pt x="1113" y="5542"/>
                </a:lnTo>
                <a:lnTo>
                  <a:pt x="1092" y="5564"/>
                </a:lnTo>
                <a:lnTo>
                  <a:pt x="1049" y="5607"/>
                </a:lnTo>
                <a:lnTo>
                  <a:pt x="1006" y="5628"/>
                </a:lnTo>
                <a:lnTo>
                  <a:pt x="985" y="5628"/>
                </a:lnTo>
                <a:lnTo>
                  <a:pt x="964" y="5607"/>
                </a:lnTo>
                <a:lnTo>
                  <a:pt x="985" y="5500"/>
                </a:lnTo>
                <a:lnTo>
                  <a:pt x="1006" y="5393"/>
                </a:lnTo>
                <a:lnTo>
                  <a:pt x="1049" y="5350"/>
                </a:lnTo>
                <a:lnTo>
                  <a:pt x="1092" y="5307"/>
                </a:lnTo>
                <a:lnTo>
                  <a:pt x="1156" y="5286"/>
                </a:lnTo>
                <a:close/>
                <a:moveTo>
                  <a:pt x="4194" y="7104"/>
                </a:moveTo>
                <a:lnTo>
                  <a:pt x="4301" y="7126"/>
                </a:lnTo>
                <a:lnTo>
                  <a:pt x="4408" y="7147"/>
                </a:lnTo>
                <a:lnTo>
                  <a:pt x="4494" y="7190"/>
                </a:lnTo>
                <a:lnTo>
                  <a:pt x="4579" y="7233"/>
                </a:lnTo>
                <a:lnTo>
                  <a:pt x="4644" y="7297"/>
                </a:lnTo>
                <a:lnTo>
                  <a:pt x="4708" y="7361"/>
                </a:lnTo>
                <a:lnTo>
                  <a:pt x="4729" y="7447"/>
                </a:lnTo>
                <a:lnTo>
                  <a:pt x="4751" y="7554"/>
                </a:lnTo>
                <a:lnTo>
                  <a:pt x="4751" y="7661"/>
                </a:lnTo>
                <a:lnTo>
                  <a:pt x="4686" y="7832"/>
                </a:lnTo>
                <a:lnTo>
                  <a:pt x="4622" y="7896"/>
                </a:lnTo>
                <a:lnTo>
                  <a:pt x="4579" y="7960"/>
                </a:lnTo>
                <a:lnTo>
                  <a:pt x="4515" y="8003"/>
                </a:lnTo>
                <a:lnTo>
                  <a:pt x="4430" y="8024"/>
                </a:lnTo>
                <a:lnTo>
                  <a:pt x="4344" y="8024"/>
                </a:lnTo>
                <a:lnTo>
                  <a:pt x="4258" y="8003"/>
                </a:lnTo>
                <a:lnTo>
                  <a:pt x="4066" y="7939"/>
                </a:lnTo>
                <a:lnTo>
                  <a:pt x="3980" y="7896"/>
                </a:lnTo>
                <a:lnTo>
                  <a:pt x="3916" y="7832"/>
                </a:lnTo>
                <a:lnTo>
                  <a:pt x="3852" y="7746"/>
                </a:lnTo>
                <a:lnTo>
                  <a:pt x="3788" y="7682"/>
                </a:lnTo>
                <a:lnTo>
                  <a:pt x="3766" y="7596"/>
                </a:lnTo>
                <a:lnTo>
                  <a:pt x="3745" y="7489"/>
                </a:lnTo>
                <a:lnTo>
                  <a:pt x="3766" y="7382"/>
                </a:lnTo>
                <a:lnTo>
                  <a:pt x="3809" y="7297"/>
                </a:lnTo>
                <a:lnTo>
                  <a:pt x="3852" y="7233"/>
                </a:lnTo>
                <a:lnTo>
                  <a:pt x="3938" y="7168"/>
                </a:lnTo>
                <a:lnTo>
                  <a:pt x="4002" y="7147"/>
                </a:lnTo>
                <a:lnTo>
                  <a:pt x="4109" y="7126"/>
                </a:lnTo>
                <a:lnTo>
                  <a:pt x="4194" y="7104"/>
                </a:lnTo>
                <a:close/>
                <a:moveTo>
                  <a:pt x="3467" y="1"/>
                </a:moveTo>
                <a:lnTo>
                  <a:pt x="3338" y="22"/>
                </a:lnTo>
                <a:lnTo>
                  <a:pt x="3231" y="44"/>
                </a:lnTo>
                <a:lnTo>
                  <a:pt x="3125" y="86"/>
                </a:lnTo>
                <a:lnTo>
                  <a:pt x="3018" y="129"/>
                </a:lnTo>
                <a:lnTo>
                  <a:pt x="2932" y="193"/>
                </a:lnTo>
                <a:lnTo>
                  <a:pt x="2825" y="279"/>
                </a:lnTo>
                <a:lnTo>
                  <a:pt x="2675" y="450"/>
                </a:lnTo>
                <a:lnTo>
                  <a:pt x="2547" y="664"/>
                </a:lnTo>
                <a:lnTo>
                  <a:pt x="2461" y="878"/>
                </a:lnTo>
                <a:lnTo>
                  <a:pt x="2418" y="1113"/>
                </a:lnTo>
                <a:lnTo>
                  <a:pt x="2397" y="1306"/>
                </a:lnTo>
                <a:lnTo>
                  <a:pt x="2418" y="1520"/>
                </a:lnTo>
                <a:lnTo>
                  <a:pt x="2483" y="1691"/>
                </a:lnTo>
                <a:lnTo>
                  <a:pt x="2525" y="1777"/>
                </a:lnTo>
                <a:lnTo>
                  <a:pt x="2590" y="1862"/>
                </a:lnTo>
                <a:lnTo>
                  <a:pt x="2739" y="1991"/>
                </a:lnTo>
                <a:lnTo>
                  <a:pt x="2889" y="2098"/>
                </a:lnTo>
                <a:lnTo>
                  <a:pt x="3039" y="2162"/>
                </a:lnTo>
                <a:lnTo>
                  <a:pt x="3231" y="2205"/>
                </a:lnTo>
                <a:lnTo>
                  <a:pt x="3403" y="2269"/>
                </a:lnTo>
                <a:lnTo>
                  <a:pt x="3467" y="2290"/>
                </a:lnTo>
                <a:lnTo>
                  <a:pt x="3531" y="2333"/>
                </a:lnTo>
                <a:lnTo>
                  <a:pt x="3574" y="2419"/>
                </a:lnTo>
                <a:lnTo>
                  <a:pt x="3617" y="2526"/>
                </a:lnTo>
                <a:lnTo>
                  <a:pt x="3638" y="2761"/>
                </a:lnTo>
                <a:lnTo>
                  <a:pt x="3724" y="2996"/>
                </a:lnTo>
                <a:lnTo>
                  <a:pt x="3766" y="3103"/>
                </a:lnTo>
                <a:lnTo>
                  <a:pt x="3766" y="3210"/>
                </a:lnTo>
                <a:lnTo>
                  <a:pt x="3766" y="3296"/>
                </a:lnTo>
                <a:lnTo>
                  <a:pt x="3745" y="3360"/>
                </a:lnTo>
                <a:lnTo>
                  <a:pt x="3702" y="3403"/>
                </a:lnTo>
                <a:lnTo>
                  <a:pt x="3659" y="3424"/>
                </a:lnTo>
                <a:lnTo>
                  <a:pt x="3552" y="3488"/>
                </a:lnTo>
                <a:lnTo>
                  <a:pt x="3424" y="3574"/>
                </a:lnTo>
                <a:lnTo>
                  <a:pt x="3338" y="3638"/>
                </a:lnTo>
                <a:lnTo>
                  <a:pt x="3253" y="3724"/>
                </a:lnTo>
                <a:lnTo>
                  <a:pt x="3189" y="3809"/>
                </a:lnTo>
                <a:lnTo>
                  <a:pt x="3125" y="3895"/>
                </a:lnTo>
                <a:lnTo>
                  <a:pt x="3060" y="4109"/>
                </a:lnTo>
                <a:lnTo>
                  <a:pt x="3018" y="4344"/>
                </a:lnTo>
                <a:lnTo>
                  <a:pt x="3018" y="4580"/>
                </a:lnTo>
                <a:lnTo>
                  <a:pt x="2996" y="4708"/>
                </a:lnTo>
                <a:lnTo>
                  <a:pt x="2953" y="4794"/>
                </a:lnTo>
                <a:lnTo>
                  <a:pt x="2911" y="4836"/>
                </a:lnTo>
                <a:lnTo>
                  <a:pt x="2846" y="4879"/>
                </a:lnTo>
                <a:lnTo>
                  <a:pt x="2675" y="4943"/>
                </a:lnTo>
                <a:lnTo>
                  <a:pt x="2333" y="5029"/>
                </a:lnTo>
                <a:lnTo>
                  <a:pt x="2140" y="5093"/>
                </a:lnTo>
                <a:lnTo>
                  <a:pt x="2055" y="5114"/>
                </a:lnTo>
                <a:lnTo>
                  <a:pt x="1948" y="5114"/>
                </a:lnTo>
                <a:lnTo>
                  <a:pt x="1841" y="5093"/>
                </a:lnTo>
                <a:lnTo>
                  <a:pt x="1755" y="5008"/>
                </a:lnTo>
                <a:lnTo>
                  <a:pt x="1648" y="4943"/>
                </a:lnTo>
                <a:lnTo>
                  <a:pt x="1541" y="4879"/>
                </a:lnTo>
                <a:lnTo>
                  <a:pt x="1413" y="4836"/>
                </a:lnTo>
                <a:lnTo>
                  <a:pt x="1284" y="4815"/>
                </a:lnTo>
                <a:lnTo>
                  <a:pt x="1156" y="4794"/>
                </a:lnTo>
                <a:lnTo>
                  <a:pt x="1006" y="4794"/>
                </a:lnTo>
                <a:lnTo>
                  <a:pt x="878" y="4815"/>
                </a:lnTo>
                <a:lnTo>
                  <a:pt x="728" y="4858"/>
                </a:lnTo>
                <a:lnTo>
                  <a:pt x="621" y="4901"/>
                </a:lnTo>
                <a:lnTo>
                  <a:pt x="493" y="4965"/>
                </a:lnTo>
                <a:lnTo>
                  <a:pt x="407" y="5029"/>
                </a:lnTo>
                <a:lnTo>
                  <a:pt x="322" y="5114"/>
                </a:lnTo>
                <a:lnTo>
                  <a:pt x="172" y="5307"/>
                </a:lnTo>
                <a:lnTo>
                  <a:pt x="65" y="5521"/>
                </a:lnTo>
                <a:lnTo>
                  <a:pt x="22" y="5735"/>
                </a:lnTo>
                <a:lnTo>
                  <a:pt x="1" y="5842"/>
                </a:lnTo>
                <a:lnTo>
                  <a:pt x="1" y="5970"/>
                </a:lnTo>
                <a:lnTo>
                  <a:pt x="22" y="6077"/>
                </a:lnTo>
                <a:lnTo>
                  <a:pt x="65" y="6184"/>
                </a:lnTo>
                <a:lnTo>
                  <a:pt x="108" y="6291"/>
                </a:lnTo>
                <a:lnTo>
                  <a:pt x="151" y="6398"/>
                </a:lnTo>
                <a:lnTo>
                  <a:pt x="236" y="6484"/>
                </a:lnTo>
                <a:lnTo>
                  <a:pt x="322" y="6569"/>
                </a:lnTo>
                <a:lnTo>
                  <a:pt x="429" y="6655"/>
                </a:lnTo>
                <a:lnTo>
                  <a:pt x="557" y="6698"/>
                </a:lnTo>
                <a:lnTo>
                  <a:pt x="664" y="6741"/>
                </a:lnTo>
                <a:lnTo>
                  <a:pt x="792" y="6762"/>
                </a:lnTo>
                <a:lnTo>
                  <a:pt x="1049" y="6762"/>
                </a:lnTo>
                <a:lnTo>
                  <a:pt x="1178" y="6741"/>
                </a:lnTo>
                <a:lnTo>
                  <a:pt x="1306" y="6698"/>
                </a:lnTo>
                <a:lnTo>
                  <a:pt x="1413" y="6634"/>
                </a:lnTo>
                <a:lnTo>
                  <a:pt x="1541" y="6569"/>
                </a:lnTo>
                <a:lnTo>
                  <a:pt x="1755" y="6420"/>
                </a:lnTo>
                <a:lnTo>
                  <a:pt x="1841" y="6334"/>
                </a:lnTo>
                <a:lnTo>
                  <a:pt x="1926" y="6227"/>
                </a:lnTo>
                <a:lnTo>
                  <a:pt x="1991" y="6120"/>
                </a:lnTo>
                <a:lnTo>
                  <a:pt x="2055" y="5992"/>
                </a:lnTo>
                <a:lnTo>
                  <a:pt x="2076" y="5906"/>
                </a:lnTo>
                <a:lnTo>
                  <a:pt x="2098" y="5799"/>
                </a:lnTo>
                <a:lnTo>
                  <a:pt x="2119" y="5692"/>
                </a:lnTo>
                <a:lnTo>
                  <a:pt x="2162" y="5607"/>
                </a:lnTo>
                <a:lnTo>
                  <a:pt x="2269" y="5521"/>
                </a:lnTo>
                <a:lnTo>
                  <a:pt x="2397" y="5478"/>
                </a:lnTo>
                <a:lnTo>
                  <a:pt x="2675" y="5393"/>
                </a:lnTo>
                <a:lnTo>
                  <a:pt x="2911" y="5286"/>
                </a:lnTo>
                <a:lnTo>
                  <a:pt x="3039" y="5264"/>
                </a:lnTo>
                <a:lnTo>
                  <a:pt x="3082" y="5264"/>
                </a:lnTo>
                <a:lnTo>
                  <a:pt x="3146" y="5286"/>
                </a:lnTo>
                <a:lnTo>
                  <a:pt x="3231" y="5371"/>
                </a:lnTo>
                <a:lnTo>
                  <a:pt x="3317" y="5457"/>
                </a:lnTo>
                <a:lnTo>
                  <a:pt x="3403" y="5564"/>
                </a:lnTo>
                <a:lnTo>
                  <a:pt x="3510" y="5649"/>
                </a:lnTo>
                <a:lnTo>
                  <a:pt x="3702" y="5735"/>
                </a:lnTo>
                <a:lnTo>
                  <a:pt x="3916" y="5842"/>
                </a:lnTo>
                <a:lnTo>
                  <a:pt x="4002" y="5906"/>
                </a:lnTo>
                <a:lnTo>
                  <a:pt x="4045" y="5949"/>
                </a:lnTo>
                <a:lnTo>
                  <a:pt x="4045" y="6013"/>
                </a:lnTo>
                <a:lnTo>
                  <a:pt x="4045" y="6120"/>
                </a:lnTo>
                <a:lnTo>
                  <a:pt x="4023" y="6355"/>
                </a:lnTo>
                <a:lnTo>
                  <a:pt x="3980" y="6484"/>
                </a:lnTo>
                <a:lnTo>
                  <a:pt x="3959" y="6548"/>
                </a:lnTo>
                <a:lnTo>
                  <a:pt x="3938" y="6591"/>
                </a:lnTo>
                <a:lnTo>
                  <a:pt x="3852" y="6634"/>
                </a:lnTo>
                <a:lnTo>
                  <a:pt x="3724" y="6655"/>
                </a:lnTo>
                <a:lnTo>
                  <a:pt x="3617" y="6676"/>
                </a:lnTo>
                <a:lnTo>
                  <a:pt x="3510" y="6698"/>
                </a:lnTo>
                <a:lnTo>
                  <a:pt x="3403" y="6762"/>
                </a:lnTo>
                <a:lnTo>
                  <a:pt x="3317" y="6826"/>
                </a:lnTo>
                <a:lnTo>
                  <a:pt x="3231" y="6912"/>
                </a:lnTo>
                <a:lnTo>
                  <a:pt x="3146" y="6997"/>
                </a:lnTo>
                <a:lnTo>
                  <a:pt x="3103" y="7104"/>
                </a:lnTo>
                <a:lnTo>
                  <a:pt x="3039" y="7211"/>
                </a:lnTo>
                <a:lnTo>
                  <a:pt x="2975" y="7447"/>
                </a:lnTo>
                <a:lnTo>
                  <a:pt x="2953" y="7682"/>
                </a:lnTo>
                <a:lnTo>
                  <a:pt x="2975" y="7917"/>
                </a:lnTo>
                <a:lnTo>
                  <a:pt x="3039" y="8153"/>
                </a:lnTo>
                <a:lnTo>
                  <a:pt x="3125" y="8367"/>
                </a:lnTo>
                <a:lnTo>
                  <a:pt x="3189" y="8452"/>
                </a:lnTo>
                <a:lnTo>
                  <a:pt x="3274" y="8538"/>
                </a:lnTo>
                <a:lnTo>
                  <a:pt x="3360" y="8602"/>
                </a:lnTo>
                <a:lnTo>
                  <a:pt x="3467" y="8666"/>
                </a:lnTo>
                <a:lnTo>
                  <a:pt x="3681" y="8730"/>
                </a:lnTo>
                <a:lnTo>
                  <a:pt x="3895" y="8773"/>
                </a:lnTo>
                <a:lnTo>
                  <a:pt x="4066" y="8795"/>
                </a:lnTo>
                <a:lnTo>
                  <a:pt x="4194" y="8795"/>
                </a:lnTo>
                <a:lnTo>
                  <a:pt x="4323" y="8773"/>
                </a:lnTo>
                <a:lnTo>
                  <a:pt x="4451" y="8730"/>
                </a:lnTo>
                <a:lnTo>
                  <a:pt x="4558" y="8688"/>
                </a:lnTo>
                <a:lnTo>
                  <a:pt x="4665" y="8602"/>
                </a:lnTo>
                <a:lnTo>
                  <a:pt x="4772" y="8516"/>
                </a:lnTo>
                <a:lnTo>
                  <a:pt x="4858" y="8388"/>
                </a:lnTo>
                <a:lnTo>
                  <a:pt x="5050" y="8153"/>
                </a:lnTo>
                <a:lnTo>
                  <a:pt x="5114" y="8024"/>
                </a:lnTo>
                <a:lnTo>
                  <a:pt x="5179" y="7896"/>
                </a:lnTo>
                <a:lnTo>
                  <a:pt x="5221" y="7746"/>
                </a:lnTo>
                <a:lnTo>
                  <a:pt x="5243" y="7596"/>
                </a:lnTo>
                <a:lnTo>
                  <a:pt x="5221" y="7447"/>
                </a:lnTo>
                <a:lnTo>
                  <a:pt x="5200" y="7297"/>
                </a:lnTo>
                <a:lnTo>
                  <a:pt x="5136" y="7168"/>
                </a:lnTo>
                <a:lnTo>
                  <a:pt x="5050" y="7061"/>
                </a:lnTo>
                <a:lnTo>
                  <a:pt x="4965" y="6976"/>
                </a:lnTo>
                <a:lnTo>
                  <a:pt x="4858" y="6890"/>
                </a:lnTo>
                <a:lnTo>
                  <a:pt x="4751" y="6805"/>
                </a:lnTo>
                <a:lnTo>
                  <a:pt x="4686" y="6698"/>
                </a:lnTo>
                <a:lnTo>
                  <a:pt x="4622" y="6612"/>
                </a:lnTo>
                <a:lnTo>
                  <a:pt x="4579" y="6484"/>
                </a:lnTo>
                <a:lnTo>
                  <a:pt x="4579" y="6141"/>
                </a:lnTo>
                <a:lnTo>
                  <a:pt x="4601" y="5928"/>
                </a:lnTo>
                <a:lnTo>
                  <a:pt x="4622" y="5799"/>
                </a:lnTo>
                <a:lnTo>
                  <a:pt x="4708" y="5714"/>
                </a:lnTo>
                <a:lnTo>
                  <a:pt x="4815" y="5649"/>
                </a:lnTo>
                <a:lnTo>
                  <a:pt x="5050" y="5542"/>
                </a:lnTo>
                <a:lnTo>
                  <a:pt x="5285" y="5414"/>
                </a:lnTo>
                <a:lnTo>
                  <a:pt x="5392" y="5328"/>
                </a:lnTo>
                <a:lnTo>
                  <a:pt x="5478" y="5221"/>
                </a:lnTo>
                <a:lnTo>
                  <a:pt x="5542" y="5114"/>
                </a:lnTo>
                <a:lnTo>
                  <a:pt x="5585" y="4943"/>
                </a:lnTo>
                <a:lnTo>
                  <a:pt x="5649" y="4794"/>
                </a:lnTo>
                <a:lnTo>
                  <a:pt x="5671" y="4751"/>
                </a:lnTo>
                <a:lnTo>
                  <a:pt x="5692" y="4687"/>
                </a:lnTo>
                <a:lnTo>
                  <a:pt x="5778" y="4665"/>
                </a:lnTo>
                <a:lnTo>
                  <a:pt x="5906" y="4665"/>
                </a:lnTo>
                <a:lnTo>
                  <a:pt x="6248" y="4687"/>
                </a:lnTo>
                <a:lnTo>
                  <a:pt x="6591" y="4751"/>
                </a:lnTo>
                <a:lnTo>
                  <a:pt x="6719" y="4794"/>
                </a:lnTo>
                <a:lnTo>
                  <a:pt x="6783" y="4836"/>
                </a:lnTo>
                <a:lnTo>
                  <a:pt x="6805" y="4943"/>
                </a:lnTo>
                <a:lnTo>
                  <a:pt x="6826" y="5050"/>
                </a:lnTo>
                <a:lnTo>
                  <a:pt x="6847" y="5179"/>
                </a:lnTo>
                <a:lnTo>
                  <a:pt x="6890" y="5286"/>
                </a:lnTo>
                <a:lnTo>
                  <a:pt x="6976" y="5371"/>
                </a:lnTo>
                <a:lnTo>
                  <a:pt x="7061" y="5457"/>
                </a:lnTo>
                <a:lnTo>
                  <a:pt x="7168" y="5521"/>
                </a:lnTo>
                <a:lnTo>
                  <a:pt x="7297" y="5564"/>
                </a:lnTo>
                <a:lnTo>
                  <a:pt x="7425" y="5628"/>
                </a:lnTo>
                <a:lnTo>
                  <a:pt x="7575" y="5671"/>
                </a:lnTo>
                <a:lnTo>
                  <a:pt x="7725" y="5692"/>
                </a:lnTo>
                <a:lnTo>
                  <a:pt x="8003" y="5692"/>
                </a:lnTo>
                <a:lnTo>
                  <a:pt x="8153" y="5671"/>
                </a:lnTo>
                <a:lnTo>
                  <a:pt x="8281" y="5628"/>
                </a:lnTo>
                <a:lnTo>
                  <a:pt x="8388" y="5564"/>
                </a:lnTo>
                <a:lnTo>
                  <a:pt x="8516" y="5500"/>
                </a:lnTo>
                <a:lnTo>
                  <a:pt x="8602" y="5414"/>
                </a:lnTo>
                <a:lnTo>
                  <a:pt x="8687" y="5328"/>
                </a:lnTo>
                <a:lnTo>
                  <a:pt x="8773" y="5200"/>
                </a:lnTo>
                <a:lnTo>
                  <a:pt x="8837" y="5072"/>
                </a:lnTo>
                <a:lnTo>
                  <a:pt x="8880" y="4943"/>
                </a:lnTo>
                <a:lnTo>
                  <a:pt x="8901" y="4794"/>
                </a:lnTo>
                <a:lnTo>
                  <a:pt x="8901" y="4622"/>
                </a:lnTo>
                <a:lnTo>
                  <a:pt x="8901" y="4473"/>
                </a:lnTo>
                <a:lnTo>
                  <a:pt x="8859" y="4344"/>
                </a:lnTo>
                <a:lnTo>
                  <a:pt x="8816" y="4237"/>
                </a:lnTo>
                <a:lnTo>
                  <a:pt x="8752" y="4130"/>
                </a:lnTo>
                <a:lnTo>
                  <a:pt x="8666" y="4045"/>
                </a:lnTo>
                <a:lnTo>
                  <a:pt x="8580" y="3959"/>
                </a:lnTo>
                <a:lnTo>
                  <a:pt x="8473" y="3895"/>
                </a:lnTo>
                <a:lnTo>
                  <a:pt x="8366" y="3852"/>
                </a:lnTo>
                <a:lnTo>
                  <a:pt x="8259" y="3809"/>
                </a:lnTo>
                <a:lnTo>
                  <a:pt x="8131" y="3788"/>
                </a:lnTo>
                <a:lnTo>
                  <a:pt x="7874" y="3767"/>
                </a:lnTo>
                <a:lnTo>
                  <a:pt x="7639" y="3788"/>
                </a:lnTo>
                <a:lnTo>
                  <a:pt x="7382" y="3852"/>
                </a:lnTo>
                <a:lnTo>
                  <a:pt x="7126" y="3959"/>
                </a:lnTo>
                <a:lnTo>
                  <a:pt x="6997" y="4045"/>
                </a:lnTo>
                <a:lnTo>
                  <a:pt x="6912" y="4130"/>
                </a:lnTo>
                <a:lnTo>
                  <a:pt x="6826" y="4237"/>
                </a:lnTo>
                <a:lnTo>
                  <a:pt x="6783" y="4259"/>
                </a:lnTo>
                <a:lnTo>
                  <a:pt x="6698" y="4259"/>
                </a:lnTo>
                <a:lnTo>
                  <a:pt x="6569" y="4216"/>
                </a:lnTo>
                <a:lnTo>
                  <a:pt x="6334" y="4173"/>
                </a:lnTo>
                <a:lnTo>
                  <a:pt x="6056" y="4130"/>
                </a:lnTo>
                <a:lnTo>
                  <a:pt x="5927" y="4109"/>
                </a:lnTo>
                <a:lnTo>
                  <a:pt x="5799" y="4066"/>
                </a:lnTo>
                <a:lnTo>
                  <a:pt x="5692" y="4023"/>
                </a:lnTo>
                <a:lnTo>
                  <a:pt x="5606" y="3959"/>
                </a:lnTo>
                <a:lnTo>
                  <a:pt x="5521" y="3831"/>
                </a:lnTo>
                <a:lnTo>
                  <a:pt x="5457" y="3702"/>
                </a:lnTo>
                <a:lnTo>
                  <a:pt x="5392" y="3574"/>
                </a:lnTo>
                <a:lnTo>
                  <a:pt x="5307" y="3467"/>
                </a:lnTo>
                <a:lnTo>
                  <a:pt x="5221" y="3381"/>
                </a:lnTo>
                <a:lnTo>
                  <a:pt x="5136" y="3296"/>
                </a:lnTo>
                <a:lnTo>
                  <a:pt x="5029" y="3232"/>
                </a:lnTo>
                <a:lnTo>
                  <a:pt x="4922" y="3189"/>
                </a:lnTo>
                <a:lnTo>
                  <a:pt x="4793" y="3167"/>
                </a:lnTo>
                <a:lnTo>
                  <a:pt x="4558" y="3167"/>
                </a:lnTo>
                <a:lnTo>
                  <a:pt x="4430" y="3146"/>
                </a:lnTo>
                <a:lnTo>
                  <a:pt x="4387" y="3125"/>
                </a:lnTo>
                <a:lnTo>
                  <a:pt x="4323" y="3082"/>
                </a:lnTo>
                <a:lnTo>
                  <a:pt x="4258" y="2996"/>
                </a:lnTo>
                <a:lnTo>
                  <a:pt x="4216" y="2889"/>
                </a:lnTo>
                <a:lnTo>
                  <a:pt x="4173" y="2782"/>
                </a:lnTo>
                <a:lnTo>
                  <a:pt x="4109" y="2611"/>
                </a:lnTo>
                <a:lnTo>
                  <a:pt x="4066" y="2419"/>
                </a:lnTo>
                <a:lnTo>
                  <a:pt x="4045" y="2312"/>
                </a:lnTo>
                <a:lnTo>
                  <a:pt x="4066" y="2226"/>
                </a:lnTo>
                <a:lnTo>
                  <a:pt x="4087" y="2140"/>
                </a:lnTo>
                <a:lnTo>
                  <a:pt x="4130" y="2076"/>
                </a:lnTo>
                <a:lnTo>
                  <a:pt x="4280" y="1927"/>
                </a:lnTo>
                <a:lnTo>
                  <a:pt x="4430" y="1820"/>
                </a:lnTo>
                <a:lnTo>
                  <a:pt x="4494" y="1755"/>
                </a:lnTo>
                <a:lnTo>
                  <a:pt x="4537" y="1670"/>
                </a:lnTo>
                <a:lnTo>
                  <a:pt x="4579" y="1584"/>
                </a:lnTo>
                <a:lnTo>
                  <a:pt x="4622" y="1456"/>
                </a:lnTo>
                <a:lnTo>
                  <a:pt x="4644" y="1220"/>
                </a:lnTo>
                <a:lnTo>
                  <a:pt x="4622" y="985"/>
                </a:lnTo>
                <a:lnTo>
                  <a:pt x="4558" y="771"/>
                </a:lnTo>
                <a:lnTo>
                  <a:pt x="4451" y="579"/>
                </a:lnTo>
                <a:lnTo>
                  <a:pt x="4323" y="386"/>
                </a:lnTo>
                <a:lnTo>
                  <a:pt x="4152" y="236"/>
                </a:lnTo>
                <a:lnTo>
                  <a:pt x="3938" y="129"/>
                </a:lnTo>
                <a:lnTo>
                  <a:pt x="3702" y="44"/>
                </a:lnTo>
                <a:lnTo>
                  <a:pt x="3574" y="22"/>
                </a:lnTo>
                <a:lnTo>
                  <a:pt x="3467" y="1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51"/>
          <p:cNvSpPr txBox="1"/>
          <p:nvPr>
            <p:ph type="title"/>
          </p:nvPr>
        </p:nvSpPr>
        <p:spPr>
          <a:xfrm>
            <a:off x="1556175" y="719375"/>
            <a:ext cx="66168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MicroProfile GraphQL 1.0</a:t>
            </a:r>
            <a:endParaRPr/>
          </a:p>
        </p:txBody>
      </p:sp>
      <p:sp>
        <p:nvSpPr>
          <p:cNvPr id="996" name="Google Shape;996;p51"/>
          <p:cNvSpPr txBox="1"/>
          <p:nvPr>
            <p:ph idx="12" type="sldNum"/>
          </p:nvPr>
        </p:nvSpPr>
        <p:spPr>
          <a:xfrm>
            <a:off x="7899350" y="409842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7" name="Google Shape;997;p51"/>
          <p:cNvSpPr txBox="1"/>
          <p:nvPr/>
        </p:nvSpPr>
        <p:spPr>
          <a:xfrm>
            <a:off x="1658700" y="1419275"/>
            <a:ext cx="42534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https://github.com/eclipse/microprofile-graphql</a:t>
            </a:r>
            <a:endParaRPr/>
          </a:p>
        </p:txBody>
      </p:sp>
      <p:sp>
        <p:nvSpPr>
          <p:cNvPr id="998" name="Google Shape;998;p51"/>
          <p:cNvSpPr/>
          <p:nvPr/>
        </p:nvSpPr>
        <p:spPr>
          <a:xfrm>
            <a:off x="5092373" y="2087936"/>
            <a:ext cx="1177194" cy="1306978"/>
          </a:xfrm>
          <a:custGeom>
            <a:rect b="b" l="l" r="r" t="t"/>
            <a:pathLst>
              <a:path extrusionOk="0" h="8901" w="7446">
                <a:moveTo>
                  <a:pt x="4087" y="492"/>
                </a:moveTo>
                <a:lnTo>
                  <a:pt x="4429" y="514"/>
                </a:lnTo>
                <a:lnTo>
                  <a:pt x="4515" y="535"/>
                </a:lnTo>
                <a:lnTo>
                  <a:pt x="4579" y="557"/>
                </a:lnTo>
                <a:lnTo>
                  <a:pt x="4622" y="599"/>
                </a:lnTo>
                <a:lnTo>
                  <a:pt x="4643" y="642"/>
                </a:lnTo>
                <a:lnTo>
                  <a:pt x="4643" y="749"/>
                </a:lnTo>
                <a:lnTo>
                  <a:pt x="4643" y="920"/>
                </a:lnTo>
                <a:lnTo>
                  <a:pt x="4600" y="1241"/>
                </a:lnTo>
                <a:lnTo>
                  <a:pt x="4600" y="1327"/>
                </a:lnTo>
                <a:lnTo>
                  <a:pt x="4622" y="1391"/>
                </a:lnTo>
                <a:lnTo>
                  <a:pt x="4643" y="1455"/>
                </a:lnTo>
                <a:lnTo>
                  <a:pt x="4707" y="1498"/>
                </a:lnTo>
                <a:lnTo>
                  <a:pt x="4793" y="1541"/>
                </a:lnTo>
                <a:lnTo>
                  <a:pt x="4921" y="1562"/>
                </a:lnTo>
                <a:lnTo>
                  <a:pt x="5156" y="1562"/>
                </a:lnTo>
                <a:lnTo>
                  <a:pt x="5435" y="1541"/>
                </a:lnTo>
                <a:lnTo>
                  <a:pt x="5606" y="1541"/>
                </a:lnTo>
                <a:lnTo>
                  <a:pt x="5670" y="1562"/>
                </a:lnTo>
                <a:lnTo>
                  <a:pt x="5713" y="1584"/>
                </a:lnTo>
                <a:lnTo>
                  <a:pt x="5734" y="1626"/>
                </a:lnTo>
                <a:lnTo>
                  <a:pt x="5734" y="1690"/>
                </a:lnTo>
                <a:lnTo>
                  <a:pt x="5734" y="1883"/>
                </a:lnTo>
                <a:lnTo>
                  <a:pt x="5713" y="2183"/>
                </a:lnTo>
                <a:lnTo>
                  <a:pt x="5713" y="2311"/>
                </a:lnTo>
                <a:lnTo>
                  <a:pt x="5691" y="2354"/>
                </a:lnTo>
                <a:lnTo>
                  <a:pt x="5627" y="2375"/>
                </a:lnTo>
                <a:lnTo>
                  <a:pt x="5563" y="2397"/>
                </a:lnTo>
                <a:lnTo>
                  <a:pt x="5071" y="2397"/>
                </a:lnTo>
                <a:lnTo>
                  <a:pt x="4793" y="2375"/>
                </a:lnTo>
                <a:lnTo>
                  <a:pt x="4172" y="2418"/>
                </a:lnTo>
                <a:lnTo>
                  <a:pt x="3231" y="2418"/>
                </a:lnTo>
                <a:lnTo>
                  <a:pt x="2931" y="2439"/>
                </a:lnTo>
                <a:lnTo>
                  <a:pt x="2632" y="2482"/>
                </a:lnTo>
                <a:lnTo>
                  <a:pt x="2418" y="2482"/>
                </a:lnTo>
                <a:lnTo>
                  <a:pt x="2354" y="2461"/>
                </a:lnTo>
                <a:lnTo>
                  <a:pt x="2396" y="2375"/>
                </a:lnTo>
                <a:lnTo>
                  <a:pt x="2418" y="2290"/>
                </a:lnTo>
                <a:lnTo>
                  <a:pt x="2418" y="2097"/>
                </a:lnTo>
                <a:lnTo>
                  <a:pt x="2418" y="1733"/>
                </a:lnTo>
                <a:lnTo>
                  <a:pt x="2739" y="1690"/>
                </a:lnTo>
                <a:lnTo>
                  <a:pt x="2889" y="1669"/>
                </a:lnTo>
                <a:lnTo>
                  <a:pt x="3017" y="1626"/>
                </a:lnTo>
                <a:lnTo>
                  <a:pt x="3124" y="1562"/>
                </a:lnTo>
                <a:lnTo>
                  <a:pt x="3209" y="1477"/>
                </a:lnTo>
                <a:lnTo>
                  <a:pt x="3295" y="1348"/>
                </a:lnTo>
                <a:lnTo>
                  <a:pt x="3338" y="1177"/>
                </a:lnTo>
                <a:lnTo>
                  <a:pt x="3338" y="1027"/>
                </a:lnTo>
                <a:lnTo>
                  <a:pt x="3316" y="856"/>
                </a:lnTo>
                <a:lnTo>
                  <a:pt x="3316" y="706"/>
                </a:lnTo>
                <a:lnTo>
                  <a:pt x="3316" y="642"/>
                </a:lnTo>
                <a:lnTo>
                  <a:pt x="3338" y="578"/>
                </a:lnTo>
                <a:lnTo>
                  <a:pt x="3359" y="557"/>
                </a:lnTo>
                <a:lnTo>
                  <a:pt x="3423" y="535"/>
                </a:lnTo>
                <a:lnTo>
                  <a:pt x="3530" y="514"/>
                </a:lnTo>
                <a:lnTo>
                  <a:pt x="3766" y="514"/>
                </a:lnTo>
                <a:lnTo>
                  <a:pt x="4087" y="492"/>
                </a:lnTo>
                <a:close/>
                <a:moveTo>
                  <a:pt x="6654" y="1477"/>
                </a:moveTo>
                <a:lnTo>
                  <a:pt x="6740" y="1498"/>
                </a:lnTo>
                <a:lnTo>
                  <a:pt x="6804" y="1519"/>
                </a:lnTo>
                <a:lnTo>
                  <a:pt x="6847" y="1562"/>
                </a:lnTo>
                <a:lnTo>
                  <a:pt x="6890" y="1626"/>
                </a:lnTo>
                <a:lnTo>
                  <a:pt x="6932" y="1690"/>
                </a:lnTo>
                <a:lnTo>
                  <a:pt x="6954" y="1776"/>
                </a:lnTo>
                <a:lnTo>
                  <a:pt x="6932" y="1947"/>
                </a:lnTo>
                <a:lnTo>
                  <a:pt x="6911" y="2097"/>
                </a:lnTo>
                <a:lnTo>
                  <a:pt x="6868" y="3595"/>
                </a:lnTo>
                <a:lnTo>
                  <a:pt x="6847" y="5092"/>
                </a:lnTo>
                <a:lnTo>
                  <a:pt x="6847" y="6547"/>
                </a:lnTo>
                <a:lnTo>
                  <a:pt x="6868" y="7296"/>
                </a:lnTo>
                <a:lnTo>
                  <a:pt x="6890" y="7681"/>
                </a:lnTo>
                <a:lnTo>
                  <a:pt x="6911" y="7874"/>
                </a:lnTo>
                <a:lnTo>
                  <a:pt x="6890" y="7959"/>
                </a:lnTo>
                <a:lnTo>
                  <a:pt x="6890" y="8045"/>
                </a:lnTo>
                <a:lnTo>
                  <a:pt x="6847" y="8088"/>
                </a:lnTo>
                <a:lnTo>
                  <a:pt x="6783" y="8109"/>
                </a:lnTo>
                <a:lnTo>
                  <a:pt x="6611" y="8131"/>
                </a:lnTo>
                <a:lnTo>
                  <a:pt x="6226" y="8152"/>
                </a:lnTo>
                <a:lnTo>
                  <a:pt x="5563" y="8195"/>
                </a:lnTo>
                <a:lnTo>
                  <a:pt x="4814" y="8238"/>
                </a:lnTo>
                <a:lnTo>
                  <a:pt x="4065" y="8259"/>
                </a:lnTo>
                <a:lnTo>
                  <a:pt x="3445" y="8280"/>
                </a:lnTo>
                <a:lnTo>
                  <a:pt x="2824" y="8302"/>
                </a:lnTo>
                <a:lnTo>
                  <a:pt x="2097" y="8323"/>
                </a:lnTo>
                <a:lnTo>
                  <a:pt x="1519" y="8323"/>
                </a:lnTo>
                <a:lnTo>
                  <a:pt x="1455" y="8280"/>
                </a:lnTo>
                <a:lnTo>
                  <a:pt x="1455" y="8259"/>
                </a:lnTo>
                <a:lnTo>
                  <a:pt x="1455" y="8195"/>
                </a:lnTo>
                <a:lnTo>
                  <a:pt x="1519" y="8109"/>
                </a:lnTo>
                <a:lnTo>
                  <a:pt x="1583" y="8002"/>
                </a:lnTo>
                <a:lnTo>
                  <a:pt x="1583" y="7959"/>
                </a:lnTo>
                <a:lnTo>
                  <a:pt x="1562" y="7917"/>
                </a:lnTo>
                <a:lnTo>
                  <a:pt x="1476" y="7938"/>
                </a:lnTo>
                <a:lnTo>
                  <a:pt x="1412" y="7981"/>
                </a:lnTo>
                <a:lnTo>
                  <a:pt x="1348" y="8088"/>
                </a:lnTo>
                <a:lnTo>
                  <a:pt x="1284" y="8216"/>
                </a:lnTo>
                <a:lnTo>
                  <a:pt x="1220" y="8259"/>
                </a:lnTo>
                <a:lnTo>
                  <a:pt x="1177" y="8302"/>
                </a:lnTo>
                <a:lnTo>
                  <a:pt x="856" y="8302"/>
                </a:lnTo>
                <a:lnTo>
                  <a:pt x="963" y="7981"/>
                </a:lnTo>
                <a:lnTo>
                  <a:pt x="1070" y="7660"/>
                </a:lnTo>
                <a:lnTo>
                  <a:pt x="1198" y="7446"/>
                </a:lnTo>
                <a:lnTo>
                  <a:pt x="1241" y="7339"/>
                </a:lnTo>
                <a:lnTo>
                  <a:pt x="1262" y="7253"/>
                </a:lnTo>
                <a:lnTo>
                  <a:pt x="1262" y="7189"/>
                </a:lnTo>
                <a:lnTo>
                  <a:pt x="1241" y="7168"/>
                </a:lnTo>
                <a:lnTo>
                  <a:pt x="1198" y="7146"/>
                </a:lnTo>
                <a:lnTo>
                  <a:pt x="1177" y="7168"/>
                </a:lnTo>
                <a:lnTo>
                  <a:pt x="1091" y="7232"/>
                </a:lnTo>
                <a:lnTo>
                  <a:pt x="1049" y="7296"/>
                </a:lnTo>
                <a:lnTo>
                  <a:pt x="835" y="7574"/>
                </a:lnTo>
                <a:lnTo>
                  <a:pt x="728" y="7724"/>
                </a:lnTo>
                <a:lnTo>
                  <a:pt x="663" y="7895"/>
                </a:lnTo>
                <a:lnTo>
                  <a:pt x="642" y="7852"/>
                </a:lnTo>
                <a:lnTo>
                  <a:pt x="642" y="7810"/>
                </a:lnTo>
                <a:lnTo>
                  <a:pt x="642" y="7703"/>
                </a:lnTo>
                <a:lnTo>
                  <a:pt x="706" y="7532"/>
                </a:lnTo>
                <a:lnTo>
                  <a:pt x="877" y="6975"/>
                </a:lnTo>
                <a:lnTo>
                  <a:pt x="963" y="6697"/>
                </a:lnTo>
                <a:lnTo>
                  <a:pt x="1006" y="6547"/>
                </a:lnTo>
                <a:lnTo>
                  <a:pt x="1027" y="6419"/>
                </a:lnTo>
                <a:lnTo>
                  <a:pt x="1049" y="6312"/>
                </a:lnTo>
                <a:lnTo>
                  <a:pt x="1027" y="6248"/>
                </a:lnTo>
                <a:lnTo>
                  <a:pt x="1006" y="6248"/>
                </a:lnTo>
                <a:lnTo>
                  <a:pt x="984" y="6269"/>
                </a:lnTo>
                <a:lnTo>
                  <a:pt x="899" y="6312"/>
                </a:lnTo>
                <a:lnTo>
                  <a:pt x="856" y="6312"/>
                </a:lnTo>
                <a:lnTo>
                  <a:pt x="813" y="6291"/>
                </a:lnTo>
                <a:lnTo>
                  <a:pt x="877" y="5991"/>
                </a:lnTo>
                <a:lnTo>
                  <a:pt x="963" y="5691"/>
                </a:lnTo>
                <a:lnTo>
                  <a:pt x="1155" y="5114"/>
                </a:lnTo>
                <a:lnTo>
                  <a:pt x="1177" y="4985"/>
                </a:lnTo>
                <a:lnTo>
                  <a:pt x="1177" y="4943"/>
                </a:lnTo>
                <a:lnTo>
                  <a:pt x="1155" y="4878"/>
                </a:lnTo>
                <a:lnTo>
                  <a:pt x="1134" y="4836"/>
                </a:lnTo>
                <a:lnTo>
                  <a:pt x="1091" y="4814"/>
                </a:lnTo>
                <a:lnTo>
                  <a:pt x="1027" y="4793"/>
                </a:lnTo>
                <a:lnTo>
                  <a:pt x="963" y="4814"/>
                </a:lnTo>
                <a:lnTo>
                  <a:pt x="899" y="4814"/>
                </a:lnTo>
                <a:lnTo>
                  <a:pt x="856" y="4857"/>
                </a:lnTo>
                <a:lnTo>
                  <a:pt x="770" y="4921"/>
                </a:lnTo>
                <a:lnTo>
                  <a:pt x="728" y="5028"/>
                </a:lnTo>
                <a:lnTo>
                  <a:pt x="685" y="5135"/>
                </a:lnTo>
                <a:lnTo>
                  <a:pt x="663" y="5092"/>
                </a:lnTo>
                <a:lnTo>
                  <a:pt x="642" y="5028"/>
                </a:lnTo>
                <a:lnTo>
                  <a:pt x="642" y="4900"/>
                </a:lnTo>
                <a:lnTo>
                  <a:pt x="663" y="4707"/>
                </a:lnTo>
                <a:lnTo>
                  <a:pt x="728" y="4536"/>
                </a:lnTo>
                <a:lnTo>
                  <a:pt x="856" y="4151"/>
                </a:lnTo>
                <a:lnTo>
                  <a:pt x="963" y="3916"/>
                </a:lnTo>
                <a:lnTo>
                  <a:pt x="1113" y="3638"/>
                </a:lnTo>
                <a:lnTo>
                  <a:pt x="1134" y="3573"/>
                </a:lnTo>
                <a:lnTo>
                  <a:pt x="1155" y="3509"/>
                </a:lnTo>
                <a:lnTo>
                  <a:pt x="1134" y="3445"/>
                </a:lnTo>
                <a:lnTo>
                  <a:pt x="1091" y="3402"/>
                </a:lnTo>
                <a:lnTo>
                  <a:pt x="1027" y="3381"/>
                </a:lnTo>
                <a:lnTo>
                  <a:pt x="963" y="3402"/>
                </a:lnTo>
                <a:lnTo>
                  <a:pt x="920" y="3424"/>
                </a:lnTo>
                <a:lnTo>
                  <a:pt x="856" y="3466"/>
                </a:lnTo>
                <a:lnTo>
                  <a:pt x="792" y="3595"/>
                </a:lnTo>
                <a:lnTo>
                  <a:pt x="749" y="3702"/>
                </a:lnTo>
                <a:lnTo>
                  <a:pt x="728" y="3659"/>
                </a:lnTo>
                <a:lnTo>
                  <a:pt x="728" y="3616"/>
                </a:lnTo>
                <a:lnTo>
                  <a:pt x="728" y="3445"/>
                </a:lnTo>
                <a:lnTo>
                  <a:pt x="770" y="3188"/>
                </a:lnTo>
                <a:lnTo>
                  <a:pt x="813" y="2589"/>
                </a:lnTo>
                <a:lnTo>
                  <a:pt x="877" y="2097"/>
                </a:lnTo>
                <a:lnTo>
                  <a:pt x="920" y="1797"/>
                </a:lnTo>
                <a:lnTo>
                  <a:pt x="942" y="1712"/>
                </a:lnTo>
                <a:lnTo>
                  <a:pt x="942" y="1648"/>
                </a:lnTo>
                <a:lnTo>
                  <a:pt x="984" y="1626"/>
                </a:lnTo>
                <a:lnTo>
                  <a:pt x="1070" y="1605"/>
                </a:lnTo>
                <a:lnTo>
                  <a:pt x="1241" y="1584"/>
                </a:lnTo>
                <a:lnTo>
                  <a:pt x="1369" y="1605"/>
                </a:lnTo>
                <a:lnTo>
                  <a:pt x="1434" y="1626"/>
                </a:lnTo>
                <a:lnTo>
                  <a:pt x="1498" y="1648"/>
                </a:lnTo>
                <a:lnTo>
                  <a:pt x="1541" y="1712"/>
                </a:lnTo>
                <a:lnTo>
                  <a:pt x="1583" y="1776"/>
                </a:lnTo>
                <a:lnTo>
                  <a:pt x="1626" y="1904"/>
                </a:lnTo>
                <a:lnTo>
                  <a:pt x="1669" y="2033"/>
                </a:lnTo>
                <a:lnTo>
                  <a:pt x="1712" y="2311"/>
                </a:lnTo>
                <a:lnTo>
                  <a:pt x="1755" y="2568"/>
                </a:lnTo>
                <a:lnTo>
                  <a:pt x="1797" y="2696"/>
                </a:lnTo>
                <a:lnTo>
                  <a:pt x="1840" y="2760"/>
                </a:lnTo>
                <a:lnTo>
                  <a:pt x="1883" y="2803"/>
                </a:lnTo>
                <a:lnTo>
                  <a:pt x="1947" y="2846"/>
                </a:lnTo>
                <a:lnTo>
                  <a:pt x="2033" y="2867"/>
                </a:lnTo>
                <a:lnTo>
                  <a:pt x="2675" y="2867"/>
                </a:lnTo>
                <a:lnTo>
                  <a:pt x="3530" y="2889"/>
                </a:lnTo>
                <a:lnTo>
                  <a:pt x="4386" y="2867"/>
                </a:lnTo>
                <a:lnTo>
                  <a:pt x="5156" y="2846"/>
                </a:lnTo>
                <a:lnTo>
                  <a:pt x="5606" y="2824"/>
                </a:lnTo>
                <a:lnTo>
                  <a:pt x="5820" y="2803"/>
                </a:lnTo>
                <a:lnTo>
                  <a:pt x="6034" y="2760"/>
                </a:lnTo>
                <a:lnTo>
                  <a:pt x="6119" y="2739"/>
                </a:lnTo>
                <a:lnTo>
                  <a:pt x="6162" y="2717"/>
                </a:lnTo>
                <a:lnTo>
                  <a:pt x="6205" y="2653"/>
                </a:lnTo>
                <a:lnTo>
                  <a:pt x="6226" y="2568"/>
                </a:lnTo>
                <a:lnTo>
                  <a:pt x="6226" y="2397"/>
                </a:lnTo>
                <a:lnTo>
                  <a:pt x="6205" y="2247"/>
                </a:lnTo>
                <a:lnTo>
                  <a:pt x="6119" y="1926"/>
                </a:lnTo>
                <a:lnTo>
                  <a:pt x="6077" y="1712"/>
                </a:lnTo>
                <a:lnTo>
                  <a:pt x="6055" y="1648"/>
                </a:lnTo>
                <a:lnTo>
                  <a:pt x="6077" y="1626"/>
                </a:lnTo>
                <a:lnTo>
                  <a:pt x="6098" y="1584"/>
                </a:lnTo>
                <a:lnTo>
                  <a:pt x="6162" y="1584"/>
                </a:lnTo>
                <a:lnTo>
                  <a:pt x="6290" y="1541"/>
                </a:lnTo>
                <a:lnTo>
                  <a:pt x="6483" y="1498"/>
                </a:lnTo>
                <a:lnTo>
                  <a:pt x="6654" y="1477"/>
                </a:lnTo>
                <a:close/>
                <a:moveTo>
                  <a:pt x="3295" y="0"/>
                </a:moveTo>
                <a:lnTo>
                  <a:pt x="3188" y="43"/>
                </a:lnTo>
                <a:lnTo>
                  <a:pt x="3060" y="86"/>
                </a:lnTo>
                <a:lnTo>
                  <a:pt x="2996" y="150"/>
                </a:lnTo>
                <a:lnTo>
                  <a:pt x="2953" y="214"/>
                </a:lnTo>
                <a:lnTo>
                  <a:pt x="2931" y="300"/>
                </a:lnTo>
                <a:lnTo>
                  <a:pt x="2910" y="385"/>
                </a:lnTo>
                <a:lnTo>
                  <a:pt x="2910" y="578"/>
                </a:lnTo>
                <a:lnTo>
                  <a:pt x="2910" y="770"/>
                </a:lnTo>
                <a:lnTo>
                  <a:pt x="2867" y="1027"/>
                </a:lnTo>
                <a:lnTo>
                  <a:pt x="2824" y="1177"/>
                </a:lnTo>
                <a:lnTo>
                  <a:pt x="2803" y="1220"/>
                </a:lnTo>
                <a:lnTo>
                  <a:pt x="2782" y="1263"/>
                </a:lnTo>
                <a:lnTo>
                  <a:pt x="2717" y="1284"/>
                </a:lnTo>
                <a:lnTo>
                  <a:pt x="2632" y="1284"/>
                </a:lnTo>
                <a:lnTo>
                  <a:pt x="2396" y="1263"/>
                </a:lnTo>
                <a:lnTo>
                  <a:pt x="1990" y="1198"/>
                </a:lnTo>
                <a:lnTo>
                  <a:pt x="1626" y="1156"/>
                </a:lnTo>
                <a:lnTo>
                  <a:pt x="1220" y="1134"/>
                </a:lnTo>
                <a:lnTo>
                  <a:pt x="1006" y="1134"/>
                </a:lnTo>
                <a:lnTo>
                  <a:pt x="813" y="1156"/>
                </a:lnTo>
                <a:lnTo>
                  <a:pt x="642" y="1198"/>
                </a:lnTo>
                <a:lnTo>
                  <a:pt x="492" y="1284"/>
                </a:lnTo>
                <a:lnTo>
                  <a:pt x="342" y="1391"/>
                </a:lnTo>
                <a:lnTo>
                  <a:pt x="214" y="1498"/>
                </a:lnTo>
                <a:lnTo>
                  <a:pt x="150" y="1648"/>
                </a:lnTo>
                <a:lnTo>
                  <a:pt x="107" y="1819"/>
                </a:lnTo>
                <a:lnTo>
                  <a:pt x="86" y="2247"/>
                </a:lnTo>
                <a:lnTo>
                  <a:pt x="86" y="2675"/>
                </a:lnTo>
                <a:lnTo>
                  <a:pt x="43" y="4322"/>
                </a:lnTo>
                <a:lnTo>
                  <a:pt x="22" y="6055"/>
                </a:lnTo>
                <a:lnTo>
                  <a:pt x="0" y="7788"/>
                </a:lnTo>
                <a:lnTo>
                  <a:pt x="0" y="8088"/>
                </a:lnTo>
                <a:lnTo>
                  <a:pt x="0" y="8259"/>
                </a:lnTo>
                <a:lnTo>
                  <a:pt x="43" y="8409"/>
                </a:lnTo>
                <a:lnTo>
                  <a:pt x="86" y="8580"/>
                </a:lnTo>
                <a:lnTo>
                  <a:pt x="150" y="8708"/>
                </a:lnTo>
                <a:lnTo>
                  <a:pt x="257" y="8815"/>
                </a:lnTo>
                <a:lnTo>
                  <a:pt x="321" y="8837"/>
                </a:lnTo>
                <a:lnTo>
                  <a:pt x="385" y="8858"/>
                </a:lnTo>
                <a:lnTo>
                  <a:pt x="578" y="8901"/>
                </a:lnTo>
                <a:lnTo>
                  <a:pt x="770" y="8901"/>
                </a:lnTo>
                <a:lnTo>
                  <a:pt x="1134" y="8879"/>
                </a:lnTo>
                <a:lnTo>
                  <a:pt x="2054" y="8858"/>
                </a:lnTo>
                <a:lnTo>
                  <a:pt x="2996" y="8815"/>
                </a:lnTo>
                <a:lnTo>
                  <a:pt x="3937" y="8751"/>
                </a:lnTo>
                <a:lnTo>
                  <a:pt x="4878" y="8708"/>
                </a:lnTo>
                <a:lnTo>
                  <a:pt x="5349" y="8687"/>
                </a:lnTo>
                <a:lnTo>
                  <a:pt x="5820" y="8708"/>
                </a:lnTo>
                <a:lnTo>
                  <a:pt x="6226" y="8708"/>
                </a:lnTo>
                <a:lnTo>
                  <a:pt x="6633" y="8666"/>
                </a:lnTo>
                <a:lnTo>
                  <a:pt x="6997" y="8644"/>
                </a:lnTo>
                <a:lnTo>
                  <a:pt x="7168" y="8623"/>
                </a:lnTo>
                <a:lnTo>
                  <a:pt x="7253" y="8580"/>
                </a:lnTo>
                <a:lnTo>
                  <a:pt x="7317" y="8537"/>
                </a:lnTo>
                <a:lnTo>
                  <a:pt x="7360" y="8473"/>
                </a:lnTo>
                <a:lnTo>
                  <a:pt x="7403" y="8366"/>
                </a:lnTo>
                <a:lnTo>
                  <a:pt x="7424" y="8131"/>
                </a:lnTo>
                <a:lnTo>
                  <a:pt x="7424" y="7703"/>
                </a:lnTo>
                <a:lnTo>
                  <a:pt x="7446" y="7296"/>
                </a:lnTo>
                <a:lnTo>
                  <a:pt x="7446" y="6890"/>
                </a:lnTo>
                <a:lnTo>
                  <a:pt x="7424" y="6012"/>
                </a:lnTo>
                <a:lnTo>
                  <a:pt x="7403" y="5135"/>
                </a:lnTo>
                <a:lnTo>
                  <a:pt x="7424" y="4258"/>
                </a:lnTo>
                <a:lnTo>
                  <a:pt x="7403" y="3381"/>
                </a:lnTo>
                <a:lnTo>
                  <a:pt x="7424" y="2504"/>
                </a:lnTo>
                <a:lnTo>
                  <a:pt x="7403" y="2054"/>
                </a:lnTo>
                <a:lnTo>
                  <a:pt x="7382" y="1840"/>
                </a:lnTo>
                <a:lnTo>
                  <a:pt x="7339" y="1626"/>
                </a:lnTo>
                <a:lnTo>
                  <a:pt x="7317" y="1498"/>
                </a:lnTo>
                <a:lnTo>
                  <a:pt x="7253" y="1370"/>
                </a:lnTo>
                <a:lnTo>
                  <a:pt x="7125" y="1113"/>
                </a:lnTo>
                <a:lnTo>
                  <a:pt x="7061" y="1049"/>
                </a:lnTo>
                <a:lnTo>
                  <a:pt x="6997" y="1006"/>
                </a:lnTo>
                <a:lnTo>
                  <a:pt x="6932" y="984"/>
                </a:lnTo>
                <a:lnTo>
                  <a:pt x="6868" y="963"/>
                </a:lnTo>
                <a:lnTo>
                  <a:pt x="6718" y="963"/>
                </a:lnTo>
                <a:lnTo>
                  <a:pt x="6547" y="984"/>
                </a:lnTo>
                <a:lnTo>
                  <a:pt x="6226" y="1027"/>
                </a:lnTo>
                <a:lnTo>
                  <a:pt x="5905" y="1070"/>
                </a:lnTo>
                <a:lnTo>
                  <a:pt x="5584" y="1134"/>
                </a:lnTo>
                <a:lnTo>
                  <a:pt x="5263" y="1156"/>
                </a:lnTo>
                <a:lnTo>
                  <a:pt x="5156" y="1177"/>
                </a:lnTo>
                <a:lnTo>
                  <a:pt x="5092" y="1156"/>
                </a:lnTo>
                <a:lnTo>
                  <a:pt x="5071" y="1113"/>
                </a:lnTo>
                <a:lnTo>
                  <a:pt x="5050" y="1027"/>
                </a:lnTo>
                <a:lnTo>
                  <a:pt x="5028" y="942"/>
                </a:lnTo>
                <a:lnTo>
                  <a:pt x="5050" y="835"/>
                </a:lnTo>
                <a:lnTo>
                  <a:pt x="5071" y="663"/>
                </a:lnTo>
                <a:lnTo>
                  <a:pt x="5071" y="492"/>
                </a:lnTo>
                <a:lnTo>
                  <a:pt x="5050" y="321"/>
                </a:lnTo>
                <a:lnTo>
                  <a:pt x="5028" y="257"/>
                </a:lnTo>
                <a:lnTo>
                  <a:pt x="4985" y="193"/>
                </a:lnTo>
                <a:lnTo>
                  <a:pt x="4921" y="150"/>
                </a:lnTo>
                <a:lnTo>
                  <a:pt x="4836" y="107"/>
                </a:lnTo>
                <a:lnTo>
                  <a:pt x="4686" y="43"/>
                </a:lnTo>
                <a:lnTo>
                  <a:pt x="4515" y="22"/>
                </a:lnTo>
                <a:lnTo>
                  <a:pt x="4194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99" name="Google Shape;999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58700" y="2138000"/>
            <a:ext cx="1361975" cy="1361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0" name="Google Shape;1000;p51"/>
          <p:cNvSpPr/>
          <p:nvPr/>
        </p:nvSpPr>
        <p:spPr>
          <a:xfrm>
            <a:off x="5907845" y="3017134"/>
            <a:ext cx="239982" cy="220902"/>
          </a:xfrm>
          <a:custGeom>
            <a:rect b="b" l="l" r="r" t="t"/>
            <a:pathLst>
              <a:path extrusionOk="0" h="8174" w="8880">
                <a:moveTo>
                  <a:pt x="6847" y="792"/>
                </a:moveTo>
                <a:lnTo>
                  <a:pt x="6975" y="835"/>
                </a:lnTo>
                <a:lnTo>
                  <a:pt x="7061" y="878"/>
                </a:lnTo>
                <a:lnTo>
                  <a:pt x="7082" y="899"/>
                </a:lnTo>
                <a:lnTo>
                  <a:pt x="7082" y="942"/>
                </a:lnTo>
                <a:lnTo>
                  <a:pt x="7061" y="985"/>
                </a:lnTo>
                <a:lnTo>
                  <a:pt x="7018" y="1006"/>
                </a:lnTo>
                <a:lnTo>
                  <a:pt x="6975" y="1006"/>
                </a:lnTo>
                <a:lnTo>
                  <a:pt x="6954" y="985"/>
                </a:lnTo>
                <a:lnTo>
                  <a:pt x="6911" y="963"/>
                </a:lnTo>
                <a:lnTo>
                  <a:pt x="6868" y="878"/>
                </a:lnTo>
                <a:lnTo>
                  <a:pt x="6847" y="792"/>
                </a:lnTo>
                <a:close/>
                <a:moveTo>
                  <a:pt x="6333" y="856"/>
                </a:moveTo>
                <a:lnTo>
                  <a:pt x="6462" y="921"/>
                </a:lnTo>
                <a:lnTo>
                  <a:pt x="6633" y="1028"/>
                </a:lnTo>
                <a:lnTo>
                  <a:pt x="6697" y="1092"/>
                </a:lnTo>
                <a:lnTo>
                  <a:pt x="6718" y="1156"/>
                </a:lnTo>
                <a:lnTo>
                  <a:pt x="6718" y="1177"/>
                </a:lnTo>
                <a:lnTo>
                  <a:pt x="6718" y="1220"/>
                </a:lnTo>
                <a:lnTo>
                  <a:pt x="6654" y="1263"/>
                </a:lnTo>
                <a:lnTo>
                  <a:pt x="6612" y="1263"/>
                </a:lnTo>
                <a:lnTo>
                  <a:pt x="6569" y="1242"/>
                </a:lnTo>
                <a:lnTo>
                  <a:pt x="6483" y="1199"/>
                </a:lnTo>
                <a:lnTo>
                  <a:pt x="6355" y="1092"/>
                </a:lnTo>
                <a:lnTo>
                  <a:pt x="6248" y="1028"/>
                </a:lnTo>
                <a:lnTo>
                  <a:pt x="6226" y="985"/>
                </a:lnTo>
                <a:lnTo>
                  <a:pt x="6248" y="942"/>
                </a:lnTo>
                <a:lnTo>
                  <a:pt x="6333" y="856"/>
                </a:lnTo>
                <a:close/>
                <a:moveTo>
                  <a:pt x="5863" y="1263"/>
                </a:moveTo>
                <a:lnTo>
                  <a:pt x="6055" y="1391"/>
                </a:lnTo>
                <a:lnTo>
                  <a:pt x="6162" y="1477"/>
                </a:lnTo>
                <a:lnTo>
                  <a:pt x="6226" y="1541"/>
                </a:lnTo>
                <a:lnTo>
                  <a:pt x="6205" y="1605"/>
                </a:lnTo>
                <a:lnTo>
                  <a:pt x="6184" y="1669"/>
                </a:lnTo>
                <a:lnTo>
                  <a:pt x="6119" y="1734"/>
                </a:lnTo>
                <a:lnTo>
                  <a:pt x="6077" y="1776"/>
                </a:lnTo>
                <a:lnTo>
                  <a:pt x="5884" y="1648"/>
                </a:lnTo>
                <a:lnTo>
                  <a:pt x="5691" y="1498"/>
                </a:lnTo>
                <a:lnTo>
                  <a:pt x="5691" y="1455"/>
                </a:lnTo>
                <a:lnTo>
                  <a:pt x="5691" y="1434"/>
                </a:lnTo>
                <a:lnTo>
                  <a:pt x="5734" y="1370"/>
                </a:lnTo>
                <a:lnTo>
                  <a:pt x="5798" y="1306"/>
                </a:lnTo>
                <a:lnTo>
                  <a:pt x="5863" y="1263"/>
                </a:lnTo>
                <a:close/>
                <a:moveTo>
                  <a:pt x="5392" y="1841"/>
                </a:moveTo>
                <a:lnTo>
                  <a:pt x="5478" y="1883"/>
                </a:lnTo>
                <a:lnTo>
                  <a:pt x="5563" y="1948"/>
                </a:lnTo>
                <a:lnTo>
                  <a:pt x="5627" y="1990"/>
                </a:lnTo>
                <a:lnTo>
                  <a:pt x="5670" y="2055"/>
                </a:lnTo>
                <a:lnTo>
                  <a:pt x="5691" y="2097"/>
                </a:lnTo>
                <a:lnTo>
                  <a:pt x="5670" y="2119"/>
                </a:lnTo>
                <a:lnTo>
                  <a:pt x="5649" y="2140"/>
                </a:lnTo>
                <a:lnTo>
                  <a:pt x="5542" y="2162"/>
                </a:lnTo>
                <a:lnTo>
                  <a:pt x="5456" y="2162"/>
                </a:lnTo>
                <a:lnTo>
                  <a:pt x="5371" y="2097"/>
                </a:lnTo>
                <a:lnTo>
                  <a:pt x="5285" y="2055"/>
                </a:lnTo>
                <a:lnTo>
                  <a:pt x="5199" y="2055"/>
                </a:lnTo>
                <a:lnTo>
                  <a:pt x="5135" y="2076"/>
                </a:lnTo>
                <a:lnTo>
                  <a:pt x="5071" y="2097"/>
                </a:lnTo>
                <a:lnTo>
                  <a:pt x="5028" y="2119"/>
                </a:lnTo>
                <a:lnTo>
                  <a:pt x="4964" y="2119"/>
                </a:lnTo>
                <a:lnTo>
                  <a:pt x="5007" y="2012"/>
                </a:lnTo>
                <a:lnTo>
                  <a:pt x="5092" y="1905"/>
                </a:lnTo>
                <a:lnTo>
                  <a:pt x="5199" y="1841"/>
                </a:lnTo>
                <a:close/>
                <a:moveTo>
                  <a:pt x="4643" y="2525"/>
                </a:moveTo>
                <a:lnTo>
                  <a:pt x="4814" y="2568"/>
                </a:lnTo>
                <a:lnTo>
                  <a:pt x="5050" y="2654"/>
                </a:lnTo>
                <a:lnTo>
                  <a:pt x="4900" y="2803"/>
                </a:lnTo>
                <a:lnTo>
                  <a:pt x="4814" y="2868"/>
                </a:lnTo>
                <a:lnTo>
                  <a:pt x="4771" y="2889"/>
                </a:lnTo>
                <a:lnTo>
                  <a:pt x="4729" y="2889"/>
                </a:lnTo>
                <a:lnTo>
                  <a:pt x="4686" y="2825"/>
                </a:lnTo>
                <a:lnTo>
                  <a:pt x="4600" y="2718"/>
                </a:lnTo>
                <a:lnTo>
                  <a:pt x="4558" y="2611"/>
                </a:lnTo>
                <a:lnTo>
                  <a:pt x="4536" y="2547"/>
                </a:lnTo>
                <a:lnTo>
                  <a:pt x="4536" y="2525"/>
                </a:lnTo>
                <a:close/>
                <a:moveTo>
                  <a:pt x="4258" y="2910"/>
                </a:moveTo>
                <a:lnTo>
                  <a:pt x="4322" y="2932"/>
                </a:lnTo>
                <a:lnTo>
                  <a:pt x="4408" y="2996"/>
                </a:lnTo>
                <a:lnTo>
                  <a:pt x="4472" y="3060"/>
                </a:lnTo>
                <a:lnTo>
                  <a:pt x="4515" y="3103"/>
                </a:lnTo>
                <a:lnTo>
                  <a:pt x="4493" y="3167"/>
                </a:lnTo>
                <a:lnTo>
                  <a:pt x="4429" y="3210"/>
                </a:lnTo>
                <a:lnTo>
                  <a:pt x="4322" y="3296"/>
                </a:lnTo>
                <a:lnTo>
                  <a:pt x="4237" y="3210"/>
                </a:lnTo>
                <a:lnTo>
                  <a:pt x="4172" y="3082"/>
                </a:lnTo>
                <a:lnTo>
                  <a:pt x="4151" y="3017"/>
                </a:lnTo>
                <a:lnTo>
                  <a:pt x="4151" y="2953"/>
                </a:lnTo>
                <a:lnTo>
                  <a:pt x="4194" y="2932"/>
                </a:lnTo>
                <a:lnTo>
                  <a:pt x="4258" y="2910"/>
                </a:lnTo>
                <a:close/>
                <a:moveTo>
                  <a:pt x="4087" y="3467"/>
                </a:moveTo>
                <a:lnTo>
                  <a:pt x="4065" y="3488"/>
                </a:lnTo>
                <a:lnTo>
                  <a:pt x="4065" y="3467"/>
                </a:lnTo>
                <a:close/>
                <a:moveTo>
                  <a:pt x="3616" y="3638"/>
                </a:moveTo>
                <a:lnTo>
                  <a:pt x="3702" y="3659"/>
                </a:lnTo>
                <a:lnTo>
                  <a:pt x="3787" y="3723"/>
                </a:lnTo>
                <a:lnTo>
                  <a:pt x="3787" y="3745"/>
                </a:lnTo>
                <a:lnTo>
                  <a:pt x="3787" y="3766"/>
                </a:lnTo>
                <a:lnTo>
                  <a:pt x="3744" y="3809"/>
                </a:lnTo>
                <a:lnTo>
                  <a:pt x="3659" y="3895"/>
                </a:lnTo>
                <a:lnTo>
                  <a:pt x="3402" y="4109"/>
                </a:lnTo>
                <a:lnTo>
                  <a:pt x="3145" y="4323"/>
                </a:lnTo>
                <a:lnTo>
                  <a:pt x="2931" y="4515"/>
                </a:lnTo>
                <a:lnTo>
                  <a:pt x="2824" y="4622"/>
                </a:lnTo>
                <a:lnTo>
                  <a:pt x="2696" y="4665"/>
                </a:lnTo>
                <a:lnTo>
                  <a:pt x="2589" y="4665"/>
                </a:lnTo>
                <a:lnTo>
                  <a:pt x="2568" y="4643"/>
                </a:lnTo>
                <a:lnTo>
                  <a:pt x="2546" y="4622"/>
                </a:lnTo>
                <a:lnTo>
                  <a:pt x="2525" y="4536"/>
                </a:lnTo>
                <a:lnTo>
                  <a:pt x="2568" y="4430"/>
                </a:lnTo>
                <a:lnTo>
                  <a:pt x="2632" y="4344"/>
                </a:lnTo>
                <a:lnTo>
                  <a:pt x="2717" y="4258"/>
                </a:lnTo>
                <a:lnTo>
                  <a:pt x="2824" y="4216"/>
                </a:lnTo>
                <a:lnTo>
                  <a:pt x="2910" y="4216"/>
                </a:lnTo>
                <a:lnTo>
                  <a:pt x="3038" y="4194"/>
                </a:lnTo>
                <a:lnTo>
                  <a:pt x="3103" y="4173"/>
                </a:lnTo>
                <a:lnTo>
                  <a:pt x="3145" y="4109"/>
                </a:lnTo>
                <a:lnTo>
                  <a:pt x="3188" y="4023"/>
                </a:lnTo>
                <a:lnTo>
                  <a:pt x="3231" y="3852"/>
                </a:lnTo>
                <a:lnTo>
                  <a:pt x="3274" y="3766"/>
                </a:lnTo>
                <a:lnTo>
                  <a:pt x="3359" y="3681"/>
                </a:lnTo>
                <a:lnTo>
                  <a:pt x="3445" y="3659"/>
                </a:lnTo>
                <a:lnTo>
                  <a:pt x="3531" y="3638"/>
                </a:lnTo>
                <a:close/>
                <a:moveTo>
                  <a:pt x="7596" y="1520"/>
                </a:moveTo>
                <a:lnTo>
                  <a:pt x="7639" y="1541"/>
                </a:lnTo>
                <a:lnTo>
                  <a:pt x="7681" y="1562"/>
                </a:lnTo>
                <a:lnTo>
                  <a:pt x="7767" y="1669"/>
                </a:lnTo>
                <a:lnTo>
                  <a:pt x="7810" y="1776"/>
                </a:lnTo>
                <a:lnTo>
                  <a:pt x="7831" y="1841"/>
                </a:lnTo>
                <a:lnTo>
                  <a:pt x="7831" y="1883"/>
                </a:lnTo>
                <a:lnTo>
                  <a:pt x="7788" y="1948"/>
                </a:lnTo>
                <a:lnTo>
                  <a:pt x="7724" y="2033"/>
                </a:lnTo>
                <a:lnTo>
                  <a:pt x="7553" y="2162"/>
                </a:lnTo>
                <a:lnTo>
                  <a:pt x="7211" y="2397"/>
                </a:lnTo>
                <a:lnTo>
                  <a:pt x="6868" y="2675"/>
                </a:lnTo>
                <a:lnTo>
                  <a:pt x="6526" y="2975"/>
                </a:lnTo>
                <a:lnTo>
                  <a:pt x="5734" y="3574"/>
                </a:lnTo>
                <a:lnTo>
                  <a:pt x="4921" y="4194"/>
                </a:lnTo>
                <a:lnTo>
                  <a:pt x="4151" y="4772"/>
                </a:lnTo>
                <a:lnTo>
                  <a:pt x="3787" y="5071"/>
                </a:lnTo>
                <a:lnTo>
                  <a:pt x="3424" y="5392"/>
                </a:lnTo>
                <a:lnTo>
                  <a:pt x="3317" y="5521"/>
                </a:lnTo>
                <a:lnTo>
                  <a:pt x="3188" y="5692"/>
                </a:lnTo>
                <a:lnTo>
                  <a:pt x="3060" y="5842"/>
                </a:lnTo>
                <a:lnTo>
                  <a:pt x="2910" y="5949"/>
                </a:lnTo>
                <a:lnTo>
                  <a:pt x="2824" y="5991"/>
                </a:lnTo>
                <a:lnTo>
                  <a:pt x="2760" y="6013"/>
                </a:lnTo>
                <a:lnTo>
                  <a:pt x="2696" y="6013"/>
                </a:lnTo>
                <a:lnTo>
                  <a:pt x="2653" y="5991"/>
                </a:lnTo>
                <a:lnTo>
                  <a:pt x="2611" y="5949"/>
                </a:lnTo>
                <a:lnTo>
                  <a:pt x="2568" y="5884"/>
                </a:lnTo>
                <a:lnTo>
                  <a:pt x="2546" y="5820"/>
                </a:lnTo>
                <a:lnTo>
                  <a:pt x="2546" y="5735"/>
                </a:lnTo>
                <a:lnTo>
                  <a:pt x="2546" y="5649"/>
                </a:lnTo>
                <a:lnTo>
                  <a:pt x="2611" y="5563"/>
                </a:lnTo>
                <a:lnTo>
                  <a:pt x="2675" y="5478"/>
                </a:lnTo>
                <a:lnTo>
                  <a:pt x="2782" y="5392"/>
                </a:lnTo>
                <a:lnTo>
                  <a:pt x="3145" y="5093"/>
                </a:lnTo>
                <a:lnTo>
                  <a:pt x="3809" y="4494"/>
                </a:lnTo>
                <a:lnTo>
                  <a:pt x="4558" y="3809"/>
                </a:lnTo>
                <a:lnTo>
                  <a:pt x="5306" y="3103"/>
                </a:lnTo>
                <a:lnTo>
                  <a:pt x="5670" y="2761"/>
                </a:lnTo>
                <a:lnTo>
                  <a:pt x="5863" y="2611"/>
                </a:lnTo>
                <a:lnTo>
                  <a:pt x="6055" y="2461"/>
                </a:lnTo>
                <a:lnTo>
                  <a:pt x="6440" y="2247"/>
                </a:lnTo>
                <a:lnTo>
                  <a:pt x="6633" y="2119"/>
                </a:lnTo>
                <a:lnTo>
                  <a:pt x="6804" y="1990"/>
                </a:lnTo>
                <a:lnTo>
                  <a:pt x="7189" y="1691"/>
                </a:lnTo>
                <a:lnTo>
                  <a:pt x="7296" y="1627"/>
                </a:lnTo>
                <a:lnTo>
                  <a:pt x="7403" y="1562"/>
                </a:lnTo>
                <a:lnTo>
                  <a:pt x="7510" y="1520"/>
                </a:lnTo>
                <a:close/>
                <a:moveTo>
                  <a:pt x="8216" y="2226"/>
                </a:moveTo>
                <a:lnTo>
                  <a:pt x="8302" y="2247"/>
                </a:lnTo>
                <a:lnTo>
                  <a:pt x="8345" y="2269"/>
                </a:lnTo>
                <a:lnTo>
                  <a:pt x="8366" y="2311"/>
                </a:lnTo>
                <a:lnTo>
                  <a:pt x="8345" y="2354"/>
                </a:lnTo>
                <a:lnTo>
                  <a:pt x="8280" y="2440"/>
                </a:lnTo>
                <a:lnTo>
                  <a:pt x="8195" y="2547"/>
                </a:lnTo>
                <a:lnTo>
                  <a:pt x="7874" y="2825"/>
                </a:lnTo>
                <a:lnTo>
                  <a:pt x="7532" y="3124"/>
                </a:lnTo>
                <a:lnTo>
                  <a:pt x="6868" y="3702"/>
                </a:lnTo>
                <a:lnTo>
                  <a:pt x="6205" y="4323"/>
                </a:lnTo>
                <a:lnTo>
                  <a:pt x="5563" y="4922"/>
                </a:lnTo>
                <a:lnTo>
                  <a:pt x="5242" y="5200"/>
                </a:lnTo>
                <a:lnTo>
                  <a:pt x="4900" y="5478"/>
                </a:lnTo>
                <a:lnTo>
                  <a:pt x="4536" y="5756"/>
                </a:lnTo>
                <a:lnTo>
                  <a:pt x="4172" y="6056"/>
                </a:lnTo>
                <a:lnTo>
                  <a:pt x="4044" y="6205"/>
                </a:lnTo>
                <a:lnTo>
                  <a:pt x="3894" y="6377"/>
                </a:lnTo>
                <a:lnTo>
                  <a:pt x="3723" y="6526"/>
                </a:lnTo>
                <a:lnTo>
                  <a:pt x="3659" y="6590"/>
                </a:lnTo>
                <a:lnTo>
                  <a:pt x="3573" y="6633"/>
                </a:lnTo>
                <a:lnTo>
                  <a:pt x="3531" y="6590"/>
                </a:lnTo>
                <a:lnTo>
                  <a:pt x="3488" y="6526"/>
                </a:lnTo>
                <a:lnTo>
                  <a:pt x="3424" y="6377"/>
                </a:lnTo>
                <a:lnTo>
                  <a:pt x="3381" y="6205"/>
                </a:lnTo>
                <a:lnTo>
                  <a:pt x="3381" y="6141"/>
                </a:lnTo>
                <a:lnTo>
                  <a:pt x="3381" y="6077"/>
                </a:lnTo>
                <a:lnTo>
                  <a:pt x="3424" y="5991"/>
                </a:lnTo>
                <a:lnTo>
                  <a:pt x="3488" y="5927"/>
                </a:lnTo>
                <a:lnTo>
                  <a:pt x="3680" y="5756"/>
                </a:lnTo>
                <a:lnTo>
                  <a:pt x="4044" y="5499"/>
                </a:lnTo>
                <a:lnTo>
                  <a:pt x="5499" y="4387"/>
                </a:lnTo>
                <a:lnTo>
                  <a:pt x="6184" y="3852"/>
                </a:lnTo>
                <a:lnTo>
                  <a:pt x="6890" y="3317"/>
                </a:lnTo>
                <a:lnTo>
                  <a:pt x="7596" y="2718"/>
                </a:lnTo>
                <a:lnTo>
                  <a:pt x="7895" y="2440"/>
                </a:lnTo>
                <a:lnTo>
                  <a:pt x="8088" y="2290"/>
                </a:lnTo>
                <a:lnTo>
                  <a:pt x="8152" y="2247"/>
                </a:lnTo>
                <a:lnTo>
                  <a:pt x="8216" y="2226"/>
                </a:lnTo>
                <a:close/>
                <a:moveTo>
                  <a:pt x="1477" y="5414"/>
                </a:moveTo>
                <a:lnTo>
                  <a:pt x="1584" y="5457"/>
                </a:lnTo>
                <a:lnTo>
                  <a:pt x="1797" y="5563"/>
                </a:lnTo>
                <a:lnTo>
                  <a:pt x="2011" y="5670"/>
                </a:lnTo>
                <a:lnTo>
                  <a:pt x="2076" y="5735"/>
                </a:lnTo>
                <a:lnTo>
                  <a:pt x="2118" y="5820"/>
                </a:lnTo>
                <a:lnTo>
                  <a:pt x="2140" y="5884"/>
                </a:lnTo>
                <a:lnTo>
                  <a:pt x="2161" y="5970"/>
                </a:lnTo>
                <a:lnTo>
                  <a:pt x="2183" y="6120"/>
                </a:lnTo>
                <a:lnTo>
                  <a:pt x="2204" y="6205"/>
                </a:lnTo>
                <a:lnTo>
                  <a:pt x="2247" y="6270"/>
                </a:lnTo>
                <a:lnTo>
                  <a:pt x="2311" y="6312"/>
                </a:lnTo>
                <a:lnTo>
                  <a:pt x="2375" y="6334"/>
                </a:lnTo>
                <a:lnTo>
                  <a:pt x="2525" y="6355"/>
                </a:lnTo>
                <a:lnTo>
                  <a:pt x="2846" y="6355"/>
                </a:lnTo>
                <a:lnTo>
                  <a:pt x="2931" y="6398"/>
                </a:lnTo>
                <a:lnTo>
                  <a:pt x="2996" y="6441"/>
                </a:lnTo>
                <a:lnTo>
                  <a:pt x="3038" y="6505"/>
                </a:lnTo>
                <a:lnTo>
                  <a:pt x="3081" y="6569"/>
                </a:lnTo>
                <a:lnTo>
                  <a:pt x="3145" y="6740"/>
                </a:lnTo>
                <a:lnTo>
                  <a:pt x="3188" y="6911"/>
                </a:lnTo>
                <a:lnTo>
                  <a:pt x="3145" y="6976"/>
                </a:lnTo>
                <a:lnTo>
                  <a:pt x="3038" y="7018"/>
                </a:lnTo>
                <a:lnTo>
                  <a:pt x="2931" y="7061"/>
                </a:lnTo>
                <a:lnTo>
                  <a:pt x="2803" y="7083"/>
                </a:lnTo>
                <a:lnTo>
                  <a:pt x="2332" y="7168"/>
                </a:lnTo>
                <a:lnTo>
                  <a:pt x="1797" y="7297"/>
                </a:lnTo>
                <a:lnTo>
                  <a:pt x="1669" y="7318"/>
                </a:lnTo>
                <a:lnTo>
                  <a:pt x="1626" y="7318"/>
                </a:lnTo>
                <a:lnTo>
                  <a:pt x="1584" y="7275"/>
                </a:lnTo>
                <a:lnTo>
                  <a:pt x="1519" y="7190"/>
                </a:lnTo>
                <a:lnTo>
                  <a:pt x="1241" y="6933"/>
                </a:lnTo>
                <a:lnTo>
                  <a:pt x="1113" y="6762"/>
                </a:lnTo>
                <a:lnTo>
                  <a:pt x="1070" y="6676"/>
                </a:lnTo>
                <a:lnTo>
                  <a:pt x="1049" y="6590"/>
                </a:lnTo>
                <a:lnTo>
                  <a:pt x="1049" y="6483"/>
                </a:lnTo>
                <a:lnTo>
                  <a:pt x="1091" y="6334"/>
                </a:lnTo>
                <a:lnTo>
                  <a:pt x="1177" y="6098"/>
                </a:lnTo>
                <a:lnTo>
                  <a:pt x="1241" y="5820"/>
                </a:lnTo>
                <a:lnTo>
                  <a:pt x="1263" y="5692"/>
                </a:lnTo>
                <a:lnTo>
                  <a:pt x="1305" y="5563"/>
                </a:lnTo>
                <a:lnTo>
                  <a:pt x="1348" y="5457"/>
                </a:lnTo>
                <a:lnTo>
                  <a:pt x="1412" y="5414"/>
                </a:lnTo>
                <a:close/>
                <a:moveTo>
                  <a:pt x="6676" y="1"/>
                </a:moveTo>
                <a:lnTo>
                  <a:pt x="6547" y="22"/>
                </a:lnTo>
                <a:lnTo>
                  <a:pt x="6462" y="43"/>
                </a:lnTo>
                <a:lnTo>
                  <a:pt x="6376" y="86"/>
                </a:lnTo>
                <a:lnTo>
                  <a:pt x="6291" y="172"/>
                </a:lnTo>
                <a:lnTo>
                  <a:pt x="6226" y="236"/>
                </a:lnTo>
                <a:lnTo>
                  <a:pt x="6098" y="407"/>
                </a:lnTo>
                <a:lnTo>
                  <a:pt x="5970" y="578"/>
                </a:lnTo>
                <a:lnTo>
                  <a:pt x="5734" y="792"/>
                </a:lnTo>
                <a:lnTo>
                  <a:pt x="5499" y="1006"/>
                </a:lnTo>
                <a:lnTo>
                  <a:pt x="5028" y="1413"/>
                </a:lnTo>
                <a:lnTo>
                  <a:pt x="4536" y="1841"/>
                </a:lnTo>
                <a:lnTo>
                  <a:pt x="4301" y="2055"/>
                </a:lnTo>
                <a:lnTo>
                  <a:pt x="4087" y="2290"/>
                </a:lnTo>
                <a:lnTo>
                  <a:pt x="3616" y="2803"/>
                </a:lnTo>
                <a:lnTo>
                  <a:pt x="3145" y="3296"/>
                </a:lnTo>
                <a:lnTo>
                  <a:pt x="2632" y="3766"/>
                </a:lnTo>
                <a:lnTo>
                  <a:pt x="2118" y="4216"/>
                </a:lnTo>
                <a:lnTo>
                  <a:pt x="1605" y="4622"/>
                </a:lnTo>
                <a:lnTo>
                  <a:pt x="1370" y="4836"/>
                </a:lnTo>
                <a:lnTo>
                  <a:pt x="1263" y="4964"/>
                </a:lnTo>
                <a:lnTo>
                  <a:pt x="1156" y="5071"/>
                </a:lnTo>
                <a:lnTo>
                  <a:pt x="1091" y="5200"/>
                </a:lnTo>
                <a:lnTo>
                  <a:pt x="1027" y="5328"/>
                </a:lnTo>
                <a:lnTo>
                  <a:pt x="899" y="5628"/>
                </a:lnTo>
                <a:lnTo>
                  <a:pt x="706" y="6184"/>
                </a:lnTo>
                <a:lnTo>
                  <a:pt x="578" y="6505"/>
                </a:lnTo>
                <a:lnTo>
                  <a:pt x="471" y="6826"/>
                </a:lnTo>
                <a:lnTo>
                  <a:pt x="364" y="7147"/>
                </a:lnTo>
                <a:lnTo>
                  <a:pt x="278" y="7297"/>
                </a:lnTo>
                <a:lnTo>
                  <a:pt x="193" y="7446"/>
                </a:lnTo>
                <a:lnTo>
                  <a:pt x="86" y="7660"/>
                </a:lnTo>
                <a:lnTo>
                  <a:pt x="43" y="7789"/>
                </a:lnTo>
                <a:lnTo>
                  <a:pt x="0" y="7896"/>
                </a:lnTo>
                <a:lnTo>
                  <a:pt x="0" y="8024"/>
                </a:lnTo>
                <a:lnTo>
                  <a:pt x="22" y="8067"/>
                </a:lnTo>
                <a:lnTo>
                  <a:pt x="43" y="8110"/>
                </a:lnTo>
                <a:lnTo>
                  <a:pt x="86" y="8131"/>
                </a:lnTo>
                <a:lnTo>
                  <a:pt x="129" y="8152"/>
                </a:lnTo>
                <a:lnTo>
                  <a:pt x="193" y="8174"/>
                </a:lnTo>
                <a:lnTo>
                  <a:pt x="278" y="8152"/>
                </a:lnTo>
                <a:lnTo>
                  <a:pt x="450" y="8152"/>
                </a:lnTo>
                <a:lnTo>
                  <a:pt x="599" y="8110"/>
                </a:lnTo>
                <a:lnTo>
                  <a:pt x="877" y="8003"/>
                </a:lnTo>
                <a:lnTo>
                  <a:pt x="1049" y="7938"/>
                </a:lnTo>
                <a:lnTo>
                  <a:pt x="1220" y="7896"/>
                </a:lnTo>
                <a:lnTo>
                  <a:pt x="1541" y="7810"/>
                </a:lnTo>
                <a:lnTo>
                  <a:pt x="2311" y="7660"/>
                </a:lnTo>
                <a:lnTo>
                  <a:pt x="2675" y="7575"/>
                </a:lnTo>
                <a:lnTo>
                  <a:pt x="3038" y="7489"/>
                </a:lnTo>
                <a:lnTo>
                  <a:pt x="3210" y="7425"/>
                </a:lnTo>
                <a:lnTo>
                  <a:pt x="3359" y="7361"/>
                </a:lnTo>
                <a:lnTo>
                  <a:pt x="3488" y="7275"/>
                </a:lnTo>
                <a:lnTo>
                  <a:pt x="3638" y="7190"/>
                </a:lnTo>
                <a:lnTo>
                  <a:pt x="3894" y="6976"/>
                </a:lnTo>
                <a:lnTo>
                  <a:pt x="4130" y="6762"/>
                </a:lnTo>
                <a:lnTo>
                  <a:pt x="4729" y="6248"/>
                </a:lnTo>
                <a:lnTo>
                  <a:pt x="5328" y="5777"/>
                </a:lnTo>
                <a:lnTo>
                  <a:pt x="5841" y="5328"/>
                </a:lnTo>
                <a:lnTo>
                  <a:pt x="6355" y="4857"/>
                </a:lnTo>
                <a:lnTo>
                  <a:pt x="7360" y="3937"/>
                </a:lnTo>
                <a:lnTo>
                  <a:pt x="8452" y="3017"/>
                </a:lnTo>
                <a:lnTo>
                  <a:pt x="8665" y="2825"/>
                </a:lnTo>
                <a:lnTo>
                  <a:pt x="8772" y="2718"/>
                </a:lnTo>
                <a:lnTo>
                  <a:pt x="8837" y="2589"/>
                </a:lnTo>
                <a:lnTo>
                  <a:pt x="8879" y="2482"/>
                </a:lnTo>
                <a:lnTo>
                  <a:pt x="8879" y="2397"/>
                </a:lnTo>
                <a:lnTo>
                  <a:pt x="8794" y="2183"/>
                </a:lnTo>
                <a:lnTo>
                  <a:pt x="8687" y="1905"/>
                </a:lnTo>
                <a:lnTo>
                  <a:pt x="8559" y="1648"/>
                </a:lnTo>
                <a:lnTo>
                  <a:pt x="8238" y="1135"/>
                </a:lnTo>
                <a:lnTo>
                  <a:pt x="8109" y="921"/>
                </a:lnTo>
                <a:lnTo>
                  <a:pt x="7981" y="707"/>
                </a:lnTo>
                <a:lnTo>
                  <a:pt x="7810" y="535"/>
                </a:lnTo>
                <a:lnTo>
                  <a:pt x="7724" y="450"/>
                </a:lnTo>
                <a:lnTo>
                  <a:pt x="7617" y="386"/>
                </a:lnTo>
                <a:lnTo>
                  <a:pt x="7382" y="257"/>
                </a:lnTo>
                <a:lnTo>
                  <a:pt x="7104" y="108"/>
                </a:lnTo>
                <a:lnTo>
                  <a:pt x="6954" y="65"/>
                </a:lnTo>
                <a:lnTo>
                  <a:pt x="6825" y="22"/>
                </a:lnTo>
                <a:lnTo>
                  <a:pt x="6676" y="1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51"/>
          <p:cNvSpPr/>
          <p:nvPr/>
        </p:nvSpPr>
        <p:spPr>
          <a:xfrm>
            <a:off x="5429877" y="2607499"/>
            <a:ext cx="177754" cy="172871"/>
          </a:xfrm>
          <a:custGeom>
            <a:rect b="b" l="l" r="r" t="t"/>
            <a:pathLst>
              <a:path extrusionOk="0" h="3382" w="3960">
                <a:moveTo>
                  <a:pt x="3938" y="1"/>
                </a:moveTo>
                <a:lnTo>
                  <a:pt x="3874" y="44"/>
                </a:lnTo>
                <a:lnTo>
                  <a:pt x="3809" y="44"/>
                </a:lnTo>
                <a:lnTo>
                  <a:pt x="3446" y="279"/>
                </a:lnTo>
                <a:lnTo>
                  <a:pt x="3103" y="557"/>
                </a:lnTo>
                <a:lnTo>
                  <a:pt x="2782" y="857"/>
                </a:lnTo>
                <a:lnTo>
                  <a:pt x="2483" y="1178"/>
                </a:lnTo>
                <a:lnTo>
                  <a:pt x="2247" y="1456"/>
                </a:lnTo>
                <a:lnTo>
                  <a:pt x="2119" y="1606"/>
                </a:lnTo>
                <a:lnTo>
                  <a:pt x="1991" y="1734"/>
                </a:lnTo>
                <a:lnTo>
                  <a:pt x="1884" y="1841"/>
                </a:lnTo>
                <a:lnTo>
                  <a:pt x="1755" y="1927"/>
                </a:lnTo>
                <a:lnTo>
                  <a:pt x="1691" y="1948"/>
                </a:lnTo>
                <a:lnTo>
                  <a:pt x="1627" y="1948"/>
                </a:lnTo>
                <a:lnTo>
                  <a:pt x="1563" y="1905"/>
                </a:lnTo>
                <a:lnTo>
                  <a:pt x="1499" y="1862"/>
                </a:lnTo>
                <a:lnTo>
                  <a:pt x="1392" y="1713"/>
                </a:lnTo>
                <a:lnTo>
                  <a:pt x="1285" y="1541"/>
                </a:lnTo>
                <a:lnTo>
                  <a:pt x="1199" y="1392"/>
                </a:lnTo>
                <a:lnTo>
                  <a:pt x="1092" y="1263"/>
                </a:lnTo>
                <a:lnTo>
                  <a:pt x="985" y="1156"/>
                </a:lnTo>
                <a:lnTo>
                  <a:pt x="921" y="1114"/>
                </a:lnTo>
                <a:lnTo>
                  <a:pt x="857" y="1092"/>
                </a:lnTo>
                <a:lnTo>
                  <a:pt x="771" y="1092"/>
                </a:lnTo>
                <a:lnTo>
                  <a:pt x="686" y="1114"/>
                </a:lnTo>
                <a:lnTo>
                  <a:pt x="579" y="1156"/>
                </a:lnTo>
                <a:lnTo>
                  <a:pt x="472" y="1221"/>
                </a:lnTo>
                <a:lnTo>
                  <a:pt x="129" y="1434"/>
                </a:lnTo>
                <a:lnTo>
                  <a:pt x="44" y="1477"/>
                </a:lnTo>
                <a:lnTo>
                  <a:pt x="1" y="1520"/>
                </a:lnTo>
                <a:lnTo>
                  <a:pt x="1" y="1563"/>
                </a:lnTo>
                <a:lnTo>
                  <a:pt x="22" y="1648"/>
                </a:lnTo>
                <a:lnTo>
                  <a:pt x="44" y="1734"/>
                </a:lnTo>
                <a:lnTo>
                  <a:pt x="87" y="1820"/>
                </a:lnTo>
                <a:lnTo>
                  <a:pt x="193" y="2012"/>
                </a:lnTo>
                <a:lnTo>
                  <a:pt x="450" y="2333"/>
                </a:lnTo>
                <a:lnTo>
                  <a:pt x="793" y="2761"/>
                </a:lnTo>
                <a:lnTo>
                  <a:pt x="964" y="2954"/>
                </a:lnTo>
                <a:lnTo>
                  <a:pt x="1156" y="3146"/>
                </a:lnTo>
                <a:lnTo>
                  <a:pt x="1306" y="3275"/>
                </a:lnTo>
                <a:lnTo>
                  <a:pt x="1392" y="3339"/>
                </a:lnTo>
                <a:lnTo>
                  <a:pt x="1456" y="3382"/>
                </a:lnTo>
                <a:lnTo>
                  <a:pt x="1606" y="3382"/>
                </a:lnTo>
                <a:lnTo>
                  <a:pt x="1670" y="3317"/>
                </a:lnTo>
                <a:lnTo>
                  <a:pt x="1734" y="3253"/>
                </a:lnTo>
                <a:lnTo>
                  <a:pt x="2012" y="2932"/>
                </a:lnTo>
                <a:lnTo>
                  <a:pt x="2290" y="2611"/>
                </a:lnTo>
                <a:lnTo>
                  <a:pt x="3339" y="1370"/>
                </a:lnTo>
                <a:lnTo>
                  <a:pt x="3574" y="1071"/>
                </a:lnTo>
                <a:lnTo>
                  <a:pt x="3702" y="921"/>
                </a:lnTo>
                <a:lnTo>
                  <a:pt x="3788" y="750"/>
                </a:lnTo>
                <a:lnTo>
                  <a:pt x="3874" y="579"/>
                </a:lnTo>
                <a:lnTo>
                  <a:pt x="3938" y="386"/>
                </a:lnTo>
                <a:lnTo>
                  <a:pt x="3959" y="194"/>
                </a:lnTo>
                <a:lnTo>
                  <a:pt x="3938" y="1"/>
                </a:lnTo>
                <a:close/>
              </a:path>
            </a:pathLst>
          </a:cu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51"/>
          <p:cNvSpPr/>
          <p:nvPr/>
        </p:nvSpPr>
        <p:spPr>
          <a:xfrm>
            <a:off x="5429877" y="3041137"/>
            <a:ext cx="177754" cy="172871"/>
          </a:xfrm>
          <a:custGeom>
            <a:rect b="b" l="l" r="r" t="t"/>
            <a:pathLst>
              <a:path extrusionOk="0" h="3382" w="3960">
                <a:moveTo>
                  <a:pt x="3938" y="1"/>
                </a:moveTo>
                <a:lnTo>
                  <a:pt x="3874" y="44"/>
                </a:lnTo>
                <a:lnTo>
                  <a:pt x="3809" y="44"/>
                </a:lnTo>
                <a:lnTo>
                  <a:pt x="3446" y="279"/>
                </a:lnTo>
                <a:lnTo>
                  <a:pt x="3103" y="557"/>
                </a:lnTo>
                <a:lnTo>
                  <a:pt x="2782" y="857"/>
                </a:lnTo>
                <a:lnTo>
                  <a:pt x="2483" y="1178"/>
                </a:lnTo>
                <a:lnTo>
                  <a:pt x="2247" y="1456"/>
                </a:lnTo>
                <a:lnTo>
                  <a:pt x="2119" y="1606"/>
                </a:lnTo>
                <a:lnTo>
                  <a:pt x="1991" y="1734"/>
                </a:lnTo>
                <a:lnTo>
                  <a:pt x="1884" y="1841"/>
                </a:lnTo>
                <a:lnTo>
                  <a:pt x="1755" y="1927"/>
                </a:lnTo>
                <a:lnTo>
                  <a:pt x="1691" y="1948"/>
                </a:lnTo>
                <a:lnTo>
                  <a:pt x="1627" y="1948"/>
                </a:lnTo>
                <a:lnTo>
                  <a:pt x="1563" y="1905"/>
                </a:lnTo>
                <a:lnTo>
                  <a:pt x="1499" y="1862"/>
                </a:lnTo>
                <a:lnTo>
                  <a:pt x="1392" y="1713"/>
                </a:lnTo>
                <a:lnTo>
                  <a:pt x="1285" y="1541"/>
                </a:lnTo>
                <a:lnTo>
                  <a:pt x="1199" y="1392"/>
                </a:lnTo>
                <a:lnTo>
                  <a:pt x="1092" y="1263"/>
                </a:lnTo>
                <a:lnTo>
                  <a:pt x="985" y="1156"/>
                </a:lnTo>
                <a:lnTo>
                  <a:pt x="921" y="1114"/>
                </a:lnTo>
                <a:lnTo>
                  <a:pt x="857" y="1092"/>
                </a:lnTo>
                <a:lnTo>
                  <a:pt x="771" y="1092"/>
                </a:lnTo>
                <a:lnTo>
                  <a:pt x="686" y="1114"/>
                </a:lnTo>
                <a:lnTo>
                  <a:pt x="579" y="1156"/>
                </a:lnTo>
                <a:lnTo>
                  <a:pt x="472" y="1221"/>
                </a:lnTo>
                <a:lnTo>
                  <a:pt x="129" y="1434"/>
                </a:lnTo>
                <a:lnTo>
                  <a:pt x="44" y="1477"/>
                </a:lnTo>
                <a:lnTo>
                  <a:pt x="1" y="1520"/>
                </a:lnTo>
                <a:lnTo>
                  <a:pt x="1" y="1563"/>
                </a:lnTo>
                <a:lnTo>
                  <a:pt x="22" y="1648"/>
                </a:lnTo>
                <a:lnTo>
                  <a:pt x="44" y="1734"/>
                </a:lnTo>
                <a:lnTo>
                  <a:pt x="87" y="1820"/>
                </a:lnTo>
                <a:lnTo>
                  <a:pt x="193" y="2012"/>
                </a:lnTo>
                <a:lnTo>
                  <a:pt x="450" y="2333"/>
                </a:lnTo>
                <a:lnTo>
                  <a:pt x="793" y="2761"/>
                </a:lnTo>
                <a:lnTo>
                  <a:pt x="964" y="2954"/>
                </a:lnTo>
                <a:lnTo>
                  <a:pt x="1156" y="3146"/>
                </a:lnTo>
                <a:lnTo>
                  <a:pt x="1306" y="3275"/>
                </a:lnTo>
                <a:lnTo>
                  <a:pt x="1392" y="3339"/>
                </a:lnTo>
                <a:lnTo>
                  <a:pt x="1456" y="3382"/>
                </a:lnTo>
                <a:lnTo>
                  <a:pt x="1606" y="3382"/>
                </a:lnTo>
                <a:lnTo>
                  <a:pt x="1670" y="3317"/>
                </a:lnTo>
                <a:lnTo>
                  <a:pt x="1734" y="3253"/>
                </a:lnTo>
                <a:lnTo>
                  <a:pt x="2012" y="2932"/>
                </a:lnTo>
                <a:lnTo>
                  <a:pt x="2290" y="2611"/>
                </a:lnTo>
                <a:lnTo>
                  <a:pt x="3339" y="1370"/>
                </a:lnTo>
                <a:lnTo>
                  <a:pt x="3574" y="1071"/>
                </a:lnTo>
                <a:lnTo>
                  <a:pt x="3702" y="921"/>
                </a:lnTo>
                <a:lnTo>
                  <a:pt x="3788" y="750"/>
                </a:lnTo>
                <a:lnTo>
                  <a:pt x="3874" y="579"/>
                </a:lnTo>
                <a:lnTo>
                  <a:pt x="3938" y="386"/>
                </a:lnTo>
                <a:lnTo>
                  <a:pt x="3959" y="194"/>
                </a:lnTo>
                <a:lnTo>
                  <a:pt x="3938" y="1"/>
                </a:lnTo>
                <a:close/>
              </a:path>
            </a:pathLst>
          </a:cu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51"/>
          <p:cNvSpPr/>
          <p:nvPr/>
        </p:nvSpPr>
        <p:spPr>
          <a:xfrm>
            <a:off x="5429877" y="2824324"/>
            <a:ext cx="177754" cy="172871"/>
          </a:xfrm>
          <a:custGeom>
            <a:rect b="b" l="l" r="r" t="t"/>
            <a:pathLst>
              <a:path extrusionOk="0" h="3382" w="3960">
                <a:moveTo>
                  <a:pt x="3938" y="1"/>
                </a:moveTo>
                <a:lnTo>
                  <a:pt x="3874" y="44"/>
                </a:lnTo>
                <a:lnTo>
                  <a:pt x="3809" y="44"/>
                </a:lnTo>
                <a:lnTo>
                  <a:pt x="3446" y="279"/>
                </a:lnTo>
                <a:lnTo>
                  <a:pt x="3103" y="557"/>
                </a:lnTo>
                <a:lnTo>
                  <a:pt x="2782" y="857"/>
                </a:lnTo>
                <a:lnTo>
                  <a:pt x="2483" y="1178"/>
                </a:lnTo>
                <a:lnTo>
                  <a:pt x="2247" y="1456"/>
                </a:lnTo>
                <a:lnTo>
                  <a:pt x="2119" y="1606"/>
                </a:lnTo>
                <a:lnTo>
                  <a:pt x="1991" y="1734"/>
                </a:lnTo>
                <a:lnTo>
                  <a:pt x="1884" y="1841"/>
                </a:lnTo>
                <a:lnTo>
                  <a:pt x="1755" y="1927"/>
                </a:lnTo>
                <a:lnTo>
                  <a:pt x="1691" y="1948"/>
                </a:lnTo>
                <a:lnTo>
                  <a:pt x="1627" y="1948"/>
                </a:lnTo>
                <a:lnTo>
                  <a:pt x="1563" y="1905"/>
                </a:lnTo>
                <a:lnTo>
                  <a:pt x="1499" y="1862"/>
                </a:lnTo>
                <a:lnTo>
                  <a:pt x="1392" y="1713"/>
                </a:lnTo>
                <a:lnTo>
                  <a:pt x="1285" y="1541"/>
                </a:lnTo>
                <a:lnTo>
                  <a:pt x="1199" y="1392"/>
                </a:lnTo>
                <a:lnTo>
                  <a:pt x="1092" y="1263"/>
                </a:lnTo>
                <a:lnTo>
                  <a:pt x="985" y="1156"/>
                </a:lnTo>
                <a:lnTo>
                  <a:pt x="921" y="1114"/>
                </a:lnTo>
                <a:lnTo>
                  <a:pt x="857" y="1092"/>
                </a:lnTo>
                <a:lnTo>
                  <a:pt x="771" y="1092"/>
                </a:lnTo>
                <a:lnTo>
                  <a:pt x="686" y="1114"/>
                </a:lnTo>
                <a:lnTo>
                  <a:pt x="579" y="1156"/>
                </a:lnTo>
                <a:lnTo>
                  <a:pt x="472" y="1221"/>
                </a:lnTo>
                <a:lnTo>
                  <a:pt x="129" y="1434"/>
                </a:lnTo>
                <a:lnTo>
                  <a:pt x="44" y="1477"/>
                </a:lnTo>
                <a:lnTo>
                  <a:pt x="1" y="1520"/>
                </a:lnTo>
                <a:lnTo>
                  <a:pt x="1" y="1563"/>
                </a:lnTo>
                <a:lnTo>
                  <a:pt x="22" y="1648"/>
                </a:lnTo>
                <a:lnTo>
                  <a:pt x="44" y="1734"/>
                </a:lnTo>
                <a:lnTo>
                  <a:pt x="87" y="1820"/>
                </a:lnTo>
                <a:lnTo>
                  <a:pt x="193" y="2012"/>
                </a:lnTo>
                <a:lnTo>
                  <a:pt x="450" y="2333"/>
                </a:lnTo>
                <a:lnTo>
                  <a:pt x="793" y="2761"/>
                </a:lnTo>
                <a:lnTo>
                  <a:pt x="964" y="2954"/>
                </a:lnTo>
                <a:lnTo>
                  <a:pt x="1156" y="3146"/>
                </a:lnTo>
                <a:lnTo>
                  <a:pt x="1306" y="3275"/>
                </a:lnTo>
                <a:lnTo>
                  <a:pt x="1392" y="3339"/>
                </a:lnTo>
                <a:lnTo>
                  <a:pt x="1456" y="3382"/>
                </a:lnTo>
                <a:lnTo>
                  <a:pt x="1606" y="3382"/>
                </a:lnTo>
                <a:lnTo>
                  <a:pt x="1670" y="3317"/>
                </a:lnTo>
                <a:lnTo>
                  <a:pt x="1734" y="3253"/>
                </a:lnTo>
                <a:lnTo>
                  <a:pt x="2012" y="2932"/>
                </a:lnTo>
                <a:lnTo>
                  <a:pt x="2290" y="2611"/>
                </a:lnTo>
                <a:lnTo>
                  <a:pt x="3339" y="1370"/>
                </a:lnTo>
                <a:lnTo>
                  <a:pt x="3574" y="1071"/>
                </a:lnTo>
                <a:lnTo>
                  <a:pt x="3702" y="921"/>
                </a:lnTo>
                <a:lnTo>
                  <a:pt x="3788" y="750"/>
                </a:lnTo>
                <a:lnTo>
                  <a:pt x="3874" y="579"/>
                </a:lnTo>
                <a:lnTo>
                  <a:pt x="3938" y="386"/>
                </a:lnTo>
                <a:lnTo>
                  <a:pt x="3959" y="194"/>
                </a:lnTo>
                <a:lnTo>
                  <a:pt x="3938" y="1"/>
                </a:lnTo>
                <a:close/>
              </a:path>
            </a:pathLst>
          </a:cu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04" name="Google Shape;1004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62500" y="1935537"/>
            <a:ext cx="1567425" cy="156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5" name="Google Shape;1005;p5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45425" y="2921275"/>
            <a:ext cx="359700" cy="35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6" name="Google Shape;1006;p51"/>
          <p:cNvSpPr txBox="1"/>
          <p:nvPr/>
        </p:nvSpPr>
        <p:spPr>
          <a:xfrm>
            <a:off x="1529388" y="3575225"/>
            <a:ext cx="1620600" cy="8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Gloria Hallelujah"/>
                <a:ea typeface="Gloria Hallelujah"/>
                <a:cs typeface="Gloria Hallelujah"/>
                <a:sym typeface="Gloria Hallelujah"/>
              </a:rPr>
              <a:t>Spec</a:t>
            </a:r>
            <a:endParaRPr sz="1800">
              <a:latin typeface="Gloria Hallelujah"/>
              <a:ea typeface="Gloria Hallelujah"/>
              <a:cs typeface="Gloria Hallelujah"/>
              <a:sym typeface="Gloria Hallelujah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loria Hallelujah"/>
                <a:ea typeface="Gloria Hallelujah"/>
                <a:cs typeface="Gloria Hallelujah"/>
                <a:sym typeface="Gloria Hallelujah"/>
              </a:rPr>
              <a:t>(Asciidoc)</a:t>
            </a:r>
            <a:endParaRPr>
              <a:latin typeface="Gloria Hallelujah"/>
              <a:ea typeface="Gloria Hallelujah"/>
              <a:cs typeface="Gloria Hallelujah"/>
              <a:sym typeface="Gloria Hallelujah"/>
            </a:endParaRPr>
          </a:p>
        </p:txBody>
      </p:sp>
      <p:sp>
        <p:nvSpPr>
          <p:cNvPr id="1007" name="Google Shape;1007;p51"/>
          <p:cNvSpPr txBox="1"/>
          <p:nvPr/>
        </p:nvSpPr>
        <p:spPr>
          <a:xfrm>
            <a:off x="3020676" y="3537175"/>
            <a:ext cx="1701300" cy="8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Gloria Hallelujah"/>
                <a:ea typeface="Gloria Hallelujah"/>
                <a:cs typeface="Gloria Hallelujah"/>
                <a:sym typeface="Gloria Hallelujah"/>
              </a:rPr>
              <a:t>API</a:t>
            </a:r>
            <a:endParaRPr sz="1800">
              <a:latin typeface="Gloria Hallelujah"/>
              <a:ea typeface="Gloria Hallelujah"/>
              <a:cs typeface="Gloria Hallelujah"/>
              <a:sym typeface="Gloria Hallelujah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loria Hallelujah"/>
                <a:ea typeface="Gloria Hallelujah"/>
                <a:cs typeface="Gloria Hallelujah"/>
                <a:sym typeface="Gloria Hallelujah"/>
              </a:rPr>
              <a:t>(Java interfaces &amp; Annotations)</a:t>
            </a:r>
            <a:endParaRPr>
              <a:latin typeface="Gloria Hallelujah"/>
              <a:ea typeface="Gloria Hallelujah"/>
              <a:cs typeface="Gloria Hallelujah"/>
              <a:sym typeface="Gloria Hallelujah"/>
            </a:endParaRPr>
          </a:p>
        </p:txBody>
      </p:sp>
      <p:sp>
        <p:nvSpPr>
          <p:cNvPr id="1008" name="Google Shape;1008;p51"/>
          <p:cNvSpPr txBox="1"/>
          <p:nvPr/>
        </p:nvSpPr>
        <p:spPr>
          <a:xfrm>
            <a:off x="4870675" y="3559350"/>
            <a:ext cx="1620600" cy="8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Gloria Hallelujah"/>
                <a:ea typeface="Gloria Hallelujah"/>
                <a:cs typeface="Gloria Hallelujah"/>
                <a:sym typeface="Gloria Hallelujah"/>
              </a:rPr>
              <a:t>TCK</a:t>
            </a:r>
            <a:endParaRPr sz="1800">
              <a:latin typeface="Gloria Hallelujah"/>
              <a:ea typeface="Gloria Hallelujah"/>
              <a:cs typeface="Gloria Hallelujah"/>
              <a:sym typeface="Gloria Hallelujah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loria Hallelujah"/>
                <a:ea typeface="Gloria Hallelujah"/>
                <a:cs typeface="Gloria Hallelujah"/>
                <a:sym typeface="Gloria Hallelujah"/>
              </a:rPr>
              <a:t>(TestNG)</a:t>
            </a:r>
            <a:endParaRPr>
              <a:latin typeface="Gloria Hallelujah"/>
              <a:ea typeface="Gloria Hallelujah"/>
              <a:cs typeface="Gloria Hallelujah"/>
              <a:sym typeface="Gloria Hallelujah"/>
            </a:endParaRPr>
          </a:p>
        </p:txBody>
      </p:sp>
      <p:pic>
        <p:nvPicPr>
          <p:cNvPr descr="MP-Mark-gold-web.png" id="1009" name="Google Shape;1009;p5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14275" y="537430"/>
            <a:ext cx="1177200" cy="736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0" name="Google Shape;1010;p5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66363" y="2561575"/>
            <a:ext cx="359700" cy="35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1" name="Google Shape;1011;p51"/>
          <p:cNvSpPr txBox="1"/>
          <p:nvPr/>
        </p:nvSpPr>
        <p:spPr>
          <a:xfrm>
            <a:off x="6528526" y="3575225"/>
            <a:ext cx="1701300" cy="8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Gloria Hallelujah"/>
                <a:ea typeface="Gloria Hallelujah"/>
                <a:cs typeface="Gloria Hallelujah"/>
                <a:sym typeface="Gloria Hallelujah"/>
              </a:rPr>
              <a:t>CI</a:t>
            </a:r>
            <a:endParaRPr sz="1800">
              <a:latin typeface="Gloria Hallelujah"/>
              <a:ea typeface="Gloria Hallelujah"/>
              <a:cs typeface="Gloria Hallelujah"/>
              <a:sym typeface="Gloria Hallelujah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loria Hallelujah"/>
                <a:ea typeface="Gloria Hallelujah"/>
                <a:cs typeface="Gloria Hallelujah"/>
                <a:sym typeface="Gloria Hallelujah"/>
              </a:rPr>
              <a:t>(Java)</a:t>
            </a:r>
            <a:endParaRPr>
              <a:latin typeface="Gloria Hallelujah"/>
              <a:ea typeface="Gloria Hallelujah"/>
              <a:cs typeface="Gloria Hallelujah"/>
              <a:sym typeface="Gloria Hallelujah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52"/>
          <p:cNvSpPr txBox="1"/>
          <p:nvPr>
            <p:ph idx="12" type="sldNum"/>
          </p:nvPr>
        </p:nvSpPr>
        <p:spPr>
          <a:xfrm>
            <a:off x="7899350" y="409842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7" name="Google Shape;1017;p52"/>
          <p:cNvSpPr/>
          <p:nvPr/>
        </p:nvSpPr>
        <p:spPr>
          <a:xfrm>
            <a:off x="1575002" y="2260750"/>
            <a:ext cx="30449" cy="1574048"/>
          </a:xfrm>
          <a:custGeom>
            <a:rect b="b" l="l" r="r" t="t"/>
            <a:pathLst>
              <a:path extrusionOk="0" h="56001" w="4378">
                <a:moveTo>
                  <a:pt x="4378" y="0"/>
                </a:moveTo>
                <a:cubicBezTo>
                  <a:pt x="4378" y="9943"/>
                  <a:pt x="639" y="19593"/>
                  <a:pt x="117" y="29522"/>
                </a:cubicBezTo>
                <a:cubicBezTo>
                  <a:pt x="-350" y="38406"/>
                  <a:pt x="3465" y="47104"/>
                  <a:pt x="3465" y="56001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18" name="Google Shape;1018;p52"/>
          <p:cNvSpPr/>
          <p:nvPr/>
        </p:nvSpPr>
        <p:spPr>
          <a:xfrm>
            <a:off x="1613050" y="3841869"/>
            <a:ext cx="1795675" cy="114650"/>
          </a:xfrm>
          <a:custGeom>
            <a:rect b="b" l="l" r="r" t="t"/>
            <a:pathLst>
              <a:path extrusionOk="0" h="4586" w="71827">
                <a:moveTo>
                  <a:pt x="0" y="1543"/>
                </a:moveTo>
                <a:cubicBezTo>
                  <a:pt x="23497" y="-3166"/>
                  <a:pt x="47863" y="4586"/>
                  <a:pt x="71827" y="4586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19" name="Google Shape;1019;p52"/>
          <p:cNvSpPr/>
          <p:nvPr/>
        </p:nvSpPr>
        <p:spPr>
          <a:xfrm>
            <a:off x="3275635" y="2305425"/>
            <a:ext cx="133100" cy="1651100"/>
          </a:xfrm>
          <a:custGeom>
            <a:rect b="b" l="l" r="r" t="t"/>
            <a:pathLst>
              <a:path extrusionOk="0" h="66044" w="5324">
                <a:moveTo>
                  <a:pt x="5324" y="66044"/>
                </a:moveTo>
                <a:cubicBezTo>
                  <a:pt x="5324" y="49943"/>
                  <a:pt x="1784" y="34025"/>
                  <a:pt x="758" y="17957"/>
                </a:cubicBezTo>
                <a:cubicBezTo>
                  <a:pt x="377" y="11983"/>
                  <a:pt x="-832" y="5679"/>
                  <a:pt x="1063" y="0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20" name="Google Shape;1020;p52"/>
          <p:cNvSpPr/>
          <p:nvPr/>
        </p:nvSpPr>
        <p:spPr>
          <a:xfrm>
            <a:off x="1575000" y="2260748"/>
            <a:ext cx="1797675" cy="56300"/>
          </a:xfrm>
          <a:custGeom>
            <a:rect b="b" l="l" r="r" t="t"/>
            <a:pathLst>
              <a:path extrusionOk="0" h="2252" w="71907">
                <a:moveTo>
                  <a:pt x="0" y="570"/>
                </a:moveTo>
                <a:cubicBezTo>
                  <a:pt x="16747" y="570"/>
                  <a:pt x="33490" y="1294"/>
                  <a:pt x="50218" y="2092"/>
                </a:cubicBezTo>
                <a:cubicBezTo>
                  <a:pt x="56934" y="2412"/>
                  <a:pt x="63718" y="1613"/>
                  <a:pt x="70305" y="266"/>
                </a:cubicBezTo>
                <a:cubicBezTo>
                  <a:pt x="70802" y="164"/>
                  <a:pt x="71987" y="-215"/>
                  <a:pt x="71827" y="266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21" name="Google Shape;1021;p52"/>
          <p:cNvSpPr/>
          <p:nvPr/>
        </p:nvSpPr>
        <p:spPr>
          <a:xfrm>
            <a:off x="1514150" y="2777175"/>
            <a:ext cx="1833624" cy="15224"/>
          </a:xfrm>
          <a:custGeom>
            <a:rect b="b" l="l" r="r" t="t"/>
            <a:pathLst>
              <a:path extrusionOk="0" h="913" w="66653">
                <a:moveTo>
                  <a:pt x="0" y="913"/>
                </a:moveTo>
                <a:cubicBezTo>
                  <a:pt x="22220" y="913"/>
                  <a:pt x="44433" y="0"/>
                  <a:pt x="66653" y="0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22" name="Google Shape;1022;p52"/>
          <p:cNvSpPr txBox="1"/>
          <p:nvPr/>
        </p:nvSpPr>
        <p:spPr>
          <a:xfrm>
            <a:off x="1752062" y="2263575"/>
            <a:ext cx="16626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Profile</a:t>
            </a:r>
            <a:endParaRPr b="1" sz="2400">
              <a:solidFill>
                <a:srgbClr val="666666"/>
              </a:solidFill>
              <a:latin typeface="Gloria Hallelujah"/>
              <a:ea typeface="Gloria Hallelujah"/>
              <a:cs typeface="Gloria Hallelujah"/>
              <a:sym typeface="Gloria Hallelujah"/>
            </a:endParaRPr>
          </a:p>
        </p:txBody>
      </p:sp>
      <p:sp>
        <p:nvSpPr>
          <p:cNvPr id="1023" name="Google Shape;1023;p52"/>
          <p:cNvSpPr txBox="1"/>
          <p:nvPr/>
        </p:nvSpPr>
        <p:spPr>
          <a:xfrm>
            <a:off x="1483685" y="2880150"/>
            <a:ext cx="19803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id</a:t>
            </a:r>
            <a:r>
              <a:rPr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: Long</a:t>
            </a:r>
            <a:endParaRPr>
              <a:solidFill>
                <a:srgbClr val="666666"/>
              </a:solidFill>
              <a:latin typeface="Gloria Hallelujah"/>
              <a:ea typeface="Gloria Hallelujah"/>
              <a:cs typeface="Gloria Hallelujah"/>
              <a:sym typeface="Gloria Hallelujah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person</a:t>
            </a:r>
            <a:r>
              <a:rPr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: Person</a:t>
            </a:r>
            <a:endParaRPr>
              <a:solidFill>
                <a:srgbClr val="666666"/>
              </a:solidFill>
              <a:latin typeface="Gloria Hallelujah"/>
              <a:ea typeface="Gloria Hallelujah"/>
              <a:cs typeface="Gloria Hallelujah"/>
              <a:sym typeface="Gloria Hallelujah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scores</a:t>
            </a:r>
            <a:r>
              <a:rPr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: List&lt;Scores&gt;</a:t>
            </a:r>
            <a:endParaRPr>
              <a:solidFill>
                <a:srgbClr val="666666"/>
              </a:solidFill>
              <a:latin typeface="Gloria Hallelujah"/>
              <a:ea typeface="Gloria Hallelujah"/>
              <a:cs typeface="Gloria Hallelujah"/>
              <a:sym typeface="Gloria Hallelujah"/>
            </a:endParaRPr>
          </a:p>
        </p:txBody>
      </p:sp>
      <p:sp>
        <p:nvSpPr>
          <p:cNvPr id="1024" name="Google Shape;1024;p52"/>
          <p:cNvSpPr/>
          <p:nvPr/>
        </p:nvSpPr>
        <p:spPr>
          <a:xfrm>
            <a:off x="4362052" y="918100"/>
            <a:ext cx="30449" cy="1574048"/>
          </a:xfrm>
          <a:custGeom>
            <a:rect b="b" l="l" r="r" t="t"/>
            <a:pathLst>
              <a:path extrusionOk="0" h="56001" w="4378">
                <a:moveTo>
                  <a:pt x="4378" y="0"/>
                </a:moveTo>
                <a:cubicBezTo>
                  <a:pt x="4378" y="9943"/>
                  <a:pt x="639" y="19593"/>
                  <a:pt x="117" y="29522"/>
                </a:cubicBezTo>
                <a:cubicBezTo>
                  <a:pt x="-350" y="38406"/>
                  <a:pt x="3465" y="47104"/>
                  <a:pt x="3465" y="56001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25" name="Google Shape;1025;p52"/>
          <p:cNvSpPr/>
          <p:nvPr/>
        </p:nvSpPr>
        <p:spPr>
          <a:xfrm>
            <a:off x="4400100" y="2499219"/>
            <a:ext cx="1795675" cy="114650"/>
          </a:xfrm>
          <a:custGeom>
            <a:rect b="b" l="l" r="r" t="t"/>
            <a:pathLst>
              <a:path extrusionOk="0" h="4586" w="71827">
                <a:moveTo>
                  <a:pt x="0" y="1543"/>
                </a:moveTo>
                <a:cubicBezTo>
                  <a:pt x="23497" y="-3166"/>
                  <a:pt x="47863" y="4586"/>
                  <a:pt x="71827" y="4586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26" name="Google Shape;1026;p52"/>
          <p:cNvSpPr/>
          <p:nvPr/>
        </p:nvSpPr>
        <p:spPr>
          <a:xfrm>
            <a:off x="6062685" y="962775"/>
            <a:ext cx="133100" cy="1651100"/>
          </a:xfrm>
          <a:custGeom>
            <a:rect b="b" l="l" r="r" t="t"/>
            <a:pathLst>
              <a:path extrusionOk="0" h="66044" w="5324">
                <a:moveTo>
                  <a:pt x="5324" y="66044"/>
                </a:moveTo>
                <a:cubicBezTo>
                  <a:pt x="5324" y="49943"/>
                  <a:pt x="1784" y="34025"/>
                  <a:pt x="758" y="17957"/>
                </a:cubicBezTo>
                <a:cubicBezTo>
                  <a:pt x="377" y="11983"/>
                  <a:pt x="-832" y="5679"/>
                  <a:pt x="1063" y="0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27" name="Google Shape;1027;p52"/>
          <p:cNvSpPr/>
          <p:nvPr/>
        </p:nvSpPr>
        <p:spPr>
          <a:xfrm>
            <a:off x="4362050" y="918098"/>
            <a:ext cx="1797675" cy="56300"/>
          </a:xfrm>
          <a:custGeom>
            <a:rect b="b" l="l" r="r" t="t"/>
            <a:pathLst>
              <a:path extrusionOk="0" h="2252" w="71907">
                <a:moveTo>
                  <a:pt x="0" y="570"/>
                </a:moveTo>
                <a:cubicBezTo>
                  <a:pt x="16747" y="570"/>
                  <a:pt x="33490" y="1294"/>
                  <a:pt x="50218" y="2092"/>
                </a:cubicBezTo>
                <a:cubicBezTo>
                  <a:pt x="56934" y="2412"/>
                  <a:pt x="63718" y="1613"/>
                  <a:pt x="70305" y="266"/>
                </a:cubicBezTo>
                <a:cubicBezTo>
                  <a:pt x="70802" y="164"/>
                  <a:pt x="71987" y="-215"/>
                  <a:pt x="71827" y="266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28" name="Google Shape;1028;p52"/>
          <p:cNvSpPr/>
          <p:nvPr/>
        </p:nvSpPr>
        <p:spPr>
          <a:xfrm>
            <a:off x="4301200" y="1434525"/>
            <a:ext cx="1833624" cy="15224"/>
          </a:xfrm>
          <a:custGeom>
            <a:rect b="b" l="l" r="r" t="t"/>
            <a:pathLst>
              <a:path extrusionOk="0" h="913" w="66653">
                <a:moveTo>
                  <a:pt x="0" y="913"/>
                </a:moveTo>
                <a:cubicBezTo>
                  <a:pt x="22220" y="913"/>
                  <a:pt x="44433" y="0"/>
                  <a:pt x="66653" y="0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29" name="Google Shape;1029;p52"/>
          <p:cNvSpPr txBox="1"/>
          <p:nvPr/>
        </p:nvSpPr>
        <p:spPr>
          <a:xfrm>
            <a:off x="4462912" y="920925"/>
            <a:ext cx="16626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Person</a:t>
            </a:r>
            <a:endParaRPr b="1" sz="2400">
              <a:solidFill>
                <a:srgbClr val="666666"/>
              </a:solidFill>
              <a:latin typeface="Gloria Hallelujah"/>
              <a:ea typeface="Gloria Hallelujah"/>
              <a:cs typeface="Gloria Hallelujah"/>
              <a:sym typeface="Gloria Hallelujah"/>
            </a:endParaRPr>
          </a:p>
        </p:txBody>
      </p:sp>
      <p:sp>
        <p:nvSpPr>
          <p:cNvPr id="1030" name="Google Shape;1030;p52"/>
          <p:cNvSpPr txBox="1"/>
          <p:nvPr/>
        </p:nvSpPr>
        <p:spPr>
          <a:xfrm>
            <a:off x="4270735" y="1537500"/>
            <a:ext cx="19803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id</a:t>
            </a:r>
            <a:r>
              <a:rPr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: Long</a:t>
            </a:r>
            <a:endParaRPr>
              <a:solidFill>
                <a:srgbClr val="666666"/>
              </a:solidFill>
              <a:latin typeface="Gloria Hallelujah"/>
              <a:ea typeface="Gloria Hallelujah"/>
              <a:cs typeface="Gloria Hallelujah"/>
              <a:sym typeface="Gloria Hallelujah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surname</a:t>
            </a:r>
            <a:r>
              <a:rPr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: String</a:t>
            </a:r>
            <a:endParaRPr>
              <a:solidFill>
                <a:srgbClr val="666666"/>
              </a:solidFill>
              <a:latin typeface="Gloria Hallelujah"/>
              <a:ea typeface="Gloria Hallelujah"/>
              <a:cs typeface="Gloria Hallelujah"/>
              <a:sym typeface="Gloria Hallelujah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…..</a:t>
            </a:r>
            <a:endParaRPr>
              <a:solidFill>
                <a:srgbClr val="666666"/>
              </a:solidFill>
              <a:latin typeface="Gloria Hallelujah"/>
              <a:ea typeface="Gloria Hallelujah"/>
              <a:cs typeface="Gloria Hallelujah"/>
              <a:sym typeface="Gloria Hallelujah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names</a:t>
            </a:r>
            <a:r>
              <a:rPr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: String[]</a:t>
            </a:r>
            <a:endParaRPr>
              <a:solidFill>
                <a:srgbClr val="666666"/>
              </a:solidFill>
              <a:latin typeface="Gloria Hallelujah"/>
              <a:ea typeface="Gloria Hallelujah"/>
              <a:cs typeface="Gloria Hallelujah"/>
              <a:sym typeface="Gloria Hallelujah"/>
            </a:endParaRPr>
          </a:p>
        </p:txBody>
      </p:sp>
      <p:sp>
        <p:nvSpPr>
          <p:cNvPr id="1031" name="Google Shape;1031;p52"/>
          <p:cNvSpPr/>
          <p:nvPr/>
        </p:nvSpPr>
        <p:spPr>
          <a:xfrm>
            <a:off x="6482852" y="2389675"/>
            <a:ext cx="30449" cy="1574048"/>
          </a:xfrm>
          <a:custGeom>
            <a:rect b="b" l="l" r="r" t="t"/>
            <a:pathLst>
              <a:path extrusionOk="0" h="56001" w="4378">
                <a:moveTo>
                  <a:pt x="4378" y="0"/>
                </a:moveTo>
                <a:cubicBezTo>
                  <a:pt x="4378" y="9943"/>
                  <a:pt x="639" y="19593"/>
                  <a:pt x="117" y="29522"/>
                </a:cubicBezTo>
                <a:cubicBezTo>
                  <a:pt x="-350" y="38406"/>
                  <a:pt x="3465" y="47104"/>
                  <a:pt x="3465" y="56001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32" name="Google Shape;1032;p52"/>
          <p:cNvSpPr/>
          <p:nvPr/>
        </p:nvSpPr>
        <p:spPr>
          <a:xfrm>
            <a:off x="6520900" y="3970794"/>
            <a:ext cx="1795675" cy="114650"/>
          </a:xfrm>
          <a:custGeom>
            <a:rect b="b" l="l" r="r" t="t"/>
            <a:pathLst>
              <a:path extrusionOk="0" h="4586" w="71827">
                <a:moveTo>
                  <a:pt x="0" y="1543"/>
                </a:moveTo>
                <a:cubicBezTo>
                  <a:pt x="23497" y="-3166"/>
                  <a:pt x="47863" y="4586"/>
                  <a:pt x="71827" y="4586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33" name="Google Shape;1033;p52"/>
          <p:cNvSpPr/>
          <p:nvPr/>
        </p:nvSpPr>
        <p:spPr>
          <a:xfrm>
            <a:off x="8183485" y="2434350"/>
            <a:ext cx="133100" cy="1651100"/>
          </a:xfrm>
          <a:custGeom>
            <a:rect b="b" l="l" r="r" t="t"/>
            <a:pathLst>
              <a:path extrusionOk="0" h="66044" w="5324">
                <a:moveTo>
                  <a:pt x="5324" y="66044"/>
                </a:moveTo>
                <a:cubicBezTo>
                  <a:pt x="5324" y="49943"/>
                  <a:pt x="1784" y="34025"/>
                  <a:pt x="758" y="17957"/>
                </a:cubicBezTo>
                <a:cubicBezTo>
                  <a:pt x="377" y="11983"/>
                  <a:pt x="-832" y="5679"/>
                  <a:pt x="1063" y="0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34" name="Google Shape;1034;p52"/>
          <p:cNvSpPr/>
          <p:nvPr/>
        </p:nvSpPr>
        <p:spPr>
          <a:xfrm>
            <a:off x="6482850" y="2389673"/>
            <a:ext cx="1797675" cy="56300"/>
          </a:xfrm>
          <a:custGeom>
            <a:rect b="b" l="l" r="r" t="t"/>
            <a:pathLst>
              <a:path extrusionOk="0" h="2252" w="71907">
                <a:moveTo>
                  <a:pt x="0" y="570"/>
                </a:moveTo>
                <a:cubicBezTo>
                  <a:pt x="16747" y="570"/>
                  <a:pt x="33490" y="1294"/>
                  <a:pt x="50218" y="2092"/>
                </a:cubicBezTo>
                <a:cubicBezTo>
                  <a:pt x="56934" y="2412"/>
                  <a:pt x="63718" y="1613"/>
                  <a:pt x="70305" y="266"/>
                </a:cubicBezTo>
                <a:cubicBezTo>
                  <a:pt x="70802" y="164"/>
                  <a:pt x="71987" y="-215"/>
                  <a:pt x="71827" y="266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35" name="Google Shape;1035;p52"/>
          <p:cNvSpPr/>
          <p:nvPr/>
        </p:nvSpPr>
        <p:spPr>
          <a:xfrm>
            <a:off x="6422000" y="2906100"/>
            <a:ext cx="1833624" cy="15224"/>
          </a:xfrm>
          <a:custGeom>
            <a:rect b="b" l="l" r="r" t="t"/>
            <a:pathLst>
              <a:path extrusionOk="0" h="913" w="66653">
                <a:moveTo>
                  <a:pt x="0" y="913"/>
                </a:moveTo>
                <a:cubicBezTo>
                  <a:pt x="22220" y="913"/>
                  <a:pt x="44433" y="0"/>
                  <a:pt x="66653" y="0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36" name="Google Shape;1036;p52"/>
          <p:cNvSpPr txBox="1"/>
          <p:nvPr/>
        </p:nvSpPr>
        <p:spPr>
          <a:xfrm>
            <a:off x="6507512" y="2392500"/>
            <a:ext cx="16626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Score</a:t>
            </a:r>
            <a:endParaRPr b="1" sz="2400">
              <a:solidFill>
                <a:srgbClr val="666666"/>
              </a:solidFill>
              <a:latin typeface="Gloria Hallelujah"/>
              <a:ea typeface="Gloria Hallelujah"/>
              <a:cs typeface="Gloria Hallelujah"/>
              <a:sym typeface="Gloria Hallelujah"/>
            </a:endParaRPr>
          </a:p>
        </p:txBody>
      </p:sp>
      <p:sp>
        <p:nvSpPr>
          <p:cNvPr id="1037" name="Google Shape;1037;p52"/>
          <p:cNvSpPr txBox="1"/>
          <p:nvPr/>
        </p:nvSpPr>
        <p:spPr>
          <a:xfrm>
            <a:off x="6391535" y="3009075"/>
            <a:ext cx="19803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id</a:t>
            </a:r>
            <a:r>
              <a:rPr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: Long</a:t>
            </a:r>
            <a:endParaRPr>
              <a:solidFill>
                <a:srgbClr val="666666"/>
              </a:solidFill>
              <a:latin typeface="Gloria Hallelujah"/>
              <a:ea typeface="Gloria Hallelujah"/>
              <a:cs typeface="Gloria Hallelujah"/>
              <a:sym typeface="Gloria Hallelujah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type</a:t>
            </a:r>
            <a:r>
              <a:rPr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: ScoreType</a:t>
            </a:r>
            <a:endParaRPr>
              <a:solidFill>
                <a:srgbClr val="666666"/>
              </a:solidFill>
              <a:latin typeface="Gloria Hallelujah"/>
              <a:ea typeface="Gloria Hallelujah"/>
              <a:cs typeface="Gloria Hallelujah"/>
              <a:sym typeface="Gloria Hallelujah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value</a:t>
            </a:r>
            <a:r>
              <a:rPr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: ScoreValue</a:t>
            </a:r>
            <a:endParaRPr>
              <a:solidFill>
                <a:srgbClr val="666666"/>
              </a:solidFill>
              <a:latin typeface="Gloria Hallelujah"/>
              <a:ea typeface="Gloria Hallelujah"/>
              <a:cs typeface="Gloria Hallelujah"/>
              <a:sym typeface="Gloria Hallelujah"/>
            </a:endParaRPr>
          </a:p>
        </p:txBody>
      </p:sp>
      <p:sp>
        <p:nvSpPr>
          <p:cNvPr id="1038" name="Google Shape;1038;p52"/>
          <p:cNvSpPr/>
          <p:nvPr/>
        </p:nvSpPr>
        <p:spPr>
          <a:xfrm rot="-1705844">
            <a:off x="3229771" y="2404086"/>
            <a:ext cx="1152557" cy="422656"/>
          </a:xfrm>
          <a:custGeom>
            <a:rect b="b" l="l" r="r" t="t"/>
            <a:pathLst>
              <a:path extrusionOk="0" h="10449" w="40002">
                <a:moveTo>
                  <a:pt x="0" y="8623"/>
                </a:moveTo>
                <a:cubicBezTo>
                  <a:pt x="9651" y="8623"/>
                  <a:pt x="19269" y="7459"/>
                  <a:pt x="28913" y="7101"/>
                </a:cubicBezTo>
                <a:cubicBezTo>
                  <a:pt x="32397" y="6972"/>
                  <a:pt x="37702" y="8698"/>
                  <a:pt x="39261" y="5580"/>
                </a:cubicBezTo>
                <a:cubicBezTo>
                  <a:pt x="40162" y="3779"/>
                  <a:pt x="36423" y="2659"/>
                  <a:pt x="34696" y="1623"/>
                </a:cubicBezTo>
                <a:cubicBezTo>
                  <a:pt x="34204" y="1328"/>
                  <a:pt x="33073" y="0"/>
                  <a:pt x="33479" y="406"/>
                </a:cubicBezTo>
                <a:cubicBezTo>
                  <a:pt x="35330" y="2257"/>
                  <a:pt x="39303" y="2415"/>
                  <a:pt x="39870" y="4971"/>
                </a:cubicBezTo>
                <a:cubicBezTo>
                  <a:pt x="40399" y="7356"/>
                  <a:pt x="37033" y="9094"/>
                  <a:pt x="35000" y="10449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39" name="Google Shape;1039;p52"/>
          <p:cNvSpPr/>
          <p:nvPr/>
        </p:nvSpPr>
        <p:spPr>
          <a:xfrm>
            <a:off x="3416325" y="3475829"/>
            <a:ext cx="3089900" cy="271475"/>
          </a:xfrm>
          <a:custGeom>
            <a:rect b="b" l="l" r="r" t="t"/>
            <a:pathLst>
              <a:path extrusionOk="0" h="10859" w="123596">
                <a:moveTo>
                  <a:pt x="0" y="2642"/>
                </a:moveTo>
                <a:cubicBezTo>
                  <a:pt x="28421" y="2642"/>
                  <a:pt x="56797" y="5381"/>
                  <a:pt x="85218" y="5381"/>
                </a:cubicBezTo>
                <a:cubicBezTo>
                  <a:pt x="93334" y="5381"/>
                  <a:pt x="101449" y="5381"/>
                  <a:pt x="109565" y="5381"/>
                </a:cubicBezTo>
                <a:cubicBezTo>
                  <a:pt x="114131" y="5381"/>
                  <a:pt x="120037" y="8919"/>
                  <a:pt x="123261" y="5685"/>
                </a:cubicBezTo>
                <a:cubicBezTo>
                  <a:pt x="125030" y="3910"/>
                  <a:pt x="119216" y="2608"/>
                  <a:pt x="116870" y="1728"/>
                </a:cubicBezTo>
                <a:cubicBezTo>
                  <a:pt x="116104" y="1441"/>
                  <a:pt x="114100" y="0"/>
                  <a:pt x="114739" y="511"/>
                </a:cubicBezTo>
                <a:cubicBezTo>
                  <a:pt x="117335" y="2586"/>
                  <a:pt x="123807" y="2407"/>
                  <a:pt x="123261" y="5685"/>
                </a:cubicBezTo>
                <a:cubicBezTo>
                  <a:pt x="122849" y="8163"/>
                  <a:pt x="119559" y="9083"/>
                  <a:pt x="117783" y="10859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40" name="Google Shape;1040;p52"/>
          <p:cNvSpPr/>
          <p:nvPr/>
        </p:nvSpPr>
        <p:spPr>
          <a:xfrm>
            <a:off x="1656125" y="2431525"/>
            <a:ext cx="273615" cy="231173"/>
          </a:xfrm>
          <a:custGeom>
            <a:rect b="b" l="l" r="r" t="t"/>
            <a:pathLst>
              <a:path extrusionOk="0" h="8045" w="8709">
                <a:moveTo>
                  <a:pt x="8665" y="4793"/>
                </a:moveTo>
                <a:lnTo>
                  <a:pt x="8665" y="4793"/>
                </a:lnTo>
                <a:lnTo>
                  <a:pt x="8687" y="3916"/>
                </a:lnTo>
                <a:lnTo>
                  <a:pt x="8708" y="3038"/>
                </a:lnTo>
                <a:lnTo>
                  <a:pt x="8708" y="3038"/>
                </a:lnTo>
                <a:lnTo>
                  <a:pt x="8687" y="2717"/>
                </a:lnTo>
                <a:lnTo>
                  <a:pt x="8665" y="2396"/>
                </a:lnTo>
                <a:lnTo>
                  <a:pt x="8622" y="2225"/>
                </a:lnTo>
                <a:lnTo>
                  <a:pt x="8580" y="2076"/>
                </a:lnTo>
                <a:lnTo>
                  <a:pt x="8516" y="1926"/>
                </a:lnTo>
                <a:lnTo>
                  <a:pt x="8409" y="1797"/>
                </a:lnTo>
                <a:lnTo>
                  <a:pt x="8409" y="1797"/>
                </a:lnTo>
                <a:lnTo>
                  <a:pt x="8366" y="1733"/>
                </a:lnTo>
                <a:lnTo>
                  <a:pt x="8302" y="1690"/>
                </a:lnTo>
                <a:lnTo>
                  <a:pt x="8130" y="1626"/>
                </a:lnTo>
                <a:lnTo>
                  <a:pt x="7959" y="1583"/>
                </a:lnTo>
                <a:lnTo>
                  <a:pt x="7767" y="1541"/>
                </a:lnTo>
                <a:lnTo>
                  <a:pt x="7360" y="1541"/>
                </a:lnTo>
                <a:lnTo>
                  <a:pt x="7018" y="1541"/>
                </a:lnTo>
                <a:lnTo>
                  <a:pt x="7018" y="1541"/>
                </a:lnTo>
                <a:lnTo>
                  <a:pt x="6633" y="1541"/>
                </a:lnTo>
                <a:lnTo>
                  <a:pt x="6226" y="1562"/>
                </a:lnTo>
                <a:lnTo>
                  <a:pt x="6226" y="1562"/>
                </a:lnTo>
                <a:lnTo>
                  <a:pt x="6141" y="1562"/>
                </a:lnTo>
                <a:lnTo>
                  <a:pt x="6076" y="1541"/>
                </a:lnTo>
                <a:lnTo>
                  <a:pt x="6034" y="1519"/>
                </a:lnTo>
                <a:lnTo>
                  <a:pt x="6012" y="1476"/>
                </a:lnTo>
                <a:lnTo>
                  <a:pt x="6012" y="1348"/>
                </a:lnTo>
                <a:lnTo>
                  <a:pt x="6012" y="1177"/>
                </a:lnTo>
                <a:lnTo>
                  <a:pt x="6012" y="1177"/>
                </a:lnTo>
                <a:lnTo>
                  <a:pt x="6012" y="1006"/>
                </a:lnTo>
                <a:lnTo>
                  <a:pt x="6012" y="856"/>
                </a:lnTo>
                <a:lnTo>
                  <a:pt x="5991" y="770"/>
                </a:lnTo>
                <a:lnTo>
                  <a:pt x="5948" y="706"/>
                </a:lnTo>
                <a:lnTo>
                  <a:pt x="5905" y="663"/>
                </a:lnTo>
                <a:lnTo>
                  <a:pt x="5841" y="599"/>
                </a:lnTo>
                <a:lnTo>
                  <a:pt x="5841" y="599"/>
                </a:lnTo>
                <a:lnTo>
                  <a:pt x="5691" y="514"/>
                </a:lnTo>
                <a:lnTo>
                  <a:pt x="5520" y="428"/>
                </a:lnTo>
                <a:lnTo>
                  <a:pt x="5199" y="278"/>
                </a:lnTo>
                <a:lnTo>
                  <a:pt x="5199" y="278"/>
                </a:lnTo>
                <a:lnTo>
                  <a:pt x="4921" y="150"/>
                </a:lnTo>
                <a:lnTo>
                  <a:pt x="4793" y="86"/>
                </a:lnTo>
                <a:lnTo>
                  <a:pt x="4664" y="43"/>
                </a:lnTo>
                <a:lnTo>
                  <a:pt x="4515" y="22"/>
                </a:lnTo>
                <a:lnTo>
                  <a:pt x="4365" y="0"/>
                </a:lnTo>
                <a:lnTo>
                  <a:pt x="4236" y="22"/>
                </a:lnTo>
                <a:lnTo>
                  <a:pt x="4087" y="64"/>
                </a:lnTo>
                <a:lnTo>
                  <a:pt x="4087" y="64"/>
                </a:lnTo>
                <a:lnTo>
                  <a:pt x="3701" y="257"/>
                </a:lnTo>
                <a:lnTo>
                  <a:pt x="3316" y="428"/>
                </a:lnTo>
                <a:lnTo>
                  <a:pt x="3316" y="428"/>
                </a:lnTo>
                <a:lnTo>
                  <a:pt x="2995" y="599"/>
                </a:lnTo>
                <a:lnTo>
                  <a:pt x="2846" y="685"/>
                </a:lnTo>
                <a:lnTo>
                  <a:pt x="2717" y="792"/>
                </a:lnTo>
                <a:lnTo>
                  <a:pt x="2717" y="792"/>
                </a:lnTo>
                <a:lnTo>
                  <a:pt x="2674" y="856"/>
                </a:lnTo>
                <a:lnTo>
                  <a:pt x="2653" y="920"/>
                </a:lnTo>
                <a:lnTo>
                  <a:pt x="2632" y="984"/>
                </a:lnTo>
                <a:lnTo>
                  <a:pt x="2632" y="1049"/>
                </a:lnTo>
                <a:lnTo>
                  <a:pt x="2653" y="1177"/>
                </a:lnTo>
                <a:lnTo>
                  <a:pt x="2674" y="1327"/>
                </a:lnTo>
                <a:lnTo>
                  <a:pt x="2674" y="1327"/>
                </a:lnTo>
                <a:lnTo>
                  <a:pt x="2653" y="1391"/>
                </a:lnTo>
                <a:lnTo>
                  <a:pt x="2632" y="1455"/>
                </a:lnTo>
                <a:lnTo>
                  <a:pt x="2610" y="1476"/>
                </a:lnTo>
                <a:lnTo>
                  <a:pt x="2546" y="1498"/>
                </a:lnTo>
                <a:lnTo>
                  <a:pt x="2439" y="1498"/>
                </a:lnTo>
                <a:lnTo>
                  <a:pt x="2289" y="1498"/>
                </a:lnTo>
                <a:lnTo>
                  <a:pt x="2289" y="1498"/>
                </a:lnTo>
                <a:lnTo>
                  <a:pt x="1562" y="1519"/>
                </a:lnTo>
                <a:lnTo>
                  <a:pt x="1198" y="1562"/>
                </a:lnTo>
                <a:lnTo>
                  <a:pt x="856" y="1605"/>
                </a:lnTo>
                <a:lnTo>
                  <a:pt x="856" y="1605"/>
                </a:lnTo>
                <a:lnTo>
                  <a:pt x="706" y="1626"/>
                </a:lnTo>
                <a:lnTo>
                  <a:pt x="556" y="1669"/>
                </a:lnTo>
                <a:lnTo>
                  <a:pt x="407" y="1712"/>
                </a:lnTo>
                <a:lnTo>
                  <a:pt x="278" y="1797"/>
                </a:lnTo>
                <a:lnTo>
                  <a:pt x="278" y="1797"/>
                </a:lnTo>
                <a:lnTo>
                  <a:pt x="235" y="1862"/>
                </a:lnTo>
                <a:lnTo>
                  <a:pt x="193" y="1926"/>
                </a:lnTo>
                <a:lnTo>
                  <a:pt x="150" y="2097"/>
                </a:lnTo>
                <a:lnTo>
                  <a:pt x="86" y="2418"/>
                </a:lnTo>
                <a:lnTo>
                  <a:pt x="86" y="2418"/>
                </a:lnTo>
                <a:lnTo>
                  <a:pt x="43" y="2824"/>
                </a:lnTo>
                <a:lnTo>
                  <a:pt x="0" y="3231"/>
                </a:lnTo>
                <a:lnTo>
                  <a:pt x="0" y="3659"/>
                </a:lnTo>
                <a:lnTo>
                  <a:pt x="0" y="4065"/>
                </a:lnTo>
                <a:lnTo>
                  <a:pt x="43" y="4900"/>
                </a:lnTo>
                <a:lnTo>
                  <a:pt x="64" y="5734"/>
                </a:lnTo>
                <a:lnTo>
                  <a:pt x="64" y="5734"/>
                </a:lnTo>
                <a:lnTo>
                  <a:pt x="43" y="5798"/>
                </a:lnTo>
                <a:lnTo>
                  <a:pt x="43" y="5970"/>
                </a:lnTo>
                <a:lnTo>
                  <a:pt x="43" y="6483"/>
                </a:lnTo>
                <a:lnTo>
                  <a:pt x="86" y="7039"/>
                </a:lnTo>
                <a:lnTo>
                  <a:pt x="107" y="7253"/>
                </a:lnTo>
                <a:lnTo>
                  <a:pt x="128" y="7360"/>
                </a:lnTo>
                <a:lnTo>
                  <a:pt x="128" y="7360"/>
                </a:lnTo>
                <a:lnTo>
                  <a:pt x="214" y="7510"/>
                </a:lnTo>
                <a:lnTo>
                  <a:pt x="342" y="7617"/>
                </a:lnTo>
                <a:lnTo>
                  <a:pt x="514" y="7724"/>
                </a:lnTo>
                <a:lnTo>
                  <a:pt x="685" y="7810"/>
                </a:lnTo>
                <a:lnTo>
                  <a:pt x="877" y="7874"/>
                </a:lnTo>
                <a:lnTo>
                  <a:pt x="1070" y="7938"/>
                </a:lnTo>
                <a:lnTo>
                  <a:pt x="1412" y="8002"/>
                </a:lnTo>
                <a:lnTo>
                  <a:pt x="1412" y="8002"/>
                </a:lnTo>
                <a:lnTo>
                  <a:pt x="1861" y="8045"/>
                </a:lnTo>
                <a:lnTo>
                  <a:pt x="2332" y="8045"/>
                </a:lnTo>
                <a:lnTo>
                  <a:pt x="2803" y="8045"/>
                </a:lnTo>
                <a:lnTo>
                  <a:pt x="3252" y="8024"/>
                </a:lnTo>
                <a:lnTo>
                  <a:pt x="4194" y="7959"/>
                </a:lnTo>
                <a:lnTo>
                  <a:pt x="4664" y="7959"/>
                </a:lnTo>
                <a:lnTo>
                  <a:pt x="5114" y="7959"/>
                </a:lnTo>
                <a:lnTo>
                  <a:pt x="5114" y="7959"/>
                </a:lnTo>
                <a:lnTo>
                  <a:pt x="5969" y="7981"/>
                </a:lnTo>
                <a:lnTo>
                  <a:pt x="6397" y="7981"/>
                </a:lnTo>
                <a:lnTo>
                  <a:pt x="6825" y="7959"/>
                </a:lnTo>
                <a:lnTo>
                  <a:pt x="6825" y="7959"/>
                </a:lnTo>
                <a:lnTo>
                  <a:pt x="7210" y="7938"/>
                </a:lnTo>
                <a:lnTo>
                  <a:pt x="7617" y="7917"/>
                </a:lnTo>
                <a:lnTo>
                  <a:pt x="7809" y="7874"/>
                </a:lnTo>
                <a:lnTo>
                  <a:pt x="8023" y="7852"/>
                </a:lnTo>
                <a:lnTo>
                  <a:pt x="8195" y="7788"/>
                </a:lnTo>
                <a:lnTo>
                  <a:pt x="8366" y="7703"/>
                </a:lnTo>
                <a:lnTo>
                  <a:pt x="8366" y="7703"/>
                </a:lnTo>
                <a:lnTo>
                  <a:pt x="8430" y="7660"/>
                </a:lnTo>
                <a:lnTo>
                  <a:pt x="8494" y="7617"/>
                </a:lnTo>
                <a:lnTo>
                  <a:pt x="8580" y="7467"/>
                </a:lnTo>
                <a:lnTo>
                  <a:pt x="8622" y="7318"/>
                </a:lnTo>
                <a:lnTo>
                  <a:pt x="8665" y="7146"/>
                </a:lnTo>
                <a:lnTo>
                  <a:pt x="8665" y="6954"/>
                </a:lnTo>
                <a:lnTo>
                  <a:pt x="8665" y="6783"/>
                </a:lnTo>
                <a:lnTo>
                  <a:pt x="8644" y="6462"/>
                </a:lnTo>
                <a:lnTo>
                  <a:pt x="8644" y="6462"/>
                </a:lnTo>
                <a:lnTo>
                  <a:pt x="8665" y="4793"/>
                </a:lnTo>
                <a:lnTo>
                  <a:pt x="8665" y="4793"/>
                </a:lnTo>
                <a:close/>
                <a:moveTo>
                  <a:pt x="3124" y="1049"/>
                </a:moveTo>
                <a:lnTo>
                  <a:pt x="3124" y="1049"/>
                </a:lnTo>
                <a:lnTo>
                  <a:pt x="3167" y="963"/>
                </a:lnTo>
                <a:lnTo>
                  <a:pt x="3252" y="920"/>
                </a:lnTo>
                <a:lnTo>
                  <a:pt x="3252" y="920"/>
                </a:lnTo>
                <a:lnTo>
                  <a:pt x="3445" y="856"/>
                </a:lnTo>
                <a:lnTo>
                  <a:pt x="3637" y="792"/>
                </a:lnTo>
                <a:lnTo>
                  <a:pt x="3830" y="728"/>
                </a:lnTo>
                <a:lnTo>
                  <a:pt x="4022" y="642"/>
                </a:lnTo>
                <a:lnTo>
                  <a:pt x="4022" y="642"/>
                </a:lnTo>
                <a:lnTo>
                  <a:pt x="4236" y="535"/>
                </a:lnTo>
                <a:lnTo>
                  <a:pt x="4408" y="471"/>
                </a:lnTo>
                <a:lnTo>
                  <a:pt x="4493" y="471"/>
                </a:lnTo>
                <a:lnTo>
                  <a:pt x="4579" y="471"/>
                </a:lnTo>
                <a:lnTo>
                  <a:pt x="4664" y="492"/>
                </a:lnTo>
                <a:lnTo>
                  <a:pt x="4793" y="535"/>
                </a:lnTo>
                <a:lnTo>
                  <a:pt x="4793" y="535"/>
                </a:lnTo>
                <a:lnTo>
                  <a:pt x="5178" y="663"/>
                </a:lnTo>
                <a:lnTo>
                  <a:pt x="5370" y="749"/>
                </a:lnTo>
                <a:lnTo>
                  <a:pt x="5456" y="792"/>
                </a:lnTo>
                <a:lnTo>
                  <a:pt x="5499" y="856"/>
                </a:lnTo>
                <a:lnTo>
                  <a:pt x="5499" y="856"/>
                </a:lnTo>
                <a:lnTo>
                  <a:pt x="5542" y="920"/>
                </a:lnTo>
                <a:lnTo>
                  <a:pt x="5584" y="1006"/>
                </a:lnTo>
                <a:lnTo>
                  <a:pt x="5627" y="1198"/>
                </a:lnTo>
                <a:lnTo>
                  <a:pt x="5627" y="1412"/>
                </a:lnTo>
                <a:lnTo>
                  <a:pt x="5606" y="1498"/>
                </a:lnTo>
                <a:lnTo>
                  <a:pt x="5584" y="1583"/>
                </a:lnTo>
                <a:lnTo>
                  <a:pt x="5584" y="1583"/>
                </a:lnTo>
                <a:lnTo>
                  <a:pt x="5542" y="1626"/>
                </a:lnTo>
                <a:lnTo>
                  <a:pt x="5456" y="1669"/>
                </a:lnTo>
                <a:lnTo>
                  <a:pt x="5242" y="1755"/>
                </a:lnTo>
                <a:lnTo>
                  <a:pt x="5049" y="1797"/>
                </a:lnTo>
                <a:lnTo>
                  <a:pt x="4985" y="1797"/>
                </a:lnTo>
                <a:lnTo>
                  <a:pt x="4964" y="1776"/>
                </a:lnTo>
                <a:lnTo>
                  <a:pt x="4964" y="1776"/>
                </a:lnTo>
                <a:lnTo>
                  <a:pt x="3851" y="1755"/>
                </a:lnTo>
                <a:lnTo>
                  <a:pt x="3851" y="1755"/>
                </a:lnTo>
                <a:lnTo>
                  <a:pt x="3680" y="1755"/>
                </a:lnTo>
                <a:lnTo>
                  <a:pt x="3488" y="1755"/>
                </a:lnTo>
                <a:lnTo>
                  <a:pt x="3381" y="1733"/>
                </a:lnTo>
                <a:lnTo>
                  <a:pt x="3295" y="1712"/>
                </a:lnTo>
                <a:lnTo>
                  <a:pt x="3231" y="1669"/>
                </a:lnTo>
                <a:lnTo>
                  <a:pt x="3167" y="1605"/>
                </a:lnTo>
                <a:lnTo>
                  <a:pt x="3167" y="1605"/>
                </a:lnTo>
                <a:lnTo>
                  <a:pt x="3145" y="1519"/>
                </a:lnTo>
                <a:lnTo>
                  <a:pt x="3124" y="1327"/>
                </a:lnTo>
                <a:lnTo>
                  <a:pt x="3102" y="1156"/>
                </a:lnTo>
                <a:lnTo>
                  <a:pt x="3124" y="1049"/>
                </a:lnTo>
                <a:lnTo>
                  <a:pt x="3124" y="1049"/>
                </a:lnTo>
                <a:close/>
                <a:moveTo>
                  <a:pt x="8216" y="4108"/>
                </a:moveTo>
                <a:lnTo>
                  <a:pt x="8216" y="4108"/>
                </a:lnTo>
                <a:lnTo>
                  <a:pt x="8195" y="4429"/>
                </a:lnTo>
                <a:lnTo>
                  <a:pt x="8152" y="4750"/>
                </a:lnTo>
                <a:lnTo>
                  <a:pt x="8109" y="5092"/>
                </a:lnTo>
                <a:lnTo>
                  <a:pt x="8088" y="5413"/>
                </a:lnTo>
                <a:lnTo>
                  <a:pt x="8088" y="5413"/>
                </a:lnTo>
                <a:lnTo>
                  <a:pt x="8088" y="6077"/>
                </a:lnTo>
                <a:lnTo>
                  <a:pt x="8088" y="6419"/>
                </a:lnTo>
                <a:lnTo>
                  <a:pt x="8066" y="6740"/>
                </a:lnTo>
                <a:lnTo>
                  <a:pt x="8066" y="6740"/>
                </a:lnTo>
                <a:lnTo>
                  <a:pt x="8045" y="6868"/>
                </a:lnTo>
                <a:lnTo>
                  <a:pt x="8023" y="6997"/>
                </a:lnTo>
                <a:lnTo>
                  <a:pt x="7959" y="7104"/>
                </a:lnTo>
                <a:lnTo>
                  <a:pt x="7916" y="7146"/>
                </a:lnTo>
                <a:lnTo>
                  <a:pt x="7852" y="7189"/>
                </a:lnTo>
                <a:lnTo>
                  <a:pt x="7852" y="7189"/>
                </a:lnTo>
                <a:lnTo>
                  <a:pt x="7745" y="7253"/>
                </a:lnTo>
                <a:lnTo>
                  <a:pt x="7595" y="7296"/>
                </a:lnTo>
                <a:lnTo>
                  <a:pt x="7339" y="7360"/>
                </a:lnTo>
                <a:lnTo>
                  <a:pt x="7339" y="7360"/>
                </a:lnTo>
                <a:lnTo>
                  <a:pt x="6697" y="7382"/>
                </a:lnTo>
                <a:lnTo>
                  <a:pt x="6312" y="7382"/>
                </a:lnTo>
                <a:lnTo>
                  <a:pt x="6183" y="7360"/>
                </a:lnTo>
                <a:lnTo>
                  <a:pt x="6141" y="7360"/>
                </a:lnTo>
                <a:lnTo>
                  <a:pt x="6141" y="7360"/>
                </a:lnTo>
                <a:lnTo>
                  <a:pt x="4621" y="7403"/>
                </a:lnTo>
                <a:lnTo>
                  <a:pt x="3102" y="7424"/>
                </a:lnTo>
                <a:lnTo>
                  <a:pt x="3102" y="7424"/>
                </a:lnTo>
                <a:lnTo>
                  <a:pt x="2781" y="7424"/>
                </a:lnTo>
                <a:lnTo>
                  <a:pt x="2461" y="7403"/>
                </a:lnTo>
                <a:lnTo>
                  <a:pt x="1797" y="7382"/>
                </a:lnTo>
                <a:lnTo>
                  <a:pt x="1797" y="7382"/>
                </a:lnTo>
                <a:lnTo>
                  <a:pt x="1519" y="7360"/>
                </a:lnTo>
                <a:lnTo>
                  <a:pt x="1348" y="7339"/>
                </a:lnTo>
                <a:lnTo>
                  <a:pt x="1198" y="7318"/>
                </a:lnTo>
                <a:lnTo>
                  <a:pt x="1070" y="7275"/>
                </a:lnTo>
                <a:lnTo>
                  <a:pt x="941" y="7189"/>
                </a:lnTo>
                <a:lnTo>
                  <a:pt x="834" y="7104"/>
                </a:lnTo>
                <a:lnTo>
                  <a:pt x="749" y="6975"/>
                </a:lnTo>
                <a:lnTo>
                  <a:pt x="749" y="6975"/>
                </a:lnTo>
                <a:lnTo>
                  <a:pt x="685" y="6847"/>
                </a:lnTo>
                <a:lnTo>
                  <a:pt x="663" y="6718"/>
                </a:lnTo>
                <a:lnTo>
                  <a:pt x="642" y="6397"/>
                </a:lnTo>
                <a:lnTo>
                  <a:pt x="642" y="5820"/>
                </a:lnTo>
                <a:lnTo>
                  <a:pt x="642" y="5820"/>
                </a:lnTo>
                <a:lnTo>
                  <a:pt x="599" y="4536"/>
                </a:lnTo>
                <a:lnTo>
                  <a:pt x="599" y="4536"/>
                </a:lnTo>
                <a:lnTo>
                  <a:pt x="578" y="3830"/>
                </a:lnTo>
                <a:lnTo>
                  <a:pt x="578" y="3124"/>
                </a:lnTo>
                <a:lnTo>
                  <a:pt x="578" y="3124"/>
                </a:lnTo>
                <a:lnTo>
                  <a:pt x="599" y="2889"/>
                </a:lnTo>
                <a:lnTo>
                  <a:pt x="620" y="2653"/>
                </a:lnTo>
                <a:lnTo>
                  <a:pt x="663" y="2546"/>
                </a:lnTo>
                <a:lnTo>
                  <a:pt x="706" y="2439"/>
                </a:lnTo>
                <a:lnTo>
                  <a:pt x="770" y="2354"/>
                </a:lnTo>
                <a:lnTo>
                  <a:pt x="856" y="2268"/>
                </a:lnTo>
                <a:lnTo>
                  <a:pt x="856" y="2268"/>
                </a:lnTo>
                <a:lnTo>
                  <a:pt x="984" y="2183"/>
                </a:lnTo>
                <a:lnTo>
                  <a:pt x="1134" y="2118"/>
                </a:lnTo>
                <a:lnTo>
                  <a:pt x="1262" y="2097"/>
                </a:lnTo>
                <a:lnTo>
                  <a:pt x="1434" y="2076"/>
                </a:lnTo>
                <a:lnTo>
                  <a:pt x="1733" y="2054"/>
                </a:lnTo>
                <a:lnTo>
                  <a:pt x="2033" y="2054"/>
                </a:lnTo>
                <a:lnTo>
                  <a:pt x="2033" y="2054"/>
                </a:lnTo>
                <a:lnTo>
                  <a:pt x="2289" y="2033"/>
                </a:lnTo>
                <a:lnTo>
                  <a:pt x="2546" y="1990"/>
                </a:lnTo>
                <a:lnTo>
                  <a:pt x="2546" y="1990"/>
                </a:lnTo>
                <a:lnTo>
                  <a:pt x="2674" y="2011"/>
                </a:lnTo>
                <a:lnTo>
                  <a:pt x="2717" y="2033"/>
                </a:lnTo>
                <a:lnTo>
                  <a:pt x="2739" y="2054"/>
                </a:lnTo>
                <a:lnTo>
                  <a:pt x="2781" y="2140"/>
                </a:lnTo>
                <a:lnTo>
                  <a:pt x="2867" y="2247"/>
                </a:lnTo>
                <a:lnTo>
                  <a:pt x="2867" y="2247"/>
                </a:lnTo>
                <a:lnTo>
                  <a:pt x="2974" y="2311"/>
                </a:lnTo>
                <a:lnTo>
                  <a:pt x="3102" y="2354"/>
                </a:lnTo>
                <a:lnTo>
                  <a:pt x="3252" y="2375"/>
                </a:lnTo>
                <a:lnTo>
                  <a:pt x="3402" y="2375"/>
                </a:lnTo>
                <a:lnTo>
                  <a:pt x="3723" y="2354"/>
                </a:lnTo>
                <a:lnTo>
                  <a:pt x="4001" y="2332"/>
                </a:lnTo>
                <a:lnTo>
                  <a:pt x="4001" y="2332"/>
                </a:lnTo>
                <a:lnTo>
                  <a:pt x="4686" y="2354"/>
                </a:lnTo>
                <a:lnTo>
                  <a:pt x="5370" y="2354"/>
                </a:lnTo>
                <a:lnTo>
                  <a:pt x="5370" y="2354"/>
                </a:lnTo>
                <a:lnTo>
                  <a:pt x="5542" y="2354"/>
                </a:lnTo>
                <a:lnTo>
                  <a:pt x="5670" y="2332"/>
                </a:lnTo>
                <a:lnTo>
                  <a:pt x="5777" y="2290"/>
                </a:lnTo>
                <a:lnTo>
                  <a:pt x="5927" y="2225"/>
                </a:lnTo>
                <a:lnTo>
                  <a:pt x="5927" y="2225"/>
                </a:lnTo>
                <a:lnTo>
                  <a:pt x="6055" y="2161"/>
                </a:lnTo>
                <a:lnTo>
                  <a:pt x="6205" y="2140"/>
                </a:lnTo>
                <a:lnTo>
                  <a:pt x="6504" y="2118"/>
                </a:lnTo>
                <a:lnTo>
                  <a:pt x="6504" y="2118"/>
                </a:lnTo>
                <a:lnTo>
                  <a:pt x="7146" y="2076"/>
                </a:lnTo>
                <a:lnTo>
                  <a:pt x="7489" y="2076"/>
                </a:lnTo>
                <a:lnTo>
                  <a:pt x="7809" y="2097"/>
                </a:lnTo>
                <a:lnTo>
                  <a:pt x="7809" y="2097"/>
                </a:lnTo>
                <a:lnTo>
                  <a:pt x="7938" y="2140"/>
                </a:lnTo>
                <a:lnTo>
                  <a:pt x="8023" y="2183"/>
                </a:lnTo>
                <a:lnTo>
                  <a:pt x="8109" y="2268"/>
                </a:lnTo>
                <a:lnTo>
                  <a:pt x="8152" y="2375"/>
                </a:lnTo>
                <a:lnTo>
                  <a:pt x="8195" y="2482"/>
                </a:lnTo>
                <a:lnTo>
                  <a:pt x="8216" y="2610"/>
                </a:lnTo>
                <a:lnTo>
                  <a:pt x="8216" y="2846"/>
                </a:lnTo>
                <a:lnTo>
                  <a:pt x="8216" y="2846"/>
                </a:lnTo>
                <a:lnTo>
                  <a:pt x="8237" y="3488"/>
                </a:lnTo>
                <a:lnTo>
                  <a:pt x="8237" y="3787"/>
                </a:lnTo>
                <a:lnTo>
                  <a:pt x="8216" y="4108"/>
                </a:lnTo>
                <a:lnTo>
                  <a:pt x="8216" y="4108"/>
                </a:lnTo>
                <a:close/>
                <a:moveTo>
                  <a:pt x="3209" y="4557"/>
                </a:moveTo>
                <a:lnTo>
                  <a:pt x="3209" y="4557"/>
                </a:lnTo>
                <a:lnTo>
                  <a:pt x="3102" y="4515"/>
                </a:lnTo>
                <a:lnTo>
                  <a:pt x="2995" y="4472"/>
                </a:lnTo>
                <a:lnTo>
                  <a:pt x="2953" y="4450"/>
                </a:lnTo>
                <a:lnTo>
                  <a:pt x="2931" y="4429"/>
                </a:lnTo>
                <a:lnTo>
                  <a:pt x="2910" y="4386"/>
                </a:lnTo>
                <a:lnTo>
                  <a:pt x="2888" y="4322"/>
                </a:lnTo>
                <a:lnTo>
                  <a:pt x="2888" y="4322"/>
                </a:lnTo>
                <a:lnTo>
                  <a:pt x="2910" y="4194"/>
                </a:lnTo>
                <a:lnTo>
                  <a:pt x="2931" y="4044"/>
                </a:lnTo>
                <a:lnTo>
                  <a:pt x="2974" y="3787"/>
                </a:lnTo>
                <a:lnTo>
                  <a:pt x="2974" y="3637"/>
                </a:lnTo>
                <a:lnTo>
                  <a:pt x="2974" y="3509"/>
                </a:lnTo>
                <a:lnTo>
                  <a:pt x="2931" y="3381"/>
                </a:lnTo>
                <a:lnTo>
                  <a:pt x="2846" y="3274"/>
                </a:lnTo>
                <a:lnTo>
                  <a:pt x="2846" y="3274"/>
                </a:lnTo>
                <a:lnTo>
                  <a:pt x="2781" y="3231"/>
                </a:lnTo>
                <a:lnTo>
                  <a:pt x="2717" y="3188"/>
                </a:lnTo>
                <a:lnTo>
                  <a:pt x="2589" y="3145"/>
                </a:lnTo>
                <a:lnTo>
                  <a:pt x="2439" y="3167"/>
                </a:lnTo>
                <a:lnTo>
                  <a:pt x="2311" y="3210"/>
                </a:lnTo>
                <a:lnTo>
                  <a:pt x="2161" y="3274"/>
                </a:lnTo>
                <a:lnTo>
                  <a:pt x="2033" y="3359"/>
                </a:lnTo>
                <a:lnTo>
                  <a:pt x="1947" y="3466"/>
                </a:lnTo>
                <a:lnTo>
                  <a:pt x="1883" y="3595"/>
                </a:lnTo>
                <a:lnTo>
                  <a:pt x="1883" y="3595"/>
                </a:lnTo>
                <a:lnTo>
                  <a:pt x="1861" y="3702"/>
                </a:lnTo>
                <a:lnTo>
                  <a:pt x="1840" y="3830"/>
                </a:lnTo>
                <a:lnTo>
                  <a:pt x="1840" y="3958"/>
                </a:lnTo>
                <a:lnTo>
                  <a:pt x="1861" y="4065"/>
                </a:lnTo>
                <a:lnTo>
                  <a:pt x="1861" y="4065"/>
                </a:lnTo>
                <a:lnTo>
                  <a:pt x="1904" y="4172"/>
                </a:lnTo>
                <a:lnTo>
                  <a:pt x="1990" y="4279"/>
                </a:lnTo>
                <a:lnTo>
                  <a:pt x="2054" y="4408"/>
                </a:lnTo>
                <a:lnTo>
                  <a:pt x="2054" y="4450"/>
                </a:lnTo>
                <a:lnTo>
                  <a:pt x="2054" y="4515"/>
                </a:lnTo>
                <a:lnTo>
                  <a:pt x="2054" y="4515"/>
                </a:lnTo>
                <a:lnTo>
                  <a:pt x="2011" y="4557"/>
                </a:lnTo>
                <a:lnTo>
                  <a:pt x="1968" y="4600"/>
                </a:lnTo>
                <a:lnTo>
                  <a:pt x="1819" y="4664"/>
                </a:lnTo>
                <a:lnTo>
                  <a:pt x="1669" y="4729"/>
                </a:lnTo>
                <a:lnTo>
                  <a:pt x="1605" y="4771"/>
                </a:lnTo>
                <a:lnTo>
                  <a:pt x="1562" y="4814"/>
                </a:lnTo>
                <a:lnTo>
                  <a:pt x="1562" y="4814"/>
                </a:lnTo>
                <a:lnTo>
                  <a:pt x="1498" y="4943"/>
                </a:lnTo>
                <a:lnTo>
                  <a:pt x="1455" y="5071"/>
                </a:lnTo>
                <a:lnTo>
                  <a:pt x="1412" y="5371"/>
                </a:lnTo>
                <a:lnTo>
                  <a:pt x="1412" y="5371"/>
                </a:lnTo>
                <a:lnTo>
                  <a:pt x="1391" y="5520"/>
                </a:lnTo>
                <a:lnTo>
                  <a:pt x="1369" y="5691"/>
                </a:lnTo>
                <a:lnTo>
                  <a:pt x="1369" y="5863"/>
                </a:lnTo>
                <a:lnTo>
                  <a:pt x="1391" y="5927"/>
                </a:lnTo>
                <a:lnTo>
                  <a:pt x="1412" y="6012"/>
                </a:lnTo>
                <a:lnTo>
                  <a:pt x="1412" y="6012"/>
                </a:lnTo>
                <a:lnTo>
                  <a:pt x="1455" y="6055"/>
                </a:lnTo>
                <a:lnTo>
                  <a:pt x="1519" y="6098"/>
                </a:lnTo>
                <a:lnTo>
                  <a:pt x="1647" y="6162"/>
                </a:lnTo>
                <a:lnTo>
                  <a:pt x="1776" y="6184"/>
                </a:lnTo>
                <a:lnTo>
                  <a:pt x="1904" y="6184"/>
                </a:lnTo>
                <a:lnTo>
                  <a:pt x="1904" y="6184"/>
                </a:lnTo>
                <a:lnTo>
                  <a:pt x="2311" y="6162"/>
                </a:lnTo>
                <a:lnTo>
                  <a:pt x="2717" y="6119"/>
                </a:lnTo>
                <a:lnTo>
                  <a:pt x="2717" y="6119"/>
                </a:lnTo>
                <a:lnTo>
                  <a:pt x="3081" y="6098"/>
                </a:lnTo>
                <a:lnTo>
                  <a:pt x="3252" y="6055"/>
                </a:lnTo>
                <a:lnTo>
                  <a:pt x="3338" y="6034"/>
                </a:lnTo>
                <a:lnTo>
                  <a:pt x="3423" y="5991"/>
                </a:lnTo>
                <a:lnTo>
                  <a:pt x="3423" y="5991"/>
                </a:lnTo>
                <a:lnTo>
                  <a:pt x="3509" y="5905"/>
                </a:lnTo>
                <a:lnTo>
                  <a:pt x="3573" y="5777"/>
                </a:lnTo>
                <a:lnTo>
                  <a:pt x="3616" y="5649"/>
                </a:lnTo>
                <a:lnTo>
                  <a:pt x="3637" y="5499"/>
                </a:lnTo>
                <a:lnTo>
                  <a:pt x="3659" y="5349"/>
                </a:lnTo>
                <a:lnTo>
                  <a:pt x="3637" y="5199"/>
                </a:lnTo>
                <a:lnTo>
                  <a:pt x="3616" y="5071"/>
                </a:lnTo>
                <a:lnTo>
                  <a:pt x="3573" y="4943"/>
                </a:lnTo>
                <a:lnTo>
                  <a:pt x="3573" y="4943"/>
                </a:lnTo>
                <a:lnTo>
                  <a:pt x="3509" y="4836"/>
                </a:lnTo>
                <a:lnTo>
                  <a:pt x="3423" y="4729"/>
                </a:lnTo>
                <a:lnTo>
                  <a:pt x="3338" y="4643"/>
                </a:lnTo>
                <a:lnTo>
                  <a:pt x="3209" y="4557"/>
                </a:lnTo>
                <a:lnTo>
                  <a:pt x="3209" y="4557"/>
                </a:lnTo>
                <a:close/>
                <a:moveTo>
                  <a:pt x="3167" y="5349"/>
                </a:moveTo>
                <a:lnTo>
                  <a:pt x="3167" y="5349"/>
                </a:lnTo>
                <a:lnTo>
                  <a:pt x="3167" y="5477"/>
                </a:lnTo>
                <a:lnTo>
                  <a:pt x="3167" y="5542"/>
                </a:lnTo>
                <a:lnTo>
                  <a:pt x="3102" y="5606"/>
                </a:lnTo>
                <a:lnTo>
                  <a:pt x="2995" y="5649"/>
                </a:lnTo>
                <a:lnTo>
                  <a:pt x="2995" y="5649"/>
                </a:lnTo>
                <a:lnTo>
                  <a:pt x="2846" y="5691"/>
                </a:lnTo>
                <a:lnTo>
                  <a:pt x="2781" y="5691"/>
                </a:lnTo>
                <a:lnTo>
                  <a:pt x="2739" y="5691"/>
                </a:lnTo>
                <a:lnTo>
                  <a:pt x="2696" y="5649"/>
                </a:lnTo>
                <a:lnTo>
                  <a:pt x="2674" y="5627"/>
                </a:lnTo>
                <a:lnTo>
                  <a:pt x="2632" y="5477"/>
                </a:lnTo>
                <a:lnTo>
                  <a:pt x="2632" y="5477"/>
                </a:lnTo>
                <a:lnTo>
                  <a:pt x="2589" y="5221"/>
                </a:lnTo>
                <a:lnTo>
                  <a:pt x="2568" y="5092"/>
                </a:lnTo>
                <a:lnTo>
                  <a:pt x="2525" y="4985"/>
                </a:lnTo>
                <a:lnTo>
                  <a:pt x="2525" y="4985"/>
                </a:lnTo>
                <a:lnTo>
                  <a:pt x="2525" y="4921"/>
                </a:lnTo>
                <a:lnTo>
                  <a:pt x="2525" y="4857"/>
                </a:lnTo>
                <a:lnTo>
                  <a:pt x="2503" y="4814"/>
                </a:lnTo>
                <a:lnTo>
                  <a:pt x="2439" y="4793"/>
                </a:lnTo>
                <a:lnTo>
                  <a:pt x="2439" y="4793"/>
                </a:lnTo>
                <a:lnTo>
                  <a:pt x="2375" y="4793"/>
                </a:lnTo>
                <a:lnTo>
                  <a:pt x="2311" y="4814"/>
                </a:lnTo>
                <a:lnTo>
                  <a:pt x="2289" y="4878"/>
                </a:lnTo>
                <a:lnTo>
                  <a:pt x="2268" y="4943"/>
                </a:lnTo>
                <a:lnTo>
                  <a:pt x="2268" y="4943"/>
                </a:lnTo>
                <a:lnTo>
                  <a:pt x="2289" y="4985"/>
                </a:lnTo>
                <a:lnTo>
                  <a:pt x="2311" y="5028"/>
                </a:lnTo>
                <a:lnTo>
                  <a:pt x="2332" y="5114"/>
                </a:lnTo>
                <a:lnTo>
                  <a:pt x="2332" y="5114"/>
                </a:lnTo>
                <a:lnTo>
                  <a:pt x="2332" y="5242"/>
                </a:lnTo>
                <a:lnTo>
                  <a:pt x="2311" y="5371"/>
                </a:lnTo>
                <a:lnTo>
                  <a:pt x="2311" y="5371"/>
                </a:lnTo>
                <a:lnTo>
                  <a:pt x="2311" y="5520"/>
                </a:lnTo>
                <a:lnTo>
                  <a:pt x="2289" y="5649"/>
                </a:lnTo>
                <a:lnTo>
                  <a:pt x="2268" y="5691"/>
                </a:lnTo>
                <a:lnTo>
                  <a:pt x="2225" y="5734"/>
                </a:lnTo>
                <a:lnTo>
                  <a:pt x="2161" y="5756"/>
                </a:lnTo>
                <a:lnTo>
                  <a:pt x="2097" y="5777"/>
                </a:lnTo>
                <a:lnTo>
                  <a:pt x="2097" y="5777"/>
                </a:lnTo>
                <a:lnTo>
                  <a:pt x="1968" y="5777"/>
                </a:lnTo>
                <a:lnTo>
                  <a:pt x="1926" y="5756"/>
                </a:lnTo>
                <a:lnTo>
                  <a:pt x="1904" y="5713"/>
                </a:lnTo>
                <a:lnTo>
                  <a:pt x="1861" y="5627"/>
                </a:lnTo>
                <a:lnTo>
                  <a:pt x="1861" y="5627"/>
                </a:lnTo>
                <a:lnTo>
                  <a:pt x="1840" y="5499"/>
                </a:lnTo>
                <a:lnTo>
                  <a:pt x="1819" y="5328"/>
                </a:lnTo>
                <a:lnTo>
                  <a:pt x="1819" y="5157"/>
                </a:lnTo>
                <a:lnTo>
                  <a:pt x="1840" y="5050"/>
                </a:lnTo>
                <a:lnTo>
                  <a:pt x="1840" y="5050"/>
                </a:lnTo>
                <a:lnTo>
                  <a:pt x="1861" y="4985"/>
                </a:lnTo>
                <a:lnTo>
                  <a:pt x="1904" y="4964"/>
                </a:lnTo>
                <a:lnTo>
                  <a:pt x="2011" y="4900"/>
                </a:lnTo>
                <a:lnTo>
                  <a:pt x="2118" y="4836"/>
                </a:lnTo>
                <a:lnTo>
                  <a:pt x="2204" y="4771"/>
                </a:lnTo>
                <a:lnTo>
                  <a:pt x="2204" y="4771"/>
                </a:lnTo>
                <a:lnTo>
                  <a:pt x="2247" y="4707"/>
                </a:lnTo>
                <a:lnTo>
                  <a:pt x="2268" y="4643"/>
                </a:lnTo>
                <a:lnTo>
                  <a:pt x="2289" y="4515"/>
                </a:lnTo>
                <a:lnTo>
                  <a:pt x="2268" y="4386"/>
                </a:lnTo>
                <a:lnTo>
                  <a:pt x="2225" y="4237"/>
                </a:lnTo>
                <a:lnTo>
                  <a:pt x="2225" y="4237"/>
                </a:lnTo>
                <a:lnTo>
                  <a:pt x="2204" y="4108"/>
                </a:lnTo>
                <a:lnTo>
                  <a:pt x="2182" y="3980"/>
                </a:lnTo>
                <a:lnTo>
                  <a:pt x="2182" y="3830"/>
                </a:lnTo>
                <a:lnTo>
                  <a:pt x="2204" y="3766"/>
                </a:lnTo>
                <a:lnTo>
                  <a:pt x="2225" y="3702"/>
                </a:lnTo>
                <a:lnTo>
                  <a:pt x="2225" y="3702"/>
                </a:lnTo>
                <a:lnTo>
                  <a:pt x="2311" y="3616"/>
                </a:lnTo>
                <a:lnTo>
                  <a:pt x="2418" y="3573"/>
                </a:lnTo>
                <a:lnTo>
                  <a:pt x="2461" y="3573"/>
                </a:lnTo>
                <a:lnTo>
                  <a:pt x="2503" y="3595"/>
                </a:lnTo>
                <a:lnTo>
                  <a:pt x="2546" y="3616"/>
                </a:lnTo>
                <a:lnTo>
                  <a:pt x="2568" y="3680"/>
                </a:lnTo>
                <a:lnTo>
                  <a:pt x="2568" y="3680"/>
                </a:lnTo>
                <a:lnTo>
                  <a:pt x="2589" y="3744"/>
                </a:lnTo>
                <a:lnTo>
                  <a:pt x="2589" y="3809"/>
                </a:lnTo>
                <a:lnTo>
                  <a:pt x="2568" y="3958"/>
                </a:lnTo>
                <a:lnTo>
                  <a:pt x="2503" y="4237"/>
                </a:lnTo>
                <a:lnTo>
                  <a:pt x="2503" y="4237"/>
                </a:lnTo>
                <a:lnTo>
                  <a:pt x="2461" y="4386"/>
                </a:lnTo>
                <a:lnTo>
                  <a:pt x="2461" y="4493"/>
                </a:lnTo>
                <a:lnTo>
                  <a:pt x="2503" y="4557"/>
                </a:lnTo>
                <a:lnTo>
                  <a:pt x="2610" y="4664"/>
                </a:lnTo>
                <a:lnTo>
                  <a:pt x="2610" y="4664"/>
                </a:lnTo>
                <a:lnTo>
                  <a:pt x="2739" y="4729"/>
                </a:lnTo>
                <a:lnTo>
                  <a:pt x="2867" y="4793"/>
                </a:lnTo>
                <a:lnTo>
                  <a:pt x="2995" y="4878"/>
                </a:lnTo>
                <a:lnTo>
                  <a:pt x="3102" y="4964"/>
                </a:lnTo>
                <a:lnTo>
                  <a:pt x="3102" y="4964"/>
                </a:lnTo>
                <a:lnTo>
                  <a:pt x="3124" y="5028"/>
                </a:lnTo>
                <a:lnTo>
                  <a:pt x="3167" y="5157"/>
                </a:lnTo>
                <a:lnTo>
                  <a:pt x="3188" y="5285"/>
                </a:lnTo>
                <a:lnTo>
                  <a:pt x="3188" y="5328"/>
                </a:lnTo>
                <a:lnTo>
                  <a:pt x="3167" y="5349"/>
                </a:lnTo>
                <a:lnTo>
                  <a:pt x="3167" y="5349"/>
                </a:lnTo>
                <a:close/>
                <a:moveTo>
                  <a:pt x="4279" y="3787"/>
                </a:moveTo>
                <a:lnTo>
                  <a:pt x="4279" y="3787"/>
                </a:lnTo>
                <a:lnTo>
                  <a:pt x="4322" y="3744"/>
                </a:lnTo>
                <a:lnTo>
                  <a:pt x="4365" y="3702"/>
                </a:lnTo>
                <a:lnTo>
                  <a:pt x="4429" y="3595"/>
                </a:lnTo>
                <a:lnTo>
                  <a:pt x="4450" y="3552"/>
                </a:lnTo>
                <a:lnTo>
                  <a:pt x="4493" y="3530"/>
                </a:lnTo>
                <a:lnTo>
                  <a:pt x="4557" y="3530"/>
                </a:lnTo>
                <a:lnTo>
                  <a:pt x="4621" y="3573"/>
                </a:lnTo>
                <a:lnTo>
                  <a:pt x="4621" y="3573"/>
                </a:lnTo>
                <a:lnTo>
                  <a:pt x="4686" y="3616"/>
                </a:lnTo>
                <a:lnTo>
                  <a:pt x="4728" y="3680"/>
                </a:lnTo>
                <a:lnTo>
                  <a:pt x="4814" y="3809"/>
                </a:lnTo>
                <a:lnTo>
                  <a:pt x="4857" y="3873"/>
                </a:lnTo>
                <a:lnTo>
                  <a:pt x="4921" y="3894"/>
                </a:lnTo>
                <a:lnTo>
                  <a:pt x="5007" y="3916"/>
                </a:lnTo>
                <a:lnTo>
                  <a:pt x="5114" y="3894"/>
                </a:lnTo>
                <a:lnTo>
                  <a:pt x="5114" y="3894"/>
                </a:lnTo>
                <a:lnTo>
                  <a:pt x="5199" y="3851"/>
                </a:lnTo>
                <a:lnTo>
                  <a:pt x="5242" y="3809"/>
                </a:lnTo>
                <a:lnTo>
                  <a:pt x="5349" y="3702"/>
                </a:lnTo>
                <a:lnTo>
                  <a:pt x="5456" y="3637"/>
                </a:lnTo>
                <a:lnTo>
                  <a:pt x="5499" y="3616"/>
                </a:lnTo>
                <a:lnTo>
                  <a:pt x="5563" y="3637"/>
                </a:lnTo>
                <a:lnTo>
                  <a:pt x="5563" y="3637"/>
                </a:lnTo>
                <a:lnTo>
                  <a:pt x="5606" y="3680"/>
                </a:lnTo>
                <a:lnTo>
                  <a:pt x="5670" y="3766"/>
                </a:lnTo>
                <a:lnTo>
                  <a:pt x="5713" y="3851"/>
                </a:lnTo>
                <a:lnTo>
                  <a:pt x="5777" y="3916"/>
                </a:lnTo>
                <a:lnTo>
                  <a:pt x="5777" y="3916"/>
                </a:lnTo>
                <a:lnTo>
                  <a:pt x="5841" y="3958"/>
                </a:lnTo>
                <a:lnTo>
                  <a:pt x="5905" y="4001"/>
                </a:lnTo>
                <a:lnTo>
                  <a:pt x="5969" y="4023"/>
                </a:lnTo>
                <a:lnTo>
                  <a:pt x="6055" y="4023"/>
                </a:lnTo>
                <a:lnTo>
                  <a:pt x="6055" y="4023"/>
                </a:lnTo>
                <a:lnTo>
                  <a:pt x="6119" y="3980"/>
                </a:lnTo>
                <a:lnTo>
                  <a:pt x="6162" y="3937"/>
                </a:lnTo>
                <a:lnTo>
                  <a:pt x="6248" y="3809"/>
                </a:lnTo>
                <a:lnTo>
                  <a:pt x="6333" y="3702"/>
                </a:lnTo>
                <a:lnTo>
                  <a:pt x="6376" y="3637"/>
                </a:lnTo>
                <a:lnTo>
                  <a:pt x="6419" y="3616"/>
                </a:lnTo>
                <a:lnTo>
                  <a:pt x="6419" y="3616"/>
                </a:lnTo>
                <a:lnTo>
                  <a:pt x="6483" y="3595"/>
                </a:lnTo>
                <a:lnTo>
                  <a:pt x="6547" y="3616"/>
                </a:lnTo>
                <a:lnTo>
                  <a:pt x="6697" y="3723"/>
                </a:lnTo>
                <a:lnTo>
                  <a:pt x="6847" y="3830"/>
                </a:lnTo>
                <a:lnTo>
                  <a:pt x="6911" y="3873"/>
                </a:lnTo>
                <a:lnTo>
                  <a:pt x="6996" y="3873"/>
                </a:lnTo>
                <a:lnTo>
                  <a:pt x="6996" y="3873"/>
                </a:lnTo>
                <a:lnTo>
                  <a:pt x="7103" y="3873"/>
                </a:lnTo>
                <a:lnTo>
                  <a:pt x="7168" y="3851"/>
                </a:lnTo>
                <a:lnTo>
                  <a:pt x="7210" y="3809"/>
                </a:lnTo>
                <a:lnTo>
                  <a:pt x="7253" y="3766"/>
                </a:lnTo>
                <a:lnTo>
                  <a:pt x="7339" y="3637"/>
                </a:lnTo>
                <a:lnTo>
                  <a:pt x="7424" y="3509"/>
                </a:lnTo>
                <a:lnTo>
                  <a:pt x="7424" y="3509"/>
                </a:lnTo>
                <a:lnTo>
                  <a:pt x="7510" y="3423"/>
                </a:lnTo>
                <a:lnTo>
                  <a:pt x="7574" y="3317"/>
                </a:lnTo>
                <a:lnTo>
                  <a:pt x="7595" y="3274"/>
                </a:lnTo>
                <a:lnTo>
                  <a:pt x="7595" y="3210"/>
                </a:lnTo>
                <a:lnTo>
                  <a:pt x="7574" y="3167"/>
                </a:lnTo>
                <a:lnTo>
                  <a:pt x="7489" y="3103"/>
                </a:lnTo>
                <a:lnTo>
                  <a:pt x="7489" y="3103"/>
                </a:lnTo>
                <a:lnTo>
                  <a:pt x="7403" y="3081"/>
                </a:lnTo>
                <a:lnTo>
                  <a:pt x="7339" y="3103"/>
                </a:lnTo>
                <a:lnTo>
                  <a:pt x="7275" y="3124"/>
                </a:lnTo>
                <a:lnTo>
                  <a:pt x="7232" y="3167"/>
                </a:lnTo>
                <a:lnTo>
                  <a:pt x="7125" y="3295"/>
                </a:lnTo>
                <a:lnTo>
                  <a:pt x="7082" y="3338"/>
                </a:lnTo>
                <a:lnTo>
                  <a:pt x="7018" y="3359"/>
                </a:lnTo>
                <a:lnTo>
                  <a:pt x="7018" y="3359"/>
                </a:lnTo>
                <a:lnTo>
                  <a:pt x="6975" y="3359"/>
                </a:lnTo>
                <a:lnTo>
                  <a:pt x="6911" y="3338"/>
                </a:lnTo>
                <a:lnTo>
                  <a:pt x="6825" y="3252"/>
                </a:lnTo>
                <a:lnTo>
                  <a:pt x="6740" y="3167"/>
                </a:lnTo>
                <a:lnTo>
                  <a:pt x="6697" y="3145"/>
                </a:lnTo>
                <a:lnTo>
                  <a:pt x="6633" y="3124"/>
                </a:lnTo>
                <a:lnTo>
                  <a:pt x="6633" y="3124"/>
                </a:lnTo>
                <a:lnTo>
                  <a:pt x="6547" y="3103"/>
                </a:lnTo>
                <a:lnTo>
                  <a:pt x="6462" y="3124"/>
                </a:lnTo>
                <a:lnTo>
                  <a:pt x="6376" y="3167"/>
                </a:lnTo>
                <a:lnTo>
                  <a:pt x="6312" y="3210"/>
                </a:lnTo>
                <a:lnTo>
                  <a:pt x="6183" y="3317"/>
                </a:lnTo>
                <a:lnTo>
                  <a:pt x="6119" y="3359"/>
                </a:lnTo>
                <a:lnTo>
                  <a:pt x="6055" y="3381"/>
                </a:lnTo>
                <a:lnTo>
                  <a:pt x="6055" y="3381"/>
                </a:lnTo>
                <a:lnTo>
                  <a:pt x="5991" y="3359"/>
                </a:lnTo>
                <a:lnTo>
                  <a:pt x="5948" y="3338"/>
                </a:lnTo>
                <a:lnTo>
                  <a:pt x="5841" y="3252"/>
                </a:lnTo>
                <a:lnTo>
                  <a:pt x="5755" y="3145"/>
                </a:lnTo>
                <a:lnTo>
                  <a:pt x="5691" y="3124"/>
                </a:lnTo>
                <a:lnTo>
                  <a:pt x="5627" y="3103"/>
                </a:lnTo>
                <a:lnTo>
                  <a:pt x="5627" y="3103"/>
                </a:lnTo>
                <a:lnTo>
                  <a:pt x="5542" y="3103"/>
                </a:lnTo>
                <a:lnTo>
                  <a:pt x="5456" y="3124"/>
                </a:lnTo>
                <a:lnTo>
                  <a:pt x="5392" y="3167"/>
                </a:lnTo>
                <a:lnTo>
                  <a:pt x="5328" y="3231"/>
                </a:lnTo>
                <a:lnTo>
                  <a:pt x="5199" y="3359"/>
                </a:lnTo>
                <a:lnTo>
                  <a:pt x="5135" y="3423"/>
                </a:lnTo>
                <a:lnTo>
                  <a:pt x="5071" y="3466"/>
                </a:lnTo>
                <a:lnTo>
                  <a:pt x="5071" y="3466"/>
                </a:lnTo>
                <a:lnTo>
                  <a:pt x="5007" y="3466"/>
                </a:lnTo>
                <a:lnTo>
                  <a:pt x="4964" y="3466"/>
                </a:lnTo>
                <a:lnTo>
                  <a:pt x="4921" y="3423"/>
                </a:lnTo>
                <a:lnTo>
                  <a:pt x="4878" y="3381"/>
                </a:lnTo>
                <a:lnTo>
                  <a:pt x="4793" y="3295"/>
                </a:lnTo>
                <a:lnTo>
                  <a:pt x="4728" y="3252"/>
                </a:lnTo>
                <a:lnTo>
                  <a:pt x="4664" y="3210"/>
                </a:lnTo>
                <a:lnTo>
                  <a:pt x="4664" y="3210"/>
                </a:lnTo>
                <a:lnTo>
                  <a:pt x="4600" y="3188"/>
                </a:lnTo>
                <a:lnTo>
                  <a:pt x="4515" y="3188"/>
                </a:lnTo>
                <a:lnTo>
                  <a:pt x="4429" y="3210"/>
                </a:lnTo>
                <a:lnTo>
                  <a:pt x="4365" y="3231"/>
                </a:lnTo>
                <a:lnTo>
                  <a:pt x="4236" y="3338"/>
                </a:lnTo>
                <a:lnTo>
                  <a:pt x="4151" y="3466"/>
                </a:lnTo>
                <a:lnTo>
                  <a:pt x="4151" y="3466"/>
                </a:lnTo>
                <a:lnTo>
                  <a:pt x="4087" y="3595"/>
                </a:lnTo>
                <a:lnTo>
                  <a:pt x="4087" y="3659"/>
                </a:lnTo>
                <a:lnTo>
                  <a:pt x="4087" y="3723"/>
                </a:lnTo>
                <a:lnTo>
                  <a:pt x="4087" y="3787"/>
                </a:lnTo>
                <a:lnTo>
                  <a:pt x="4129" y="3830"/>
                </a:lnTo>
                <a:lnTo>
                  <a:pt x="4194" y="3830"/>
                </a:lnTo>
                <a:lnTo>
                  <a:pt x="4279" y="3787"/>
                </a:lnTo>
                <a:lnTo>
                  <a:pt x="4279" y="3787"/>
                </a:lnTo>
                <a:close/>
                <a:moveTo>
                  <a:pt x="4921" y="4643"/>
                </a:moveTo>
                <a:lnTo>
                  <a:pt x="4921" y="4643"/>
                </a:lnTo>
                <a:lnTo>
                  <a:pt x="6996" y="4557"/>
                </a:lnTo>
                <a:lnTo>
                  <a:pt x="6996" y="4557"/>
                </a:lnTo>
                <a:lnTo>
                  <a:pt x="7168" y="4557"/>
                </a:lnTo>
                <a:lnTo>
                  <a:pt x="7424" y="4536"/>
                </a:lnTo>
                <a:lnTo>
                  <a:pt x="7553" y="4493"/>
                </a:lnTo>
                <a:lnTo>
                  <a:pt x="7638" y="4450"/>
                </a:lnTo>
                <a:lnTo>
                  <a:pt x="7660" y="4429"/>
                </a:lnTo>
                <a:lnTo>
                  <a:pt x="7681" y="4386"/>
                </a:lnTo>
                <a:lnTo>
                  <a:pt x="7681" y="4344"/>
                </a:lnTo>
                <a:lnTo>
                  <a:pt x="7660" y="4279"/>
                </a:lnTo>
                <a:lnTo>
                  <a:pt x="7660" y="4279"/>
                </a:lnTo>
                <a:lnTo>
                  <a:pt x="7638" y="4237"/>
                </a:lnTo>
                <a:lnTo>
                  <a:pt x="7595" y="4215"/>
                </a:lnTo>
                <a:lnTo>
                  <a:pt x="7510" y="4172"/>
                </a:lnTo>
                <a:lnTo>
                  <a:pt x="7403" y="4151"/>
                </a:lnTo>
                <a:lnTo>
                  <a:pt x="7253" y="4151"/>
                </a:lnTo>
                <a:lnTo>
                  <a:pt x="6996" y="4194"/>
                </a:lnTo>
                <a:lnTo>
                  <a:pt x="6804" y="4215"/>
                </a:lnTo>
                <a:lnTo>
                  <a:pt x="6804" y="4215"/>
                </a:lnTo>
                <a:lnTo>
                  <a:pt x="5734" y="4258"/>
                </a:lnTo>
                <a:lnTo>
                  <a:pt x="4664" y="4301"/>
                </a:lnTo>
                <a:lnTo>
                  <a:pt x="4664" y="4301"/>
                </a:lnTo>
                <a:lnTo>
                  <a:pt x="4515" y="4301"/>
                </a:lnTo>
                <a:lnTo>
                  <a:pt x="4279" y="4322"/>
                </a:lnTo>
                <a:lnTo>
                  <a:pt x="4172" y="4344"/>
                </a:lnTo>
                <a:lnTo>
                  <a:pt x="4087" y="4386"/>
                </a:lnTo>
                <a:lnTo>
                  <a:pt x="4065" y="4408"/>
                </a:lnTo>
                <a:lnTo>
                  <a:pt x="4044" y="4450"/>
                </a:lnTo>
                <a:lnTo>
                  <a:pt x="4044" y="4493"/>
                </a:lnTo>
                <a:lnTo>
                  <a:pt x="4065" y="4536"/>
                </a:lnTo>
                <a:lnTo>
                  <a:pt x="4065" y="4536"/>
                </a:lnTo>
                <a:lnTo>
                  <a:pt x="4108" y="4600"/>
                </a:lnTo>
                <a:lnTo>
                  <a:pt x="4215" y="4643"/>
                </a:lnTo>
                <a:lnTo>
                  <a:pt x="4322" y="4664"/>
                </a:lnTo>
                <a:lnTo>
                  <a:pt x="4450" y="4664"/>
                </a:lnTo>
                <a:lnTo>
                  <a:pt x="4728" y="4643"/>
                </a:lnTo>
                <a:lnTo>
                  <a:pt x="4921" y="4643"/>
                </a:lnTo>
                <a:lnTo>
                  <a:pt x="4921" y="4643"/>
                </a:lnTo>
                <a:close/>
                <a:moveTo>
                  <a:pt x="6419" y="5477"/>
                </a:moveTo>
                <a:lnTo>
                  <a:pt x="6419" y="5477"/>
                </a:lnTo>
                <a:lnTo>
                  <a:pt x="6141" y="5456"/>
                </a:lnTo>
                <a:lnTo>
                  <a:pt x="5884" y="5477"/>
                </a:lnTo>
                <a:lnTo>
                  <a:pt x="5349" y="5499"/>
                </a:lnTo>
                <a:lnTo>
                  <a:pt x="5349" y="5499"/>
                </a:lnTo>
                <a:lnTo>
                  <a:pt x="4878" y="5520"/>
                </a:lnTo>
                <a:lnTo>
                  <a:pt x="4643" y="5542"/>
                </a:lnTo>
                <a:lnTo>
                  <a:pt x="4408" y="5606"/>
                </a:lnTo>
                <a:lnTo>
                  <a:pt x="4408" y="5606"/>
                </a:lnTo>
                <a:lnTo>
                  <a:pt x="4279" y="5649"/>
                </a:lnTo>
                <a:lnTo>
                  <a:pt x="4194" y="5713"/>
                </a:lnTo>
                <a:lnTo>
                  <a:pt x="4172" y="5756"/>
                </a:lnTo>
                <a:lnTo>
                  <a:pt x="4172" y="5798"/>
                </a:lnTo>
                <a:lnTo>
                  <a:pt x="4194" y="5841"/>
                </a:lnTo>
                <a:lnTo>
                  <a:pt x="4258" y="5884"/>
                </a:lnTo>
                <a:lnTo>
                  <a:pt x="4258" y="5884"/>
                </a:lnTo>
                <a:lnTo>
                  <a:pt x="4343" y="5905"/>
                </a:lnTo>
                <a:lnTo>
                  <a:pt x="4472" y="5884"/>
                </a:lnTo>
                <a:lnTo>
                  <a:pt x="4707" y="5841"/>
                </a:lnTo>
                <a:lnTo>
                  <a:pt x="4707" y="5841"/>
                </a:lnTo>
                <a:lnTo>
                  <a:pt x="4985" y="5841"/>
                </a:lnTo>
                <a:lnTo>
                  <a:pt x="5263" y="5820"/>
                </a:lnTo>
                <a:lnTo>
                  <a:pt x="5263" y="5820"/>
                </a:lnTo>
                <a:lnTo>
                  <a:pt x="6162" y="5798"/>
                </a:lnTo>
                <a:lnTo>
                  <a:pt x="7061" y="5777"/>
                </a:lnTo>
                <a:lnTo>
                  <a:pt x="7061" y="5777"/>
                </a:lnTo>
                <a:lnTo>
                  <a:pt x="7210" y="5777"/>
                </a:lnTo>
                <a:lnTo>
                  <a:pt x="7382" y="5734"/>
                </a:lnTo>
                <a:lnTo>
                  <a:pt x="7446" y="5691"/>
                </a:lnTo>
                <a:lnTo>
                  <a:pt x="7489" y="5649"/>
                </a:lnTo>
                <a:lnTo>
                  <a:pt x="7489" y="5584"/>
                </a:lnTo>
                <a:lnTo>
                  <a:pt x="7403" y="5499"/>
                </a:lnTo>
                <a:lnTo>
                  <a:pt x="7403" y="5499"/>
                </a:lnTo>
                <a:lnTo>
                  <a:pt x="7339" y="5456"/>
                </a:lnTo>
                <a:lnTo>
                  <a:pt x="7210" y="5413"/>
                </a:lnTo>
                <a:lnTo>
                  <a:pt x="7082" y="5413"/>
                </a:lnTo>
                <a:lnTo>
                  <a:pt x="6932" y="5413"/>
                </a:lnTo>
                <a:lnTo>
                  <a:pt x="6419" y="5477"/>
                </a:lnTo>
                <a:lnTo>
                  <a:pt x="6419" y="5477"/>
                </a:lnTo>
                <a:close/>
                <a:moveTo>
                  <a:pt x="6911" y="4857"/>
                </a:moveTo>
                <a:lnTo>
                  <a:pt x="6911" y="4857"/>
                </a:lnTo>
                <a:lnTo>
                  <a:pt x="5884" y="4921"/>
                </a:lnTo>
                <a:lnTo>
                  <a:pt x="5370" y="4964"/>
                </a:lnTo>
                <a:lnTo>
                  <a:pt x="4835" y="4985"/>
                </a:lnTo>
                <a:lnTo>
                  <a:pt x="4835" y="4985"/>
                </a:lnTo>
                <a:lnTo>
                  <a:pt x="4707" y="4985"/>
                </a:lnTo>
                <a:lnTo>
                  <a:pt x="4515" y="4985"/>
                </a:lnTo>
                <a:lnTo>
                  <a:pt x="4408" y="5007"/>
                </a:lnTo>
                <a:lnTo>
                  <a:pt x="4322" y="5028"/>
                </a:lnTo>
                <a:lnTo>
                  <a:pt x="4258" y="5071"/>
                </a:lnTo>
                <a:lnTo>
                  <a:pt x="4258" y="5092"/>
                </a:lnTo>
                <a:lnTo>
                  <a:pt x="4258" y="5135"/>
                </a:lnTo>
                <a:lnTo>
                  <a:pt x="4258" y="5135"/>
                </a:lnTo>
                <a:lnTo>
                  <a:pt x="4258" y="5157"/>
                </a:lnTo>
                <a:lnTo>
                  <a:pt x="4301" y="5178"/>
                </a:lnTo>
                <a:lnTo>
                  <a:pt x="4386" y="5199"/>
                </a:lnTo>
                <a:lnTo>
                  <a:pt x="4664" y="5221"/>
                </a:lnTo>
                <a:lnTo>
                  <a:pt x="5156" y="5199"/>
                </a:lnTo>
                <a:lnTo>
                  <a:pt x="5156" y="5199"/>
                </a:lnTo>
                <a:lnTo>
                  <a:pt x="5413" y="5199"/>
                </a:lnTo>
                <a:lnTo>
                  <a:pt x="6012" y="5178"/>
                </a:lnTo>
                <a:lnTo>
                  <a:pt x="7018" y="5135"/>
                </a:lnTo>
                <a:lnTo>
                  <a:pt x="7018" y="5135"/>
                </a:lnTo>
                <a:lnTo>
                  <a:pt x="7189" y="5135"/>
                </a:lnTo>
                <a:lnTo>
                  <a:pt x="7467" y="5135"/>
                </a:lnTo>
                <a:lnTo>
                  <a:pt x="7595" y="5114"/>
                </a:lnTo>
                <a:lnTo>
                  <a:pt x="7681" y="5071"/>
                </a:lnTo>
                <a:lnTo>
                  <a:pt x="7724" y="5050"/>
                </a:lnTo>
                <a:lnTo>
                  <a:pt x="7724" y="5007"/>
                </a:lnTo>
                <a:lnTo>
                  <a:pt x="7745" y="4985"/>
                </a:lnTo>
                <a:lnTo>
                  <a:pt x="7724" y="4943"/>
                </a:lnTo>
                <a:lnTo>
                  <a:pt x="7724" y="4943"/>
                </a:lnTo>
                <a:lnTo>
                  <a:pt x="7660" y="4878"/>
                </a:lnTo>
                <a:lnTo>
                  <a:pt x="7574" y="4836"/>
                </a:lnTo>
                <a:lnTo>
                  <a:pt x="7467" y="4814"/>
                </a:lnTo>
                <a:lnTo>
                  <a:pt x="7339" y="4814"/>
                </a:lnTo>
                <a:lnTo>
                  <a:pt x="7082" y="4836"/>
                </a:lnTo>
                <a:lnTo>
                  <a:pt x="6911" y="4857"/>
                </a:lnTo>
                <a:lnTo>
                  <a:pt x="6911" y="4857"/>
                </a:lnTo>
                <a:close/>
                <a:moveTo>
                  <a:pt x="6697" y="6141"/>
                </a:moveTo>
                <a:lnTo>
                  <a:pt x="6697" y="6141"/>
                </a:lnTo>
                <a:lnTo>
                  <a:pt x="6526" y="6184"/>
                </a:lnTo>
                <a:lnTo>
                  <a:pt x="6376" y="6269"/>
                </a:lnTo>
                <a:lnTo>
                  <a:pt x="6312" y="6312"/>
                </a:lnTo>
                <a:lnTo>
                  <a:pt x="6269" y="6376"/>
                </a:lnTo>
                <a:lnTo>
                  <a:pt x="6226" y="6462"/>
                </a:lnTo>
                <a:lnTo>
                  <a:pt x="6226" y="6547"/>
                </a:lnTo>
                <a:lnTo>
                  <a:pt x="6226" y="6547"/>
                </a:lnTo>
                <a:lnTo>
                  <a:pt x="6226" y="6611"/>
                </a:lnTo>
                <a:lnTo>
                  <a:pt x="6248" y="6697"/>
                </a:lnTo>
                <a:lnTo>
                  <a:pt x="6290" y="6740"/>
                </a:lnTo>
                <a:lnTo>
                  <a:pt x="6355" y="6783"/>
                </a:lnTo>
                <a:lnTo>
                  <a:pt x="6483" y="6847"/>
                </a:lnTo>
                <a:lnTo>
                  <a:pt x="6633" y="6868"/>
                </a:lnTo>
                <a:lnTo>
                  <a:pt x="6633" y="6868"/>
                </a:lnTo>
                <a:lnTo>
                  <a:pt x="6740" y="6847"/>
                </a:lnTo>
                <a:lnTo>
                  <a:pt x="6825" y="6825"/>
                </a:lnTo>
                <a:lnTo>
                  <a:pt x="6889" y="6804"/>
                </a:lnTo>
                <a:lnTo>
                  <a:pt x="6954" y="6761"/>
                </a:lnTo>
                <a:lnTo>
                  <a:pt x="7018" y="6697"/>
                </a:lnTo>
                <a:lnTo>
                  <a:pt x="7039" y="6654"/>
                </a:lnTo>
                <a:lnTo>
                  <a:pt x="7082" y="6590"/>
                </a:lnTo>
                <a:lnTo>
                  <a:pt x="7082" y="6526"/>
                </a:lnTo>
                <a:lnTo>
                  <a:pt x="7082" y="6462"/>
                </a:lnTo>
                <a:lnTo>
                  <a:pt x="7082" y="6397"/>
                </a:lnTo>
                <a:lnTo>
                  <a:pt x="7061" y="6333"/>
                </a:lnTo>
                <a:lnTo>
                  <a:pt x="7018" y="6291"/>
                </a:lnTo>
                <a:lnTo>
                  <a:pt x="6954" y="6248"/>
                </a:lnTo>
                <a:lnTo>
                  <a:pt x="6889" y="6205"/>
                </a:lnTo>
                <a:lnTo>
                  <a:pt x="6804" y="6162"/>
                </a:lnTo>
                <a:lnTo>
                  <a:pt x="6697" y="6141"/>
                </a:lnTo>
                <a:lnTo>
                  <a:pt x="6697" y="6141"/>
                </a:lnTo>
                <a:close/>
                <a:moveTo>
                  <a:pt x="4686" y="1134"/>
                </a:moveTo>
                <a:lnTo>
                  <a:pt x="4686" y="1134"/>
                </a:lnTo>
                <a:lnTo>
                  <a:pt x="4686" y="1070"/>
                </a:lnTo>
                <a:lnTo>
                  <a:pt x="4664" y="1027"/>
                </a:lnTo>
                <a:lnTo>
                  <a:pt x="4643" y="984"/>
                </a:lnTo>
                <a:lnTo>
                  <a:pt x="4600" y="942"/>
                </a:lnTo>
                <a:lnTo>
                  <a:pt x="4493" y="899"/>
                </a:lnTo>
                <a:lnTo>
                  <a:pt x="4386" y="899"/>
                </a:lnTo>
                <a:lnTo>
                  <a:pt x="4279" y="920"/>
                </a:lnTo>
                <a:lnTo>
                  <a:pt x="4194" y="963"/>
                </a:lnTo>
                <a:lnTo>
                  <a:pt x="4108" y="1049"/>
                </a:lnTo>
                <a:lnTo>
                  <a:pt x="4108" y="1113"/>
                </a:lnTo>
                <a:lnTo>
                  <a:pt x="4087" y="1177"/>
                </a:lnTo>
                <a:lnTo>
                  <a:pt x="4087" y="1177"/>
                </a:lnTo>
                <a:lnTo>
                  <a:pt x="4087" y="1241"/>
                </a:lnTo>
                <a:lnTo>
                  <a:pt x="4108" y="1284"/>
                </a:lnTo>
                <a:lnTo>
                  <a:pt x="4151" y="1327"/>
                </a:lnTo>
                <a:lnTo>
                  <a:pt x="4172" y="1369"/>
                </a:lnTo>
                <a:lnTo>
                  <a:pt x="4279" y="1412"/>
                </a:lnTo>
                <a:lnTo>
                  <a:pt x="4386" y="1412"/>
                </a:lnTo>
                <a:lnTo>
                  <a:pt x="4493" y="1391"/>
                </a:lnTo>
                <a:lnTo>
                  <a:pt x="4579" y="1327"/>
                </a:lnTo>
                <a:lnTo>
                  <a:pt x="4664" y="1241"/>
                </a:lnTo>
                <a:lnTo>
                  <a:pt x="4686" y="1198"/>
                </a:lnTo>
                <a:lnTo>
                  <a:pt x="4686" y="1134"/>
                </a:lnTo>
                <a:lnTo>
                  <a:pt x="4686" y="1134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52"/>
          <p:cNvSpPr/>
          <p:nvPr/>
        </p:nvSpPr>
        <p:spPr>
          <a:xfrm>
            <a:off x="6623944" y="2555757"/>
            <a:ext cx="182743" cy="240577"/>
          </a:xfrm>
          <a:custGeom>
            <a:rect b="b" l="l" r="r" t="t"/>
            <a:pathLst>
              <a:path extrusionOk="0" h="8902" w="6762">
                <a:moveTo>
                  <a:pt x="1305" y="1092"/>
                </a:moveTo>
                <a:lnTo>
                  <a:pt x="1348" y="1135"/>
                </a:lnTo>
                <a:lnTo>
                  <a:pt x="1477" y="1263"/>
                </a:lnTo>
                <a:lnTo>
                  <a:pt x="1562" y="1434"/>
                </a:lnTo>
                <a:lnTo>
                  <a:pt x="1584" y="1499"/>
                </a:lnTo>
                <a:lnTo>
                  <a:pt x="1562" y="1541"/>
                </a:lnTo>
                <a:lnTo>
                  <a:pt x="1541" y="1541"/>
                </a:lnTo>
                <a:lnTo>
                  <a:pt x="1477" y="1520"/>
                </a:lnTo>
                <a:lnTo>
                  <a:pt x="1348" y="1370"/>
                </a:lnTo>
                <a:lnTo>
                  <a:pt x="1284" y="1306"/>
                </a:lnTo>
                <a:lnTo>
                  <a:pt x="1241" y="1220"/>
                </a:lnTo>
                <a:lnTo>
                  <a:pt x="1241" y="1156"/>
                </a:lnTo>
                <a:lnTo>
                  <a:pt x="1241" y="1113"/>
                </a:lnTo>
                <a:lnTo>
                  <a:pt x="1263" y="1092"/>
                </a:lnTo>
                <a:close/>
                <a:moveTo>
                  <a:pt x="792" y="1734"/>
                </a:moveTo>
                <a:lnTo>
                  <a:pt x="856" y="1755"/>
                </a:lnTo>
                <a:lnTo>
                  <a:pt x="878" y="1798"/>
                </a:lnTo>
                <a:lnTo>
                  <a:pt x="899" y="1841"/>
                </a:lnTo>
                <a:lnTo>
                  <a:pt x="878" y="1862"/>
                </a:lnTo>
                <a:lnTo>
                  <a:pt x="856" y="1905"/>
                </a:lnTo>
                <a:lnTo>
                  <a:pt x="813" y="1905"/>
                </a:lnTo>
                <a:lnTo>
                  <a:pt x="749" y="1926"/>
                </a:lnTo>
                <a:lnTo>
                  <a:pt x="706" y="1905"/>
                </a:lnTo>
                <a:lnTo>
                  <a:pt x="685" y="1884"/>
                </a:lnTo>
                <a:lnTo>
                  <a:pt x="685" y="1841"/>
                </a:lnTo>
                <a:lnTo>
                  <a:pt x="728" y="1777"/>
                </a:lnTo>
                <a:lnTo>
                  <a:pt x="749" y="1755"/>
                </a:lnTo>
                <a:lnTo>
                  <a:pt x="792" y="1734"/>
                </a:lnTo>
                <a:close/>
                <a:moveTo>
                  <a:pt x="2910" y="1670"/>
                </a:moveTo>
                <a:lnTo>
                  <a:pt x="2846" y="1712"/>
                </a:lnTo>
                <a:lnTo>
                  <a:pt x="2760" y="1755"/>
                </a:lnTo>
                <a:lnTo>
                  <a:pt x="2718" y="1819"/>
                </a:lnTo>
                <a:lnTo>
                  <a:pt x="2675" y="1884"/>
                </a:lnTo>
                <a:lnTo>
                  <a:pt x="2675" y="1926"/>
                </a:lnTo>
                <a:lnTo>
                  <a:pt x="2696" y="1969"/>
                </a:lnTo>
                <a:lnTo>
                  <a:pt x="2932" y="1969"/>
                </a:lnTo>
                <a:lnTo>
                  <a:pt x="3081" y="1991"/>
                </a:lnTo>
                <a:lnTo>
                  <a:pt x="3231" y="2033"/>
                </a:lnTo>
                <a:lnTo>
                  <a:pt x="3317" y="2033"/>
                </a:lnTo>
                <a:lnTo>
                  <a:pt x="3381" y="2012"/>
                </a:lnTo>
                <a:lnTo>
                  <a:pt x="3702" y="1969"/>
                </a:lnTo>
                <a:lnTo>
                  <a:pt x="4023" y="1948"/>
                </a:lnTo>
                <a:lnTo>
                  <a:pt x="4237" y="1948"/>
                </a:lnTo>
                <a:lnTo>
                  <a:pt x="4451" y="1926"/>
                </a:lnTo>
                <a:lnTo>
                  <a:pt x="4879" y="1905"/>
                </a:lnTo>
                <a:lnTo>
                  <a:pt x="5135" y="1905"/>
                </a:lnTo>
                <a:lnTo>
                  <a:pt x="5199" y="1884"/>
                </a:lnTo>
                <a:lnTo>
                  <a:pt x="5242" y="1862"/>
                </a:lnTo>
                <a:lnTo>
                  <a:pt x="5242" y="1819"/>
                </a:lnTo>
                <a:lnTo>
                  <a:pt x="5199" y="1755"/>
                </a:lnTo>
                <a:lnTo>
                  <a:pt x="5135" y="1712"/>
                </a:lnTo>
                <a:lnTo>
                  <a:pt x="5050" y="1691"/>
                </a:lnTo>
                <a:lnTo>
                  <a:pt x="4836" y="1691"/>
                </a:lnTo>
                <a:lnTo>
                  <a:pt x="4451" y="1734"/>
                </a:lnTo>
                <a:lnTo>
                  <a:pt x="4237" y="1755"/>
                </a:lnTo>
                <a:lnTo>
                  <a:pt x="4044" y="1755"/>
                </a:lnTo>
                <a:lnTo>
                  <a:pt x="3616" y="1734"/>
                </a:lnTo>
                <a:lnTo>
                  <a:pt x="3531" y="1755"/>
                </a:lnTo>
                <a:lnTo>
                  <a:pt x="3424" y="1777"/>
                </a:lnTo>
                <a:lnTo>
                  <a:pt x="3317" y="1798"/>
                </a:lnTo>
                <a:lnTo>
                  <a:pt x="3231" y="1798"/>
                </a:lnTo>
                <a:lnTo>
                  <a:pt x="3167" y="1777"/>
                </a:lnTo>
                <a:lnTo>
                  <a:pt x="3103" y="1734"/>
                </a:lnTo>
                <a:lnTo>
                  <a:pt x="3060" y="1691"/>
                </a:lnTo>
                <a:lnTo>
                  <a:pt x="2996" y="1670"/>
                </a:lnTo>
                <a:close/>
                <a:moveTo>
                  <a:pt x="4707" y="2654"/>
                </a:moveTo>
                <a:lnTo>
                  <a:pt x="4451" y="2675"/>
                </a:lnTo>
                <a:lnTo>
                  <a:pt x="4279" y="2697"/>
                </a:lnTo>
                <a:lnTo>
                  <a:pt x="3809" y="2739"/>
                </a:lnTo>
                <a:lnTo>
                  <a:pt x="3573" y="2761"/>
                </a:lnTo>
                <a:lnTo>
                  <a:pt x="3359" y="2761"/>
                </a:lnTo>
                <a:lnTo>
                  <a:pt x="3124" y="2739"/>
                </a:lnTo>
                <a:lnTo>
                  <a:pt x="2910" y="2697"/>
                </a:lnTo>
                <a:lnTo>
                  <a:pt x="2803" y="2675"/>
                </a:lnTo>
                <a:lnTo>
                  <a:pt x="2696" y="2697"/>
                </a:lnTo>
                <a:lnTo>
                  <a:pt x="2482" y="2718"/>
                </a:lnTo>
                <a:lnTo>
                  <a:pt x="2397" y="2697"/>
                </a:lnTo>
                <a:lnTo>
                  <a:pt x="2290" y="2675"/>
                </a:lnTo>
                <a:lnTo>
                  <a:pt x="2097" y="2675"/>
                </a:lnTo>
                <a:lnTo>
                  <a:pt x="2033" y="2718"/>
                </a:lnTo>
                <a:lnTo>
                  <a:pt x="1990" y="2761"/>
                </a:lnTo>
                <a:lnTo>
                  <a:pt x="1969" y="2825"/>
                </a:lnTo>
                <a:lnTo>
                  <a:pt x="1990" y="2846"/>
                </a:lnTo>
                <a:lnTo>
                  <a:pt x="2012" y="2868"/>
                </a:lnTo>
                <a:lnTo>
                  <a:pt x="2140" y="2889"/>
                </a:lnTo>
                <a:lnTo>
                  <a:pt x="2247" y="2911"/>
                </a:lnTo>
                <a:lnTo>
                  <a:pt x="2504" y="2932"/>
                </a:lnTo>
                <a:lnTo>
                  <a:pt x="2974" y="2932"/>
                </a:lnTo>
                <a:lnTo>
                  <a:pt x="3210" y="2953"/>
                </a:lnTo>
                <a:lnTo>
                  <a:pt x="3424" y="2953"/>
                </a:lnTo>
                <a:lnTo>
                  <a:pt x="3873" y="2932"/>
                </a:lnTo>
                <a:lnTo>
                  <a:pt x="4322" y="2889"/>
                </a:lnTo>
                <a:lnTo>
                  <a:pt x="5028" y="2889"/>
                </a:lnTo>
                <a:lnTo>
                  <a:pt x="5093" y="2868"/>
                </a:lnTo>
                <a:lnTo>
                  <a:pt x="5135" y="2846"/>
                </a:lnTo>
                <a:lnTo>
                  <a:pt x="5135" y="2804"/>
                </a:lnTo>
                <a:lnTo>
                  <a:pt x="5114" y="2739"/>
                </a:lnTo>
                <a:lnTo>
                  <a:pt x="5050" y="2697"/>
                </a:lnTo>
                <a:lnTo>
                  <a:pt x="4943" y="2675"/>
                </a:lnTo>
                <a:lnTo>
                  <a:pt x="4707" y="2654"/>
                </a:lnTo>
                <a:close/>
                <a:moveTo>
                  <a:pt x="3295" y="3424"/>
                </a:moveTo>
                <a:lnTo>
                  <a:pt x="3060" y="3467"/>
                </a:lnTo>
                <a:lnTo>
                  <a:pt x="2825" y="3531"/>
                </a:lnTo>
                <a:lnTo>
                  <a:pt x="2568" y="3574"/>
                </a:lnTo>
                <a:lnTo>
                  <a:pt x="2461" y="3595"/>
                </a:lnTo>
                <a:lnTo>
                  <a:pt x="2332" y="3574"/>
                </a:lnTo>
                <a:lnTo>
                  <a:pt x="2119" y="3531"/>
                </a:lnTo>
                <a:lnTo>
                  <a:pt x="1905" y="3531"/>
                </a:lnTo>
                <a:lnTo>
                  <a:pt x="1840" y="3553"/>
                </a:lnTo>
                <a:lnTo>
                  <a:pt x="1776" y="3595"/>
                </a:lnTo>
                <a:lnTo>
                  <a:pt x="1755" y="3617"/>
                </a:lnTo>
                <a:lnTo>
                  <a:pt x="1755" y="3638"/>
                </a:lnTo>
                <a:lnTo>
                  <a:pt x="1776" y="3681"/>
                </a:lnTo>
                <a:lnTo>
                  <a:pt x="1819" y="3702"/>
                </a:lnTo>
                <a:lnTo>
                  <a:pt x="1926" y="3766"/>
                </a:lnTo>
                <a:lnTo>
                  <a:pt x="2033" y="3788"/>
                </a:lnTo>
                <a:lnTo>
                  <a:pt x="2140" y="3831"/>
                </a:lnTo>
                <a:lnTo>
                  <a:pt x="2482" y="3831"/>
                </a:lnTo>
                <a:lnTo>
                  <a:pt x="2718" y="3788"/>
                </a:lnTo>
                <a:lnTo>
                  <a:pt x="3167" y="3681"/>
                </a:lnTo>
                <a:lnTo>
                  <a:pt x="3402" y="3659"/>
                </a:lnTo>
                <a:lnTo>
                  <a:pt x="3638" y="3638"/>
                </a:lnTo>
                <a:lnTo>
                  <a:pt x="3894" y="3659"/>
                </a:lnTo>
                <a:lnTo>
                  <a:pt x="4001" y="3681"/>
                </a:lnTo>
                <a:lnTo>
                  <a:pt x="4130" y="3681"/>
                </a:lnTo>
                <a:lnTo>
                  <a:pt x="4365" y="3638"/>
                </a:lnTo>
                <a:lnTo>
                  <a:pt x="4472" y="3638"/>
                </a:lnTo>
                <a:lnTo>
                  <a:pt x="4579" y="3659"/>
                </a:lnTo>
                <a:lnTo>
                  <a:pt x="4814" y="3745"/>
                </a:lnTo>
                <a:lnTo>
                  <a:pt x="4986" y="3745"/>
                </a:lnTo>
                <a:lnTo>
                  <a:pt x="5050" y="3702"/>
                </a:lnTo>
                <a:lnTo>
                  <a:pt x="5093" y="3659"/>
                </a:lnTo>
                <a:lnTo>
                  <a:pt x="5114" y="3595"/>
                </a:lnTo>
                <a:lnTo>
                  <a:pt x="5114" y="3553"/>
                </a:lnTo>
                <a:lnTo>
                  <a:pt x="5071" y="3488"/>
                </a:lnTo>
                <a:lnTo>
                  <a:pt x="4986" y="3467"/>
                </a:lnTo>
                <a:lnTo>
                  <a:pt x="4729" y="3467"/>
                </a:lnTo>
                <a:lnTo>
                  <a:pt x="4515" y="3424"/>
                </a:lnTo>
                <a:lnTo>
                  <a:pt x="4301" y="3424"/>
                </a:lnTo>
                <a:lnTo>
                  <a:pt x="4044" y="3446"/>
                </a:lnTo>
                <a:lnTo>
                  <a:pt x="3809" y="3424"/>
                </a:lnTo>
                <a:close/>
                <a:moveTo>
                  <a:pt x="2632" y="4237"/>
                </a:moveTo>
                <a:lnTo>
                  <a:pt x="2397" y="4259"/>
                </a:lnTo>
                <a:lnTo>
                  <a:pt x="1947" y="4366"/>
                </a:lnTo>
                <a:lnTo>
                  <a:pt x="1776" y="4430"/>
                </a:lnTo>
                <a:lnTo>
                  <a:pt x="1648" y="4515"/>
                </a:lnTo>
                <a:lnTo>
                  <a:pt x="1626" y="4558"/>
                </a:lnTo>
                <a:lnTo>
                  <a:pt x="1626" y="4580"/>
                </a:lnTo>
                <a:lnTo>
                  <a:pt x="1712" y="4601"/>
                </a:lnTo>
                <a:lnTo>
                  <a:pt x="1840" y="4601"/>
                </a:lnTo>
                <a:lnTo>
                  <a:pt x="2119" y="4580"/>
                </a:lnTo>
                <a:lnTo>
                  <a:pt x="2375" y="4537"/>
                </a:lnTo>
                <a:lnTo>
                  <a:pt x="2653" y="4494"/>
                </a:lnTo>
                <a:lnTo>
                  <a:pt x="2932" y="4494"/>
                </a:lnTo>
                <a:lnTo>
                  <a:pt x="3188" y="4537"/>
                </a:lnTo>
                <a:lnTo>
                  <a:pt x="3295" y="4558"/>
                </a:lnTo>
                <a:lnTo>
                  <a:pt x="3424" y="4558"/>
                </a:lnTo>
                <a:lnTo>
                  <a:pt x="3680" y="4494"/>
                </a:lnTo>
                <a:lnTo>
                  <a:pt x="3809" y="4473"/>
                </a:lnTo>
                <a:lnTo>
                  <a:pt x="3937" y="4515"/>
                </a:lnTo>
                <a:lnTo>
                  <a:pt x="4108" y="4558"/>
                </a:lnTo>
                <a:lnTo>
                  <a:pt x="4536" y="4558"/>
                </a:lnTo>
                <a:lnTo>
                  <a:pt x="4729" y="4537"/>
                </a:lnTo>
                <a:lnTo>
                  <a:pt x="4814" y="4515"/>
                </a:lnTo>
                <a:lnTo>
                  <a:pt x="4921" y="4494"/>
                </a:lnTo>
                <a:lnTo>
                  <a:pt x="4964" y="4473"/>
                </a:lnTo>
                <a:lnTo>
                  <a:pt x="5007" y="4451"/>
                </a:lnTo>
                <a:lnTo>
                  <a:pt x="5007" y="4408"/>
                </a:lnTo>
                <a:lnTo>
                  <a:pt x="5007" y="4366"/>
                </a:lnTo>
                <a:lnTo>
                  <a:pt x="4986" y="4323"/>
                </a:lnTo>
                <a:lnTo>
                  <a:pt x="4943" y="4301"/>
                </a:lnTo>
                <a:lnTo>
                  <a:pt x="4836" y="4280"/>
                </a:lnTo>
                <a:lnTo>
                  <a:pt x="4386" y="4280"/>
                </a:lnTo>
                <a:lnTo>
                  <a:pt x="4151" y="4259"/>
                </a:lnTo>
                <a:lnTo>
                  <a:pt x="3937" y="4237"/>
                </a:lnTo>
                <a:lnTo>
                  <a:pt x="3702" y="4237"/>
                </a:lnTo>
                <a:lnTo>
                  <a:pt x="3488" y="4280"/>
                </a:lnTo>
                <a:lnTo>
                  <a:pt x="3402" y="4323"/>
                </a:lnTo>
                <a:lnTo>
                  <a:pt x="3188" y="4323"/>
                </a:lnTo>
                <a:lnTo>
                  <a:pt x="3081" y="4301"/>
                </a:lnTo>
                <a:lnTo>
                  <a:pt x="2867" y="4237"/>
                </a:lnTo>
                <a:close/>
                <a:moveTo>
                  <a:pt x="2268" y="5050"/>
                </a:moveTo>
                <a:lnTo>
                  <a:pt x="2140" y="5072"/>
                </a:lnTo>
                <a:lnTo>
                  <a:pt x="2033" y="5114"/>
                </a:lnTo>
                <a:lnTo>
                  <a:pt x="1926" y="5157"/>
                </a:lnTo>
                <a:lnTo>
                  <a:pt x="1819" y="5200"/>
                </a:lnTo>
                <a:lnTo>
                  <a:pt x="1584" y="5200"/>
                </a:lnTo>
                <a:lnTo>
                  <a:pt x="1562" y="5221"/>
                </a:lnTo>
                <a:lnTo>
                  <a:pt x="1562" y="5243"/>
                </a:lnTo>
                <a:lnTo>
                  <a:pt x="1584" y="5264"/>
                </a:lnTo>
                <a:lnTo>
                  <a:pt x="1605" y="5307"/>
                </a:lnTo>
                <a:lnTo>
                  <a:pt x="1691" y="5328"/>
                </a:lnTo>
                <a:lnTo>
                  <a:pt x="1798" y="5328"/>
                </a:lnTo>
                <a:lnTo>
                  <a:pt x="1926" y="5307"/>
                </a:lnTo>
                <a:lnTo>
                  <a:pt x="2161" y="5243"/>
                </a:lnTo>
                <a:lnTo>
                  <a:pt x="2268" y="5221"/>
                </a:lnTo>
                <a:lnTo>
                  <a:pt x="2332" y="5221"/>
                </a:lnTo>
                <a:lnTo>
                  <a:pt x="2546" y="5264"/>
                </a:lnTo>
                <a:lnTo>
                  <a:pt x="2653" y="5286"/>
                </a:lnTo>
                <a:lnTo>
                  <a:pt x="2760" y="5286"/>
                </a:lnTo>
                <a:lnTo>
                  <a:pt x="2974" y="5243"/>
                </a:lnTo>
                <a:lnTo>
                  <a:pt x="3124" y="5200"/>
                </a:lnTo>
                <a:lnTo>
                  <a:pt x="3188" y="5179"/>
                </a:lnTo>
                <a:lnTo>
                  <a:pt x="3146" y="5136"/>
                </a:lnTo>
                <a:lnTo>
                  <a:pt x="3081" y="5093"/>
                </a:lnTo>
                <a:lnTo>
                  <a:pt x="2910" y="5093"/>
                </a:lnTo>
                <a:lnTo>
                  <a:pt x="2782" y="5114"/>
                </a:lnTo>
                <a:lnTo>
                  <a:pt x="2653" y="5136"/>
                </a:lnTo>
                <a:lnTo>
                  <a:pt x="2568" y="5114"/>
                </a:lnTo>
                <a:lnTo>
                  <a:pt x="2461" y="5093"/>
                </a:lnTo>
                <a:lnTo>
                  <a:pt x="2375" y="5072"/>
                </a:lnTo>
                <a:lnTo>
                  <a:pt x="2268" y="5050"/>
                </a:lnTo>
                <a:close/>
                <a:moveTo>
                  <a:pt x="4515" y="6034"/>
                </a:moveTo>
                <a:lnTo>
                  <a:pt x="4558" y="6120"/>
                </a:lnTo>
                <a:lnTo>
                  <a:pt x="4579" y="6270"/>
                </a:lnTo>
                <a:lnTo>
                  <a:pt x="4579" y="6313"/>
                </a:lnTo>
                <a:lnTo>
                  <a:pt x="4558" y="6377"/>
                </a:lnTo>
                <a:lnTo>
                  <a:pt x="4536" y="6398"/>
                </a:lnTo>
                <a:lnTo>
                  <a:pt x="4451" y="6398"/>
                </a:lnTo>
                <a:lnTo>
                  <a:pt x="4429" y="6377"/>
                </a:lnTo>
                <a:lnTo>
                  <a:pt x="4408" y="6334"/>
                </a:lnTo>
                <a:lnTo>
                  <a:pt x="4451" y="6206"/>
                </a:lnTo>
                <a:lnTo>
                  <a:pt x="4493" y="6077"/>
                </a:lnTo>
                <a:lnTo>
                  <a:pt x="4515" y="6034"/>
                </a:lnTo>
                <a:close/>
                <a:moveTo>
                  <a:pt x="5627" y="5478"/>
                </a:moveTo>
                <a:lnTo>
                  <a:pt x="5585" y="5500"/>
                </a:lnTo>
                <a:lnTo>
                  <a:pt x="5520" y="5542"/>
                </a:lnTo>
                <a:lnTo>
                  <a:pt x="5478" y="5606"/>
                </a:lnTo>
                <a:lnTo>
                  <a:pt x="5478" y="5692"/>
                </a:lnTo>
                <a:lnTo>
                  <a:pt x="5478" y="5756"/>
                </a:lnTo>
                <a:lnTo>
                  <a:pt x="5478" y="5842"/>
                </a:lnTo>
                <a:lnTo>
                  <a:pt x="5499" y="5992"/>
                </a:lnTo>
                <a:lnTo>
                  <a:pt x="5499" y="6077"/>
                </a:lnTo>
                <a:lnTo>
                  <a:pt x="5478" y="6141"/>
                </a:lnTo>
                <a:lnTo>
                  <a:pt x="5435" y="6184"/>
                </a:lnTo>
                <a:lnTo>
                  <a:pt x="5392" y="6227"/>
                </a:lnTo>
                <a:lnTo>
                  <a:pt x="5306" y="6291"/>
                </a:lnTo>
                <a:lnTo>
                  <a:pt x="5264" y="6313"/>
                </a:lnTo>
                <a:lnTo>
                  <a:pt x="5242" y="6355"/>
                </a:lnTo>
                <a:lnTo>
                  <a:pt x="5242" y="6420"/>
                </a:lnTo>
                <a:lnTo>
                  <a:pt x="5264" y="6484"/>
                </a:lnTo>
                <a:lnTo>
                  <a:pt x="5306" y="6527"/>
                </a:lnTo>
                <a:lnTo>
                  <a:pt x="5371" y="6548"/>
                </a:lnTo>
                <a:lnTo>
                  <a:pt x="5435" y="6569"/>
                </a:lnTo>
                <a:lnTo>
                  <a:pt x="5499" y="6591"/>
                </a:lnTo>
                <a:lnTo>
                  <a:pt x="5542" y="6655"/>
                </a:lnTo>
                <a:lnTo>
                  <a:pt x="5563" y="6698"/>
                </a:lnTo>
                <a:lnTo>
                  <a:pt x="5563" y="6762"/>
                </a:lnTo>
                <a:lnTo>
                  <a:pt x="5606" y="6826"/>
                </a:lnTo>
                <a:lnTo>
                  <a:pt x="5649" y="6869"/>
                </a:lnTo>
                <a:lnTo>
                  <a:pt x="5692" y="6890"/>
                </a:lnTo>
                <a:lnTo>
                  <a:pt x="5734" y="6912"/>
                </a:lnTo>
                <a:lnTo>
                  <a:pt x="5820" y="6912"/>
                </a:lnTo>
                <a:lnTo>
                  <a:pt x="5863" y="6869"/>
                </a:lnTo>
                <a:lnTo>
                  <a:pt x="5906" y="6826"/>
                </a:lnTo>
                <a:lnTo>
                  <a:pt x="5927" y="6783"/>
                </a:lnTo>
                <a:lnTo>
                  <a:pt x="5948" y="6698"/>
                </a:lnTo>
                <a:lnTo>
                  <a:pt x="5927" y="6633"/>
                </a:lnTo>
                <a:lnTo>
                  <a:pt x="5927" y="6548"/>
                </a:lnTo>
                <a:lnTo>
                  <a:pt x="5927" y="6462"/>
                </a:lnTo>
                <a:lnTo>
                  <a:pt x="5970" y="6441"/>
                </a:lnTo>
                <a:lnTo>
                  <a:pt x="5991" y="6398"/>
                </a:lnTo>
                <a:lnTo>
                  <a:pt x="6077" y="6355"/>
                </a:lnTo>
                <a:lnTo>
                  <a:pt x="6141" y="6248"/>
                </a:lnTo>
                <a:lnTo>
                  <a:pt x="6162" y="6206"/>
                </a:lnTo>
                <a:lnTo>
                  <a:pt x="6162" y="6141"/>
                </a:lnTo>
                <a:lnTo>
                  <a:pt x="6141" y="6099"/>
                </a:lnTo>
                <a:lnTo>
                  <a:pt x="6120" y="6056"/>
                </a:lnTo>
                <a:lnTo>
                  <a:pt x="6055" y="6034"/>
                </a:lnTo>
                <a:lnTo>
                  <a:pt x="5991" y="6013"/>
                </a:lnTo>
                <a:lnTo>
                  <a:pt x="5884" y="5970"/>
                </a:lnTo>
                <a:lnTo>
                  <a:pt x="5863" y="5949"/>
                </a:lnTo>
                <a:lnTo>
                  <a:pt x="5841" y="5927"/>
                </a:lnTo>
                <a:lnTo>
                  <a:pt x="5820" y="5713"/>
                </a:lnTo>
                <a:lnTo>
                  <a:pt x="5777" y="5585"/>
                </a:lnTo>
                <a:lnTo>
                  <a:pt x="5713" y="5500"/>
                </a:lnTo>
                <a:lnTo>
                  <a:pt x="5670" y="5478"/>
                </a:lnTo>
                <a:close/>
                <a:moveTo>
                  <a:pt x="4408" y="5307"/>
                </a:moveTo>
                <a:lnTo>
                  <a:pt x="4344" y="5328"/>
                </a:lnTo>
                <a:lnTo>
                  <a:pt x="4301" y="5371"/>
                </a:lnTo>
                <a:lnTo>
                  <a:pt x="4258" y="5435"/>
                </a:lnTo>
                <a:lnTo>
                  <a:pt x="4194" y="5564"/>
                </a:lnTo>
                <a:lnTo>
                  <a:pt x="4151" y="5735"/>
                </a:lnTo>
                <a:lnTo>
                  <a:pt x="4108" y="6120"/>
                </a:lnTo>
                <a:lnTo>
                  <a:pt x="4087" y="6270"/>
                </a:lnTo>
                <a:lnTo>
                  <a:pt x="4066" y="6398"/>
                </a:lnTo>
                <a:lnTo>
                  <a:pt x="4023" y="6462"/>
                </a:lnTo>
                <a:lnTo>
                  <a:pt x="3980" y="6527"/>
                </a:lnTo>
                <a:lnTo>
                  <a:pt x="3894" y="6591"/>
                </a:lnTo>
                <a:lnTo>
                  <a:pt x="3787" y="6633"/>
                </a:lnTo>
                <a:lnTo>
                  <a:pt x="3723" y="6676"/>
                </a:lnTo>
                <a:lnTo>
                  <a:pt x="3680" y="6740"/>
                </a:lnTo>
                <a:lnTo>
                  <a:pt x="3659" y="6783"/>
                </a:lnTo>
                <a:lnTo>
                  <a:pt x="3638" y="6826"/>
                </a:lnTo>
                <a:lnTo>
                  <a:pt x="3638" y="6869"/>
                </a:lnTo>
                <a:lnTo>
                  <a:pt x="3659" y="6890"/>
                </a:lnTo>
                <a:lnTo>
                  <a:pt x="3723" y="6933"/>
                </a:lnTo>
                <a:lnTo>
                  <a:pt x="3787" y="6976"/>
                </a:lnTo>
                <a:lnTo>
                  <a:pt x="3852" y="7061"/>
                </a:lnTo>
                <a:lnTo>
                  <a:pt x="3873" y="7126"/>
                </a:lnTo>
                <a:lnTo>
                  <a:pt x="3873" y="7190"/>
                </a:lnTo>
                <a:lnTo>
                  <a:pt x="3830" y="7318"/>
                </a:lnTo>
                <a:lnTo>
                  <a:pt x="3809" y="7425"/>
                </a:lnTo>
                <a:lnTo>
                  <a:pt x="3787" y="7554"/>
                </a:lnTo>
                <a:lnTo>
                  <a:pt x="3787" y="7618"/>
                </a:lnTo>
                <a:lnTo>
                  <a:pt x="3787" y="7682"/>
                </a:lnTo>
                <a:lnTo>
                  <a:pt x="3830" y="7725"/>
                </a:lnTo>
                <a:lnTo>
                  <a:pt x="3873" y="7746"/>
                </a:lnTo>
                <a:lnTo>
                  <a:pt x="3980" y="7746"/>
                </a:lnTo>
                <a:lnTo>
                  <a:pt x="4087" y="7682"/>
                </a:lnTo>
                <a:lnTo>
                  <a:pt x="4172" y="7596"/>
                </a:lnTo>
                <a:lnTo>
                  <a:pt x="4237" y="7532"/>
                </a:lnTo>
                <a:lnTo>
                  <a:pt x="4279" y="7468"/>
                </a:lnTo>
                <a:lnTo>
                  <a:pt x="4279" y="7382"/>
                </a:lnTo>
                <a:lnTo>
                  <a:pt x="4301" y="7233"/>
                </a:lnTo>
                <a:lnTo>
                  <a:pt x="4301" y="7061"/>
                </a:lnTo>
                <a:lnTo>
                  <a:pt x="4322" y="6976"/>
                </a:lnTo>
                <a:lnTo>
                  <a:pt x="4365" y="6912"/>
                </a:lnTo>
                <a:lnTo>
                  <a:pt x="4451" y="6826"/>
                </a:lnTo>
                <a:lnTo>
                  <a:pt x="4558" y="6762"/>
                </a:lnTo>
                <a:lnTo>
                  <a:pt x="4600" y="6740"/>
                </a:lnTo>
                <a:lnTo>
                  <a:pt x="4665" y="6740"/>
                </a:lnTo>
                <a:lnTo>
                  <a:pt x="4707" y="6762"/>
                </a:lnTo>
                <a:lnTo>
                  <a:pt x="4772" y="6805"/>
                </a:lnTo>
                <a:lnTo>
                  <a:pt x="4793" y="6847"/>
                </a:lnTo>
                <a:lnTo>
                  <a:pt x="4836" y="6912"/>
                </a:lnTo>
                <a:lnTo>
                  <a:pt x="4857" y="7083"/>
                </a:lnTo>
                <a:lnTo>
                  <a:pt x="4900" y="7233"/>
                </a:lnTo>
                <a:lnTo>
                  <a:pt x="4943" y="7382"/>
                </a:lnTo>
                <a:lnTo>
                  <a:pt x="5007" y="7489"/>
                </a:lnTo>
                <a:lnTo>
                  <a:pt x="5028" y="7511"/>
                </a:lnTo>
                <a:lnTo>
                  <a:pt x="5071" y="7532"/>
                </a:lnTo>
                <a:lnTo>
                  <a:pt x="5135" y="7532"/>
                </a:lnTo>
                <a:lnTo>
                  <a:pt x="5264" y="7447"/>
                </a:lnTo>
                <a:lnTo>
                  <a:pt x="5328" y="7361"/>
                </a:lnTo>
                <a:lnTo>
                  <a:pt x="5371" y="7275"/>
                </a:lnTo>
                <a:lnTo>
                  <a:pt x="5371" y="7168"/>
                </a:lnTo>
                <a:lnTo>
                  <a:pt x="5328" y="7040"/>
                </a:lnTo>
                <a:lnTo>
                  <a:pt x="5285" y="6912"/>
                </a:lnTo>
                <a:lnTo>
                  <a:pt x="5242" y="6783"/>
                </a:lnTo>
                <a:lnTo>
                  <a:pt x="5178" y="6676"/>
                </a:lnTo>
                <a:lnTo>
                  <a:pt x="5135" y="6548"/>
                </a:lnTo>
                <a:lnTo>
                  <a:pt x="5135" y="6398"/>
                </a:lnTo>
                <a:lnTo>
                  <a:pt x="5114" y="6334"/>
                </a:lnTo>
                <a:lnTo>
                  <a:pt x="5093" y="6248"/>
                </a:lnTo>
                <a:lnTo>
                  <a:pt x="5050" y="6206"/>
                </a:lnTo>
                <a:lnTo>
                  <a:pt x="4986" y="6141"/>
                </a:lnTo>
                <a:lnTo>
                  <a:pt x="4943" y="6034"/>
                </a:lnTo>
                <a:lnTo>
                  <a:pt x="4900" y="5927"/>
                </a:lnTo>
                <a:lnTo>
                  <a:pt x="4793" y="5649"/>
                </a:lnTo>
                <a:lnTo>
                  <a:pt x="4750" y="5521"/>
                </a:lnTo>
                <a:lnTo>
                  <a:pt x="4665" y="5414"/>
                </a:lnTo>
                <a:lnTo>
                  <a:pt x="4579" y="5328"/>
                </a:lnTo>
                <a:lnTo>
                  <a:pt x="4536" y="5307"/>
                </a:lnTo>
                <a:close/>
                <a:moveTo>
                  <a:pt x="2632" y="429"/>
                </a:moveTo>
                <a:lnTo>
                  <a:pt x="2889" y="450"/>
                </a:lnTo>
                <a:lnTo>
                  <a:pt x="3124" y="472"/>
                </a:lnTo>
                <a:lnTo>
                  <a:pt x="3702" y="472"/>
                </a:lnTo>
                <a:lnTo>
                  <a:pt x="4258" y="514"/>
                </a:lnTo>
                <a:lnTo>
                  <a:pt x="4793" y="536"/>
                </a:lnTo>
                <a:lnTo>
                  <a:pt x="5306" y="557"/>
                </a:lnTo>
                <a:lnTo>
                  <a:pt x="5820" y="600"/>
                </a:lnTo>
                <a:lnTo>
                  <a:pt x="5970" y="600"/>
                </a:lnTo>
                <a:lnTo>
                  <a:pt x="6077" y="621"/>
                </a:lnTo>
                <a:lnTo>
                  <a:pt x="6098" y="621"/>
                </a:lnTo>
                <a:lnTo>
                  <a:pt x="6141" y="664"/>
                </a:lnTo>
                <a:lnTo>
                  <a:pt x="6162" y="707"/>
                </a:lnTo>
                <a:lnTo>
                  <a:pt x="6184" y="771"/>
                </a:lnTo>
                <a:lnTo>
                  <a:pt x="6205" y="1006"/>
                </a:lnTo>
                <a:lnTo>
                  <a:pt x="6226" y="1263"/>
                </a:lnTo>
                <a:lnTo>
                  <a:pt x="6205" y="1777"/>
                </a:lnTo>
                <a:lnTo>
                  <a:pt x="6226" y="2354"/>
                </a:lnTo>
                <a:lnTo>
                  <a:pt x="6248" y="2932"/>
                </a:lnTo>
                <a:lnTo>
                  <a:pt x="6248" y="5542"/>
                </a:lnTo>
                <a:lnTo>
                  <a:pt x="6269" y="6869"/>
                </a:lnTo>
                <a:lnTo>
                  <a:pt x="6291" y="7511"/>
                </a:lnTo>
                <a:lnTo>
                  <a:pt x="6269" y="7832"/>
                </a:lnTo>
                <a:lnTo>
                  <a:pt x="6248" y="7981"/>
                </a:lnTo>
                <a:lnTo>
                  <a:pt x="6205" y="8153"/>
                </a:lnTo>
                <a:lnTo>
                  <a:pt x="6184" y="8174"/>
                </a:lnTo>
                <a:lnTo>
                  <a:pt x="6141" y="8195"/>
                </a:lnTo>
                <a:lnTo>
                  <a:pt x="6055" y="8238"/>
                </a:lnTo>
                <a:lnTo>
                  <a:pt x="5906" y="8260"/>
                </a:lnTo>
                <a:lnTo>
                  <a:pt x="5413" y="8260"/>
                </a:lnTo>
                <a:lnTo>
                  <a:pt x="5199" y="8238"/>
                </a:lnTo>
                <a:lnTo>
                  <a:pt x="4857" y="8217"/>
                </a:lnTo>
                <a:lnTo>
                  <a:pt x="4515" y="8217"/>
                </a:lnTo>
                <a:lnTo>
                  <a:pt x="3830" y="8260"/>
                </a:lnTo>
                <a:lnTo>
                  <a:pt x="3167" y="8281"/>
                </a:lnTo>
                <a:lnTo>
                  <a:pt x="2504" y="8302"/>
                </a:lnTo>
                <a:lnTo>
                  <a:pt x="2268" y="8324"/>
                </a:lnTo>
                <a:lnTo>
                  <a:pt x="2119" y="8324"/>
                </a:lnTo>
                <a:lnTo>
                  <a:pt x="2076" y="8302"/>
                </a:lnTo>
                <a:lnTo>
                  <a:pt x="2033" y="8281"/>
                </a:lnTo>
                <a:lnTo>
                  <a:pt x="2012" y="8217"/>
                </a:lnTo>
                <a:lnTo>
                  <a:pt x="2012" y="8153"/>
                </a:lnTo>
                <a:lnTo>
                  <a:pt x="1990" y="8110"/>
                </a:lnTo>
                <a:lnTo>
                  <a:pt x="1969" y="8088"/>
                </a:lnTo>
                <a:lnTo>
                  <a:pt x="1883" y="8088"/>
                </a:lnTo>
                <a:lnTo>
                  <a:pt x="1798" y="8153"/>
                </a:lnTo>
                <a:lnTo>
                  <a:pt x="1626" y="8302"/>
                </a:lnTo>
                <a:lnTo>
                  <a:pt x="1541" y="8367"/>
                </a:lnTo>
                <a:lnTo>
                  <a:pt x="1455" y="8388"/>
                </a:lnTo>
                <a:lnTo>
                  <a:pt x="1412" y="8388"/>
                </a:lnTo>
                <a:lnTo>
                  <a:pt x="1391" y="8367"/>
                </a:lnTo>
                <a:lnTo>
                  <a:pt x="1348" y="8345"/>
                </a:lnTo>
                <a:lnTo>
                  <a:pt x="1327" y="8281"/>
                </a:lnTo>
                <a:lnTo>
                  <a:pt x="1327" y="8217"/>
                </a:lnTo>
                <a:lnTo>
                  <a:pt x="1348" y="8131"/>
                </a:lnTo>
                <a:lnTo>
                  <a:pt x="1348" y="8110"/>
                </a:lnTo>
                <a:lnTo>
                  <a:pt x="1348" y="8067"/>
                </a:lnTo>
                <a:lnTo>
                  <a:pt x="1327" y="8067"/>
                </a:lnTo>
                <a:lnTo>
                  <a:pt x="1263" y="8046"/>
                </a:lnTo>
                <a:lnTo>
                  <a:pt x="1220" y="8067"/>
                </a:lnTo>
                <a:lnTo>
                  <a:pt x="1177" y="8110"/>
                </a:lnTo>
                <a:lnTo>
                  <a:pt x="1092" y="8217"/>
                </a:lnTo>
                <a:lnTo>
                  <a:pt x="1006" y="8324"/>
                </a:lnTo>
                <a:lnTo>
                  <a:pt x="963" y="8367"/>
                </a:lnTo>
                <a:lnTo>
                  <a:pt x="920" y="8409"/>
                </a:lnTo>
                <a:lnTo>
                  <a:pt x="856" y="8431"/>
                </a:lnTo>
                <a:lnTo>
                  <a:pt x="792" y="8431"/>
                </a:lnTo>
                <a:lnTo>
                  <a:pt x="771" y="8409"/>
                </a:lnTo>
                <a:lnTo>
                  <a:pt x="771" y="8367"/>
                </a:lnTo>
                <a:lnTo>
                  <a:pt x="792" y="8281"/>
                </a:lnTo>
                <a:lnTo>
                  <a:pt x="856" y="8153"/>
                </a:lnTo>
                <a:lnTo>
                  <a:pt x="1049" y="7917"/>
                </a:lnTo>
                <a:lnTo>
                  <a:pt x="1156" y="7767"/>
                </a:lnTo>
                <a:lnTo>
                  <a:pt x="1156" y="7682"/>
                </a:lnTo>
                <a:lnTo>
                  <a:pt x="1134" y="7639"/>
                </a:lnTo>
                <a:lnTo>
                  <a:pt x="1070" y="7618"/>
                </a:lnTo>
                <a:lnTo>
                  <a:pt x="942" y="7618"/>
                </a:lnTo>
                <a:lnTo>
                  <a:pt x="856" y="7660"/>
                </a:lnTo>
                <a:lnTo>
                  <a:pt x="792" y="7703"/>
                </a:lnTo>
                <a:lnTo>
                  <a:pt x="749" y="7746"/>
                </a:lnTo>
                <a:lnTo>
                  <a:pt x="835" y="7575"/>
                </a:lnTo>
                <a:lnTo>
                  <a:pt x="878" y="7468"/>
                </a:lnTo>
                <a:lnTo>
                  <a:pt x="899" y="7404"/>
                </a:lnTo>
                <a:lnTo>
                  <a:pt x="899" y="7297"/>
                </a:lnTo>
                <a:lnTo>
                  <a:pt x="856" y="7275"/>
                </a:lnTo>
                <a:lnTo>
                  <a:pt x="835" y="7254"/>
                </a:lnTo>
                <a:lnTo>
                  <a:pt x="792" y="7297"/>
                </a:lnTo>
                <a:lnTo>
                  <a:pt x="685" y="7382"/>
                </a:lnTo>
                <a:lnTo>
                  <a:pt x="578" y="7468"/>
                </a:lnTo>
                <a:lnTo>
                  <a:pt x="557" y="7361"/>
                </a:lnTo>
                <a:lnTo>
                  <a:pt x="578" y="7254"/>
                </a:lnTo>
                <a:lnTo>
                  <a:pt x="621" y="7147"/>
                </a:lnTo>
                <a:lnTo>
                  <a:pt x="685" y="7040"/>
                </a:lnTo>
                <a:lnTo>
                  <a:pt x="835" y="6826"/>
                </a:lnTo>
                <a:lnTo>
                  <a:pt x="899" y="6719"/>
                </a:lnTo>
                <a:lnTo>
                  <a:pt x="942" y="6633"/>
                </a:lnTo>
                <a:lnTo>
                  <a:pt x="963" y="6484"/>
                </a:lnTo>
                <a:lnTo>
                  <a:pt x="942" y="6441"/>
                </a:lnTo>
                <a:lnTo>
                  <a:pt x="920" y="6420"/>
                </a:lnTo>
                <a:lnTo>
                  <a:pt x="899" y="6441"/>
                </a:lnTo>
                <a:lnTo>
                  <a:pt x="835" y="6462"/>
                </a:lnTo>
                <a:lnTo>
                  <a:pt x="706" y="6591"/>
                </a:lnTo>
                <a:lnTo>
                  <a:pt x="599" y="6655"/>
                </a:lnTo>
                <a:lnTo>
                  <a:pt x="599" y="6633"/>
                </a:lnTo>
                <a:lnTo>
                  <a:pt x="578" y="6591"/>
                </a:lnTo>
                <a:lnTo>
                  <a:pt x="557" y="6377"/>
                </a:lnTo>
                <a:lnTo>
                  <a:pt x="535" y="5713"/>
                </a:lnTo>
                <a:lnTo>
                  <a:pt x="578" y="4601"/>
                </a:lnTo>
                <a:lnTo>
                  <a:pt x="599" y="3446"/>
                </a:lnTo>
                <a:lnTo>
                  <a:pt x="599" y="2889"/>
                </a:lnTo>
                <a:lnTo>
                  <a:pt x="578" y="2632"/>
                </a:lnTo>
                <a:lnTo>
                  <a:pt x="557" y="2504"/>
                </a:lnTo>
                <a:lnTo>
                  <a:pt x="578" y="2397"/>
                </a:lnTo>
                <a:lnTo>
                  <a:pt x="599" y="2333"/>
                </a:lnTo>
                <a:lnTo>
                  <a:pt x="642" y="2290"/>
                </a:lnTo>
                <a:lnTo>
                  <a:pt x="728" y="2269"/>
                </a:lnTo>
                <a:lnTo>
                  <a:pt x="792" y="2269"/>
                </a:lnTo>
                <a:lnTo>
                  <a:pt x="1134" y="2247"/>
                </a:lnTo>
                <a:lnTo>
                  <a:pt x="1370" y="2226"/>
                </a:lnTo>
                <a:lnTo>
                  <a:pt x="1648" y="2226"/>
                </a:lnTo>
                <a:lnTo>
                  <a:pt x="1776" y="2205"/>
                </a:lnTo>
                <a:lnTo>
                  <a:pt x="1905" y="2162"/>
                </a:lnTo>
                <a:lnTo>
                  <a:pt x="2012" y="2119"/>
                </a:lnTo>
                <a:lnTo>
                  <a:pt x="2076" y="2033"/>
                </a:lnTo>
                <a:lnTo>
                  <a:pt x="2119" y="1948"/>
                </a:lnTo>
                <a:lnTo>
                  <a:pt x="2140" y="1819"/>
                </a:lnTo>
                <a:lnTo>
                  <a:pt x="2119" y="1691"/>
                </a:lnTo>
                <a:lnTo>
                  <a:pt x="2119" y="1563"/>
                </a:lnTo>
                <a:lnTo>
                  <a:pt x="2054" y="1285"/>
                </a:lnTo>
                <a:lnTo>
                  <a:pt x="2012" y="1071"/>
                </a:lnTo>
                <a:lnTo>
                  <a:pt x="1947" y="857"/>
                </a:lnTo>
                <a:lnTo>
                  <a:pt x="1926" y="750"/>
                </a:lnTo>
                <a:lnTo>
                  <a:pt x="1905" y="664"/>
                </a:lnTo>
                <a:lnTo>
                  <a:pt x="1926" y="600"/>
                </a:lnTo>
                <a:lnTo>
                  <a:pt x="1947" y="536"/>
                </a:lnTo>
                <a:lnTo>
                  <a:pt x="2033" y="472"/>
                </a:lnTo>
                <a:lnTo>
                  <a:pt x="2140" y="450"/>
                </a:lnTo>
                <a:lnTo>
                  <a:pt x="2397" y="429"/>
                </a:lnTo>
                <a:close/>
                <a:moveTo>
                  <a:pt x="6120" y="1"/>
                </a:moveTo>
                <a:lnTo>
                  <a:pt x="5863" y="44"/>
                </a:lnTo>
                <a:lnTo>
                  <a:pt x="5627" y="86"/>
                </a:lnTo>
                <a:lnTo>
                  <a:pt x="5413" y="108"/>
                </a:lnTo>
                <a:lnTo>
                  <a:pt x="5221" y="129"/>
                </a:lnTo>
                <a:lnTo>
                  <a:pt x="4814" y="129"/>
                </a:lnTo>
                <a:lnTo>
                  <a:pt x="4408" y="86"/>
                </a:lnTo>
                <a:lnTo>
                  <a:pt x="2589" y="86"/>
                </a:lnTo>
                <a:lnTo>
                  <a:pt x="2225" y="65"/>
                </a:lnTo>
                <a:lnTo>
                  <a:pt x="1691" y="65"/>
                </a:lnTo>
                <a:lnTo>
                  <a:pt x="1541" y="108"/>
                </a:lnTo>
                <a:lnTo>
                  <a:pt x="1391" y="193"/>
                </a:lnTo>
                <a:lnTo>
                  <a:pt x="1348" y="258"/>
                </a:lnTo>
                <a:lnTo>
                  <a:pt x="1284" y="322"/>
                </a:lnTo>
                <a:lnTo>
                  <a:pt x="878" y="857"/>
                </a:lnTo>
                <a:lnTo>
                  <a:pt x="664" y="1135"/>
                </a:lnTo>
                <a:lnTo>
                  <a:pt x="492" y="1413"/>
                </a:lnTo>
                <a:lnTo>
                  <a:pt x="343" y="1670"/>
                </a:lnTo>
                <a:lnTo>
                  <a:pt x="171" y="1926"/>
                </a:lnTo>
                <a:lnTo>
                  <a:pt x="65" y="2076"/>
                </a:lnTo>
                <a:lnTo>
                  <a:pt x="43" y="2162"/>
                </a:lnTo>
                <a:lnTo>
                  <a:pt x="22" y="2247"/>
                </a:lnTo>
                <a:lnTo>
                  <a:pt x="0" y="2376"/>
                </a:lnTo>
                <a:lnTo>
                  <a:pt x="0" y="2504"/>
                </a:lnTo>
                <a:lnTo>
                  <a:pt x="22" y="2739"/>
                </a:lnTo>
                <a:lnTo>
                  <a:pt x="43" y="3403"/>
                </a:lnTo>
                <a:lnTo>
                  <a:pt x="65" y="3724"/>
                </a:lnTo>
                <a:lnTo>
                  <a:pt x="65" y="4066"/>
                </a:lnTo>
                <a:lnTo>
                  <a:pt x="22" y="4900"/>
                </a:lnTo>
                <a:lnTo>
                  <a:pt x="22" y="5735"/>
                </a:lnTo>
                <a:lnTo>
                  <a:pt x="22" y="7254"/>
                </a:lnTo>
                <a:lnTo>
                  <a:pt x="22" y="7939"/>
                </a:lnTo>
                <a:lnTo>
                  <a:pt x="22" y="8367"/>
                </a:lnTo>
                <a:lnTo>
                  <a:pt x="0" y="8559"/>
                </a:lnTo>
                <a:lnTo>
                  <a:pt x="0" y="8666"/>
                </a:lnTo>
                <a:lnTo>
                  <a:pt x="0" y="8730"/>
                </a:lnTo>
                <a:lnTo>
                  <a:pt x="22" y="8794"/>
                </a:lnTo>
                <a:lnTo>
                  <a:pt x="65" y="8837"/>
                </a:lnTo>
                <a:lnTo>
                  <a:pt x="107" y="8859"/>
                </a:lnTo>
                <a:lnTo>
                  <a:pt x="171" y="8880"/>
                </a:lnTo>
                <a:lnTo>
                  <a:pt x="321" y="8901"/>
                </a:lnTo>
                <a:lnTo>
                  <a:pt x="471" y="8901"/>
                </a:lnTo>
                <a:lnTo>
                  <a:pt x="792" y="8837"/>
                </a:lnTo>
                <a:lnTo>
                  <a:pt x="1027" y="8794"/>
                </a:lnTo>
                <a:lnTo>
                  <a:pt x="1434" y="8773"/>
                </a:lnTo>
                <a:lnTo>
                  <a:pt x="1840" y="8773"/>
                </a:lnTo>
                <a:lnTo>
                  <a:pt x="2653" y="8794"/>
                </a:lnTo>
                <a:lnTo>
                  <a:pt x="3081" y="8773"/>
                </a:lnTo>
                <a:lnTo>
                  <a:pt x="3509" y="8752"/>
                </a:lnTo>
                <a:lnTo>
                  <a:pt x="3937" y="8709"/>
                </a:lnTo>
                <a:lnTo>
                  <a:pt x="4344" y="8687"/>
                </a:lnTo>
                <a:lnTo>
                  <a:pt x="4750" y="8687"/>
                </a:lnTo>
                <a:lnTo>
                  <a:pt x="5178" y="8709"/>
                </a:lnTo>
                <a:lnTo>
                  <a:pt x="5991" y="8773"/>
                </a:lnTo>
                <a:lnTo>
                  <a:pt x="6162" y="8794"/>
                </a:lnTo>
                <a:lnTo>
                  <a:pt x="6398" y="8794"/>
                </a:lnTo>
                <a:lnTo>
                  <a:pt x="6483" y="8773"/>
                </a:lnTo>
                <a:lnTo>
                  <a:pt x="6547" y="8730"/>
                </a:lnTo>
                <a:lnTo>
                  <a:pt x="6612" y="8666"/>
                </a:lnTo>
                <a:lnTo>
                  <a:pt x="6654" y="8581"/>
                </a:lnTo>
                <a:lnTo>
                  <a:pt x="6697" y="8495"/>
                </a:lnTo>
                <a:lnTo>
                  <a:pt x="6740" y="8260"/>
                </a:lnTo>
                <a:lnTo>
                  <a:pt x="6761" y="8046"/>
                </a:lnTo>
                <a:lnTo>
                  <a:pt x="6740" y="7832"/>
                </a:lnTo>
                <a:lnTo>
                  <a:pt x="6740" y="6013"/>
                </a:lnTo>
                <a:lnTo>
                  <a:pt x="6719" y="5264"/>
                </a:lnTo>
                <a:lnTo>
                  <a:pt x="6676" y="4494"/>
                </a:lnTo>
                <a:lnTo>
                  <a:pt x="6654" y="4109"/>
                </a:lnTo>
                <a:lnTo>
                  <a:pt x="6654" y="3702"/>
                </a:lnTo>
                <a:lnTo>
                  <a:pt x="6676" y="2932"/>
                </a:lnTo>
                <a:lnTo>
                  <a:pt x="6697" y="2183"/>
                </a:lnTo>
                <a:lnTo>
                  <a:pt x="6697" y="1456"/>
                </a:lnTo>
                <a:lnTo>
                  <a:pt x="6676" y="792"/>
                </a:lnTo>
                <a:lnTo>
                  <a:pt x="6697" y="472"/>
                </a:lnTo>
                <a:lnTo>
                  <a:pt x="6654" y="300"/>
                </a:lnTo>
                <a:lnTo>
                  <a:pt x="6633" y="236"/>
                </a:lnTo>
                <a:lnTo>
                  <a:pt x="6590" y="172"/>
                </a:lnTo>
                <a:lnTo>
                  <a:pt x="6483" y="65"/>
                </a:lnTo>
                <a:lnTo>
                  <a:pt x="6376" y="22"/>
                </a:lnTo>
                <a:lnTo>
                  <a:pt x="6248" y="1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52"/>
          <p:cNvSpPr/>
          <p:nvPr/>
        </p:nvSpPr>
        <p:spPr>
          <a:xfrm>
            <a:off x="4444819" y="1066815"/>
            <a:ext cx="273631" cy="275289"/>
          </a:xfrm>
          <a:custGeom>
            <a:rect b="b" l="l" r="r" t="t"/>
            <a:pathLst>
              <a:path extrusionOk="0" h="15938" w="15842">
                <a:moveTo>
                  <a:pt x="4794" y="7470"/>
                </a:moveTo>
                <a:lnTo>
                  <a:pt x="4867" y="7495"/>
                </a:lnTo>
                <a:lnTo>
                  <a:pt x="4940" y="7543"/>
                </a:lnTo>
                <a:lnTo>
                  <a:pt x="4989" y="7616"/>
                </a:lnTo>
                <a:lnTo>
                  <a:pt x="5013" y="7714"/>
                </a:lnTo>
                <a:lnTo>
                  <a:pt x="5013" y="7787"/>
                </a:lnTo>
                <a:lnTo>
                  <a:pt x="4989" y="7908"/>
                </a:lnTo>
                <a:lnTo>
                  <a:pt x="4916" y="7981"/>
                </a:lnTo>
                <a:lnTo>
                  <a:pt x="4843" y="8054"/>
                </a:lnTo>
                <a:lnTo>
                  <a:pt x="4721" y="8079"/>
                </a:lnTo>
                <a:lnTo>
                  <a:pt x="4600" y="8054"/>
                </a:lnTo>
                <a:lnTo>
                  <a:pt x="4527" y="7981"/>
                </a:lnTo>
                <a:lnTo>
                  <a:pt x="4454" y="7908"/>
                </a:lnTo>
                <a:lnTo>
                  <a:pt x="4429" y="7787"/>
                </a:lnTo>
                <a:lnTo>
                  <a:pt x="4454" y="7665"/>
                </a:lnTo>
                <a:lnTo>
                  <a:pt x="4527" y="7543"/>
                </a:lnTo>
                <a:lnTo>
                  <a:pt x="4600" y="7495"/>
                </a:lnTo>
                <a:lnTo>
                  <a:pt x="4697" y="7470"/>
                </a:lnTo>
                <a:close/>
                <a:moveTo>
                  <a:pt x="11169" y="7470"/>
                </a:moveTo>
                <a:lnTo>
                  <a:pt x="11242" y="7495"/>
                </a:lnTo>
                <a:lnTo>
                  <a:pt x="11315" y="7543"/>
                </a:lnTo>
                <a:lnTo>
                  <a:pt x="11364" y="7616"/>
                </a:lnTo>
                <a:lnTo>
                  <a:pt x="11388" y="7714"/>
                </a:lnTo>
                <a:lnTo>
                  <a:pt x="11388" y="7787"/>
                </a:lnTo>
                <a:lnTo>
                  <a:pt x="11364" y="7908"/>
                </a:lnTo>
                <a:lnTo>
                  <a:pt x="11291" y="7981"/>
                </a:lnTo>
                <a:lnTo>
                  <a:pt x="11218" y="8054"/>
                </a:lnTo>
                <a:lnTo>
                  <a:pt x="11096" y="8079"/>
                </a:lnTo>
                <a:lnTo>
                  <a:pt x="10975" y="8054"/>
                </a:lnTo>
                <a:lnTo>
                  <a:pt x="10902" y="7981"/>
                </a:lnTo>
                <a:lnTo>
                  <a:pt x="10829" y="7908"/>
                </a:lnTo>
                <a:lnTo>
                  <a:pt x="10804" y="7787"/>
                </a:lnTo>
                <a:lnTo>
                  <a:pt x="10829" y="7665"/>
                </a:lnTo>
                <a:lnTo>
                  <a:pt x="10902" y="7543"/>
                </a:lnTo>
                <a:lnTo>
                  <a:pt x="10975" y="7495"/>
                </a:lnTo>
                <a:lnTo>
                  <a:pt x="11072" y="7470"/>
                </a:lnTo>
                <a:close/>
                <a:moveTo>
                  <a:pt x="4770" y="7081"/>
                </a:moveTo>
                <a:lnTo>
                  <a:pt x="4600" y="7105"/>
                </a:lnTo>
                <a:lnTo>
                  <a:pt x="4429" y="7178"/>
                </a:lnTo>
                <a:lnTo>
                  <a:pt x="4308" y="7300"/>
                </a:lnTo>
                <a:lnTo>
                  <a:pt x="4186" y="7446"/>
                </a:lnTo>
                <a:lnTo>
                  <a:pt x="4113" y="7568"/>
                </a:lnTo>
                <a:lnTo>
                  <a:pt x="4064" y="7714"/>
                </a:lnTo>
                <a:lnTo>
                  <a:pt x="4016" y="7835"/>
                </a:lnTo>
                <a:lnTo>
                  <a:pt x="4016" y="7981"/>
                </a:lnTo>
                <a:lnTo>
                  <a:pt x="3967" y="8225"/>
                </a:lnTo>
                <a:lnTo>
                  <a:pt x="3967" y="8395"/>
                </a:lnTo>
                <a:lnTo>
                  <a:pt x="4016" y="8565"/>
                </a:lnTo>
                <a:lnTo>
                  <a:pt x="4064" y="8711"/>
                </a:lnTo>
                <a:lnTo>
                  <a:pt x="4162" y="8833"/>
                </a:lnTo>
                <a:lnTo>
                  <a:pt x="4259" y="8955"/>
                </a:lnTo>
                <a:lnTo>
                  <a:pt x="4381" y="9028"/>
                </a:lnTo>
                <a:lnTo>
                  <a:pt x="4527" y="9101"/>
                </a:lnTo>
                <a:lnTo>
                  <a:pt x="4697" y="9149"/>
                </a:lnTo>
                <a:lnTo>
                  <a:pt x="4892" y="9174"/>
                </a:lnTo>
                <a:lnTo>
                  <a:pt x="5062" y="9149"/>
                </a:lnTo>
                <a:lnTo>
                  <a:pt x="5232" y="9101"/>
                </a:lnTo>
                <a:lnTo>
                  <a:pt x="5378" y="9028"/>
                </a:lnTo>
                <a:lnTo>
                  <a:pt x="5500" y="8930"/>
                </a:lnTo>
                <a:lnTo>
                  <a:pt x="5622" y="8809"/>
                </a:lnTo>
                <a:lnTo>
                  <a:pt x="5719" y="8663"/>
                </a:lnTo>
                <a:lnTo>
                  <a:pt x="5792" y="8517"/>
                </a:lnTo>
                <a:lnTo>
                  <a:pt x="5841" y="8346"/>
                </a:lnTo>
                <a:lnTo>
                  <a:pt x="5865" y="8176"/>
                </a:lnTo>
                <a:lnTo>
                  <a:pt x="5841" y="8006"/>
                </a:lnTo>
                <a:lnTo>
                  <a:pt x="5816" y="7835"/>
                </a:lnTo>
                <a:lnTo>
                  <a:pt x="5768" y="7689"/>
                </a:lnTo>
                <a:lnTo>
                  <a:pt x="5695" y="7519"/>
                </a:lnTo>
                <a:lnTo>
                  <a:pt x="5573" y="7397"/>
                </a:lnTo>
                <a:lnTo>
                  <a:pt x="5427" y="7251"/>
                </a:lnTo>
                <a:lnTo>
                  <a:pt x="5281" y="7154"/>
                </a:lnTo>
                <a:lnTo>
                  <a:pt x="5111" y="7105"/>
                </a:lnTo>
                <a:lnTo>
                  <a:pt x="4940" y="7081"/>
                </a:lnTo>
                <a:close/>
                <a:moveTo>
                  <a:pt x="11145" y="7081"/>
                </a:moveTo>
                <a:lnTo>
                  <a:pt x="10975" y="7105"/>
                </a:lnTo>
                <a:lnTo>
                  <a:pt x="10804" y="7178"/>
                </a:lnTo>
                <a:lnTo>
                  <a:pt x="10683" y="7300"/>
                </a:lnTo>
                <a:lnTo>
                  <a:pt x="10561" y="7446"/>
                </a:lnTo>
                <a:lnTo>
                  <a:pt x="10488" y="7568"/>
                </a:lnTo>
                <a:lnTo>
                  <a:pt x="10439" y="7714"/>
                </a:lnTo>
                <a:lnTo>
                  <a:pt x="10391" y="7835"/>
                </a:lnTo>
                <a:lnTo>
                  <a:pt x="10391" y="7981"/>
                </a:lnTo>
                <a:lnTo>
                  <a:pt x="10342" y="8225"/>
                </a:lnTo>
                <a:lnTo>
                  <a:pt x="10342" y="8395"/>
                </a:lnTo>
                <a:lnTo>
                  <a:pt x="10391" y="8565"/>
                </a:lnTo>
                <a:lnTo>
                  <a:pt x="10439" y="8711"/>
                </a:lnTo>
                <a:lnTo>
                  <a:pt x="10537" y="8833"/>
                </a:lnTo>
                <a:lnTo>
                  <a:pt x="10634" y="8955"/>
                </a:lnTo>
                <a:lnTo>
                  <a:pt x="10756" y="9028"/>
                </a:lnTo>
                <a:lnTo>
                  <a:pt x="10902" y="9101"/>
                </a:lnTo>
                <a:lnTo>
                  <a:pt x="11072" y="9149"/>
                </a:lnTo>
                <a:lnTo>
                  <a:pt x="11267" y="9174"/>
                </a:lnTo>
                <a:lnTo>
                  <a:pt x="11437" y="9149"/>
                </a:lnTo>
                <a:lnTo>
                  <a:pt x="11607" y="9101"/>
                </a:lnTo>
                <a:lnTo>
                  <a:pt x="11753" y="9028"/>
                </a:lnTo>
                <a:lnTo>
                  <a:pt x="11875" y="8930"/>
                </a:lnTo>
                <a:lnTo>
                  <a:pt x="11997" y="8809"/>
                </a:lnTo>
                <a:lnTo>
                  <a:pt x="12094" y="8663"/>
                </a:lnTo>
                <a:lnTo>
                  <a:pt x="12167" y="8517"/>
                </a:lnTo>
                <a:lnTo>
                  <a:pt x="12216" y="8346"/>
                </a:lnTo>
                <a:lnTo>
                  <a:pt x="12240" y="8176"/>
                </a:lnTo>
                <a:lnTo>
                  <a:pt x="12216" y="8006"/>
                </a:lnTo>
                <a:lnTo>
                  <a:pt x="12191" y="7835"/>
                </a:lnTo>
                <a:lnTo>
                  <a:pt x="12143" y="7689"/>
                </a:lnTo>
                <a:lnTo>
                  <a:pt x="12070" y="7519"/>
                </a:lnTo>
                <a:lnTo>
                  <a:pt x="11948" y="7397"/>
                </a:lnTo>
                <a:lnTo>
                  <a:pt x="11802" y="7251"/>
                </a:lnTo>
                <a:lnTo>
                  <a:pt x="11656" y="7154"/>
                </a:lnTo>
                <a:lnTo>
                  <a:pt x="11486" y="7105"/>
                </a:lnTo>
                <a:lnTo>
                  <a:pt x="11315" y="7081"/>
                </a:lnTo>
                <a:close/>
                <a:moveTo>
                  <a:pt x="11972" y="10925"/>
                </a:moveTo>
                <a:lnTo>
                  <a:pt x="11875" y="10974"/>
                </a:lnTo>
                <a:lnTo>
                  <a:pt x="11778" y="11047"/>
                </a:lnTo>
                <a:lnTo>
                  <a:pt x="11607" y="11290"/>
                </a:lnTo>
                <a:lnTo>
                  <a:pt x="11413" y="11485"/>
                </a:lnTo>
                <a:lnTo>
                  <a:pt x="11194" y="11680"/>
                </a:lnTo>
                <a:lnTo>
                  <a:pt x="10950" y="11850"/>
                </a:lnTo>
                <a:lnTo>
                  <a:pt x="10707" y="11996"/>
                </a:lnTo>
                <a:lnTo>
                  <a:pt x="10439" y="12118"/>
                </a:lnTo>
                <a:lnTo>
                  <a:pt x="10172" y="12215"/>
                </a:lnTo>
                <a:lnTo>
                  <a:pt x="9880" y="12312"/>
                </a:lnTo>
                <a:lnTo>
                  <a:pt x="9588" y="12385"/>
                </a:lnTo>
                <a:lnTo>
                  <a:pt x="9296" y="12434"/>
                </a:lnTo>
                <a:lnTo>
                  <a:pt x="8712" y="12507"/>
                </a:lnTo>
                <a:lnTo>
                  <a:pt x="8128" y="12531"/>
                </a:lnTo>
                <a:lnTo>
                  <a:pt x="7568" y="12507"/>
                </a:lnTo>
                <a:lnTo>
                  <a:pt x="7325" y="12483"/>
                </a:lnTo>
                <a:lnTo>
                  <a:pt x="7106" y="12434"/>
                </a:lnTo>
                <a:lnTo>
                  <a:pt x="6668" y="12312"/>
                </a:lnTo>
                <a:lnTo>
                  <a:pt x="6230" y="12166"/>
                </a:lnTo>
                <a:lnTo>
                  <a:pt x="5816" y="11996"/>
                </a:lnTo>
                <a:lnTo>
                  <a:pt x="5427" y="11826"/>
                </a:lnTo>
                <a:lnTo>
                  <a:pt x="5013" y="11631"/>
                </a:lnTo>
                <a:lnTo>
                  <a:pt x="4794" y="11509"/>
                </a:lnTo>
                <a:lnTo>
                  <a:pt x="4600" y="11388"/>
                </a:lnTo>
                <a:lnTo>
                  <a:pt x="4454" y="11242"/>
                </a:lnTo>
                <a:lnTo>
                  <a:pt x="4308" y="11096"/>
                </a:lnTo>
                <a:lnTo>
                  <a:pt x="4259" y="11047"/>
                </a:lnTo>
                <a:lnTo>
                  <a:pt x="4210" y="11023"/>
                </a:lnTo>
                <a:lnTo>
                  <a:pt x="4089" y="11023"/>
                </a:lnTo>
                <a:lnTo>
                  <a:pt x="4040" y="11071"/>
                </a:lnTo>
                <a:lnTo>
                  <a:pt x="3991" y="11096"/>
                </a:lnTo>
                <a:lnTo>
                  <a:pt x="3991" y="11169"/>
                </a:lnTo>
                <a:lnTo>
                  <a:pt x="3991" y="11242"/>
                </a:lnTo>
                <a:lnTo>
                  <a:pt x="4016" y="11339"/>
                </a:lnTo>
                <a:lnTo>
                  <a:pt x="4064" y="11436"/>
                </a:lnTo>
                <a:lnTo>
                  <a:pt x="4210" y="11631"/>
                </a:lnTo>
                <a:lnTo>
                  <a:pt x="4381" y="11801"/>
                </a:lnTo>
                <a:lnTo>
                  <a:pt x="4575" y="11947"/>
                </a:lnTo>
                <a:lnTo>
                  <a:pt x="4794" y="12069"/>
                </a:lnTo>
                <a:lnTo>
                  <a:pt x="5038" y="12191"/>
                </a:lnTo>
                <a:lnTo>
                  <a:pt x="5451" y="12385"/>
                </a:lnTo>
                <a:lnTo>
                  <a:pt x="5938" y="12604"/>
                </a:lnTo>
                <a:lnTo>
                  <a:pt x="6424" y="12799"/>
                </a:lnTo>
                <a:lnTo>
                  <a:pt x="6935" y="12945"/>
                </a:lnTo>
                <a:lnTo>
                  <a:pt x="7446" y="13042"/>
                </a:lnTo>
                <a:lnTo>
                  <a:pt x="7763" y="13067"/>
                </a:lnTo>
                <a:lnTo>
                  <a:pt x="8079" y="13091"/>
                </a:lnTo>
                <a:lnTo>
                  <a:pt x="8420" y="13091"/>
                </a:lnTo>
                <a:lnTo>
                  <a:pt x="8760" y="13067"/>
                </a:lnTo>
                <a:lnTo>
                  <a:pt x="9101" y="13042"/>
                </a:lnTo>
                <a:lnTo>
                  <a:pt x="9442" y="12969"/>
                </a:lnTo>
                <a:lnTo>
                  <a:pt x="9758" y="12896"/>
                </a:lnTo>
                <a:lnTo>
                  <a:pt x="10099" y="12799"/>
                </a:lnTo>
                <a:lnTo>
                  <a:pt x="10415" y="12702"/>
                </a:lnTo>
                <a:lnTo>
                  <a:pt x="10731" y="12556"/>
                </a:lnTo>
                <a:lnTo>
                  <a:pt x="11023" y="12410"/>
                </a:lnTo>
                <a:lnTo>
                  <a:pt x="11315" y="12239"/>
                </a:lnTo>
                <a:lnTo>
                  <a:pt x="11583" y="12045"/>
                </a:lnTo>
                <a:lnTo>
                  <a:pt x="11826" y="11826"/>
                </a:lnTo>
                <a:lnTo>
                  <a:pt x="12045" y="11582"/>
                </a:lnTo>
                <a:lnTo>
                  <a:pt x="12264" y="11339"/>
                </a:lnTo>
                <a:lnTo>
                  <a:pt x="12313" y="11217"/>
                </a:lnTo>
                <a:lnTo>
                  <a:pt x="12289" y="11120"/>
                </a:lnTo>
                <a:lnTo>
                  <a:pt x="12240" y="11047"/>
                </a:lnTo>
                <a:lnTo>
                  <a:pt x="12167" y="10974"/>
                </a:lnTo>
                <a:lnTo>
                  <a:pt x="12070" y="10950"/>
                </a:lnTo>
                <a:lnTo>
                  <a:pt x="11972" y="10925"/>
                </a:lnTo>
                <a:close/>
                <a:moveTo>
                  <a:pt x="8493" y="682"/>
                </a:moveTo>
                <a:lnTo>
                  <a:pt x="8663" y="706"/>
                </a:lnTo>
                <a:lnTo>
                  <a:pt x="9101" y="755"/>
                </a:lnTo>
                <a:lnTo>
                  <a:pt x="9539" y="803"/>
                </a:lnTo>
                <a:lnTo>
                  <a:pt x="10001" y="901"/>
                </a:lnTo>
                <a:lnTo>
                  <a:pt x="10439" y="1022"/>
                </a:lnTo>
                <a:lnTo>
                  <a:pt x="10780" y="1120"/>
                </a:lnTo>
                <a:lnTo>
                  <a:pt x="11121" y="1241"/>
                </a:lnTo>
                <a:lnTo>
                  <a:pt x="11437" y="1411"/>
                </a:lnTo>
                <a:lnTo>
                  <a:pt x="11753" y="1557"/>
                </a:lnTo>
                <a:lnTo>
                  <a:pt x="11753" y="1582"/>
                </a:lnTo>
                <a:lnTo>
                  <a:pt x="11729" y="1655"/>
                </a:lnTo>
                <a:lnTo>
                  <a:pt x="11729" y="1752"/>
                </a:lnTo>
                <a:lnTo>
                  <a:pt x="11753" y="1801"/>
                </a:lnTo>
                <a:lnTo>
                  <a:pt x="11826" y="1825"/>
                </a:lnTo>
                <a:lnTo>
                  <a:pt x="11899" y="1825"/>
                </a:lnTo>
                <a:lnTo>
                  <a:pt x="11948" y="1776"/>
                </a:lnTo>
                <a:lnTo>
                  <a:pt x="11972" y="1752"/>
                </a:lnTo>
                <a:lnTo>
                  <a:pt x="11997" y="1752"/>
                </a:lnTo>
                <a:lnTo>
                  <a:pt x="11997" y="1728"/>
                </a:lnTo>
                <a:lnTo>
                  <a:pt x="12021" y="1728"/>
                </a:lnTo>
                <a:lnTo>
                  <a:pt x="12143" y="1801"/>
                </a:lnTo>
                <a:lnTo>
                  <a:pt x="12094" y="1874"/>
                </a:lnTo>
                <a:lnTo>
                  <a:pt x="12094" y="1947"/>
                </a:lnTo>
                <a:lnTo>
                  <a:pt x="12094" y="1995"/>
                </a:lnTo>
                <a:lnTo>
                  <a:pt x="12143" y="2020"/>
                </a:lnTo>
                <a:lnTo>
                  <a:pt x="12167" y="2044"/>
                </a:lnTo>
                <a:lnTo>
                  <a:pt x="12216" y="2020"/>
                </a:lnTo>
                <a:lnTo>
                  <a:pt x="12240" y="1995"/>
                </a:lnTo>
                <a:lnTo>
                  <a:pt x="12313" y="1922"/>
                </a:lnTo>
                <a:lnTo>
                  <a:pt x="12337" y="1922"/>
                </a:lnTo>
                <a:lnTo>
                  <a:pt x="12532" y="2068"/>
                </a:lnTo>
                <a:lnTo>
                  <a:pt x="12483" y="2190"/>
                </a:lnTo>
                <a:lnTo>
                  <a:pt x="12483" y="2239"/>
                </a:lnTo>
                <a:lnTo>
                  <a:pt x="12508" y="2336"/>
                </a:lnTo>
                <a:lnTo>
                  <a:pt x="12532" y="2385"/>
                </a:lnTo>
                <a:lnTo>
                  <a:pt x="12556" y="2409"/>
                </a:lnTo>
                <a:lnTo>
                  <a:pt x="12581" y="2409"/>
                </a:lnTo>
                <a:lnTo>
                  <a:pt x="12629" y="2385"/>
                </a:lnTo>
                <a:lnTo>
                  <a:pt x="12678" y="2360"/>
                </a:lnTo>
                <a:lnTo>
                  <a:pt x="12751" y="2287"/>
                </a:lnTo>
                <a:lnTo>
                  <a:pt x="12775" y="2239"/>
                </a:lnTo>
                <a:lnTo>
                  <a:pt x="12970" y="2409"/>
                </a:lnTo>
                <a:lnTo>
                  <a:pt x="12873" y="2531"/>
                </a:lnTo>
                <a:lnTo>
                  <a:pt x="12848" y="2604"/>
                </a:lnTo>
                <a:lnTo>
                  <a:pt x="12824" y="2677"/>
                </a:lnTo>
                <a:lnTo>
                  <a:pt x="12824" y="2725"/>
                </a:lnTo>
                <a:lnTo>
                  <a:pt x="12873" y="2750"/>
                </a:lnTo>
                <a:lnTo>
                  <a:pt x="12921" y="2774"/>
                </a:lnTo>
                <a:lnTo>
                  <a:pt x="12946" y="2774"/>
                </a:lnTo>
                <a:lnTo>
                  <a:pt x="13067" y="2701"/>
                </a:lnTo>
                <a:lnTo>
                  <a:pt x="13189" y="2604"/>
                </a:lnTo>
                <a:lnTo>
                  <a:pt x="13311" y="2725"/>
                </a:lnTo>
                <a:lnTo>
                  <a:pt x="13384" y="2823"/>
                </a:lnTo>
                <a:lnTo>
                  <a:pt x="13262" y="3017"/>
                </a:lnTo>
                <a:lnTo>
                  <a:pt x="13213" y="3066"/>
                </a:lnTo>
                <a:lnTo>
                  <a:pt x="13189" y="3163"/>
                </a:lnTo>
                <a:lnTo>
                  <a:pt x="13165" y="3236"/>
                </a:lnTo>
                <a:lnTo>
                  <a:pt x="13189" y="3285"/>
                </a:lnTo>
                <a:lnTo>
                  <a:pt x="13238" y="3309"/>
                </a:lnTo>
                <a:lnTo>
                  <a:pt x="13335" y="3285"/>
                </a:lnTo>
                <a:lnTo>
                  <a:pt x="13408" y="3236"/>
                </a:lnTo>
                <a:lnTo>
                  <a:pt x="13554" y="3115"/>
                </a:lnTo>
                <a:lnTo>
                  <a:pt x="13578" y="3042"/>
                </a:lnTo>
                <a:lnTo>
                  <a:pt x="13773" y="3309"/>
                </a:lnTo>
                <a:lnTo>
                  <a:pt x="13676" y="3407"/>
                </a:lnTo>
                <a:lnTo>
                  <a:pt x="13554" y="3504"/>
                </a:lnTo>
                <a:lnTo>
                  <a:pt x="13505" y="3577"/>
                </a:lnTo>
                <a:lnTo>
                  <a:pt x="13481" y="3650"/>
                </a:lnTo>
                <a:lnTo>
                  <a:pt x="13481" y="3699"/>
                </a:lnTo>
                <a:lnTo>
                  <a:pt x="13505" y="3723"/>
                </a:lnTo>
                <a:lnTo>
                  <a:pt x="13603" y="3747"/>
                </a:lnTo>
                <a:lnTo>
                  <a:pt x="13700" y="3723"/>
                </a:lnTo>
                <a:lnTo>
                  <a:pt x="13773" y="3674"/>
                </a:lnTo>
                <a:lnTo>
                  <a:pt x="13870" y="3626"/>
                </a:lnTo>
                <a:lnTo>
                  <a:pt x="13968" y="3577"/>
                </a:lnTo>
                <a:lnTo>
                  <a:pt x="14162" y="3918"/>
                </a:lnTo>
                <a:lnTo>
                  <a:pt x="14065" y="3991"/>
                </a:lnTo>
                <a:lnTo>
                  <a:pt x="13870" y="4161"/>
                </a:lnTo>
                <a:lnTo>
                  <a:pt x="13773" y="4234"/>
                </a:lnTo>
                <a:lnTo>
                  <a:pt x="13700" y="4331"/>
                </a:lnTo>
                <a:lnTo>
                  <a:pt x="13700" y="4356"/>
                </a:lnTo>
                <a:lnTo>
                  <a:pt x="13724" y="4380"/>
                </a:lnTo>
                <a:lnTo>
                  <a:pt x="13846" y="4380"/>
                </a:lnTo>
                <a:lnTo>
                  <a:pt x="13943" y="4356"/>
                </a:lnTo>
                <a:lnTo>
                  <a:pt x="14065" y="4307"/>
                </a:lnTo>
                <a:lnTo>
                  <a:pt x="14162" y="4234"/>
                </a:lnTo>
                <a:lnTo>
                  <a:pt x="14284" y="4161"/>
                </a:lnTo>
                <a:lnTo>
                  <a:pt x="14503" y="4696"/>
                </a:lnTo>
                <a:lnTo>
                  <a:pt x="14332" y="4769"/>
                </a:lnTo>
                <a:lnTo>
                  <a:pt x="14211" y="4842"/>
                </a:lnTo>
                <a:lnTo>
                  <a:pt x="14065" y="4940"/>
                </a:lnTo>
                <a:lnTo>
                  <a:pt x="13968" y="5061"/>
                </a:lnTo>
                <a:lnTo>
                  <a:pt x="13919" y="5134"/>
                </a:lnTo>
                <a:lnTo>
                  <a:pt x="13895" y="5207"/>
                </a:lnTo>
                <a:lnTo>
                  <a:pt x="13895" y="5256"/>
                </a:lnTo>
                <a:lnTo>
                  <a:pt x="13919" y="5280"/>
                </a:lnTo>
                <a:lnTo>
                  <a:pt x="13968" y="5305"/>
                </a:lnTo>
                <a:lnTo>
                  <a:pt x="14016" y="5305"/>
                </a:lnTo>
                <a:lnTo>
                  <a:pt x="14114" y="5256"/>
                </a:lnTo>
                <a:lnTo>
                  <a:pt x="14235" y="5183"/>
                </a:lnTo>
                <a:lnTo>
                  <a:pt x="14551" y="5037"/>
                </a:lnTo>
                <a:lnTo>
                  <a:pt x="14600" y="5013"/>
                </a:lnTo>
                <a:lnTo>
                  <a:pt x="14770" y="5524"/>
                </a:lnTo>
                <a:lnTo>
                  <a:pt x="14430" y="5670"/>
                </a:lnTo>
                <a:lnTo>
                  <a:pt x="14162" y="5791"/>
                </a:lnTo>
                <a:lnTo>
                  <a:pt x="13919" y="5937"/>
                </a:lnTo>
                <a:lnTo>
                  <a:pt x="13919" y="5986"/>
                </a:lnTo>
                <a:lnTo>
                  <a:pt x="13943" y="6010"/>
                </a:lnTo>
                <a:lnTo>
                  <a:pt x="14089" y="6035"/>
                </a:lnTo>
                <a:lnTo>
                  <a:pt x="14235" y="6059"/>
                </a:lnTo>
                <a:lnTo>
                  <a:pt x="14381" y="6035"/>
                </a:lnTo>
                <a:lnTo>
                  <a:pt x="14527" y="6010"/>
                </a:lnTo>
                <a:lnTo>
                  <a:pt x="14843" y="5889"/>
                </a:lnTo>
                <a:lnTo>
                  <a:pt x="14965" y="6424"/>
                </a:lnTo>
                <a:lnTo>
                  <a:pt x="14795" y="6497"/>
                </a:lnTo>
                <a:lnTo>
                  <a:pt x="14405" y="6619"/>
                </a:lnTo>
                <a:lnTo>
                  <a:pt x="14041" y="6740"/>
                </a:lnTo>
                <a:lnTo>
                  <a:pt x="13992" y="6789"/>
                </a:lnTo>
                <a:lnTo>
                  <a:pt x="13992" y="6813"/>
                </a:lnTo>
                <a:lnTo>
                  <a:pt x="13992" y="6862"/>
                </a:lnTo>
                <a:lnTo>
                  <a:pt x="14041" y="6886"/>
                </a:lnTo>
                <a:lnTo>
                  <a:pt x="14235" y="6886"/>
                </a:lnTo>
                <a:lnTo>
                  <a:pt x="14430" y="6862"/>
                </a:lnTo>
                <a:lnTo>
                  <a:pt x="14795" y="6813"/>
                </a:lnTo>
                <a:lnTo>
                  <a:pt x="15038" y="6740"/>
                </a:lnTo>
                <a:lnTo>
                  <a:pt x="15111" y="7178"/>
                </a:lnTo>
                <a:lnTo>
                  <a:pt x="14843" y="7227"/>
                </a:lnTo>
                <a:lnTo>
                  <a:pt x="14430" y="7349"/>
                </a:lnTo>
                <a:lnTo>
                  <a:pt x="14235" y="7422"/>
                </a:lnTo>
                <a:lnTo>
                  <a:pt x="14065" y="7543"/>
                </a:lnTo>
                <a:lnTo>
                  <a:pt x="14041" y="7592"/>
                </a:lnTo>
                <a:lnTo>
                  <a:pt x="14041" y="7665"/>
                </a:lnTo>
                <a:lnTo>
                  <a:pt x="14089" y="7714"/>
                </a:lnTo>
                <a:lnTo>
                  <a:pt x="14138" y="7738"/>
                </a:lnTo>
                <a:lnTo>
                  <a:pt x="14357" y="7714"/>
                </a:lnTo>
                <a:lnTo>
                  <a:pt x="14551" y="7665"/>
                </a:lnTo>
                <a:lnTo>
                  <a:pt x="14941" y="7568"/>
                </a:lnTo>
                <a:lnTo>
                  <a:pt x="15135" y="7519"/>
                </a:lnTo>
                <a:lnTo>
                  <a:pt x="15184" y="7981"/>
                </a:lnTo>
                <a:lnTo>
                  <a:pt x="14868" y="8030"/>
                </a:lnTo>
                <a:lnTo>
                  <a:pt x="14624" y="8054"/>
                </a:lnTo>
                <a:lnTo>
                  <a:pt x="14381" y="8079"/>
                </a:lnTo>
                <a:lnTo>
                  <a:pt x="14235" y="8103"/>
                </a:lnTo>
                <a:lnTo>
                  <a:pt x="14138" y="8152"/>
                </a:lnTo>
                <a:lnTo>
                  <a:pt x="14016" y="8200"/>
                </a:lnTo>
                <a:lnTo>
                  <a:pt x="13943" y="8298"/>
                </a:lnTo>
                <a:lnTo>
                  <a:pt x="13919" y="8322"/>
                </a:lnTo>
                <a:lnTo>
                  <a:pt x="13919" y="8346"/>
                </a:lnTo>
                <a:lnTo>
                  <a:pt x="13943" y="8395"/>
                </a:lnTo>
                <a:lnTo>
                  <a:pt x="13968" y="8395"/>
                </a:lnTo>
                <a:lnTo>
                  <a:pt x="14089" y="8419"/>
                </a:lnTo>
                <a:lnTo>
                  <a:pt x="14211" y="8444"/>
                </a:lnTo>
                <a:lnTo>
                  <a:pt x="14478" y="8444"/>
                </a:lnTo>
                <a:lnTo>
                  <a:pt x="14989" y="8395"/>
                </a:lnTo>
                <a:lnTo>
                  <a:pt x="15208" y="8395"/>
                </a:lnTo>
                <a:lnTo>
                  <a:pt x="15208" y="8857"/>
                </a:lnTo>
                <a:lnTo>
                  <a:pt x="14722" y="8882"/>
                </a:lnTo>
                <a:lnTo>
                  <a:pt x="14503" y="8882"/>
                </a:lnTo>
                <a:lnTo>
                  <a:pt x="14284" y="8906"/>
                </a:lnTo>
                <a:lnTo>
                  <a:pt x="14065" y="8955"/>
                </a:lnTo>
                <a:lnTo>
                  <a:pt x="13968" y="8979"/>
                </a:lnTo>
                <a:lnTo>
                  <a:pt x="13870" y="9028"/>
                </a:lnTo>
                <a:lnTo>
                  <a:pt x="13870" y="9052"/>
                </a:lnTo>
                <a:lnTo>
                  <a:pt x="13870" y="9076"/>
                </a:lnTo>
                <a:lnTo>
                  <a:pt x="13968" y="9125"/>
                </a:lnTo>
                <a:lnTo>
                  <a:pt x="14065" y="9174"/>
                </a:lnTo>
                <a:lnTo>
                  <a:pt x="14284" y="9222"/>
                </a:lnTo>
                <a:lnTo>
                  <a:pt x="14722" y="9222"/>
                </a:lnTo>
                <a:lnTo>
                  <a:pt x="14941" y="9247"/>
                </a:lnTo>
                <a:lnTo>
                  <a:pt x="15184" y="9247"/>
                </a:lnTo>
                <a:lnTo>
                  <a:pt x="15160" y="9465"/>
                </a:lnTo>
                <a:lnTo>
                  <a:pt x="14965" y="9514"/>
                </a:lnTo>
                <a:lnTo>
                  <a:pt x="14722" y="9563"/>
                </a:lnTo>
                <a:lnTo>
                  <a:pt x="14503" y="9660"/>
                </a:lnTo>
                <a:lnTo>
                  <a:pt x="14260" y="9757"/>
                </a:lnTo>
                <a:lnTo>
                  <a:pt x="14041" y="9879"/>
                </a:lnTo>
                <a:lnTo>
                  <a:pt x="14016" y="9903"/>
                </a:lnTo>
                <a:lnTo>
                  <a:pt x="14016" y="9952"/>
                </a:lnTo>
                <a:lnTo>
                  <a:pt x="14041" y="9976"/>
                </a:lnTo>
                <a:lnTo>
                  <a:pt x="14089" y="9976"/>
                </a:lnTo>
                <a:lnTo>
                  <a:pt x="14308" y="10001"/>
                </a:lnTo>
                <a:lnTo>
                  <a:pt x="14527" y="9976"/>
                </a:lnTo>
                <a:lnTo>
                  <a:pt x="14965" y="9903"/>
                </a:lnTo>
                <a:lnTo>
                  <a:pt x="15087" y="9879"/>
                </a:lnTo>
                <a:lnTo>
                  <a:pt x="14989" y="10390"/>
                </a:lnTo>
                <a:lnTo>
                  <a:pt x="14527" y="10463"/>
                </a:lnTo>
                <a:lnTo>
                  <a:pt x="14357" y="10487"/>
                </a:lnTo>
                <a:lnTo>
                  <a:pt x="14162" y="10512"/>
                </a:lnTo>
                <a:lnTo>
                  <a:pt x="13992" y="10560"/>
                </a:lnTo>
                <a:lnTo>
                  <a:pt x="13919" y="10609"/>
                </a:lnTo>
                <a:lnTo>
                  <a:pt x="13870" y="10682"/>
                </a:lnTo>
                <a:lnTo>
                  <a:pt x="13846" y="10731"/>
                </a:lnTo>
                <a:lnTo>
                  <a:pt x="13846" y="10804"/>
                </a:lnTo>
                <a:lnTo>
                  <a:pt x="13870" y="10852"/>
                </a:lnTo>
                <a:lnTo>
                  <a:pt x="13919" y="10901"/>
                </a:lnTo>
                <a:lnTo>
                  <a:pt x="13992" y="10925"/>
                </a:lnTo>
                <a:lnTo>
                  <a:pt x="14065" y="10950"/>
                </a:lnTo>
                <a:lnTo>
                  <a:pt x="14235" y="10950"/>
                </a:lnTo>
                <a:lnTo>
                  <a:pt x="14600" y="10901"/>
                </a:lnTo>
                <a:lnTo>
                  <a:pt x="14819" y="10877"/>
                </a:lnTo>
                <a:lnTo>
                  <a:pt x="14819" y="10877"/>
                </a:lnTo>
                <a:lnTo>
                  <a:pt x="14624" y="11339"/>
                </a:lnTo>
                <a:lnTo>
                  <a:pt x="14478" y="11339"/>
                </a:lnTo>
                <a:lnTo>
                  <a:pt x="14308" y="11315"/>
                </a:lnTo>
                <a:lnTo>
                  <a:pt x="14114" y="11339"/>
                </a:lnTo>
                <a:lnTo>
                  <a:pt x="13919" y="11363"/>
                </a:lnTo>
                <a:lnTo>
                  <a:pt x="13749" y="11436"/>
                </a:lnTo>
                <a:lnTo>
                  <a:pt x="13724" y="11461"/>
                </a:lnTo>
                <a:lnTo>
                  <a:pt x="13749" y="11485"/>
                </a:lnTo>
                <a:lnTo>
                  <a:pt x="13919" y="11558"/>
                </a:lnTo>
                <a:lnTo>
                  <a:pt x="14089" y="11607"/>
                </a:lnTo>
                <a:lnTo>
                  <a:pt x="14430" y="11655"/>
                </a:lnTo>
                <a:lnTo>
                  <a:pt x="14454" y="11655"/>
                </a:lnTo>
                <a:lnTo>
                  <a:pt x="14211" y="12069"/>
                </a:lnTo>
                <a:lnTo>
                  <a:pt x="13968" y="12069"/>
                </a:lnTo>
                <a:lnTo>
                  <a:pt x="13724" y="12093"/>
                </a:lnTo>
                <a:lnTo>
                  <a:pt x="13603" y="12069"/>
                </a:lnTo>
                <a:lnTo>
                  <a:pt x="13481" y="12045"/>
                </a:lnTo>
                <a:lnTo>
                  <a:pt x="13335" y="12020"/>
                </a:lnTo>
                <a:lnTo>
                  <a:pt x="13213" y="12020"/>
                </a:lnTo>
                <a:lnTo>
                  <a:pt x="13189" y="12045"/>
                </a:lnTo>
                <a:lnTo>
                  <a:pt x="13189" y="12069"/>
                </a:lnTo>
                <a:lnTo>
                  <a:pt x="13189" y="12166"/>
                </a:lnTo>
                <a:lnTo>
                  <a:pt x="13238" y="12239"/>
                </a:lnTo>
                <a:lnTo>
                  <a:pt x="13311" y="12312"/>
                </a:lnTo>
                <a:lnTo>
                  <a:pt x="13408" y="12361"/>
                </a:lnTo>
                <a:lnTo>
                  <a:pt x="13530" y="12385"/>
                </a:lnTo>
                <a:lnTo>
                  <a:pt x="13651" y="12410"/>
                </a:lnTo>
                <a:lnTo>
                  <a:pt x="13943" y="12434"/>
                </a:lnTo>
                <a:lnTo>
                  <a:pt x="13603" y="12823"/>
                </a:lnTo>
                <a:lnTo>
                  <a:pt x="13067" y="12726"/>
                </a:lnTo>
                <a:lnTo>
                  <a:pt x="12848" y="12677"/>
                </a:lnTo>
                <a:lnTo>
                  <a:pt x="12727" y="12677"/>
                </a:lnTo>
                <a:lnTo>
                  <a:pt x="12629" y="12702"/>
                </a:lnTo>
                <a:lnTo>
                  <a:pt x="12605" y="12726"/>
                </a:lnTo>
                <a:lnTo>
                  <a:pt x="12605" y="12775"/>
                </a:lnTo>
                <a:lnTo>
                  <a:pt x="12629" y="12848"/>
                </a:lnTo>
                <a:lnTo>
                  <a:pt x="12678" y="12921"/>
                </a:lnTo>
                <a:lnTo>
                  <a:pt x="12751" y="12969"/>
                </a:lnTo>
                <a:lnTo>
                  <a:pt x="12824" y="13018"/>
                </a:lnTo>
                <a:lnTo>
                  <a:pt x="13043" y="13115"/>
                </a:lnTo>
                <a:lnTo>
                  <a:pt x="13262" y="13164"/>
                </a:lnTo>
                <a:lnTo>
                  <a:pt x="13116" y="13286"/>
                </a:lnTo>
                <a:lnTo>
                  <a:pt x="13067" y="13286"/>
                </a:lnTo>
                <a:lnTo>
                  <a:pt x="12605" y="13261"/>
                </a:lnTo>
                <a:lnTo>
                  <a:pt x="12362" y="13213"/>
                </a:lnTo>
                <a:lnTo>
                  <a:pt x="12240" y="13188"/>
                </a:lnTo>
                <a:lnTo>
                  <a:pt x="12094" y="13188"/>
                </a:lnTo>
                <a:lnTo>
                  <a:pt x="12021" y="13213"/>
                </a:lnTo>
                <a:lnTo>
                  <a:pt x="11997" y="13261"/>
                </a:lnTo>
                <a:lnTo>
                  <a:pt x="11972" y="13334"/>
                </a:lnTo>
                <a:lnTo>
                  <a:pt x="12021" y="13383"/>
                </a:lnTo>
                <a:lnTo>
                  <a:pt x="12143" y="13505"/>
                </a:lnTo>
                <a:lnTo>
                  <a:pt x="12289" y="13578"/>
                </a:lnTo>
                <a:lnTo>
                  <a:pt x="12483" y="13626"/>
                </a:lnTo>
                <a:lnTo>
                  <a:pt x="12654" y="13651"/>
                </a:lnTo>
                <a:lnTo>
                  <a:pt x="12240" y="13943"/>
                </a:lnTo>
                <a:lnTo>
                  <a:pt x="12143" y="13918"/>
                </a:lnTo>
                <a:lnTo>
                  <a:pt x="11680" y="13821"/>
                </a:lnTo>
                <a:lnTo>
                  <a:pt x="11461" y="13772"/>
                </a:lnTo>
                <a:lnTo>
                  <a:pt x="11267" y="13724"/>
                </a:lnTo>
                <a:lnTo>
                  <a:pt x="11218" y="13748"/>
                </a:lnTo>
                <a:lnTo>
                  <a:pt x="11218" y="13821"/>
                </a:lnTo>
                <a:lnTo>
                  <a:pt x="11242" y="13894"/>
                </a:lnTo>
                <a:lnTo>
                  <a:pt x="11315" y="13967"/>
                </a:lnTo>
                <a:lnTo>
                  <a:pt x="11437" y="14064"/>
                </a:lnTo>
                <a:lnTo>
                  <a:pt x="11607" y="14137"/>
                </a:lnTo>
                <a:lnTo>
                  <a:pt x="11802" y="14210"/>
                </a:lnTo>
                <a:lnTo>
                  <a:pt x="11437" y="14381"/>
                </a:lnTo>
                <a:lnTo>
                  <a:pt x="11388" y="14332"/>
                </a:lnTo>
                <a:lnTo>
                  <a:pt x="11315" y="14308"/>
                </a:lnTo>
                <a:lnTo>
                  <a:pt x="11194" y="14259"/>
                </a:lnTo>
                <a:lnTo>
                  <a:pt x="10902" y="14235"/>
                </a:lnTo>
                <a:lnTo>
                  <a:pt x="10634" y="14210"/>
                </a:lnTo>
                <a:lnTo>
                  <a:pt x="10512" y="14210"/>
                </a:lnTo>
                <a:lnTo>
                  <a:pt x="10391" y="14235"/>
                </a:lnTo>
                <a:lnTo>
                  <a:pt x="10366" y="14235"/>
                </a:lnTo>
                <a:lnTo>
                  <a:pt x="10366" y="14283"/>
                </a:lnTo>
                <a:lnTo>
                  <a:pt x="10366" y="14332"/>
                </a:lnTo>
                <a:lnTo>
                  <a:pt x="10391" y="14381"/>
                </a:lnTo>
                <a:lnTo>
                  <a:pt x="10488" y="14478"/>
                </a:lnTo>
                <a:lnTo>
                  <a:pt x="10610" y="14551"/>
                </a:lnTo>
                <a:lnTo>
                  <a:pt x="10731" y="14575"/>
                </a:lnTo>
                <a:lnTo>
                  <a:pt x="10877" y="14624"/>
                </a:lnTo>
                <a:lnTo>
                  <a:pt x="10512" y="14746"/>
                </a:lnTo>
                <a:lnTo>
                  <a:pt x="10318" y="14673"/>
                </a:lnTo>
                <a:lnTo>
                  <a:pt x="10123" y="14624"/>
                </a:lnTo>
                <a:lnTo>
                  <a:pt x="9904" y="14600"/>
                </a:lnTo>
                <a:lnTo>
                  <a:pt x="9807" y="14600"/>
                </a:lnTo>
                <a:lnTo>
                  <a:pt x="9709" y="14648"/>
                </a:lnTo>
                <a:lnTo>
                  <a:pt x="9661" y="14673"/>
                </a:lnTo>
                <a:lnTo>
                  <a:pt x="9685" y="14721"/>
                </a:lnTo>
                <a:lnTo>
                  <a:pt x="9734" y="14794"/>
                </a:lnTo>
                <a:lnTo>
                  <a:pt x="9807" y="14843"/>
                </a:lnTo>
                <a:lnTo>
                  <a:pt x="9928" y="14916"/>
                </a:lnTo>
                <a:lnTo>
                  <a:pt x="9612" y="14989"/>
                </a:lnTo>
                <a:lnTo>
                  <a:pt x="9588" y="14940"/>
                </a:lnTo>
                <a:lnTo>
                  <a:pt x="9539" y="14916"/>
                </a:lnTo>
                <a:lnTo>
                  <a:pt x="9417" y="14867"/>
                </a:lnTo>
                <a:lnTo>
                  <a:pt x="9223" y="14843"/>
                </a:lnTo>
                <a:lnTo>
                  <a:pt x="9150" y="14843"/>
                </a:lnTo>
                <a:lnTo>
                  <a:pt x="9052" y="14867"/>
                </a:lnTo>
                <a:lnTo>
                  <a:pt x="9004" y="14916"/>
                </a:lnTo>
                <a:lnTo>
                  <a:pt x="8979" y="14965"/>
                </a:lnTo>
                <a:lnTo>
                  <a:pt x="8979" y="15013"/>
                </a:lnTo>
                <a:lnTo>
                  <a:pt x="9004" y="15062"/>
                </a:lnTo>
                <a:lnTo>
                  <a:pt x="9004" y="15086"/>
                </a:lnTo>
                <a:lnTo>
                  <a:pt x="8663" y="15135"/>
                </a:lnTo>
                <a:lnTo>
                  <a:pt x="8298" y="15159"/>
                </a:lnTo>
                <a:lnTo>
                  <a:pt x="7227" y="15159"/>
                </a:lnTo>
                <a:lnTo>
                  <a:pt x="6862" y="15111"/>
                </a:lnTo>
                <a:lnTo>
                  <a:pt x="6497" y="15062"/>
                </a:lnTo>
                <a:lnTo>
                  <a:pt x="6157" y="14989"/>
                </a:lnTo>
                <a:lnTo>
                  <a:pt x="5816" y="14916"/>
                </a:lnTo>
                <a:lnTo>
                  <a:pt x="5451" y="14819"/>
                </a:lnTo>
                <a:lnTo>
                  <a:pt x="5135" y="14697"/>
                </a:lnTo>
                <a:lnTo>
                  <a:pt x="4794" y="14575"/>
                </a:lnTo>
                <a:lnTo>
                  <a:pt x="4478" y="14405"/>
                </a:lnTo>
                <a:lnTo>
                  <a:pt x="4162" y="14259"/>
                </a:lnTo>
                <a:lnTo>
                  <a:pt x="3845" y="14064"/>
                </a:lnTo>
                <a:lnTo>
                  <a:pt x="3553" y="13870"/>
                </a:lnTo>
                <a:lnTo>
                  <a:pt x="3286" y="13675"/>
                </a:lnTo>
                <a:lnTo>
                  <a:pt x="3018" y="13456"/>
                </a:lnTo>
                <a:lnTo>
                  <a:pt x="2775" y="13237"/>
                </a:lnTo>
                <a:lnTo>
                  <a:pt x="2531" y="12994"/>
                </a:lnTo>
                <a:lnTo>
                  <a:pt x="2312" y="12775"/>
                </a:lnTo>
                <a:lnTo>
                  <a:pt x="2118" y="12507"/>
                </a:lnTo>
                <a:lnTo>
                  <a:pt x="1899" y="12239"/>
                </a:lnTo>
                <a:lnTo>
                  <a:pt x="1728" y="11972"/>
                </a:lnTo>
                <a:lnTo>
                  <a:pt x="1558" y="11704"/>
                </a:lnTo>
                <a:lnTo>
                  <a:pt x="1412" y="11412"/>
                </a:lnTo>
                <a:lnTo>
                  <a:pt x="1266" y="11120"/>
                </a:lnTo>
                <a:lnTo>
                  <a:pt x="1144" y="10828"/>
                </a:lnTo>
                <a:lnTo>
                  <a:pt x="1047" y="10512"/>
                </a:lnTo>
                <a:lnTo>
                  <a:pt x="950" y="10195"/>
                </a:lnTo>
                <a:lnTo>
                  <a:pt x="877" y="9879"/>
                </a:lnTo>
                <a:lnTo>
                  <a:pt x="828" y="9538"/>
                </a:lnTo>
                <a:lnTo>
                  <a:pt x="779" y="9003"/>
                </a:lnTo>
                <a:lnTo>
                  <a:pt x="755" y="8468"/>
                </a:lnTo>
                <a:lnTo>
                  <a:pt x="755" y="7933"/>
                </a:lnTo>
                <a:lnTo>
                  <a:pt x="779" y="7397"/>
                </a:lnTo>
                <a:lnTo>
                  <a:pt x="852" y="6862"/>
                </a:lnTo>
                <a:lnTo>
                  <a:pt x="950" y="6351"/>
                </a:lnTo>
                <a:lnTo>
                  <a:pt x="1096" y="5840"/>
                </a:lnTo>
                <a:lnTo>
                  <a:pt x="1266" y="5353"/>
                </a:lnTo>
                <a:lnTo>
                  <a:pt x="1388" y="5061"/>
                </a:lnTo>
                <a:lnTo>
                  <a:pt x="1558" y="4745"/>
                </a:lnTo>
                <a:lnTo>
                  <a:pt x="1753" y="4404"/>
                </a:lnTo>
                <a:lnTo>
                  <a:pt x="1996" y="4064"/>
                </a:lnTo>
                <a:lnTo>
                  <a:pt x="2264" y="3699"/>
                </a:lnTo>
                <a:lnTo>
                  <a:pt x="2556" y="3334"/>
                </a:lnTo>
                <a:lnTo>
                  <a:pt x="2896" y="2944"/>
                </a:lnTo>
                <a:lnTo>
                  <a:pt x="3261" y="2604"/>
                </a:lnTo>
                <a:lnTo>
                  <a:pt x="3651" y="2263"/>
                </a:lnTo>
                <a:lnTo>
                  <a:pt x="4089" y="1922"/>
                </a:lnTo>
                <a:lnTo>
                  <a:pt x="4527" y="1630"/>
                </a:lnTo>
                <a:lnTo>
                  <a:pt x="5013" y="1363"/>
                </a:lnTo>
                <a:lnTo>
                  <a:pt x="5524" y="1144"/>
                </a:lnTo>
                <a:lnTo>
                  <a:pt x="6035" y="974"/>
                </a:lnTo>
                <a:lnTo>
                  <a:pt x="6327" y="925"/>
                </a:lnTo>
                <a:lnTo>
                  <a:pt x="6595" y="876"/>
                </a:lnTo>
                <a:lnTo>
                  <a:pt x="6887" y="828"/>
                </a:lnTo>
                <a:lnTo>
                  <a:pt x="7179" y="803"/>
                </a:lnTo>
                <a:lnTo>
                  <a:pt x="7544" y="779"/>
                </a:lnTo>
                <a:lnTo>
                  <a:pt x="7933" y="730"/>
                </a:lnTo>
                <a:lnTo>
                  <a:pt x="8322" y="682"/>
                </a:lnTo>
                <a:close/>
                <a:moveTo>
                  <a:pt x="8152" y="0"/>
                </a:moveTo>
                <a:lnTo>
                  <a:pt x="7763" y="25"/>
                </a:lnTo>
                <a:lnTo>
                  <a:pt x="7373" y="73"/>
                </a:lnTo>
                <a:lnTo>
                  <a:pt x="7081" y="49"/>
                </a:lnTo>
                <a:lnTo>
                  <a:pt x="6789" y="49"/>
                </a:lnTo>
                <a:lnTo>
                  <a:pt x="6473" y="73"/>
                </a:lnTo>
                <a:lnTo>
                  <a:pt x="6157" y="146"/>
                </a:lnTo>
                <a:lnTo>
                  <a:pt x="5841" y="219"/>
                </a:lnTo>
                <a:lnTo>
                  <a:pt x="5549" y="317"/>
                </a:lnTo>
                <a:lnTo>
                  <a:pt x="5232" y="438"/>
                </a:lnTo>
                <a:lnTo>
                  <a:pt x="4916" y="560"/>
                </a:lnTo>
                <a:lnTo>
                  <a:pt x="4332" y="876"/>
                </a:lnTo>
                <a:lnTo>
                  <a:pt x="3748" y="1217"/>
                </a:lnTo>
                <a:lnTo>
                  <a:pt x="3237" y="1606"/>
                </a:lnTo>
                <a:lnTo>
                  <a:pt x="2775" y="1995"/>
                </a:lnTo>
                <a:lnTo>
                  <a:pt x="2507" y="2239"/>
                </a:lnTo>
                <a:lnTo>
                  <a:pt x="2264" y="2482"/>
                </a:lnTo>
                <a:lnTo>
                  <a:pt x="2045" y="2725"/>
                </a:lnTo>
                <a:lnTo>
                  <a:pt x="1826" y="2993"/>
                </a:lnTo>
                <a:lnTo>
                  <a:pt x="1631" y="3261"/>
                </a:lnTo>
                <a:lnTo>
                  <a:pt x="1461" y="3528"/>
                </a:lnTo>
                <a:lnTo>
                  <a:pt x="1120" y="4088"/>
                </a:lnTo>
                <a:lnTo>
                  <a:pt x="852" y="4696"/>
                </a:lnTo>
                <a:lnTo>
                  <a:pt x="609" y="5305"/>
                </a:lnTo>
                <a:lnTo>
                  <a:pt x="414" y="5962"/>
                </a:lnTo>
                <a:lnTo>
                  <a:pt x="220" y="6643"/>
                </a:lnTo>
                <a:lnTo>
                  <a:pt x="122" y="7008"/>
                </a:lnTo>
                <a:lnTo>
                  <a:pt x="74" y="7373"/>
                </a:lnTo>
                <a:lnTo>
                  <a:pt x="25" y="7738"/>
                </a:lnTo>
                <a:lnTo>
                  <a:pt x="1" y="8103"/>
                </a:lnTo>
                <a:lnTo>
                  <a:pt x="1" y="8468"/>
                </a:lnTo>
                <a:lnTo>
                  <a:pt x="25" y="8809"/>
                </a:lnTo>
                <a:lnTo>
                  <a:pt x="49" y="9174"/>
                </a:lnTo>
                <a:lnTo>
                  <a:pt x="98" y="9514"/>
                </a:lnTo>
                <a:lnTo>
                  <a:pt x="195" y="9879"/>
                </a:lnTo>
                <a:lnTo>
                  <a:pt x="268" y="10220"/>
                </a:lnTo>
                <a:lnTo>
                  <a:pt x="390" y="10560"/>
                </a:lnTo>
                <a:lnTo>
                  <a:pt x="512" y="10901"/>
                </a:lnTo>
                <a:lnTo>
                  <a:pt x="658" y="11242"/>
                </a:lnTo>
                <a:lnTo>
                  <a:pt x="804" y="11582"/>
                </a:lnTo>
                <a:lnTo>
                  <a:pt x="1169" y="12264"/>
                </a:lnTo>
                <a:lnTo>
                  <a:pt x="1388" y="12629"/>
                </a:lnTo>
                <a:lnTo>
                  <a:pt x="1631" y="12994"/>
                </a:lnTo>
                <a:lnTo>
                  <a:pt x="1899" y="13334"/>
                </a:lnTo>
                <a:lnTo>
                  <a:pt x="2166" y="13651"/>
                </a:lnTo>
                <a:lnTo>
                  <a:pt x="2434" y="13943"/>
                </a:lnTo>
                <a:lnTo>
                  <a:pt x="2750" y="14235"/>
                </a:lnTo>
                <a:lnTo>
                  <a:pt x="3042" y="14502"/>
                </a:lnTo>
                <a:lnTo>
                  <a:pt x="3383" y="14746"/>
                </a:lnTo>
                <a:lnTo>
                  <a:pt x="3699" y="14965"/>
                </a:lnTo>
                <a:lnTo>
                  <a:pt x="4064" y="15159"/>
                </a:lnTo>
                <a:lnTo>
                  <a:pt x="4429" y="15354"/>
                </a:lnTo>
                <a:lnTo>
                  <a:pt x="4794" y="15500"/>
                </a:lnTo>
                <a:lnTo>
                  <a:pt x="5184" y="15622"/>
                </a:lnTo>
                <a:lnTo>
                  <a:pt x="5597" y="15743"/>
                </a:lnTo>
                <a:lnTo>
                  <a:pt x="6011" y="15816"/>
                </a:lnTo>
                <a:lnTo>
                  <a:pt x="6424" y="15889"/>
                </a:lnTo>
                <a:lnTo>
                  <a:pt x="6862" y="15914"/>
                </a:lnTo>
                <a:lnTo>
                  <a:pt x="7300" y="15938"/>
                </a:lnTo>
                <a:lnTo>
                  <a:pt x="7738" y="15938"/>
                </a:lnTo>
                <a:lnTo>
                  <a:pt x="8152" y="15914"/>
                </a:lnTo>
                <a:lnTo>
                  <a:pt x="8590" y="15889"/>
                </a:lnTo>
                <a:lnTo>
                  <a:pt x="9004" y="15841"/>
                </a:lnTo>
                <a:lnTo>
                  <a:pt x="9442" y="15768"/>
                </a:lnTo>
                <a:lnTo>
                  <a:pt x="9855" y="15670"/>
                </a:lnTo>
                <a:lnTo>
                  <a:pt x="10245" y="15573"/>
                </a:lnTo>
                <a:lnTo>
                  <a:pt x="10658" y="15451"/>
                </a:lnTo>
                <a:lnTo>
                  <a:pt x="11048" y="15305"/>
                </a:lnTo>
                <a:lnTo>
                  <a:pt x="11461" y="15135"/>
                </a:lnTo>
                <a:lnTo>
                  <a:pt x="11826" y="14940"/>
                </a:lnTo>
                <a:lnTo>
                  <a:pt x="12216" y="14721"/>
                </a:lnTo>
                <a:lnTo>
                  <a:pt x="12581" y="14478"/>
                </a:lnTo>
                <a:lnTo>
                  <a:pt x="12921" y="14235"/>
                </a:lnTo>
                <a:lnTo>
                  <a:pt x="13286" y="13943"/>
                </a:lnTo>
                <a:lnTo>
                  <a:pt x="13603" y="13651"/>
                </a:lnTo>
                <a:lnTo>
                  <a:pt x="13895" y="13334"/>
                </a:lnTo>
                <a:lnTo>
                  <a:pt x="14187" y="13018"/>
                </a:lnTo>
                <a:lnTo>
                  <a:pt x="14454" y="12702"/>
                </a:lnTo>
                <a:lnTo>
                  <a:pt x="14697" y="12361"/>
                </a:lnTo>
                <a:lnTo>
                  <a:pt x="14916" y="11996"/>
                </a:lnTo>
                <a:lnTo>
                  <a:pt x="15111" y="11631"/>
                </a:lnTo>
                <a:lnTo>
                  <a:pt x="15135" y="11631"/>
                </a:lnTo>
                <a:lnTo>
                  <a:pt x="15160" y="11582"/>
                </a:lnTo>
                <a:lnTo>
                  <a:pt x="15160" y="11534"/>
                </a:lnTo>
                <a:lnTo>
                  <a:pt x="15330" y="11096"/>
                </a:lnTo>
                <a:lnTo>
                  <a:pt x="15500" y="10658"/>
                </a:lnTo>
                <a:lnTo>
                  <a:pt x="15622" y="10195"/>
                </a:lnTo>
                <a:lnTo>
                  <a:pt x="15719" y="9733"/>
                </a:lnTo>
                <a:lnTo>
                  <a:pt x="15744" y="9709"/>
                </a:lnTo>
                <a:lnTo>
                  <a:pt x="15768" y="9684"/>
                </a:lnTo>
                <a:lnTo>
                  <a:pt x="15792" y="9636"/>
                </a:lnTo>
                <a:lnTo>
                  <a:pt x="15768" y="9611"/>
                </a:lnTo>
                <a:lnTo>
                  <a:pt x="15744" y="9563"/>
                </a:lnTo>
                <a:lnTo>
                  <a:pt x="15792" y="9174"/>
                </a:lnTo>
                <a:lnTo>
                  <a:pt x="15841" y="8760"/>
                </a:lnTo>
                <a:lnTo>
                  <a:pt x="15841" y="8371"/>
                </a:lnTo>
                <a:lnTo>
                  <a:pt x="15817" y="7957"/>
                </a:lnTo>
                <a:lnTo>
                  <a:pt x="15744" y="7105"/>
                </a:lnTo>
                <a:lnTo>
                  <a:pt x="15671" y="6667"/>
                </a:lnTo>
                <a:lnTo>
                  <a:pt x="15598" y="6254"/>
                </a:lnTo>
                <a:lnTo>
                  <a:pt x="15525" y="5840"/>
                </a:lnTo>
                <a:lnTo>
                  <a:pt x="15403" y="5426"/>
                </a:lnTo>
                <a:lnTo>
                  <a:pt x="15281" y="5013"/>
                </a:lnTo>
                <a:lnTo>
                  <a:pt x="15160" y="4623"/>
                </a:lnTo>
                <a:lnTo>
                  <a:pt x="14989" y="4234"/>
                </a:lnTo>
                <a:lnTo>
                  <a:pt x="14819" y="3845"/>
                </a:lnTo>
                <a:lnTo>
                  <a:pt x="14624" y="3480"/>
                </a:lnTo>
                <a:lnTo>
                  <a:pt x="14405" y="3115"/>
                </a:lnTo>
                <a:lnTo>
                  <a:pt x="14162" y="2774"/>
                </a:lnTo>
                <a:lnTo>
                  <a:pt x="13895" y="2458"/>
                </a:lnTo>
                <a:lnTo>
                  <a:pt x="13603" y="2141"/>
                </a:lnTo>
                <a:lnTo>
                  <a:pt x="13286" y="1849"/>
                </a:lnTo>
                <a:lnTo>
                  <a:pt x="12970" y="1582"/>
                </a:lnTo>
                <a:lnTo>
                  <a:pt x="12654" y="1363"/>
                </a:lnTo>
                <a:lnTo>
                  <a:pt x="12313" y="1144"/>
                </a:lnTo>
                <a:lnTo>
                  <a:pt x="11948" y="949"/>
                </a:lnTo>
                <a:lnTo>
                  <a:pt x="11607" y="779"/>
                </a:lnTo>
                <a:lnTo>
                  <a:pt x="11218" y="609"/>
                </a:lnTo>
                <a:lnTo>
                  <a:pt x="10853" y="487"/>
                </a:lnTo>
                <a:lnTo>
                  <a:pt x="10464" y="365"/>
                </a:lnTo>
                <a:lnTo>
                  <a:pt x="10099" y="268"/>
                </a:lnTo>
                <a:lnTo>
                  <a:pt x="9709" y="171"/>
                </a:lnTo>
                <a:lnTo>
                  <a:pt x="9320" y="98"/>
                </a:lnTo>
                <a:lnTo>
                  <a:pt x="8931" y="49"/>
                </a:lnTo>
                <a:lnTo>
                  <a:pt x="8541" y="25"/>
                </a:lnTo>
                <a:lnTo>
                  <a:pt x="8152" y="0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53"/>
          <p:cNvSpPr txBox="1"/>
          <p:nvPr>
            <p:ph idx="12" type="sldNum"/>
          </p:nvPr>
        </p:nvSpPr>
        <p:spPr>
          <a:xfrm>
            <a:off x="7899350" y="409842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8" name="Google Shape;1048;p53"/>
          <p:cNvSpPr txBox="1"/>
          <p:nvPr/>
        </p:nvSpPr>
        <p:spPr>
          <a:xfrm>
            <a:off x="1491325" y="646750"/>
            <a:ext cx="6885900" cy="35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@GraphQLApi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public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2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ProfileGraphQLApi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@Query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public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2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Profile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profile(</a:t>
            </a:r>
            <a:r>
              <a:rPr lang="en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@Argument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"personId"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lang="en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personId) {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n" sz="12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Person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person = personDB.getPerson(personId);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n" sz="12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List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n" sz="12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Score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&gt; scores = scoreDB.getScores(person.getIdNumber());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n" sz="12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Profile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profile = </a:t>
            </a:r>
            <a:r>
              <a:rPr lang="en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new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2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Profile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profile.setId(person.getIdNumber());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profile.setPerson(person);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profile.setScores(scores);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n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profile;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1200">
              <a:solidFill>
                <a:srgbClr val="C5392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54"/>
          <p:cNvSpPr txBox="1"/>
          <p:nvPr>
            <p:ph idx="12" type="sldNum"/>
          </p:nvPr>
        </p:nvSpPr>
        <p:spPr>
          <a:xfrm>
            <a:off x="7899350" y="409842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4" name="Google Shape;1054;p54"/>
          <p:cNvSpPr txBox="1"/>
          <p:nvPr/>
        </p:nvSpPr>
        <p:spPr>
          <a:xfrm>
            <a:off x="1270650" y="1544575"/>
            <a:ext cx="7213200" cy="18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latin typeface="Gloria Hallelujah"/>
                <a:ea typeface="Gloria Hallelujah"/>
                <a:cs typeface="Gloria Hallelujah"/>
                <a:sym typeface="Gloria Hallelujah"/>
              </a:rPr>
              <a:t>Demo 1</a:t>
            </a:r>
            <a:endParaRPr sz="9600">
              <a:latin typeface="Gloria Hallelujah"/>
              <a:ea typeface="Gloria Hallelujah"/>
              <a:cs typeface="Gloria Hallelujah"/>
              <a:sym typeface="Gloria Hallelujah"/>
            </a:endParaRPr>
          </a:p>
        </p:txBody>
      </p:sp>
      <p:sp>
        <p:nvSpPr>
          <p:cNvPr id="1055" name="Google Shape;1055;p54"/>
          <p:cNvSpPr/>
          <p:nvPr/>
        </p:nvSpPr>
        <p:spPr>
          <a:xfrm>
            <a:off x="7476860" y="669567"/>
            <a:ext cx="618809" cy="658986"/>
          </a:xfrm>
          <a:custGeom>
            <a:rect b="b" l="l" r="r" t="t"/>
            <a:pathLst>
              <a:path extrusionOk="0" h="8923" w="8645">
                <a:moveTo>
                  <a:pt x="4836" y="342"/>
                </a:moveTo>
                <a:lnTo>
                  <a:pt x="4943" y="385"/>
                </a:lnTo>
                <a:lnTo>
                  <a:pt x="4964" y="407"/>
                </a:lnTo>
                <a:lnTo>
                  <a:pt x="4964" y="428"/>
                </a:lnTo>
                <a:lnTo>
                  <a:pt x="4921" y="471"/>
                </a:lnTo>
                <a:lnTo>
                  <a:pt x="4879" y="492"/>
                </a:lnTo>
                <a:lnTo>
                  <a:pt x="4814" y="492"/>
                </a:lnTo>
                <a:lnTo>
                  <a:pt x="4772" y="471"/>
                </a:lnTo>
                <a:lnTo>
                  <a:pt x="4750" y="449"/>
                </a:lnTo>
                <a:lnTo>
                  <a:pt x="4772" y="428"/>
                </a:lnTo>
                <a:lnTo>
                  <a:pt x="4836" y="342"/>
                </a:lnTo>
                <a:close/>
                <a:moveTo>
                  <a:pt x="1840" y="471"/>
                </a:moveTo>
                <a:lnTo>
                  <a:pt x="1883" y="514"/>
                </a:lnTo>
                <a:lnTo>
                  <a:pt x="1926" y="556"/>
                </a:lnTo>
                <a:lnTo>
                  <a:pt x="1947" y="706"/>
                </a:lnTo>
                <a:lnTo>
                  <a:pt x="1969" y="856"/>
                </a:lnTo>
                <a:lnTo>
                  <a:pt x="1969" y="984"/>
                </a:lnTo>
                <a:lnTo>
                  <a:pt x="1969" y="1134"/>
                </a:lnTo>
                <a:lnTo>
                  <a:pt x="1969" y="1348"/>
                </a:lnTo>
                <a:lnTo>
                  <a:pt x="1947" y="1541"/>
                </a:lnTo>
                <a:lnTo>
                  <a:pt x="1905" y="1626"/>
                </a:lnTo>
                <a:lnTo>
                  <a:pt x="1862" y="1690"/>
                </a:lnTo>
                <a:lnTo>
                  <a:pt x="1776" y="1755"/>
                </a:lnTo>
                <a:lnTo>
                  <a:pt x="1755" y="1733"/>
                </a:lnTo>
                <a:lnTo>
                  <a:pt x="1755" y="1712"/>
                </a:lnTo>
                <a:lnTo>
                  <a:pt x="1798" y="1541"/>
                </a:lnTo>
                <a:lnTo>
                  <a:pt x="1798" y="1455"/>
                </a:lnTo>
                <a:lnTo>
                  <a:pt x="1798" y="1412"/>
                </a:lnTo>
                <a:lnTo>
                  <a:pt x="1776" y="1369"/>
                </a:lnTo>
                <a:lnTo>
                  <a:pt x="1755" y="1284"/>
                </a:lnTo>
                <a:lnTo>
                  <a:pt x="1733" y="1156"/>
                </a:lnTo>
                <a:lnTo>
                  <a:pt x="1733" y="1006"/>
                </a:lnTo>
                <a:lnTo>
                  <a:pt x="1691" y="835"/>
                </a:lnTo>
                <a:lnTo>
                  <a:pt x="1691" y="770"/>
                </a:lnTo>
                <a:lnTo>
                  <a:pt x="1712" y="685"/>
                </a:lnTo>
                <a:lnTo>
                  <a:pt x="1776" y="556"/>
                </a:lnTo>
                <a:lnTo>
                  <a:pt x="1819" y="492"/>
                </a:lnTo>
                <a:lnTo>
                  <a:pt x="1840" y="471"/>
                </a:lnTo>
                <a:close/>
                <a:moveTo>
                  <a:pt x="1691" y="107"/>
                </a:moveTo>
                <a:lnTo>
                  <a:pt x="1584" y="129"/>
                </a:lnTo>
                <a:lnTo>
                  <a:pt x="1498" y="150"/>
                </a:lnTo>
                <a:lnTo>
                  <a:pt x="1434" y="193"/>
                </a:lnTo>
                <a:lnTo>
                  <a:pt x="1348" y="236"/>
                </a:lnTo>
                <a:lnTo>
                  <a:pt x="1241" y="364"/>
                </a:lnTo>
                <a:lnTo>
                  <a:pt x="1156" y="535"/>
                </a:lnTo>
                <a:lnTo>
                  <a:pt x="1092" y="728"/>
                </a:lnTo>
                <a:lnTo>
                  <a:pt x="1070" y="813"/>
                </a:lnTo>
                <a:lnTo>
                  <a:pt x="1006" y="877"/>
                </a:lnTo>
                <a:lnTo>
                  <a:pt x="942" y="963"/>
                </a:lnTo>
                <a:lnTo>
                  <a:pt x="878" y="1027"/>
                </a:lnTo>
                <a:lnTo>
                  <a:pt x="835" y="1091"/>
                </a:lnTo>
                <a:lnTo>
                  <a:pt x="813" y="1156"/>
                </a:lnTo>
                <a:lnTo>
                  <a:pt x="835" y="1198"/>
                </a:lnTo>
                <a:lnTo>
                  <a:pt x="835" y="1262"/>
                </a:lnTo>
                <a:lnTo>
                  <a:pt x="878" y="1305"/>
                </a:lnTo>
                <a:lnTo>
                  <a:pt x="963" y="1391"/>
                </a:lnTo>
                <a:lnTo>
                  <a:pt x="1070" y="1541"/>
                </a:lnTo>
                <a:lnTo>
                  <a:pt x="1156" y="1712"/>
                </a:lnTo>
                <a:lnTo>
                  <a:pt x="1241" y="1883"/>
                </a:lnTo>
                <a:lnTo>
                  <a:pt x="1370" y="2033"/>
                </a:lnTo>
                <a:lnTo>
                  <a:pt x="1455" y="2097"/>
                </a:lnTo>
                <a:lnTo>
                  <a:pt x="1541" y="2140"/>
                </a:lnTo>
                <a:lnTo>
                  <a:pt x="1626" y="2183"/>
                </a:lnTo>
                <a:lnTo>
                  <a:pt x="1733" y="2204"/>
                </a:lnTo>
                <a:lnTo>
                  <a:pt x="1840" y="2183"/>
                </a:lnTo>
                <a:lnTo>
                  <a:pt x="1905" y="2140"/>
                </a:lnTo>
                <a:lnTo>
                  <a:pt x="1990" y="2097"/>
                </a:lnTo>
                <a:lnTo>
                  <a:pt x="2033" y="2033"/>
                </a:lnTo>
                <a:lnTo>
                  <a:pt x="2119" y="1862"/>
                </a:lnTo>
                <a:lnTo>
                  <a:pt x="2183" y="1690"/>
                </a:lnTo>
                <a:lnTo>
                  <a:pt x="2247" y="1498"/>
                </a:lnTo>
                <a:lnTo>
                  <a:pt x="2290" y="1434"/>
                </a:lnTo>
                <a:lnTo>
                  <a:pt x="2332" y="1348"/>
                </a:lnTo>
                <a:lnTo>
                  <a:pt x="2439" y="1241"/>
                </a:lnTo>
                <a:lnTo>
                  <a:pt x="2461" y="1198"/>
                </a:lnTo>
                <a:lnTo>
                  <a:pt x="2461" y="1113"/>
                </a:lnTo>
                <a:lnTo>
                  <a:pt x="2461" y="1027"/>
                </a:lnTo>
                <a:lnTo>
                  <a:pt x="2418" y="984"/>
                </a:lnTo>
                <a:lnTo>
                  <a:pt x="2354" y="920"/>
                </a:lnTo>
                <a:lnTo>
                  <a:pt x="2311" y="877"/>
                </a:lnTo>
                <a:lnTo>
                  <a:pt x="2247" y="792"/>
                </a:lnTo>
                <a:lnTo>
                  <a:pt x="2226" y="706"/>
                </a:lnTo>
                <a:lnTo>
                  <a:pt x="2204" y="492"/>
                </a:lnTo>
                <a:lnTo>
                  <a:pt x="2183" y="407"/>
                </a:lnTo>
                <a:lnTo>
                  <a:pt x="2140" y="321"/>
                </a:lnTo>
                <a:lnTo>
                  <a:pt x="2076" y="257"/>
                </a:lnTo>
                <a:lnTo>
                  <a:pt x="2012" y="193"/>
                </a:lnTo>
                <a:lnTo>
                  <a:pt x="1947" y="150"/>
                </a:lnTo>
                <a:lnTo>
                  <a:pt x="1862" y="129"/>
                </a:lnTo>
                <a:lnTo>
                  <a:pt x="1776" y="107"/>
                </a:lnTo>
                <a:close/>
                <a:moveTo>
                  <a:pt x="7275" y="1904"/>
                </a:moveTo>
                <a:lnTo>
                  <a:pt x="7211" y="1947"/>
                </a:lnTo>
                <a:lnTo>
                  <a:pt x="7168" y="1990"/>
                </a:lnTo>
                <a:lnTo>
                  <a:pt x="7104" y="2054"/>
                </a:lnTo>
                <a:lnTo>
                  <a:pt x="7040" y="2225"/>
                </a:lnTo>
                <a:lnTo>
                  <a:pt x="6954" y="2568"/>
                </a:lnTo>
                <a:lnTo>
                  <a:pt x="6911" y="2717"/>
                </a:lnTo>
                <a:lnTo>
                  <a:pt x="6868" y="2739"/>
                </a:lnTo>
                <a:lnTo>
                  <a:pt x="6847" y="2760"/>
                </a:lnTo>
                <a:lnTo>
                  <a:pt x="6740" y="2739"/>
                </a:lnTo>
                <a:lnTo>
                  <a:pt x="6590" y="2696"/>
                </a:lnTo>
                <a:lnTo>
                  <a:pt x="6440" y="2717"/>
                </a:lnTo>
                <a:lnTo>
                  <a:pt x="6291" y="2760"/>
                </a:lnTo>
                <a:lnTo>
                  <a:pt x="6162" y="2846"/>
                </a:lnTo>
                <a:lnTo>
                  <a:pt x="6055" y="2953"/>
                </a:lnTo>
                <a:lnTo>
                  <a:pt x="5970" y="3081"/>
                </a:lnTo>
                <a:lnTo>
                  <a:pt x="5906" y="3188"/>
                </a:lnTo>
                <a:lnTo>
                  <a:pt x="5863" y="3231"/>
                </a:lnTo>
                <a:lnTo>
                  <a:pt x="5799" y="3274"/>
                </a:lnTo>
                <a:lnTo>
                  <a:pt x="5756" y="3295"/>
                </a:lnTo>
                <a:lnTo>
                  <a:pt x="5670" y="3295"/>
                </a:lnTo>
                <a:lnTo>
                  <a:pt x="5542" y="3252"/>
                </a:lnTo>
                <a:lnTo>
                  <a:pt x="5435" y="3210"/>
                </a:lnTo>
                <a:lnTo>
                  <a:pt x="5392" y="3188"/>
                </a:lnTo>
                <a:lnTo>
                  <a:pt x="5328" y="3188"/>
                </a:lnTo>
                <a:lnTo>
                  <a:pt x="5264" y="3210"/>
                </a:lnTo>
                <a:lnTo>
                  <a:pt x="5178" y="3231"/>
                </a:lnTo>
                <a:lnTo>
                  <a:pt x="5007" y="3338"/>
                </a:lnTo>
                <a:lnTo>
                  <a:pt x="4836" y="3445"/>
                </a:lnTo>
                <a:lnTo>
                  <a:pt x="4665" y="3552"/>
                </a:lnTo>
                <a:lnTo>
                  <a:pt x="4472" y="3659"/>
                </a:lnTo>
                <a:lnTo>
                  <a:pt x="4215" y="3766"/>
                </a:lnTo>
                <a:lnTo>
                  <a:pt x="4087" y="3851"/>
                </a:lnTo>
                <a:lnTo>
                  <a:pt x="4044" y="3894"/>
                </a:lnTo>
                <a:lnTo>
                  <a:pt x="4023" y="3958"/>
                </a:lnTo>
                <a:lnTo>
                  <a:pt x="4023" y="4023"/>
                </a:lnTo>
                <a:lnTo>
                  <a:pt x="4044" y="4065"/>
                </a:lnTo>
                <a:lnTo>
                  <a:pt x="4108" y="4108"/>
                </a:lnTo>
                <a:lnTo>
                  <a:pt x="4173" y="4108"/>
                </a:lnTo>
                <a:lnTo>
                  <a:pt x="4322" y="4087"/>
                </a:lnTo>
                <a:lnTo>
                  <a:pt x="4536" y="4023"/>
                </a:lnTo>
                <a:lnTo>
                  <a:pt x="4729" y="3937"/>
                </a:lnTo>
                <a:lnTo>
                  <a:pt x="4921" y="3851"/>
                </a:lnTo>
                <a:lnTo>
                  <a:pt x="5178" y="3723"/>
                </a:lnTo>
                <a:lnTo>
                  <a:pt x="5264" y="3659"/>
                </a:lnTo>
                <a:lnTo>
                  <a:pt x="5328" y="3637"/>
                </a:lnTo>
                <a:lnTo>
                  <a:pt x="5392" y="3637"/>
                </a:lnTo>
                <a:lnTo>
                  <a:pt x="5435" y="3659"/>
                </a:lnTo>
                <a:lnTo>
                  <a:pt x="5563" y="3723"/>
                </a:lnTo>
                <a:lnTo>
                  <a:pt x="5713" y="3787"/>
                </a:lnTo>
                <a:lnTo>
                  <a:pt x="5863" y="3830"/>
                </a:lnTo>
                <a:lnTo>
                  <a:pt x="5970" y="3809"/>
                </a:lnTo>
                <a:lnTo>
                  <a:pt x="6055" y="3766"/>
                </a:lnTo>
                <a:lnTo>
                  <a:pt x="6141" y="3659"/>
                </a:lnTo>
                <a:lnTo>
                  <a:pt x="6205" y="3530"/>
                </a:lnTo>
                <a:lnTo>
                  <a:pt x="6291" y="3359"/>
                </a:lnTo>
                <a:lnTo>
                  <a:pt x="6398" y="3231"/>
                </a:lnTo>
                <a:lnTo>
                  <a:pt x="6462" y="3188"/>
                </a:lnTo>
                <a:lnTo>
                  <a:pt x="6505" y="3167"/>
                </a:lnTo>
                <a:lnTo>
                  <a:pt x="6590" y="3167"/>
                </a:lnTo>
                <a:lnTo>
                  <a:pt x="6676" y="3188"/>
                </a:lnTo>
                <a:lnTo>
                  <a:pt x="6826" y="3274"/>
                </a:lnTo>
                <a:lnTo>
                  <a:pt x="6911" y="3316"/>
                </a:lnTo>
                <a:lnTo>
                  <a:pt x="6997" y="3359"/>
                </a:lnTo>
                <a:lnTo>
                  <a:pt x="7082" y="3359"/>
                </a:lnTo>
                <a:lnTo>
                  <a:pt x="7168" y="3338"/>
                </a:lnTo>
                <a:lnTo>
                  <a:pt x="7232" y="3316"/>
                </a:lnTo>
                <a:lnTo>
                  <a:pt x="7275" y="3252"/>
                </a:lnTo>
                <a:lnTo>
                  <a:pt x="7318" y="3188"/>
                </a:lnTo>
                <a:lnTo>
                  <a:pt x="7339" y="3124"/>
                </a:lnTo>
                <a:lnTo>
                  <a:pt x="7382" y="2974"/>
                </a:lnTo>
                <a:lnTo>
                  <a:pt x="7403" y="2846"/>
                </a:lnTo>
                <a:lnTo>
                  <a:pt x="7510" y="2503"/>
                </a:lnTo>
                <a:lnTo>
                  <a:pt x="7596" y="2161"/>
                </a:lnTo>
                <a:lnTo>
                  <a:pt x="7596" y="2097"/>
                </a:lnTo>
                <a:lnTo>
                  <a:pt x="7553" y="2033"/>
                </a:lnTo>
                <a:lnTo>
                  <a:pt x="7532" y="1969"/>
                </a:lnTo>
                <a:lnTo>
                  <a:pt x="7467" y="1926"/>
                </a:lnTo>
                <a:lnTo>
                  <a:pt x="7425" y="1904"/>
                </a:lnTo>
                <a:close/>
                <a:moveTo>
                  <a:pt x="4729" y="0"/>
                </a:moveTo>
                <a:lnTo>
                  <a:pt x="4643" y="22"/>
                </a:lnTo>
                <a:lnTo>
                  <a:pt x="4600" y="43"/>
                </a:lnTo>
                <a:lnTo>
                  <a:pt x="4558" y="86"/>
                </a:lnTo>
                <a:lnTo>
                  <a:pt x="4536" y="150"/>
                </a:lnTo>
                <a:lnTo>
                  <a:pt x="4515" y="321"/>
                </a:lnTo>
                <a:lnTo>
                  <a:pt x="4515" y="449"/>
                </a:lnTo>
                <a:lnTo>
                  <a:pt x="4493" y="514"/>
                </a:lnTo>
                <a:lnTo>
                  <a:pt x="4472" y="556"/>
                </a:lnTo>
                <a:lnTo>
                  <a:pt x="4408" y="599"/>
                </a:lnTo>
                <a:lnTo>
                  <a:pt x="4301" y="621"/>
                </a:lnTo>
                <a:lnTo>
                  <a:pt x="4087" y="621"/>
                </a:lnTo>
                <a:lnTo>
                  <a:pt x="3680" y="599"/>
                </a:lnTo>
                <a:lnTo>
                  <a:pt x="3274" y="599"/>
                </a:lnTo>
                <a:lnTo>
                  <a:pt x="3146" y="621"/>
                </a:lnTo>
                <a:lnTo>
                  <a:pt x="3039" y="663"/>
                </a:lnTo>
                <a:lnTo>
                  <a:pt x="2974" y="706"/>
                </a:lnTo>
                <a:lnTo>
                  <a:pt x="2932" y="770"/>
                </a:lnTo>
                <a:lnTo>
                  <a:pt x="2910" y="835"/>
                </a:lnTo>
                <a:lnTo>
                  <a:pt x="2932" y="877"/>
                </a:lnTo>
                <a:lnTo>
                  <a:pt x="2974" y="920"/>
                </a:lnTo>
                <a:lnTo>
                  <a:pt x="3039" y="963"/>
                </a:lnTo>
                <a:lnTo>
                  <a:pt x="3231" y="1006"/>
                </a:lnTo>
                <a:lnTo>
                  <a:pt x="3466" y="1027"/>
                </a:lnTo>
                <a:lnTo>
                  <a:pt x="3916" y="1027"/>
                </a:lnTo>
                <a:lnTo>
                  <a:pt x="4215" y="1006"/>
                </a:lnTo>
                <a:lnTo>
                  <a:pt x="5007" y="984"/>
                </a:lnTo>
                <a:lnTo>
                  <a:pt x="5799" y="963"/>
                </a:lnTo>
                <a:lnTo>
                  <a:pt x="6590" y="942"/>
                </a:lnTo>
                <a:lnTo>
                  <a:pt x="6975" y="963"/>
                </a:lnTo>
                <a:lnTo>
                  <a:pt x="7360" y="984"/>
                </a:lnTo>
                <a:lnTo>
                  <a:pt x="7596" y="984"/>
                </a:lnTo>
                <a:lnTo>
                  <a:pt x="7810" y="963"/>
                </a:lnTo>
                <a:lnTo>
                  <a:pt x="7938" y="942"/>
                </a:lnTo>
                <a:lnTo>
                  <a:pt x="8024" y="942"/>
                </a:lnTo>
                <a:lnTo>
                  <a:pt x="8088" y="963"/>
                </a:lnTo>
                <a:lnTo>
                  <a:pt x="8109" y="1049"/>
                </a:lnTo>
                <a:lnTo>
                  <a:pt x="8131" y="1177"/>
                </a:lnTo>
                <a:lnTo>
                  <a:pt x="8131" y="1412"/>
                </a:lnTo>
                <a:lnTo>
                  <a:pt x="8109" y="1776"/>
                </a:lnTo>
                <a:lnTo>
                  <a:pt x="8088" y="2161"/>
                </a:lnTo>
                <a:lnTo>
                  <a:pt x="8088" y="2525"/>
                </a:lnTo>
                <a:lnTo>
                  <a:pt x="8109" y="2717"/>
                </a:lnTo>
                <a:lnTo>
                  <a:pt x="8131" y="2910"/>
                </a:lnTo>
                <a:lnTo>
                  <a:pt x="8174" y="3103"/>
                </a:lnTo>
                <a:lnTo>
                  <a:pt x="8174" y="3316"/>
                </a:lnTo>
                <a:lnTo>
                  <a:pt x="8174" y="3744"/>
                </a:lnTo>
                <a:lnTo>
                  <a:pt x="8131" y="4579"/>
                </a:lnTo>
                <a:lnTo>
                  <a:pt x="8131" y="4750"/>
                </a:lnTo>
                <a:lnTo>
                  <a:pt x="8109" y="4857"/>
                </a:lnTo>
                <a:lnTo>
                  <a:pt x="8088" y="4900"/>
                </a:lnTo>
                <a:lnTo>
                  <a:pt x="8067" y="4921"/>
                </a:lnTo>
                <a:lnTo>
                  <a:pt x="7917" y="4964"/>
                </a:lnTo>
                <a:lnTo>
                  <a:pt x="7574" y="4985"/>
                </a:lnTo>
                <a:lnTo>
                  <a:pt x="7232" y="5028"/>
                </a:lnTo>
                <a:lnTo>
                  <a:pt x="6205" y="5028"/>
                </a:lnTo>
                <a:lnTo>
                  <a:pt x="5841" y="5050"/>
                </a:lnTo>
                <a:lnTo>
                  <a:pt x="5435" y="5071"/>
                </a:lnTo>
                <a:lnTo>
                  <a:pt x="5028" y="5092"/>
                </a:lnTo>
                <a:lnTo>
                  <a:pt x="4194" y="5114"/>
                </a:lnTo>
                <a:lnTo>
                  <a:pt x="4023" y="5092"/>
                </a:lnTo>
                <a:lnTo>
                  <a:pt x="3787" y="5092"/>
                </a:lnTo>
                <a:lnTo>
                  <a:pt x="3659" y="5114"/>
                </a:lnTo>
                <a:lnTo>
                  <a:pt x="3552" y="5135"/>
                </a:lnTo>
                <a:lnTo>
                  <a:pt x="3466" y="5178"/>
                </a:lnTo>
                <a:lnTo>
                  <a:pt x="3424" y="5242"/>
                </a:lnTo>
                <a:lnTo>
                  <a:pt x="3402" y="5306"/>
                </a:lnTo>
                <a:lnTo>
                  <a:pt x="3402" y="5349"/>
                </a:lnTo>
                <a:lnTo>
                  <a:pt x="3424" y="5392"/>
                </a:lnTo>
                <a:lnTo>
                  <a:pt x="3466" y="5413"/>
                </a:lnTo>
                <a:lnTo>
                  <a:pt x="3573" y="5456"/>
                </a:lnTo>
                <a:lnTo>
                  <a:pt x="3680" y="5477"/>
                </a:lnTo>
                <a:lnTo>
                  <a:pt x="4194" y="5477"/>
                </a:lnTo>
                <a:lnTo>
                  <a:pt x="4279" y="5499"/>
                </a:lnTo>
                <a:lnTo>
                  <a:pt x="4344" y="5542"/>
                </a:lnTo>
                <a:lnTo>
                  <a:pt x="4365" y="5584"/>
                </a:lnTo>
                <a:lnTo>
                  <a:pt x="4386" y="5627"/>
                </a:lnTo>
                <a:lnTo>
                  <a:pt x="4429" y="5691"/>
                </a:lnTo>
                <a:lnTo>
                  <a:pt x="4451" y="5734"/>
                </a:lnTo>
                <a:lnTo>
                  <a:pt x="4493" y="5777"/>
                </a:lnTo>
                <a:lnTo>
                  <a:pt x="4558" y="5798"/>
                </a:lnTo>
                <a:lnTo>
                  <a:pt x="4622" y="5820"/>
                </a:lnTo>
                <a:lnTo>
                  <a:pt x="4665" y="5841"/>
                </a:lnTo>
                <a:lnTo>
                  <a:pt x="4686" y="5905"/>
                </a:lnTo>
                <a:lnTo>
                  <a:pt x="4686" y="5991"/>
                </a:lnTo>
                <a:lnTo>
                  <a:pt x="4686" y="6226"/>
                </a:lnTo>
                <a:lnTo>
                  <a:pt x="4686" y="6440"/>
                </a:lnTo>
                <a:lnTo>
                  <a:pt x="4643" y="6611"/>
                </a:lnTo>
                <a:lnTo>
                  <a:pt x="4622" y="6676"/>
                </a:lnTo>
                <a:lnTo>
                  <a:pt x="4579" y="6761"/>
                </a:lnTo>
                <a:lnTo>
                  <a:pt x="4472" y="6868"/>
                </a:lnTo>
                <a:lnTo>
                  <a:pt x="4215" y="7082"/>
                </a:lnTo>
                <a:lnTo>
                  <a:pt x="3959" y="7275"/>
                </a:lnTo>
                <a:lnTo>
                  <a:pt x="3787" y="7403"/>
                </a:lnTo>
                <a:lnTo>
                  <a:pt x="3638" y="7531"/>
                </a:lnTo>
                <a:lnTo>
                  <a:pt x="3509" y="7681"/>
                </a:lnTo>
                <a:lnTo>
                  <a:pt x="3466" y="7745"/>
                </a:lnTo>
                <a:lnTo>
                  <a:pt x="3424" y="7831"/>
                </a:lnTo>
                <a:lnTo>
                  <a:pt x="3402" y="7917"/>
                </a:lnTo>
                <a:lnTo>
                  <a:pt x="3424" y="7981"/>
                </a:lnTo>
                <a:lnTo>
                  <a:pt x="3445" y="8066"/>
                </a:lnTo>
                <a:lnTo>
                  <a:pt x="3488" y="8131"/>
                </a:lnTo>
                <a:lnTo>
                  <a:pt x="3552" y="8173"/>
                </a:lnTo>
                <a:lnTo>
                  <a:pt x="3616" y="8195"/>
                </a:lnTo>
                <a:lnTo>
                  <a:pt x="3680" y="8216"/>
                </a:lnTo>
                <a:lnTo>
                  <a:pt x="3766" y="8195"/>
                </a:lnTo>
                <a:lnTo>
                  <a:pt x="3916" y="8131"/>
                </a:lnTo>
                <a:lnTo>
                  <a:pt x="4066" y="8002"/>
                </a:lnTo>
                <a:lnTo>
                  <a:pt x="4215" y="7874"/>
                </a:lnTo>
                <a:lnTo>
                  <a:pt x="4365" y="7724"/>
                </a:lnTo>
                <a:lnTo>
                  <a:pt x="4558" y="7510"/>
                </a:lnTo>
                <a:lnTo>
                  <a:pt x="4707" y="7382"/>
                </a:lnTo>
                <a:lnTo>
                  <a:pt x="4772" y="7339"/>
                </a:lnTo>
                <a:lnTo>
                  <a:pt x="4814" y="7317"/>
                </a:lnTo>
                <a:lnTo>
                  <a:pt x="4879" y="7296"/>
                </a:lnTo>
                <a:lnTo>
                  <a:pt x="4943" y="7317"/>
                </a:lnTo>
                <a:lnTo>
                  <a:pt x="5007" y="7339"/>
                </a:lnTo>
                <a:lnTo>
                  <a:pt x="5093" y="7403"/>
                </a:lnTo>
                <a:lnTo>
                  <a:pt x="5413" y="7617"/>
                </a:lnTo>
                <a:lnTo>
                  <a:pt x="5734" y="7831"/>
                </a:lnTo>
                <a:lnTo>
                  <a:pt x="5948" y="8024"/>
                </a:lnTo>
                <a:lnTo>
                  <a:pt x="6098" y="8131"/>
                </a:lnTo>
                <a:lnTo>
                  <a:pt x="6248" y="8216"/>
                </a:lnTo>
                <a:lnTo>
                  <a:pt x="6398" y="8280"/>
                </a:lnTo>
                <a:lnTo>
                  <a:pt x="6526" y="8280"/>
                </a:lnTo>
                <a:lnTo>
                  <a:pt x="6590" y="8259"/>
                </a:lnTo>
                <a:lnTo>
                  <a:pt x="6633" y="8216"/>
                </a:lnTo>
                <a:lnTo>
                  <a:pt x="6676" y="8173"/>
                </a:lnTo>
                <a:lnTo>
                  <a:pt x="6697" y="8066"/>
                </a:lnTo>
                <a:lnTo>
                  <a:pt x="6697" y="8002"/>
                </a:lnTo>
                <a:lnTo>
                  <a:pt x="6697" y="7917"/>
                </a:lnTo>
                <a:lnTo>
                  <a:pt x="6654" y="7852"/>
                </a:lnTo>
                <a:lnTo>
                  <a:pt x="6612" y="7788"/>
                </a:lnTo>
                <a:lnTo>
                  <a:pt x="6505" y="7660"/>
                </a:lnTo>
                <a:lnTo>
                  <a:pt x="6355" y="7553"/>
                </a:lnTo>
                <a:lnTo>
                  <a:pt x="6013" y="7339"/>
                </a:lnTo>
                <a:lnTo>
                  <a:pt x="5863" y="7253"/>
                </a:lnTo>
                <a:lnTo>
                  <a:pt x="5777" y="7146"/>
                </a:lnTo>
                <a:lnTo>
                  <a:pt x="5884" y="7125"/>
                </a:lnTo>
                <a:lnTo>
                  <a:pt x="5991" y="7125"/>
                </a:lnTo>
                <a:lnTo>
                  <a:pt x="6205" y="7168"/>
                </a:lnTo>
                <a:lnTo>
                  <a:pt x="6419" y="7211"/>
                </a:lnTo>
                <a:lnTo>
                  <a:pt x="6547" y="7232"/>
                </a:lnTo>
                <a:lnTo>
                  <a:pt x="6633" y="7232"/>
                </a:lnTo>
                <a:lnTo>
                  <a:pt x="6740" y="7211"/>
                </a:lnTo>
                <a:lnTo>
                  <a:pt x="6804" y="7189"/>
                </a:lnTo>
                <a:lnTo>
                  <a:pt x="6868" y="7146"/>
                </a:lnTo>
                <a:lnTo>
                  <a:pt x="6890" y="7082"/>
                </a:lnTo>
                <a:lnTo>
                  <a:pt x="6911" y="7018"/>
                </a:lnTo>
                <a:lnTo>
                  <a:pt x="6911" y="6932"/>
                </a:lnTo>
                <a:lnTo>
                  <a:pt x="6868" y="6868"/>
                </a:lnTo>
                <a:lnTo>
                  <a:pt x="6804" y="6783"/>
                </a:lnTo>
                <a:lnTo>
                  <a:pt x="6740" y="6740"/>
                </a:lnTo>
                <a:lnTo>
                  <a:pt x="6654" y="6697"/>
                </a:lnTo>
                <a:lnTo>
                  <a:pt x="6440" y="6654"/>
                </a:lnTo>
                <a:lnTo>
                  <a:pt x="6034" y="6633"/>
                </a:lnTo>
                <a:lnTo>
                  <a:pt x="5606" y="6633"/>
                </a:lnTo>
                <a:lnTo>
                  <a:pt x="5478" y="6611"/>
                </a:lnTo>
                <a:lnTo>
                  <a:pt x="5392" y="6590"/>
                </a:lnTo>
                <a:lnTo>
                  <a:pt x="5306" y="6547"/>
                </a:lnTo>
                <a:lnTo>
                  <a:pt x="5242" y="6504"/>
                </a:lnTo>
                <a:lnTo>
                  <a:pt x="5200" y="6397"/>
                </a:lnTo>
                <a:lnTo>
                  <a:pt x="5178" y="6248"/>
                </a:lnTo>
                <a:lnTo>
                  <a:pt x="5178" y="6012"/>
                </a:lnTo>
                <a:lnTo>
                  <a:pt x="5200" y="5905"/>
                </a:lnTo>
                <a:lnTo>
                  <a:pt x="5221" y="5841"/>
                </a:lnTo>
                <a:lnTo>
                  <a:pt x="5285" y="5820"/>
                </a:lnTo>
                <a:lnTo>
                  <a:pt x="5349" y="5756"/>
                </a:lnTo>
                <a:lnTo>
                  <a:pt x="5478" y="5670"/>
                </a:lnTo>
                <a:lnTo>
                  <a:pt x="5563" y="5584"/>
                </a:lnTo>
                <a:lnTo>
                  <a:pt x="5649" y="5520"/>
                </a:lnTo>
                <a:lnTo>
                  <a:pt x="5713" y="5499"/>
                </a:lnTo>
                <a:lnTo>
                  <a:pt x="5799" y="5477"/>
                </a:lnTo>
                <a:lnTo>
                  <a:pt x="6055" y="5456"/>
                </a:lnTo>
                <a:lnTo>
                  <a:pt x="6312" y="5456"/>
                </a:lnTo>
                <a:lnTo>
                  <a:pt x="6826" y="5435"/>
                </a:lnTo>
                <a:lnTo>
                  <a:pt x="7339" y="5435"/>
                </a:lnTo>
                <a:lnTo>
                  <a:pt x="7596" y="5413"/>
                </a:lnTo>
                <a:lnTo>
                  <a:pt x="7853" y="5370"/>
                </a:lnTo>
                <a:lnTo>
                  <a:pt x="8045" y="5328"/>
                </a:lnTo>
                <a:lnTo>
                  <a:pt x="8259" y="5285"/>
                </a:lnTo>
                <a:lnTo>
                  <a:pt x="8345" y="5242"/>
                </a:lnTo>
                <a:lnTo>
                  <a:pt x="8430" y="5199"/>
                </a:lnTo>
                <a:lnTo>
                  <a:pt x="8494" y="5135"/>
                </a:lnTo>
                <a:lnTo>
                  <a:pt x="8537" y="5050"/>
                </a:lnTo>
                <a:lnTo>
                  <a:pt x="8559" y="4943"/>
                </a:lnTo>
                <a:lnTo>
                  <a:pt x="8559" y="4836"/>
                </a:lnTo>
                <a:lnTo>
                  <a:pt x="8559" y="4600"/>
                </a:lnTo>
                <a:lnTo>
                  <a:pt x="8601" y="4065"/>
                </a:lnTo>
                <a:lnTo>
                  <a:pt x="8644" y="3552"/>
                </a:lnTo>
                <a:lnTo>
                  <a:pt x="8644" y="3038"/>
                </a:lnTo>
                <a:lnTo>
                  <a:pt x="8644" y="2503"/>
                </a:lnTo>
                <a:lnTo>
                  <a:pt x="8623" y="1990"/>
                </a:lnTo>
                <a:lnTo>
                  <a:pt x="8601" y="984"/>
                </a:lnTo>
                <a:lnTo>
                  <a:pt x="8580" y="813"/>
                </a:lnTo>
                <a:lnTo>
                  <a:pt x="8559" y="770"/>
                </a:lnTo>
                <a:lnTo>
                  <a:pt x="8516" y="728"/>
                </a:lnTo>
                <a:lnTo>
                  <a:pt x="8494" y="706"/>
                </a:lnTo>
                <a:lnTo>
                  <a:pt x="8430" y="663"/>
                </a:lnTo>
                <a:lnTo>
                  <a:pt x="8280" y="621"/>
                </a:lnTo>
                <a:lnTo>
                  <a:pt x="8045" y="578"/>
                </a:lnTo>
                <a:lnTo>
                  <a:pt x="7788" y="535"/>
                </a:lnTo>
                <a:lnTo>
                  <a:pt x="7296" y="492"/>
                </a:lnTo>
                <a:lnTo>
                  <a:pt x="6783" y="471"/>
                </a:lnTo>
                <a:lnTo>
                  <a:pt x="6184" y="471"/>
                </a:lnTo>
                <a:lnTo>
                  <a:pt x="5948" y="492"/>
                </a:lnTo>
                <a:lnTo>
                  <a:pt x="5520" y="514"/>
                </a:lnTo>
                <a:lnTo>
                  <a:pt x="5413" y="492"/>
                </a:lnTo>
                <a:lnTo>
                  <a:pt x="5371" y="471"/>
                </a:lnTo>
                <a:lnTo>
                  <a:pt x="5349" y="428"/>
                </a:lnTo>
                <a:lnTo>
                  <a:pt x="5349" y="364"/>
                </a:lnTo>
                <a:lnTo>
                  <a:pt x="5349" y="214"/>
                </a:lnTo>
                <a:lnTo>
                  <a:pt x="5328" y="150"/>
                </a:lnTo>
                <a:lnTo>
                  <a:pt x="5264" y="64"/>
                </a:lnTo>
                <a:lnTo>
                  <a:pt x="5221" y="43"/>
                </a:lnTo>
                <a:lnTo>
                  <a:pt x="5135" y="22"/>
                </a:lnTo>
                <a:lnTo>
                  <a:pt x="4921" y="0"/>
                </a:lnTo>
                <a:close/>
                <a:moveTo>
                  <a:pt x="1027" y="2247"/>
                </a:moveTo>
                <a:lnTo>
                  <a:pt x="985" y="2268"/>
                </a:lnTo>
                <a:lnTo>
                  <a:pt x="835" y="2311"/>
                </a:lnTo>
                <a:lnTo>
                  <a:pt x="728" y="2396"/>
                </a:lnTo>
                <a:lnTo>
                  <a:pt x="599" y="2482"/>
                </a:lnTo>
                <a:lnTo>
                  <a:pt x="492" y="2589"/>
                </a:lnTo>
                <a:lnTo>
                  <a:pt x="385" y="2696"/>
                </a:lnTo>
                <a:lnTo>
                  <a:pt x="300" y="2824"/>
                </a:lnTo>
                <a:lnTo>
                  <a:pt x="214" y="2953"/>
                </a:lnTo>
                <a:lnTo>
                  <a:pt x="107" y="3231"/>
                </a:lnTo>
                <a:lnTo>
                  <a:pt x="65" y="3381"/>
                </a:lnTo>
                <a:lnTo>
                  <a:pt x="22" y="3530"/>
                </a:lnTo>
                <a:lnTo>
                  <a:pt x="0" y="3851"/>
                </a:lnTo>
                <a:lnTo>
                  <a:pt x="0" y="4472"/>
                </a:lnTo>
                <a:lnTo>
                  <a:pt x="0" y="5264"/>
                </a:lnTo>
                <a:lnTo>
                  <a:pt x="0" y="5520"/>
                </a:lnTo>
                <a:lnTo>
                  <a:pt x="0" y="5670"/>
                </a:lnTo>
                <a:lnTo>
                  <a:pt x="22" y="5734"/>
                </a:lnTo>
                <a:lnTo>
                  <a:pt x="65" y="5777"/>
                </a:lnTo>
                <a:lnTo>
                  <a:pt x="150" y="5863"/>
                </a:lnTo>
                <a:lnTo>
                  <a:pt x="236" y="5905"/>
                </a:lnTo>
                <a:lnTo>
                  <a:pt x="343" y="5884"/>
                </a:lnTo>
                <a:lnTo>
                  <a:pt x="385" y="5863"/>
                </a:lnTo>
                <a:lnTo>
                  <a:pt x="428" y="5841"/>
                </a:lnTo>
                <a:lnTo>
                  <a:pt x="471" y="5777"/>
                </a:lnTo>
                <a:lnTo>
                  <a:pt x="492" y="5713"/>
                </a:lnTo>
                <a:lnTo>
                  <a:pt x="514" y="5563"/>
                </a:lnTo>
                <a:lnTo>
                  <a:pt x="492" y="5264"/>
                </a:lnTo>
                <a:lnTo>
                  <a:pt x="471" y="4729"/>
                </a:lnTo>
                <a:lnTo>
                  <a:pt x="492" y="4450"/>
                </a:lnTo>
                <a:lnTo>
                  <a:pt x="514" y="4194"/>
                </a:lnTo>
                <a:lnTo>
                  <a:pt x="535" y="4001"/>
                </a:lnTo>
                <a:lnTo>
                  <a:pt x="578" y="3723"/>
                </a:lnTo>
                <a:lnTo>
                  <a:pt x="621" y="3573"/>
                </a:lnTo>
                <a:lnTo>
                  <a:pt x="664" y="3466"/>
                </a:lnTo>
                <a:lnTo>
                  <a:pt x="728" y="3402"/>
                </a:lnTo>
                <a:lnTo>
                  <a:pt x="749" y="3381"/>
                </a:lnTo>
                <a:lnTo>
                  <a:pt x="792" y="3381"/>
                </a:lnTo>
                <a:lnTo>
                  <a:pt x="813" y="3423"/>
                </a:lnTo>
                <a:lnTo>
                  <a:pt x="835" y="3530"/>
                </a:lnTo>
                <a:lnTo>
                  <a:pt x="878" y="3873"/>
                </a:lnTo>
                <a:lnTo>
                  <a:pt x="942" y="4429"/>
                </a:lnTo>
                <a:lnTo>
                  <a:pt x="985" y="5071"/>
                </a:lnTo>
                <a:lnTo>
                  <a:pt x="985" y="5713"/>
                </a:lnTo>
                <a:lnTo>
                  <a:pt x="985" y="6355"/>
                </a:lnTo>
                <a:lnTo>
                  <a:pt x="1006" y="6997"/>
                </a:lnTo>
                <a:lnTo>
                  <a:pt x="1070" y="7638"/>
                </a:lnTo>
                <a:lnTo>
                  <a:pt x="1092" y="7981"/>
                </a:lnTo>
                <a:lnTo>
                  <a:pt x="1113" y="8302"/>
                </a:lnTo>
                <a:lnTo>
                  <a:pt x="1113" y="8516"/>
                </a:lnTo>
                <a:lnTo>
                  <a:pt x="1134" y="8644"/>
                </a:lnTo>
                <a:lnTo>
                  <a:pt x="1156" y="8751"/>
                </a:lnTo>
                <a:lnTo>
                  <a:pt x="1220" y="8858"/>
                </a:lnTo>
                <a:lnTo>
                  <a:pt x="1284" y="8922"/>
                </a:lnTo>
                <a:lnTo>
                  <a:pt x="1434" y="8922"/>
                </a:lnTo>
                <a:lnTo>
                  <a:pt x="1519" y="8879"/>
                </a:lnTo>
                <a:lnTo>
                  <a:pt x="1562" y="8858"/>
                </a:lnTo>
                <a:lnTo>
                  <a:pt x="1584" y="8815"/>
                </a:lnTo>
                <a:lnTo>
                  <a:pt x="1648" y="8687"/>
                </a:lnTo>
                <a:lnTo>
                  <a:pt x="1669" y="8537"/>
                </a:lnTo>
                <a:lnTo>
                  <a:pt x="1669" y="8366"/>
                </a:lnTo>
                <a:lnTo>
                  <a:pt x="1669" y="8024"/>
                </a:lnTo>
                <a:lnTo>
                  <a:pt x="1648" y="7745"/>
                </a:lnTo>
                <a:lnTo>
                  <a:pt x="1648" y="7189"/>
                </a:lnTo>
                <a:lnTo>
                  <a:pt x="1605" y="6868"/>
                </a:lnTo>
                <a:lnTo>
                  <a:pt x="1605" y="6676"/>
                </a:lnTo>
                <a:lnTo>
                  <a:pt x="1626" y="6611"/>
                </a:lnTo>
                <a:lnTo>
                  <a:pt x="1648" y="6547"/>
                </a:lnTo>
                <a:lnTo>
                  <a:pt x="1691" y="6483"/>
                </a:lnTo>
                <a:lnTo>
                  <a:pt x="1776" y="6440"/>
                </a:lnTo>
                <a:lnTo>
                  <a:pt x="1905" y="6440"/>
                </a:lnTo>
                <a:lnTo>
                  <a:pt x="1926" y="6462"/>
                </a:lnTo>
                <a:lnTo>
                  <a:pt x="1947" y="6504"/>
                </a:lnTo>
                <a:lnTo>
                  <a:pt x="1969" y="6569"/>
                </a:lnTo>
                <a:lnTo>
                  <a:pt x="1969" y="6718"/>
                </a:lnTo>
                <a:lnTo>
                  <a:pt x="1969" y="7018"/>
                </a:lnTo>
                <a:lnTo>
                  <a:pt x="1990" y="7531"/>
                </a:lnTo>
                <a:lnTo>
                  <a:pt x="2012" y="8024"/>
                </a:lnTo>
                <a:lnTo>
                  <a:pt x="2012" y="8259"/>
                </a:lnTo>
                <a:lnTo>
                  <a:pt x="2033" y="8409"/>
                </a:lnTo>
                <a:lnTo>
                  <a:pt x="2054" y="8537"/>
                </a:lnTo>
                <a:lnTo>
                  <a:pt x="2097" y="8665"/>
                </a:lnTo>
                <a:lnTo>
                  <a:pt x="2161" y="8772"/>
                </a:lnTo>
                <a:lnTo>
                  <a:pt x="2247" y="8837"/>
                </a:lnTo>
                <a:lnTo>
                  <a:pt x="2290" y="8858"/>
                </a:lnTo>
                <a:lnTo>
                  <a:pt x="2418" y="8858"/>
                </a:lnTo>
                <a:lnTo>
                  <a:pt x="2461" y="8837"/>
                </a:lnTo>
                <a:lnTo>
                  <a:pt x="2504" y="8815"/>
                </a:lnTo>
                <a:lnTo>
                  <a:pt x="2546" y="8772"/>
                </a:lnTo>
                <a:lnTo>
                  <a:pt x="2589" y="8687"/>
                </a:lnTo>
                <a:lnTo>
                  <a:pt x="2589" y="8580"/>
                </a:lnTo>
                <a:lnTo>
                  <a:pt x="2568" y="8344"/>
                </a:lnTo>
                <a:lnTo>
                  <a:pt x="2546" y="8131"/>
                </a:lnTo>
                <a:lnTo>
                  <a:pt x="2504" y="6868"/>
                </a:lnTo>
                <a:lnTo>
                  <a:pt x="2482" y="5606"/>
                </a:lnTo>
                <a:lnTo>
                  <a:pt x="2482" y="4450"/>
                </a:lnTo>
                <a:lnTo>
                  <a:pt x="2482" y="4172"/>
                </a:lnTo>
                <a:lnTo>
                  <a:pt x="2504" y="3894"/>
                </a:lnTo>
                <a:lnTo>
                  <a:pt x="2525" y="3616"/>
                </a:lnTo>
                <a:lnTo>
                  <a:pt x="2611" y="3338"/>
                </a:lnTo>
                <a:lnTo>
                  <a:pt x="2675" y="3103"/>
                </a:lnTo>
                <a:lnTo>
                  <a:pt x="2739" y="3017"/>
                </a:lnTo>
                <a:lnTo>
                  <a:pt x="2782" y="2996"/>
                </a:lnTo>
                <a:lnTo>
                  <a:pt x="2825" y="2974"/>
                </a:lnTo>
                <a:lnTo>
                  <a:pt x="2953" y="2974"/>
                </a:lnTo>
                <a:lnTo>
                  <a:pt x="3081" y="3017"/>
                </a:lnTo>
                <a:lnTo>
                  <a:pt x="3317" y="3081"/>
                </a:lnTo>
                <a:lnTo>
                  <a:pt x="3809" y="3167"/>
                </a:lnTo>
                <a:lnTo>
                  <a:pt x="4301" y="3252"/>
                </a:lnTo>
                <a:lnTo>
                  <a:pt x="4429" y="3252"/>
                </a:lnTo>
                <a:lnTo>
                  <a:pt x="4536" y="3274"/>
                </a:lnTo>
                <a:lnTo>
                  <a:pt x="4665" y="3252"/>
                </a:lnTo>
                <a:lnTo>
                  <a:pt x="4707" y="3231"/>
                </a:lnTo>
                <a:lnTo>
                  <a:pt x="4750" y="3188"/>
                </a:lnTo>
                <a:lnTo>
                  <a:pt x="4814" y="3103"/>
                </a:lnTo>
                <a:lnTo>
                  <a:pt x="4836" y="2996"/>
                </a:lnTo>
                <a:lnTo>
                  <a:pt x="4814" y="2910"/>
                </a:lnTo>
                <a:lnTo>
                  <a:pt x="4750" y="2824"/>
                </a:lnTo>
                <a:lnTo>
                  <a:pt x="4665" y="2760"/>
                </a:lnTo>
                <a:lnTo>
                  <a:pt x="4536" y="2717"/>
                </a:lnTo>
                <a:lnTo>
                  <a:pt x="4408" y="2675"/>
                </a:lnTo>
                <a:lnTo>
                  <a:pt x="4258" y="2675"/>
                </a:lnTo>
                <a:lnTo>
                  <a:pt x="3959" y="2632"/>
                </a:lnTo>
                <a:lnTo>
                  <a:pt x="3723" y="2610"/>
                </a:lnTo>
                <a:lnTo>
                  <a:pt x="3167" y="2503"/>
                </a:lnTo>
                <a:lnTo>
                  <a:pt x="2589" y="2396"/>
                </a:lnTo>
                <a:lnTo>
                  <a:pt x="2461" y="2396"/>
                </a:lnTo>
                <a:lnTo>
                  <a:pt x="2354" y="2439"/>
                </a:lnTo>
                <a:lnTo>
                  <a:pt x="2268" y="2503"/>
                </a:lnTo>
                <a:lnTo>
                  <a:pt x="2204" y="2589"/>
                </a:lnTo>
                <a:lnTo>
                  <a:pt x="2097" y="2782"/>
                </a:lnTo>
                <a:lnTo>
                  <a:pt x="2012" y="2889"/>
                </a:lnTo>
                <a:lnTo>
                  <a:pt x="1926" y="2974"/>
                </a:lnTo>
                <a:lnTo>
                  <a:pt x="1883" y="2910"/>
                </a:lnTo>
                <a:lnTo>
                  <a:pt x="1883" y="2824"/>
                </a:lnTo>
                <a:lnTo>
                  <a:pt x="1905" y="2632"/>
                </a:lnTo>
                <a:lnTo>
                  <a:pt x="1883" y="2546"/>
                </a:lnTo>
                <a:lnTo>
                  <a:pt x="1862" y="2482"/>
                </a:lnTo>
                <a:lnTo>
                  <a:pt x="1798" y="2439"/>
                </a:lnTo>
                <a:lnTo>
                  <a:pt x="1712" y="2418"/>
                </a:lnTo>
                <a:lnTo>
                  <a:pt x="1605" y="2439"/>
                </a:lnTo>
                <a:lnTo>
                  <a:pt x="1562" y="2461"/>
                </a:lnTo>
                <a:lnTo>
                  <a:pt x="1541" y="2482"/>
                </a:lnTo>
                <a:lnTo>
                  <a:pt x="1519" y="2568"/>
                </a:lnTo>
                <a:lnTo>
                  <a:pt x="1519" y="2653"/>
                </a:lnTo>
                <a:lnTo>
                  <a:pt x="1562" y="2867"/>
                </a:lnTo>
                <a:lnTo>
                  <a:pt x="1584" y="2953"/>
                </a:lnTo>
                <a:lnTo>
                  <a:pt x="1562" y="3038"/>
                </a:lnTo>
                <a:lnTo>
                  <a:pt x="1455" y="2910"/>
                </a:lnTo>
                <a:lnTo>
                  <a:pt x="1370" y="2739"/>
                </a:lnTo>
                <a:lnTo>
                  <a:pt x="1199" y="2418"/>
                </a:lnTo>
                <a:lnTo>
                  <a:pt x="1134" y="2311"/>
                </a:lnTo>
                <a:lnTo>
                  <a:pt x="1113" y="2268"/>
                </a:lnTo>
                <a:lnTo>
                  <a:pt x="1070" y="2268"/>
                </a:lnTo>
                <a:lnTo>
                  <a:pt x="1027" y="2247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54"/>
          <p:cNvSpPr txBox="1"/>
          <p:nvPr/>
        </p:nvSpPr>
        <p:spPr>
          <a:xfrm>
            <a:off x="1270800" y="4039400"/>
            <a:ext cx="721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https://github.com/phillip-kruger/graphql-example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55"/>
          <p:cNvSpPr txBox="1"/>
          <p:nvPr>
            <p:ph idx="12" type="sldNum"/>
          </p:nvPr>
        </p:nvSpPr>
        <p:spPr>
          <a:xfrm>
            <a:off x="7899350" y="409842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62" name="Google Shape;1062;p55"/>
          <p:cNvSpPr/>
          <p:nvPr/>
        </p:nvSpPr>
        <p:spPr>
          <a:xfrm>
            <a:off x="1575002" y="2260750"/>
            <a:ext cx="30449" cy="1574048"/>
          </a:xfrm>
          <a:custGeom>
            <a:rect b="b" l="l" r="r" t="t"/>
            <a:pathLst>
              <a:path extrusionOk="0" h="56001" w="4378">
                <a:moveTo>
                  <a:pt x="4378" y="0"/>
                </a:moveTo>
                <a:cubicBezTo>
                  <a:pt x="4378" y="9943"/>
                  <a:pt x="639" y="19593"/>
                  <a:pt x="117" y="29522"/>
                </a:cubicBezTo>
                <a:cubicBezTo>
                  <a:pt x="-350" y="38406"/>
                  <a:pt x="3465" y="47104"/>
                  <a:pt x="3465" y="56001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63" name="Google Shape;1063;p55"/>
          <p:cNvSpPr/>
          <p:nvPr/>
        </p:nvSpPr>
        <p:spPr>
          <a:xfrm>
            <a:off x="1613050" y="3841869"/>
            <a:ext cx="1795675" cy="114650"/>
          </a:xfrm>
          <a:custGeom>
            <a:rect b="b" l="l" r="r" t="t"/>
            <a:pathLst>
              <a:path extrusionOk="0" h="4586" w="71827">
                <a:moveTo>
                  <a:pt x="0" y="1543"/>
                </a:moveTo>
                <a:cubicBezTo>
                  <a:pt x="23497" y="-3166"/>
                  <a:pt x="47863" y="4586"/>
                  <a:pt x="71827" y="4586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64" name="Google Shape;1064;p55"/>
          <p:cNvSpPr/>
          <p:nvPr/>
        </p:nvSpPr>
        <p:spPr>
          <a:xfrm>
            <a:off x="3275635" y="2305425"/>
            <a:ext cx="133100" cy="1651100"/>
          </a:xfrm>
          <a:custGeom>
            <a:rect b="b" l="l" r="r" t="t"/>
            <a:pathLst>
              <a:path extrusionOk="0" h="66044" w="5324">
                <a:moveTo>
                  <a:pt x="5324" y="66044"/>
                </a:moveTo>
                <a:cubicBezTo>
                  <a:pt x="5324" y="49943"/>
                  <a:pt x="1784" y="34025"/>
                  <a:pt x="758" y="17957"/>
                </a:cubicBezTo>
                <a:cubicBezTo>
                  <a:pt x="377" y="11983"/>
                  <a:pt x="-832" y="5679"/>
                  <a:pt x="1063" y="0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65" name="Google Shape;1065;p55"/>
          <p:cNvSpPr/>
          <p:nvPr/>
        </p:nvSpPr>
        <p:spPr>
          <a:xfrm>
            <a:off x="1575000" y="2260748"/>
            <a:ext cx="1797675" cy="56300"/>
          </a:xfrm>
          <a:custGeom>
            <a:rect b="b" l="l" r="r" t="t"/>
            <a:pathLst>
              <a:path extrusionOk="0" h="2252" w="71907">
                <a:moveTo>
                  <a:pt x="0" y="570"/>
                </a:moveTo>
                <a:cubicBezTo>
                  <a:pt x="16747" y="570"/>
                  <a:pt x="33490" y="1294"/>
                  <a:pt x="50218" y="2092"/>
                </a:cubicBezTo>
                <a:cubicBezTo>
                  <a:pt x="56934" y="2412"/>
                  <a:pt x="63718" y="1613"/>
                  <a:pt x="70305" y="266"/>
                </a:cubicBezTo>
                <a:cubicBezTo>
                  <a:pt x="70802" y="164"/>
                  <a:pt x="71987" y="-215"/>
                  <a:pt x="71827" y="266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66" name="Google Shape;1066;p55"/>
          <p:cNvSpPr/>
          <p:nvPr/>
        </p:nvSpPr>
        <p:spPr>
          <a:xfrm>
            <a:off x="1514150" y="2777175"/>
            <a:ext cx="1833624" cy="15224"/>
          </a:xfrm>
          <a:custGeom>
            <a:rect b="b" l="l" r="r" t="t"/>
            <a:pathLst>
              <a:path extrusionOk="0" h="913" w="66653">
                <a:moveTo>
                  <a:pt x="0" y="913"/>
                </a:moveTo>
                <a:cubicBezTo>
                  <a:pt x="22220" y="913"/>
                  <a:pt x="44433" y="0"/>
                  <a:pt x="66653" y="0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67" name="Google Shape;1067;p55"/>
          <p:cNvSpPr txBox="1"/>
          <p:nvPr/>
        </p:nvSpPr>
        <p:spPr>
          <a:xfrm>
            <a:off x="1752062" y="2263575"/>
            <a:ext cx="16626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Profile</a:t>
            </a:r>
            <a:endParaRPr b="1" sz="2400">
              <a:solidFill>
                <a:srgbClr val="666666"/>
              </a:solidFill>
              <a:latin typeface="Gloria Hallelujah"/>
              <a:ea typeface="Gloria Hallelujah"/>
              <a:cs typeface="Gloria Hallelujah"/>
              <a:sym typeface="Gloria Hallelujah"/>
            </a:endParaRPr>
          </a:p>
        </p:txBody>
      </p:sp>
      <p:sp>
        <p:nvSpPr>
          <p:cNvPr id="1068" name="Google Shape;1068;p55"/>
          <p:cNvSpPr txBox="1"/>
          <p:nvPr/>
        </p:nvSpPr>
        <p:spPr>
          <a:xfrm>
            <a:off x="1483685" y="2880150"/>
            <a:ext cx="19803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id</a:t>
            </a:r>
            <a:r>
              <a:rPr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: Long</a:t>
            </a:r>
            <a:endParaRPr>
              <a:solidFill>
                <a:srgbClr val="666666"/>
              </a:solidFill>
              <a:latin typeface="Gloria Hallelujah"/>
              <a:ea typeface="Gloria Hallelujah"/>
              <a:cs typeface="Gloria Hallelujah"/>
              <a:sym typeface="Gloria Hallelujah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person</a:t>
            </a:r>
            <a:r>
              <a:rPr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: Person</a:t>
            </a:r>
            <a:endParaRPr>
              <a:solidFill>
                <a:srgbClr val="666666"/>
              </a:solidFill>
              <a:latin typeface="Gloria Hallelujah"/>
              <a:ea typeface="Gloria Hallelujah"/>
              <a:cs typeface="Gloria Hallelujah"/>
              <a:sym typeface="Gloria Hallelujah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scores</a:t>
            </a:r>
            <a:r>
              <a:rPr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: List&lt;Scores&gt;</a:t>
            </a:r>
            <a:endParaRPr>
              <a:solidFill>
                <a:srgbClr val="666666"/>
              </a:solidFill>
              <a:latin typeface="Gloria Hallelujah"/>
              <a:ea typeface="Gloria Hallelujah"/>
              <a:cs typeface="Gloria Hallelujah"/>
              <a:sym typeface="Gloria Hallelujah"/>
            </a:endParaRPr>
          </a:p>
        </p:txBody>
      </p:sp>
      <p:sp>
        <p:nvSpPr>
          <p:cNvPr id="1069" name="Google Shape;1069;p55"/>
          <p:cNvSpPr/>
          <p:nvPr/>
        </p:nvSpPr>
        <p:spPr>
          <a:xfrm>
            <a:off x="4362052" y="918100"/>
            <a:ext cx="30449" cy="1574048"/>
          </a:xfrm>
          <a:custGeom>
            <a:rect b="b" l="l" r="r" t="t"/>
            <a:pathLst>
              <a:path extrusionOk="0" h="56001" w="4378">
                <a:moveTo>
                  <a:pt x="4378" y="0"/>
                </a:moveTo>
                <a:cubicBezTo>
                  <a:pt x="4378" y="9943"/>
                  <a:pt x="639" y="19593"/>
                  <a:pt x="117" y="29522"/>
                </a:cubicBezTo>
                <a:cubicBezTo>
                  <a:pt x="-350" y="38406"/>
                  <a:pt x="3465" y="47104"/>
                  <a:pt x="3465" y="56001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70" name="Google Shape;1070;p55"/>
          <p:cNvSpPr/>
          <p:nvPr/>
        </p:nvSpPr>
        <p:spPr>
          <a:xfrm>
            <a:off x="4400100" y="2499219"/>
            <a:ext cx="1795675" cy="114650"/>
          </a:xfrm>
          <a:custGeom>
            <a:rect b="b" l="l" r="r" t="t"/>
            <a:pathLst>
              <a:path extrusionOk="0" h="4586" w="71827">
                <a:moveTo>
                  <a:pt x="0" y="1543"/>
                </a:moveTo>
                <a:cubicBezTo>
                  <a:pt x="23497" y="-3166"/>
                  <a:pt x="47863" y="4586"/>
                  <a:pt x="71827" y="4586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71" name="Google Shape;1071;p55"/>
          <p:cNvSpPr/>
          <p:nvPr/>
        </p:nvSpPr>
        <p:spPr>
          <a:xfrm>
            <a:off x="6062685" y="962775"/>
            <a:ext cx="133100" cy="1651100"/>
          </a:xfrm>
          <a:custGeom>
            <a:rect b="b" l="l" r="r" t="t"/>
            <a:pathLst>
              <a:path extrusionOk="0" h="66044" w="5324">
                <a:moveTo>
                  <a:pt x="5324" y="66044"/>
                </a:moveTo>
                <a:cubicBezTo>
                  <a:pt x="5324" y="49943"/>
                  <a:pt x="1784" y="34025"/>
                  <a:pt x="758" y="17957"/>
                </a:cubicBezTo>
                <a:cubicBezTo>
                  <a:pt x="377" y="11983"/>
                  <a:pt x="-832" y="5679"/>
                  <a:pt x="1063" y="0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72" name="Google Shape;1072;p55"/>
          <p:cNvSpPr/>
          <p:nvPr/>
        </p:nvSpPr>
        <p:spPr>
          <a:xfrm>
            <a:off x="4362050" y="918098"/>
            <a:ext cx="1797675" cy="56300"/>
          </a:xfrm>
          <a:custGeom>
            <a:rect b="b" l="l" r="r" t="t"/>
            <a:pathLst>
              <a:path extrusionOk="0" h="2252" w="71907">
                <a:moveTo>
                  <a:pt x="0" y="570"/>
                </a:moveTo>
                <a:cubicBezTo>
                  <a:pt x="16747" y="570"/>
                  <a:pt x="33490" y="1294"/>
                  <a:pt x="50218" y="2092"/>
                </a:cubicBezTo>
                <a:cubicBezTo>
                  <a:pt x="56934" y="2412"/>
                  <a:pt x="63718" y="1613"/>
                  <a:pt x="70305" y="266"/>
                </a:cubicBezTo>
                <a:cubicBezTo>
                  <a:pt x="70802" y="164"/>
                  <a:pt x="71987" y="-215"/>
                  <a:pt x="71827" y="266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73" name="Google Shape;1073;p55"/>
          <p:cNvSpPr/>
          <p:nvPr/>
        </p:nvSpPr>
        <p:spPr>
          <a:xfrm>
            <a:off x="4301200" y="1434525"/>
            <a:ext cx="1833624" cy="15224"/>
          </a:xfrm>
          <a:custGeom>
            <a:rect b="b" l="l" r="r" t="t"/>
            <a:pathLst>
              <a:path extrusionOk="0" h="913" w="66653">
                <a:moveTo>
                  <a:pt x="0" y="913"/>
                </a:moveTo>
                <a:cubicBezTo>
                  <a:pt x="22220" y="913"/>
                  <a:pt x="44433" y="0"/>
                  <a:pt x="66653" y="0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74" name="Google Shape;1074;p55"/>
          <p:cNvSpPr txBox="1"/>
          <p:nvPr/>
        </p:nvSpPr>
        <p:spPr>
          <a:xfrm>
            <a:off x="4462912" y="920925"/>
            <a:ext cx="16626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Person</a:t>
            </a:r>
            <a:endParaRPr b="1" sz="2400">
              <a:solidFill>
                <a:srgbClr val="666666"/>
              </a:solidFill>
              <a:latin typeface="Gloria Hallelujah"/>
              <a:ea typeface="Gloria Hallelujah"/>
              <a:cs typeface="Gloria Hallelujah"/>
              <a:sym typeface="Gloria Hallelujah"/>
            </a:endParaRPr>
          </a:p>
        </p:txBody>
      </p:sp>
      <p:sp>
        <p:nvSpPr>
          <p:cNvPr id="1075" name="Google Shape;1075;p55"/>
          <p:cNvSpPr txBox="1"/>
          <p:nvPr/>
        </p:nvSpPr>
        <p:spPr>
          <a:xfrm>
            <a:off x="4270735" y="1537500"/>
            <a:ext cx="19803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id</a:t>
            </a:r>
            <a:r>
              <a:rPr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: Long</a:t>
            </a:r>
            <a:endParaRPr>
              <a:solidFill>
                <a:srgbClr val="666666"/>
              </a:solidFill>
              <a:latin typeface="Gloria Hallelujah"/>
              <a:ea typeface="Gloria Hallelujah"/>
              <a:cs typeface="Gloria Hallelujah"/>
              <a:sym typeface="Gloria Hallelujah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surname</a:t>
            </a:r>
            <a:r>
              <a:rPr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: String</a:t>
            </a:r>
            <a:endParaRPr>
              <a:solidFill>
                <a:srgbClr val="666666"/>
              </a:solidFill>
              <a:latin typeface="Gloria Hallelujah"/>
              <a:ea typeface="Gloria Hallelujah"/>
              <a:cs typeface="Gloria Hallelujah"/>
              <a:sym typeface="Gloria Hallelujah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…..</a:t>
            </a:r>
            <a:endParaRPr>
              <a:solidFill>
                <a:srgbClr val="666666"/>
              </a:solidFill>
              <a:latin typeface="Gloria Hallelujah"/>
              <a:ea typeface="Gloria Hallelujah"/>
              <a:cs typeface="Gloria Hallelujah"/>
              <a:sym typeface="Gloria Hallelujah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names</a:t>
            </a:r>
            <a:r>
              <a:rPr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: String[]</a:t>
            </a:r>
            <a:endParaRPr>
              <a:solidFill>
                <a:srgbClr val="666666"/>
              </a:solidFill>
              <a:latin typeface="Gloria Hallelujah"/>
              <a:ea typeface="Gloria Hallelujah"/>
              <a:cs typeface="Gloria Hallelujah"/>
              <a:sym typeface="Gloria Hallelujah"/>
            </a:endParaRPr>
          </a:p>
        </p:txBody>
      </p:sp>
      <p:sp>
        <p:nvSpPr>
          <p:cNvPr id="1076" name="Google Shape;1076;p55"/>
          <p:cNvSpPr/>
          <p:nvPr/>
        </p:nvSpPr>
        <p:spPr>
          <a:xfrm>
            <a:off x="6482852" y="2389675"/>
            <a:ext cx="30449" cy="1574048"/>
          </a:xfrm>
          <a:custGeom>
            <a:rect b="b" l="l" r="r" t="t"/>
            <a:pathLst>
              <a:path extrusionOk="0" h="56001" w="4378">
                <a:moveTo>
                  <a:pt x="4378" y="0"/>
                </a:moveTo>
                <a:cubicBezTo>
                  <a:pt x="4378" y="9943"/>
                  <a:pt x="639" y="19593"/>
                  <a:pt x="117" y="29522"/>
                </a:cubicBezTo>
                <a:cubicBezTo>
                  <a:pt x="-350" y="38406"/>
                  <a:pt x="3465" y="47104"/>
                  <a:pt x="3465" y="56001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77" name="Google Shape;1077;p55"/>
          <p:cNvSpPr/>
          <p:nvPr/>
        </p:nvSpPr>
        <p:spPr>
          <a:xfrm>
            <a:off x="6520900" y="3970794"/>
            <a:ext cx="1795675" cy="114650"/>
          </a:xfrm>
          <a:custGeom>
            <a:rect b="b" l="l" r="r" t="t"/>
            <a:pathLst>
              <a:path extrusionOk="0" h="4586" w="71827">
                <a:moveTo>
                  <a:pt x="0" y="1543"/>
                </a:moveTo>
                <a:cubicBezTo>
                  <a:pt x="23497" y="-3166"/>
                  <a:pt x="47863" y="4586"/>
                  <a:pt x="71827" y="4586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78" name="Google Shape;1078;p55"/>
          <p:cNvSpPr/>
          <p:nvPr/>
        </p:nvSpPr>
        <p:spPr>
          <a:xfrm>
            <a:off x="8183485" y="2434350"/>
            <a:ext cx="133100" cy="1651100"/>
          </a:xfrm>
          <a:custGeom>
            <a:rect b="b" l="l" r="r" t="t"/>
            <a:pathLst>
              <a:path extrusionOk="0" h="66044" w="5324">
                <a:moveTo>
                  <a:pt x="5324" y="66044"/>
                </a:moveTo>
                <a:cubicBezTo>
                  <a:pt x="5324" y="49943"/>
                  <a:pt x="1784" y="34025"/>
                  <a:pt x="758" y="17957"/>
                </a:cubicBezTo>
                <a:cubicBezTo>
                  <a:pt x="377" y="11983"/>
                  <a:pt x="-832" y="5679"/>
                  <a:pt x="1063" y="0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79" name="Google Shape;1079;p55"/>
          <p:cNvSpPr/>
          <p:nvPr/>
        </p:nvSpPr>
        <p:spPr>
          <a:xfrm>
            <a:off x="6482850" y="2389673"/>
            <a:ext cx="1797675" cy="56300"/>
          </a:xfrm>
          <a:custGeom>
            <a:rect b="b" l="l" r="r" t="t"/>
            <a:pathLst>
              <a:path extrusionOk="0" h="2252" w="71907">
                <a:moveTo>
                  <a:pt x="0" y="570"/>
                </a:moveTo>
                <a:cubicBezTo>
                  <a:pt x="16747" y="570"/>
                  <a:pt x="33490" y="1294"/>
                  <a:pt x="50218" y="2092"/>
                </a:cubicBezTo>
                <a:cubicBezTo>
                  <a:pt x="56934" y="2412"/>
                  <a:pt x="63718" y="1613"/>
                  <a:pt x="70305" y="266"/>
                </a:cubicBezTo>
                <a:cubicBezTo>
                  <a:pt x="70802" y="164"/>
                  <a:pt x="71987" y="-215"/>
                  <a:pt x="71827" y="266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80" name="Google Shape;1080;p55"/>
          <p:cNvSpPr/>
          <p:nvPr/>
        </p:nvSpPr>
        <p:spPr>
          <a:xfrm>
            <a:off x="6422000" y="2906100"/>
            <a:ext cx="1833624" cy="15224"/>
          </a:xfrm>
          <a:custGeom>
            <a:rect b="b" l="l" r="r" t="t"/>
            <a:pathLst>
              <a:path extrusionOk="0" h="913" w="66653">
                <a:moveTo>
                  <a:pt x="0" y="913"/>
                </a:moveTo>
                <a:cubicBezTo>
                  <a:pt x="22220" y="913"/>
                  <a:pt x="44433" y="0"/>
                  <a:pt x="66653" y="0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81" name="Google Shape;1081;p55"/>
          <p:cNvSpPr txBox="1"/>
          <p:nvPr/>
        </p:nvSpPr>
        <p:spPr>
          <a:xfrm>
            <a:off x="6507512" y="2392500"/>
            <a:ext cx="16626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Score</a:t>
            </a:r>
            <a:endParaRPr b="1" sz="2400">
              <a:solidFill>
                <a:srgbClr val="666666"/>
              </a:solidFill>
              <a:latin typeface="Gloria Hallelujah"/>
              <a:ea typeface="Gloria Hallelujah"/>
              <a:cs typeface="Gloria Hallelujah"/>
              <a:sym typeface="Gloria Hallelujah"/>
            </a:endParaRPr>
          </a:p>
        </p:txBody>
      </p:sp>
      <p:sp>
        <p:nvSpPr>
          <p:cNvPr id="1082" name="Google Shape;1082;p55"/>
          <p:cNvSpPr txBox="1"/>
          <p:nvPr/>
        </p:nvSpPr>
        <p:spPr>
          <a:xfrm>
            <a:off x="6391535" y="3009075"/>
            <a:ext cx="19803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id</a:t>
            </a:r>
            <a:r>
              <a:rPr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: Long</a:t>
            </a:r>
            <a:endParaRPr>
              <a:solidFill>
                <a:srgbClr val="666666"/>
              </a:solidFill>
              <a:latin typeface="Gloria Hallelujah"/>
              <a:ea typeface="Gloria Hallelujah"/>
              <a:cs typeface="Gloria Hallelujah"/>
              <a:sym typeface="Gloria Hallelujah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type</a:t>
            </a:r>
            <a:r>
              <a:rPr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: ScoreType</a:t>
            </a:r>
            <a:endParaRPr>
              <a:solidFill>
                <a:srgbClr val="666666"/>
              </a:solidFill>
              <a:latin typeface="Gloria Hallelujah"/>
              <a:ea typeface="Gloria Hallelujah"/>
              <a:cs typeface="Gloria Hallelujah"/>
              <a:sym typeface="Gloria Hallelujah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value</a:t>
            </a:r>
            <a:r>
              <a:rPr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: ScoreValue</a:t>
            </a:r>
            <a:endParaRPr>
              <a:solidFill>
                <a:srgbClr val="666666"/>
              </a:solidFill>
              <a:latin typeface="Gloria Hallelujah"/>
              <a:ea typeface="Gloria Hallelujah"/>
              <a:cs typeface="Gloria Hallelujah"/>
              <a:sym typeface="Gloria Hallelujah"/>
            </a:endParaRPr>
          </a:p>
        </p:txBody>
      </p:sp>
      <p:sp>
        <p:nvSpPr>
          <p:cNvPr id="1083" name="Google Shape;1083;p55"/>
          <p:cNvSpPr/>
          <p:nvPr/>
        </p:nvSpPr>
        <p:spPr>
          <a:xfrm rot="-1705844">
            <a:off x="3229771" y="2404086"/>
            <a:ext cx="1152557" cy="422656"/>
          </a:xfrm>
          <a:custGeom>
            <a:rect b="b" l="l" r="r" t="t"/>
            <a:pathLst>
              <a:path extrusionOk="0" h="10449" w="40002">
                <a:moveTo>
                  <a:pt x="0" y="8623"/>
                </a:moveTo>
                <a:cubicBezTo>
                  <a:pt x="9651" y="8623"/>
                  <a:pt x="19269" y="7459"/>
                  <a:pt x="28913" y="7101"/>
                </a:cubicBezTo>
                <a:cubicBezTo>
                  <a:pt x="32397" y="6972"/>
                  <a:pt x="37702" y="8698"/>
                  <a:pt x="39261" y="5580"/>
                </a:cubicBezTo>
                <a:cubicBezTo>
                  <a:pt x="40162" y="3779"/>
                  <a:pt x="36423" y="2659"/>
                  <a:pt x="34696" y="1623"/>
                </a:cubicBezTo>
                <a:cubicBezTo>
                  <a:pt x="34204" y="1328"/>
                  <a:pt x="33073" y="0"/>
                  <a:pt x="33479" y="406"/>
                </a:cubicBezTo>
                <a:cubicBezTo>
                  <a:pt x="35330" y="2257"/>
                  <a:pt x="39303" y="2415"/>
                  <a:pt x="39870" y="4971"/>
                </a:cubicBezTo>
                <a:cubicBezTo>
                  <a:pt x="40399" y="7356"/>
                  <a:pt x="37033" y="9094"/>
                  <a:pt x="35000" y="10449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84" name="Google Shape;1084;p55"/>
          <p:cNvSpPr/>
          <p:nvPr/>
        </p:nvSpPr>
        <p:spPr>
          <a:xfrm>
            <a:off x="3416325" y="3475829"/>
            <a:ext cx="3089900" cy="271475"/>
          </a:xfrm>
          <a:custGeom>
            <a:rect b="b" l="l" r="r" t="t"/>
            <a:pathLst>
              <a:path extrusionOk="0" h="10859" w="123596">
                <a:moveTo>
                  <a:pt x="0" y="2642"/>
                </a:moveTo>
                <a:cubicBezTo>
                  <a:pt x="28421" y="2642"/>
                  <a:pt x="56797" y="5381"/>
                  <a:pt x="85218" y="5381"/>
                </a:cubicBezTo>
                <a:cubicBezTo>
                  <a:pt x="93334" y="5381"/>
                  <a:pt x="101449" y="5381"/>
                  <a:pt x="109565" y="5381"/>
                </a:cubicBezTo>
                <a:cubicBezTo>
                  <a:pt x="114131" y="5381"/>
                  <a:pt x="120037" y="8919"/>
                  <a:pt x="123261" y="5685"/>
                </a:cubicBezTo>
                <a:cubicBezTo>
                  <a:pt x="125030" y="3910"/>
                  <a:pt x="119216" y="2608"/>
                  <a:pt x="116870" y="1728"/>
                </a:cubicBezTo>
                <a:cubicBezTo>
                  <a:pt x="116104" y="1441"/>
                  <a:pt x="114100" y="0"/>
                  <a:pt x="114739" y="511"/>
                </a:cubicBezTo>
                <a:cubicBezTo>
                  <a:pt x="117335" y="2586"/>
                  <a:pt x="123807" y="2407"/>
                  <a:pt x="123261" y="5685"/>
                </a:cubicBezTo>
                <a:cubicBezTo>
                  <a:pt x="122849" y="8163"/>
                  <a:pt x="119559" y="9083"/>
                  <a:pt x="117783" y="10859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85" name="Google Shape;1085;p55"/>
          <p:cNvSpPr/>
          <p:nvPr/>
        </p:nvSpPr>
        <p:spPr>
          <a:xfrm>
            <a:off x="1656125" y="2431525"/>
            <a:ext cx="273615" cy="231173"/>
          </a:xfrm>
          <a:custGeom>
            <a:rect b="b" l="l" r="r" t="t"/>
            <a:pathLst>
              <a:path extrusionOk="0" h="8045" w="8709">
                <a:moveTo>
                  <a:pt x="8665" y="4793"/>
                </a:moveTo>
                <a:lnTo>
                  <a:pt x="8665" y="4793"/>
                </a:lnTo>
                <a:lnTo>
                  <a:pt x="8687" y="3916"/>
                </a:lnTo>
                <a:lnTo>
                  <a:pt x="8708" y="3038"/>
                </a:lnTo>
                <a:lnTo>
                  <a:pt x="8708" y="3038"/>
                </a:lnTo>
                <a:lnTo>
                  <a:pt x="8687" y="2717"/>
                </a:lnTo>
                <a:lnTo>
                  <a:pt x="8665" y="2396"/>
                </a:lnTo>
                <a:lnTo>
                  <a:pt x="8622" y="2225"/>
                </a:lnTo>
                <a:lnTo>
                  <a:pt x="8580" y="2076"/>
                </a:lnTo>
                <a:lnTo>
                  <a:pt x="8516" y="1926"/>
                </a:lnTo>
                <a:lnTo>
                  <a:pt x="8409" y="1797"/>
                </a:lnTo>
                <a:lnTo>
                  <a:pt x="8409" y="1797"/>
                </a:lnTo>
                <a:lnTo>
                  <a:pt x="8366" y="1733"/>
                </a:lnTo>
                <a:lnTo>
                  <a:pt x="8302" y="1690"/>
                </a:lnTo>
                <a:lnTo>
                  <a:pt x="8130" y="1626"/>
                </a:lnTo>
                <a:lnTo>
                  <a:pt x="7959" y="1583"/>
                </a:lnTo>
                <a:lnTo>
                  <a:pt x="7767" y="1541"/>
                </a:lnTo>
                <a:lnTo>
                  <a:pt x="7360" y="1541"/>
                </a:lnTo>
                <a:lnTo>
                  <a:pt x="7018" y="1541"/>
                </a:lnTo>
                <a:lnTo>
                  <a:pt x="7018" y="1541"/>
                </a:lnTo>
                <a:lnTo>
                  <a:pt x="6633" y="1541"/>
                </a:lnTo>
                <a:lnTo>
                  <a:pt x="6226" y="1562"/>
                </a:lnTo>
                <a:lnTo>
                  <a:pt x="6226" y="1562"/>
                </a:lnTo>
                <a:lnTo>
                  <a:pt x="6141" y="1562"/>
                </a:lnTo>
                <a:lnTo>
                  <a:pt x="6076" y="1541"/>
                </a:lnTo>
                <a:lnTo>
                  <a:pt x="6034" y="1519"/>
                </a:lnTo>
                <a:lnTo>
                  <a:pt x="6012" y="1476"/>
                </a:lnTo>
                <a:lnTo>
                  <a:pt x="6012" y="1348"/>
                </a:lnTo>
                <a:lnTo>
                  <a:pt x="6012" y="1177"/>
                </a:lnTo>
                <a:lnTo>
                  <a:pt x="6012" y="1177"/>
                </a:lnTo>
                <a:lnTo>
                  <a:pt x="6012" y="1006"/>
                </a:lnTo>
                <a:lnTo>
                  <a:pt x="6012" y="856"/>
                </a:lnTo>
                <a:lnTo>
                  <a:pt x="5991" y="770"/>
                </a:lnTo>
                <a:lnTo>
                  <a:pt x="5948" y="706"/>
                </a:lnTo>
                <a:lnTo>
                  <a:pt x="5905" y="663"/>
                </a:lnTo>
                <a:lnTo>
                  <a:pt x="5841" y="599"/>
                </a:lnTo>
                <a:lnTo>
                  <a:pt x="5841" y="599"/>
                </a:lnTo>
                <a:lnTo>
                  <a:pt x="5691" y="514"/>
                </a:lnTo>
                <a:lnTo>
                  <a:pt x="5520" y="428"/>
                </a:lnTo>
                <a:lnTo>
                  <a:pt x="5199" y="278"/>
                </a:lnTo>
                <a:lnTo>
                  <a:pt x="5199" y="278"/>
                </a:lnTo>
                <a:lnTo>
                  <a:pt x="4921" y="150"/>
                </a:lnTo>
                <a:lnTo>
                  <a:pt x="4793" y="86"/>
                </a:lnTo>
                <a:lnTo>
                  <a:pt x="4664" y="43"/>
                </a:lnTo>
                <a:lnTo>
                  <a:pt x="4515" y="22"/>
                </a:lnTo>
                <a:lnTo>
                  <a:pt x="4365" y="0"/>
                </a:lnTo>
                <a:lnTo>
                  <a:pt x="4236" y="22"/>
                </a:lnTo>
                <a:lnTo>
                  <a:pt x="4087" y="64"/>
                </a:lnTo>
                <a:lnTo>
                  <a:pt x="4087" y="64"/>
                </a:lnTo>
                <a:lnTo>
                  <a:pt x="3701" y="257"/>
                </a:lnTo>
                <a:lnTo>
                  <a:pt x="3316" y="428"/>
                </a:lnTo>
                <a:lnTo>
                  <a:pt x="3316" y="428"/>
                </a:lnTo>
                <a:lnTo>
                  <a:pt x="2995" y="599"/>
                </a:lnTo>
                <a:lnTo>
                  <a:pt x="2846" y="685"/>
                </a:lnTo>
                <a:lnTo>
                  <a:pt x="2717" y="792"/>
                </a:lnTo>
                <a:lnTo>
                  <a:pt x="2717" y="792"/>
                </a:lnTo>
                <a:lnTo>
                  <a:pt x="2674" y="856"/>
                </a:lnTo>
                <a:lnTo>
                  <a:pt x="2653" y="920"/>
                </a:lnTo>
                <a:lnTo>
                  <a:pt x="2632" y="984"/>
                </a:lnTo>
                <a:lnTo>
                  <a:pt x="2632" y="1049"/>
                </a:lnTo>
                <a:lnTo>
                  <a:pt x="2653" y="1177"/>
                </a:lnTo>
                <a:lnTo>
                  <a:pt x="2674" y="1327"/>
                </a:lnTo>
                <a:lnTo>
                  <a:pt x="2674" y="1327"/>
                </a:lnTo>
                <a:lnTo>
                  <a:pt x="2653" y="1391"/>
                </a:lnTo>
                <a:lnTo>
                  <a:pt x="2632" y="1455"/>
                </a:lnTo>
                <a:lnTo>
                  <a:pt x="2610" y="1476"/>
                </a:lnTo>
                <a:lnTo>
                  <a:pt x="2546" y="1498"/>
                </a:lnTo>
                <a:lnTo>
                  <a:pt x="2439" y="1498"/>
                </a:lnTo>
                <a:lnTo>
                  <a:pt x="2289" y="1498"/>
                </a:lnTo>
                <a:lnTo>
                  <a:pt x="2289" y="1498"/>
                </a:lnTo>
                <a:lnTo>
                  <a:pt x="1562" y="1519"/>
                </a:lnTo>
                <a:lnTo>
                  <a:pt x="1198" y="1562"/>
                </a:lnTo>
                <a:lnTo>
                  <a:pt x="856" y="1605"/>
                </a:lnTo>
                <a:lnTo>
                  <a:pt x="856" y="1605"/>
                </a:lnTo>
                <a:lnTo>
                  <a:pt x="706" y="1626"/>
                </a:lnTo>
                <a:lnTo>
                  <a:pt x="556" y="1669"/>
                </a:lnTo>
                <a:lnTo>
                  <a:pt x="407" y="1712"/>
                </a:lnTo>
                <a:lnTo>
                  <a:pt x="278" y="1797"/>
                </a:lnTo>
                <a:lnTo>
                  <a:pt x="278" y="1797"/>
                </a:lnTo>
                <a:lnTo>
                  <a:pt x="235" y="1862"/>
                </a:lnTo>
                <a:lnTo>
                  <a:pt x="193" y="1926"/>
                </a:lnTo>
                <a:lnTo>
                  <a:pt x="150" y="2097"/>
                </a:lnTo>
                <a:lnTo>
                  <a:pt x="86" y="2418"/>
                </a:lnTo>
                <a:lnTo>
                  <a:pt x="86" y="2418"/>
                </a:lnTo>
                <a:lnTo>
                  <a:pt x="43" y="2824"/>
                </a:lnTo>
                <a:lnTo>
                  <a:pt x="0" y="3231"/>
                </a:lnTo>
                <a:lnTo>
                  <a:pt x="0" y="3659"/>
                </a:lnTo>
                <a:lnTo>
                  <a:pt x="0" y="4065"/>
                </a:lnTo>
                <a:lnTo>
                  <a:pt x="43" y="4900"/>
                </a:lnTo>
                <a:lnTo>
                  <a:pt x="64" y="5734"/>
                </a:lnTo>
                <a:lnTo>
                  <a:pt x="64" y="5734"/>
                </a:lnTo>
                <a:lnTo>
                  <a:pt x="43" y="5798"/>
                </a:lnTo>
                <a:lnTo>
                  <a:pt x="43" y="5970"/>
                </a:lnTo>
                <a:lnTo>
                  <a:pt x="43" y="6483"/>
                </a:lnTo>
                <a:lnTo>
                  <a:pt x="86" y="7039"/>
                </a:lnTo>
                <a:lnTo>
                  <a:pt x="107" y="7253"/>
                </a:lnTo>
                <a:lnTo>
                  <a:pt x="128" y="7360"/>
                </a:lnTo>
                <a:lnTo>
                  <a:pt x="128" y="7360"/>
                </a:lnTo>
                <a:lnTo>
                  <a:pt x="214" y="7510"/>
                </a:lnTo>
                <a:lnTo>
                  <a:pt x="342" y="7617"/>
                </a:lnTo>
                <a:lnTo>
                  <a:pt x="514" y="7724"/>
                </a:lnTo>
                <a:lnTo>
                  <a:pt x="685" y="7810"/>
                </a:lnTo>
                <a:lnTo>
                  <a:pt x="877" y="7874"/>
                </a:lnTo>
                <a:lnTo>
                  <a:pt x="1070" y="7938"/>
                </a:lnTo>
                <a:lnTo>
                  <a:pt x="1412" y="8002"/>
                </a:lnTo>
                <a:lnTo>
                  <a:pt x="1412" y="8002"/>
                </a:lnTo>
                <a:lnTo>
                  <a:pt x="1861" y="8045"/>
                </a:lnTo>
                <a:lnTo>
                  <a:pt x="2332" y="8045"/>
                </a:lnTo>
                <a:lnTo>
                  <a:pt x="2803" y="8045"/>
                </a:lnTo>
                <a:lnTo>
                  <a:pt x="3252" y="8024"/>
                </a:lnTo>
                <a:lnTo>
                  <a:pt x="4194" y="7959"/>
                </a:lnTo>
                <a:lnTo>
                  <a:pt x="4664" y="7959"/>
                </a:lnTo>
                <a:lnTo>
                  <a:pt x="5114" y="7959"/>
                </a:lnTo>
                <a:lnTo>
                  <a:pt x="5114" y="7959"/>
                </a:lnTo>
                <a:lnTo>
                  <a:pt x="5969" y="7981"/>
                </a:lnTo>
                <a:lnTo>
                  <a:pt x="6397" y="7981"/>
                </a:lnTo>
                <a:lnTo>
                  <a:pt x="6825" y="7959"/>
                </a:lnTo>
                <a:lnTo>
                  <a:pt x="6825" y="7959"/>
                </a:lnTo>
                <a:lnTo>
                  <a:pt x="7210" y="7938"/>
                </a:lnTo>
                <a:lnTo>
                  <a:pt x="7617" y="7917"/>
                </a:lnTo>
                <a:lnTo>
                  <a:pt x="7809" y="7874"/>
                </a:lnTo>
                <a:lnTo>
                  <a:pt x="8023" y="7852"/>
                </a:lnTo>
                <a:lnTo>
                  <a:pt x="8195" y="7788"/>
                </a:lnTo>
                <a:lnTo>
                  <a:pt x="8366" y="7703"/>
                </a:lnTo>
                <a:lnTo>
                  <a:pt x="8366" y="7703"/>
                </a:lnTo>
                <a:lnTo>
                  <a:pt x="8430" y="7660"/>
                </a:lnTo>
                <a:lnTo>
                  <a:pt x="8494" y="7617"/>
                </a:lnTo>
                <a:lnTo>
                  <a:pt x="8580" y="7467"/>
                </a:lnTo>
                <a:lnTo>
                  <a:pt x="8622" y="7318"/>
                </a:lnTo>
                <a:lnTo>
                  <a:pt x="8665" y="7146"/>
                </a:lnTo>
                <a:lnTo>
                  <a:pt x="8665" y="6954"/>
                </a:lnTo>
                <a:lnTo>
                  <a:pt x="8665" y="6783"/>
                </a:lnTo>
                <a:lnTo>
                  <a:pt x="8644" y="6462"/>
                </a:lnTo>
                <a:lnTo>
                  <a:pt x="8644" y="6462"/>
                </a:lnTo>
                <a:lnTo>
                  <a:pt x="8665" y="4793"/>
                </a:lnTo>
                <a:lnTo>
                  <a:pt x="8665" y="4793"/>
                </a:lnTo>
                <a:close/>
                <a:moveTo>
                  <a:pt x="3124" y="1049"/>
                </a:moveTo>
                <a:lnTo>
                  <a:pt x="3124" y="1049"/>
                </a:lnTo>
                <a:lnTo>
                  <a:pt x="3167" y="963"/>
                </a:lnTo>
                <a:lnTo>
                  <a:pt x="3252" y="920"/>
                </a:lnTo>
                <a:lnTo>
                  <a:pt x="3252" y="920"/>
                </a:lnTo>
                <a:lnTo>
                  <a:pt x="3445" y="856"/>
                </a:lnTo>
                <a:lnTo>
                  <a:pt x="3637" y="792"/>
                </a:lnTo>
                <a:lnTo>
                  <a:pt x="3830" y="728"/>
                </a:lnTo>
                <a:lnTo>
                  <a:pt x="4022" y="642"/>
                </a:lnTo>
                <a:lnTo>
                  <a:pt x="4022" y="642"/>
                </a:lnTo>
                <a:lnTo>
                  <a:pt x="4236" y="535"/>
                </a:lnTo>
                <a:lnTo>
                  <a:pt x="4408" y="471"/>
                </a:lnTo>
                <a:lnTo>
                  <a:pt x="4493" y="471"/>
                </a:lnTo>
                <a:lnTo>
                  <a:pt x="4579" y="471"/>
                </a:lnTo>
                <a:lnTo>
                  <a:pt x="4664" y="492"/>
                </a:lnTo>
                <a:lnTo>
                  <a:pt x="4793" y="535"/>
                </a:lnTo>
                <a:lnTo>
                  <a:pt x="4793" y="535"/>
                </a:lnTo>
                <a:lnTo>
                  <a:pt x="5178" y="663"/>
                </a:lnTo>
                <a:lnTo>
                  <a:pt x="5370" y="749"/>
                </a:lnTo>
                <a:lnTo>
                  <a:pt x="5456" y="792"/>
                </a:lnTo>
                <a:lnTo>
                  <a:pt x="5499" y="856"/>
                </a:lnTo>
                <a:lnTo>
                  <a:pt x="5499" y="856"/>
                </a:lnTo>
                <a:lnTo>
                  <a:pt x="5542" y="920"/>
                </a:lnTo>
                <a:lnTo>
                  <a:pt x="5584" y="1006"/>
                </a:lnTo>
                <a:lnTo>
                  <a:pt x="5627" y="1198"/>
                </a:lnTo>
                <a:lnTo>
                  <a:pt x="5627" y="1412"/>
                </a:lnTo>
                <a:lnTo>
                  <a:pt x="5606" y="1498"/>
                </a:lnTo>
                <a:lnTo>
                  <a:pt x="5584" y="1583"/>
                </a:lnTo>
                <a:lnTo>
                  <a:pt x="5584" y="1583"/>
                </a:lnTo>
                <a:lnTo>
                  <a:pt x="5542" y="1626"/>
                </a:lnTo>
                <a:lnTo>
                  <a:pt x="5456" y="1669"/>
                </a:lnTo>
                <a:lnTo>
                  <a:pt x="5242" y="1755"/>
                </a:lnTo>
                <a:lnTo>
                  <a:pt x="5049" y="1797"/>
                </a:lnTo>
                <a:lnTo>
                  <a:pt x="4985" y="1797"/>
                </a:lnTo>
                <a:lnTo>
                  <a:pt x="4964" y="1776"/>
                </a:lnTo>
                <a:lnTo>
                  <a:pt x="4964" y="1776"/>
                </a:lnTo>
                <a:lnTo>
                  <a:pt x="3851" y="1755"/>
                </a:lnTo>
                <a:lnTo>
                  <a:pt x="3851" y="1755"/>
                </a:lnTo>
                <a:lnTo>
                  <a:pt x="3680" y="1755"/>
                </a:lnTo>
                <a:lnTo>
                  <a:pt x="3488" y="1755"/>
                </a:lnTo>
                <a:lnTo>
                  <a:pt x="3381" y="1733"/>
                </a:lnTo>
                <a:lnTo>
                  <a:pt x="3295" y="1712"/>
                </a:lnTo>
                <a:lnTo>
                  <a:pt x="3231" y="1669"/>
                </a:lnTo>
                <a:lnTo>
                  <a:pt x="3167" y="1605"/>
                </a:lnTo>
                <a:lnTo>
                  <a:pt x="3167" y="1605"/>
                </a:lnTo>
                <a:lnTo>
                  <a:pt x="3145" y="1519"/>
                </a:lnTo>
                <a:lnTo>
                  <a:pt x="3124" y="1327"/>
                </a:lnTo>
                <a:lnTo>
                  <a:pt x="3102" y="1156"/>
                </a:lnTo>
                <a:lnTo>
                  <a:pt x="3124" y="1049"/>
                </a:lnTo>
                <a:lnTo>
                  <a:pt x="3124" y="1049"/>
                </a:lnTo>
                <a:close/>
                <a:moveTo>
                  <a:pt x="8216" y="4108"/>
                </a:moveTo>
                <a:lnTo>
                  <a:pt x="8216" y="4108"/>
                </a:lnTo>
                <a:lnTo>
                  <a:pt x="8195" y="4429"/>
                </a:lnTo>
                <a:lnTo>
                  <a:pt x="8152" y="4750"/>
                </a:lnTo>
                <a:lnTo>
                  <a:pt x="8109" y="5092"/>
                </a:lnTo>
                <a:lnTo>
                  <a:pt x="8088" y="5413"/>
                </a:lnTo>
                <a:lnTo>
                  <a:pt x="8088" y="5413"/>
                </a:lnTo>
                <a:lnTo>
                  <a:pt x="8088" y="6077"/>
                </a:lnTo>
                <a:lnTo>
                  <a:pt x="8088" y="6419"/>
                </a:lnTo>
                <a:lnTo>
                  <a:pt x="8066" y="6740"/>
                </a:lnTo>
                <a:lnTo>
                  <a:pt x="8066" y="6740"/>
                </a:lnTo>
                <a:lnTo>
                  <a:pt x="8045" y="6868"/>
                </a:lnTo>
                <a:lnTo>
                  <a:pt x="8023" y="6997"/>
                </a:lnTo>
                <a:lnTo>
                  <a:pt x="7959" y="7104"/>
                </a:lnTo>
                <a:lnTo>
                  <a:pt x="7916" y="7146"/>
                </a:lnTo>
                <a:lnTo>
                  <a:pt x="7852" y="7189"/>
                </a:lnTo>
                <a:lnTo>
                  <a:pt x="7852" y="7189"/>
                </a:lnTo>
                <a:lnTo>
                  <a:pt x="7745" y="7253"/>
                </a:lnTo>
                <a:lnTo>
                  <a:pt x="7595" y="7296"/>
                </a:lnTo>
                <a:lnTo>
                  <a:pt x="7339" y="7360"/>
                </a:lnTo>
                <a:lnTo>
                  <a:pt x="7339" y="7360"/>
                </a:lnTo>
                <a:lnTo>
                  <a:pt x="6697" y="7382"/>
                </a:lnTo>
                <a:lnTo>
                  <a:pt x="6312" y="7382"/>
                </a:lnTo>
                <a:lnTo>
                  <a:pt x="6183" y="7360"/>
                </a:lnTo>
                <a:lnTo>
                  <a:pt x="6141" y="7360"/>
                </a:lnTo>
                <a:lnTo>
                  <a:pt x="6141" y="7360"/>
                </a:lnTo>
                <a:lnTo>
                  <a:pt x="4621" y="7403"/>
                </a:lnTo>
                <a:lnTo>
                  <a:pt x="3102" y="7424"/>
                </a:lnTo>
                <a:lnTo>
                  <a:pt x="3102" y="7424"/>
                </a:lnTo>
                <a:lnTo>
                  <a:pt x="2781" y="7424"/>
                </a:lnTo>
                <a:lnTo>
                  <a:pt x="2461" y="7403"/>
                </a:lnTo>
                <a:lnTo>
                  <a:pt x="1797" y="7382"/>
                </a:lnTo>
                <a:lnTo>
                  <a:pt x="1797" y="7382"/>
                </a:lnTo>
                <a:lnTo>
                  <a:pt x="1519" y="7360"/>
                </a:lnTo>
                <a:lnTo>
                  <a:pt x="1348" y="7339"/>
                </a:lnTo>
                <a:lnTo>
                  <a:pt x="1198" y="7318"/>
                </a:lnTo>
                <a:lnTo>
                  <a:pt x="1070" y="7275"/>
                </a:lnTo>
                <a:lnTo>
                  <a:pt x="941" y="7189"/>
                </a:lnTo>
                <a:lnTo>
                  <a:pt x="834" y="7104"/>
                </a:lnTo>
                <a:lnTo>
                  <a:pt x="749" y="6975"/>
                </a:lnTo>
                <a:lnTo>
                  <a:pt x="749" y="6975"/>
                </a:lnTo>
                <a:lnTo>
                  <a:pt x="685" y="6847"/>
                </a:lnTo>
                <a:lnTo>
                  <a:pt x="663" y="6718"/>
                </a:lnTo>
                <a:lnTo>
                  <a:pt x="642" y="6397"/>
                </a:lnTo>
                <a:lnTo>
                  <a:pt x="642" y="5820"/>
                </a:lnTo>
                <a:lnTo>
                  <a:pt x="642" y="5820"/>
                </a:lnTo>
                <a:lnTo>
                  <a:pt x="599" y="4536"/>
                </a:lnTo>
                <a:lnTo>
                  <a:pt x="599" y="4536"/>
                </a:lnTo>
                <a:lnTo>
                  <a:pt x="578" y="3830"/>
                </a:lnTo>
                <a:lnTo>
                  <a:pt x="578" y="3124"/>
                </a:lnTo>
                <a:lnTo>
                  <a:pt x="578" y="3124"/>
                </a:lnTo>
                <a:lnTo>
                  <a:pt x="599" y="2889"/>
                </a:lnTo>
                <a:lnTo>
                  <a:pt x="620" y="2653"/>
                </a:lnTo>
                <a:lnTo>
                  <a:pt x="663" y="2546"/>
                </a:lnTo>
                <a:lnTo>
                  <a:pt x="706" y="2439"/>
                </a:lnTo>
                <a:lnTo>
                  <a:pt x="770" y="2354"/>
                </a:lnTo>
                <a:lnTo>
                  <a:pt x="856" y="2268"/>
                </a:lnTo>
                <a:lnTo>
                  <a:pt x="856" y="2268"/>
                </a:lnTo>
                <a:lnTo>
                  <a:pt x="984" y="2183"/>
                </a:lnTo>
                <a:lnTo>
                  <a:pt x="1134" y="2118"/>
                </a:lnTo>
                <a:lnTo>
                  <a:pt x="1262" y="2097"/>
                </a:lnTo>
                <a:lnTo>
                  <a:pt x="1434" y="2076"/>
                </a:lnTo>
                <a:lnTo>
                  <a:pt x="1733" y="2054"/>
                </a:lnTo>
                <a:lnTo>
                  <a:pt x="2033" y="2054"/>
                </a:lnTo>
                <a:lnTo>
                  <a:pt x="2033" y="2054"/>
                </a:lnTo>
                <a:lnTo>
                  <a:pt x="2289" y="2033"/>
                </a:lnTo>
                <a:lnTo>
                  <a:pt x="2546" y="1990"/>
                </a:lnTo>
                <a:lnTo>
                  <a:pt x="2546" y="1990"/>
                </a:lnTo>
                <a:lnTo>
                  <a:pt x="2674" y="2011"/>
                </a:lnTo>
                <a:lnTo>
                  <a:pt x="2717" y="2033"/>
                </a:lnTo>
                <a:lnTo>
                  <a:pt x="2739" y="2054"/>
                </a:lnTo>
                <a:lnTo>
                  <a:pt x="2781" y="2140"/>
                </a:lnTo>
                <a:lnTo>
                  <a:pt x="2867" y="2247"/>
                </a:lnTo>
                <a:lnTo>
                  <a:pt x="2867" y="2247"/>
                </a:lnTo>
                <a:lnTo>
                  <a:pt x="2974" y="2311"/>
                </a:lnTo>
                <a:lnTo>
                  <a:pt x="3102" y="2354"/>
                </a:lnTo>
                <a:lnTo>
                  <a:pt x="3252" y="2375"/>
                </a:lnTo>
                <a:lnTo>
                  <a:pt x="3402" y="2375"/>
                </a:lnTo>
                <a:lnTo>
                  <a:pt x="3723" y="2354"/>
                </a:lnTo>
                <a:lnTo>
                  <a:pt x="4001" y="2332"/>
                </a:lnTo>
                <a:lnTo>
                  <a:pt x="4001" y="2332"/>
                </a:lnTo>
                <a:lnTo>
                  <a:pt x="4686" y="2354"/>
                </a:lnTo>
                <a:lnTo>
                  <a:pt x="5370" y="2354"/>
                </a:lnTo>
                <a:lnTo>
                  <a:pt x="5370" y="2354"/>
                </a:lnTo>
                <a:lnTo>
                  <a:pt x="5542" y="2354"/>
                </a:lnTo>
                <a:lnTo>
                  <a:pt x="5670" y="2332"/>
                </a:lnTo>
                <a:lnTo>
                  <a:pt x="5777" y="2290"/>
                </a:lnTo>
                <a:lnTo>
                  <a:pt x="5927" y="2225"/>
                </a:lnTo>
                <a:lnTo>
                  <a:pt x="5927" y="2225"/>
                </a:lnTo>
                <a:lnTo>
                  <a:pt x="6055" y="2161"/>
                </a:lnTo>
                <a:lnTo>
                  <a:pt x="6205" y="2140"/>
                </a:lnTo>
                <a:lnTo>
                  <a:pt x="6504" y="2118"/>
                </a:lnTo>
                <a:lnTo>
                  <a:pt x="6504" y="2118"/>
                </a:lnTo>
                <a:lnTo>
                  <a:pt x="7146" y="2076"/>
                </a:lnTo>
                <a:lnTo>
                  <a:pt x="7489" y="2076"/>
                </a:lnTo>
                <a:lnTo>
                  <a:pt x="7809" y="2097"/>
                </a:lnTo>
                <a:lnTo>
                  <a:pt x="7809" y="2097"/>
                </a:lnTo>
                <a:lnTo>
                  <a:pt x="7938" y="2140"/>
                </a:lnTo>
                <a:lnTo>
                  <a:pt x="8023" y="2183"/>
                </a:lnTo>
                <a:lnTo>
                  <a:pt x="8109" y="2268"/>
                </a:lnTo>
                <a:lnTo>
                  <a:pt x="8152" y="2375"/>
                </a:lnTo>
                <a:lnTo>
                  <a:pt x="8195" y="2482"/>
                </a:lnTo>
                <a:lnTo>
                  <a:pt x="8216" y="2610"/>
                </a:lnTo>
                <a:lnTo>
                  <a:pt x="8216" y="2846"/>
                </a:lnTo>
                <a:lnTo>
                  <a:pt x="8216" y="2846"/>
                </a:lnTo>
                <a:lnTo>
                  <a:pt x="8237" y="3488"/>
                </a:lnTo>
                <a:lnTo>
                  <a:pt x="8237" y="3787"/>
                </a:lnTo>
                <a:lnTo>
                  <a:pt x="8216" y="4108"/>
                </a:lnTo>
                <a:lnTo>
                  <a:pt x="8216" y="4108"/>
                </a:lnTo>
                <a:close/>
                <a:moveTo>
                  <a:pt x="3209" y="4557"/>
                </a:moveTo>
                <a:lnTo>
                  <a:pt x="3209" y="4557"/>
                </a:lnTo>
                <a:lnTo>
                  <a:pt x="3102" y="4515"/>
                </a:lnTo>
                <a:lnTo>
                  <a:pt x="2995" y="4472"/>
                </a:lnTo>
                <a:lnTo>
                  <a:pt x="2953" y="4450"/>
                </a:lnTo>
                <a:lnTo>
                  <a:pt x="2931" y="4429"/>
                </a:lnTo>
                <a:lnTo>
                  <a:pt x="2910" y="4386"/>
                </a:lnTo>
                <a:lnTo>
                  <a:pt x="2888" y="4322"/>
                </a:lnTo>
                <a:lnTo>
                  <a:pt x="2888" y="4322"/>
                </a:lnTo>
                <a:lnTo>
                  <a:pt x="2910" y="4194"/>
                </a:lnTo>
                <a:lnTo>
                  <a:pt x="2931" y="4044"/>
                </a:lnTo>
                <a:lnTo>
                  <a:pt x="2974" y="3787"/>
                </a:lnTo>
                <a:lnTo>
                  <a:pt x="2974" y="3637"/>
                </a:lnTo>
                <a:lnTo>
                  <a:pt x="2974" y="3509"/>
                </a:lnTo>
                <a:lnTo>
                  <a:pt x="2931" y="3381"/>
                </a:lnTo>
                <a:lnTo>
                  <a:pt x="2846" y="3274"/>
                </a:lnTo>
                <a:lnTo>
                  <a:pt x="2846" y="3274"/>
                </a:lnTo>
                <a:lnTo>
                  <a:pt x="2781" y="3231"/>
                </a:lnTo>
                <a:lnTo>
                  <a:pt x="2717" y="3188"/>
                </a:lnTo>
                <a:lnTo>
                  <a:pt x="2589" y="3145"/>
                </a:lnTo>
                <a:lnTo>
                  <a:pt x="2439" y="3167"/>
                </a:lnTo>
                <a:lnTo>
                  <a:pt x="2311" y="3210"/>
                </a:lnTo>
                <a:lnTo>
                  <a:pt x="2161" y="3274"/>
                </a:lnTo>
                <a:lnTo>
                  <a:pt x="2033" y="3359"/>
                </a:lnTo>
                <a:lnTo>
                  <a:pt x="1947" y="3466"/>
                </a:lnTo>
                <a:lnTo>
                  <a:pt x="1883" y="3595"/>
                </a:lnTo>
                <a:lnTo>
                  <a:pt x="1883" y="3595"/>
                </a:lnTo>
                <a:lnTo>
                  <a:pt x="1861" y="3702"/>
                </a:lnTo>
                <a:lnTo>
                  <a:pt x="1840" y="3830"/>
                </a:lnTo>
                <a:lnTo>
                  <a:pt x="1840" y="3958"/>
                </a:lnTo>
                <a:lnTo>
                  <a:pt x="1861" y="4065"/>
                </a:lnTo>
                <a:lnTo>
                  <a:pt x="1861" y="4065"/>
                </a:lnTo>
                <a:lnTo>
                  <a:pt x="1904" y="4172"/>
                </a:lnTo>
                <a:lnTo>
                  <a:pt x="1990" y="4279"/>
                </a:lnTo>
                <a:lnTo>
                  <a:pt x="2054" y="4408"/>
                </a:lnTo>
                <a:lnTo>
                  <a:pt x="2054" y="4450"/>
                </a:lnTo>
                <a:lnTo>
                  <a:pt x="2054" y="4515"/>
                </a:lnTo>
                <a:lnTo>
                  <a:pt x="2054" y="4515"/>
                </a:lnTo>
                <a:lnTo>
                  <a:pt x="2011" y="4557"/>
                </a:lnTo>
                <a:lnTo>
                  <a:pt x="1968" y="4600"/>
                </a:lnTo>
                <a:lnTo>
                  <a:pt x="1819" y="4664"/>
                </a:lnTo>
                <a:lnTo>
                  <a:pt x="1669" y="4729"/>
                </a:lnTo>
                <a:lnTo>
                  <a:pt x="1605" y="4771"/>
                </a:lnTo>
                <a:lnTo>
                  <a:pt x="1562" y="4814"/>
                </a:lnTo>
                <a:lnTo>
                  <a:pt x="1562" y="4814"/>
                </a:lnTo>
                <a:lnTo>
                  <a:pt x="1498" y="4943"/>
                </a:lnTo>
                <a:lnTo>
                  <a:pt x="1455" y="5071"/>
                </a:lnTo>
                <a:lnTo>
                  <a:pt x="1412" y="5371"/>
                </a:lnTo>
                <a:lnTo>
                  <a:pt x="1412" y="5371"/>
                </a:lnTo>
                <a:lnTo>
                  <a:pt x="1391" y="5520"/>
                </a:lnTo>
                <a:lnTo>
                  <a:pt x="1369" y="5691"/>
                </a:lnTo>
                <a:lnTo>
                  <a:pt x="1369" y="5863"/>
                </a:lnTo>
                <a:lnTo>
                  <a:pt x="1391" y="5927"/>
                </a:lnTo>
                <a:lnTo>
                  <a:pt x="1412" y="6012"/>
                </a:lnTo>
                <a:lnTo>
                  <a:pt x="1412" y="6012"/>
                </a:lnTo>
                <a:lnTo>
                  <a:pt x="1455" y="6055"/>
                </a:lnTo>
                <a:lnTo>
                  <a:pt x="1519" y="6098"/>
                </a:lnTo>
                <a:lnTo>
                  <a:pt x="1647" y="6162"/>
                </a:lnTo>
                <a:lnTo>
                  <a:pt x="1776" y="6184"/>
                </a:lnTo>
                <a:lnTo>
                  <a:pt x="1904" y="6184"/>
                </a:lnTo>
                <a:lnTo>
                  <a:pt x="1904" y="6184"/>
                </a:lnTo>
                <a:lnTo>
                  <a:pt x="2311" y="6162"/>
                </a:lnTo>
                <a:lnTo>
                  <a:pt x="2717" y="6119"/>
                </a:lnTo>
                <a:lnTo>
                  <a:pt x="2717" y="6119"/>
                </a:lnTo>
                <a:lnTo>
                  <a:pt x="3081" y="6098"/>
                </a:lnTo>
                <a:lnTo>
                  <a:pt x="3252" y="6055"/>
                </a:lnTo>
                <a:lnTo>
                  <a:pt x="3338" y="6034"/>
                </a:lnTo>
                <a:lnTo>
                  <a:pt x="3423" y="5991"/>
                </a:lnTo>
                <a:lnTo>
                  <a:pt x="3423" y="5991"/>
                </a:lnTo>
                <a:lnTo>
                  <a:pt x="3509" y="5905"/>
                </a:lnTo>
                <a:lnTo>
                  <a:pt x="3573" y="5777"/>
                </a:lnTo>
                <a:lnTo>
                  <a:pt x="3616" y="5649"/>
                </a:lnTo>
                <a:lnTo>
                  <a:pt x="3637" y="5499"/>
                </a:lnTo>
                <a:lnTo>
                  <a:pt x="3659" y="5349"/>
                </a:lnTo>
                <a:lnTo>
                  <a:pt x="3637" y="5199"/>
                </a:lnTo>
                <a:lnTo>
                  <a:pt x="3616" y="5071"/>
                </a:lnTo>
                <a:lnTo>
                  <a:pt x="3573" y="4943"/>
                </a:lnTo>
                <a:lnTo>
                  <a:pt x="3573" y="4943"/>
                </a:lnTo>
                <a:lnTo>
                  <a:pt x="3509" y="4836"/>
                </a:lnTo>
                <a:lnTo>
                  <a:pt x="3423" y="4729"/>
                </a:lnTo>
                <a:lnTo>
                  <a:pt x="3338" y="4643"/>
                </a:lnTo>
                <a:lnTo>
                  <a:pt x="3209" y="4557"/>
                </a:lnTo>
                <a:lnTo>
                  <a:pt x="3209" y="4557"/>
                </a:lnTo>
                <a:close/>
                <a:moveTo>
                  <a:pt x="3167" y="5349"/>
                </a:moveTo>
                <a:lnTo>
                  <a:pt x="3167" y="5349"/>
                </a:lnTo>
                <a:lnTo>
                  <a:pt x="3167" y="5477"/>
                </a:lnTo>
                <a:lnTo>
                  <a:pt x="3167" y="5542"/>
                </a:lnTo>
                <a:lnTo>
                  <a:pt x="3102" y="5606"/>
                </a:lnTo>
                <a:lnTo>
                  <a:pt x="2995" y="5649"/>
                </a:lnTo>
                <a:lnTo>
                  <a:pt x="2995" y="5649"/>
                </a:lnTo>
                <a:lnTo>
                  <a:pt x="2846" y="5691"/>
                </a:lnTo>
                <a:lnTo>
                  <a:pt x="2781" y="5691"/>
                </a:lnTo>
                <a:lnTo>
                  <a:pt x="2739" y="5691"/>
                </a:lnTo>
                <a:lnTo>
                  <a:pt x="2696" y="5649"/>
                </a:lnTo>
                <a:lnTo>
                  <a:pt x="2674" y="5627"/>
                </a:lnTo>
                <a:lnTo>
                  <a:pt x="2632" y="5477"/>
                </a:lnTo>
                <a:lnTo>
                  <a:pt x="2632" y="5477"/>
                </a:lnTo>
                <a:lnTo>
                  <a:pt x="2589" y="5221"/>
                </a:lnTo>
                <a:lnTo>
                  <a:pt x="2568" y="5092"/>
                </a:lnTo>
                <a:lnTo>
                  <a:pt x="2525" y="4985"/>
                </a:lnTo>
                <a:lnTo>
                  <a:pt x="2525" y="4985"/>
                </a:lnTo>
                <a:lnTo>
                  <a:pt x="2525" y="4921"/>
                </a:lnTo>
                <a:lnTo>
                  <a:pt x="2525" y="4857"/>
                </a:lnTo>
                <a:lnTo>
                  <a:pt x="2503" y="4814"/>
                </a:lnTo>
                <a:lnTo>
                  <a:pt x="2439" y="4793"/>
                </a:lnTo>
                <a:lnTo>
                  <a:pt x="2439" y="4793"/>
                </a:lnTo>
                <a:lnTo>
                  <a:pt x="2375" y="4793"/>
                </a:lnTo>
                <a:lnTo>
                  <a:pt x="2311" y="4814"/>
                </a:lnTo>
                <a:lnTo>
                  <a:pt x="2289" y="4878"/>
                </a:lnTo>
                <a:lnTo>
                  <a:pt x="2268" y="4943"/>
                </a:lnTo>
                <a:lnTo>
                  <a:pt x="2268" y="4943"/>
                </a:lnTo>
                <a:lnTo>
                  <a:pt x="2289" y="4985"/>
                </a:lnTo>
                <a:lnTo>
                  <a:pt x="2311" y="5028"/>
                </a:lnTo>
                <a:lnTo>
                  <a:pt x="2332" y="5114"/>
                </a:lnTo>
                <a:lnTo>
                  <a:pt x="2332" y="5114"/>
                </a:lnTo>
                <a:lnTo>
                  <a:pt x="2332" y="5242"/>
                </a:lnTo>
                <a:lnTo>
                  <a:pt x="2311" y="5371"/>
                </a:lnTo>
                <a:lnTo>
                  <a:pt x="2311" y="5371"/>
                </a:lnTo>
                <a:lnTo>
                  <a:pt x="2311" y="5520"/>
                </a:lnTo>
                <a:lnTo>
                  <a:pt x="2289" y="5649"/>
                </a:lnTo>
                <a:lnTo>
                  <a:pt x="2268" y="5691"/>
                </a:lnTo>
                <a:lnTo>
                  <a:pt x="2225" y="5734"/>
                </a:lnTo>
                <a:lnTo>
                  <a:pt x="2161" y="5756"/>
                </a:lnTo>
                <a:lnTo>
                  <a:pt x="2097" y="5777"/>
                </a:lnTo>
                <a:lnTo>
                  <a:pt x="2097" y="5777"/>
                </a:lnTo>
                <a:lnTo>
                  <a:pt x="1968" y="5777"/>
                </a:lnTo>
                <a:lnTo>
                  <a:pt x="1926" y="5756"/>
                </a:lnTo>
                <a:lnTo>
                  <a:pt x="1904" y="5713"/>
                </a:lnTo>
                <a:lnTo>
                  <a:pt x="1861" y="5627"/>
                </a:lnTo>
                <a:lnTo>
                  <a:pt x="1861" y="5627"/>
                </a:lnTo>
                <a:lnTo>
                  <a:pt x="1840" y="5499"/>
                </a:lnTo>
                <a:lnTo>
                  <a:pt x="1819" y="5328"/>
                </a:lnTo>
                <a:lnTo>
                  <a:pt x="1819" y="5157"/>
                </a:lnTo>
                <a:lnTo>
                  <a:pt x="1840" y="5050"/>
                </a:lnTo>
                <a:lnTo>
                  <a:pt x="1840" y="5050"/>
                </a:lnTo>
                <a:lnTo>
                  <a:pt x="1861" y="4985"/>
                </a:lnTo>
                <a:lnTo>
                  <a:pt x="1904" y="4964"/>
                </a:lnTo>
                <a:lnTo>
                  <a:pt x="2011" y="4900"/>
                </a:lnTo>
                <a:lnTo>
                  <a:pt x="2118" y="4836"/>
                </a:lnTo>
                <a:lnTo>
                  <a:pt x="2204" y="4771"/>
                </a:lnTo>
                <a:lnTo>
                  <a:pt x="2204" y="4771"/>
                </a:lnTo>
                <a:lnTo>
                  <a:pt x="2247" y="4707"/>
                </a:lnTo>
                <a:lnTo>
                  <a:pt x="2268" y="4643"/>
                </a:lnTo>
                <a:lnTo>
                  <a:pt x="2289" y="4515"/>
                </a:lnTo>
                <a:lnTo>
                  <a:pt x="2268" y="4386"/>
                </a:lnTo>
                <a:lnTo>
                  <a:pt x="2225" y="4237"/>
                </a:lnTo>
                <a:lnTo>
                  <a:pt x="2225" y="4237"/>
                </a:lnTo>
                <a:lnTo>
                  <a:pt x="2204" y="4108"/>
                </a:lnTo>
                <a:lnTo>
                  <a:pt x="2182" y="3980"/>
                </a:lnTo>
                <a:lnTo>
                  <a:pt x="2182" y="3830"/>
                </a:lnTo>
                <a:lnTo>
                  <a:pt x="2204" y="3766"/>
                </a:lnTo>
                <a:lnTo>
                  <a:pt x="2225" y="3702"/>
                </a:lnTo>
                <a:lnTo>
                  <a:pt x="2225" y="3702"/>
                </a:lnTo>
                <a:lnTo>
                  <a:pt x="2311" y="3616"/>
                </a:lnTo>
                <a:lnTo>
                  <a:pt x="2418" y="3573"/>
                </a:lnTo>
                <a:lnTo>
                  <a:pt x="2461" y="3573"/>
                </a:lnTo>
                <a:lnTo>
                  <a:pt x="2503" y="3595"/>
                </a:lnTo>
                <a:lnTo>
                  <a:pt x="2546" y="3616"/>
                </a:lnTo>
                <a:lnTo>
                  <a:pt x="2568" y="3680"/>
                </a:lnTo>
                <a:lnTo>
                  <a:pt x="2568" y="3680"/>
                </a:lnTo>
                <a:lnTo>
                  <a:pt x="2589" y="3744"/>
                </a:lnTo>
                <a:lnTo>
                  <a:pt x="2589" y="3809"/>
                </a:lnTo>
                <a:lnTo>
                  <a:pt x="2568" y="3958"/>
                </a:lnTo>
                <a:lnTo>
                  <a:pt x="2503" y="4237"/>
                </a:lnTo>
                <a:lnTo>
                  <a:pt x="2503" y="4237"/>
                </a:lnTo>
                <a:lnTo>
                  <a:pt x="2461" y="4386"/>
                </a:lnTo>
                <a:lnTo>
                  <a:pt x="2461" y="4493"/>
                </a:lnTo>
                <a:lnTo>
                  <a:pt x="2503" y="4557"/>
                </a:lnTo>
                <a:lnTo>
                  <a:pt x="2610" y="4664"/>
                </a:lnTo>
                <a:lnTo>
                  <a:pt x="2610" y="4664"/>
                </a:lnTo>
                <a:lnTo>
                  <a:pt x="2739" y="4729"/>
                </a:lnTo>
                <a:lnTo>
                  <a:pt x="2867" y="4793"/>
                </a:lnTo>
                <a:lnTo>
                  <a:pt x="2995" y="4878"/>
                </a:lnTo>
                <a:lnTo>
                  <a:pt x="3102" y="4964"/>
                </a:lnTo>
                <a:lnTo>
                  <a:pt x="3102" y="4964"/>
                </a:lnTo>
                <a:lnTo>
                  <a:pt x="3124" y="5028"/>
                </a:lnTo>
                <a:lnTo>
                  <a:pt x="3167" y="5157"/>
                </a:lnTo>
                <a:lnTo>
                  <a:pt x="3188" y="5285"/>
                </a:lnTo>
                <a:lnTo>
                  <a:pt x="3188" y="5328"/>
                </a:lnTo>
                <a:lnTo>
                  <a:pt x="3167" y="5349"/>
                </a:lnTo>
                <a:lnTo>
                  <a:pt x="3167" y="5349"/>
                </a:lnTo>
                <a:close/>
                <a:moveTo>
                  <a:pt x="4279" y="3787"/>
                </a:moveTo>
                <a:lnTo>
                  <a:pt x="4279" y="3787"/>
                </a:lnTo>
                <a:lnTo>
                  <a:pt x="4322" y="3744"/>
                </a:lnTo>
                <a:lnTo>
                  <a:pt x="4365" y="3702"/>
                </a:lnTo>
                <a:lnTo>
                  <a:pt x="4429" y="3595"/>
                </a:lnTo>
                <a:lnTo>
                  <a:pt x="4450" y="3552"/>
                </a:lnTo>
                <a:lnTo>
                  <a:pt x="4493" y="3530"/>
                </a:lnTo>
                <a:lnTo>
                  <a:pt x="4557" y="3530"/>
                </a:lnTo>
                <a:lnTo>
                  <a:pt x="4621" y="3573"/>
                </a:lnTo>
                <a:lnTo>
                  <a:pt x="4621" y="3573"/>
                </a:lnTo>
                <a:lnTo>
                  <a:pt x="4686" y="3616"/>
                </a:lnTo>
                <a:lnTo>
                  <a:pt x="4728" y="3680"/>
                </a:lnTo>
                <a:lnTo>
                  <a:pt x="4814" y="3809"/>
                </a:lnTo>
                <a:lnTo>
                  <a:pt x="4857" y="3873"/>
                </a:lnTo>
                <a:lnTo>
                  <a:pt x="4921" y="3894"/>
                </a:lnTo>
                <a:lnTo>
                  <a:pt x="5007" y="3916"/>
                </a:lnTo>
                <a:lnTo>
                  <a:pt x="5114" y="3894"/>
                </a:lnTo>
                <a:lnTo>
                  <a:pt x="5114" y="3894"/>
                </a:lnTo>
                <a:lnTo>
                  <a:pt x="5199" y="3851"/>
                </a:lnTo>
                <a:lnTo>
                  <a:pt x="5242" y="3809"/>
                </a:lnTo>
                <a:lnTo>
                  <a:pt x="5349" y="3702"/>
                </a:lnTo>
                <a:lnTo>
                  <a:pt x="5456" y="3637"/>
                </a:lnTo>
                <a:lnTo>
                  <a:pt x="5499" y="3616"/>
                </a:lnTo>
                <a:lnTo>
                  <a:pt x="5563" y="3637"/>
                </a:lnTo>
                <a:lnTo>
                  <a:pt x="5563" y="3637"/>
                </a:lnTo>
                <a:lnTo>
                  <a:pt x="5606" y="3680"/>
                </a:lnTo>
                <a:lnTo>
                  <a:pt x="5670" y="3766"/>
                </a:lnTo>
                <a:lnTo>
                  <a:pt x="5713" y="3851"/>
                </a:lnTo>
                <a:lnTo>
                  <a:pt x="5777" y="3916"/>
                </a:lnTo>
                <a:lnTo>
                  <a:pt x="5777" y="3916"/>
                </a:lnTo>
                <a:lnTo>
                  <a:pt x="5841" y="3958"/>
                </a:lnTo>
                <a:lnTo>
                  <a:pt x="5905" y="4001"/>
                </a:lnTo>
                <a:lnTo>
                  <a:pt x="5969" y="4023"/>
                </a:lnTo>
                <a:lnTo>
                  <a:pt x="6055" y="4023"/>
                </a:lnTo>
                <a:lnTo>
                  <a:pt x="6055" y="4023"/>
                </a:lnTo>
                <a:lnTo>
                  <a:pt x="6119" y="3980"/>
                </a:lnTo>
                <a:lnTo>
                  <a:pt x="6162" y="3937"/>
                </a:lnTo>
                <a:lnTo>
                  <a:pt x="6248" y="3809"/>
                </a:lnTo>
                <a:lnTo>
                  <a:pt x="6333" y="3702"/>
                </a:lnTo>
                <a:lnTo>
                  <a:pt x="6376" y="3637"/>
                </a:lnTo>
                <a:lnTo>
                  <a:pt x="6419" y="3616"/>
                </a:lnTo>
                <a:lnTo>
                  <a:pt x="6419" y="3616"/>
                </a:lnTo>
                <a:lnTo>
                  <a:pt x="6483" y="3595"/>
                </a:lnTo>
                <a:lnTo>
                  <a:pt x="6547" y="3616"/>
                </a:lnTo>
                <a:lnTo>
                  <a:pt x="6697" y="3723"/>
                </a:lnTo>
                <a:lnTo>
                  <a:pt x="6847" y="3830"/>
                </a:lnTo>
                <a:lnTo>
                  <a:pt x="6911" y="3873"/>
                </a:lnTo>
                <a:lnTo>
                  <a:pt x="6996" y="3873"/>
                </a:lnTo>
                <a:lnTo>
                  <a:pt x="6996" y="3873"/>
                </a:lnTo>
                <a:lnTo>
                  <a:pt x="7103" y="3873"/>
                </a:lnTo>
                <a:lnTo>
                  <a:pt x="7168" y="3851"/>
                </a:lnTo>
                <a:lnTo>
                  <a:pt x="7210" y="3809"/>
                </a:lnTo>
                <a:lnTo>
                  <a:pt x="7253" y="3766"/>
                </a:lnTo>
                <a:lnTo>
                  <a:pt x="7339" y="3637"/>
                </a:lnTo>
                <a:lnTo>
                  <a:pt x="7424" y="3509"/>
                </a:lnTo>
                <a:lnTo>
                  <a:pt x="7424" y="3509"/>
                </a:lnTo>
                <a:lnTo>
                  <a:pt x="7510" y="3423"/>
                </a:lnTo>
                <a:lnTo>
                  <a:pt x="7574" y="3317"/>
                </a:lnTo>
                <a:lnTo>
                  <a:pt x="7595" y="3274"/>
                </a:lnTo>
                <a:lnTo>
                  <a:pt x="7595" y="3210"/>
                </a:lnTo>
                <a:lnTo>
                  <a:pt x="7574" y="3167"/>
                </a:lnTo>
                <a:lnTo>
                  <a:pt x="7489" y="3103"/>
                </a:lnTo>
                <a:lnTo>
                  <a:pt x="7489" y="3103"/>
                </a:lnTo>
                <a:lnTo>
                  <a:pt x="7403" y="3081"/>
                </a:lnTo>
                <a:lnTo>
                  <a:pt x="7339" y="3103"/>
                </a:lnTo>
                <a:lnTo>
                  <a:pt x="7275" y="3124"/>
                </a:lnTo>
                <a:lnTo>
                  <a:pt x="7232" y="3167"/>
                </a:lnTo>
                <a:lnTo>
                  <a:pt x="7125" y="3295"/>
                </a:lnTo>
                <a:lnTo>
                  <a:pt x="7082" y="3338"/>
                </a:lnTo>
                <a:lnTo>
                  <a:pt x="7018" y="3359"/>
                </a:lnTo>
                <a:lnTo>
                  <a:pt x="7018" y="3359"/>
                </a:lnTo>
                <a:lnTo>
                  <a:pt x="6975" y="3359"/>
                </a:lnTo>
                <a:lnTo>
                  <a:pt x="6911" y="3338"/>
                </a:lnTo>
                <a:lnTo>
                  <a:pt x="6825" y="3252"/>
                </a:lnTo>
                <a:lnTo>
                  <a:pt x="6740" y="3167"/>
                </a:lnTo>
                <a:lnTo>
                  <a:pt x="6697" y="3145"/>
                </a:lnTo>
                <a:lnTo>
                  <a:pt x="6633" y="3124"/>
                </a:lnTo>
                <a:lnTo>
                  <a:pt x="6633" y="3124"/>
                </a:lnTo>
                <a:lnTo>
                  <a:pt x="6547" y="3103"/>
                </a:lnTo>
                <a:lnTo>
                  <a:pt x="6462" y="3124"/>
                </a:lnTo>
                <a:lnTo>
                  <a:pt x="6376" y="3167"/>
                </a:lnTo>
                <a:lnTo>
                  <a:pt x="6312" y="3210"/>
                </a:lnTo>
                <a:lnTo>
                  <a:pt x="6183" y="3317"/>
                </a:lnTo>
                <a:lnTo>
                  <a:pt x="6119" y="3359"/>
                </a:lnTo>
                <a:lnTo>
                  <a:pt x="6055" y="3381"/>
                </a:lnTo>
                <a:lnTo>
                  <a:pt x="6055" y="3381"/>
                </a:lnTo>
                <a:lnTo>
                  <a:pt x="5991" y="3359"/>
                </a:lnTo>
                <a:lnTo>
                  <a:pt x="5948" y="3338"/>
                </a:lnTo>
                <a:lnTo>
                  <a:pt x="5841" y="3252"/>
                </a:lnTo>
                <a:lnTo>
                  <a:pt x="5755" y="3145"/>
                </a:lnTo>
                <a:lnTo>
                  <a:pt x="5691" y="3124"/>
                </a:lnTo>
                <a:lnTo>
                  <a:pt x="5627" y="3103"/>
                </a:lnTo>
                <a:lnTo>
                  <a:pt x="5627" y="3103"/>
                </a:lnTo>
                <a:lnTo>
                  <a:pt x="5542" y="3103"/>
                </a:lnTo>
                <a:lnTo>
                  <a:pt x="5456" y="3124"/>
                </a:lnTo>
                <a:lnTo>
                  <a:pt x="5392" y="3167"/>
                </a:lnTo>
                <a:lnTo>
                  <a:pt x="5328" y="3231"/>
                </a:lnTo>
                <a:lnTo>
                  <a:pt x="5199" y="3359"/>
                </a:lnTo>
                <a:lnTo>
                  <a:pt x="5135" y="3423"/>
                </a:lnTo>
                <a:lnTo>
                  <a:pt x="5071" y="3466"/>
                </a:lnTo>
                <a:lnTo>
                  <a:pt x="5071" y="3466"/>
                </a:lnTo>
                <a:lnTo>
                  <a:pt x="5007" y="3466"/>
                </a:lnTo>
                <a:lnTo>
                  <a:pt x="4964" y="3466"/>
                </a:lnTo>
                <a:lnTo>
                  <a:pt x="4921" y="3423"/>
                </a:lnTo>
                <a:lnTo>
                  <a:pt x="4878" y="3381"/>
                </a:lnTo>
                <a:lnTo>
                  <a:pt x="4793" y="3295"/>
                </a:lnTo>
                <a:lnTo>
                  <a:pt x="4728" y="3252"/>
                </a:lnTo>
                <a:lnTo>
                  <a:pt x="4664" y="3210"/>
                </a:lnTo>
                <a:lnTo>
                  <a:pt x="4664" y="3210"/>
                </a:lnTo>
                <a:lnTo>
                  <a:pt x="4600" y="3188"/>
                </a:lnTo>
                <a:lnTo>
                  <a:pt x="4515" y="3188"/>
                </a:lnTo>
                <a:lnTo>
                  <a:pt x="4429" y="3210"/>
                </a:lnTo>
                <a:lnTo>
                  <a:pt x="4365" y="3231"/>
                </a:lnTo>
                <a:lnTo>
                  <a:pt x="4236" y="3338"/>
                </a:lnTo>
                <a:lnTo>
                  <a:pt x="4151" y="3466"/>
                </a:lnTo>
                <a:lnTo>
                  <a:pt x="4151" y="3466"/>
                </a:lnTo>
                <a:lnTo>
                  <a:pt x="4087" y="3595"/>
                </a:lnTo>
                <a:lnTo>
                  <a:pt x="4087" y="3659"/>
                </a:lnTo>
                <a:lnTo>
                  <a:pt x="4087" y="3723"/>
                </a:lnTo>
                <a:lnTo>
                  <a:pt x="4087" y="3787"/>
                </a:lnTo>
                <a:lnTo>
                  <a:pt x="4129" y="3830"/>
                </a:lnTo>
                <a:lnTo>
                  <a:pt x="4194" y="3830"/>
                </a:lnTo>
                <a:lnTo>
                  <a:pt x="4279" y="3787"/>
                </a:lnTo>
                <a:lnTo>
                  <a:pt x="4279" y="3787"/>
                </a:lnTo>
                <a:close/>
                <a:moveTo>
                  <a:pt x="4921" y="4643"/>
                </a:moveTo>
                <a:lnTo>
                  <a:pt x="4921" y="4643"/>
                </a:lnTo>
                <a:lnTo>
                  <a:pt x="6996" y="4557"/>
                </a:lnTo>
                <a:lnTo>
                  <a:pt x="6996" y="4557"/>
                </a:lnTo>
                <a:lnTo>
                  <a:pt x="7168" y="4557"/>
                </a:lnTo>
                <a:lnTo>
                  <a:pt x="7424" y="4536"/>
                </a:lnTo>
                <a:lnTo>
                  <a:pt x="7553" y="4493"/>
                </a:lnTo>
                <a:lnTo>
                  <a:pt x="7638" y="4450"/>
                </a:lnTo>
                <a:lnTo>
                  <a:pt x="7660" y="4429"/>
                </a:lnTo>
                <a:lnTo>
                  <a:pt x="7681" y="4386"/>
                </a:lnTo>
                <a:lnTo>
                  <a:pt x="7681" y="4344"/>
                </a:lnTo>
                <a:lnTo>
                  <a:pt x="7660" y="4279"/>
                </a:lnTo>
                <a:lnTo>
                  <a:pt x="7660" y="4279"/>
                </a:lnTo>
                <a:lnTo>
                  <a:pt x="7638" y="4237"/>
                </a:lnTo>
                <a:lnTo>
                  <a:pt x="7595" y="4215"/>
                </a:lnTo>
                <a:lnTo>
                  <a:pt x="7510" y="4172"/>
                </a:lnTo>
                <a:lnTo>
                  <a:pt x="7403" y="4151"/>
                </a:lnTo>
                <a:lnTo>
                  <a:pt x="7253" y="4151"/>
                </a:lnTo>
                <a:lnTo>
                  <a:pt x="6996" y="4194"/>
                </a:lnTo>
                <a:lnTo>
                  <a:pt x="6804" y="4215"/>
                </a:lnTo>
                <a:lnTo>
                  <a:pt x="6804" y="4215"/>
                </a:lnTo>
                <a:lnTo>
                  <a:pt x="5734" y="4258"/>
                </a:lnTo>
                <a:lnTo>
                  <a:pt x="4664" y="4301"/>
                </a:lnTo>
                <a:lnTo>
                  <a:pt x="4664" y="4301"/>
                </a:lnTo>
                <a:lnTo>
                  <a:pt x="4515" y="4301"/>
                </a:lnTo>
                <a:lnTo>
                  <a:pt x="4279" y="4322"/>
                </a:lnTo>
                <a:lnTo>
                  <a:pt x="4172" y="4344"/>
                </a:lnTo>
                <a:lnTo>
                  <a:pt x="4087" y="4386"/>
                </a:lnTo>
                <a:lnTo>
                  <a:pt x="4065" y="4408"/>
                </a:lnTo>
                <a:lnTo>
                  <a:pt x="4044" y="4450"/>
                </a:lnTo>
                <a:lnTo>
                  <a:pt x="4044" y="4493"/>
                </a:lnTo>
                <a:lnTo>
                  <a:pt x="4065" y="4536"/>
                </a:lnTo>
                <a:lnTo>
                  <a:pt x="4065" y="4536"/>
                </a:lnTo>
                <a:lnTo>
                  <a:pt x="4108" y="4600"/>
                </a:lnTo>
                <a:lnTo>
                  <a:pt x="4215" y="4643"/>
                </a:lnTo>
                <a:lnTo>
                  <a:pt x="4322" y="4664"/>
                </a:lnTo>
                <a:lnTo>
                  <a:pt x="4450" y="4664"/>
                </a:lnTo>
                <a:lnTo>
                  <a:pt x="4728" y="4643"/>
                </a:lnTo>
                <a:lnTo>
                  <a:pt x="4921" y="4643"/>
                </a:lnTo>
                <a:lnTo>
                  <a:pt x="4921" y="4643"/>
                </a:lnTo>
                <a:close/>
                <a:moveTo>
                  <a:pt x="6419" y="5477"/>
                </a:moveTo>
                <a:lnTo>
                  <a:pt x="6419" y="5477"/>
                </a:lnTo>
                <a:lnTo>
                  <a:pt x="6141" y="5456"/>
                </a:lnTo>
                <a:lnTo>
                  <a:pt x="5884" y="5477"/>
                </a:lnTo>
                <a:lnTo>
                  <a:pt x="5349" y="5499"/>
                </a:lnTo>
                <a:lnTo>
                  <a:pt x="5349" y="5499"/>
                </a:lnTo>
                <a:lnTo>
                  <a:pt x="4878" y="5520"/>
                </a:lnTo>
                <a:lnTo>
                  <a:pt x="4643" y="5542"/>
                </a:lnTo>
                <a:lnTo>
                  <a:pt x="4408" y="5606"/>
                </a:lnTo>
                <a:lnTo>
                  <a:pt x="4408" y="5606"/>
                </a:lnTo>
                <a:lnTo>
                  <a:pt x="4279" y="5649"/>
                </a:lnTo>
                <a:lnTo>
                  <a:pt x="4194" y="5713"/>
                </a:lnTo>
                <a:lnTo>
                  <a:pt x="4172" y="5756"/>
                </a:lnTo>
                <a:lnTo>
                  <a:pt x="4172" y="5798"/>
                </a:lnTo>
                <a:lnTo>
                  <a:pt x="4194" y="5841"/>
                </a:lnTo>
                <a:lnTo>
                  <a:pt x="4258" y="5884"/>
                </a:lnTo>
                <a:lnTo>
                  <a:pt x="4258" y="5884"/>
                </a:lnTo>
                <a:lnTo>
                  <a:pt x="4343" y="5905"/>
                </a:lnTo>
                <a:lnTo>
                  <a:pt x="4472" y="5884"/>
                </a:lnTo>
                <a:lnTo>
                  <a:pt x="4707" y="5841"/>
                </a:lnTo>
                <a:lnTo>
                  <a:pt x="4707" y="5841"/>
                </a:lnTo>
                <a:lnTo>
                  <a:pt x="4985" y="5841"/>
                </a:lnTo>
                <a:lnTo>
                  <a:pt x="5263" y="5820"/>
                </a:lnTo>
                <a:lnTo>
                  <a:pt x="5263" y="5820"/>
                </a:lnTo>
                <a:lnTo>
                  <a:pt x="6162" y="5798"/>
                </a:lnTo>
                <a:lnTo>
                  <a:pt x="7061" y="5777"/>
                </a:lnTo>
                <a:lnTo>
                  <a:pt x="7061" y="5777"/>
                </a:lnTo>
                <a:lnTo>
                  <a:pt x="7210" y="5777"/>
                </a:lnTo>
                <a:lnTo>
                  <a:pt x="7382" y="5734"/>
                </a:lnTo>
                <a:lnTo>
                  <a:pt x="7446" y="5691"/>
                </a:lnTo>
                <a:lnTo>
                  <a:pt x="7489" y="5649"/>
                </a:lnTo>
                <a:lnTo>
                  <a:pt x="7489" y="5584"/>
                </a:lnTo>
                <a:lnTo>
                  <a:pt x="7403" y="5499"/>
                </a:lnTo>
                <a:lnTo>
                  <a:pt x="7403" y="5499"/>
                </a:lnTo>
                <a:lnTo>
                  <a:pt x="7339" y="5456"/>
                </a:lnTo>
                <a:lnTo>
                  <a:pt x="7210" y="5413"/>
                </a:lnTo>
                <a:lnTo>
                  <a:pt x="7082" y="5413"/>
                </a:lnTo>
                <a:lnTo>
                  <a:pt x="6932" y="5413"/>
                </a:lnTo>
                <a:lnTo>
                  <a:pt x="6419" y="5477"/>
                </a:lnTo>
                <a:lnTo>
                  <a:pt x="6419" y="5477"/>
                </a:lnTo>
                <a:close/>
                <a:moveTo>
                  <a:pt x="6911" y="4857"/>
                </a:moveTo>
                <a:lnTo>
                  <a:pt x="6911" y="4857"/>
                </a:lnTo>
                <a:lnTo>
                  <a:pt x="5884" y="4921"/>
                </a:lnTo>
                <a:lnTo>
                  <a:pt x="5370" y="4964"/>
                </a:lnTo>
                <a:lnTo>
                  <a:pt x="4835" y="4985"/>
                </a:lnTo>
                <a:lnTo>
                  <a:pt x="4835" y="4985"/>
                </a:lnTo>
                <a:lnTo>
                  <a:pt x="4707" y="4985"/>
                </a:lnTo>
                <a:lnTo>
                  <a:pt x="4515" y="4985"/>
                </a:lnTo>
                <a:lnTo>
                  <a:pt x="4408" y="5007"/>
                </a:lnTo>
                <a:lnTo>
                  <a:pt x="4322" y="5028"/>
                </a:lnTo>
                <a:lnTo>
                  <a:pt x="4258" y="5071"/>
                </a:lnTo>
                <a:lnTo>
                  <a:pt x="4258" y="5092"/>
                </a:lnTo>
                <a:lnTo>
                  <a:pt x="4258" y="5135"/>
                </a:lnTo>
                <a:lnTo>
                  <a:pt x="4258" y="5135"/>
                </a:lnTo>
                <a:lnTo>
                  <a:pt x="4258" y="5157"/>
                </a:lnTo>
                <a:lnTo>
                  <a:pt x="4301" y="5178"/>
                </a:lnTo>
                <a:lnTo>
                  <a:pt x="4386" y="5199"/>
                </a:lnTo>
                <a:lnTo>
                  <a:pt x="4664" y="5221"/>
                </a:lnTo>
                <a:lnTo>
                  <a:pt x="5156" y="5199"/>
                </a:lnTo>
                <a:lnTo>
                  <a:pt x="5156" y="5199"/>
                </a:lnTo>
                <a:lnTo>
                  <a:pt x="5413" y="5199"/>
                </a:lnTo>
                <a:lnTo>
                  <a:pt x="6012" y="5178"/>
                </a:lnTo>
                <a:lnTo>
                  <a:pt x="7018" y="5135"/>
                </a:lnTo>
                <a:lnTo>
                  <a:pt x="7018" y="5135"/>
                </a:lnTo>
                <a:lnTo>
                  <a:pt x="7189" y="5135"/>
                </a:lnTo>
                <a:lnTo>
                  <a:pt x="7467" y="5135"/>
                </a:lnTo>
                <a:lnTo>
                  <a:pt x="7595" y="5114"/>
                </a:lnTo>
                <a:lnTo>
                  <a:pt x="7681" y="5071"/>
                </a:lnTo>
                <a:lnTo>
                  <a:pt x="7724" y="5050"/>
                </a:lnTo>
                <a:lnTo>
                  <a:pt x="7724" y="5007"/>
                </a:lnTo>
                <a:lnTo>
                  <a:pt x="7745" y="4985"/>
                </a:lnTo>
                <a:lnTo>
                  <a:pt x="7724" y="4943"/>
                </a:lnTo>
                <a:lnTo>
                  <a:pt x="7724" y="4943"/>
                </a:lnTo>
                <a:lnTo>
                  <a:pt x="7660" y="4878"/>
                </a:lnTo>
                <a:lnTo>
                  <a:pt x="7574" y="4836"/>
                </a:lnTo>
                <a:lnTo>
                  <a:pt x="7467" y="4814"/>
                </a:lnTo>
                <a:lnTo>
                  <a:pt x="7339" y="4814"/>
                </a:lnTo>
                <a:lnTo>
                  <a:pt x="7082" y="4836"/>
                </a:lnTo>
                <a:lnTo>
                  <a:pt x="6911" y="4857"/>
                </a:lnTo>
                <a:lnTo>
                  <a:pt x="6911" y="4857"/>
                </a:lnTo>
                <a:close/>
                <a:moveTo>
                  <a:pt x="6697" y="6141"/>
                </a:moveTo>
                <a:lnTo>
                  <a:pt x="6697" y="6141"/>
                </a:lnTo>
                <a:lnTo>
                  <a:pt x="6526" y="6184"/>
                </a:lnTo>
                <a:lnTo>
                  <a:pt x="6376" y="6269"/>
                </a:lnTo>
                <a:lnTo>
                  <a:pt x="6312" y="6312"/>
                </a:lnTo>
                <a:lnTo>
                  <a:pt x="6269" y="6376"/>
                </a:lnTo>
                <a:lnTo>
                  <a:pt x="6226" y="6462"/>
                </a:lnTo>
                <a:lnTo>
                  <a:pt x="6226" y="6547"/>
                </a:lnTo>
                <a:lnTo>
                  <a:pt x="6226" y="6547"/>
                </a:lnTo>
                <a:lnTo>
                  <a:pt x="6226" y="6611"/>
                </a:lnTo>
                <a:lnTo>
                  <a:pt x="6248" y="6697"/>
                </a:lnTo>
                <a:lnTo>
                  <a:pt x="6290" y="6740"/>
                </a:lnTo>
                <a:lnTo>
                  <a:pt x="6355" y="6783"/>
                </a:lnTo>
                <a:lnTo>
                  <a:pt x="6483" y="6847"/>
                </a:lnTo>
                <a:lnTo>
                  <a:pt x="6633" y="6868"/>
                </a:lnTo>
                <a:lnTo>
                  <a:pt x="6633" y="6868"/>
                </a:lnTo>
                <a:lnTo>
                  <a:pt x="6740" y="6847"/>
                </a:lnTo>
                <a:lnTo>
                  <a:pt x="6825" y="6825"/>
                </a:lnTo>
                <a:lnTo>
                  <a:pt x="6889" y="6804"/>
                </a:lnTo>
                <a:lnTo>
                  <a:pt x="6954" y="6761"/>
                </a:lnTo>
                <a:lnTo>
                  <a:pt x="7018" y="6697"/>
                </a:lnTo>
                <a:lnTo>
                  <a:pt x="7039" y="6654"/>
                </a:lnTo>
                <a:lnTo>
                  <a:pt x="7082" y="6590"/>
                </a:lnTo>
                <a:lnTo>
                  <a:pt x="7082" y="6526"/>
                </a:lnTo>
                <a:lnTo>
                  <a:pt x="7082" y="6462"/>
                </a:lnTo>
                <a:lnTo>
                  <a:pt x="7082" y="6397"/>
                </a:lnTo>
                <a:lnTo>
                  <a:pt x="7061" y="6333"/>
                </a:lnTo>
                <a:lnTo>
                  <a:pt x="7018" y="6291"/>
                </a:lnTo>
                <a:lnTo>
                  <a:pt x="6954" y="6248"/>
                </a:lnTo>
                <a:lnTo>
                  <a:pt x="6889" y="6205"/>
                </a:lnTo>
                <a:lnTo>
                  <a:pt x="6804" y="6162"/>
                </a:lnTo>
                <a:lnTo>
                  <a:pt x="6697" y="6141"/>
                </a:lnTo>
                <a:lnTo>
                  <a:pt x="6697" y="6141"/>
                </a:lnTo>
                <a:close/>
                <a:moveTo>
                  <a:pt x="4686" y="1134"/>
                </a:moveTo>
                <a:lnTo>
                  <a:pt x="4686" y="1134"/>
                </a:lnTo>
                <a:lnTo>
                  <a:pt x="4686" y="1070"/>
                </a:lnTo>
                <a:lnTo>
                  <a:pt x="4664" y="1027"/>
                </a:lnTo>
                <a:lnTo>
                  <a:pt x="4643" y="984"/>
                </a:lnTo>
                <a:lnTo>
                  <a:pt x="4600" y="942"/>
                </a:lnTo>
                <a:lnTo>
                  <a:pt x="4493" y="899"/>
                </a:lnTo>
                <a:lnTo>
                  <a:pt x="4386" y="899"/>
                </a:lnTo>
                <a:lnTo>
                  <a:pt x="4279" y="920"/>
                </a:lnTo>
                <a:lnTo>
                  <a:pt x="4194" y="963"/>
                </a:lnTo>
                <a:lnTo>
                  <a:pt x="4108" y="1049"/>
                </a:lnTo>
                <a:lnTo>
                  <a:pt x="4108" y="1113"/>
                </a:lnTo>
                <a:lnTo>
                  <a:pt x="4087" y="1177"/>
                </a:lnTo>
                <a:lnTo>
                  <a:pt x="4087" y="1177"/>
                </a:lnTo>
                <a:lnTo>
                  <a:pt x="4087" y="1241"/>
                </a:lnTo>
                <a:lnTo>
                  <a:pt x="4108" y="1284"/>
                </a:lnTo>
                <a:lnTo>
                  <a:pt x="4151" y="1327"/>
                </a:lnTo>
                <a:lnTo>
                  <a:pt x="4172" y="1369"/>
                </a:lnTo>
                <a:lnTo>
                  <a:pt x="4279" y="1412"/>
                </a:lnTo>
                <a:lnTo>
                  <a:pt x="4386" y="1412"/>
                </a:lnTo>
                <a:lnTo>
                  <a:pt x="4493" y="1391"/>
                </a:lnTo>
                <a:lnTo>
                  <a:pt x="4579" y="1327"/>
                </a:lnTo>
                <a:lnTo>
                  <a:pt x="4664" y="1241"/>
                </a:lnTo>
                <a:lnTo>
                  <a:pt x="4686" y="1198"/>
                </a:lnTo>
                <a:lnTo>
                  <a:pt x="4686" y="1134"/>
                </a:lnTo>
                <a:lnTo>
                  <a:pt x="4686" y="1134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6" name="Google Shape;1086;p55"/>
          <p:cNvSpPr/>
          <p:nvPr/>
        </p:nvSpPr>
        <p:spPr>
          <a:xfrm>
            <a:off x="6623944" y="2555757"/>
            <a:ext cx="182743" cy="240577"/>
          </a:xfrm>
          <a:custGeom>
            <a:rect b="b" l="l" r="r" t="t"/>
            <a:pathLst>
              <a:path extrusionOk="0" h="8902" w="6762">
                <a:moveTo>
                  <a:pt x="1305" y="1092"/>
                </a:moveTo>
                <a:lnTo>
                  <a:pt x="1348" y="1135"/>
                </a:lnTo>
                <a:lnTo>
                  <a:pt x="1477" y="1263"/>
                </a:lnTo>
                <a:lnTo>
                  <a:pt x="1562" y="1434"/>
                </a:lnTo>
                <a:lnTo>
                  <a:pt x="1584" y="1499"/>
                </a:lnTo>
                <a:lnTo>
                  <a:pt x="1562" y="1541"/>
                </a:lnTo>
                <a:lnTo>
                  <a:pt x="1541" y="1541"/>
                </a:lnTo>
                <a:lnTo>
                  <a:pt x="1477" y="1520"/>
                </a:lnTo>
                <a:lnTo>
                  <a:pt x="1348" y="1370"/>
                </a:lnTo>
                <a:lnTo>
                  <a:pt x="1284" y="1306"/>
                </a:lnTo>
                <a:lnTo>
                  <a:pt x="1241" y="1220"/>
                </a:lnTo>
                <a:lnTo>
                  <a:pt x="1241" y="1156"/>
                </a:lnTo>
                <a:lnTo>
                  <a:pt x="1241" y="1113"/>
                </a:lnTo>
                <a:lnTo>
                  <a:pt x="1263" y="1092"/>
                </a:lnTo>
                <a:close/>
                <a:moveTo>
                  <a:pt x="792" y="1734"/>
                </a:moveTo>
                <a:lnTo>
                  <a:pt x="856" y="1755"/>
                </a:lnTo>
                <a:lnTo>
                  <a:pt x="878" y="1798"/>
                </a:lnTo>
                <a:lnTo>
                  <a:pt x="899" y="1841"/>
                </a:lnTo>
                <a:lnTo>
                  <a:pt x="878" y="1862"/>
                </a:lnTo>
                <a:lnTo>
                  <a:pt x="856" y="1905"/>
                </a:lnTo>
                <a:lnTo>
                  <a:pt x="813" y="1905"/>
                </a:lnTo>
                <a:lnTo>
                  <a:pt x="749" y="1926"/>
                </a:lnTo>
                <a:lnTo>
                  <a:pt x="706" y="1905"/>
                </a:lnTo>
                <a:lnTo>
                  <a:pt x="685" y="1884"/>
                </a:lnTo>
                <a:lnTo>
                  <a:pt x="685" y="1841"/>
                </a:lnTo>
                <a:lnTo>
                  <a:pt x="728" y="1777"/>
                </a:lnTo>
                <a:lnTo>
                  <a:pt x="749" y="1755"/>
                </a:lnTo>
                <a:lnTo>
                  <a:pt x="792" y="1734"/>
                </a:lnTo>
                <a:close/>
                <a:moveTo>
                  <a:pt x="2910" y="1670"/>
                </a:moveTo>
                <a:lnTo>
                  <a:pt x="2846" y="1712"/>
                </a:lnTo>
                <a:lnTo>
                  <a:pt x="2760" y="1755"/>
                </a:lnTo>
                <a:lnTo>
                  <a:pt x="2718" y="1819"/>
                </a:lnTo>
                <a:lnTo>
                  <a:pt x="2675" y="1884"/>
                </a:lnTo>
                <a:lnTo>
                  <a:pt x="2675" y="1926"/>
                </a:lnTo>
                <a:lnTo>
                  <a:pt x="2696" y="1969"/>
                </a:lnTo>
                <a:lnTo>
                  <a:pt x="2932" y="1969"/>
                </a:lnTo>
                <a:lnTo>
                  <a:pt x="3081" y="1991"/>
                </a:lnTo>
                <a:lnTo>
                  <a:pt x="3231" y="2033"/>
                </a:lnTo>
                <a:lnTo>
                  <a:pt x="3317" y="2033"/>
                </a:lnTo>
                <a:lnTo>
                  <a:pt x="3381" y="2012"/>
                </a:lnTo>
                <a:lnTo>
                  <a:pt x="3702" y="1969"/>
                </a:lnTo>
                <a:lnTo>
                  <a:pt x="4023" y="1948"/>
                </a:lnTo>
                <a:lnTo>
                  <a:pt x="4237" y="1948"/>
                </a:lnTo>
                <a:lnTo>
                  <a:pt x="4451" y="1926"/>
                </a:lnTo>
                <a:lnTo>
                  <a:pt x="4879" y="1905"/>
                </a:lnTo>
                <a:lnTo>
                  <a:pt x="5135" y="1905"/>
                </a:lnTo>
                <a:lnTo>
                  <a:pt x="5199" y="1884"/>
                </a:lnTo>
                <a:lnTo>
                  <a:pt x="5242" y="1862"/>
                </a:lnTo>
                <a:lnTo>
                  <a:pt x="5242" y="1819"/>
                </a:lnTo>
                <a:lnTo>
                  <a:pt x="5199" y="1755"/>
                </a:lnTo>
                <a:lnTo>
                  <a:pt x="5135" y="1712"/>
                </a:lnTo>
                <a:lnTo>
                  <a:pt x="5050" y="1691"/>
                </a:lnTo>
                <a:lnTo>
                  <a:pt x="4836" y="1691"/>
                </a:lnTo>
                <a:lnTo>
                  <a:pt x="4451" y="1734"/>
                </a:lnTo>
                <a:lnTo>
                  <a:pt x="4237" y="1755"/>
                </a:lnTo>
                <a:lnTo>
                  <a:pt x="4044" y="1755"/>
                </a:lnTo>
                <a:lnTo>
                  <a:pt x="3616" y="1734"/>
                </a:lnTo>
                <a:lnTo>
                  <a:pt x="3531" y="1755"/>
                </a:lnTo>
                <a:lnTo>
                  <a:pt x="3424" y="1777"/>
                </a:lnTo>
                <a:lnTo>
                  <a:pt x="3317" y="1798"/>
                </a:lnTo>
                <a:lnTo>
                  <a:pt x="3231" y="1798"/>
                </a:lnTo>
                <a:lnTo>
                  <a:pt x="3167" y="1777"/>
                </a:lnTo>
                <a:lnTo>
                  <a:pt x="3103" y="1734"/>
                </a:lnTo>
                <a:lnTo>
                  <a:pt x="3060" y="1691"/>
                </a:lnTo>
                <a:lnTo>
                  <a:pt x="2996" y="1670"/>
                </a:lnTo>
                <a:close/>
                <a:moveTo>
                  <a:pt x="4707" y="2654"/>
                </a:moveTo>
                <a:lnTo>
                  <a:pt x="4451" y="2675"/>
                </a:lnTo>
                <a:lnTo>
                  <a:pt x="4279" y="2697"/>
                </a:lnTo>
                <a:lnTo>
                  <a:pt x="3809" y="2739"/>
                </a:lnTo>
                <a:lnTo>
                  <a:pt x="3573" y="2761"/>
                </a:lnTo>
                <a:lnTo>
                  <a:pt x="3359" y="2761"/>
                </a:lnTo>
                <a:lnTo>
                  <a:pt x="3124" y="2739"/>
                </a:lnTo>
                <a:lnTo>
                  <a:pt x="2910" y="2697"/>
                </a:lnTo>
                <a:lnTo>
                  <a:pt x="2803" y="2675"/>
                </a:lnTo>
                <a:lnTo>
                  <a:pt x="2696" y="2697"/>
                </a:lnTo>
                <a:lnTo>
                  <a:pt x="2482" y="2718"/>
                </a:lnTo>
                <a:lnTo>
                  <a:pt x="2397" y="2697"/>
                </a:lnTo>
                <a:lnTo>
                  <a:pt x="2290" y="2675"/>
                </a:lnTo>
                <a:lnTo>
                  <a:pt x="2097" y="2675"/>
                </a:lnTo>
                <a:lnTo>
                  <a:pt x="2033" y="2718"/>
                </a:lnTo>
                <a:lnTo>
                  <a:pt x="1990" y="2761"/>
                </a:lnTo>
                <a:lnTo>
                  <a:pt x="1969" y="2825"/>
                </a:lnTo>
                <a:lnTo>
                  <a:pt x="1990" y="2846"/>
                </a:lnTo>
                <a:lnTo>
                  <a:pt x="2012" y="2868"/>
                </a:lnTo>
                <a:lnTo>
                  <a:pt x="2140" y="2889"/>
                </a:lnTo>
                <a:lnTo>
                  <a:pt x="2247" y="2911"/>
                </a:lnTo>
                <a:lnTo>
                  <a:pt x="2504" y="2932"/>
                </a:lnTo>
                <a:lnTo>
                  <a:pt x="2974" y="2932"/>
                </a:lnTo>
                <a:lnTo>
                  <a:pt x="3210" y="2953"/>
                </a:lnTo>
                <a:lnTo>
                  <a:pt x="3424" y="2953"/>
                </a:lnTo>
                <a:lnTo>
                  <a:pt x="3873" y="2932"/>
                </a:lnTo>
                <a:lnTo>
                  <a:pt x="4322" y="2889"/>
                </a:lnTo>
                <a:lnTo>
                  <a:pt x="5028" y="2889"/>
                </a:lnTo>
                <a:lnTo>
                  <a:pt x="5093" y="2868"/>
                </a:lnTo>
                <a:lnTo>
                  <a:pt x="5135" y="2846"/>
                </a:lnTo>
                <a:lnTo>
                  <a:pt x="5135" y="2804"/>
                </a:lnTo>
                <a:lnTo>
                  <a:pt x="5114" y="2739"/>
                </a:lnTo>
                <a:lnTo>
                  <a:pt x="5050" y="2697"/>
                </a:lnTo>
                <a:lnTo>
                  <a:pt x="4943" y="2675"/>
                </a:lnTo>
                <a:lnTo>
                  <a:pt x="4707" y="2654"/>
                </a:lnTo>
                <a:close/>
                <a:moveTo>
                  <a:pt x="3295" y="3424"/>
                </a:moveTo>
                <a:lnTo>
                  <a:pt x="3060" y="3467"/>
                </a:lnTo>
                <a:lnTo>
                  <a:pt x="2825" y="3531"/>
                </a:lnTo>
                <a:lnTo>
                  <a:pt x="2568" y="3574"/>
                </a:lnTo>
                <a:lnTo>
                  <a:pt x="2461" y="3595"/>
                </a:lnTo>
                <a:lnTo>
                  <a:pt x="2332" y="3574"/>
                </a:lnTo>
                <a:lnTo>
                  <a:pt x="2119" y="3531"/>
                </a:lnTo>
                <a:lnTo>
                  <a:pt x="1905" y="3531"/>
                </a:lnTo>
                <a:lnTo>
                  <a:pt x="1840" y="3553"/>
                </a:lnTo>
                <a:lnTo>
                  <a:pt x="1776" y="3595"/>
                </a:lnTo>
                <a:lnTo>
                  <a:pt x="1755" y="3617"/>
                </a:lnTo>
                <a:lnTo>
                  <a:pt x="1755" y="3638"/>
                </a:lnTo>
                <a:lnTo>
                  <a:pt x="1776" y="3681"/>
                </a:lnTo>
                <a:lnTo>
                  <a:pt x="1819" y="3702"/>
                </a:lnTo>
                <a:lnTo>
                  <a:pt x="1926" y="3766"/>
                </a:lnTo>
                <a:lnTo>
                  <a:pt x="2033" y="3788"/>
                </a:lnTo>
                <a:lnTo>
                  <a:pt x="2140" y="3831"/>
                </a:lnTo>
                <a:lnTo>
                  <a:pt x="2482" y="3831"/>
                </a:lnTo>
                <a:lnTo>
                  <a:pt x="2718" y="3788"/>
                </a:lnTo>
                <a:lnTo>
                  <a:pt x="3167" y="3681"/>
                </a:lnTo>
                <a:lnTo>
                  <a:pt x="3402" y="3659"/>
                </a:lnTo>
                <a:lnTo>
                  <a:pt x="3638" y="3638"/>
                </a:lnTo>
                <a:lnTo>
                  <a:pt x="3894" y="3659"/>
                </a:lnTo>
                <a:lnTo>
                  <a:pt x="4001" y="3681"/>
                </a:lnTo>
                <a:lnTo>
                  <a:pt x="4130" y="3681"/>
                </a:lnTo>
                <a:lnTo>
                  <a:pt x="4365" y="3638"/>
                </a:lnTo>
                <a:lnTo>
                  <a:pt x="4472" y="3638"/>
                </a:lnTo>
                <a:lnTo>
                  <a:pt x="4579" y="3659"/>
                </a:lnTo>
                <a:lnTo>
                  <a:pt x="4814" y="3745"/>
                </a:lnTo>
                <a:lnTo>
                  <a:pt x="4986" y="3745"/>
                </a:lnTo>
                <a:lnTo>
                  <a:pt x="5050" y="3702"/>
                </a:lnTo>
                <a:lnTo>
                  <a:pt x="5093" y="3659"/>
                </a:lnTo>
                <a:lnTo>
                  <a:pt x="5114" y="3595"/>
                </a:lnTo>
                <a:lnTo>
                  <a:pt x="5114" y="3553"/>
                </a:lnTo>
                <a:lnTo>
                  <a:pt x="5071" y="3488"/>
                </a:lnTo>
                <a:lnTo>
                  <a:pt x="4986" y="3467"/>
                </a:lnTo>
                <a:lnTo>
                  <a:pt x="4729" y="3467"/>
                </a:lnTo>
                <a:lnTo>
                  <a:pt x="4515" y="3424"/>
                </a:lnTo>
                <a:lnTo>
                  <a:pt x="4301" y="3424"/>
                </a:lnTo>
                <a:lnTo>
                  <a:pt x="4044" y="3446"/>
                </a:lnTo>
                <a:lnTo>
                  <a:pt x="3809" y="3424"/>
                </a:lnTo>
                <a:close/>
                <a:moveTo>
                  <a:pt x="2632" y="4237"/>
                </a:moveTo>
                <a:lnTo>
                  <a:pt x="2397" y="4259"/>
                </a:lnTo>
                <a:lnTo>
                  <a:pt x="1947" y="4366"/>
                </a:lnTo>
                <a:lnTo>
                  <a:pt x="1776" y="4430"/>
                </a:lnTo>
                <a:lnTo>
                  <a:pt x="1648" y="4515"/>
                </a:lnTo>
                <a:lnTo>
                  <a:pt x="1626" y="4558"/>
                </a:lnTo>
                <a:lnTo>
                  <a:pt x="1626" y="4580"/>
                </a:lnTo>
                <a:lnTo>
                  <a:pt x="1712" y="4601"/>
                </a:lnTo>
                <a:lnTo>
                  <a:pt x="1840" y="4601"/>
                </a:lnTo>
                <a:lnTo>
                  <a:pt x="2119" y="4580"/>
                </a:lnTo>
                <a:lnTo>
                  <a:pt x="2375" y="4537"/>
                </a:lnTo>
                <a:lnTo>
                  <a:pt x="2653" y="4494"/>
                </a:lnTo>
                <a:lnTo>
                  <a:pt x="2932" y="4494"/>
                </a:lnTo>
                <a:lnTo>
                  <a:pt x="3188" y="4537"/>
                </a:lnTo>
                <a:lnTo>
                  <a:pt x="3295" y="4558"/>
                </a:lnTo>
                <a:lnTo>
                  <a:pt x="3424" y="4558"/>
                </a:lnTo>
                <a:lnTo>
                  <a:pt x="3680" y="4494"/>
                </a:lnTo>
                <a:lnTo>
                  <a:pt x="3809" y="4473"/>
                </a:lnTo>
                <a:lnTo>
                  <a:pt x="3937" y="4515"/>
                </a:lnTo>
                <a:lnTo>
                  <a:pt x="4108" y="4558"/>
                </a:lnTo>
                <a:lnTo>
                  <a:pt x="4536" y="4558"/>
                </a:lnTo>
                <a:lnTo>
                  <a:pt x="4729" y="4537"/>
                </a:lnTo>
                <a:lnTo>
                  <a:pt x="4814" y="4515"/>
                </a:lnTo>
                <a:lnTo>
                  <a:pt x="4921" y="4494"/>
                </a:lnTo>
                <a:lnTo>
                  <a:pt x="4964" y="4473"/>
                </a:lnTo>
                <a:lnTo>
                  <a:pt x="5007" y="4451"/>
                </a:lnTo>
                <a:lnTo>
                  <a:pt x="5007" y="4408"/>
                </a:lnTo>
                <a:lnTo>
                  <a:pt x="5007" y="4366"/>
                </a:lnTo>
                <a:lnTo>
                  <a:pt x="4986" y="4323"/>
                </a:lnTo>
                <a:lnTo>
                  <a:pt x="4943" y="4301"/>
                </a:lnTo>
                <a:lnTo>
                  <a:pt x="4836" y="4280"/>
                </a:lnTo>
                <a:lnTo>
                  <a:pt x="4386" y="4280"/>
                </a:lnTo>
                <a:lnTo>
                  <a:pt x="4151" y="4259"/>
                </a:lnTo>
                <a:lnTo>
                  <a:pt x="3937" y="4237"/>
                </a:lnTo>
                <a:lnTo>
                  <a:pt x="3702" y="4237"/>
                </a:lnTo>
                <a:lnTo>
                  <a:pt x="3488" y="4280"/>
                </a:lnTo>
                <a:lnTo>
                  <a:pt x="3402" y="4323"/>
                </a:lnTo>
                <a:lnTo>
                  <a:pt x="3188" y="4323"/>
                </a:lnTo>
                <a:lnTo>
                  <a:pt x="3081" y="4301"/>
                </a:lnTo>
                <a:lnTo>
                  <a:pt x="2867" y="4237"/>
                </a:lnTo>
                <a:close/>
                <a:moveTo>
                  <a:pt x="2268" y="5050"/>
                </a:moveTo>
                <a:lnTo>
                  <a:pt x="2140" y="5072"/>
                </a:lnTo>
                <a:lnTo>
                  <a:pt x="2033" y="5114"/>
                </a:lnTo>
                <a:lnTo>
                  <a:pt x="1926" y="5157"/>
                </a:lnTo>
                <a:lnTo>
                  <a:pt x="1819" y="5200"/>
                </a:lnTo>
                <a:lnTo>
                  <a:pt x="1584" y="5200"/>
                </a:lnTo>
                <a:lnTo>
                  <a:pt x="1562" y="5221"/>
                </a:lnTo>
                <a:lnTo>
                  <a:pt x="1562" y="5243"/>
                </a:lnTo>
                <a:lnTo>
                  <a:pt x="1584" y="5264"/>
                </a:lnTo>
                <a:lnTo>
                  <a:pt x="1605" y="5307"/>
                </a:lnTo>
                <a:lnTo>
                  <a:pt x="1691" y="5328"/>
                </a:lnTo>
                <a:lnTo>
                  <a:pt x="1798" y="5328"/>
                </a:lnTo>
                <a:lnTo>
                  <a:pt x="1926" y="5307"/>
                </a:lnTo>
                <a:lnTo>
                  <a:pt x="2161" y="5243"/>
                </a:lnTo>
                <a:lnTo>
                  <a:pt x="2268" y="5221"/>
                </a:lnTo>
                <a:lnTo>
                  <a:pt x="2332" y="5221"/>
                </a:lnTo>
                <a:lnTo>
                  <a:pt x="2546" y="5264"/>
                </a:lnTo>
                <a:lnTo>
                  <a:pt x="2653" y="5286"/>
                </a:lnTo>
                <a:lnTo>
                  <a:pt x="2760" y="5286"/>
                </a:lnTo>
                <a:lnTo>
                  <a:pt x="2974" y="5243"/>
                </a:lnTo>
                <a:lnTo>
                  <a:pt x="3124" y="5200"/>
                </a:lnTo>
                <a:lnTo>
                  <a:pt x="3188" y="5179"/>
                </a:lnTo>
                <a:lnTo>
                  <a:pt x="3146" y="5136"/>
                </a:lnTo>
                <a:lnTo>
                  <a:pt x="3081" y="5093"/>
                </a:lnTo>
                <a:lnTo>
                  <a:pt x="2910" y="5093"/>
                </a:lnTo>
                <a:lnTo>
                  <a:pt x="2782" y="5114"/>
                </a:lnTo>
                <a:lnTo>
                  <a:pt x="2653" y="5136"/>
                </a:lnTo>
                <a:lnTo>
                  <a:pt x="2568" y="5114"/>
                </a:lnTo>
                <a:lnTo>
                  <a:pt x="2461" y="5093"/>
                </a:lnTo>
                <a:lnTo>
                  <a:pt x="2375" y="5072"/>
                </a:lnTo>
                <a:lnTo>
                  <a:pt x="2268" y="5050"/>
                </a:lnTo>
                <a:close/>
                <a:moveTo>
                  <a:pt x="4515" y="6034"/>
                </a:moveTo>
                <a:lnTo>
                  <a:pt x="4558" y="6120"/>
                </a:lnTo>
                <a:lnTo>
                  <a:pt x="4579" y="6270"/>
                </a:lnTo>
                <a:lnTo>
                  <a:pt x="4579" y="6313"/>
                </a:lnTo>
                <a:lnTo>
                  <a:pt x="4558" y="6377"/>
                </a:lnTo>
                <a:lnTo>
                  <a:pt x="4536" y="6398"/>
                </a:lnTo>
                <a:lnTo>
                  <a:pt x="4451" y="6398"/>
                </a:lnTo>
                <a:lnTo>
                  <a:pt x="4429" y="6377"/>
                </a:lnTo>
                <a:lnTo>
                  <a:pt x="4408" y="6334"/>
                </a:lnTo>
                <a:lnTo>
                  <a:pt x="4451" y="6206"/>
                </a:lnTo>
                <a:lnTo>
                  <a:pt x="4493" y="6077"/>
                </a:lnTo>
                <a:lnTo>
                  <a:pt x="4515" y="6034"/>
                </a:lnTo>
                <a:close/>
                <a:moveTo>
                  <a:pt x="5627" y="5478"/>
                </a:moveTo>
                <a:lnTo>
                  <a:pt x="5585" y="5500"/>
                </a:lnTo>
                <a:lnTo>
                  <a:pt x="5520" y="5542"/>
                </a:lnTo>
                <a:lnTo>
                  <a:pt x="5478" y="5606"/>
                </a:lnTo>
                <a:lnTo>
                  <a:pt x="5478" y="5692"/>
                </a:lnTo>
                <a:lnTo>
                  <a:pt x="5478" y="5756"/>
                </a:lnTo>
                <a:lnTo>
                  <a:pt x="5478" y="5842"/>
                </a:lnTo>
                <a:lnTo>
                  <a:pt x="5499" y="5992"/>
                </a:lnTo>
                <a:lnTo>
                  <a:pt x="5499" y="6077"/>
                </a:lnTo>
                <a:lnTo>
                  <a:pt x="5478" y="6141"/>
                </a:lnTo>
                <a:lnTo>
                  <a:pt x="5435" y="6184"/>
                </a:lnTo>
                <a:lnTo>
                  <a:pt x="5392" y="6227"/>
                </a:lnTo>
                <a:lnTo>
                  <a:pt x="5306" y="6291"/>
                </a:lnTo>
                <a:lnTo>
                  <a:pt x="5264" y="6313"/>
                </a:lnTo>
                <a:lnTo>
                  <a:pt x="5242" y="6355"/>
                </a:lnTo>
                <a:lnTo>
                  <a:pt x="5242" y="6420"/>
                </a:lnTo>
                <a:lnTo>
                  <a:pt x="5264" y="6484"/>
                </a:lnTo>
                <a:lnTo>
                  <a:pt x="5306" y="6527"/>
                </a:lnTo>
                <a:lnTo>
                  <a:pt x="5371" y="6548"/>
                </a:lnTo>
                <a:lnTo>
                  <a:pt x="5435" y="6569"/>
                </a:lnTo>
                <a:lnTo>
                  <a:pt x="5499" y="6591"/>
                </a:lnTo>
                <a:lnTo>
                  <a:pt x="5542" y="6655"/>
                </a:lnTo>
                <a:lnTo>
                  <a:pt x="5563" y="6698"/>
                </a:lnTo>
                <a:lnTo>
                  <a:pt x="5563" y="6762"/>
                </a:lnTo>
                <a:lnTo>
                  <a:pt x="5606" y="6826"/>
                </a:lnTo>
                <a:lnTo>
                  <a:pt x="5649" y="6869"/>
                </a:lnTo>
                <a:lnTo>
                  <a:pt x="5692" y="6890"/>
                </a:lnTo>
                <a:lnTo>
                  <a:pt x="5734" y="6912"/>
                </a:lnTo>
                <a:lnTo>
                  <a:pt x="5820" y="6912"/>
                </a:lnTo>
                <a:lnTo>
                  <a:pt x="5863" y="6869"/>
                </a:lnTo>
                <a:lnTo>
                  <a:pt x="5906" y="6826"/>
                </a:lnTo>
                <a:lnTo>
                  <a:pt x="5927" y="6783"/>
                </a:lnTo>
                <a:lnTo>
                  <a:pt x="5948" y="6698"/>
                </a:lnTo>
                <a:lnTo>
                  <a:pt x="5927" y="6633"/>
                </a:lnTo>
                <a:lnTo>
                  <a:pt x="5927" y="6548"/>
                </a:lnTo>
                <a:lnTo>
                  <a:pt x="5927" y="6462"/>
                </a:lnTo>
                <a:lnTo>
                  <a:pt x="5970" y="6441"/>
                </a:lnTo>
                <a:lnTo>
                  <a:pt x="5991" y="6398"/>
                </a:lnTo>
                <a:lnTo>
                  <a:pt x="6077" y="6355"/>
                </a:lnTo>
                <a:lnTo>
                  <a:pt x="6141" y="6248"/>
                </a:lnTo>
                <a:lnTo>
                  <a:pt x="6162" y="6206"/>
                </a:lnTo>
                <a:lnTo>
                  <a:pt x="6162" y="6141"/>
                </a:lnTo>
                <a:lnTo>
                  <a:pt x="6141" y="6099"/>
                </a:lnTo>
                <a:lnTo>
                  <a:pt x="6120" y="6056"/>
                </a:lnTo>
                <a:lnTo>
                  <a:pt x="6055" y="6034"/>
                </a:lnTo>
                <a:lnTo>
                  <a:pt x="5991" y="6013"/>
                </a:lnTo>
                <a:lnTo>
                  <a:pt x="5884" y="5970"/>
                </a:lnTo>
                <a:lnTo>
                  <a:pt x="5863" y="5949"/>
                </a:lnTo>
                <a:lnTo>
                  <a:pt x="5841" y="5927"/>
                </a:lnTo>
                <a:lnTo>
                  <a:pt x="5820" y="5713"/>
                </a:lnTo>
                <a:lnTo>
                  <a:pt x="5777" y="5585"/>
                </a:lnTo>
                <a:lnTo>
                  <a:pt x="5713" y="5500"/>
                </a:lnTo>
                <a:lnTo>
                  <a:pt x="5670" y="5478"/>
                </a:lnTo>
                <a:close/>
                <a:moveTo>
                  <a:pt x="4408" y="5307"/>
                </a:moveTo>
                <a:lnTo>
                  <a:pt x="4344" y="5328"/>
                </a:lnTo>
                <a:lnTo>
                  <a:pt x="4301" y="5371"/>
                </a:lnTo>
                <a:lnTo>
                  <a:pt x="4258" y="5435"/>
                </a:lnTo>
                <a:lnTo>
                  <a:pt x="4194" y="5564"/>
                </a:lnTo>
                <a:lnTo>
                  <a:pt x="4151" y="5735"/>
                </a:lnTo>
                <a:lnTo>
                  <a:pt x="4108" y="6120"/>
                </a:lnTo>
                <a:lnTo>
                  <a:pt x="4087" y="6270"/>
                </a:lnTo>
                <a:lnTo>
                  <a:pt x="4066" y="6398"/>
                </a:lnTo>
                <a:lnTo>
                  <a:pt x="4023" y="6462"/>
                </a:lnTo>
                <a:lnTo>
                  <a:pt x="3980" y="6527"/>
                </a:lnTo>
                <a:lnTo>
                  <a:pt x="3894" y="6591"/>
                </a:lnTo>
                <a:lnTo>
                  <a:pt x="3787" y="6633"/>
                </a:lnTo>
                <a:lnTo>
                  <a:pt x="3723" y="6676"/>
                </a:lnTo>
                <a:lnTo>
                  <a:pt x="3680" y="6740"/>
                </a:lnTo>
                <a:lnTo>
                  <a:pt x="3659" y="6783"/>
                </a:lnTo>
                <a:lnTo>
                  <a:pt x="3638" y="6826"/>
                </a:lnTo>
                <a:lnTo>
                  <a:pt x="3638" y="6869"/>
                </a:lnTo>
                <a:lnTo>
                  <a:pt x="3659" y="6890"/>
                </a:lnTo>
                <a:lnTo>
                  <a:pt x="3723" y="6933"/>
                </a:lnTo>
                <a:lnTo>
                  <a:pt x="3787" y="6976"/>
                </a:lnTo>
                <a:lnTo>
                  <a:pt x="3852" y="7061"/>
                </a:lnTo>
                <a:lnTo>
                  <a:pt x="3873" y="7126"/>
                </a:lnTo>
                <a:lnTo>
                  <a:pt x="3873" y="7190"/>
                </a:lnTo>
                <a:lnTo>
                  <a:pt x="3830" y="7318"/>
                </a:lnTo>
                <a:lnTo>
                  <a:pt x="3809" y="7425"/>
                </a:lnTo>
                <a:lnTo>
                  <a:pt x="3787" y="7554"/>
                </a:lnTo>
                <a:lnTo>
                  <a:pt x="3787" y="7618"/>
                </a:lnTo>
                <a:lnTo>
                  <a:pt x="3787" y="7682"/>
                </a:lnTo>
                <a:lnTo>
                  <a:pt x="3830" y="7725"/>
                </a:lnTo>
                <a:lnTo>
                  <a:pt x="3873" y="7746"/>
                </a:lnTo>
                <a:lnTo>
                  <a:pt x="3980" y="7746"/>
                </a:lnTo>
                <a:lnTo>
                  <a:pt x="4087" y="7682"/>
                </a:lnTo>
                <a:lnTo>
                  <a:pt x="4172" y="7596"/>
                </a:lnTo>
                <a:lnTo>
                  <a:pt x="4237" y="7532"/>
                </a:lnTo>
                <a:lnTo>
                  <a:pt x="4279" y="7468"/>
                </a:lnTo>
                <a:lnTo>
                  <a:pt x="4279" y="7382"/>
                </a:lnTo>
                <a:lnTo>
                  <a:pt x="4301" y="7233"/>
                </a:lnTo>
                <a:lnTo>
                  <a:pt x="4301" y="7061"/>
                </a:lnTo>
                <a:lnTo>
                  <a:pt x="4322" y="6976"/>
                </a:lnTo>
                <a:lnTo>
                  <a:pt x="4365" y="6912"/>
                </a:lnTo>
                <a:lnTo>
                  <a:pt x="4451" y="6826"/>
                </a:lnTo>
                <a:lnTo>
                  <a:pt x="4558" y="6762"/>
                </a:lnTo>
                <a:lnTo>
                  <a:pt x="4600" y="6740"/>
                </a:lnTo>
                <a:lnTo>
                  <a:pt x="4665" y="6740"/>
                </a:lnTo>
                <a:lnTo>
                  <a:pt x="4707" y="6762"/>
                </a:lnTo>
                <a:lnTo>
                  <a:pt x="4772" y="6805"/>
                </a:lnTo>
                <a:lnTo>
                  <a:pt x="4793" y="6847"/>
                </a:lnTo>
                <a:lnTo>
                  <a:pt x="4836" y="6912"/>
                </a:lnTo>
                <a:lnTo>
                  <a:pt x="4857" y="7083"/>
                </a:lnTo>
                <a:lnTo>
                  <a:pt x="4900" y="7233"/>
                </a:lnTo>
                <a:lnTo>
                  <a:pt x="4943" y="7382"/>
                </a:lnTo>
                <a:lnTo>
                  <a:pt x="5007" y="7489"/>
                </a:lnTo>
                <a:lnTo>
                  <a:pt x="5028" y="7511"/>
                </a:lnTo>
                <a:lnTo>
                  <a:pt x="5071" y="7532"/>
                </a:lnTo>
                <a:lnTo>
                  <a:pt x="5135" y="7532"/>
                </a:lnTo>
                <a:lnTo>
                  <a:pt x="5264" y="7447"/>
                </a:lnTo>
                <a:lnTo>
                  <a:pt x="5328" y="7361"/>
                </a:lnTo>
                <a:lnTo>
                  <a:pt x="5371" y="7275"/>
                </a:lnTo>
                <a:lnTo>
                  <a:pt x="5371" y="7168"/>
                </a:lnTo>
                <a:lnTo>
                  <a:pt x="5328" y="7040"/>
                </a:lnTo>
                <a:lnTo>
                  <a:pt x="5285" y="6912"/>
                </a:lnTo>
                <a:lnTo>
                  <a:pt x="5242" y="6783"/>
                </a:lnTo>
                <a:lnTo>
                  <a:pt x="5178" y="6676"/>
                </a:lnTo>
                <a:lnTo>
                  <a:pt x="5135" y="6548"/>
                </a:lnTo>
                <a:lnTo>
                  <a:pt x="5135" y="6398"/>
                </a:lnTo>
                <a:lnTo>
                  <a:pt x="5114" y="6334"/>
                </a:lnTo>
                <a:lnTo>
                  <a:pt x="5093" y="6248"/>
                </a:lnTo>
                <a:lnTo>
                  <a:pt x="5050" y="6206"/>
                </a:lnTo>
                <a:lnTo>
                  <a:pt x="4986" y="6141"/>
                </a:lnTo>
                <a:lnTo>
                  <a:pt x="4943" y="6034"/>
                </a:lnTo>
                <a:lnTo>
                  <a:pt x="4900" y="5927"/>
                </a:lnTo>
                <a:lnTo>
                  <a:pt x="4793" y="5649"/>
                </a:lnTo>
                <a:lnTo>
                  <a:pt x="4750" y="5521"/>
                </a:lnTo>
                <a:lnTo>
                  <a:pt x="4665" y="5414"/>
                </a:lnTo>
                <a:lnTo>
                  <a:pt x="4579" y="5328"/>
                </a:lnTo>
                <a:lnTo>
                  <a:pt x="4536" y="5307"/>
                </a:lnTo>
                <a:close/>
                <a:moveTo>
                  <a:pt x="2632" y="429"/>
                </a:moveTo>
                <a:lnTo>
                  <a:pt x="2889" y="450"/>
                </a:lnTo>
                <a:lnTo>
                  <a:pt x="3124" y="472"/>
                </a:lnTo>
                <a:lnTo>
                  <a:pt x="3702" y="472"/>
                </a:lnTo>
                <a:lnTo>
                  <a:pt x="4258" y="514"/>
                </a:lnTo>
                <a:lnTo>
                  <a:pt x="4793" y="536"/>
                </a:lnTo>
                <a:lnTo>
                  <a:pt x="5306" y="557"/>
                </a:lnTo>
                <a:lnTo>
                  <a:pt x="5820" y="600"/>
                </a:lnTo>
                <a:lnTo>
                  <a:pt x="5970" y="600"/>
                </a:lnTo>
                <a:lnTo>
                  <a:pt x="6077" y="621"/>
                </a:lnTo>
                <a:lnTo>
                  <a:pt x="6098" y="621"/>
                </a:lnTo>
                <a:lnTo>
                  <a:pt x="6141" y="664"/>
                </a:lnTo>
                <a:lnTo>
                  <a:pt x="6162" y="707"/>
                </a:lnTo>
                <a:lnTo>
                  <a:pt x="6184" y="771"/>
                </a:lnTo>
                <a:lnTo>
                  <a:pt x="6205" y="1006"/>
                </a:lnTo>
                <a:lnTo>
                  <a:pt x="6226" y="1263"/>
                </a:lnTo>
                <a:lnTo>
                  <a:pt x="6205" y="1777"/>
                </a:lnTo>
                <a:lnTo>
                  <a:pt x="6226" y="2354"/>
                </a:lnTo>
                <a:lnTo>
                  <a:pt x="6248" y="2932"/>
                </a:lnTo>
                <a:lnTo>
                  <a:pt x="6248" y="5542"/>
                </a:lnTo>
                <a:lnTo>
                  <a:pt x="6269" y="6869"/>
                </a:lnTo>
                <a:lnTo>
                  <a:pt x="6291" y="7511"/>
                </a:lnTo>
                <a:lnTo>
                  <a:pt x="6269" y="7832"/>
                </a:lnTo>
                <a:lnTo>
                  <a:pt x="6248" y="7981"/>
                </a:lnTo>
                <a:lnTo>
                  <a:pt x="6205" y="8153"/>
                </a:lnTo>
                <a:lnTo>
                  <a:pt x="6184" y="8174"/>
                </a:lnTo>
                <a:lnTo>
                  <a:pt x="6141" y="8195"/>
                </a:lnTo>
                <a:lnTo>
                  <a:pt x="6055" y="8238"/>
                </a:lnTo>
                <a:lnTo>
                  <a:pt x="5906" y="8260"/>
                </a:lnTo>
                <a:lnTo>
                  <a:pt x="5413" y="8260"/>
                </a:lnTo>
                <a:lnTo>
                  <a:pt x="5199" y="8238"/>
                </a:lnTo>
                <a:lnTo>
                  <a:pt x="4857" y="8217"/>
                </a:lnTo>
                <a:lnTo>
                  <a:pt x="4515" y="8217"/>
                </a:lnTo>
                <a:lnTo>
                  <a:pt x="3830" y="8260"/>
                </a:lnTo>
                <a:lnTo>
                  <a:pt x="3167" y="8281"/>
                </a:lnTo>
                <a:lnTo>
                  <a:pt x="2504" y="8302"/>
                </a:lnTo>
                <a:lnTo>
                  <a:pt x="2268" y="8324"/>
                </a:lnTo>
                <a:lnTo>
                  <a:pt x="2119" y="8324"/>
                </a:lnTo>
                <a:lnTo>
                  <a:pt x="2076" y="8302"/>
                </a:lnTo>
                <a:lnTo>
                  <a:pt x="2033" y="8281"/>
                </a:lnTo>
                <a:lnTo>
                  <a:pt x="2012" y="8217"/>
                </a:lnTo>
                <a:lnTo>
                  <a:pt x="2012" y="8153"/>
                </a:lnTo>
                <a:lnTo>
                  <a:pt x="1990" y="8110"/>
                </a:lnTo>
                <a:lnTo>
                  <a:pt x="1969" y="8088"/>
                </a:lnTo>
                <a:lnTo>
                  <a:pt x="1883" y="8088"/>
                </a:lnTo>
                <a:lnTo>
                  <a:pt x="1798" y="8153"/>
                </a:lnTo>
                <a:lnTo>
                  <a:pt x="1626" y="8302"/>
                </a:lnTo>
                <a:lnTo>
                  <a:pt x="1541" y="8367"/>
                </a:lnTo>
                <a:lnTo>
                  <a:pt x="1455" y="8388"/>
                </a:lnTo>
                <a:lnTo>
                  <a:pt x="1412" y="8388"/>
                </a:lnTo>
                <a:lnTo>
                  <a:pt x="1391" y="8367"/>
                </a:lnTo>
                <a:lnTo>
                  <a:pt x="1348" y="8345"/>
                </a:lnTo>
                <a:lnTo>
                  <a:pt x="1327" y="8281"/>
                </a:lnTo>
                <a:lnTo>
                  <a:pt x="1327" y="8217"/>
                </a:lnTo>
                <a:lnTo>
                  <a:pt x="1348" y="8131"/>
                </a:lnTo>
                <a:lnTo>
                  <a:pt x="1348" y="8110"/>
                </a:lnTo>
                <a:lnTo>
                  <a:pt x="1348" y="8067"/>
                </a:lnTo>
                <a:lnTo>
                  <a:pt x="1327" y="8067"/>
                </a:lnTo>
                <a:lnTo>
                  <a:pt x="1263" y="8046"/>
                </a:lnTo>
                <a:lnTo>
                  <a:pt x="1220" y="8067"/>
                </a:lnTo>
                <a:lnTo>
                  <a:pt x="1177" y="8110"/>
                </a:lnTo>
                <a:lnTo>
                  <a:pt x="1092" y="8217"/>
                </a:lnTo>
                <a:lnTo>
                  <a:pt x="1006" y="8324"/>
                </a:lnTo>
                <a:lnTo>
                  <a:pt x="963" y="8367"/>
                </a:lnTo>
                <a:lnTo>
                  <a:pt x="920" y="8409"/>
                </a:lnTo>
                <a:lnTo>
                  <a:pt x="856" y="8431"/>
                </a:lnTo>
                <a:lnTo>
                  <a:pt x="792" y="8431"/>
                </a:lnTo>
                <a:lnTo>
                  <a:pt x="771" y="8409"/>
                </a:lnTo>
                <a:lnTo>
                  <a:pt x="771" y="8367"/>
                </a:lnTo>
                <a:lnTo>
                  <a:pt x="792" y="8281"/>
                </a:lnTo>
                <a:lnTo>
                  <a:pt x="856" y="8153"/>
                </a:lnTo>
                <a:lnTo>
                  <a:pt x="1049" y="7917"/>
                </a:lnTo>
                <a:lnTo>
                  <a:pt x="1156" y="7767"/>
                </a:lnTo>
                <a:lnTo>
                  <a:pt x="1156" y="7682"/>
                </a:lnTo>
                <a:lnTo>
                  <a:pt x="1134" y="7639"/>
                </a:lnTo>
                <a:lnTo>
                  <a:pt x="1070" y="7618"/>
                </a:lnTo>
                <a:lnTo>
                  <a:pt x="942" y="7618"/>
                </a:lnTo>
                <a:lnTo>
                  <a:pt x="856" y="7660"/>
                </a:lnTo>
                <a:lnTo>
                  <a:pt x="792" y="7703"/>
                </a:lnTo>
                <a:lnTo>
                  <a:pt x="749" y="7746"/>
                </a:lnTo>
                <a:lnTo>
                  <a:pt x="835" y="7575"/>
                </a:lnTo>
                <a:lnTo>
                  <a:pt x="878" y="7468"/>
                </a:lnTo>
                <a:lnTo>
                  <a:pt x="899" y="7404"/>
                </a:lnTo>
                <a:lnTo>
                  <a:pt x="899" y="7297"/>
                </a:lnTo>
                <a:lnTo>
                  <a:pt x="856" y="7275"/>
                </a:lnTo>
                <a:lnTo>
                  <a:pt x="835" y="7254"/>
                </a:lnTo>
                <a:lnTo>
                  <a:pt x="792" y="7297"/>
                </a:lnTo>
                <a:lnTo>
                  <a:pt x="685" y="7382"/>
                </a:lnTo>
                <a:lnTo>
                  <a:pt x="578" y="7468"/>
                </a:lnTo>
                <a:lnTo>
                  <a:pt x="557" y="7361"/>
                </a:lnTo>
                <a:lnTo>
                  <a:pt x="578" y="7254"/>
                </a:lnTo>
                <a:lnTo>
                  <a:pt x="621" y="7147"/>
                </a:lnTo>
                <a:lnTo>
                  <a:pt x="685" y="7040"/>
                </a:lnTo>
                <a:lnTo>
                  <a:pt x="835" y="6826"/>
                </a:lnTo>
                <a:lnTo>
                  <a:pt x="899" y="6719"/>
                </a:lnTo>
                <a:lnTo>
                  <a:pt x="942" y="6633"/>
                </a:lnTo>
                <a:lnTo>
                  <a:pt x="963" y="6484"/>
                </a:lnTo>
                <a:lnTo>
                  <a:pt x="942" y="6441"/>
                </a:lnTo>
                <a:lnTo>
                  <a:pt x="920" y="6420"/>
                </a:lnTo>
                <a:lnTo>
                  <a:pt x="899" y="6441"/>
                </a:lnTo>
                <a:lnTo>
                  <a:pt x="835" y="6462"/>
                </a:lnTo>
                <a:lnTo>
                  <a:pt x="706" y="6591"/>
                </a:lnTo>
                <a:lnTo>
                  <a:pt x="599" y="6655"/>
                </a:lnTo>
                <a:lnTo>
                  <a:pt x="599" y="6633"/>
                </a:lnTo>
                <a:lnTo>
                  <a:pt x="578" y="6591"/>
                </a:lnTo>
                <a:lnTo>
                  <a:pt x="557" y="6377"/>
                </a:lnTo>
                <a:lnTo>
                  <a:pt x="535" y="5713"/>
                </a:lnTo>
                <a:lnTo>
                  <a:pt x="578" y="4601"/>
                </a:lnTo>
                <a:lnTo>
                  <a:pt x="599" y="3446"/>
                </a:lnTo>
                <a:lnTo>
                  <a:pt x="599" y="2889"/>
                </a:lnTo>
                <a:lnTo>
                  <a:pt x="578" y="2632"/>
                </a:lnTo>
                <a:lnTo>
                  <a:pt x="557" y="2504"/>
                </a:lnTo>
                <a:lnTo>
                  <a:pt x="578" y="2397"/>
                </a:lnTo>
                <a:lnTo>
                  <a:pt x="599" y="2333"/>
                </a:lnTo>
                <a:lnTo>
                  <a:pt x="642" y="2290"/>
                </a:lnTo>
                <a:lnTo>
                  <a:pt x="728" y="2269"/>
                </a:lnTo>
                <a:lnTo>
                  <a:pt x="792" y="2269"/>
                </a:lnTo>
                <a:lnTo>
                  <a:pt x="1134" y="2247"/>
                </a:lnTo>
                <a:lnTo>
                  <a:pt x="1370" y="2226"/>
                </a:lnTo>
                <a:lnTo>
                  <a:pt x="1648" y="2226"/>
                </a:lnTo>
                <a:lnTo>
                  <a:pt x="1776" y="2205"/>
                </a:lnTo>
                <a:lnTo>
                  <a:pt x="1905" y="2162"/>
                </a:lnTo>
                <a:lnTo>
                  <a:pt x="2012" y="2119"/>
                </a:lnTo>
                <a:lnTo>
                  <a:pt x="2076" y="2033"/>
                </a:lnTo>
                <a:lnTo>
                  <a:pt x="2119" y="1948"/>
                </a:lnTo>
                <a:lnTo>
                  <a:pt x="2140" y="1819"/>
                </a:lnTo>
                <a:lnTo>
                  <a:pt x="2119" y="1691"/>
                </a:lnTo>
                <a:lnTo>
                  <a:pt x="2119" y="1563"/>
                </a:lnTo>
                <a:lnTo>
                  <a:pt x="2054" y="1285"/>
                </a:lnTo>
                <a:lnTo>
                  <a:pt x="2012" y="1071"/>
                </a:lnTo>
                <a:lnTo>
                  <a:pt x="1947" y="857"/>
                </a:lnTo>
                <a:lnTo>
                  <a:pt x="1926" y="750"/>
                </a:lnTo>
                <a:lnTo>
                  <a:pt x="1905" y="664"/>
                </a:lnTo>
                <a:lnTo>
                  <a:pt x="1926" y="600"/>
                </a:lnTo>
                <a:lnTo>
                  <a:pt x="1947" y="536"/>
                </a:lnTo>
                <a:lnTo>
                  <a:pt x="2033" y="472"/>
                </a:lnTo>
                <a:lnTo>
                  <a:pt x="2140" y="450"/>
                </a:lnTo>
                <a:lnTo>
                  <a:pt x="2397" y="429"/>
                </a:lnTo>
                <a:close/>
                <a:moveTo>
                  <a:pt x="6120" y="1"/>
                </a:moveTo>
                <a:lnTo>
                  <a:pt x="5863" y="44"/>
                </a:lnTo>
                <a:lnTo>
                  <a:pt x="5627" y="86"/>
                </a:lnTo>
                <a:lnTo>
                  <a:pt x="5413" y="108"/>
                </a:lnTo>
                <a:lnTo>
                  <a:pt x="5221" y="129"/>
                </a:lnTo>
                <a:lnTo>
                  <a:pt x="4814" y="129"/>
                </a:lnTo>
                <a:lnTo>
                  <a:pt x="4408" y="86"/>
                </a:lnTo>
                <a:lnTo>
                  <a:pt x="2589" y="86"/>
                </a:lnTo>
                <a:lnTo>
                  <a:pt x="2225" y="65"/>
                </a:lnTo>
                <a:lnTo>
                  <a:pt x="1691" y="65"/>
                </a:lnTo>
                <a:lnTo>
                  <a:pt x="1541" y="108"/>
                </a:lnTo>
                <a:lnTo>
                  <a:pt x="1391" y="193"/>
                </a:lnTo>
                <a:lnTo>
                  <a:pt x="1348" y="258"/>
                </a:lnTo>
                <a:lnTo>
                  <a:pt x="1284" y="322"/>
                </a:lnTo>
                <a:lnTo>
                  <a:pt x="878" y="857"/>
                </a:lnTo>
                <a:lnTo>
                  <a:pt x="664" y="1135"/>
                </a:lnTo>
                <a:lnTo>
                  <a:pt x="492" y="1413"/>
                </a:lnTo>
                <a:lnTo>
                  <a:pt x="343" y="1670"/>
                </a:lnTo>
                <a:lnTo>
                  <a:pt x="171" y="1926"/>
                </a:lnTo>
                <a:lnTo>
                  <a:pt x="65" y="2076"/>
                </a:lnTo>
                <a:lnTo>
                  <a:pt x="43" y="2162"/>
                </a:lnTo>
                <a:lnTo>
                  <a:pt x="22" y="2247"/>
                </a:lnTo>
                <a:lnTo>
                  <a:pt x="0" y="2376"/>
                </a:lnTo>
                <a:lnTo>
                  <a:pt x="0" y="2504"/>
                </a:lnTo>
                <a:lnTo>
                  <a:pt x="22" y="2739"/>
                </a:lnTo>
                <a:lnTo>
                  <a:pt x="43" y="3403"/>
                </a:lnTo>
                <a:lnTo>
                  <a:pt x="65" y="3724"/>
                </a:lnTo>
                <a:lnTo>
                  <a:pt x="65" y="4066"/>
                </a:lnTo>
                <a:lnTo>
                  <a:pt x="22" y="4900"/>
                </a:lnTo>
                <a:lnTo>
                  <a:pt x="22" y="5735"/>
                </a:lnTo>
                <a:lnTo>
                  <a:pt x="22" y="7254"/>
                </a:lnTo>
                <a:lnTo>
                  <a:pt x="22" y="7939"/>
                </a:lnTo>
                <a:lnTo>
                  <a:pt x="22" y="8367"/>
                </a:lnTo>
                <a:lnTo>
                  <a:pt x="0" y="8559"/>
                </a:lnTo>
                <a:lnTo>
                  <a:pt x="0" y="8666"/>
                </a:lnTo>
                <a:lnTo>
                  <a:pt x="0" y="8730"/>
                </a:lnTo>
                <a:lnTo>
                  <a:pt x="22" y="8794"/>
                </a:lnTo>
                <a:lnTo>
                  <a:pt x="65" y="8837"/>
                </a:lnTo>
                <a:lnTo>
                  <a:pt x="107" y="8859"/>
                </a:lnTo>
                <a:lnTo>
                  <a:pt x="171" y="8880"/>
                </a:lnTo>
                <a:lnTo>
                  <a:pt x="321" y="8901"/>
                </a:lnTo>
                <a:lnTo>
                  <a:pt x="471" y="8901"/>
                </a:lnTo>
                <a:lnTo>
                  <a:pt x="792" y="8837"/>
                </a:lnTo>
                <a:lnTo>
                  <a:pt x="1027" y="8794"/>
                </a:lnTo>
                <a:lnTo>
                  <a:pt x="1434" y="8773"/>
                </a:lnTo>
                <a:lnTo>
                  <a:pt x="1840" y="8773"/>
                </a:lnTo>
                <a:lnTo>
                  <a:pt x="2653" y="8794"/>
                </a:lnTo>
                <a:lnTo>
                  <a:pt x="3081" y="8773"/>
                </a:lnTo>
                <a:lnTo>
                  <a:pt x="3509" y="8752"/>
                </a:lnTo>
                <a:lnTo>
                  <a:pt x="3937" y="8709"/>
                </a:lnTo>
                <a:lnTo>
                  <a:pt x="4344" y="8687"/>
                </a:lnTo>
                <a:lnTo>
                  <a:pt x="4750" y="8687"/>
                </a:lnTo>
                <a:lnTo>
                  <a:pt x="5178" y="8709"/>
                </a:lnTo>
                <a:lnTo>
                  <a:pt x="5991" y="8773"/>
                </a:lnTo>
                <a:lnTo>
                  <a:pt x="6162" y="8794"/>
                </a:lnTo>
                <a:lnTo>
                  <a:pt x="6398" y="8794"/>
                </a:lnTo>
                <a:lnTo>
                  <a:pt x="6483" y="8773"/>
                </a:lnTo>
                <a:lnTo>
                  <a:pt x="6547" y="8730"/>
                </a:lnTo>
                <a:lnTo>
                  <a:pt x="6612" y="8666"/>
                </a:lnTo>
                <a:lnTo>
                  <a:pt x="6654" y="8581"/>
                </a:lnTo>
                <a:lnTo>
                  <a:pt x="6697" y="8495"/>
                </a:lnTo>
                <a:lnTo>
                  <a:pt x="6740" y="8260"/>
                </a:lnTo>
                <a:lnTo>
                  <a:pt x="6761" y="8046"/>
                </a:lnTo>
                <a:lnTo>
                  <a:pt x="6740" y="7832"/>
                </a:lnTo>
                <a:lnTo>
                  <a:pt x="6740" y="6013"/>
                </a:lnTo>
                <a:lnTo>
                  <a:pt x="6719" y="5264"/>
                </a:lnTo>
                <a:lnTo>
                  <a:pt x="6676" y="4494"/>
                </a:lnTo>
                <a:lnTo>
                  <a:pt x="6654" y="4109"/>
                </a:lnTo>
                <a:lnTo>
                  <a:pt x="6654" y="3702"/>
                </a:lnTo>
                <a:lnTo>
                  <a:pt x="6676" y="2932"/>
                </a:lnTo>
                <a:lnTo>
                  <a:pt x="6697" y="2183"/>
                </a:lnTo>
                <a:lnTo>
                  <a:pt x="6697" y="1456"/>
                </a:lnTo>
                <a:lnTo>
                  <a:pt x="6676" y="792"/>
                </a:lnTo>
                <a:lnTo>
                  <a:pt x="6697" y="472"/>
                </a:lnTo>
                <a:lnTo>
                  <a:pt x="6654" y="300"/>
                </a:lnTo>
                <a:lnTo>
                  <a:pt x="6633" y="236"/>
                </a:lnTo>
                <a:lnTo>
                  <a:pt x="6590" y="172"/>
                </a:lnTo>
                <a:lnTo>
                  <a:pt x="6483" y="65"/>
                </a:lnTo>
                <a:lnTo>
                  <a:pt x="6376" y="22"/>
                </a:lnTo>
                <a:lnTo>
                  <a:pt x="6248" y="1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7" name="Google Shape;1087;p55"/>
          <p:cNvSpPr/>
          <p:nvPr/>
        </p:nvSpPr>
        <p:spPr>
          <a:xfrm>
            <a:off x="4444819" y="1066815"/>
            <a:ext cx="273631" cy="275289"/>
          </a:xfrm>
          <a:custGeom>
            <a:rect b="b" l="l" r="r" t="t"/>
            <a:pathLst>
              <a:path extrusionOk="0" h="15938" w="15842">
                <a:moveTo>
                  <a:pt x="4794" y="7470"/>
                </a:moveTo>
                <a:lnTo>
                  <a:pt x="4867" y="7495"/>
                </a:lnTo>
                <a:lnTo>
                  <a:pt x="4940" y="7543"/>
                </a:lnTo>
                <a:lnTo>
                  <a:pt x="4989" y="7616"/>
                </a:lnTo>
                <a:lnTo>
                  <a:pt x="5013" y="7714"/>
                </a:lnTo>
                <a:lnTo>
                  <a:pt x="5013" y="7787"/>
                </a:lnTo>
                <a:lnTo>
                  <a:pt x="4989" y="7908"/>
                </a:lnTo>
                <a:lnTo>
                  <a:pt x="4916" y="7981"/>
                </a:lnTo>
                <a:lnTo>
                  <a:pt x="4843" y="8054"/>
                </a:lnTo>
                <a:lnTo>
                  <a:pt x="4721" y="8079"/>
                </a:lnTo>
                <a:lnTo>
                  <a:pt x="4600" y="8054"/>
                </a:lnTo>
                <a:lnTo>
                  <a:pt x="4527" y="7981"/>
                </a:lnTo>
                <a:lnTo>
                  <a:pt x="4454" y="7908"/>
                </a:lnTo>
                <a:lnTo>
                  <a:pt x="4429" y="7787"/>
                </a:lnTo>
                <a:lnTo>
                  <a:pt x="4454" y="7665"/>
                </a:lnTo>
                <a:lnTo>
                  <a:pt x="4527" y="7543"/>
                </a:lnTo>
                <a:lnTo>
                  <a:pt x="4600" y="7495"/>
                </a:lnTo>
                <a:lnTo>
                  <a:pt x="4697" y="7470"/>
                </a:lnTo>
                <a:close/>
                <a:moveTo>
                  <a:pt x="11169" y="7470"/>
                </a:moveTo>
                <a:lnTo>
                  <a:pt x="11242" y="7495"/>
                </a:lnTo>
                <a:lnTo>
                  <a:pt x="11315" y="7543"/>
                </a:lnTo>
                <a:lnTo>
                  <a:pt x="11364" y="7616"/>
                </a:lnTo>
                <a:lnTo>
                  <a:pt x="11388" y="7714"/>
                </a:lnTo>
                <a:lnTo>
                  <a:pt x="11388" y="7787"/>
                </a:lnTo>
                <a:lnTo>
                  <a:pt x="11364" y="7908"/>
                </a:lnTo>
                <a:lnTo>
                  <a:pt x="11291" y="7981"/>
                </a:lnTo>
                <a:lnTo>
                  <a:pt x="11218" y="8054"/>
                </a:lnTo>
                <a:lnTo>
                  <a:pt x="11096" y="8079"/>
                </a:lnTo>
                <a:lnTo>
                  <a:pt x="10975" y="8054"/>
                </a:lnTo>
                <a:lnTo>
                  <a:pt x="10902" y="7981"/>
                </a:lnTo>
                <a:lnTo>
                  <a:pt x="10829" y="7908"/>
                </a:lnTo>
                <a:lnTo>
                  <a:pt x="10804" y="7787"/>
                </a:lnTo>
                <a:lnTo>
                  <a:pt x="10829" y="7665"/>
                </a:lnTo>
                <a:lnTo>
                  <a:pt x="10902" y="7543"/>
                </a:lnTo>
                <a:lnTo>
                  <a:pt x="10975" y="7495"/>
                </a:lnTo>
                <a:lnTo>
                  <a:pt x="11072" y="7470"/>
                </a:lnTo>
                <a:close/>
                <a:moveTo>
                  <a:pt x="4770" y="7081"/>
                </a:moveTo>
                <a:lnTo>
                  <a:pt x="4600" y="7105"/>
                </a:lnTo>
                <a:lnTo>
                  <a:pt x="4429" y="7178"/>
                </a:lnTo>
                <a:lnTo>
                  <a:pt x="4308" y="7300"/>
                </a:lnTo>
                <a:lnTo>
                  <a:pt x="4186" y="7446"/>
                </a:lnTo>
                <a:lnTo>
                  <a:pt x="4113" y="7568"/>
                </a:lnTo>
                <a:lnTo>
                  <a:pt x="4064" y="7714"/>
                </a:lnTo>
                <a:lnTo>
                  <a:pt x="4016" y="7835"/>
                </a:lnTo>
                <a:lnTo>
                  <a:pt x="4016" y="7981"/>
                </a:lnTo>
                <a:lnTo>
                  <a:pt x="3967" y="8225"/>
                </a:lnTo>
                <a:lnTo>
                  <a:pt x="3967" y="8395"/>
                </a:lnTo>
                <a:lnTo>
                  <a:pt x="4016" y="8565"/>
                </a:lnTo>
                <a:lnTo>
                  <a:pt x="4064" y="8711"/>
                </a:lnTo>
                <a:lnTo>
                  <a:pt x="4162" y="8833"/>
                </a:lnTo>
                <a:lnTo>
                  <a:pt x="4259" y="8955"/>
                </a:lnTo>
                <a:lnTo>
                  <a:pt x="4381" y="9028"/>
                </a:lnTo>
                <a:lnTo>
                  <a:pt x="4527" y="9101"/>
                </a:lnTo>
                <a:lnTo>
                  <a:pt x="4697" y="9149"/>
                </a:lnTo>
                <a:lnTo>
                  <a:pt x="4892" y="9174"/>
                </a:lnTo>
                <a:lnTo>
                  <a:pt x="5062" y="9149"/>
                </a:lnTo>
                <a:lnTo>
                  <a:pt x="5232" y="9101"/>
                </a:lnTo>
                <a:lnTo>
                  <a:pt x="5378" y="9028"/>
                </a:lnTo>
                <a:lnTo>
                  <a:pt x="5500" y="8930"/>
                </a:lnTo>
                <a:lnTo>
                  <a:pt x="5622" y="8809"/>
                </a:lnTo>
                <a:lnTo>
                  <a:pt x="5719" y="8663"/>
                </a:lnTo>
                <a:lnTo>
                  <a:pt x="5792" y="8517"/>
                </a:lnTo>
                <a:lnTo>
                  <a:pt x="5841" y="8346"/>
                </a:lnTo>
                <a:lnTo>
                  <a:pt x="5865" y="8176"/>
                </a:lnTo>
                <a:lnTo>
                  <a:pt x="5841" y="8006"/>
                </a:lnTo>
                <a:lnTo>
                  <a:pt x="5816" y="7835"/>
                </a:lnTo>
                <a:lnTo>
                  <a:pt x="5768" y="7689"/>
                </a:lnTo>
                <a:lnTo>
                  <a:pt x="5695" y="7519"/>
                </a:lnTo>
                <a:lnTo>
                  <a:pt x="5573" y="7397"/>
                </a:lnTo>
                <a:lnTo>
                  <a:pt x="5427" y="7251"/>
                </a:lnTo>
                <a:lnTo>
                  <a:pt x="5281" y="7154"/>
                </a:lnTo>
                <a:lnTo>
                  <a:pt x="5111" y="7105"/>
                </a:lnTo>
                <a:lnTo>
                  <a:pt x="4940" y="7081"/>
                </a:lnTo>
                <a:close/>
                <a:moveTo>
                  <a:pt x="11145" y="7081"/>
                </a:moveTo>
                <a:lnTo>
                  <a:pt x="10975" y="7105"/>
                </a:lnTo>
                <a:lnTo>
                  <a:pt x="10804" y="7178"/>
                </a:lnTo>
                <a:lnTo>
                  <a:pt x="10683" y="7300"/>
                </a:lnTo>
                <a:lnTo>
                  <a:pt x="10561" y="7446"/>
                </a:lnTo>
                <a:lnTo>
                  <a:pt x="10488" y="7568"/>
                </a:lnTo>
                <a:lnTo>
                  <a:pt x="10439" y="7714"/>
                </a:lnTo>
                <a:lnTo>
                  <a:pt x="10391" y="7835"/>
                </a:lnTo>
                <a:lnTo>
                  <a:pt x="10391" y="7981"/>
                </a:lnTo>
                <a:lnTo>
                  <a:pt x="10342" y="8225"/>
                </a:lnTo>
                <a:lnTo>
                  <a:pt x="10342" y="8395"/>
                </a:lnTo>
                <a:lnTo>
                  <a:pt x="10391" y="8565"/>
                </a:lnTo>
                <a:lnTo>
                  <a:pt x="10439" y="8711"/>
                </a:lnTo>
                <a:lnTo>
                  <a:pt x="10537" y="8833"/>
                </a:lnTo>
                <a:lnTo>
                  <a:pt x="10634" y="8955"/>
                </a:lnTo>
                <a:lnTo>
                  <a:pt x="10756" y="9028"/>
                </a:lnTo>
                <a:lnTo>
                  <a:pt x="10902" y="9101"/>
                </a:lnTo>
                <a:lnTo>
                  <a:pt x="11072" y="9149"/>
                </a:lnTo>
                <a:lnTo>
                  <a:pt x="11267" y="9174"/>
                </a:lnTo>
                <a:lnTo>
                  <a:pt x="11437" y="9149"/>
                </a:lnTo>
                <a:lnTo>
                  <a:pt x="11607" y="9101"/>
                </a:lnTo>
                <a:lnTo>
                  <a:pt x="11753" y="9028"/>
                </a:lnTo>
                <a:lnTo>
                  <a:pt x="11875" y="8930"/>
                </a:lnTo>
                <a:lnTo>
                  <a:pt x="11997" y="8809"/>
                </a:lnTo>
                <a:lnTo>
                  <a:pt x="12094" y="8663"/>
                </a:lnTo>
                <a:lnTo>
                  <a:pt x="12167" y="8517"/>
                </a:lnTo>
                <a:lnTo>
                  <a:pt x="12216" y="8346"/>
                </a:lnTo>
                <a:lnTo>
                  <a:pt x="12240" y="8176"/>
                </a:lnTo>
                <a:lnTo>
                  <a:pt x="12216" y="8006"/>
                </a:lnTo>
                <a:lnTo>
                  <a:pt x="12191" y="7835"/>
                </a:lnTo>
                <a:lnTo>
                  <a:pt x="12143" y="7689"/>
                </a:lnTo>
                <a:lnTo>
                  <a:pt x="12070" y="7519"/>
                </a:lnTo>
                <a:lnTo>
                  <a:pt x="11948" y="7397"/>
                </a:lnTo>
                <a:lnTo>
                  <a:pt x="11802" y="7251"/>
                </a:lnTo>
                <a:lnTo>
                  <a:pt x="11656" y="7154"/>
                </a:lnTo>
                <a:lnTo>
                  <a:pt x="11486" y="7105"/>
                </a:lnTo>
                <a:lnTo>
                  <a:pt x="11315" y="7081"/>
                </a:lnTo>
                <a:close/>
                <a:moveTo>
                  <a:pt x="11972" y="10925"/>
                </a:moveTo>
                <a:lnTo>
                  <a:pt x="11875" y="10974"/>
                </a:lnTo>
                <a:lnTo>
                  <a:pt x="11778" y="11047"/>
                </a:lnTo>
                <a:lnTo>
                  <a:pt x="11607" y="11290"/>
                </a:lnTo>
                <a:lnTo>
                  <a:pt x="11413" y="11485"/>
                </a:lnTo>
                <a:lnTo>
                  <a:pt x="11194" y="11680"/>
                </a:lnTo>
                <a:lnTo>
                  <a:pt x="10950" y="11850"/>
                </a:lnTo>
                <a:lnTo>
                  <a:pt x="10707" y="11996"/>
                </a:lnTo>
                <a:lnTo>
                  <a:pt x="10439" y="12118"/>
                </a:lnTo>
                <a:lnTo>
                  <a:pt x="10172" y="12215"/>
                </a:lnTo>
                <a:lnTo>
                  <a:pt x="9880" y="12312"/>
                </a:lnTo>
                <a:lnTo>
                  <a:pt x="9588" y="12385"/>
                </a:lnTo>
                <a:lnTo>
                  <a:pt x="9296" y="12434"/>
                </a:lnTo>
                <a:lnTo>
                  <a:pt x="8712" y="12507"/>
                </a:lnTo>
                <a:lnTo>
                  <a:pt x="8128" y="12531"/>
                </a:lnTo>
                <a:lnTo>
                  <a:pt x="7568" y="12507"/>
                </a:lnTo>
                <a:lnTo>
                  <a:pt x="7325" y="12483"/>
                </a:lnTo>
                <a:lnTo>
                  <a:pt x="7106" y="12434"/>
                </a:lnTo>
                <a:lnTo>
                  <a:pt x="6668" y="12312"/>
                </a:lnTo>
                <a:lnTo>
                  <a:pt x="6230" y="12166"/>
                </a:lnTo>
                <a:lnTo>
                  <a:pt x="5816" y="11996"/>
                </a:lnTo>
                <a:lnTo>
                  <a:pt x="5427" y="11826"/>
                </a:lnTo>
                <a:lnTo>
                  <a:pt x="5013" y="11631"/>
                </a:lnTo>
                <a:lnTo>
                  <a:pt x="4794" y="11509"/>
                </a:lnTo>
                <a:lnTo>
                  <a:pt x="4600" y="11388"/>
                </a:lnTo>
                <a:lnTo>
                  <a:pt x="4454" y="11242"/>
                </a:lnTo>
                <a:lnTo>
                  <a:pt x="4308" y="11096"/>
                </a:lnTo>
                <a:lnTo>
                  <a:pt x="4259" y="11047"/>
                </a:lnTo>
                <a:lnTo>
                  <a:pt x="4210" y="11023"/>
                </a:lnTo>
                <a:lnTo>
                  <a:pt x="4089" y="11023"/>
                </a:lnTo>
                <a:lnTo>
                  <a:pt x="4040" y="11071"/>
                </a:lnTo>
                <a:lnTo>
                  <a:pt x="3991" y="11096"/>
                </a:lnTo>
                <a:lnTo>
                  <a:pt x="3991" y="11169"/>
                </a:lnTo>
                <a:lnTo>
                  <a:pt x="3991" y="11242"/>
                </a:lnTo>
                <a:lnTo>
                  <a:pt x="4016" y="11339"/>
                </a:lnTo>
                <a:lnTo>
                  <a:pt x="4064" y="11436"/>
                </a:lnTo>
                <a:lnTo>
                  <a:pt x="4210" y="11631"/>
                </a:lnTo>
                <a:lnTo>
                  <a:pt x="4381" y="11801"/>
                </a:lnTo>
                <a:lnTo>
                  <a:pt x="4575" y="11947"/>
                </a:lnTo>
                <a:lnTo>
                  <a:pt x="4794" y="12069"/>
                </a:lnTo>
                <a:lnTo>
                  <a:pt x="5038" y="12191"/>
                </a:lnTo>
                <a:lnTo>
                  <a:pt x="5451" y="12385"/>
                </a:lnTo>
                <a:lnTo>
                  <a:pt x="5938" y="12604"/>
                </a:lnTo>
                <a:lnTo>
                  <a:pt x="6424" y="12799"/>
                </a:lnTo>
                <a:lnTo>
                  <a:pt x="6935" y="12945"/>
                </a:lnTo>
                <a:lnTo>
                  <a:pt x="7446" y="13042"/>
                </a:lnTo>
                <a:lnTo>
                  <a:pt x="7763" y="13067"/>
                </a:lnTo>
                <a:lnTo>
                  <a:pt x="8079" y="13091"/>
                </a:lnTo>
                <a:lnTo>
                  <a:pt x="8420" y="13091"/>
                </a:lnTo>
                <a:lnTo>
                  <a:pt x="8760" y="13067"/>
                </a:lnTo>
                <a:lnTo>
                  <a:pt x="9101" y="13042"/>
                </a:lnTo>
                <a:lnTo>
                  <a:pt x="9442" y="12969"/>
                </a:lnTo>
                <a:lnTo>
                  <a:pt x="9758" y="12896"/>
                </a:lnTo>
                <a:lnTo>
                  <a:pt x="10099" y="12799"/>
                </a:lnTo>
                <a:lnTo>
                  <a:pt x="10415" y="12702"/>
                </a:lnTo>
                <a:lnTo>
                  <a:pt x="10731" y="12556"/>
                </a:lnTo>
                <a:lnTo>
                  <a:pt x="11023" y="12410"/>
                </a:lnTo>
                <a:lnTo>
                  <a:pt x="11315" y="12239"/>
                </a:lnTo>
                <a:lnTo>
                  <a:pt x="11583" y="12045"/>
                </a:lnTo>
                <a:lnTo>
                  <a:pt x="11826" y="11826"/>
                </a:lnTo>
                <a:lnTo>
                  <a:pt x="12045" y="11582"/>
                </a:lnTo>
                <a:lnTo>
                  <a:pt x="12264" y="11339"/>
                </a:lnTo>
                <a:lnTo>
                  <a:pt x="12313" y="11217"/>
                </a:lnTo>
                <a:lnTo>
                  <a:pt x="12289" y="11120"/>
                </a:lnTo>
                <a:lnTo>
                  <a:pt x="12240" y="11047"/>
                </a:lnTo>
                <a:lnTo>
                  <a:pt x="12167" y="10974"/>
                </a:lnTo>
                <a:lnTo>
                  <a:pt x="12070" y="10950"/>
                </a:lnTo>
                <a:lnTo>
                  <a:pt x="11972" y="10925"/>
                </a:lnTo>
                <a:close/>
                <a:moveTo>
                  <a:pt x="8493" y="682"/>
                </a:moveTo>
                <a:lnTo>
                  <a:pt x="8663" y="706"/>
                </a:lnTo>
                <a:lnTo>
                  <a:pt x="9101" y="755"/>
                </a:lnTo>
                <a:lnTo>
                  <a:pt x="9539" y="803"/>
                </a:lnTo>
                <a:lnTo>
                  <a:pt x="10001" y="901"/>
                </a:lnTo>
                <a:lnTo>
                  <a:pt x="10439" y="1022"/>
                </a:lnTo>
                <a:lnTo>
                  <a:pt x="10780" y="1120"/>
                </a:lnTo>
                <a:lnTo>
                  <a:pt x="11121" y="1241"/>
                </a:lnTo>
                <a:lnTo>
                  <a:pt x="11437" y="1411"/>
                </a:lnTo>
                <a:lnTo>
                  <a:pt x="11753" y="1557"/>
                </a:lnTo>
                <a:lnTo>
                  <a:pt x="11753" y="1582"/>
                </a:lnTo>
                <a:lnTo>
                  <a:pt x="11729" y="1655"/>
                </a:lnTo>
                <a:lnTo>
                  <a:pt x="11729" y="1752"/>
                </a:lnTo>
                <a:lnTo>
                  <a:pt x="11753" y="1801"/>
                </a:lnTo>
                <a:lnTo>
                  <a:pt x="11826" y="1825"/>
                </a:lnTo>
                <a:lnTo>
                  <a:pt x="11899" y="1825"/>
                </a:lnTo>
                <a:lnTo>
                  <a:pt x="11948" y="1776"/>
                </a:lnTo>
                <a:lnTo>
                  <a:pt x="11972" y="1752"/>
                </a:lnTo>
                <a:lnTo>
                  <a:pt x="11997" y="1752"/>
                </a:lnTo>
                <a:lnTo>
                  <a:pt x="11997" y="1728"/>
                </a:lnTo>
                <a:lnTo>
                  <a:pt x="12021" y="1728"/>
                </a:lnTo>
                <a:lnTo>
                  <a:pt x="12143" y="1801"/>
                </a:lnTo>
                <a:lnTo>
                  <a:pt x="12094" y="1874"/>
                </a:lnTo>
                <a:lnTo>
                  <a:pt x="12094" y="1947"/>
                </a:lnTo>
                <a:lnTo>
                  <a:pt x="12094" y="1995"/>
                </a:lnTo>
                <a:lnTo>
                  <a:pt x="12143" y="2020"/>
                </a:lnTo>
                <a:lnTo>
                  <a:pt x="12167" y="2044"/>
                </a:lnTo>
                <a:lnTo>
                  <a:pt x="12216" y="2020"/>
                </a:lnTo>
                <a:lnTo>
                  <a:pt x="12240" y="1995"/>
                </a:lnTo>
                <a:lnTo>
                  <a:pt x="12313" y="1922"/>
                </a:lnTo>
                <a:lnTo>
                  <a:pt x="12337" y="1922"/>
                </a:lnTo>
                <a:lnTo>
                  <a:pt x="12532" y="2068"/>
                </a:lnTo>
                <a:lnTo>
                  <a:pt x="12483" y="2190"/>
                </a:lnTo>
                <a:lnTo>
                  <a:pt x="12483" y="2239"/>
                </a:lnTo>
                <a:lnTo>
                  <a:pt x="12508" y="2336"/>
                </a:lnTo>
                <a:lnTo>
                  <a:pt x="12532" y="2385"/>
                </a:lnTo>
                <a:lnTo>
                  <a:pt x="12556" y="2409"/>
                </a:lnTo>
                <a:lnTo>
                  <a:pt x="12581" y="2409"/>
                </a:lnTo>
                <a:lnTo>
                  <a:pt x="12629" y="2385"/>
                </a:lnTo>
                <a:lnTo>
                  <a:pt x="12678" y="2360"/>
                </a:lnTo>
                <a:lnTo>
                  <a:pt x="12751" y="2287"/>
                </a:lnTo>
                <a:lnTo>
                  <a:pt x="12775" y="2239"/>
                </a:lnTo>
                <a:lnTo>
                  <a:pt x="12970" y="2409"/>
                </a:lnTo>
                <a:lnTo>
                  <a:pt x="12873" y="2531"/>
                </a:lnTo>
                <a:lnTo>
                  <a:pt x="12848" y="2604"/>
                </a:lnTo>
                <a:lnTo>
                  <a:pt x="12824" y="2677"/>
                </a:lnTo>
                <a:lnTo>
                  <a:pt x="12824" y="2725"/>
                </a:lnTo>
                <a:lnTo>
                  <a:pt x="12873" y="2750"/>
                </a:lnTo>
                <a:lnTo>
                  <a:pt x="12921" y="2774"/>
                </a:lnTo>
                <a:lnTo>
                  <a:pt x="12946" y="2774"/>
                </a:lnTo>
                <a:lnTo>
                  <a:pt x="13067" y="2701"/>
                </a:lnTo>
                <a:lnTo>
                  <a:pt x="13189" y="2604"/>
                </a:lnTo>
                <a:lnTo>
                  <a:pt x="13311" y="2725"/>
                </a:lnTo>
                <a:lnTo>
                  <a:pt x="13384" y="2823"/>
                </a:lnTo>
                <a:lnTo>
                  <a:pt x="13262" y="3017"/>
                </a:lnTo>
                <a:lnTo>
                  <a:pt x="13213" y="3066"/>
                </a:lnTo>
                <a:lnTo>
                  <a:pt x="13189" y="3163"/>
                </a:lnTo>
                <a:lnTo>
                  <a:pt x="13165" y="3236"/>
                </a:lnTo>
                <a:lnTo>
                  <a:pt x="13189" y="3285"/>
                </a:lnTo>
                <a:lnTo>
                  <a:pt x="13238" y="3309"/>
                </a:lnTo>
                <a:lnTo>
                  <a:pt x="13335" y="3285"/>
                </a:lnTo>
                <a:lnTo>
                  <a:pt x="13408" y="3236"/>
                </a:lnTo>
                <a:lnTo>
                  <a:pt x="13554" y="3115"/>
                </a:lnTo>
                <a:lnTo>
                  <a:pt x="13578" y="3042"/>
                </a:lnTo>
                <a:lnTo>
                  <a:pt x="13773" y="3309"/>
                </a:lnTo>
                <a:lnTo>
                  <a:pt x="13676" y="3407"/>
                </a:lnTo>
                <a:lnTo>
                  <a:pt x="13554" y="3504"/>
                </a:lnTo>
                <a:lnTo>
                  <a:pt x="13505" y="3577"/>
                </a:lnTo>
                <a:lnTo>
                  <a:pt x="13481" y="3650"/>
                </a:lnTo>
                <a:lnTo>
                  <a:pt x="13481" y="3699"/>
                </a:lnTo>
                <a:lnTo>
                  <a:pt x="13505" y="3723"/>
                </a:lnTo>
                <a:lnTo>
                  <a:pt x="13603" y="3747"/>
                </a:lnTo>
                <a:lnTo>
                  <a:pt x="13700" y="3723"/>
                </a:lnTo>
                <a:lnTo>
                  <a:pt x="13773" y="3674"/>
                </a:lnTo>
                <a:lnTo>
                  <a:pt x="13870" y="3626"/>
                </a:lnTo>
                <a:lnTo>
                  <a:pt x="13968" y="3577"/>
                </a:lnTo>
                <a:lnTo>
                  <a:pt x="14162" y="3918"/>
                </a:lnTo>
                <a:lnTo>
                  <a:pt x="14065" y="3991"/>
                </a:lnTo>
                <a:lnTo>
                  <a:pt x="13870" y="4161"/>
                </a:lnTo>
                <a:lnTo>
                  <a:pt x="13773" y="4234"/>
                </a:lnTo>
                <a:lnTo>
                  <a:pt x="13700" y="4331"/>
                </a:lnTo>
                <a:lnTo>
                  <a:pt x="13700" y="4356"/>
                </a:lnTo>
                <a:lnTo>
                  <a:pt x="13724" y="4380"/>
                </a:lnTo>
                <a:lnTo>
                  <a:pt x="13846" y="4380"/>
                </a:lnTo>
                <a:lnTo>
                  <a:pt x="13943" y="4356"/>
                </a:lnTo>
                <a:lnTo>
                  <a:pt x="14065" y="4307"/>
                </a:lnTo>
                <a:lnTo>
                  <a:pt x="14162" y="4234"/>
                </a:lnTo>
                <a:lnTo>
                  <a:pt x="14284" y="4161"/>
                </a:lnTo>
                <a:lnTo>
                  <a:pt x="14503" y="4696"/>
                </a:lnTo>
                <a:lnTo>
                  <a:pt x="14332" y="4769"/>
                </a:lnTo>
                <a:lnTo>
                  <a:pt x="14211" y="4842"/>
                </a:lnTo>
                <a:lnTo>
                  <a:pt x="14065" y="4940"/>
                </a:lnTo>
                <a:lnTo>
                  <a:pt x="13968" y="5061"/>
                </a:lnTo>
                <a:lnTo>
                  <a:pt x="13919" y="5134"/>
                </a:lnTo>
                <a:lnTo>
                  <a:pt x="13895" y="5207"/>
                </a:lnTo>
                <a:lnTo>
                  <a:pt x="13895" y="5256"/>
                </a:lnTo>
                <a:lnTo>
                  <a:pt x="13919" y="5280"/>
                </a:lnTo>
                <a:lnTo>
                  <a:pt x="13968" y="5305"/>
                </a:lnTo>
                <a:lnTo>
                  <a:pt x="14016" y="5305"/>
                </a:lnTo>
                <a:lnTo>
                  <a:pt x="14114" y="5256"/>
                </a:lnTo>
                <a:lnTo>
                  <a:pt x="14235" y="5183"/>
                </a:lnTo>
                <a:lnTo>
                  <a:pt x="14551" y="5037"/>
                </a:lnTo>
                <a:lnTo>
                  <a:pt x="14600" y="5013"/>
                </a:lnTo>
                <a:lnTo>
                  <a:pt x="14770" y="5524"/>
                </a:lnTo>
                <a:lnTo>
                  <a:pt x="14430" y="5670"/>
                </a:lnTo>
                <a:lnTo>
                  <a:pt x="14162" y="5791"/>
                </a:lnTo>
                <a:lnTo>
                  <a:pt x="13919" y="5937"/>
                </a:lnTo>
                <a:lnTo>
                  <a:pt x="13919" y="5986"/>
                </a:lnTo>
                <a:lnTo>
                  <a:pt x="13943" y="6010"/>
                </a:lnTo>
                <a:lnTo>
                  <a:pt x="14089" y="6035"/>
                </a:lnTo>
                <a:lnTo>
                  <a:pt x="14235" y="6059"/>
                </a:lnTo>
                <a:lnTo>
                  <a:pt x="14381" y="6035"/>
                </a:lnTo>
                <a:lnTo>
                  <a:pt x="14527" y="6010"/>
                </a:lnTo>
                <a:lnTo>
                  <a:pt x="14843" y="5889"/>
                </a:lnTo>
                <a:lnTo>
                  <a:pt x="14965" y="6424"/>
                </a:lnTo>
                <a:lnTo>
                  <a:pt x="14795" y="6497"/>
                </a:lnTo>
                <a:lnTo>
                  <a:pt x="14405" y="6619"/>
                </a:lnTo>
                <a:lnTo>
                  <a:pt x="14041" y="6740"/>
                </a:lnTo>
                <a:lnTo>
                  <a:pt x="13992" y="6789"/>
                </a:lnTo>
                <a:lnTo>
                  <a:pt x="13992" y="6813"/>
                </a:lnTo>
                <a:lnTo>
                  <a:pt x="13992" y="6862"/>
                </a:lnTo>
                <a:lnTo>
                  <a:pt x="14041" y="6886"/>
                </a:lnTo>
                <a:lnTo>
                  <a:pt x="14235" y="6886"/>
                </a:lnTo>
                <a:lnTo>
                  <a:pt x="14430" y="6862"/>
                </a:lnTo>
                <a:lnTo>
                  <a:pt x="14795" y="6813"/>
                </a:lnTo>
                <a:lnTo>
                  <a:pt x="15038" y="6740"/>
                </a:lnTo>
                <a:lnTo>
                  <a:pt x="15111" y="7178"/>
                </a:lnTo>
                <a:lnTo>
                  <a:pt x="14843" y="7227"/>
                </a:lnTo>
                <a:lnTo>
                  <a:pt x="14430" y="7349"/>
                </a:lnTo>
                <a:lnTo>
                  <a:pt x="14235" y="7422"/>
                </a:lnTo>
                <a:lnTo>
                  <a:pt x="14065" y="7543"/>
                </a:lnTo>
                <a:lnTo>
                  <a:pt x="14041" y="7592"/>
                </a:lnTo>
                <a:lnTo>
                  <a:pt x="14041" y="7665"/>
                </a:lnTo>
                <a:lnTo>
                  <a:pt x="14089" y="7714"/>
                </a:lnTo>
                <a:lnTo>
                  <a:pt x="14138" y="7738"/>
                </a:lnTo>
                <a:lnTo>
                  <a:pt x="14357" y="7714"/>
                </a:lnTo>
                <a:lnTo>
                  <a:pt x="14551" y="7665"/>
                </a:lnTo>
                <a:lnTo>
                  <a:pt x="14941" y="7568"/>
                </a:lnTo>
                <a:lnTo>
                  <a:pt x="15135" y="7519"/>
                </a:lnTo>
                <a:lnTo>
                  <a:pt x="15184" y="7981"/>
                </a:lnTo>
                <a:lnTo>
                  <a:pt x="14868" y="8030"/>
                </a:lnTo>
                <a:lnTo>
                  <a:pt x="14624" y="8054"/>
                </a:lnTo>
                <a:lnTo>
                  <a:pt x="14381" y="8079"/>
                </a:lnTo>
                <a:lnTo>
                  <a:pt x="14235" y="8103"/>
                </a:lnTo>
                <a:lnTo>
                  <a:pt x="14138" y="8152"/>
                </a:lnTo>
                <a:lnTo>
                  <a:pt x="14016" y="8200"/>
                </a:lnTo>
                <a:lnTo>
                  <a:pt x="13943" y="8298"/>
                </a:lnTo>
                <a:lnTo>
                  <a:pt x="13919" y="8322"/>
                </a:lnTo>
                <a:lnTo>
                  <a:pt x="13919" y="8346"/>
                </a:lnTo>
                <a:lnTo>
                  <a:pt x="13943" y="8395"/>
                </a:lnTo>
                <a:lnTo>
                  <a:pt x="13968" y="8395"/>
                </a:lnTo>
                <a:lnTo>
                  <a:pt x="14089" y="8419"/>
                </a:lnTo>
                <a:lnTo>
                  <a:pt x="14211" y="8444"/>
                </a:lnTo>
                <a:lnTo>
                  <a:pt x="14478" y="8444"/>
                </a:lnTo>
                <a:lnTo>
                  <a:pt x="14989" y="8395"/>
                </a:lnTo>
                <a:lnTo>
                  <a:pt x="15208" y="8395"/>
                </a:lnTo>
                <a:lnTo>
                  <a:pt x="15208" y="8857"/>
                </a:lnTo>
                <a:lnTo>
                  <a:pt x="14722" y="8882"/>
                </a:lnTo>
                <a:lnTo>
                  <a:pt x="14503" y="8882"/>
                </a:lnTo>
                <a:lnTo>
                  <a:pt x="14284" y="8906"/>
                </a:lnTo>
                <a:lnTo>
                  <a:pt x="14065" y="8955"/>
                </a:lnTo>
                <a:lnTo>
                  <a:pt x="13968" y="8979"/>
                </a:lnTo>
                <a:lnTo>
                  <a:pt x="13870" y="9028"/>
                </a:lnTo>
                <a:lnTo>
                  <a:pt x="13870" y="9052"/>
                </a:lnTo>
                <a:lnTo>
                  <a:pt x="13870" y="9076"/>
                </a:lnTo>
                <a:lnTo>
                  <a:pt x="13968" y="9125"/>
                </a:lnTo>
                <a:lnTo>
                  <a:pt x="14065" y="9174"/>
                </a:lnTo>
                <a:lnTo>
                  <a:pt x="14284" y="9222"/>
                </a:lnTo>
                <a:lnTo>
                  <a:pt x="14722" y="9222"/>
                </a:lnTo>
                <a:lnTo>
                  <a:pt x="14941" y="9247"/>
                </a:lnTo>
                <a:lnTo>
                  <a:pt x="15184" y="9247"/>
                </a:lnTo>
                <a:lnTo>
                  <a:pt x="15160" y="9465"/>
                </a:lnTo>
                <a:lnTo>
                  <a:pt x="14965" y="9514"/>
                </a:lnTo>
                <a:lnTo>
                  <a:pt x="14722" y="9563"/>
                </a:lnTo>
                <a:lnTo>
                  <a:pt x="14503" y="9660"/>
                </a:lnTo>
                <a:lnTo>
                  <a:pt x="14260" y="9757"/>
                </a:lnTo>
                <a:lnTo>
                  <a:pt x="14041" y="9879"/>
                </a:lnTo>
                <a:lnTo>
                  <a:pt x="14016" y="9903"/>
                </a:lnTo>
                <a:lnTo>
                  <a:pt x="14016" y="9952"/>
                </a:lnTo>
                <a:lnTo>
                  <a:pt x="14041" y="9976"/>
                </a:lnTo>
                <a:lnTo>
                  <a:pt x="14089" y="9976"/>
                </a:lnTo>
                <a:lnTo>
                  <a:pt x="14308" y="10001"/>
                </a:lnTo>
                <a:lnTo>
                  <a:pt x="14527" y="9976"/>
                </a:lnTo>
                <a:lnTo>
                  <a:pt x="14965" y="9903"/>
                </a:lnTo>
                <a:lnTo>
                  <a:pt x="15087" y="9879"/>
                </a:lnTo>
                <a:lnTo>
                  <a:pt x="14989" y="10390"/>
                </a:lnTo>
                <a:lnTo>
                  <a:pt x="14527" y="10463"/>
                </a:lnTo>
                <a:lnTo>
                  <a:pt x="14357" y="10487"/>
                </a:lnTo>
                <a:lnTo>
                  <a:pt x="14162" y="10512"/>
                </a:lnTo>
                <a:lnTo>
                  <a:pt x="13992" y="10560"/>
                </a:lnTo>
                <a:lnTo>
                  <a:pt x="13919" y="10609"/>
                </a:lnTo>
                <a:lnTo>
                  <a:pt x="13870" y="10682"/>
                </a:lnTo>
                <a:lnTo>
                  <a:pt x="13846" y="10731"/>
                </a:lnTo>
                <a:lnTo>
                  <a:pt x="13846" y="10804"/>
                </a:lnTo>
                <a:lnTo>
                  <a:pt x="13870" y="10852"/>
                </a:lnTo>
                <a:lnTo>
                  <a:pt x="13919" y="10901"/>
                </a:lnTo>
                <a:lnTo>
                  <a:pt x="13992" y="10925"/>
                </a:lnTo>
                <a:lnTo>
                  <a:pt x="14065" y="10950"/>
                </a:lnTo>
                <a:lnTo>
                  <a:pt x="14235" y="10950"/>
                </a:lnTo>
                <a:lnTo>
                  <a:pt x="14600" y="10901"/>
                </a:lnTo>
                <a:lnTo>
                  <a:pt x="14819" y="10877"/>
                </a:lnTo>
                <a:lnTo>
                  <a:pt x="14819" y="10877"/>
                </a:lnTo>
                <a:lnTo>
                  <a:pt x="14624" y="11339"/>
                </a:lnTo>
                <a:lnTo>
                  <a:pt x="14478" y="11339"/>
                </a:lnTo>
                <a:lnTo>
                  <a:pt x="14308" y="11315"/>
                </a:lnTo>
                <a:lnTo>
                  <a:pt x="14114" y="11339"/>
                </a:lnTo>
                <a:lnTo>
                  <a:pt x="13919" y="11363"/>
                </a:lnTo>
                <a:lnTo>
                  <a:pt x="13749" y="11436"/>
                </a:lnTo>
                <a:lnTo>
                  <a:pt x="13724" y="11461"/>
                </a:lnTo>
                <a:lnTo>
                  <a:pt x="13749" y="11485"/>
                </a:lnTo>
                <a:lnTo>
                  <a:pt x="13919" y="11558"/>
                </a:lnTo>
                <a:lnTo>
                  <a:pt x="14089" y="11607"/>
                </a:lnTo>
                <a:lnTo>
                  <a:pt x="14430" y="11655"/>
                </a:lnTo>
                <a:lnTo>
                  <a:pt x="14454" y="11655"/>
                </a:lnTo>
                <a:lnTo>
                  <a:pt x="14211" y="12069"/>
                </a:lnTo>
                <a:lnTo>
                  <a:pt x="13968" y="12069"/>
                </a:lnTo>
                <a:lnTo>
                  <a:pt x="13724" y="12093"/>
                </a:lnTo>
                <a:lnTo>
                  <a:pt x="13603" y="12069"/>
                </a:lnTo>
                <a:lnTo>
                  <a:pt x="13481" y="12045"/>
                </a:lnTo>
                <a:lnTo>
                  <a:pt x="13335" y="12020"/>
                </a:lnTo>
                <a:lnTo>
                  <a:pt x="13213" y="12020"/>
                </a:lnTo>
                <a:lnTo>
                  <a:pt x="13189" y="12045"/>
                </a:lnTo>
                <a:lnTo>
                  <a:pt x="13189" y="12069"/>
                </a:lnTo>
                <a:lnTo>
                  <a:pt x="13189" y="12166"/>
                </a:lnTo>
                <a:lnTo>
                  <a:pt x="13238" y="12239"/>
                </a:lnTo>
                <a:lnTo>
                  <a:pt x="13311" y="12312"/>
                </a:lnTo>
                <a:lnTo>
                  <a:pt x="13408" y="12361"/>
                </a:lnTo>
                <a:lnTo>
                  <a:pt x="13530" y="12385"/>
                </a:lnTo>
                <a:lnTo>
                  <a:pt x="13651" y="12410"/>
                </a:lnTo>
                <a:lnTo>
                  <a:pt x="13943" y="12434"/>
                </a:lnTo>
                <a:lnTo>
                  <a:pt x="13603" y="12823"/>
                </a:lnTo>
                <a:lnTo>
                  <a:pt x="13067" y="12726"/>
                </a:lnTo>
                <a:lnTo>
                  <a:pt x="12848" y="12677"/>
                </a:lnTo>
                <a:lnTo>
                  <a:pt x="12727" y="12677"/>
                </a:lnTo>
                <a:lnTo>
                  <a:pt x="12629" y="12702"/>
                </a:lnTo>
                <a:lnTo>
                  <a:pt x="12605" y="12726"/>
                </a:lnTo>
                <a:lnTo>
                  <a:pt x="12605" y="12775"/>
                </a:lnTo>
                <a:lnTo>
                  <a:pt x="12629" y="12848"/>
                </a:lnTo>
                <a:lnTo>
                  <a:pt x="12678" y="12921"/>
                </a:lnTo>
                <a:lnTo>
                  <a:pt x="12751" y="12969"/>
                </a:lnTo>
                <a:lnTo>
                  <a:pt x="12824" y="13018"/>
                </a:lnTo>
                <a:lnTo>
                  <a:pt x="13043" y="13115"/>
                </a:lnTo>
                <a:lnTo>
                  <a:pt x="13262" y="13164"/>
                </a:lnTo>
                <a:lnTo>
                  <a:pt x="13116" y="13286"/>
                </a:lnTo>
                <a:lnTo>
                  <a:pt x="13067" y="13286"/>
                </a:lnTo>
                <a:lnTo>
                  <a:pt x="12605" y="13261"/>
                </a:lnTo>
                <a:lnTo>
                  <a:pt x="12362" y="13213"/>
                </a:lnTo>
                <a:lnTo>
                  <a:pt x="12240" y="13188"/>
                </a:lnTo>
                <a:lnTo>
                  <a:pt x="12094" y="13188"/>
                </a:lnTo>
                <a:lnTo>
                  <a:pt x="12021" y="13213"/>
                </a:lnTo>
                <a:lnTo>
                  <a:pt x="11997" y="13261"/>
                </a:lnTo>
                <a:lnTo>
                  <a:pt x="11972" y="13334"/>
                </a:lnTo>
                <a:lnTo>
                  <a:pt x="12021" y="13383"/>
                </a:lnTo>
                <a:lnTo>
                  <a:pt x="12143" y="13505"/>
                </a:lnTo>
                <a:lnTo>
                  <a:pt x="12289" y="13578"/>
                </a:lnTo>
                <a:lnTo>
                  <a:pt x="12483" y="13626"/>
                </a:lnTo>
                <a:lnTo>
                  <a:pt x="12654" y="13651"/>
                </a:lnTo>
                <a:lnTo>
                  <a:pt x="12240" y="13943"/>
                </a:lnTo>
                <a:lnTo>
                  <a:pt x="12143" y="13918"/>
                </a:lnTo>
                <a:lnTo>
                  <a:pt x="11680" y="13821"/>
                </a:lnTo>
                <a:lnTo>
                  <a:pt x="11461" y="13772"/>
                </a:lnTo>
                <a:lnTo>
                  <a:pt x="11267" y="13724"/>
                </a:lnTo>
                <a:lnTo>
                  <a:pt x="11218" y="13748"/>
                </a:lnTo>
                <a:lnTo>
                  <a:pt x="11218" y="13821"/>
                </a:lnTo>
                <a:lnTo>
                  <a:pt x="11242" y="13894"/>
                </a:lnTo>
                <a:lnTo>
                  <a:pt x="11315" y="13967"/>
                </a:lnTo>
                <a:lnTo>
                  <a:pt x="11437" y="14064"/>
                </a:lnTo>
                <a:lnTo>
                  <a:pt x="11607" y="14137"/>
                </a:lnTo>
                <a:lnTo>
                  <a:pt x="11802" y="14210"/>
                </a:lnTo>
                <a:lnTo>
                  <a:pt x="11437" y="14381"/>
                </a:lnTo>
                <a:lnTo>
                  <a:pt x="11388" y="14332"/>
                </a:lnTo>
                <a:lnTo>
                  <a:pt x="11315" y="14308"/>
                </a:lnTo>
                <a:lnTo>
                  <a:pt x="11194" y="14259"/>
                </a:lnTo>
                <a:lnTo>
                  <a:pt x="10902" y="14235"/>
                </a:lnTo>
                <a:lnTo>
                  <a:pt x="10634" y="14210"/>
                </a:lnTo>
                <a:lnTo>
                  <a:pt x="10512" y="14210"/>
                </a:lnTo>
                <a:lnTo>
                  <a:pt x="10391" y="14235"/>
                </a:lnTo>
                <a:lnTo>
                  <a:pt x="10366" y="14235"/>
                </a:lnTo>
                <a:lnTo>
                  <a:pt x="10366" y="14283"/>
                </a:lnTo>
                <a:lnTo>
                  <a:pt x="10366" y="14332"/>
                </a:lnTo>
                <a:lnTo>
                  <a:pt x="10391" y="14381"/>
                </a:lnTo>
                <a:lnTo>
                  <a:pt x="10488" y="14478"/>
                </a:lnTo>
                <a:lnTo>
                  <a:pt x="10610" y="14551"/>
                </a:lnTo>
                <a:lnTo>
                  <a:pt x="10731" y="14575"/>
                </a:lnTo>
                <a:lnTo>
                  <a:pt x="10877" y="14624"/>
                </a:lnTo>
                <a:lnTo>
                  <a:pt x="10512" y="14746"/>
                </a:lnTo>
                <a:lnTo>
                  <a:pt x="10318" y="14673"/>
                </a:lnTo>
                <a:lnTo>
                  <a:pt x="10123" y="14624"/>
                </a:lnTo>
                <a:lnTo>
                  <a:pt x="9904" y="14600"/>
                </a:lnTo>
                <a:lnTo>
                  <a:pt x="9807" y="14600"/>
                </a:lnTo>
                <a:lnTo>
                  <a:pt x="9709" y="14648"/>
                </a:lnTo>
                <a:lnTo>
                  <a:pt x="9661" y="14673"/>
                </a:lnTo>
                <a:lnTo>
                  <a:pt x="9685" y="14721"/>
                </a:lnTo>
                <a:lnTo>
                  <a:pt x="9734" y="14794"/>
                </a:lnTo>
                <a:lnTo>
                  <a:pt x="9807" y="14843"/>
                </a:lnTo>
                <a:lnTo>
                  <a:pt x="9928" y="14916"/>
                </a:lnTo>
                <a:lnTo>
                  <a:pt x="9612" y="14989"/>
                </a:lnTo>
                <a:lnTo>
                  <a:pt x="9588" y="14940"/>
                </a:lnTo>
                <a:lnTo>
                  <a:pt x="9539" y="14916"/>
                </a:lnTo>
                <a:lnTo>
                  <a:pt x="9417" y="14867"/>
                </a:lnTo>
                <a:lnTo>
                  <a:pt x="9223" y="14843"/>
                </a:lnTo>
                <a:lnTo>
                  <a:pt x="9150" y="14843"/>
                </a:lnTo>
                <a:lnTo>
                  <a:pt x="9052" y="14867"/>
                </a:lnTo>
                <a:lnTo>
                  <a:pt x="9004" y="14916"/>
                </a:lnTo>
                <a:lnTo>
                  <a:pt x="8979" y="14965"/>
                </a:lnTo>
                <a:lnTo>
                  <a:pt x="8979" y="15013"/>
                </a:lnTo>
                <a:lnTo>
                  <a:pt x="9004" y="15062"/>
                </a:lnTo>
                <a:lnTo>
                  <a:pt x="9004" y="15086"/>
                </a:lnTo>
                <a:lnTo>
                  <a:pt x="8663" y="15135"/>
                </a:lnTo>
                <a:lnTo>
                  <a:pt x="8298" y="15159"/>
                </a:lnTo>
                <a:lnTo>
                  <a:pt x="7227" y="15159"/>
                </a:lnTo>
                <a:lnTo>
                  <a:pt x="6862" y="15111"/>
                </a:lnTo>
                <a:lnTo>
                  <a:pt x="6497" y="15062"/>
                </a:lnTo>
                <a:lnTo>
                  <a:pt x="6157" y="14989"/>
                </a:lnTo>
                <a:lnTo>
                  <a:pt x="5816" y="14916"/>
                </a:lnTo>
                <a:lnTo>
                  <a:pt x="5451" y="14819"/>
                </a:lnTo>
                <a:lnTo>
                  <a:pt x="5135" y="14697"/>
                </a:lnTo>
                <a:lnTo>
                  <a:pt x="4794" y="14575"/>
                </a:lnTo>
                <a:lnTo>
                  <a:pt x="4478" y="14405"/>
                </a:lnTo>
                <a:lnTo>
                  <a:pt x="4162" y="14259"/>
                </a:lnTo>
                <a:lnTo>
                  <a:pt x="3845" y="14064"/>
                </a:lnTo>
                <a:lnTo>
                  <a:pt x="3553" y="13870"/>
                </a:lnTo>
                <a:lnTo>
                  <a:pt x="3286" y="13675"/>
                </a:lnTo>
                <a:lnTo>
                  <a:pt x="3018" y="13456"/>
                </a:lnTo>
                <a:lnTo>
                  <a:pt x="2775" y="13237"/>
                </a:lnTo>
                <a:lnTo>
                  <a:pt x="2531" y="12994"/>
                </a:lnTo>
                <a:lnTo>
                  <a:pt x="2312" y="12775"/>
                </a:lnTo>
                <a:lnTo>
                  <a:pt x="2118" y="12507"/>
                </a:lnTo>
                <a:lnTo>
                  <a:pt x="1899" y="12239"/>
                </a:lnTo>
                <a:lnTo>
                  <a:pt x="1728" y="11972"/>
                </a:lnTo>
                <a:lnTo>
                  <a:pt x="1558" y="11704"/>
                </a:lnTo>
                <a:lnTo>
                  <a:pt x="1412" y="11412"/>
                </a:lnTo>
                <a:lnTo>
                  <a:pt x="1266" y="11120"/>
                </a:lnTo>
                <a:lnTo>
                  <a:pt x="1144" y="10828"/>
                </a:lnTo>
                <a:lnTo>
                  <a:pt x="1047" y="10512"/>
                </a:lnTo>
                <a:lnTo>
                  <a:pt x="950" y="10195"/>
                </a:lnTo>
                <a:lnTo>
                  <a:pt x="877" y="9879"/>
                </a:lnTo>
                <a:lnTo>
                  <a:pt x="828" y="9538"/>
                </a:lnTo>
                <a:lnTo>
                  <a:pt x="779" y="9003"/>
                </a:lnTo>
                <a:lnTo>
                  <a:pt x="755" y="8468"/>
                </a:lnTo>
                <a:lnTo>
                  <a:pt x="755" y="7933"/>
                </a:lnTo>
                <a:lnTo>
                  <a:pt x="779" y="7397"/>
                </a:lnTo>
                <a:lnTo>
                  <a:pt x="852" y="6862"/>
                </a:lnTo>
                <a:lnTo>
                  <a:pt x="950" y="6351"/>
                </a:lnTo>
                <a:lnTo>
                  <a:pt x="1096" y="5840"/>
                </a:lnTo>
                <a:lnTo>
                  <a:pt x="1266" y="5353"/>
                </a:lnTo>
                <a:lnTo>
                  <a:pt x="1388" y="5061"/>
                </a:lnTo>
                <a:lnTo>
                  <a:pt x="1558" y="4745"/>
                </a:lnTo>
                <a:lnTo>
                  <a:pt x="1753" y="4404"/>
                </a:lnTo>
                <a:lnTo>
                  <a:pt x="1996" y="4064"/>
                </a:lnTo>
                <a:lnTo>
                  <a:pt x="2264" y="3699"/>
                </a:lnTo>
                <a:lnTo>
                  <a:pt x="2556" y="3334"/>
                </a:lnTo>
                <a:lnTo>
                  <a:pt x="2896" y="2944"/>
                </a:lnTo>
                <a:lnTo>
                  <a:pt x="3261" y="2604"/>
                </a:lnTo>
                <a:lnTo>
                  <a:pt x="3651" y="2263"/>
                </a:lnTo>
                <a:lnTo>
                  <a:pt x="4089" y="1922"/>
                </a:lnTo>
                <a:lnTo>
                  <a:pt x="4527" y="1630"/>
                </a:lnTo>
                <a:lnTo>
                  <a:pt x="5013" y="1363"/>
                </a:lnTo>
                <a:lnTo>
                  <a:pt x="5524" y="1144"/>
                </a:lnTo>
                <a:lnTo>
                  <a:pt x="6035" y="974"/>
                </a:lnTo>
                <a:lnTo>
                  <a:pt x="6327" y="925"/>
                </a:lnTo>
                <a:lnTo>
                  <a:pt x="6595" y="876"/>
                </a:lnTo>
                <a:lnTo>
                  <a:pt x="6887" y="828"/>
                </a:lnTo>
                <a:lnTo>
                  <a:pt x="7179" y="803"/>
                </a:lnTo>
                <a:lnTo>
                  <a:pt x="7544" y="779"/>
                </a:lnTo>
                <a:lnTo>
                  <a:pt x="7933" y="730"/>
                </a:lnTo>
                <a:lnTo>
                  <a:pt x="8322" y="682"/>
                </a:lnTo>
                <a:close/>
                <a:moveTo>
                  <a:pt x="8152" y="0"/>
                </a:moveTo>
                <a:lnTo>
                  <a:pt x="7763" y="25"/>
                </a:lnTo>
                <a:lnTo>
                  <a:pt x="7373" y="73"/>
                </a:lnTo>
                <a:lnTo>
                  <a:pt x="7081" y="49"/>
                </a:lnTo>
                <a:lnTo>
                  <a:pt x="6789" y="49"/>
                </a:lnTo>
                <a:lnTo>
                  <a:pt x="6473" y="73"/>
                </a:lnTo>
                <a:lnTo>
                  <a:pt x="6157" y="146"/>
                </a:lnTo>
                <a:lnTo>
                  <a:pt x="5841" y="219"/>
                </a:lnTo>
                <a:lnTo>
                  <a:pt x="5549" y="317"/>
                </a:lnTo>
                <a:lnTo>
                  <a:pt x="5232" y="438"/>
                </a:lnTo>
                <a:lnTo>
                  <a:pt x="4916" y="560"/>
                </a:lnTo>
                <a:lnTo>
                  <a:pt x="4332" y="876"/>
                </a:lnTo>
                <a:lnTo>
                  <a:pt x="3748" y="1217"/>
                </a:lnTo>
                <a:lnTo>
                  <a:pt x="3237" y="1606"/>
                </a:lnTo>
                <a:lnTo>
                  <a:pt x="2775" y="1995"/>
                </a:lnTo>
                <a:lnTo>
                  <a:pt x="2507" y="2239"/>
                </a:lnTo>
                <a:lnTo>
                  <a:pt x="2264" y="2482"/>
                </a:lnTo>
                <a:lnTo>
                  <a:pt x="2045" y="2725"/>
                </a:lnTo>
                <a:lnTo>
                  <a:pt x="1826" y="2993"/>
                </a:lnTo>
                <a:lnTo>
                  <a:pt x="1631" y="3261"/>
                </a:lnTo>
                <a:lnTo>
                  <a:pt x="1461" y="3528"/>
                </a:lnTo>
                <a:lnTo>
                  <a:pt x="1120" y="4088"/>
                </a:lnTo>
                <a:lnTo>
                  <a:pt x="852" y="4696"/>
                </a:lnTo>
                <a:lnTo>
                  <a:pt x="609" y="5305"/>
                </a:lnTo>
                <a:lnTo>
                  <a:pt x="414" y="5962"/>
                </a:lnTo>
                <a:lnTo>
                  <a:pt x="220" y="6643"/>
                </a:lnTo>
                <a:lnTo>
                  <a:pt x="122" y="7008"/>
                </a:lnTo>
                <a:lnTo>
                  <a:pt x="74" y="7373"/>
                </a:lnTo>
                <a:lnTo>
                  <a:pt x="25" y="7738"/>
                </a:lnTo>
                <a:lnTo>
                  <a:pt x="1" y="8103"/>
                </a:lnTo>
                <a:lnTo>
                  <a:pt x="1" y="8468"/>
                </a:lnTo>
                <a:lnTo>
                  <a:pt x="25" y="8809"/>
                </a:lnTo>
                <a:lnTo>
                  <a:pt x="49" y="9174"/>
                </a:lnTo>
                <a:lnTo>
                  <a:pt x="98" y="9514"/>
                </a:lnTo>
                <a:lnTo>
                  <a:pt x="195" y="9879"/>
                </a:lnTo>
                <a:lnTo>
                  <a:pt x="268" y="10220"/>
                </a:lnTo>
                <a:lnTo>
                  <a:pt x="390" y="10560"/>
                </a:lnTo>
                <a:lnTo>
                  <a:pt x="512" y="10901"/>
                </a:lnTo>
                <a:lnTo>
                  <a:pt x="658" y="11242"/>
                </a:lnTo>
                <a:lnTo>
                  <a:pt x="804" y="11582"/>
                </a:lnTo>
                <a:lnTo>
                  <a:pt x="1169" y="12264"/>
                </a:lnTo>
                <a:lnTo>
                  <a:pt x="1388" y="12629"/>
                </a:lnTo>
                <a:lnTo>
                  <a:pt x="1631" y="12994"/>
                </a:lnTo>
                <a:lnTo>
                  <a:pt x="1899" y="13334"/>
                </a:lnTo>
                <a:lnTo>
                  <a:pt x="2166" y="13651"/>
                </a:lnTo>
                <a:lnTo>
                  <a:pt x="2434" y="13943"/>
                </a:lnTo>
                <a:lnTo>
                  <a:pt x="2750" y="14235"/>
                </a:lnTo>
                <a:lnTo>
                  <a:pt x="3042" y="14502"/>
                </a:lnTo>
                <a:lnTo>
                  <a:pt x="3383" y="14746"/>
                </a:lnTo>
                <a:lnTo>
                  <a:pt x="3699" y="14965"/>
                </a:lnTo>
                <a:lnTo>
                  <a:pt x="4064" y="15159"/>
                </a:lnTo>
                <a:lnTo>
                  <a:pt x="4429" y="15354"/>
                </a:lnTo>
                <a:lnTo>
                  <a:pt x="4794" y="15500"/>
                </a:lnTo>
                <a:lnTo>
                  <a:pt x="5184" y="15622"/>
                </a:lnTo>
                <a:lnTo>
                  <a:pt x="5597" y="15743"/>
                </a:lnTo>
                <a:lnTo>
                  <a:pt x="6011" y="15816"/>
                </a:lnTo>
                <a:lnTo>
                  <a:pt x="6424" y="15889"/>
                </a:lnTo>
                <a:lnTo>
                  <a:pt x="6862" y="15914"/>
                </a:lnTo>
                <a:lnTo>
                  <a:pt x="7300" y="15938"/>
                </a:lnTo>
                <a:lnTo>
                  <a:pt x="7738" y="15938"/>
                </a:lnTo>
                <a:lnTo>
                  <a:pt x="8152" y="15914"/>
                </a:lnTo>
                <a:lnTo>
                  <a:pt x="8590" y="15889"/>
                </a:lnTo>
                <a:lnTo>
                  <a:pt x="9004" y="15841"/>
                </a:lnTo>
                <a:lnTo>
                  <a:pt x="9442" y="15768"/>
                </a:lnTo>
                <a:lnTo>
                  <a:pt x="9855" y="15670"/>
                </a:lnTo>
                <a:lnTo>
                  <a:pt x="10245" y="15573"/>
                </a:lnTo>
                <a:lnTo>
                  <a:pt x="10658" y="15451"/>
                </a:lnTo>
                <a:lnTo>
                  <a:pt x="11048" y="15305"/>
                </a:lnTo>
                <a:lnTo>
                  <a:pt x="11461" y="15135"/>
                </a:lnTo>
                <a:lnTo>
                  <a:pt x="11826" y="14940"/>
                </a:lnTo>
                <a:lnTo>
                  <a:pt x="12216" y="14721"/>
                </a:lnTo>
                <a:lnTo>
                  <a:pt x="12581" y="14478"/>
                </a:lnTo>
                <a:lnTo>
                  <a:pt x="12921" y="14235"/>
                </a:lnTo>
                <a:lnTo>
                  <a:pt x="13286" y="13943"/>
                </a:lnTo>
                <a:lnTo>
                  <a:pt x="13603" y="13651"/>
                </a:lnTo>
                <a:lnTo>
                  <a:pt x="13895" y="13334"/>
                </a:lnTo>
                <a:lnTo>
                  <a:pt x="14187" y="13018"/>
                </a:lnTo>
                <a:lnTo>
                  <a:pt x="14454" y="12702"/>
                </a:lnTo>
                <a:lnTo>
                  <a:pt x="14697" y="12361"/>
                </a:lnTo>
                <a:lnTo>
                  <a:pt x="14916" y="11996"/>
                </a:lnTo>
                <a:lnTo>
                  <a:pt x="15111" y="11631"/>
                </a:lnTo>
                <a:lnTo>
                  <a:pt x="15135" y="11631"/>
                </a:lnTo>
                <a:lnTo>
                  <a:pt x="15160" y="11582"/>
                </a:lnTo>
                <a:lnTo>
                  <a:pt x="15160" y="11534"/>
                </a:lnTo>
                <a:lnTo>
                  <a:pt x="15330" y="11096"/>
                </a:lnTo>
                <a:lnTo>
                  <a:pt x="15500" y="10658"/>
                </a:lnTo>
                <a:lnTo>
                  <a:pt x="15622" y="10195"/>
                </a:lnTo>
                <a:lnTo>
                  <a:pt x="15719" y="9733"/>
                </a:lnTo>
                <a:lnTo>
                  <a:pt x="15744" y="9709"/>
                </a:lnTo>
                <a:lnTo>
                  <a:pt x="15768" y="9684"/>
                </a:lnTo>
                <a:lnTo>
                  <a:pt x="15792" y="9636"/>
                </a:lnTo>
                <a:lnTo>
                  <a:pt x="15768" y="9611"/>
                </a:lnTo>
                <a:lnTo>
                  <a:pt x="15744" y="9563"/>
                </a:lnTo>
                <a:lnTo>
                  <a:pt x="15792" y="9174"/>
                </a:lnTo>
                <a:lnTo>
                  <a:pt x="15841" y="8760"/>
                </a:lnTo>
                <a:lnTo>
                  <a:pt x="15841" y="8371"/>
                </a:lnTo>
                <a:lnTo>
                  <a:pt x="15817" y="7957"/>
                </a:lnTo>
                <a:lnTo>
                  <a:pt x="15744" y="7105"/>
                </a:lnTo>
                <a:lnTo>
                  <a:pt x="15671" y="6667"/>
                </a:lnTo>
                <a:lnTo>
                  <a:pt x="15598" y="6254"/>
                </a:lnTo>
                <a:lnTo>
                  <a:pt x="15525" y="5840"/>
                </a:lnTo>
                <a:lnTo>
                  <a:pt x="15403" y="5426"/>
                </a:lnTo>
                <a:lnTo>
                  <a:pt x="15281" y="5013"/>
                </a:lnTo>
                <a:lnTo>
                  <a:pt x="15160" y="4623"/>
                </a:lnTo>
                <a:lnTo>
                  <a:pt x="14989" y="4234"/>
                </a:lnTo>
                <a:lnTo>
                  <a:pt x="14819" y="3845"/>
                </a:lnTo>
                <a:lnTo>
                  <a:pt x="14624" y="3480"/>
                </a:lnTo>
                <a:lnTo>
                  <a:pt x="14405" y="3115"/>
                </a:lnTo>
                <a:lnTo>
                  <a:pt x="14162" y="2774"/>
                </a:lnTo>
                <a:lnTo>
                  <a:pt x="13895" y="2458"/>
                </a:lnTo>
                <a:lnTo>
                  <a:pt x="13603" y="2141"/>
                </a:lnTo>
                <a:lnTo>
                  <a:pt x="13286" y="1849"/>
                </a:lnTo>
                <a:lnTo>
                  <a:pt x="12970" y="1582"/>
                </a:lnTo>
                <a:lnTo>
                  <a:pt x="12654" y="1363"/>
                </a:lnTo>
                <a:lnTo>
                  <a:pt x="12313" y="1144"/>
                </a:lnTo>
                <a:lnTo>
                  <a:pt x="11948" y="949"/>
                </a:lnTo>
                <a:lnTo>
                  <a:pt x="11607" y="779"/>
                </a:lnTo>
                <a:lnTo>
                  <a:pt x="11218" y="609"/>
                </a:lnTo>
                <a:lnTo>
                  <a:pt x="10853" y="487"/>
                </a:lnTo>
                <a:lnTo>
                  <a:pt x="10464" y="365"/>
                </a:lnTo>
                <a:lnTo>
                  <a:pt x="10099" y="268"/>
                </a:lnTo>
                <a:lnTo>
                  <a:pt x="9709" y="171"/>
                </a:lnTo>
                <a:lnTo>
                  <a:pt x="9320" y="98"/>
                </a:lnTo>
                <a:lnTo>
                  <a:pt x="8931" y="49"/>
                </a:lnTo>
                <a:lnTo>
                  <a:pt x="8541" y="25"/>
                </a:lnTo>
                <a:lnTo>
                  <a:pt x="8152" y="0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0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56"/>
          <p:cNvSpPr txBox="1"/>
          <p:nvPr>
            <p:ph idx="12" type="sldNum"/>
          </p:nvPr>
        </p:nvSpPr>
        <p:spPr>
          <a:xfrm>
            <a:off x="7899350" y="409842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93" name="Google Shape;1093;p56"/>
          <p:cNvSpPr txBox="1"/>
          <p:nvPr/>
        </p:nvSpPr>
        <p:spPr>
          <a:xfrm>
            <a:off x="1491325" y="646750"/>
            <a:ext cx="6885900" cy="19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@Query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public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2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Profile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profile(</a:t>
            </a:r>
            <a:r>
              <a:rPr lang="en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@Argument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"personId"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lang="en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personId) {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12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Person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person = personDB.getPerson(personId);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1200">
                <a:solidFill>
                  <a:srgbClr val="999999"/>
                </a:solidFill>
                <a:latin typeface="Roboto Mono"/>
                <a:ea typeface="Roboto Mono"/>
                <a:cs typeface="Roboto Mono"/>
                <a:sym typeface="Roboto Mono"/>
              </a:rPr>
              <a:t>//List&lt;Score&gt; scores = scoreDB.getScores(person.getIdNumber());</a:t>
            </a:r>
            <a:endParaRPr sz="1200">
              <a:solidFill>
                <a:srgbClr val="99999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12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Profile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profile = </a:t>
            </a:r>
            <a:r>
              <a:rPr lang="en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new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2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Profile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profile.setId(person.getIdNumber());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profile.setPerson(person);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1200">
                <a:solidFill>
                  <a:srgbClr val="999999"/>
                </a:solidFill>
                <a:latin typeface="Roboto Mono"/>
                <a:ea typeface="Roboto Mono"/>
                <a:cs typeface="Roboto Mono"/>
                <a:sym typeface="Roboto Mono"/>
              </a:rPr>
              <a:t>//profile.setScores(scores);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  return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profile;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200">
              <a:solidFill>
                <a:srgbClr val="C5392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C5392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C53929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094" name="Google Shape;1094;p56"/>
          <p:cNvSpPr txBox="1"/>
          <p:nvPr/>
        </p:nvSpPr>
        <p:spPr>
          <a:xfrm>
            <a:off x="1491325" y="2621350"/>
            <a:ext cx="6604200" cy="12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@Query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public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2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List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n" sz="12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Score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&gt; scores(</a:t>
            </a:r>
            <a:r>
              <a:rPr lang="en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@Source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2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Profile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profile) {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12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Person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person = profile.getPerson();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scoreDB.getScores(person.getIdNumber());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57"/>
          <p:cNvSpPr txBox="1"/>
          <p:nvPr>
            <p:ph idx="12" type="sldNum"/>
          </p:nvPr>
        </p:nvSpPr>
        <p:spPr>
          <a:xfrm>
            <a:off x="7899350" y="409842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0" name="Google Shape;1100;p57"/>
          <p:cNvSpPr txBox="1"/>
          <p:nvPr/>
        </p:nvSpPr>
        <p:spPr>
          <a:xfrm>
            <a:off x="1270650" y="1544575"/>
            <a:ext cx="7213200" cy="18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latin typeface="Gloria Hallelujah"/>
                <a:ea typeface="Gloria Hallelujah"/>
                <a:cs typeface="Gloria Hallelujah"/>
                <a:sym typeface="Gloria Hallelujah"/>
              </a:rPr>
              <a:t>Demo 2</a:t>
            </a:r>
            <a:endParaRPr sz="9600">
              <a:latin typeface="Gloria Hallelujah"/>
              <a:ea typeface="Gloria Hallelujah"/>
              <a:cs typeface="Gloria Hallelujah"/>
              <a:sym typeface="Gloria Hallelujah"/>
            </a:endParaRPr>
          </a:p>
        </p:txBody>
      </p:sp>
      <p:sp>
        <p:nvSpPr>
          <p:cNvPr id="1101" name="Google Shape;1101;p57"/>
          <p:cNvSpPr/>
          <p:nvPr/>
        </p:nvSpPr>
        <p:spPr>
          <a:xfrm>
            <a:off x="7476860" y="669567"/>
            <a:ext cx="618809" cy="658986"/>
          </a:xfrm>
          <a:custGeom>
            <a:rect b="b" l="l" r="r" t="t"/>
            <a:pathLst>
              <a:path extrusionOk="0" h="8923" w="8645">
                <a:moveTo>
                  <a:pt x="4836" y="342"/>
                </a:moveTo>
                <a:lnTo>
                  <a:pt x="4943" y="385"/>
                </a:lnTo>
                <a:lnTo>
                  <a:pt x="4964" y="407"/>
                </a:lnTo>
                <a:lnTo>
                  <a:pt x="4964" y="428"/>
                </a:lnTo>
                <a:lnTo>
                  <a:pt x="4921" y="471"/>
                </a:lnTo>
                <a:lnTo>
                  <a:pt x="4879" y="492"/>
                </a:lnTo>
                <a:lnTo>
                  <a:pt x="4814" y="492"/>
                </a:lnTo>
                <a:lnTo>
                  <a:pt x="4772" y="471"/>
                </a:lnTo>
                <a:lnTo>
                  <a:pt x="4750" y="449"/>
                </a:lnTo>
                <a:lnTo>
                  <a:pt x="4772" y="428"/>
                </a:lnTo>
                <a:lnTo>
                  <a:pt x="4836" y="342"/>
                </a:lnTo>
                <a:close/>
                <a:moveTo>
                  <a:pt x="1840" y="471"/>
                </a:moveTo>
                <a:lnTo>
                  <a:pt x="1883" y="514"/>
                </a:lnTo>
                <a:lnTo>
                  <a:pt x="1926" y="556"/>
                </a:lnTo>
                <a:lnTo>
                  <a:pt x="1947" y="706"/>
                </a:lnTo>
                <a:lnTo>
                  <a:pt x="1969" y="856"/>
                </a:lnTo>
                <a:lnTo>
                  <a:pt x="1969" y="984"/>
                </a:lnTo>
                <a:lnTo>
                  <a:pt x="1969" y="1134"/>
                </a:lnTo>
                <a:lnTo>
                  <a:pt x="1969" y="1348"/>
                </a:lnTo>
                <a:lnTo>
                  <a:pt x="1947" y="1541"/>
                </a:lnTo>
                <a:lnTo>
                  <a:pt x="1905" y="1626"/>
                </a:lnTo>
                <a:lnTo>
                  <a:pt x="1862" y="1690"/>
                </a:lnTo>
                <a:lnTo>
                  <a:pt x="1776" y="1755"/>
                </a:lnTo>
                <a:lnTo>
                  <a:pt x="1755" y="1733"/>
                </a:lnTo>
                <a:lnTo>
                  <a:pt x="1755" y="1712"/>
                </a:lnTo>
                <a:lnTo>
                  <a:pt x="1798" y="1541"/>
                </a:lnTo>
                <a:lnTo>
                  <a:pt x="1798" y="1455"/>
                </a:lnTo>
                <a:lnTo>
                  <a:pt x="1798" y="1412"/>
                </a:lnTo>
                <a:lnTo>
                  <a:pt x="1776" y="1369"/>
                </a:lnTo>
                <a:lnTo>
                  <a:pt x="1755" y="1284"/>
                </a:lnTo>
                <a:lnTo>
                  <a:pt x="1733" y="1156"/>
                </a:lnTo>
                <a:lnTo>
                  <a:pt x="1733" y="1006"/>
                </a:lnTo>
                <a:lnTo>
                  <a:pt x="1691" y="835"/>
                </a:lnTo>
                <a:lnTo>
                  <a:pt x="1691" y="770"/>
                </a:lnTo>
                <a:lnTo>
                  <a:pt x="1712" y="685"/>
                </a:lnTo>
                <a:lnTo>
                  <a:pt x="1776" y="556"/>
                </a:lnTo>
                <a:lnTo>
                  <a:pt x="1819" y="492"/>
                </a:lnTo>
                <a:lnTo>
                  <a:pt x="1840" y="471"/>
                </a:lnTo>
                <a:close/>
                <a:moveTo>
                  <a:pt x="1691" y="107"/>
                </a:moveTo>
                <a:lnTo>
                  <a:pt x="1584" y="129"/>
                </a:lnTo>
                <a:lnTo>
                  <a:pt x="1498" y="150"/>
                </a:lnTo>
                <a:lnTo>
                  <a:pt x="1434" y="193"/>
                </a:lnTo>
                <a:lnTo>
                  <a:pt x="1348" y="236"/>
                </a:lnTo>
                <a:lnTo>
                  <a:pt x="1241" y="364"/>
                </a:lnTo>
                <a:lnTo>
                  <a:pt x="1156" y="535"/>
                </a:lnTo>
                <a:lnTo>
                  <a:pt x="1092" y="728"/>
                </a:lnTo>
                <a:lnTo>
                  <a:pt x="1070" y="813"/>
                </a:lnTo>
                <a:lnTo>
                  <a:pt x="1006" y="877"/>
                </a:lnTo>
                <a:lnTo>
                  <a:pt x="942" y="963"/>
                </a:lnTo>
                <a:lnTo>
                  <a:pt x="878" y="1027"/>
                </a:lnTo>
                <a:lnTo>
                  <a:pt x="835" y="1091"/>
                </a:lnTo>
                <a:lnTo>
                  <a:pt x="813" y="1156"/>
                </a:lnTo>
                <a:lnTo>
                  <a:pt x="835" y="1198"/>
                </a:lnTo>
                <a:lnTo>
                  <a:pt x="835" y="1262"/>
                </a:lnTo>
                <a:lnTo>
                  <a:pt x="878" y="1305"/>
                </a:lnTo>
                <a:lnTo>
                  <a:pt x="963" y="1391"/>
                </a:lnTo>
                <a:lnTo>
                  <a:pt x="1070" y="1541"/>
                </a:lnTo>
                <a:lnTo>
                  <a:pt x="1156" y="1712"/>
                </a:lnTo>
                <a:lnTo>
                  <a:pt x="1241" y="1883"/>
                </a:lnTo>
                <a:lnTo>
                  <a:pt x="1370" y="2033"/>
                </a:lnTo>
                <a:lnTo>
                  <a:pt x="1455" y="2097"/>
                </a:lnTo>
                <a:lnTo>
                  <a:pt x="1541" y="2140"/>
                </a:lnTo>
                <a:lnTo>
                  <a:pt x="1626" y="2183"/>
                </a:lnTo>
                <a:lnTo>
                  <a:pt x="1733" y="2204"/>
                </a:lnTo>
                <a:lnTo>
                  <a:pt x="1840" y="2183"/>
                </a:lnTo>
                <a:lnTo>
                  <a:pt x="1905" y="2140"/>
                </a:lnTo>
                <a:lnTo>
                  <a:pt x="1990" y="2097"/>
                </a:lnTo>
                <a:lnTo>
                  <a:pt x="2033" y="2033"/>
                </a:lnTo>
                <a:lnTo>
                  <a:pt x="2119" y="1862"/>
                </a:lnTo>
                <a:lnTo>
                  <a:pt x="2183" y="1690"/>
                </a:lnTo>
                <a:lnTo>
                  <a:pt x="2247" y="1498"/>
                </a:lnTo>
                <a:lnTo>
                  <a:pt x="2290" y="1434"/>
                </a:lnTo>
                <a:lnTo>
                  <a:pt x="2332" y="1348"/>
                </a:lnTo>
                <a:lnTo>
                  <a:pt x="2439" y="1241"/>
                </a:lnTo>
                <a:lnTo>
                  <a:pt x="2461" y="1198"/>
                </a:lnTo>
                <a:lnTo>
                  <a:pt x="2461" y="1113"/>
                </a:lnTo>
                <a:lnTo>
                  <a:pt x="2461" y="1027"/>
                </a:lnTo>
                <a:lnTo>
                  <a:pt x="2418" y="984"/>
                </a:lnTo>
                <a:lnTo>
                  <a:pt x="2354" y="920"/>
                </a:lnTo>
                <a:lnTo>
                  <a:pt x="2311" y="877"/>
                </a:lnTo>
                <a:lnTo>
                  <a:pt x="2247" y="792"/>
                </a:lnTo>
                <a:lnTo>
                  <a:pt x="2226" y="706"/>
                </a:lnTo>
                <a:lnTo>
                  <a:pt x="2204" y="492"/>
                </a:lnTo>
                <a:lnTo>
                  <a:pt x="2183" y="407"/>
                </a:lnTo>
                <a:lnTo>
                  <a:pt x="2140" y="321"/>
                </a:lnTo>
                <a:lnTo>
                  <a:pt x="2076" y="257"/>
                </a:lnTo>
                <a:lnTo>
                  <a:pt x="2012" y="193"/>
                </a:lnTo>
                <a:lnTo>
                  <a:pt x="1947" y="150"/>
                </a:lnTo>
                <a:lnTo>
                  <a:pt x="1862" y="129"/>
                </a:lnTo>
                <a:lnTo>
                  <a:pt x="1776" y="107"/>
                </a:lnTo>
                <a:close/>
                <a:moveTo>
                  <a:pt x="7275" y="1904"/>
                </a:moveTo>
                <a:lnTo>
                  <a:pt x="7211" y="1947"/>
                </a:lnTo>
                <a:lnTo>
                  <a:pt x="7168" y="1990"/>
                </a:lnTo>
                <a:lnTo>
                  <a:pt x="7104" y="2054"/>
                </a:lnTo>
                <a:lnTo>
                  <a:pt x="7040" y="2225"/>
                </a:lnTo>
                <a:lnTo>
                  <a:pt x="6954" y="2568"/>
                </a:lnTo>
                <a:lnTo>
                  <a:pt x="6911" y="2717"/>
                </a:lnTo>
                <a:lnTo>
                  <a:pt x="6868" y="2739"/>
                </a:lnTo>
                <a:lnTo>
                  <a:pt x="6847" y="2760"/>
                </a:lnTo>
                <a:lnTo>
                  <a:pt x="6740" y="2739"/>
                </a:lnTo>
                <a:lnTo>
                  <a:pt x="6590" y="2696"/>
                </a:lnTo>
                <a:lnTo>
                  <a:pt x="6440" y="2717"/>
                </a:lnTo>
                <a:lnTo>
                  <a:pt x="6291" y="2760"/>
                </a:lnTo>
                <a:lnTo>
                  <a:pt x="6162" y="2846"/>
                </a:lnTo>
                <a:lnTo>
                  <a:pt x="6055" y="2953"/>
                </a:lnTo>
                <a:lnTo>
                  <a:pt x="5970" y="3081"/>
                </a:lnTo>
                <a:lnTo>
                  <a:pt x="5906" y="3188"/>
                </a:lnTo>
                <a:lnTo>
                  <a:pt x="5863" y="3231"/>
                </a:lnTo>
                <a:lnTo>
                  <a:pt x="5799" y="3274"/>
                </a:lnTo>
                <a:lnTo>
                  <a:pt x="5756" y="3295"/>
                </a:lnTo>
                <a:lnTo>
                  <a:pt x="5670" y="3295"/>
                </a:lnTo>
                <a:lnTo>
                  <a:pt x="5542" y="3252"/>
                </a:lnTo>
                <a:lnTo>
                  <a:pt x="5435" y="3210"/>
                </a:lnTo>
                <a:lnTo>
                  <a:pt x="5392" y="3188"/>
                </a:lnTo>
                <a:lnTo>
                  <a:pt x="5328" y="3188"/>
                </a:lnTo>
                <a:lnTo>
                  <a:pt x="5264" y="3210"/>
                </a:lnTo>
                <a:lnTo>
                  <a:pt x="5178" y="3231"/>
                </a:lnTo>
                <a:lnTo>
                  <a:pt x="5007" y="3338"/>
                </a:lnTo>
                <a:lnTo>
                  <a:pt x="4836" y="3445"/>
                </a:lnTo>
                <a:lnTo>
                  <a:pt x="4665" y="3552"/>
                </a:lnTo>
                <a:lnTo>
                  <a:pt x="4472" y="3659"/>
                </a:lnTo>
                <a:lnTo>
                  <a:pt x="4215" y="3766"/>
                </a:lnTo>
                <a:lnTo>
                  <a:pt x="4087" y="3851"/>
                </a:lnTo>
                <a:lnTo>
                  <a:pt x="4044" y="3894"/>
                </a:lnTo>
                <a:lnTo>
                  <a:pt x="4023" y="3958"/>
                </a:lnTo>
                <a:lnTo>
                  <a:pt x="4023" y="4023"/>
                </a:lnTo>
                <a:lnTo>
                  <a:pt x="4044" y="4065"/>
                </a:lnTo>
                <a:lnTo>
                  <a:pt x="4108" y="4108"/>
                </a:lnTo>
                <a:lnTo>
                  <a:pt x="4173" y="4108"/>
                </a:lnTo>
                <a:lnTo>
                  <a:pt x="4322" y="4087"/>
                </a:lnTo>
                <a:lnTo>
                  <a:pt x="4536" y="4023"/>
                </a:lnTo>
                <a:lnTo>
                  <a:pt x="4729" y="3937"/>
                </a:lnTo>
                <a:lnTo>
                  <a:pt x="4921" y="3851"/>
                </a:lnTo>
                <a:lnTo>
                  <a:pt x="5178" y="3723"/>
                </a:lnTo>
                <a:lnTo>
                  <a:pt x="5264" y="3659"/>
                </a:lnTo>
                <a:lnTo>
                  <a:pt x="5328" y="3637"/>
                </a:lnTo>
                <a:lnTo>
                  <a:pt x="5392" y="3637"/>
                </a:lnTo>
                <a:lnTo>
                  <a:pt x="5435" y="3659"/>
                </a:lnTo>
                <a:lnTo>
                  <a:pt x="5563" y="3723"/>
                </a:lnTo>
                <a:lnTo>
                  <a:pt x="5713" y="3787"/>
                </a:lnTo>
                <a:lnTo>
                  <a:pt x="5863" y="3830"/>
                </a:lnTo>
                <a:lnTo>
                  <a:pt x="5970" y="3809"/>
                </a:lnTo>
                <a:lnTo>
                  <a:pt x="6055" y="3766"/>
                </a:lnTo>
                <a:lnTo>
                  <a:pt x="6141" y="3659"/>
                </a:lnTo>
                <a:lnTo>
                  <a:pt x="6205" y="3530"/>
                </a:lnTo>
                <a:lnTo>
                  <a:pt x="6291" y="3359"/>
                </a:lnTo>
                <a:lnTo>
                  <a:pt x="6398" y="3231"/>
                </a:lnTo>
                <a:lnTo>
                  <a:pt x="6462" y="3188"/>
                </a:lnTo>
                <a:lnTo>
                  <a:pt x="6505" y="3167"/>
                </a:lnTo>
                <a:lnTo>
                  <a:pt x="6590" y="3167"/>
                </a:lnTo>
                <a:lnTo>
                  <a:pt x="6676" y="3188"/>
                </a:lnTo>
                <a:lnTo>
                  <a:pt x="6826" y="3274"/>
                </a:lnTo>
                <a:lnTo>
                  <a:pt x="6911" y="3316"/>
                </a:lnTo>
                <a:lnTo>
                  <a:pt x="6997" y="3359"/>
                </a:lnTo>
                <a:lnTo>
                  <a:pt x="7082" y="3359"/>
                </a:lnTo>
                <a:lnTo>
                  <a:pt x="7168" y="3338"/>
                </a:lnTo>
                <a:lnTo>
                  <a:pt x="7232" y="3316"/>
                </a:lnTo>
                <a:lnTo>
                  <a:pt x="7275" y="3252"/>
                </a:lnTo>
                <a:lnTo>
                  <a:pt x="7318" y="3188"/>
                </a:lnTo>
                <a:lnTo>
                  <a:pt x="7339" y="3124"/>
                </a:lnTo>
                <a:lnTo>
                  <a:pt x="7382" y="2974"/>
                </a:lnTo>
                <a:lnTo>
                  <a:pt x="7403" y="2846"/>
                </a:lnTo>
                <a:lnTo>
                  <a:pt x="7510" y="2503"/>
                </a:lnTo>
                <a:lnTo>
                  <a:pt x="7596" y="2161"/>
                </a:lnTo>
                <a:lnTo>
                  <a:pt x="7596" y="2097"/>
                </a:lnTo>
                <a:lnTo>
                  <a:pt x="7553" y="2033"/>
                </a:lnTo>
                <a:lnTo>
                  <a:pt x="7532" y="1969"/>
                </a:lnTo>
                <a:lnTo>
                  <a:pt x="7467" y="1926"/>
                </a:lnTo>
                <a:lnTo>
                  <a:pt x="7425" y="1904"/>
                </a:lnTo>
                <a:close/>
                <a:moveTo>
                  <a:pt x="4729" y="0"/>
                </a:moveTo>
                <a:lnTo>
                  <a:pt x="4643" y="22"/>
                </a:lnTo>
                <a:lnTo>
                  <a:pt x="4600" y="43"/>
                </a:lnTo>
                <a:lnTo>
                  <a:pt x="4558" y="86"/>
                </a:lnTo>
                <a:lnTo>
                  <a:pt x="4536" y="150"/>
                </a:lnTo>
                <a:lnTo>
                  <a:pt x="4515" y="321"/>
                </a:lnTo>
                <a:lnTo>
                  <a:pt x="4515" y="449"/>
                </a:lnTo>
                <a:lnTo>
                  <a:pt x="4493" y="514"/>
                </a:lnTo>
                <a:lnTo>
                  <a:pt x="4472" y="556"/>
                </a:lnTo>
                <a:lnTo>
                  <a:pt x="4408" y="599"/>
                </a:lnTo>
                <a:lnTo>
                  <a:pt x="4301" y="621"/>
                </a:lnTo>
                <a:lnTo>
                  <a:pt x="4087" y="621"/>
                </a:lnTo>
                <a:lnTo>
                  <a:pt x="3680" y="599"/>
                </a:lnTo>
                <a:lnTo>
                  <a:pt x="3274" y="599"/>
                </a:lnTo>
                <a:lnTo>
                  <a:pt x="3146" y="621"/>
                </a:lnTo>
                <a:lnTo>
                  <a:pt x="3039" y="663"/>
                </a:lnTo>
                <a:lnTo>
                  <a:pt x="2974" y="706"/>
                </a:lnTo>
                <a:lnTo>
                  <a:pt x="2932" y="770"/>
                </a:lnTo>
                <a:lnTo>
                  <a:pt x="2910" y="835"/>
                </a:lnTo>
                <a:lnTo>
                  <a:pt x="2932" y="877"/>
                </a:lnTo>
                <a:lnTo>
                  <a:pt x="2974" y="920"/>
                </a:lnTo>
                <a:lnTo>
                  <a:pt x="3039" y="963"/>
                </a:lnTo>
                <a:lnTo>
                  <a:pt x="3231" y="1006"/>
                </a:lnTo>
                <a:lnTo>
                  <a:pt x="3466" y="1027"/>
                </a:lnTo>
                <a:lnTo>
                  <a:pt x="3916" y="1027"/>
                </a:lnTo>
                <a:lnTo>
                  <a:pt x="4215" y="1006"/>
                </a:lnTo>
                <a:lnTo>
                  <a:pt x="5007" y="984"/>
                </a:lnTo>
                <a:lnTo>
                  <a:pt x="5799" y="963"/>
                </a:lnTo>
                <a:lnTo>
                  <a:pt x="6590" y="942"/>
                </a:lnTo>
                <a:lnTo>
                  <a:pt x="6975" y="963"/>
                </a:lnTo>
                <a:lnTo>
                  <a:pt x="7360" y="984"/>
                </a:lnTo>
                <a:lnTo>
                  <a:pt x="7596" y="984"/>
                </a:lnTo>
                <a:lnTo>
                  <a:pt x="7810" y="963"/>
                </a:lnTo>
                <a:lnTo>
                  <a:pt x="7938" y="942"/>
                </a:lnTo>
                <a:lnTo>
                  <a:pt x="8024" y="942"/>
                </a:lnTo>
                <a:lnTo>
                  <a:pt x="8088" y="963"/>
                </a:lnTo>
                <a:lnTo>
                  <a:pt x="8109" y="1049"/>
                </a:lnTo>
                <a:lnTo>
                  <a:pt x="8131" y="1177"/>
                </a:lnTo>
                <a:lnTo>
                  <a:pt x="8131" y="1412"/>
                </a:lnTo>
                <a:lnTo>
                  <a:pt x="8109" y="1776"/>
                </a:lnTo>
                <a:lnTo>
                  <a:pt x="8088" y="2161"/>
                </a:lnTo>
                <a:lnTo>
                  <a:pt x="8088" y="2525"/>
                </a:lnTo>
                <a:lnTo>
                  <a:pt x="8109" y="2717"/>
                </a:lnTo>
                <a:lnTo>
                  <a:pt x="8131" y="2910"/>
                </a:lnTo>
                <a:lnTo>
                  <a:pt x="8174" y="3103"/>
                </a:lnTo>
                <a:lnTo>
                  <a:pt x="8174" y="3316"/>
                </a:lnTo>
                <a:lnTo>
                  <a:pt x="8174" y="3744"/>
                </a:lnTo>
                <a:lnTo>
                  <a:pt x="8131" y="4579"/>
                </a:lnTo>
                <a:lnTo>
                  <a:pt x="8131" y="4750"/>
                </a:lnTo>
                <a:lnTo>
                  <a:pt x="8109" y="4857"/>
                </a:lnTo>
                <a:lnTo>
                  <a:pt x="8088" y="4900"/>
                </a:lnTo>
                <a:lnTo>
                  <a:pt x="8067" y="4921"/>
                </a:lnTo>
                <a:lnTo>
                  <a:pt x="7917" y="4964"/>
                </a:lnTo>
                <a:lnTo>
                  <a:pt x="7574" y="4985"/>
                </a:lnTo>
                <a:lnTo>
                  <a:pt x="7232" y="5028"/>
                </a:lnTo>
                <a:lnTo>
                  <a:pt x="6205" y="5028"/>
                </a:lnTo>
                <a:lnTo>
                  <a:pt x="5841" y="5050"/>
                </a:lnTo>
                <a:lnTo>
                  <a:pt x="5435" y="5071"/>
                </a:lnTo>
                <a:lnTo>
                  <a:pt x="5028" y="5092"/>
                </a:lnTo>
                <a:lnTo>
                  <a:pt x="4194" y="5114"/>
                </a:lnTo>
                <a:lnTo>
                  <a:pt x="4023" y="5092"/>
                </a:lnTo>
                <a:lnTo>
                  <a:pt x="3787" y="5092"/>
                </a:lnTo>
                <a:lnTo>
                  <a:pt x="3659" y="5114"/>
                </a:lnTo>
                <a:lnTo>
                  <a:pt x="3552" y="5135"/>
                </a:lnTo>
                <a:lnTo>
                  <a:pt x="3466" y="5178"/>
                </a:lnTo>
                <a:lnTo>
                  <a:pt x="3424" y="5242"/>
                </a:lnTo>
                <a:lnTo>
                  <a:pt x="3402" y="5306"/>
                </a:lnTo>
                <a:lnTo>
                  <a:pt x="3402" y="5349"/>
                </a:lnTo>
                <a:lnTo>
                  <a:pt x="3424" y="5392"/>
                </a:lnTo>
                <a:lnTo>
                  <a:pt x="3466" y="5413"/>
                </a:lnTo>
                <a:lnTo>
                  <a:pt x="3573" y="5456"/>
                </a:lnTo>
                <a:lnTo>
                  <a:pt x="3680" y="5477"/>
                </a:lnTo>
                <a:lnTo>
                  <a:pt x="4194" y="5477"/>
                </a:lnTo>
                <a:lnTo>
                  <a:pt x="4279" y="5499"/>
                </a:lnTo>
                <a:lnTo>
                  <a:pt x="4344" y="5542"/>
                </a:lnTo>
                <a:lnTo>
                  <a:pt x="4365" y="5584"/>
                </a:lnTo>
                <a:lnTo>
                  <a:pt x="4386" y="5627"/>
                </a:lnTo>
                <a:lnTo>
                  <a:pt x="4429" y="5691"/>
                </a:lnTo>
                <a:lnTo>
                  <a:pt x="4451" y="5734"/>
                </a:lnTo>
                <a:lnTo>
                  <a:pt x="4493" y="5777"/>
                </a:lnTo>
                <a:lnTo>
                  <a:pt x="4558" y="5798"/>
                </a:lnTo>
                <a:lnTo>
                  <a:pt x="4622" y="5820"/>
                </a:lnTo>
                <a:lnTo>
                  <a:pt x="4665" y="5841"/>
                </a:lnTo>
                <a:lnTo>
                  <a:pt x="4686" y="5905"/>
                </a:lnTo>
                <a:lnTo>
                  <a:pt x="4686" y="5991"/>
                </a:lnTo>
                <a:lnTo>
                  <a:pt x="4686" y="6226"/>
                </a:lnTo>
                <a:lnTo>
                  <a:pt x="4686" y="6440"/>
                </a:lnTo>
                <a:lnTo>
                  <a:pt x="4643" y="6611"/>
                </a:lnTo>
                <a:lnTo>
                  <a:pt x="4622" y="6676"/>
                </a:lnTo>
                <a:lnTo>
                  <a:pt x="4579" y="6761"/>
                </a:lnTo>
                <a:lnTo>
                  <a:pt x="4472" y="6868"/>
                </a:lnTo>
                <a:lnTo>
                  <a:pt x="4215" y="7082"/>
                </a:lnTo>
                <a:lnTo>
                  <a:pt x="3959" y="7275"/>
                </a:lnTo>
                <a:lnTo>
                  <a:pt x="3787" y="7403"/>
                </a:lnTo>
                <a:lnTo>
                  <a:pt x="3638" y="7531"/>
                </a:lnTo>
                <a:lnTo>
                  <a:pt x="3509" y="7681"/>
                </a:lnTo>
                <a:lnTo>
                  <a:pt x="3466" y="7745"/>
                </a:lnTo>
                <a:lnTo>
                  <a:pt x="3424" y="7831"/>
                </a:lnTo>
                <a:lnTo>
                  <a:pt x="3402" y="7917"/>
                </a:lnTo>
                <a:lnTo>
                  <a:pt x="3424" y="7981"/>
                </a:lnTo>
                <a:lnTo>
                  <a:pt x="3445" y="8066"/>
                </a:lnTo>
                <a:lnTo>
                  <a:pt x="3488" y="8131"/>
                </a:lnTo>
                <a:lnTo>
                  <a:pt x="3552" y="8173"/>
                </a:lnTo>
                <a:lnTo>
                  <a:pt x="3616" y="8195"/>
                </a:lnTo>
                <a:lnTo>
                  <a:pt x="3680" y="8216"/>
                </a:lnTo>
                <a:lnTo>
                  <a:pt x="3766" y="8195"/>
                </a:lnTo>
                <a:lnTo>
                  <a:pt x="3916" y="8131"/>
                </a:lnTo>
                <a:lnTo>
                  <a:pt x="4066" y="8002"/>
                </a:lnTo>
                <a:lnTo>
                  <a:pt x="4215" y="7874"/>
                </a:lnTo>
                <a:lnTo>
                  <a:pt x="4365" y="7724"/>
                </a:lnTo>
                <a:lnTo>
                  <a:pt x="4558" y="7510"/>
                </a:lnTo>
                <a:lnTo>
                  <a:pt x="4707" y="7382"/>
                </a:lnTo>
                <a:lnTo>
                  <a:pt x="4772" y="7339"/>
                </a:lnTo>
                <a:lnTo>
                  <a:pt x="4814" y="7317"/>
                </a:lnTo>
                <a:lnTo>
                  <a:pt x="4879" y="7296"/>
                </a:lnTo>
                <a:lnTo>
                  <a:pt x="4943" y="7317"/>
                </a:lnTo>
                <a:lnTo>
                  <a:pt x="5007" y="7339"/>
                </a:lnTo>
                <a:lnTo>
                  <a:pt x="5093" y="7403"/>
                </a:lnTo>
                <a:lnTo>
                  <a:pt x="5413" y="7617"/>
                </a:lnTo>
                <a:lnTo>
                  <a:pt x="5734" y="7831"/>
                </a:lnTo>
                <a:lnTo>
                  <a:pt x="5948" y="8024"/>
                </a:lnTo>
                <a:lnTo>
                  <a:pt x="6098" y="8131"/>
                </a:lnTo>
                <a:lnTo>
                  <a:pt x="6248" y="8216"/>
                </a:lnTo>
                <a:lnTo>
                  <a:pt x="6398" y="8280"/>
                </a:lnTo>
                <a:lnTo>
                  <a:pt x="6526" y="8280"/>
                </a:lnTo>
                <a:lnTo>
                  <a:pt x="6590" y="8259"/>
                </a:lnTo>
                <a:lnTo>
                  <a:pt x="6633" y="8216"/>
                </a:lnTo>
                <a:lnTo>
                  <a:pt x="6676" y="8173"/>
                </a:lnTo>
                <a:lnTo>
                  <a:pt x="6697" y="8066"/>
                </a:lnTo>
                <a:lnTo>
                  <a:pt x="6697" y="8002"/>
                </a:lnTo>
                <a:lnTo>
                  <a:pt x="6697" y="7917"/>
                </a:lnTo>
                <a:lnTo>
                  <a:pt x="6654" y="7852"/>
                </a:lnTo>
                <a:lnTo>
                  <a:pt x="6612" y="7788"/>
                </a:lnTo>
                <a:lnTo>
                  <a:pt x="6505" y="7660"/>
                </a:lnTo>
                <a:lnTo>
                  <a:pt x="6355" y="7553"/>
                </a:lnTo>
                <a:lnTo>
                  <a:pt x="6013" y="7339"/>
                </a:lnTo>
                <a:lnTo>
                  <a:pt x="5863" y="7253"/>
                </a:lnTo>
                <a:lnTo>
                  <a:pt x="5777" y="7146"/>
                </a:lnTo>
                <a:lnTo>
                  <a:pt x="5884" y="7125"/>
                </a:lnTo>
                <a:lnTo>
                  <a:pt x="5991" y="7125"/>
                </a:lnTo>
                <a:lnTo>
                  <a:pt x="6205" y="7168"/>
                </a:lnTo>
                <a:lnTo>
                  <a:pt x="6419" y="7211"/>
                </a:lnTo>
                <a:lnTo>
                  <a:pt x="6547" y="7232"/>
                </a:lnTo>
                <a:lnTo>
                  <a:pt x="6633" y="7232"/>
                </a:lnTo>
                <a:lnTo>
                  <a:pt x="6740" y="7211"/>
                </a:lnTo>
                <a:lnTo>
                  <a:pt x="6804" y="7189"/>
                </a:lnTo>
                <a:lnTo>
                  <a:pt x="6868" y="7146"/>
                </a:lnTo>
                <a:lnTo>
                  <a:pt x="6890" y="7082"/>
                </a:lnTo>
                <a:lnTo>
                  <a:pt x="6911" y="7018"/>
                </a:lnTo>
                <a:lnTo>
                  <a:pt x="6911" y="6932"/>
                </a:lnTo>
                <a:lnTo>
                  <a:pt x="6868" y="6868"/>
                </a:lnTo>
                <a:lnTo>
                  <a:pt x="6804" y="6783"/>
                </a:lnTo>
                <a:lnTo>
                  <a:pt x="6740" y="6740"/>
                </a:lnTo>
                <a:lnTo>
                  <a:pt x="6654" y="6697"/>
                </a:lnTo>
                <a:lnTo>
                  <a:pt x="6440" y="6654"/>
                </a:lnTo>
                <a:lnTo>
                  <a:pt x="6034" y="6633"/>
                </a:lnTo>
                <a:lnTo>
                  <a:pt x="5606" y="6633"/>
                </a:lnTo>
                <a:lnTo>
                  <a:pt x="5478" y="6611"/>
                </a:lnTo>
                <a:lnTo>
                  <a:pt x="5392" y="6590"/>
                </a:lnTo>
                <a:lnTo>
                  <a:pt x="5306" y="6547"/>
                </a:lnTo>
                <a:lnTo>
                  <a:pt x="5242" y="6504"/>
                </a:lnTo>
                <a:lnTo>
                  <a:pt x="5200" y="6397"/>
                </a:lnTo>
                <a:lnTo>
                  <a:pt x="5178" y="6248"/>
                </a:lnTo>
                <a:lnTo>
                  <a:pt x="5178" y="6012"/>
                </a:lnTo>
                <a:lnTo>
                  <a:pt x="5200" y="5905"/>
                </a:lnTo>
                <a:lnTo>
                  <a:pt x="5221" y="5841"/>
                </a:lnTo>
                <a:lnTo>
                  <a:pt x="5285" y="5820"/>
                </a:lnTo>
                <a:lnTo>
                  <a:pt x="5349" y="5756"/>
                </a:lnTo>
                <a:lnTo>
                  <a:pt x="5478" y="5670"/>
                </a:lnTo>
                <a:lnTo>
                  <a:pt x="5563" y="5584"/>
                </a:lnTo>
                <a:lnTo>
                  <a:pt x="5649" y="5520"/>
                </a:lnTo>
                <a:lnTo>
                  <a:pt x="5713" y="5499"/>
                </a:lnTo>
                <a:lnTo>
                  <a:pt x="5799" y="5477"/>
                </a:lnTo>
                <a:lnTo>
                  <a:pt x="6055" y="5456"/>
                </a:lnTo>
                <a:lnTo>
                  <a:pt x="6312" y="5456"/>
                </a:lnTo>
                <a:lnTo>
                  <a:pt x="6826" y="5435"/>
                </a:lnTo>
                <a:lnTo>
                  <a:pt x="7339" y="5435"/>
                </a:lnTo>
                <a:lnTo>
                  <a:pt x="7596" y="5413"/>
                </a:lnTo>
                <a:lnTo>
                  <a:pt x="7853" y="5370"/>
                </a:lnTo>
                <a:lnTo>
                  <a:pt x="8045" y="5328"/>
                </a:lnTo>
                <a:lnTo>
                  <a:pt x="8259" y="5285"/>
                </a:lnTo>
                <a:lnTo>
                  <a:pt x="8345" y="5242"/>
                </a:lnTo>
                <a:lnTo>
                  <a:pt x="8430" y="5199"/>
                </a:lnTo>
                <a:lnTo>
                  <a:pt x="8494" y="5135"/>
                </a:lnTo>
                <a:lnTo>
                  <a:pt x="8537" y="5050"/>
                </a:lnTo>
                <a:lnTo>
                  <a:pt x="8559" y="4943"/>
                </a:lnTo>
                <a:lnTo>
                  <a:pt x="8559" y="4836"/>
                </a:lnTo>
                <a:lnTo>
                  <a:pt x="8559" y="4600"/>
                </a:lnTo>
                <a:lnTo>
                  <a:pt x="8601" y="4065"/>
                </a:lnTo>
                <a:lnTo>
                  <a:pt x="8644" y="3552"/>
                </a:lnTo>
                <a:lnTo>
                  <a:pt x="8644" y="3038"/>
                </a:lnTo>
                <a:lnTo>
                  <a:pt x="8644" y="2503"/>
                </a:lnTo>
                <a:lnTo>
                  <a:pt x="8623" y="1990"/>
                </a:lnTo>
                <a:lnTo>
                  <a:pt x="8601" y="984"/>
                </a:lnTo>
                <a:lnTo>
                  <a:pt x="8580" y="813"/>
                </a:lnTo>
                <a:lnTo>
                  <a:pt x="8559" y="770"/>
                </a:lnTo>
                <a:lnTo>
                  <a:pt x="8516" y="728"/>
                </a:lnTo>
                <a:lnTo>
                  <a:pt x="8494" y="706"/>
                </a:lnTo>
                <a:lnTo>
                  <a:pt x="8430" y="663"/>
                </a:lnTo>
                <a:lnTo>
                  <a:pt x="8280" y="621"/>
                </a:lnTo>
                <a:lnTo>
                  <a:pt x="8045" y="578"/>
                </a:lnTo>
                <a:lnTo>
                  <a:pt x="7788" y="535"/>
                </a:lnTo>
                <a:lnTo>
                  <a:pt x="7296" y="492"/>
                </a:lnTo>
                <a:lnTo>
                  <a:pt x="6783" y="471"/>
                </a:lnTo>
                <a:lnTo>
                  <a:pt x="6184" y="471"/>
                </a:lnTo>
                <a:lnTo>
                  <a:pt x="5948" y="492"/>
                </a:lnTo>
                <a:lnTo>
                  <a:pt x="5520" y="514"/>
                </a:lnTo>
                <a:lnTo>
                  <a:pt x="5413" y="492"/>
                </a:lnTo>
                <a:lnTo>
                  <a:pt x="5371" y="471"/>
                </a:lnTo>
                <a:lnTo>
                  <a:pt x="5349" y="428"/>
                </a:lnTo>
                <a:lnTo>
                  <a:pt x="5349" y="364"/>
                </a:lnTo>
                <a:lnTo>
                  <a:pt x="5349" y="214"/>
                </a:lnTo>
                <a:lnTo>
                  <a:pt x="5328" y="150"/>
                </a:lnTo>
                <a:lnTo>
                  <a:pt x="5264" y="64"/>
                </a:lnTo>
                <a:lnTo>
                  <a:pt x="5221" y="43"/>
                </a:lnTo>
                <a:lnTo>
                  <a:pt x="5135" y="22"/>
                </a:lnTo>
                <a:lnTo>
                  <a:pt x="4921" y="0"/>
                </a:lnTo>
                <a:close/>
                <a:moveTo>
                  <a:pt x="1027" y="2247"/>
                </a:moveTo>
                <a:lnTo>
                  <a:pt x="985" y="2268"/>
                </a:lnTo>
                <a:lnTo>
                  <a:pt x="835" y="2311"/>
                </a:lnTo>
                <a:lnTo>
                  <a:pt x="728" y="2396"/>
                </a:lnTo>
                <a:lnTo>
                  <a:pt x="599" y="2482"/>
                </a:lnTo>
                <a:lnTo>
                  <a:pt x="492" y="2589"/>
                </a:lnTo>
                <a:lnTo>
                  <a:pt x="385" y="2696"/>
                </a:lnTo>
                <a:lnTo>
                  <a:pt x="300" y="2824"/>
                </a:lnTo>
                <a:lnTo>
                  <a:pt x="214" y="2953"/>
                </a:lnTo>
                <a:lnTo>
                  <a:pt x="107" y="3231"/>
                </a:lnTo>
                <a:lnTo>
                  <a:pt x="65" y="3381"/>
                </a:lnTo>
                <a:lnTo>
                  <a:pt x="22" y="3530"/>
                </a:lnTo>
                <a:lnTo>
                  <a:pt x="0" y="3851"/>
                </a:lnTo>
                <a:lnTo>
                  <a:pt x="0" y="4472"/>
                </a:lnTo>
                <a:lnTo>
                  <a:pt x="0" y="5264"/>
                </a:lnTo>
                <a:lnTo>
                  <a:pt x="0" y="5520"/>
                </a:lnTo>
                <a:lnTo>
                  <a:pt x="0" y="5670"/>
                </a:lnTo>
                <a:lnTo>
                  <a:pt x="22" y="5734"/>
                </a:lnTo>
                <a:lnTo>
                  <a:pt x="65" y="5777"/>
                </a:lnTo>
                <a:lnTo>
                  <a:pt x="150" y="5863"/>
                </a:lnTo>
                <a:lnTo>
                  <a:pt x="236" y="5905"/>
                </a:lnTo>
                <a:lnTo>
                  <a:pt x="343" y="5884"/>
                </a:lnTo>
                <a:lnTo>
                  <a:pt x="385" y="5863"/>
                </a:lnTo>
                <a:lnTo>
                  <a:pt x="428" y="5841"/>
                </a:lnTo>
                <a:lnTo>
                  <a:pt x="471" y="5777"/>
                </a:lnTo>
                <a:lnTo>
                  <a:pt x="492" y="5713"/>
                </a:lnTo>
                <a:lnTo>
                  <a:pt x="514" y="5563"/>
                </a:lnTo>
                <a:lnTo>
                  <a:pt x="492" y="5264"/>
                </a:lnTo>
                <a:lnTo>
                  <a:pt x="471" y="4729"/>
                </a:lnTo>
                <a:lnTo>
                  <a:pt x="492" y="4450"/>
                </a:lnTo>
                <a:lnTo>
                  <a:pt x="514" y="4194"/>
                </a:lnTo>
                <a:lnTo>
                  <a:pt x="535" y="4001"/>
                </a:lnTo>
                <a:lnTo>
                  <a:pt x="578" y="3723"/>
                </a:lnTo>
                <a:lnTo>
                  <a:pt x="621" y="3573"/>
                </a:lnTo>
                <a:lnTo>
                  <a:pt x="664" y="3466"/>
                </a:lnTo>
                <a:lnTo>
                  <a:pt x="728" y="3402"/>
                </a:lnTo>
                <a:lnTo>
                  <a:pt x="749" y="3381"/>
                </a:lnTo>
                <a:lnTo>
                  <a:pt x="792" y="3381"/>
                </a:lnTo>
                <a:lnTo>
                  <a:pt x="813" y="3423"/>
                </a:lnTo>
                <a:lnTo>
                  <a:pt x="835" y="3530"/>
                </a:lnTo>
                <a:lnTo>
                  <a:pt x="878" y="3873"/>
                </a:lnTo>
                <a:lnTo>
                  <a:pt x="942" y="4429"/>
                </a:lnTo>
                <a:lnTo>
                  <a:pt x="985" y="5071"/>
                </a:lnTo>
                <a:lnTo>
                  <a:pt x="985" y="5713"/>
                </a:lnTo>
                <a:lnTo>
                  <a:pt x="985" y="6355"/>
                </a:lnTo>
                <a:lnTo>
                  <a:pt x="1006" y="6997"/>
                </a:lnTo>
                <a:lnTo>
                  <a:pt x="1070" y="7638"/>
                </a:lnTo>
                <a:lnTo>
                  <a:pt x="1092" y="7981"/>
                </a:lnTo>
                <a:lnTo>
                  <a:pt x="1113" y="8302"/>
                </a:lnTo>
                <a:lnTo>
                  <a:pt x="1113" y="8516"/>
                </a:lnTo>
                <a:lnTo>
                  <a:pt x="1134" y="8644"/>
                </a:lnTo>
                <a:lnTo>
                  <a:pt x="1156" y="8751"/>
                </a:lnTo>
                <a:lnTo>
                  <a:pt x="1220" y="8858"/>
                </a:lnTo>
                <a:lnTo>
                  <a:pt x="1284" y="8922"/>
                </a:lnTo>
                <a:lnTo>
                  <a:pt x="1434" y="8922"/>
                </a:lnTo>
                <a:lnTo>
                  <a:pt x="1519" y="8879"/>
                </a:lnTo>
                <a:lnTo>
                  <a:pt x="1562" y="8858"/>
                </a:lnTo>
                <a:lnTo>
                  <a:pt x="1584" y="8815"/>
                </a:lnTo>
                <a:lnTo>
                  <a:pt x="1648" y="8687"/>
                </a:lnTo>
                <a:lnTo>
                  <a:pt x="1669" y="8537"/>
                </a:lnTo>
                <a:lnTo>
                  <a:pt x="1669" y="8366"/>
                </a:lnTo>
                <a:lnTo>
                  <a:pt x="1669" y="8024"/>
                </a:lnTo>
                <a:lnTo>
                  <a:pt x="1648" y="7745"/>
                </a:lnTo>
                <a:lnTo>
                  <a:pt x="1648" y="7189"/>
                </a:lnTo>
                <a:lnTo>
                  <a:pt x="1605" y="6868"/>
                </a:lnTo>
                <a:lnTo>
                  <a:pt x="1605" y="6676"/>
                </a:lnTo>
                <a:lnTo>
                  <a:pt x="1626" y="6611"/>
                </a:lnTo>
                <a:lnTo>
                  <a:pt x="1648" y="6547"/>
                </a:lnTo>
                <a:lnTo>
                  <a:pt x="1691" y="6483"/>
                </a:lnTo>
                <a:lnTo>
                  <a:pt x="1776" y="6440"/>
                </a:lnTo>
                <a:lnTo>
                  <a:pt x="1905" y="6440"/>
                </a:lnTo>
                <a:lnTo>
                  <a:pt x="1926" y="6462"/>
                </a:lnTo>
                <a:lnTo>
                  <a:pt x="1947" y="6504"/>
                </a:lnTo>
                <a:lnTo>
                  <a:pt x="1969" y="6569"/>
                </a:lnTo>
                <a:lnTo>
                  <a:pt x="1969" y="6718"/>
                </a:lnTo>
                <a:lnTo>
                  <a:pt x="1969" y="7018"/>
                </a:lnTo>
                <a:lnTo>
                  <a:pt x="1990" y="7531"/>
                </a:lnTo>
                <a:lnTo>
                  <a:pt x="2012" y="8024"/>
                </a:lnTo>
                <a:lnTo>
                  <a:pt x="2012" y="8259"/>
                </a:lnTo>
                <a:lnTo>
                  <a:pt x="2033" y="8409"/>
                </a:lnTo>
                <a:lnTo>
                  <a:pt x="2054" y="8537"/>
                </a:lnTo>
                <a:lnTo>
                  <a:pt x="2097" y="8665"/>
                </a:lnTo>
                <a:lnTo>
                  <a:pt x="2161" y="8772"/>
                </a:lnTo>
                <a:lnTo>
                  <a:pt x="2247" y="8837"/>
                </a:lnTo>
                <a:lnTo>
                  <a:pt x="2290" y="8858"/>
                </a:lnTo>
                <a:lnTo>
                  <a:pt x="2418" y="8858"/>
                </a:lnTo>
                <a:lnTo>
                  <a:pt x="2461" y="8837"/>
                </a:lnTo>
                <a:lnTo>
                  <a:pt x="2504" y="8815"/>
                </a:lnTo>
                <a:lnTo>
                  <a:pt x="2546" y="8772"/>
                </a:lnTo>
                <a:lnTo>
                  <a:pt x="2589" y="8687"/>
                </a:lnTo>
                <a:lnTo>
                  <a:pt x="2589" y="8580"/>
                </a:lnTo>
                <a:lnTo>
                  <a:pt x="2568" y="8344"/>
                </a:lnTo>
                <a:lnTo>
                  <a:pt x="2546" y="8131"/>
                </a:lnTo>
                <a:lnTo>
                  <a:pt x="2504" y="6868"/>
                </a:lnTo>
                <a:lnTo>
                  <a:pt x="2482" y="5606"/>
                </a:lnTo>
                <a:lnTo>
                  <a:pt x="2482" y="4450"/>
                </a:lnTo>
                <a:lnTo>
                  <a:pt x="2482" y="4172"/>
                </a:lnTo>
                <a:lnTo>
                  <a:pt x="2504" y="3894"/>
                </a:lnTo>
                <a:lnTo>
                  <a:pt x="2525" y="3616"/>
                </a:lnTo>
                <a:lnTo>
                  <a:pt x="2611" y="3338"/>
                </a:lnTo>
                <a:lnTo>
                  <a:pt x="2675" y="3103"/>
                </a:lnTo>
                <a:lnTo>
                  <a:pt x="2739" y="3017"/>
                </a:lnTo>
                <a:lnTo>
                  <a:pt x="2782" y="2996"/>
                </a:lnTo>
                <a:lnTo>
                  <a:pt x="2825" y="2974"/>
                </a:lnTo>
                <a:lnTo>
                  <a:pt x="2953" y="2974"/>
                </a:lnTo>
                <a:lnTo>
                  <a:pt x="3081" y="3017"/>
                </a:lnTo>
                <a:lnTo>
                  <a:pt x="3317" y="3081"/>
                </a:lnTo>
                <a:lnTo>
                  <a:pt x="3809" y="3167"/>
                </a:lnTo>
                <a:lnTo>
                  <a:pt x="4301" y="3252"/>
                </a:lnTo>
                <a:lnTo>
                  <a:pt x="4429" y="3252"/>
                </a:lnTo>
                <a:lnTo>
                  <a:pt x="4536" y="3274"/>
                </a:lnTo>
                <a:lnTo>
                  <a:pt x="4665" y="3252"/>
                </a:lnTo>
                <a:lnTo>
                  <a:pt x="4707" y="3231"/>
                </a:lnTo>
                <a:lnTo>
                  <a:pt x="4750" y="3188"/>
                </a:lnTo>
                <a:lnTo>
                  <a:pt x="4814" y="3103"/>
                </a:lnTo>
                <a:lnTo>
                  <a:pt x="4836" y="2996"/>
                </a:lnTo>
                <a:lnTo>
                  <a:pt x="4814" y="2910"/>
                </a:lnTo>
                <a:lnTo>
                  <a:pt x="4750" y="2824"/>
                </a:lnTo>
                <a:lnTo>
                  <a:pt x="4665" y="2760"/>
                </a:lnTo>
                <a:lnTo>
                  <a:pt x="4536" y="2717"/>
                </a:lnTo>
                <a:lnTo>
                  <a:pt x="4408" y="2675"/>
                </a:lnTo>
                <a:lnTo>
                  <a:pt x="4258" y="2675"/>
                </a:lnTo>
                <a:lnTo>
                  <a:pt x="3959" y="2632"/>
                </a:lnTo>
                <a:lnTo>
                  <a:pt x="3723" y="2610"/>
                </a:lnTo>
                <a:lnTo>
                  <a:pt x="3167" y="2503"/>
                </a:lnTo>
                <a:lnTo>
                  <a:pt x="2589" y="2396"/>
                </a:lnTo>
                <a:lnTo>
                  <a:pt x="2461" y="2396"/>
                </a:lnTo>
                <a:lnTo>
                  <a:pt x="2354" y="2439"/>
                </a:lnTo>
                <a:lnTo>
                  <a:pt x="2268" y="2503"/>
                </a:lnTo>
                <a:lnTo>
                  <a:pt x="2204" y="2589"/>
                </a:lnTo>
                <a:lnTo>
                  <a:pt x="2097" y="2782"/>
                </a:lnTo>
                <a:lnTo>
                  <a:pt x="2012" y="2889"/>
                </a:lnTo>
                <a:lnTo>
                  <a:pt x="1926" y="2974"/>
                </a:lnTo>
                <a:lnTo>
                  <a:pt x="1883" y="2910"/>
                </a:lnTo>
                <a:lnTo>
                  <a:pt x="1883" y="2824"/>
                </a:lnTo>
                <a:lnTo>
                  <a:pt x="1905" y="2632"/>
                </a:lnTo>
                <a:lnTo>
                  <a:pt x="1883" y="2546"/>
                </a:lnTo>
                <a:lnTo>
                  <a:pt x="1862" y="2482"/>
                </a:lnTo>
                <a:lnTo>
                  <a:pt x="1798" y="2439"/>
                </a:lnTo>
                <a:lnTo>
                  <a:pt x="1712" y="2418"/>
                </a:lnTo>
                <a:lnTo>
                  <a:pt x="1605" y="2439"/>
                </a:lnTo>
                <a:lnTo>
                  <a:pt x="1562" y="2461"/>
                </a:lnTo>
                <a:lnTo>
                  <a:pt x="1541" y="2482"/>
                </a:lnTo>
                <a:lnTo>
                  <a:pt x="1519" y="2568"/>
                </a:lnTo>
                <a:lnTo>
                  <a:pt x="1519" y="2653"/>
                </a:lnTo>
                <a:lnTo>
                  <a:pt x="1562" y="2867"/>
                </a:lnTo>
                <a:lnTo>
                  <a:pt x="1584" y="2953"/>
                </a:lnTo>
                <a:lnTo>
                  <a:pt x="1562" y="3038"/>
                </a:lnTo>
                <a:lnTo>
                  <a:pt x="1455" y="2910"/>
                </a:lnTo>
                <a:lnTo>
                  <a:pt x="1370" y="2739"/>
                </a:lnTo>
                <a:lnTo>
                  <a:pt x="1199" y="2418"/>
                </a:lnTo>
                <a:lnTo>
                  <a:pt x="1134" y="2311"/>
                </a:lnTo>
                <a:lnTo>
                  <a:pt x="1113" y="2268"/>
                </a:lnTo>
                <a:lnTo>
                  <a:pt x="1070" y="2268"/>
                </a:lnTo>
                <a:lnTo>
                  <a:pt x="1027" y="2247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57"/>
          <p:cNvSpPr txBox="1"/>
          <p:nvPr/>
        </p:nvSpPr>
        <p:spPr>
          <a:xfrm>
            <a:off x="1270800" y="4039400"/>
            <a:ext cx="721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https://github.com/phillip-kruger/graphql-example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58"/>
          <p:cNvSpPr txBox="1"/>
          <p:nvPr>
            <p:ph idx="12" type="sldNum"/>
          </p:nvPr>
        </p:nvSpPr>
        <p:spPr>
          <a:xfrm>
            <a:off x="7899350" y="409842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8" name="Google Shape;1108;p58"/>
          <p:cNvSpPr/>
          <p:nvPr/>
        </p:nvSpPr>
        <p:spPr>
          <a:xfrm>
            <a:off x="1575002" y="2260750"/>
            <a:ext cx="30449" cy="1574048"/>
          </a:xfrm>
          <a:custGeom>
            <a:rect b="b" l="l" r="r" t="t"/>
            <a:pathLst>
              <a:path extrusionOk="0" h="56001" w="4378">
                <a:moveTo>
                  <a:pt x="4378" y="0"/>
                </a:moveTo>
                <a:cubicBezTo>
                  <a:pt x="4378" y="9943"/>
                  <a:pt x="639" y="19593"/>
                  <a:pt x="117" y="29522"/>
                </a:cubicBezTo>
                <a:cubicBezTo>
                  <a:pt x="-350" y="38406"/>
                  <a:pt x="3465" y="47104"/>
                  <a:pt x="3465" y="56001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09" name="Google Shape;1109;p58"/>
          <p:cNvSpPr/>
          <p:nvPr/>
        </p:nvSpPr>
        <p:spPr>
          <a:xfrm>
            <a:off x="1613050" y="3841869"/>
            <a:ext cx="1795675" cy="114650"/>
          </a:xfrm>
          <a:custGeom>
            <a:rect b="b" l="l" r="r" t="t"/>
            <a:pathLst>
              <a:path extrusionOk="0" h="4586" w="71827">
                <a:moveTo>
                  <a:pt x="0" y="1543"/>
                </a:moveTo>
                <a:cubicBezTo>
                  <a:pt x="23497" y="-3166"/>
                  <a:pt x="47863" y="4586"/>
                  <a:pt x="71827" y="4586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10" name="Google Shape;1110;p58"/>
          <p:cNvSpPr/>
          <p:nvPr/>
        </p:nvSpPr>
        <p:spPr>
          <a:xfrm>
            <a:off x="3275635" y="2305425"/>
            <a:ext cx="133100" cy="1651100"/>
          </a:xfrm>
          <a:custGeom>
            <a:rect b="b" l="l" r="r" t="t"/>
            <a:pathLst>
              <a:path extrusionOk="0" h="66044" w="5324">
                <a:moveTo>
                  <a:pt x="5324" y="66044"/>
                </a:moveTo>
                <a:cubicBezTo>
                  <a:pt x="5324" y="49943"/>
                  <a:pt x="1784" y="34025"/>
                  <a:pt x="758" y="17957"/>
                </a:cubicBezTo>
                <a:cubicBezTo>
                  <a:pt x="377" y="11983"/>
                  <a:pt x="-832" y="5679"/>
                  <a:pt x="1063" y="0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11" name="Google Shape;1111;p58"/>
          <p:cNvSpPr/>
          <p:nvPr/>
        </p:nvSpPr>
        <p:spPr>
          <a:xfrm>
            <a:off x="1575000" y="2260748"/>
            <a:ext cx="1797675" cy="56300"/>
          </a:xfrm>
          <a:custGeom>
            <a:rect b="b" l="l" r="r" t="t"/>
            <a:pathLst>
              <a:path extrusionOk="0" h="2252" w="71907">
                <a:moveTo>
                  <a:pt x="0" y="570"/>
                </a:moveTo>
                <a:cubicBezTo>
                  <a:pt x="16747" y="570"/>
                  <a:pt x="33490" y="1294"/>
                  <a:pt x="50218" y="2092"/>
                </a:cubicBezTo>
                <a:cubicBezTo>
                  <a:pt x="56934" y="2412"/>
                  <a:pt x="63718" y="1613"/>
                  <a:pt x="70305" y="266"/>
                </a:cubicBezTo>
                <a:cubicBezTo>
                  <a:pt x="70802" y="164"/>
                  <a:pt x="71987" y="-215"/>
                  <a:pt x="71827" y="266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12" name="Google Shape;1112;p58"/>
          <p:cNvSpPr/>
          <p:nvPr/>
        </p:nvSpPr>
        <p:spPr>
          <a:xfrm>
            <a:off x="1514150" y="2777175"/>
            <a:ext cx="1833624" cy="15224"/>
          </a:xfrm>
          <a:custGeom>
            <a:rect b="b" l="l" r="r" t="t"/>
            <a:pathLst>
              <a:path extrusionOk="0" h="913" w="66653">
                <a:moveTo>
                  <a:pt x="0" y="913"/>
                </a:moveTo>
                <a:cubicBezTo>
                  <a:pt x="22220" y="913"/>
                  <a:pt x="44433" y="0"/>
                  <a:pt x="66653" y="0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13" name="Google Shape;1113;p58"/>
          <p:cNvSpPr txBox="1"/>
          <p:nvPr/>
        </p:nvSpPr>
        <p:spPr>
          <a:xfrm>
            <a:off x="1752062" y="2263575"/>
            <a:ext cx="16626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Profile</a:t>
            </a:r>
            <a:endParaRPr b="1" sz="2400">
              <a:solidFill>
                <a:srgbClr val="666666"/>
              </a:solidFill>
              <a:latin typeface="Gloria Hallelujah"/>
              <a:ea typeface="Gloria Hallelujah"/>
              <a:cs typeface="Gloria Hallelujah"/>
              <a:sym typeface="Gloria Hallelujah"/>
            </a:endParaRPr>
          </a:p>
        </p:txBody>
      </p:sp>
      <p:sp>
        <p:nvSpPr>
          <p:cNvPr id="1114" name="Google Shape;1114;p58"/>
          <p:cNvSpPr txBox="1"/>
          <p:nvPr/>
        </p:nvSpPr>
        <p:spPr>
          <a:xfrm>
            <a:off x="1483685" y="2880150"/>
            <a:ext cx="19803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id</a:t>
            </a:r>
            <a:r>
              <a:rPr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: Long</a:t>
            </a:r>
            <a:endParaRPr>
              <a:solidFill>
                <a:srgbClr val="666666"/>
              </a:solidFill>
              <a:latin typeface="Gloria Hallelujah"/>
              <a:ea typeface="Gloria Hallelujah"/>
              <a:cs typeface="Gloria Hallelujah"/>
              <a:sym typeface="Gloria Hallelujah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person</a:t>
            </a:r>
            <a:r>
              <a:rPr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: Person</a:t>
            </a:r>
            <a:endParaRPr>
              <a:solidFill>
                <a:srgbClr val="666666"/>
              </a:solidFill>
              <a:latin typeface="Gloria Hallelujah"/>
              <a:ea typeface="Gloria Hallelujah"/>
              <a:cs typeface="Gloria Hallelujah"/>
              <a:sym typeface="Gloria Hallelujah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scores</a:t>
            </a:r>
            <a:r>
              <a:rPr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: List&lt;Scores&gt;</a:t>
            </a:r>
            <a:endParaRPr>
              <a:solidFill>
                <a:srgbClr val="666666"/>
              </a:solidFill>
              <a:latin typeface="Gloria Hallelujah"/>
              <a:ea typeface="Gloria Hallelujah"/>
              <a:cs typeface="Gloria Hallelujah"/>
              <a:sym typeface="Gloria Hallelujah"/>
            </a:endParaRPr>
          </a:p>
        </p:txBody>
      </p:sp>
      <p:sp>
        <p:nvSpPr>
          <p:cNvPr id="1115" name="Google Shape;1115;p58"/>
          <p:cNvSpPr/>
          <p:nvPr/>
        </p:nvSpPr>
        <p:spPr>
          <a:xfrm>
            <a:off x="4362052" y="918100"/>
            <a:ext cx="30449" cy="1574048"/>
          </a:xfrm>
          <a:custGeom>
            <a:rect b="b" l="l" r="r" t="t"/>
            <a:pathLst>
              <a:path extrusionOk="0" h="56001" w="4378">
                <a:moveTo>
                  <a:pt x="4378" y="0"/>
                </a:moveTo>
                <a:cubicBezTo>
                  <a:pt x="4378" y="9943"/>
                  <a:pt x="639" y="19593"/>
                  <a:pt x="117" y="29522"/>
                </a:cubicBezTo>
                <a:cubicBezTo>
                  <a:pt x="-350" y="38406"/>
                  <a:pt x="3465" y="47104"/>
                  <a:pt x="3465" y="56001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16" name="Google Shape;1116;p58"/>
          <p:cNvSpPr/>
          <p:nvPr/>
        </p:nvSpPr>
        <p:spPr>
          <a:xfrm>
            <a:off x="4400100" y="2499219"/>
            <a:ext cx="1795675" cy="114650"/>
          </a:xfrm>
          <a:custGeom>
            <a:rect b="b" l="l" r="r" t="t"/>
            <a:pathLst>
              <a:path extrusionOk="0" h="4586" w="71827">
                <a:moveTo>
                  <a:pt x="0" y="1543"/>
                </a:moveTo>
                <a:cubicBezTo>
                  <a:pt x="23497" y="-3166"/>
                  <a:pt x="47863" y="4586"/>
                  <a:pt x="71827" y="4586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17" name="Google Shape;1117;p58"/>
          <p:cNvSpPr/>
          <p:nvPr/>
        </p:nvSpPr>
        <p:spPr>
          <a:xfrm>
            <a:off x="6062685" y="962775"/>
            <a:ext cx="133100" cy="1651100"/>
          </a:xfrm>
          <a:custGeom>
            <a:rect b="b" l="l" r="r" t="t"/>
            <a:pathLst>
              <a:path extrusionOk="0" h="66044" w="5324">
                <a:moveTo>
                  <a:pt x="5324" y="66044"/>
                </a:moveTo>
                <a:cubicBezTo>
                  <a:pt x="5324" y="49943"/>
                  <a:pt x="1784" y="34025"/>
                  <a:pt x="758" y="17957"/>
                </a:cubicBezTo>
                <a:cubicBezTo>
                  <a:pt x="377" y="11983"/>
                  <a:pt x="-832" y="5679"/>
                  <a:pt x="1063" y="0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18" name="Google Shape;1118;p58"/>
          <p:cNvSpPr/>
          <p:nvPr/>
        </p:nvSpPr>
        <p:spPr>
          <a:xfrm>
            <a:off x="4362050" y="918098"/>
            <a:ext cx="1797675" cy="56300"/>
          </a:xfrm>
          <a:custGeom>
            <a:rect b="b" l="l" r="r" t="t"/>
            <a:pathLst>
              <a:path extrusionOk="0" h="2252" w="71907">
                <a:moveTo>
                  <a:pt x="0" y="570"/>
                </a:moveTo>
                <a:cubicBezTo>
                  <a:pt x="16747" y="570"/>
                  <a:pt x="33490" y="1294"/>
                  <a:pt x="50218" y="2092"/>
                </a:cubicBezTo>
                <a:cubicBezTo>
                  <a:pt x="56934" y="2412"/>
                  <a:pt x="63718" y="1613"/>
                  <a:pt x="70305" y="266"/>
                </a:cubicBezTo>
                <a:cubicBezTo>
                  <a:pt x="70802" y="164"/>
                  <a:pt x="71987" y="-215"/>
                  <a:pt x="71827" y="266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19" name="Google Shape;1119;p58"/>
          <p:cNvSpPr/>
          <p:nvPr/>
        </p:nvSpPr>
        <p:spPr>
          <a:xfrm>
            <a:off x="4301200" y="1434525"/>
            <a:ext cx="1833624" cy="15224"/>
          </a:xfrm>
          <a:custGeom>
            <a:rect b="b" l="l" r="r" t="t"/>
            <a:pathLst>
              <a:path extrusionOk="0" h="913" w="66653">
                <a:moveTo>
                  <a:pt x="0" y="913"/>
                </a:moveTo>
                <a:cubicBezTo>
                  <a:pt x="22220" y="913"/>
                  <a:pt x="44433" y="0"/>
                  <a:pt x="66653" y="0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20" name="Google Shape;1120;p58"/>
          <p:cNvSpPr txBox="1"/>
          <p:nvPr/>
        </p:nvSpPr>
        <p:spPr>
          <a:xfrm>
            <a:off x="4462912" y="920925"/>
            <a:ext cx="16626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Person</a:t>
            </a:r>
            <a:endParaRPr b="1" sz="2400">
              <a:solidFill>
                <a:srgbClr val="666666"/>
              </a:solidFill>
              <a:latin typeface="Gloria Hallelujah"/>
              <a:ea typeface="Gloria Hallelujah"/>
              <a:cs typeface="Gloria Hallelujah"/>
              <a:sym typeface="Gloria Hallelujah"/>
            </a:endParaRPr>
          </a:p>
        </p:txBody>
      </p:sp>
      <p:sp>
        <p:nvSpPr>
          <p:cNvPr id="1121" name="Google Shape;1121;p58"/>
          <p:cNvSpPr txBox="1"/>
          <p:nvPr/>
        </p:nvSpPr>
        <p:spPr>
          <a:xfrm>
            <a:off x="4270735" y="1537500"/>
            <a:ext cx="19803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id</a:t>
            </a:r>
            <a:r>
              <a:rPr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: Long</a:t>
            </a:r>
            <a:endParaRPr>
              <a:solidFill>
                <a:srgbClr val="666666"/>
              </a:solidFill>
              <a:latin typeface="Gloria Hallelujah"/>
              <a:ea typeface="Gloria Hallelujah"/>
              <a:cs typeface="Gloria Hallelujah"/>
              <a:sym typeface="Gloria Hallelujah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surname</a:t>
            </a:r>
            <a:r>
              <a:rPr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: String</a:t>
            </a:r>
            <a:endParaRPr>
              <a:solidFill>
                <a:srgbClr val="666666"/>
              </a:solidFill>
              <a:latin typeface="Gloria Hallelujah"/>
              <a:ea typeface="Gloria Hallelujah"/>
              <a:cs typeface="Gloria Hallelujah"/>
              <a:sym typeface="Gloria Hallelujah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…..</a:t>
            </a:r>
            <a:endParaRPr>
              <a:solidFill>
                <a:srgbClr val="666666"/>
              </a:solidFill>
              <a:latin typeface="Gloria Hallelujah"/>
              <a:ea typeface="Gloria Hallelujah"/>
              <a:cs typeface="Gloria Hallelujah"/>
              <a:sym typeface="Gloria Hallelujah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names</a:t>
            </a:r>
            <a:r>
              <a:rPr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: String[]</a:t>
            </a:r>
            <a:endParaRPr>
              <a:solidFill>
                <a:srgbClr val="666666"/>
              </a:solidFill>
              <a:latin typeface="Gloria Hallelujah"/>
              <a:ea typeface="Gloria Hallelujah"/>
              <a:cs typeface="Gloria Hallelujah"/>
              <a:sym typeface="Gloria Hallelujah"/>
            </a:endParaRPr>
          </a:p>
        </p:txBody>
      </p:sp>
      <p:sp>
        <p:nvSpPr>
          <p:cNvPr id="1122" name="Google Shape;1122;p58"/>
          <p:cNvSpPr/>
          <p:nvPr/>
        </p:nvSpPr>
        <p:spPr>
          <a:xfrm>
            <a:off x="6482852" y="2389675"/>
            <a:ext cx="30449" cy="1574048"/>
          </a:xfrm>
          <a:custGeom>
            <a:rect b="b" l="l" r="r" t="t"/>
            <a:pathLst>
              <a:path extrusionOk="0" h="56001" w="4378">
                <a:moveTo>
                  <a:pt x="4378" y="0"/>
                </a:moveTo>
                <a:cubicBezTo>
                  <a:pt x="4378" y="9943"/>
                  <a:pt x="639" y="19593"/>
                  <a:pt x="117" y="29522"/>
                </a:cubicBezTo>
                <a:cubicBezTo>
                  <a:pt x="-350" y="38406"/>
                  <a:pt x="3465" y="47104"/>
                  <a:pt x="3465" y="56001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23" name="Google Shape;1123;p58"/>
          <p:cNvSpPr/>
          <p:nvPr/>
        </p:nvSpPr>
        <p:spPr>
          <a:xfrm>
            <a:off x="6520900" y="3970794"/>
            <a:ext cx="1795675" cy="114650"/>
          </a:xfrm>
          <a:custGeom>
            <a:rect b="b" l="l" r="r" t="t"/>
            <a:pathLst>
              <a:path extrusionOk="0" h="4586" w="71827">
                <a:moveTo>
                  <a:pt x="0" y="1543"/>
                </a:moveTo>
                <a:cubicBezTo>
                  <a:pt x="23497" y="-3166"/>
                  <a:pt x="47863" y="4586"/>
                  <a:pt x="71827" y="4586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24" name="Google Shape;1124;p58"/>
          <p:cNvSpPr/>
          <p:nvPr/>
        </p:nvSpPr>
        <p:spPr>
          <a:xfrm>
            <a:off x="8183485" y="2434350"/>
            <a:ext cx="133100" cy="1651100"/>
          </a:xfrm>
          <a:custGeom>
            <a:rect b="b" l="l" r="r" t="t"/>
            <a:pathLst>
              <a:path extrusionOk="0" h="66044" w="5324">
                <a:moveTo>
                  <a:pt x="5324" y="66044"/>
                </a:moveTo>
                <a:cubicBezTo>
                  <a:pt x="5324" y="49943"/>
                  <a:pt x="1784" y="34025"/>
                  <a:pt x="758" y="17957"/>
                </a:cubicBezTo>
                <a:cubicBezTo>
                  <a:pt x="377" y="11983"/>
                  <a:pt x="-832" y="5679"/>
                  <a:pt x="1063" y="0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25" name="Google Shape;1125;p58"/>
          <p:cNvSpPr/>
          <p:nvPr/>
        </p:nvSpPr>
        <p:spPr>
          <a:xfrm>
            <a:off x="6482850" y="2389673"/>
            <a:ext cx="1797675" cy="56300"/>
          </a:xfrm>
          <a:custGeom>
            <a:rect b="b" l="l" r="r" t="t"/>
            <a:pathLst>
              <a:path extrusionOk="0" h="2252" w="71907">
                <a:moveTo>
                  <a:pt x="0" y="570"/>
                </a:moveTo>
                <a:cubicBezTo>
                  <a:pt x="16747" y="570"/>
                  <a:pt x="33490" y="1294"/>
                  <a:pt x="50218" y="2092"/>
                </a:cubicBezTo>
                <a:cubicBezTo>
                  <a:pt x="56934" y="2412"/>
                  <a:pt x="63718" y="1613"/>
                  <a:pt x="70305" y="266"/>
                </a:cubicBezTo>
                <a:cubicBezTo>
                  <a:pt x="70802" y="164"/>
                  <a:pt x="71987" y="-215"/>
                  <a:pt x="71827" y="266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26" name="Google Shape;1126;p58"/>
          <p:cNvSpPr/>
          <p:nvPr/>
        </p:nvSpPr>
        <p:spPr>
          <a:xfrm>
            <a:off x="6422000" y="2906100"/>
            <a:ext cx="1833624" cy="15224"/>
          </a:xfrm>
          <a:custGeom>
            <a:rect b="b" l="l" r="r" t="t"/>
            <a:pathLst>
              <a:path extrusionOk="0" h="913" w="66653">
                <a:moveTo>
                  <a:pt x="0" y="913"/>
                </a:moveTo>
                <a:cubicBezTo>
                  <a:pt x="22220" y="913"/>
                  <a:pt x="44433" y="0"/>
                  <a:pt x="66653" y="0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27" name="Google Shape;1127;p58"/>
          <p:cNvSpPr txBox="1"/>
          <p:nvPr/>
        </p:nvSpPr>
        <p:spPr>
          <a:xfrm>
            <a:off x="6507512" y="2392500"/>
            <a:ext cx="16626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Score</a:t>
            </a:r>
            <a:endParaRPr b="1" sz="2400">
              <a:solidFill>
                <a:srgbClr val="666666"/>
              </a:solidFill>
              <a:latin typeface="Gloria Hallelujah"/>
              <a:ea typeface="Gloria Hallelujah"/>
              <a:cs typeface="Gloria Hallelujah"/>
              <a:sym typeface="Gloria Hallelujah"/>
            </a:endParaRPr>
          </a:p>
        </p:txBody>
      </p:sp>
      <p:sp>
        <p:nvSpPr>
          <p:cNvPr id="1128" name="Google Shape;1128;p58"/>
          <p:cNvSpPr txBox="1"/>
          <p:nvPr/>
        </p:nvSpPr>
        <p:spPr>
          <a:xfrm>
            <a:off x="6391535" y="3009075"/>
            <a:ext cx="19803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id</a:t>
            </a:r>
            <a:r>
              <a:rPr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: Long</a:t>
            </a:r>
            <a:endParaRPr>
              <a:solidFill>
                <a:srgbClr val="666666"/>
              </a:solidFill>
              <a:latin typeface="Gloria Hallelujah"/>
              <a:ea typeface="Gloria Hallelujah"/>
              <a:cs typeface="Gloria Hallelujah"/>
              <a:sym typeface="Gloria Hallelujah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type</a:t>
            </a:r>
            <a:r>
              <a:rPr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: ScoreType</a:t>
            </a:r>
            <a:endParaRPr>
              <a:solidFill>
                <a:srgbClr val="666666"/>
              </a:solidFill>
              <a:latin typeface="Gloria Hallelujah"/>
              <a:ea typeface="Gloria Hallelujah"/>
              <a:cs typeface="Gloria Hallelujah"/>
              <a:sym typeface="Gloria Hallelujah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value</a:t>
            </a:r>
            <a:r>
              <a:rPr lang="en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: ScoreValue</a:t>
            </a:r>
            <a:endParaRPr>
              <a:solidFill>
                <a:srgbClr val="666666"/>
              </a:solidFill>
              <a:latin typeface="Gloria Hallelujah"/>
              <a:ea typeface="Gloria Hallelujah"/>
              <a:cs typeface="Gloria Hallelujah"/>
              <a:sym typeface="Gloria Hallelujah"/>
            </a:endParaRPr>
          </a:p>
        </p:txBody>
      </p:sp>
      <p:sp>
        <p:nvSpPr>
          <p:cNvPr id="1129" name="Google Shape;1129;p58"/>
          <p:cNvSpPr/>
          <p:nvPr/>
        </p:nvSpPr>
        <p:spPr>
          <a:xfrm rot="-1705844">
            <a:off x="3229771" y="2404086"/>
            <a:ext cx="1152557" cy="422656"/>
          </a:xfrm>
          <a:custGeom>
            <a:rect b="b" l="l" r="r" t="t"/>
            <a:pathLst>
              <a:path extrusionOk="0" h="10449" w="40002">
                <a:moveTo>
                  <a:pt x="0" y="8623"/>
                </a:moveTo>
                <a:cubicBezTo>
                  <a:pt x="9651" y="8623"/>
                  <a:pt x="19269" y="7459"/>
                  <a:pt x="28913" y="7101"/>
                </a:cubicBezTo>
                <a:cubicBezTo>
                  <a:pt x="32397" y="6972"/>
                  <a:pt x="37702" y="8698"/>
                  <a:pt x="39261" y="5580"/>
                </a:cubicBezTo>
                <a:cubicBezTo>
                  <a:pt x="40162" y="3779"/>
                  <a:pt x="36423" y="2659"/>
                  <a:pt x="34696" y="1623"/>
                </a:cubicBezTo>
                <a:cubicBezTo>
                  <a:pt x="34204" y="1328"/>
                  <a:pt x="33073" y="0"/>
                  <a:pt x="33479" y="406"/>
                </a:cubicBezTo>
                <a:cubicBezTo>
                  <a:pt x="35330" y="2257"/>
                  <a:pt x="39303" y="2415"/>
                  <a:pt x="39870" y="4971"/>
                </a:cubicBezTo>
                <a:cubicBezTo>
                  <a:pt x="40399" y="7356"/>
                  <a:pt x="37033" y="9094"/>
                  <a:pt x="35000" y="10449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30" name="Google Shape;1130;p58"/>
          <p:cNvSpPr/>
          <p:nvPr/>
        </p:nvSpPr>
        <p:spPr>
          <a:xfrm>
            <a:off x="3416325" y="3475829"/>
            <a:ext cx="3089900" cy="271475"/>
          </a:xfrm>
          <a:custGeom>
            <a:rect b="b" l="l" r="r" t="t"/>
            <a:pathLst>
              <a:path extrusionOk="0" h="10859" w="123596">
                <a:moveTo>
                  <a:pt x="0" y="2642"/>
                </a:moveTo>
                <a:cubicBezTo>
                  <a:pt x="28421" y="2642"/>
                  <a:pt x="56797" y="5381"/>
                  <a:pt x="85218" y="5381"/>
                </a:cubicBezTo>
                <a:cubicBezTo>
                  <a:pt x="93334" y="5381"/>
                  <a:pt x="101449" y="5381"/>
                  <a:pt x="109565" y="5381"/>
                </a:cubicBezTo>
                <a:cubicBezTo>
                  <a:pt x="114131" y="5381"/>
                  <a:pt x="120037" y="8919"/>
                  <a:pt x="123261" y="5685"/>
                </a:cubicBezTo>
                <a:cubicBezTo>
                  <a:pt x="125030" y="3910"/>
                  <a:pt x="119216" y="2608"/>
                  <a:pt x="116870" y="1728"/>
                </a:cubicBezTo>
                <a:cubicBezTo>
                  <a:pt x="116104" y="1441"/>
                  <a:pt x="114100" y="0"/>
                  <a:pt x="114739" y="511"/>
                </a:cubicBezTo>
                <a:cubicBezTo>
                  <a:pt x="117335" y="2586"/>
                  <a:pt x="123807" y="2407"/>
                  <a:pt x="123261" y="5685"/>
                </a:cubicBezTo>
                <a:cubicBezTo>
                  <a:pt x="122849" y="8163"/>
                  <a:pt x="119559" y="9083"/>
                  <a:pt x="117783" y="10859"/>
                </a:cubicBezTo>
              </a:path>
            </a:pathLst>
          </a:cu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31" name="Google Shape;1131;p58"/>
          <p:cNvSpPr/>
          <p:nvPr/>
        </p:nvSpPr>
        <p:spPr>
          <a:xfrm>
            <a:off x="1656125" y="2431525"/>
            <a:ext cx="273615" cy="231173"/>
          </a:xfrm>
          <a:custGeom>
            <a:rect b="b" l="l" r="r" t="t"/>
            <a:pathLst>
              <a:path extrusionOk="0" h="8045" w="8709">
                <a:moveTo>
                  <a:pt x="8665" y="4793"/>
                </a:moveTo>
                <a:lnTo>
                  <a:pt x="8665" y="4793"/>
                </a:lnTo>
                <a:lnTo>
                  <a:pt x="8687" y="3916"/>
                </a:lnTo>
                <a:lnTo>
                  <a:pt x="8708" y="3038"/>
                </a:lnTo>
                <a:lnTo>
                  <a:pt x="8708" y="3038"/>
                </a:lnTo>
                <a:lnTo>
                  <a:pt x="8687" y="2717"/>
                </a:lnTo>
                <a:lnTo>
                  <a:pt x="8665" y="2396"/>
                </a:lnTo>
                <a:lnTo>
                  <a:pt x="8622" y="2225"/>
                </a:lnTo>
                <a:lnTo>
                  <a:pt x="8580" y="2076"/>
                </a:lnTo>
                <a:lnTo>
                  <a:pt x="8516" y="1926"/>
                </a:lnTo>
                <a:lnTo>
                  <a:pt x="8409" y="1797"/>
                </a:lnTo>
                <a:lnTo>
                  <a:pt x="8409" y="1797"/>
                </a:lnTo>
                <a:lnTo>
                  <a:pt x="8366" y="1733"/>
                </a:lnTo>
                <a:lnTo>
                  <a:pt x="8302" y="1690"/>
                </a:lnTo>
                <a:lnTo>
                  <a:pt x="8130" y="1626"/>
                </a:lnTo>
                <a:lnTo>
                  <a:pt x="7959" y="1583"/>
                </a:lnTo>
                <a:lnTo>
                  <a:pt x="7767" y="1541"/>
                </a:lnTo>
                <a:lnTo>
                  <a:pt x="7360" y="1541"/>
                </a:lnTo>
                <a:lnTo>
                  <a:pt x="7018" y="1541"/>
                </a:lnTo>
                <a:lnTo>
                  <a:pt x="7018" y="1541"/>
                </a:lnTo>
                <a:lnTo>
                  <a:pt x="6633" y="1541"/>
                </a:lnTo>
                <a:lnTo>
                  <a:pt x="6226" y="1562"/>
                </a:lnTo>
                <a:lnTo>
                  <a:pt x="6226" y="1562"/>
                </a:lnTo>
                <a:lnTo>
                  <a:pt x="6141" y="1562"/>
                </a:lnTo>
                <a:lnTo>
                  <a:pt x="6076" y="1541"/>
                </a:lnTo>
                <a:lnTo>
                  <a:pt x="6034" y="1519"/>
                </a:lnTo>
                <a:lnTo>
                  <a:pt x="6012" y="1476"/>
                </a:lnTo>
                <a:lnTo>
                  <a:pt x="6012" y="1348"/>
                </a:lnTo>
                <a:lnTo>
                  <a:pt x="6012" y="1177"/>
                </a:lnTo>
                <a:lnTo>
                  <a:pt x="6012" y="1177"/>
                </a:lnTo>
                <a:lnTo>
                  <a:pt x="6012" y="1006"/>
                </a:lnTo>
                <a:lnTo>
                  <a:pt x="6012" y="856"/>
                </a:lnTo>
                <a:lnTo>
                  <a:pt x="5991" y="770"/>
                </a:lnTo>
                <a:lnTo>
                  <a:pt x="5948" y="706"/>
                </a:lnTo>
                <a:lnTo>
                  <a:pt x="5905" y="663"/>
                </a:lnTo>
                <a:lnTo>
                  <a:pt x="5841" y="599"/>
                </a:lnTo>
                <a:lnTo>
                  <a:pt x="5841" y="599"/>
                </a:lnTo>
                <a:lnTo>
                  <a:pt x="5691" y="514"/>
                </a:lnTo>
                <a:lnTo>
                  <a:pt x="5520" y="428"/>
                </a:lnTo>
                <a:lnTo>
                  <a:pt x="5199" y="278"/>
                </a:lnTo>
                <a:lnTo>
                  <a:pt x="5199" y="278"/>
                </a:lnTo>
                <a:lnTo>
                  <a:pt x="4921" y="150"/>
                </a:lnTo>
                <a:lnTo>
                  <a:pt x="4793" y="86"/>
                </a:lnTo>
                <a:lnTo>
                  <a:pt x="4664" y="43"/>
                </a:lnTo>
                <a:lnTo>
                  <a:pt x="4515" y="22"/>
                </a:lnTo>
                <a:lnTo>
                  <a:pt x="4365" y="0"/>
                </a:lnTo>
                <a:lnTo>
                  <a:pt x="4236" y="22"/>
                </a:lnTo>
                <a:lnTo>
                  <a:pt x="4087" y="64"/>
                </a:lnTo>
                <a:lnTo>
                  <a:pt x="4087" y="64"/>
                </a:lnTo>
                <a:lnTo>
                  <a:pt x="3701" y="257"/>
                </a:lnTo>
                <a:lnTo>
                  <a:pt x="3316" y="428"/>
                </a:lnTo>
                <a:lnTo>
                  <a:pt x="3316" y="428"/>
                </a:lnTo>
                <a:lnTo>
                  <a:pt x="2995" y="599"/>
                </a:lnTo>
                <a:lnTo>
                  <a:pt x="2846" y="685"/>
                </a:lnTo>
                <a:lnTo>
                  <a:pt x="2717" y="792"/>
                </a:lnTo>
                <a:lnTo>
                  <a:pt x="2717" y="792"/>
                </a:lnTo>
                <a:lnTo>
                  <a:pt x="2674" y="856"/>
                </a:lnTo>
                <a:lnTo>
                  <a:pt x="2653" y="920"/>
                </a:lnTo>
                <a:lnTo>
                  <a:pt x="2632" y="984"/>
                </a:lnTo>
                <a:lnTo>
                  <a:pt x="2632" y="1049"/>
                </a:lnTo>
                <a:lnTo>
                  <a:pt x="2653" y="1177"/>
                </a:lnTo>
                <a:lnTo>
                  <a:pt x="2674" y="1327"/>
                </a:lnTo>
                <a:lnTo>
                  <a:pt x="2674" y="1327"/>
                </a:lnTo>
                <a:lnTo>
                  <a:pt x="2653" y="1391"/>
                </a:lnTo>
                <a:lnTo>
                  <a:pt x="2632" y="1455"/>
                </a:lnTo>
                <a:lnTo>
                  <a:pt x="2610" y="1476"/>
                </a:lnTo>
                <a:lnTo>
                  <a:pt x="2546" y="1498"/>
                </a:lnTo>
                <a:lnTo>
                  <a:pt x="2439" y="1498"/>
                </a:lnTo>
                <a:lnTo>
                  <a:pt x="2289" y="1498"/>
                </a:lnTo>
                <a:lnTo>
                  <a:pt x="2289" y="1498"/>
                </a:lnTo>
                <a:lnTo>
                  <a:pt x="1562" y="1519"/>
                </a:lnTo>
                <a:lnTo>
                  <a:pt x="1198" y="1562"/>
                </a:lnTo>
                <a:lnTo>
                  <a:pt x="856" y="1605"/>
                </a:lnTo>
                <a:lnTo>
                  <a:pt x="856" y="1605"/>
                </a:lnTo>
                <a:lnTo>
                  <a:pt x="706" y="1626"/>
                </a:lnTo>
                <a:lnTo>
                  <a:pt x="556" y="1669"/>
                </a:lnTo>
                <a:lnTo>
                  <a:pt x="407" y="1712"/>
                </a:lnTo>
                <a:lnTo>
                  <a:pt x="278" y="1797"/>
                </a:lnTo>
                <a:lnTo>
                  <a:pt x="278" y="1797"/>
                </a:lnTo>
                <a:lnTo>
                  <a:pt x="235" y="1862"/>
                </a:lnTo>
                <a:lnTo>
                  <a:pt x="193" y="1926"/>
                </a:lnTo>
                <a:lnTo>
                  <a:pt x="150" y="2097"/>
                </a:lnTo>
                <a:lnTo>
                  <a:pt x="86" y="2418"/>
                </a:lnTo>
                <a:lnTo>
                  <a:pt x="86" y="2418"/>
                </a:lnTo>
                <a:lnTo>
                  <a:pt x="43" y="2824"/>
                </a:lnTo>
                <a:lnTo>
                  <a:pt x="0" y="3231"/>
                </a:lnTo>
                <a:lnTo>
                  <a:pt x="0" y="3659"/>
                </a:lnTo>
                <a:lnTo>
                  <a:pt x="0" y="4065"/>
                </a:lnTo>
                <a:lnTo>
                  <a:pt x="43" y="4900"/>
                </a:lnTo>
                <a:lnTo>
                  <a:pt x="64" y="5734"/>
                </a:lnTo>
                <a:lnTo>
                  <a:pt x="64" y="5734"/>
                </a:lnTo>
                <a:lnTo>
                  <a:pt x="43" y="5798"/>
                </a:lnTo>
                <a:lnTo>
                  <a:pt x="43" y="5970"/>
                </a:lnTo>
                <a:lnTo>
                  <a:pt x="43" y="6483"/>
                </a:lnTo>
                <a:lnTo>
                  <a:pt x="86" y="7039"/>
                </a:lnTo>
                <a:lnTo>
                  <a:pt x="107" y="7253"/>
                </a:lnTo>
                <a:lnTo>
                  <a:pt x="128" y="7360"/>
                </a:lnTo>
                <a:lnTo>
                  <a:pt x="128" y="7360"/>
                </a:lnTo>
                <a:lnTo>
                  <a:pt x="214" y="7510"/>
                </a:lnTo>
                <a:lnTo>
                  <a:pt x="342" y="7617"/>
                </a:lnTo>
                <a:lnTo>
                  <a:pt x="514" y="7724"/>
                </a:lnTo>
                <a:lnTo>
                  <a:pt x="685" y="7810"/>
                </a:lnTo>
                <a:lnTo>
                  <a:pt x="877" y="7874"/>
                </a:lnTo>
                <a:lnTo>
                  <a:pt x="1070" y="7938"/>
                </a:lnTo>
                <a:lnTo>
                  <a:pt x="1412" y="8002"/>
                </a:lnTo>
                <a:lnTo>
                  <a:pt x="1412" y="8002"/>
                </a:lnTo>
                <a:lnTo>
                  <a:pt x="1861" y="8045"/>
                </a:lnTo>
                <a:lnTo>
                  <a:pt x="2332" y="8045"/>
                </a:lnTo>
                <a:lnTo>
                  <a:pt x="2803" y="8045"/>
                </a:lnTo>
                <a:lnTo>
                  <a:pt x="3252" y="8024"/>
                </a:lnTo>
                <a:lnTo>
                  <a:pt x="4194" y="7959"/>
                </a:lnTo>
                <a:lnTo>
                  <a:pt x="4664" y="7959"/>
                </a:lnTo>
                <a:lnTo>
                  <a:pt x="5114" y="7959"/>
                </a:lnTo>
                <a:lnTo>
                  <a:pt x="5114" y="7959"/>
                </a:lnTo>
                <a:lnTo>
                  <a:pt x="5969" y="7981"/>
                </a:lnTo>
                <a:lnTo>
                  <a:pt x="6397" y="7981"/>
                </a:lnTo>
                <a:lnTo>
                  <a:pt x="6825" y="7959"/>
                </a:lnTo>
                <a:lnTo>
                  <a:pt x="6825" y="7959"/>
                </a:lnTo>
                <a:lnTo>
                  <a:pt x="7210" y="7938"/>
                </a:lnTo>
                <a:lnTo>
                  <a:pt x="7617" y="7917"/>
                </a:lnTo>
                <a:lnTo>
                  <a:pt x="7809" y="7874"/>
                </a:lnTo>
                <a:lnTo>
                  <a:pt x="8023" y="7852"/>
                </a:lnTo>
                <a:lnTo>
                  <a:pt x="8195" y="7788"/>
                </a:lnTo>
                <a:lnTo>
                  <a:pt x="8366" y="7703"/>
                </a:lnTo>
                <a:lnTo>
                  <a:pt x="8366" y="7703"/>
                </a:lnTo>
                <a:lnTo>
                  <a:pt x="8430" y="7660"/>
                </a:lnTo>
                <a:lnTo>
                  <a:pt x="8494" y="7617"/>
                </a:lnTo>
                <a:lnTo>
                  <a:pt x="8580" y="7467"/>
                </a:lnTo>
                <a:lnTo>
                  <a:pt x="8622" y="7318"/>
                </a:lnTo>
                <a:lnTo>
                  <a:pt x="8665" y="7146"/>
                </a:lnTo>
                <a:lnTo>
                  <a:pt x="8665" y="6954"/>
                </a:lnTo>
                <a:lnTo>
                  <a:pt x="8665" y="6783"/>
                </a:lnTo>
                <a:lnTo>
                  <a:pt x="8644" y="6462"/>
                </a:lnTo>
                <a:lnTo>
                  <a:pt x="8644" y="6462"/>
                </a:lnTo>
                <a:lnTo>
                  <a:pt x="8665" y="4793"/>
                </a:lnTo>
                <a:lnTo>
                  <a:pt x="8665" y="4793"/>
                </a:lnTo>
                <a:close/>
                <a:moveTo>
                  <a:pt x="3124" y="1049"/>
                </a:moveTo>
                <a:lnTo>
                  <a:pt x="3124" y="1049"/>
                </a:lnTo>
                <a:lnTo>
                  <a:pt x="3167" y="963"/>
                </a:lnTo>
                <a:lnTo>
                  <a:pt x="3252" y="920"/>
                </a:lnTo>
                <a:lnTo>
                  <a:pt x="3252" y="920"/>
                </a:lnTo>
                <a:lnTo>
                  <a:pt x="3445" y="856"/>
                </a:lnTo>
                <a:lnTo>
                  <a:pt x="3637" y="792"/>
                </a:lnTo>
                <a:lnTo>
                  <a:pt x="3830" y="728"/>
                </a:lnTo>
                <a:lnTo>
                  <a:pt x="4022" y="642"/>
                </a:lnTo>
                <a:lnTo>
                  <a:pt x="4022" y="642"/>
                </a:lnTo>
                <a:lnTo>
                  <a:pt x="4236" y="535"/>
                </a:lnTo>
                <a:lnTo>
                  <a:pt x="4408" y="471"/>
                </a:lnTo>
                <a:lnTo>
                  <a:pt x="4493" y="471"/>
                </a:lnTo>
                <a:lnTo>
                  <a:pt x="4579" y="471"/>
                </a:lnTo>
                <a:lnTo>
                  <a:pt x="4664" y="492"/>
                </a:lnTo>
                <a:lnTo>
                  <a:pt x="4793" y="535"/>
                </a:lnTo>
                <a:lnTo>
                  <a:pt x="4793" y="535"/>
                </a:lnTo>
                <a:lnTo>
                  <a:pt x="5178" y="663"/>
                </a:lnTo>
                <a:lnTo>
                  <a:pt x="5370" y="749"/>
                </a:lnTo>
                <a:lnTo>
                  <a:pt x="5456" y="792"/>
                </a:lnTo>
                <a:lnTo>
                  <a:pt x="5499" y="856"/>
                </a:lnTo>
                <a:lnTo>
                  <a:pt x="5499" y="856"/>
                </a:lnTo>
                <a:lnTo>
                  <a:pt x="5542" y="920"/>
                </a:lnTo>
                <a:lnTo>
                  <a:pt x="5584" y="1006"/>
                </a:lnTo>
                <a:lnTo>
                  <a:pt x="5627" y="1198"/>
                </a:lnTo>
                <a:lnTo>
                  <a:pt x="5627" y="1412"/>
                </a:lnTo>
                <a:lnTo>
                  <a:pt x="5606" y="1498"/>
                </a:lnTo>
                <a:lnTo>
                  <a:pt x="5584" y="1583"/>
                </a:lnTo>
                <a:lnTo>
                  <a:pt x="5584" y="1583"/>
                </a:lnTo>
                <a:lnTo>
                  <a:pt x="5542" y="1626"/>
                </a:lnTo>
                <a:lnTo>
                  <a:pt x="5456" y="1669"/>
                </a:lnTo>
                <a:lnTo>
                  <a:pt x="5242" y="1755"/>
                </a:lnTo>
                <a:lnTo>
                  <a:pt x="5049" y="1797"/>
                </a:lnTo>
                <a:lnTo>
                  <a:pt x="4985" y="1797"/>
                </a:lnTo>
                <a:lnTo>
                  <a:pt x="4964" y="1776"/>
                </a:lnTo>
                <a:lnTo>
                  <a:pt x="4964" y="1776"/>
                </a:lnTo>
                <a:lnTo>
                  <a:pt x="3851" y="1755"/>
                </a:lnTo>
                <a:lnTo>
                  <a:pt x="3851" y="1755"/>
                </a:lnTo>
                <a:lnTo>
                  <a:pt x="3680" y="1755"/>
                </a:lnTo>
                <a:lnTo>
                  <a:pt x="3488" y="1755"/>
                </a:lnTo>
                <a:lnTo>
                  <a:pt x="3381" y="1733"/>
                </a:lnTo>
                <a:lnTo>
                  <a:pt x="3295" y="1712"/>
                </a:lnTo>
                <a:lnTo>
                  <a:pt x="3231" y="1669"/>
                </a:lnTo>
                <a:lnTo>
                  <a:pt x="3167" y="1605"/>
                </a:lnTo>
                <a:lnTo>
                  <a:pt x="3167" y="1605"/>
                </a:lnTo>
                <a:lnTo>
                  <a:pt x="3145" y="1519"/>
                </a:lnTo>
                <a:lnTo>
                  <a:pt x="3124" y="1327"/>
                </a:lnTo>
                <a:lnTo>
                  <a:pt x="3102" y="1156"/>
                </a:lnTo>
                <a:lnTo>
                  <a:pt x="3124" y="1049"/>
                </a:lnTo>
                <a:lnTo>
                  <a:pt x="3124" y="1049"/>
                </a:lnTo>
                <a:close/>
                <a:moveTo>
                  <a:pt x="8216" y="4108"/>
                </a:moveTo>
                <a:lnTo>
                  <a:pt x="8216" y="4108"/>
                </a:lnTo>
                <a:lnTo>
                  <a:pt x="8195" y="4429"/>
                </a:lnTo>
                <a:lnTo>
                  <a:pt x="8152" y="4750"/>
                </a:lnTo>
                <a:lnTo>
                  <a:pt x="8109" y="5092"/>
                </a:lnTo>
                <a:lnTo>
                  <a:pt x="8088" y="5413"/>
                </a:lnTo>
                <a:lnTo>
                  <a:pt x="8088" y="5413"/>
                </a:lnTo>
                <a:lnTo>
                  <a:pt x="8088" y="6077"/>
                </a:lnTo>
                <a:lnTo>
                  <a:pt x="8088" y="6419"/>
                </a:lnTo>
                <a:lnTo>
                  <a:pt x="8066" y="6740"/>
                </a:lnTo>
                <a:lnTo>
                  <a:pt x="8066" y="6740"/>
                </a:lnTo>
                <a:lnTo>
                  <a:pt x="8045" y="6868"/>
                </a:lnTo>
                <a:lnTo>
                  <a:pt x="8023" y="6997"/>
                </a:lnTo>
                <a:lnTo>
                  <a:pt x="7959" y="7104"/>
                </a:lnTo>
                <a:lnTo>
                  <a:pt x="7916" y="7146"/>
                </a:lnTo>
                <a:lnTo>
                  <a:pt x="7852" y="7189"/>
                </a:lnTo>
                <a:lnTo>
                  <a:pt x="7852" y="7189"/>
                </a:lnTo>
                <a:lnTo>
                  <a:pt x="7745" y="7253"/>
                </a:lnTo>
                <a:lnTo>
                  <a:pt x="7595" y="7296"/>
                </a:lnTo>
                <a:lnTo>
                  <a:pt x="7339" y="7360"/>
                </a:lnTo>
                <a:lnTo>
                  <a:pt x="7339" y="7360"/>
                </a:lnTo>
                <a:lnTo>
                  <a:pt x="6697" y="7382"/>
                </a:lnTo>
                <a:lnTo>
                  <a:pt x="6312" y="7382"/>
                </a:lnTo>
                <a:lnTo>
                  <a:pt x="6183" y="7360"/>
                </a:lnTo>
                <a:lnTo>
                  <a:pt x="6141" y="7360"/>
                </a:lnTo>
                <a:lnTo>
                  <a:pt x="6141" y="7360"/>
                </a:lnTo>
                <a:lnTo>
                  <a:pt x="4621" y="7403"/>
                </a:lnTo>
                <a:lnTo>
                  <a:pt x="3102" y="7424"/>
                </a:lnTo>
                <a:lnTo>
                  <a:pt x="3102" y="7424"/>
                </a:lnTo>
                <a:lnTo>
                  <a:pt x="2781" y="7424"/>
                </a:lnTo>
                <a:lnTo>
                  <a:pt x="2461" y="7403"/>
                </a:lnTo>
                <a:lnTo>
                  <a:pt x="1797" y="7382"/>
                </a:lnTo>
                <a:lnTo>
                  <a:pt x="1797" y="7382"/>
                </a:lnTo>
                <a:lnTo>
                  <a:pt x="1519" y="7360"/>
                </a:lnTo>
                <a:lnTo>
                  <a:pt x="1348" y="7339"/>
                </a:lnTo>
                <a:lnTo>
                  <a:pt x="1198" y="7318"/>
                </a:lnTo>
                <a:lnTo>
                  <a:pt x="1070" y="7275"/>
                </a:lnTo>
                <a:lnTo>
                  <a:pt x="941" y="7189"/>
                </a:lnTo>
                <a:lnTo>
                  <a:pt x="834" y="7104"/>
                </a:lnTo>
                <a:lnTo>
                  <a:pt x="749" y="6975"/>
                </a:lnTo>
                <a:lnTo>
                  <a:pt x="749" y="6975"/>
                </a:lnTo>
                <a:lnTo>
                  <a:pt x="685" y="6847"/>
                </a:lnTo>
                <a:lnTo>
                  <a:pt x="663" y="6718"/>
                </a:lnTo>
                <a:lnTo>
                  <a:pt x="642" y="6397"/>
                </a:lnTo>
                <a:lnTo>
                  <a:pt x="642" y="5820"/>
                </a:lnTo>
                <a:lnTo>
                  <a:pt x="642" y="5820"/>
                </a:lnTo>
                <a:lnTo>
                  <a:pt x="599" y="4536"/>
                </a:lnTo>
                <a:lnTo>
                  <a:pt x="599" y="4536"/>
                </a:lnTo>
                <a:lnTo>
                  <a:pt x="578" y="3830"/>
                </a:lnTo>
                <a:lnTo>
                  <a:pt x="578" y="3124"/>
                </a:lnTo>
                <a:lnTo>
                  <a:pt x="578" y="3124"/>
                </a:lnTo>
                <a:lnTo>
                  <a:pt x="599" y="2889"/>
                </a:lnTo>
                <a:lnTo>
                  <a:pt x="620" y="2653"/>
                </a:lnTo>
                <a:lnTo>
                  <a:pt x="663" y="2546"/>
                </a:lnTo>
                <a:lnTo>
                  <a:pt x="706" y="2439"/>
                </a:lnTo>
                <a:lnTo>
                  <a:pt x="770" y="2354"/>
                </a:lnTo>
                <a:lnTo>
                  <a:pt x="856" y="2268"/>
                </a:lnTo>
                <a:lnTo>
                  <a:pt x="856" y="2268"/>
                </a:lnTo>
                <a:lnTo>
                  <a:pt x="984" y="2183"/>
                </a:lnTo>
                <a:lnTo>
                  <a:pt x="1134" y="2118"/>
                </a:lnTo>
                <a:lnTo>
                  <a:pt x="1262" y="2097"/>
                </a:lnTo>
                <a:lnTo>
                  <a:pt x="1434" y="2076"/>
                </a:lnTo>
                <a:lnTo>
                  <a:pt x="1733" y="2054"/>
                </a:lnTo>
                <a:lnTo>
                  <a:pt x="2033" y="2054"/>
                </a:lnTo>
                <a:lnTo>
                  <a:pt x="2033" y="2054"/>
                </a:lnTo>
                <a:lnTo>
                  <a:pt x="2289" y="2033"/>
                </a:lnTo>
                <a:lnTo>
                  <a:pt x="2546" y="1990"/>
                </a:lnTo>
                <a:lnTo>
                  <a:pt x="2546" y="1990"/>
                </a:lnTo>
                <a:lnTo>
                  <a:pt x="2674" y="2011"/>
                </a:lnTo>
                <a:lnTo>
                  <a:pt x="2717" y="2033"/>
                </a:lnTo>
                <a:lnTo>
                  <a:pt x="2739" y="2054"/>
                </a:lnTo>
                <a:lnTo>
                  <a:pt x="2781" y="2140"/>
                </a:lnTo>
                <a:lnTo>
                  <a:pt x="2867" y="2247"/>
                </a:lnTo>
                <a:lnTo>
                  <a:pt x="2867" y="2247"/>
                </a:lnTo>
                <a:lnTo>
                  <a:pt x="2974" y="2311"/>
                </a:lnTo>
                <a:lnTo>
                  <a:pt x="3102" y="2354"/>
                </a:lnTo>
                <a:lnTo>
                  <a:pt x="3252" y="2375"/>
                </a:lnTo>
                <a:lnTo>
                  <a:pt x="3402" y="2375"/>
                </a:lnTo>
                <a:lnTo>
                  <a:pt x="3723" y="2354"/>
                </a:lnTo>
                <a:lnTo>
                  <a:pt x="4001" y="2332"/>
                </a:lnTo>
                <a:lnTo>
                  <a:pt x="4001" y="2332"/>
                </a:lnTo>
                <a:lnTo>
                  <a:pt x="4686" y="2354"/>
                </a:lnTo>
                <a:lnTo>
                  <a:pt x="5370" y="2354"/>
                </a:lnTo>
                <a:lnTo>
                  <a:pt x="5370" y="2354"/>
                </a:lnTo>
                <a:lnTo>
                  <a:pt x="5542" y="2354"/>
                </a:lnTo>
                <a:lnTo>
                  <a:pt x="5670" y="2332"/>
                </a:lnTo>
                <a:lnTo>
                  <a:pt x="5777" y="2290"/>
                </a:lnTo>
                <a:lnTo>
                  <a:pt x="5927" y="2225"/>
                </a:lnTo>
                <a:lnTo>
                  <a:pt x="5927" y="2225"/>
                </a:lnTo>
                <a:lnTo>
                  <a:pt x="6055" y="2161"/>
                </a:lnTo>
                <a:lnTo>
                  <a:pt x="6205" y="2140"/>
                </a:lnTo>
                <a:lnTo>
                  <a:pt x="6504" y="2118"/>
                </a:lnTo>
                <a:lnTo>
                  <a:pt x="6504" y="2118"/>
                </a:lnTo>
                <a:lnTo>
                  <a:pt x="7146" y="2076"/>
                </a:lnTo>
                <a:lnTo>
                  <a:pt x="7489" y="2076"/>
                </a:lnTo>
                <a:lnTo>
                  <a:pt x="7809" y="2097"/>
                </a:lnTo>
                <a:lnTo>
                  <a:pt x="7809" y="2097"/>
                </a:lnTo>
                <a:lnTo>
                  <a:pt x="7938" y="2140"/>
                </a:lnTo>
                <a:lnTo>
                  <a:pt x="8023" y="2183"/>
                </a:lnTo>
                <a:lnTo>
                  <a:pt x="8109" y="2268"/>
                </a:lnTo>
                <a:lnTo>
                  <a:pt x="8152" y="2375"/>
                </a:lnTo>
                <a:lnTo>
                  <a:pt x="8195" y="2482"/>
                </a:lnTo>
                <a:lnTo>
                  <a:pt x="8216" y="2610"/>
                </a:lnTo>
                <a:lnTo>
                  <a:pt x="8216" y="2846"/>
                </a:lnTo>
                <a:lnTo>
                  <a:pt x="8216" y="2846"/>
                </a:lnTo>
                <a:lnTo>
                  <a:pt x="8237" y="3488"/>
                </a:lnTo>
                <a:lnTo>
                  <a:pt x="8237" y="3787"/>
                </a:lnTo>
                <a:lnTo>
                  <a:pt x="8216" y="4108"/>
                </a:lnTo>
                <a:lnTo>
                  <a:pt x="8216" y="4108"/>
                </a:lnTo>
                <a:close/>
                <a:moveTo>
                  <a:pt x="3209" y="4557"/>
                </a:moveTo>
                <a:lnTo>
                  <a:pt x="3209" y="4557"/>
                </a:lnTo>
                <a:lnTo>
                  <a:pt x="3102" y="4515"/>
                </a:lnTo>
                <a:lnTo>
                  <a:pt x="2995" y="4472"/>
                </a:lnTo>
                <a:lnTo>
                  <a:pt x="2953" y="4450"/>
                </a:lnTo>
                <a:lnTo>
                  <a:pt x="2931" y="4429"/>
                </a:lnTo>
                <a:lnTo>
                  <a:pt x="2910" y="4386"/>
                </a:lnTo>
                <a:lnTo>
                  <a:pt x="2888" y="4322"/>
                </a:lnTo>
                <a:lnTo>
                  <a:pt x="2888" y="4322"/>
                </a:lnTo>
                <a:lnTo>
                  <a:pt x="2910" y="4194"/>
                </a:lnTo>
                <a:lnTo>
                  <a:pt x="2931" y="4044"/>
                </a:lnTo>
                <a:lnTo>
                  <a:pt x="2974" y="3787"/>
                </a:lnTo>
                <a:lnTo>
                  <a:pt x="2974" y="3637"/>
                </a:lnTo>
                <a:lnTo>
                  <a:pt x="2974" y="3509"/>
                </a:lnTo>
                <a:lnTo>
                  <a:pt x="2931" y="3381"/>
                </a:lnTo>
                <a:lnTo>
                  <a:pt x="2846" y="3274"/>
                </a:lnTo>
                <a:lnTo>
                  <a:pt x="2846" y="3274"/>
                </a:lnTo>
                <a:lnTo>
                  <a:pt x="2781" y="3231"/>
                </a:lnTo>
                <a:lnTo>
                  <a:pt x="2717" y="3188"/>
                </a:lnTo>
                <a:lnTo>
                  <a:pt x="2589" y="3145"/>
                </a:lnTo>
                <a:lnTo>
                  <a:pt x="2439" y="3167"/>
                </a:lnTo>
                <a:lnTo>
                  <a:pt x="2311" y="3210"/>
                </a:lnTo>
                <a:lnTo>
                  <a:pt x="2161" y="3274"/>
                </a:lnTo>
                <a:lnTo>
                  <a:pt x="2033" y="3359"/>
                </a:lnTo>
                <a:lnTo>
                  <a:pt x="1947" y="3466"/>
                </a:lnTo>
                <a:lnTo>
                  <a:pt x="1883" y="3595"/>
                </a:lnTo>
                <a:lnTo>
                  <a:pt x="1883" y="3595"/>
                </a:lnTo>
                <a:lnTo>
                  <a:pt x="1861" y="3702"/>
                </a:lnTo>
                <a:lnTo>
                  <a:pt x="1840" y="3830"/>
                </a:lnTo>
                <a:lnTo>
                  <a:pt x="1840" y="3958"/>
                </a:lnTo>
                <a:lnTo>
                  <a:pt x="1861" y="4065"/>
                </a:lnTo>
                <a:lnTo>
                  <a:pt x="1861" y="4065"/>
                </a:lnTo>
                <a:lnTo>
                  <a:pt x="1904" y="4172"/>
                </a:lnTo>
                <a:lnTo>
                  <a:pt x="1990" y="4279"/>
                </a:lnTo>
                <a:lnTo>
                  <a:pt x="2054" y="4408"/>
                </a:lnTo>
                <a:lnTo>
                  <a:pt x="2054" y="4450"/>
                </a:lnTo>
                <a:lnTo>
                  <a:pt x="2054" y="4515"/>
                </a:lnTo>
                <a:lnTo>
                  <a:pt x="2054" y="4515"/>
                </a:lnTo>
                <a:lnTo>
                  <a:pt x="2011" y="4557"/>
                </a:lnTo>
                <a:lnTo>
                  <a:pt x="1968" y="4600"/>
                </a:lnTo>
                <a:lnTo>
                  <a:pt x="1819" y="4664"/>
                </a:lnTo>
                <a:lnTo>
                  <a:pt x="1669" y="4729"/>
                </a:lnTo>
                <a:lnTo>
                  <a:pt x="1605" y="4771"/>
                </a:lnTo>
                <a:lnTo>
                  <a:pt x="1562" y="4814"/>
                </a:lnTo>
                <a:lnTo>
                  <a:pt x="1562" y="4814"/>
                </a:lnTo>
                <a:lnTo>
                  <a:pt x="1498" y="4943"/>
                </a:lnTo>
                <a:lnTo>
                  <a:pt x="1455" y="5071"/>
                </a:lnTo>
                <a:lnTo>
                  <a:pt x="1412" y="5371"/>
                </a:lnTo>
                <a:lnTo>
                  <a:pt x="1412" y="5371"/>
                </a:lnTo>
                <a:lnTo>
                  <a:pt x="1391" y="5520"/>
                </a:lnTo>
                <a:lnTo>
                  <a:pt x="1369" y="5691"/>
                </a:lnTo>
                <a:lnTo>
                  <a:pt x="1369" y="5863"/>
                </a:lnTo>
                <a:lnTo>
                  <a:pt x="1391" y="5927"/>
                </a:lnTo>
                <a:lnTo>
                  <a:pt x="1412" y="6012"/>
                </a:lnTo>
                <a:lnTo>
                  <a:pt x="1412" y="6012"/>
                </a:lnTo>
                <a:lnTo>
                  <a:pt x="1455" y="6055"/>
                </a:lnTo>
                <a:lnTo>
                  <a:pt x="1519" y="6098"/>
                </a:lnTo>
                <a:lnTo>
                  <a:pt x="1647" y="6162"/>
                </a:lnTo>
                <a:lnTo>
                  <a:pt x="1776" y="6184"/>
                </a:lnTo>
                <a:lnTo>
                  <a:pt x="1904" y="6184"/>
                </a:lnTo>
                <a:lnTo>
                  <a:pt x="1904" y="6184"/>
                </a:lnTo>
                <a:lnTo>
                  <a:pt x="2311" y="6162"/>
                </a:lnTo>
                <a:lnTo>
                  <a:pt x="2717" y="6119"/>
                </a:lnTo>
                <a:lnTo>
                  <a:pt x="2717" y="6119"/>
                </a:lnTo>
                <a:lnTo>
                  <a:pt x="3081" y="6098"/>
                </a:lnTo>
                <a:lnTo>
                  <a:pt x="3252" y="6055"/>
                </a:lnTo>
                <a:lnTo>
                  <a:pt x="3338" y="6034"/>
                </a:lnTo>
                <a:lnTo>
                  <a:pt x="3423" y="5991"/>
                </a:lnTo>
                <a:lnTo>
                  <a:pt x="3423" y="5991"/>
                </a:lnTo>
                <a:lnTo>
                  <a:pt x="3509" y="5905"/>
                </a:lnTo>
                <a:lnTo>
                  <a:pt x="3573" y="5777"/>
                </a:lnTo>
                <a:lnTo>
                  <a:pt x="3616" y="5649"/>
                </a:lnTo>
                <a:lnTo>
                  <a:pt x="3637" y="5499"/>
                </a:lnTo>
                <a:lnTo>
                  <a:pt x="3659" y="5349"/>
                </a:lnTo>
                <a:lnTo>
                  <a:pt x="3637" y="5199"/>
                </a:lnTo>
                <a:lnTo>
                  <a:pt x="3616" y="5071"/>
                </a:lnTo>
                <a:lnTo>
                  <a:pt x="3573" y="4943"/>
                </a:lnTo>
                <a:lnTo>
                  <a:pt x="3573" y="4943"/>
                </a:lnTo>
                <a:lnTo>
                  <a:pt x="3509" y="4836"/>
                </a:lnTo>
                <a:lnTo>
                  <a:pt x="3423" y="4729"/>
                </a:lnTo>
                <a:lnTo>
                  <a:pt x="3338" y="4643"/>
                </a:lnTo>
                <a:lnTo>
                  <a:pt x="3209" y="4557"/>
                </a:lnTo>
                <a:lnTo>
                  <a:pt x="3209" y="4557"/>
                </a:lnTo>
                <a:close/>
                <a:moveTo>
                  <a:pt x="3167" y="5349"/>
                </a:moveTo>
                <a:lnTo>
                  <a:pt x="3167" y="5349"/>
                </a:lnTo>
                <a:lnTo>
                  <a:pt x="3167" y="5477"/>
                </a:lnTo>
                <a:lnTo>
                  <a:pt x="3167" y="5542"/>
                </a:lnTo>
                <a:lnTo>
                  <a:pt x="3102" y="5606"/>
                </a:lnTo>
                <a:lnTo>
                  <a:pt x="2995" y="5649"/>
                </a:lnTo>
                <a:lnTo>
                  <a:pt x="2995" y="5649"/>
                </a:lnTo>
                <a:lnTo>
                  <a:pt x="2846" y="5691"/>
                </a:lnTo>
                <a:lnTo>
                  <a:pt x="2781" y="5691"/>
                </a:lnTo>
                <a:lnTo>
                  <a:pt x="2739" y="5691"/>
                </a:lnTo>
                <a:lnTo>
                  <a:pt x="2696" y="5649"/>
                </a:lnTo>
                <a:lnTo>
                  <a:pt x="2674" y="5627"/>
                </a:lnTo>
                <a:lnTo>
                  <a:pt x="2632" y="5477"/>
                </a:lnTo>
                <a:lnTo>
                  <a:pt x="2632" y="5477"/>
                </a:lnTo>
                <a:lnTo>
                  <a:pt x="2589" y="5221"/>
                </a:lnTo>
                <a:lnTo>
                  <a:pt x="2568" y="5092"/>
                </a:lnTo>
                <a:lnTo>
                  <a:pt x="2525" y="4985"/>
                </a:lnTo>
                <a:lnTo>
                  <a:pt x="2525" y="4985"/>
                </a:lnTo>
                <a:lnTo>
                  <a:pt x="2525" y="4921"/>
                </a:lnTo>
                <a:lnTo>
                  <a:pt x="2525" y="4857"/>
                </a:lnTo>
                <a:lnTo>
                  <a:pt x="2503" y="4814"/>
                </a:lnTo>
                <a:lnTo>
                  <a:pt x="2439" y="4793"/>
                </a:lnTo>
                <a:lnTo>
                  <a:pt x="2439" y="4793"/>
                </a:lnTo>
                <a:lnTo>
                  <a:pt x="2375" y="4793"/>
                </a:lnTo>
                <a:lnTo>
                  <a:pt x="2311" y="4814"/>
                </a:lnTo>
                <a:lnTo>
                  <a:pt x="2289" y="4878"/>
                </a:lnTo>
                <a:lnTo>
                  <a:pt x="2268" y="4943"/>
                </a:lnTo>
                <a:lnTo>
                  <a:pt x="2268" y="4943"/>
                </a:lnTo>
                <a:lnTo>
                  <a:pt x="2289" y="4985"/>
                </a:lnTo>
                <a:lnTo>
                  <a:pt x="2311" y="5028"/>
                </a:lnTo>
                <a:lnTo>
                  <a:pt x="2332" y="5114"/>
                </a:lnTo>
                <a:lnTo>
                  <a:pt x="2332" y="5114"/>
                </a:lnTo>
                <a:lnTo>
                  <a:pt x="2332" y="5242"/>
                </a:lnTo>
                <a:lnTo>
                  <a:pt x="2311" y="5371"/>
                </a:lnTo>
                <a:lnTo>
                  <a:pt x="2311" y="5371"/>
                </a:lnTo>
                <a:lnTo>
                  <a:pt x="2311" y="5520"/>
                </a:lnTo>
                <a:lnTo>
                  <a:pt x="2289" y="5649"/>
                </a:lnTo>
                <a:lnTo>
                  <a:pt x="2268" y="5691"/>
                </a:lnTo>
                <a:lnTo>
                  <a:pt x="2225" y="5734"/>
                </a:lnTo>
                <a:lnTo>
                  <a:pt x="2161" y="5756"/>
                </a:lnTo>
                <a:lnTo>
                  <a:pt x="2097" y="5777"/>
                </a:lnTo>
                <a:lnTo>
                  <a:pt x="2097" y="5777"/>
                </a:lnTo>
                <a:lnTo>
                  <a:pt x="1968" y="5777"/>
                </a:lnTo>
                <a:lnTo>
                  <a:pt x="1926" y="5756"/>
                </a:lnTo>
                <a:lnTo>
                  <a:pt x="1904" y="5713"/>
                </a:lnTo>
                <a:lnTo>
                  <a:pt x="1861" y="5627"/>
                </a:lnTo>
                <a:lnTo>
                  <a:pt x="1861" y="5627"/>
                </a:lnTo>
                <a:lnTo>
                  <a:pt x="1840" y="5499"/>
                </a:lnTo>
                <a:lnTo>
                  <a:pt x="1819" y="5328"/>
                </a:lnTo>
                <a:lnTo>
                  <a:pt x="1819" y="5157"/>
                </a:lnTo>
                <a:lnTo>
                  <a:pt x="1840" y="5050"/>
                </a:lnTo>
                <a:lnTo>
                  <a:pt x="1840" y="5050"/>
                </a:lnTo>
                <a:lnTo>
                  <a:pt x="1861" y="4985"/>
                </a:lnTo>
                <a:lnTo>
                  <a:pt x="1904" y="4964"/>
                </a:lnTo>
                <a:lnTo>
                  <a:pt x="2011" y="4900"/>
                </a:lnTo>
                <a:lnTo>
                  <a:pt x="2118" y="4836"/>
                </a:lnTo>
                <a:lnTo>
                  <a:pt x="2204" y="4771"/>
                </a:lnTo>
                <a:lnTo>
                  <a:pt x="2204" y="4771"/>
                </a:lnTo>
                <a:lnTo>
                  <a:pt x="2247" y="4707"/>
                </a:lnTo>
                <a:lnTo>
                  <a:pt x="2268" y="4643"/>
                </a:lnTo>
                <a:lnTo>
                  <a:pt x="2289" y="4515"/>
                </a:lnTo>
                <a:lnTo>
                  <a:pt x="2268" y="4386"/>
                </a:lnTo>
                <a:lnTo>
                  <a:pt x="2225" y="4237"/>
                </a:lnTo>
                <a:lnTo>
                  <a:pt x="2225" y="4237"/>
                </a:lnTo>
                <a:lnTo>
                  <a:pt x="2204" y="4108"/>
                </a:lnTo>
                <a:lnTo>
                  <a:pt x="2182" y="3980"/>
                </a:lnTo>
                <a:lnTo>
                  <a:pt x="2182" y="3830"/>
                </a:lnTo>
                <a:lnTo>
                  <a:pt x="2204" y="3766"/>
                </a:lnTo>
                <a:lnTo>
                  <a:pt x="2225" y="3702"/>
                </a:lnTo>
                <a:lnTo>
                  <a:pt x="2225" y="3702"/>
                </a:lnTo>
                <a:lnTo>
                  <a:pt x="2311" y="3616"/>
                </a:lnTo>
                <a:lnTo>
                  <a:pt x="2418" y="3573"/>
                </a:lnTo>
                <a:lnTo>
                  <a:pt x="2461" y="3573"/>
                </a:lnTo>
                <a:lnTo>
                  <a:pt x="2503" y="3595"/>
                </a:lnTo>
                <a:lnTo>
                  <a:pt x="2546" y="3616"/>
                </a:lnTo>
                <a:lnTo>
                  <a:pt x="2568" y="3680"/>
                </a:lnTo>
                <a:lnTo>
                  <a:pt x="2568" y="3680"/>
                </a:lnTo>
                <a:lnTo>
                  <a:pt x="2589" y="3744"/>
                </a:lnTo>
                <a:lnTo>
                  <a:pt x="2589" y="3809"/>
                </a:lnTo>
                <a:lnTo>
                  <a:pt x="2568" y="3958"/>
                </a:lnTo>
                <a:lnTo>
                  <a:pt x="2503" y="4237"/>
                </a:lnTo>
                <a:lnTo>
                  <a:pt x="2503" y="4237"/>
                </a:lnTo>
                <a:lnTo>
                  <a:pt x="2461" y="4386"/>
                </a:lnTo>
                <a:lnTo>
                  <a:pt x="2461" y="4493"/>
                </a:lnTo>
                <a:lnTo>
                  <a:pt x="2503" y="4557"/>
                </a:lnTo>
                <a:lnTo>
                  <a:pt x="2610" y="4664"/>
                </a:lnTo>
                <a:lnTo>
                  <a:pt x="2610" y="4664"/>
                </a:lnTo>
                <a:lnTo>
                  <a:pt x="2739" y="4729"/>
                </a:lnTo>
                <a:lnTo>
                  <a:pt x="2867" y="4793"/>
                </a:lnTo>
                <a:lnTo>
                  <a:pt x="2995" y="4878"/>
                </a:lnTo>
                <a:lnTo>
                  <a:pt x="3102" y="4964"/>
                </a:lnTo>
                <a:lnTo>
                  <a:pt x="3102" y="4964"/>
                </a:lnTo>
                <a:lnTo>
                  <a:pt x="3124" y="5028"/>
                </a:lnTo>
                <a:lnTo>
                  <a:pt x="3167" y="5157"/>
                </a:lnTo>
                <a:lnTo>
                  <a:pt x="3188" y="5285"/>
                </a:lnTo>
                <a:lnTo>
                  <a:pt x="3188" y="5328"/>
                </a:lnTo>
                <a:lnTo>
                  <a:pt x="3167" y="5349"/>
                </a:lnTo>
                <a:lnTo>
                  <a:pt x="3167" y="5349"/>
                </a:lnTo>
                <a:close/>
                <a:moveTo>
                  <a:pt x="4279" y="3787"/>
                </a:moveTo>
                <a:lnTo>
                  <a:pt x="4279" y="3787"/>
                </a:lnTo>
                <a:lnTo>
                  <a:pt x="4322" y="3744"/>
                </a:lnTo>
                <a:lnTo>
                  <a:pt x="4365" y="3702"/>
                </a:lnTo>
                <a:lnTo>
                  <a:pt x="4429" y="3595"/>
                </a:lnTo>
                <a:lnTo>
                  <a:pt x="4450" y="3552"/>
                </a:lnTo>
                <a:lnTo>
                  <a:pt x="4493" y="3530"/>
                </a:lnTo>
                <a:lnTo>
                  <a:pt x="4557" y="3530"/>
                </a:lnTo>
                <a:lnTo>
                  <a:pt x="4621" y="3573"/>
                </a:lnTo>
                <a:lnTo>
                  <a:pt x="4621" y="3573"/>
                </a:lnTo>
                <a:lnTo>
                  <a:pt x="4686" y="3616"/>
                </a:lnTo>
                <a:lnTo>
                  <a:pt x="4728" y="3680"/>
                </a:lnTo>
                <a:lnTo>
                  <a:pt x="4814" y="3809"/>
                </a:lnTo>
                <a:lnTo>
                  <a:pt x="4857" y="3873"/>
                </a:lnTo>
                <a:lnTo>
                  <a:pt x="4921" y="3894"/>
                </a:lnTo>
                <a:lnTo>
                  <a:pt x="5007" y="3916"/>
                </a:lnTo>
                <a:lnTo>
                  <a:pt x="5114" y="3894"/>
                </a:lnTo>
                <a:lnTo>
                  <a:pt x="5114" y="3894"/>
                </a:lnTo>
                <a:lnTo>
                  <a:pt x="5199" y="3851"/>
                </a:lnTo>
                <a:lnTo>
                  <a:pt x="5242" y="3809"/>
                </a:lnTo>
                <a:lnTo>
                  <a:pt x="5349" y="3702"/>
                </a:lnTo>
                <a:lnTo>
                  <a:pt x="5456" y="3637"/>
                </a:lnTo>
                <a:lnTo>
                  <a:pt x="5499" y="3616"/>
                </a:lnTo>
                <a:lnTo>
                  <a:pt x="5563" y="3637"/>
                </a:lnTo>
                <a:lnTo>
                  <a:pt x="5563" y="3637"/>
                </a:lnTo>
                <a:lnTo>
                  <a:pt x="5606" y="3680"/>
                </a:lnTo>
                <a:lnTo>
                  <a:pt x="5670" y="3766"/>
                </a:lnTo>
                <a:lnTo>
                  <a:pt x="5713" y="3851"/>
                </a:lnTo>
                <a:lnTo>
                  <a:pt x="5777" y="3916"/>
                </a:lnTo>
                <a:lnTo>
                  <a:pt x="5777" y="3916"/>
                </a:lnTo>
                <a:lnTo>
                  <a:pt x="5841" y="3958"/>
                </a:lnTo>
                <a:lnTo>
                  <a:pt x="5905" y="4001"/>
                </a:lnTo>
                <a:lnTo>
                  <a:pt x="5969" y="4023"/>
                </a:lnTo>
                <a:lnTo>
                  <a:pt x="6055" y="4023"/>
                </a:lnTo>
                <a:lnTo>
                  <a:pt x="6055" y="4023"/>
                </a:lnTo>
                <a:lnTo>
                  <a:pt x="6119" y="3980"/>
                </a:lnTo>
                <a:lnTo>
                  <a:pt x="6162" y="3937"/>
                </a:lnTo>
                <a:lnTo>
                  <a:pt x="6248" y="3809"/>
                </a:lnTo>
                <a:lnTo>
                  <a:pt x="6333" y="3702"/>
                </a:lnTo>
                <a:lnTo>
                  <a:pt x="6376" y="3637"/>
                </a:lnTo>
                <a:lnTo>
                  <a:pt x="6419" y="3616"/>
                </a:lnTo>
                <a:lnTo>
                  <a:pt x="6419" y="3616"/>
                </a:lnTo>
                <a:lnTo>
                  <a:pt x="6483" y="3595"/>
                </a:lnTo>
                <a:lnTo>
                  <a:pt x="6547" y="3616"/>
                </a:lnTo>
                <a:lnTo>
                  <a:pt x="6697" y="3723"/>
                </a:lnTo>
                <a:lnTo>
                  <a:pt x="6847" y="3830"/>
                </a:lnTo>
                <a:lnTo>
                  <a:pt x="6911" y="3873"/>
                </a:lnTo>
                <a:lnTo>
                  <a:pt x="6996" y="3873"/>
                </a:lnTo>
                <a:lnTo>
                  <a:pt x="6996" y="3873"/>
                </a:lnTo>
                <a:lnTo>
                  <a:pt x="7103" y="3873"/>
                </a:lnTo>
                <a:lnTo>
                  <a:pt x="7168" y="3851"/>
                </a:lnTo>
                <a:lnTo>
                  <a:pt x="7210" y="3809"/>
                </a:lnTo>
                <a:lnTo>
                  <a:pt x="7253" y="3766"/>
                </a:lnTo>
                <a:lnTo>
                  <a:pt x="7339" y="3637"/>
                </a:lnTo>
                <a:lnTo>
                  <a:pt x="7424" y="3509"/>
                </a:lnTo>
                <a:lnTo>
                  <a:pt x="7424" y="3509"/>
                </a:lnTo>
                <a:lnTo>
                  <a:pt x="7510" y="3423"/>
                </a:lnTo>
                <a:lnTo>
                  <a:pt x="7574" y="3317"/>
                </a:lnTo>
                <a:lnTo>
                  <a:pt x="7595" y="3274"/>
                </a:lnTo>
                <a:lnTo>
                  <a:pt x="7595" y="3210"/>
                </a:lnTo>
                <a:lnTo>
                  <a:pt x="7574" y="3167"/>
                </a:lnTo>
                <a:lnTo>
                  <a:pt x="7489" y="3103"/>
                </a:lnTo>
                <a:lnTo>
                  <a:pt x="7489" y="3103"/>
                </a:lnTo>
                <a:lnTo>
                  <a:pt x="7403" y="3081"/>
                </a:lnTo>
                <a:lnTo>
                  <a:pt x="7339" y="3103"/>
                </a:lnTo>
                <a:lnTo>
                  <a:pt x="7275" y="3124"/>
                </a:lnTo>
                <a:lnTo>
                  <a:pt x="7232" y="3167"/>
                </a:lnTo>
                <a:lnTo>
                  <a:pt x="7125" y="3295"/>
                </a:lnTo>
                <a:lnTo>
                  <a:pt x="7082" y="3338"/>
                </a:lnTo>
                <a:lnTo>
                  <a:pt x="7018" y="3359"/>
                </a:lnTo>
                <a:lnTo>
                  <a:pt x="7018" y="3359"/>
                </a:lnTo>
                <a:lnTo>
                  <a:pt x="6975" y="3359"/>
                </a:lnTo>
                <a:lnTo>
                  <a:pt x="6911" y="3338"/>
                </a:lnTo>
                <a:lnTo>
                  <a:pt x="6825" y="3252"/>
                </a:lnTo>
                <a:lnTo>
                  <a:pt x="6740" y="3167"/>
                </a:lnTo>
                <a:lnTo>
                  <a:pt x="6697" y="3145"/>
                </a:lnTo>
                <a:lnTo>
                  <a:pt x="6633" y="3124"/>
                </a:lnTo>
                <a:lnTo>
                  <a:pt x="6633" y="3124"/>
                </a:lnTo>
                <a:lnTo>
                  <a:pt x="6547" y="3103"/>
                </a:lnTo>
                <a:lnTo>
                  <a:pt x="6462" y="3124"/>
                </a:lnTo>
                <a:lnTo>
                  <a:pt x="6376" y="3167"/>
                </a:lnTo>
                <a:lnTo>
                  <a:pt x="6312" y="3210"/>
                </a:lnTo>
                <a:lnTo>
                  <a:pt x="6183" y="3317"/>
                </a:lnTo>
                <a:lnTo>
                  <a:pt x="6119" y="3359"/>
                </a:lnTo>
                <a:lnTo>
                  <a:pt x="6055" y="3381"/>
                </a:lnTo>
                <a:lnTo>
                  <a:pt x="6055" y="3381"/>
                </a:lnTo>
                <a:lnTo>
                  <a:pt x="5991" y="3359"/>
                </a:lnTo>
                <a:lnTo>
                  <a:pt x="5948" y="3338"/>
                </a:lnTo>
                <a:lnTo>
                  <a:pt x="5841" y="3252"/>
                </a:lnTo>
                <a:lnTo>
                  <a:pt x="5755" y="3145"/>
                </a:lnTo>
                <a:lnTo>
                  <a:pt x="5691" y="3124"/>
                </a:lnTo>
                <a:lnTo>
                  <a:pt x="5627" y="3103"/>
                </a:lnTo>
                <a:lnTo>
                  <a:pt x="5627" y="3103"/>
                </a:lnTo>
                <a:lnTo>
                  <a:pt x="5542" y="3103"/>
                </a:lnTo>
                <a:lnTo>
                  <a:pt x="5456" y="3124"/>
                </a:lnTo>
                <a:lnTo>
                  <a:pt x="5392" y="3167"/>
                </a:lnTo>
                <a:lnTo>
                  <a:pt x="5328" y="3231"/>
                </a:lnTo>
                <a:lnTo>
                  <a:pt x="5199" y="3359"/>
                </a:lnTo>
                <a:lnTo>
                  <a:pt x="5135" y="3423"/>
                </a:lnTo>
                <a:lnTo>
                  <a:pt x="5071" y="3466"/>
                </a:lnTo>
                <a:lnTo>
                  <a:pt x="5071" y="3466"/>
                </a:lnTo>
                <a:lnTo>
                  <a:pt x="5007" y="3466"/>
                </a:lnTo>
                <a:lnTo>
                  <a:pt x="4964" y="3466"/>
                </a:lnTo>
                <a:lnTo>
                  <a:pt x="4921" y="3423"/>
                </a:lnTo>
                <a:lnTo>
                  <a:pt x="4878" y="3381"/>
                </a:lnTo>
                <a:lnTo>
                  <a:pt x="4793" y="3295"/>
                </a:lnTo>
                <a:lnTo>
                  <a:pt x="4728" y="3252"/>
                </a:lnTo>
                <a:lnTo>
                  <a:pt x="4664" y="3210"/>
                </a:lnTo>
                <a:lnTo>
                  <a:pt x="4664" y="3210"/>
                </a:lnTo>
                <a:lnTo>
                  <a:pt x="4600" y="3188"/>
                </a:lnTo>
                <a:lnTo>
                  <a:pt x="4515" y="3188"/>
                </a:lnTo>
                <a:lnTo>
                  <a:pt x="4429" y="3210"/>
                </a:lnTo>
                <a:lnTo>
                  <a:pt x="4365" y="3231"/>
                </a:lnTo>
                <a:lnTo>
                  <a:pt x="4236" y="3338"/>
                </a:lnTo>
                <a:lnTo>
                  <a:pt x="4151" y="3466"/>
                </a:lnTo>
                <a:lnTo>
                  <a:pt x="4151" y="3466"/>
                </a:lnTo>
                <a:lnTo>
                  <a:pt x="4087" y="3595"/>
                </a:lnTo>
                <a:lnTo>
                  <a:pt x="4087" y="3659"/>
                </a:lnTo>
                <a:lnTo>
                  <a:pt x="4087" y="3723"/>
                </a:lnTo>
                <a:lnTo>
                  <a:pt x="4087" y="3787"/>
                </a:lnTo>
                <a:lnTo>
                  <a:pt x="4129" y="3830"/>
                </a:lnTo>
                <a:lnTo>
                  <a:pt x="4194" y="3830"/>
                </a:lnTo>
                <a:lnTo>
                  <a:pt x="4279" y="3787"/>
                </a:lnTo>
                <a:lnTo>
                  <a:pt x="4279" y="3787"/>
                </a:lnTo>
                <a:close/>
                <a:moveTo>
                  <a:pt x="4921" y="4643"/>
                </a:moveTo>
                <a:lnTo>
                  <a:pt x="4921" y="4643"/>
                </a:lnTo>
                <a:lnTo>
                  <a:pt x="6996" y="4557"/>
                </a:lnTo>
                <a:lnTo>
                  <a:pt x="6996" y="4557"/>
                </a:lnTo>
                <a:lnTo>
                  <a:pt x="7168" y="4557"/>
                </a:lnTo>
                <a:lnTo>
                  <a:pt x="7424" y="4536"/>
                </a:lnTo>
                <a:lnTo>
                  <a:pt x="7553" y="4493"/>
                </a:lnTo>
                <a:lnTo>
                  <a:pt x="7638" y="4450"/>
                </a:lnTo>
                <a:lnTo>
                  <a:pt x="7660" y="4429"/>
                </a:lnTo>
                <a:lnTo>
                  <a:pt x="7681" y="4386"/>
                </a:lnTo>
                <a:lnTo>
                  <a:pt x="7681" y="4344"/>
                </a:lnTo>
                <a:lnTo>
                  <a:pt x="7660" y="4279"/>
                </a:lnTo>
                <a:lnTo>
                  <a:pt x="7660" y="4279"/>
                </a:lnTo>
                <a:lnTo>
                  <a:pt x="7638" y="4237"/>
                </a:lnTo>
                <a:lnTo>
                  <a:pt x="7595" y="4215"/>
                </a:lnTo>
                <a:lnTo>
                  <a:pt x="7510" y="4172"/>
                </a:lnTo>
                <a:lnTo>
                  <a:pt x="7403" y="4151"/>
                </a:lnTo>
                <a:lnTo>
                  <a:pt x="7253" y="4151"/>
                </a:lnTo>
                <a:lnTo>
                  <a:pt x="6996" y="4194"/>
                </a:lnTo>
                <a:lnTo>
                  <a:pt x="6804" y="4215"/>
                </a:lnTo>
                <a:lnTo>
                  <a:pt x="6804" y="4215"/>
                </a:lnTo>
                <a:lnTo>
                  <a:pt x="5734" y="4258"/>
                </a:lnTo>
                <a:lnTo>
                  <a:pt x="4664" y="4301"/>
                </a:lnTo>
                <a:lnTo>
                  <a:pt x="4664" y="4301"/>
                </a:lnTo>
                <a:lnTo>
                  <a:pt x="4515" y="4301"/>
                </a:lnTo>
                <a:lnTo>
                  <a:pt x="4279" y="4322"/>
                </a:lnTo>
                <a:lnTo>
                  <a:pt x="4172" y="4344"/>
                </a:lnTo>
                <a:lnTo>
                  <a:pt x="4087" y="4386"/>
                </a:lnTo>
                <a:lnTo>
                  <a:pt x="4065" y="4408"/>
                </a:lnTo>
                <a:lnTo>
                  <a:pt x="4044" y="4450"/>
                </a:lnTo>
                <a:lnTo>
                  <a:pt x="4044" y="4493"/>
                </a:lnTo>
                <a:lnTo>
                  <a:pt x="4065" y="4536"/>
                </a:lnTo>
                <a:lnTo>
                  <a:pt x="4065" y="4536"/>
                </a:lnTo>
                <a:lnTo>
                  <a:pt x="4108" y="4600"/>
                </a:lnTo>
                <a:lnTo>
                  <a:pt x="4215" y="4643"/>
                </a:lnTo>
                <a:lnTo>
                  <a:pt x="4322" y="4664"/>
                </a:lnTo>
                <a:lnTo>
                  <a:pt x="4450" y="4664"/>
                </a:lnTo>
                <a:lnTo>
                  <a:pt x="4728" y="4643"/>
                </a:lnTo>
                <a:lnTo>
                  <a:pt x="4921" y="4643"/>
                </a:lnTo>
                <a:lnTo>
                  <a:pt x="4921" y="4643"/>
                </a:lnTo>
                <a:close/>
                <a:moveTo>
                  <a:pt x="6419" y="5477"/>
                </a:moveTo>
                <a:lnTo>
                  <a:pt x="6419" y="5477"/>
                </a:lnTo>
                <a:lnTo>
                  <a:pt x="6141" y="5456"/>
                </a:lnTo>
                <a:lnTo>
                  <a:pt x="5884" y="5477"/>
                </a:lnTo>
                <a:lnTo>
                  <a:pt x="5349" y="5499"/>
                </a:lnTo>
                <a:lnTo>
                  <a:pt x="5349" y="5499"/>
                </a:lnTo>
                <a:lnTo>
                  <a:pt x="4878" y="5520"/>
                </a:lnTo>
                <a:lnTo>
                  <a:pt x="4643" y="5542"/>
                </a:lnTo>
                <a:lnTo>
                  <a:pt x="4408" y="5606"/>
                </a:lnTo>
                <a:lnTo>
                  <a:pt x="4408" y="5606"/>
                </a:lnTo>
                <a:lnTo>
                  <a:pt x="4279" y="5649"/>
                </a:lnTo>
                <a:lnTo>
                  <a:pt x="4194" y="5713"/>
                </a:lnTo>
                <a:lnTo>
                  <a:pt x="4172" y="5756"/>
                </a:lnTo>
                <a:lnTo>
                  <a:pt x="4172" y="5798"/>
                </a:lnTo>
                <a:lnTo>
                  <a:pt x="4194" y="5841"/>
                </a:lnTo>
                <a:lnTo>
                  <a:pt x="4258" y="5884"/>
                </a:lnTo>
                <a:lnTo>
                  <a:pt x="4258" y="5884"/>
                </a:lnTo>
                <a:lnTo>
                  <a:pt x="4343" y="5905"/>
                </a:lnTo>
                <a:lnTo>
                  <a:pt x="4472" y="5884"/>
                </a:lnTo>
                <a:lnTo>
                  <a:pt x="4707" y="5841"/>
                </a:lnTo>
                <a:lnTo>
                  <a:pt x="4707" y="5841"/>
                </a:lnTo>
                <a:lnTo>
                  <a:pt x="4985" y="5841"/>
                </a:lnTo>
                <a:lnTo>
                  <a:pt x="5263" y="5820"/>
                </a:lnTo>
                <a:lnTo>
                  <a:pt x="5263" y="5820"/>
                </a:lnTo>
                <a:lnTo>
                  <a:pt x="6162" y="5798"/>
                </a:lnTo>
                <a:lnTo>
                  <a:pt x="7061" y="5777"/>
                </a:lnTo>
                <a:lnTo>
                  <a:pt x="7061" y="5777"/>
                </a:lnTo>
                <a:lnTo>
                  <a:pt x="7210" y="5777"/>
                </a:lnTo>
                <a:lnTo>
                  <a:pt x="7382" y="5734"/>
                </a:lnTo>
                <a:lnTo>
                  <a:pt x="7446" y="5691"/>
                </a:lnTo>
                <a:lnTo>
                  <a:pt x="7489" y="5649"/>
                </a:lnTo>
                <a:lnTo>
                  <a:pt x="7489" y="5584"/>
                </a:lnTo>
                <a:lnTo>
                  <a:pt x="7403" y="5499"/>
                </a:lnTo>
                <a:lnTo>
                  <a:pt x="7403" y="5499"/>
                </a:lnTo>
                <a:lnTo>
                  <a:pt x="7339" y="5456"/>
                </a:lnTo>
                <a:lnTo>
                  <a:pt x="7210" y="5413"/>
                </a:lnTo>
                <a:lnTo>
                  <a:pt x="7082" y="5413"/>
                </a:lnTo>
                <a:lnTo>
                  <a:pt x="6932" y="5413"/>
                </a:lnTo>
                <a:lnTo>
                  <a:pt x="6419" y="5477"/>
                </a:lnTo>
                <a:lnTo>
                  <a:pt x="6419" y="5477"/>
                </a:lnTo>
                <a:close/>
                <a:moveTo>
                  <a:pt x="6911" y="4857"/>
                </a:moveTo>
                <a:lnTo>
                  <a:pt x="6911" y="4857"/>
                </a:lnTo>
                <a:lnTo>
                  <a:pt x="5884" y="4921"/>
                </a:lnTo>
                <a:lnTo>
                  <a:pt x="5370" y="4964"/>
                </a:lnTo>
                <a:lnTo>
                  <a:pt x="4835" y="4985"/>
                </a:lnTo>
                <a:lnTo>
                  <a:pt x="4835" y="4985"/>
                </a:lnTo>
                <a:lnTo>
                  <a:pt x="4707" y="4985"/>
                </a:lnTo>
                <a:lnTo>
                  <a:pt x="4515" y="4985"/>
                </a:lnTo>
                <a:lnTo>
                  <a:pt x="4408" y="5007"/>
                </a:lnTo>
                <a:lnTo>
                  <a:pt x="4322" y="5028"/>
                </a:lnTo>
                <a:lnTo>
                  <a:pt x="4258" y="5071"/>
                </a:lnTo>
                <a:lnTo>
                  <a:pt x="4258" y="5092"/>
                </a:lnTo>
                <a:lnTo>
                  <a:pt x="4258" y="5135"/>
                </a:lnTo>
                <a:lnTo>
                  <a:pt x="4258" y="5135"/>
                </a:lnTo>
                <a:lnTo>
                  <a:pt x="4258" y="5157"/>
                </a:lnTo>
                <a:lnTo>
                  <a:pt x="4301" y="5178"/>
                </a:lnTo>
                <a:lnTo>
                  <a:pt x="4386" y="5199"/>
                </a:lnTo>
                <a:lnTo>
                  <a:pt x="4664" y="5221"/>
                </a:lnTo>
                <a:lnTo>
                  <a:pt x="5156" y="5199"/>
                </a:lnTo>
                <a:lnTo>
                  <a:pt x="5156" y="5199"/>
                </a:lnTo>
                <a:lnTo>
                  <a:pt x="5413" y="5199"/>
                </a:lnTo>
                <a:lnTo>
                  <a:pt x="6012" y="5178"/>
                </a:lnTo>
                <a:lnTo>
                  <a:pt x="7018" y="5135"/>
                </a:lnTo>
                <a:lnTo>
                  <a:pt x="7018" y="5135"/>
                </a:lnTo>
                <a:lnTo>
                  <a:pt x="7189" y="5135"/>
                </a:lnTo>
                <a:lnTo>
                  <a:pt x="7467" y="5135"/>
                </a:lnTo>
                <a:lnTo>
                  <a:pt x="7595" y="5114"/>
                </a:lnTo>
                <a:lnTo>
                  <a:pt x="7681" y="5071"/>
                </a:lnTo>
                <a:lnTo>
                  <a:pt x="7724" y="5050"/>
                </a:lnTo>
                <a:lnTo>
                  <a:pt x="7724" y="5007"/>
                </a:lnTo>
                <a:lnTo>
                  <a:pt x="7745" y="4985"/>
                </a:lnTo>
                <a:lnTo>
                  <a:pt x="7724" y="4943"/>
                </a:lnTo>
                <a:lnTo>
                  <a:pt x="7724" y="4943"/>
                </a:lnTo>
                <a:lnTo>
                  <a:pt x="7660" y="4878"/>
                </a:lnTo>
                <a:lnTo>
                  <a:pt x="7574" y="4836"/>
                </a:lnTo>
                <a:lnTo>
                  <a:pt x="7467" y="4814"/>
                </a:lnTo>
                <a:lnTo>
                  <a:pt x="7339" y="4814"/>
                </a:lnTo>
                <a:lnTo>
                  <a:pt x="7082" y="4836"/>
                </a:lnTo>
                <a:lnTo>
                  <a:pt x="6911" y="4857"/>
                </a:lnTo>
                <a:lnTo>
                  <a:pt x="6911" y="4857"/>
                </a:lnTo>
                <a:close/>
                <a:moveTo>
                  <a:pt x="6697" y="6141"/>
                </a:moveTo>
                <a:lnTo>
                  <a:pt x="6697" y="6141"/>
                </a:lnTo>
                <a:lnTo>
                  <a:pt x="6526" y="6184"/>
                </a:lnTo>
                <a:lnTo>
                  <a:pt x="6376" y="6269"/>
                </a:lnTo>
                <a:lnTo>
                  <a:pt x="6312" y="6312"/>
                </a:lnTo>
                <a:lnTo>
                  <a:pt x="6269" y="6376"/>
                </a:lnTo>
                <a:lnTo>
                  <a:pt x="6226" y="6462"/>
                </a:lnTo>
                <a:lnTo>
                  <a:pt x="6226" y="6547"/>
                </a:lnTo>
                <a:lnTo>
                  <a:pt x="6226" y="6547"/>
                </a:lnTo>
                <a:lnTo>
                  <a:pt x="6226" y="6611"/>
                </a:lnTo>
                <a:lnTo>
                  <a:pt x="6248" y="6697"/>
                </a:lnTo>
                <a:lnTo>
                  <a:pt x="6290" y="6740"/>
                </a:lnTo>
                <a:lnTo>
                  <a:pt x="6355" y="6783"/>
                </a:lnTo>
                <a:lnTo>
                  <a:pt x="6483" y="6847"/>
                </a:lnTo>
                <a:lnTo>
                  <a:pt x="6633" y="6868"/>
                </a:lnTo>
                <a:lnTo>
                  <a:pt x="6633" y="6868"/>
                </a:lnTo>
                <a:lnTo>
                  <a:pt x="6740" y="6847"/>
                </a:lnTo>
                <a:lnTo>
                  <a:pt x="6825" y="6825"/>
                </a:lnTo>
                <a:lnTo>
                  <a:pt x="6889" y="6804"/>
                </a:lnTo>
                <a:lnTo>
                  <a:pt x="6954" y="6761"/>
                </a:lnTo>
                <a:lnTo>
                  <a:pt x="7018" y="6697"/>
                </a:lnTo>
                <a:lnTo>
                  <a:pt x="7039" y="6654"/>
                </a:lnTo>
                <a:lnTo>
                  <a:pt x="7082" y="6590"/>
                </a:lnTo>
                <a:lnTo>
                  <a:pt x="7082" y="6526"/>
                </a:lnTo>
                <a:lnTo>
                  <a:pt x="7082" y="6462"/>
                </a:lnTo>
                <a:lnTo>
                  <a:pt x="7082" y="6397"/>
                </a:lnTo>
                <a:lnTo>
                  <a:pt x="7061" y="6333"/>
                </a:lnTo>
                <a:lnTo>
                  <a:pt x="7018" y="6291"/>
                </a:lnTo>
                <a:lnTo>
                  <a:pt x="6954" y="6248"/>
                </a:lnTo>
                <a:lnTo>
                  <a:pt x="6889" y="6205"/>
                </a:lnTo>
                <a:lnTo>
                  <a:pt x="6804" y="6162"/>
                </a:lnTo>
                <a:lnTo>
                  <a:pt x="6697" y="6141"/>
                </a:lnTo>
                <a:lnTo>
                  <a:pt x="6697" y="6141"/>
                </a:lnTo>
                <a:close/>
                <a:moveTo>
                  <a:pt x="4686" y="1134"/>
                </a:moveTo>
                <a:lnTo>
                  <a:pt x="4686" y="1134"/>
                </a:lnTo>
                <a:lnTo>
                  <a:pt x="4686" y="1070"/>
                </a:lnTo>
                <a:lnTo>
                  <a:pt x="4664" y="1027"/>
                </a:lnTo>
                <a:lnTo>
                  <a:pt x="4643" y="984"/>
                </a:lnTo>
                <a:lnTo>
                  <a:pt x="4600" y="942"/>
                </a:lnTo>
                <a:lnTo>
                  <a:pt x="4493" y="899"/>
                </a:lnTo>
                <a:lnTo>
                  <a:pt x="4386" y="899"/>
                </a:lnTo>
                <a:lnTo>
                  <a:pt x="4279" y="920"/>
                </a:lnTo>
                <a:lnTo>
                  <a:pt x="4194" y="963"/>
                </a:lnTo>
                <a:lnTo>
                  <a:pt x="4108" y="1049"/>
                </a:lnTo>
                <a:lnTo>
                  <a:pt x="4108" y="1113"/>
                </a:lnTo>
                <a:lnTo>
                  <a:pt x="4087" y="1177"/>
                </a:lnTo>
                <a:lnTo>
                  <a:pt x="4087" y="1177"/>
                </a:lnTo>
                <a:lnTo>
                  <a:pt x="4087" y="1241"/>
                </a:lnTo>
                <a:lnTo>
                  <a:pt x="4108" y="1284"/>
                </a:lnTo>
                <a:lnTo>
                  <a:pt x="4151" y="1327"/>
                </a:lnTo>
                <a:lnTo>
                  <a:pt x="4172" y="1369"/>
                </a:lnTo>
                <a:lnTo>
                  <a:pt x="4279" y="1412"/>
                </a:lnTo>
                <a:lnTo>
                  <a:pt x="4386" y="1412"/>
                </a:lnTo>
                <a:lnTo>
                  <a:pt x="4493" y="1391"/>
                </a:lnTo>
                <a:lnTo>
                  <a:pt x="4579" y="1327"/>
                </a:lnTo>
                <a:lnTo>
                  <a:pt x="4664" y="1241"/>
                </a:lnTo>
                <a:lnTo>
                  <a:pt x="4686" y="1198"/>
                </a:lnTo>
                <a:lnTo>
                  <a:pt x="4686" y="1134"/>
                </a:lnTo>
                <a:lnTo>
                  <a:pt x="4686" y="1134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2" name="Google Shape;1132;p58"/>
          <p:cNvSpPr/>
          <p:nvPr/>
        </p:nvSpPr>
        <p:spPr>
          <a:xfrm>
            <a:off x="6623944" y="2555757"/>
            <a:ext cx="182743" cy="240577"/>
          </a:xfrm>
          <a:custGeom>
            <a:rect b="b" l="l" r="r" t="t"/>
            <a:pathLst>
              <a:path extrusionOk="0" h="8902" w="6762">
                <a:moveTo>
                  <a:pt x="1305" y="1092"/>
                </a:moveTo>
                <a:lnTo>
                  <a:pt x="1348" y="1135"/>
                </a:lnTo>
                <a:lnTo>
                  <a:pt x="1477" y="1263"/>
                </a:lnTo>
                <a:lnTo>
                  <a:pt x="1562" y="1434"/>
                </a:lnTo>
                <a:lnTo>
                  <a:pt x="1584" y="1499"/>
                </a:lnTo>
                <a:lnTo>
                  <a:pt x="1562" y="1541"/>
                </a:lnTo>
                <a:lnTo>
                  <a:pt x="1541" y="1541"/>
                </a:lnTo>
                <a:lnTo>
                  <a:pt x="1477" y="1520"/>
                </a:lnTo>
                <a:lnTo>
                  <a:pt x="1348" y="1370"/>
                </a:lnTo>
                <a:lnTo>
                  <a:pt x="1284" y="1306"/>
                </a:lnTo>
                <a:lnTo>
                  <a:pt x="1241" y="1220"/>
                </a:lnTo>
                <a:lnTo>
                  <a:pt x="1241" y="1156"/>
                </a:lnTo>
                <a:lnTo>
                  <a:pt x="1241" y="1113"/>
                </a:lnTo>
                <a:lnTo>
                  <a:pt x="1263" y="1092"/>
                </a:lnTo>
                <a:close/>
                <a:moveTo>
                  <a:pt x="792" y="1734"/>
                </a:moveTo>
                <a:lnTo>
                  <a:pt x="856" y="1755"/>
                </a:lnTo>
                <a:lnTo>
                  <a:pt x="878" y="1798"/>
                </a:lnTo>
                <a:lnTo>
                  <a:pt x="899" y="1841"/>
                </a:lnTo>
                <a:lnTo>
                  <a:pt x="878" y="1862"/>
                </a:lnTo>
                <a:lnTo>
                  <a:pt x="856" y="1905"/>
                </a:lnTo>
                <a:lnTo>
                  <a:pt x="813" y="1905"/>
                </a:lnTo>
                <a:lnTo>
                  <a:pt x="749" y="1926"/>
                </a:lnTo>
                <a:lnTo>
                  <a:pt x="706" y="1905"/>
                </a:lnTo>
                <a:lnTo>
                  <a:pt x="685" y="1884"/>
                </a:lnTo>
                <a:lnTo>
                  <a:pt x="685" y="1841"/>
                </a:lnTo>
                <a:lnTo>
                  <a:pt x="728" y="1777"/>
                </a:lnTo>
                <a:lnTo>
                  <a:pt x="749" y="1755"/>
                </a:lnTo>
                <a:lnTo>
                  <a:pt x="792" y="1734"/>
                </a:lnTo>
                <a:close/>
                <a:moveTo>
                  <a:pt x="2910" y="1670"/>
                </a:moveTo>
                <a:lnTo>
                  <a:pt x="2846" y="1712"/>
                </a:lnTo>
                <a:lnTo>
                  <a:pt x="2760" y="1755"/>
                </a:lnTo>
                <a:lnTo>
                  <a:pt x="2718" y="1819"/>
                </a:lnTo>
                <a:lnTo>
                  <a:pt x="2675" y="1884"/>
                </a:lnTo>
                <a:lnTo>
                  <a:pt x="2675" y="1926"/>
                </a:lnTo>
                <a:lnTo>
                  <a:pt x="2696" y="1969"/>
                </a:lnTo>
                <a:lnTo>
                  <a:pt x="2932" y="1969"/>
                </a:lnTo>
                <a:lnTo>
                  <a:pt x="3081" y="1991"/>
                </a:lnTo>
                <a:lnTo>
                  <a:pt x="3231" y="2033"/>
                </a:lnTo>
                <a:lnTo>
                  <a:pt x="3317" y="2033"/>
                </a:lnTo>
                <a:lnTo>
                  <a:pt x="3381" y="2012"/>
                </a:lnTo>
                <a:lnTo>
                  <a:pt x="3702" y="1969"/>
                </a:lnTo>
                <a:lnTo>
                  <a:pt x="4023" y="1948"/>
                </a:lnTo>
                <a:lnTo>
                  <a:pt x="4237" y="1948"/>
                </a:lnTo>
                <a:lnTo>
                  <a:pt x="4451" y="1926"/>
                </a:lnTo>
                <a:lnTo>
                  <a:pt x="4879" y="1905"/>
                </a:lnTo>
                <a:lnTo>
                  <a:pt x="5135" y="1905"/>
                </a:lnTo>
                <a:lnTo>
                  <a:pt x="5199" y="1884"/>
                </a:lnTo>
                <a:lnTo>
                  <a:pt x="5242" y="1862"/>
                </a:lnTo>
                <a:lnTo>
                  <a:pt x="5242" y="1819"/>
                </a:lnTo>
                <a:lnTo>
                  <a:pt x="5199" y="1755"/>
                </a:lnTo>
                <a:lnTo>
                  <a:pt x="5135" y="1712"/>
                </a:lnTo>
                <a:lnTo>
                  <a:pt x="5050" y="1691"/>
                </a:lnTo>
                <a:lnTo>
                  <a:pt x="4836" y="1691"/>
                </a:lnTo>
                <a:lnTo>
                  <a:pt x="4451" y="1734"/>
                </a:lnTo>
                <a:lnTo>
                  <a:pt x="4237" y="1755"/>
                </a:lnTo>
                <a:lnTo>
                  <a:pt x="4044" y="1755"/>
                </a:lnTo>
                <a:lnTo>
                  <a:pt x="3616" y="1734"/>
                </a:lnTo>
                <a:lnTo>
                  <a:pt x="3531" y="1755"/>
                </a:lnTo>
                <a:lnTo>
                  <a:pt x="3424" y="1777"/>
                </a:lnTo>
                <a:lnTo>
                  <a:pt x="3317" y="1798"/>
                </a:lnTo>
                <a:lnTo>
                  <a:pt x="3231" y="1798"/>
                </a:lnTo>
                <a:lnTo>
                  <a:pt x="3167" y="1777"/>
                </a:lnTo>
                <a:lnTo>
                  <a:pt x="3103" y="1734"/>
                </a:lnTo>
                <a:lnTo>
                  <a:pt x="3060" y="1691"/>
                </a:lnTo>
                <a:lnTo>
                  <a:pt x="2996" y="1670"/>
                </a:lnTo>
                <a:close/>
                <a:moveTo>
                  <a:pt x="4707" y="2654"/>
                </a:moveTo>
                <a:lnTo>
                  <a:pt x="4451" y="2675"/>
                </a:lnTo>
                <a:lnTo>
                  <a:pt x="4279" y="2697"/>
                </a:lnTo>
                <a:lnTo>
                  <a:pt x="3809" y="2739"/>
                </a:lnTo>
                <a:lnTo>
                  <a:pt x="3573" y="2761"/>
                </a:lnTo>
                <a:lnTo>
                  <a:pt x="3359" y="2761"/>
                </a:lnTo>
                <a:lnTo>
                  <a:pt x="3124" y="2739"/>
                </a:lnTo>
                <a:lnTo>
                  <a:pt x="2910" y="2697"/>
                </a:lnTo>
                <a:lnTo>
                  <a:pt x="2803" y="2675"/>
                </a:lnTo>
                <a:lnTo>
                  <a:pt x="2696" y="2697"/>
                </a:lnTo>
                <a:lnTo>
                  <a:pt x="2482" y="2718"/>
                </a:lnTo>
                <a:lnTo>
                  <a:pt x="2397" y="2697"/>
                </a:lnTo>
                <a:lnTo>
                  <a:pt x="2290" y="2675"/>
                </a:lnTo>
                <a:lnTo>
                  <a:pt x="2097" y="2675"/>
                </a:lnTo>
                <a:lnTo>
                  <a:pt x="2033" y="2718"/>
                </a:lnTo>
                <a:lnTo>
                  <a:pt x="1990" y="2761"/>
                </a:lnTo>
                <a:lnTo>
                  <a:pt x="1969" y="2825"/>
                </a:lnTo>
                <a:lnTo>
                  <a:pt x="1990" y="2846"/>
                </a:lnTo>
                <a:lnTo>
                  <a:pt x="2012" y="2868"/>
                </a:lnTo>
                <a:lnTo>
                  <a:pt x="2140" y="2889"/>
                </a:lnTo>
                <a:lnTo>
                  <a:pt x="2247" y="2911"/>
                </a:lnTo>
                <a:lnTo>
                  <a:pt x="2504" y="2932"/>
                </a:lnTo>
                <a:lnTo>
                  <a:pt x="2974" y="2932"/>
                </a:lnTo>
                <a:lnTo>
                  <a:pt x="3210" y="2953"/>
                </a:lnTo>
                <a:lnTo>
                  <a:pt x="3424" y="2953"/>
                </a:lnTo>
                <a:lnTo>
                  <a:pt x="3873" y="2932"/>
                </a:lnTo>
                <a:lnTo>
                  <a:pt x="4322" y="2889"/>
                </a:lnTo>
                <a:lnTo>
                  <a:pt x="5028" y="2889"/>
                </a:lnTo>
                <a:lnTo>
                  <a:pt x="5093" y="2868"/>
                </a:lnTo>
                <a:lnTo>
                  <a:pt x="5135" y="2846"/>
                </a:lnTo>
                <a:lnTo>
                  <a:pt x="5135" y="2804"/>
                </a:lnTo>
                <a:lnTo>
                  <a:pt x="5114" y="2739"/>
                </a:lnTo>
                <a:lnTo>
                  <a:pt x="5050" y="2697"/>
                </a:lnTo>
                <a:lnTo>
                  <a:pt x="4943" y="2675"/>
                </a:lnTo>
                <a:lnTo>
                  <a:pt x="4707" y="2654"/>
                </a:lnTo>
                <a:close/>
                <a:moveTo>
                  <a:pt x="3295" y="3424"/>
                </a:moveTo>
                <a:lnTo>
                  <a:pt x="3060" y="3467"/>
                </a:lnTo>
                <a:lnTo>
                  <a:pt x="2825" y="3531"/>
                </a:lnTo>
                <a:lnTo>
                  <a:pt x="2568" y="3574"/>
                </a:lnTo>
                <a:lnTo>
                  <a:pt x="2461" y="3595"/>
                </a:lnTo>
                <a:lnTo>
                  <a:pt x="2332" y="3574"/>
                </a:lnTo>
                <a:lnTo>
                  <a:pt x="2119" y="3531"/>
                </a:lnTo>
                <a:lnTo>
                  <a:pt x="1905" y="3531"/>
                </a:lnTo>
                <a:lnTo>
                  <a:pt x="1840" y="3553"/>
                </a:lnTo>
                <a:lnTo>
                  <a:pt x="1776" y="3595"/>
                </a:lnTo>
                <a:lnTo>
                  <a:pt x="1755" y="3617"/>
                </a:lnTo>
                <a:lnTo>
                  <a:pt x="1755" y="3638"/>
                </a:lnTo>
                <a:lnTo>
                  <a:pt x="1776" y="3681"/>
                </a:lnTo>
                <a:lnTo>
                  <a:pt x="1819" y="3702"/>
                </a:lnTo>
                <a:lnTo>
                  <a:pt x="1926" y="3766"/>
                </a:lnTo>
                <a:lnTo>
                  <a:pt x="2033" y="3788"/>
                </a:lnTo>
                <a:lnTo>
                  <a:pt x="2140" y="3831"/>
                </a:lnTo>
                <a:lnTo>
                  <a:pt x="2482" y="3831"/>
                </a:lnTo>
                <a:lnTo>
                  <a:pt x="2718" y="3788"/>
                </a:lnTo>
                <a:lnTo>
                  <a:pt x="3167" y="3681"/>
                </a:lnTo>
                <a:lnTo>
                  <a:pt x="3402" y="3659"/>
                </a:lnTo>
                <a:lnTo>
                  <a:pt x="3638" y="3638"/>
                </a:lnTo>
                <a:lnTo>
                  <a:pt x="3894" y="3659"/>
                </a:lnTo>
                <a:lnTo>
                  <a:pt x="4001" y="3681"/>
                </a:lnTo>
                <a:lnTo>
                  <a:pt x="4130" y="3681"/>
                </a:lnTo>
                <a:lnTo>
                  <a:pt x="4365" y="3638"/>
                </a:lnTo>
                <a:lnTo>
                  <a:pt x="4472" y="3638"/>
                </a:lnTo>
                <a:lnTo>
                  <a:pt x="4579" y="3659"/>
                </a:lnTo>
                <a:lnTo>
                  <a:pt x="4814" y="3745"/>
                </a:lnTo>
                <a:lnTo>
                  <a:pt x="4986" y="3745"/>
                </a:lnTo>
                <a:lnTo>
                  <a:pt x="5050" y="3702"/>
                </a:lnTo>
                <a:lnTo>
                  <a:pt x="5093" y="3659"/>
                </a:lnTo>
                <a:lnTo>
                  <a:pt x="5114" y="3595"/>
                </a:lnTo>
                <a:lnTo>
                  <a:pt x="5114" y="3553"/>
                </a:lnTo>
                <a:lnTo>
                  <a:pt x="5071" y="3488"/>
                </a:lnTo>
                <a:lnTo>
                  <a:pt x="4986" y="3467"/>
                </a:lnTo>
                <a:lnTo>
                  <a:pt x="4729" y="3467"/>
                </a:lnTo>
                <a:lnTo>
                  <a:pt x="4515" y="3424"/>
                </a:lnTo>
                <a:lnTo>
                  <a:pt x="4301" y="3424"/>
                </a:lnTo>
                <a:lnTo>
                  <a:pt x="4044" y="3446"/>
                </a:lnTo>
                <a:lnTo>
                  <a:pt x="3809" y="3424"/>
                </a:lnTo>
                <a:close/>
                <a:moveTo>
                  <a:pt x="2632" y="4237"/>
                </a:moveTo>
                <a:lnTo>
                  <a:pt x="2397" y="4259"/>
                </a:lnTo>
                <a:lnTo>
                  <a:pt x="1947" y="4366"/>
                </a:lnTo>
                <a:lnTo>
                  <a:pt x="1776" y="4430"/>
                </a:lnTo>
                <a:lnTo>
                  <a:pt x="1648" y="4515"/>
                </a:lnTo>
                <a:lnTo>
                  <a:pt x="1626" y="4558"/>
                </a:lnTo>
                <a:lnTo>
                  <a:pt x="1626" y="4580"/>
                </a:lnTo>
                <a:lnTo>
                  <a:pt x="1712" y="4601"/>
                </a:lnTo>
                <a:lnTo>
                  <a:pt x="1840" y="4601"/>
                </a:lnTo>
                <a:lnTo>
                  <a:pt x="2119" y="4580"/>
                </a:lnTo>
                <a:lnTo>
                  <a:pt x="2375" y="4537"/>
                </a:lnTo>
                <a:lnTo>
                  <a:pt x="2653" y="4494"/>
                </a:lnTo>
                <a:lnTo>
                  <a:pt x="2932" y="4494"/>
                </a:lnTo>
                <a:lnTo>
                  <a:pt x="3188" y="4537"/>
                </a:lnTo>
                <a:lnTo>
                  <a:pt x="3295" y="4558"/>
                </a:lnTo>
                <a:lnTo>
                  <a:pt x="3424" y="4558"/>
                </a:lnTo>
                <a:lnTo>
                  <a:pt x="3680" y="4494"/>
                </a:lnTo>
                <a:lnTo>
                  <a:pt x="3809" y="4473"/>
                </a:lnTo>
                <a:lnTo>
                  <a:pt x="3937" y="4515"/>
                </a:lnTo>
                <a:lnTo>
                  <a:pt x="4108" y="4558"/>
                </a:lnTo>
                <a:lnTo>
                  <a:pt x="4536" y="4558"/>
                </a:lnTo>
                <a:lnTo>
                  <a:pt x="4729" y="4537"/>
                </a:lnTo>
                <a:lnTo>
                  <a:pt x="4814" y="4515"/>
                </a:lnTo>
                <a:lnTo>
                  <a:pt x="4921" y="4494"/>
                </a:lnTo>
                <a:lnTo>
                  <a:pt x="4964" y="4473"/>
                </a:lnTo>
                <a:lnTo>
                  <a:pt x="5007" y="4451"/>
                </a:lnTo>
                <a:lnTo>
                  <a:pt x="5007" y="4408"/>
                </a:lnTo>
                <a:lnTo>
                  <a:pt x="5007" y="4366"/>
                </a:lnTo>
                <a:lnTo>
                  <a:pt x="4986" y="4323"/>
                </a:lnTo>
                <a:lnTo>
                  <a:pt x="4943" y="4301"/>
                </a:lnTo>
                <a:lnTo>
                  <a:pt x="4836" y="4280"/>
                </a:lnTo>
                <a:lnTo>
                  <a:pt x="4386" y="4280"/>
                </a:lnTo>
                <a:lnTo>
                  <a:pt x="4151" y="4259"/>
                </a:lnTo>
                <a:lnTo>
                  <a:pt x="3937" y="4237"/>
                </a:lnTo>
                <a:lnTo>
                  <a:pt x="3702" y="4237"/>
                </a:lnTo>
                <a:lnTo>
                  <a:pt x="3488" y="4280"/>
                </a:lnTo>
                <a:lnTo>
                  <a:pt x="3402" y="4323"/>
                </a:lnTo>
                <a:lnTo>
                  <a:pt x="3188" y="4323"/>
                </a:lnTo>
                <a:lnTo>
                  <a:pt x="3081" y="4301"/>
                </a:lnTo>
                <a:lnTo>
                  <a:pt x="2867" y="4237"/>
                </a:lnTo>
                <a:close/>
                <a:moveTo>
                  <a:pt x="2268" y="5050"/>
                </a:moveTo>
                <a:lnTo>
                  <a:pt x="2140" y="5072"/>
                </a:lnTo>
                <a:lnTo>
                  <a:pt x="2033" y="5114"/>
                </a:lnTo>
                <a:lnTo>
                  <a:pt x="1926" y="5157"/>
                </a:lnTo>
                <a:lnTo>
                  <a:pt x="1819" y="5200"/>
                </a:lnTo>
                <a:lnTo>
                  <a:pt x="1584" y="5200"/>
                </a:lnTo>
                <a:lnTo>
                  <a:pt x="1562" y="5221"/>
                </a:lnTo>
                <a:lnTo>
                  <a:pt x="1562" y="5243"/>
                </a:lnTo>
                <a:lnTo>
                  <a:pt x="1584" y="5264"/>
                </a:lnTo>
                <a:lnTo>
                  <a:pt x="1605" y="5307"/>
                </a:lnTo>
                <a:lnTo>
                  <a:pt x="1691" y="5328"/>
                </a:lnTo>
                <a:lnTo>
                  <a:pt x="1798" y="5328"/>
                </a:lnTo>
                <a:lnTo>
                  <a:pt x="1926" y="5307"/>
                </a:lnTo>
                <a:lnTo>
                  <a:pt x="2161" y="5243"/>
                </a:lnTo>
                <a:lnTo>
                  <a:pt x="2268" y="5221"/>
                </a:lnTo>
                <a:lnTo>
                  <a:pt x="2332" y="5221"/>
                </a:lnTo>
                <a:lnTo>
                  <a:pt x="2546" y="5264"/>
                </a:lnTo>
                <a:lnTo>
                  <a:pt x="2653" y="5286"/>
                </a:lnTo>
                <a:lnTo>
                  <a:pt x="2760" y="5286"/>
                </a:lnTo>
                <a:lnTo>
                  <a:pt x="2974" y="5243"/>
                </a:lnTo>
                <a:lnTo>
                  <a:pt x="3124" y="5200"/>
                </a:lnTo>
                <a:lnTo>
                  <a:pt x="3188" y="5179"/>
                </a:lnTo>
                <a:lnTo>
                  <a:pt x="3146" y="5136"/>
                </a:lnTo>
                <a:lnTo>
                  <a:pt x="3081" y="5093"/>
                </a:lnTo>
                <a:lnTo>
                  <a:pt x="2910" y="5093"/>
                </a:lnTo>
                <a:lnTo>
                  <a:pt x="2782" y="5114"/>
                </a:lnTo>
                <a:lnTo>
                  <a:pt x="2653" y="5136"/>
                </a:lnTo>
                <a:lnTo>
                  <a:pt x="2568" y="5114"/>
                </a:lnTo>
                <a:lnTo>
                  <a:pt x="2461" y="5093"/>
                </a:lnTo>
                <a:lnTo>
                  <a:pt x="2375" y="5072"/>
                </a:lnTo>
                <a:lnTo>
                  <a:pt x="2268" y="5050"/>
                </a:lnTo>
                <a:close/>
                <a:moveTo>
                  <a:pt x="4515" y="6034"/>
                </a:moveTo>
                <a:lnTo>
                  <a:pt x="4558" y="6120"/>
                </a:lnTo>
                <a:lnTo>
                  <a:pt x="4579" y="6270"/>
                </a:lnTo>
                <a:lnTo>
                  <a:pt x="4579" y="6313"/>
                </a:lnTo>
                <a:lnTo>
                  <a:pt x="4558" y="6377"/>
                </a:lnTo>
                <a:lnTo>
                  <a:pt x="4536" y="6398"/>
                </a:lnTo>
                <a:lnTo>
                  <a:pt x="4451" y="6398"/>
                </a:lnTo>
                <a:lnTo>
                  <a:pt x="4429" y="6377"/>
                </a:lnTo>
                <a:lnTo>
                  <a:pt x="4408" y="6334"/>
                </a:lnTo>
                <a:lnTo>
                  <a:pt x="4451" y="6206"/>
                </a:lnTo>
                <a:lnTo>
                  <a:pt x="4493" y="6077"/>
                </a:lnTo>
                <a:lnTo>
                  <a:pt x="4515" y="6034"/>
                </a:lnTo>
                <a:close/>
                <a:moveTo>
                  <a:pt x="5627" y="5478"/>
                </a:moveTo>
                <a:lnTo>
                  <a:pt x="5585" y="5500"/>
                </a:lnTo>
                <a:lnTo>
                  <a:pt x="5520" y="5542"/>
                </a:lnTo>
                <a:lnTo>
                  <a:pt x="5478" y="5606"/>
                </a:lnTo>
                <a:lnTo>
                  <a:pt x="5478" y="5692"/>
                </a:lnTo>
                <a:lnTo>
                  <a:pt x="5478" y="5756"/>
                </a:lnTo>
                <a:lnTo>
                  <a:pt x="5478" y="5842"/>
                </a:lnTo>
                <a:lnTo>
                  <a:pt x="5499" y="5992"/>
                </a:lnTo>
                <a:lnTo>
                  <a:pt x="5499" y="6077"/>
                </a:lnTo>
                <a:lnTo>
                  <a:pt x="5478" y="6141"/>
                </a:lnTo>
                <a:lnTo>
                  <a:pt x="5435" y="6184"/>
                </a:lnTo>
                <a:lnTo>
                  <a:pt x="5392" y="6227"/>
                </a:lnTo>
                <a:lnTo>
                  <a:pt x="5306" y="6291"/>
                </a:lnTo>
                <a:lnTo>
                  <a:pt x="5264" y="6313"/>
                </a:lnTo>
                <a:lnTo>
                  <a:pt x="5242" y="6355"/>
                </a:lnTo>
                <a:lnTo>
                  <a:pt x="5242" y="6420"/>
                </a:lnTo>
                <a:lnTo>
                  <a:pt x="5264" y="6484"/>
                </a:lnTo>
                <a:lnTo>
                  <a:pt x="5306" y="6527"/>
                </a:lnTo>
                <a:lnTo>
                  <a:pt x="5371" y="6548"/>
                </a:lnTo>
                <a:lnTo>
                  <a:pt x="5435" y="6569"/>
                </a:lnTo>
                <a:lnTo>
                  <a:pt x="5499" y="6591"/>
                </a:lnTo>
                <a:lnTo>
                  <a:pt x="5542" y="6655"/>
                </a:lnTo>
                <a:lnTo>
                  <a:pt x="5563" y="6698"/>
                </a:lnTo>
                <a:lnTo>
                  <a:pt x="5563" y="6762"/>
                </a:lnTo>
                <a:lnTo>
                  <a:pt x="5606" y="6826"/>
                </a:lnTo>
                <a:lnTo>
                  <a:pt x="5649" y="6869"/>
                </a:lnTo>
                <a:lnTo>
                  <a:pt x="5692" y="6890"/>
                </a:lnTo>
                <a:lnTo>
                  <a:pt x="5734" y="6912"/>
                </a:lnTo>
                <a:lnTo>
                  <a:pt x="5820" y="6912"/>
                </a:lnTo>
                <a:lnTo>
                  <a:pt x="5863" y="6869"/>
                </a:lnTo>
                <a:lnTo>
                  <a:pt x="5906" y="6826"/>
                </a:lnTo>
                <a:lnTo>
                  <a:pt x="5927" y="6783"/>
                </a:lnTo>
                <a:lnTo>
                  <a:pt x="5948" y="6698"/>
                </a:lnTo>
                <a:lnTo>
                  <a:pt x="5927" y="6633"/>
                </a:lnTo>
                <a:lnTo>
                  <a:pt x="5927" y="6548"/>
                </a:lnTo>
                <a:lnTo>
                  <a:pt x="5927" y="6462"/>
                </a:lnTo>
                <a:lnTo>
                  <a:pt x="5970" y="6441"/>
                </a:lnTo>
                <a:lnTo>
                  <a:pt x="5991" y="6398"/>
                </a:lnTo>
                <a:lnTo>
                  <a:pt x="6077" y="6355"/>
                </a:lnTo>
                <a:lnTo>
                  <a:pt x="6141" y="6248"/>
                </a:lnTo>
                <a:lnTo>
                  <a:pt x="6162" y="6206"/>
                </a:lnTo>
                <a:lnTo>
                  <a:pt x="6162" y="6141"/>
                </a:lnTo>
                <a:lnTo>
                  <a:pt x="6141" y="6099"/>
                </a:lnTo>
                <a:lnTo>
                  <a:pt x="6120" y="6056"/>
                </a:lnTo>
                <a:lnTo>
                  <a:pt x="6055" y="6034"/>
                </a:lnTo>
                <a:lnTo>
                  <a:pt x="5991" y="6013"/>
                </a:lnTo>
                <a:lnTo>
                  <a:pt x="5884" y="5970"/>
                </a:lnTo>
                <a:lnTo>
                  <a:pt x="5863" y="5949"/>
                </a:lnTo>
                <a:lnTo>
                  <a:pt x="5841" y="5927"/>
                </a:lnTo>
                <a:lnTo>
                  <a:pt x="5820" y="5713"/>
                </a:lnTo>
                <a:lnTo>
                  <a:pt x="5777" y="5585"/>
                </a:lnTo>
                <a:lnTo>
                  <a:pt x="5713" y="5500"/>
                </a:lnTo>
                <a:lnTo>
                  <a:pt x="5670" y="5478"/>
                </a:lnTo>
                <a:close/>
                <a:moveTo>
                  <a:pt x="4408" y="5307"/>
                </a:moveTo>
                <a:lnTo>
                  <a:pt x="4344" y="5328"/>
                </a:lnTo>
                <a:lnTo>
                  <a:pt x="4301" y="5371"/>
                </a:lnTo>
                <a:lnTo>
                  <a:pt x="4258" y="5435"/>
                </a:lnTo>
                <a:lnTo>
                  <a:pt x="4194" y="5564"/>
                </a:lnTo>
                <a:lnTo>
                  <a:pt x="4151" y="5735"/>
                </a:lnTo>
                <a:lnTo>
                  <a:pt x="4108" y="6120"/>
                </a:lnTo>
                <a:lnTo>
                  <a:pt x="4087" y="6270"/>
                </a:lnTo>
                <a:lnTo>
                  <a:pt x="4066" y="6398"/>
                </a:lnTo>
                <a:lnTo>
                  <a:pt x="4023" y="6462"/>
                </a:lnTo>
                <a:lnTo>
                  <a:pt x="3980" y="6527"/>
                </a:lnTo>
                <a:lnTo>
                  <a:pt x="3894" y="6591"/>
                </a:lnTo>
                <a:lnTo>
                  <a:pt x="3787" y="6633"/>
                </a:lnTo>
                <a:lnTo>
                  <a:pt x="3723" y="6676"/>
                </a:lnTo>
                <a:lnTo>
                  <a:pt x="3680" y="6740"/>
                </a:lnTo>
                <a:lnTo>
                  <a:pt x="3659" y="6783"/>
                </a:lnTo>
                <a:lnTo>
                  <a:pt x="3638" y="6826"/>
                </a:lnTo>
                <a:lnTo>
                  <a:pt x="3638" y="6869"/>
                </a:lnTo>
                <a:lnTo>
                  <a:pt x="3659" y="6890"/>
                </a:lnTo>
                <a:lnTo>
                  <a:pt x="3723" y="6933"/>
                </a:lnTo>
                <a:lnTo>
                  <a:pt x="3787" y="6976"/>
                </a:lnTo>
                <a:lnTo>
                  <a:pt x="3852" y="7061"/>
                </a:lnTo>
                <a:lnTo>
                  <a:pt x="3873" y="7126"/>
                </a:lnTo>
                <a:lnTo>
                  <a:pt x="3873" y="7190"/>
                </a:lnTo>
                <a:lnTo>
                  <a:pt x="3830" y="7318"/>
                </a:lnTo>
                <a:lnTo>
                  <a:pt x="3809" y="7425"/>
                </a:lnTo>
                <a:lnTo>
                  <a:pt x="3787" y="7554"/>
                </a:lnTo>
                <a:lnTo>
                  <a:pt x="3787" y="7618"/>
                </a:lnTo>
                <a:lnTo>
                  <a:pt x="3787" y="7682"/>
                </a:lnTo>
                <a:lnTo>
                  <a:pt x="3830" y="7725"/>
                </a:lnTo>
                <a:lnTo>
                  <a:pt x="3873" y="7746"/>
                </a:lnTo>
                <a:lnTo>
                  <a:pt x="3980" y="7746"/>
                </a:lnTo>
                <a:lnTo>
                  <a:pt x="4087" y="7682"/>
                </a:lnTo>
                <a:lnTo>
                  <a:pt x="4172" y="7596"/>
                </a:lnTo>
                <a:lnTo>
                  <a:pt x="4237" y="7532"/>
                </a:lnTo>
                <a:lnTo>
                  <a:pt x="4279" y="7468"/>
                </a:lnTo>
                <a:lnTo>
                  <a:pt x="4279" y="7382"/>
                </a:lnTo>
                <a:lnTo>
                  <a:pt x="4301" y="7233"/>
                </a:lnTo>
                <a:lnTo>
                  <a:pt x="4301" y="7061"/>
                </a:lnTo>
                <a:lnTo>
                  <a:pt x="4322" y="6976"/>
                </a:lnTo>
                <a:lnTo>
                  <a:pt x="4365" y="6912"/>
                </a:lnTo>
                <a:lnTo>
                  <a:pt x="4451" y="6826"/>
                </a:lnTo>
                <a:lnTo>
                  <a:pt x="4558" y="6762"/>
                </a:lnTo>
                <a:lnTo>
                  <a:pt x="4600" y="6740"/>
                </a:lnTo>
                <a:lnTo>
                  <a:pt x="4665" y="6740"/>
                </a:lnTo>
                <a:lnTo>
                  <a:pt x="4707" y="6762"/>
                </a:lnTo>
                <a:lnTo>
                  <a:pt x="4772" y="6805"/>
                </a:lnTo>
                <a:lnTo>
                  <a:pt x="4793" y="6847"/>
                </a:lnTo>
                <a:lnTo>
                  <a:pt x="4836" y="6912"/>
                </a:lnTo>
                <a:lnTo>
                  <a:pt x="4857" y="7083"/>
                </a:lnTo>
                <a:lnTo>
                  <a:pt x="4900" y="7233"/>
                </a:lnTo>
                <a:lnTo>
                  <a:pt x="4943" y="7382"/>
                </a:lnTo>
                <a:lnTo>
                  <a:pt x="5007" y="7489"/>
                </a:lnTo>
                <a:lnTo>
                  <a:pt x="5028" y="7511"/>
                </a:lnTo>
                <a:lnTo>
                  <a:pt x="5071" y="7532"/>
                </a:lnTo>
                <a:lnTo>
                  <a:pt x="5135" y="7532"/>
                </a:lnTo>
                <a:lnTo>
                  <a:pt x="5264" y="7447"/>
                </a:lnTo>
                <a:lnTo>
                  <a:pt x="5328" y="7361"/>
                </a:lnTo>
                <a:lnTo>
                  <a:pt x="5371" y="7275"/>
                </a:lnTo>
                <a:lnTo>
                  <a:pt x="5371" y="7168"/>
                </a:lnTo>
                <a:lnTo>
                  <a:pt x="5328" y="7040"/>
                </a:lnTo>
                <a:lnTo>
                  <a:pt x="5285" y="6912"/>
                </a:lnTo>
                <a:lnTo>
                  <a:pt x="5242" y="6783"/>
                </a:lnTo>
                <a:lnTo>
                  <a:pt x="5178" y="6676"/>
                </a:lnTo>
                <a:lnTo>
                  <a:pt x="5135" y="6548"/>
                </a:lnTo>
                <a:lnTo>
                  <a:pt x="5135" y="6398"/>
                </a:lnTo>
                <a:lnTo>
                  <a:pt x="5114" y="6334"/>
                </a:lnTo>
                <a:lnTo>
                  <a:pt x="5093" y="6248"/>
                </a:lnTo>
                <a:lnTo>
                  <a:pt x="5050" y="6206"/>
                </a:lnTo>
                <a:lnTo>
                  <a:pt x="4986" y="6141"/>
                </a:lnTo>
                <a:lnTo>
                  <a:pt x="4943" y="6034"/>
                </a:lnTo>
                <a:lnTo>
                  <a:pt x="4900" y="5927"/>
                </a:lnTo>
                <a:lnTo>
                  <a:pt x="4793" y="5649"/>
                </a:lnTo>
                <a:lnTo>
                  <a:pt x="4750" y="5521"/>
                </a:lnTo>
                <a:lnTo>
                  <a:pt x="4665" y="5414"/>
                </a:lnTo>
                <a:lnTo>
                  <a:pt x="4579" y="5328"/>
                </a:lnTo>
                <a:lnTo>
                  <a:pt x="4536" y="5307"/>
                </a:lnTo>
                <a:close/>
                <a:moveTo>
                  <a:pt x="2632" y="429"/>
                </a:moveTo>
                <a:lnTo>
                  <a:pt x="2889" y="450"/>
                </a:lnTo>
                <a:lnTo>
                  <a:pt x="3124" y="472"/>
                </a:lnTo>
                <a:lnTo>
                  <a:pt x="3702" y="472"/>
                </a:lnTo>
                <a:lnTo>
                  <a:pt x="4258" y="514"/>
                </a:lnTo>
                <a:lnTo>
                  <a:pt x="4793" y="536"/>
                </a:lnTo>
                <a:lnTo>
                  <a:pt x="5306" y="557"/>
                </a:lnTo>
                <a:lnTo>
                  <a:pt x="5820" y="600"/>
                </a:lnTo>
                <a:lnTo>
                  <a:pt x="5970" y="600"/>
                </a:lnTo>
                <a:lnTo>
                  <a:pt x="6077" y="621"/>
                </a:lnTo>
                <a:lnTo>
                  <a:pt x="6098" y="621"/>
                </a:lnTo>
                <a:lnTo>
                  <a:pt x="6141" y="664"/>
                </a:lnTo>
                <a:lnTo>
                  <a:pt x="6162" y="707"/>
                </a:lnTo>
                <a:lnTo>
                  <a:pt x="6184" y="771"/>
                </a:lnTo>
                <a:lnTo>
                  <a:pt x="6205" y="1006"/>
                </a:lnTo>
                <a:lnTo>
                  <a:pt x="6226" y="1263"/>
                </a:lnTo>
                <a:lnTo>
                  <a:pt x="6205" y="1777"/>
                </a:lnTo>
                <a:lnTo>
                  <a:pt x="6226" y="2354"/>
                </a:lnTo>
                <a:lnTo>
                  <a:pt x="6248" y="2932"/>
                </a:lnTo>
                <a:lnTo>
                  <a:pt x="6248" y="5542"/>
                </a:lnTo>
                <a:lnTo>
                  <a:pt x="6269" y="6869"/>
                </a:lnTo>
                <a:lnTo>
                  <a:pt x="6291" y="7511"/>
                </a:lnTo>
                <a:lnTo>
                  <a:pt x="6269" y="7832"/>
                </a:lnTo>
                <a:lnTo>
                  <a:pt x="6248" y="7981"/>
                </a:lnTo>
                <a:lnTo>
                  <a:pt x="6205" y="8153"/>
                </a:lnTo>
                <a:lnTo>
                  <a:pt x="6184" y="8174"/>
                </a:lnTo>
                <a:lnTo>
                  <a:pt x="6141" y="8195"/>
                </a:lnTo>
                <a:lnTo>
                  <a:pt x="6055" y="8238"/>
                </a:lnTo>
                <a:lnTo>
                  <a:pt x="5906" y="8260"/>
                </a:lnTo>
                <a:lnTo>
                  <a:pt x="5413" y="8260"/>
                </a:lnTo>
                <a:lnTo>
                  <a:pt x="5199" y="8238"/>
                </a:lnTo>
                <a:lnTo>
                  <a:pt x="4857" y="8217"/>
                </a:lnTo>
                <a:lnTo>
                  <a:pt x="4515" y="8217"/>
                </a:lnTo>
                <a:lnTo>
                  <a:pt x="3830" y="8260"/>
                </a:lnTo>
                <a:lnTo>
                  <a:pt x="3167" y="8281"/>
                </a:lnTo>
                <a:lnTo>
                  <a:pt x="2504" y="8302"/>
                </a:lnTo>
                <a:lnTo>
                  <a:pt x="2268" y="8324"/>
                </a:lnTo>
                <a:lnTo>
                  <a:pt x="2119" y="8324"/>
                </a:lnTo>
                <a:lnTo>
                  <a:pt x="2076" y="8302"/>
                </a:lnTo>
                <a:lnTo>
                  <a:pt x="2033" y="8281"/>
                </a:lnTo>
                <a:lnTo>
                  <a:pt x="2012" y="8217"/>
                </a:lnTo>
                <a:lnTo>
                  <a:pt x="2012" y="8153"/>
                </a:lnTo>
                <a:lnTo>
                  <a:pt x="1990" y="8110"/>
                </a:lnTo>
                <a:lnTo>
                  <a:pt x="1969" y="8088"/>
                </a:lnTo>
                <a:lnTo>
                  <a:pt x="1883" y="8088"/>
                </a:lnTo>
                <a:lnTo>
                  <a:pt x="1798" y="8153"/>
                </a:lnTo>
                <a:lnTo>
                  <a:pt x="1626" y="8302"/>
                </a:lnTo>
                <a:lnTo>
                  <a:pt x="1541" y="8367"/>
                </a:lnTo>
                <a:lnTo>
                  <a:pt x="1455" y="8388"/>
                </a:lnTo>
                <a:lnTo>
                  <a:pt x="1412" y="8388"/>
                </a:lnTo>
                <a:lnTo>
                  <a:pt x="1391" y="8367"/>
                </a:lnTo>
                <a:lnTo>
                  <a:pt x="1348" y="8345"/>
                </a:lnTo>
                <a:lnTo>
                  <a:pt x="1327" y="8281"/>
                </a:lnTo>
                <a:lnTo>
                  <a:pt x="1327" y="8217"/>
                </a:lnTo>
                <a:lnTo>
                  <a:pt x="1348" y="8131"/>
                </a:lnTo>
                <a:lnTo>
                  <a:pt x="1348" y="8110"/>
                </a:lnTo>
                <a:lnTo>
                  <a:pt x="1348" y="8067"/>
                </a:lnTo>
                <a:lnTo>
                  <a:pt x="1327" y="8067"/>
                </a:lnTo>
                <a:lnTo>
                  <a:pt x="1263" y="8046"/>
                </a:lnTo>
                <a:lnTo>
                  <a:pt x="1220" y="8067"/>
                </a:lnTo>
                <a:lnTo>
                  <a:pt x="1177" y="8110"/>
                </a:lnTo>
                <a:lnTo>
                  <a:pt x="1092" y="8217"/>
                </a:lnTo>
                <a:lnTo>
                  <a:pt x="1006" y="8324"/>
                </a:lnTo>
                <a:lnTo>
                  <a:pt x="963" y="8367"/>
                </a:lnTo>
                <a:lnTo>
                  <a:pt x="920" y="8409"/>
                </a:lnTo>
                <a:lnTo>
                  <a:pt x="856" y="8431"/>
                </a:lnTo>
                <a:lnTo>
                  <a:pt x="792" y="8431"/>
                </a:lnTo>
                <a:lnTo>
                  <a:pt x="771" y="8409"/>
                </a:lnTo>
                <a:lnTo>
                  <a:pt x="771" y="8367"/>
                </a:lnTo>
                <a:lnTo>
                  <a:pt x="792" y="8281"/>
                </a:lnTo>
                <a:lnTo>
                  <a:pt x="856" y="8153"/>
                </a:lnTo>
                <a:lnTo>
                  <a:pt x="1049" y="7917"/>
                </a:lnTo>
                <a:lnTo>
                  <a:pt x="1156" y="7767"/>
                </a:lnTo>
                <a:lnTo>
                  <a:pt x="1156" y="7682"/>
                </a:lnTo>
                <a:lnTo>
                  <a:pt x="1134" y="7639"/>
                </a:lnTo>
                <a:lnTo>
                  <a:pt x="1070" y="7618"/>
                </a:lnTo>
                <a:lnTo>
                  <a:pt x="942" y="7618"/>
                </a:lnTo>
                <a:lnTo>
                  <a:pt x="856" y="7660"/>
                </a:lnTo>
                <a:lnTo>
                  <a:pt x="792" y="7703"/>
                </a:lnTo>
                <a:lnTo>
                  <a:pt x="749" y="7746"/>
                </a:lnTo>
                <a:lnTo>
                  <a:pt x="835" y="7575"/>
                </a:lnTo>
                <a:lnTo>
                  <a:pt x="878" y="7468"/>
                </a:lnTo>
                <a:lnTo>
                  <a:pt x="899" y="7404"/>
                </a:lnTo>
                <a:lnTo>
                  <a:pt x="899" y="7297"/>
                </a:lnTo>
                <a:lnTo>
                  <a:pt x="856" y="7275"/>
                </a:lnTo>
                <a:lnTo>
                  <a:pt x="835" y="7254"/>
                </a:lnTo>
                <a:lnTo>
                  <a:pt x="792" y="7297"/>
                </a:lnTo>
                <a:lnTo>
                  <a:pt x="685" y="7382"/>
                </a:lnTo>
                <a:lnTo>
                  <a:pt x="578" y="7468"/>
                </a:lnTo>
                <a:lnTo>
                  <a:pt x="557" y="7361"/>
                </a:lnTo>
                <a:lnTo>
                  <a:pt x="578" y="7254"/>
                </a:lnTo>
                <a:lnTo>
                  <a:pt x="621" y="7147"/>
                </a:lnTo>
                <a:lnTo>
                  <a:pt x="685" y="7040"/>
                </a:lnTo>
                <a:lnTo>
                  <a:pt x="835" y="6826"/>
                </a:lnTo>
                <a:lnTo>
                  <a:pt x="899" y="6719"/>
                </a:lnTo>
                <a:lnTo>
                  <a:pt x="942" y="6633"/>
                </a:lnTo>
                <a:lnTo>
                  <a:pt x="963" y="6484"/>
                </a:lnTo>
                <a:lnTo>
                  <a:pt x="942" y="6441"/>
                </a:lnTo>
                <a:lnTo>
                  <a:pt x="920" y="6420"/>
                </a:lnTo>
                <a:lnTo>
                  <a:pt x="899" y="6441"/>
                </a:lnTo>
                <a:lnTo>
                  <a:pt x="835" y="6462"/>
                </a:lnTo>
                <a:lnTo>
                  <a:pt x="706" y="6591"/>
                </a:lnTo>
                <a:lnTo>
                  <a:pt x="599" y="6655"/>
                </a:lnTo>
                <a:lnTo>
                  <a:pt x="599" y="6633"/>
                </a:lnTo>
                <a:lnTo>
                  <a:pt x="578" y="6591"/>
                </a:lnTo>
                <a:lnTo>
                  <a:pt x="557" y="6377"/>
                </a:lnTo>
                <a:lnTo>
                  <a:pt x="535" y="5713"/>
                </a:lnTo>
                <a:lnTo>
                  <a:pt x="578" y="4601"/>
                </a:lnTo>
                <a:lnTo>
                  <a:pt x="599" y="3446"/>
                </a:lnTo>
                <a:lnTo>
                  <a:pt x="599" y="2889"/>
                </a:lnTo>
                <a:lnTo>
                  <a:pt x="578" y="2632"/>
                </a:lnTo>
                <a:lnTo>
                  <a:pt x="557" y="2504"/>
                </a:lnTo>
                <a:lnTo>
                  <a:pt x="578" y="2397"/>
                </a:lnTo>
                <a:lnTo>
                  <a:pt x="599" y="2333"/>
                </a:lnTo>
                <a:lnTo>
                  <a:pt x="642" y="2290"/>
                </a:lnTo>
                <a:lnTo>
                  <a:pt x="728" y="2269"/>
                </a:lnTo>
                <a:lnTo>
                  <a:pt x="792" y="2269"/>
                </a:lnTo>
                <a:lnTo>
                  <a:pt x="1134" y="2247"/>
                </a:lnTo>
                <a:lnTo>
                  <a:pt x="1370" y="2226"/>
                </a:lnTo>
                <a:lnTo>
                  <a:pt x="1648" y="2226"/>
                </a:lnTo>
                <a:lnTo>
                  <a:pt x="1776" y="2205"/>
                </a:lnTo>
                <a:lnTo>
                  <a:pt x="1905" y="2162"/>
                </a:lnTo>
                <a:lnTo>
                  <a:pt x="2012" y="2119"/>
                </a:lnTo>
                <a:lnTo>
                  <a:pt x="2076" y="2033"/>
                </a:lnTo>
                <a:lnTo>
                  <a:pt x="2119" y="1948"/>
                </a:lnTo>
                <a:lnTo>
                  <a:pt x="2140" y="1819"/>
                </a:lnTo>
                <a:lnTo>
                  <a:pt x="2119" y="1691"/>
                </a:lnTo>
                <a:lnTo>
                  <a:pt x="2119" y="1563"/>
                </a:lnTo>
                <a:lnTo>
                  <a:pt x="2054" y="1285"/>
                </a:lnTo>
                <a:lnTo>
                  <a:pt x="2012" y="1071"/>
                </a:lnTo>
                <a:lnTo>
                  <a:pt x="1947" y="857"/>
                </a:lnTo>
                <a:lnTo>
                  <a:pt x="1926" y="750"/>
                </a:lnTo>
                <a:lnTo>
                  <a:pt x="1905" y="664"/>
                </a:lnTo>
                <a:lnTo>
                  <a:pt x="1926" y="600"/>
                </a:lnTo>
                <a:lnTo>
                  <a:pt x="1947" y="536"/>
                </a:lnTo>
                <a:lnTo>
                  <a:pt x="2033" y="472"/>
                </a:lnTo>
                <a:lnTo>
                  <a:pt x="2140" y="450"/>
                </a:lnTo>
                <a:lnTo>
                  <a:pt x="2397" y="429"/>
                </a:lnTo>
                <a:close/>
                <a:moveTo>
                  <a:pt x="6120" y="1"/>
                </a:moveTo>
                <a:lnTo>
                  <a:pt x="5863" y="44"/>
                </a:lnTo>
                <a:lnTo>
                  <a:pt x="5627" y="86"/>
                </a:lnTo>
                <a:lnTo>
                  <a:pt x="5413" y="108"/>
                </a:lnTo>
                <a:lnTo>
                  <a:pt x="5221" y="129"/>
                </a:lnTo>
                <a:lnTo>
                  <a:pt x="4814" y="129"/>
                </a:lnTo>
                <a:lnTo>
                  <a:pt x="4408" y="86"/>
                </a:lnTo>
                <a:lnTo>
                  <a:pt x="2589" y="86"/>
                </a:lnTo>
                <a:lnTo>
                  <a:pt x="2225" y="65"/>
                </a:lnTo>
                <a:lnTo>
                  <a:pt x="1691" y="65"/>
                </a:lnTo>
                <a:lnTo>
                  <a:pt x="1541" y="108"/>
                </a:lnTo>
                <a:lnTo>
                  <a:pt x="1391" y="193"/>
                </a:lnTo>
                <a:lnTo>
                  <a:pt x="1348" y="258"/>
                </a:lnTo>
                <a:lnTo>
                  <a:pt x="1284" y="322"/>
                </a:lnTo>
                <a:lnTo>
                  <a:pt x="878" y="857"/>
                </a:lnTo>
                <a:lnTo>
                  <a:pt x="664" y="1135"/>
                </a:lnTo>
                <a:lnTo>
                  <a:pt x="492" y="1413"/>
                </a:lnTo>
                <a:lnTo>
                  <a:pt x="343" y="1670"/>
                </a:lnTo>
                <a:lnTo>
                  <a:pt x="171" y="1926"/>
                </a:lnTo>
                <a:lnTo>
                  <a:pt x="65" y="2076"/>
                </a:lnTo>
                <a:lnTo>
                  <a:pt x="43" y="2162"/>
                </a:lnTo>
                <a:lnTo>
                  <a:pt x="22" y="2247"/>
                </a:lnTo>
                <a:lnTo>
                  <a:pt x="0" y="2376"/>
                </a:lnTo>
                <a:lnTo>
                  <a:pt x="0" y="2504"/>
                </a:lnTo>
                <a:lnTo>
                  <a:pt x="22" y="2739"/>
                </a:lnTo>
                <a:lnTo>
                  <a:pt x="43" y="3403"/>
                </a:lnTo>
                <a:lnTo>
                  <a:pt x="65" y="3724"/>
                </a:lnTo>
                <a:lnTo>
                  <a:pt x="65" y="4066"/>
                </a:lnTo>
                <a:lnTo>
                  <a:pt x="22" y="4900"/>
                </a:lnTo>
                <a:lnTo>
                  <a:pt x="22" y="5735"/>
                </a:lnTo>
                <a:lnTo>
                  <a:pt x="22" y="7254"/>
                </a:lnTo>
                <a:lnTo>
                  <a:pt x="22" y="7939"/>
                </a:lnTo>
                <a:lnTo>
                  <a:pt x="22" y="8367"/>
                </a:lnTo>
                <a:lnTo>
                  <a:pt x="0" y="8559"/>
                </a:lnTo>
                <a:lnTo>
                  <a:pt x="0" y="8666"/>
                </a:lnTo>
                <a:lnTo>
                  <a:pt x="0" y="8730"/>
                </a:lnTo>
                <a:lnTo>
                  <a:pt x="22" y="8794"/>
                </a:lnTo>
                <a:lnTo>
                  <a:pt x="65" y="8837"/>
                </a:lnTo>
                <a:lnTo>
                  <a:pt x="107" y="8859"/>
                </a:lnTo>
                <a:lnTo>
                  <a:pt x="171" y="8880"/>
                </a:lnTo>
                <a:lnTo>
                  <a:pt x="321" y="8901"/>
                </a:lnTo>
                <a:lnTo>
                  <a:pt x="471" y="8901"/>
                </a:lnTo>
                <a:lnTo>
                  <a:pt x="792" y="8837"/>
                </a:lnTo>
                <a:lnTo>
                  <a:pt x="1027" y="8794"/>
                </a:lnTo>
                <a:lnTo>
                  <a:pt x="1434" y="8773"/>
                </a:lnTo>
                <a:lnTo>
                  <a:pt x="1840" y="8773"/>
                </a:lnTo>
                <a:lnTo>
                  <a:pt x="2653" y="8794"/>
                </a:lnTo>
                <a:lnTo>
                  <a:pt x="3081" y="8773"/>
                </a:lnTo>
                <a:lnTo>
                  <a:pt x="3509" y="8752"/>
                </a:lnTo>
                <a:lnTo>
                  <a:pt x="3937" y="8709"/>
                </a:lnTo>
                <a:lnTo>
                  <a:pt x="4344" y="8687"/>
                </a:lnTo>
                <a:lnTo>
                  <a:pt x="4750" y="8687"/>
                </a:lnTo>
                <a:lnTo>
                  <a:pt x="5178" y="8709"/>
                </a:lnTo>
                <a:lnTo>
                  <a:pt x="5991" y="8773"/>
                </a:lnTo>
                <a:lnTo>
                  <a:pt x="6162" y="8794"/>
                </a:lnTo>
                <a:lnTo>
                  <a:pt x="6398" y="8794"/>
                </a:lnTo>
                <a:lnTo>
                  <a:pt x="6483" y="8773"/>
                </a:lnTo>
                <a:lnTo>
                  <a:pt x="6547" y="8730"/>
                </a:lnTo>
                <a:lnTo>
                  <a:pt x="6612" y="8666"/>
                </a:lnTo>
                <a:lnTo>
                  <a:pt x="6654" y="8581"/>
                </a:lnTo>
                <a:lnTo>
                  <a:pt x="6697" y="8495"/>
                </a:lnTo>
                <a:lnTo>
                  <a:pt x="6740" y="8260"/>
                </a:lnTo>
                <a:lnTo>
                  <a:pt x="6761" y="8046"/>
                </a:lnTo>
                <a:lnTo>
                  <a:pt x="6740" y="7832"/>
                </a:lnTo>
                <a:lnTo>
                  <a:pt x="6740" y="6013"/>
                </a:lnTo>
                <a:lnTo>
                  <a:pt x="6719" y="5264"/>
                </a:lnTo>
                <a:lnTo>
                  <a:pt x="6676" y="4494"/>
                </a:lnTo>
                <a:lnTo>
                  <a:pt x="6654" y="4109"/>
                </a:lnTo>
                <a:lnTo>
                  <a:pt x="6654" y="3702"/>
                </a:lnTo>
                <a:lnTo>
                  <a:pt x="6676" y="2932"/>
                </a:lnTo>
                <a:lnTo>
                  <a:pt x="6697" y="2183"/>
                </a:lnTo>
                <a:lnTo>
                  <a:pt x="6697" y="1456"/>
                </a:lnTo>
                <a:lnTo>
                  <a:pt x="6676" y="792"/>
                </a:lnTo>
                <a:lnTo>
                  <a:pt x="6697" y="472"/>
                </a:lnTo>
                <a:lnTo>
                  <a:pt x="6654" y="300"/>
                </a:lnTo>
                <a:lnTo>
                  <a:pt x="6633" y="236"/>
                </a:lnTo>
                <a:lnTo>
                  <a:pt x="6590" y="172"/>
                </a:lnTo>
                <a:lnTo>
                  <a:pt x="6483" y="65"/>
                </a:lnTo>
                <a:lnTo>
                  <a:pt x="6376" y="22"/>
                </a:lnTo>
                <a:lnTo>
                  <a:pt x="6248" y="1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3" name="Google Shape;1133;p58"/>
          <p:cNvSpPr/>
          <p:nvPr/>
        </p:nvSpPr>
        <p:spPr>
          <a:xfrm>
            <a:off x="4444819" y="1066815"/>
            <a:ext cx="273631" cy="275289"/>
          </a:xfrm>
          <a:custGeom>
            <a:rect b="b" l="l" r="r" t="t"/>
            <a:pathLst>
              <a:path extrusionOk="0" h="15938" w="15842">
                <a:moveTo>
                  <a:pt x="4794" y="7470"/>
                </a:moveTo>
                <a:lnTo>
                  <a:pt x="4867" y="7495"/>
                </a:lnTo>
                <a:lnTo>
                  <a:pt x="4940" y="7543"/>
                </a:lnTo>
                <a:lnTo>
                  <a:pt x="4989" y="7616"/>
                </a:lnTo>
                <a:lnTo>
                  <a:pt x="5013" y="7714"/>
                </a:lnTo>
                <a:lnTo>
                  <a:pt x="5013" y="7787"/>
                </a:lnTo>
                <a:lnTo>
                  <a:pt x="4989" y="7908"/>
                </a:lnTo>
                <a:lnTo>
                  <a:pt x="4916" y="7981"/>
                </a:lnTo>
                <a:lnTo>
                  <a:pt x="4843" y="8054"/>
                </a:lnTo>
                <a:lnTo>
                  <a:pt x="4721" y="8079"/>
                </a:lnTo>
                <a:lnTo>
                  <a:pt x="4600" y="8054"/>
                </a:lnTo>
                <a:lnTo>
                  <a:pt x="4527" y="7981"/>
                </a:lnTo>
                <a:lnTo>
                  <a:pt x="4454" y="7908"/>
                </a:lnTo>
                <a:lnTo>
                  <a:pt x="4429" y="7787"/>
                </a:lnTo>
                <a:lnTo>
                  <a:pt x="4454" y="7665"/>
                </a:lnTo>
                <a:lnTo>
                  <a:pt x="4527" y="7543"/>
                </a:lnTo>
                <a:lnTo>
                  <a:pt x="4600" y="7495"/>
                </a:lnTo>
                <a:lnTo>
                  <a:pt x="4697" y="7470"/>
                </a:lnTo>
                <a:close/>
                <a:moveTo>
                  <a:pt x="11169" y="7470"/>
                </a:moveTo>
                <a:lnTo>
                  <a:pt x="11242" y="7495"/>
                </a:lnTo>
                <a:lnTo>
                  <a:pt x="11315" y="7543"/>
                </a:lnTo>
                <a:lnTo>
                  <a:pt x="11364" y="7616"/>
                </a:lnTo>
                <a:lnTo>
                  <a:pt x="11388" y="7714"/>
                </a:lnTo>
                <a:lnTo>
                  <a:pt x="11388" y="7787"/>
                </a:lnTo>
                <a:lnTo>
                  <a:pt x="11364" y="7908"/>
                </a:lnTo>
                <a:lnTo>
                  <a:pt x="11291" y="7981"/>
                </a:lnTo>
                <a:lnTo>
                  <a:pt x="11218" y="8054"/>
                </a:lnTo>
                <a:lnTo>
                  <a:pt x="11096" y="8079"/>
                </a:lnTo>
                <a:lnTo>
                  <a:pt x="10975" y="8054"/>
                </a:lnTo>
                <a:lnTo>
                  <a:pt x="10902" y="7981"/>
                </a:lnTo>
                <a:lnTo>
                  <a:pt x="10829" y="7908"/>
                </a:lnTo>
                <a:lnTo>
                  <a:pt x="10804" y="7787"/>
                </a:lnTo>
                <a:lnTo>
                  <a:pt x="10829" y="7665"/>
                </a:lnTo>
                <a:lnTo>
                  <a:pt x="10902" y="7543"/>
                </a:lnTo>
                <a:lnTo>
                  <a:pt x="10975" y="7495"/>
                </a:lnTo>
                <a:lnTo>
                  <a:pt x="11072" y="7470"/>
                </a:lnTo>
                <a:close/>
                <a:moveTo>
                  <a:pt x="4770" y="7081"/>
                </a:moveTo>
                <a:lnTo>
                  <a:pt x="4600" y="7105"/>
                </a:lnTo>
                <a:lnTo>
                  <a:pt x="4429" y="7178"/>
                </a:lnTo>
                <a:lnTo>
                  <a:pt x="4308" y="7300"/>
                </a:lnTo>
                <a:lnTo>
                  <a:pt x="4186" y="7446"/>
                </a:lnTo>
                <a:lnTo>
                  <a:pt x="4113" y="7568"/>
                </a:lnTo>
                <a:lnTo>
                  <a:pt x="4064" y="7714"/>
                </a:lnTo>
                <a:lnTo>
                  <a:pt x="4016" y="7835"/>
                </a:lnTo>
                <a:lnTo>
                  <a:pt x="4016" y="7981"/>
                </a:lnTo>
                <a:lnTo>
                  <a:pt x="3967" y="8225"/>
                </a:lnTo>
                <a:lnTo>
                  <a:pt x="3967" y="8395"/>
                </a:lnTo>
                <a:lnTo>
                  <a:pt x="4016" y="8565"/>
                </a:lnTo>
                <a:lnTo>
                  <a:pt x="4064" y="8711"/>
                </a:lnTo>
                <a:lnTo>
                  <a:pt x="4162" y="8833"/>
                </a:lnTo>
                <a:lnTo>
                  <a:pt x="4259" y="8955"/>
                </a:lnTo>
                <a:lnTo>
                  <a:pt x="4381" y="9028"/>
                </a:lnTo>
                <a:lnTo>
                  <a:pt x="4527" y="9101"/>
                </a:lnTo>
                <a:lnTo>
                  <a:pt x="4697" y="9149"/>
                </a:lnTo>
                <a:lnTo>
                  <a:pt x="4892" y="9174"/>
                </a:lnTo>
                <a:lnTo>
                  <a:pt x="5062" y="9149"/>
                </a:lnTo>
                <a:lnTo>
                  <a:pt x="5232" y="9101"/>
                </a:lnTo>
                <a:lnTo>
                  <a:pt x="5378" y="9028"/>
                </a:lnTo>
                <a:lnTo>
                  <a:pt x="5500" y="8930"/>
                </a:lnTo>
                <a:lnTo>
                  <a:pt x="5622" y="8809"/>
                </a:lnTo>
                <a:lnTo>
                  <a:pt x="5719" y="8663"/>
                </a:lnTo>
                <a:lnTo>
                  <a:pt x="5792" y="8517"/>
                </a:lnTo>
                <a:lnTo>
                  <a:pt x="5841" y="8346"/>
                </a:lnTo>
                <a:lnTo>
                  <a:pt x="5865" y="8176"/>
                </a:lnTo>
                <a:lnTo>
                  <a:pt x="5841" y="8006"/>
                </a:lnTo>
                <a:lnTo>
                  <a:pt x="5816" y="7835"/>
                </a:lnTo>
                <a:lnTo>
                  <a:pt x="5768" y="7689"/>
                </a:lnTo>
                <a:lnTo>
                  <a:pt x="5695" y="7519"/>
                </a:lnTo>
                <a:lnTo>
                  <a:pt x="5573" y="7397"/>
                </a:lnTo>
                <a:lnTo>
                  <a:pt x="5427" y="7251"/>
                </a:lnTo>
                <a:lnTo>
                  <a:pt x="5281" y="7154"/>
                </a:lnTo>
                <a:lnTo>
                  <a:pt x="5111" y="7105"/>
                </a:lnTo>
                <a:lnTo>
                  <a:pt x="4940" y="7081"/>
                </a:lnTo>
                <a:close/>
                <a:moveTo>
                  <a:pt x="11145" y="7081"/>
                </a:moveTo>
                <a:lnTo>
                  <a:pt x="10975" y="7105"/>
                </a:lnTo>
                <a:lnTo>
                  <a:pt x="10804" y="7178"/>
                </a:lnTo>
                <a:lnTo>
                  <a:pt x="10683" y="7300"/>
                </a:lnTo>
                <a:lnTo>
                  <a:pt x="10561" y="7446"/>
                </a:lnTo>
                <a:lnTo>
                  <a:pt x="10488" y="7568"/>
                </a:lnTo>
                <a:lnTo>
                  <a:pt x="10439" y="7714"/>
                </a:lnTo>
                <a:lnTo>
                  <a:pt x="10391" y="7835"/>
                </a:lnTo>
                <a:lnTo>
                  <a:pt x="10391" y="7981"/>
                </a:lnTo>
                <a:lnTo>
                  <a:pt x="10342" y="8225"/>
                </a:lnTo>
                <a:lnTo>
                  <a:pt x="10342" y="8395"/>
                </a:lnTo>
                <a:lnTo>
                  <a:pt x="10391" y="8565"/>
                </a:lnTo>
                <a:lnTo>
                  <a:pt x="10439" y="8711"/>
                </a:lnTo>
                <a:lnTo>
                  <a:pt x="10537" y="8833"/>
                </a:lnTo>
                <a:lnTo>
                  <a:pt x="10634" y="8955"/>
                </a:lnTo>
                <a:lnTo>
                  <a:pt x="10756" y="9028"/>
                </a:lnTo>
                <a:lnTo>
                  <a:pt x="10902" y="9101"/>
                </a:lnTo>
                <a:lnTo>
                  <a:pt x="11072" y="9149"/>
                </a:lnTo>
                <a:lnTo>
                  <a:pt x="11267" y="9174"/>
                </a:lnTo>
                <a:lnTo>
                  <a:pt x="11437" y="9149"/>
                </a:lnTo>
                <a:lnTo>
                  <a:pt x="11607" y="9101"/>
                </a:lnTo>
                <a:lnTo>
                  <a:pt x="11753" y="9028"/>
                </a:lnTo>
                <a:lnTo>
                  <a:pt x="11875" y="8930"/>
                </a:lnTo>
                <a:lnTo>
                  <a:pt x="11997" y="8809"/>
                </a:lnTo>
                <a:lnTo>
                  <a:pt x="12094" y="8663"/>
                </a:lnTo>
                <a:lnTo>
                  <a:pt x="12167" y="8517"/>
                </a:lnTo>
                <a:lnTo>
                  <a:pt x="12216" y="8346"/>
                </a:lnTo>
                <a:lnTo>
                  <a:pt x="12240" y="8176"/>
                </a:lnTo>
                <a:lnTo>
                  <a:pt x="12216" y="8006"/>
                </a:lnTo>
                <a:lnTo>
                  <a:pt x="12191" y="7835"/>
                </a:lnTo>
                <a:lnTo>
                  <a:pt x="12143" y="7689"/>
                </a:lnTo>
                <a:lnTo>
                  <a:pt x="12070" y="7519"/>
                </a:lnTo>
                <a:lnTo>
                  <a:pt x="11948" y="7397"/>
                </a:lnTo>
                <a:lnTo>
                  <a:pt x="11802" y="7251"/>
                </a:lnTo>
                <a:lnTo>
                  <a:pt x="11656" y="7154"/>
                </a:lnTo>
                <a:lnTo>
                  <a:pt x="11486" y="7105"/>
                </a:lnTo>
                <a:lnTo>
                  <a:pt x="11315" y="7081"/>
                </a:lnTo>
                <a:close/>
                <a:moveTo>
                  <a:pt x="11972" y="10925"/>
                </a:moveTo>
                <a:lnTo>
                  <a:pt x="11875" y="10974"/>
                </a:lnTo>
                <a:lnTo>
                  <a:pt x="11778" y="11047"/>
                </a:lnTo>
                <a:lnTo>
                  <a:pt x="11607" y="11290"/>
                </a:lnTo>
                <a:lnTo>
                  <a:pt x="11413" y="11485"/>
                </a:lnTo>
                <a:lnTo>
                  <a:pt x="11194" y="11680"/>
                </a:lnTo>
                <a:lnTo>
                  <a:pt x="10950" y="11850"/>
                </a:lnTo>
                <a:lnTo>
                  <a:pt x="10707" y="11996"/>
                </a:lnTo>
                <a:lnTo>
                  <a:pt x="10439" y="12118"/>
                </a:lnTo>
                <a:lnTo>
                  <a:pt x="10172" y="12215"/>
                </a:lnTo>
                <a:lnTo>
                  <a:pt x="9880" y="12312"/>
                </a:lnTo>
                <a:lnTo>
                  <a:pt x="9588" y="12385"/>
                </a:lnTo>
                <a:lnTo>
                  <a:pt x="9296" y="12434"/>
                </a:lnTo>
                <a:lnTo>
                  <a:pt x="8712" y="12507"/>
                </a:lnTo>
                <a:lnTo>
                  <a:pt x="8128" y="12531"/>
                </a:lnTo>
                <a:lnTo>
                  <a:pt x="7568" y="12507"/>
                </a:lnTo>
                <a:lnTo>
                  <a:pt x="7325" y="12483"/>
                </a:lnTo>
                <a:lnTo>
                  <a:pt x="7106" y="12434"/>
                </a:lnTo>
                <a:lnTo>
                  <a:pt x="6668" y="12312"/>
                </a:lnTo>
                <a:lnTo>
                  <a:pt x="6230" y="12166"/>
                </a:lnTo>
                <a:lnTo>
                  <a:pt x="5816" y="11996"/>
                </a:lnTo>
                <a:lnTo>
                  <a:pt x="5427" y="11826"/>
                </a:lnTo>
                <a:lnTo>
                  <a:pt x="5013" y="11631"/>
                </a:lnTo>
                <a:lnTo>
                  <a:pt x="4794" y="11509"/>
                </a:lnTo>
                <a:lnTo>
                  <a:pt x="4600" y="11388"/>
                </a:lnTo>
                <a:lnTo>
                  <a:pt x="4454" y="11242"/>
                </a:lnTo>
                <a:lnTo>
                  <a:pt x="4308" y="11096"/>
                </a:lnTo>
                <a:lnTo>
                  <a:pt x="4259" y="11047"/>
                </a:lnTo>
                <a:lnTo>
                  <a:pt x="4210" y="11023"/>
                </a:lnTo>
                <a:lnTo>
                  <a:pt x="4089" y="11023"/>
                </a:lnTo>
                <a:lnTo>
                  <a:pt x="4040" y="11071"/>
                </a:lnTo>
                <a:lnTo>
                  <a:pt x="3991" y="11096"/>
                </a:lnTo>
                <a:lnTo>
                  <a:pt x="3991" y="11169"/>
                </a:lnTo>
                <a:lnTo>
                  <a:pt x="3991" y="11242"/>
                </a:lnTo>
                <a:lnTo>
                  <a:pt x="4016" y="11339"/>
                </a:lnTo>
                <a:lnTo>
                  <a:pt x="4064" y="11436"/>
                </a:lnTo>
                <a:lnTo>
                  <a:pt x="4210" y="11631"/>
                </a:lnTo>
                <a:lnTo>
                  <a:pt x="4381" y="11801"/>
                </a:lnTo>
                <a:lnTo>
                  <a:pt x="4575" y="11947"/>
                </a:lnTo>
                <a:lnTo>
                  <a:pt x="4794" y="12069"/>
                </a:lnTo>
                <a:lnTo>
                  <a:pt x="5038" y="12191"/>
                </a:lnTo>
                <a:lnTo>
                  <a:pt x="5451" y="12385"/>
                </a:lnTo>
                <a:lnTo>
                  <a:pt x="5938" y="12604"/>
                </a:lnTo>
                <a:lnTo>
                  <a:pt x="6424" y="12799"/>
                </a:lnTo>
                <a:lnTo>
                  <a:pt x="6935" y="12945"/>
                </a:lnTo>
                <a:lnTo>
                  <a:pt x="7446" y="13042"/>
                </a:lnTo>
                <a:lnTo>
                  <a:pt x="7763" y="13067"/>
                </a:lnTo>
                <a:lnTo>
                  <a:pt x="8079" y="13091"/>
                </a:lnTo>
                <a:lnTo>
                  <a:pt x="8420" y="13091"/>
                </a:lnTo>
                <a:lnTo>
                  <a:pt x="8760" y="13067"/>
                </a:lnTo>
                <a:lnTo>
                  <a:pt x="9101" y="13042"/>
                </a:lnTo>
                <a:lnTo>
                  <a:pt x="9442" y="12969"/>
                </a:lnTo>
                <a:lnTo>
                  <a:pt x="9758" y="12896"/>
                </a:lnTo>
                <a:lnTo>
                  <a:pt x="10099" y="12799"/>
                </a:lnTo>
                <a:lnTo>
                  <a:pt x="10415" y="12702"/>
                </a:lnTo>
                <a:lnTo>
                  <a:pt x="10731" y="12556"/>
                </a:lnTo>
                <a:lnTo>
                  <a:pt x="11023" y="12410"/>
                </a:lnTo>
                <a:lnTo>
                  <a:pt x="11315" y="12239"/>
                </a:lnTo>
                <a:lnTo>
                  <a:pt x="11583" y="12045"/>
                </a:lnTo>
                <a:lnTo>
                  <a:pt x="11826" y="11826"/>
                </a:lnTo>
                <a:lnTo>
                  <a:pt x="12045" y="11582"/>
                </a:lnTo>
                <a:lnTo>
                  <a:pt x="12264" y="11339"/>
                </a:lnTo>
                <a:lnTo>
                  <a:pt x="12313" y="11217"/>
                </a:lnTo>
                <a:lnTo>
                  <a:pt x="12289" y="11120"/>
                </a:lnTo>
                <a:lnTo>
                  <a:pt x="12240" y="11047"/>
                </a:lnTo>
                <a:lnTo>
                  <a:pt x="12167" y="10974"/>
                </a:lnTo>
                <a:lnTo>
                  <a:pt x="12070" y="10950"/>
                </a:lnTo>
                <a:lnTo>
                  <a:pt x="11972" y="10925"/>
                </a:lnTo>
                <a:close/>
                <a:moveTo>
                  <a:pt x="8493" y="682"/>
                </a:moveTo>
                <a:lnTo>
                  <a:pt x="8663" y="706"/>
                </a:lnTo>
                <a:lnTo>
                  <a:pt x="9101" y="755"/>
                </a:lnTo>
                <a:lnTo>
                  <a:pt x="9539" y="803"/>
                </a:lnTo>
                <a:lnTo>
                  <a:pt x="10001" y="901"/>
                </a:lnTo>
                <a:lnTo>
                  <a:pt x="10439" y="1022"/>
                </a:lnTo>
                <a:lnTo>
                  <a:pt x="10780" y="1120"/>
                </a:lnTo>
                <a:lnTo>
                  <a:pt x="11121" y="1241"/>
                </a:lnTo>
                <a:lnTo>
                  <a:pt x="11437" y="1411"/>
                </a:lnTo>
                <a:lnTo>
                  <a:pt x="11753" y="1557"/>
                </a:lnTo>
                <a:lnTo>
                  <a:pt x="11753" y="1582"/>
                </a:lnTo>
                <a:lnTo>
                  <a:pt x="11729" y="1655"/>
                </a:lnTo>
                <a:lnTo>
                  <a:pt x="11729" y="1752"/>
                </a:lnTo>
                <a:lnTo>
                  <a:pt x="11753" y="1801"/>
                </a:lnTo>
                <a:lnTo>
                  <a:pt x="11826" y="1825"/>
                </a:lnTo>
                <a:lnTo>
                  <a:pt x="11899" y="1825"/>
                </a:lnTo>
                <a:lnTo>
                  <a:pt x="11948" y="1776"/>
                </a:lnTo>
                <a:lnTo>
                  <a:pt x="11972" y="1752"/>
                </a:lnTo>
                <a:lnTo>
                  <a:pt x="11997" y="1752"/>
                </a:lnTo>
                <a:lnTo>
                  <a:pt x="11997" y="1728"/>
                </a:lnTo>
                <a:lnTo>
                  <a:pt x="12021" y="1728"/>
                </a:lnTo>
                <a:lnTo>
                  <a:pt x="12143" y="1801"/>
                </a:lnTo>
                <a:lnTo>
                  <a:pt x="12094" y="1874"/>
                </a:lnTo>
                <a:lnTo>
                  <a:pt x="12094" y="1947"/>
                </a:lnTo>
                <a:lnTo>
                  <a:pt x="12094" y="1995"/>
                </a:lnTo>
                <a:lnTo>
                  <a:pt x="12143" y="2020"/>
                </a:lnTo>
                <a:lnTo>
                  <a:pt x="12167" y="2044"/>
                </a:lnTo>
                <a:lnTo>
                  <a:pt x="12216" y="2020"/>
                </a:lnTo>
                <a:lnTo>
                  <a:pt x="12240" y="1995"/>
                </a:lnTo>
                <a:lnTo>
                  <a:pt x="12313" y="1922"/>
                </a:lnTo>
                <a:lnTo>
                  <a:pt x="12337" y="1922"/>
                </a:lnTo>
                <a:lnTo>
                  <a:pt x="12532" y="2068"/>
                </a:lnTo>
                <a:lnTo>
                  <a:pt x="12483" y="2190"/>
                </a:lnTo>
                <a:lnTo>
                  <a:pt x="12483" y="2239"/>
                </a:lnTo>
                <a:lnTo>
                  <a:pt x="12508" y="2336"/>
                </a:lnTo>
                <a:lnTo>
                  <a:pt x="12532" y="2385"/>
                </a:lnTo>
                <a:lnTo>
                  <a:pt x="12556" y="2409"/>
                </a:lnTo>
                <a:lnTo>
                  <a:pt x="12581" y="2409"/>
                </a:lnTo>
                <a:lnTo>
                  <a:pt x="12629" y="2385"/>
                </a:lnTo>
                <a:lnTo>
                  <a:pt x="12678" y="2360"/>
                </a:lnTo>
                <a:lnTo>
                  <a:pt x="12751" y="2287"/>
                </a:lnTo>
                <a:lnTo>
                  <a:pt x="12775" y="2239"/>
                </a:lnTo>
                <a:lnTo>
                  <a:pt x="12970" y="2409"/>
                </a:lnTo>
                <a:lnTo>
                  <a:pt x="12873" y="2531"/>
                </a:lnTo>
                <a:lnTo>
                  <a:pt x="12848" y="2604"/>
                </a:lnTo>
                <a:lnTo>
                  <a:pt x="12824" y="2677"/>
                </a:lnTo>
                <a:lnTo>
                  <a:pt x="12824" y="2725"/>
                </a:lnTo>
                <a:lnTo>
                  <a:pt x="12873" y="2750"/>
                </a:lnTo>
                <a:lnTo>
                  <a:pt x="12921" y="2774"/>
                </a:lnTo>
                <a:lnTo>
                  <a:pt x="12946" y="2774"/>
                </a:lnTo>
                <a:lnTo>
                  <a:pt x="13067" y="2701"/>
                </a:lnTo>
                <a:lnTo>
                  <a:pt x="13189" y="2604"/>
                </a:lnTo>
                <a:lnTo>
                  <a:pt x="13311" y="2725"/>
                </a:lnTo>
                <a:lnTo>
                  <a:pt x="13384" y="2823"/>
                </a:lnTo>
                <a:lnTo>
                  <a:pt x="13262" y="3017"/>
                </a:lnTo>
                <a:lnTo>
                  <a:pt x="13213" y="3066"/>
                </a:lnTo>
                <a:lnTo>
                  <a:pt x="13189" y="3163"/>
                </a:lnTo>
                <a:lnTo>
                  <a:pt x="13165" y="3236"/>
                </a:lnTo>
                <a:lnTo>
                  <a:pt x="13189" y="3285"/>
                </a:lnTo>
                <a:lnTo>
                  <a:pt x="13238" y="3309"/>
                </a:lnTo>
                <a:lnTo>
                  <a:pt x="13335" y="3285"/>
                </a:lnTo>
                <a:lnTo>
                  <a:pt x="13408" y="3236"/>
                </a:lnTo>
                <a:lnTo>
                  <a:pt x="13554" y="3115"/>
                </a:lnTo>
                <a:lnTo>
                  <a:pt x="13578" y="3042"/>
                </a:lnTo>
                <a:lnTo>
                  <a:pt x="13773" y="3309"/>
                </a:lnTo>
                <a:lnTo>
                  <a:pt x="13676" y="3407"/>
                </a:lnTo>
                <a:lnTo>
                  <a:pt x="13554" y="3504"/>
                </a:lnTo>
                <a:lnTo>
                  <a:pt x="13505" y="3577"/>
                </a:lnTo>
                <a:lnTo>
                  <a:pt x="13481" y="3650"/>
                </a:lnTo>
                <a:lnTo>
                  <a:pt x="13481" y="3699"/>
                </a:lnTo>
                <a:lnTo>
                  <a:pt x="13505" y="3723"/>
                </a:lnTo>
                <a:lnTo>
                  <a:pt x="13603" y="3747"/>
                </a:lnTo>
                <a:lnTo>
                  <a:pt x="13700" y="3723"/>
                </a:lnTo>
                <a:lnTo>
                  <a:pt x="13773" y="3674"/>
                </a:lnTo>
                <a:lnTo>
                  <a:pt x="13870" y="3626"/>
                </a:lnTo>
                <a:lnTo>
                  <a:pt x="13968" y="3577"/>
                </a:lnTo>
                <a:lnTo>
                  <a:pt x="14162" y="3918"/>
                </a:lnTo>
                <a:lnTo>
                  <a:pt x="14065" y="3991"/>
                </a:lnTo>
                <a:lnTo>
                  <a:pt x="13870" y="4161"/>
                </a:lnTo>
                <a:lnTo>
                  <a:pt x="13773" y="4234"/>
                </a:lnTo>
                <a:lnTo>
                  <a:pt x="13700" y="4331"/>
                </a:lnTo>
                <a:lnTo>
                  <a:pt x="13700" y="4356"/>
                </a:lnTo>
                <a:lnTo>
                  <a:pt x="13724" y="4380"/>
                </a:lnTo>
                <a:lnTo>
                  <a:pt x="13846" y="4380"/>
                </a:lnTo>
                <a:lnTo>
                  <a:pt x="13943" y="4356"/>
                </a:lnTo>
                <a:lnTo>
                  <a:pt x="14065" y="4307"/>
                </a:lnTo>
                <a:lnTo>
                  <a:pt x="14162" y="4234"/>
                </a:lnTo>
                <a:lnTo>
                  <a:pt x="14284" y="4161"/>
                </a:lnTo>
                <a:lnTo>
                  <a:pt x="14503" y="4696"/>
                </a:lnTo>
                <a:lnTo>
                  <a:pt x="14332" y="4769"/>
                </a:lnTo>
                <a:lnTo>
                  <a:pt x="14211" y="4842"/>
                </a:lnTo>
                <a:lnTo>
                  <a:pt x="14065" y="4940"/>
                </a:lnTo>
                <a:lnTo>
                  <a:pt x="13968" y="5061"/>
                </a:lnTo>
                <a:lnTo>
                  <a:pt x="13919" y="5134"/>
                </a:lnTo>
                <a:lnTo>
                  <a:pt x="13895" y="5207"/>
                </a:lnTo>
                <a:lnTo>
                  <a:pt x="13895" y="5256"/>
                </a:lnTo>
                <a:lnTo>
                  <a:pt x="13919" y="5280"/>
                </a:lnTo>
                <a:lnTo>
                  <a:pt x="13968" y="5305"/>
                </a:lnTo>
                <a:lnTo>
                  <a:pt x="14016" y="5305"/>
                </a:lnTo>
                <a:lnTo>
                  <a:pt x="14114" y="5256"/>
                </a:lnTo>
                <a:lnTo>
                  <a:pt x="14235" y="5183"/>
                </a:lnTo>
                <a:lnTo>
                  <a:pt x="14551" y="5037"/>
                </a:lnTo>
                <a:lnTo>
                  <a:pt x="14600" y="5013"/>
                </a:lnTo>
                <a:lnTo>
                  <a:pt x="14770" y="5524"/>
                </a:lnTo>
                <a:lnTo>
                  <a:pt x="14430" y="5670"/>
                </a:lnTo>
                <a:lnTo>
                  <a:pt x="14162" y="5791"/>
                </a:lnTo>
                <a:lnTo>
                  <a:pt x="13919" y="5937"/>
                </a:lnTo>
                <a:lnTo>
                  <a:pt x="13919" y="5986"/>
                </a:lnTo>
                <a:lnTo>
                  <a:pt x="13943" y="6010"/>
                </a:lnTo>
                <a:lnTo>
                  <a:pt x="14089" y="6035"/>
                </a:lnTo>
                <a:lnTo>
                  <a:pt x="14235" y="6059"/>
                </a:lnTo>
                <a:lnTo>
                  <a:pt x="14381" y="6035"/>
                </a:lnTo>
                <a:lnTo>
                  <a:pt x="14527" y="6010"/>
                </a:lnTo>
                <a:lnTo>
                  <a:pt x="14843" y="5889"/>
                </a:lnTo>
                <a:lnTo>
                  <a:pt x="14965" y="6424"/>
                </a:lnTo>
                <a:lnTo>
                  <a:pt x="14795" y="6497"/>
                </a:lnTo>
                <a:lnTo>
                  <a:pt x="14405" y="6619"/>
                </a:lnTo>
                <a:lnTo>
                  <a:pt x="14041" y="6740"/>
                </a:lnTo>
                <a:lnTo>
                  <a:pt x="13992" y="6789"/>
                </a:lnTo>
                <a:lnTo>
                  <a:pt x="13992" y="6813"/>
                </a:lnTo>
                <a:lnTo>
                  <a:pt x="13992" y="6862"/>
                </a:lnTo>
                <a:lnTo>
                  <a:pt x="14041" y="6886"/>
                </a:lnTo>
                <a:lnTo>
                  <a:pt x="14235" y="6886"/>
                </a:lnTo>
                <a:lnTo>
                  <a:pt x="14430" y="6862"/>
                </a:lnTo>
                <a:lnTo>
                  <a:pt x="14795" y="6813"/>
                </a:lnTo>
                <a:lnTo>
                  <a:pt x="15038" y="6740"/>
                </a:lnTo>
                <a:lnTo>
                  <a:pt x="15111" y="7178"/>
                </a:lnTo>
                <a:lnTo>
                  <a:pt x="14843" y="7227"/>
                </a:lnTo>
                <a:lnTo>
                  <a:pt x="14430" y="7349"/>
                </a:lnTo>
                <a:lnTo>
                  <a:pt x="14235" y="7422"/>
                </a:lnTo>
                <a:lnTo>
                  <a:pt x="14065" y="7543"/>
                </a:lnTo>
                <a:lnTo>
                  <a:pt x="14041" y="7592"/>
                </a:lnTo>
                <a:lnTo>
                  <a:pt x="14041" y="7665"/>
                </a:lnTo>
                <a:lnTo>
                  <a:pt x="14089" y="7714"/>
                </a:lnTo>
                <a:lnTo>
                  <a:pt x="14138" y="7738"/>
                </a:lnTo>
                <a:lnTo>
                  <a:pt x="14357" y="7714"/>
                </a:lnTo>
                <a:lnTo>
                  <a:pt x="14551" y="7665"/>
                </a:lnTo>
                <a:lnTo>
                  <a:pt x="14941" y="7568"/>
                </a:lnTo>
                <a:lnTo>
                  <a:pt x="15135" y="7519"/>
                </a:lnTo>
                <a:lnTo>
                  <a:pt x="15184" y="7981"/>
                </a:lnTo>
                <a:lnTo>
                  <a:pt x="14868" y="8030"/>
                </a:lnTo>
                <a:lnTo>
                  <a:pt x="14624" y="8054"/>
                </a:lnTo>
                <a:lnTo>
                  <a:pt x="14381" y="8079"/>
                </a:lnTo>
                <a:lnTo>
                  <a:pt x="14235" y="8103"/>
                </a:lnTo>
                <a:lnTo>
                  <a:pt x="14138" y="8152"/>
                </a:lnTo>
                <a:lnTo>
                  <a:pt x="14016" y="8200"/>
                </a:lnTo>
                <a:lnTo>
                  <a:pt x="13943" y="8298"/>
                </a:lnTo>
                <a:lnTo>
                  <a:pt x="13919" y="8322"/>
                </a:lnTo>
                <a:lnTo>
                  <a:pt x="13919" y="8346"/>
                </a:lnTo>
                <a:lnTo>
                  <a:pt x="13943" y="8395"/>
                </a:lnTo>
                <a:lnTo>
                  <a:pt x="13968" y="8395"/>
                </a:lnTo>
                <a:lnTo>
                  <a:pt x="14089" y="8419"/>
                </a:lnTo>
                <a:lnTo>
                  <a:pt x="14211" y="8444"/>
                </a:lnTo>
                <a:lnTo>
                  <a:pt x="14478" y="8444"/>
                </a:lnTo>
                <a:lnTo>
                  <a:pt x="14989" y="8395"/>
                </a:lnTo>
                <a:lnTo>
                  <a:pt x="15208" y="8395"/>
                </a:lnTo>
                <a:lnTo>
                  <a:pt x="15208" y="8857"/>
                </a:lnTo>
                <a:lnTo>
                  <a:pt x="14722" y="8882"/>
                </a:lnTo>
                <a:lnTo>
                  <a:pt x="14503" y="8882"/>
                </a:lnTo>
                <a:lnTo>
                  <a:pt x="14284" y="8906"/>
                </a:lnTo>
                <a:lnTo>
                  <a:pt x="14065" y="8955"/>
                </a:lnTo>
                <a:lnTo>
                  <a:pt x="13968" y="8979"/>
                </a:lnTo>
                <a:lnTo>
                  <a:pt x="13870" y="9028"/>
                </a:lnTo>
                <a:lnTo>
                  <a:pt x="13870" y="9052"/>
                </a:lnTo>
                <a:lnTo>
                  <a:pt x="13870" y="9076"/>
                </a:lnTo>
                <a:lnTo>
                  <a:pt x="13968" y="9125"/>
                </a:lnTo>
                <a:lnTo>
                  <a:pt x="14065" y="9174"/>
                </a:lnTo>
                <a:lnTo>
                  <a:pt x="14284" y="9222"/>
                </a:lnTo>
                <a:lnTo>
                  <a:pt x="14722" y="9222"/>
                </a:lnTo>
                <a:lnTo>
                  <a:pt x="14941" y="9247"/>
                </a:lnTo>
                <a:lnTo>
                  <a:pt x="15184" y="9247"/>
                </a:lnTo>
                <a:lnTo>
                  <a:pt x="15160" y="9465"/>
                </a:lnTo>
                <a:lnTo>
                  <a:pt x="14965" y="9514"/>
                </a:lnTo>
                <a:lnTo>
                  <a:pt x="14722" y="9563"/>
                </a:lnTo>
                <a:lnTo>
                  <a:pt x="14503" y="9660"/>
                </a:lnTo>
                <a:lnTo>
                  <a:pt x="14260" y="9757"/>
                </a:lnTo>
                <a:lnTo>
                  <a:pt x="14041" y="9879"/>
                </a:lnTo>
                <a:lnTo>
                  <a:pt x="14016" y="9903"/>
                </a:lnTo>
                <a:lnTo>
                  <a:pt x="14016" y="9952"/>
                </a:lnTo>
                <a:lnTo>
                  <a:pt x="14041" y="9976"/>
                </a:lnTo>
                <a:lnTo>
                  <a:pt x="14089" y="9976"/>
                </a:lnTo>
                <a:lnTo>
                  <a:pt x="14308" y="10001"/>
                </a:lnTo>
                <a:lnTo>
                  <a:pt x="14527" y="9976"/>
                </a:lnTo>
                <a:lnTo>
                  <a:pt x="14965" y="9903"/>
                </a:lnTo>
                <a:lnTo>
                  <a:pt x="15087" y="9879"/>
                </a:lnTo>
                <a:lnTo>
                  <a:pt x="14989" y="10390"/>
                </a:lnTo>
                <a:lnTo>
                  <a:pt x="14527" y="10463"/>
                </a:lnTo>
                <a:lnTo>
                  <a:pt x="14357" y="10487"/>
                </a:lnTo>
                <a:lnTo>
                  <a:pt x="14162" y="10512"/>
                </a:lnTo>
                <a:lnTo>
                  <a:pt x="13992" y="10560"/>
                </a:lnTo>
                <a:lnTo>
                  <a:pt x="13919" y="10609"/>
                </a:lnTo>
                <a:lnTo>
                  <a:pt x="13870" y="10682"/>
                </a:lnTo>
                <a:lnTo>
                  <a:pt x="13846" y="10731"/>
                </a:lnTo>
                <a:lnTo>
                  <a:pt x="13846" y="10804"/>
                </a:lnTo>
                <a:lnTo>
                  <a:pt x="13870" y="10852"/>
                </a:lnTo>
                <a:lnTo>
                  <a:pt x="13919" y="10901"/>
                </a:lnTo>
                <a:lnTo>
                  <a:pt x="13992" y="10925"/>
                </a:lnTo>
                <a:lnTo>
                  <a:pt x="14065" y="10950"/>
                </a:lnTo>
                <a:lnTo>
                  <a:pt x="14235" y="10950"/>
                </a:lnTo>
                <a:lnTo>
                  <a:pt x="14600" y="10901"/>
                </a:lnTo>
                <a:lnTo>
                  <a:pt x="14819" y="10877"/>
                </a:lnTo>
                <a:lnTo>
                  <a:pt x="14819" y="10877"/>
                </a:lnTo>
                <a:lnTo>
                  <a:pt x="14624" y="11339"/>
                </a:lnTo>
                <a:lnTo>
                  <a:pt x="14478" y="11339"/>
                </a:lnTo>
                <a:lnTo>
                  <a:pt x="14308" y="11315"/>
                </a:lnTo>
                <a:lnTo>
                  <a:pt x="14114" y="11339"/>
                </a:lnTo>
                <a:lnTo>
                  <a:pt x="13919" y="11363"/>
                </a:lnTo>
                <a:lnTo>
                  <a:pt x="13749" y="11436"/>
                </a:lnTo>
                <a:lnTo>
                  <a:pt x="13724" y="11461"/>
                </a:lnTo>
                <a:lnTo>
                  <a:pt x="13749" y="11485"/>
                </a:lnTo>
                <a:lnTo>
                  <a:pt x="13919" y="11558"/>
                </a:lnTo>
                <a:lnTo>
                  <a:pt x="14089" y="11607"/>
                </a:lnTo>
                <a:lnTo>
                  <a:pt x="14430" y="11655"/>
                </a:lnTo>
                <a:lnTo>
                  <a:pt x="14454" y="11655"/>
                </a:lnTo>
                <a:lnTo>
                  <a:pt x="14211" y="12069"/>
                </a:lnTo>
                <a:lnTo>
                  <a:pt x="13968" y="12069"/>
                </a:lnTo>
                <a:lnTo>
                  <a:pt x="13724" y="12093"/>
                </a:lnTo>
                <a:lnTo>
                  <a:pt x="13603" y="12069"/>
                </a:lnTo>
                <a:lnTo>
                  <a:pt x="13481" y="12045"/>
                </a:lnTo>
                <a:lnTo>
                  <a:pt x="13335" y="12020"/>
                </a:lnTo>
                <a:lnTo>
                  <a:pt x="13213" y="12020"/>
                </a:lnTo>
                <a:lnTo>
                  <a:pt x="13189" y="12045"/>
                </a:lnTo>
                <a:lnTo>
                  <a:pt x="13189" y="12069"/>
                </a:lnTo>
                <a:lnTo>
                  <a:pt x="13189" y="12166"/>
                </a:lnTo>
                <a:lnTo>
                  <a:pt x="13238" y="12239"/>
                </a:lnTo>
                <a:lnTo>
                  <a:pt x="13311" y="12312"/>
                </a:lnTo>
                <a:lnTo>
                  <a:pt x="13408" y="12361"/>
                </a:lnTo>
                <a:lnTo>
                  <a:pt x="13530" y="12385"/>
                </a:lnTo>
                <a:lnTo>
                  <a:pt x="13651" y="12410"/>
                </a:lnTo>
                <a:lnTo>
                  <a:pt x="13943" y="12434"/>
                </a:lnTo>
                <a:lnTo>
                  <a:pt x="13603" y="12823"/>
                </a:lnTo>
                <a:lnTo>
                  <a:pt x="13067" y="12726"/>
                </a:lnTo>
                <a:lnTo>
                  <a:pt x="12848" y="12677"/>
                </a:lnTo>
                <a:lnTo>
                  <a:pt x="12727" y="12677"/>
                </a:lnTo>
                <a:lnTo>
                  <a:pt x="12629" y="12702"/>
                </a:lnTo>
                <a:lnTo>
                  <a:pt x="12605" y="12726"/>
                </a:lnTo>
                <a:lnTo>
                  <a:pt x="12605" y="12775"/>
                </a:lnTo>
                <a:lnTo>
                  <a:pt x="12629" y="12848"/>
                </a:lnTo>
                <a:lnTo>
                  <a:pt x="12678" y="12921"/>
                </a:lnTo>
                <a:lnTo>
                  <a:pt x="12751" y="12969"/>
                </a:lnTo>
                <a:lnTo>
                  <a:pt x="12824" y="13018"/>
                </a:lnTo>
                <a:lnTo>
                  <a:pt x="13043" y="13115"/>
                </a:lnTo>
                <a:lnTo>
                  <a:pt x="13262" y="13164"/>
                </a:lnTo>
                <a:lnTo>
                  <a:pt x="13116" y="13286"/>
                </a:lnTo>
                <a:lnTo>
                  <a:pt x="13067" y="13286"/>
                </a:lnTo>
                <a:lnTo>
                  <a:pt x="12605" y="13261"/>
                </a:lnTo>
                <a:lnTo>
                  <a:pt x="12362" y="13213"/>
                </a:lnTo>
                <a:lnTo>
                  <a:pt x="12240" y="13188"/>
                </a:lnTo>
                <a:lnTo>
                  <a:pt x="12094" y="13188"/>
                </a:lnTo>
                <a:lnTo>
                  <a:pt x="12021" y="13213"/>
                </a:lnTo>
                <a:lnTo>
                  <a:pt x="11997" y="13261"/>
                </a:lnTo>
                <a:lnTo>
                  <a:pt x="11972" y="13334"/>
                </a:lnTo>
                <a:lnTo>
                  <a:pt x="12021" y="13383"/>
                </a:lnTo>
                <a:lnTo>
                  <a:pt x="12143" y="13505"/>
                </a:lnTo>
                <a:lnTo>
                  <a:pt x="12289" y="13578"/>
                </a:lnTo>
                <a:lnTo>
                  <a:pt x="12483" y="13626"/>
                </a:lnTo>
                <a:lnTo>
                  <a:pt x="12654" y="13651"/>
                </a:lnTo>
                <a:lnTo>
                  <a:pt x="12240" y="13943"/>
                </a:lnTo>
                <a:lnTo>
                  <a:pt x="12143" y="13918"/>
                </a:lnTo>
                <a:lnTo>
                  <a:pt x="11680" y="13821"/>
                </a:lnTo>
                <a:lnTo>
                  <a:pt x="11461" y="13772"/>
                </a:lnTo>
                <a:lnTo>
                  <a:pt x="11267" y="13724"/>
                </a:lnTo>
                <a:lnTo>
                  <a:pt x="11218" y="13748"/>
                </a:lnTo>
                <a:lnTo>
                  <a:pt x="11218" y="13821"/>
                </a:lnTo>
                <a:lnTo>
                  <a:pt x="11242" y="13894"/>
                </a:lnTo>
                <a:lnTo>
                  <a:pt x="11315" y="13967"/>
                </a:lnTo>
                <a:lnTo>
                  <a:pt x="11437" y="14064"/>
                </a:lnTo>
                <a:lnTo>
                  <a:pt x="11607" y="14137"/>
                </a:lnTo>
                <a:lnTo>
                  <a:pt x="11802" y="14210"/>
                </a:lnTo>
                <a:lnTo>
                  <a:pt x="11437" y="14381"/>
                </a:lnTo>
                <a:lnTo>
                  <a:pt x="11388" y="14332"/>
                </a:lnTo>
                <a:lnTo>
                  <a:pt x="11315" y="14308"/>
                </a:lnTo>
                <a:lnTo>
                  <a:pt x="11194" y="14259"/>
                </a:lnTo>
                <a:lnTo>
                  <a:pt x="10902" y="14235"/>
                </a:lnTo>
                <a:lnTo>
                  <a:pt x="10634" y="14210"/>
                </a:lnTo>
                <a:lnTo>
                  <a:pt x="10512" y="14210"/>
                </a:lnTo>
                <a:lnTo>
                  <a:pt x="10391" y="14235"/>
                </a:lnTo>
                <a:lnTo>
                  <a:pt x="10366" y="14235"/>
                </a:lnTo>
                <a:lnTo>
                  <a:pt x="10366" y="14283"/>
                </a:lnTo>
                <a:lnTo>
                  <a:pt x="10366" y="14332"/>
                </a:lnTo>
                <a:lnTo>
                  <a:pt x="10391" y="14381"/>
                </a:lnTo>
                <a:lnTo>
                  <a:pt x="10488" y="14478"/>
                </a:lnTo>
                <a:lnTo>
                  <a:pt x="10610" y="14551"/>
                </a:lnTo>
                <a:lnTo>
                  <a:pt x="10731" y="14575"/>
                </a:lnTo>
                <a:lnTo>
                  <a:pt x="10877" y="14624"/>
                </a:lnTo>
                <a:lnTo>
                  <a:pt x="10512" y="14746"/>
                </a:lnTo>
                <a:lnTo>
                  <a:pt x="10318" y="14673"/>
                </a:lnTo>
                <a:lnTo>
                  <a:pt x="10123" y="14624"/>
                </a:lnTo>
                <a:lnTo>
                  <a:pt x="9904" y="14600"/>
                </a:lnTo>
                <a:lnTo>
                  <a:pt x="9807" y="14600"/>
                </a:lnTo>
                <a:lnTo>
                  <a:pt x="9709" y="14648"/>
                </a:lnTo>
                <a:lnTo>
                  <a:pt x="9661" y="14673"/>
                </a:lnTo>
                <a:lnTo>
                  <a:pt x="9685" y="14721"/>
                </a:lnTo>
                <a:lnTo>
                  <a:pt x="9734" y="14794"/>
                </a:lnTo>
                <a:lnTo>
                  <a:pt x="9807" y="14843"/>
                </a:lnTo>
                <a:lnTo>
                  <a:pt x="9928" y="14916"/>
                </a:lnTo>
                <a:lnTo>
                  <a:pt x="9612" y="14989"/>
                </a:lnTo>
                <a:lnTo>
                  <a:pt x="9588" y="14940"/>
                </a:lnTo>
                <a:lnTo>
                  <a:pt x="9539" y="14916"/>
                </a:lnTo>
                <a:lnTo>
                  <a:pt x="9417" y="14867"/>
                </a:lnTo>
                <a:lnTo>
                  <a:pt x="9223" y="14843"/>
                </a:lnTo>
                <a:lnTo>
                  <a:pt x="9150" y="14843"/>
                </a:lnTo>
                <a:lnTo>
                  <a:pt x="9052" y="14867"/>
                </a:lnTo>
                <a:lnTo>
                  <a:pt x="9004" y="14916"/>
                </a:lnTo>
                <a:lnTo>
                  <a:pt x="8979" y="14965"/>
                </a:lnTo>
                <a:lnTo>
                  <a:pt x="8979" y="15013"/>
                </a:lnTo>
                <a:lnTo>
                  <a:pt x="9004" y="15062"/>
                </a:lnTo>
                <a:lnTo>
                  <a:pt x="9004" y="15086"/>
                </a:lnTo>
                <a:lnTo>
                  <a:pt x="8663" y="15135"/>
                </a:lnTo>
                <a:lnTo>
                  <a:pt x="8298" y="15159"/>
                </a:lnTo>
                <a:lnTo>
                  <a:pt x="7227" y="15159"/>
                </a:lnTo>
                <a:lnTo>
                  <a:pt x="6862" y="15111"/>
                </a:lnTo>
                <a:lnTo>
                  <a:pt x="6497" y="15062"/>
                </a:lnTo>
                <a:lnTo>
                  <a:pt x="6157" y="14989"/>
                </a:lnTo>
                <a:lnTo>
                  <a:pt x="5816" y="14916"/>
                </a:lnTo>
                <a:lnTo>
                  <a:pt x="5451" y="14819"/>
                </a:lnTo>
                <a:lnTo>
                  <a:pt x="5135" y="14697"/>
                </a:lnTo>
                <a:lnTo>
                  <a:pt x="4794" y="14575"/>
                </a:lnTo>
                <a:lnTo>
                  <a:pt x="4478" y="14405"/>
                </a:lnTo>
                <a:lnTo>
                  <a:pt x="4162" y="14259"/>
                </a:lnTo>
                <a:lnTo>
                  <a:pt x="3845" y="14064"/>
                </a:lnTo>
                <a:lnTo>
                  <a:pt x="3553" y="13870"/>
                </a:lnTo>
                <a:lnTo>
                  <a:pt x="3286" y="13675"/>
                </a:lnTo>
                <a:lnTo>
                  <a:pt x="3018" y="13456"/>
                </a:lnTo>
                <a:lnTo>
                  <a:pt x="2775" y="13237"/>
                </a:lnTo>
                <a:lnTo>
                  <a:pt x="2531" y="12994"/>
                </a:lnTo>
                <a:lnTo>
                  <a:pt x="2312" y="12775"/>
                </a:lnTo>
                <a:lnTo>
                  <a:pt x="2118" y="12507"/>
                </a:lnTo>
                <a:lnTo>
                  <a:pt x="1899" y="12239"/>
                </a:lnTo>
                <a:lnTo>
                  <a:pt x="1728" y="11972"/>
                </a:lnTo>
                <a:lnTo>
                  <a:pt x="1558" y="11704"/>
                </a:lnTo>
                <a:lnTo>
                  <a:pt x="1412" y="11412"/>
                </a:lnTo>
                <a:lnTo>
                  <a:pt x="1266" y="11120"/>
                </a:lnTo>
                <a:lnTo>
                  <a:pt x="1144" y="10828"/>
                </a:lnTo>
                <a:lnTo>
                  <a:pt x="1047" y="10512"/>
                </a:lnTo>
                <a:lnTo>
                  <a:pt x="950" y="10195"/>
                </a:lnTo>
                <a:lnTo>
                  <a:pt x="877" y="9879"/>
                </a:lnTo>
                <a:lnTo>
                  <a:pt x="828" y="9538"/>
                </a:lnTo>
                <a:lnTo>
                  <a:pt x="779" y="9003"/>
                </a:lnTo>
                <a:lnTo>
                  <a:pt x="755" y="8468"/>
                </a:lnTo>
                <a:lnTo>
                  <a:pt x="755" y="7933"/>
                </a:lnTo>
                <a:lnTo>
                  <a:pt x="779" y="7397"/>
                </a:lnTo>
                <a:lnTo>
                  <a:pt x="852" y="6862"/>
                </a:lnTo>
                <a:lnTo>
                  <a:pt x="950" y="6351"/>
                </a:lnTo>
                <a:lnTo>
                  <a:pt x="1096" y="5840"/>
                </a:lnTo>
                <a:lnTo>
                  <a:pt x="1266" y="5353"/>
                </a:lnTo>
                <a:lnTo>
                  <a:pt x="1388" y="5061"/>
                </a:lnTo>
                <a:lnTo>
                  <a:pt x="1558" y="4745"/>
                </a:lnTo>
                <a:lnTo>
                  <a:pt x="1753" y="4404"/>
                </a:lnTo>
                <a:lnTo>
                  <a:pt x="1996" y="4064"/>
                </a:lnTo>
                <a:lnTo>
                  <a:pt x="2264" y="3699"/>
                </a:lnTo>
                <a:lnTo>
                  <a:pt x="2556" y="3334"/>
                </a:lnTo>
                <a:lnTo>
                  <a:pt x="2896" y="2944"/>
                </a:lnTo>
                <a:lnTo>
                  <a:pt x="3261" y="2604"/>
                </a:lnTo>
                <a:lnTo>
                  <a:pt x="3651" y="2263"/>
                </a:lnTo>
                <a:lnTo>
                  <a:pt x="4089" y="1922"/>
                </a:lnTo>
                <a:lnTo>
                  <a:pt x="4527" y="1630"/>
                </a:lnTo>
                <a:lnTo>
                  <a:pt x="5013" y="1363"/>
                </a:lnTo>
                <a:lnTo>
                  <a:pt x="5524" y="1144"/>
                </a:lnTo>
                <a:lnTo>
                  <a:pt x="6035" y="974"/>
                </a:lnTo>
                <a:lnTo>
                  <a:pt x="6327" y="925"/>
                </a:lnTo>
                <a:lnTo>
                  <a:pt x="6595" y="876"/>
                </a:lnTo>
                <a:lnTo>
                  <a:pt x="6887" y="828"/>
                </a:lnTo>
                <a:lnTo>
                  <a:pt x="7179" y="803"/>
                </a:lnTo>
                <a:lnTo>
                  <a:pt x="7544" y="779"/>
                </a:lnTo>
                <a:lnTo>
                  <a:pt x="7933" y="730"/>
                </a:lnTo>
                <a:lnTo>
                  <a:pt x="8322" y="682"/>
                </a:lnTo>
                <a:close/>
                <a:moveTo>
                  <a:pt x="8152" y="0"/>
                </a:moveTo>
                <a:lnTo>
                  <a:pt x="7763" y="25"/>
                </a:lnTo>
                <a:lnTo>
                  <a:pt x="7373" y="73"/>
                </a:lnTo>
                <a:lnTo>
                  <a:pt x="7081" y="49"/>
                </a:lnTo>
                <a:lnTo>
                  <a:pt x="6789" y="49"/>
                </a:lnTo>
                <a:lnTo>
                  <a:pt x="6473" y="73"/>
                </a:lnTo>
                <a:lnTo>
                  <a:pt x="6157" y="146"/>
                </a:lnTo>
                <a:lnTo>
                  <a:pt x="5841" y="219"/>
                </a:lnTo>
                <a:lnTo>
                  <a:pt x="5549" y="317"/>
                </a:lnTo>
                <a:lnTo>
                  <a:pt x="5232" y="438"/>
                </a:lnTo>
                <a:lnTo>
                  <a:pt x="4916" y="560"/>
                </a:lnTo>
                <a:lnTo>
                  <a:pt x="4332" y="876"/>
                </a:lnTo>
                <a:lnTo>
                  <a:pt x="3748" y="1217"/>
                </a:lnTo>
                <a:lnTo>
                  <a:pt x="3237" y="1606"/>
                </a:lnTo>
                <a:lnTo>
                  <a:pt x="2775" y="1995"/>
                </a:lnTo>
                <a:lnTo>
                  <a:pt x="2507" y="2239"/>
                </a:lnTo>
                <a:lnTo>
                  <a:pt x="2264" y="2482"/>
                </a:lnTo>
                <a:lnTo>
                  <a:pt x="2045" y="2725"/>
                </a:lnTo>
                <a:lnTo>
                  <a:pt x="1826" y="2993"/>
                </a:lnTo>
                <a:lnTo>
                  <a:pt x="1631" y="3261"/>
                </a:lnTo>
                <a:lnTo>
                  <a:pt x="1461" y="3528"/>
                </a:lnTo>
                <a:lnTo>
                  <a:pt x="1120" y="4088"/>
                </a:lnTo>
                <a:lnTo>
                  <a:pt x="852" y="4696"/>
                </a:lnTo>
                <a:lnTo>
                  <a:pt x="609" y="5305"/>
                </a:lnTo>
                <a:lnTo>
                  <a:pt x="414" y="5962"/>
                </a:lnTo>
                <a:lnTo>
                  <a:pt x="220" y="6643"/>
                </a:lnTo>
                <a:lnTo>
                  <a:pt x="122" y="7008"/>
                </a:lnTo>
                <a:lnTo>
                  <a:pt x="74" y="7373"/>
                </a:lnTo>
                <a:lnTo>
                  <a:pt x="25" y="7738"/>
                </a:lnTo>
                <a:lnTo>
                  <a:pt x="1" y="8103"/>
                </a:lnTo>
                <a:lnTo>
                  <a:pt x="1" y="8468"/>
                </a:lnTo>
                <a:lnTo>
                  <a:pt x="25" y="8809"/>
                </a:lnTo>
                <a:lnTo>
                  <a:pt x="49" y="9174"/>
                </a:lnTo>
                <a:lnTo>
                  <a:pt x="98" y="9514"/>
                </a:lnTo>
                <a:lnTo>
                  <a:pt x="195" y="9879"/>
                </a:lnTo>
                <a:lnTo>
                  <a:pt x="268" y="10220"/>
                </a:lnTo>
                <a:lnTo>
                  <a:pt x="390" y="10560"/>
                </a:lnTo>
                <a:lnTo>
                  <a:pt x="512" y="10901"/>
                </a:lnTo>
                <a:lnTo>
                  <a:pt x="658" y="11242"/>
                </a:lnTo>
                <a:lnTo>
                  <a:pt x="804" y="11582"/>
                </a:lnTo>
                <a:lnTo>
                  <a:pt x="1169" y="12264"/>
                </a:lnTo>
                <a:lnTo>
                  <a:pt x="1388" y="12629"/>
                </a:lnTo>
                <a:lnTo>
                  <a:pt x="1631" y="12994"/>
                </a:lnTo>
                <a:lnTo>
                  <a:pt x="1899" y="13334"/>
                </a:lnTo>
                <a:lnTo>
                  <a:pt x="2166" y="13651"/>
                </a:lnTo>
                <a:lnTo>
                  <a:pt x="2434" y="13943"/>
                </a:lnTo>
                <a:lnTo>
                  <a:pt x="2750" y="14235"/>
                </a:lnTo>
                <a:lnTo>
                  <a:pt x="3042" y="14502"/>
                </a:lnTo>
                <a:lnTo>
                  <a:pt x="3383" y="14746"/>
                </a:lnTo>
                <a:lnTo>
                  <a:pt x="3699" y="14965"/>
                </a:lnTo>
                <a:lnTo>
                  <a:pt x="4064" y="15159"/>
                </a:lnTo>
                <a:lnTo>
                  <a:pt x="4429" y="15354"/>
                </a:lnTo>
                <a:lnTo>
                  <a:pt x="4794" y="15500"/>
                </a:lnTo>
                <a:lnTo>
                  <a:pt x="5184" y="15622"/>
                </a:lnTo>
                <a:lnTo>
                  <a:pt x="5597" y="15743"/>
                </a:lnTo>
                <a:lnTo>
                  <a:pt x="6011" y="15816"/>
                </a:lnTo>
                <a:lnTo>
                  <a:pt x="6424" y="15889"/>
                </a:lnTo>
                <a:lnTo>
                  <a:pt x="6862" y="15914"/>
                </a:lnTo>
                <a:lnTo>
                  <a:pt x="7300" y="15938"/>
                </a:lnTo>
                <a:lnTo>
                  <a:pt x="7738" y="15938"/>
                </a:lnTo>
                <a:lnTo>
                  <a:pt x="8152" y="15914"/>
                </a:lnTo>
                <a:lnTo>
                  <a:pt x="8590" y="15889"/>
                </a:lnTo>
                <a:lnTo>
                  <a:pt x="9004" y="15841"/>
                </a:lnTo>
                <a:lnTo>
                  <a:pt x="9442" y="15768"/>
                </a:lnTo>
                <a:lnTo>
                  <a:pt x="9855" y="15670"/>
                </a:lnTo>
                <a:lnTo>
                  <a:pt x="10245" y="15573"/>
                </a:lnTo>
                <a:lnTo>
                  <a:pt x="10658" y="15451"/>
                </a:lnTo>
                <a:lnTo>
                  <a:pt x="11048" y="15305"/>
                </a:lnTo>
                <a:lnTo>
                  <a:pt x="11461" y="15135"/>
                </a:lnTo>
                <a:lnTo>
                  <a:pt x="11826" y="14940"/>
                </a:lnTo>
                <a:lnTo>
                  <a:pt x="12216" y="14721"/>
                </a:lnTo>
                <a:lnTo>
                  <a:pt x="12581" y="14478"/>
                </a:lnTo>
                <a:lnTo>
                  <a:pt x="12921" y="14235"/>
                </a:lnTo>
                <a:lnTo>
                  <a:pt x="13286" y="13943"/>
                </a:lnTo>
                <a:lnTo>
                  <a:pt x="13603" y="13651"/>
                </a:lnTo>
                <a:lnTo>
                  <a:pt x="13895" y="13334"/>
                </a:lnTo>
                <a:lnTo>
                  <a:pt x="14187" y="13018"/>
                </a:lnTo>
                <a:lnTo>
                  <a:pt x="14454" y="12702"/>
                </a:lnTo>
                <a:lnTo>
                  <a:pt x="14697" y="12361"/>
                </a:lnTo>
                <a:lnTo>
                  <a:pt x="14916" y="11996"/>
                </a:lnTo>
                <a:lnTo>
                  <a:pt x="15111" y="11631"/>
                </a:lnTo>
                <a:lnTo>
                  <a:pt x="15135" y="11631"/>
                </a:lnTo>
                <a:lnTo>
                  <a:pt x="15160" y="11582"/>
                </a:lnTo>
                <a:lnTo>
                  <a:pt x="15160" y="11534"/>
                </a:lnTo>
                <a:lnTo>
                  <a:pt x="15330" y="11096"/>
                </a:lnTo>
                <a:lnTo>
                  <a:pt x="15500" y="10658"/>
                </a:lnTo>
                <a:lnTo>
                  <a:pt x="15622" y="10195"/>
                </a:lnTo>
                <a:lnTo>
                  <a:pt x="15719" y="9733"/>
                </a:lnTo>
                <a:lnTo>
                  <a:pt x="15744" y="9709"/>
                </a:lnTo>
                <a:lnTo>
                  <a:pt x="15768" y="9684"/>
                </a:lnTo>
                <a:lnTo>
                  <a:pt x="15792" y="9636"/>
                </a:lnTo>
                <a:lnTo>
                  <a:pt x="15768" y="9611"/>
                </a:lnTo>
                <a:lnTo>
                  <a:pt x="15744" y="9563"/>
                </a:lnTo>
                <a:lnTo>
                  <a:pt x="15792" y="9174"/>
                </a:lnTo>
                <a:lnTo>
                  <a:pt x="15841" y="8760"/>
                </a:lnTo>
                <a:lnTo>
                  <a:pt x="15841" y="8371"/>
                </a:lnTo>
                <a:lnTo>
                  <a:pt x="15817" y="7957"/>
                </a:lnTo>
                <a:lnTo>
                  <a:pt x="15744" y="7105"/>
                </a:lnTo>
                <a:lnTo>
                  <a:pt x="15671" y="6667"/>
                </a:lnTo>
                <a:lnTo>
                  <a:pt x="15598" y="6254"/>
                </a:lnTo>
                <a:lnTo>
                  <a:pt x="15525" y="5840"/>
                </a:lnTo>
                <a:lnTo>
                  <a:pt x="15403" y="5426"/>
                </a:lnTo>
                <a:lnTo>
                  <a:pt x="15281" y="5013"/>
                </a:lnTo>
                <a:lnTo>
                  <a:pt x="15160" y="4623"/>
                </a:lnTo>
                <a:lnTo>
                  <a:pt x="14989" y="4234"/>
                </a:lnTo>
                <a:lnTo>
                  <a:pt x="14819" y="3845"/>
                </a:lnTo>
                <a:lnTo>
                  <a:pt x="14624" y="3480"/>
                </a:lnTo>
                <a:lnTo>
                  <a:pt x="14405" y="3115"/>
                </a:lnTo>
                <a:lnTo>
                  <a:pt x="14162" y="2774"/>
                </a:lnTo>
                <a:lnTo>
                  <a:pt x="13895" y="2458"/>
                </a:lnTo>
                <a:lnTo>
                  <a:pt x="13603" y="2141"/>
                </a:lnTo>
                <a:lnTo>
                  <a:pt x="13286" y="1849"/>
                </a:lnTo>
                <a:lnTo>
                  <a:pt x="12970" y="1582"/>
                </a:lnTo>
                <a:lnTo>
                  <a:pt x="12654" y="1363"/>
                </a:lnTo>
                <a:lnTo>
                  <a:pt x="12313" y="1144"/>
                </a:lnTo>
                <a:lnTo>
                  <a:pt x="11948" y="949"/>
                </a:lnTo>
                <a:lnTo>
                  <a:pt x="11607" y="779"/>
                </a:lnTo>
                <a:lnTo>
                  <a:pt x="11218" y="609"/>
                </a:lnTo>
                <a:lnTo>
                  <a:pt x="10853" y="487"/>
                </a:lnTo>
                <a:lnTo>
                  <a:pt x="10464" y="365"/>
                </a:lnTo>
                <a:lnTo>
                  <a:pt x="10099" y="268"/>
                </a:lnTo>
                <a:lnTo>
                  <a:pt x="9709" y="171"/>
                </a:lnTo>
                <a:lnTo>
                  <a:pt x="9320" y="98"/>
                </a:lnTo>
                <a:lnTo>
                  <a:pt x="8931" y="49"/>
                </a:lnTo>
                <a:lnTo>
                  <a:pt x="8541" y="25"/>
                </a:lnTo>
                <a:lnTo>
                  <a:pt x="8152" y="0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1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1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1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1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p59"/>
          <p:cNvSpPr txBox="1"/>
          <p:nvPr>
            <p:ph idx="12" type="sldNum"/>
          </p:nvPr>
        </p:nvSpPr>
        <p:spPr>
          <a:xfrm>
            <a:off x="7899350" y="409842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39" name="Google Shape;1139;p59"/>
          <p:cNvSpPr txBox="1"/>
          <p:nvPr/>
        </p:nvSpPr>
        <p:spPr>
          <a:xfrm>
            <a:off x="1491325" y="646750"/>
            <a:ext cx="6885900" cy="3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@Query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public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2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Person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person(</a:t>
            </a:r>
            <a:r>
              <a:rPr lang="en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@Argument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"personId"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lang="en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personId){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personDB.getPerson(personId);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@Query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public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2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List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n" sz="12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Score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&gt; scores(</a:t>
            </a:r>
            <a:r>
              <a:rPr lang="en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@Source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2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Person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person) {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scoreDB.getScores(person.getIdNumber());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C5392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C53929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p60"/>
          <p:cNvSpPr txBox="1"/>
          <p:nvPr>
            <p:ph idx="12" type="sldNum"/>
          </p:nvPr>
        </p:nvSpPr>
        <p:spPr>
          <a:xfrm>
            <a:off x="7899350" y="409842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45" name="Google Shape;1145;p60"/>
          <p:cNvSpPr txBox="1"/>
          <p:nvPr/>
        </p:nvSpPr>
        <p:spPr>
          <a:xfrm>
            <a:off x="1270650" y="1544575"/>
            <a:ext cx="7213200" cy="18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latin typeface="Gloria Hallelujah"/>
                <a:ea typeface="Gloria Hallelujah"/>
                <a:cs typeface="Gloria Hallelujah"/>
                <a:sym typeface="Gloria Hallelujah"/>
              </a:rPr>
              <a:t>Demo 3</a:t>
            </a:r>
            <a:endParaRPr sz="9600">
              <a:latin typeface="Gloria Hallelujah"/>
              <a:ea typeface="Gloria Hallelujah"/>
              <a:cs typeface="Gloria Hallelujah"/>
              <a:sym typeface="Gloria Hallelujah"/>
            </a:endParaRPr>
          </a:p>
        </p:txBody>
      </p:sp>
      <p:sp>
        <p:nvSpPr>
          <p:cNvPr id="1146" name="Google Shape;1146;p60"/>
          <p:cNvSpPr/>
          <p:nvPr/>
        </p:nvSpPr>
        <p:spPr>
          <a:xfrm>
            <a:off x="7476860" y="669567"/>
            <a:ext cx="618809" cy="658986"/>
          </a:xfrm>
          <a:custGeom>
            <a:rect b="b" l="l" r="r" t="t"/>
            <a:pathLst>
              <a:path extrusionOk="0" h="8923" w="8645">
                <a:moveTo>
                  <a:pt x="4836" y="342"/>
                </a:moveTo>
                <a:lnTo>
                  <a:pt x="4943" y="385"/>
                </a:lnTo>
                <a:lnTo>
                  <a:pt x="4964" y="407"/>
                </a:lnTo>
                <a:lnTo>
                  <a:pt x="4964" y="428"/>
                </a:lnTo>
                <a:lnTo>
                  <a:pt x="4921" y="471"/>
                </a:lnTo>
                <a:lnTo>
                  <a:pt x="4879" y="492"/>
                </a:lnTo>
                <a:lnTo>
                  <a:pt x="4814" y="492"/>
                </a:lnTo>
                <a:lnTo>
                  <a:pt x="4772" y="471"/>
                </a:lnTo>
                <a:lnTo>
                  <a:pt x="4750" y="449"/>
                </a:lnTo>
                <a:lnTo>
                  <a:pt x="4772" y="428"/>
                </a:lnTo>
                <a:lnTo>
                  <a:pt x="4836" y="342"/>
                </a:lnTo>
                <a:close/>
                <a:moveTo>
                  <a:pt x="1840" y="471"/>
                </a:moveTo>
                <a:lnTo>
                  <a:pt x="1883" y="514"/>
                </a:lnTo>
                <a:lnTo>
                  <a:pt x="1926" y="556"/>
                </a:lnTo>
                <a:lnTo>
                  <a:pt x="1947" y="706"/>
                </a:lnTo>
                <a:lnTo>
                  <a:pt x="1969" y="856"/>
                </a:lnTo>
                <a:lnTo>
                  <a:pt x="1969" y="984"/>
                </a:lnTo>
                <a:lnTo>
                  <a:pt x="1969" y="1134"/>
                </a:lnTo>
                <a:lnTo>
                  <a:pt x="1969" y="1348"/>
                </a:lnTo>
                <a:lnTo>
                  <a:pt x="1947" y="1541"/>
                </a:lnTo>
                <a:lnTo>
                  <a:pt x="1905" y="1626"/>
                </a:lnTo>
                <a:lnTo>
                  <a:pt x="1862" y="1690"/>
                </a:lnTo>
                <a:lnTo>
                  <a:pt x="1776" y="1755"/>
                </a:lnTo>
                <a:lnTo>
                  <a:pt x="1755" y="1733"/>
                </a:lnTo>
                <a:lnTo>
                  <a:pt x="1755" y="1712"/>
                </a:lnTo>
                <a:lnTo>
                  <a:pt x="1798" y="1541"/>
                </a:lnTo>
                <a:lnTo>
                  <a:pt x="1798" y="1455"/>
                </a:lnTo>
                <a:lnTo>
                  <a:pt x="1798" y="1412"/>
                </a:lnTo>
                <a:lnTo>
                  <a:pt x="1776" y="1369"/>
                </a:lnTo>
                <a:lnTo>
                  <a:pt x="1755" y="1284"/>
                </a:lnTo>
                <a:lnTo>
                  <a:pt x="1733" y="1156"/>
                </a:lnTo>
                <a:lnTo>
                  <a:pt x="1733" y="1006"/>
                </a:lnTo>
                <a:lnTo>
                  <a:pt x="1691" y="835"/>
                </a:lnTo>
                <a:lnTo>
                  <a:pt x="1691" y="770"/>
                </a:lnTo>
                <a:lnTo>
                  <a:pt x="1712" y="685"/>
                </a:lnTo>
                <a:lnTo>
                  <a:pt x="1776" y="556"/>
                </a:lnTo>
                <a:lnTo>
                  <a:pt x="1819" y="492"/>
                </a:lnTo>
                <a:lnTo>
                  <a:pt x="1840" y="471"/>
                </a:lnTo>
                <a:close/>
                <a:moveTo>
                  <a:pt x="1691" y="107"/>
                </a:moveTo>
                <a:lnTo>
                  <a:pt x="1584" y="129"/>
                </a:lnTo>
                <a:lnTo>
                  <a:pt x="1498" y="150"/>
                </a:lnTo>
                <a:lnTo>
                  <a:pt x="1434" y="193"/>
                </a:lnTo>
                <a:lnTo>
                  <a:pt x="1348" y="236"/>
                </a:lnTo>
                <a:lnTo>
                  <a:pt x="1241" y="364"/>
                </a:lnTo>
                <a:lnTo>
                  <a:pt x="1156" y="535"/>
                </a:lnTo>
                <a:lnTo>
                  <a:pt x="1092" y="728"/>
                </a:lnTo>
                <a:lnTo>
                  <a:pt x="1070" y="813"/>
                </a:lnTo>
                <a:lnTo>
                  <a:pt x="1006" y="877"/>
                </a:lnTo>
                <a:lnTo>
                  <a:pt x="942" y="963"/>
                </a:lnTo>
                <a:lnTo>
                  <a:pt x="878" y="1027"/>
                </a:lnTo>
                <a:lnTo>
                  <a:pt x="835" y="1091"/>
                </a:lnTo>
                <a:lnTo>
                  <a:pt x="813" y="1156"/>
                </a:lnTo>
                <a:lnTo>
                  <a:pt x="835" y="1198"/>
                </a:lnTo>
                <a:lnTo>
                  <a:pt x="835" y="1262"/>
                </a:lnTo>
                <a:lnTo>
                  <a:pt x="878" y="1305"/>
                </a:lnTo>
                <a:lnTo>
                  <a:pt x="963" y="1391"/>
                </a:lnTo>
                <a:lnTo>
                  <a:pt x="1070" y="1541"/>
                </a:lnTo>
                <a:lnTo>
                  <a:pt x="1156" y="1712"/>
                </a:lnTo>
                <a:lnTo>
                  <a:pt x="1241" y="1883"/>
                </a:lnTo>
                <a:lnTo>
                  <a:pt x="1370" y="2033"/>
                </a:lnTo>
                <a:lnTo>
                  <a:pt x="1455" y="2097"/>
                </a:lnTo>
                <a:lnTo>
                  <a:pt x="1541" y="2140"/>
                </a:lnTo>
                <a:lnTo>
                  <a:pt x="1626" y="2183"/>
                </a:lnTo>
                <a:lnTo>
                  <a:pt x="1733" y="2204"/>
                </a:lnTo>
                <a:lnTo>
                  <a:pt x="1840" y="2183"/>
                </a:lnTo>
                <a:lnTo>
                  <a:pt x="1905" y="2140"/>
                </a:lnTo>
                <a:lnTo>
                  <a:pt x="1990" y="2097"/>
                </a:lnTo>
                <a:lnTo>
                  <a:pt x="2033" y="2033"/>
                </a:lnTo>
                <a:lnTo>
                  <a:pt x="2119" y="1862"/>
                </a:lnTo>
                <a:lnTo>
                  <a:pt x="2183" y="1690"/>
                </a:lnTo>
                <a:lnTo>
                  <a:pt x="2247" y="1498"/>
                </a:lnTo>
                <a:lnTo>
                  <a:pt x="2290" y="1434"/>
                </a:lnTo>
                <a:lnTo>
                  <a:pt x="2332" y="1348"/>
                </a:lnTo>
                <a:lnTo>
                  <a:pt x="2439" y="1241"/>
                </a:lnTo>
                <a:lnTo>
                  <a:pt x="2461" y="1198"/>
                </a:lnTo>
                <a:lnTo>
                  <a:pt x="2461" y="1113"/>
                </a:lnTo>
                <a:lnTo>
                  <a:pt x="2461" y="1027"/>
                </a:lnTo>
                <a:lnTo>
                  <a:pt x="2418" y="984"/>
                </a:lnTo>
                <a:lnTo>
                  <a:pt x="2354" y="920"/>
                </a:lnTo>
                <a:lnTo>
                  <a:pt x="2311" y="877"/>
                </a:lnTo>
                <a:lnTo>
                  <a:pt x="2247" y="792"/>
                </a:lnTo>
                <a:lnTo>
                  <a:pt x="2226" y="706"/>
                </a:lnTo>
                <a:lnTo>
                  <a:pt x="2204" y="492"/>
                </a:lnTo>
                <a:lnTo>
                  <a:pt x="2183" y="407"/>
                </a:lnTo>
                <a:lnTo>
                  <a:pt x="2140" y="321"/>
                </a:lnTo>
                <a:lnTo>
                  <a:pt x="2076" y="257"/>
                </a:lnTo>
                <a:lnTo>
                  <a:pt x="2012" y="193"/>
                </a:lnTo>
                <a:lnTo>
                  <a:pt x="1947" y="150"/>
                </a:lnTo>
                <a:lnTo>
                  <a:pt x="1862" y="129"/>
                </a:lnTo>
                <a:lnTo>
                  <a:pt x="1776" y="107"/>
                </a:lnTo>
                <a:close/>
                <a:moveTo>
                  <a:pt x="7275" y="1904"/>
                </a:moveTo>
                <a:lnTo>
                  <a:pt x="7211" y="1947"/>
                </a:lnTo>
                <a:lnTo>
                  <a:pt x="7168" y="1990"/>
                </a:lnTo>
                <a:lnTo>
                  <a:pt x="7104" y="2054"/>
                </a:lnTo>
                <a:lnTo>
                  <a:pt x="7040" y="2225"/>
                </a:lnTo>
                <a:lnTo>
                  <a:pt x="6954" y="2568"/>
                </a:lnTo>
                <a:lnTo>
                  <a:pt x="6911" y="2717"/>
                </a:lnTo>
                <a:lnTo>
                  <a:pt x="6868" y="2739"/>
                </a:lnTo>
                <a:lnTo>
                  <a:pt x="6847" y="2760"/>
                </a:lnTo>
                <a:lnTo>
                  <a:pt x="6740" y="2739"/>
                </a:lnTo>
                <a:lnTo>
                  <a:pt x="6590" y="2696"/>
                </a:lnTo>
                <a:lnTo>
                  <a:pt x="6440" y="2717"/>
                </a:lnTo>
                <a:lnTo>
                  <a:pt x="6291" y="2760"/>
                </a:lnTo>
                <a:lnTo>
                  <a:pt x="6162" y="2846"/>
                </a:lnTo>
                <a:lnTo>
                  <a:pt x="6055" y="2953"/>
                </a:lnTo>
                <a:lnTo>
                  <a:pt x="5970" y="3081"/>
                </a:lnTo>
                <a:lnTo>
                  <a:pt x="5906" y="3188"/>
                </a:lnTo>
                <a:lnTo>
                  <a:pt x="5863" y="3231"/>
                </a:lnTo>
                <a:lnTo>
                  <a:pt x="5799" y="3274"/>
                </a:lnTo>
                <a:lnTo>
                  <a:pt x="5756" y="3295"/>
                </a:lnTo>
                <a:lnTo>
                  <a:pt x="5670" y="3295"/>
                </a:lnTo>
                <a:lnTo>
                  <a:pt x="5542" y="3252"/>
                </a:lnTo>
                <a:lnTo>
                  <a:pt x="5435" y="3210"/>
                </a:lnTo>
                <a:lnTo>
                  <a:pt x="5392" y="3188"/>
                </a:lnTo>
                <a:lnTo>
                  <a:pt x="5328" y="3188"/>
                </a:lnTo>
                <a:lnTo>
                  <a:pt x="5264" y="3210"/>
                </a:lnTo>
                <a:lnTo>
                  <a:pt x="5178" y="3231"/>
                </a:lnTo>
                <a:lnTo>
                  <a:pt x="5007" y="3338"/>
                </a:lnTo>
                <a:lnTo>
                  <a:pt x="4836" y="3445"/>
                </a:lnTo>
                <a:lnTo>
                  <a:pt x="4665" y="3552"/>
                </a:lnTo>
                <a:lnTo>
                  <a:pt x="4472" y="3659"/>
                </a:lnTo>
                <a:lnTo>
                  <a:pt x="4215" y="3766"/>
                </a:lnTo>
                <a:lnTo>
                  <a:pt x="4087" y="3851"/>
                </a:lnTo>
                <a:lnTo>
                  <a:pt x="4044" y="3894"/>
                </a:lnTo>
                <a:lnTo>
                  <a:pt x="4023" y="3958"/>
                </a:lnTo>
                <a:lnTo>
                  <a:pt x="4023" y="4023"/>
                </a:lnTo>
                <a:lnTo>
                  <a:pt x="4044" y="4065"/>
                </a:lnTo>
                <a:lnTo>
                  <a:pt x="4108" y="4108"/>
                </a:lnTo>
                <a:lnTo>
                  <a:pt x="4173" y="4108"/>
                </a:lnTo>
                <a:lnTo>
                  <a:pt x="4322" y="4087"/>
                </a:lnTo>
                <a:lnTo>
                  <a:pt x="4536" y="4023"/>
                </a:lnTo>
                <a:lnTo>
                  <a:pt x="4729" y="3937"/>
                </a:lnTo>
                <a:lnTo>
                  <a:pt x="4921" y="3851"/>
                </a:lnTo>
                <a:lnTo>
                  <a:pt x="5178" y="3723"/>
                </a:lnTo>
                <a:lnTo>
                  <a:pt x="5264" y="3659"/>
                </a:lnTo>
                <a:lnTo>
                  <a:pt x="5328" y="3637"/>
                </a:lnTo>
                <a:lnTo>
                  <a:pt x="5392" y="3637"/>
                </a:lnTo>
                <a:lnTo>
                  <a:pt x="5435" y="3659"/>
                </a:lnTo>
                <a:lnTo>
                  <a:pt x="5563" y="3723"/>
                </a:lnTo>
                <a:lnTo>
                  <a:pt x="5713" y="3787"/>
                </a:lnTo>
                <a:lnTo>
                  <a:pt x="5863" y="3830"/>
                </a:lnTo>
                <a:lnTo>
                  <a:pt x="5970" y="3809"/>
                </a:lnTo>
                <a:lnTo>
                  <a:pt x="6055" y="3766"/>
                </a:lnTo>
                <a:lnTo>
                  <a:pt x="6141" y="3659"/>
                </a:lnTo>
                <a:lnTo>
                  <a:pt x="6205" y="3530"/>
                </a:lnTo>
                <a:lnTo>
                  <a:pt x="6291" y="3359"/>
                </a:lnTo>
                <a:lnTo>
                  <a:pt x="6398" y="3231"/>
                </a:lnTo>
                <a:lnTo>
                  <a:pt x="6462" y="3188"/>
                </a:lnTo>
                <a:lnTo>
                  <a:pt x="6505" y="3167"/>
                </a:lnTo>
                <a:lnTo>
                  <a:pt x="6590" y="3167"/>
                </a:lnTo>
                <a:lnTo>
                  <a:pt x="6676" y="3188"/>
                </a:lnTo>
                <a:lnTo>
                  <a:pt x="6826" y="3274"/>
                </a:lnTo>
                <a:lnTo>
                  <a:pt x="6911" y="3316"/>
                </a:lnTo>
                <a:lnTo>
                  <a:pt x="6997" y="3359"/>
                </a:lnTo>
                <a:lnTo>
                  <a:pt x="7082" y="3359"/>
                </a:lnTo>
                <a:lnTo>
                  <a:pt x="7168" y="3338"/>
                </a:lnTo>
                <a:lnTo>
                  <a:pt x="7232" y="3316"/>
                </a:lnTo>
                <a:lnTo>
                  <a:pt x="7275" y="3252"/>
                </a:lnTo>
                <a:lnTo>
                  <a:pt x="7318" y="3188"/>
                </a:lnTo>
                <a:lnTo>
                  <a:pt x="7339" y="3124"/>
                </a:lnTo>
                <a:lnTo>
                  <a:pt x="7382" y="2974"/>
                </a:lnTo>
                <a:lnTo>
                  <a:pt x="7403" y="2846"/>
                </a:lnTo>
                <a:lnTo>
                  <a:pt x="7510" y="2503"/>
                </a:lnTo>
                <a:lnTo>
                  <a:pt x="7596" y="2161"/>
                </a:lnTo>
                <a:lnTo>
                  <a:pt x="7596" y="2097"/>
                </a:lnTo>
                <a:lnTo>
                  <a:pt x="7553" y="2033"/>
                </a:lnTo>
                <a:lnTo>
                  <a:pt x="7532" y="1969"/>
                </a:lnTo>
                <a:lnTo>
                  <a:pt x="7467" y="1926"/>
                </a:lnTo>
                <a:lnTo>
                  <a:pt x="7425" y="1904"/>
                </a:lnTo>
                <a:close/>
                <a:moveTo>
                  <a:pt x="4729" y="0"/>
                </a:moveTo>
                <a:lnTo>
                  <a:pt x="4643" y="22"/>
                </a:lnTo>
                <a:lnTo>
                  <a:pt x="4600" y="43"/>
                </a:lnTo>
                <a:lnTo>
                  <a:pt x="4558" y="86"/>
                </a:lnTo>
                <a:lnTo>
                  <a:pt x="4536" y="150"/>
                </a:lnTo>
                <a:lnTo>
                  <a:pt x="4515" y="321"/>
                </a:lnTo>
                <a:lnTo>
                  <a:pt x="4515" y="449"/>
                </a:lnTo>
                <a:lnTo>
                  <a:pt x="4493" y="514"/>
                </a:lnTo>
                <a:lnTo>
                  <a:pt x="4472" y="556"/>
                </a:lnTo>
                <a:lnTo>
                  <a:pt x="4408" y="599"/>
                </a:lnTo>
                <a:lnTo>
                  <a:pt x="4301" y="621"/>
                </a:lnTo>
                <a:lnTo>
                  <a:pt x="4087" y="621"/>
                </a:lnTo>
                <a:lnTo>
                  <a:pt x="3680" y="599"/>
                </a:lnTo>
                <a:lnTo>
                  <a:pt x="3274" y="599"/>
                </a:lnTo>
                <a:lnTo>
                  <a:pt x="3146" y="621"/>
                </a:lnTo>
                <a:lnTo>
                  <a:pt x="3039" y="663"/>
                </a:lnTo>
                <a:lnTo>
                  <a:pt x="2974" y="706"/>
                </a:lnTo>
                <a:lnTo>
                  <a:pt x="2932" y="770"/>
                </a:lnTo>
                <a:lnTo>
                  <a:pt x="2910" y="835"/>
                </a:lnTo>
                <a:lnTo>
                  <a:pt x="2932" y="877"/>
                </a:lnTo>
                <a:lnTo>
                  <a:pt x="2974" y="920"/>
                </a:lnTo>
                <a:lnTo>
                  <a:pt x="3039" y="963"/>
                </a:lnTo>
                <a:lnTo>
                  <a:pt x="3231" y="1006"/>
                </a:lnTo>
                <a:lnTo>
                  <a:pt x="3466" y="1027"/>
                </a:lnTo>
                <a:lnTo>
                  <a:pt x="3916" y="1027"/>
                </a:lnTo>
                <a:lnTo>
                  <a:pt x="4215" y="1006"/>
                </a:lnTo>
                <a:lnTo>
                  <a:pt x="5007" y="984"/>
                </a:lnTo>
                <a:lnTo>
                  <a:pt x="5799" y="963"/>
                </a:lnTo>
                <a:lnTo>
                  <a:pt x="6590" y="942"/>
                </a:lnTo>
                <a:lnTo>
                  <a:pt x="6975" y="963"/>
                </a:lnTo>
                <a:lnTo>
                  <a:pt x="7360" y="984"/>
                </a:lnTo>
                <a:lnTo>
                  <a:pt x="7596" y="984"/>
                </a:lnTo>
                <a:lnTo>
                  <a:pt x="7810" y="963"/>
                </a:lnTo>
                <a:lnTo>
                  <a:pt x="7938" y="942"/>
                </a:lnTo>
                <a:lnTo>
                  <a:pt x="8024" y="942"/>
                </a:lnTo>
                <a:lnTo>
                  <a:pt x="8088" y="963"/>
                </a:lnTo>
                <a:lnTo>
                  <a:pt x="8109" y="1049"/>
                </a:lnTo>
                <a:lnTo>
                  <a:pt x="8131" y="1177"/>
                </a:lnTo>
                <a:lnTo>
                  <a:pt x="8131" y="1412"/>
                </a:lnTo>
                <a:lnTo>
                  <a:pt x="8109" y="1776"/>
                </a:lnTo>
                <a:lnTo>
                  <a:pt x="8088" y="2161"/>
                </a:lnTo>
                <a:lnTo>
                  <a:pt x="8088" y="2525"/>
                </a:lnTo>
                <a:lnTo>
                  <a:pt x="8109" y="2717"/>
                </a:lnTo>
                <a:lnTo>
                  <a:pt x="8131" y="2910"/>
                </a:lnTo>
                <a:lnTo>
                  <a:pt x="8174" y="3103"/>
                </a:lnTo>
                <a:lnTo>
                  <a:pt x="8174" y="3316"/>
                </a:lnTo>
                <a:lnTo>
                  <a:pt x="8174" y="3744"/>
                </a:lnTo>
                <a:lnTo>
                  <a:pt x="8131" y="4579"/>
                </a:lnTo>
                <a:lnTo>
                  <a:pt x="8131" y="4750"/>
                </a:lnTo>
                <a:lnTo>
                  <a:pt x="8109" y="4857"/>
                </a:lnTo>
                <a:lnTo>
                  <a:pt x="8088" y="4900"/>
                </a:lnTo>
                <a:lnTo>
                  <a:pt x="8067" y="4921"/>
                </a:lnTo>
                <a:lnTo>
                  <a:pt x="7917" y="4964"/>
                </a:lnTo>
                <a:lnTo>
                  <a:pt x="7574" y="4985"/>
                </a:lnTo>
                <a:lnTo>
                  <a:pt x="7232" y="5028"/>
                </a:lnTo>
                <a:lnTo>
                  <a:pt x="6205" y="5028"/>
                </a:lnTo>
                <a:lnTo>
                  <a:pt x="5841" y="5050"/>
                </a:lnTo>
                <a:lnTo>
                  <a:pt x="5435" y="5071"/>
                </a:lnTo>
                <a:lnTo>
                  <a:pt x="5028" y="5092"/>
                </a:lnTo>
                <a:lnTo>
                  <a:pt x="4194" y="5114"/>
                </a:lnTo>
                <a:lnTo>
                  <a:pt x="4023" y="5092"/>
                </a:lnTo>
                <a:lnTo>
                  <a:pt x="3787" y="5092"/>
                </a:lnTo>
                <a:lnTo>
                  <a:pt x="3659" y="5114"/>
                </a:lnTo>
                <a:lnTo>
                  <a:pt x="3552" y="5135"/>
                </a:lnTo>
                <a:lnTo>
                  <a:pt x="3466" y="5178"/>
                </a:lnTo>
                <a:lnTo>
                  <a:pt x="3424" y="5242"/>
                </a:lnTo>
                <a:lnTo>
                  <a:pt x="3402" y="5306"/>
                </a:lnTo>
                <a:lnTo>
                  <a:pt x="3402" y="5349"/>
                </a:lnTo>
                <a:lnTo>
                  <a:pt x="3424" y="5392"/>
                </a:lnTo>
                <a:lnTo>
                  <a:pt x="3466" y="5413"/>
                </a:lnTo>
                <a:lnTo>
                  <a:pt x="3573" y="5456"/>
                </a:lnTo>
                <a:lnTo>
                  <a:pt x="3680" y="5477"/>
                </a:lnTo>
                <a:lnTo>
                  <a:pt x="4194" y="5477"/>
                </a:lnTo>
                <a:lnTo>
                  <a:pt x="4279" y="5499"/>
                </a:lnTo>
                <a:lnTo>
                  <a:pt x="4344" y="5542"/>
                </a:lnTo>
                <a:lnTo>
                  <a:pt x="4365" y="5584"/>
                </a:lnTo>
                <a:lnTo>
                  <a:pt x="4386" y="5627"/>
                </a:lnTo>
                <a:lnTo>
                  <a:pt x="4429" y="5691"/>
                </a:lnTo>
                <a:lnTo>
                  <a:pt x="4451" y="5734"/>
                </a:lnTo>
                <a:lnTo>
                  <a:pt x="4493" y="5777"/>
                </a:lnTo>
                <a:lnTo>
                  <a:pt x="4558" y="5798"/>
                </a:lnTo>
                <a:lnTo>
                  <a:pt x="4622" y="5820"/>
                </a:lnTo>
                <a:lnTo>
                  <a:pt x="4665" y="5841"/>
                </a:lnTo>
                <a:lnTo>
                  <a:pt x="4686" y="5905"/>
                </a:lnTo>
                <a:lnTo>
                  <a:pt x="4686" y="5991"/>
                </a:lnTo>
                <a:lnTo>
                  <a:pt x="4686" y="6226"/>
                </a:lnTo>
                <a:lnTo>
                  <a:pt x="4686" y="6440"/>
                </a:lnTo>
                <a:lnTo>
                  <a:pt x="4643" y="6611"/>
                </a:lnTo>
                <a:lnTo>
                  <a:pt x="4622" y="6676"/>
                </a:lnTo>
                <a:lnTo>
                  <a:pt x="4579" y="6761"/>
                </a:lnTo>
                <a:lnTo>
                  <a:pt x="4472" y="6868"/>
                </a:lnTo>
                <a:lnTo>
                  <a:pt x="4215" y="7082"/>
                </a:lnTo>
                <a:lnTo>
                  <a:pt x="3959" y="7275"/>
                </a:lnTo>
                <a:lnTo>
                  <a:pt x="3787" y="7403"/>
                </a:lnTo>
                <a:lnTo>
                  <a:pt x="3638" y="7531"/>
                </a:lnTo>
                <a:lnTo>
                  <a:pt x="3509" y="7681"/>
                </a:lnTo>
                <a:lnTo>
                  <a:pt x="3466" y="7745"/>
                </a:lnTo>
                <a:lnTo>
                  <a:pt x="3424" y="7831"/>
                </a:lnTo>
                <a:lnTo>
                  <a:pt x="3402" y="7917"/>
                </a:lnTo>
                <a:lnTo>
                  <a:pt x="3424" y="7981"/>
                </a:lnTo>
                <a:lnTo>
                  <a:pt x="3445" y="8066"/>
                </a:lnTo>
                <a:lnTo>
                  <a:pt x="3488" y="8131"/>
                </a:lnTo>
                <a:lnTo>
                  <a:pt x="3552" y="8173"/>
                </a:lnTo>
                <a:lnTo>
                  <a:pt x="3616" y="8195"/>
                </a:lnTo>
                <a:lnTo>
                  <a:pt x="3680" y="8216"/>
                </a:lnTo>
                <a:lnTo>
                  <a:pt x="3766" y="8195"/>
                </a:lnTo>
                <a:lnTo>
                  <a:pt x="3916" y="8131"/>
                </a:lnTo>
                <a:lnTo>
                  <a:pt x="4066" y="8002"/>
                </a:lnTo>
                <a:lnTo>
                  <a:pt x="4215" y="7874"/>
                </a:lnTo>
                <a:lnTo>
                  <a:pt x="4365" y="7724"/>
                </a:lnTo>
                <a:lnTo>
                  <a:pt x="4558" y="7510"/>
                </a:lnTo>
                <a:lnTo>
                  <a:pt x="4707" y="7382"/>
                </a:lnTo>
                <a:lnTo>
                  <a:pt x="4772" y="7339"/>
                </a:lnTo>
                <a:lnTo>
                  <a:pt x="4814" y="7317"/>
                </a:lnTo>
                <a:lnTo>
                  <a:pt x="4879" y="7296"/>
                </a:lnTo>
                <a:lnTo>
                  <a:pt x="4943" y="7317"/>
                </a:lnTo>
                <a:lnTo>
                  <a:pt x="5007" y="7339"/>
                </a:lnTo>
                <a:lnTo>
                  <a:pt x="5093" y="7403"/>
                </a:lnTo>
                <a:lnTo>
                  <a:pt x="5413" y="7617"/>
                </a:lnTo>
                <a:lnTo>
                  <a:pt x="5734" y="7831"/>
                </a:lnTo>
                <a:lnTo>
                  <a:pt x="5948" y="8024"/>
                </a:lnTo>
                <a:lnTo>
                  <a:pt x="6098" y="8131"/>
                </a:lnTo>
                <a:lnTo>
                  <a:pt x="6248" y="8216"/>
                </a:lnTo>
                <a:lnTo>
                  <a:pt x="6398" y="8280"/>
                </a:lnTo>
                <a:lnTo>
                  <a:pt x="6526" y="8280"/>
                </a:lnTo>
                <a:lnTo>
                  <a:pt x="6590" y="8259"/>
                </a:lnTo>
                <a:lnTo>
                  <a:pt x="6633" y="8216"/>
                </a:lnTo>
                <a:lnTo>
                  <a:pt x="6676" y="8173"/>
                </a:lnTo>
                <a:lnTo>
                  <a:pt x="6697" y="8066"/>
                </a:lnTo>
                <a:lnTo>
                  <a:pt x="6697" y="8002"/>
                </a:lnTo>
                <a:lnTo>
                  <a:pt x="6697" y="7917"/>
                </a:lnTo>
                <a:lnTo>
                  <a:pt x="6654" y="7852"/>
                </a:lnTo>
                <a:lnTo>
                  <a:pt x="6612" y="7788"/>
                </a:lnTo>
                <a:lnTo>
                  <a:pt x="6505" y="7660"/>
                </a:lnTo>
                <a:lnTo>
                  <a:pt x="6355" y="7553"/>
                </a:lnTo>
                <a:lnTo>
                  <a:pt x="6013" y="7339"/>
                </a:lnTo>
                <a:lnTo>
                  <a:pt x="5863" y="7253"/>
                </a:lnTo>
                <a:lnTo>
                  <a:pt x="5777" y="7146"/>
                </a:lnTo>
                <a:lnTo>
                  <a:pt x="5884" y="7125"/>
                </a:lnTo>
                <a:lnTo>
                  <a:pt x="5991" y="7125"/>
                </a:lnTo>
                <a:lnTo>
                  <a:pt x="6205" y="7168"/>
                </a:lnTo>
                <a:lnTo>
                  <a:pt x="6419" y="7211"/>
                </a:lnTo>
                <a:lnTo>
                  <a:pt x="6547" y="7232"/>
                </a:lnTo>
                <a:lnTo>
                  <a:pt x="6633" y="7232"/>
                </a:lnTo>
                <a:lnTo>
                  <a:pt x="6740" y="7211"/>
                </a:lnTo>
                <a:lnTo>
                  <a:pt x="6804" y="7189"/>
                </a:lnTo>
                <a:lnTo>
                  <a:pt x="6868" y="7146"/>
                </a:lnTo>
                <a:lnTo>
                  <a:pt x="6890" y="7082"/>
                </a:lnTo>
                <a:lnTo>
                  <a:pt x="6911" y="7018"/>
                </a:lnTo>
                <a:lnTo>
                  <a:pt x="6911" y="6932"/>
                </a:lnTo>
                <a:lnTo>
                  <a:pt x="6868" y="6868"/>
                </a:lnTo>
                <a:lnTo>
                  <a:pt x="6804" y="6783"/>
                </a:lnTo>
                <a:lnTo>
                  <a:pt x="6740" y="6740"/>
                </a:lnTo>
                <a:lnTo>
                  <a:pt x="6654" y="6697"/>
                </a:lnTo>
                <a:lnTo>
                  <a:pt x="6440" y="6654"/>
                </a:lnTo>
                <a:lnTo>
                  <a:pt x="6034" y="6633"/>
                </a:lnTo>
                <a:lnTo>
                  <a:pt x="5606" y="6633"/>
                </a:lnTo>
                <a:lnTo>
                  <a:pt x="5478" y="6611"/>
                </a:lnTo>
                <a:lnTo>
                  <a:pt x="5392" y="6590"/>
                </a:lnTo>
                <a:lnTo>
                  <a:pt x="5306" y="6547"/>
                </a:lnTo>
                <a:lnTo>
                  <a:pt x="5242" y="6504"/>
                </a:lnTo>
                <a:lnTo>
                  <a:pt x="5200" y="6397"/>
                </a:lnTo>
                <a:lnTo>
                  <a:pt x="5178" y="6248"/>
                </a:lnTo>
                <a:lnTo>
                  <a:pt x="5178" y="6012"/>
                </a:lnTo>
                <a:lnTo>
                  <a:pt x="5200" y="5905"/>
                </a:lnTo>
                <a:lnTo>
                  <a:pt x="5221" y="5841"/>
                </a:lnTo>
                <a:lnTo>
                  <a:pt x="5285" y="5820"/>
                </a:lnTo>
                <a:lnTo>
                  <a:pt x="5349" y="5756"/>
                </a:lnTo>
                <a:lnTo>
                  <a:pt x="5478" y="5670"/>
                </a:lnTo>
                <a:lnTo>
                  <a:pt x="5563" y="5584"/>
                </a:lnTo>
                <a:lnTo>
                  <a:pt x="5649" y="5520"/>
                </a:lnTo>
                <a:lnTo>
                  <a:pt x="5713" y="5499"/>
                </a:lnTo>
                <a:lnTo>
                  <a:pt x="5799" y="5477"/>
                </a:lnTo>
                <a:lnTo>
                  <a:pt x="6055" y="5456"/>
                </a:lnTo>
                <a:lnTo>
                  <a:pt x="6312" y="5456"/>
                </a:lnTo>
                <a:lnTo>
                  <a:pt x="6826" y="5435"/>
                </a:lnTo>
                <a:lnTo>
                  <a:pt x="7339" y="5435"/>
                </a:lnTo>
                <a:lnTo>
                  <a:pt x="7596" y="5413"/>
                </a:lnTo>
                <a:lnTo>
                  <a:pt x="7853" y="5370"/>
                </a:lnTo>
                <a:lnTo>
                  <a:pt x="8045" y="5328"/>
                </a:lnTo>
                <a:lnTo>
                  <a:pt x="8259" y="5285"/>
                </a:lnTo>
                <a:lnTo>
                  <a:pt x="8345" y="5242"/>
                </a:lnTo>
                <a:lnTo>
                  <a:pt x="8430" y="5199"/>
                </a:lnTo>
                <a:lnTo>
                  <a:pt x="8494" y="5135"/>
                </a:lnTo>
                <a:lnTo>
                  <a:pt x="8537" y="5050"/>
                </a:lnTo>
                <a:lnTo>
                  <a:pt x="8559" y="4943"/>
                </a:lnTo>
                <a:lnTo>
                  <a:pt x="8559" y="4836"/>
                </a:lnTo>
                <a:lnTo>
                  <a:pt x="8559" y="4600"/>
                </a:lnTo>
                <a:lnTo>
                  <a:pt x="8601" y="4065"/>
                </a:lnTo>
                <a:lnTo>
                  <a:pt x="8644" y="3552"/>
                </a:lnTo>
                <a:lnTo>
                  <a:pt x="8644" y="3038"/>
                </a:lnTo>
                <a:lnTo>
                  <a:pt x="8644" y="2503"/>
                </a:lnTo>
                <a:lnTo>
                  <a:pt x="8623" y="1990"/>
                </a:lnTo>
                <a:lnTo>
                  <a:pt x="8601" y="984"/>
                </a:lnTo>
                <a:lnTo>
                  <a:pt x="8580" y="813"/>
                </a:lnTo>
                <a:lnTo>
                  <a:pt x="8559" y="770"/>
                </a:lnTo>
                <a:lnTo>
                  <a:pt x="8516" y="728"/>
                </a:lnTo>
                <a:lnTo>
                  <a:pt x="8494" y="706"/>
                </a:lnTo>
                <a:lnTo>
                  <a:pt x="8430" y="663"/>
                </a:lnTo>
                <a:lnTo>
                  <a:pt x="8280" y="621"/>
                </a:lnTo>
                <a:lnTo>
                  <a:pt x="8045" y="578"/>
                </a:lnTo>
                <a:lnTo>
                  <a:pt x="7788" y="535"/>
                </a:lnTo>
                <a:lnTo>
                  <a:pt x="7296" y="492"/>
                </a:lnTo>
                <a:lnTo>
                  <a:pt x="6783" y="471"/>
                </a:lnTo>
                <a:lnTo>
                  <a:pt x="6184" y="471"/>
                </a:lnTo>
                <a:lnTo>
                  <a:pt x="5948" y="492"/>
                </a:lnTo>
                <a:lnTo>
                  <a:pt x="5520" y="514"/>
                </a:lnTo>
                <a:lnTo>
                  <a:pt x="5413" y="492"/>
                </a:lnTo>
                <a:lnTo>
                  <a:pt x="5371" y="471"/>
                </a:lnTo>
                <a:lnTo>
                  <a:pt x="5349" y="428"/>
                </a:lnTo>
                <a:lnTo>
                  <a:pt x="5349" y="364"/>
                </a:lnTo>
                <a:lnTo>
                  <a:pt x="5349" y="214"/>
                </a:lnTo>
                <a:lnTo>
                  <a:pt x="5328" y="150"/>
                </a:lnTo>
                <a:lnTo>
                  <a:pt x="5264" y="64"/>
                </a:lnTo>
                <a:lnTo>
                  <a:pt x="5221" y="43"/>
                </a:lnTo>
                <a:lnTo>
                  <a:pt x="5135" y="22"/>
                </a:lnTo>
                <a:lnTo>
                  <a:pt x="4921" y="0"/>
                </a:lnTo>
                <a:close/>
                <a:moveTo>
                  <a:pt x="1027" y="2247"/>
                </a:moveTo>
                <a:lnTo>
                  <a:pt x="985" y="2268"/>
                </a:lnTo>
                <a:lnTo>
                  <a:pt x="835" y="2311"/>
                </a:lnTo>
                <a:lnTo>
                  <a:pt x="728" y="2396"/>
                </a:lnTo>
                <a:lnTo>
                  <a:pt x="599" y="2482"/>
                </a:lnTo>
                <a:lnTo>
                  <a:pt x="492" y="2589"/>
                </a:lnTo>
                <a:lnTo>
                  <a:pt x="385" y="2696"/>
                </a:lnTo>
                <a:lnTo>
                  <a:pt x="300" y="2824"/>
                </a:lnTo>
                <a:lnTo>
                  <a:pt x="214" y="2953"/>
                </a:lnTo>
                <a:lnTo>
                  <a:pt x="107" y="3231"/>
                </a:lnTo>
                <a:lnTo>
                  <a:pt x="65" y="3381"/>
                </a:lnTo>
                <a:lnTo>
                  <a:pt x="22" y="3530"/>
                </a:lnTo>
                <a:lnTo>
                  <a:pt x="0" y="3851"/>
                </a:lnTo>
                <a:lnTo>
                  <a:pt x="0" y="4472"/>
                </a:lnTo>
                <a:lnTo>
                  <a:pt x="0" y="5264"/>
                </a:lnTo>
                <a:lnTo>
                  <a:pt x="0" y="5520"/>
                </a:lnTo>
                <a:lnTo>
                  <a:pt x="0" y="5670"/>
                </a:lnTo>
                <a:lnTo>
                  <a:pt x="22" y="5734"/>
                </a:lnTo>
                <a:lnTo>
                  <a:pt x="65" y="5777"/>
                </a:lnTo>
                <a:lnTo>
                  <a:pt x="150" y="5863"/>
                </a:lnTo>
                <a:lnTo>
                  <a:pt x="236" y="5905"/>
                </a:lnTo>
                <a:lnTo>
                  <a:pt x="343" y="5884"/>
                </a:lnTo>
                <a:lnTo>
                  <a:pt x="385" y="5863"/>
                </a:lnTo>
                <a:lnTo>
                  <a:pt x="428" y="5841"/>
                </a:lnTo>
                <a:lnTo>
                  <a:pt x="471" y="5777"/>
                </a:lnTo>
                <a:lnTo>
                  <a:pt x="492" y="5713"/>
                </a:lnTo>
                <a:lnTo>
                  <a:pt x="514" y="5563"/>
                </a:lnTo>
                <a:lnTo>
                  <a:pt x="492" y="5264"/>
                </a:lnTo>
                <a:lnTo>
                  <a:pt x="471" y="4729"/>
                </a:lnTo>
                <a:lnTo>
                  <a:pt x="492" y="4450"/>
                </a:lnTo>
                <a:lnTo>
                  <a:pt x="514" y="4194"/>
                </a:lnTo>
                <a:lnTo>
                  <a:pt x="535" y="4001"/>
                </a:lnTo>
                <a:lnTo>
                  <a:pt x="578" y="3723"/>
                </a:lnTo>
                <a:lnTo>
                  <a:pt x="621" y="3573"/>
                </a:lnTo>
                <a:lnTo>
                  <a:pt x="664" y="3466"/>
                </a:lnTo>
                <a:lnTo>
                  <a:pt x="728" y="3402"/>
                </a:lnTo>
                <a:lnTo>
                  <a:pt x="749" y="3381"/>
                </a:lnTo>
                <a:lnTo>
                  <a:pt x="792" y="3381"/>
                </a:lnTo>
                <a:lnTo>
                  <a:pt x="813" y="3423"/>
                </a:lnTo>
                <a:lnTo>
                  <a:pt x="835" y="3530"/>
                </a:lnTo>
                <a:lnTo>
                  <a:pt x="878" y="3873"/>
                </a:lnTo>
                <a:lnTo>
                  <a:pt x="942" y="4429"/>
                </a:lnTo>
                <a:lnTo>
                  <a:pt x="985" y="5071"/>
                </a:lnTo>
                <a:lnTo>
                  <a:pt x="985" y="5713"/>
                </a:lnTo>
                <a:lnTo>
                  <a:pt x="985" y="6355"/>
                </a:lnTo>
                <a:lnTo>
                  <a:pt x="1006" y="6997"/>
                </a:lnTo>
                <a:lnTo>
                  <a:pt x="1070" y="7638"/>
                </a:lnTo>
                <a:lnTo>
                  <a:pt x="1092" y="7981"/>
                </a:lnTo>
                <a:lnTo>
                  <a:pt x="1113" y="8302"/>
                </a:lnTo>
                <a:lnTo>
                  <a:pt x="1113" y="8516"/>
                </a:lnTo>
                <a:lnTo>
                  <a:pt x="1134" y="8644"/>
                </a:lnTo>
                <a:lnTo>
                  <a:pt x="1156" y="8751"/>
                </a:lnTo>
                <a:lnTo>
                  <a:pt x="1220" y="8858"/>
                </a:lnTo>
                <a:lnTo>
                  <a:pt x="1284" y="8922"/>
                </a:lnTo>
                <a:lnTo>
                  <a:pt x="1434" y="8922"/>
                </a:lnTo>
                <a:lnTo>
                  <a:pt x="1519" y="8879"/>
                </a:lnTo>
                <a:lnTo>
                  <a:pt x="1562" y="8858"/>
                </a:lnTo>
                <a:lnTo>
                  <a:pt x="1584" y="8815"/>
                </a:lnTo>
                <a:lnTo>
                  <a:pt x="1648" y="8687"/>
                </a:lnTo>
                <a:lnTo>
                  <a:pt x="1669" y="8537"/>
                </a:lnTo>
                <a:lnTo>
                  <a:pt x="1669" y="8366"/>
                </a:lnTo>
                <a:lnTo>
                  <a:pt x="1669" y="8024"/>
                </a:lnTo>
                <a:lnTo>
                  <a:pt x="1648" y="7745"/>
                </a:lnTo>
                <a:lnTo>
                  <a:pt x="1648" y="7189"/>
                </a:lnTo>
                <a:lnTo>
                  <a:pt x="1605" y="6868"/>
                </a:lnTo>
                <a:lnTo>
                  <a:pt x="1605" y="6676"/>
                </a:lnTo>
                <a:lnTo>
                  <a:pt x="1626" y="6611"/>
                </a:lnTo>
                <a:lnTo>
                  <a:pt x="1648" y="6547"/>
                </a:lnTo>
                <a:lnTo>
                  <a:pt x="1691" y="6483"/>
                </a:lnTo>
                <a:lnTo>
                  <a:pt x="1776" y="6440"/>
                </a:lnTo>
                <a:lnTo>
                  <a:pt x="1905" y="6440"/>
                </a:lnTo>
                <a:lnTo>
                  <a:pt x="1926" y="6462"/>
                </a:lnTo>
                <a:lnTo>
                  <a:pt x="1947" y="6504"/>
                </a:lnTo>
                <a:lnTo>
                  <a:pt x="1969" y="6569"/>
                </a:lnTo>
                <a:lnTo>
                  <a:pt x="1969" y="6718"/>
                </a:lnTo>
                <a:lnTo>
                  <a:pt x="1969" y="7018"/>
                </a:lnTo>
                <a:lnTo>
                  <a:pt x="1990" y="7531"/>
                </a:lnTo>
                <a:lnTo>
                  <a:pt x="2012" y="8024"/>
                </a:lnTo>
                <a:lnTo>
                  <a:pt x="2012" y="8259"/>
                </a:lnTo>
                <a:lnTo>
                  <a:pt x="2033" y="8409"/>
                </a:lnTo>
                <a:lnTo>
                  <a:pt x="2054" y="8537"/>
                </a:lnTo>
                <a:lnTo>
                  <a:pt x="2097" y="8665"/>
                </a:lnTo>
                <a:lnTo>
                  <a:pt x="2161" y="8772"/>
                </a:lnTo>
                <a:lnTo>
                  <a:pt x="2247" y="8837"/>
                </a:lnTo>
                <a:lnTo>
                  <a:pt x="2290" y="8858"/>
                </a:lnTo>
                <a:lnTo>
                  <a:pt x="2418" y="8858"/>
                </a:lnTo>
                <a:lnTo>
                  <a:pt x="2461" y="8837"/>
                </a:lnTo>
                <a:lnTo>
                  <a:pt x="2504" y="8815"/>
                </a:lnTo>
                <a:lnTo>
                  <a:pt x="2546" y="8772"/>
                </a:lnTo>
                <a:lnTo>
                  <a:pt x="2589" y="8687"/>
                </a:lnTo>
                <a:lnTo>
                  <a:pt x="2589" y="8580"/>
                </a:lnTo>
                <a:lnTo>
                  <a:pt x="2568" y="8344"/>
                </a:lnTo>
                <a:lnTo>
                  <a:pt x="2546" y="8131"/>
                </a:lnTo>
                <a:lnTo>
                  <a:pt x="2504" y="6868"/>
                </a:lnTo>
                <a:lnTo>
                  <a:pt x="2482" y="5606"/>
                </a:lnTo>
                <a:lnTo>
                  <a:pt x="2482" y="4450"/>
                </a:lnTo>
                <a:lnTo>
                  <a:pt x="2482" y="4172"/>
                </a:lnTo>
                <a:lnTo>
                  <a:pt x="2504" y="3894"/>
                </a:lnTo>
                <a:lnTo>
                  <a:pt x="2525" y="3616"/>
                </a:lnTo>
                <a:lnTo>
                  <a:pt x="2611" y="3338"/>
                </a:lnTo>
                <a:lnTo>
                  <a:pt x="2675" y="3103"/>
                </a:lnTo>
                <a:lnTo>
                  <a:pt x="2739" y="3017"/>
                </a:lnTo>
                <a:lnTo>
                  <a:pt x="2782" y="2996"/>
                </a:lnTo>
                <a:lnTo>
                  <a:pt x="2825" y="2974"/>
                </a:lnTo>
                <a:lnTo>
                  <a:pt x="2953" y="2974"/>
                </a:lnTo>
                <a:lnTo>
                  <a:pt x="3081" y="3017"/>
                </a:lnTo>
                <a:lnTo>
                  <a:pt x="3317" y="3081"/>
                </a:lnTo>
                <a:lnTo>
                  <a:pt x="3809" y="3167"/>
                </a:lnTo>
                <a:lnTo>
                  <a:pt x="4301" y="3252"/>
                </a:lnTo>
                <a:lnTo>
                  <a:pt x="4429" y="3252"/>
                </a:lnTo>
                <a:lnTo>
                  <a:pt x="4536" y="3274"/>
                </a:lnTo>
                <a:lnTo>
                  <a:pt x="4665" y="3252"/>
                </a:lnTo>
                <a:lnTo>
                  <a:pt x="4707" y="3231"/>
                </a:lnTo>
                <a:lnTo>
                  <a:pt x="4750" y="3188"/>
                </a:lnTo>
                <a:lnTo>
                  <a:pt x="4814" y="3103"/>
                </a:lnTo>
                <a:lnTo>
                  <a:pt x="4836" y="2996"/>
                </a:lnTo>
                <a:lnTo>
                  <a:pt x="4814" y="2910"/>
                </a:lnTo>
                <a:lnTo>
                  <a:pt x="4750" y="2824"/>
                </a:lnTo>
                <a:lnTo>
                  <a:pt x="4665" y="2760"/>
                </a:lnTo>
                <a:lnTo>
                  <a:pt x="4536" y="2717"/>
                </a:lnTo>
                <a:lnTo>
                  <a:pt x="4408" y="2675"/>
                </a:lnTo>
                <a:lnTo>
                  <a:pt x="4258" y="2675"/>
                </a:lnTo>
                <a:lnTo>
                  <a:pt x="3959" y="2632"/>
                </a:lnTo>
                <a:lnTo>
                  <a:pt x="3723" y="2610"/>
                </a:lnTo>
                <a:lnTo>
                  <a:pt x="3167" y="2503"/>
                </a:lnTo>
                <a:lnTo>
                  <a:pt x="2589" y="2396"/>
                </a:lnTo>
                <a:lnTo>
                  <a:pt x="2461" y="2396"/>
                </a:lnTo>
                <a:lnTo>
                  <a:pt x="2354" y="2439"/>
                </a:lnTo>
                <a:lnTo>
                  <a:pt x="2268" y="2503"/>
                </a:lnTo>
                <a:lnTo>
                  <a:pt x="2204" y="2589"/>
                </a:lnTo>
                <a:lnTo>
                  <a:pt x="2097" y="2782"/>
                </a:lnTo>
                <a:lnTo>
                  <a:pt x="2012" y="2889"/>
                </a:lnTo>
                <a:lnTo>
                  <a:pt x="1926" y="2974"/>
                </a:lnTo>
                <a:lnTo>
                  <a:pt x="1883" y="2910"/>
                </a:lnTo>
                <a:lnTo>
                  <a:pt x="1883" y="2824"/>
                </a:lnTo>
                <a:lnTo>
                  <a:pt x="1905" y="2632"/>
                </a:lnTo>
                <a:lnTo>
                  <a:pt x="1883" y="2546"/>
                </a:lnTo>
                <a:lnTo>
                  <a:pt x="1862" y="2482"/>
                </a:lnTo>
                <a:lnTo>
                  <a:pt x="1798" y="2439"/>
                </a:lnTo>
                <a:lnTo>
                  <a:pt x="1712" y="2418"/>
                </a:lnTo>
                <a:lnTo>
                  <a:pt x="1605" y="2439"/>
                </a:lnTo>
                <a:lnTo>
                  <a:pt x="1562" y="2461"/>
                </a:lnTo>
                <a:lnTo>
                  <a:pt x="1541" y="2482"/>
                </a:lnTo>
                <a:lnTo>
                  <a:pt x="1519" y="2568"/>
                </a:lnTo>
                <a:lnTo>
                  <a:pt x="1519" y="2653"/>
                </a:lnTo>
                <a:lnTo>
                  <a:pt x="1562" y="2867"/>
                </a:lnTo>
                <a:lnTo>
                  <a:pt x="1584" y="2953"/>
                </a:lnTo>
                <a:lnTo>
                  <a:pt x="1562" y="3038"/>
                </a:lnTo>
                <a:lnTo>
                  <a:pt x="1455" y="2910"/>
                </a:lnTo>
                <a:lnTo>
                  <a:pt x="1370" y="2739"/>
                </a:lnTo>
                <a:lnTo>
                  <a:pt x="1199" y="2418"/>
                </a:lnTo>
                <a:lnTo>
                  <a:pt x="1134" y="2311"/>
                </a:lnTo>
                <a:lnTo>
                  <a:pt x="1113" y="2268"/>
                </a:lnTo>
                <a:lnTo>
                  <a:pt x="1070" y="2268"/>
                </a:lnTo>
                <a:lnTo>
                  <a:pt x="1027" y="2247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p60"/>
          <p:cNvSpPr txBox="1"/>
          <p:nvPr/>
        </p:nvSpPr>
        <p:spPr>
          <a:xfrm>
            <a:off x="1270800" y="4039400"/>
            <a:ext cx="721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https://github.com/phillip-kruger/graphql-example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p61"/>
          <p:cNvSpPr/>
          <p:nvPr/>
        </p:nvSpPr>
        <p:spPr>
          <a:xfrm>
            <a:off x="1567400" y="1529350"/>
            <a:ext cx="3273000" cy="136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3" name="Google Shape;1153;p61"/>
          <p:cNvSpPr/>
          <p:nvPr/>
        </p:nvSpPr>
        <p:spPr>
          <a:xfrm>
            <a:off x="4900025" y="1529350"/>
            <a:ext cx="3273000" cy="136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4" name="Google Shape;1154;p61"/>
          <p:cNvSpPr/>
          <p:nvPr/>
        </p:nvSpPr>
        <p:spPr>
          <a:xfrm>
            <a:off x="1567400" y="2942750"/>
            <a:ext cx="3273000" cy="136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61"/>
          <p:cNvSpPr/>
          <p:nvPr/>
        </p:nvSpPr>
        <p:spPr>
          <a:xfrm>
            <a:off x="4889925" y="2942750"/>
            <a:ext cx="3273000" cy="136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6" name="Google Shape;1156;p61"/>
          <p:cNvSpPr txBox="1"/>
          <p:nvPr>
            <p:ph idx="1" type="body"/>
          </p:nvPr>
        </p:nvSpPr>
        <p:spPr>
          <a:xfrm>
            <a:off x="1556175" y="1419650"/>
            <a:ext cx="3153600" cy="14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@Query many</a:t>
            </a:r>
            <a:endParaRPr sz="900">
              <a:solidFill>
                <a:srgbClr val="C5392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C5392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@Query</a:t>
            </a:r>
            <a:r>
              <a:rPr lang="en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9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"people"</a:t>
            </a:r>
            <a:r>
              <a:rPr lang="en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9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public</a:t>
            </a:r>
            <a:r>
              <a:rPr lang="en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List</a:t>
            </a:r>
            <a:r>
              <a:rPr lang="en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n" sz="9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Person</a:t>
            </a:r>
            <a:r>
              <a:rPr lang="en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&gt; getPeople(){</a:t>
            </a:r>
            <a:endParaRPr sz="9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personDB.getPeople();</a:t>
            </a:r>
            <a:endParaRPr sz="9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(Demo 4)</a:t>
            </a:r>
            <a:endParaRPr b="1" sz="9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157" name="Google Shape;1157;p61"/>
          <p:cNvSpPr txBox="1"/>
          <p:nvPr>
            <p:ph idx="3" type="body"/>
          </p:nvPr>
        </p:nvSpPr>
        <p:spPr>
          <a:xfrm>
            <a:off x="5019375" y="1419650"/>
            <a:ext cx="3153600" cy="14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@Mutation (add &amp; update)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C5392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@Mutation</a:t>
            </a:r>
            <a:r>
              <a:rPr lang="en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9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"updatePerson"</a:t>
            </a:r>
            <a:r>
              <a:rPr lang="en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9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public</a:t>
            </a:r>
            <a:r>
              <a:rPr lang="en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Person</a:t>
            </a:r>
            <a:r>
              <a:rPr lang="en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updatePerson(</a:t>
            </a:r>
            <a:endParaRPr sz="9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n" sz="9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@Argument</a:t>
            </a:r>
            <a:r>
              <a:rPr lang="en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9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"person"</a:t>
            </a:r>
            <a:r>
              <a:rPr lang="en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lang="en" sz="9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Person</a:t>
            </a:r>
            <a:r>
              <a:rPr lang="en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person){</a:t>
            </a:r>
            <a:endParaRPr sz="9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personDB.updatePerson(person);</a:t>
            </a:r>
            <a:endParaRPr sz="9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(Demo 5)</a:t>
            </a:r>
            <a:endParaRPr sz="900">
              <a:solidFill>
                <a:srgbClr val="C53929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158" name="Google Shape;1158;p61"/>
          <p:cNvSpPr txBox="1"/>
          <p:nvPr>
            <p:ph idx="1" type="body"/>
          </p:nvPr>
        </p:nvSpPr>
        <p:spPr>
          <a:xfrm>
            <a:off x="1556175" y="2891350"/>
            <a:ext cx="3153600" cy="13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people {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surname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159" name="Google Shape;1159;p61"/>
          <p:cNvSpPr txBox="1"/>
          <p:nvPr>
            <p:ph idx="3" type="body"/>
          </p:nvPr>
        </p:nvSpPr>
        <p:spPr>
          <a:xfrm>
            <a:off x="5039475" y="2891450"/>
            <a:ext cx="3133500" cy="13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mutation </a:t>
            </a:r>
            <a:r>
              <a:rPr lang="en" sz="12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CreatePerson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person(person:{names: </a:t>
            </a:r>
            <a:r>
              <a:rPr lang="en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"Piet"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}){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id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160" name="Google Shape;1160;p61"/>
          <p:cNvSpPr txBox="1"/>
          <p:nvPr>
            <p:ph type="title"/>
          </p:nvPr>
        </p:nvSpPr>
        <p:spPr>
          <a:xfrm>
            <a:off x="1556175" y="719375"/>
            <a:ext cx="66168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CONCEPTS</a:t>
            </a:r>
            <a:endParaRPr/>
          </a:p>
        </p:txBody>
      </p:sp>
      <p:sp>
        <p:nvSpPr>
          <p:cNvPr id="1161" name="Google Shape;1161;p61"/>
          <p:cNvSpPr txBox="1"/>
          <p:nvPr>
            <p:ph idx="12" type="sldNum"/>
          </p:nvPr>
        </p:nvSpPr>
        <p:spPr>
          <a:xfrm>
            <a:off x="7899350" y="409842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p62"/>
          <p:cNvSpPr/>
          <p:nvPr/>
        </p:nvSpPr>
        <p:spPr>
          <a:xfrm>
            <a:off x="1567400" y="1529350"/>
            <a:ext cx="3271800" cy="136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7" name="Google Shape;1167;p62"/>
          <p:cNvSpPr/>
          <p:nvPr/>
        </p:nvSpPr>
        <p:spPr>
          <a:xfrm>
            <a:off x="1567400" y="2937000"/>
            <a:ext cx="3271800" cy="136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8" name="Google Shape;1168;p62"/>
          <p:cNvSpPr/>
          <p:nvPr/>
        </p:nvSpPr>
        <p:spPr>
          <a:xfrm>
            <a:off x="4891125" y="1529350"/>
            <a:ext cx="3271800" cy="2769600"/>
          </a:xfrm>
          <a:prstGeom prst="roundRect">
            <a:avLst>
              <a:gd fmla="val 828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9" name="Google Shape;1169;p62"/>
          <p:cNvSpPr txBox="1"/>
          <p:nvPr>
            <p:ph idx="1" type="body"/>
          </p:nvPr>
        </p:nvSpPr>
        <p:spPr>
          <a:xfrm>
            <a:off x="1556175" y="1419650"/>
            <a:ext cx="3153600" cy="14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@Mutation (delete)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C5392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@Mutation</a:t>
            </a:r>
            <a:r>
              <a:rPr lang="en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9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"deletePerson"</a:t>
            </a:r>
            <a:r>
              <a:rPr lang="en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9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public</a:t>
            </a:r>
            <a:r>
              <a:rPr lang="en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Person</a:t>
            </a:r>
            <a:r>
              <a:rPr lang="en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deletePerson(</a:t>
            </a:r>
            <a:endParaRPr sz="9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 @Argument</a:t>
            </a:r>
            <a:r>
              <a:rPr lang="en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9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"id"</a:t>
            </a:r>
            <a:r>
              <a:rPr lang="en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 </a:t>
            </a:r>
            <a:r>
              <a:rPr lang="en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id){</a:t>
            </a:r>
            <a:endParaRPr sz="9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personDB.deletePerson(id);</a:t>
            </a:r>
            <a:endParaRPr sz="9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00"/>
          </a:p>
        </p:txBody>
      </p:sp>
      <p:sp>
        <p:nvSpPr>
          <p:cNvPr id="1170" name="Google Shape;1170;p62"/>
          <p:cNvSpPr txBox="1"/>
          <p:nvPr>
            <p:ph idx="3" type="body"/>
          </p:nvPr>
        </p:nvSpPr>
        <p:spPr>
          <a:xfrm>
            <a:off x="5019375" y="1419650"/>
            <a:ext cx="3271800" cy="28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Fragments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C5392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person(personId:</a:t>
            </a:r>
            <a:r>
              <a:rPr lang="en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){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...mobilePerson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fragment mobilePerson on </a:t>
            </a:r>
            <a:r>
              <a:rPr lang="en" sz="12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Person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title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surname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200">
              <a:solidFill>
                <a:srgbClr val="C5392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C53929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171" name="Google Shape;1171;p62"/>
          <p:cNvSpPr txBox="1"/>
          <p:nvPr>
            <p:ph idx="1" type="body"/>
          </p:nvPr>
        </p:nvSpPr>
        <p:spPr>
          <a:xfrm>
            <a:off x="1556175" y="2891450"/>
            <a:ext cx="3153600" cy="13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mutation </a:t>
            </a:r>
            <a:r>
              <a:rPr lang="en" sz="12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DeletePerson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deletePerson(id:</a:t>
            </a:r>
            <a:r>
              <a:rPr lang="en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){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surname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172" name="Google Shape;1172;p62"/>
          <p:cNvSpPr txBox="1"/>
          <p:nvPr>
            <p:ph type="title"/>
          </p:nvPr>
        </p:nvSpPr>
        <p:spPr>
          <a:xfrm>
            <a:off x="1556175" y="719375"/>
            <a:ext cx="66168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CONCEPTS</a:t>
            </a:r>
            <a:endParaRPr/>
          </a:p>
        </p:txBody>
      </p:sp>
      <p:sp>
        <p:nvSpPr>
          <p:cNvPr id="1173" name="Google Shape;1173;p62"/>
          <p:cNvSpPr txBox="1"/>
          <p:nvPr>
            <p:ph idx="12" type="sldNum"/>
          </p:nvPr>
        </p:nvSpPr>
        <p:spPr>
          <a:xfrm>
            <a:off x="7899350" y="409842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p63"/>
          <p:cNvSpPr txBox="1"/>
          <p:nvPr>
            <p:ph type="title"/>
          </p:nvPr>
        </p:nvSpPr>
        <p:spPr>
          <a:xfrm>
            <a:off x="1556175" y="719375"/>
            <a:ext cx="66168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CONCEPTS</a:t>
            </a:r>
            <a:endParaRPr/>
          </a:p>
        </p:txBody>
      </p:sp>
      <p:sp>
        <p:nvSpPr>
          <p:cNvPr id="1179" name="Google Shape;1179;p63"/>
          <p:cNvSpPr txBox="1"/>
          <p:nvPr>
            <p:ph idx="12" type="sldNum"/>
          </p:nvPr>
        </p:nvSpPr>
        <p:spPr>
          <a:xfrm>
            <a:off x="7899350" y="409842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0" name="Google Shape;1180;p63"/>
          <p:cNvSpPr txBox="1"/>
          <p:nvPr/>
        </p:nvSpPr>
        <p:spPr>
          <a:xfrm>
            <a:off x="1666300" y="1419275"/>
            <a:ext cx="65436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@Query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public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2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List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n" sz="12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Person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&gt; personsWithSurname(</a:t>
            </a:r>
            <a:r>
              <a:rPr lang="en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@Argument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"surname"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          </a:t>
            </a:r>
            <a:r>
              <a:rPr b="1" lang="en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@DefaultValue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"Kruger"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          </a:t>
            </a:r>
            <a:r>
              <a:rPr lang="en" sz="12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String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surname) {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query </a:t>
            </a:r>
            <a:r>
              <a:rPr lang="en" sz="12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GetPeopleWithSurname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($surname:</a:t>
            </a:r>
            <a:r>
              <a:rPr lang="en" sz="12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String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= </a:t>
            </a:r>
            <a:r>
              <a:rPr b="1" lang="en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"Green"</a:t>
            </a: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){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personsWithSurname(surname:$surname){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names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1181" name="Google Shape;1181;p63"/>
          <p:cNvCxnSpPr>
            <a:stCxn id="1180" idx="1"/>
            <a:endCxn id="1180" idx="3"/>
          </p:cNvCxnSpPr>
          <p:nvPr/>
        </p:nvCxnSpPr>
        <p:spPr>
          <a:xfrm>
            <a:off x="1666300" y="2919275"/>
            <a:ext cx="6543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2" name="Google Shape;1182;p63"/>
          <p:cNvSpPr/>
          <p:nvPr/>
        </p:nvSpPr>
        <p:spPr>
          <a:xfrm>
            <a:off x="5645675" y="3142400"/>
            <a:ext cx="951000" cy="243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p64"/>
          <p:cNvSpPr txBox="1"/>
          <p:nvPr>
            <p:ph type="title"/>
          </p:nvPr>
        </p:nvSpPr>
        <p:spPr>
          <a:xfrm>
            <a:off x="1556175" y="719375"/>
            <a:ext cx="66168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CONCEPTS</a:t>
            </a:r>
            <a:endParaRPr/>
          </a:p>
        </p:txBody>
      </p:sp>
      <p:sp>
        <p:nvSpPr>
          <p:cNvPr id="1188" name="Google Shape;1188;p64"/>
          <p:cNvSpPr txBox="1"/>
          <p:nvPr>
            <p:ph idx="12" type="sldNum"/>
          </p:nvPr>
        </p:nvSpPr>
        <p:spPr>
          <a:xfrm>
            <a:off x="7899350" y="409842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9" name="Google Shape;1189;p64"/>
          <p:cNvSpPr txBox="1"/>
          <p:nvPr/>
        </p:nvSpPr>
        <p:spPr>
          <a:xfrm>
            <a:off x="1666300" y="1419275"/>
            <a:ext cx="28227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C5392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@InputType</a:t>
            </a:r>
            <a:endParaRPr sz="1800">
              <a:solidFill>
                <a:srgbClr val="C5392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@Type</a:t>
            </a:r>
            <a:endParaRPr sz="1800">
              <a:solidFill>
                <a:srgbClr val="C5392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@Jsonb**</a:t>
            </a:r>
            <a:endParaRPr sz="1800">
              <a:solidFill>
                <a:srgbClr val="C5392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0" name="Google Shape;1190;p64"/>
          <p:cNvSpPr txBox="1"/>
          <p:nvPr/>
        </p:nvSpPr>
        <p:spPr>
          <a:xfrm>
            <a:off x="4782825" y="1419275"/>
            <a:ext cx="28227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C5392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@Deprecated</a:t>
            </a:r>
            <a:endParaRPr sz="1800">
              <a:solidFill>
                <a:srgbClr val="C5392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@Ignore</a:t>
            </a:r>
            <a:endParaRPr sz="1800">
              <a:solidFill>
                <a:srgbClr val="C5392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p65"/>
          <p:cNvSpPr txBox="1"/>
          <p:nvPr>
            <p:ph type="title"/>
          </p:nvPr>
        </p:nvSpPr>
        <p:spPr>
          <a:xfrm>
            <a:off x="1556175" y="719375"/>
            <a:ext cx="66168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Implementations in Progress</a:t>
            </a:r>
            <a:endParaRPr/>
          </a:p>
        </p:txBody>
      </p:sp>
      <p:sp>
        <p:nvSpPr>
          <p:cNvPr id="1196" name="Google Shape;1196;p65"/>
          <p:cNvSpPr txBox="1"/>
          <p:nvPr>
            <p:ph idx="12" type="sldNum"/>
          </p:nvPr>
        </p:nvSpPr>
        <p:spPr>
          <a:xfrm>
            <a:off x="7899350" y="409842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97" name="Google Shape;1197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3363" y="2372438"/>
            <a:ext cx="2045693" cy="77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8" name="Google Shape;1198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02338" y="2452815"/>
            <a:ext cx="2045701" cy="6120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9" name="Google Shape;1199;p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2088" y="2452813"/>
            <a:ext cx="2404978" cy="612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P-Mark-gold-web.png" id="1200" name="Google Shape;1200;p6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14275" y="537430"/>
            <a:ext cx="1177200" cy="736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66"/>
          <p:cNvSpPr txBox="1"/>
          <p:nvPr>
            <p:ph type="title"/>
          </p:nvPr>
        </p:nvSpPr>
        <p:spPr>
          <a:xfrm>
            <a:off x="1556175" y="719375"/>
            <a:ext cx="66168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MicroProfile Umbrella </a:t>
            </a:r>
            <a:r>
              <a:rPr lang="en"/>
              <a:t>Implementations</a:t>
            </a:r>
            <a:endParaRPr/>
          </a:p>
        </p:txBody>
      </p:sp>
      <p:sp>
        <p:nvSpPr>
          <p:cNvPr id="1206" name="Google Shape;1206;p66"/>
          <p:cNvSpPr txBox="1"/>
          <p:nvPr>
            <p:ph idx="12" type="sldNum"/>
          </p:nvPr>
        </p:nvSpPr>
        <p:spPr>
          <a:xfrm>
            <a:off x="7899350" y="409842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07" name="Google Shape;1207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2288" y="1406787"/>
            <a:ext cx="2045693" cy="77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8" name="Google Shape;1208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45763" y="1499652"/>
            <a:ext cx="2045701" cy="6120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9" name="Google Shape;1209;p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2075" y="1499650"/>
            <a:ext cx="2404978" cy="612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P-Mark-gold-web.png" id="1210" name="Google Shape;1210;p6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14275" y="537430"/>
            <a:ext cx="1177200" cy="736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1" name="Google Shape;1211;p66">
            <a:hlinkClick r:id="rId7"/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34925" y="2378088"/>
            <a:ext cx="1843038" cy="111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2" name="Google Shape;1212;p66">
            <a:hlinkClick r:id="rId9"/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814037" y="2474288"/>
            <a:ext cx="1158428" cy="92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3" name="Google Shape;1213;p66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604017" y="3694175"/>
            <a:ext cx="2882050" cy="86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4" name="Google Shape;1214;p66">
            <a:hlinkClick r:id="rId12"/>
          </p:cNvPr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258207" y="3968475"/>
            <a:ext cx="2308029" cy="32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5" name="Google Shape;1215;p66">
            <a:hlinkClick r:id="rId14"/>
          </p:cNvPr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324845" y="3694175"/>
            <a:ext cx="1767567" cy="68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6" name="Google Shape;1216;p66">
            <a:hlinkClick r:id="rId16"/>
          </p:cNvPr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7138450" y="2337550"/>
            <a:ext cx="1198700" cy="119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7" name="Google Shape;1217;p66">
            <a:hlinkClick r:id="rId18"/>
          </p:cNvPr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4200425" y="2474300"/>
            <a:ext cx="1613599" cy="97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8" name="Google Shape;1218;p66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2508550" y="2135825"/>
            <a:ext cx="2045676" cy="15342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2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p67"/>
          <p:cNvSpPr txBox="1"/>
          <p:nvPr>
            <p:ph idx="4294967295" type="subTitle"/>
          </p:nvPr>
        </p:nvSpPr>
        <p:spPr>
          <a:xfrm>
            <a:off x="1544700" y="2249575"/>
            <a:ext cx="3234300" cy="168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800"/>
              <a:t>Any questions?</a:t>
            </a:r>
            <a:endParaRPr b="1"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You can find me at </a:t>
            </a:r>
            <a:r>
              <a:rPr lang="en" sz="2400" u="sng">
                <a:hlinkClick r:id="rId3"/>
              </a:rPr>
              <a:t>www.phillip-kruger.com</a:t>
            </a:r>
            <a:endParaRPr b="1"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/>
              <a:t>      </a:t>
            </a:r>
            <a:r>
              <a:rPr b="1" lang="en" sz="1800" u="sng">
                <a:solidFill>
                  <a:srgbClr val="000000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@</a:t>
            </a:r>
            <a:r>
              <a:rPr lang="en" sz="1800" u="sng">
                <a:solidFill>
                  <a:srgbClr val="000000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phillipkruger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1224" name="Google Shape;1224;p67"/>
          <p:cNvSpPr txBox="1"/>
          <p:nvPr>
            <p:ph idx="12" type="sldNum"/>
          </p:nvPr>
        </p:nvSpPr>
        <p:spPr>
          <a:xfrm>
            <a:off x="7899350" y="409842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25" name="Google Shape;1225;p67"/>
          <p:cNvSpPr/>
          <p:nvPr/>
        </p:nvSpPr>
        <p:spPr>
          <a:xfrm>
            <a:off x="5051925" y="1082904"/>
            <a:ext cx="2956500" cy="2956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6" name="Google Shape;1226;p67"/>
          <p:cNvSpPr txBox="1"/>
          <p:nvPr>
            <p:ph idx="4294967295" type="ctrTitle"/>
          </p:nvPr>
        </p:nvSpPr>
        <p:spPr>
          <a:xfrm>
            <a:off x="1335150" y="1019525"/>
            <a:ext cx="3653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Gloria Hallelujah"/>
                <a:ea typeface="Gloria Hallelujah"/>
                <a:cs typeface="Gloria Hallelujah"/>
                <a:sym typeface="Gloria Hallelujah"/>
              </a:rPr>
              <a:t>THANKS!</a:t>
            </a:r>
            <a:endParaRPr sz="6000">
              <a:latin typeface="Gloria Hallelujah"/>
              <a:ea typeface="Gloria Hallelujah"/>
              <a:cs typeface="Gloria Hallelujah"/>
              <a:sym typeface="Gloria Hallelujah"/>
            </a:endParaRPr>
          </a:p>
        </p:txBody>
      </p:sp>
      <p:sp>
        <p:nvSpPr>
          <p:cNvPr id="1227" name="Google Shape;1227;p67"/>
          <p:cNvSpPr/>
          <p:nvPr/>
        </p:nvSpPr>
        <p:spPr>
          <a:xfrm>
            <a:off x="5113075" y="1141300"/>
            <a:ext cx="2838000" cy="284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28" name="Google Shape;1228;p6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18513" y="1334450"/>
            <a:ext cx="2510875" cy="44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9" name="Google Shape;1229;p6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98150" y="1991375"/>
            <a:ext cx="2752924" cy="9635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0" name="Google Shape;1230;p6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315050" y="3187628"/>
            <a:ext cx="2510876" cy="593922"/>
          </a:xfrm>
          <a:prstGeom prst="rect">
            <a:avLst/>
          </a:prstGeom>
          <a:noFill/>
          <a:ln>
            <a:noFill/>
          </a:ln>
        </p:spPr>
      </p:pic>
      <p:sp>
        <p:nvSpPr>
          <p:cNvPr id="1231" name="Google Shape;1231;p67"/>
          <p:cNvSpPr/>
          <p:nvPr/>
        </p:nvSpPr>
        <p:spPr>
          <a:xfrm>
            <a:off x="1646302" y="3510874"/>
            <a:ext cx="293922" cy="270668"/>
          </a:xfrm>
          <a:custGeom>
            <a:rect b="b" l="l" r="r" t="t"/>
            <a:pathLst>
              <a:path extrusionOk="0" h="7618" w="8902">
                <a:moveTo>
                  <a:pt x="7703" y="942"/>
                </a:moveTo>
                <a:lnTo>
                  <a:pt x="7660" y="1092"/>
                </a:lnTo>
                <a:lnTo>
                  <a:pt x="7618" y="1178"/>
                </a:lnTo>
                <a:lnTo>
                  <a:pt x="7553" y="1221"/>
                </a:lnTo>
                <a:lnTo>
                  <a:pt x="7446" y="1221"/>
                </a:lnTo>
                <a:lnTo>
                  <a:pt x="7425" y="1178"/>
                </a:lnTo>
                <a:lnTo>
                  <a:pt x="7446" y="1114"/>
                </a:lnTo>
                <a:lnTo>
                  <a:pt x="7511" y="1071"/>
                </a:lnTo>
                <a:lnTo>
                  <a:pt x="7596" y="1007"/>
                </a:lnTo>
                <a:lnTo>
                  <a:pt x="7703" y="942"/>
                </a:lnTo>
                <a:close/>
                <a:moveTo>
                  <a:pt x="1306" y="1007"/>
                </a:moveTo>
                <a:lnTo>
                  <a:pt x="1349" y="1049"/>
                </a:lnTo>
                <a:lnTo>
                  <a:pt x="1434" y="1178"/>
                </a:lnTo>
                <a:lnTo>
                  <a:pt x="1563" y="1392"/>
                </a:lnTo>
                <a:lnTo>
                  <a:pt x="1777" y="1584"/>
                </a:lnTo>
                <a:lnTo>
                  <a:pt x="1990" y="1777"/>
                </a:lnTo>
                <a:lnTo>
                  <a:pt x="2483" y="2098"/>
                </a:lnTo>
                <a:lnTo>
                  <a:pt x="2739" y="2248"/>
                </a:lnTo>
                <a:lnTo>
                  <a:pt x="2975" y="2376"/>
                </a:lnTo>
                <a:lnTo>
                  <a:pt x="3231" y="2504"/>
                </a:lnTo>
                <a:lnTo>
                  <a:pt x="3488" y="2654"/>
                </a:lnTo>
                <a:lnTo>
                  <a:pt x="3745" y="2761"/>
                </a:lnTo>
                <a:lnTo>
                  <a:pt x="3873" y="2825"/>
                </a:lnTo>
                <a:lnTo>
                  <a:pt x="4002" y="2847"/>
                </a:lnTo>
                <a:lnTo>
                  <a:pt x="4109" y="2868"/>
                </a:lnTo>
                <a:lnTo>
                  <a:pt x="4216" y="2868"/>
                </a:lnTo>
                <a:lnTo>
                  <a:pt x="4280" y="2847"/>
                </a:lnTo>
                <a:lnTo>
                  <a:pt x="4344" y="2804"/>
                </a:lnTo>
                <a:lnTo>
                  <a:pt x="4387" y="2782"/>
                </a:lnTo>
                <a:lnTo>
                  <a:pt x="4408" y="2718"/>
                </a:lnTo>
                <a:lnTo>
                  <a:pt x="4451" y="2611"/>
                </a:lnTo>
                <a:lnTo>
                  <a:pt x="4472" y="2312"/>
                </a:lnTo>
                <a:lnTo>
                  <a:pt x="4494" y="2162"/>
                </a:lnTo>
                <a:lnTo>
                  <a:pt x="4558" y="2034"/>
                </a:lnTo>
                <a:lnTo>
                  <a:pt x="4622" y="1905"/>
                </a:lnTo>
                <a:lnTo>
                  <a:pt x="4708" y="1777"/>
                </a:lnTo>
                <a:lnTo>
                  <a:pt x="4815" y="1670"/>
                </a:lnTo>
                <a:lnTo>
                  <a:pt x="4922" y="1584"/>
                </a:lnTo>
                <a:lnTo>
                  <a:pt x="5050" y="1499"/>
                </a:lnTo>
                <a:lnTo>
                  <a:pt x="5178" y="1413"/>
                </a:lnTo>
                <a:lnTo>
                  <a:pt x="5457" y="1306"/>
                </a:lnTo>
                <a:lnTo>
                  <a:pt x="5735" y="1221"/>
                </a:lnTo>
                <a:lnTo>
                  <a:pt x="6034" y="1178"/>
                </a:lnTo>
                <a:lnTo>
                  <a:pt x="6334" y="1156"/>
                </a:lnTo>
                <a:lnTo>
                  <a:pt x="6612" y="1199"/>
                </a:lnTo>
                <a:lnTo>
                  <a:pt x="6762" y="1221"/>
                </a:lnTo>
                <a:lnTo>
                  <a:pt x="6911" y="1285"/>
                </a:lnTo>
                <a:lnTo>
                  <a:pt x="7018" y="1349"/>
                </a:lnTo>
                <a:lnTo>
                  <a:pt x="7125" y="1435"/>
                </a:lnTo>
                <a:lnTo>
                  <a:pt x="7232" y="1541"/>
                </a:lnTo>
                <a:lnTo>
                  <a:pt x="7318" y="1648"/>
                </a:lnTo>
                <a:lnTo>
                  <a:pt x="7382" y="1777"/>
                </a:lnTo>
                <a:lnTo>
                  <a:pt x="7446" y="1927"/>
                </a:lnTo>
                <a:lnTo>
                  <a:pt x="7532" y="2205"/>
                </a:lnTo>
                <a:lnTo>
                  <a:pt x="7575" y="2504"/>
                </a:lnTo>
                <a:lnTo>
                  <a:pt x="7596" y="2804"/>
                </a:lnTo>
                <a:lnTo>
                  <a:pt x="7596" y="3082"/>
                </a:lnTo>
                <a:lnTo>
                  <a:pt x="7553" y="3210"/>
                </a:lnTo>
                <a:lnTo>
                  <a:pt x="7511" y="3317"/>
                </a:lnTo>
                <a:lnTo>
                  <a:pt x="7382" y="3553"/>
                </a:lnTo>
                <a:lnTo>
                  <a:pt x="7254" y="3767"/>
                </a:lnTo>
                <a:lnTo>
                  <a:pt x="7211" y="3895"/>
                </a:lnTo>
                <a:lnTo>
                  <a:pt x="7190" y="4002"/>
                </a:lnTo>
                <a:lnTo>
                  <a:pt x="7147" y="4237"/>
                </a:lnTo>
                <a:lnTo>
                  <a:pt x="7061" y="4473"/>
                </a:lnTo>
                <a:lnTo>
                  <a:pt x="6954" y="4708"/>
                </a:lnTo>
                <a:lnTo>
                  <a:pt x="6826" y="4901"/>
                </a:lnTo>
                <a:lnTo>
                  <a:pt x="6676" y="5136"/>
                </a:lnTo>
                <a:lnTo>
                  <a:pt x="6505" y="5371"/>
                </a:lnTo>
                <a:lnTo>
                  <a:pt x="6141" y="5778"/>
                </a:lnTo>
                <a:lnTo>
                  <a:pt x="5735" y="6206"/>
                </a:lnTo>
                <a:lnTo>
                  <a:pt x="5521" y="6420"/>
                </a:lnTo>
                <a:lnTo>
                  <a:pt x="5285" y="6591"/>
                </a:lnTo>
                <a:lnTo>
                  <a:pt x="4879" y="6805"/>
                </a:lnTo>
                <a:lnTo>
                  <a:pt x="4665" y="6912"/>
                </a:lnTo>
                <a:lnTo>
                  <a:pt x="4430" y="6997"/>
                </a:lnTo>
                <a:lnTo>
                  <a:pt x="4301" y="7040"/>
                </a:lnTo>
                <a:lnTo>
                  <a:pt x="4151" y="7062"/>
                </a:lnTo>
                <a:lnTo>
                  <a:pt x="3873" y="7104"/>
                </a:lnTo>
                <a:lnTo>
                  <a:pt x="2953" y="7104"/>
                </a:lnTo>
                <a:lnTo>
                  <a:pt x="2611" y="7062"/>
                </a:lnTo>
                <a:lnTo>
                  <a:pt x="2290" y="7040"/>
                </a:lnTo>
                <a:lnTo>
                  <a:pt x="1969" y="6976"/>
                </a:lnTo>
                <a:lnTo>
                  <a:pt x="1712" y="6912"/>
                </a:lnTo>
                <a:lnTo>
                  <a:pt x="1477" y="6805"/>
                </a:lnTo>
                <a:lnTo>
                  <a:pt x="1242" y="6676"/>
                </a:lnTo>
                <a:lnTo>
                  <a:pt x="985" y="6569"/>
                </a:lnTo>
                <a:lnTo>
                  <a:pt x="1028" y="6527"/>
                </a:lnTo>
                <a:lnTo>
                  <a:pt x="1070" y="6505"/>
                </a:lnTo>
                <a:lnTo>
                  <a:pt x="1177" y="6484"/>
                </a:lnTo>
                <a:lnTo>
                  <a:pt x="1413" y="6441"/>
                </a:lnTo>
                <a:lnTo>
                  <a:pt x="1819" y="6356"/>
                </a:lnTo>
                <a:lnTo>
                  <a:pt x="2119" y="6270"/>
                </a:lnTo>
                <a:lnTo>
                  <a:pt x="2269" y="6206"/>
                </a:lnTo>
                <a:lnTo>
                  <a:pt x="2397" y="6142"/>
                </a:lnTo>
                <a:lnTo>
                  <a:pt x="2504" y="6056"/>
                </a:lnTo>
                <a:lnTo>
                  <a:pt x="2590" y="5949"/>
                </a:lnTo>
                <a:lnTo>
                  <a:pt x="2675" y="5821"/>
                </a:lnTo>
                <a:lnTo>
                  <a:pt x="2739" y="5671"/>
                </a:lnTo>
                <a:lnTo>
                  <a:pt x="2825" y="5393"/>
                </a:lnTo>
                <a:lnTo>
                  <a:pt x="2846" y="5243"/>
                </a:lnTo>
                <a:lnTo>
                  <a:pt x="2846" y="5179"/>
                </a:lnTo>
                <a:lnTo>
                  <a:pt x="2825" y="5136"/>
                </a:lnTo>
                <a:lnTo>
                  <a:pt x="2761" y="5072"/>
                </a:lnTo>
                <a:lnTo>
                  <a:pt x="2675" y="5029"/>
                </a:lnTo>
                <a:lnTo>
                  <a:pt x="2504" y="4986"/>
                </a:lnTo>
                <a:lnTo>
                  <a:pt x="2226" y="4943"/>
                </a:lnTo>
                <a:lnTo>
                  <a:pt x="1969" y="4879"/>
                </a:lnTo>
                <a:lnTo>
                  <a:pt x="1734" y="4772"/>
                </a:lnTo>
                <a:lnTo>
                  <a:pt x="1456" y="4644"/>
                </a:lnTo>
                <a:lnTo>
                  <a:pt x="1798" y="4473"/>
                </a:lnTo>
                <a:lnTo>
                  <a:pt x="2140" y="4344"/>
                </a:lnTo>
                <a:lnTo>
                  <a:pt x="2269" y="4280"/>
                </a:lnTo>
                <a:lnTo>
                  <a:pt x="2333" y="4216"/>
                </a:lnTo>
                <a:lnTo>
                  <a:pt x="2376" y="4173"/>
                </a:lnTo>
                <a:lnTo>
                  <a:pt x="2397" y="4109"/>
                </a:lnTo>
                <a:lnTo>
                  <a:pt x="2376" y="4045"/>
                </a:lnTo>
                <a:lnTo>
                  <a:pt x="2354" y="3981"/>
                </a:lnTo>
                <a:lnTo>
                  <a:pt x="2290" y="3916"/>
                </a:lnTo>
                <a:lnTo>
                  <a:pt x="2226" y="3874"/>
                </a:lnTo>
                <a:lnTo>
                  <a:pt x="2140" y="3874"/>
                </a:lnTo>
                <a:lnTo>
                  <a:pt x="1990" y="3831"/>
                </a:lnTo>
                <a:lnTo>
                  <a:pt x="1905" y="3788"/>
                </a:lnTo>
                <a:lnTo>
                  <a:pt x="1841" y="3745"/>
                </a:lnTo>
                <a:lnTo>
                  <a:pt x="1712" y="3617"/>
                </a:lnTo>
                <a:lnTo>
                  <a:pt x="1563" y="3446"/>
                </a:lnTo>
                <a:lnTo>
                  <a:pt x="1456" y="3253"/>
                </a:lnTo>
                <a:lnTo>
                  <a:pt x="1220" y="2847"/>
                </a:lnTo>
                <a:lnTo>
                  <a:pt x="1434" y="2740"/>
                </a:lnTo>
                <a:lnTo>
                  <a:pt x="1541" y="2697"/>
                </a:lnTo>
                <a:lnTo>
                  <a:pt x="1648" y="2633"/>
                </a:lnTo>
                <a:lnTo>
                  <a:pt x="1712" y="2547"/>
                </a:lnTo>
                <a:lnTo>
                  <a:pt x="1734" y="2526"/>
                </a:lnTo>
                <a:lnTo>
                  <a:pt x="1734" y="2483"/>
                </a:lnTo>
                <a:lnTo>
                  <a:pt x="1734" y="2419"/>
                </a:lnTo>
                <a:lnTo>
                  <a:pt x="1712" y="2376"/>
                </a:lnTo>
                <a:lnTo>
                  <a:pt x="1605" y="2248"/>
                </a:lnTo>
                <a:lnTo>
                  <a:pt x="1413" y="2055"/>
                </a:lnTo>
                <a:lnTo>
                  <a:pt x="1327" y="1969"/>
                </a:lnTo>
                <a:lnTo>
                  <a:pt x="1284" y="1905"/>
                </a:lnTo>
                <a:lnTo>
                  <a:pt x="1263" y="1841"/>
                </a:lnTo>
                <a:lnTo>
                  <a:pt x="1242" y="1627"/>
                </a:lnTo>
                <a:lnTo>
                  <a:pt x="1242" y="1413"/>
                </a:lnTo>
                <a:lnTo>
                  <a:pt x="1306" y="1007"/>
                </a:lnTo>
                <a:close/>
                <a:moveTo>
                  <a:pt x="8152" y="1"/>
                </a:moveTo>
                <a:lnTo>
                  <a:pt x="8067" y="44"/>
                </a:lnTo>
                <a:lnTo>
                  <a:pt x="8003" y="87"/>
                </a:lnTo>
                <a:lnTo>
                  <a:pt x="7874" y="215"/>
                </a:lnTo>
                <a:lnTo>
                  <a:pt x="7767" y="343"/>
                </a:lnTo>
                <a:lnTo>
                  <a:pt x="7660" y="472"/>
                </a:lnTo>
                <a:lnTo>
                  <a:pt x="7532" y="579"/>
                </a:lnTo>
                <a:lnTo>
                  <a:pt x="7361" y="707"/>
                </a:lnTo>
                <a:lnTo>
                  <a:pt x="7254" y="771"/>
                </a:lnTo>
                <a:lnTo>
                  <a:pt x="7168" y="835"/>
                </a:lnTo>
                <a:lnTo>
                  <a:pt x="7083" y="857"/>
                </a:lnTo>
                <a:lnTo>
                  <a:pt x="6997" y="857"/>
                </a:lnTo>
                <a:lnTo>
                  <a:pt x="6826" y="835"/>
                </a:lnTo>
                <a:lnTo>
                  <a:pt x="6633" y="793"/>
                </a:lnTo>
                <a:lnTo>
                  <a:pt x="6462" y="750"/>
                </a:lnTo>
                <a:lnTo>
                  <a:pt x="6098" y="750"/>
                </a:lnTo>
                <a:lnTo>
                  <a:pt x="5927" y="771"/>
                </a:lnTo>
                <a:lnTo>
                  <a:pt x="5735" y="814"/>
                </a:lnTo>
                <a:lnTo>
                  <a:pt x="5392" y="921"/>
                </a:lnTo>
                <a:lnTo>
                  <a:pt x="5071" y="1071"/>
                </a:lnTo>
                <a:lnTo>
                  <a:pt x="4815" y="1242"/>
                </a:lnTo>
                <a:lnTo>
                  <a:pt x="4579" y="1435"/>
                </a:lnTo>
                <a:lnTo>
                  <a:pt x="4451" y="1541"/>
                </a:lnTo>
                <a:lnTo>
                  <a:pt x="4365" y="1670"/>
                </a:lnTo>
                <a:lnTo>
                  <a:pt x="4280" y="1798"/>
                </a:lnTo>
                <a:lnTo>
                  <a:pt x="4216" y="1927"/>
                </a:lnTo>
                <a:lnTo>
                  <a:pt x="4216" y="2012"/>
                </a:lnTo>
                <a:lnTo>
                  <a:pt x="4194" y="2098"/>
                </a:lnTo>
                <a:lnTo>
                  <a:pt x="4194" y="2183"/>
                </a:lnTo>
                <a:lnTo>
                  <a:pt x="4194" y="2248"/>
                </a:lnTo>
                <a:lnTo>
                  <a:pt x="4151" y="2312"/>
                </a:lnTo>
                <a:lnTo>
                  <a:pt x="4130" y="2333"/>
                </a:lnTo>
                <a:lnTo>
                  <a:pt x="4087" y="2333"/>
                </a:lnTo>
                <a:lnTo>
                  <a:pt x="4002" y="2312"/>
                </a:lnTo>
                <a:lnTo>
                  <a:pt x="3809" y="2226"/>
                </a:lnTo>
                <a:lnTo>
                  <a:pt x="3638" y="2141"/>
                </a:lnTo>
                <a:lnTo>
                  <a:pt x="3039" y="1820"/>
                </a:lnTo>
                <a:lnTo>
                  <a:pt x="2739" y="1670"/>
                </a:lnTo>
                <a:lnTo>
                  <a:pt x="2461" y="1499"/>
                </a:lnTo>
                <a:lnTo>
                  <a:pt x="2183" y="1306"/>
                </a:lnTo>
                <a:lnTo>
                  <a:pt x="1948" y="1092"/>
                </a:lnTo>
                <a:lnTo>
                  <a:pt x="1712" y="835"/>
                </a:lnTo>
                <a:lnTo>
                  <a:pt x="1627" y="707"/>
                </a:lnTo>
                <a:lnTo>
                  <a:pt x="1520" y="557"/>
                </a:lnTo>
                <a:lnTo>
                  <a:pt x="1456" y="450"/>
                </a:lnTo>
                <a:lnTo>
                  <a:pt x="1391" y="408"/>
                </a:lnTo>
                <a:lnTo>
                  <a:pt x="1306" y="408"/>
                </a:lnTo>
                <a:lnTo>
                  <a:pt x="1242" y="450"/>
                </a:lnTo>
                <a:lnTo>
                  <a:pt x="1177" y="493"/>
                </a:lnTo>
                <a:lnTo>
                  <a:pt x="1113" y="579"/>
                </a:lnTo>
                <a:lnTo>
                  <a:pt x="1006" y="750"/>
                </a:lnTo>
                <a:lnTo>
                  <a:pt x="963" y="921"/>
                </a:lnTo>
                <a:lnTo>
                  <a:pt x="921" y="1114"/>
                </a:lnTo>
                <a:lnTo>
                  <a:pt x="856" y="1499"/>
                </a:lnTo>
                <a:lnTo>
                  <a:pt x="835" y="1755"/>
                </a:lnTo>
                <a:lnTo>
                  <a:pt x="835" y="1969"/>
                </a:lnTo>
                <a:lnTo>
                  <a:pt x="878" y="2076"/>
                </a:lnTo>
                <a:lnTo>
                  <a:pt x="899" y="2162"/>
                </a:lnTo>
                <a:lnTo>
                  <a:pt x="963" y="2269"/>
                </a:lnTo>
                <a:lnTo>
                  <a:pt x="1049" y="2376"/>
                </a:lnTo>
                <a:lnTo>
                  <a:pt x="899" y="2419"/>
                </a:lnTo>
                <a:lnTo>
                  <a:pt x="814" y="2462"/>
                </a:lnTo>
                <a:lnTo>
                  <a:pt x="750" y="2547"/>
                </a:lnTo>
                <a:lnTo>
                  <a:pt x="707" y="2654"/>
                </a:lnTo>
                <a:lnTo>
                  <a:pt x="707" y="2761"/>
                </a:lnTo>
                <a:lnTo>
                  <a:pt x="728" y="2889"/>
                </a:lnTo>
                <a:lnTo>
                  <a:pt x="771" y="3039"/>
                </a:lnTo>
                <a:lnTo>
                  <a:pt x="835" y="3168"/>
                </a:lnTo>
                <a:lnTo>
                  <a:pt x="985" y="3467"/>
                </a:lnTo>
                <a:lnTo>
                  <a:pt x="1156" y="3745"/>
                </a:lnTo>
                <a:lnTo>
                  <a:pt x="1434" y="4130"/>
                </a:lnTo>
                <a:lnTo>
                  <a:pt x="1349" y="4130"/>
                </a:lnTo>
                <a:lnTo>
                  <a:pt x="1199" y="4173"/>
                </a:lnTo>
                <a:lnTo>
                  <a:pt x="1028" y="4237"/>
                </a:lnTo>
                <a:lnTo>
                  <a:pt x="942" y="4280"/>
                </a:lnTo>
                <a:lnTo>
                  <a:pt x="899" y="4344"/>
                </a:lnTo>
                <a:lnTo>
                  <a:pt x="878" y="4409"/>
                </a:lnTo>
                <a:lnTo>
                  <a:pt x="899" y="4558"/>
                </a:lnTo>
                <a:lnTo>
                  <a:pt x="942" y="4687"/>
                </a:lnTo>
                <a:lnTo>
                  <a:pt x="985" y="4815"/>
                </a:lnTo>
                <a:lnTo>
                  <a:pt x="1113" y="4965"/>
                </a:lnTo>
                <a:lnTo>
                  <a:pt x="1263" y="5093"/>
                </a:lnTo>
                <a:lnTo>
                  <a:pt x="1413" y="5200"/>
                </a:lnTo>
                <a:lnTo>
                  <a:pt x="1605" y="5286"/>
                </a:lnTo>
                <a:lnTo>
                  <a:pt x="1798" y="5350"/>
                </a:lnTo>
                <a:lnTo>
                  <a:pt x="1990" y="5393"/>
                </a:lnTo>
                <a:lnTo>
                  <a:pt x="2376" y="5478"/>
                </a:lnTo>
                <a:lnTo>
                  <a:pt x="2333" y="5564"/>
                </a:lnTo>
                <a:lnTo>
                  <a:pt x="2269" y="5628"/>
                </a:lnTo>
                <a:lnTo>
                  <a:pt x="2204" y="5714"/>
                </a:lnTo>
                <a:lnTo>
                  <a:pt x="2119" y="5756"/>
                </a:lnTo>
                <a:lnTo>
                  <a:pt x="1926" y="5863"/>
                </a:lnTo>
                <a:lnTo>
                  <a:pt x="1691" y="5928"/>
                </a:lnTo>
                <a:lnTo>
                  <a:pt x="1456" y="5992"/>
                </a:lnTo>
                <a:lnTo>
                  <a:pt x="1220" y="6013"/>
                </a:lnTo>
                <a:lnTo>
                  <a:pt x="814" y="6077"/>
                </a:lnTo>
                <a:lnTo>
                  <a:pt x="643" y="6099"/>
                </a:lnTo>
                <a:lnTo>
                  <a:pt x="450" y="6099"/>
                </a:lnTo>
                <a:lnTo>
                  <a:pt x="236" y="6142"/>
                </a:lnTo>
                <a:lnTo>
                  <a:pt x="150" y="6163"/>
                </a:lnTo>
                <a:lnTo>
                  <a:pt x="86" y="6206"/>
                </a:lnTo>
                <a:lnTo>
                  <a:pt x="22" y="6270"/>
                </a:lnTo>
                <a:lnTo>
                  <a:pt x="1" y="6334"/>
                </a:lnTo>
                <a:lnTo>
                  <a:pt x="1" y="6398"/>
                </a:lnTo>
                <a:lnTo>
                  <a:pt x="22" y="6463"/>
                </a:lnTo>
                <a:lnTo>
                  <a:pt x="86" y="6591"/>
                </a:lnTo>
                <a:lnTo>
                  <a:pt x="193" y="6698"/>
                </a:lnTo>
                <a:lnTo>
                  <a:pt x="364" y="6826"/>
                </a:lnTo>
                <a:lnTo>
                  <a:pt x="536" y="6955"/>
                </a:lnTo>
                <a:lnTo>
                  <a:pt x="707" y="7062"/>
                </a:lnTo>
                <a:lnTo>
                  <a:pt x="899" y="7169"/>
                </a:lnTo>
                <a:lnTo>
                  <a:pt x="1092" y="7254"/>
                </a:lnTo>
                <a:lnTo>
                  <a:pt x="1306" y="7318"/>
                </a:lnTo>
                <a:lnTo>
                  <a:pt x="1712" y="7447"/>
                </a:lnTo>
                <a:lnTo>
                  <a:pt x="2140" y="7532"/>
                </a:lnTo>
                <a:lnTo>
                  <a:pt x="2568" y="7575"/>
                </a:lnTo>
                <a:lnTo>
                  <a:pt x="2996" y="7596"/>
                </a:lnTo>
                <a:lnTo>
                  <a:pt x="3424" y="7596"/>
                </a:lnTo>
                <a:lnTo>
                  <a:pt x="3852" y="7618"/>
                </a:lnTo>
                <a:lnTo>
                  <a:pt x="4258" y="7596"/>
                </a:lnTo>
                <a:lnTo>
                  <a:pt x="4451" y="7575"/>
                </a:lnTo>
                <a:lnTo>
                  <a:pt x="4644" y="7532"/>
                </a:lnTo>
                <a:lnTo>
                  <a:pt x="4836" y="7468"/>
                </a:lnTo>
                <a:lnTo>
                  <a:pt x="5050" y="7383"/>
                </a:lnTo>
                <a:lnTo>
                  <a:pt x="5414" y="7169"/>
                </a:lnTo>
                <a:lnTo>
                  <a:pt x="5778" y="6933"/>
                </a:lnTo>
                <a:lnTo>
                  <a:pt x="6120" y="6676"/>
                </a:lnTo>
                <a:lnTo>
                  <a:pt x="6441" y="6398"/>
                </a:lnTo>
                <a:lnTo>
                  <a:pt x="6569" y="6249"/>
                </a:lnTo>
                <a:lnTo>
                  <a:pt x="6676" y="6077"/>
                </a:lnTo>
                <a:lnTo>
                  <a:pt x="6890" y="5756"/>
                </a:lnTo>
                <a:lnTo>
                  <a:pt x="7147" y="5436"/>
                </a:lnTo>
                <a:lnTo>
                  <a:pt x="7382" y="5115"/>
                </a:lnTo>
                <a:lnTo>
                  <a:pt x="7575" y="4815"/>
                </a:lnTo>
                <a:lnTo>
                  <a:pt x="7746" y="4494"/>
                </a:lnTo>
                <a:lnTo>
                  <a:pt x="7896" y="4173"/>
                </a:lnTo>
                <a:lnTo>
                  <a:pt x="8003" y="3831"/>
                </a:lnTo>
                <a:lnTo>
                  <a:pt x="8045" y="3617"/>
                </a:lnTo>
                <a:lnTo>
                  <a:pt x="8067" y="3403"/>
                </a:lnTo>
                <a:lnTo>
                  <a:pt x="8067" y="3189"/>
                </a:lnTo>
                <a:lnTo>
                  <a:pt x="8067" y="2954"/>
                </a:lnTo>
                <a:lnTo>
                  <a:pt x="8045" y="2697"/>
                </a:lnTo>
                <a:lnTo>
                  <a:pt x="8003" y="2440"/>
                </a:lnTo>
                <a:lnTo>
                  <a:pt x="7981" y="2312"/>
                </a:lnTo>
                <a:lnTo>
                  <a:pt x="8003" y="2248"/>
                </a:lnTo>
                <a:lnTo>
                  <a:pt x="8067" y="2205"/>
                </a:lnTo>
                <a:lnTo>
                  <a:pt x="8174" y="2183"/>
                </a:lnTo>
                <a:lnTo>
                  <a:pt x="8366" y="2119"/>
                </a:lnTo>
                <a:lnTo>
                  <a:pt x="8602" y="2034"/>
                </a:lnTo>
                <a:lnTo>
                  <a:pt x="8687" y="1969"/>
                </a:lnTo>
                <a:lnTo>
                  <a:pt x="8773" y="1905"/>
                </a:lnTo>
                <a:lnTo>
                  <a:pt x="8837" y="1820"/>
                </a:lnTo>
                <a:lnTo>
                  <a:pt x="8880" y="1734"/>
                </a:lnTo>
                <a:lnTo>
                  <a:pt x="8901" y="1606"/>
                </a:lnTo>
                <a:lnTo>
                  <a:pt x="8880" y="1541"/>
                </a:lnTo>
                <a:lnTo>
                  <a:pt x="8816" y="1477"/>
                </a:lnTo>
                <a:lnTo>
                  <a:pt x="8730" y="1435"/>
                </a:lnTo>
                <a:lnTo>
                  <a:pt x="8538" y="1413"/>
                </a:lnTo>
                <a:lnTo>
                  <a:pt x="8345" y="1392"/>
                </a:lnTo>
                <a:lnTo>
                  <a:pt x="7938" y="1392"/>
                </a:lnTo>
                <a:lnTo>
                  <a:pt x="8067" y="1114"/>
                </a:lnTo>
                <a:lnTo>
                  <a:pt x="8131" y="964"/>
                </a:lnTo>
                <a:lnTo>
                  <a:pt x="8174" y="793"/>
                </a:lnTo>
                <a:lnTo>
                  <a:pt x="8195" y="664"/>
                </a:lnTo>
                <a:lnTo>
                  <a:pt x="8238" y="514"/>
                </a:lnTo>
                <a:lnTo>
                  <a:pt x="8302" y="386"/>
                </a:lnTo>
                <a:lnTo>
                  <a:pt x="8345" y="322"/>
                </a:lnTo>
                <a:lnTo>
                  <a:pt x="8366" y="258"/>
                </a:lnTo>
                <a:lnTo>
                  <a:pt x="8366" y="151"/>
                </a:lnTo>
                <a:lnTo>
                  <a:pt x="8345" y="87"/>
                </a:lnTo>
                <a:lnTo>
                  <a:pt x="8324" y="44"/>
                </a:lnTo>
                <a:lnTo>
                  <a:pt x="8281" y="1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2" name="Google Shape;1232;p67"/>
          <p:cNvSpPr txBox="1"/>
          <p:nvPr/>
        </p:nvSpPr>
        <p:spPr>
          <a:xfrm>
            <a:off x="1544700" y="3880025"/>
            <a:ext cx="5371800" cy="6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9"/>
              </a:rPr>
              <a:t>http://bit.ly/mp-graphql-presentation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10"/>
              </a:rPr>
              <a:t>http://bit.ly/mp-graphql-example</a:t>
            </a:r>
            <a:endParaRPr/>
          </a:p>
        </p:txBody>
      </p:sp>
      <p:sp>
        <p:nvSpPr>
          <p:cNvPr id="1233" name="Google Shape;1233;p67"/>
          <p:cNvSpPr/>
          <p:nvPr/>
        </p:nvSpPr>
        <p:spPr>
          <a:xfrm>
            <a:off x="3220162" y="2035525"/>
            <a:ext cx="747166" cy="551466"/>
          </a:xfrm>
          <a:custGeom>
            <a:rect b="b" l="l" r="r" t="t"/>
            <a:pathLst>
              <a:path extrusionOk="0" h="15403" w="16717">
                <a:moveTo>
                  <a:pt x="9149" y="511"/>
                </a:moveTo>
                <a:lnTo>
                  <a:pt x="9587" y="560"/>
                </a:lnTo>
                <a:lnTo>
                  <a:pt x="10025" y="608"/>
                </a:lnTo>
                <a:lnTo>
                  <a:pt x="10439" y="681"/>
                </a:lnTo>
                <a:lnTo>
                  <a:pt x="10877" y="779"/>
                </a:lnTo>
                <a:lnTo>
                  <a:pt x="11290" y="900"/>
                </a:lnTo>
                <a:lnTo>
                  <a:pt x="11704" y="1046"/>
                </a:lnTo>
                <a:lnTo>
                  <a:pt x="12093" y="1217"/>
                </a:lnTo>
                <a:lnTo>
                  <a:pt x="12483" y="1411"/>
                </a:lnTo>
                <a:lnTo>
                  <a:pt x="12994" y="1703"/>
                </a:lnTo>
                <a:lnTo>
                  <a:pt x="13505" y="2020"/>
                </a:lnTo>
                <a:lnTo>
                  <a:pt x="13967" y="2360"/>
                </a:lnTo>
                <a:lnTo>
                  <a:pt x="14210" y="2555"/>
                </a:lnTo>
                <a:lnTo>
                  <a:pt x="14405" y="2750"/>
                </a:lnTo>
                <a:lnTo>
                  <a:pt x="14332" y="2871"/>
                </a:lnTo>
                <a:lnTo>
                  <a:pt x="14308" y="3017"/>
                </a:lnTo>
                <a:lnTo>
                  <a:pt x="14308" y="3066"/>
                </a:lnTo>
                <a:lnTo>
                  <a:pt x="14332" y="3090"/>
                </a:lnTo>
                <a:lnTo>
                  <a:pt x="14405" y="3139"/>
                </a:lnTo>
                <a:lnTo>
                  <a:pt x="14478" y="3139"/>
                </a:lnTo>
                <a:lnTo>
                  <a:pt x="14551" y="3090"/>
                </a:lnTo>
                <a:lnTo>
                  <a:pt x="14624" y="2993"/>
                </a:lnTo>
                <a:lnTo>
                  <a:pt x="14867" y="3285"/>
                </a:lnTo>
                <a:lnTo>
                  <a:pt x="14770" y="3358"/>
                </a:lnTo>
                <a:lnTo>
                  <a:pt x="14697" y="3431"/>
                </a:lnTo>
                <a:lnTo>
                  <a:pt x="14600" y="3601"/>
                </a:lnTo>
                <a:lnTo>
                  <a:pt x="14575" y="3674"/>
                </a:lnTo>
                <a:lnTo>
                  <a:pt x="14575" y="3723"/>
                </a:lnTo>
                <a:lnTo>
                  <a:pt x="14575" y="3772"/>
                </a:lnTo>
                <a:lnTo>
                  <a:pt x="14600" y="3796"/>
                </a:lnTo>
                <a:lnTo>
                  <a:pt x="14648" y="3796"/>
                </a:lnTo>
                <a:lnTo>
                  <a:pt x="14721" y="3772"/>
                </a:lnTo>
                <a:lnTo>
                  <a:pt x="14867" y="3699"/>
                </a:lnTo>
                <a:lnTo>
                  <a:pt x="15086" y="3601"/>
                </a:lnTo>
                <a:lnTo>
                  <a:pt x="15208" y="3820"/>
                </a:lnTo>
                <a:lnTo>
                  <a:pt x="15305" y="4064"/>
                </a:lnTo>
                <a:lnTo>
                  <a:pt x="15111" y="4137"/>
                </a:lnTo>
                <a:lnTo>
                  <a:pt x="15013" y="4185"/>
                </a:lnTo>
                <a:lnTo>
                  <a:pt x="14916" y="4234"/>
                </a:lnTo>
                <a:lnTo>
                  <a:pt x="14892" y="4307"/>
                </a:lnTo>
                <a:lnTo>
                  <a:pt x="14892" y="4380"/>
                </a:lnTo>
                <a:lnTo>
                  <a:pt x="14940" y="4429"/>
                </a:lnTo>
                <a:lnTo>
                  <a:pt x="15013" y="4453"/>
                </a:lnTo>
                <a:lnTo>
                  <a:pt x="15135" y="4453"/>
                </a:lnTo>
                <a:lnTo>
                  <a:pt x="15232" y="4429"/>
                </a:lnTo>
                <a:lnTo>
                  <a:pt x="15427" y="4380"/>
                </a:lnTo>
                <a:lnTo>
                  <a:pt x="15573" y="4915"/>
                </a:lnTo>
                <a:lnTo>
                  <a:pt x="15403" y="4964"/>
                </a:lnTo>
                <a:lnTo>
                  <a:pt x="15232" y="5061"/>
                </a:lnTo>
                <a:lnTo>
                  <a:pt x="15086" y="5183"/>
                </a:lnTo>
                <a:lnTo>
                  <a:pt x="15038" y="5256"/>
                </a:lnTo>
                <a:lnTo>
                  <a:pt x="15013" y="5329"/>
                </a:lnTo>
                <a:lnTo>
                  <a:pt x="15013" y="5378"/>
                </a:lnTo>
                <a:lnTo>
                  <a:pt x="15038" y="5402"/>
                </a:lnTo>
                <a:lnTo>
                  <a:pt x="15062" y="5426"/>
                </a:lnTo>
                <a:lnTo>
                  <a:pt x="15111" y="5451"/>
                </a:lnTo>
                <a:lnTo>
                  <a:pt x="15208" y="5451"/>
                </a:lnTo>
                <a:lnTo>
                  <a:pt x="15305" y="5426"/>
                </a:lnTo>
                <a:lnTo>
                  <a:pt x="15476" y="5353"/>
                </a:lnTo>
                <a:lnTo>
                  <a:pt x="15695" y="5305"/>
                </a:lnTo>
                <a:lnTo>
                  <a:pt x="15792" y="5743"/>
                </a:lnTo>
                <a:lnTo>
                  <a:pt x="15622" y="5816"/>
                </a:lnTo>
                <a:lnTo>
                  <a:pt x="15451" y="5864"/>
                </a:lnTo>
                <a:lnTo>
                  <a:pt x="15305" y="5937"/>
                </a:lnTo>
                <a:lnTo>
                  <a:pt x="15159" y="6035"/>
                </a:lnTo>
                <a:lnTo>
                  <a:pt x="15013" y="6132"/>
                </a:lnTo>
                <a:lnTo>
                  <a:pt x="15013" y="6181"/>
                </a:lnTo>
                <a:lnTo>
                  <a:pt x="15013" y="6205"/>
                </a:lnTo>
                <a:lnTo>
                  <a:pt x="15038" y="6229"/>
                </a:lnTo>
                <a:lnTo>
                  <a:pt x="15403" y="6229"/>
                </a:lnTo>
                <a:lnTo>
                  <a:pt x="15719" y="6181"/>
                </a:lnTo>
                <a:lnTo>
                  <a:pt x="15914" y="6156"/>
                </a:lnTo>
                <a:lnTo>
                  <a:pt x="16035" y="6594"/>
                </a:lnTo>
                <a:lnTo>
                  <a:pt x="15768" y="6691"/>
                </a:lnTo>
                <a:lnTo>
                  <a:pt x="15549" y="6764"/>
                </a:lnTo>
                <a:lnTo>
                  <a:pt x="15184" y="6910"/>
                </a:lnTo>
                <a:lnTo>
                  <a:pt x="15135" y="6935"/>
                </a:lnTo>
                <a:lnTo>
                  <a:pt x="15062" y="6983"/>
                </a:lnTo>
                <a:lnTo>
                  <a:pt x="15038" y="7032"/>
                </a:lnTo>
                <a:lnTo>
                  <a:pt x="15013" y="7081"/>
                </a:lnTo>
                <a:lnTo>
                  <a:pt x="15038" y="7056"/>
                </a:lnTo>
                <a:lnTo>
                  <a:pt x="15013" y="7105"/>
                </a:lnTo>
                <a:lnTo>
                  <a:pt x="15013" y="7129"/>
                </a:lnTo>
                <a:lnTo>
                  <a:pt x="15038" y="7154"/>
                </a:lnTo>
                <a:lnTo>
                  <a:pt x="15086" y="7202"/>
                </a:lnTo>
                <a:lnTo>
                  <a:pt x="15208" y="7227"/>
                </a:lnTo>
                <a:lnTo>
                  <a:pt x="15403" y="7227"/>
                </a:lnTo>
                <a:lnTo>
                  <a:pt x="15622" y="7178"/>
                </a:lnTo>
                <a:lnTo>
                  <a:pt x="15841" y="7129"/>
                </a:lnTo>
                <a:lnTo>
                  <a:pt x="16108" y="7056"/>
                </a:lnTo>
                <a:lnTo>
                  <a:pt x="16108" y="7397"/>
                </a:lnTo>
                <a:lnTo>
                  <a:pt x="16108" y="7713"/>
                </a:lnTo>
                <a:lnTo>
                  <a:pt x="16035" y="7713"/>
                </a:lnTo>
                <a:lnTo>
                  <a:pt x="15670" y="7762"/>
                </a:lnTo>
                <a:lnTo>
                  <a:pt x="15330" y="7786"/>
                </a:lnTo>
                <a:lnTo>
                  <a:pt x="14965" y="7835"/>
                </a:lnTo>
                <a:lnTo>
                  <a:pt x="14600" y="7932"/>
                </a:lnTo>
                <a:lnTo>
                  <a:pt x="14575" y="7957"/>
                </a:lnTo>
                <a:lnTo>
                  <a:pt x="14575" y="7981"/>
                </a:lnTo>
                <a:lnTo>
                  <a:pt x="14575" y="8005"/>
                </a:lnTo>
                <a:lnTo>
                  <a:pt x="14600" y="8030"/>
                </a:lnTo>
                <a:lnTo>
                  <a:pt x="15330" y="8151"/>
                </a:lnTo>
                <a:lnTo>
                  <a:pt x="15500" y="8176"/>
                </a:lnTo>
                <a:lnTo>
                  <a:pt x="15695" y="8200"/>
                </a:lnTo>
                <a:lnTo>
                  <a:pt x="15865" y="8176"/>
                </a:lnTo>
                <a:lnTo>
                  <a:pt x="16035" y="8127"/>
                </a:lnTo>
                <a:lnTo>
                  <a:pt x="16035" y="8176"/>
                </a:lnTo>
                <a:lnTo>
                  <a:pt x="15938" y="8565"/>
                </a:lnTo>
                <a:lnTo>
                  <a:pt x="15816" y="8930"/>
                </a:lnTo>
                <a:lnTo>
                  <a:pt x="15524" y="8881"/>
                </a:lnTo>
                <a:lnTo>
                  <a:pt x="15232" y="8833"/>
                </a:lnTo>
                <a:lnTo>
                  <a:pt x="15013" y="8784"/>
                </a:lnTo>
                <a:lnTo>
                  <a:pt x="14794" y="8760"/>
                </a:lnTo>
                <a:lnTo>
                  <a:pt x="14332" y="8784"/>
                </a:lnTo>
                <a:lnTo>
                  <a:pt x="14308" y="8784"/>
                </a:lnTo>
                <a:lnTo>
                  <a:pt x="14308" y="8808"/>
                </a:lnTo>
                <a:lnTo>
                  <a:pt x="14308" y="8833"/>
                </a:lnTo>
                <a:lnTo>
                  <a:pt x="14332" y="8833"/>
                </a:lnTo>
                <a:lnTo>
                  <a:pt x="14478" y="8881"/>
                </a:lnTo>
                <a:lnTo>
                  <a:pt x="14624" y="8954"/>
                </a:lnTo>
                <a:lnTo>
                  <a:pt x="14965" y="9125"/>
                </a:lnTo>
                <a:lnTo>
                  <a:pt x="15281" y="9271"/>
                </a:lnTo>
                <a:lnTo>
                  <a:pt x="15451" y="9319"/>
                </a:lnTo>
                <a:lnTo>
                  <a:pt x="15622" y="9368"/>
                </a:lnTo>
                <a:lnTo>
                  <a:pt x="15500" y="9636"/>
                </a:lnTo>
                <a:lnTo>
                  <a:pt x="15354" y="9903"/>
                </a:lnTo>
                <a:lnTo>
                  <a:pt x="15135" y="9782"/>
                </a:lnTo>
                <a:lnTo>
                  <a:pt x="14916" y="9684"/>
                </a:lnTo>
                <a:lnTo>
                  <a:pt x="14429" y="9563"/>
                </a:lnTo>
                <a:lnTo>
                  <a:pt x="14210" y="9490"/>
                </a:lnTo>
                <a:lnTo>
                  <a:pt x="13943" y="9441"/>
                </a:lnTo>
                <a:lnTo>
                  <a:pt x="13699" y="9417"/>
                </a:lnTo>
                <a:lnTo>
                  <a:pt x="13553" y="9417"/>
                </a:lnTo>
                <a:lnTo>
                  <a:pt x="13456" y="9465"/>
                </a:lnTo>
                <a:lnTo>
                  <a:pt x="13432" y="9490"/>
                </a:lnTo>
                <a:lnTo>
                  <a:pt x="13432" y="9514"/>
                </a:lnTo>
                <a:lnTo>
                  <a:pt x="13578" y="9636"/>
                </a:lnTo>
                <a:lnTo>
                  <a:pt x="13772" y="9733"/>
                </a:lnTo>
                <a:lnTo>
                  <a:pt x="14137" y="9855"/>
                </a:lnTo>
                <a:lnTo>
                  <a:pt x="14648" y="10049"/>
                </a:lnTo>
                <a:lnTo>
                  <a:pt x="14892" y="10147"/>
                </a:lnTo>
                <a:lnTo>
                  <a:pt x="15135" y="10244"/>
                </a:lnTo>
                <a:lnTo>
                  <a:pt x="14794" y="10706"/>
                </a:lnTo>
                <a:lnTo>
                  <a:pt x="14721" y="10658"/>
                </a:lnTo>
                <a:lnTo>
                  <a:pt x="14624" y="10633"/>
                </a:lnTo>
                <a:lnTo>
                  <a:pt x="14405" y="10560"/>
                </a:lnTo>
                <a:lnTo>
                  <a:pt x="13991" y="10512"/>
                </a:lnTo>
                <a:lnTo>
                  <a:pt x="13772" y="10439"/>
                </a:lnTo>
                <a:lnTo>
                  <a:pt x="13505" y="10366"/>
                </a:lnTo>
                <a:lnTo>
                  <a:pt x="13359" y="10341"/>
                </a:lnTo>
                <a:lnTo>
                  <a:pt x="13213" y="10317"/>
                </a:lnTo>
                <a:lnTo>
                  <a:pt x="13115" y="10341"/>
                </a:lnTo>
                <a:lnTo>
                  <a:pt x="12994" y="10390"/>
                </a:lnTo>
                <a:lnTo>
                  <a:pt x="12994" y="10414"/>
                </a:lnTo>
                <a:lnTo>
                  <a:pt x="13018" y="10536"/>
                </a:lnTo>
                <a:lnTo>
                  <a:pt x="13091" y="10609"/>
                </a:lnTo>
                <a:lnTo>
                  <a:pt x="13188" y="10682"/>
                </a:lnTo>
                <a:lnTo>
                  <a:pt x="13310" y="10731"/>
                </a:lnTo>
                <a:lnTo>
                  <a:pt x="13553" y="10828"/>
                </a:lnTo>
                <a:lnTo>
                  <a:pt x="13772" y="10877"/>
                </a:lnTo>
                <a:lnTo>
                  <a:pt x="14113" y="10998"/>
                </a:lnTo>
                <a:lnTo>
                  <a:pt x="14308" y="11047"/>
                </a:lnTo>
                <a:lnTo>
                  <a:pt x="14502" y="11071"/>
                </a:lnTo>
                <a:lnTo>
                  <a:pt x="14089" y="11509"/>
                </a:lnTo>
                <a:lnTo>
                  <a:pt x="13943" y="11412"/>
                </a:lnTo>
                <a:lnTo>
                  <a:pt x="13772" y="11339"/>
                </a:lnTo>
                <a:lnTo>
                  <a:pt x="13432" y="11242"/>
                </a:lnTo>
                <a:lnTo>
                  <a:pt x="13067" y="11144"/>
                </a:lnTo>
                <a:lnTo>
                  <a:pt x="12702" y="11071"/>
                </a:lnTo>
                <a:lnTo>
                  <a:pt x="12337" y="11047"/>
                </a:lnTo>
                <a:lnTo>
                  <a:pt x="11972" y="11096"/>
                </a:lnTo>
                <a:lnTo>
                  <a:pt x="11947" y="11096"/>
                </a:lnTo>
                <a:lnTo>
                  <a:pt x="11899" y="11120"/>
                </a:lnTo>
                <a:lnTo>
                  <a:pt x="11874" y="11193"/>
                </a:lnTo>
                <a:lnTo>
                  <a:pt x="11850" y="11266"/>
                </a:lnTo>
                <a:lnTo>
                  <a:pt x="11874" y="11290"/>
                </a:lnTo>
                <a:lnTo>
                  <a:pt x="11899" y="11363"/>
                </a:lnTo>
                <a:lnTo>
                  <a:pt x="11972" y="11412"/>
                </a:lnTo>
                <a:lnTo>
                  <a:pt x="12580" y="11509"/>
                </a:lnTo>
                <a:lnTo>
                  <a:pt x="12872" y="11582"/>
                </a:lnTo>
                <a:lnTo>
                  <a:pt x="13164" y="11655"/>
                </a:lnTo>
                <a:lnTo>
                  <a:pt x="13432" y="11753"/>
                </a:lnTo>
                <a:lnTo>
                  <a:pt x="13675" y="11850"/>
                </a:lnTo>
                <a:lnTo>
                  <a:pt x="13359" y="12118"/>
                </a:lnTo>
                <a:lnTo>
                  <a:pt x="13018" y="12337"/>
                </a:lnTo>
                <a:lnTo>
                  <a:pt x="12994" y="12288"/>
                </a:lnTo>
                <a:lnTo>
                  <a:pt x="12945" y="12239"/>
                </a:lnTo>
                <a:lnTo>
                  <a:pt x="12775" y="12166"/>
                </a:lnTo>
                <a:lnTo>
                  <a:pt x="12604" y="12142"/>
                </a:lnTo>
                <a:lnTo>
                  <a:pt x="12410" y="12118"/>
                </a:lnTo>
                <a:lnTo>
                  <a:pt x="12215" y="12069"/>
                </a:lnTo>
                <a:lnTo>
                  <a:pt x="11850" y="11947"/>
                </a:lnTo>
                <a:lnTo>
                  <a:pt x="11558" y="11826"/>
                </a:lnTo>
                <a:lnTo>
                  <a:pt x="11242" y="11704"/>
                </a:lnTo>
                <a:lnTo>
                  <a:pt x="11096" y="11655"/>
                </a:lnTo>
                <a:lnTo>
                  <a:pt x="10950" y="11607"/>
                </a:lnTo>
                <a:lnTo>
                  <a:pt x="10779" y="11582"/>
                </a:lnTo>
                <a:lnTo>
                  <a:pt x="10633" y="11582"/>
                </a:lnTo>
                <a:lnTo>
                  <a:pt x="10609" y="11607"/>
                </a:lnTo>
                <a:lnTo>
                  <a:pt x="10609" y="11655"/>
                </a:lnTo>
                <a:lnTo>
                  <a:pt x="10682" y="11753"/>
                </a:lnTo>
                <a:lnTo>
                  <a:pt x="10804" y="11874"/>
                </a:lnTo>
                <a:lnTo>
                  <a:pt x="10925" y="11947"/>
                </a:lnTo>
                <a:lnTo>
                  <a:pt x="11047" y="12045"/>
                </a:lnTo>
                <a:lnTo>
                  <a:pt x="11315" y="12166"/>
                </a:lnTo>
                <a:lnTo>
                  <a:pt x="11582" y="12288"/>
                </a:lnTo>
                <a:lnTo>
                  <a:pt x="11826" y="12385"/>
                </a:lnTo>
                <a:lnTo>
                  <a:pt x="12093" y="12483"/>
                </a:lnTo>
                <a:lnTo>
                  <a:pt x="12361" y="12556"/>
                </a:lnTo>
                <a:lnTo>
                  <a:pt x="12507" y="12580"/>
                </a:lnTo>
                <a:lnTo>
                  <a:pt x="12629" y="12580"/>
                </a:lnTo>
                <a:lnTo>
                  <a:pt x="12239" y="12799"/>
                </a:lnTo>
                <a:lnTo>
                  <a:pt x="11850" y="12969"/>
                </a:lnTo>
                <a:lnTo>
                  <a:pt x="11801" y="12921"/>
                </a:lnTo>
                <a:lnTo>
                  <a:pt x="11680" y="12823"/>
                </a:lnTo>
                <a:lnTo>
                  <a:pt x="11558" y="12775"/>
                </a:lnTo>
                <a:lnTo>
                  <a:pt x="11266" y="12677"/>
                </a:lnTo>
                <a:lnTo>
                  <a:pt x="10998" y="12604"/>
                </a:lnTo>
                <a:lnTo>
                  <a:pt x="10731" y="12531"/>
                </a:lnTo>
                <a:lnTo>
                  <a:pt x="10585" y="12458"/>
                </a:lnTo>
                <a:lnTo>
                  <a:pt x="10439" y="12385"/>
                </a:lnTo>
                <a:lnTo>
                  <a:pt x="10171" y="12239"/>
                </a:lnTo>
                <a:lnTo>
                  <a:pt x="10025" y="12166"/>
                </a:lnTo>
                <a:lnTo>
                  <a:pt x="9879" y="12118"/>
                </a:lnTo>
                <a:lnTo>
                  <a:pt x="9733" y="12093"/>
                </a:lnTo>
                <a:lnTo>
                  <a:pt x="9563" y="12093"/>
                </a:lnTo>
                <a:lnTo>
                  <a:pt x="9514" y="12118"/>
                </a:lnTo>
                <a:lnTo>
                  <a:pt x="9490" y="12142"/>
                </a:lnTo>
                <a:lnTo>
                  <a:pt x="9490" y="12191"/>
                </a:lnTo>
                <a:lnTo>
                  <a:pt x="9514" y="12215"/>
                </a:lnTo>
                <a:lnTo>
                  <a:pt x="9733" y="12410"/>
                </a:lnTo>
                <a:lnTo>
                  <a:pt x="9952" y="12580"/>
                </a:lnTo>
                <a:lnTo>
                  <a:pt x="10220" y="12750"/>
                </a:lnTo>
                <a:lnTo>
                  <a:pt x="10463" y="12872"/>
                </a:lnTo>
                <a:lnTo>
                  <a:pt x="10682" y="12969"/>
                </a:lnTo>
                <a:lnTo>
                  <a:pt x="10901" y="13042"/>
                </a:lnTo>
                <a:lnTo>
                  <a:pt x="11363" y="13188"/>
                </a:lnTo>
                <a:lnTo>
                  <a:pt x="10852" y="13359"/>
                </a:lnTo>
                <a:lnTo>
                  <a:pt x="10317" y="13505"/>
                </a:lnTo>
                <a:lnTo>
                  <a:pt x="10317" y="13480"/>
                </a:lnTo>
                <a:lnTo>
                  <a:pt x="10366" y="13359"/>
                </a:lnTo>
                <a:lnTo>
                  <a:pt x="10366" y="13310"/>
                </a:lnTo>
                <a:lnTo>
                  <a:pt x="10342" y="13261"/>
                </a:lnTo>
                <a:lnTo>
                  <a:pt x="10293" y="13213"/>
                </a:lnTo>
                <a:lnTo>
                  <a:pt x="10244" y="13164"/>
                </a:lnTo>
                <a:lnTo>
                  <a:pt x="9198" y="12604"/>
                </a:lnTo>
                <a:lnTo>
                  <a:pt x="9028" y="12507"/>
                </a:lnTo>
                <a:lnTo>
                  <a:pt x="8809" y="12410"/>
                </a:lnTo>
                <a:lnTo>
                  <a:pt x="8711" y="12385"/>
                </a:lnTo>
                <a:lnTo>
                  <a:pt x="8590" y="12361"/>
                </a:lnTo>
                <a:lnTo>
                  <a:pt x="8492" y="12385"/>
                </a:lnTo>
                <a:lnTo>
                  <a:pt x="8419" y="12434"/>
                </a:lnTo>
                <a:lnTo>
                  <a:pt x="8419" y="12458"/>
                </a:lnTo>
                <a:lnTo>
                  <a:pt x="8444" y="12556"/>
                </a:lnTo>
                <a:lnTo>
                  <a:pt x="8517" y="12629"/>
                </a:lnTo>
                <a:lnTo>
                  <a:pt x="8687" y="12799"/>
                </a:lnTo>
                <a:lnTo>
                  <a:pt x="9028" y="13042"/>
                </a:lnTo>
                <a:lnTo>
                  <a:pt x="9490" y="13334"/>
                </a:lnTo>
                <a:lnTo>
                  <a:pt x="9733" y="13456"/>
                </a:lnTo>
                <a:lnTo>
                  <a:pt x="10001" y="13553"/>
                </a:lnTo>
                <a:lnTo>
                  <a:pt x="9539" y="13651"/>
                </a:lnTo>
                <a:lnTo>
                  <a:pt x="9076" y="13699"/>
                </a:lnTo>
                <a:lnTo>
                  <a:pt x="9052" y="13651"/>
                </a:lnTo>
                <a:lnTo>
                  <a:pt x="8857" y="13480"/>
                </a:lnTo>
                <a:lnTo>
                  <a:pt x="8638" y="13334"/>
                </a:lnTo>
                <a:lnTo>
                  <a:pt x="8176" y="13067"/>
                </a:lnTo>
                <a:lnTo>
                  <a:pt x="7762" y="12799"/>
                </a:lnTo>
                <a:lnTo>
                  <a:pt x="7568" y="12677"/>
                </a:lnTo>
                <a:lnTo>
                  <a:pt x="7349" y="12604"/>
                </a:lnTo>
                <a:lnTo>
                  <a:pt x="7300" y="12604"/>
                </a:lnTo>
                <a:lnTo>
                  <a:pt x="7276" y="12653"/>
                </a:lnTo>
                <a:lnTo>
                  <a:pt x="7276" y="12775"/>
                </a:lnTo>
                <a:lnTo>
                  <a:pt x="7300" y="12872"/>
                </a:lnTo>
                <a:lnTo>
                  <a:pt x="7373" y="12969"/>
                </a:lnTo>
                <a:lnTo>
                  <a:pt x="7446" y="13042"/>
                </a:lnTo>
                <a:lnTo>
                  <a:pt x="7616" y="13213"/>
                </a:lnTo>
                <a:lnTo>
                  <a:pt x="7787" y="13334"/>
                </a:lnTo>
                <a:lnTo>
                  <a:pt x="8103" y="13553"/>
                </a:lnTo>
                <a:lnTo>
                  <a:pt x="8444" y="13748"/>
                </a:lnTo>
                <a:lnTo>
                  <a:pt x="8346" y="13748"/>
                </a:lnTo>
                <a:lnTo>
                  <a:pt x="7835" y="13772"/>
                </a:lnTo>
                <a:lnTo>
                  <a:pt x="7349" y="13724"/>
                </a:lnTo>
                <a:lnTo>
                  <a:pt x="7373" y="13699"/>
                </a:lnTo>
                <a:lnTo>
                  <a:pt x="7397" y="13651"/>
                </a:lnTo>
                <a:lnTo>
                  <a:pt x="7422" y="13578"/>
                </a:lnTo>
                <a:lnTo>
                  <a:pt x="7397" y="13529"/>
                </a:lnTo>
                <a:lnTo>
                  <a:pt x="7373" y="13456"/>
                </a:lnTo>
                <a:lnTo>
                  <a:pt x="7324" y="13383"/>
                </a:lnTo>
                <a:lnTo>
                  <a:pt x="7203" y="13286"/>
                </a:lnTo>
                <a:lnTo>
                  <a:pt x="6911" y="13091"/>
                </a:lnTo>
                <a:lnTo>
                  <a:pt x="6643" y="12872"/>
                </a:lnTo>
                <a:lnTo>
                  <a:pt x="6521" y="12799"/>
                </a:lnTo>
                <a:lnTo>
                  <a:pt x="6448" y="12750"/>
                </a:lnTo>
                <a:lnTo>
                  <a:pt x="6424" y="12702"/>
                </a:lnTo>
                <a:lnTo>
                  <a:pt x="6424" y="12677"/>
                </a:lnTo>
                <a:lnTo>
                  <a:pt x="6400" y="12677"/>
                </a:lnTo>
                <a:lnTo>
                  <a:pt x="6375" y="12702"/>
                </a:lnTo>
                <a:lnTo>
                  <a:pt x="6351" y="12775"/>
                </a:lnTo>
                <a:lnTo>
                  <a:pt x="6327" y="12823"/>
                </a:lnTo>
                <a:lnTo>
                  <a:pt x="6351" y="12969"/>
                </a:lnTo>
                <a:lnTo>
                  <a:pt x="6400" y="13042"/>
                </a:lnTo>
                <a:lnTo>
                  <a:pt x="6448" y="13140"/>
                </a:lnTo>
                <a:lnTo>
                  <a:pt x="6570" y="13286"/>
                </a:lnTo>
                <a:lnTo>
                  <a:pt x="6716" y="13432"/>
                </a:lnTo>
                <a:lnTo>
                  <a:pt x="6862" y="13553"/>
                </a:lnTo>
                <a:lnTo>
                  <a:pt x="7032" y="13675"/>
                </a:lnTo>
                <a:lnTo>
                  <a:pt x="7032" y="13675"/>
                </a:lnTo>
                <a:lnTo>
                  <a:pt x="6619" y="13578"/>
                </a:lnTo>
                <a:lnTo>
                  <a:pt x="6229" y="13456"/>
                </a:lnTo>
                <a:lnTo>
                  <a:pt x="5864" y="13334"/>
                </a:lnTo>
                <a:lnTo>
                  <a:pt x="5670" y="13286"/>
                </a:lnTo>
                <a:lnTo>
                  <a:pt x="5475" y="13261"/>
                </a:lnTo>
                <a:lnTo>
                  <a:pt x="5280" y="13237"/>
                </a:lnTo>
                <a:lnTo>
                  <a:pt x="5086" y="13261"/>
                </a:lnTo>
                <a:lnTo>
                  <a:pt x="4988" y="13286"/>
                </a:lnTo>
                <a:lnTo>
                  <a:pt x="4915" y="13334"/>
                </a:lnTo>
                <a:lnTo>
                  <a:pt x="4842" y="13407"/>
                </a:lnTo>
                <a:lnTo>
                  <a:pt x="4818" y="13505"/>
                </a:lnTo>
                <a:lnTo>
                  <a:pt x="4672" y="13651"/>
                </a:lnTo>
                <a:lnTo>
                  <a:pt x="4502" y="13797"/>
                </a:lnTo>
                <a:lnTo>
                  <a:pt x="4331" y="13943"/>
                </a:lnTo>
                <a:lnTo>
                  <a:pt x="4161" y="14064"/>
                </a:lnTo>
                <a:lnTo>
                  <a:pt x="3869" y="14259"/>
                </a:lnTo>
                <a:lnTo>
                  <a:pt x="3553" y="14405"/>
                </a:lnTo>
                <a:lnTo>
                  <a:pt x="3212" y="14551"/>
                </a:lnTo>
                <a:lnTo>
                  <a:pt x="2896" y="14648"/>
                </a:lnTo>
                <a:lnTo>
                  <a:pt x="2555" y="14745"/>
                </a:lnTo>
                <a:lnTo>
                  <a:pt x="2190" y="14818"/>
                </a:lnTo>
                <a:lnTo>
                  <a:pt x="1825" y="14867"/>
                </a:lnTo>
                <a:lnTo>
                  <a:pt x="1485" y="14891"/>
                </a:lnTo>
                <a:lnTo>
                  <a:pt x="1314" y="14891"/>
                </a:lnTo>
                <a:lnTo>
                  <a:pt x="1144" y="14867"/>
                </a:lnTo>
                <a:lnTo>
                  <a:pt x="1436" y="14672"/>
                </a:lnTo>
                <a:lnTo>
                  <a:pt x="1728" y="14453"/>
                </a:lnTo>
                <a:lnTo>
                  <a:pt x="1996" y="14210"/>
                </a:lnTo>
                <a:lnTo>
                  <a:pt x="2239" y="13991"/>
                </a:lnTo>
                <a:lnTo>
                  <a:pt x="2604" y="13626"/>
                </a:lnTo>
                <a:lnTo>
                  <a:pt x="2774" y="13432"/>
                </a:lnTo>
                <a:lnTo>
                  <a:pt x="2944" y="13188"/>
                </a:lnTo>
                <a:lnTo>
                  <a:pt x="3066" y="12945"/>
                </a:lnTo>
                <a:lnTo>
                  <a:pt x="3163" y="12702"/>
                </a:lnTo>
                <a:lnTo>
                  <a:pt x="3212" y="12458"/>
                </a:lnTo>
                <a:lnTo>
                  <a:pt x="3212" y="12337"/>
                </a:lnTo>
                <a:lnTo>
                  <a:pt x="3212" y="12215"/>
                </a:lnTo>
                <a:lnTo>
                  <a:pt x="3236" y="12118"/>
                </a:lnTo>
                <a:lnTo>
                  <a:pt x="3212" y="12045"/>
                </a:lnTo>
                <a:lnTo>
                  <a:pt x="3188" y="11972"/>
                </a:lnTo>
                <a:lnTo>
                  <a:pt x="3115" y="11923"/>
                </a:lnTo>
                <a:lnTo>
                  <a:pt x="2920" y="11826"/>
                </a:lnTo>
                <a:lnTo>
                  <a:pt x="2750" y="11704"/>
                </a:lnTo>
                <a:lnTo>
                  <a:pt x="2409" y="11461"/>
                </a:lnTo>
                <a:lnTo>
                  <a:pt x="2117" y="11169"/>
                </a:lnTo>
                <a:lnTo>
                  <a:pt x="1850" y="10852"/>
                </a:lnTo>
                <a:lnTo>
                  <a:pt x="1631" y="10512"/>
                </a:lnTo>
                <a:lnTo>
                  <a:pt x="1412" y="10147"/>
                </a:lnTo>
                <a:lnTo>
                  <a:pt x="1241" y="9757"/>
                </a:lnTo>
                <a:lnTo>
                  <a:pt x="1095" y="9368"/>
                </a:lnTo>
                <a:lnTo>
                  <a:pt x="949" y="8979"/>
                </a:lnTo>
                <a:lnTo>
                  <a:pt x="828" y="8565"/>
                </a:lnTo>
                <a:lnTo>
                  <a:pt x="755" y="8127"/>
                </a:lnTo>
                <a:lnTo>
                  <a:pt x="682" y="7689"/>
                </a:lnTo>
                <a:lnTo>
                  <a:pt x="657" y="7251"/>
                </a:lnTo>
                <a:lnTo>
                  <a:pt x="657" y="6837"/>
                </a:lnTo>
                <a:lnTo>
                  <a:pt x="706" y="6399"/>
                </a:lnTo>
                <a:lnTo>
                  <a:pt x="803" y="5986"/>
                </a:lnTo>
                <a:lnTo>
                  <a:pt x="925" y="5548"/>
                </a:lnTo>
                <a:lnTo>
                  <a:pt x="1120" y="5110"/>
                </a:lnTo>
                <a:lnTo>
                  <a:pt x="1339" y="4696"/>
                </a:lnTo>
                <a:lnTo>
                  <a:pt x="1606" y="4307"/>
                </a:lnTo>
                <a:lnTo>
                  <a:pt x="1898" y="3869"/>
                </a:lnTo>
                <a:lnTo>
                  <a:pt x="2166" y="3431"/>
                </a:lnTo>
                <a:lnTo>
                  <a:pt x="2434" y="3017"/>
                </a:lnTo>
                <a:lnTo>
                  <a:pt x="2604" y="2823"/>
                </a:lnTo>
                <a:lnTo>
                  <a:pt x="2774" y="2628"/>
                </a:lnTo>
                <a:lnTo>
                  <a:pt x="3115" y="2336"/>
                </a:lnTo>
                <a:lnTo>
                  <a:pt x="3431" y="2068"/>
                </a:lnTo>
                <a:lnTo>
                  <a:pt x="3772" y="1825"/>
                </a:lnTo>
                <a:lnTo>
                  <a:pt x="4137" y="1582"/>
                </a:lnTo>
                <a:lnTo>
                  <a:pt x="4502" y="1387"/>
                </a:lnTo>
                <a:lnTo>
                  <a:pt x="4867" y="1192"/>
                </a:lnTo>
                <a:lnTo>
                  <a:pt x="5256" y="1046"/>
                </a:lnTo>
                <a:lnTo>
                  <a:pt x="5670" y="900"/>
                </a:lnTo>
                <a:lnTo>
                  <a:pt x="6083" y="803"/>
                </a:lnTo>
                <a:lnTo>
                  <a:pt x="6497" y="706"/>
                </a:lnTo>
                <a:lnTo>
                  <a:pt x="6935" y="633"/>
                </a:lnTo>
                <a:lnTo>
                  <a:pt x="7373" y="584"/>
                </a:lnTo>
                <a:lnTo>
                  <a:pt x="7811" y="535"/>
                </a:lnTo>
                <a:lnTo>
                  <a:pt x="8249" y="511"/>
                </a:lnTo>
                <a:close/>
                <a:moveTo>
                  <a:pt x="8444" y="0"/>
                </a:moveTo>
                <a:lnTo>
                  <a:pt x="7641" y="24"/>
                </a:lnTo>
                <a:lnTo>
                  <a:pt x="6838" y="122"/>
                </a:lnTo>
                <a:lnTo>
                  <a:pt x="6351" y="195"/>
                </a:lnTo>
                <a:lnTo>
                  <a:pt x="5889" y="292"/>
                </a:lnTo>
                <a:lnTo>
                  <a:pt x="5426" y="414"/>
                </a:lnTo>
                <a:lnTo>
                  <a:pt x="4964" y="560"/>
                </a:lnTo>
                <a:lnTo>
                  <a:pt x="4502" y="730"/>
                </a:lnTo>
                <a:lnTo>
                  <a:pt x="4088" y="949"/>
                </a:lnTo>
                <a:lnTo>
                  <a:pt x="3674" y="1217"/>
                </a:lnTo>
                <a:lnTo>
                  <a:pt x="3285" y="1509"/>
                </a:lnTo>
                <a:lnTo>
                  <a:pt x="2823" y="1922"/>
                </a:lnTo>
                <a:lnTo>
                  <a:pt x="2385" y="2312"/>
                </a:lnTo>
                <a:lnTo>
                  <a:pt x="2166" y="2531"/>
                </a:lnTo>
                <a:lnTo>
                  <a:pt x="1947" y="2725"/>
                </a:lnTo>
                <a:lnTo>
                  <a:pt x="1752" y="2969"/>
                </a:lnTo>
                <a:lnTo>
                  <a:pt x="1582" y="3212"/>
                </a:lnTo>
                <a:lnTo>
                  <a:pt x="1266" y="3723"/>
                </a:lnTo>
                <a:lnTo>
                  <a:pt x="974" y="4283"/>
                </a:lnTo>
                <a:lnTo>
                  <a:pt x="682" y="4842"/>
                </a:lnTo>
                <a:lnTo>
                  <a:pt x="438" y="5402"/>
                </a:lnTo>
                <a:lnTo>
                  <a:pt x="341" y="5645"/>
                </a:lnTo>
                <a:lnTo>
                  <a:pt x="268" y="5889"/>
                </a:lnTo>
                <a:lnTo>
                  <a:pt x="195" y="6132"/>
                </a:lnTo>
                <a:lnTo>
                  <a:pt x="146" y="6375"/>
                </a:lnTo>
                <a:lnTo>
                  <a:pt x="122" y="6886"/>
                </a:lnTo>
                <a:lnTo>
                  <a:pt x="122" y="7397"/>
                </a:lnTo>
                <a:lnTo>
                  <a:pt x="171" y="7908"/>
                </a:lnTo>
                <a:lnTo>
                  <a:pt x="268" y="8419"/>
                </a:lnTo>
                <a:lnTo>
                  <a:pt x="390" y="8906"/>
                </a:lnTo>
                <a:lnTo>
                  <a:pt x="536" y="9392"/>
                </a:lnTo>
                <a:lnTo>
                  <a:pt x="682" y="9830"/>
                </a:lnTo>
                <a:lnTo>
                  <a:pt x="876" y="10244"/>
                </a:lnTo>
                <a:lnTo>
                  <a:pt x="1095" y="10658"/>
                </a:lnTo>
                <a:lnTo>
                  <a:pt x="1339" y="11047"/>
                </a:lnTo>
                <a:lnTo>
                  <a:pt x="1631" y="11412"/>
                </a:lnTo>
                <a:lnTo>
                  <a:pt x="1947" y="11728"/>
                </a:lnTo>
                <a:lnTo>
                  <a:pt x="2117" y="11874"/>
                </a:lnTo>
                <a:lnTo>
                  <a:pt x="2312" y="12020"/>
                </a:lnTo>
                <a:lnTo>
                  <a:pt x="2507" y="12142"/>
                </a:lnTo>
                <a:lnTo>
                  <a:pt x="2701" y="12239"/>
                </a:lnTo>
                <a:lnTo>
                  <a:pt x="2677" y="12458"/>
                </a:lnTo>
                <a:lnTo>
                  <a:pt x="2604" y="12653"/>
                </a:lnTo>
                <a:lnTo>
                  <a:pt x="2482" y="12848"/>
                </a:lnTo>
                <a:lnTo>
                  <a:pt x="2361" y="13042"/>
                </a:lnTo>
                <a:lnTo>
                  <a:pt x="2215" y="13213"/>
                </a:lnTo>
                <a:lnTo>
                  <a:pt x="2069" y="13359"/>
                </a:lnTo>
                <a:lnTo>
                  <a:pt x="1752" y="13675"/>
                </a:lnTo>
                <a:lnTo>
                  <a:pt x="1412" y="13967"/>
                </a:lnTo>
                <a:lnTo>
                  <a:pt x="1047" y="14259"/>
                </a:lnTo>
                <a:lnTo>
                  <a:pt x="828" y="14381"/>
                </a:lnTo>
                <a:lnTo>
                  <a:pt x="633" y="14478"/>
                </a:lnTo>
                <a:lnTo>
                  <a:pt x="414" y="14575"/>
                </a:lnTo>
                <a:lnTo>
                  <a:pt x="195" y="14648"/>
                </a:lnTo>
                <a:lnTo>
                  <a:pt x="98" y="14697"/>
                </a:lnTo>
                <a:lnTo>
                  <a:pt x="25" y="14794"/>
                </a:lnTo>
                <a:lnTo>
                  <a:pt x="0" y="14891"/>
                </a:lnTo>
                <a:lnTo>
                  <a:pt x="25" y="14989"/>
                </a:lnTo>
                <a:lnTo>
                  <a:pt x="49" y="15086"/>
                </a:lnTo>
                <a:lnTo>
                  <a:pt x="146" y="15159"/>
                </a:lnTo>
                <a:lnTo>
                  <a:pt x="244" y="15208"/>
                </a:lnTo>
                <a:lnTo>
                  <a:pt x="365" y="15208"/>
                </a:lnTo>
                <a:lnTo>
                  <a:pt x="414" y="15183"/>
                </a:lnTo>
                <a:lnTo>
                  <a:pt x="560" y="15256"/>
                </a:lnTo>
                <a:lnTo>
                  <a:pt x="682" y="15305"/>
                </a:lnTo>
                <a:lnTo>
                  <a:pt x="998" y="15378"/>
                </a:lnTo>
                <a:lnTo>
                  <a:pt x="1314" y="15402"/>
                </a:lnTo>
                <a:lnTo>
                  <a:pt x="1679" y="15402"/>
                </a:lnTo>
                <a:lnTo>
                  <a:pt x="2020" y="15354"/>
                </a:lnTo>
                <a:lnTo>
                  <a:pt x="2336" y="15305"/>
                </a:lnTo>
                <a:lnTo>
                  <a:pt x="2896" y="15183"/>
                </a:lnTo>
                <a:lnTo>
                  <a:pt x="3261" y="15062"/>
                </a:lnTo>
                <a:lnTo>
                  <a:pt x="3626" y="14916"/>
                </a:lnTo>
                <a:lnTo>
                  <a:pt x="3991" y="14770"/>
                </a:lnTo>
                <a:lnTo>
                  <a:pt x="4331" y="14575"/>
                </a:lnTo>
                <a:lnTo>
                  <a:pt x="4575" y="14429"/>
                </a:lnTo>
                <a:lnTo>
                  <a:pt x="4818" y="14259"/>
                </a:lnTo>
                <a:lnTo>
                  <a:pt x="5037" y="14040"/>
                </a:lnTo>
                <a:lnTo>
                  <a:pt x="5134" y="13918"/>
                </a:lnTo>
                <a:lnTo>
                  <a:pt x="5207" y="13797"/>
                </a:lnTo>
                <a:lnTo>
                  <a:pt x="5426" y="13821"/>
                </a:lnTo>
                <a:lnTo>
                  <a:pt x="5645" y="13845"/>
                </a:lnTo>
                <a:lnTo>
                  <a:pt x="6059" y="13967"/>
                </a:lnTo>
                <a:lnTo>
                  <a:pt x="6497" y="14113"/>
                </a:lnTo>
                <a:lnTo>
                  <a:pt x="6692" y="14186"/>
                </a:lnTo>
                <a:lnTo>
                  <a:pt x="6911" y="14235"/>
                </a:lnTo>
                <a:lnTo>
                  <a:pt x="7178" y="14283"/>
                </a:lnTo>
                <a:lnTo>
                  <a:pt x="7446" y="14308"/>
                </a:lnTo>
                <a:lnTo>
                  <a:pt x="7981" y="14332"/>
                </a:lnTo>
                <a:lnTo>
                  <a:pt x="8517" y="14308"/>
                </a:lnTo>
                <a:lnTo>
                  <a:pt x="9052" y="14259"/>
                </a:lnTo>
                <a:lnTo>
                  <a:pt x="9490" y="14210"/>
                </a:lnTo>
                <a:lnTo>
                  <a:pt x="9952" y="14137"/>
                </a:lnTo>
                <a:lnTo>
                  <a:pt x="10390" y="14040"/>
                </a:lnTo>
                <a:lnTo>
                  <a:pt x="10828" y="13918"/>
                </a:lnTo>
                <a:lnTo>
                  <a:pt x="11266" y="13797"/>
                </a:lnTo>
                <a:lnTo>
                  <a:pt x="11680" y="13651"/>
                </a:lnTo>
                <a:lnTo>
                  <a:pt x="12093" y="13480"/>
                </a:lnTo>
                <a:lnTo>
                  <a:pt x="12507" y="13286"/>
                </a:lnTo>
                <a:lnTo>
                  <a:pt x="12921" y="13067"/>
                </a:lnTo>
                <a:lnTo>
                  <a:pt x="13310" y="12823"/>
                </a:lnTo>
                <a:lnTo>
                  <a:pt x="13699" y="12556"/>
                </a:lnTo>
                <a:lnTo>
                  <a:pt x="14089" y="12264"/>
                </a:lnTo>
                <a:lnTo>
                  <a:pt x="14429" y="11947"/>
                </a:lnTo>
                <a:lnTo>
                  <a:pt x="14770" y="11607"/>
                </a:lnTo>
                <a:lnTo>
                  <a:pt x="15111" y="11266"/>
                </a:lnTo>
                <a:lnTo>
                  <a:pt x="15403" y="10901"/>
                </a:lnTo>
                <a:lnTo>
                  <a:pt x="15670" y="10512"/>
                </a:lnTo>
                <a:lnTo>
                  <a:pt x="15914" y="10098"/>
                </a:lnTo>
                <a:lnTo>
                  <a:pt x="16133" y="9684"/>
                </a:lnTo>
                <a:lnTo>
                  <a:pt x="16327" y="9246"/>
                </a:lnTo>
                <a:lnTo>
                  <a:pt x="16473" y="8808"/>
                </a:lnTo>
                <a:lnTo>
                  <a:pt x="16595" y="8346"/>
                </a:lnTo>
                <a:lnTo>
                  <a:pt x="16668" y="7884"/>
                </a:lnTo>
                <a:lnTo>
                  <a:pt x="16717" y="7421"/>
                </a:lnTo>
                <a:lnTo>
                  <a:pt x="16717" y="7178"/>
                </a:lnTo>
                <a:lnTo>
                  <a:pt x="16692" y="6959"/>
                </a:lnTo>
                <a:lnTo>
                  <a:pt x="16595" y="6497"/>
                </a:lnTo>
                <a:lnTo>
                  <a:pt x="16473" y="6035"/>
                </a:lnTo>
                <a:lnTo>
                  <a:pt x="16352" y="5597"/>
                </a:lnTo>
                <a:lnTo>
                  <a:pt x="16206" y="5134"/>
                </a:lnTo>
                <a:lnTo>
                  <a:pt x="16084" y="4672"/>
                </a:lnTo>
                <a:lnTo>
                  <a:pt x="15962" y="4210"/>
                </a:lnTo>
                <a:lnTo>
                  <a:pt x="15792" y="3772"/>
                </a:lnTo>
                <a:lnTo>
                  <a:pt x="15597" y="3358"/>
                </a:lnTo>
                <a:lnTo>
                  <a:pt x="15354" y="2993"/>
                </a:lnTo>
                <a:lnTo>
                  <a:pt x="15062" y="2652"/>
                </a:lnTo>
                <a:lnTo>
                  <a:pt x="14770" y="2336"/>
                </a:lnTo>
                <a:lnTo>
                  <a:pt x="14429" y="2044"/>
                </a:lnTo>
                <a:lnTo>
                  <a:pt x="14089" y="1776"/>
                </a:lnTo>
                <a:lnTo>
                  <a:pt x="13724" y="1509"/>
                </a:lnTo>
                <a:lnTo>
                  <a:pt x="13334" y="1265"/>
                </a:lnTo>
                <a:lnTo>
                  <a:pt x="12969" y="1046"/>
                </a:lnTo>
                <a:lnTo>
                  <a:pt x="12580" y="827"/>
                </a:lnTo>
                <a:lnTo>
                  <a:pt x="12166" y="633"/>
                </a:lnTo>
                <a:lnTo>
                  <a:pt x="11777" y="487"/>
                </a:lnTo>
                <a:lnTo>
                  <a:pt x="11363" y="341"/>
                </a:lnTo>
                <a:lnTo>
                  <a:pt x="10950" y="219"/>
                </a:lnTo>
                <a:lnTo>
                  <a:pt x="10512" y="146"/>
                </a:lnTo>
                <a:lnTo>
                  <a:pt x="10074" y="73"/>
                </a:lnTo>
                <a:lnTo>
                  <a:pt x="9271" y="0"/>
                </a:lnTo>
                <a:close/>
              </a:path>
            </a:pathLst>
          </a:custGeom>
          <a:solidFill>
            <a:srgbClr val="25212A">
              <a:alpha val="71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4" name="Google Shape;1234;p67"/>
          <p:cNvSpPr txBox="1"/>
          <p:nvPr/>
        </p:nvSpPr>
        <p:spPr>
          <a:xfrm>
            <a:off x="3376838" y="2035525"/>
            <a:ext cx="433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666666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?</a:t>
            </a:r>
            <a:endParaRPr b="1" sz="2400">
              <a:solidFill>
                <a:srgbClr val="666666"/>
              </a:solidFill>
              <a:latin typeface="Gloria Hallelujah"/>
              <a:ea typeface="Gloria Hallelujah"/>
              <a:cs typeface="Gloria Hallelujah"/>
              <a:sym typeface="Gloria Hallelujah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p68"/>
          <p:cNvSpPr txBox="1"/>
          <p:nvPr>
            <p:ph type="title"/>
          </p:nvPr>
        </p:nvSpPr>
        <p:spPr>
          <a:xfrm>
            <a:off x="1556175" y="719375"/>
            <a:ext cx="66168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CREDITS</a:t>
            </a:r>
            <a:endParaRPr/>
          </a:p>
        </p:txBody>
      </p:sp>
      <p:sp>
        <p:nvSpPr>
          <p:cNvPr id="1240" name="Google Shape;1240;p68"/>
          <p:cNvSpPr txBox="1"/>
          <p:nvPr>
            <p:ph idx="1" type="body"/>
          </p:nvPr>
        </p:nvSpPr>
        <p:spPr>
          <a:xfrm>
            <a:off x="1556175" y="1378821"/>
            <a:ext cx="6616800" cy="30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5212A"/>
                </a:solidFill>
              </a:rPr>
              <a:t>Special thanks to all the people who made and released these awesome resources for free:</a:t>
            </a:r>
            <a:endParaRPr sz="2400">
              <a:solidFill>
                <a:srgbClr val="25212A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25212A"/>
              </a:buClr>
              <a:buSzPts val="2400"/>
              <a:buChar char="◈"/>
            </a:pPr>
            <a:r>
              <a:rPr lang="en" sz="2400">
                <a:solidFill>
                  <a:srgbClr val="25212A"/>
                </a:solidFill>
              </a:rPr>
              <a:t>Presentation template by </a:t>
            </a:r>
            <a:r>
              <a:rPr lang="en" sz="2400" u="sng">
                <a:solidFill>
                  <a:srgbClr val="25212A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SlidesCarnival</a:t>
            </a:r>
            <a:endParaRPr sz="2400">
              <a:solidFill>
                <a:srgbClr val="25212A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12A"/>
              </a:buClr>
              <a:buSzPts val="2400"/>
              <a:buChar char="◈"/>
            </a:pPr>
            <a:r>
              <a:rPr lang="en" sz="2400"/>
              <a:t>Icons</a:t>
            </a:r>
            <a:r>
              <a:rPr lang="en" sz="2400">
                <a:solidFill>
                  <a:srgbClr val="25212A"/>
                </a:solidFill>
              </a:rPr>
              <a:t> by </a:t>
            </a:r>
            <a:r>
              <a:rPr lang="en" sz="2400" u="sng">
                <a:hlinkClick r:id="rId4"/>
              </a:rPr>
              <a:t>HandDrawnGoods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◈"/>
            </a:pPr>
            <a:r>
              <a:rPr lang="en" sz="2400"/>
              <a:t>Code markup with </a:t>
            </a:r>
            <a:r>
              <a:rPr lang="en" sz="2400" u="sng">
                <a:hlinkClick r:id="rId5"/>
              </a:rPr>
              <a:t>SlidesCodeHighlighter</a:t>
            </a:r>
            <a:endParaRPr sz="2400"/>
          </a:p>
        </p:txBody>
      </p:sp>
      <p:sp>
        <p:nvSpPr>
          <p:cNvPr id="1241" name="Google Shape;1241;p68"/>
          <p:cNvSpPr txBox="1"/>
          <p:nvPr>
            <p:ph idx="12" type="sldNum"/>
          </p:nvPr>
        </p:nvSpPr>
        <p:spPr>
          <a:xfrm>
            <a:off x="7899350" y="409842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Quintus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